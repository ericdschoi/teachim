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media/image15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433" r:id="rId2"/>
    <p:sldId id="431" r:id="rId3"/>
    <p:sldId id="432" r:id="rId4"/>
    <p:sldId id="269" r:id="rId5"/>
    <p:sldId id="273" r:id="rId6"/>
    <p:sldId id="274" r:id="rId7"/>
    <p:sldId id="275" r:id="rId8"/>
    <p:sldId id="278" r:id="rId9"/>
    <p:sldId id="276" r:id="rId10"/>
    <p:sldId id="409" r:id="rId11"/>
    <p:sldId id="435" r:id="rId12"/>
    <p:sldId id="436" r:id="rId13"/>
    <p:sldId id="434" r:id="rId14"/>
    <p:sldId id="280" r:id="rId15"/>
    <p:sldId id="437" r:id="rId21"/>
    <p:sldId id="438" r:id="rId22"/>
    <p:sldId id="43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B9A9"/>
    <a:srgbClr val="F48C8C"/>
    <a:srgbClr val="FEF9F8"/>
    <a:srgbClr val="FCECEA"/>
    <a:srgbClr val="F6C3A0"/>
    <a:srgbClr val="F7C6BF"/>
    <a:srgbClr val="FCE4D4"/>
    <a:srgbClr val="FAD6BE"/>
    <a:srgbClr val="F8B7AE"/>
    <a:srgbClr val="F6A4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6472" autoAdjust="0"/>
  </p:normalViewPr>
  <p:slideViewPr>
    <p:cSldViewPr snapToGrid="0">
      <p:cViewPr varScale="1">
        <p:scale>
          <a:sx n="107" d="100"/>
          <a:sy n="107" d="100"/>
        </p:scale>
        <p:origin x="138" y="1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1T18:31:41.982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1928 5753,'0'0</inkml:trace>
  <inkml:trace contextRef="#ctx0" brushRef="#br0" timeOffset="719">2133 5547,'0'0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1T18:31:44.240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5547 7139,'0'0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1T18:31:43.703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3080 7636,'8'0,"2"0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1T18:31:44.742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6512 6585,'0'0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1T18:31:45.024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7095 5796,'0'0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1T18:31:45.442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8744 5300,'0'0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1:22:49.051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1928 5752,'0'0</inkml:trace>
  <inkml:trace contextRef="#ctx0" brushRef="#br0" timeOffset="1">2133 5547,'0'0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1:22:49.054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3080 7636,'8'0,"2"0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1:22:49.055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6512 6585,'0'0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1:22:49.056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7095 5796,'0'0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2:26:35.803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6512 6585,'0'0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1:22:49.053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5547 7139,'0'0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2:26:35.802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5547 7139,'0'0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2:27:19.038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5547 7139,'0'0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2:27:19.039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5547 7139,'0'0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6:05:05.056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1928 5752,'0'0</inkml:trace>
  <inkml:trace contextRef="#ctx0" brushRef="#br0" timeOffset="1">2133 5547,'0'0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6:05:05.057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3080 7636,'8'0,"2"0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6:05:05.058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6512 6585,'0'0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6:05:05.059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7095 5796,'0'0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6:05:05.065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6512 6585,'0'0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6:05:05.069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5547 7139,'0'0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6:05:05.070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5547 7139,'0'0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6:05:05.068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5547 7139,'0'0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6:05:05.068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5547 7139,'0'0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22:14:05.449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5547 7139,'0'0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1:23:55.933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1928 5750,'0'0</inkml:trace>
  <inkml:trace contextRef="#ctx0" brushRef="#br0" timeOffset="1">2128 5547,'0'0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1:23:55.936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-2147483648-2147483648,'0'0,"0"0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1:23:55.937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-2147483648-2147483648,'0'0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1:23:55.938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-2147483648-2147483648,'0'0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1:23:55.935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5547 7139,'0'0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1:22:49.051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1928 5704,'0'0</inkml:trace>
  <inkml:trace contextRef="#ctx0" brushRef="#br0" timeOffset="1">2083 5547,'0'0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1:22:49.054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3080 7636,'6'0,"2"0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1:22:49.055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6512 6585,'0'0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1:22:49.056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7095 5796,'0'0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2:26:35.803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6512 6585,'0'0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1:22:49.053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5547 7139,'0'0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2:26:35.802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5547 7139,'0'0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2:27:19.038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5547 7139,'0'0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2:27:19.039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5547 7139,'0'0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1:23:55.933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1928 5752,'0'0</inkml:trace>
  <inkml:trace contextRef="#ctx0" brushRef="#br0" timeOffset="1">2133 5547,'0'0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1:23:55.935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5547 7139,'0'0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1:23:55.936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3080 7636,'8'0,"2"0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1:23:55.937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6512 6585,'0'0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7-07-12T01:23:55.938"/>
    </inkml:context>
    <inkml:brush xml:id="br0">
      <inkml:brushProperty name="width" value="0.02333" units="cm"/>
      <inkml:brushProperty name="height" value="0.02333" units="cm"/>
      <inkml:brushProperty name="ignorePressure" value="1"/>
    </inkml:brush>
  </inkml:definitions>
  <inkml:trace contextRef="#ctx0" brushRef="#br0">7095 5796,'0'0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89E80B-BA44-43F9-B533-E5709086A9E1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57DEFB-9A5E-49BD-A247-23C937EC3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740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7DEFB-9A5E-49BD-A247-23C937EC37A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846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Smart, DR. Oxygen Therapy. In: Cameron, P, et al., eds. Textbook of Adult Emergency Medicine. Fourth Edition. 2-15. Churchill Livingstone, Elsevier Ltd.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7DEFB-9A5E-49BD-A247-23C937EC37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31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7DEFB-9A5E-49BD-A247-23C937EC37A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76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7DEFB-9A5E-49BD-A247-23C937EC37A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995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57DEFB-9A5E-49BD-A247-23C937EC37A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11163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CAE8C-84C8-47C9-9955-B11EE01A17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FFE0CA-0055-47C7-81FB-C3F634D2B0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A032-515B-4B17-8FEA-63A5A0D77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11101-2E12-4709-8570-827D40E9751B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10E22-08DC-4F72-99FE-158E7B32F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40717-A07C-46AD-BBFD-89EB1E67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010E-0CAD-4173-9667-3EB6B9151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340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3F163-7C4D-4037-B4E0-00F6E3B01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9A5A2-69B5-407D-8C1A-379AAAF4A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CE060-B785-47A0-BB41-653D2A34D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11101-2E12-4709-8570-827D40E9751B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AD32F-F2A5-4201-8B14-FAD8C6259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56CFF-38DD-4D0B-88FF-1C44D4455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010E-0CAD-4173-9667-3EB6B9151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3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C7948-C349-4840-828D-E264A5DCE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FB35C-1C11-4F52-AF65-4D7823291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4F67E-0A44-4AA1-809C-E863239D6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11101-2E12-4709-8570-827D40E9751B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9509A-E77B-4B64-8AD3-C546AB09D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E5158-DFE4-4CBE-A2BC-D47F2F82E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010E-0CAD-4173-9667-3EB6B9151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91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46D69-3AC6-4973-8029-769481B4A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BCA3E-D0E8-4B42-A609-F94292714F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D1951D-5388-4D9F-A35F-D7BF6EE1B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E9EA1-7BDB-48C7-9107-4FFA57FEB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11101-2E12-4709-8570-827D40E9751B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C6500-0FCD-46BE-BD3B-F35EA58AC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0D635-60BD-41F0-9FB3-2A2DDAFB2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010E-0CAD-4173-9667-3EB6B9151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94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DFD90-AC63-46E2-836F-861030B07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9E91E-7D44-453C-AEED-EFA57CABA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F46C47-E65A-4CAF-9E19-0A0E98AB94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E6519A-F2FF-417F-B780-772CF6D390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8849E4-E84D-42C7-918E-A38CE34BB4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EDAADD-049D-4120-9177-DDB8EB6FB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11101-2E12-4709-8570-827D40E9751B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544A82-7064-4C1B-B914-C215006A4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7A4FF6-A9DE-4299-ADFE-1FA917BA3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010E-0CAD-4173-9667-3EB6B9151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43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B5D99-5039-4888-AA4C-772B9CD49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60FED5-C760-42BF-BD72-2C4E2F928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11101-2E12-4709-8570-827D40E9751B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235146-3106-4C4A-BB4A-15019A08B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CBF8BD-37B8-4368-8E5D-D10458DFE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010E-0CAD-4173-9667-3EB6B9151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79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ABA2B7-3162-4BB1-9378-B8453E9B1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11101-2E12-4709-8570-827D40E9751B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5A64A3-DFD2-4D86-882B-481AD64A8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0E552-B3DA-4051-8062-BAE174853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010E-0CAD-4173-9667-3EB6B9151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595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46311-9D7C-47AA-89D1-AA38310EC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FE7BA-470B-4E21-967D-527C412C6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A9E937-D48D-4FDC-AA25-5D6B31DF0B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964E5-8816-4619-B6D9-E64C45A43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11101-2E12-4709-8570-827D40E9751B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18166-D3B2-4378-B723-91D39FDC0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ABDBC-CEDC-47D1-B839-8ED30E7DE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010E-0CAD-4173-9667-3EB6B9151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566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BA11F-BC07-4A21-B0FA-2811290CA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685875-643F-4284-B6B0-D020EED004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B2BC4B-CBD0-4030-955F-CB9242D35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B1152-7B7A-44D7-8031-222B6FB8C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11101-2E12-4709-8570-827D40E9751B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1E6CF9-7029-4EA6-9E96-58D5ECA8E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DB8D4-038C-4964-BDA4-BBBA86217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010E-0CAD-4173-9667-3EB6B9151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59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B7F82-627F-48A3-846C-5EA0BF3B5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5394C9-C3D4-4F14-BFD9-1AC5148006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90F56-84E0-462D-B87A-B09A7481D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11101-2E12-4709-8570-827D40E9751B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296F0-7301-4D16-B4A9-FC005FC48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1E069-36AC-404E-BB16-586E84C15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010E-0CAD-4173-9667-3EB6B9151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63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9315FA-1F11-40B5-8F10-1A1C3A951B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4A9EFB-1384-48EA-A1E3-95C66D031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9F936-A035-41F1-99AB-3624820CB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11101-2E12-4709-8570-827D40E9751B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2095D-8EA8-4F92-BF94-42338D63F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16786-1353-4377-A550-B2780C1B2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2010E-0CAD-4173-9667-3EB6B9151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700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1FCBF8-B4CE-4105-8A90-E07A1A580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4DC7C-D923-46A7-B387-87611AAAD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CAD4E-C762-4FB4-9DC4-7124A3FEB5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E11101-2E12-4709-8570-827D40E9751B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C2764-0C8B-4F4C-A6BB-96EBC65E53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2BDD2-A309-4FC0-AC8D-DFF5FCD0D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D2010E-0CAD-4173-9667-3EB6B9151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282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slide" Target="slide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4.xml"/><Relationship Id="rId3" Type="http://schemas.openxmlformats.org/officeDocument/2006/relationships/slide" Target="slide8.xml"/><Relationship Id="rId4" Type="http://schemas.openxmlformats.org/officeDocument/2006/relationships/slide" Target="slide5.xml"/><Relationship Id="rId5" Type="http://schemas.openxmlformats.org/officeDocument/2006/relationships/slide" Target="slide9.xml"/><Relationship Id="rId6" Type="http://schemas.openxmlformats.org/officeDocument/2006/relationships/slide" Target="slide7.xml"/><Relationship Id="rId7" Type="http://schemas.openxmlformats.org/officeDocument/2006/relationships/slide" Target="slide10.xml"/><Relationship Id="rId8" Type="http://schemas.openxmlformats.org/officeDocument/2006/relationships/image" Target="../media/image1.png"/><Relationship Id="rId9" Type="http://schemas.openxmlformats.org/officeDocument/2006/relationships/image" Target="../media/image2.svg"/><Relationship Id="rId10" Type="http://schemas.openxmlformats.org/officeDocument/2006/relationships/slide" Target="slide6.xml"/><Relationship Id="rId11" Type="http://schemas.openxmlformats.org/officeDocument/2006/relationships/slide" Target="slide2.xml"/><Relationship Id="rId12" Type="http://schemas.openxmlformats.org/officeDocument/2006/relationships/slide" Target="slide3.xml"/><Relationship Id="rId13" Type="http://schemas.openxmlformats.org/officeDocument/2006/relationships/slide" Target="slide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customXml" Target="../ink/ink1.xml"/><Relationship Id="rId5" Type="http://schemas.openxmlformats.org/officeDocument/2006/relationships/image" Target="../media/image4.png"/><Relationship Id="rId6" Type="http://schemas.openxmlformats.org/officeDocument/2006/relationships/customXml" Target="../ink/ink2.xml"/><Relationship Id="rId7" Type="http://schemas.openxmlformats.org/officeDocument/2006/relationships/image" Target="../media/image5.png"/><Relationship Id="rId8" Type="http://schemas.openxmlformats.org/officeDocument/2006/relationships/customXml" Target="../ink/ink3.xml"/><Relationship Id="rId9" Type="http://schemas.openxmlformats.org/officeDocument/2006/relationships/image" Target="../media/image6.png"/><Relationship Id="rId10" Type="http://schemas.openxmlformats.org/officeDocument/2006/relationships/customXml" Target="../ink/ink4.xml"/><Relationship Id="rId11" Type="http://schemas.openxmlformats.org/officeDocument/2006/relationships/customXml" Target="../ink/ink5.xml"/><Relationship Id="rId12" Type="http://schemas.openxmlformats.org/officeDocument/2006/relationships/customXml" Target="../ink/ink6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slide" Target="slide2.xml"/><Relationship Id="rId16" Type="http://schemas.openxmlformats.org/officeDocument/2006/relationships/slide" Target="slide3.xml"/><Relationship Id="rId17" Type="http://schemas.openxmlformats.org/officeDocument/2006/relationships/slide" Target="slide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eg"/><Relationship Id="rId4" Type="http://schemas.openxmlformats.org/officeDocument/2006/relationships/customXml" Target="../ink/ink7.xml"/><Relationship Id="rId5" Type="http://schemas.openxmlformats.org/officeDocument/2006/relationships/image" Target="../media/image4.png"/><Relationship Id="rId6" Type="http://schemas.openxmlformats.org/officeDocument/2006/relationships/customXml" Target="../ink/ink8.xml"/><Relationship Id="rId7" Type="http://schemas.openxmlformats.org/officeDocument/2006/relationships/image" Target="../media/image6.png"/><Relationship Id="rId8" Type="http://schemas.openxmlformats.org/officeDocument/2006/relationships/customXml" Target="../ink/ink9.xml"/><Relationship Id="rId9" Type="http://schemas.openxmlformats.org/officeDocument/2006/relationships/image" Target="../media/image5.png"/><Relationship Id="rId10" Type="http://schemas.openxmlformats.org/officeDocument/2006/relationships/customXml" Target="../ink/ink10.xml"/><Relationship Id="rId11" Type="http://schemas.openxmlformats.org/officeDocument/2006/relationships/customXml" Target="../ink/ink11.xml"/><Relationship Id="rId12" Type="http://schemas.openxmlformats.org/officeDocument/2006/relationships/customXml" Target="../ink/ink12.xml"/><Relationship Id="rId13" Type="http://schemas.openxmlformats.org/officeDocument/2006/relationships/image" Target="../media/image9.png"/><Relationship Id="rId14" Type="http://schemas.openxmlformats.org/officeDocument/2006/relationships/customXml" Target="../ink/ink13.xml"/><Relationship Id="rId15" Type="http://schemas.openxmlformats.org/officeDocument/2006/relationships/customXml" Target="../ink/ink14.xml"/><Relationship Id="rId16" Type="http://schemas.openxmlformats.org/officeDocument/2006/relationships/image" Target="../media/image12.png"/><Relationship Id="rId17" Type="http://schemas.openxmlformats.org/officeDocument/2006/relationships/customXml" Target="../ink/ink15.xml"/><Relationship Id="rId18" Type="http://schemas.openxmlformats.org/officeDocument/2006/relationships/image" Target="../media/image1.png"/><Relationship Id="rId19" Type="http://schemas.openxmlformats.org/officeDocument/2006/relationships/image" Target="../media/image2.svg"/><Relationship Id="rId20" Type="http://schemas.openxmlformats.org/officeDocument/2006/relationships/slide" Target="slide2.xml"/><Relationship Id="rId21" Type="http://schemas.openxmlformats.org/officeDocument/2006/relationships/slide" Target="slide3.xml"/><Relationship Id="rId22" Type="http://schemas.openxmlformats.org/officeDocument/2006/relationships/slide" Target="slide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7.png"/><Relationship Id="rId4" Type="http://schemas.microsoft.com/office/2007/relationships/hdphoto" Target="../media/hdphoto1.wdp"/><Relationship Id="rId5" Type="http://schemas.openxmlformats.org/officeDocument/2006/relationships/customXml" Target="../ink/ink16.xml"/><Relationship Id="rId6" Type="http://schemas.openxmlformats.org/officeDocument/2006/relationships/image" Target="../media/image4.png"/><Relationship Id="rId7" Type="http://schemas.openxmlformats.org/officeDocument/2006/relationships/customXml" Target="../ink/ink17.xml"/><Relationship Id="rId8" Type="http://schemas.openxmlformats.org/officeDocument/2006/relationships/image" Target="../media/image6.png"/><Relationship Id="rId9" Type="http://schemas.openxmlformats.org/officeDocument/2006/relationships/customXml" Target="../ink/ink18.xml"/><Relationship Id="rId10" Type="http://schemas.openxmlformats.org/officeDocument/2006/relationships/image" Target="../media/image5.png"/><Relationship Id="rId11" Type="http://schemas.openxmlformats.org/officeDocument/2006/relationships/customXml" Target="../ink/ink19.xml"/><Relationship Id="rId12" Type="http://schemas.openxmlformats.org/officeDocument/2006/relationships/customXml" Target="../ink/ink20.xml"/><Relationship Id="rId13" Type="http://schemas.openxmlformats.org/officeDocument/2006/relationships/customXml" Target="../ink/ink21.xml"/><Relationship Id="rId20" Type="http://schemas.openxmlformats.org/officeDocument/2006/relationships/image" Target="../media/image90.png"/><Relationship Id="rId21" Type="http://schemas.openxmlformats.org/officeDocument/2006/relationships/customXml" Target="../ink/ink22.xml"/><Relationship Id="rId22" Type="http://schemas.openxmlformats.org/officeDocument/2006/relationships/customXml" Target="../ink/ink23.xml"/><Relationship Id="rId23" Type="http://schemas.openxmlformats.org/officeDocument/2006/relationships/image" Target="../media/image120.png"/><Relationship Id="rId24" Type="http://schemas.openxmlformats.org/officeDocument/2006/relationships/customXml" Target="../ink/ink24.xml"/><Relationship Id="rId25" Type="http://schemas.openxmlformats.org/officeDocument/2006/relationships/image" Target="../media/image1.png"/><Relationship Id="rId26" Type="http://schemas.openxmlformats.org/officeDocument/2006/relationships/image" Target="../media/image2.svg"/><Relationship Id="rId27" Type="http://schemas.openxmlformats.org/officeDocument/2006/relationships/slide" Target="slide2.xml"/><Relationship Id="rId28" Type="http://schemas.openxmlformats.org/officeDocument/2006/relationships/slide" Target="slide3.xml"/><Relationship Id="rId29" Type="http://schemas.openxmlformats.org/officeDocument/2006/relationships/slide" Target="slide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customXml" Target="../ink/ink25.xml"/><Relationship Id="rId37" Type="http://schemas.openxmlformats.org/officeDocument/2006/relationships/image" Target="../media/image18.png"/><Relationship Id="rId38" Type="http://schemas.openxmlformats.org/officeDocument/2006/relationships/image" Target="../media/image8.jpeg"/><Relationship Id="rId39" Type="http://schemas.openxmlformats.org/officeDocument/2006/relationships/customXml" Target="../ink/ink26.xml"/><Relationship Id="rId40" Type="http://schemas.openxmlformats.org/officeDocument/2006/relationships/image" Target="../media/image13.png"/><Relationship Id="rId41" Type="http://schemas.openxmlformats.org/officeDocument/2006/relationships/customXml" Target="../ink/ink27.xml"/><Relationship Id="rId42" Type="http://schemas.openxmlformats.org/officeDocument/2006/relationships/image" Target="../media/image5.png"/><Relationship Id="rId43" Type="http://schemas.openxmlformats.org/officeDocument/2006/relationships/customXml" Target="../ink/ink28.xml"/><Relationship Id="rId44" Type="http://schemas.openxmlformats.org/officeDocument/2006/relationships/customXml" Target="../ink/ink29.xml"/><Relationship Id="rId45" Type="http://schemas.openxmlformats.org/officeDocument/2006/relationships/customXml" Target="../ink/ink30.xml"/><Relationship Id="rId46" Type="http://schemas.openxmlformats.org/officeDocument/2006/relationships/image" Target="../media/image1.png"/><Relationship Id="rId47" Type="http://schemas.openxmlformats.org/officeDocument/2006/relationships/image" Target="../media/image2.svg"/><Relationship Id="rId48" Type="http://schemas.openxmlformats.org/officeDocument/2006/relationships/slide" Target="slide2.xml"/><Relationship Id="rId49" Type="http://schemas.openxmlformats.org/officeDocument/2006/relationships/slide" Target="slide3.xml"/><Relationship Id="rId50" Type="http://schemas.openxmlformats.org/officeDocument/2006/relationships/slide" Target="slide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microsoft.com/office/2007/relationships/hdphoto" Target="../media/hdphoto2.wdp"/><Relationship Id="rId5" Type="http://schemas.openxmlformats.org/officeDocument/2006/relationships/customXml" Target="../ink/ink31.xml"/><Relationship Id="rId6" Type="http://schemas.openxmlformats.org/officeDocument/2006/relationships/image" Target="../media/image15.png"/><Relationship Id="rId7" Type="http://schemas.openxmlformats.org/officeDocument/2006/relationships/customXml" Target="../ink/ink32.xml"/><Relationship Id="rId8" Type="http://schemas.openxmlformats.org/officeDocument/2006/relationships/image" Target="../media/image6.png"/><Relationship Id="rId9" Type="http://schemas.openxmlformats.org/officeDocument/2006/relationships/customXml" Target="../ink/ink33.xml"/><Relationship Id="rId10" Type="http://schemas.openxmlformats.org/officeDocument/2006/relationships/image" Target="../media/image5.png"/><Relationship Id="rId11" Type="http://schemas.openxmlformats.org/officeDocument/2006/relationships/customXml" Target="../ink/ink34.xml"/><Relationship Id="rId12" Type="http://schemas.openxmlformats.org/officeDocument/2006/relationships/customXml" Target="../ink/ink35.xml"/><Relationship Id="rId13" Type="http://schemas.openxmlformats.org/officeDocument/2006/relationships/customXml" Target="../ink/ink36.xml"/><Relationship Id="rId14" Type="http://schemas.openxmlformats.org/officeDocument/2006/relationships/image" Target="../media/image91.png"/><Relationship Id="rId15" Type="http://schemas.openxmlformats.org/officeDocument/2006/relationships/customXml" Target="../ink/ink37.xml"/><Relationship Id="rId16" Type="http://schemas.openxmlformats.org/officeDocument/2006/relationships/customXml" Target="../ink/ink38.xml"/><Relationship Id="rId17" Type="http://schemas.openxmlformats.org/officeDocument/2006/relationships/image" Target="../media/image121.png"/><Relationship Id="rId18" Type="http://schemas.openxmlformats.org/officeDocument/2006/relationships/customXml" Target="../ink/ink39.xml"/><Relationship Id="rId19" Type="http://schemas.openxmlformats.org/officeDocument/2006/relationships/image" Target="../media/image1.png"/><Relationship Id="rId20" Type="http://schemas.openxmlformats.org/officeDocument/2006/relationships/image" Target="../media/image2.svg"/><Relationship Id="rId21" Type="http://schemas.openxmlformats.org/officeDocument/2006/relationships/slide" Target="slide2.xml"/><Relationship Id="rId22" Type="http://schemas.openxmlformats.org/officeDocument/2006/relationships/slide" Target="slide3.xml"/><Relationship Id="rId23" Type="http://schemas.openxmlformats.org/officeDocument/2006/relationships/slide" Target="slide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eg"/><Relationship Id="rId4" Type="http://schemas.openxmlformats.org/officeDocument/2006/relationships/image" Target="../media/image12.jpeg"/><Relationship Id="rId5" Type="http://schemas.openxmlformats.org/officeDocument/2006/relationships/customXml" Target="../ink/ink40.xml"/><Relationship Id="rId6" Type="http://schemas.openxmlformats.org/officeDocument/2006/relationships/image" Target="../media/image4.png"/><Relationship Id="rId7" Type="http://schemas.openxmlformats.org/officeDocument/2006/relationships/customXml" Target="../ink/ink41.xml"/><Relationship Id="rId8" Type="http://schemas.openxmlformats.org/officeDocument/2006/relationships/image" Target="../media/image5.png"/><Relationship Id="rId9" Type="http://schemas.openxmlformats.org/officeDocument/2006/relationships/customXml" Target="../ink/ink42.xml"/><Relationship Id="rId10" Type="http://schemas.openxmlformats.org/officeDocument/2006/relationships/image" Target="../media/image6.png"/><Relationship Id="rId11" Type="http://schemas.openxmlformats.org/officeDocument/2006/relationships/customXml" Target="../ink/ink43.xml"/><Relationship Id="rId12" Type="http://schemas.openxmlformats.org/officeDocument/2006/relationships/customXml" Target="../ink/ink44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slide" Target="slide2.xml"/><Relationship Id="rId16" Type="http://schemas.openxmlformats.org/officeDocument/2006/relationships/slide" Target="slide3.xml"/><Relationship Id="rId17" Type="http://schemas.openxmlformats.org/officeDocument/2006/relationships/slide" Target="slide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13.xml"/><Relationship Id="rId7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13.xml"/><Relationship Id="rId7" Type="http://schemas.openxmlformats.org/officeDocument/2006/relationships/slide" Target="slide11.xml"/><Relationship Id="rId8" Type="http://schemas.openxmlformats.org/officeDocument/2006/relationships/slide" Target="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slide" Target="slide13.xml"/><Relationship Id="rId7" Type="http://schemas.openxmlformats.org/officeDocument/2006/relationships/slide" Target="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slide" Target="slide13.xml"/><Relationship Id="rId7" Type="http://schemas.openxmlformats.org/officeDocument/2006/relationships/image" Target="../media/image14.png"/><Relationship Id="rId8" Type="http://schemas.openxmlformats.org/officeDocument/2006/relationships/image" Target="../media/image15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8.xml"/><Relationship Id="rId4" Type="http://schemas.openxmlformats.org/officeDocument/2006/relationships/slide" Target="slide7.xml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" Target="slide9.xml"/><Relationship Id="rId8" Type="http://schemas.openxmlformats.org/officeDocument/2006/relationships/slide" Target="slide4.xml"/><Relationship Id="rId9" Type="http://schemas.openxmlformats.org/officeDocument/2006/relationships/slide" Target="slide14.xml"/><Relationship Id="rId10" Type="http://schemas.openxmlformats.org/officeDocument/2006/relationships/slide" Target="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hlinkClick r:id="rId2" action="ppaction://hlinksldjump"/>
            <a:extLst>
              <a:ext uri="{FF2B5EF4-FFF2-40B4-BE49-F238E27FC236}">
                <a16:creationId xmlns:a16="http://schemas.microsoft.com/office/drawing/2014/main" id="{470DD999-A7DA-43DD-8E87-9D051356F38D}"/>
              </a:ext>
            </a:extLst>
          </p:cNvPr>
          <p:cNvSpPr/>
          <p:nvPr/>
        </p:nvSpPr>
        <p:spPr>
          <a:xfrm>
            <a:off x="186814" y="131786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The Basics</a:t>
            </a:r>
          </a:p>
        </p:txBody>
      </p:sp>
      <p:sp>
        <p:nvSpPr>
          <p:cNvPr id="47" name="Rectangle: Rounded Corners 46">
            <a:hlinkClick r:id="rId3" action="ppaction://hlinksldjump"/>
            <a:extLst>
              <a:ext uri="{FF2B5EF4-FFF2-40B4-BE49-F238E27FC236}">
                <a16:creationId xmlns:a16="http://schemas.microsoft.com/office/drawing/2014/main" id="{63299DD6-DACD-499D-8BB0-9E94F323F27D}"/>
              </a:ext>
            </a:extLst>
          </p:cNvPr>
          <p:cNvSpPr/>
          <p:nvPr/>
        </p:nvSpPr>
        <p:spPr>
          <a:xfrm>
            <a:off x="186814" y="657094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</a:t>
            </a:r>
            <a:r>
              <a:rPr lang="en-US" b="1" baseline="-25000" dirty="0">
                <a:solidFill>
                  <a:schemeClr val="tx1"/>
                </a:solidFill>
              </a:rPr>
              <a:t>2</a:t>
            </a:r>
            <a:r>
              <a:rPr lang="en-US" b="1" dirty="0">
                <a:solidFill>
                  <a:schemeClr val="tx1"/>
                </a:solidFill>
              </a:rPr>
              <a:t> Devices</a:t>
            </a:r>
          </a:p>
        </p:txBody>
      </p:sp>
      <p:pic>
        <p:nvPicPr>
          <p:cNvPr id="23" name="Graphic 22" descr="Cursor">
            <a:extLst>
              <a:ext uri="{FF2B5EF4-FFF2-40B4-BE49-F238E27FC236}">
                <a16:creationId xmlns:a16="http://schemas.microsoft.com/office/drawing/2014/main" id="{C45CA5B9-FD72-451F-A76B-5503AD772B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4925" y="355289"/>
            <a:ext cx="346628" cy="365760"/>
          </a:xfrm>
          <a:prstGeom prst="rect">
            <a:avLst/>
          </a:prstGeom>
        </p:spPr>
      </p:pic>
      <p:pic>
        <p:nvPicPr>
          <p:cNvPr id="24" name="Graphic 23" descr="Cursor">
            <a:extLst>
              <a:ext uri="{FF2B5EF4-FFF2-40B4-BE49-F238E27FC236}">
                <a16:creationId xmlns:a16="http://schemas.microsoft.com/office/drawing/2014/main" id="{1044B00A-7878-48ED-91DA-AC7B207B72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4925" y="862142"/>
            <a:ext cx="346628" cy="36576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D781D51-FF27-45C9-8A22-CA5382177499}"/>
              </a:ext>
            </a:extLst>
          </p:cNvPr>
          <p:cNvCxnSpPr>
            <a:cxnSpLocks/>
          </p:cNvCxnSpPr>
          <p:nvPr/>
        </p:nvCxnSpPr>
        <p:spPr>
          <a:xfrm flipH="1">
            <a:off x="1762576" y="361031"/>
            <a:ext cx="6081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72F98F7-5B72-4594-AD8B-987CD6402F4A}"/>
              </a:ext>
            </a:extLst>
          </p:cNvPr>
          <p:cNvSpPr txBox="1"/>
          <p:nvPr/>
        </p:nvSpPr>
        <p:spPr>
          <a:xfrm>
            <a:off x="2370765" y="131786"/>
            <a:ext cx="3038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Click on any rounded button with a cursor to navigate to other pages </a:t>
            </a:r>
          </a:p>
        </p:txBody>
      </p:sp>
      <p:sp>
        <p:nvSpPr>
          <p:cNvPr id="35" name="Rectangle: Rounded Corners 34">
            <a:hlinkClick r:id="rId6" action="ppaction://hlinksldjump"/>
            <a:extLst>
              <a:ext uri="{FF2B5EF4-FFF2-40B4-BE49-F238E27FC236}">
                <a16:creationId xmlns:a16="http://schemas.microsoft.com/office/drawing/2014/main" id="{E5ED0A0D-936D-4ACB-A3F8-2DEA1EC12B4E}"/>
              </a:ext>
            </a:extLst>
          </p:cNvPr>
          <p:cNvSpPr/>
          <p:nvPr/>
        </p:nvSpPr>
        <p:spPr>
          <a:xfrm>
            <a:off x="186814" y="1182402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46" name="Graphic 45" descr="Cursor">
            <a:extLst>
              <a:ext uri="{FF2B5EF4-FFF2-40B4-BE49-F238E27FC236}">
                <a16:creationId xmlns:a16="http://schemas.microsoft.com/office/drawing/2014/main" id="{8AEC1C65-6D82-4A68-8E24-1F004A72B5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34421" y="1397762"/>
            <a:ext cx="346628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69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xygneation">
            <a:extLst>
              <a:ext uri="{FF2B5EF4-FFF2-40B4-BE49-F238E27FC236}">
                <a16:creationId xmlns:a16="http://schemas.microsoft.com/office/drawing/2014/main" id="{8E01F1D3-D2D9-436A-A9B1-2545FDDBA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08178" y="1265454"/>
            <a:ext cx="2733152" cy="633664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/>
            <a:r>
              <a:rPr lang="en-US" sz="2800" dirty="0"/>
              <a:t>Oxygenation</a:t>
            </a:r>
          </a:p>
        </p:txBody>
      </p:sp>
      <p:sp>
        <p:nvSpPr>
          <p:cNvPr id="6" name="Ventilation">
            <a:extLst>
              <a:ext uri="{FF2B5EF4-FFF2-40B4-BE49-F238E27FC236}">
                <a16:creationId xmlns:a16="http://schemas.microsoft.com/office/drawing/2014/main" id="{48679D9E-D3B0-4084-BC5E-C090047E02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053923" y="1271491"/>
            <a:ext cx="2733152" cy="627628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/>
          <a:p>
            <a:pPr algn="ctr"/>
            <a:r>
              <a:rPr lang="en-US" sz="2800" dirty="0"/>
              <a:t>Ventilation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1BCC032B-4AB7-4DF2-BF6A-4A8401ACF135}"/>
              </a:ext>
            </a:extLst>
          </p:cNvPr>
          <p:cNvSpPr/>
          <p:nvPr/>
        </p:nvSpPr>
        <p:spPr>
          <a:xfrm>
            <a:off x="3298417" y="4849910"/>
            <a:ext cx="1108001" cy="1542932"/>
          </a:xfrm>
          <a:custGeom>
            <a:avLst/>
            <a:gdLst>
              <a:gd name="connsiteX0" fmla="*/ 557975 w 1442113"/>
              <a:gd name="connsiteY0" fmla="*/ 0 h 2306270"/>
              <a:gd name="connsiteX1" fmla="*/ 578995 w 1442113"/>
              <a:gd name="connsiteY1" fmla="*/ 956442 h 2306270"/>
              <a:gd name="connsiteX2" fmla="*/ 305727 w 1442113"/>
              <a:gd name="connsiteY2" fmla="*/ 1166649 h 2306270"/>
              <a:gd name="connsiteX3" fmla="*/ 53478 w 1442113"/>
              <a:gd name="connsiteY3" fmla="*/ 1481959 h 2306270"/>
              <a:gd name="connsiteX4" fmla="*/ 42968 w 1442113"/>
              <a:gd name="connsiteY4" fmla="*/ 2017987 h 2306270"/>
              <a:gd name="connsiteX5" fmla="*/ 526444 w 1442113"/>
              <a:gd name="connsiteY5" fmla="*/ 2301766 h 2306270"/>
              <a:gd name="connsiteX6" fmla="*/ 1199106 w 1442113"/>
              <a:gd name="connsiteY6" fmla="*/ 2144111 h 2306270"/>
              <a:gd name="connsiteX7" fmla="*/ 1440844 w 1442113"/>
              <a:gd name="connsiteY7" fmla="*/ 1545021 h 2306270"/>
              <a:gd name="connsiteX8" fmla="*/ 1115023 w 1442113"/>
              <a:gd name="connsiteY8" fmla="*/ 1093076 h 2306270"/>
              <a:gd name="connsiteX9" fmla="*/ 925837 w 1442113"/>
              <a:gd name="connsiteY9" fmla="*/ 1072056 h 2306270"/>
              <a:gd name="connsiteX10" fmla="*/ 894306 w 1442113"/>
              <a:gd name="connsiteY10" fmla="*/ 252249 h 2306270"/>
              <a:gd name="connsiteX11" fmla="*/ 894306 w 1442113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01033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7061"/>
              <a:gd name="connsiteY0" fmla="*/ 0 h 2306270"/>
              <a:gd name="connsiteX1" fmla="*/ 459598 w 1437061"/>
              <a:gd name="connsiteY1" fmla="*/ 935421 h 2306270"/>
              <a:gd name="connsiteX2" fmla="*/ 217861 w 1437061"/>
              <a:gd name="connsiteY2" fmla="*/ 1166649 h 2306270"/>
              <a:gd name="connsiteX3" fmla="*/ 49695 w 1437061"/>
              <a:gd name="connsiteY3" fmla="*/ 1481959 h 2306270"/>
              <a:gd name="connsiteX4" fmla="*/ 39185 w 1437061"/>
              <a:gd name="connsiteY4" fmla="*/ 2017987 h 2306270"/>
              <a:gd name="connsiteX5" fmla="*/ 522661 w 1437061"/>
              <a:gd name="connsiteY5" fmla="*/ 2301766 h 2306270"/>
              <a:gd name="connsiteX6" fmla="*/ 1195323 w 1437061"/>
              <a:gd name="connsiteY6" fmla="*/ 2144111 h 2306270"/>
              <a:gd name="connsiteX7" fmla="*/ 1437061 w 1437061"/>
              <a:gd name="connsiteY7" fmla="*/ 1545021 h 2306270"/>
              <a:gd name="connsiteX8" fmla="*/ 1195322 w 1437061"/>
              <a:gd name="connsiteY8" fmla="*/ 1082565 h 2306270"/>
              <a:gd name="connsiteX9" fmla="*/ 922054 w 1437061"/>
              <a:gd name="connsiteY9" fmla="*/ 935422 h 2306270"/>
              <a:gd name="connsiteX10" fmla="*/ 890523 w 1437061"/>
              <a:gd name="connsiteY10" fmla="*/ 252249 h 2306270"/>
              <a:gd name="connsiteX11" fmla="*/ 890523 w 1437061"/>
              <a:gd name="connsiteY11" fmla="*/ 0 h 2306270"/>
              <a:gd name="connsiteX0" fmla="*/ 554192 w 1437075"/>
              <a:gd name="connsiteY0" fmla="*/ 0 h 2313282"/>
              <a:gd name="connsiteX1" fmla="*/ 459598 w 1437075"/>
              <a:gd name="connsiteY1" fmla="*/ 935421 h 2313282"/>
              <a:gd name="connsiteX2" fmla="*/ 217861 w 1437075"/>
              <a:gd name="connsiteY2" fmla="*/ 1166649 h 2313282"/>
              <a:gd name="connsiteX3" fmla="*/ 49695 w 1437075"/>
              <a:gd name="connsiteY3" fmla="*/ 1481959 h 2313282"/>
              <a:gd name="connsiteX4" fmla="*/ 39185 w 1437075"/>
              <a:gd name="connsiteY4" fmla="*/ 2017987 h 2313282"/>
              <a:gd name="connsiteX5" fmla="*/ 522661 w 1437075"/>
              <a:gd name="connsiteY5" fmla="*/ 2301766 h 2313282"/>
              <a:gd name="connsiteX6" fmla="*/ 1184813 w 1437075"/>
              <a:gd name="connsiteY6" fmla="*/ 2186152 h 2313282"/>
              <a:gd name="connsiteX7" fmla="*/ 1437061 w 1437075"/>
              <a:gd name="connsiteY7" fmla="*/ 1545021 h 2313282"/>
              <a:gd name="connsiteX8" fmla="*/ 1195322 w 1437075"/>
              <a:gd name="connsiteY8" fmla="*/ 1082565 h 2313282"/>
              <a:gd name="connsiteX9" fmla="*/ 922054 w 1437075"/>
              <a:gd name="connsiteY9" fmla="*/ 935422 h 2313282"/>
              <a:gd name="connsiteX10" fmla="*/ 890523 w 1437075"/>
              <a:gd name="connsiteY10" fmla="*/ 252249 h 2313282"/>
              <a:gd name="connsiteX11" fmla="*/ 890523 w 1437075"/>
              <a:gd name="connsiteY11" fmla="*/ 0 h 2313282"/>
              <a:gd name="connsiteX0" fmla="*/ 550824 w 1433707"/>
              <a:gd name="connsiteY0" fmla="*/ 0 h 2313282"/>
              <a:gd name="connsiteX1" fmla="*/ 456230 w 1433707"/>
              <a:gd name="connsiteY1" fmla="*/ 935421 h 2313282"/>
              <a:gd name="connsiteX2" fmla="*/ 130411 w 1433707"/>
              <a:gd name="connsiteY2" fmla="*/ 1166649 h 2313282"/>
              <a:gd name="connsiteX3" fmla="*/ 46327 w 1433707"/>
              <a:gd name="connsiteY3" fmla="*/ 1481959 h 2313282"/>
              <a:gd name="connsiteX4" fmla="*/ 35817 w 1433707"/>
              <a:gd name="connsiteY4" fmla="*/ 2017987 h 2313282"/>
              <a:gd name="connsiteX5" fmla="*/ 519293 w 1433707"/>
              <a:gd name="connsiteY5" fmla="*/ 2301766 h 2313282"/>
              <a:gd name="connsiteX6" fmla="*/ 1181445 w 1433707"/>
              <a:gd name="connsiteY6" fmla="*/ 2186152 h 2313282"/>
              <a:gd name="connsiteX7" fmla="*/ 1433693 w 1433707"/>
              <a:gd name="connsiteY7" fmla="*/ 1545021 h 2313282"/>
              <a:gd name="connsiteX8" fmla="*/ 1191954 w 1433707"/>
              <a:gd name="connsiteY8" fmla="*/ 1082565 h 2313282"/>
              <a:gd name="connsiteX9" fmla="*/ 918686 w 1433707"/>
              <a:gd name="connsiteY9" fmla="*/ 935422 h 2313282"/>
              <a:gd name="connsiteX10" fmla="*/ 887155 w 1433707"/>
              <a:gd name="connsiteY10" fmla="*/ 252249 h 2313282"/>
              <a:gd name="connsiteX11" fmla="*/ 887155 w 1433707"/>
              <a:gd name="connsiteY11" fmla="*/ 0 h 2313282"/>
              <a:gd name="connsiteX0" fmla="*/ 589077 w 1471960"/>
              <a:gd name="connsiteY0" fmla="*/ 0 h 2313282"/>
              <a:gd name="connsiteX1" fmla="*/ 494483 w 1471960"/>
              <a:gd name="connsiteY1" fmla="*/ 935421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882870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05249"/>
              <a:gd name="connsiteX1" fmla="*/ 547034 w 1471960"/>
              <a:gd name="connsiteY1" fmla="*/ 914400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589077 w 1471960"/>
              <a:gd name="connsiteY0" fmla="*/ 0 h 2305249"/>
              <a:gd name="connsiteX1" fmla="*/ 526013 w 1471960"/>
              <a:gd name="connsiteY1" fmla="*/ 861848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615122 w 1498005"/>
              <a:gd name="connsiteY0" fmla="*/ 0 h 2305249"/>
              <a:gd name="connsiteX1" fmla="*/ 552058 w 1498005"/>
              <a:gd name="connsiteY1" fmla="*/ 861848 h 2305249"/>
              <a:gd name="connsiteX2" fmla="*/ 194709 w 1498005"/>
              <a:gd name="connsiteY2" fmla="*/ 1166649 h 2305249"/>
              <a:gd name="connsiteX3" fmla="*/ 5522 w 1498005"/>
              <a:gd name="connsiteY3" fmla="*/ 1492469 h 2305249"/>
              <a:gd name="connsiteX4" fmla="*/ 100115 w 1498005"/>
              <a:gd name="connsiteY4" fmla="*/ 2017987 h 2305249"/>
              <a:gd name="connsiteX5" fmla="*/ 583591 w 1498005"/>
              <a:gd name="connsiteY5" fmla="*/ 2301766 h 2305249"/>
              <a:gd name="connsiteX6" fmla="*/ 1245743 w 1498005"/>
              <a:gd name="connsiteY6" fmla="*/ 2133601 h 2305249"/>
              <a:gd name="connsiteX7" fmla="*/ 1497991 w 1498005"/>
              <a:gd name="connsiteY7" fmla="*/ 1545021 h 2305249"/>
              <a:gd name="connsiteX8" fmla="*/ 1256252 w 1498005"/>
              <a:gd name="connsiteY8" fmla="*/ 1082565 h 2305249"/>
              <a:gd name="connsiteX9" fmla="*/ 982984 w 1498005"/>
              <a:gd name="connsiteY9" fmla="*/ 882870 h 2305249"/>
              <a:gd name="connsiteX10" fmla="*/ 951453 w 1498005"/>
              <a:gd name="connsiteY10" fmla="*/ 252249 h 2305249"/>
              <a:gd name="connsiteX11" fmla="*/ 951453 w 1498005"/>
              <a:gd name="connsiteY11" fmla="*/ 0 h 2305249"/>
              <a:gd name="connsiteX0" fmla="*/ 612381 w 1495264"/>
              <a:gd name="connsiteY0" fmla="*/ 0 h 2305249"/>
              <a:gd name="connsiteX1" fmla="*/ 549317 w 1495264"/>
              <a:gd name="connsiteY1" fmla="*/ 861848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40377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570339 w 1495264"/>
              <a:gd name="connsiteY0" fmla="*/ 0 h 2315872"/>
              <a:gd name="connsiteX1" fmla="*/ 517786 w 1495264"/>
              <a:gd name="connsiteY1" fmla="*/ 829977 h 2315872"/>
              <a:gd name="connsiteX2" fmla="*/ 149927 w 1495264"/>
              <a:gd name="connsiteY2" fmla="*/ 1134778 h 2315872"/>
              <a:gd name="connsiteX3" fmla="*/ 2781 w 1495264"/>
              <a:gd name="connsiteY3" fmla="*/ 1503092 h 2315872"/>
              <a:gd name="connsiteX4" fmla="*/ 97374 w 1495264"/>
              <a:gd name="connsiteY4" fmla="*/ 2028610 h 2315872"/>
              <a:gd name="connsiteX5" fmla="*/ 580850 w 1495264"/>
              <a:gd name="connsiteY5" fmla="*/ 2312389 h 2315872"/>
              <a:gd name="connsiteX6" fmla="*/ 1243002 w 1495264"/>
              <a:gd name="connsiteY6" fmla="*/ 2144224 h 2315872"/>
              <a:gd name="connsiteX7" fmla="*/ 1495250 w 1495264"/>
              <a:gd name="connsiteY7" fmla="*/ 1555644 h 2315872"/>
              <a:gd name="connsiteX8" fmla="*/ 1253511 w 1495264"/>
              <a:gd name="connsiteY8" fmla="*/ 1093188 h 2315872"/>
              <a:gd name="connsiteX9" fmla="*/ 980243 w 1495264"/>
              <a:gd name="connsiteY9" fmla="*/ 851000 h 2315872"/>
              <a:gd name="connsiteX10" fmla="*/ 948712 w 1495264"/>
              <a:gd name="connsiteY10" fmla="*/ 262872 h 2315872"/>
              <a:gd name="connsiteX11" fmla="*/ 948712 w 1495264"/>
              <a:gd name="connsiteY11" fmla="*/ 10623 h 2315872"/>
              <a:gd name="connsiteX0" fmla="*/ 570339 w 1495264"/>
              <a:gd name="connsiteY0" fmla="*/ 0 h 2315872"/>
              <a:gd name="connsiteX1" fmla="*/ 544179 w 1495264"/>
              <a:gd name="connsiteY1" fmla="*/ 489902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86221 w 1495264"/>
              <a:gd name="connsiteY1" fmla="*/ 468655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42718"/>
              <a:gd name="connsiteY0" fmla="*/ 0 h 2316014"/>
              <a:gd name="connsiteX1" fmla="*/ 533670 w 1442718"/>
              <a:gd name="connsiteY1" fmla="*/ 447409 h 2316014"/>
              <a:gd name="connsiteX2" fmla="*/ 517786 w 1442718"/>
              <a:gd name="connsiteY2" fmla="*/ 829977 h 2316014"/>
              <a:gd name="connsiteX3" fmla="*/ 149927 w 1442718"/>
              <a:gd name="connsiteY3" fmla="*/ 1134778 h 2316014"/>
              <a:gd name="connsiteX4" fmla="*/ 2781 w 1442718"/>
              <a:gd name="connsiteY4" fmla="*/ 1503092 h 2316014"/>
              <a:gd name="connsiteX5" fmla="*/ 97374 w 1442718"/>
              <a:gd name="connsiteY5" fmla="*/ 2028610 h 2316014"/>
              <a:gd name="connsiteX6" fmla="*/ 580850 w 1442718"/>
              <a:gd name="connsiteY6" fmla="*/ 2312389 h 2316014"/>
              <a:gd name="connsiteX7" fmla="*/ 1243002 w 1442718"/>
              <a:gd name="connsiteY7" fmla="*/ 2144224 h 2316014"/>
              <a:gd name="connsiteX8" fmla="*/ 1442699 w 1442718"/>
              <a:gd name="connsiteY8" fmla="*/ 1534398 h 2316014"/>
              <a:gd name="connsiteX9" fmla="*/ 1253511 w 1442718"/>
              <a:gd name="connsiteY9" fmla="*/ 1093188 h 2316014"/>
              <a:gd name="connsiteX10" fmla="*/ 980243 w 1442718"/>
              <a:gd name="connsiteY10" fmla="*/ 851000 h 2316014"/>
              <a:gd name="connsiteX11" fmla="*/ 948712 w 1442718"/>
              <a:gd name="connsiteY11" fmla="*/ 262872 h 2316014"/>
              <a:gd name="connsiteX12" fmla="*/ 948712 w 1442718"/>
              <a:gd name="connsiteY12" fmla="*/ 10623 h 2316014"/>
              <a:gd name="connsiteX0" fmla="*/ 548180 w 1462601"/>
              <a:gd name="connsiteY0" fmla="*/ 0 h 2316013"/>
              <a:gd name="connsiteX1" fmla="*/ 553553 w 1462601"/>
              <a:gd name="connsiteY1" fmla="*/ 447409 h 2316013"/>
              <a:gd name="connsiteX2" fmla="*/ 537669 w 1462601"/>
              <a:gd name="connsiteY2" fmla="*/ 829977 h 2316013"/>
              <a:gd name="connsiteX3" fmla="*/ 169810 w 1462601"/>
              <a:gd name="connsiteY3" fmla="*/ 1134778 h 2316013"/>
              <a:gd name="connsiteX4" fmla="*/ 1643 w 1462601"/>
              <a:gd name="connsiteY4" fmla="*/ 1662441 h 2316013"/>
              <a:gd name="connsiteX5" fmla="*/ 117257 w 1462601"/>
              <a:gd name="connsiteY5" fmla="*/ 2028610 h 2316013"/>
              <a:gd name="connsiteX6" fmla="*/ 600733 w 1462601"/>
              <a:gd name="connsiteY6" fmla="*/ 2312389 h 2316013"/>
              <a:gd name="connsiteX7" fmla="*/ 1262885 w 1462601"/>
              <a:gd name="connsiteY7" fmla="*/ 2144224 h 2316013"/>
              <a:gd name="connsiteX8" fmla="*/ 1462582 w 1462601"/>
              <a:gd name="connsiteY8" fmla="*/ 1534398 h 2316013"/>
              <a:gd name="connsiteX9" fmla="*/ 1273394 w 1462601"/>
              <a:gd name="connsiteY9" fmla="*/ 1093188 h 2316013"/>
              <a:gd name="connsiteX10" fmla="*/ 1000126 w 1462601"/>
              <a:gd name="connsiteY10" fmla="*/ 851000 h 2316013"/>
              <a:gd name="connsiteX11" fmla="*/ 968595 w 1462601"/>
              <a:gd name="connsiteY11" fmla="*/ 262872 h 2316013"/>
              <a:gd name="connsiteX12" fmla="*/ 968595 w 1462601"/>
              <a:gd name="connsiteY12" fmla="*/ 10623 h 2316013"/>
              <a:gd name="connsiteX0" fmla="*/ 546707 w 1461128"/>
              <a:gd name="connsiteY0" fmla="*/ 0 h 2312785"/>
              <a:gd name="connsiteX1" fmla="*/ 552080 w 1461128"/>
              <a:gd name="connsiteY1" fmla="*/ 447409 h 2312785"/>
              <a:gd name="connsiteX2" fmla="*/ 536196 w 1461128"/>
              <a:gd name="connsiteY2" fmla="*/ 829977 h 2312785"/>
              <a:gd name="connsiteX3" fmla="*/ 168337 w 1461128"/>
              <a:gd name="connsiteY3" fmla="*/ 1134778 h 2312785"/>
              <a:gd name="connsiteX4" fmla="*/ 170 w 1461128"/>
              <a:gd name="connsiteY4" fmla="*/ 1662441 h 2312785"/>
              <a:gd name="connsiteX5" fmla="*/ 147315 w 1461128"/>
              <a:gd name="connsiteY5" fmla="*/ 2113596 h 2312785"/>
              <a:gd name="connsiteX6" fmla="*/ 599260 w 1461128"/>
              <a:gd name="connsiteY6" fmla="*/ 2312389 h 2312785"/>
              <a:gd name="connsiteX7" fmla="*/ 1261412 w 1461128"/>
              <a:gd name="connsiteY7" fmla="*/ 2144224 h 2312785"/>
              <a:gd name="connsiteX8" fmla="*/ 1461109 w 1461128"/>
              <a:gd name="connsiteY8" fmla="*/ 1534398 h 2312785"/>
              <a:gd name="connsiteX9" fmla="*/ 1271921 w 1461128"/>
              <a:gd name="connsiteY9" fmla="*/ 1093188 h 2312785"/>
              <a:gd name="connsiteX10" fmla="*/ 998653 w 1461128"/>
              <a:gd name="connsiteY10" fmla="*/ 851000 h 2312785"/>
              <a:gd name="connsiteX11" fmla="*/ 967122 w 1461128"/>
              <a:gd name="connsiteY11" fmla="*/ 262872 h 2312785"/>
              <a:gd name="connsiteX12" fmla="*/ 967122 w 1461128"/>
              <a:gd name="connsiteY12" fmla="*/ 10623 h 2312785"/>
              <a:gd name="connsiteX0" fmla="*/ 546886 w 1461307"/>
              <a:gd name="connsiteY0" fmla="*/ 0 h 2333928"/>
              <a:gd name="connsiteX1" fmla="*/ 552259 w 1461307"/>
              <a:gd name="connsiteY1" fmla="*/ 447409 h 2333928"/>
              <a:gd name="connsiteX2" fmla="*/ 536375 w 1461307"/>
              <a:gd name="connsiteY2" fmla="*/ 829977 h 2333928"/>
              <a:gd name="connsiteX3" fmla="*/ 168516 w 1461307"/>
              <a:gd name="connsiteY3" fmla="*/ 1134778 h 2333928"/>
              <a:gd name="connsiteX4" fmla="*/ 349 w 1461307"/>
              <a:gd name="connsiteY4" fmla="*/ 1662441 h 2333928"/>
              <a:gd name="connsiteX5" fmla="*/ 147494 w 1461307"/>
              <a:gd name="connsiteY5" fmla="*/ 2113596 h 2333928"/>
              <a:gd name="connsiteX6" fmla="*/ 778115 w 1461307"/>
              <a:gd name="connsiteY6" fmla="*/ 2333635 h 2333928"/>
              <a:gd name="connsiteX7" fmla="*/ 1261591 w 1461307"/>
              <a:gd name="connsiteY7" fmla="*/ 2144224 h 2333928"/>
              <a:gd name="connsiteX8" fmla="*/ 1461288 w 1461307"/>
              <a:gd name="connsiteY8" fmla="*/ 1534398 h 2333928"/>
              <a:gd name="connsiteX9" fmla="*/ 1272100 w 1461307"/>
              <a:gd name="connsiteY9" fmla="*/ 1093188 h 2333928"/>
              <a:gd name="connsiteX10" fmla="*/ 998832 w 1461307"/>
              <a:gd name="connsiteY10" fmla="*/ 851000 h 2333928"/>
              <a:gd name="connsiteX11" fmla="*/ 967301 w 1461307"/>
              <a:gd name="connsiteY11" fmla="*/ 262872 h 2333928"/>
              <a:gd name="connsiteX12" fmla="*/ 967301 w 1461307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80640 w 1461194"/>
              <a:gd name="connsiteY0" fmla="*/ 0 h 2325370"/>
              <a:gd name="connsiteX1" fmla="*/ 552146 w 1461194"/>
              <a:gd name="connsiteY1" fmla="*/ 438851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427 w 1460981"/>
              <a:gd name="connsiteY0" fmla="*/ 0 h 2325213"/>
              <a:gd name="connsiteX1" fmla="*/ 585799 w 1460981"/>
              <a:gd name="connsiteY1" fmla="*/ 455967 h 2325213"/>
              <a:gd name="connsiteX2" fmla="*/ 536049 w 1460981"/>
              <a:gd name="connsiteY2" fmla="*/ 821419 h 2325213"/>
              <a:gd name="connsiteX3" fmla="*/ 168190 w 1460981"/>
              <a:gd name="connsiteY3" fmla="*/ 1126220 h 2325213"/>
              <a:gd name="connsiteX4" fmla="*/ 23 w 1460981"/>
              <a:gd name="connsiteY4" fmla="*/ 1653883 h 2325213"/>
              <a:gd name="connsiteX5" fmla="*/ 177648 w 1460981"/>
              <a:gd name="connsiteY5" fmla="*/ 2115307 h 2325213"/>
              <a:gd name="connsiteX6" fmla="*/ 693707 w 1460981"/>
              <a:gd name="connsiteY6" fmla="*/ 2325077 h 2325213"/>
              <a:gd name="connsiteX7" fmla="*/ 1261265 w 1460981"/>
              <a:gd name="connsiteY7" fmla="*/ 2135666 h 2325213"/>
              <a:gd name="connsiteX8" fmla="*/ 1460962 w 1460981"/>
              <a:gd name="connsiteY8" fmla="*/ 1525840 h 2325213"/>
              <a:gd name="connsiteX9" fmla="*/ 1271774 w 1460981"/>
              <a:gd name="connsiteY9" fmla="*/ 1084630 h 2325213"/>
              <a:gd name="connsiteX10" fmla="*/ 998506 w 1460981"/>
              <a:gd name="connsiteY10" fmla="*/ 842442 h 2325213"/>
              <a:gd name="connsiteX11" fmla="*/ 966975 w 1460981"/>
              <a:gd name="connsiteY11" fmla="*/ 254314 h 2325213"/>
              <a:gd name="connsiteX12" fmla="*/ 966975 w 1460981"/>
              <a:gd name="connsiteY12" fmla="*/ 2065 h 2325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60981" h="2325213">
                <a:moveTo>
                  <a:pt x="580427" y="0"/>
                </a:moveTo>
                <a:cubicBezTo>
                  <a:pt x="583074" y="86962"/>
                  <a:pt x="569158" y="206389"/>
                  <a:pt x="585799" y="455967"/>
                </a:cubicBezTo>
                <a:cubicBezTo>
                  <a:pt x="572660" y="700528"/>
                  <a:pt x="605650" y="709710"/>
                  <a:pt x="536049" y="821419"/>
                </a:cubicBezTo>
                <a:cubicBezTo>
                  <a:pt x="466448" y="933128"/>
                  <a:pt x="257528" y="987476"/>
                  <a:pt x="168190" y="1126220"/>
                </a:cubicBezTo>
                <a:cubicBezTo>
                  <a:pt x="78852" y="1264964"/>
                  <a:pt x="-1553" y="1489035"/>
                  <a:pt x="23" y="1653883"/>
                </a:cubicBezTo>
                <a:cubicBezTo>
                  <a:pt x="1599" y="1818731"/>
                  <a:pt x="62034" y="2003441"/>
                  <a:pt x="177648" y="2115307"/>
                </a:cubicBezTo>
                <a:cubicBezTo>
                  <a:pt x="293262" y="2227173"/>
                  <a:pt x="513104" y="2321684"/>
                  <a:pt x="693707" y="2325077"/>
                </a:cubicBezTo>
                <a:cubicBezTo>
                  <a:pt x="874310" y="2328470"/>
                  <a:pt x="1133389" y="2268872"/>
                  <a:pt x="1261265" y="2135666"/>
                </a:cubicBezTo>
                <a:cubicBezTo>
                  <a:pt x="1389141" y="2002460"/>
                  <a:pt x="1459211" y="1701013"/>
                  <a:pt x="1460962" y="1525840"/>
                </a:cubicBezTo>
                <a:cubicBezTo>
                  <a:pt x="1462714" y="1350667"/>
                  <a:pt x="1348850" y="1198530"/>
                  <a:pt x="1271774" y="1084630"/>
                </a:cubicBezTo>
                <a:cubicBezTo>
                  <a:pt x="1194698" y="970730"/>
                  <a:pt x="1038796" y="917766"/>
                  <a:pt x="998506" y="842442"/>
                </a:cubicBezTo>
                <a:cubicBezTo>
                  <a:pt x="958216" y="767118"/>
                  <a:pt x="972230" y="394377"/>
                  <a:pt x="966975" y="254314"/>
                </a:cubicBezTo>
                <a:cubicBezTo>
                  <a:pt x="961720" y="114251"/>
                  <a:pt x="964347" y="38851"/>
                  <a:pt x="966975" y="2065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671DAB3-15DA-44AF-B22A-B9DA15DEDBB4}"/>
              </a:ext>
            </a:extLst>
          </p:cNvPr>
          <p:cNvSpPr/>
          <p:nvPr/>
        </p:nvSpPr>
        <p:spPr>
          <a:xfrm>
            <a:off x="3591850" y="3992363"/>
            <a:ext cx="521134" cy="491463"/>
          </a:xfrm>
          <a:prstGeom prst="ellipse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AA50261-4E32-43CF-A8D4-AF2ABCA5E64E}"/>
              </a:ext>
            </a:extLst>
          </p:cNvPr>
          <p:cNvSpPr/>
          <p:nvPr/>
        </p:nvSpPr>
        <p:spPr>
          <a:xfrm>
            <a:off x="3439450" y="5680209"/>
            <a:ext cx="521134" cy="491463"/>
          </a:xfrm>
          <a:prstGeom prst="ellipse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92352AD2-7979-42C2-ADEF-23EFE1B32ECB}"/>
              </a:ext>
            </a:extLst>
          </p:cNvPr>
          <p:cNvSpPr/>
          <p:nvPr/>
        </p:nvSpPr>
        <p:spPr>
          <a:xfrm>
            <a:off x="3789179" y="4557639"/>
            <a:ext cx="126475" cy="949100"/>
          </a:xfrm>
          <a:custGeom>
            <a:avLst/>
            <a:gdLst>
              <a:gd name="connsiteX0" fmla="*/ 84083 w 126475"/>
              <a:gd name="connsiteY0" fmla="*/ 0 h 956441"/>
              <a:gd name="connsiteX1" fmla="*/ 52552 w 126475"/>
              <a:gd name="connsiteY1" fmla="*/ 52552 h 956441"/>
              <a:gd name="connsiteX2" fmla="*/ 21021 w 126475"/>
              <a:gd name="connsiteY2" fmla="*/ 94593 h 956441"/>
              <a:gd name="connsiteX3" fmla="*/ 0 w 126475"/>
              <a:gd name="connsiteY3" fmla="*/ 126124 h 956441"/>
              <a:gd name="connsiteX4" fmla="*/ 31531 w 126475"/>
              <a:gd name="connsiteY4" fmla="*/ 304800 h 956441"/>
              <a:gd name="connsiteX5" fmla="*/ 52552 w 126475"/>
              <a:gd name="connsiteY5" fmla="*/ 336331 h 956441"/>
              <a:gd name="connsiteX6" fmla="*/ 63062 w 126475"/>
              <a:gd name="connsiteY6" fmla="*/ 493986 h 956441"/>
              <a:gd name="connsiteX7" fmla="*/ 42042 w 126475"/>
              <a:gd name="connsiteY7" fmla="*/ 599090 h 956441"/>
              <a:gd name="connsiteX8" fmla="*/ 52552 w 126475"/>
              <a:gd name="connsiteY8" fmla="*/ 651641 h 956441"/>
              <a:gd name="connsiteX9" fmla="*/ 84083 w 126475"/>
              <a:gd name="connsiteY9" fmla="*/ 683172 h 956441"/>
              <a:gd name="connsiteX10" fmla="*/ 105104 w 126475"/>
              <a:gd name="connsiteY10" fmla="*/ 714703 h 956441"/>
              <a:gd name="connsiteX11" fmla="*/ 115614 w 126475"/>
              <a:gd name="connsiteY11" fmla="*/ 893379 h 956441"/>
              <a:gd name="connsiteX12" fmla="*/ 126125 w 126475"/>
              <a:gd name="connsiteY12" fmla="*/ 956441 h 956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6475" h="956441">
                <a:moveTo>
                  <a:pt x="84083" y="0"/>
                </a:moveTo>
                <a:cubicBezTo>
                  <a:pt x="73573" y="17517"/>
                  <a:pt x="63884" y="35554"/>
                  <a:pt x="52552" y="52552"/>
                </a:cubicBezTo>
                <a:cubicBezTo>
                  <a:pt x="42835" y="67127"/>
                  <a:pt x="31203" y="80339"/>
                  <a:pt x="21021" y="94593"/>
                </a:cubicBezTo>
                <a:cubicBezTo>
                  <a:pt x="13679" y="104872"/>
                  <a:pt x="7007" y="115614"/>
                  <a:pt x="0" y="126124"/>
                </a:cubicBezTo>
                <a:cubicBezTo>
                  <a:pt x="3345" y="162919"/>
                  <a:pt x="3526" y="262793"/>
                  <a:pt x="31531" y="304800"/>
                </a:cubicBezTo>
                <a:lnTo>
                  <a:pt x="52552" y="336331"/>
                </a:lnTo>
                <a:cubicBezTo>
                  <a:pt x="81020" y="421734"/>
                  <a:pt x="79722" y="388475"/>
                  <a:pt x="63062" y="493986"/>
                </a:cubicBezTo>
                <a:cubicBezTo>
                  <a:pt x="57490" y="529277"/>
                  <a:pt x="42042" y="599090"/>
                  <a:pt x="42042" y="599090"/>
                </a:cubicBezTo>
                <a:cubicBezTo>
                  <a:pt x="45545" y="616607"/>
                  <a:pt x="44563" y="635663"/>
                  <a:pt x="52552" y="651641"/>
                </a:cubicBezTo>
                <a:cubicBezTo>
                  <a:pt x="59199" y="664936"/>
                  <a:pt x="74567" y="671753"/>
                  <a:pt x="84083" y="683172"/>
                </a:cubicBezTo>
                <a:cubicBezTo>
                  <a:pt x="92170" y="692876"/>
                  <a:pt x="98097" y="704193"/>
                  <a:pt x="105104" y="714703"/>
                </a:cubicBezTo>
                <a:cubicBezTo>
                  <a:pt x="108607" y="774262"/>
                  <a:pt x="109677" y="834013"/>
                  <a:pt x="115614" y="893379"/>
                </a:cubicBezTo>
                <a:cubicBezTo>
                  <a:pt x="129449" y="1031726"/>
                  <a:pt x="126125" y="821957"/>
                  <a:pt x="126125" y="956441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4CBB9AD-FEB3-4A77-B423-116E8BB3F1F2}"/>
              </a:ext>
            </a:extLst>
          </p:cNvPr>
          <p:cNvSpPr/>
          <p:nvPr/>
        </p:nvSpPr>
        <p:spPr>
          <a:xfrm>
            <a:off x="2899953" y="3992363"/>
            <a:ext cx="521134" cy="491463"/>
          </a:xfrm>
          <a:prstGeom prst="ellipse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C92C9CA-E94F-4AED-B059-EF237D35E3F6}"/>
              </a:ext>
            </a:extLst>
          </p:cNvPr>
          <p:cNvSpPr/>
          <p:nvPr/>
        </p:nvSpPr>
        <p:spPr>
          <a:xfrm>
            <a:off x="4273236" y="3992363"/>
            <a:ext cx="521134" cy="491463"/>
          </a:xfrm>
          <a:prstGeom prst="ellipse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  <a:r>
              <a:rPr lang="en-US" sz="1400" baseline="-25000" dirty="0">
                <a:solidFill>
                  <a:schemeClr val="tx1"/>
                </a:solidFill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35C81D4D-7A76-4AEA-9E60-996DED6FEAAA}"/>
              </a:ext>
            </a:extLst>
          </p:cNvPr>
          <p:cNvSpPr/>
          <p:nvPr/>
        </p:nvSpPr>
        <p:spPr>
          <a:xfrm>
            <a:off x="4533803" y="4827461"/>
            <a:ext cx="1108001" cy="1542932"/>
          </a:xfrm>
          <a:custGeom>
            <a:avLst/>
            <a:gdLst>
              <a:gd name="connsiteX0" fmla="*/ 557975 w 1442113"/>
              <a:gd name="connsiteY0" fmla="*/ 0 h 2306270"/>
              <a:gd name="connsiteX1" fmla="*/ 578995 w 1442113"/>
              <a:gd name="connsiteY1" fmla="*/ 956442 h 2306270"/>
              <a:gd name="connsiteX2" fmla="*/ 305727 w 1442113"/>
              <a:gd name="connsiteY2" fmla="*/ 1166649 h 2306270"/>
              <a:gd name="connsiteX3" fmla="*/ 53478 w 1442113"/>
              <a:gd name="connsiteY3" fmla="*/ 1481959 h 2306270"/>
              <a:gd name="connsiteX4" fmla="*/ 42968 w 1442113"/>
              <a:gd name="connsiteY4" fmla="*/ 2017987 h 2306270"/>
              <a:gd name="connsiteX5" fmla="*/ 526444 w 1442113"/>
              <a:gd name="connsiteY5" fmla="*/ 2301766 h 2306270"/>
              <a:gd name="connsiteX6" fmla="*/ 1199106 w 1442113"/>
              <a:gd name="connsiteY6" fmla="*/ 2144111 h 2306270"/>
              <a:gd name="connsiteX7" fmla="*/ 1440844 w 1442113"/>
              <a:gd name="connsiteY7" fmla="*/ 1545021 h 2306270"/>
              <a:gd name="connsiteX8" fmla="*/ 1115023 w 1442113"/>
              <a:gd name="connsiteY8" fmla="*/ 1093076 h 2306270"/>
              <a:gd name="connsiteX9" fmla="*/ 925837 w 1442113"/>
              <a:gd name="connsiteY9" fmla="*/ 1072056 h 2306270"/>
              <a:gd name="connsiteX10" fmla="*/ 894306 w 1442113"/>
              <a:gd name="connsiteY10" fmla="*/ 252249 h 2306270"/>
              <a:gd name="connsiteX11" fmla="*/ 894306 w 1442113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01033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7061"/>
              <a:gd name="connsiteY0" fmla="*/ 0 h 2306270"/>
              <a:gd name="connsiteX1" fmla="*/ 459598 w 1437061"/>
              <a:gd name="connsiteY1" fmla="*/ 935421 h 2306270"/>
              <a:gd name="connsiteX2" fmla="*/ 217861 w 1437061"/>
              <a:gd name="connsiteY2" fmla="*/ 1166649 h 2306270"/>
              <a:gd name="connsiteX3" fmla="*/ 49695 w 1437061"/>
              <a:gd name="connsiteY3" fmla="*/ 1481959 h 2306270"/>
              <a:gd name="connsiteX4" fmla="*/ 39185 w 1437061"/>
              <a:gd name="connsiteY4" fmla="*/ 2017987 h 2306270"/>
              <a:gd name="connsiteX5" fmla="*/ 522661 w 1437061"/>
              <a:gd name="connsiteY5" fmla="*/ 2301766 h 2306270"/>
              <a:gd name="connsiteX6" fmla="*/ 1195323 w 1437061"/>
              <a:gd name="connsiteY6" fmla="*/ 2144111 h 2306270"/>
              <a:gd name="connsiteX7" fmla="*/ 1437061 w 1437061"/>
              <a:gd name="connsiteY7" fmla="*/ 1545021 h 2306270"/>
              <a:gd name="connsiteX8" fmla="*/ 1195322 w 1437061"/>
              <a:gd name="connsiteY8" fmla="*/ 1082565 h 2306270"/>
              <a:gd name="connsiteX9" fmla="*/ 922054 w 1437061"/>
              <a:gd name="connsiteY9" fmla="*/ 935422 h 2306270"/>
              <a:gd name="connsiteX10" fmla="*/ 890523 w 1437061"/>
              <a:gd name="connsiteY10" fmla="*/ 252249 h 2306270"/>
              <a:gd name="connsiteX11" fmla="*/ 890523 w 1437061"/>
              <a:gd name="connsiteY11" fmla="*/ 0 h 2306270"/>
              <a:gd name="connsiteX0" fmla="*/ 554192 w 1437075"/>
              <a:gd name="connsiteY0" fmla="*/ 0 h 2313282"/>
              <a:gd name="connsiteX1" fmla="*/ 459598 w 1437075"/>
              <a:gd name="connsiteY1" fmla="*/ 935421 h 2313282"/>
              <a:gd name="connsiteX2" fmla="*/ 217861 w 1437075"/>
              <a:gd name="connsiteY2" fmla="*/ 1166649 h 2313282"/>
              <a:gd name="connsiteX3" fmla="*/ 49695 w 1437075"/>
              <a:gd name="connsiteY3" fmla="*/ 1481959 h 2313282"/>
              <a:gd name="connsiteX4" fmla="*/ 39185 w 1437075"/>
              <a:gd name="connsiteY4" fmla="*/ 2017987 h 2313282"/>
              <a:gd name="connsiteX5" fmla="*/ 522661 w 1437075"/>
              <a:gd name="connsiteY5" fmla="*/ 2301766 h 2313282"/>
              <a:gd name="connsiteX6" fmla="*/ 1184813 w 1437075"/>
              <a:gd name="connsiteY6" fmla="*/ 2186152 h 2313282"/>
              <a:gd name="connsiteX7" fmla="*/ 1437061 w 1437075"/>
              <a:gd name="connsiteY7" fmla="*/ 1545021 h 2313282"/>
              <a:gd name="connsiteX8" fmla="*/ 1195322 w 1437075"/>
              <a:gd name="connsiteY8" fmla="*/ 1082565 h 2313282"/>
              <a:gd name="connsiteX9" fmla="*/ 922054 w 1437075"/>
              <a:gd name="connsiteY9" fmla="*/ 935422 h 2313282"/>
              <a:gd name="connsiteX10" fmla="*/ 890523 w 1437075"/>
              <a:gd name="connsiteY10" fmla="*/ 252249 h 2313282"/>
              <a:gd name="connsiteX11" fmla="*/ 890523 w 1437075"/>
              <a:gd name="connsiteY11" fmla="*/ 0 h 2313282"/>
              <a:gd name="connsiteX0" fmla="*/ 550824 w 1433707"/>
              <a:gd name="connsiteY0" fmla="*/ 0 h 2313282"/>
              <a:gd name="connsiteX1" fmla="*/ 456230 w 1433707"/>
              <a:gd name="connsiteY1" fmla="*/ 935421 h 2313282"/>
              <a:gd name="connsiteX2" fmla="*/ 130411 w 1433707"/>
              <a:gd name="connsiteY2" fmla="*/ 1166649 h 2313282"/>
              <a:gd name="connsiteX3" fmla="*/ 46327 w 1433707"/>
              <a:gd name="connsiteY3" fmla="*/ 1481959 h 2313282"/>
              <a:gd name="connsiteX4" fmla="*/ 35817 w 1433707"/>
              <a:gd name="connsiteY4" fmla="*/ 2017987 h 2313282"/>
              <a:gd name="connsiteX5" fmla="*/ 519293 w 1433707"/>
              <a:gd name="connsiteY5" fmla="*/ 2301766 h 2313282"/>
              <a:gd name="connsiteX6" fmla="*/ 1181445 w 1433707"/>
              <a:gd name="connsiteY6" fmla="*/ 2186152 h 2313282"/>
              <a:gd name="connsiteX7" fmla="*/ 1433693 w 1433707"/>
              <a:gd name="connsiteY7" fmla="*/ 1545021 h 2313282"/>
              <a:gd name="connsiteX8" fmla="*/ 1191954 w 1433707"/>
              <a:gd name="connsiteY8" fmla="*/ 1082565 h 2313282"/>
              <a:gd name="connsiteX9" fmla="*/ 918686 w 1433707"/>
              <a:gd name="connsiteY9" fmla="*/ 935422 h 2313282"/>
              <a:gd name="connsiteX10" fmla="*/ 887155 w 1433707"/>
              <a:gd name="connsiteY10" fmla="*/ 252249 h 2313282"/>
              <a:gd name="connsiteX11" fmla="*/ 887155 w 1433707"/>
              <a:gd name="connsiteY11" fmla="*/ 0 h 2313282"/>
              <a:gd name="connsiteX0" fmla="*/ 589077 w 1471960"/>
              <a:gd name="connsiteY0" fmla="*/ 0 h 2313282"/>
              <a:gd name="connsiteX1" fmla="*/ 494483 w 1471960"/>
              <a:gd name="connsiteY1" fmla="*/ 935421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882870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05249"/>
              <a:gd name="connsiteX1" fmla="*/ 547034 w 1471960"/>
              <a:gd name="connsiteY1" fmla="*/ 914400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589077 w 1471960"/>
              <a:gd name="connsiteY0" fmla="*/ 0 h 2305249"/>
              <a:gd name="connsiteX1" fmla="*/ 526013 w 1471960"/>
              <a:gd name="connsiteY1" fmla="*/ 861848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615122 w 1498005"/>
              <a:gd name="connsiteY0" fmla="*/ 0 h 2305249"/>
              <a:gd name="connsiteX1" fmla="*/ 552058 w 1498005"/>
              <a:gd name="connsiteY1" fmla="*/ 861848 h 2305249"/>
              <a:gd name="connsiteX2" fmla="*/ 194709 w 1498005"/>
              <a:gd name="connsiteY2" fmla="*/ 1166649 h 2305249"/>
              <a:gd name="connsiteX3" fmla="*/ 5522 w 1498005"/>
              <a:gd name="connsiteY3" fmla="*/ 1492469 h 2305249"/>
              <a:gd name="connsiteX4" fmla="*/ 100115 w 1498005"/>
              <a:gd name="connsiteY4" fmla="*/ 2017987 h 2305249"/>
              <a:gd name="connsiteX5" fmla="*/ 583591 w 1498005"/>
              <a:gd name="connsiteY5" fmla="*/ 2301766 h 2305249"/>
              <a:gd name="connsiteX6" fmla="*/ 1245743 w 1498005"/>
              <a:gd name="connsiteY6" fmla="*/ 2133601 h 2305249"/>
              <a:gd name="connsiteX7" fmla="*/ 1497991 w 1498005"/>
              <a:gd name="connsiteY7" fmla="*/ 1545021 h 2305249"/>
              <a:gd name="connsiteX8" fmla="*/ 1256252 w 1498005"/>
              <a:gd name="connsiteY8" fmla="*/ 1082565 h 2305249"/>
              <a:gd name="connsiteX9" fmla="*/ 982984 w 1498005"/>
              <a:gd name="connsiteY9" fmla="*/ 882870 h 2305249"/>
              <a:gd name="connsiteX10" fmla="*/ 951453 w 1498005"/>
              <a:gd name="connsiteY10" fmla="*/ 252249 h 2305249"/>
              <a:gd name="connsiteX11" fmla="*/ 951453 w 1498005"/>
              <a:gd name="connsiteY11" fmla="*/ 0 h 2305249"/>
              <a:gd name="connsiteX0" fmla="*/ 612381 w 1495264"/>
              <a:gd name="connsiteY0" fmla="*/ 0 h 2305249"/>
              <a:gd name="connsiteX1" fmla="*/ 549317 w 1495264"/>
              <a:gd name="connsiteY1" fmla="*/ 861848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40377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570339 w 1495264"/>
              <a:gd name="connsiteY0" fmla="*/ 0 h 2315872"/>
              <a:gd name="connsiteX1" fmla="*/ 517786 w 1495264"/>
              <a:gd name="connsiteY1" fmla="*/ 829977 h 2315872"/>
              <a:gd name="connsiteX2" fmla="*/ 149927 w 1495264"/>
              <a:gd name="connsiteY2" fmla="*/ 1134778 h 2315872"/>
              <a:gd name="connsiteX3" fmla="*/ 2781 w 1495264"/>
              <a:gd name="connsiteY3" fmla="*/ 1503092 h 2315872"/>
              <a:gd name="connsiteX4" fmla="*/ 97374 w 1495264"/>
              <a:gd name="connsiteY4" fmla="*/ 2028610 h 2315872"/>
              <a:gd name="connsiteX5" fmla="*/ 580850 w 1495264"/>
              <a:gd name="connsiteY5" fmla="*/ 2312389 h 2315872"/>
              <a:gd name="connsiteX6" fmla="*/ 1243002 w 1495264"/>
              <a:gd name="connsiteY6" fmla="*/ 2144224 h 2315872"/>
              <a:gd name="connsiteX7" fmla="*/ 1495250 w 1495264"/>
              <a:gd name="connsiteY7" fmla="*/ 1555644 h 2315872"/>
              <a:gd name="connsiteX8" fmla="*/ 1253511 w 1495264"/>
              <a:gd name="connsiteY8" fmla="*/ 1093188 h 2315872"/>
              <a:gd name="connsiteX9" fmla="*/ 980243 w 1495264"/>
              <a:gd name="connsiteY9" fmla="*/ 851000 h 2315872"/>
              <a:gd name="connsiteX10" fmla="*/ 948712 w 1495264"/>
              <a:gd name="connsiteY10" fmla="*/ 262872 h 2315872"/>
              <a:gd name="connsiteX11" fmla="*/ 948712 w 1495264"/>
              <a:gd name="connsiteY11" fmla="*/ 10623 h 2315872"/>
              <a:gd name="connsiteX0" fmla="*/ 570339 w 1495264"/>
              <a:gd name="connsiteY0" fmla="*/ 0 h 2315872"/>
              <a:gd name="connsiteX1" fmla="*/ 544179 w 1495264"/>
              <a:gd name="connsiteY1" fmla="*/ 489902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86221 w 1495264"/>
              <a:gd name="connsiteY1" fmla="*/ 468655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42718"/>
              <a:gd name="connsiteY0" fmla="*/ 0 h 2316014"/>
              <a:gd name="connsiteX1" fmla="*/ 533670 w 1442718"/>
              <a:gd name="connsiteY1" fmla="*/ 447409 h 2316014"/>
              <a:gd name="connsiteX2" fmla="*/ 517786 w 1442718"/>
              <a:gd name="connsiteY2" fmla="*/ 829977 h 2316014"/>
              <a:gd name="connsiteX3" fmla="*/ 149927 w 1442718"/>
              <a:gd name="connsiteY3" fmla="*/ 1134778 h 2316014"/>
              <a:gd name="connsiteX4" fmla="*/ 2781 w 1442718"/>
              <a:gd name="connsiteY4" fmla="*/ 1503092 h 2316014"/>
              <a:gd name="connsiteX5" fmla="*/ 97374 w 1442718"/>
              <a:gd name="connsiteY5" fmla="*/ 2028610 h 2316014"/>
              <a:gd name="connsiteX6" fmla="*/ 580850 w 1442718"/>
              <a:gd name="connsiteY6" fmla="*/ 2312389 h 2316014"/>
              <a:gd name="connsiteX7" fmla="*/ 1243002 w 1442718"/>
              <a:gd name="connsiteY7" fmla="*/ 2144224 h 2316014"/>
              <a:gd name="connsiteX8" fmla="*/ 1442699 w 1442718"/>
              <a:gd name="connsiteY8" fmla="*/ 1534398 h 2316014"/>
              <a:gd name="connsiteX9" fmla="*/ 1253511 w 1442718"/>
              <a:gd name="connsiteY9" fmla="*/ 1093188 h 2316014"/>
              <a:gd name="connsiteX10" fmla="*/ 980243 w 1442718"/>
              <a:gd name="connsiteY10" fmla="*/ 851000 h 2316014"/>
              <a:gd name="connsiteX11" fmla="*/ 948712 w 1442718"/>
              <a:gd name="connsiteY11" fmla="*/ 262872 h 2316014"/>
              <a:gd name="connsiteX12" fmla="*/ 948712 w 1442718"/>
              <a:gd name="connsiteY12" fmla="*/ 10623 h 2316014"/>
              <a:gd name="connsiteX0" fmla="*/ 548180 w 1462601"/>
              <a:gd name="connsiteY0" fmla="*/ 0 h 2316013"/>
              <a:gd name="connsiteX1" fmla="*/ 553553 w 1462601"/>
              <a:gd name="connsiteY1" fmla="*/ 447409 h 2316013"/>
              <a:gd name="connsiteX2" fmla="*/ 537669 w 1462601"/>
              <a:gd name="connsiteY2" fmla="*/ 829977 h 2316013"/>
              <a:gd name="connsiteX3" fmla="*/ 169810 w 1462601"/>
              <a:gd name="connsiteY3" fmla="*/ 1134778 h 2316013"/>
              <a:gd name="connsiteX4" fmla="*/ 1643 w 1462601"/>
              <a:gd name="connsiteY4" fmla="*/ 1662441 h 2316013"/>
              <a:gd name="connsiteX5" fmla="*/ 117257 w 1462601"/>
              <a:gd name="connsiteY5" fmla="*/ 2028610 h 2316013"/>
              <a:gd name="connsiteX6" fmla="*/ 600733 w 1462601"/>
              <a:gd name="connsiteY6" fmla="*/ 2312389 h 2316013"/>
              <a:gd name="connsiteX7" fmla="*/ 1262885 w 1462601"/>
              <a:gd name="connsiteY7" fmla="*/ 2144224 h 2316013"/>
              <a:gd name="connsiteX8" fmla="*/ 1462582 w 1462601"/>
              <a:gd name="connsiteY8" fmla="*/ 1534398 h 2316013"/>
              <a:gd name="connsiteX9" fmla="*/ 1273394 w 1462601"/>
              <a:gd name="connsiteY9" fmla="*/ 1093188 h 2316013"/>
              <a:gd name="connsiteX10" fmla="*/ 1000126 w 1462601"/>
              <a:gd name="connsiteY10" fmla="*/ 851000 h 2316013"/>
              <a:gd name="connsiteX11" fmla="*/ 968595 w 1462601"/>
              <a:gd name="connsiteY11" fmla="*/ 262872 h 2316013"/>
              <a:gd name="connsiteX12" fmla="*/ 968595 w 1462601"/>
              <a:gd name="connsiteY12" fmla="*/ 10623 h 2316013"/>
              <a:gd name="connsiteX0" fmla="*/ 546707 w 1461128"/>
              <a:gd name="connsiteY0" fmla="*/ 0 h 2312785"/>
              <a:gd name="connsiteX1" fmla="*/ 552080 w 1461128"/>
              <a:gd name="connsiteY1" fmla="*/ 447409 h 2312785"/>
              <a:gd name="connsiteX2" fmla="*/ 536196 w 1461128"/>
              <a:gd name="connsiteY2" fmla="*/ 829977 h 2312785"/>
              <a:gd name="connsiteX3" fmla="*/ 168337 w 1461128"/>
              <a:gd name="connsiteY3" fmla="*/ 1134778 h 2312785"/>
              <a:gd name="connsiteX4" fmla="*/ 170 w 1461128"/>
              <a:gd name="connsiteY4" fmla="*/ 1662441 h 2312785"/>
              <a:gd name="connsiteX5" fmla="*/ 147315 w 1461128"/>
              <a:gd name="connsiteY5" fmla="*/ 2113596 h 2312785"/>
              <a:gd name="connsiteX6" fmla="*/ 599260 w 1461128"/>
              <a:gd name="connsiteY6" fmla="*/ 2312389 h 2312785"/>
              <a:gd name="connsiteX7" fmla="*/ 1261412 w 1461128"/>
              <a:gd name="connsiteY7" fmla="*/ 2144224 h 2312785"/>
              <a:gd name="connsiteX8" fmla="*/ 1461109 w 1461128"/>
              <a:gd name="connsiteY8" fmla="*/ 1534398 h 2312785"/>
              <a:gd name="connsiteX9" fmla="*/ 1271921 w 1461128"/>
              <a:gd name="connsiteY9" fmla="*/ 1093188 h 2312785"/>
              <a:gd name="connsiteX10" fmla="*/ 998653 w 1461128"/>
              <a:gd name="connsiteY10" fmla="*/ 851000 h 2312785"/>
              <a:gd name="connsiteX11" fmla="*/ 967122 w 1461128"/>
              <a:gd name="connsiteY11" fmla="*/ 262872 h 2312785"/>
              <a:gd name="connsiteX12" fmla="*/ 967122 w 1461128"/>
              <a:gd name="connsiteY12" fmla="*/ 10623 h 2312785"/>
              <a:gd name="connsiteX0" fmla="*/ 546886 w 1461307"/>
              <a:gd name="connsiteY0" fmla="*/ 0 h 2333928"/>
              <a:gd name="connsiteX1" fmla="*/ 552259 w 1461307"/>
              <a:gd name="connsiteY1" fmla="*/ 447409 h 2333928"/>
              <a:gd name="connsiteX2" fmla="*/ 536375 w 1461307"/>
              <a:gd name="connsiteY2" fmla="*/ 829977 h 2333928"/>
              <a:gd name="connsiteX3" fmla="*/ 168516 w 1461307"/>
              <a:gd name="connsiteY3" fmla="*/ 1134778 h 2333928"/>
              <a:gd name="connsiteX4" fmla="*/ 349 w 1461307"/>
              <a:gd name="connsiteY4" fmla="*/ 1662441 h 2333928"/>
              <a:gd name="connsiteX5" fmla="*/ 147494 w 1461307"/>
              <a:gd name="connsiteY5" fmla="*/ 2113596 h 2333928"/>
              <a:gd name="connsiteX6" fmla="*/ 778115 w 1461307"/>
              <a:gd name="connsiteY6" fmla="*/ 2333635 h 2333928"/>
              <a:gd name="connsiteX7" fmla="*/ 1261591 w 1461307"/>
              <a:gd name="connsiteY7" fmla="*/ 2144224 h 2333928"/>
              <a:gd name="connsiteX8" fmla="*/ 1461288 w 1461307"/>
              <a:gd name="connsiteY8" fmla="*/ 1534398 h 2333928"/>
              <a:gd name="connsiteX9" fmla="*/ 1272100 w 1461307"/>
              <a:gd name="connsiteY9" fmla="*/ 1093188 h 2333928"/>
              <a:gd name="connsiteX10" fmla="*/ 998832 w 1461307"/>
              <a:gd name="connsiteY10" fmla="*/ 851000 h 2333928"/>
              <a:gd name="connsiteX11" fmla="*/ 967301 w 1461307"/>
              <a:gd name="connsiteY11" fmla="*/ 262872 h 2333928"/>
              <a:gd name="connsiteX12" fmla="*/ 967301 w 1461307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80640 w 1461194"/>
              <a:gd name="connsiteY0" fmla="*/ 0 h 2325370"/>
              <a:gd name="connsiteX1" fmla="*/ 552146 w 1461194"/>
              <a:gd name="connsiteY1" fmla="*/ 438851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427 w 1460981"/>
              <a:gd name="connsiteY0" fmla="*/ 0 h 2325213"/>
              <a:gd name="connsiteX1" fmla="*/ 585799 w 1460981"/>
              <a:gd name="connsiteY1" fmla="*/ 455967 h 2325213"/>
              <a:gd name="connsiteX2" fmla="*/ 536049 w 1460981"/>
              <a:gd name="connsiteY2" fmla="*/ 821419 h 2325213"/>
              <a:gd name="connsiteX3" fmla="*/ 168190 w 1460981"/>
              <a:gd name="connsiteY3" fmla="*/ 1126220 h 2325213"/>
              <a:gd name="connsiteX4" fmla="*/ 23 w 1460981"/>
              <a:gd name="connsiteY4" fmla="*/ 1653883 h 2325213"/>
              <a:gd name="connsiteX5" fmla="*/ 177648 w 1460981"/>
              <a:gd name="connsiteY5" fmla="*/ 2115307 h 2325213"/>
              <a:gd name="connsiteX6" fmla="*/ 693707 w 1460981"/>
              <a:gd name="connsiteY6" fmla="*/ 2325077 h 2325213"/>
              <a:gd name="connsiteX7" fmla="*/ 1261265 w 1460981"/>
              <a:gd name="connsiteY7" fmla="*/ 2135666 h 2325213"/>
              <a:gd name="connsiteX8" fmla="*/ 1460962 w 1460981"/>
              <a:gd name="connsiteY8" fmla="*/ 1525840 h 2325213"/>
              <a:gd name="connsiteX9" fmla="*/ 1271774 w 1460981"/>
              <a:gd name="connsiteY9" fmla="*/ 1084630 h 2325213"/>
              <a:gd name="connsiteX10" fmla="*/ 998506 w 1460981"/>
              <a:gd name="connsiteY10" fmla="*/ 842442 h 2325213"/>
              <a:gd name="connsiteX11" fmla="*/ 966975 w 1460981"/>
              <a:gd name="connsiteY11" fmla="*/ 254314 h 2325213"/>
              <a:gd name="connsiteX12" fmla="*/ 966975 w 1460981"/>
              <a:gd name="connsiteY12" fmla="*/ 2065 h 2325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60981" h="2325213">
                <a:moveTo>
                  <a:pt x="580427" y="0"/>
                </a:moveTo>
                <a:cubicBezTo>
                  <a:pt x="583074" y="86962"/>
                  <a:pt x="569158" y="206389"/>
                  <a:pt x="585799" y="455967"/>
                </a:cubicBezTo>
                <a:cubicBezTo>
                  <a:pt x="572660" y="700528"/>
                  <a:pt x="605650" y="709710"/>
                  <a:pt x="536049" y="821419"/>
                </a:cubicBezTo>
                <a:cubicBezTo>
                  <a:pt x="466448" y="933128"/>
                  <a:pt x="257528" y="987476"/>
                  <a:pt x="168190" y="1126220"/>
                </a:cubicBezTo>
                <a:cubicBezTo>
                  <a:pt x="78852" y="1264964"/>
                  <a:pt x="-1553" y="1489035"/>
                  <a:pt x="23" y="1653883"/>
                </a:cubicBezTo>
                <a:cubicBezTo>
                  <a:pt x="1599" y="1818731"/>
                  <a:pt x="62034" y="2003441"/>
                  <a:pt x="177648" y="2115307"/>
                </a:cubicBezTo>
                <a:cubicBezTo>
                  <a:pt x="293262" y="2227173"/>
                  <a:pt x="513104" y="2321684"/>
                  <a:pt x="693707" y="2325077"/>
                </a:cubicBezTo>
                <a:cubicBezTo>
                  <a:pt x="874310" y="2328470"/>
                  <a:pt x="1133389" y="2268872"/>
                  <a:pt x="1261265" y="2135666"/>
                </a:cubicBezTo>
                <a:cubicBezTo>
                  <a:pt x="1389141" y="2002460"/>
                  <a:pt x="1459211" y="1701013"/>
                  <a:pt x="1460962" y="1525840"/>
                </a:cubicBezTo>
                <a:cubicBezTo>
                  <a:pt x="1462714" y="1350667"/>
                  <a:pt x="1348850" y="1198530"/>
                  <a:pt x="1271774" y="1084630"/>
                </a:cubicBezTo>
                <a:cubicBezTo>
                  <a:pt x="1194698" y="970730"/>
                  <a:pt x="1038796" y="917766"/>
                  <a:pt x="998506" y="842442"/>
                </a:cubicBezTo>
                <a:cubicBezTo>
                  <a:pt x="958216" y="767118"/>
                  <a:pt x="972230" y="394377"/>
                  <a:pt x="966975" y="254314"/>
                </a:cubicBezTo>
                <a:cubicBezTo>
                  <a:pt x="961720" y="114251"/>
                  <a:pt x="964347" y="38851"/>
                  <a:pt x="966975" y="2065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FB890253-2DC5-449C-8519-8CE52421FB0E}"/>
              </a:ext>
            </a:extLst>
          </p:cNvPr>
          <p:cNvSpPr/>
          <p:nvPr/>
        </p:nvSpPr>
        <p:spPr>
          <a:xfrm>
            <a:off x="2086068" y="4807124"/>
            <a:ext cx="1108001" cy="1542932"/>
          </a:xfrm>
          <a:custGeom>
            <a:avLst/>
            <a:gdLst>
              <a:gd name="connsiteX0" fmla="*/ 557975 w 1442113"/>
              <a:gd name="connsiteY0" fmla="*/ 0 h 2306270"/>
              <a:gd name="connsiteX1" fmla="*/ 578995 w 1442113"/>
              <a:gd name="connsiteY1" fmla="*/ 956442 h 2306270"/>
              <a:gd name="connsiteX2" fmla="*/ 305727 w 1442113"/>
              <a:gd name="connsiteY2" fmla="*/ 1166649 h 2306270"/>
              <a:gd name="connsiteX3" fmla="*/ 53478 w 1442113"/>
              <a:gd name="connsiteY3" fmla="*/ 1481959 h 2306270"/>
              <a:gd name="connsiteX4" fmla="*/ 42968 w 1442113"/>
              <a:gd name="connsiteY4" fmla="*/ 2017987 h 2306270"/>
              <a:gd name="connsiteX5" fmla="*/ 526444 w 1442113"/>
              <a:gd name="connsiteY5" fmla="*/ 2301766 h 2306270"/>
              <a:gd name="connsiteX6" fmla="*/ 1199106 w 1442113"/>
              <a:gd name="connsiteY6" fmla="*/ 2144111 h 2306270"/>
              <a:gd name="connsiteX7" fmla="*/ 1440844 w 1442113"/>
              <a:gd name="connsiteY7" fmla="*/ 1545021 h 2306270"/>
              <a:gd name="connsiteX8" fmla="*/ 1115023 w 1442113"/>
              <a:gd name="connsiteY8" fmla="*/ 1093076 h 2306270"/>
              <a:gd name="connsiteX9" fmla="*/ 925837 w 1442113"/>
              <a:gd name="connsiteY9" fmla="*/ 1072056 h 2306270"/>
              <a:gd name="connsiteX10" fmla="*/ 894306 w 1442113"/>
              <a:gd name="connsiteY10" fmla="*/ 252249 h 2306270"/>
              <a:gd name="connsiteX11" fmla="*/ 894306 w 1442113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575212 w 1438330"/>
              <a:gd name="connsiteY1" fmla="*/ 956442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1072056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01033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8330"/>
              <a:gd name="connsiteY0" fmla="*/ 0 h 2306270"/>
              <a:gd name="connsiteX1" fmla="*/ 459598 w 1438330"/>
              <a:gd name="connsiteY1" fmla="*/ 935421 h 2306270"/>
              <a:gd name="connsiteX2" fmla="*/ 217861 w 1438330"/>
              <a:gd name="connsiteY2" fmla="*/ 1166649 h 2306270"/>
              <a:gd name="connsiteX3" fmla="*/ 49695 w 1438330"/>
              <a:gd name="connsiteY3" fmla="*/ 1481959 h 2306270"/>
              <a:gd name="connsiteX4" fmla="*/ 39185 w 1438330"/>
              <a:gd name="connsiteY4" fmla="*/ 2017987 h 2306270"/>
              <a:gd name="connsiteX5" fmla="*/ 522661 w 1438330"/>
              <a:gd name="connsiteY5" fmla="*/ 2301766 h 2306270"/>
              <a:gd name="connsiteX6" fmla="*/ 1195323 w 1438330"/>
              <a:gd name="connsiteY6" fmla="*/ 2144111 h 2306270"/>
              <a:gd name="connsiteX7" fmla="*/ 1437061 w 1438330"/>
              <a:gd name="connsiteY7" fmla="*/ 1545021 h 2306270"/>
              <a:gd name="connsiteX8" fmla="*/ 1111240 w 1438330"/>
              <a:gd name="connsiteY8" fmla="*/ 1093076 h 2306270"/>
              <a:gd name="connsiteX9" fmla="*/ 922054 w 1438330"/>
              <a:gd name="connsiteY9" fmla="*/ 935422 h 2306270"/>
              <a:gd name="connsiteX10" fmla="*/ 890523 w 1438330"/>
              <a:gd name="connsiteY10" fmla="*/ 252249 h 2306270"/>
              <a:gd name="connsiteX11" fmla="*/ 890523 w 1438330"/>
              <a:gd name="connsiteY11" fmla="*/ 0 h 2306270"/>
              <a:gd name="connsiteX0" fmla="*/ 554192 w 1437061"/>
              <a:gd name="connsiteY0" fmla="*/ 0 h 2306270"/>
              <a:gd name="connsiteX1" fmla="*/ 459598 w 1437061"/>
              <a:gd name="connsiteY1" fmla="*/ 935421 h 2306270"/>
              <a:gd name="connsiteX2" fmla="*/ 217861 w 1437061"/>
              <a:gd name="connsiteY2" fmla="*/ 1166649 h 2306270"/>
              <a:gd name="connsiteX3" fmla="*/ 49695 w 1437061"/>
              <a:gd name="connsiteY3" fmla="*/ 1481959 h 2306270"/>
              <a:gd name="connsiteX4" fmla="*/ 39185 w 1437061"/>
              <a:gd name="connsiteY4" fmla="*/ 2017987 h 2306270"/>
              <a:gd name="connsiteX5" fmla="*/ 522661 w 1437061"/>
              <a:gd name="connsiteY5" fmla="*/ 2301766 h 2306270"/>
              <a:gd name="connsiteX6" fmla="*/ 1195323 w 1437061"/>
              <a:gd name="connsiteY6" fmla="*/ 2144111 h 2306270"/>
              <a:gd name="connsiteX7" fmla="*/ 1437061 w 1437061"/>
              <a:gd name="connsiteY7" fmla="*/ 1545021 h 2306270"/>
              <a:gd name="connsiteX8" fmla="*/ 1195322 w 1437061"/>
              <a:gd name="connsiteY8" fmla="*/ 1082565 h 2306270"/>
              <a:gd name="connsiteX9" fmla="*/ 922054 w 1437061"/>
              <a:gd name="connsiteY9" fmla="*/ 935422 h 2306270"/>
              <a:gd name="connsiteX10" fmla="*/ 890523 w 1437061"/>
              <a:gd name="connsiteY10" fmla="*/ 252249 h 2306270"/>
              <a:gd name="connsiteX11" fmla="*/ 890523 w 1437061"/>
              <a:gd name="connsiteY11" fmla="*/ 0 h 2306270"/>
              <a:gd name="connsiteX0" fmla="*/ 554192 w 1437075"/>
              <a:gd name="connsiteY0" fmla="*/ 0 h 2313282"/>
              <a:gd name="connsiteX1" fmla="*/ 459598 w 1437075"/>
              <a:gd name="connsiteY1" fmla="*/ 935421 h 2313282"/>
              <a:gd name="connsiteX2" fmla="*/ 217861 w 1437075"/>
              <a:gd name="connsiteY2" fmla="*/ 1166649 h 2313282"/>
              <a:gd name="connsiteX3" fmla="*/ 49695 w 1437075"/>
              <a:gd name="connsiteY3" fmla="*/ 1481959 h 2313282"/>
              <a:gd name="connsiteX4" fmla="*/ 39185 w 1437075"/>
              <a:gd name="connsiteY4" fmla="*/ 2017987 h 2313282"/>
              <a:gd name="connsiteX5" fmla="*/ 522661 w 1437075"/>
              <a:gd name="connsiteY5" fmla="*/ 2301766 h 2313282"/>
              <a:gd name="connsiteX6" fmla="*/ 1184813 w 1437075"/>
              <a:gd name="connsiteY6" fmla="*/ 2186152 h 2313282"/>
              <a:gd name="connsiteX7" fmla="*/ 1437061 w 1437075"/>
              <a:gd name="connsiteY7" fmla="*/ 1545021 h 2313282"/>
              <a:gd name="connsiteX8" fmla="*/ 1195322 w 1437075"/>
              <a:gd name="connsiteY8" fmla="*/ 1082565 h 2313282"/>
              <a:gd name="connsiteX9" fmla="*/ 922054 w 1437075"/>
              <a:gd name="connsiteY9" fmla="*/ 935422 h 2313282"/>
              <a:gd name="connsiteX10" fmla="*/ 890523 w 1437075"/>
              <a:gd name="connsiteY10" fmla="*/ 252249 h 2313282"/>
              <a:gd name="connsiteX11" fmla="*/ 890523 w 1437075"/>
              <a:gd name="connsiteY11" fmla="*/ 0 h 2313282"/>
              <a:gd name="connsiteX0" fmla="*/ 550824 w 1433707"/>
              <a:gd name="connsiteY0" fmla="*/ 0 h 2313282"/>
              <a:gd name="connsiteX1" fmla="*/ 456230 w 1433707"/>
              <a:gd name="connsiteY1" fmla="*/ 935421 h 2313282"/>
              <a:gd name="connsiteX2" fmla="*/ 130411 w 1433707"/>
              <a:gd name="connsiteY2" fmla="*/ 1166649 h 2313282"/>
              <a:gd name="connsiteX3" fmla="*/ 46327 w 1433707"/>
              <a:gd name="connsiteY3" fmla="*/ 1481959 h 2313282"/>
              <a:gd name="connsiteX4" fmla="*/ 35817 w 1433707"/>
              <a:gd name="connsiteY4" fmla="*/ 2017987 h 2313282"/>
              <a:gd name="connsiteX5" fmla="*/ 519293 w 1433707"/>
              <a:gd name="connsiteY5" fmla="*/ 2301766 h 2313282"/>
              <a:gd name="connsiteX6" fmla="*/ 1181445 w 1433707"/>
              <a:gd name="connsiteY6" fmla="*/ 2186152 h 2313282"/>
              <a:gd name="connsiteX7" fmla="*/ 1433693 w 1433707"/>
              <a:gd name="connsiteY7" fmla="*/ 1545021 h 2313282"/>
              <a:gd name="connsiteX8" fmla="*/ 1191954 w 1433707"/>
              <a:gd name="connsiteY8" fmla="*/ 1082565 h 2313282"/>
              <a:gd name="connsiteX9" fmla="*/ 918686 w 1433707"/>
              <a:gd name="connsiteY9" fmla="*/ 935422 h 2313282"/>
              <a:gd name="connsiteX10" fmla="*/ 887155 w 1433707"/>
              <a:gd name="connsiteY10" fmla="*/ 252249 h 2313282"/>
              <a:gd name="connsiteX11" fmla="*/ 887155 w 1433707"/>
              <a:gd name="connsiteY11" fmla="*/ 0 h 2313282"/>
              <a:gd name="connsiteX0" fmla="*/ 589077 w 1471960"/>
              <a:gd name="connsiteY0" fmla="*/ 0 h 2313282"/>
              <a:gd name="connsiteX1" fmla="*/ 494483 w 1471960"/>
              <a:gd name="connsiteY1" fmla="*/ 935421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935422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13282"/>
              <a:gd name="connsiteX1" fmla="*/ 547034 w 1471960"/>
              <a:gd name="connsiteY1" fmla="*/ 914400 h 2313282"/>
              <a:gd name="connsiteX2" fmla="*/ 168664 w 1471960"/>
              <a:gd name="connsiteY2" fmla="*/ 1166649 h 2313282"/>
              <a:gd name="connsiteX3" fmla="*/ 11008 w 1471960"/>
              <a:gd name="connsiteY3" fmla="*/ 1492469 h 2313282"/>
              <a:gd name="connsiteX4" fmla="*/ 74070 w 1471960"/>
              <a:gd name="connsiteY4" fmla="*/ 2017987 h 2313282"/>
              <a:gd name="connsiteX5" fmla="*/ 557546 w 1471960"/>
              <a:gd name="connsiteY5" fmla="*/ 2301766 h 2313282"/>
              <a:gd name="connsiteX6" fmla="*/ 1219698 w 1471960"/>
              <a:gd name="connsiteY6" fmla="*/ 2186152 h 2313282"/>
              <a:gd name="connsiteX7" fmla="*/ 1471946 w 1471960"/>
              <a:gd name="connsiteY7" fmla="*/ 1545021 h 2313282"/>
              <a:gd name="connsiteX8" fmla="*/ 1230207 w 1471960"/>
              <a:gd name="connsiteY8" fmla="*/ 1082565 h 2313282"/>
              <a:gd name="connsiteX9" fmla="*/ 956939 w 1471960"/>
              <a:gd name="connsiteY9" fmla="*/ 882870 h 2313282"/>
              <a:gd name="connsiteX10" fmla="*/ 925408 w 1471960"/>
              <a:gd name="connsiteY10" fmla="*/ 252249 h 2313282"/>
              <a:gd name="connsiteX11" fmla="*/ 925408 w 1471960"/>
              <a:gd name="connsiteY11" fmla="*/ 0 h 2313282"/>
              <a:gd name="connsiteX0" fmla="*/ 589077 w 1471960"/>
              <a:gd name="connsiteY0" fmla="*/ 0 h 2305249"/>
              <a:gd name="connsiteX1" fmla="*/ 547034 w 1471960"/>
              <a:gd name="connsiteY1" fmla="*/ 914400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589077 w 1471960"/>
              <a:gd name="connsiteY0" fmla="*/ 0 h 2305249"/>
              <a:gd name="connsiteX1" fmla="*/ 526013 w 1471960"/>
              <a:gd name="connsiteY1" fmla="*/ 861848 h 2305249"/>
              <a:gd name="connsiteX2" fmla="*/ 168664 w 1471960"/>
              <a:gd name="connsiteY2" fmla="*/ 1166649 h 2305249"/>
              <a:gd name="connsiteX3" fmla="*/ 11008 w 1471960"/>
              <a:gd name="connsiteY3" fmla="*/ 1492469 h 2305249"/>
              <a:gd name="connsiteX4" fmla="*/ 74070 w 1471960"/>
              <a:gd name="connsiteY4" fmla="*/ 2017987 h 2305249"/>
              <a:gd name="connsiteX5" fmla="*/ 557546 w 1471960"/>
              <a:gd name="connsiteY5" fmla="*/ 2301766 h 2305249"/>
              <a:gd name="connsiteX6" fmla="*/ 1219698 w 1471960"/>
              <a:gd name="connsiteY6" fmla="*/ 2133601 h 2305249"/>
              <a:gd name="connsiteX7" fmla="*/ 1471946 w 1471960"/>
              <a:gd name="connsiteY7" fmla="*/ 1545021 h 2305249"/>
              <a:gd name="connsiteX8" fmla="*/ 1230207 w 1471960"/>
              <a:gd name="connsiteY8" fmla="*/ 1082565 h 2305249"/>
              <a:gd name="connsiteX9" fmla="*/ 956939 w 1471960"/>
              <a:gd name="connsiteY9" fmla="*/ 882870 h 2305249"/>
              <a:gd name="connsiteX10" fmla="*/ 925408 w 1471960"/>
              <a:gd name="connsiteY10" fmla="*/ 252249 h 2305249"/>
              <a:gd name="connsiteX11" fmla="*/ 925408 w 1471960"/>
              <a:gd name="connsiteY11" fmla="*/ 0 h 2305249"/>
              <a:gd name="connsiteX0" fmla="*/ 615122 w 1498005"/>
              <a:gd name="connsiteY0" fmla="*/ 0 h 2305249"/>
              <a:gd name="connsiteX1" fmla="*/ 552058 w 1498005"/>
              <a:gd name="connsiteY1" fmla="*/ 861848 h 2305249"/>
              <a:gd name="connsiteX2" fmla="*/ 194709 w 1498005"/>
              <a:gd name="connsiteY2" fmla="*/ 1166649 h 2305249"/>
              <a:gd name="connsiteX3" fmla="*/ 5522 w 1498005"/>
              <a:gd name="connsiteY3" fmla="*/ 1492469 h 2305249"/>
              <a:gd name="connsiteX4" fmla="*/ 100115 w 1498005"/>
              <a:gd name="connsiteY4" fmla="*/ 2017987 h 2305249"/>
              <a:gd name="connsiteX5" fmla="*/ 583591 w 1498005"/>
              <a:gd name="connsiteY5" fmla="*/ 2301766 h 2305249"/>
              <a:gd name="connsiteX6" fmla="*/ 1245743 w 1498005"/>
              <a:gd name="connsiteY6" fmla="*/ 2133601 h 2305249"/>
              <a:gd name="connsiteX7" fmla="*/ 1497991 w 1498005"/>
              <a:gd name="connsiteY7" fmla="*/ 1545021 h 2305249"/>
              <a:gd name="connsiteX8" fmla="*/ 1256252 w 1498005"/>
              <a:gd name="connsiteY8" fmla="*/ 1082565 h 2305249"/>
              <a:gd name="connsiteX9" fmla="*/ 982984 w 1498005"/>
              <a:gd name="connsiteY9" fmla="*/ 882870 h 2305249"/>
              <a:gd name="connsiteX10" fmla="*/ 951453 w 1498005"/>
              <a:gd name="connsiteY10" fmla="*/ 252249 h 2305249"/>
              <a:gd name="connsiteX11" fmla="*/ 951453 w 1498005"/>
              <a:gd name="connsiteY11" fmla="*/ 0 h 2305249"/>
              <a:gd name="connsiteX0" fmla="*/ 612381 w 1495264"/>
              <a:gd name="connsiteY0" fmla="*/ 0 h 2305249"/>
              <a:gd name="connsiteX1" fmla="*/ 549317 w 1495264"/>
              <a:gd name="connsiteY1" fmla="*/ 861848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82870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612381 w 1495264"/>
              <a:gd name="connsiteY0" fmla="*/ 0 h 2305249"/>
              <a:gd name="connsiteX1" fmla="*/ 517786 w 1495264"/>
              <a:gd name="connsiteY1" fmla="*/ 819354 h 2305249"/>
              <a:gd name="connsiteX2" fmla="*/ 149927 w 1495264"/>
              <a:gd name="connsiteY2" fmla="*/ 1124155 h 2305249"/>
              <a:gd name="connsiteX3" fmla="*/ 2781 w 1495264"/>
              <a:gd name="connsiteY3" fmla="*/ 1492469 h 2305249"/>
              <a:gd name="connsiteX4" fmla="*/ 97374 w 1495264"/>
              <a:gd name="connsiteY4" fmla="*/ 2017987 h 2305249"/>
              <a:gd name="connsiteX5" fmla="*/ 580850 w 1495264"/>
              <a:gd name="connsiteY5" fmla="*/ 2301766 h 2305249"/>
              <a:gd name="connsiteX6" fmla="*/ 1243002 w 1495264"/>
              <a:gd name="connsiteY6" fmla="*/ 2133601 h 2305249"/>
              <a:gd name="connsiteX7" fmla="*/ 1495250 w 1495264"/>
              <a:gd name="connsiteY7" fmla="*/ 1545021 h 2305249"/>
              <a:gd name="connsiteX8" fmla="*/ 1253511 w 1495264"/>
              <a:gd name="connsiteY8" fmla="*/ 1082565 h 2305249"/>
              <a:gd name="connsiteX9" fmla="*/ 980243 w 1495264"/>
              <a:gd name="connsiteY9" fmla="*/ 840377 h 2305249"/>
              <a:gd name="connsiteX10" fmla="*/ 948712 w 1495264"/>
              <a:gd name="connsiteY10" fmla="*/ 252249 h 2305249"/>
              <a:gd name="connsiteX11" fmla="*/ 948712 w 1495264"/>
              <a:gd name="connsiteY11" fmla="*/ 0 h 2305249"/>
              <a:gd name="connsiteX0" fmla="*/ 570339 w 1495264"/>
              <a:gd name="connsiteY0" fmla="*/ 0 h 2315872"/>
              <a:gd name="connsiteX1" fmla="*/ 517786 w 1495264"/>
              <a:gd name="connsiteY1" fmla="*/ 829977 h 2315872"/>
              <a:gd name="connsiteX2" fmla="*/ 149927 w 1495264"/>
              <a:gd name="connsiteY2" fmla="*/ 1134778 h 2315872"/>
              <a:gd name="connsiteX3" fmla="*/ 2781 w 1495264"/>
              <a:gd name="connsiteY3" fmla="*/ 1503092 h 2315872"/>
              <a:gd name="connsiteX4" fmla="*/ 97374 w 1495264"/>
              <a:gd name="connsiteY4" fmla="*/ 2028610 h 2315872"/>
              <a:gd name="connsiteX5" fmla="*/ 580850 w 1495264"/>
              <a:gd name="connsiteY5" fmla="*/ 2312389 h 2315872"/>
              <a:gd name="connsiteX6" fmla="*/ 1243002 w 1495264"/>
              <a:gd name="connsiteY6" fmla="*/ 2144224 h 2315872"/>
              <a:gd name="connsiteX7" fmla="*/ 1495250 w 1495264"/>
              <a:gd name="connsiteY7" fmla="*/ 1555644 h 2315872"/>
              <a:gd name="connsiteX8" fmla="*/ 1253511 w 1495264"/>
              <a:gd name="connsiteY8" fmla="*/ 1093188 h 2315872"/>
              <a:gd name="connsiteX9" fmla="*/ 980243 w 1495264"/>
              <a:gd name="connsiteY9" fmla="*/ 851000 h 2315872"/>
              <a:gd name="connsiteX10" fmla="*/ 948712 w 1495264"/>
              <a:gd name="connsiteY10" fmla="*/ 262872 h 2315872"/>
              <a:gd name="connsiteX11" fmla="*/ 948712 w 1495264"/>
              <a:gd name="connsiteY11" fmla="*/ 10623 h 2315872"/>
              <a:gd name="connsiteX0" fmla="*/ 570339 w 1495264"/>
              <a:gd name="connsiteY0" fmla="*/ 0 h 2315872"/>
              <a:gd name="connsiteX1" fmla="*/ 544179 w 1495264"/>
              <a:gd name="connsiteY1" fmla="*/ 489902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86221 w 1495264"/>
              <a:gd name="connsiteY1" fmla="*/ 468655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70339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95264"/>
              <a:gd name="connsiteY0" fmla="*/ 0 h 2315872"/>
              <a:gd name="connsiteX1" fmla="*/ 533670 w 1495264"/>
              <a:gd name="connsiteY1" fmla="*/ 447409 h 2315872"/>
              <a:gd name="connsiteX2" fmla="*/ 517786 w 1495264"/>
              <a:gd name="connsiteY2" fmla="*/ 829977 h 2315872"/>
              <a:gd name="connsiteX3" fmla="*/ 149927 w 1495264"/>
              <a:gd name="connsiteY3" fmla="*/ 1134778 h 2315872"/>
              <a:gd name="connsiteX4" fmla="*/ 2781 w 1495264"/>
              <a:gd name="connsiteY4" fmla="*/ 1503092 h 2315872"/>
              <a:gd name="connsiteX5" fmla="*/ 97374 w 1495264"/>
              <a:gd name="connsiteY5" fmla="*/ 2028610 h 2315872"/>
              <a:gd name="connsiteX6" fmla="*/ 580850 w 1495264"/>
              <a:gd name="connsiteY6" fmla="*/ 2312389 h 2315872"/>
              <a:gd name="connsiteX7" fmla="*/ 1243002 w 1495264"/>
              <a:gd name="connsiteY7" fmla="*/ 2144224 h 2315872"/>
              <a:gd name="connsiteX8" fmla="*/ 1495250 w 1495264"/>
              <a:gd name="connsiteY8" fmla="*/ 1555644 h 2315872"/>
              <a:gd name="connsiteX9" fmla="*/ 1253511 w 1495264"/>
              <a:gd name="connsiteY9" fmla="*/ 1093188 h 2315872"/>
              <a:gd name="connsiteX10" fmla="*/ 980243 w 1495264"/>
              <a:gd name="connsiteY10" fmla="*/ 851000 h 2315872"/>
              <a:gd name="connsiteX11" fmla="*/ 948712 w 1495264"/>
              <a:gd name="connsiteY11" fmla="*/ 262872 h 2315872"/>
              <a:gd name="connsiteX12" fmla="*/ 948712 w 1495264"/>
              <a:gd name="connsiteY12" fmla="*/ 10623 h 2315872"/>
              <a:gd name="connsiteX0" fmla="*/ 528297 w 1442718"/>
              <a:gd name="connsiteY0" fmla="*/ 0 h 2316014"/>
              <a:gd name="connsiteX1" fmla="*/ 533670 w 1442718"/>
              <a:gd name="connsiteY1" fmla="*/ 447409 h 2316014"/>
              <a:gd name="connsiteX2" fmla="*/ 517786 w 1442718"/>
              <a:gd name="connsiteY2" fmla="*/ 829977 h 2316014"/>
              <a:gd name="connsiteX3" fmla="*/ 149927 w 1442718"/>
              <a:gd name="connsiteY3" fmla="*/ 1134778 h 2316014"/>
              <a:gd name="connsiteX4" fmla="*/ 2781 w 1442718"/>
              <a:gd name="connsiteY4" fmla="*/ 1503092 h 2316014"/>
              <a:gd name="connsiteX5" fmla="*/ 97374 w 1442718"/>
              <a:gd name="connsiteY5" fmla="*/ 2028610 h 2316014"/>
              <a:gd name="connsiteX6" fmla="*/ 580850 w 1442718"/>
              <a:gd name="connsiteY6" fmla="*/ 2312389 h 2316014"/>
              <a:gd name="connsiteX7" fmla="*/ 1243002 w 1442718"/>
              <a:gd name="connsiteY7" fmla="*/ 2144224 h 2316014"/>
              <a:gd name="connsiteX8" fmla="*/ 1442699 w 1442718"/>
              <a:gd name="connsiteY8" fmla="*/ 1534398 h 2316014"/>
              <a:gd name="connsiteX9" fmla="*/ 1253511 w 1442718"/>
              <a:gd name="connsiteY9" fmla="*/ 1093188 h 2316014"/>
              <a:gd name="connsiteX10" fmla="*/ 980243 w 1442718"/>
              <a:gd name="connsiteY10" fmla="*/ 851000 h 2316014"/>
              <a:gd name="connsiteX11" fmla="*/ 948712 w 1442718"/>
              <a:gd name="connsiteY11" fmla="*/ 262872 h 2316014"/>
              <a:gd name="connsiteX12" fmla="*/ 948712 w 1442718"/>
              <a:gd name="connsiteY12" fmla="*/ 10623 h 2316014"/>
              <a:gd name="connsiteX0" fmla="*/ 548180 w 1462601"/>
              <a:gd name="connsiteY0" fmla="*/ 0 h 2316013"/>
              <a:gd name="connsiteX1" fmla="*/ 553553 w 1462601"/>
              <a:gd name="connsiteY1" fmla="*/ 447409 h 2316013"/>
              <a:gd name="connsiteX2" fmla="*/ 537669 w 1462601"/>
              <a:gd name="connsiteY2" fmla="*/ 829977 h 2316013"/>
              <a:gd name="connsiteX3" fmla="*/ 169810 w 1462601"/>
              <a:gd name="connsiteY3" fmla="*/ 1134778 h 2316013"/>
              <a:gd name="connsiteX4" fmla="*/ 1643 w 1462601"/>
              <a:gd name="connsiteY4" fmla="*/ 1662441 h 2316013"/>
              <a:gd name="connsiteX5" fmla="*/ 117257 w 1462601"/>
              <a:gd name="connsiteY5" fmla="*/ 2028610 h 2316013"/>
              <a:gd name="connsiteX6" fmla="*/ 600733 w 1462601"/>
              <a:gd name="connsiteY6" fmla="*/ 2312389 h 2316013"/>
              <a:gd name="connsiteX7" fmla="*/ 1262885 w 1462601"/>
              <a:gd name="connsiteY7" fmla="*/ 2144224 h 2316013"/>
              <a:gd name="connsiteX8" fmla="*/ 1462582 w 1462601"/>
              <a:gd name="connsiteY8" fmla="*/ 1534398 h 2316013"/>
              <a:gd name="connsiteX9" fmla="*/ 1273394 w 1462601"/>
              <a:gd name="connsiteY9" fmla="*/ 1093188 h 2316013"/>
              <a:gd name="connsiteX10" fmla="*/ 1000126 w 1462601"/>
              <a:gd name="connsiteY10" fmla="*/ 851000 h 2316013"/>
              <a:gd name="connsiteX11" fmla="*/ 968595 w 1462601"/>
              <a:gd name="connsiteY11" fmla="*/ 262872 h 2316013"/>
              <a:gd name="connsiteX12" fmla="*/ 968595 w 1462601"/>
              <a:gd name="connsiteY12" fmla="*/ 10623 h 2316013"/>
              <a:gd name="connsiteX0" fmla="*/ 546707 w 1461128"/>
              <a:gd name="connsiteY0" fmla="*/ 0 h 2312785"/>
              <a:gd name="connsiteX1" fmla="*/ 552080 w 1461128"/>
              <a:gd name="connsiteY1" fmla="*/ 447409 h 2312785"/>
              <a:gd name="connsiteX2" fmla="*/ 536196 w 1461128"/>
              <a:gd name="connsiteY2" fmla="*/ 829977 h 2312785"/>
              <a:gd name="connsiteX3" fmla="*/ 168337 w 1461128"/>
              <a:gd name="connsiteY3" fmla="*/ 1134778 h 2312785"/>
              <a:gd name="connsiteX4" fmla="*/ 170 w 1461128"/>
              <a:gd name="connsiteY4" fmla="*/ 1662441 h 2312785"/>
              <a:gd name="connsiteX5" fmla="*/ 147315 w 1461128"/>
              <a:gd name="connsiteY5" fmla="*/ 2113596 h 2312785"/>
              <a:gd name="connsiteX6" fmla="*/ 599260 w 1461128"/>
              <a:gd name="connsiteY6" fmla="*/ 2312389 h 2312785"/>
              <a:gd name="connsiteX7" fmla="*/ 1261412 w 1461128"/>
              <a:gd name="connsiteY7" fmla="*/ 2144224 h 2312785"/>
              <a:gd name="connsiteX8" fmla="*/ 1461109 w 1461128"/>
              <a:gd name="connsiteY8" fmla="*/ 1534398 h 2312785"/>
              <a:gd name="connsiteX9" fmla="*/ 1271921 w 1461128"/>
              <a:gd name="connsiteY9" fmla="*/ 1093188 h 2312785"/>
              <a:gd name="connsiteX10" fmla="*/ 998653 w 1461128"/>
              <a:gd name="connsiteY10" fmla="*/ 851000 h 2312785"/>
              <a:gd name="connsiteX11" fmla="*/ 967122 w 1461128"/>
              <a:gd name="connsiteY11" fmla="*/ 262872 h 2312785"/>
              <a:gd name="connsiteX12" fmla="*/ 967122 w 1461128"/>
              <a:gd name="connsiteY12" fmla="*/ 10623 h 2312785"/>
              <a:gd name="connsiteX0" fmla="*/ 546886 w 1461307"/>
              <a:gd name="connsiteY0" fmla="*/ 0 h 2333928"/>
              <a:gd name="connsiteX1" fmla="*/ 552259 w 1461307"/>
              <a:gd name="connsiteY1" fmla="*/ 447409 h 2333928"/>
              <a:gd name="connsiteX2" fmla="*/ 536375 w 1461307"/>
              <a:gd name="connsiteY2" fmla="*/ 829977 h 2333928"/>
              <a:gd name="connsiteX3" fmla="*/ 168516 w 1461307"/>
              <a:gd name="connsiteY3" fmla="*/ 1134778 h 2333928"/>
              <a:gd name="connsiteX4" fmla="*/ 349 w 1461307"/>
              <a:gd name="connsiteY4" fmla="*/ 1662441 h 2333928"/>
              <a:gd name="connsiteX5" fmla="*/ 147494 w 1461307"/>
              <a:gd name="connsiteY5" fmla="*/ 2113596 h 2333928"/>
              <a:gd name="connsiteX6" fmla="*/ 778115 w 1461307"/>
              <a:gd name="connsiteY6" fmla="*/ 2333635 h 2333928"/>
              <a:gd name="connsiteX7" fmla="*/ 1261591 w 1461307"/>
              <a:gd name="connsiteY7" fmla="*/ 2144224 h 2333928"/>
              <a:gd name="connsiteX8" fmla="*/ 1461288 w 1461307"/>
              <a:gd name="connsiteY8" fmla="*/ 1534398 h 2333928"/>
              <a:gd name="connsiteX9" fmla="*/ 1272100 w 1461307"/>
              <a:gd name="connsiteY9" fmla="*/ 1093188 h 2333928"/>
              <a:gd name="connsiteX10" fmla="*/ 998832 w 1461307"/>
              <a:gd name="connsiteY10" fmla="*/ 851000 h 2333928"/>
              <a:gd name="connsiteX11" fmla="*/ 967301 w 1461307"/>
              <a:gd name="connsiteY11" fmla="*/ 262872 h 2333928"/>
              <a:gd name="connsiteX12" fmla="*/ 967301 w 1461307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46773 w 1461194"/>
              <a:gd name="connsiteY0" fmla="*/ 0 h 2333928"/>
              <a:gd name="connsiteX1" fmla="*/ 552146 w 1461194"/>
              <a:gd name="connsiteY1" fmla="*/ 447409 h 2333928"/>
              <a:gd name="connsiteX2" fmla="*/ 536262 w 1461194"/>
              <a:gd name="connsiteY2" fmla="*/ 829977 h 2333928"/>
              <a:gd name="connsiteX3" fmla="*/ 168403 w 1461194"/>
              <a:gd name="connsiteY3" fmla="*/ 1134778 h 2333928"/>
              <a:gd name="connsiteX4" fmla="*/ 236 w 1461194"/>
              <a:gd name="connsiteY4" fmla="*/ 1662441 h 2333928"/>
              <a:gd name="connsiteX5" fmla="*/ 147381 w 1461194"/>
              <a:gd name="connsiteY5" fmla="*/ 2113596 h 2333928"/>
              <a:gd name="connsiteX6" fmla="*/ 693920 w 1461194"/>
              <a:gd name="connsiteY6" fmla="*/ 2333635 h 2333928"/>
              <a:gd name="connsiteX7" fmla="*/ 1261478 w 1461194"/>
              <a:gd name="connsiteY7" fmla="*/ 2144224 h 2333928"/>
              <a:gd name="connsiteX8" fmla="*/ 1461175 w 1461194"/>
              <a:gd name="connsiteY8" fmla="*/ 1534398 h 2333928"/>
              <a:gd name="connsiteX9" fmla="*/ 1271987 w 1461194"/>
              <a:gd name="connsiteY9" fmla="*/ 1093188 h 2333928"/>
              <a:gd name="connsiteX10" fmla="*/ 998719 w 1461194"/>
              <a:gd name="connsiteY10" fmla="*/ 851000 h 2333928"/>
              <a:gd name="connsiteX11" fmla="*/ 967188 w 1461194"/>
              <a:gd name="connsiteY11" fmla="*/ 262872 h 2333928"/>
              <a:gd name="connsiteX12" fmla="*/ 967188 w 1461194"/>
              <a:gd name="connsiteY12" fmla="*/ 10623 h 2333928"/>
              <a:gd name="connsiteX0" fmla="*/ 580640 w 1461194"/>
              <a:gd name="connsiteY0" fmla="*/ 0 h 2325370"/>
              <a:gd name="connsiteX1" fmla="*/ 552146 w 1461194"/>
              <a:gd name="connsiteY1" fmla="*/ 438851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640 w 1461194"/>
              <a:gd name="connsiteY0" fmla="*/ 0 h 2325370"/>
              <a:gd name="connsiteX1" fmla="*/ 586012 w 1461194"/>
              <a:gd name="connsiteY1" fmla="*/ 455967 h 2325370"/>
              <a:gd name="connsiteX2" fmla="*/ 536262 w 1461194"/>
              <a:gd name="connsiteY2" fmla="*/ 821419 h 2325370"/>
              <a:gd name="connsiteX3" fmla="*/ 168403 w 1461194"/>
              <a:gd name="connsiteY3" fmla="*/ 1126220 h 2325370"/>
              <a:gd name="connsiteX4" fmla="*/ 236 w 1461194"/>
              <a:gd name="connsiteY4" fmla="*/ 1653883 h 2325370"/>
              <a:gd name="connsiteX5" fmla="*/ 147381 w 1461194"/>
              <a:gd name="connsiteY5" fmla="*/ 2105038 h 2325370"/>
              <a:gd name="connsiteX6" fmla="*/ 693920 w 1461194"/>
              <a:gd name="connsiteY6" fmla="*/ 2325077 h 2325370"/>
              <a:gd name="connsiteX7" fmla="*/ 1261478 w 1461194"/>
              <a:gd name="connsiteY7" fmla="*/ 2135666 h 2325370"/>
              <a:gd name="connsiteX8" fmla="*/ 1461175 w 1461194"/>
              <a:gd name="connsiteY8" fmla="*/ 1525840 h 2325370"/>
              <a:gd name="connsiteX9" fmla="*/ 1271987 w 1461194"/>
              <a:gd name="connsiteY9" fmla="*/ 1084630 h 2325370"/>
              <a:gd name="connsiteX10" fmla="*/ 998719 w 1461194"/>
              <a:gd name="connsiteY10" fmla="*/ 842442 h 2325370"/>
              <a:gd name="connsiteX11" fmla="*/ 967188 w 1461194"/>
              <a:gd name="connsiteY11" fmla="*/ 254314 h 2325370"/>
              <a:gd name="connsiteX12" fmla="*/ 967188 w 1461194"/>
              <a:gd name="connsiteY12" fmla="*/ 2065 h 2325370"/>
              <a:gd name="connsiteX0" fmla="*/ 580427 w 1460981"/>
              <a:gd name="connsiteY0" fmla="*/ 0 h 2325213"/>
              <a:gd name="connsiteX1" fmla="*/ 585799 w 1460981"/>
              <a:gd name="connsiteY1" fmla="*/ 455967 h 2325213"/>
              <a:gd name="connsiteX2" fmla="*/ 536049 w 1460981"/>
              <a:gd name="connsiteY2" fmla="*/ 821419 h 2325213"/>
              <a:gd name="connsiteX3" fmla="*/ 168190 w 1460981"/>
              <a:gd name="connsiteY3" fmla="*/ 1126220 h 2325213"/>
              <a:gd name="connsiteX4" fmla="*/ 23 w 1460981"/>
              <a:gd name="connsiteY4" fmla="*/ 1653883 h 2325213"/>
              <a:gd name="connsiteX5" fmla="*/ 177648 w 1460981"/>
              <a:gd name="connsiteY5" fmla="*/ 2115307 h 2325213"/>
              <a:gd name="connsiteX6" fmla="*/ 693707 w 1460981"/>
              <a:gd name="connsiteY6" fmla="*/ 2325077 h 2325213"/>
              <a:gd name="connsiteX7" fmla="*/ 1261265 w 1460981"/>
              <a:gd name="connsiteY7" fmla="*/ 2135666 h 2325213"/>
              <a:gd name="connsiteX8" fmla="*/ 1460962 w 1460981"/>
              <a:gd name="connsiteY8" fmla="*/ 1525840 h 2325213"/>
              <a:gd name="connsiteX9" fmla="*/ 1271774 w 1460981"/>
              <a:gd name="connsiteY9" fmla="*/ 1084630 h 2325213"/>
              <a:gd name="connsiteX10" fmla="*/ 998506 w 1460981"/>
              <a:gd name="connsiteY10" fmla="*/ 842442 h 2325213"/>
              <a:gd name="connsiteX11" fmla="*/ 966975 w 1460981"/>
              <a:gd name="connsiteY11" fmla="*/ 254314 h 2325213"/>
              <a:gd name="connsiteX12" fmla="*/ 966975 w 1460981"/>
              <a:gd name="connsiteY12" fmla="*/ 2065 h 2325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60981" h="2325213">
                <a:moveTo>
                  <a:pt x="580427" y="0"/>
                </a:moveTo>
                <a:cubicBezTo>
                  <a:pt x="583074" y="86962"/>
                  <a:pt x="569158" y="206389"/>
                  <a:pt x="585799" y="455967"/>
                </a:cubicBezTo>
                <a:cubicBezTo>
                  <a:pt x="572660" y="700528"/>
                  <a:pt x="605650" y="709710"/>
                  <a:pt x="536049" y="821419"/>
                </a:cubicBezTo>
                <a:cubicBezTo>
                  <a:pt x="466448" y="933128"/>
                  <a:pt x="257528" y="987476"/>
                  <a:pt x="168190" y="1126220"/>
                </a:cubicBezTo>
                <a:cubicBezTo>
                  <a:pt x="78852" y="1264964"/>
                  <a:pt x="-1553" y="1489035"/>
                  <a:pt x="23" y="1653883"/>
                </a:cubicBezTo>
                <a:cubicBezTo>
                  <a:pt x="1599" y="1818731"/>
                  <a:pt x="62034" y="2003441"/>
                  <a:pt x="177648" y="2115307"/>
                </a:cubicBezTo>
                <a:cubicBezTo>
                  <a:pt x="293262" y="2227173"/>
                  <a:pt x="513104" y="2321684"/>
                  <a:pt x="693707" y="2325077"/>
                </a:cubicBezTo>
                <a:cubicBezTo>
                  <a:pt x="874310" y="2328470"/>
                  <a:pt x="1133389" y="2268872"/>
                  <a:pt x="1261265" y="2135666"/>
                </a:cubicBezTo>
                <a:cubicBezTo>
                  <a:pt x="1389141" y="2002460"/>
                  <a:pt x="1459211" y="1701013"/>
                  <a:pt x="1460962" y="1525840"/>
                </a:cubicBezTo>
                <a:cubicBezTo>
                  <a:pt x="1462714" y="1350667"/>
                  <a:pt x="1348850" y="1198530"/>
                  <a:pt x="1271774" y="1084630"/>
                </a:cubicBezTo>
                <a:cubicBezTo>
                  <a:pt x="1194698" y="970730"/>
                  <a:pt x="1038796" y="917766"/>
                  <a:pt x="998506" y="842442"/>
                </a:cubicBezTo>
                <a:cubicBezTo>
                  <a:pt x="958216" y="767118"/>
                  <a:pt x="972230" y="394377"/>
                  <a:pt x="966975" y="254314"/>
                </a:cubicBezTo>
                <a:cubicBezTo>
                  <a:pt x="961720" y="114251"/>
                  <a:pt x="964347" y="38851"/>
                  <a:pt x="966975" y="2065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A2850363-41EE-4903-9A5B-0EB359ACAA48}"/>
              </a:ext>
            </a:extLst>
          </p:cNvPr>
          <p:cNvSpPr/>
          <p:nvPr/>
        </p:nvSpPr>
        <p:spPr>
          <a:xfrm>
            <a:off x="2552073" y="4512834"/>
            <a:ext cx="325931" cy="1136835"/>
          </a:xfrm>
          <a:custGeom>
            <a:avLst/>
            <a:gdLst>
              <a:gd name="connsiteX0" fmla="*/ 325931 w 325931"/>
              <a:gd name="connsiteY0" fmla="*/ 0 h 1145628"/>
              <a:gd name="connsiteX1" fmla="*/ 220827 w 325931"/>
              <a:gd name="connsiteY1" fmla="*/ 21021 h 1145628"/>
              <a:gd name="connsiteX2" fmla="*/ 189296 w 325931"/>
              <a:gd name="connsiteY2" fmla="*/ 168166 h 1145628"/>
              <a:gd name="connsiteX3" fmla="*/ 147255 w 325931"/>
              <a:gd name="connsiteY3" fmla="*/ 304800 h 1145628"/>
              <a:gd name="connsiteX4" fmla="*/ 115724 w 325931"/>
              <a:gd name="connsiteY4" fmla="*/ 357352 h 1145628"/>
              <a:gd name="connsiteX5" fmla="*/ 84193 w 325931"/>
              <a:gd name="connsiteY5" fmla="*/ 430925 h 1145628"/>
              <a:gd name="connsiteX6" fmla="*/ 84193 w 325931"/>
              <a:gd name="connsiteY6" fmla="*/ 672663 h 1145628"/>
              <a:gd name="connsiteX7" fmla="*/ 63172 w 325931"/>
              <a:gd name="connsiteY7" fmla="*/ 714704 h 1145628"/>
              <a:gd name="connsiteX8" fmla="*/ 73683 w 325931"/>
              <a:gd name="connsiteY8" fmla="*/ 840828 h 1145628"/>
              <a:gd name="connsiteX9" fmla="*/ 105214 w 325931"/>
              <a:gd name="connsiteY9" fmla="*/ 872359 h 1145628"/>
              <a:gd name="connsiteX10" fmla="*/ 115724 w 325931"/>
              <a:gd name="connsiteY10" fmla="*/ 914400 h 1145628"/>
              <a:gd name="connsiteX11" fmla="*/ 94703 w 325931"/>
              <a:gd name="connsiteY11" fmla="*/ 998483 h 1145628"/>
              <a:gd name="connsiteX12" fmla="*/ 52662 w 325931"/>
              <a:gd name="connsiteY12" fmla="*/ 1030014 h 1145628"/>
              <a:gd name="connsiteX13" fmla="*/ 21131 w 325931"/>
              <a:gd name="connsiteY13" fmla="*/ 1061545 h 1145628"/>
              <a:gd name="connsiteX14" fmla="*/ 110 w 325931"/>
              <a:gd name="connsiteY14" fmla="*/ 1114097 h 1145628"/>
              <a:gd name="connsiteX15" fmla="*/ 10620 w 325931"/>
              <a:gd name="connsiteY15" fmla="*/ 1145628 h 114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25931" h="1145628">
                <a:moveTo>
                  <a:pt x="325931" y="0"/>
                </a:moveTo>
                <a:cubicBezTo>
                  <a:pt x="290896" y="7007"/>
                  <a:pt x="243357" y="-6708"/>
                  <a:pt x="220827" y="21021"/>
                </a:cubicBezTo>
                <a:cubicBezTo>
                  <a:pt x="189195" y="59952"/>
                  <a:pt x="201885" y="119610"/>
                  <a:pt x="189296" y="168166"/>
                </a:cubicBezTo>
                <a:cubicBezTo>
                  <a:pt x="177337" y="214293"/>
                  <a:pt x="164526" y="260388"/>
                  <a:pt x="147255" y="304800"/>
                </a:cubicBezTo>
                <a:cubicBezTo>
                  <a:pt x="139851" y="323839"/>
                  <a:pt x="124860" y="339080"/>
                  <a:pt x="115724" y="357352"/>
                </a:cubicBezTo>
                <a:cubicBezTo>
                  <a:pt x="103792" y="381217"/>
                  <a:pt x="94703" y="406401"/>
                  <a:pt x="84193" y="430925"/>
                </a:cubicBezTo>
                <a:cubicBezTo>
                  <a:pt x="89891" y="516403"/>
                  <a:pt x="104824" y="590141"/>
                  <a:pt x="84193" y="672663"/>
                </a:cubicBezTo>
                <a:cubicBezTo>
                  <a:pt x="80393" y="687863"/>
                  <a:pt x="70179" y="700690"/>
                  <a:pt x="63172" y="714704"/>
                </a:cubicBezTo>
                <a:cubicBezTo>
                  <a:pt x="66676" y="756745"/>
                  <a:pt x="62813" y="800065"/>
                  <a:pt x="73683" y="840828"/>
                </a:cubicBezTo>
                <a:cubicBezTo>
                  <a:pt x="77513" y="855190"/>
                  <a:pt x="97839" y="859454"/>
                  <a:pt x="105214" y="872359"/>
                </a:cubicBezTo>
                <a:cubicBezTo>
                  <a:pt x="112381" y="884901"/>
                  <a:pt x="112221" y="900386"/>
                  <a:pt x="115724" y="914400"/>
                </a:cubicBezTo>
                <a:cubicBezTo>
                  <a:pt x="108717" y="942428"/>
                  <a:pt x="108537" y="973120"/>
                  <a:pt x="94703" y="998483"/>
                </a:cubicBezTo>
                <a:cubicBezTo>
                  <a:pt x="86315" y="1013861"/>
                  <a:pt x="65962" y="1018614"/>
                  <a:pt x="52662" y="1030014"/>
                </a:cubicBezTo>
                <a:cubicBezTo>
                  <a:pt x="41377" y="1039687"/>
                  <a:pt x="31641" y="1051035"/>
                  <a:pt x="21131" y="1061545"/>
                </a:cubicBezTo>
                <a:cubicBezTo>
                  <a:pt x="14124" y="1079062"/>
                  <a:pt x="2450" y="1095376"/>
                  <a:pt x="110" y="1114097"/>
                </a:cubicBezTo>
                <a:cubicBezTo>
                  <a:pt x="-1264" y="1125090"/>
                  <a:pt x="10620" y="1145628"/>
                  <a:pt x="10620" y="1145628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742D4818-03C5-4A9F-AAAF-4D532A8E76F6}"/>
              </a:ext>
            </a:extLst>
          </p:cNvPr>
          <p:cNvSpPr/>
          <p:nvPr/>
        </p:nvSpPr>
        <p:spPr>
          <a:xfrm>
            <a:off x="4864459" y="4375119"/>
            <a:ext cx="336898" cy="1356931"/>
          </a:xfrm>
          <a:custGeom>
            <a:avLst/>
            <a:gdLst>
              <a:gd name="connsiteX0" fmla="*/ 0 w 336898"/>
              <a:gd name="connsiteY0" fmla="*/ 1081 h 1367426"/>
              <a:gd name="connsiteX1" fmla="*/ 147145 w 336898"/>
              <a:gd name="connsiteY1" fmla="*/ 43122 h 1367426"/>
              <a:gd name="connsiteX2" fmla="*/ 157655 w 336898"/>
              <a:gd name="connsiteY2" fmla="*/ 85164 h 1367426"/>
              <a:gd name="connsiteX3" fmla="*/ 199697 w 336898"/>
              <a:gd name="connsiteY3" fmla="*/ 274350 h 1367426"/>
              <a:gd name="connsiteX4" fmla="*/ 231228 w 336898"/>
              <a:gd name="connsiteY4" fmla="*/ 305881 h 1367426"/>
              <a:gd name="connsiteX5" fmla="*/ 294290 w 336898"/>
              <a:gd name="connsiteY5" fmla="*/ 579150 h 1367426"/>
              <a:gd name="connsiteX6" fmla="*/ 283779 w 336898"/>
              <a:gd name="connsiteY6" fmla="*/ 820888 h 1367426"/>
              <a:gd name="connsiteX7" fmla="*/ 304800 w 336898"/>
              <a:gd name="connsiteY7" fmla="*/ 904971 h 1367426"/>
              <a:gd name="connsiteX8" fmla="*/ 283779 w 336898"/>
              <a:gd name="connsiteY8" fmla="*/ 978543 h 1367426"/>
              <a:gd name="connsiteX9" fmla="*/ 231228 w 336898"/>
              <a:gd name="connsiteY9" fmla="*/ 1062626 h 1367426"/>
              <a:gd name="connsiteX10" fmla="*/ 220717 w 336898"/>
              <a:gd name="connsiteY10" fmla="*/ 1104667 h 1367426"/>
              <a:gd name="connsiteX11" fmla="*/ 231228 w 336898"/>
              <a:gd name="connsiteY11" fmla="*/ 1178240 h 1367426"/>
              <a:gd name="connsiteX12" fmla="*/ 252248 w 336898"/>
              <a:gd name="connsiteY12" fmla="*/ 1209771 h 1367426"/>
              <a:gd name="connsiteX13" fmla="*/ 325821 w 336898"/>
              <a:gd name="connsiteY13" fmla="*/ 1272833 h 1367426"/>
              <a:gd name="connsiteX14" fmla="*/ 336331 w 336898"/>
              <a:gd name="connsiteY14" fmla="*/ 1367426 h 136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36898" h="1367426">
                <a:moveTo>
                  <a:pt x="0" y="1081"/>
                </a:moveTo>
                <a:cubicBezTo>
                  <a:pt x="83762" y="8061"/>
                  <a:pt x="119176" y="-22139"/>
                  <a:pt x="147145" y="43122"/>
                </a:cubicBezTo>
                <a:cubicBezTo>
                  <a:pt x="152835" y="56399"/>
                  <a:pt x="154152" y="71150"/>
                  <a:pt x="157655" y="85164"/>
                </a:cubicBezTo>
                <a:cubicBezTo>
                  <a:pt x="172777" y="327119"/>
                  <a:pt x="120573" y="208414"/>
                  <a:pt x="199697" y="274350"/>
                </a:cubicBezTo>
                <a:cubicBezTo>
                  <a:pt x="211116" y="283866"/>
                  <a:pt x="220718" y="295371"/>
                  <a:pt x="231228" y="305881"/>
                </a:cubicBezTo>
                <a:cubicBezTo>
                  <a:pt x="264326" y="570663"/>
                  <a:pt x="192254" y="511125"/>
                  <a:pt x="294290" y="579150"/>
                </a:cubicBezTo>
                <a:cubicBezTo>
                  <a:pt x="276687" y="719973"/>
                  <a:pt x="262434" y="714162"/>
                  <a:pt x="283779" y="820888"/>
                </a:cubicBezTo>
                <a:cubicBezTo>
                  <a:pt x="289445" y="849217"/>
                  <a:pt x="304800" y="904971"/>
                  <a:pt x="304800" y="904971"/>
                </a:cubicBezTo>
                <a:cubicBezTo>
                  <a:pt x="302187" y="915422"/>
                  <a:pt x="290740" y="965781"/>
                  <a:pt x="283779" y="978543"/>
                </a:cubicBezTo>
                <a:cubicBezTo>
                  <a:pt x="267952" y="1007559"/>
                  <a:pt x="231228" y="1062626"/>
                  <a:pt x="231228" y="1062626"/>
                </a:cubicBezTo>
                <a:cubicBezTo>
                  <a:pt x="227724" y="1076640"/>
                  <a:pt x="220717" y="1090222"/>
                  <a:pt x="220717" y="1104667"/>
                </a:cubicBezTo>
                <a:cubicBezTo>
                  <a:pt x="220717" y="1129440"/>
                  <a:pt x="224109" y="1154511"/>
                  <a:pt x="231228" y="1178240"/>
                </a:cubicBezTo>
                <a:cubicBezTo>
                  <a:pt x="234858" y="1190339"/>
                  <a:pt x="244161" y="1200067"/>
                  <a:pt x="252248" y="1209771"/>
                </a:cubicBezTo>
                <a:cubicBezTo>
                  <a:pt x="276646" y="1239049"/>
                  <a:pt x="294892" y="1249636"/>
                  <a:pt x="325821" y="1272833"/>
                </a:cubicBezTo>
                <a:cubicBezTo>
                  <a:pt x="340579" y="1331868"/>
                  <a:pt x="336331" y="1300429"/>
                  <a:pt x="336331" y="1367426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iO2">
            <a:extLst>
              <a:ext uri="{FF2B5EF4-FFF2-40B4-BE49-F238E27FC236}">
                <a16:creationId xmlns:a16="http://schemas.microsoft.com/office/drawing/2014/main" id="{5EB51772-4394-4C2D-B4E1-7FFE3B960946}"/>
              </a:ext>
            </a:extLst>
          </p:cNvPr>
          <p:cNvSpPr txBox="1"/>
          <p:nvPr/>
        </p:nvSpPr>
        <p:spPr>
          <a:xfrm>
            <a:off x="1906062" y="2216881"/>
            <a:ext cx="1397628" cy="442674"/>
          </a:xfrm>
          <a:prstGeom prst="roundRect">
            <a:avLst/>
          </a:prstGeom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dirty="0"/>
              <a:t>↑ FiO</a:t>
            </a:r>
            <a:r>
              <a:rPr lang="en-US" sz="2000" baseline="-25000" dirty="0"/>
              <a:t>2 </a:t>
            </a:r>
          </a:p>
        </p:txBody>
      </p:sp>
      <p:sp>
        <p:nvSpPr>
          <p:cNvPr id="50" name="PEEP">
            <a:extLst>
              <a:ext uri="{FF2B5EF4-FFF2-40B4-BE49-F238E27FC236}">
                <a16:creationId xmlns:a16="http://schemas.microsoft.com/office/drawing/2014/main" id="{D9B99361-92CA-46D3-9156-4E319D8E56FA}"/>
              </a:ext>
            </a:extLst>
          </p:cNvPr>
          <p:cNvSpPr txBox="1"/>
          <p:nvPr/>
        </p:nvSpPr>
        <p:spPr>
          <a:xfrm>
            <a:off x="4456810" y="2222492"/>
            <a:ext cx="1368681" cy="442674"/>
          </a:xfrm>
          <a:prstGeom prst="roundRect">
            <a:avLst/>
          </a:prstGeom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dirty="0"/>
              <a:t>↑ PEEP</a:t>
            </a:r>
          </a:p>
        </p:txBody>
      </p:sp>
      <p:pic>
        <p:nvPicPr>
          <p:cNvPr id="51" name="Graphic 50" descr="Cursor">
            <a:extLst>
              <a:ext uri="{FF2B5EF4-FFF2-40B4-BE49-F238E27FC236}">
                <a16:creationId xmlns:a16="http://schemas.microsoft.com/office/drawing/2014/main" id="{733AD98A-8404-4B15-95D4-477A290DE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8016" y="1711235"/>
            <a:ext cx="346628" cy="365760"/>
          </a:xfrm>
          <a:prstGeom prst="rect">
            <a:avLst/>
          </a:prstGeom>
        </p:spPr>
      </p:pic>
      <p:pic>
        <p:nvPicPr>
          <p:cNvPr id="52" name="Graphic 51" descr="Cursor">
            <a:extLst>
              <a:ext uri="{FF2B5EF4-FFF2-40B4-BE49-F238E27FC236}">
                <a16:creationId xmlns:a16="http://schemas.microsoft.com/office/drawing/2014/main" id="{845256FF-197D-4CC1-B60E-132C7DA06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60520" y="2508521"/>
            <a:ext cx="346628" cy="365760"/>
          </a:xfrm>
          <a:prstGeom prst="rect">
            <a:avLst/>
          </a:prstGeom>
        </p:spPr>
      </p:pic>
      <p:pic>
        <p:nvPicPr>
          <p:cNvPr id="53" name="Graphic 52" descr="Cursor">
            <a:extLst>
              <a:ext uri="{FF2B5EF4-FFF2-40B4-BE49-F238E27FC236}">
                <a16:creationId xmlns:a16="http://schemas.microsoft.com/office/drawing/2014/main" id="{8811826B-5868-48EC-A201-8D4BD07E7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2322" y="2468884"/>
            <a:ext cx="346628" cy="365760"/>
          </a:xfrm>
          <a:prstGeom prst="rect">
            <a:avLst/>
          </a:prstGeom>
        </p:spPr>
      </p:pic>
      <p:pic>
        <p:nvPicPr>
          <p:cNvPr id="56" name="Graphic 55" descr="Cursor">
            <a:extLst>
              <a:ext uri="{FF2B5EF4-FFF2-40B4-BE49-F238E27FC236}">
                <a16:creationId xmlns:a16="http://schemas.microsoft.com/office/drawing/2014/main" id="{E95C502D-C8F9-406C-8657-BA2A73E856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4265" y="1711235"/>
            <a:ext cx="346628" cy="365760"/>
          </a:xfrm>
          <a:prstGeom prst="rect">
            <a:avLst/>
          </a:prstGeom>
        </p:spPr>
      </p:pic>
      <p:sp>
        <p:nvSpPr>
          <p:cNvPr id="86" name="Title 1">
            <a:extLst>
              <a:ext uri="{FF2B5EF4-FFF2-40B4-BE49-F238E27FC236}">
                <a16:creationId xmlns:a16="http://schemas.microsoft.com/office/drawing/2014/main" id="{99F05398-D8DF-48EE-8031-C2F4C8338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1317" y="160258"/>
            <a:ext cx="6832180" cy="664316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+mn-lt"/>
              </a:rPr>
              <a:t>Respiratory Physiology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1947BB2-AEA0-48F8-B9EA-1BD0DFD775A1}"/>
              </a:ext>
            </a:extLst>
          </p:cNvPr>
          <p:cNvGrpSpPr/>
          <p:nvPr/>
        </p:nvGrpSpPr>
        <p:grpSpPr>
          <a:xfrm>
            <a:off x="6923926" y="2238163"/>
            <a:ext cx="4757918" cy="413601"/>
            <a:chOff x="6822326" y="2264137"/>
            <a:chExt cx="4757918" cy="413601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F3D0D35-9760-4904-84AD-C2E0F9CEB94C}"/>
                </a:ext>
              </a:extLst>
            </p:cNvPr>
            <p:cNvSpPr txBox="1"/>
            <p:nvPr/>
          </p:nvSpPr>
          <p:spPr>
            <a:xfrm>
              <a:off x="6822326" y="2277628"/>
              <a:ext cx="2357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Tidal volume (V</a:t>
              </a:r>
              <a:r>
                <a:rPr lang="en-US" sz="2000" baseline="-25000" dirty="0"/>
                <a:t>t</a:t>
              </a:r>
              <a:r>
                <a:rPr lang="en-US" sz="2000" dirty="0"/>
                <a:t>)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6233FB8-037C-4FC3-843A-BA6A616E0E39}"/>
                </a:ext>
              </a:extLst>
            </p:cNvPr>
            <p:cNvSpPr txBox="1"/>
            <p:nvPr/>
          </p:nvSpPr>
          <p:spPr>
            <a:xfrm>
              <a:off x="8896621" y="2264137"/>
              <a:ext cx="7339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x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057E8F9-B77F-47DC-B13F-54993FC94D37}"/>
                </a:ext>
              </a:extLst>
            </p:cNvPr>
            <p:cNvSpPr txBox="1"/>
            <p:nvPr/>
          </p:nvSpPr>
          <p:spPr>
            <a:xfrm>
              <a:off x="9223228" y="2270046"/>
              <a:ext cx="23570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Respiratory rate</a:t>
              </a: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DD8B6581-A789-4F72-BAF1-9BA8A9E807BE}"/>
              </a:ext>
            </a:extLst>
          </p:cNvPr>
          <p:cNvSpPr/>
          <p:nvPr/>
        </p:nvSpPr>
        <p:spPr>
          <a:xfrm>
            <a:off x="711819" y="2864531"/>
            <a:ext cx="3203835" cy="92333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↑ number or % of O</a:t>
            </a:r>
            <a:r>
              <a:rPr lang="en-US" baseline="-25000" dirty="0"/>
              <a:t>2</a:t>
            </a:r>
            <a:r>
              <a:rPr lang="en-US" dirty="0"/>
              <a:t> molecules participating in gas exchange  (room air is 21% FiO</a:t>
            </a:r>
            <a:r>
              <a:rPr lang="en-US" baseline="-25000" dirty="0"/>
              <a:t>2</a:t>
            </a:r>
            <a:r>
              <a:rPr lang="en-US" dirty="0"/>
              <a:t>)</a:t>
            </a:r>
            <a:endParaRPr lang="en-US" baseline="-250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297357-79E8-4AF9-9E67-E9E750329476}"/>
              </a:ext>
            </a:extLst>
          </p:cNvPr>
          <p:cNvSpPr/>
          <p:nvPr/>
        </p:nvSpPr>
        <p:spPr>
          <a:xfrm>
            <a:off x="4005707" y="2882610"/>
            <a:ext cx="3045788" cy="92333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Recruits additional alveoli during expiration to participate in gas exchange </a:t>
            </a:r>
            <a:endParaRPr lang="en-US" baseline="-25000" dirty="0"/>
          </a:p>
        </p:txBody>
      </p:sp>
      <p:sp>
        <p:nvSpPr>
          <p:cNvPr id="49" name="Rectangle: Rounded Corners 48">
            <a:hlinkClick r:id="rId4" action="ppaction://hlinksldjump"/>
            <a:extLst>
              <a:ext uri="{FF2B5EF4-FFF2-40B4-BE49-F238E27FC236}">
                <a16:creationId xmlns:a16="http://schemas.microsoft.com/office/drawing/2014/main" id="{0C43ECEF-6F2F-41A2-9E1A-FD432F895DDE}"/>
              </a:ext>
            </a:extLst>
          </p:cNvPr>
          <p:cNvSpPr/>
          <p:nvPr/>
        </p:nvSpPr>
        <p:spPr>
          <a:xfrm>
            <a:off x="186814" y="131786"/>
            <a:ext cx="1391425" cy="39824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The Basics</a:t>
            </a:r>
          </a:p>
        </p:txBody>
      </p:sp>
      <p:sp>
        <p:nvSpPr>
          <p:cNvPr id="54" name="Rectangle: Rounded Corners 53">
            <a:hlinkClick r:id="rId5" action="ppaction://hlinksldjump"/>
            <a:extLst>
              <a:ext uri="{FF2B5EF4-FFF2-40B4-BE49-F238E27FC236}">
                <a16:creationId xmlns:a16="http://schemas.microsoft.com/office/drawing/2014/main" id="{335589D1-4C3C-459E-BA36-3FA468524EDB}"/>
              </a:ext>
            </a:extLst>
          </p:cNvPr>
          <p:cNvSpPr/>
          <p:nvPr/>
        </p:nvSpPr>
        <p:spPr>
          <a:xfrm>
            <a:off x="186814" y="657094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</a:t>
            </a:r>
            <a:r>
              <a:rPr lang="en-US" b="1" baseline="-25000" dirty="0">
                <a:solidFill>
                  <a:schemeClr val="tx1"/>
                </a:solidFill>
              </a:rPr>
              <a:t>2</a:t>
            </a:r>
            <a:r>
              <a:rPr lang="en-US" b="1" dirty="0">
                <a:solidFill>
                  <a:schemeClr val="tx1"/>
                </a:solidFill>
              </a:rPr>
              <a:t> Devices</a:t>
            </a:r>
          </a:p>
        </p:txBody>
      </p:sp>
      <p:pic>
        <p:nvPicPr>
          <p:cNvPr id="57" name="Graphic 56" descr="Cursor">
            <a:extLst>
              <a:ext uri="{FF2B5EF4-FFF2-40B4-BE49-F238E27FC236}">
                <a16:creationId xmlns:a16="http://schemas.microsoft.com/office/drawing/2014/main" id="{13DB8E61-72ED-4644-81E0-9D9375E8F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4925" y="862142"/>
            <a:ext cx="346628" cy="365760"/>
          </a:xfrm>
          <a:prstGeom prst="rect">
            <a:avLst/>
          </a:prstGeom>
        </p:spPr>
      </p:pic>
      <p:sp>
        <p:nvSpPr>
          <p:cNvPr id="59" name="Rectangle: Rounded Corners 58">
            <a:hlinkClick r:id="rId6" action="ppaction://hlinksldjump"/>
            <a:extLst>
              <a:ext uri="{FF2B5EF4-FFF2-40B4-BE49-F238E27FC236}">
                <a16:creationId xmlns:a16="http://schemas.microsoft.com/office/drawing/2014/main" id="{998C3096-F035-4F2E-9E30-7D3D31235A97}"/>
              </a:ext>
            </a:extLst>
          </p:cNvPr>
          <p:cNvSpPr/>
          <p:nvPr/>
        </p:nvSpPr>
        <p:spPr>
          <a:xfrm>
            <a:off x="186814" y="1182402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60" name="Graphic 59" descr="Cursor">
            <a:extLst>
              <a:ext uri="{FF2B5EF4-FFF2-40B4-BE49-F238E27FC236}">
                <a16:creationId xmlns:a16="http://schemas.microsoft.com/office/drawing/2014/main" id="{796325DA-892E-4389-B4CA-2685D06627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4421" y="1397762"/>
            <a:ext cx="346628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02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8" grpId="0" animBg="1"/>
      <p:bldP spid="50" grpId="0" animBg="1"/>
      <p:bldP spid="30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946614E-15D3-4793-A97E-8BA7A9151878}"/>
              </a:ext>
            </a:extLst>
          </p:cNvPr>
          <p:cNvSpPr/>
          <p:nvPr/>
        </p:nvSpPr>
        <p:spPr>
          <a:xfrm>
            <a:off x="1933575" y="5222474"/>
            <a:ext cx="8943975" cy="13392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hlinkClick r:id="rId2" action="ppaction://hlinksldjump"/>
            <a:extLst>
              <a:ext uri="{FF2B5EF4-FFF2-40B4-BE49-F238E27FC236}">
                <a16:creationId xmlns:a16="http://schemas.microsoft.com/office/drawing/2014/main" id="{C3335F51-BA09-45CD-8CBB-34FDF83D20D1}"/>
              </a:ext>
            </a:extLst>
          </p:cNvPr>
          <p:cNvSpPr txBox="1"/>
          <p:nvPr/>
        </p:nvSpPr>
        <p:spPr>
          <a:xfrm>
            <a:off x="2170511" y="2324227"/>
            <a:ext cx="2367073" cy="442674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Nasal cannula</a:t>
            </a:r>
          </a:p>
        </p:txBody>
      </p:sp>
      <p:sp>
        <p:nvSpPr>
          <p:cNvPr id="9" name="TextBox 8">
            <a:hlinkClick r:id="rId3" action="ppaction://hlinksldjump"/>
            <a:extLst>
              <a:ext uri="{FF2B5EF4-FFF2-40B4-BE49-F238E27FC236}">
                <a16:creationId xmlns:a16="http://schemas.microsoft.com/office/drawing/2014/main" id="{B37EB1CF-DD11-4974-A86D-6F3AEE2772AF}"/>
              </a:ext>
            </a:extLst>
          </p:cNvPr>
          <p:cNvSpPr txBox="1"/>
          <p:nvPr/>
        </p:nvSpPr>
        <p:spPr>
          <a:xfrm>
            <a:off x="2170510" y="4175218"/>
            <a:ext cx="2648403" cy="442674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Non-rebreather mask</a:t>
            </a:r>
          </a:p>
        </p:txBody>
      </p:sp>
      <p:sp>
        <p:nvSpPr>
          <p:cNvPr id="10" name="TextBox 9">
            <a:hlinkClick r:id="rId4" action="ppaction://hlinksldjump"/>
            <a:extLst>
              <a:ext uri="{FF2B5EF4-FFF2-40B4-BE49-F238E27FC236}">
                <a16:creationId xmlns:a16="http://schemas.microsoft.com/office/drawing/2014/main" id="{562EC7D6-2F52-4DF4-AB28-9BE6E764D0C1}"/>
              </a:ext>
            </a:extLst>
          </p:cNvPr>
          <p:cNvSpPr txBox="1"/>
          <p:nvPr/>
        </p:nvSpPr>
        <p:spPr>
          <a:xfrm>
            <a:off x="2170511" y="2939521"/>
            <a:ext cx="2367074" cy="442674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Face mask (simple)</a:t>
            </a:r>
          </a:p>
        </p:txBody>
      </p:sp>
      <p:sp>
        <p:nvSpPr>
          <p:cNvPr id="11" name="TextBox 10">
            <a:hlinkClick r:id="rId5" action="ppaction://hlinksldjump"/>
            <a:extLst>
              <a:ext uri="{FF2B5EF4-FFF2-40B4-BE49-F238E27FC236}">
                <a16:creationId xmlns:a16="http://schemas.microsoft.com/office/drawing/2014/main" id="{24460056-1019-4FDB-A2D9-B8BA997A9FAA}"/>
              </a:ext>
            </a:extLst>
          </p:cNvPr>
          <p:cNvSpPr txBox="1"/>
          <p:nvPr/>
        </p:nvSpPr>
        <p:spPr>
          <a:xfrm>
            <a:off x="2170510" y="3554815"/>
            <a:ext cx="2367074" cy="442674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 err="1"/>
              <a:t>Oxymizer</a:t>
            </a:r>
            <a:endParaRPr lang="en-US" sz="2000" dirty="0"/>
          </a:p>
        </p:txBody>
      </p:sp>
      <p:sp>
        <p:nvSpPr>
          <p:cNvPr id="12" name="TextBox 11">
            <a:hlinkClick r:id="rId6" action="ppaction://hlinksldjump"/>
            <a:extLst>
              <a:ext uri="{FF2B5EF4-FFF2-40B4-BE49-F238E27FC236}">
                <a16:creationId xmlns:a16="http://schemas.microsoft.com/office/drawing/2014/main" id="{69B26B72-BC27-43F4-8550-5432CBAE08D0}"/>
              </a:ext>
            </a:extLst>
          </p:cNvPr>
          <p:cNvSpPr txBox="1"/>
          <p:nvPr/>
        </p:nvSpPr>
        <p:spPr>
          <a:xfrm>
            <a:off x="2170510" y="4791624"/>
            <a:ext cx="2914362" cy="442674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High flow nasal cannula</a:t>
            </a:r>
          </a:p>
        </p:txBody>
      </p:sp>
      <p:sp>
        <p:nvSpPr>
          <p:cNvPr id="13" name="TextBox 12">
            <a:hlinkClick r:id="rId7" action="ppaction://hlinksldjump"/>
            <a:extLst>
              <a:ext uri="{FF2B5EF4-FFF2-40B4-BE49-F238E27FC236}">
                <a16:creationId xmlns:a16="http://schemas.microsoft.com/office/drawing/2014/main" id="{2B68BEC7-71EB-4A1E-AF32-2189434348F3}"/>
              </a:ext>
            </a:extLst>
          </p:cNvPr>
          <p:cNvSpPr txBox="1"/>
          <p:nvPr/>
        </p:nvSpPr>
        <p:spPr>
          <a:xfrm>
            <a:off x="3028289" y="5428135"/>
            <a:ext cx="1075393" cy="442674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CPAP</a:t>
            </a:r>
          </a:p>
        </p:txBody>
      </p:sp>
      <p:sp>
        <p:nvSpPr>
          <p:cNvPr id="14" name="TextBox 13">
            <a:hlinkClick r:id="rId7" action="ppaction://hlinksldjump"/>
            <a:extLst>
              <a:ext uri="{FF2B5EF4-FFF2-40B4-BE49-F238E27FC236}">
                <a16:creationId xmlns:a16="http://schemas.microsoft.com/office/drawing/2014/main" id="{B0DDB1A2-DBFF-4FCE-856A-4C5F296FF26A}"/>
              </a:ext>
            </a:extLst>
          </p:cNvPr>
          <p:cNvSpPr txBox="1"/>
          <p:nvPr/>
        </p:nvSpPr>
        <p:spPr>
          <a:xfrm>
            <a:off x="8774928" y="5477273"/>
            <a:ext cx="1217861" cy="442674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BiPAP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31CAEA-AA09-43A7-8F08-389364BE66AC}"/>
              </a:ext>
            </a:extLst>
          </p:cNvPr>
          <p:cNvSpPr txBox="1"/>
          <p:nvPr/>
        </p:nvSpPr>
        <p:spPr>
          <a:xfrm>
            <a:off x="8096707" y="6067846"/>
            <a:ext cx="3223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Mechanical ventilation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4CE3EFA-3080-4316-8DFF-26F8922D46C1}"/>
              </a:ext>
            </a:extLst>
          </p:cNvPr>
          <p:cNvCxnSpPr>
            <a:cxnSpLocks/>
          </p:cNvCxnSpPr>
          <p:nvPr/>
        </p:nvCxnSpPr>
        <p:spPr>
          <a:xfrm>
            <a:off x="1549358" y="2368819"/>
            <a:ext cx="0" cy="2500060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791280A-C6D6-49B6-91D2-C2E4C0433B37}"/>
              </a:ext>
            </a:extLst>
          </p:cNvPr>
          <p:cNvSpPr txBox="1"/>
          <p:nvPr/>
        </p:nvSpPr>
        <p:spPr>
          <a:xfrm rot="16200000">
            <a:off x="272502" y="3363891"/>
            <a:ext cx="2077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4"/>
                </a:solidFill>
              </a:rPr>
              <a:t>↑ max FiO2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6C4275-7383-4F56-B2D3-1F16476E8C16}"/>
              </a:ext>
            </a:extLst>
          </p:cNvPr>
          <p:cNvSpPr txBox="1"/>
          <p:nvPr/>
        </p:nvSpPr>
        <p:spPr>
          <a:xfrm>
            <a:off x="1126571" y="4868879"/>
            <a:ext cx="94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100%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2E3896-BC68-4969-AAB3-31B8114BE83D}"/>
              </a:ext>
            </a:extLst>
          </p:cNvPr>
          <p:cNvSpPr/>
          <p:nvPr/>
        </p:nvSpPr>
        <p:spPr>
          <a:xfrm rot="16200000">
            <a:off x="1029390" y="5586467"/>
            <a:ext cx="1075393" cy="4578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1">
                    <a:lumMod val="50000"/>
                  </a:schemeClr>
                </a:solidFill>
              </a:rPr>
              <a:t>PEEP</a:t>
            </a:r>
          </a:p>
        </p:txBody>
      </p:sp>
      <p:pic>
        <p:nvPicPr>
          <p:cNvPr id="21" name="Graphic 20" descr="Cursor">
            <a:extLst>
              <a:ext uri="{FF2B5EF4-FFF2-40B4-BE49-F238E27FC236}">
                <a16:creationId xmlns:a16="http://schemas.microsoft.com/office/drawing/2014/main" id="{B1DE5030-3F11-43B9-9F30-317C733A06F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86131" y="2612218"/>
            <a:ext cx="346628" cy="365760"/>
          </a:xfrm>
          <a:prstGeom prst="rect">
            <a:avLst/>
          </a:prstGeom>
        </p:spPr>
      </p:pic>
      <p:pic>
        <p:nvPicPr>
          <p:cNvPr id="22" name="Graphic 21" descr="Cursor">
            <a:extLst>
              <a:ext uri="{FF2B5EF4-FFF2-40B4-BE49-F238E27FC236}">
                <a16:creationId xmlns:a16="http://schemas.microsoft.com/office/drawing/2014/main" id="{B7D137A9-DF5F-4E65-A0E4-2C98EB8F47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86131" y="3222959"/>
            <a:ext cx="346628" cy="365760"/>
          </a:xfrm>
          <a:prstGeom prst="rect">
            <a:avLst/>
          </a:prstGeom>
        </p:spPr>
      </p:pic>
      <p:pic>
        <p:nvPicPr>
          <p:cNvPr id="24" name="Graphic 23" descr="Cursor">
            <a:extLst>
              <a:ext uri="{FF2B5EF4-FFF2-40B4-BE49-F238E27FC236}">
                <a16:creationId xmlns:a16="http://schemas.microsoft.com/office/drawing/2014/main" id="{828EB373-1E23-4168-91EB-343BCD1A94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86131" y="3801746"/>
            <a:ext cx="346628" cy="365760"/>
          </a:xfrm>
          <a:prstGeom prst="rect">
            <a:avLst/>
          </a:prstGeom>
        </p:spPr>
      </p:pic>
      <p:pic>
        <p:nvPicPr>
          <p:cNvPr id="27" name="Graphic 26" descr="Cursor">
            <a:extLst>
              <a:ext uri="{FF2B5EF4-FFF2-40B4-BE49-F238E27FC236}">
                <a16:creationId xmlns:a16="http://schemas.microsoft.com/office/drawing/2014/main" id="{B979B413-5479-46C6-9FEB-08ABF89ABF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36192" y="4441470"/>
            <a:ext cx="346628" cy="365760"/>
          </a:xfrm>
          <a:prstGeom prst="rect">
            <a:avLst/>
          </a:prstGeom>
        </p:spPr>
      </p:pic>
      <p:pic>
        <p:nvPicPr>
          <p:cNvPr id="28" name="Graphic 27" descr="Cursor">
            <a:extLst>
              <a:ext uri="{FF2B5EF4-FFF2-40B4-BE49-F238E27FC236}">
                <a16:creationId xmlns:a16="http://schemas.microsoft.com/office/drawing/2014/main" id="{8CF0B108-65FF-4583-BB34-071813FDC28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35712" y="5066045"/>
            <a:ext cx="346628" cy="365760"/>
          </a:xfrm>
          <a:prstGeom prst="rect">
            <a:avLst/>
          </a:prstGeom>
        </p:spPr>
      </p:pic>
      <p:sp>
        <p:nvSpPr>
          <p:cNvPr id="29" name="TextBox 28">
            <a:hlinkClick r:id="rId10" action="ppaction://hlinksldjump"/>
            <a:extLst>
              <a:ext uri="{FF2B5EF4-FFF2-40B4-BE49-F238E27FC236}">
                <a16:creationId xmlns:a16="http://schemas.microsoft.com/office/drawing/2014/main" id="{36984E5A-2D83-4FE5-A7AC-DD4704467DCE}"/>
              </a:ext>
            </a:extLst>
          </p:cNvPr>
          <p:cNvSpPr txBox="1"/>
          <p:nvPr/>
        </p:nvSpPr>
        <p:spPr>
          <a:xfrm>
            <a:off x="4713386" y="3425558"/>
            <a:ext cx="2092880" cy="442674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Venturi mask</a:t>
            </a:r>
          </a:p>
        </p:txBody>
      </p:sp>
      <p:pic>
        <p:nvPicPr>
          <p:cNvPr id="30" name="Graphic 29" descr="Cursor">
            <a:extLst>
              <a:ext uri="{FF2B5EF4-FFF2-40B4-BE49-F238E27FC236}">
                <a16:creationId xmlns:a16="http://schemas.microsoft.com/office/drawing/2014/main" id="{DE7F1354-7DB1-4CA0-AC1C-914C560C43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35440" y="3705071"/>
            <a:ext cx="346628" cy="365760"/>
          </a:xfrm>
          <a:prstGeom prst="rect">
            <a:avLst/>
          </a:prstGeom>
        </p:spPr>
      </p:pic>
      <p:pic>
        <p:nvPicPr>
          <p:cNvPr id="31" name="Graphic 30" descr="Cursor">
            <a:extLst>
              <a:ext uri="{FF2B5EF4-FFF2-40B4-BE49-F238E27FC236}">
                <a16:creationId xmlns:a16="http://schemas.microsoft.com/office/drawing/2014/main" id="{A9EBC136-D655-4104-8469-C83914F623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30368" y="5710368"/>
            <a:ext cx="346628" cy="365760"/>
          </a:xfrm>
          <a:prstGeom prst="rect">
            <a:avLst/>
          </a:prstGeom>
        </p:spPr>
      </p:pic>
      <p:pic>
        <p:nvPicPr>
          <p:cNvPr id="32" name="Graphic 31" descr="Cursor">
            <a:extLst>
              <a:ext uri="{FF2B5EF4-FFF2-40B4-BE49-F238E27FC236}">
                <a16:creationId xmlns:a16="http://schemas.microsoft.com/office/drawing/2014/main" id="{B776DD8E-1B47-40F2-811F-9331D5C79C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19475" y="5741980"/>
            <a:ext cx="346628" cy="365760"/>
          </a:xfrm>
          <a:prstGeom prst="rect">
            <a:avLst/>
          </a:prstGeom>
        </p:spPr>
      </p:pic>
      <p:sp>
        <p:nvSpPr>
          <p:cNvPr id="38" name="Title 1">
            <a:extLst>
              <a:ext uri="{FF2B5EF4-FFF2-40B4-BE49-F238E27FC236}">
                <a16:creationId xmlns:a16="http://schemas.microsoft.com/office/drawing/2014/main" id="{2E140CE1-8AD2-49DD-B761-BAC416609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0609" y="158424"/>
            <a:ext cx="6832180" cy="664316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+mn-lt"/>
              </a:rPr>
              <a:t>Oxygen Delivery Systems</a:t>
            </a:r>
          </a:p>
        </p:txBody>
      </p:sp>
      <p:sp>
        <p:nvSpPr>
          <p:cNvPr id="43" name="Oxygneation">
            <a:extLst>
              <a:ext uri="{FF2B5EF4-FFF2-40B4-BE49-F238E27FC236}">
                <a16:creationId xmlns:a16="http://schemas.microsoft.com/office/drawing/2014/main" id="{4395EDF8-0941-4506-BB59-CD0DF26D55D3}"/>
              </a:ext>
            </a:extLst>
          </p:cNvPr>
          <p:cNvSpPr txBox="1">
            <a:spLocks/>
          </p:cNvSpPr>
          <p:nvPr/>
        </p:nvSpPr>
        <p:spPr>
          <a:xfrm>
            <a:off x="2408178" y="1265454"/>
            <a:ext cx="2733152" cy="633664"/>
          </a:xfrm>
          <a:prstGeom prst="rect">
            <a:avLst/>
          </a:prstGeom>
          <a:ln w="38100" cap="flat" cmpd="sng" algn="ctr">
            <a:solidFill>
              <a:schemeClr val="dk1"/>
            </a:solidFill>
            <a:prstDash val="solid"/>
            <a:miter lim="800000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/>
              <a:t>Oxygenation</a:t>
            </a:r>
            <a:endParaRPr lang="en-US" sz="2800" dirty="0"/>
          </a:p>
        </p:txBody>
      </p:sp>
      <p:sp>
        <p:nvSpPr>
          <p:cNvPr id="44" name="Ventilation">
            <a:extLst>
              <a:ext uri="{FF2B5EF4-FFF2-40B4-BE49-F238E27FC236}">
                <a16:creationId xmlns:a16="http://schemas.microsoft.com/office/drawing/2014/main" id="{7244EE71-BDDC-4395-B554-5AAA8FE38BAF}"/>
              </a:ext>
            </a:extLst>
          </p:cNvPr>
          <p:cNvSpPr txBox="1">
            <a:spLocks/>
          </p:cNvSpPr>
          <p:nvPr/>
        </p:nvSpPr>
        <p:spPr>
          <a:xfrm>
            <a:off x="7568349" y="1271491"/>
            <a:ext cx="3218726" cy="62762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/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/>
              <a:t>Ventilation</a:t>
            </a:r>
            <a:endParaRPr lang="en-US" sz="2800" dirty="0"/>
          </a:p>
        </p:txBody>
      </p:sp>
      <p:sp>
        <p:nvSpPr>
          <p:cNvPr id="33" name="Rectangle: Rounded Corners 32">
            <a:hlinkClick r:id="rId11" action="ppaction://hlinksldjump"/>
            <a:extLst>
              <a:ext uri="{FF2B5EF4-FFF2-40B4-BE49-F238E27FC236}">
                <a16:creationId xmlns:a16="http://schemas.microsoft.com/office/drawing/2014/main" id="{92BDD63D-4021-4B0E-8DBD-0DEE2E3A3E9A}"/>
              </a:ext>
            </a:extLst>
          </p:cNvPr>
          <p:cNvSpPr/>
          <p:nvPr/>
        </p:nvSpPr>
        <p:spPr>
          <a:xfrm>
            <a:off x="186814" y="131786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The Basics</a:t>
            </a:r>
          </a:p>
        </p:txBody>
      </p:sp>
      <p:sp>
        <p:nvSpPr>
          <p:cNvPr id="34" name="Rectangle: Rounded Corners 33">
            <a:hlinkClick r:id="rId12" action="ppaction://hlinksldjump"/>
            <a:extLst>
              <a:ext uri="{FF2B5EF4-FFF2-40B4-BE49-F238E27FC236}">
                <a16:creationId xmlns:a16="http://schemas.microsoft.com/office/drawing/2014/main" id="{9884920E-773E-4F31-A960-56FF8DE344C4}"/>
              </a:ext>
            </a:extLst>
          </p:cNvPr>
          <p:cNvSpPr/>
          <p:nvPr/>
        </p:nvSpPr>
        <p:spPr>
          <a:xfrm>
            <a:off x="186814" y="657094"/>
            <a:ext cx="1391425" cy="39824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O</a:t>
            </a:r>
            <a:r>
              <a:rPr lang="en-US" b="1" baseline="-25000" dirty="0">
                <a:solidFill>
                  <a:schemeClr val="bg1"/>
                </a:solidFill>
              </a:rPr>
              <a:t>2</a:t>
            </a:r>
            <a:r>
              <a:rPr lang="en-US" b="1" dirty="0">
                <a:solidFill>
                  <a:schemeClr val="bg1"/>
                </a:solidFill>
              </a:rPr>
              <a:t> Devices</a:t>
            </a:r>
          </a:p>
        </p:txBody>
      </p:sp>
      <p:pic>
        <p:nvPicPr>
          <p:cNvPr id="35" name="Graphic 34" descr="Cursor">
            <a:extLst>
              <a:ext uri="{FF2B5EF4-FFF2-40B4-BE49-F238E27FC236}">
                <a16:creationId xmlns:a16="http://schemas.microsoft.com/office/drawing/2014/main" id="{5451A9CF-EA49-45F2-AFFF-977C3543323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04925" y="355289"/>
            <a:ext cx="346628" cy="365760"/>
          </a:xfrm>
          <a:prstGeom prst="rect">
            <a:avLst/>
          </a:prstGeom>
        </p:spPr>
      </p:pic>
      <p:sp>
        <p:nvSpPr>
          <p:cNvPr id="39" name="Rectangle: Rounded Corners 38">
            <a:hlinkClick r:id="rId13" action="ppaction://hlinksldjump"/>
            <a:extLst>
              <a:ext uri="{FF2B5EF4-FFF2-40B4-BE49-F238E27FC236}">
                <a16:creationId xmlns:a16="http://schemas.microsoft.com/office/drawing/2014/main" id="{34A900C6-88C9-401D-B98C-006017BD4D23}"/>
              </a:ext>
            </a:extLst>
          </p:cNvPr>
          <p:cNvSpPr/>
          <p:nvPr/>
        </p:nvSpPr>
        <p:spPr>
          <a:xfrm>
            <a:off x="186814" y="1182402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40" name="Graphic 39" descr="Cursor">
            <a:extLst>
              <a:ext uri="{FF2B5EF4-FFF2-40B4-BE49-F238E27FC236}">
                <a16:creationId xmlns:a16="http://schemas.microsoft.com/office/drawing/2014/main" id="{E00A8A0B-2BAB-4A7F-B4D4-542BE4F423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34421" y="1397762"/>
            <a:ext cx="346628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445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EFFD-05CA-4CE2-8C26-42F5E05368E5}"/>
              </a:ext>
            </a:extLst>
          </p:cNvPr>
          <p:cNvSpPr/>
          <p:nvPr/>
        </p:nvSpPr>
        <p:spPr>
          <a:xfrm>
            <a:off x="5459183" y="4917288"/>
            <a:ext cx="6026398" cy="14636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 hidden="1">
            <a:extLst>
              <a:ext uri="{FF2B5EF4-FFF2-40B4-BE49-F238E27FC236}">
                <a16:creationId xmlns:a16="http://schemas.microsoft.com/office/drawing/2014/main" id="{4E6D72BE-62AC-405B-9413-D689741307E8}"/>
              </a:ext>
            </a:extLst>
          </p:cNvPr>
          <p:cNvSpPr txBox="1"/>
          <p:nvPr/>
        </p:nvSpPr>
        <p:spPr>
          <a:xfrm>
            <a:off x="4382383" y="4945513"/>
            <a:ext cx="334088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Effective FiO</a:t>
            </a:r>
            <a:r>
              <a:rPr lang="en-US" sz="1400" b="1" baseline="-25000" dirty="0"/>
              <a:t>2</a:t>
            </a:r>
            <a:r>
              <a:rPr lang="en-US" sz="1400" b="1" dirty="0"/>
              <a:t> </a:t>
            </a:r>
            <a:r>
              <a:rPr lang="en-US" sz="1400" dirty="0"/>
              <a:t>is dependent on pattern of breathing (minute ventilation, inspiratory flow rate) and patency of nasal passages.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E.g., with increased work of breathing, inspiratory flow rate can be &gt; 100 L/min. This dilutes out the delivered O</a:t>
            </a:r>
            <a:r>
              <a:rPr lang="en-US" sz="1400" baseline="-25000" dirty="0"/>
              <a:t>2</a:t>
            </a:r>
            <a:r>
              <a:rPr lang="en-US" sz="1400" dirty="0"/>
              <a:t> with ambient air, decreasing effective FiO</a:t>
            </a:r>
            <a:r>
              <a:rPr lang="en-US" sz="1400" baseline="-25000" dirty="0"/>
              <a:t>2</a:t>
            </a:r>
            <a:r>
              <a:rPr lang="en-US" sz="1400" dirty="0"/>
              <a:t>. </a:t>
            </a: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AB2C420B-CC6F-4EEE-9FC1-772CA90E601F}"/>
              </a:ext>
            </a:extLst>
          </p:cNvPr>
          <p:cNvGrpSpPr/>
          <p:nvPr/>
        </p:nvGrpSpPr>
        <p:grpSpPr>
          <a:xfrm>
            <a:off x="9930080" y="1052545"/>
            <a:ext cx="882690" cy="2309430"/>
            <a:chOff x="9509988" y="1558505"/>
            <a:chExt cx="882690" cy="2309430"/>
          </a:xfrm>
        </p:grpSpPr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2A5B539D-F9FD-4E5A-9F17-70A4FB853C5A}"/>
                </a:ext>
              </a:extLst>
            </p:cNvPr>
            <p:cNvSpPr/>
            <p:nvPr/>
          </p:nvSpPr>
          <p:spPr>
            <a:xfrm>
              <a:off x="9654266" y="2738794"/>
              <a:ext cx="182844" cy="162290"/>
            </a:xfrm>
            <a:prstGeom prst="ellipse">
              <a:avLst/>
            </a:prstGeom>
            <a:gradFill flip="none" rotWithShape="1">
              <a:gsLst>
                <a:gs pos="0">
                  <a:schemeClr val="accent6">
                    <a:lumMod val="60000"/>
                    <a:lumOff val="40000"/>
                  </a:schemeClr>
                </a:gs>
                <a:gs pos="59000">
                  <a:schemeClr val="accent6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3654D31-B3B8-457D-85B7-A191F16FA7C2}"/>
                </a:ext>
              </a:extLst>
            </p:cNvPr>
            <p:cNvSpPr/>
            <p:nvPr/>
          </p:nvSpPr>
          <p:spPr>
            <a:xfrm>
              <a:off x="9954014" y="3289643"/>
              <a:ext cx="161112" cy="13745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Isosceles Triangle 77">
              <a:extLst>
                <a:ext uri="{FF2B5EF4-FFF2-40B4-BE49-F238E27FC236}">
                  <a16:creationId xmlns:a16="http://schemas.microsoft.com/office/drawing/2014/main" id="{5EA023BF-74BD-4488-8EE4-C326345964F4}"/>
                </a:ext>
              </a:extLst>
            </p:cNvPr>
            <p:cNvSpPr/>
            <p:nvPr/>
          </p:nvSpPr>
          <p:spPr>
            <a:xfrm flipV="1">
              <a:off x="9599348" y="3584902"/>
              <a:ext cx="292682" cy="283033"/>
            </a:xfrm>
            <a:custGeom>
              <a:avLst/>
              <a:gdLst>
                <a:gd name="connsiteX0" fmla="*/ 0 w 414826"/>
                <a:gd name="connsiteY0" fmla="*/ 791248 h 791248"/>
                <a:gd name="connsiteX1" fmla="*/ 207413 w 414826"/>
                <a:gd name="connsiteY1" fmla="*/ 0 h 791248"/>
                <a:gd name="connsiteX2" fmla="*/ 414826 w 414826"/>
                <a:gd name="connsiteY2" fmla="*/ 791248 h 791248"/>
                <a:gd name="connsiteX3" fmla="*/ 0 w 414826"/>
                <a:gd name="connsiteY3" fmla="*/ 791248 h 791248"/>
                <a:gd name="connsiteX0" fmla="*/ 0 w 414826"/>
                <a:gd name="connsiteY0" fmla="*/ 791248 h 791248"/>
                <a:gd name="connsiteX1" fmla="*/ 207413 w 414826"/>
                <a:gd name="connsiteY1" fmla="*/ 0 h 791248"/>
                <a:gd name="connsiteX2" fmla="*/ 245240 w 414826"/>
                <a:gd name="connsiteY2" fmla="*/ 50381 h 791248"/>
                <a:gd name="connsiteX3" fmla="*/ 414826 w 414826"/>
                <a:gd name="connsiteY3" fmla="*/ 791248 h 791248"/>
                <a:gd name="connsiteX4" fmla="*/ 0 w 414826"/>
                <a:gd name="connsiteY4" fmla="*/ 791248 h 791248"/>
                <a:gd name="connsiteX0" fmla="*/ 0 w 414826"/>
                <a:gd name="connsiteY0" fmla="*/ 791248 h 791248"/>
                <a:gd name="connsiteX1" fmla="*/ 207413 w 414826"/>
                <a:gd name="connsiteY1" fmla="*/ 0 h 791248"/>
                <a:gd name="connsiteX2" fmla="*/ 149354 w 414826"/>
                <a:gd name="connsiteY2" fmla="*/ 100466 h 791248"/>
                <a:gd name="connsiteX3" fmla="*/ 414826 w 414826"/>
                <a:gd name="connsiteY3" fmla="*/ 791248 h 791248"/>
                <a:gd name="connsiteX4" fmla="*/ 0 w 414826"/>
                <a:gd name="connsiteY4" fmla="*/ 791248 h 791248"/>
                <a:gd name="connsiteX0" fmla="*/ 0 w 414826"/>
                <a:gd name="connsiteY0" fmla="*/ 791248 h 791248"/>
                <a:gd name="connsiteX1" fmla="*/ 207413 w 414826"/>
                <a:gd name="connsiteY1" fmla="*/ 0 h 791248"/>
                <a:gd name="connsiteX2" fmla="*/ 285741 w 414826"/>
                <a:gd name="connsiteY2" fmla="*/ 86416 h 791248"/>
                <a:gd name="connsiteX3" fmla="*/ 414826 w 414826"/>
                <a:gd name="connsiteY3" fmla="*/ 791248 h 791248"/>
                <a:gd name="connsiteX4" fmla="*/ 0 w 414826"/>
                <a:gd name="connsiteY4" fmla="*/ 791248 h 791248"/>
                <a:gd name="connsiteX0" fmla="*/ 0 w 414826"/>
                <a:gd name="connsiteY0" fmla="*/ 743618 h 743618"/>
                <a:gd name="connsiteX1" fmla="*/ 145569 w 414826"/>
                <a:gd name="connsiteY1" fmla="*/ 0 h 743618"/>
                <a:gd name="connsiteX2" fmla="*/ 285741 w 414826"/>
                <a:gd name="connsiteY2" fmla="*/ 38786 h 743618"/>
                <a:gd name="connsiteX3" fmla="*/ 414826 w 414826"/>
                <a:gd name="connsiteY3" fmla="*/ 743618 h 743618"/>
                <a:gd name="connsiteX4" fmla="*/ 0 w 414826"/>
                <a:gd name="connsiteY4" fmla="*/ 743618 h 743618"/>
                <a:gd name="connsiteX0" fmla="*/ 0 w 347186"/>
                <a:gd name="connsiteY0" fmla="*/ 743618 h 743618"/>
                <a:gd name="connsiteX1" fmla="*/ 145569 w 347186"/>
                <a:gd name="connsiteY1" fmla="*/ 0 h 743618"/>
                <a:gd name="connsiteX2" fmla="*/ 285741 w 347186"/>
                <a:gd name="connsiteY2" fmla="*/ 38786 h 743618"/>
                <a:gd name="connsiteX3" fmla="*/ 347186 w 347186"/>
                <a:gd name="connsiteY3" fmla="*/ 740074 h 743618"/>
                <a:gd name="connsiteX4" fmla="*/ 0 w 347186"/>
                <a:gd name="connsiteY4" fmla="*/ 743618 h 743618"/>
                <a:gd name="connsiteX0" fmla="*/ 0 w 347186"/>
                <a:gd name="connsiteY0" fmla="*/ 714911 h 714911"/>
                <a:gd name="connsiteX1" fmla="*/ 127108 w 347186"/>
                <a:gd name="connsiteY1" fmla="*/ 0 h 714911"/>
                <a:gd name="connsiteX2" fmla="*/ 285741 w 347186"/>
                <a:gd name="connsiteY2" fmla="*/ 10079 h 714911"/>
                <a:gd name="connsiteX3" fmla="*/ 347186 w 347186"/>
                <a:gd name="connsiteY3" fmla="*/ 711367 h 714911"/>
                <a:gd name="connsiteX4" fmla="*/ 0 w 347186"/>
                <a:gd name="connsiteY4" fmla="*/ 714911 h 714911"/>
                <a:gd name="connsiteX0" fmla="*/ 0 w 347186"/>
                <a:gd name="connsiteY0" fmla="*/ 714911 h 714911"/>
                <a:gd name="connsiteX1" fmla="*/ 127108 w 347186"/>
                <a:gd name="connsiteY1" fmla="*/ 0 h 714911"/>
                <a:gd name="connsiteX2" fmla="*/ 285741 w 347186"/>
                <a:gd name="connsiteY2" fmla="*/ 10079 h 714911"/>
                <a:gd name="connsiteX3" fmla="*/ 347186 w 347186"/>
                <a:gd name="connsiteY3" fmla="*/ 711367 h 714911"/>
                <a:gd name="connsiteX4" fmla="*/ 0 w 347186"/>
                <a:gd name="connsiteY4" fmla="*/ 714911 h 714911"/>
                <a:gd name="connsiteX0" fmla="*/ 0 w 347186"/>
                <a:gd name="connsiteY0" fmla="*/ 714911 h 714911"/>
                <a:gd name="connsiteX1" fmla="*/ 127108 w 347186"/>
                <a:gd name="connsiteY1" fmla="*/ 0 h 714911"/>
                <a:gd name="connsiteX2" fmla="*/ 245036 w 347186"/>
                <a:gd name="connsiteY2" fmla="*/ 58816 h 714911"/>
                <a:gd name="connsiteX3" fmla="*/ 347186 w 347186"/>
                <a:gd name="connsiteY3" fmla="*/ 711367 h 714911"/>
                <a:gd name="connsiteX4" fmla="*/ 0 w 347186"/>
                <a:gd name="connsiteY4" fmla="*/ 714911 h 714911"/>
                <a:gd name="connsiteX0" fmla="*/ 0 w 282887"/>
                <a:gd name="connsiteY0" fmla="*/ 714911 h 724955"/>
                <a:gd name="connsiteX1" fmla="*/ 127108 w 282887"/>
                <a:gd name="connsiteY1" fmla="*/ 0 h 724955"/>
                <a:gd name="connsiteX2" fmla="*/ 245036 w 282887"/>
                <a:gd name="connsiteY2" fmla="*/ 58816 h 724955"/>
                <a:gd name="connsiteX3" fmla="*/ 282887 w 282887"/>
                <a:gd name="connsiteY3" fmla="*/ 724955 h 724955"/>
                <a:gd name="connsiteX4" fmla="*/ 0 w 282887"/>
                <a:gd name="connsiteY4" fmla="*/ 714911 h 724955"/>
                <a:gd name="connsiteX0" fmla="*/ 0 w 282887"/>
                <a:gd name="connsiteY0" fmla="*/ 672415 h 682459"/>
                <a:gd name="connsiteX1" fmla="*/ 129121 w 282887"/>
                <a:gd name="connsiteY1" fmla="*/ 0 h 682459"/>
                <a:gd name="connsiteX2" fmla="*/ 245036 w 282887"/>
                <a:gd name="connsiteY2" fmla="*/ 16320 h 682459"/>
                <a:gd name="connsiteX3" fmla="*/ 282887 w 282887"/>
                <a:gd name="connsiteY3" fmla="*/ 682459 h 682459"/>
                <a:gd name="connsiteX4" fmla="*/ 0 w 282887"/>
                <a:gd name="connsiteY4" fmla="*/ 672415 h 682459"/>
                <a:gd name="connsiteX0" fmla="*/ 0 w 282887"/>
                <a:gd name="connsiteY0" fmla="*/ 672415 h 682459"/>
                <a:gd name="connsiteX1" fmla="*/ 129121 w 282887"/>
                <a:gd name="connsiteY1" fmla="*/ 0 h 682459"/>
                <a:gd name="connsiteX2" fmla="*/ 260395 w 282887"/>
                <a:gd name="connsiteY2" fmla="*/ 46800 h 682459"/>
                <a:gd name="connsiteX3" fmla="*/ 282887 w 282887"/>
                <a:gd name="connsiteY3" fmla="*/ 682459 h 682459"/>
                <a:gd name="connsiteX4" fmla="*/ 0 w 282887"/>
                <a:gd name="connsiteY4" fmla="*/ 672415 h 682459"/>
                <a:gd name="connsiteX0" fmla="*/ 0 w 282887"/>
                <a:gd name="connsiteY0" fmla="*/ 651277 h 661321"/>
                <a:gd name="connsiteX1" fmla="*/ 128014 w 282887"/>
                <a:gd name="connsiteY1" fmla="*/ 0 h 661321"/>
                <a:gd name="connsiteX2" fmla="*/ 260395 w 282887"/>
                <a:gd name="connsiteY2" fmla="*/ 25662 h 661321"/>
                <a:gd name="connsiteX3" fmla="*/ 282887 w 282887"/>
                <a:gd name="connsiteY3" fmla="*/ 661321 h 661321"/>
                <a:gd name="connsiteX4" fmla="*/ 0 w 282887"/>
                <a:gd name="connsiteY4" fmla="*/ 651277 h 661321"/>
                <a:gd name="connsiteX0" fmla="*/ 0 w 275318"/>
                <a:gd name="connsiteY0" fmla="*/ 668630 h 668630"/>
                <a:gd name="connsiteX1" fmla="*/ 120445 w 275318"/>
                <a:gd name="connsiteY1" fmla="*/ 0 h 668630"/>
                <a:gd name="connsiteX2" fmla="*/ 252826 w 275318"/>
                <a:gd name="connsiteY2" fmla="*/ 25662 h 668630"/>
                <a:gd name="connsiteX3" fmla="*/ 275318 w 275318"/>
                <a:gd name="connsiteY3" fmla="*/ 661321 h 668630"/>
                <a:gd name="connsiteX4" fmla="*/ 0 w 275318"/>
                <a:gd name="connsiteY4" fmla="*/ 668630 h 668630"/>
                <a:gd name="connsiteX0" fmla="*/ 0 w 280412"/>
                <a:gd name="connsiteY0" fmla="*/ 668630 h 668630"/>
                <a:gd name="connsiteX1" fmla="*/ 120445 w 280412"/>
                <a:gd name="connsiteY1" fmla="*/ 0 h 668630"/>
                <a:gd name="connsiteX2" fmla="*/ 252826 w 280412"/>
                <a:gd name="connsiteY2" fmla="*/ 25662 h 668630"/>
                <a:gd name="connsiteX3" fmla="*/ 280412 w 280412"/>
                <a:gd name="connsiteY3" fmla="*/ 564088 h 668630"/>
                <a:gd name="connsiteX4" fmla="*/ 0 w 280412"/>
                <a:gd name="connsiteY4" fmla="*/ 668630 h 668630"/>
                <a:gd name="connsiteX0" fmla="*/ 0 w 245282"/>
                <a:gd name="connsiteY0" fmla="*/ 564491 h 564491"/>
                <a:gd name="connsiteX1" fmla="*/ 85315 w 245282"/>
                <a:gd name="connsiteY1" fmla="*/ 0 h 564491"/>
                <a:gd name="connsiteX2" fmla="*/ 217696 w 245282"/>
                <a:gd name="connsiteY2" fmla="*/ 25662 h 564491"/>
                <a:gd name="connsiteX3" fmla="*/ 245282 w 245282"/>
                <a:gd name="connsiteY3" fmla="*/ 564088 h 564491"/>
                <a:gd name="connsiteX4" fmla="*/ 0 w 245282"/>
                <a:gd name="connsiteY4" fmla="*/ 564491 h 564491"/>
                <a:gd name="connsiteX0" fmla="*/ 0 w 245282"/>
                <a:gd name="connsiteY0" fmla="*/ 546855 h 546855"/>
                <a:gd name="connsiteX1" fmla="*/ 88213 w 245282"/>
                <a:gd name="connsiteY1" fmla="*/ 7950 h 546855"/>
                <a:gd name="connsiteX2" fmla="*/ 217696 w 245282"/>
                <a:gd name="connsiteY2" fmla="*/ 8026 h 546855"/>
                <a:gd name="connsiteX3" fmla="*/ 245282 w 245282"/>
                <a:gd name="connsiteY3" fmla="*/ 546452 h 546855"/>
                <a:gd name="connsiteX4" fmla="*/ 0 w 245282"/>
                <a:gd name="connsiteY4" fmla="*/ 546855 h 546855"/>
                <a:gd name="connsiteX0" fmla="*/ 0 w 245282"/>
                <a:gd name="connsiteY0" fmla="*/ 569161 h 569161"/>
                <a:gd name="connsiteX1" fmla="*/ 77081 w 245282"/>
                <a:gd name="connsiteY1" fmla="*/ 0 h 569161"/>
                <a:gd name="connsiteX2" fmla="*/ 217696 w 245282"/>
                <a:gd name="connsiteY2" fmla="*/ 30332 h 569161"/>
                <a:gd name="connsiteX3" fmla="*/ 245282 w 245282"/>
                <a:gd name="connsiteY3" fmla="*/ 568758 h 569161"/>
                <a:gd name="connsiteX4" fmla="*/ 0 w 245282"/>
                <a:gd name="connsiteY4" fmla="*/ 569161 h 569161"/>
                <a:gd name="connsiteX0" fmla="*/ 0 w 245282"/>
                <a:gd name="connsiteY0" fmla="*/ 569161 h 569161"/>
                <a:gd name="connsiteX1" fmla="*/ 77081 w 245282"/>
                <a:gd name="connsiteY1" fmla="*/ 0 h 569161"/>
                <a:gd name="connsiteX2" fmla="*/ 217696 w 245282"/>
                <a:gd name="connsiteY2" fmla="*/ 30332 h 569161"/>
                <a:gd name="connsiteX3" fmla="*/ 245282 w 245282"/>
                <a:gd name="connsiteY3" fmla="*/ 568758 h 569161"/>
                <a:gd name="connsiteX4" fmla="*/ 0 w 245282"/>
                <a:gd name="connsiteY4" fmla="*/ 569161 h 569161"/>
                <a:gd name="connsiteX0" fmla="*/ 0 w 245282"/>
                <a:gd name="connsiteY0" fmla="*/ 569590 h 569590"/>
                <a:gd name="connsiteX1" fmla="*/ 77081 w 245282"/>
                <a:gd name="connsiteY1" fmla="*/ 429 h 569590"/>
                <a:gd name="connsiteX2" fmla="*/ 217696 w 245282"/>
                <a:gd name="connsiteY2" fmla="*/ 30761 h 569590"/>
                <a:gd name="connsiteX3" fmla="*/ 245282 w 245282"/>
                <a:gd name="connsiteY3" fmla="*/ 569187 h 569590"/>
                <a:gd name="connsiteX4" fmla="*/ 0 w 245282"/>
                <a:gd name="connsiteY4" fmla="*/ 569590 h 569590"/>
                <a:gd name="connsiteX0" fmla="*/ 0 w 245282"/>
                <a:gd name="connsiteY0" fmla="*/ 569590 h 569590"/>
                <a:gd name="connsiteX1" fmla="*/ 77081 w 245282"/>
                <a:gd name="connsiteY1" fmla="*/ 429 h 569590"/>
                <a:gd name="connsiteX2" fmla="*/ 217696 w 245282"/>
                <a:gd name="connsiteY2" fmla="*/ 30761 h 569590"/>
                <a:gd name="connsiteX3" fmla="*/ 245282 w 245282"/>
                <a:gd name="connsiteY3" fmla="*/ 569187 h 569590"/>
                <a:gd name="connsiteX4" fmla="*/ 0 w 245282"/>
                <a:gd name="connsiteY4" fmla="*/ 569590 h 569590"/>
                <a:gd name="connsiteX0" fmla="*/ 0 w 245282"/>
                <a:gd name="connsiteY0" fmla="*/ 573750 h 573750"/>
                <a:gd name="connsiteX1" fmla="*/ 77081 w 245282"/>
                <a:gd name="connsiteY1" fmla="*/ 4589 h 573750"/>
                <a:gd name="connsiteX2" fmla="*/ 214354 w 245282"/>
                <a:gd name="connsiteY2" fmla="*/ 17789 h 573750"/>
                <a:gd name="connsiteX3" fmla="*/ 245282 w 245282"/>
                <a:gd name="connsiteY3" fmla="*/ 573347 h 573750"/>
                <a:gd name="connsiteX4" fmla="*/ 0 w 245282"/>
                <a:gd name="connsiteY4" fmla="*/ 573750 h 573750"/>
                <a:gd name="connsiteX0" fmla="*/ 0 w 245282"/>
                <a:gd name="connsiteY0" fmla="*/ 569489 h 569489"/>
                <a:gd name="connsiteX1" fmla="*/ 77081 w 245282"/>
                <a:gd name="connsiteY1" fmla="*/ 328 h 569489"/>
                <a:gd name="connsiteX2" fmla="*/ 187882 w 245282"/>
                <a:gd name="connsiteY2" fmla="*/ 33337 h 569489"/>
                <a:gd name="connsiteX3" fmla="*/ 245282 w 245282"/>
                <a:gd name="connsiteY3" fmla="*/ 569086 h 569489"/>
                <a:gd name="connsiteX4" fmla="*/ 0 w 245282"/>
                <a:gd name="connsiteY4" fmla="*/ 569489 h 569489"/>
                <a:gd name="connsiteX0" fmla="*/ 0 w 245282"/>
                <a:gd name="connsiteY0" fmla="*/ 570595 h 570595"/>
                <a:gd name="connsiteX1" fmla="*/ 77081 w 245282"/>
                <a:gd name="connsiteY1" fmla="*/ 1434 h 570595"/>
                <a:gd name="connsiteX2" fmla="*/ 218140 w 245282"/>
                <a:gd name="connsiteY2" fmla="*/ 23311 h 570595"/>
                <a:gd name="connsiteX3" fmla="*/ 245282 w 245282"/>
                <a:gd name="connsiteY3" fmla="*/ 570192 h 570595"/>
                <a:gd name="connsiteX4" fmla="*/ 0 w 245282"/>
                <a:gd name="connsiteY4" fmla="*/ 570595 h 570595"/>
                <a:gd name="connsiteX0" fmla="*/ 0 w 245282"/>
                <a:gd name="connsiteY0" fmla="*/ 570645 h 570645"/>
                <a:gd name="connsiteX1" fmla="*/ 77081 w 245282"/>
                <a:gd name="connsiteY1" fmla="*/ 1484 h 570645"/>
                <a:gd name="connsiteX2" fmla="*/ 213912 w 245282"/>
                <a:gd name="connsiteY2" fmla="*/ 23140 h 570645"/>
                <a:gd name="connsiteX3" fmla="*/ 245282 w 245282"/>
                <a:gd name="connsiteY3" fmla="*/ 570242 h 570645"/>
                <a:gd name="connsiteX4" fmla="*/ 0 w 245282"/>
                <a:gd name="connsiteY4" fmla="*/ 570645 h 570645"/>
                <a:gd name="connsiteX0" fmla="*/ 0 w 245282"/>
                <a:gd name="connsiteY0" fmla="*/ 571137 h 571137"/>
                <a:gd name="connsiteX1" fmla="*/ 77081 w 245282"/>
                <a:gd name="connsiteY1" fmla="*/ 1976 h 571137"/>
                <a:gd name="connsiteX2" fmla="*/ 213912 w 245282"/>
                <a:gd name="connsiteY2" fmla="*/ 23632 h 571137"/>
                <a:gd name="connsiteX3" fmla="*/ 245282 w 245282"/>
                <a:gd name="connsiteY3" fmla="*/ 570734 h 571137"/>
                <a:gd name="connsiteX4" fmla="*/ 0 w 245282"/>
                <a:gd name="connsiteY4" fmla="*/ 571137 h 571137"/>
                <a:gd name="connsiteX0" fmla="*/ 0 w 245282"/>
                <a:gd name="connsiteY0" fmla="*/ 564277 h 564277"/>
                <a:gd name="connsiteX1" fmla="*/ 76416 w 245282"/>
                <a:gd name="connsiteY1" fmla="*/ 7798 h 564277"/>
                <a:gd name="connsiteX2" fmla="*/ 213912 w 245282"/>
                <a:gd name="connsiteY2" fmla="*/ 16772 h 564277"/>
                <a:gd name="connsiteX3" fmla="*/ 245282 w 245282"/>
                <a:gd name="connsiteY3" fmla="*/ 563874 h 564277"/>
                <a:gd name="connsiteX4" fmla="*/ 0 w 245282"/>
                <a:gd name="connsiteY4" fmla="*/ 564277 h 564277"/>
                <a:gd name="connsiteX0" fmla="*/ 0 w 245282"/>
                <a:gd name="connsiteY0" fmla="*/ 564277 h 564277"/>
                <a:gd name="connsiteX1" fmla="*/ 76416 w 245282"/>
                <a:gd name="connsiteY1" fmla="*/ 7798 h 564277"/>
                <a:gd name="connsiteX2" fmla="*/ 213912 w 245282"/>
                <a:gd name="connsiteY2" fmla="*/ 16772 h 564277"/>
                <a:gd name="connsiteX3" fmla="*/ 245282 w 245282"/>
                <a:gd name="connsiteY3" fmla="*/ 563874 h 564277"/>
                <a:gd name="connsiteX4" fmla="*/ 0 w 245282"/>
                <a:gd name="connsiteY4" fmla="*/ 564277 h 564277"/>
                <a:gd name="connsiteX0" fmla="*/ 0 w 245282"/>
                <a:gd name="connsiteY0" fmla="*/ 566063 h 566063"/>
                <a:gd name="connsiteX1" fmla="*/ 76416 w 245282"/>
                <a:gd name="connsiteY1" fmla="*/ 9584 h 566063"/>
                <a:gd name="connsiteX2" fmla="*/ 213912 w 245282"/>
                <a:gd name="connsiteY2" fmla="*/ 18558 h 566063"/>
                <a:gd name="connsiteX3" fmla="*/ 245282 w 245282"/>
                <a:gd name="connsiteY3" fmla="*/ 565660 h 566063"/>
                <a:gd name="connsiteX4" fmla="*/ 0 w 245282"/>
                <a:gd name="connsiteY4" fmla="*/ 566063 h 566063"/>
                <a:gd name="connsiteX0" fmla="*/ 0 w 245282"/>
                <a:gd name="connsiteY0" fmla="*/ 566063 h 566063"/>
                <a:gd name="connsiteX1" fmla="*/ 76416 w 245282"/>
                <a:gd name="connsiteY1" fmla="*/ 9584 h 566063"/>
                <a:gd name="connsiteX2" fmla="*/ 192626 w 245282"/>
                <a:gd name="connsiteY2" fmla="*/ 18558 h 566063"/>
                <a:gd name="connsiteX3" fmla="*/ 245282 w 245282"/>
                <a:gd name="connsiteY3" fmla="*/ 565660 h 566063"/>
                <a:gd name="connsiteX4" fmla="*/ 0 w 245282"/>
                <a:gd name="connsiteY4" fmla="*/ 566063 h 566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282" h="566063">
                  <a:moveTo>
                    <a:pt x="0" y="566063"/>
                  </a:moveTo>
                  <a:cubicBezTo>
                    <a:pt x="25472" y="380570"/>
                    <a:pt x="50501" y="203533"/>
                    <a:pt x="76416" y="9584"/>
                  </a:cubicBezTo>
                  <a:cubicBezTo>
                    <a:pt x="139751" y="2187"/>
                    <a:pt x="143968" y="-11429"/>
                    <a:pt x="192626" y="18558"/>
                  </a:cubicBezTo>
                  <a:lnTo>
                    <a:pt x="245282" y="565660"/>
                  </a:lnTo>
                  <a:lnTo>
                    <a:pt x="0" y="566063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Cylinder 81">
              <a:extLst>
                <a:ext uri="{FF2B5EF4-FFF2-40B4-BE49-F238E27FC236}">
                  <a16:creationId xmlns:a16="http://schemas.microsoft.com/office/drawing/2014/main" id="{3E02126B-FC21-43F8-833B-DE42A72A364E}"/>
                </a:ext>
              </a:extLst>
            </p:cNvPr>
            <p:cNvSpPr/>
            <p:nvPr/>
          </p:nvSpPr>
          <p:spPr>
            <a:xfrm rot="5400000">
              <a:off x="10015690" y="3207915"/>
              <a:ext cx="395867" cy="358108"/>
            </a:xfrm>
            <a:prstGeom prst="can">
              <a:avLst>
                <a:gd name="adj" fmla="val 9632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Cylinder 82">
              <a:extLst>
                <a:ext uri="{FF2B5EF4-FFF2-40B4-BE49-F238E27FC236}">
                  <a16:creationId xmlns:a16="http://schemas.microsoft.com/office/drawing/2014/main" id="{A1F5DCBC-3FCC-44B6-A287-2DF4C5332B8D}"/>
                </a:ext>
              </a:extLst>
            </p:cNvPr>
            <p:cNvSpPr/>
            <p:nvPr/>
          </p:nvSpPr>
          <p:spPr>
            <a:xfrm>
              <a:off x="9509988" y="3163392"/>
              <a:ext cx="471401" cy="421510"/>
            </a:xfrm>
            <a:prstGeom prst="can">
              <a:avLst>
                <a:gd name="adj" fmla="val 14654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80" name="Isosceles Triangle 79">
              <a:extLst>
                <a:ext uri="{FF2B5EF4-FFF2-40B4-BE49-F238E27FC236}">
                  <a16:creationId xmlns:a16="http://schemas.microsoft.com/office/drawing/2014/main" id="{232E48AF-C356-4C4D-A3C0-369856749394}"/>
                </a:ext>
              </a:extLst>
            </p:cNvPr>
            <p:cNvSpPr/>
            <p:nvPr/>
          </p:nvSpPr>
          <p:spPr>
            <a:xfrm>
              <a:off x="9546560" y="1558505"/>
              <a:ext cx="382784" cy="1633518"/>
            </a:xfrm>
            <a:custGeom>
              <a:avLst/>
              <a:gdLst>
                <a:gd name="connsiteX0" fmla="*/ 0 w 382784"/>
                <a:gd name="connsiteY0" fmla="*/ 1822311 h 1822311"/>
                <a:gd name="connsiteX1" fmla="*/ 191392 w 382784"/>
                <a:gd name="connsiteY1" fmla="*/ 0 h 1822311"/>
                <a:gd name="connsiteX2" fmla="*/ 382784 w 382784"/>
                <a:gd name="connsiteY2" fmla="*/ 1822311 h 1822311"/>
                <a:gd name="connsiteX3" fmla="*/ 0 w 382784"/>
                <a:gd name="connsiteY3" fmla="*/ 1822311 h 1822311"/>
                <a:gd name="connsiteX0" fmla="*/ 0 w 382784"/>
                <a:gd name="connsiteY0" fmla="*/ 1822311 h 1822311"/>
                <a:gd name="connsiteX1" fmla="*/ 191392 w 382784"/>
                <a:gd name="connsiteY1" fmla="*/ 0 h 1822311"/>
                <a:gd name="connsiteX2" fmla="*/ 270801 w 382784"/>
                <a:gd name="connsiteY2" fmla="*/ 118957 h 1822311"/>
                <a:gd name="connsiteX3" fmla="*/ 382784 w 382784"/>
                <a:gd name="connsiteY3" fmla="*/ 1822311 h 1822311"/>
                <a:gd name="connsiteX4" fmla="*/ 0 w 382784"/>
                <a:gd name="connsiteY4" fmla="*/ 1822311 h 1822311"/>
                <a:gd name="connsiteX0" fmla="*/ 0 w 382784"/>
                <a:gd name="connsiteY0" fmla="*/ 1714599 h 1714599"/>
                <a:gd name="connsiteX1" fmla="*/ 96142 w 382784"/>
                <a:gd name="connsiteY1" fmla="*/ 178038 h 1714599"/>
                <a:gd name="connsiteX2" fmla="*/ 270801 w 382784"/>
                <a:gd name="connsiteY2" fmla="*/ 11245 h 1714599"/>
                <a:gd name="connsiteX3" fmla="*/ 382784 w 382784"/>
                <a:gd name="connsiteY3" fmla="*/ 1714599 h 1714599"/>
                <a:gd name="connsiteX4" fmla="*/ 0 w 382784"/>
                <a:gd name="connsiteY4" fmla="*/ 1714599 h 1714599"/>
                <a:gd name="connsiteX0" fmla="*/ 0 w 382784"/>
                <a:gd name="connsiteY0" fmla="*/ 1599710 h 1599710"/>
                <a:gd name="connsiteX1" fmla="*/ 96142 w 382784"/>
                <a:gd name="connsiteY1" fmla="*/ 63149 h 1599710"/>
                <a:gd name="connsiteX2" fmla="*/ 289851 w 382784"/>
                <a:gd name="connsiteY2" fmla="*/ 17006 h 1599710"/>
                <a:gd name="connsiteX3" fmla="*/ 382784 w 382784"/>
                <a:gd name="connsiteY3" fmla="*/ 1599710 h 1599710"/>
                <a:gd name="connsiteX4" fmla="*/ 0 w 382784"/>
                <a:gd name="connsiteY4" fmla="*/ 1599710 h 1599710"/>
                <a:gd name="connsiteX0" fmla="*/ 0 w 382784"/>
                <a:gd name="connsiteY0" fmla="*/ 1612761 h 1612761"/>
                <a:gd name="connsiteX1" fmla="*/ 89792 w 382784"/>
                <a:gd name="connsiteY1" fmla="*/ 0 h 1612761"/>
                <a:gd name="connsiteX2" fmla="*/ 289851 w 382784"/>
                <a:gd name="connsiteY2" fmla="*/ 30057 h 1612761"/>
                <a:gd name="connsiteX3" fmla="*/ 382784 w 382784"/>
                <a:gd name="connsiteY3" fmla="*/ 1612761 h 1612761"/>
                <a:gd name="connsiteX4" fmla="*/ 0 w 382784"/>
                <a:gd name="connsiteY4" fmla="*/ 1612761 h 1612761"/>
                <a:gd name="connsiteX0" fmla="*/ 0 w 382784"/>
                <a:gd name="connsiteY0" fmla="*/ 1612761 h 1612761"/>
                <a:gd name="connsiteX1" fmla="*/ 89792 w 382784"/>
                <a:gd name="connsiteY1" fmla="*/ 0 h 1612761"/>
                <a:gd name="connsiteX2" fmla="*/ 289851 w 382784"/>
                <a:gd name="connsiteY2" fmla="*/ 30057 h 1612761"/>
                <a:gd name="connsiteX3" fmla="*/ 382784 w 382784"/>
                <a:gd name="connsiteY3" fmla="*/ 1612761 h 1612761"/>
                <a:gd name="connsiteX4" fmla="*/ 0 w 382784"/>
                <a:gd name="connsiteY4" fmla="*/ 1612761 h 1612761"/>
                <a:gd name="connsiteX0" fmla="*/ 0 w 382784"/>
                <a:gd name="connsiteY0" fmla="*/ 1651958 h 1651958"/>
                <a:gd name="connsiteX1" fmla="*/ 89792 w 382784"/>
                <a:gd name="connsiteY1" fmla="*/ 39197 h 1651958"/>
                <a:gd name="connsiteX2" fmla="*/ 289851 w 382784"/>
                <a:gd name="connsiteY2" fmla="*/ 69254 h 1651958"/>
                <a:gd name="connsiteX3" fmla="*/ 382784 w 382784"/>
                <a:gd name="connsiteY3" fmla="*/ 1651958 h 1651958"/>
                <a:gd name="connsiteX4" fmla="*/ 0 w 382784"/>
                <a:gd name="connsiteY4" fmla="*/ 1651958 h 1651958"/>
                <a:gd name="connsiteX0" fmla="*/ 0 w 382784"/>
                <a:gd name="connsiteY0" fmla="*/ 1662822 h 1662822"/>
                <a:gd name="connsiteX1" fmla="*/ 89792 w 382784"/>
                <a:gd name="connsiteY1" fmla="*/ 50061 h 1662822"/>
                <a:gd name="connsiteX2" fmla="*/ 321601 w 382784"/>
                <a:gd name="connsiteY2" fmla="*/ 54718 h 1662822"/>
                <a:gd name="connsiteX3" fmla="*/ 382784 w 382784"/>
                <a:gd name="connsiteY3" fmla="*/ 1662822 h 1662822"/>
                <a:gd name="connsiteX4" fmla="*/ 0 w 382784"/>
                <a:gd name="connsiteY4" fmla="*/ 1662822 h 1662822"/>
                <a:gd name="connsiteX0" fmla="*/ 0 w 382784"/>
                <a:gd name="connsiteY0" fmla="*/ 1662822 h 1662822"/>
                <a:gd name="connsiteX1" fmla="*/ 89792 w 382784"/>
                <a:gd name="connsiteY1" fmla="*/ 50061 h 1662822"/>
                <a:gd name="connsiteX2" fmla="*/ 321601 w 382784"/>
                <a:gd name="connsiteY2" fmla="*/ 54718 h 1662822"/>
                <a:gd name="connsiteX3" fmla="*/ 382784 w 382784"/>
                <a:gd name="connsiteY3" fmla="*/ 1662822 h 1662822"/>
                <a:gd name="connsiteX4" fmla="*/ 0 w 382784"/>
                <a:gd name="connsiteY4" fmla="*/ 1662822 h 1662822"/>
                <a:gd name="connsiteX0" fmla="*/ 0 w 382784"/>
                <a:gd name="connsiteY0" fmla="*/ 1649746 h 1649746"/>
                <a:gd name="connsiteX1" fmla="*/ 89792 w 382784"/>
                <a:gd name="connsiteY1" fmla="*/ 36985 h 1649746"/>
                <a:gd name="connsiteX2" fmla="*/ 321601 w 382784"/>
                <a:gd name="connsiteY2" fmla="*/ 73392 h 1649746"/>
                <a:gd name="connsiteX3" fmla="*/ 382784 w 382784"/>
                <a:gd name="connsiteY3" fmla="*/ 1649746 h 1649746"/>
                <a:gd name="connsiteX4" fmla="*/ 0 w 382784"/>
                <a:gd name="connsiteY4" fmla="*/ 1649746 h 1649746"/>
                <a:gd name="connsiteX0" fmla="*/ 0 w 382784"/>
                <a:gd name="connsiteY0" fmla="*/ 1634390 h 1634390"/>
                <a:gd name="connsiteX1" fmla="*/ 83442 w 382784"/>
                <a:gd name="connsiteY1" fmla="*/ 47029 h 1634390"/>
                <a:gd name="connsiteX2" fmla="*/ 321601 w 382784"/>
                <a:gd name="connsiteY2" fmla="*/ 58036 h 1634390"/>
                <a:gd name="connsiteX3" fmla="*/ 382784 w 382784"/>
                <a:gd name="connsiteY3" fmla="*/ 1634390 h 1634390"/>
                <a:gd name="connsiteX4" fmla="*/ 0 w 382784"/>
                <a:gd name="connsiteY4" fmla="*/ 1634390 h 1634390"/>
                <a:gd name="connsiteX0" fmla="*/ 0 w 382784"/>
                <a:gd name="connsiteY0" fmla="*/ 1626559 h 1626559"/>
                <a:gd name="connsiteX1" fmla="*/ 83442 w 382784"/>
                <a:gd name="connsiteY1" fmla="*/ 39198 h 1626559"/>
                <a:gd name="connsiteX2" fmla="*/ 340651 w 382784"/>
                <a:gd name="connsiteY2" fmla="*/ 69255 h 1626559"/>
                <a:gd name="connsiteX3" fmla="*/ 382784 w 382784"/>
                <a:gd name="connsiteY3" fmla="*/ 1626559 h 1626559"/>
                <a:gd name="connsiteX4" fmla="*/ 0 w 382784"/>
                <a:gd name="connsiteY4" fmla="*/ 1626559 h 1626559"/>
                <a:gd name="connsiteX0" fmla="*/ 0 w 382784"/>
                <a:gd name="connsiteY0" fmla="*/ 1632538 h 1632538"/>
                <a:gd name="connsiteX1" fmla="*/ 83442 w 382784"/>
                <a:gd name="connsiteY1" fmla="*/ 45177 h 1632538"/>
                <a:gd name="connsiteX2" fmla="*/ 340651 w 382784"/>
                <a:gd name="connsiteY2" fmla="*/ 75234 h 1632538"/>
                <a:gd name="connsiteX3" fmla="*/ 382784 w 382784"/>
                <a:gd name="connsiteY3" fmla="*/ 1632538 h 1632538"/>
                <a:gd name="connsiteX4" fmla="*/ 0 w 382784"/>
                <a:gd name="connsiteY4" fmla="*/ 1632538 h 1632538"/>
                <a:gd name="connsiteX0" fmla="*/ 0 w 382784"/>
                <a:gd name="connsiteY0" fmla="*/ 1644734 h 1644734"/>
                <a:gd name="connsiteX1" fmla="*/ 83442 w 382784"/>
                <a:gd name="connsiteY1" fmla="*/ 57373 h 1644734"/>
                <a:gd name="connsiteX2" fmla="*/ 340651 w 382784"/>
                <a:gd name="connsiteY2" fmla="*/ 62030 h 1644734"/>
                <a:gd name="connsiteX3" fmla="*/ 382784 w 382784"/>
                <a:gd name="connsiteY3" fmla="*/ 1644734 h 1644734"/>
                <a:gd name="connsiteX4" fmla="*/ 0 w 382784"/>
                <a:gd name="connsiteY4" fmla="*/ 1644734 h 1644734"/>
                <a:gd name="connsiteX0" fmla="*/ 0 w 382784"/>
                <a:gd name="connsiteY0" fmla="*/ 1639814 h 1639814"/>
                <a:gd name="connsiteX1" fmla="*/ 83442 w 382784"/>
                <a:gd name="connsiteY1" fmla="*/ 52453 h 1639814"/>
                <a:gd name="connsiteX2" fmla="*/ 340651 w 382784"/>
                <a:gd name="connsiteY2" fmla="*/ 57110 h 1639814"/>
                <a:gd name="connsiteX3" fmla="*/ 382784 w 382784"/>
                <a:gd name="connsiteY3" fmla="*/ 1639814 h 1639814"/>
                <a:gd name="connsiteX4" fmla="*/ 0 w 382784"/>
                <a:gd name="connsiteY4" fmla="*/ 1639814 h 1639814"/>
                <a:gd name="connsiteX0" fmla="*/ 0 w 382784"/>
                <a:gd name="connsiteY0" fmla="*/ 1643162 h 1643162"/>
                <a:gd name="connsiteX1" fmla="*/ 83442 w 382784"/>
                <a:gd name="connsiteY1" fmla="*/ 55801 h 1643162"/>
                <a:gd name="connsiteX2" fmla="*/ 321601 w 382784"/>
                <a:gd name="connsiteY2" fmla="*/ 54108 h 1643162"/>
                <a:gd name="connsiteX3" fmla="*/ 382784 w 382784"/>
                <a:gd name="connsiteY3" fmla="*/ 1643162 h 1643162"/>
                <a:gd name="connsiteX4" fmla="*/ 0 w 382784"/>
                <a:gd name="connsiteY4" fmla="*/ 1643162 h 1643162"/>
                <a:gd name="connsiteX0" fmla="*/ 0 w 382784"/>
                <a:gd name="connsiteY0" fmla="*/ 1633099 h 1633099"/>
                <a:gd name="connsiteX1" fmla="*/ 51692 w 382784"/>
                <a:gd name="connsiteY1" fmla="*/ 71138 h 1633099"/>
                <a:gd name="connsiteX2" fmla="*/ 321601 w 382784"/>
                <a:gd name="connsiteY2" fmla="*/ 44045 h 1633099"/>
                <a:gd name="connsiteX3" fmla="*/ 382784 w 382784"/>
                <a:gd name="connsiteY3" fmla="*/ 1633099 h 1633099"/>
                <a:gd name="connsiteX4" fmla="*/ 0 w 382784"/>
                <a:gd name="connsiteY4" fmla="*/ 1633099 h 1633099"/>
                <a:gd name="connsiteX0" fmla="*/ 0 w 382784"/>
                <a:gd name="connsiteY0" fmla="*/ 1617763 h 1617763"/>
                <a:gd name="connsiteX1" fmla="*/ 51692 w 382784"/>
                <a:gd name="connsiteY1" fmla="*/ 55802 h 1617763"/>
                <a:gd name="connsiteX2" fmla="*/ 334301 w 382784"/>
                <a:gd name="connsiteY2" fmla="*/ 54109 h 1617763"/>
                <a:gd name="connsiteX3" fmla="*/ 382784 w 382784"/>
                <a:gd name="connsiteY3" fmla="*/ 1617763 h 1617763"/>
                <a:gd name="connsiteX4" fmla="*/ 0 w 382784"/>
                <a:gd name="connsiteY4" fmla="*/ 1617763 h 1617763"/>
                <a:gd name="connsiteX0" fmla="*/ 0 w 382784"/>
                <a:gd name="connsiteY0" fmla="*/ 1617763 h 1633636"/>
                <a:gd name="connsiteX1" fmla="*/ 51692 w 382784"/>
                <a:gd name="connsiteY1" fmla="*/ 55802 h 1633636"/>
                <a:gd name="connsiteX2" fmla="*/ 334301 w 382784"/>
                <a:gd name="connsiteY2" fmla="*/ 54109 h 1633636"/>
                <a:gd name="connsiteX3" fmla="*/ 382784 w 382784"/>
                <a:gd name="connsiteY3" fmla="*/ 1617763 h 1633636"/>
                <a:gd name="connsiteX4" fmla="*/ 173903 w 382784"/>
                <a:gd name="connsiteY4" fmla="*/ 1633518 h 1633636"/>
                <a:gd name="connsiteX5" fmla="*/ 0 w 382784"/>
                <a:gd name="connsiteY5" fmla="*/ 1617763 h 1633636"/>
                <a:gd name="connsiteX0" fmla="*/ 0 w 382784"/>
                <a:gd name="connsiteY0" fmla="*/ 1617763 h 1633636"/>
                <a:gd name="connsiteX1" fmla="*/ 51692 w 382784"/>
                <a:gd name="connsiteY1" fmla="*/ 55802 h 1633636"/>
                <a:gd name="connsiteX2" fmla="*/ 334301 w 382784"/>
                <a:gd name="connsiteY2" fmla="*/ 54109 h 1633636"/>
                <a:gd name="connsiteX3" fmla="*/ 382784 w 382784"/>
                <a:gd name="connsiteY3" fmla="*/ 1617763 h 1633636"/>
                <a:gd name="connsiteX4" fmla="*/ 173903 w 382784"/>
                <a:gd name="connsiteY4" fmla="*/ 1633518 h 1633636"/>
                <a:gd name="connsiteX5" fmla="*/ 0 w 382784"/>
                <a:gd name="connsiteY5" fmla="*/ 1617763 h 1633636"/>
                <a:gd name="connsiteX0" fmla="*/ 0 w 382784"/>
                <a:gd name="connsiteY0" fmla="*/ 1617763 h 1634031"/>
                <a:gd name="connsiteX1" fmla="*/ 51692 w 382784"/>
                <a:gd name="connsiteY1" fmla="*/ 55802 h 1634031"/>
                <a:gd name="connsiteX2" fmla="*/ 334301 w 382784"/>
                <a:gd name="connsiteY2" fmla="*/ 54109 h 1634031"/>
                <a:gd name="connsiteX3" fmla="*/ 382784 w 382784"/>
                <a:gd name="connsiteY3" fmla="*/ 1617763 h 1634031"/>
                <a:gd name="connsiteX4" fmla="*/ 173903 w 382784"/>
                <a:gd name="connsiteY4" fmla="*/ 1633518 h 1634031"/>
                <a:gd name="connsiteX5" fmla="*/ 0 w 382784"/>
                <a:gd name="connsiteY5" fmla="*/ 1617763 h 1634031"/>
                <a:gd name="connsiteX0" fmla="*/ 0 w 382784"/>
                <a:gd name="connsiteY0" fmla="*/ 1617763 h 1642179"/>
                <a:gd name="connsiteX1" fmla="*/ 51692 w 382784"/>
                <a:gd name="connsiteY1" fmla="*/ 55802 h 1642179"/>
                <a:gd name="connsiteX2" fmla="*/ 334301 w 382784"/>
                <a:gd name="connsiteY2" fmla="*/ 54109 h 1642179"/>
                <a:gd name="connsiteX3" fmla="*/ 382784 w 382784"/>
                <a:gd name="connsiteY3" fmla="*/ 1617763 h 1642179"/>
                <a:gd name="connsiteX4" fmla="*/ 190837 w 382784"/>
                <a:gd name="connsiteY4" fmla="*/ 1641984 h 1642179"/>
                <a:gd name="connsiteX5" fmla="*/ 0 w 382784"/>
                <a:gd name="connsiteY5" fmla="*/ 1617763 h 1642179"/>
                <a:gd name="connsiteX0" fmla="*/ 0 w 382784"/>
                <a:gd name="connsiteY0" fmla="*/ 1617763 h 1642179"/>
                <a:gd name="connsiteX1" fmla="*/ 51692 w 382784"/>
                <a:gd name="connsiteY1" fmla="*/ 55802 h 1642179"/>
                <a:gd name="connsiteX2" fmla="*/ 334301 w 382784"/>
                <a:gd name="connsiteY2" fmla="*/ 54109 h 1642179"/>
                <a:gd name="connsiteX3" fmla="*/ 382784 w 382784"/>
                <a:gd name="connsiteY3" fmla="*/ 1617763 h 1642179"/>
                <a:gd name="connsiteX4" fmla="*/ 190837 w 382784"/>
                <a:gd name="connsiteY4" fmla="*/ 1641984 h 1642179"/>
                <a:gd name="connsiteX5" fmla="*/ 0 w 382784"/>
                <a:gd name="connsiteY5" fmla="*/ 1617763 h 1642179"/>
                <a:gd name="connsiteX0" fmla="*/ 0 w 382784"/>
                <a:gd name="connsiteY0" fmla="*/ 1617763 h 1642179"/>
                <a:gd name="connsiteX1" fmla="*/ 51692 w 382784"/>
                <a:gd name="connsiteY1" fmla="*/ 55802 h 1642179"/>
                <a:gd name="connsiteX2" fmla="*/ 334301 w 382784"/>
                <a:gd name="connsiteY2" fmla="*/ 54109 h 1642179"/>
                <a:gd name="connsiteX3" fmla="*/ 382784 w 382784"/>
                <a:gd name="connsiteY3" fmla="*/ 1617763 h 1642179"/>
                <a:gd name="connsiteX4" fmla="*/ 190837 w 382784"/>
                <a:gd name="connsiteY4" fmla="*/ 1641984 h 1642179"/>
                <a:gd name="connsiteX5" fmla="*/ 0 w 382784"/>
                <a:gd name="connsiteY5" fmla="*/ 1617763 h 1642179"/>
                <a:gd name="connsiteX0" fmla="*/ 0 w 382784"/>
                <a:gd name="connsiteY0" fmla="*/ 1617763 h 1634031"/>
                <a:gd name="connsiteX1" fmla="*/ 51692 w 382784"/>
                <a:gd name="connsiteY1" fmla="*/ 55802 h 1634031"/>
                <a:gd name="connsiteX2" fmla="*/ 334301 w 382784"/>
                <a:gd name="connsiteY2" fmla="*/ 54109 h 1634031"/>
                <a:gd name="connsiteX3" fmla="*/ 382784 w 382784"/>
                <a:gd name="connsiteY3" fmla="*/ 1617763 h 1634031"/>
                <a:gd name="connsiteX4" fmla="*/ 190837 w 382784"/>
                <a:gd name="connsiteY4" fmla="*/ 1633518 h 1634031"/>
                <a:gd name="connsiteX5" fmla="*/ 0 w 382784"/>
                <a:gd name="connsiteY5" fmla="*/ 1617763 h 1634031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9083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9083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9083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9083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9083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43043"/>
                <a:gd name="connsiteX1" fmla="*/ 51692 w 382784"/>
                <a:gd name="connsiteY1" fmla="*/ 55802 h 1643043"/>
                <a:gd name="connsiteX2" fmla="*/ 334301 w 382784"/>
                <a:gd name="connsiteY2" fmla="*/ 54109 h 1643043"/>
                <a:gd name="connsiteX3" fmla="*/ 382784 w 382784"/>
                <a:gd name="connsiteY3" fmla="*/ 1617763 h 1643043"/>
                <a:gd name="connsiteX4" fmla="*/ 194012 w 382784"/>
                <a:gd name="connsiteY4" fmla="*/ 1643043 h 1643043"/>
                <a:gd name="connsiteX5" fmla="*/ 0 w 382784"/>
                <a:gd name="connsiteY5" fmla="*/ 1617763 h 1643043"/>
                <a:gd name="connsiteX0" fmla="*/ 0 w 382784"/>
                <a:gd name="connsiteY0" fmla="*/ 1617763 h 1643043"/>
                <a:gd name="connsiteX1" fmla="*/ 51692 w 382784"/>
                <a:gd name="connsiteY1" fmla="*/ 55802 h 1643043"/>
                <a:gd name="connsiteX2" fmla="*/ 334301 w 382784"/>
                <a:gd name="connsiteY2" fmla="*/ 54109 h 1643043"/>
                <a:gd name="connsiteX3" fmla="*/ 382784 w 382784"/>
                <a:gd name="connsiteY3" fmla="*/ 1617763 h 1643043"/>
                <a:gd name="connsiteX4" fmla="*/ 194012 w 382784"/>
                <a:gd name="connsiteY4" fmla="*/ 1643043 h 1643043"/>
                <a:gd name="connsiteX5" fmla="*/ 0 w 382784"/>
                <a:gd name="connsiteY5" fmla="*/ 1617763 h 1643043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8448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84487 w 382784"/>
                <a:gd name="connsiteY4" fmla="*/ 1633518 h 1633518"/>
                <a:gd name="connsiteX5" fmla="*/ 0 w 382784"/>
                <a:gd name="connsiteY5" fmla="*/ 1617763 h 1633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2784" h="1633518">
                  <a:moveTo>
                    <a:pt x="0" y="1617763"/>
                  </a:moveTo>
                  <a:lnTo>
                    <a:pt x="51692" y="55802"/>
                  </a:lnTo>
                  <a:cubicBezTo>
                    <a:pt x="135312" y="-10379"/>
                    <a:pt x="225281" y="-25760"/>
                    <a:pt x="334301" y="54109"/>
                  </a:cubicBezTo>
                  <a:lnTo>
                    <a:pt x="382784" y="1617763"/>
                  </a:lnTo>
                  <a:cubicBezTo>
                    <a:pt x="295871" y="1639242"/>
                    <a:pt x="276691" y="1619447"/>
                    <a:pt x="184487" y="1633518"/>
                  </a:cubicBezTo>
                  <a:cubicBezTo>
                    <a:pt x="93358" y="1620152"/>
                    <a:pt x="79487" y="1635362"/>
                    <a:pt x="0" y="1617763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8DE2E75E-62B4-419B-BB1E-8B87B5468F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35878" y="1659150"/>
              <a:ext cx="27674" cy="14926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4E89EC1-3340-44C8-8E7B-2F060C7E6EC8}"/>
                </a:ext>
              </a:extLst>
            </p:cNvPr>
            <p:cNvCxnSpPr>
              <a:cxnSpLocks/>
              <a:stCxn id="80" idx="0"/>
              <a:endCxn id="80" idx="4"/>
            </p:cNvCxnSpPr>
            <p:nvPr/>
          </p:nvCxnSpPr>
          <p:spPr>
            <a:xfrm>
              <a:off x="9546560" y="3176268"/>
              <a:ext cx="184487" cy="1575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Arc 92">
              <a:extLst>
                <a:ext uri="{FF2B5EF4-FFF2-40B4-BE49-F238E27FC236}">
                  <a16:creationId xmlns:a16="http://schemas.microsoft.com/office/drawing/2014/main" id="{B6AB7A7B-D863-4193-B0FC-C5FEFC09421B}"/>
                </a:ext>
              </a:extLst>
            </p:cNvPr>
            <p:cNvSpPr/>
            <p:nvPr/>
          </p:nvSpPr>
          <p:spPr>
            <a:xfrm rot="10455752">
              <a:off x="9579303" y="3070884"/>
              <a:ext cx="294204" cy="81457"/>
            </a:xfrm>
            <a:prstGeom prst="arc">
              <a:avLst>
                <a:gd name="adj1" fmla="val 15628279"/>
                <a:gd name="adj2" fmla="val 21412419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94" name="Arc 93">
              <a:extLst>
                <a:ext uri="{FF2B5EF4-FFF2-40B4-BE49-F238E27FC236}">
                  <a16:creationId xmlns:a16="http://schemas.microsoft.com/office/drawing/2014/main" id="{F75C2545-9E15-4C31-92FB-8B10F5A596CE}"/>
                </a:ext>
              </a:extLst>
            </p:cNvPr>
            <p:cNvSpPr/>
            <p:nvPr/>
          </p:nvSpPr>
          <p:spPr>
            <a:xfrm rot="10455752">
              <a:off x="9619488" y="2127408"/>
              <a:ext cx="223299" cy="4571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95" name="Arc 94">
              <a:extLst>
                <a:ext uri="{FF2B5EF4-FFF2-40B4-BE49-F238E27FC236}">
                  <a16:creationId xmlns:a16="http://schemas.microsoft.com/office/drawing/2014/main" id="{3D337FDB-5011-4885-B360-9FF230216900}"/>
                </a:ext>
              </a:extLst>
            </p:cNvPr>
            <p:cNvSpPr/>
            <p:nvPr/>
          </p:nvSpPr>
          <p:spPr>
            <a:xfrm rot="10455752">
              <a:off x="9586157" y="2959152"/>
              <a:ext cx="303590" cy="5612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96" name="Arc 95">
              <a:extLst>
                <a:ext uri="{FF2B5EF4-FFF2-40B4-BE49-F238E27FC236}">
                  <a16:creationId xmlns:a16="http://schemas.microsoft.com/office/drawing/2014/main" id="{35DCBBA8-DA3A-4000-9C9C-EB2D9A66C104}"/>
                </a:ext>
              </a:extLst>
            </p:cNvPr>
            <p:cNvSpPr/>
            <p:nvPr/>
          </p:nvSpPr>
          <p:spPr>
            <a:xfrm rot="10455752">
              <a:off x="9620953" y="1979613"/>
              <a:ext cx="221938" cy="4571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97" name="Arc 96">
              <a:extLst>
                <a:ext uri="{FF2B5EF4-FFF2-40B4-BE49-F238E27FC236}">
                  <a16:creationId xmlns:a16="http://schemas.microsoft.com/office/drawing/2014/main" id="{4AAFA547-089A-4310-9B78-77C58C9F7F12}"/>
                </a:ext>
              </a:extLst>
            </p:cNvPr>
            <p:cNvSpPr/>
            <p:nvPr/>
          </p:nvSpPr>
          <p:spPr>
            <a:xfrm rot="10455752">
              <a:off x="9593028" y="2813305"/>
              <a:ext cx="281338" cy="63614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99" name="Arc 98">
              <a:extLst>
                <a:ext uri="{FF2B5EF4-FFF2-40B4-BE49-F238E27FC236}">
                  <a16:creationId xmlns:a16="http://schemas.microsoft.com/office/drawing/2014/main" id="{149D1DDE-B35B-4E05-9C13-71C3F999579B}"/>
                </a:ext>
              </a:extLst>
            </p:cNvPr>
            <p:cNvSpPr/>
            <p:nvPr/>
          </p:nvSpPr>
          <p:spPr>
            <a:xfrm rot="10455752">
              <a:off x="9615663" y="2274486"/>
              <a:ext cx="231795" cy="4729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00" name="Arc 99">
              <a:extLst>
                <a:ext uri="{FF2B5EF4-FFF2-40B4-BE49-F238E27FC236}">
                  <a16:creationId xmlns:a16="http://schemas.microsoft.com/office/drawing/2014/main" id="{0723F62C-ECF8-473A-8F66-1D3FC5CAD3E7}"/>
                </a:ext>
              </a:extLst>
            </p:cNvPr>
            <p:cNvSpPr/>
            <p:nvPr/>
          </p:nvSpPr>
          <p:spPr>
            <a:xfrm rot="10455752">
              <a:off x="9597196" y="2676545"/>
              <a:ext cx="250236" cy="5893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02" name="Arc 101">
              <a:extLst>
                <a:ext uri="{FF2B5EF4-FFF2-40B4-BE49-F238E27FC236}">
                  <a16:creationId xmlns:a16="http://schemas.microsoft.com/office/drawing/2014/main" id="{43EEF85E-F058-4237-888B-4B9888B1B6E6}"/>
                </a:ext>
              </a:extLst>
            </p:cNvPr>
            <p:cNvSpPr/>
            <p:nvPr/>
          </p:nvSpPr>
          <p:spPr>
            <a:xfrm rot="10455752">
              <a:off x="9606442" y="2412628"/>
              <a:ext cx="250236" cy="4802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03" name="Arc 102">
              <a:extLst>
                <a:ext uri="{FF2B5EF4-FFF2-40B4-BE49-F238E27FC236}">
                  <a16:creationId xmlns:a16="http://schemas.microsoft.com/office/drawing/2014/main" id="{ECF59D73-F601-445E-9A03-5976D88F904B}"/>
                </a:ext>
              </a:extLst>
            </p:cNvPr>
            <p:cNvSpPr/>
            <p:nvPr/>
          </p:nvSpPr>
          <p:spPr>
            <a:xfrm rot="10455752">
              <a:off x="9601178" y="2548343"/>
              <a:ext cx="250236" cy="49164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08" name="Arc 107">
              <a:extLst>
                <a:ext uri="{FF2B5EF4-FFF2-40B4-BE49-F238E27FC236}">
                  <a16:creationId xmlns:a16="http://schemas.microsoft.com/office/drawing/2014/main" id="{C8608AA1-392F-4696-9013-E68280850A41}"/>
                </a:ext>
              </a:extLst>
            </p:cNvPr>
            <p:cNvSpPr/>
            <p:nvPr/>
          </p:nvSpPr>
          <p:spPr>
            <a:xfrm rot="10455752">
              <a:off x="9628895" y="1831143"/>
              <a:ext cx="206022" cy="4571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09" name="Arc 108">
              <a:extLst>
                <a:ext uri="{FF2B5EF4-FFF2-40B4-BE49-F238E27FC236}">
                  <a16:creationId xmlns:a16="http://schemas.microsoft.com/office/drawing/2014/main" id="{B935F022-81F5-42F5-A054-87F56B84497D}"/>
                </a:ext>
              </a:extLst>
            </p:cNvPr>
            <p:cNvSpPr/>
            <p:nvPr/>
          </p:nvSpPr>
          <p:spPr>
            <a:xfrm rot="10455752">
              <a:off x="9630520" y="1655044"/>
              <a:ext cx="204540" cy="4571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3FE41DC-0278-4AAA-8DDF-44B65B90B9B1}"/>
                </a:ext>
              </a:extLst>
            </p:cNvPr>
            <p:cNvSpPr txBox="1"/>
            <p:nvPr/>
          </p:nvSpPr>
          <p:spPr>
            <a:xfrm>
              <a:off x="9655286" y="3056010"/>
              <a:ext cx="19727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0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404A8EE-4526-42C5-AB2F-205B3D1D9508}"/>
                </a:ext>
              </a:extLst>
            </p:cNvPr>
            <p:cNvSpPr txBox="1"/>
            <p:nvPr/>
          </p:nvSpPr>
          <p:spPr>
            <a:xfrm>
              <a:off x="9648608" y="2926616"/>
              <a:ext cx="20225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1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30B19B36-8B38-4ADE-B188-5411F8273D41}"/>
                </a:ext>
              </a:extLst>
            </p:cNvPr>
            <p:cNvSpPr txBox="1"/>
            <p:nvPr/>
          </p:nvSpPr>
          <p:spPr>
            <a:xfrm>
              <a:off x="9648415" y="2789258"/>
              <a:ext cx="19976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2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F7E359F7-67FA-42B1-9674-02C7F635FE43}"/>
                </a:ext>
              </a:extLst>
            </p:cNvPr>
            <p:cNvSpPr txBox="1"/>
            <p:nvPr/>
          </p:nvSpPr>
          <p:spPr>
            <a:xfrm>
              <a:off x="9652514" y="2643182"/>
              <a:ext cx="18647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3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149732C-5B30-47AF-8479-1471F08396F8}"/>
                </a:ext>
              </a:extLst>
            </p:cNvPr>
            <p:cNvSpPr txBox="1"/>
            <p:nvPr/>
          </p:nvSpPr>
          <p:spPr>
            <a:xfrm>
              <a:off x="9653088" y="2500909"/>
              <a:ext cx="20253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4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5BD414FB-95CC-49CF-AD98-2579319016D0}"/>
                </a:ext>
              </a:extLst>
            </p:cNvPr>
            <p:cNvSpPr txBox="1"/>
            <p:nvPr/>
          </p:nvSpPr>
          <p:spPr>
            <a:xfrm>
              <a:off x="9655460" y="2367045"/>
              <a:ext cx="19325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5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D3322CD2-EEA7-4BBB-A470-B274AA1C8B54}"/>
                </a:ext>
              </a:extLst>
            </p:cNvPr>
            <p:cNvSpPr txBox="1"/>
            <p:nvPr/>
          </p:nvSpPr>
          <p:spPr>
            <a:xfrm>
              <a:off x="9655461" y="2227625"/>
              <a:ext cx="19325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6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8FFC37B-4D0B-4604-B529-9F2D90750D84}"/>
                </a:ext>
              </a:extLst>
            </p:cNvPr>
            <p:cNvSpPr txBox="1"/>
            <p:nvPr/>
          </p:nvSpPr>
          <p:spPr>
            <a:xfrm>
              <a:off x="9662071" y="2085211"/>
              <a:ext cx="19325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8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48B90F4-163A-4C13-AB03-6304A05CD832}"/>
                </a:ext>
              </a:extLst>
            </p:cNvPr>
            <p:cNvSpPr txBox="1"/>
            <p:nvPr/>
          </p:nvSpPr>
          <p:spPr>
            <a:xfrm>
              <a:off x="9650039" y="1935668"/>
              <a:ext cx="26923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10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D5DC22EF-5B9D-4241-BBE1-E6FE270C93E7}"/>
                </a:ext>
              </a:extLst>
            </p:cNvPr>
            <p:cNvSpPr txBox="1"/>
            <p:nvPr/>
          </p:nvSpPr>
          <p:spPr>
            <a:xfrm>
              <a:off x="9658320" y="1786303"/>
              <a:ext cx="26788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12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80C3DA8E-73F0-48B0-BCC3-26D3234F6EF4}"/>
                </a:ext>
              </a:extLst>
            </p:cNvPr>
            <p:cNvSpPr txBox="1"/>
            <p:nvPr/>
          </p:nvSpPr>
          <p:spPr>
            <a:xfrm>
              <a:off x="9650248" y="1617919"/>
              <a:ext cx="27683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15</a:t>
              </a:r>
            </a:p>
          </p:txBody>
        </p:sp>
      </p:grpSp>
      <p:pic>
        <p:nvPicPr>
          <p:cNvPr id="1026" name="Picture 2" descr="Image result for nasal cannula">
            <a:extLst>
              <a:ext uri="{FF2B5EF4-FFF2-40B4-BE49-F238E27FC236}">
                <a16:creationId xmlns:a16="http://schemas.microsoft.com/office/drawing/2014/main" id="{398AD855-349D-4D60-9028-01AF0C060C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184" y="739958"/>
            <a:ext cx="2816212" cy="2324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1B6C3E22-4B05-4B4F-A57F-E2D1801ED0FA}"/>
              </a:ext>
            </a:extLst>
          </p:cNvPr>
          <p:cNvSpPr/>
          <p:nvPr/>
        </p:nvSpPr>
        <p:spPr>
          <a:xfrm>
            <a:off x="5417733" y="3095725"/>
            <a:ext cx="4907942" cy="894015"/>
          </a:xfrm>
          <a:custGeom>
            <a:avLst/>
            <a:gdLst>
              <a:gd name="connsiteX0" fmla="*/ 72368 w 4182987"/>
              <a:gd name="connsiteY0" fmla="*/ 129778 h 1039933"/>
              <a:gd name="connsiteX1" fmla="*/ 800502 w 4182987"/>
              <a:gd name="connsiteY1" fmla="*/ 273712 h 1039933"/>
              <a:gd name="connsiteX2" fmla="*/ 1401635 w 4182987"/>
              <a:gd name="connsiteY2" fmla="*/ 713978 h 1039933"/>
              <a:gd name="connsiteX3" fmla="*/ 2798635 w 4182987"/>
              <a:gd name="connsiteY3" fmla="*/ 908712 h 1039933"/>
              <a:gd name="connsiteX4" fmla="*/ 3264302 w 4182987"/>
              <a:gd name="connsiteY4" fmla="*/ 273712 h 1039933"/>
              <a:gd name="connsiteX5" fmla="*/ 3772302 w 4182987"/>
              <a:gd name="connsiteY5" fmla="*/ 104378 h 1039933"/>
              <a:gd name="connsiteX6" fmla="*/ 3873902 w 4182987"/>
              <a:gd name="connsiteY6" fmla="*/ 28178 h 1039933"/>
              <a:gd name="connsiteX7" fmla="*/ 4102502 w 4182987"/>
              <a:gd name="connsiteY7" fmla="*/ 2778 h 1039933"/>
              <a:gd name="connsiteX8" fmla="*/ 4170235 w 4182987"/>
              <a:gd name="connsiteY8" fmla="*/ 87445 h 1039933"/>
              <a:gd name="connsiteX9" fmla="*/ 4153302 w 4182987"/>
              <a:gd name="connsiteY9" fmla="*/ 273712 h 1039933"/>
              <a:gd name="connsiteX10" fmla="*/ 3882368 w 4182987"/>
              <a:gd name="connsiteY10" fmla="*/ 299112 h 1039933"/>
              <a:gd name="connsiteX11" fmla="*/ 3831568 w 4182987"/>
              <a:gd name="connsiteY11" fmla="*/ 222912 h 1039933"/>
              <a:gd name="connsiteX12" fmla="*/ 3399768 w 4182987"/>
              <a:gd name="connsiteY12" fmla="*/ 299112 h 1039933"/>
              <a:gd name="connsiteX13" fmla="*/ 3281235 w 4182987"/>
              <a:gd name="connsiteY13" fmla="*/ 468445 h 1039933"/>
              <a:gd name="connsiteX14" fmla="*/ 3078035 w 4182987"/>
              <a:gd name="connsiteY14" fmla="*/ 866378 h 1039933"/>
              <a:gd name="connsiteX15" fmla="*/ 2891768 w 4182987"/>
              <a:gd name="connsiteY15" fmla="*/ 1010312 h 1039933"/>
              <a:gd name="connsiteX16" fmla="*/ 2510768 w 4182987"/>
              <a:gd name="connsiteY16" fmla="*/ 1035712 h 1039933"/>
              <a:gd name="connsiteX17" fmla="*/ 1841902 w 4182987"/>
              <a:gd name="connsiteY17" fmla="*/ 951045 h 1039933"/>
              <a:gd name="connsiteX18" fmla="*/ 1113768 w 4182987"/>
              <a:gd name="connsiteY18" fmla="*/ 730912 h 1039933"/>
              <a:gd name="connsiteX19" fmla="*/ 842835 w 4182987"/>
              <a:gd name="connsiteY19" fmla="*/ 434578 h 1039933"/>
              <a:gd name="connsiteX20" fmla="*/ 665035 w 4182987"/>
              <a:gd name="connsiteY20" fmla="*/ 366845 h 1039933"/>
              <a:gd name="connsiteX21" fmla="*/ 453368 w 4182987"/>
              <a:gd name="connsiteY21" fmla="*/ 299112 h 1039933"/>
              <a:gd name="connsiteX22" fmla="*/ 97768 w 4182987"/>
              <a:gd name="connsiteY22" fmla="*/ 248312 h 1039933"/>
              <a:gd name="connsiteX23" fmla="*/ 30035 w 4182987"/>
              <a:gd name="connsiteY23" fmla="*/ 265245 h 1039933"/>
              <a:gd name="connsiteX24" fmla="*/ 72368 w 4182987"/>
              <a:gd name="connsiteY24" fmla="*/ 129778 h 1039933"/>
              <a:gd name="connsiteX0" fmla="*/ 85774 w 4196393"/>
              <a:gd name="connsiteY0" fmla="*/ 129778 h 1039933"/>
              <a:gd name="connsiteX1" fmla="*/ 813908 w 4196393"/>
              <a:gd name="connsiteY1" fmla="*/ 273712 h 1039933"/>
              <a:gd name="connsiteX2" fmla="*/ 1415041 w 4196393"/>
              <a:gd name="connsiteY2" fmla="*/ 713978 h 1039933"/>
              <a:gd name="connsiteX3" fmla="*/ 2812041 w 4196393"/>
              <a:gd name="connsiteY3" fmla="*/ 908712 h 1039933"/>
              <a:gd name="connsiteX4" fmla="*/ 3277708 w 4196393"/>
              <a:gd name="connsiteY4" fmla="*/ 273712 h 1039933"/>
              <a:gd name="connsiteX5" fmla="*/ 3785708 w 4196393"/>
              <a:gd name="connsiteY5" fmla="*/ 104378 h 1039933"/>
              <a:gd name="connsiteX6" fmla="*/ 3887308 w 4196393"/>
              <a:gd name="connsiteY6" fmla="*/ 28178 h 1039933"/>
              <a:gd name="connsiteX7" fmla="*/ 4115908 w 4196393"/>
              <a:gd name="connsiteY7" fmla="*/ 2778 h 1039933"/>
              <a:gd name="connsiteX8" fmla="*/ 4183641 w 4196393"/>
              <a:gd name="connsiteY8" fmla="*/ 87445 h 1039933"/>
              <a:gd name="connsiteX9" fmla="*/ 4166708 w 4196393"/>
              <a:gd name="connsiteY9" fmla="*/ 273712 h 1039933"/>
              <a:gd name="connsiteX10" fmla="*/ 3895774 w 4196393"/>
              <a:gd name="connsiteY10" fmla="*/ 299112 h 1039933"/>
              <a:gd name="connsiteX11" fmla="*/ 3844974 w 4196393"/>
              <a:gd name="connsiteY11" fmla="*/ 222912 h 1039933"/>
              <a:gd name="connsiteX12" fmla="*/ 3413174 w 4196393"/>
              <a:gd name="connsiteY12" fmla="*/ 299112 h 1039933"/>
              <a:gd name="connsiteX13" fmla="*/ 3294641 w 4196393"/>
              <a:gd name="connsiteY13" fmla="*/ 468445 h 1039933"/>
              <a:gd name="connsiteX14" fmla="*/ 3091441 w 4196393"/>
              <a:gd name="connsiteY14" fmla="*/ 866378 h 1039933"/>
              <a:gd name="connsiteX15" fmla="*/ 2905174 w 4196393"/>
              <a:gd name="connsiteY15" fmla="*/ 1010312 h 1039933"/>
              <a:gd name="connsiteX16" fmla="*/ 2524174 w 4196393"/>
              <a:gd name="connsiteY16" fmla="*/ 1035712 h 1039933"/>
              <a:gd name="connsiteX17" fmla="*/ 1855308 w 4196393"/>
              <a:gd name="connsiteY17" fmla="*/ 951045 h 1039933"/>
              <a:gd name="connsiteX18" fmla="*/ 1127174 w 4196393"/>
              <a:gd name="connsiteY18" fmla="*/ 730912 h 1039933"/>
              <a:gd name="connsiteX19" fmla="*/ 856241 w 4196393"/>
              <a:gd name="connsiteY19" fmla="*/ 434578 h 1039933"/>
              <a:gd name="connsiteX20" fmla="*/ 678441 w 4196393"/>
              <a:gd name="connsiteY20" fmla="*/ 366845 h 1039933"/>
              <a:gd name="connsiteX21" fmla="*/ 466774 w 4196393"/>
              <a:gd name="connsiteY21" fmla="*/ 299112 h 1039933"/>
              <a:gd name="connsiteX22" fmla="*/ 111174 w 4196393"/>
              <a:gd name="connsiteY22" fmla="*/ 248312 h 1039933"/>
              <a:gd name="connsiteX23" fmla="*/ 18041 w 4196393"/>
              <a:gd name="connsiteY23" fmla="*/ 222912 h 1039933"/>
              <a:gd name="connsiteX24" fmla="*/ 85774 w 4196393"/>
              <a:gd name="connsiteY24" fmla="*/ 129778 h 1039933"/>
              <a:gd name="connsiteX0" fmla="*/ 87421 w 4198040"/>
              <a:gd name="connsiteY0" fmla="*/ 129778 h 1039933"/>
              <a:gd name="connsiteX1" fmla="*/ 815555 w 4198040"/>
              <a:gd name="connsiteY1" fmla="*/ 273712 h 1039933"/>
              <a:gd name="connsiteX2" fmla="*/ 1416688 w 4198040"/>
              <a:gd name="connsiteY2" fmla="*/ 713978 h 1039933"/>
              <a:gd name="connsiteX3" fmla="*/ 2813688 w 4198040"/>
              <a:gd name="connsiteY3" fmla="*/ 908712 h 1039933"/>
              <a:gd name="connsiteX4" fmla="*/ 3279355 w 4198040"/>
              <a:gd name="connsiteY4" fmla="*/ 273712 h 1039933"/>
              <a:gd name="connsiteX5" fmla="*/ 3787355 w 4198040"/>
              <a:gd name="connsiteY5" fmla="*/ 104378 h 1039933"/>
              <a:gd name="connsiteX6" fmla="*/ 3888955 w 4198040"/>
              <a:gd name="connsiteY6" fmla="*/ 28178 h 1039933"/>
              <a:gd name="connsiteX7" fmla="*/ 4117555 w 4198040"/>
              <a:gd name="connsiteY7" fmla="*/ 2778 h 1039933"/>
              <a:gd name="connsiteX8" fmla="*/ 4185288 w 4198040"/>
              <a:gd name="connsiteY8" fmla="*/ 87445 h 1039933"/>
              <a:gd name="connsiteX9" fmla="*/ 4168355 w 4198040"/>
              <a:gd name="connsiteY9" fmla="*/ 273712 h 1039933"/>
              <a:gd name="connsiteX10" fmla="*/ 3897421 w 4198040"/>
              <a:gd name="connsiteY10" fmla="*/ 299112 h 1039933"/>
              <a:gd name="connsiteX11" fmla="*/ 3846621 w 4198040"/>
              <a:gd name="connsiteY11" fmla="*/ 222912 h 1039933"/>
              <a:gd name="connsiteX12" fmla="*/ 3414821 w 4198040"/>
              <a:gd name="connsiteY12" fmla="*/ 299112 h 1039933"/>
              <a:gd name="connsiteX13" fmla="*/ 3296288 w 4198040"/>
              <a:gd name="connsiteY13" fmla="*/ 468445 h 1039933"/>
              <a:gd name="connsiteX14" fmla="*/ 3093088 w 4198040"/>
              <a:gd name="connsiteY14" fmla="*/ 866378 h 1039933"/>
              <a:gd name="connsiteX15" fmla="*/ 2906821 w 4198040"/>
              <a:gd name="connsiteY15" fmla="*/ 1010312 h 1039933"/>
              <a:gd name="connsiteX16" fmla="*/ 2525821 w 4198040"/>
              <a:gd name="connsiteY16" fmla="*/ 1035712 h 1039933"/>
              <a:gd name="connsiteX17" fmla="*/ 1856955 w 4198040"/>
              <a:gd name="connsiteY17" fmla="*/ 951045 h 1039933"/>
              <a:gd name="connsiteX18" fmla="*/ 1128821 w 4198040"/>
              <a:gd name="connsiteY18" fmla="*/ 730912 h 1039933"/>
              <a:gd name="connsiteX19" fmla="*/ 857888 w 4198040"/>
              <a:gd name="connsiteY19" fmla="*/ 434578 h 1039933"/>
              <a:gd name="connsiteX20" fmla="*/ 680088 w 4198040"/>
              <a:gd name="connsiteY20" fmla="*/ 366845 h 1039933"/>
              <a:gd name="connsiteX21" fmla="*/ 468421 w 4198040"/>
              <a:gd name="connsiteY21" fmla="*/ 299112 h 1039933"/>
              <a:gd name="connsiteX22" fmla="*/ 146687 w 4198040"/>
              <a:gd name="connsiteY22" fmla="*/ 222912 h 1039933"/>
              <a:gd name="connsiteX23" fmla="*/ 19688 w 4198040"/>
              <a:gd name="connsiteY23" fmla="*/ 222912 h 1039933"/>
              <a:gd name="connsiteX24" fmla="*/ 87421 w 4198040"/>
              <a:gd name="connsiteY24" fmla="*/ 129778 h 1039933"/>
              <a:gd name="connsiteX0" fmla="*/ 87421 w 4198040"/>
              <a:gd name="connsiteY0" fmla="*/ 129778 h 1039933"/>
              <a:gd name="connsiteX1" fmla="*/ 815555 w 4198040"/>
              <a:gd name="connsiteY1" fmla="*/ 273712 h 1039933"/>
              <a:gd name="connsiteX2" fmla="*/ 1416688 w 4198040"/>
              <a:gd name="connsiteY2" fmla="*/ 713978 h 1039933"/>
              <a:gd name="connsiteX3" fmla="*/ 2813688 w 4198040"/>
              <a:gd name="connsiteY3" fmla="*/ 908712 h 1039933"/>
              <a:gd name="connsiteX4" fmla="*/ 3279355 w 4198040"/>
              <a:gd name="connsiteY4" fmla="*/ 273712 h 1039933"/>
              <a:gd name="connsiteX5" fmla="*/ 3787355 w 4198040"/>
              <a:gd name="connsiteY5" fmla="*/ 104378 h 1039933"/>
              <a:gd name="connsiteX6" fmla="*/ 3888955 w 4198040"/>
              <a:gd name="connsiteY6" fmla="*/ 28178 h 1039933"/>
              <a:gd name="connsiteX7" fmla="*/ 4117555 w 4198040"/>
              <a:gd name="connsiteY7" fmla="*/ 2778 h 1039933"/>
              <a:gd name="connsiteX8" fmla="*/ 4185288 w 4198040"/>
              <a:gd name="connsiteY8" fmla="*/ 87445 h 1039933"/>
              <a:gd name="connsiteX9" fmla="*/ 4168355 w 4198040"/>
              <a:gd name="connsiteY9" fmla="*/ 273712 h 1039933"/>
              <a:gd name="connsiteX10" fmla="*/ 3897421 w 4198040"/>
              <a:gd name="connsiteY10" fmla="*/ 299112 h 1039933"/>
              <a:gd name="connsiteX11" fmla="*/ 3846621 w 4198040"/>
              <a:gd name="connsiteY11" fmla="*/ 222912 h 1039933"/>
              <a:gd name="connsiteX12" fmla="*/ 3414821 w 4198040"/>
              <a:gd name="connsiteY12" fmla="*/ 299112 h 1039933"/>
              <a:gd name="connsiteX13" fmla="*/ 3296288 w 4198040"/>
              <a:gd name="connsiteY13" fmla="*/ 468445 h 1039933"/>
              <a:gd name="connsiteX14" fmla="*/ 3093088 w 4198040"/>
              <a:gd name="connsiteY14" fmla="*/ 866378 h 1039933"/>
              <a:gd name="connsiteX15" fmla="*/ 2906821 w 4198040"/>
              <a:gd name="connsiteY15" fmla="*/ 1010312 h 1039933"/>
              <a:gd name="connsiteX16" fmla="*/ 2525821 w 4198040"/>
              <a:gd name="connsiteY16" fmla="*/ 1035712 h 1039933"/>
              <a:gd name="connsiteX17" fmla="*/ 1856955 w 4198040"/>
              <a:gd name="connsiteY17" fmla="*/ 951045 h 1039933"/>
              <a:gd name="connsiteX18" fmla="*/ 1128821 w 4198040"/>
              <a:gd name="connsiteY18" fmla="*/ 730912 h 1039933"/>
              <a:gd name="connsiteX19" fmla="*/ 857888 w 4198040"/>
              <a:gd name="connsiteY19" fmla="*/ 434578 h 1039933"/>
              <a:gd name="connsiteX20" fmla="*/ 680088 w 4198040"/>
              <a:gd name="connsiteY20" fmla="*/ 366845 h 1039933"/>
              <a:gd name="connsiteX21" fmla="*/ 502288 w 4198040"/>
              <a:gd name="connsiteY21" fmla="*/ 265245 h 1039933"/>
              <a:gd name="connsiteX22" fmla="*/ 146687 w 4198040"/>
              <a:gd name="connsiteY22" fmla="*/ 222912 h 1039933"/>
              <a:gd name="connsiteX23" fmla="*/ 19688 w 4198040"/>
              <a:gd name="connsiteY23" fmla="*/ 222912 h 1039933"/>
              <a:gd name="connsiteX24" fmla="*/ 87421 w 4198040"/>
              <a:gd name="connsiteY24" fmla="*/ 129778 h 1039933"/>
              <a:gd name="connsiteX0" fmla="*/ 87421 w 4198040"/>
              <a:gd name="connsiteY0" fmla="*/ 129778 h 1039933"/>
              <a:gd name="connsiteX1" fmla="*/ 815555 w 4198040"/>
              <a:gd name="connsiteY1" fmla="*/ 273712 h 1039933"/>
              <a:gd name="connsiteX2" fmla="*/ 1416688 w 4198040"/>
              <a:gd name="connsiteY2" fmla="*/ 713978 h 1039933"/>
              <a:gd name="connsiteX3" fmla="*/ 2813688 w 4198040"/>
              <a:gd name="connsiteY3" fmla="*/ 908712 h 1039933"/>
              <a:gd name="connsiteX4" fmla="*/ 3279355 w 4198040"/>
              <a:gd name="connsiteY4" fmla="*/ 273712 h 1039933"/>
              <a:gd name="connsiteX5" fmla="*/ 3787355 w 4198040"/>
              <a:gd name="connsiteY5" fmla="*/ 104378 h 1039933"/>
              <a:gd name="connsiteX6" fmla="*/ 3888955 w 4198040"/>
              <a:gd name="connsiteY6" fmla="*/ 28178 h 1039933"/>
              <a:gd name="connsiteX7" fmla="*/ 4117555 w 4198040"/>
              <a:gd name="connsiteY7" fmla="*/ 2778 h 1039933"/>
              <a:gd name="connsiteX8" fmla="*/ 4185288 w 4198040"/>
              <a:gd name="connsiteY8" fmla="*/ 87445 h 1039933"/>
              <a:gd name="connsiteX9" fmla="*/ 4168355 w 4198040"/>
              <a:gd name="connsiteY9" fmla="*/ 273712 h 1039933"/>
              <a:gd name="connsiteX10" fmla="*/ 3897421 w 4198040"/>
              <a:gd name="connsiteY10" fmla="*/ 299112 h 1039933"/>
              <a:gd name="connsiteX11" fmla="*/ 3846621 w 4198040"/>
              <a:gd name="connsiteY11" fmla="*/ 222912 h 1039933"/>
              <a:gd name="connsiteX12" fmla="*/ 3414821 w 4198040"/>
              <a:gd name="connsiteY12" fmla="*/ 299112 h 1039933"/>
              <a:gd name="connsiteX13" fmla="*/ 3296288 w 4198040"/>
              <a:gd name="connsiteY13" fmla="*/ 468445 h 1039933"/>
              <a:gd name="connsiteX14" fmla="*/ 3093088 w 4198040"/>
              <a:gd name="connsiteY14" fmla="*/ 866378 h 1039933"/>
              <a:gd name="connsiteX15" fmla="*/ 2906821 w 4198040"/>
              <a:gd name="connsiteY15" fmla="*/ 1010312 h 1039933"/>
              <a:gd name="connsiteX16" fmla="*/ 2525821 w 4198040"/>
              <a:gd name="connsiteY16" fmla="*/ 1035712 h 1039933"/>
              <a:gd name="connsiteX17" fmla="*/ 1856955 w 4198040"/>
              <a:gd name="connsiteY17" fmla="*/ 951045 h 1039933"/>
              <a:gd name="connsiteX18" fmla="*/ 1128821 w 4198040"/>
              <a:gd name="connsiteY18" fmla="*/ 730912 h 1039933"/>
              <a:gd name="connsiteX19" fmla="*/ 857888 w 4198040"/>
              <a:gd name="connsiteY19" fmla="*/ 434578 h 1039933"/>
              <a:gd name="connsiteX20" fmla="*/ 705488 w 4198040"/>
              <a:gd name="connsiteY20" fmla="*/ 316045 h 1039933"/>
              <a:gd name="connsiteX21" fmla="*/ 502288 w 4198040"/>
              <a:gd name="connsiteY21" fmla="*/ 265245 h 1039933"/>
              <a:gd name="connsiteX22" fmla="*/ 146687 w 4198040"/>
              <a:gd name="connsiteY22" fmla="*/ 222912 h 1039933"/>
              <a:gd name="connsiteX23" fmla="*/ 19688 w 4198040"/>
              <a:gd name="connsiteY23" fmla="*/ 222912 h 1039933"/>
              <a:gd name="connsiteX24" fmla="*/ 87421 w 4198040"/>
              <a:gd name="connsiteY24" fmla="*/ 129778 h 1039933"/>
              <a:gd name="connsiteX0" fmla="*/ 87421 w 4198040"/>
              <a:gd name="connsiteY0" fmla="*/ 129778 h 1039933"/>
              <a:gd name="connsiteX1" fmla="*/ 815555 w 4198040"/>
              <a:gd name="connsiteY1" fmla="*/ 273712 h 1039933"/>
              <a:gd name="connsiteX2" fmla="*/ 1416688 w 4198040"/>
              <a:gd name="connsiteY2" fmla="*/ 713978 h 1039933"/>
              <a:gd name="connsiteX3" fmla="*/ 2813688 w 4198040"/>
              <a:gd name="connsiteY3" fmla="*/ 908712 h 1039933"/>
              <a:gd name="connsiteX4" fmla="*/ 3279355 w 4198040"/>
              <a:gd name="connsiteY4" fmla="*/ 273712 h 1039933"/>
              <a:gd name="connsiteX5" fmla="*/ 3787355 w 4198040"/>
              <a:gd name="connsiteY5" fmla="*/ 104378 h 1039933"/>
              <a:gd name="connsiteX6" fmla="*/ 3888955 w 4198040"/>
              <a:gd name="connsiteY6" fmla="*/ 28178 h 1039933"/>
              <a:gd name="connsiteX7" fmla="*/ 4117555 w 4198040"/>
              <a:gd name="connsiteY7" fmla="*/ 2778 h 1039933"/>
              <a:gd name="connsiteX8" fmla="*/ 4185288 w 4198040"/>
              <a:gd name="connsiteY8" fmla="*/ 87445 h 1039933"/>
              <a:gd name="connsiteX9" fmla="*/ 4168355 w 4198040"/>
              <a:gd name="connsiteY9" fmla="*/ 273712 h 1039933"/>
              <a:gd name="connsiteX10" fmla="*/ 3897421 w 4198040"/>
              <a:gd name="connsiteY10" fmla="*/ 299112 h 1039933"/>
              <a:gd name="connsiteX11" fmla="*/ 3846621 w 4198040"/>
              <a:gd name="connsiteY11" fmla="*/ 222912 h 1039933"/>
              <a:gd name="connsiteX12" fmla="*/ 3414821 w 4198040"/>
              <a:gd name="connsiteY12" fmla="*/ 299112 h 1039933"/>
              <a:gd name="connsiteX13" fmla="*/ 3296288 w 4198040"/>
              <a:gd name="connsiteY13" fmla="*/ 468445 h 1039933"/>
              <a:gd name="connsiteX14" fmla="*/ 3093088 w 4198040"/>
              <a:gd name="connsiteY14" fmla="*/ 866378 h 1039933"/>
              <a:gd name="connsiteX15" fmla="*/ 2906821 w 4198040"/>
              <a:gd name="connsiteY15" fmla="*/ 1010312 h 1039933"/>
              <a:gd name="connsiteX16" fmla="*/ 2525821 w 4198040"/>
              <a:gd name="connsiteY16" fmla="*/ 1035712 h 1039933"/>
              <a:gd name="connsiteX17" fmla="*/ 1856955 w 4198040"/>
              <a:gd name="connsiteY17" fmla="*/ 951045 h 1039933"/>
              <a:gd name="connsiteX18" fmla="*/ 1128821 w 4198040"/>
              <a:gd name="connsiteY18" fmla="*/ 730912 h 1039933"/>
              <a:gd name="connsiteX19" fmla="*/ 891755 w 4198040"/>
              <a:gd name="connsiteY19" fmla="*/ 443045 h 1039933"/>
              <a:gd name="connsiteX20" fmla="*/ 705488 w 4198040"/>
              <a:gd name="connsiteY20" fmla="*/ 316045 h 1039933"/>
              <a:gd name="connsiteX21" fmla="*/ 502288 w 4198040"/>
              <a:gd name="connsiteY21" fmla="*/ 265245 h 1039933"/>
              <a:gd name="connsiteX22" fmla="*/ 146687 w 4198040"/>
              <a:gd name="connsiteY22" fmla="*/ 222912 h 1039933"/>
              <a:gd name="connsiteX23" fmla="*/ 19688 w 4198040"/>
              <a:gd name="connsiteY23" fmla="*/ 222912 h 1039933"/>
              <a:gd name="connsiteX24" fmla="*/ 87421 w 4198040"/>
              <a:gd name="connsiteY24" fmla="*/ 129778 h 1039933"/>
              <a:gd name="connsiteX0" fmla="*/ 87421 w 4198040"/>
              <a:gd name="connsiteY0" fmla="*/ 129778 h 1039933"/>
              <a:gd name="connsiteX1" fmla="*/ 815555 w 4198040"/>
              <a:gd name="connsiteY1" fmla="*/ 273712 h 1039933"/>
              <a:gd name="connsiteX2" fmla="*/ 1416688 w 4198040"/>
              <a:gd name="connsiteY2" fmla="*/ 713978 h 1039933"/>
              <a:gd name="connsiteX3" fmla="*/ 2813688 w 4198040"/>
              <a:gd name="connsiteY3" fmla="*/ 908712 h 1039933"/>
              <a:gd name="connsiteX4" fmla="*/ 3279355 w 4198040"/>
              <a:gd name="connsiteY4" fmla="*/ 273712 h 1039933"/>
              <a:gd name="connsiteX5" fmla="*/ 3787355 w 4198040"/>
              <a:gd name="connsiteY5" fmla="*/ 104378 h 1039933"/>
              <a:gd name="connsiteX6" fmla="*/ 3888955 w 4198040"/>
              <a:gd name="connsiteY6" fmla="*/ 28178 h 1039933"/>
              <a:gd name="connsiteX7" fmla="*/ 4117555 w 4198040"/>
              <a:gd name="connsiteY7" fmla="*/ 2778 h 1039933"/>
              <a:gd name="connsiteX8" fmla="*/ 4185288 w 4198040"/>
              <a:gd name="connsiteY8" fmla="*/ 87445 h 1039933"/>
              <a:gd name="connsiteX9" fmla="*/ 4168355 w 4198040"/>
              <a:gd name="connsiteY9" fmla="*/ 273712 h 1039933"/>
              <a:gd name="connsiteX10" fmla="*/ 3897421 w 4198040"/>
              <a:gd name="connsiteY10" fmla="*/ 299112 h 1039933"/>
              <a:gd name="connsiteX11" fmla="*/ 3846621 w 4198040"/>
              <a:gd name="connsiteY11" fmla="*/ 222912 h 1039933"/>
              <a:gd name="connsiteX12" fmla="*/ 3414821 w 4198040"/>
              <a:gd name="connsiteY12" fmla="*/ 299112 h 1039933"/>
              <a:gd name="connsiteX13" fmla="*/ 3296288 w 4198040"/>
              <a:gd name="connsiteY13" fmla="*/ 468445 h 1039933"/>
              <a:gd name="connsiteX14" fmla="*/ 3093088 w 4198040"/>
              <a:gd name="connsiteY14" fmla="*/ 866378 h 1039933"/>
              <a:gd name="connsiteX15" fmla="*/ 2906821 w 4198040"/>
              <a:gd name="connsiteY15" fmla="*/ 1010312 h 1039933"/>
              <a:gd name="connsiteX16" fmla="*/ 2525821 w 4198040"/>
              <a:gd name="connsiteY16" fmla="*/ 1035712 h 1039933"/>
              <a:gd name="connsiteX17" fmla="*/ 1856955 w 4198040"/>
              <a:gd name="connsiteY17" fmla="*/ 951045 h 1039933"/>
              <a:gd name="connsiteX18" fmla="*/ 1179621 w 4198040"/>
              <a:gd name="connsiteY18" fmla="*/ 713979 h 1039933"/>
              <a:gd name="connsiteX19" fmla="*/ 891755 w 4198040"/>
              <a:gd name="connsiteY19" fmla="*/ 443045 h 1039933"/>
              <a:gd name="connsiteX20" fmla="*/ 705488 w 4198040"/>
              <a:gd name="connsiteY20" fmla="*/ 316045 h 1039933"/>
              <a:gd name="connsiteX21" fmla="*/ 502288 w 4198040"/>
              <a:gd name="connsiteY21" fmla="*/ 265245 h 1039933"/>
              <a:gd name="connsiteX22" fmla="*/ 146687 w 4198040"/>
              <a:gd name="connsiteY22" fmla="*/ 222912 h 1039933"/>
              <a:gd name="connsiteX23" fmla="*/ 19688 w 4198040"/>
              <a:gd name="connsiteY23" fmla="*/ 222912 h 1039933"/>
              <a:gd name="connsiteX24" fmla="*/ 87421 w 4198040"/>
              <a:gd name="connsiteY24" fmla="*/ 129778 h 1039933"/>
              <a:gd name="connsiteX0" fmla="*/ 87421 w 4198040"/>
              <a:gd name="connsiteY0" fmla="*/ 129778 h 1039933"/>
              <a:gd name="connsiteX1" fmla="*/ 815555 w 4198040"/>
              <a:gd name="connsiteY1" fmla="*/ 273712 h 1039933"/>
              <a:gd name="connsiteX2" fmla="*/ 1416688 w 4198040"/>
              <a:gd name="connsiteY2" fmla="*/ 713978 h 1039933"/>
              <a:gd name="connsiteX3" fmla="*/ 2813688 w 4198040"/>
              <a:gd name="connsiteY3" fmla="*/ 908712 h 1039933"/>
              <a:gd name="connsiteX4" fmla="*/ 3279355 w 4198040"/>
              <a:gd name="connsiteY4" fmla="*/ 273712 h 1039933"/>
              <a:gd name="connsiteX5" fmla="*/ 3787355 w 4198040"/>
              <a:gd name="connsiteY5" fmla="*/ 104378 h 1039933"/>
              <a:gd name="connsiteX6" fmla="*/ 3888955 w 4198040"/>
              <a:gd name="connsiteY6" fmla="*/ 28178 h 1039933"/>
              <a:gd name="connsiteX7" fmla="*/ 4117555 w 4198040"/>
              <a:gd name="connsiteY7" fmla="*/ 2778 h 1039933"/>
              <a:gd name="connsiteX8" fmla="*/ 4185288 w 4198040"/>
              <a:gd name="connsiteY8" fmla="*/ 87445 h 1039933"/>
              <a:gd name="connsiteX9" fmla="*/ 4168355 w 4198040"/>
              <a:gd name="connsiteY9" fmla="*/ 273712 h 1039933"/>
              <a:gd name="connsiteX10" fmla="*/ 3897421 w 4198040"/>
              <a:gd name="connsiteY10" fmla="*/ 299112 h 1039933"/>
              <a:gd name="connsiteX11" fmla="*/ 3846621 w 4198040"/>
              <a:gd name="connsiteY11" fmla="*/ 222912 h 1039933"/>
              <a:gd name="connsiteX12" fmla="*/ 3414821 w 4198040"/>
              <a:gd name="connsiteY12" fmla="*/ 299112 h 1039933"/>
              <a:gd name="connsiteX13" fmla="*/ 3296288 w 4198040"/>
              <a:gd name="connsiteY13" fmla="*/ 468445 h 1039933"/>
              <a:gd name="connsiteX14" fmla="*/ 3093088 w 4198040"/>
              <a:gd name="connsiteY14" fmla="*/ 866378 h 1039933"/>
              <a:gd name="connsiteX15" fmla="*/ 2906821 w 4198040"/>
              <a:gd name="connsiteY15" fmla="*/ 1010312 h 1039933"/>
              <a:gd name="connsiteX16" fmla="*/ 2525821 w 4198040"/>
              <a:gd name="connsiteY16" fmla="*/ 1035712 h 1039933"/>
              <a:gd name="connsiteX17" fmla="*/ 1856955 w 4198040"/>
              <a:gd name="connsiteY17" fmla="*/ 951045 h 1039933"/>
              <a:gd name="connsiteX18" fmla="*/ 1188088 w 4198040"/>
              <a:gd name="connsiteY18" fmla="*/ 713979 h 1039933"/>
              <a:gd name="connsiteX19" fmla="*/ 891755 w 4198040"/>
              <a:gd name="connsiteY19" fmla="*/ 443045 h 1039933"/>
              <a:gd name="connsiteX20" fmla="*/ 705488 w 4198040"/>
              <a:gd name="connsiteY20" fmla="*/ 316045 h 1039933"/>
              <a:gd name="connsiteX21" fmla="*/ 502288 w 4198040"/>
              <a:gd name="connsiteY21" fmla="*/ 265245 h 1039933"/>
              <a:gd name="connsiteX22" fmla="*/ 146687 w 4198040"/>
              <a:gd name="connsiteY22" fmla="*/ 222912 h 1039933"/>
              <a:gd name="connsiteX23" fmla="*/ 19688 w 4198040"/>
              <a:gd name="connsiteY23" fmla="*/ 222912 h 1039933"/>
              <a:gd name="connsiteX24" fmla="*/ 87421 w 4198040"/>
              <a:gd name="connsiteY24" fmla="*/ 129778 h 1039933"/>
              <a:gd name="connsiteX0" fmla="*/ 87421 w 4198040"/>
              <a:gd name="connsiteY0" fmla="*/ 129778 h 1042406"/>
              <a:gd name="connsiteX1" fmla="*/ 815555 w 4198040"/>
              <a:gd name="connsiteY1" fmla="*/ 273712 h 1042406"/>
              <a:gd name="connsiteX2" fmla="*/ 1416688 w 4198040"/>
              <a:gd name="connsiteY2" fmla="*/ 713978 h 1042406"/>
              <a:gd name="connsiteX3" fmla="*/ 2813688 w 4198040"/>
              <a:gd name="connsiteY3" fmla="*/ 908712 h 1042406"/>
              <a:gd name="connsiteX4" fmla="*/ 3279355 w 4198040"/>
              <a:gd name="connsiteY4" fmla="*/ 273712 h 1042406"/>
              <a:gd name="connsiteX5" fmla="*/ 3787355 w 4198040"/>
              <a:gd name="connsiteY5" fmla="*/ 104378 h 1042406"/>
              <a:gd name="connsiteX6" fmla="*/ 3888955 w 4198040"/>
              <a:gd name="connsiteY6" fmla="*/ 28178 h 1042406"/>
              <a:gd name="connsiteX7" fmla="*/ 4117555 w 4198040"/>
              <a:gd name="connsiteY7" fmla="*/ 2778 h 1042406"/>
              <a:gd name="connsiteX8" fmla="*/ 4185288 w 4198040"/>
              <a:gd name="connsiteY8" fmla="*/ 87445 h 1042406"/>
              <a:gd name="connsiteX9" fmla="*/ 4168355 w 4198040"/>
              <a:gd name="connsiteY9" fmla="*/ 273712 h 1042406"/>
              <a:gd name="connsiteX10" fmla="*/ 3897421 w 4198040"/>
              <a:gd name="connsiteY10" fmla="*/ 299112 h 1042406"/>
              <a:gd name="connsiteX11" fmla="*/ 3846621 w 4198040"/>
              <a:gd name="connsiteY11" fmla="*/ 222912 h 1042406"/>
              <a:gd name="connsiteX12" fmla="*/ 3414821 w 4198040"/>
              <a:gd name="connsiteY12" fmla="*/ 299112 h 1042406"/>
              <a:gd name="connsiteX13" fmla="*/ 3296288 w 4198040"/>
              <a:gd name="connsiteY13" fmla="*/ 468445 h 1042406"/>
              <a:gd name="connsiteX14" fmla="*/ 3093088 w 4198040"/>
              <a:gd name="connsiteY14" fmla="*/ 866378 h 1042406"/>
              <a:gd name="connsiteX15" fmla="*/ 2906821 w 4198040"/>
              <a:gd name="connsiteY15" fmla="*/ 1010312 h 1042406"/>
              <a:gd name="connsiteX16" fmla="*/ 2525821 w 4198040"/>
              <a:gd name="connsiteY16" fmla="*/ 1035712 h 1042406"/>
              <a:gd name="connsiteX17" fmla="*/ 1856955 w 4198040"/>
              <a:gd name="connsiteY17" fmla="*/ 917179 h 1042406"/>
              <a:gd name="connsiteX18" fmla="*/ 1188088 w 4198040"/>
              <a:gd name="connsiteY18" fmla="*/ 713979 h 1042406"/>
              <a:gd name="connsiteX19" fmla="*/ 891755 w 4198040"/>
              <a:gd name="connsiteY19" fmla="*/ 443045 h 1042406"/>
              <a:gd name="connsiteX20" fmla="*/ 705488 w 4198040"/>
              <a:gd name="connsiteY20" fmla="*/ 316045 h 1042406"/>
              <a:gd name="connsiteX21" fmla="*/ 502288 w 4198040"/>
              <a:gd name="connsiteY21" fmla="*/ 265245 h 1042406"/>
              <a:gd name="connsiteX22" fmla="*/ 146687 w 4198040"/>
              <a:gd name="connsiteY22" fmla="*/ 222912 h 1042406"/>
              <a:gd name="connsiteX23" fmla="*/ 19688 w 4198040"/>
              <a:gd name="connsiteY23" fmla="*/ 222912 h 1042406"/>
              <a:gd name="connsiteX24" fmla="*/ 87421 w 4198040"/>
              <a:gd name="connsiteY24" fmla="*/ 129778 h 1042406"/>
              <a:gd name="connsiteX0" fmla="*/ 87421 w 4198040"/>
              <a:gd name="connsiteY0" fmla="*/ 129778 h 1041786"/>
              <a:gd name="connsiteX1" fmla="*/ 815555 w 4198040"/>
              <a:gd name="connsiteY1" fmla="*/ 273712 h 1041786"/>
              <a:gd name="connsiteX2" fmla="*/ 1416688 w 4198040"/>
              <a:gd name="connsiteY2" fmla="*/ 713978 h 1041786"/>
              <a:gd name="connsiteX3" fmla="*/ 2813688 w 4198040"/>
              <a:gd name="connsiteY3" fmla="*/ 908712 h 1041786"/>
              <a:gd name="connsiteX4" fmla="*/ 3279355 w 4198040"/>
              <a:gd name="connsiteY4" fmla="*/ 273712 h 1041786"/>
              <a:gd name="connsiteX5" fmla="*/ 3787355 w 4198040"/>
              <a:gd name="connsiteY5" fmla="*/ 104378 h 1041786"/>
              <a:gd name="connsiteX6" fmla="*/ 3888955 w 4198040"/>
              <a:gd name="connsiteY6" fmla="*/ 28178 h 1041786"/>
              <a:gd name="connsiteX7" fmla="*/ 4117555 w 4198040"/>
              <a:gd name="connsiteY7" fmla="*/ 2778 h 1041786"/>
              <a:gd name="connsiteX8" fmla="*/ 4185288 w 4198040"/>
              <a:gd name="connsiteY8" fmla="*/ 87445 h 1041786"/>
              <a:gd name="connsiteX9" fmla="*/ 4168355 w 4198040"/>
              <a:gd name="connsiteY9" fmla="*/ 273712 h 1041786"/>
              <a:gd name="connsiteX10" fmla="*/ 3897421 w 4198040"/>
              <a:gd name="connsiteY10" fmla="*/ 299112 h 1041786"/>
              <a:gd name="connsiteX11" fmla="*/ 3846621 w 4198040"/>
              <a:gd name="connsiteY11" fmla="*/ 222912 h 1041786"/>
              <a:gd name="connsiteX12" fmla="*/ 3414821 w 4198040"/>
              <a:gd name="connsiteY12" fmla="*/ 299112 h 1041786"/>
              <a:gd name="connsiteX13" fmla="*/ 3296288 w 4198040"/>
              <a:gd name="connsiteY13" fmla="*/ 468445 h 1041786"/>
              <a:gd name="connsiteX14" fmla="*/ 3093088 w 4198040"/>
              <a:gd name="connsiteY14" fmla="*/ 866378 h 1041786"/>
              <a:gd name="connsiteX15" fmla="*/ 2906821 w 4198040"/>
              <a:gd name="connsiteY15" fmla="*/ 1010312 h 1041786"/>
              <a:gd name="connsiteX16" fmla="*/ 2525821 w 4198040"/>
              <a:gd name="connsiteY16" fmla="*/ 1035712 h 1041786"/>
              <a:gd name="connsiteX17" fmla="*/ 1856955 w 4198040"/>
              <a:gd name="connsiteY17" fmla="*/ 925645 h 1041786"/>
              <a:gd name="connsiteX18" fmla="*/ 1188088 w 4198040"/>
              <a:gd name="connsiteY18" fmla="*/ 713979 h 1041786"/>
              <a:gd name="connsiteX19" fmla="*/ 891755 w 4198040"/>
              <a:gd name="connsiteY19" fmla="*/ 443045 h 1041786"/>
              <a:gd name="connsiteX20" fmla="*/ 705488 w 4198040"/>
              <a:gd name="connsiteY20" fmla="*/ 316045 h 1041786"/>
              <a:gd name="connsiteX21" fmla="*/ 502288 w 4198040"/>
              <a:gd name="connsiteY21" fmla="*/ 265245 h 1041786"/>
              <a:gd name="connsiteX22" fmla="*/ 146687 w 4198040"/>
              <a:gd name="connsiteY22" fmla="*/ 222912 h 1041786"/>
              <a:gd name="connsiteX23" fmla="*/ 19688 w 4198040"/>
              <a:gd name="connsiteY23" fmla="*/ 222912 h 1041786"/>
              <a:gd name="connsiteX24" fmla="*/ 87421 w 4198040"/>
              <a:gd name="connsiteY24" fmla="*/ 129778 h 1041786"/>
              <a:gd name="connsiteX0" fmla="*/ 87421 w 4198040"/>
              <a:gd name="connsiteY0" fmla="*/ 129778 h 1021313"/>
              <a:gd name="connsiteX1" fmla="*/ 815555 w 4198040"/>
              <a:gd name="connsiteY1" fmla="*/ 273712 h 1021313"/>
              <a:gd name="connsiteX2" fmla="*/ 1416688 w 4198040"/>
              <a:gd name="connsiteY2" fmla="*/ 713978 h 1021313"/>
              <a:gd name="connsiteX3" fmla="*/ 2813688 w 4198040"/>
              <a:gd name="connsiteY3" fmla="*/ 908712 h 1021313"/>
              <a:gd name="connsiteX4" fmla="*/ 3279355 w 4198040"/>
              <a:gd name="connsiteY4" fmla="*/ 273712 h 1021313"/>
              <a:gd name="connsiteX5" fmla="*/ 3787355 w 4198040"/>
              <a:gd name="connsiteY5" fmla="*/ 104378 h 1021313"/>
              <a:gd name="connsiteX6" fmla="*/ 3888955 w 4198040"/>
              <a:gd name="connsiteY6" fmla="*/ 28178 h 1021313"/>
              <a:gd name="connsiteX7" fmla="*/ 4117555 w 4198040"/>
              <a:gd name="connsiteY7" fmla="*/ 2778 h 1021313"/>
              <a:gd name="connsiteX8" fmla="*/ 4185288 w 4198040"/>
              <a:gd name="connsiteY8" fmla="*/ 87445 h 1021313"/>
              <a:gd name="connsiteX9" fmla="*/ 4168355 w 4198040"/>
              <a:gd name="connsiteY9" fmla="*/ 273712 h 1021313"/>
              <a:gd name="connsiteX10" fmla="*/ 3897421 w 4198040"/>
              <a:gd name="connsiteY10" fmla="*/ 299112 h 1021313"/>
              <a:gd name="connsiteX11" fmla="*/ 3846621 w 4198040"/>
              <a:gd name="connsiteY11" fmla="*/ 222912 h 1021313"/>
              <a:gd name="connsiteX12" fmla="*/ 3414821 w 4198040"/>
              <a:gd name="connsiteY12" fmla="*/ 299112 h 1021313"/>
              <a:gd name="connsiteX13" fmla="*/ 3296288 w 4198040"/>
              <a:gd name="connsiteY13" fmla="*/ 468445 h 1021313"/>
              <a:gd name="connsiteX14" fmla="*/ 3093088 w 4198040"/>
              <a:gd name="connsiteY14" fmla="*/ 866378 h 1021313"/>
              <a:gd name="connsiteX15" fmla="*/ 2906821 w 4198040"/>
              <a:gd name="connsiteY15" fmla="*/ 1010312 h 1021313"/>
              <a:gd name="connsiteX16" fmla="*/ 2525821 w 4198040"/>
              <a:gd name="connsiteY16" fmla="*/ 1001845 h 1021313"/>
              <a:gd name="connsiteX17" fmla="*/ 1856955 w 4198040"/>
              <a:gd name="connsiteY17" fmla="*/ 925645 h 1021313"/>
              <a:gd name="connsiteX18" fmla="*/ 1188088 w 4198040"/>
              <a:gd name="connsiteY18" fmla="*/ 713979 h 1021313"/>
              <a:gd name="connsiteX19" fmla="*/ 891755 w 4198040"/>
              <a:gd name="connsiteY19" fmla="*/ 443045 h 1021313"/>
              <a:gd name="connsiteX20" fmla="*/ 705488 w 4198040"/>
              <a:gd name="connsiteY20" fmla="*/ 316045 h 1021313"/>
              <a:gd name="connsiteX21" fmla="*/ 502288 w 4198040"/>
              <a:gd name="connsiteY21" fmla="*/ 265245 h 1021313"/>
              <a:gd name="connsiteX22" fmla="*/ 146687 w 4198040"/>
              <a:gd name="connsiteY22" fmla="*/ 222912 h 1021313"/>
              <a:gd name="connsiteX23" fmla="*/ 19688 w 4198040"/>
              <a:gd name="connsiteY23" fmla="*/ 222912 h 1021313"/>
              <a:gd name="connsiteX24" fmla="*/ 87421 w 4198040"/>
              <a:gd name="connsiteY24" fmla="*/ 129778 h 1021313"/>
              <a:gd name="connsiteX0" fmla="*/ 87421 w 4198040"/>
              <a:gd name="connsiteY0" fmla="*/ 129778 h 1029437"/>
              <a:gd name="connsiteX1" fmla="*/ 815555 w 4198040"/>
              <a:gd name="connsiteY1" fmla="*/ 273712 h 1029437"/>
              <a:gd name="connsiteX2" fmla="*/ 1416688 w 4198040"/>
              <a:gd name="connsiteY2" fmla="*/ 713978 h 1029437"/>
              <a:gd name="connsiteX3" fmla="*/ 2813688 w 4198040"/>
              <a:gd name="connsiteY3" fmla="*/ 908712 h 1029437"/>
              <a:gd name="connsiteX4" fmla="*/ 3279355 w 4198040"/>
              <a:gd name="connsiteY4" fmla="*/ 273712 h 1029437"/>
              <a:gd name="connsiteX5" fmla="*/ 3787355 w 4198040"/>
              <a:gd name="connsiteY5" fmla="*/ 104378 h 1029437"/>
              <a:gd name="connsiteX6" fmla="*/ 3888955 w 4198040"/>
              <a:gd name="connsiteY6" fmla="*/ 28178 h 1029437"/>
              <a:gd name="connsiteX7" fmla="*/ 4117555 w 4198040"/>
              <a:gd name="connsiteY7" fmla="*/ 2778 h 1029437"/>
              <a:gd name="connsiteX8" fmla="*/ 4185288 w 4198040"/>
              <a:gd name="connsiteY8" fmla="*/ 87445 h 1029437"/>
              <a:gd name="connsiteX9" fmla="*/ 4168355 w 4198040"/>
              <a:gd name="connsiteY9" fmla="*/ 273712 h 1029437"/>
              <a:gd name="connsiteX10" fmla="*/ 3897421 w 4198040"/>
              <a:gd name="connsiteY10" fmla="*/ 299112 h 1029437"/>
              <a:gd name="connsiteX11" fmla="*/ 3846621 w 4198040"/>
              <a:gd name="connsiteY11" fmla="*/ 222912 h 1029437"/>
              <a:gd name="connsiteX12" fmla="*/ 3414821 w 4198040"/>
              <a:gd name="connsiteY12" fmla="*/ 299112 h 1029437"/>
              <a:gd name="connsiteX13" fmla="*/ 3296288 w 4198040"/>
              <a:gd name="connsiteY13" fmla="*/ 468445 h 1029437"/>
              <a:gd name="connsiteX14" fmla="*/ 3093088 w 4198040"/>
              <a:gd name="connsiteY14" fmla="*/ 866378 h 1029437"/>
              <a:gd name="connsiteX15" fmla="*/ 2906821 w 4198040"/>
              <a:gd name="connsiteY15" fmla="*/ 1010312 h 1029437"/>
              <a:gd name="connsiteX16" fmla="*/ 2542755 w 4198040"/>
              <a:gd name="connsiteY16" fmla="*/ 1018778 h 1029437"/>
              <a:gd name="connsiteX17" fmla="*/ 1856955 w 4198040"/>
              <a:gd name="connsiteY17" fmla="*/ 925645 h 1029437"/>
              <a:gd name="connsiteX18" fmla="*/ 1188088 w 4198040"/>
              <a:gd name="connsiteY18" fmla="*/ 713979 h 1029437"/>
              <a:gd name="connsiteX19" fmla="*/ 891755 w 4198040"/>
              <a:gd name="connsiteY19" fmla="*/ 443045 h 1029437"/>
              <a:gd name="connsiteX20" fmla="*/ 705488 w 4198040"/>
              <a:gd name="connsiteY20" fmla="*/ 316045 h 1029437"/>
              <a:gd name="connsiteX21" fmla="*/ 502288 w 4198040"/>
              <a:gd name="connsiteY21" fmla="*/ 265245 h 1029437"/>
              <a:gd name="connsiteX22" fmla="*/ 146687 w 4198040"/>
              <a:gd name="connsiteY22" fmla="*/ 222912 h 1029437"/>
              <a:gd name="connsiteX23" fmla="*/ 19688 w 4198040"/>
              <a:gd name="connsiteY23" fmla="*/ 222912 h 1029437"/>
              <a:gd name="connsiteX24" fmla="*/ 87421 w 4198040"/>
              <a:gd name="connsiteY24" fmla="*/ 129778 h 1029437"/>
              <a:gd name="connsiteX0" fmla="*/ 87421 w 4198040"/>
              <a:gd name="connsiteY0" fmla="*/ 129778 h 1021497"/>
              <a:gd name="connsiteX1" fmla="*/ 815555 w 4198040"/>
              <a:gd name="connsiteY1" fmla="*/ 273712 h 1021497"/>
              <a:gd name="connsiteX2" fmla="*/ 1416688 w 4198040"/>
              <a:gd name="connsiteY2" fmla="*/ 713978 h 1021497"/>
              <a:gd name="connsiteX3" fmla="*/ 2813688 w 4198040"/>
              <a:gd name="connsiteY3" fmla="*/ 908712 h 1021497"/>
              <a:gd name="connsiteX4" fmla="*/ 3279355 w 4198040"/>
              <a:gd name="connsiteY4" fmla="*/ 273712 h 1021497"/>
              <a:gd name="connsiteX5" fmla="*/ 3787355 w 4198040"/>
              <a:gd name="connsiteY5" fmla="*/ 104378 h 1021497"/>
              <a:gd name="connsiteX6" fmla="*/ 3888955 w 4198040"/>
              <a:gd name="connsiteY6" fmla="*/ 28178 h 1021497"/>
              <a:gd name="connsiteX7" fmla="*/ 4117555 w 4198040"/>
              <a:gd name="connsiteY7" fmla="*/ 2778 h 1021497"/>
              <a:gd name="connsiteX8" fmla="*/ 4185288 w 4198040"/>
              <a:gd name="connsiteY8" fmla="*/ 87445 h 1021497"/>
              <a:gd name="connsiteX9" fmla="*/ 4168355 w 4198040"/>
              <a:gd name="connsiteY9" fmla="*/ 273712 h 1021497"/>
              <a:gd name="connsiteX10" fmla="*/ 3897421 w 4198040"/>
              <a:gd name="connsiteY10" fmla="*/ 299112 h 1021497"/>
              <a:gd name="connsiteX11" fmla="*/ 3846621 w 4198040"/>
              <a:gd name="connsiteY11" fmla="*/ 222912 h 1021497"/>
              <a:gd name="connsiteX12" fmla="*/ 3414821 w 4198040"/>
              <a:gd name="connsiteY12" fmla="*/ 299112 h 1021497"/>
              <a:gd name="connsiteX13" fmla="*/ 3296288 w 4198040"/>
              <a:gd name="connsiteY13" fmla="*/ 468445 h 1021497"/>
              <a:gd name="connsiteX14" fmla="*/ 3093088 w 4198040"/>
              <a:gd name="connsiteY14" fmla="*/ 866378 h 1021497"/>
              <a:gd name="connsiteX15" fmla="*/ 2906821 w 4198040"/>
              <a:gd name="connsiteY15" fmla="*/ 984912 h 1021497"/>
              <a:gd name="connsiteX16" fmla="*/ 2542755 w 4198040"/>
              <a:gd name="connsiteY16" fmla="*/ 1018778 h 1021497"/>
              <a:gd name="connsiteX17" fmla="*/ 1856955 w 4198040"/>
              <a:gd name="connsiteY17" fmla="*/ 925645 h 1021497"/>
              <a:gd name="connsiteX18" fmla="*/ 1188088 w 4198040"/>
              <a:gd name="connsiteY18" fmla="*/ 713979 h 1021497"/>
              <a:gd name="connsiteX19" fmla="*/ 891755 w 4198040"/>
              <a:gd name="connsiteY19" fmla="*/ 443045 h 1021497"/>
              <a:gd name="connsiteX20" fmla="*/ 705488 w 4198040"/>
              <a:gd name="connsiteY20" fmla="*/ 316045 h 1021497"/>
              <a:gd name="connsiteX21" fmla="*/ 502288 w 4198040"/>
              <a:gd name="connsiteY21" fmla="*/ 265245 h 1021497"/>
              <a:gd name="connsiteX22" fmla="*/ 146687 w 4198040"/>
              <a:gd name="connsiteY22" fmla="*/ 222912 h 1021497"/>
              <a:gd name="connsiteX23" fmla="*/ 19688 w 4198040"/>
              <a:gd name="connsiteY23" fmla="*/ 222912 h 1021497"/>
              <a:gd name="connsiteX24" fmla="*/ 87421 w 4198040"/>
              <a:gd name="connsiteY24" fmla="*/ 129778 h 1021497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279355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299112 h 1022065"/>
              <a:gd name="connsiteX13" fmla="*/ 3296288 w 4198040"/>
              <a:gd name="connsiteY13" fmla="*/ 468445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279355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299112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279355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389421 w 4198040"/>
              <a:gd name="connsiteY12" fmla="*/ 290645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313221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389421 w 4198040"/>
              <a:gd name="connsiteY12" fmla="*/ 290645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313221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299112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313221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324512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313221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324512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313221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324512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313221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324512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313221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324512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30059 h 1022346"/>
              <a:gd name="connsiteX1" fmla="*/ 815555 w 4198040"/>
              <a:gd name="connsiteY1" fmla="*/ 273993 h 1022346"/>
              <a:gd name="connsiteX2" fmla="*/ 1416688 w 4198040"/>
              <a:gd name="connsiteY2" fmla="*/ 714259 h 1022346"/>
              <a:gd name="connsiteX3" fmla="*/ 2813688 w 4198040"/>
              <a:gd name="connsiteY3" fmla="*/ 908993 h 1022346"/>
              <a:gd name="connsiteX4" fmla="*/ 3313221 w 4198040"/>
              <a:gd name="connsiteY4" fmla="*/ 273993 h 1022346"/>
              <a:gd name="connsiteX5" fmla="*/ 3821222 w 4198040"/>
              <a:gd name="connsiteY5" fmla="*/ 121592 h 1022346"/>
              <a:gd name="connsiteX6" fmla="*/ 3888955 w 4198040"/>
              <a:gd name="connsiteY6" fmla="*/ 28459 h 1022346"/>
              <a:gd name="connsiteX7" fmla="*/ 4117555 w 4198040"/>
              <a:gd name="connsiteY7" fmla="*/ 3059 h 1022346"/>
              <a:gd name="connsiteX8" fmla="*/ 4185288 w 4198040"/>
              <a:gd name="connsiteY8" fmla="*/ 87726 h 1022346"/>
              <a:gd name="connsiteX9" fmla="*/ 4168355 w 4198040"/>
              <a:gd name="connsiteY9" fmla="*/ 273993 h 1022346"/>
              <a:gd name="connsiteX10" fmla="*/ 3897421 w 4198040"/>
              <a:gd name="connsiteY10" fmla="*/ 299393 h 1022346"/>
              <a:gd name="connsiteX11" fmla="*/ 3846621 w 4198040"/>
              <a:gd name="connsiteY11" fmla="*/ 223193 h 1022346"/>
              <a:gd name="connsiteX12" fmla="*/ 3414821 w 4198040"/>
              <a:gd name="connsiteY12" fmla="*/ 324793 h 1022346"/>
              <a:gd name="connsiteX13" fmla="*/ 3296288 w 4198040"/>
              <a:gd name="connsiteY13" fmla="*/ 451792 h 1022346"/>
              <a:gd name="connsiteX14" fmla="*/ 3084621 w 4198040"/>
              <a:gd name="connsiteY14" fmla="*/ 832792 h 1022346"/>
              <a:gd name="connsiteX15" fmla="*/ 2906821 w 4198040"/>
              <a:gd name="connsiteY15" fmla="*/ 985193 h 1022346"/>
              <a:gd name="connsiteX16" fmla="*/ 2542755 w 4198040"/>
              <a:gd name="connsiteY16" fmla="*/ 1019059 h 1022346"/>
              <a:gd name="connsiteX17" fmla="*/ 1856955 w 4198040"/>
              <a:gd name="connsiteY17" fmla="*/ 925926 h 1022346"/>
              <a:gd name="connsiteX18" fmla="*/ 1188088 w 4198040"/>
              <a:gd name="connsiteY18" fmla="*/ 714260 h 1022346"/>
              <a:gd name="connsiteX19" fmla="*/ 891755 w 4198040"/>
              <a:gd name="connsiteY19" fmla="*/ 443326 h 1022346"/>
              <a:gd name="connsiteX20" fmla="*/ 705488 w 4198040"/>
              <a:gd name="connsiteY20" fmla="*/ 316326 h 1022346"/>
              <a:gd name="connsiteX21" fmla="*/ 502288 w 4198040"/>
              <a:gd name="connsiteY21" fmla="*/ 265526 h 1022346"/>
              <a:gd name="connsiteX22" fmla="*/ 146687 w 4198040"/>
              <a:gd name="connsiteY22" fmla="*/ 223193 h 1022346"/>
              <a:gd name="connsiteX23" fmla="*/ 19688 w 4198040"/>
              <a:gd name="connsiteY23" fmla="*/ 223193 h 1022346"/>
              <a:gd name="connsiteX24" fmla="*/ 87421 w 4198040"/>
              <a:gd name="connsiteY24" fmla="*/ 130059 h 1022346"/>
              <a:gd name="connsiteX0" fmla="*/ 87421 w 4228587"/>
              <a:gd name="connsiteY0" fmla="*/ 116233 h 1008520"/>
              <a:gd name="connsiteX1" fmla="*/ 815555 w 4228587"/>
              <a:gd name="connsiteY1" fmla="*/ 260167 h 1008520"/>
              <a:gd name="connsiteX2" fmla="*/ 1416688 w 4228587"/>
              <a:gd name="connsiteY2" fmla="*/ 700433 h 1008520"/>
              <a:gd name="connsiteX3" fmla="*/ 2813688 w 4228587"/>
              <a:gd name="connsiteY3" fmla="*/ 895167 h 1008520"/>
              <a:gd name="connsiteX4" fmla="*/ 3313221 w 4228587"/>
              <a:gd name="connsiteY4" fmla="*/ 260167 h 1008520"/>
              <a:gd name="connsiteX5" fmla="*/ 3821222 w 4228587"/>
              <a:gd name="connsiteY5" fmla="*/ 107766 h 1008520"/>
              <a:gd name="connsiteX6" fmla="*/ 3888955 w 4228587"/>
              <a:gd name="connsiteY6" fmla="*/ 14633 h 1008520"/>
              <a:gd name="connsiteX7" fmla="*/ 4210689 w 4228587"/>
              <a:gd name="connsiteY7" fmla="*/ 6166 h 1008520"/>
              <a:gd name="connsiteX8" fmla="*/ 4185288 w 4228587"/>
              <a:gd name="connsiteY8" fmla="*/ 73900 h 1008520"/>
              <a:gd name="connsiteX9" fmla="*/ 4168355 w 4228587"/>
              <a:gd name="connsiteY9" fmla="*/ 260167 h 1008520"/>
              <a:gd name="connsiteX10" fmla="*/ 3897421 w 4228587"/>
              <a:gd name="connsiteY10" fmla="*/ 285567 h 1008520"/>
              <a:gd name="connsiteX11" fmla="*/ 3846621 w 4228587"/>
              <a:gd name="connsiteY11" fmla="*/ 209367 h 1008520"/>
              <a:gd name="connsiteX12" fmla="*/ 3414821 w 4228587"/>
              <a:gd name="connsiteY12" fmla="*/ 310967 h 1008520"/>
              <a:gd name="connsiteX13" fmla="*/ 3296288 w 4228587"/>
              <a:gd name="connsiteY13" fmla="*/ 437966 h 1008520"/>
              <a:gd name="connsiteX14" fmla="*/ 3084621 w 4228587"/>
              <a:gd name="connsiteY14" fmla="*/ 818966 h 1008520"/>
              <a:gd name="connsiteX15" fmla="*/ 2906821 w 4228587"/>
              <a:gd name="connsiteY15" fmla="*/ 971367 h 1008520"/>
              <a:gd name="connsiteX16" fmla="*/ 2542755 w 4228587"/>
              <a:gd name="connsiteY16" fmla="*/ 1005233 h 1008520"/>
              <a:gd name="connsiteX17" fmla="*/ 1856955 w 4228587"/>
              <a:gd name="connsiteY17" fmla="*/ 912100 h 1008520"/>
              <a:gd name="connsiteX18" fmla="*/ 1188088 w 4228587"/>
              <a:gd name="connsiteY18" fmla="*/ 700434 h 1008520"/>
              <a:gd name="connsiteX19" fmla="*/ 891755 w 4228587"/>
              <a:gd name="connsiteY19" fmla="*/ 429500 h 1008520"/>
              <a:gd name="connsiteX20" fmla="*/ 705488 w 4228587"/>
              <a:gd name="connsiteY20" fmla="*/ 302500 h 1008520"/>
              <a:gd name="connsiteX21" fmla="*/ 502288 w 4228587"/>
              <a:gd name="connsiteY21" fmla="*/ 251700 h 1008520"/>
              <a:gd name="connsiteX22" fmla="*/ 146687 w 4228587"/>
              <a:gd name="connsiteY22" fmla="*/ 209367 h 1008520"/>
              <a:gd name="connsiteX23" fmla="*/ 19688 w 4228587"/>
              <a:gd name="connsiteY23" fmla="*/ 209367 h 1008520"/>
              <a:gd name="connsiteX24" fmla="*/ 87421 w 4228587"/>
              <a:gd name="connsiteY24" fmla="*/ 116233 h 1008520"/>
              <a:gd name="connsiteX0" fmla="*/ 87421 w 4258734"/>
              <a:gd name="connsiteY0" fmla="*/ 117451 h 1009738"/>
              <a:gd name="connsiteX1" fmla="*/ 815555 w 4258734"/>
              <a:gd name="connsiteY1" fmla="*/ 261385 h 1009738"/>
              <a:gd name="connsiteX2" fmla="*/ 1416688 w 4258734"/>
              <a:gd name="connsiteY2" fmla="*/ 701651 h 1009738"/>
              <a:gd name="connsiteX3" fmla="*/ 2813688 w 4258734"/>
              <a:gd name="connsiteY3" fmla="*/ 896385 h 1009738"/>
              <a:gd name="connsiteX4" fmla="*/ 3313221 w 4258734"/>
              <a:gd name="connsiteY4" fmla="*/ 261385 h 1009738"/>
              <a:gd name="connsiteX5" fmla="*/ 3821222 w 4258734"/>
              <a:gd name="connsiteY5" fmla="*/ 108984 h 1009738"/>
              <a:gd name="connsiteX6" fmla="*/ 3888955 w 4258734"/>
              <a:gd name="connsiteY6" fmla="*/ 15851 h 1009738"/>
              <a:gd name="connsiteX7" fmla="*/ 4210689 w 4258734"/>
              <a:gd name="connsiteY7" fmla="*/ 7384 h 1009738"/>
              <a:gd name="connsiteX8" fmla="*/ 4253021 w 4258734"/>
              <a:gd name="connsiteY8" fmla="*/ 92051 h 1009738"/>
              <a:gd name="connsiteX9" fmla="*/ 4168355 w 4258734"/>
              <a:gd name="connsiteY9" fmla="*/ 261385 h 1009738"/>
              <a:gd name="connsiteX10" fmla="*/ 3897421 w 4258734"/>
              <a:gd name="connsiteY10" fmla="*/ 286785 h 1009738"/>
              <a:gd name="connsiteX11" fmla="*/ 3846621 w 4258734"/>
              <a:gd name="connsiteY11" fmla="*/ 210585 h 1009738"/>
              <a:gd name="connsiteX12" fmla="*/ 3414821 w 4258734"/>
              <a:gd name="connsiteY12" fmla="*/ 312185 h 1009738"/>
              <a:gd name="connsiteX13" fmla="*/ 3296288 w 4258734"/>
              <a:gd name="connsiteY13" fmla="*/ 439184 h 1009738"/>
              <a:gd name="connsiteX14" fmla="*/ 3084621 w 4258734"/>
              <a:gd name="connsiteY14" fmla="*/ 820184 h 1009738"/>
              <a:gd name="connsiteX15" fmla="*/ 2906821 w 4258734"/>
              <a:gd name="connsiteY15" fmla="*/ 972585 h 1009738"/>
              <a:gd name="connsiteX16" fmla="*/ 2542755 w 4258734"/>
              <a:gd name="connsiteY16" fmla="*/ 1006451 h 1009738"/>
              <a:gd name="connsiteX17" fmla="*/ 1856955 w 4258734"/>
              <a:gd name="connsiteY17" fmla="*/ 913318 h 1009738"/>
              <a:gd name="connsiteX18" fmla="*/ 1188088 w 4258734"/>
              <a:gd name="connsiteY18" fmla="*/ 701652 h 1009738"/>
              <a:gd name="connsiteX19" fmla="*/ 891755 w 4258734"/>
              <a:gd name="connsiteY19" fmla="*/ 430718 h 1009738"/>
              <a:gd name="connsiteX20" fmla="*/ 705488 w 4258734"/>
              <a:gd name="connsiteY20" fmla="*/ 303718 h 1009738"/>
              <a:gd name="connsiteX21" fmla="*/ 502288 w 4258734"/>
              <a:gd name="connsiteY21" fmla="*/ 252918 h 1009738"/>
              <a:gd name="connsiteX22" fmla="*/ 146687 w 4258734"/>
              <a:gd name="connsiteY22" fmla="*/ 210585 h 1009738"/>
              <a:gd name="connsiteX23" fmla="*/ 19688 w 4258734"/>
              <a:gd name="connsiteY23" fmla="*/ 210585 h 1009738"/>
              <a:gd name="connsiteX24" fmla="*/ 87421 w 4258734"/>
              <a:gd name="connsiteY24" fmla="*/ 117451 h 1009738"/>
              <a:gd name="connsiteX0" fmla="*/ 87421 w 4274788"/>
              <a:gd name="connsiteY0" fmla="*/ 117451 h 1009738"/>
              <a:gd name="connsiteX1" fmla="*/ 815555 w 4274788"/>
              <a:gd name="connsiteY1" fmla="*/ 261385 h 1009738"/>
              <a:gd name="connsiteX2" fmla="*/ 1416688 w 4274788"/>
              <a:gd name="connsiteY2" fmla="*/ 701651 h 1009738"/>
              <a:gd name="connsiteX3" fmla="*/ 2813688 w 4274788"/>
              <a:gd name="connsiteY3" fmla="*/ 896385 h 1009738"/>
              <a:gd name="connsiteX4" fmla="*/ 3313221 w 4274788"/>
              <a:gd name="connsiteY4" fmla="*/ 261385 h 1009738"/>
              <a:gd name="connsiteX5" fmla="*/ 3821222 w 4274788"/>
              <a:gd name="connsiteY5" fmla="*/ 108984 h 1009738"/>
              <a:gd name="connsiteX6" fmla="*/ 3888955 w 4274788"/>
              <a:gd name="connsiteY6" fmla="*/ 15851 h 1009738"/>
              <a:gd name="connsiteX7" fmla="*/ 4210689 w 4274788"/>
              <a:gd name="connsiteY7" fmla="*/ 7384 h 1009738"/>
              <a:gd name="connsiteX8" fmla="*/ 4253021 w 4274788"/>
              <a:gd name="connsiteY8" fmla="*/ 92051 h 1009738"/>
              <a:gd name="connsiteX9" fmla="*/ 4244555 w 4274788"/>
              <a:gd name="connsiteY9" fmla="*/ 261385 h 1009738"/>
              <a:gd name="connsiteX10" fmla="*/ 3897421 w 4274788"/>
              <a:gd name="connsiteY10" fmla="*/ 286785 h 1009738"/>
              <a:gd name="connsiteX11" fmla="*/ 3846621 w 4274788"/>
              <a:gd name="connsiteY11" fmla="*/ 210585 h 1009738"/>
              <a:gd name="connsiteX12" fmla="*/ 3414821 w 4274788"/>
              <a:gd name="connsiteY12" fmla="*/ 312185 h 1009738"/>
              <a:gd name="connsiteX13" fmla="*/ 3296288 w 4274788"/>
              <a:gd name="connsiteY13" fmla="*/ 439184 h 1009738"/>
              <a:gd name="connsiteX14" fmla="*/ 3084621 w 4274788"/>
              <a:gd name="connsiteY14" fmla="*/ 820184 h 1009738"/>
              <a:gd name="connsiteX15" fmla="*/ 2906821 w 4274788"/>
              <a:gd name="connsiteY15" fmla="*/ 972585 h 1009738"/>
              <a:gd name="connsiteX16" fmla="*/ 2542755 w 4274788"/>
              <a:gd name="connsiteY16" fmla="*/ 1006451 h 1009738"/>
              <a:gd name="connsiteX17" fmla="*/ 1856955 w 4274788"/>
              <a:gd name="connsiteY17" fmla="*/ 913318 h 1009738"/>
              <a:gd name="connsiteX18" fmla="*/ 1188088 w 4274788"/>
              <a:gd name="connsiteY18" fmla="*/ 701652 h 1009738"/>
              <a:gd name="connsiteX19" fmla="*/ 891755 w 4274788"/>
              <a:gd name="connsiteY19" fmla="*/ 430718 h 1009738"/>
              <a:gd name="connsiteX20" fmla="*/ 705488 w 4274788"/>
              <a:gd name="connsiteY20" fmla="*/ 303718 h 1009738"/>
              <a:gd name="connsiteX21" fmla="*/ 502288 w 4274788"/>
              <a:gd name="connsiteY21" fmla="*/ 252918 h 1009738"/>
              <a:gd name="connsiteX22" fmla="*/ 146687 w 4274788"/>
              <a:gd name="connsiteY22" fmla="*/ 210585 h 1009738"/>
              <a:gd name="connsiteX23" fmla="*/ 19688 w 4274788"/>
              <a:gd name="connsiteY23" fmla="*/ 210585 h 1009738"/>
              <a:gd name="connsiteX24" fmla="*/ 87421 w 4274788"/>
              <a:gd name="connsiteY24" fmla="*/ 117451 h 1009738"/>
              <a:gd name="connsiteX0" fmla="*/ 87421 w 4280306"/>
              <a:gd name="connsiteY0" fmla="*/ 104539 h 996826"/>
              <a:gd name="connsiteX1" fmla="*/ 815555 w 4280306"/>
              <a:gd name="connsiteY1" fmla="*/ 248473 h 996826"/>
              <a:gd name="connsiteX2" fmla="*/ 1416688 w 4280306"/>
              <a:gd name="connsiteY2" fmla="*/ 688739 h 996826"/>
              <a:gd name="connsiteX3" fmla="*/ 2813688 w 4280306"/>
              <a:gd name="connsiteY3" fmla="*/ 883473 h 996826"/>
              <a:gd name="connsiteX4" fmla="*/ 3313221 w 4280306"/>
              <a:gd name="connsiteY4" fmla="*/ 248473 h 996826"/>
              <a:gd name="connsiteX5" fmla="*/ 3821222 w 4280306"/>
              <a:gd name="connsiteY5" fmla="*/ 96072 h 996826"/>
              <a:gd name="connsiteX6" fmla="*/ 3888955 w 4280306"/>
              <a:gd name="connsiteY6" fmla="*/ 2939 h 996826"/>
              <a:gd name="connsiteX7" fmla="*/ 4253022 w 4280306"/>
              <a:gd name="connsiteY7" fmla="*/ 28338 h 996826"/>
              <a:gd name="connsiteX8" fmla="*/ 4253021 w 4280306"/>
              <a:gd name="connsiteY8" fmla="*/ 79139 h 996826"/>
              <a:gd name="connsiteX9" fmla="*/ 4244555 w 4280306"/>
              <a:gd name="connsiteY9" fmla="*/ 248473 h 996826"/>
              <a:gd name="connsiteX10" fmla="*/ 3897421 w 4280306"/>
              <a:gd name="connsiteY10" fmla="*/ 273873 h 996826"/>
              <a:gd name="connsiteX11" fmla="*/ 3846621 w 4280306"/>
              <a:gd name="connsiteY11" fmla="*/ 197673 h 996826"/>
              <a:gd name="connsiteX12" fmla="*/ 3414821 w 4280306"/>
              <a:gd name="connsiteY12" fmla="*/ 299273 h 996826"/>
              <a:gd name="connsiteX13" fmla="*/ 3296288 w 4280306"/>
              <a:gd name="connsiteY13" fmla="*/ 426272 h 996826"/>
              <a:gd name="connsiteX14" fmla="*/ 3084621 w 4280306"/>
              <a:gd name="connsiteY14" fmla="*/ 807272 h 996826"/>
              <a:gd name="connsiteX15" fmla="*/ 2906821 w 4280306"/>
              <a:gd name="connsiteY15" fmla="*/ 959673 h 996826"/>
              <a:gd name="connsiteX16" fmla="*/ 2542755 w 4280306"/>
              <a:gd name="connsiteY16" fmla="*/ 993539 h 996826"/>
              <a:gd name="connsiteX17" fmla="*/ 1856955 w 4280306"/>
              <a:gd name="connsiteY17" fmla="*/ 900406 h 996826"/>
              <a:gd name="connsiteX18" fmla="*/ 1188088 w 4280306"/>
              <a:gd name="connsiteY18" fmla="*/ 688740 h 996826"/>
              <a:gd name="connsiteX19" fmla="*/ 891755 w 4280306"/>
              <a:gd name="connsiteY19" fmla="*/ 417806 h 996826"/>
              <a:gd name="connsiteX20" fmla="*/ 705488 w 4280306"/>
              <a:gd name="connsiteY20" fmla="*/ 290806 h 996826"/>
              <a:gd name="connsiteX21" fmla="*/ 502288 w 4280306"/>
              <a:gd name="connsiteY21" fmla="*/ 240006 h 996826"/>
              <a:gd name="connsiteX22" fmla="*/ 146687 w 4280306"/>
              <a:gd name="connsiteY22" fmla="*/ 197673 h 996826"/>
              <a:gd name="connsiteX23" fmla="*/ 19688 w 4280306"/>
              <a:gd name="connsiteY23" fmla="*/ 197673 h 996826"/>
              <a:gd name="connsiteX24" fmla="*/ 87421 w 4280306"/>
              <a:gd name="connsiteY24" fmla="*/ 104539 h 996826"/>
              <a:gd name="connsiteX0" fmla="*/ 87421 w 4273907"/>
              <a:gd name="connsiteY0" fmla="*/ 112210 h 1004497"/>
              <a:gd name="connsiteX1" fmla="*/ 815555 w 4273907"/>
              <a:gd name="connsiteY1" fmla="*/ 256144 h 1004497"/>
              <a:gd name="connsiteX2" fmla="*/ 1416688 w 4273907"/>
              <a:gd name="connsiteY2" fmla="*/ 696410 h 1004497"/>
              <a:gd name="connsiteX3" fmla="*/ 2813688 w 4273907"/>
              <a:gd name="connsiteY3" fmla="*/ 891144 h 1004497"/>
              <a:gd name="connsiteX4" fmla="*/ 3313221 w 4273907"/>
              <a:gd name="connsiteY4" fmla="*/ 256144 h 1004497"/>
              <a:gd name="connsiteX5" fmla="*/ 3821222 w 4273907"/>
              <a:gd name="connsiteY5" fmla="*/ 103743 h 1004497"/>
              <a:gd name="connsiteX6" fmla="*/ 3888955 w 4273907"/>
              <a:gd name="connsiteY6" fmla="*/ 10610 h 1004497"/>
              <a:gd name="connsiteX7" fmla="*/ 4244555 w 4273907"/>
              <a:gd name="connsiteY7" fmla="*/ 10609 h 1004497"/>
              <a:gd name="connsiteX8" fmla="*/ 4253021 w 4273907"/>
              <a:gd name="connsiteY8" fmla="*/ 86810 h 1004497"/>
              <a:gd name="connsiteX9" fmla="*/ 4244555 w 4273907"/>
              <a:gd name="connsiteY9" fmla="*/ 256144 h 1004497"/>
              <a:gd name="connsiteX10" fmla="*/ 3897421 w 4273907"/>
              <a:gd name="connsiteY10" fmla="*/ 281544 h 1004497"/>
              <a:gd name="connsiteX11" fmla="*/ 3846621 w 4273907"/>
              <a:gd name="connsiteY11" fmla="*/ 205344 h 1004497"/>
              <a:gd name="connsiteX12" fmla="*/ 3414821 w 4273907"/>
              <a:gd name="connsiteY12" fmla="*/ 306944 h 1004497"/>
              <a:gd name="connsiteX13" fmla="*/ 3296288 w 4273907"/>
              <a:gd name="connsiteY13" fmla="*/ 433943 h 1004497"/>
              <a:gd name="connsiteX14" fmla="*/ 3084621 w 4273907"/>
              <a:gd name="connsiteY14" fmla="*/ 814943 h 1004497"/>
              <a:gd name="connsiteX15" fmla="*/ 2906821 w 4273907"/>
              <a:gd name="connsiteY15" fmla="*/ 967344 h 1004497"/>
              <a:gd name="connsiteX16" fmla="*/ 2542755 w 4273907"/>
              <a:gd name="connsiteY16" fmla="*/ 1001210 h 1004497"/>
              <a:gd name="connsiteX17" fmla="*/ 1856955 w 4273907"/>
              <a:gd name="connsiteY17" fmla="*/ 908077 h 1004497"/>
              <a:gd name="connsiteX18" fmla="*/ 1188088 w 4273907"/>
              <a:gd name="connsiteY18" fmla="*/ 696411 h 1004497"/>
              <a:gd name="connsiteX19" fmla="*/ 891755 w 4273907"/>
              <a:gd name="connsiteY19" fmla="*/ 425477 h 1004497"/>
              <a:gd name="connsiteX20" fmla="*/ 705488 w 4273907"/>
              <a:gd name="connsiteY20" fmla="*/ 298477 h 1004497"/>
              <a:gd name="connsiteX21" fmla="*/ 502288 w 4273907"/>
              <a:gd name="connsiteY21" fmla="*/ 247677 h 1004497"/>
              <a:gd name="connsiteX22" fmla="*/ 146687 w 4273907"/>
              <a:gd name="connsiteY22" fmla="*/ 205344 h 1004497"/>
              <a:gd name="connsiteX23" fmla="*/ 19688 w 4273907"/>
              <a:gd name="connsiteY23" fmla="*/ 205344 h 1004497"/>
              <a:gd name="connsiteX24" fmla="*/ 87421 w 4273907"/>
              <a:gd name="connsiteY24" fmla="*/ 112210 h 1004497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897421 w 4285841"/>
              <a:gd name="connsiteY10" fmla="*/ 282053 h 1005006"/>
              <a:gd name="connsiteX11" fmla="*/ 3846621 w 4285841"/>
              <a:gd name="connsiteY11" fmla="*/ 205853 h 1005006"/>
              <a:gd name="connsiteX12" fmla="*/ 3414821 w 4285841"/>
              <a:gd name="connsiteY12" fmla="*/ 307453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897421 w 4285841"/>
              <a:gd name="connsiteY10" fmla="*/ 282053 h 1005006"/>
              <a:gd name="connsiteX11" fmla="*/ 3846621 w 4285841"/>
              <a:gd name="connsiteY11" fmla="*/ 205853 h 1005006"/>
              <a:gd name="connsiteX12" fmla="*/ 3414821 w 4285841"/>
              <a:gd name="connsiteY12" fmla="*/ 315920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897421 w 4285841"/>
              <a:gd name="connsiteY10" fmla="*/ 282053 h 1005006"/>
              <a:gd name="connsiteX11" fmla="*/ 3846621 w 4285841"/>
              <a:gd name="connsiteY11" fmla="*/ 205853 h 1005006"/>
              <a:gd name="connsiteX12" fmla="*/ 3414821 w 4285841"/>
              <a:gd name="connsiteY12" fmla="*/ 315920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897421 w 4285841"/>
              <a:gd name="connsiteY10" fmla="*/ 248186 h 1005006"/>
              <a:gd name="connsiteX11" fmla="*/ 3846621 w 4285841"/>
              <a:gd name="connsiteY11" fmla="*/ 205853 h 1005006"/>
              <a:gd name="connsiteX12" fmla="*/ 3414821 w 4285841"/>
              <a:gd name="connsiteY12" fmla="*/ 315920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897421 w 4285841"/>
              <a:gd name="connsiteY10" fmla="*/ 248186 h 1005006"/>
              <a:gd name="connsiteX11" fmla="*/ 3855088 w 4285841"/>
              <a:gd name="connsiteY11" fmla="*/ 239720 h 1005006"/>
              <a:gd name="connsiteX12" fmla="*/ 3414821 w 4285841"/>
              <a:gd name="connsiteY12" fmla="*/ 315920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897421 w 4285841"/>
              <a:gd name="connsiteY10" fmla="*/ 248186 h 1005006"/>
              <a:gd name="connsiteX11" fmla="*/ 3812755 w 4285841"/>
              <a:gd name="connsiteY11" fmla="*/ 222786 h 1005006"/>
              <a:gd name="connsiteX12" fmla="*/ 3414821 w 4285841"/>
              <a:gd name="connsiteY12" fmla="*/ 315920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905887 w 4285841"/>
              <a:gd name="connsiteY10" fmla="*/ 273586 h 1005006"/>
              <a:gd name="connsiteX11" fmla="*/ 3812755 w 4285841"/>
              <a:gd name="connsiteY11" fmla="*/ 222786 h 1005006"/>
              <a:gd name="connsiteX12" fmla="*/ 3414821 w 4285841"/>
              <a:gd name="connsiteY12" fmla="*/ 315920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922820 w 4285841"/>
              <a:gd name="connsiteY10" fmla="*/ 273586 h 1005006"/>
              <a:gd name="connsiteX11" fmla="*/ 3812755 w 4285841"/>
              <a:gd name="connsiteY11" fmla="*/ 222786 h 1005006"/>
              <a:gd name="connsiteX12" fmla="*/ 3414821 w 4285841"/>
              <a:gd name="connsiteY12" fmla="*/ 315920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922820 w 4285841"/>
              <a:gd name="connsiteY10" fmla="*/ 273586 h 1005006"/>
              <a:gd name="connsiteX11" fmla="*/ 3812755 w 4285841"/>
              <a:gd name="connsiteY11" fmla="*/ 222786 h 1005006"/>
              <a:gd name="connsiteX12" fmla="*/ 3634955 w 4285841"/>
              <a:gd name="connsiteY12" fmla="*/ 239720 h 1005006"/>
              <a:gd name="connsiteX13" fmla="*/ 3414821 w 4285841"/>
              <a:gd name="connsiteY13" fmla="*/ 315920 h 1005006"/>
              <a:gd name="connsiteX14" fmla="*/ 3296288 w 4285841"/>
              <a:gd name="connsiteY14" fmla="*/ 434452 h 1005006"/>
              <a:gd name="connsiteX15" fmla="*/ 3084621 w 4285841"/>
              <a:gd name="connsiteY15" fmla="*/ 815452 h 1005006"/>
              <a:gd name="connsiteX16" fmla="*/ 2906821 w 4285841"/>
              <a:gd name="connsiteY16" fmla="*/ 967853 h 1005006"/>
              <a:gd name="connsiteX17" fmla="*/ 2542755 w 4285841"/>
              <a:gd name="connsiteY17" fmla="*/ 1001719 h 1005006"/>
              <a:gd name="connsiteX18" fmla="*/ 1856955 w 4285841"/>
              <a:gd name="connsiteY18" fmla="*/ 908586 h 1005006"/>
              <a:gd name="connsiteX19" fmla="*/ 1188088 w 4285841"/>
              <a:gd name="connsiteY19" fmla="*/ 696920 h 1005006"/>
              <a:gd name="connsiteX20" fmla="*/ 891755 w 4285841"/>
              <a:gd name="connsiteY20" fmla="*/ 425986 h 1005006"/>
              <a:gd name="connsiteX21" fmla="*/ 705488 w 4285841"/>
              <a:gd name="connsiteY21" fmla="*/ 298986 h 1005006"/>
              <a:gd name="connsiteX22" fmla="*/ 502288 w 4285841"/>
              <a:gd name="connsiteY22" fmla="*/ 248186 h 1005006"/>
              <a:gd name="connsiteX23" fmla="*/ 146687 w 4285841"/>
              <a:gd name="connsiteY23" fmla="*/ 205853 h 1005006"/>
              <a:gd name="connsiteX24" fmla="*/ 19688 w 4285841"/>
              <a:gd name="connsiteY24" fmla="*/ 205853 h 1005006"/>
              <a:gd name="connsiteX25" fmla="*/ 87421 w 4285841"/>
              <a:gd name="connsiteY25" fmla="*/ 112719 h 1005006"/>
              <a:gd name="connsiteX0" fmla="*/ 87421 w 4366458"/>
              <a:gd name="connsiteY0" fmla="*/ 112719 h 1005006"/>
              <a:gd name="connsiteX1" fmla="*/ 815555 w 4366458"/>
              <a:gd name="connsiteY1" fmla="*/ 256653 h 1005006"/>
              <a:gd name="connsiteX2" fmla="*/ 1416688 w 4366458"/>
              <a:gd name="connsiteY2" fmla="*/ 696919 h 1005006"/>
              <a:gd name="connsiteX3" fmla="*/ 2813688 w 4366458"/>
              <a:gd name="connsiteY3" fmla="*/ 891653 h 1005006"/>
              <a:gd name="connsiteX4" fmla="*/ 3313221 w 4366458"/>
              <a:gd name="connsiteY4" fmla="*/ 256653 h 1005006"/>
              <a:gd name="connsiteX5" fmla="*/ 3821222 w 4366458"/>
              <a:gd name="connsiteY5" fmla="*/ 104252 h 1005006"/>
              <a:gd name="connsiteX6" fmla="*/ 3888955 w 4366458"/>
              <a:gd name="connsiteY6" fmla="*/ 11119 h 1005006"/>
              <a:gd name="connsiteX7" fmla="*/ 4244555 w 4366458"/>
              <a:gd name="connsiteY7" fmla="*/ 11118 h 1005006"/>
              <a:gd name="connsiteX8" fmla="*/ 4278421 w 4366458"/>
              <a:gd name="connsiteY8" fmla="*/ 95786 h 1005006"/>
              <a:gd name="connsiteX9" fmla="*/ 4244555 w 4366458"/>
              <a:gd name="connsiteY9" fmla="*/ 256653 h 1005006"/>
              <a:gd name="connsiteX10" fmla="*/ 4348270 w 4366458"/>
              <a:gd name="connsiteY10" fmla="*/ 556877 h 1005006"/>
              <a:gd name="connsiteX11" fmla="*/ 3812755 w 4366458"/>
              <a:gd name="connsiteY11" fmla="*/ 222786 h 1005006"/>
              <a:gd name="connsiteX12" fmla="*/ 3634955 w 4366458"/>
              <a:gd name="connsiteY12" fmla="*/ 239720 h 1005006"/>
              <a:gd name="connsiteX13" fmla="*/ 3414821 w 4366458"/>
              <a:gd name="connsiteY13" fmla="*/ 315920 h 1005006"/>
              <a:gd name="connsiteX14" fmla="*/ 3296288 w 4366458"/>
              <a:gd name="connsiteY14" fmla="*/ 434452 h 1005006"/>
              <a:gd name="connsiteX15" fmla="*/ 3084621 w 4366458"/>
              <a:gd name="connsiteY15" fmla="*/ 815452 h 1005006"/>
              <a:gd name="connsiteX16" fmla="*/ 2906821 w 4366458"/>
              <a:gd name="connsiteY16" fmla="*/ 967853 h 1005006"/>
              <a:gd name="connsiteX17" fmla="*/ 2542755 w 4366458"/>
              <a:gd name="connsiteY17" fmla="*/ 1001719 h 1005006"/>
              <a:gd name="connsiteX18" fmla="*/ 1856955 w 4366458"/>
              <a:gd name="connsiteY18" fmla="*/ 908586 h 1005006"/>
              <a:gd name="connsiteX19" fmla="*/ 1188088 w 4366458"/>
              <a:gd name="connsiteY19" fmla="*/ 696920 h 1005006"/>
              <a:gd name="connsiteX20" fmla="*/ 891755 w 4366458"/>
              <a:gd name="connsiteY20" fmla="*/ 425986 h 1005006"/>
              <a:gd name="connsiteX21" fmla="*/ 705488 w 4366458"/>
              <a:gd name="connsiteY21" fmla="*/ 298986 h 1005006"/>
              <a:gd name="connsiteX22" fmla="*/ 502288 w 4366458"/>
              <a:gd name="connsiteY22" fmla="*/ 248186 h 1005006"/>
              <a:gd name="connsiteX23" fmla="*/ 146687 w 4366458"/>
              <a:gd name="connsiteY23" fmla="*/ 205853 h 1005006"/>
              <a:gd name="connsiteX24" fmla="*/ 19688 w 4366458"/>
              <a:gd name="connsiteY24" fmla="*/ 205853 h 1005006"/>
              <a:gd name="connsiteX25" fmla="*/ 87421 w 4366458"/>
              <a:gd name="connsiteY25" fmla="*/ 112719 h 1005006"/>
              <a:gd name="connsiteX0" fmla="*/ 87421 w 4816371"/>
              <a:gd name="connsiteY0" fmla="*/ 112719 h 1005006"/>
              <a:gd name="connsiteX1" fmla="*/ 815555 w 4816371"/>
              <a:gd name="connsiteY1" fmla="*/ 256653 h 1005006"/>
              <a:gd name="connsiteX2" fmla="*/ 1416688 w 4816371"/>
              <a:gd name="connsiteY2" fmla="*/ 696919 h 1005006"/>
              <a:gd name="connsiteX3" fmla="*/ 2813688 w 4816371"/>
              <a:gd name="connsiteY3" fmla="*/ 891653 h 1005006"/>
              <a:gd name="connsiteX4" fmla="*/ 3313221 w 4816371"/>
              <a:gd name="connsiteY4" fmla="*/ 256653 h 1005006"/>
              <a:gd name="connsiteX5" fmla="*/ 3821222 w 4816371"/>
              <a:gd name="connsiteY5" fmla="*/ 104252 h 1005006"/>
              <a:gd name="connsiteX6" fmla="*/ 3888955 w 4816371"/>
              <a:gd name="connsiteY6" fmla="*/ 11119 h 1005006"/>
              <a:gd name="connsiteX7" fmla="*/ 4244555 w 4816371"/>
              <a:gd name="connsiteY7" fmla="*/ 11118 h 1005006"/>
              <a:gd name="connsiteX8" fmla="*/ 4278421 w 4816371"/>
              <a:gd name="connsiteY8" fmla="*/ 95786 h 1005006"/>
              <a:gd name="connsiteX9" fmla="*/ 4816055 w 4816371"/>
              <a:gd name="connsiteY9" fmla="*/ 547207 h 1005006"/>
              <a:gd name="connsiteX10" fmla="*/ 4348270 w 4816371"/>
              <a:gd name="connsiteY10" fmla="*/ 556877 h 1005006"/>
              <a:gd name="connsiteX11" fmla="*/ 3812755 w 4816371"/>
              <a:gd name="connsiteY11" fmla="*/ 222786 h 1005006"/>
              <a:gd name="connsiteX12" fmla="*/ 3634955 w 4816371"/>
              <a:gd name="connsiteY12" fmla="*/ 239720 h 1005006"/>
              <a:gd name="connsiteX13" fmla="*/ 3414821 w 4816371"/>
              <a:gd name="connsiteY13" fmla="*/ 315920 h 1005006"/>
              <a:gd name="connsiteX14" fmla="*/ 3296288 w 4816371"/>
              <a:gd name="connsiteY14" fmla="*/ 434452 h 1005006"/>
              <a:gd name="connsiteX15" fmla="*/ 3084621 w 4816371"/>
              <a:gd name="connsiteY15" fmla="*/ 815452 h 1005006"/>
              <a:gd name="connsiteX16" fmla="*/ 2906821 w 4816371"/>
              <a:gd name="connsiteY16" fmla="*/ 967853 h 1005006"/>
              <a:gd name="connsiteX17" fmla="*/ 2542755 w 4816371"/>
              <a:gd name="connsiteY17" fmla="*/ 1001719 h 1005006"/>
              <a:gd name="connsiteX18" fmla="*/ 1856955 w 4816371"/>
              <a:gd name="connsiteY18" fmla="*/ 908586 h 1005006"/>
              <a:gd name="connsiteX19" fmla="*/ 1188088 w 4816371"/>
              <a:gd name="connsiteY19" fmla="*/ 696920 h 1005006"/>
              <a:gd name="connsiteX20" fmla="*/ 891755 w 4816371"/>
              <a:gd name="connsiteY20" fmla="*/ 425986 h 1005006"/>
              <a:gd name="connsiteX21" fmla="*/ 705488 w 4816371"/>
              <a:gd name="connsiteY21" fmla="*/ 298986 h 1005006"/>
              <a:gd name="connsiteX22" fmla="*/ 502288 w 4816371"/>
              <a:gd name="connsiteY22" fmla="*/ 248186 h 1005006"/>
              <a:gd name="connsiteX23" fmla="*/ 146687 w 4816371"/>
              <a:gd name="connsiteY23" fmla="*/ 205853 h 1005006"/>
              <a:gd name="connsiteX24" fmla="*/ 19688 w 4816371"/>
              <a:gd name="connsiteY24" fmla="*/ 205853 h 1005006"/>
              <a:gd name="connsiteX25" fmla="*/ 87421 w 4816371"/>
              <a:gd name="connsiteY25" fmla="*/ 112719 h 1005006"/>
              <a:gd name="connsiteX0" fmla="*/ 87421 w 5089290"/>
              <a:gd name="connsiteY0" fmla="*/ 112719 h 1005006"/>
              <a:gd name="connsiteX1" fmla="*/ 815555 w 5089290"/>
              <a:gd name="connsiteY1" fmla="*/ 256653 h 1005006"/>
              <a:gd name="connsiteX2" fmla="*/ 1416688 w 5089290"/>
              <a:gd name="connsiteY2" fmla="*/ 696919 h 1005006"/>
              <a:gd name="connsiteX3" fmla="*/ 2813688 w 5089290"/>
              <a:gd name="connsiteY3" fmla="*/ 891653 h 1005006"/>
              <a:gd name="connsiteX4" fmla="*/ 3313221 w 5089290"/>
              <a:gd name="connsiteY4" fmla="*/ 256653 h 1005006"/>
              <a:gd name="connsiteX5" fmla="*/ 3821222 w 5089290"/>
              <a:gd name="connsiteY5" fmla="*/ 104252 h 1005006"/>
              <a:gd name="connsiteX6" fmla="*/ 3888955 w 5089290"/>
              <a:gd name="connsiteY6" fmla="*/ 11119 h 1005006"/>
              <a:gd name="connsiteX7" fmla="*/ 4244555 w 5089290"/>
              <a:gd name="connsiteY7" fmla="*/ 11118 h 1005006"/>
              <a:gd name="connsiteX8" fmla="*/ 4278421 w 5089290"/>
              <a:gd name="connsiteY8" fmla="*/ 95786 h 1005006"/>
              <a:gd name="connsiteX9" fmla="*/ 5089105 w 5089290"/>
              <a:gd name="connsiteY9" fmla="*/ 794179 h 1005006"/>
              <a:gd name="connsiteX10" fmla="*/ 4348270 w 5089290"/>
              <a:gd name="connsiteY10" fmla="*/ 556877 h 1005006"/>
              <a:gd name="connsiteX11" fmla="*/ 3812755 w 5089290"/>
              <a:gd name="connsiteY11" fmla="*/ 222786 h 1005006"/>
              <a:gd name="connsiteX12" fmla="*/ 3634955 w 5089290"/>
              <a:gd name="connsiteY12" fmla="*/ 239720 h 1005006"/>
              <a:gd name="connsiteX13" fmla="*/ 3414821 w 5089290"/>
              <a:gd name="connsiteY13" fmla="*/ 315920 h 1005006"/>
              <a:gd name="connsiteX14" fmla="*/ 3296288 w 5089290"/>
              <a:gd name="connsiteY14" fmla="*/ 434452 h 1005006"/>
              <a:gd name="connsiteX15" fmla="*/ 3084621 w 5089290"/>
              <a:gd name="connsiteY15" fmla="*/ 815452 h 1005006"/>
              <a:gd name="connsiteX16" fmla="*/ 2906821 w 5089290"/>
              <a:gd name="connsiteY16" fmla="*/ 967853 h 1005006"/>
              <a:gd name="connsiteX17" fmla="*/ 2542755 w 5089290"/>
              <a:gd name="connsiteY17" fmla="*/ 1001719 h 1005006"/>
              <a:gd name="connsiteX18" fmla="*/ 1856955 w 5089290"/>
              <a:gd name="connsiteY18" fmla="*/ 908586 h 1005006"/>
              <a:gd name="connsiteX19" fmla="*/ 1188088 w 5089290"/>
              <a:gd name="connsiteY19" fmla="*/ 696920 h 1005006"/>
              <a:gd name="connsiteX20" fmla="*/ 891755 w 5089290"/>
              <a:gd name="connsiteY20" fmla="*/ 425986 h 1005006"/>
              <a:gd name="connsiteX21" fmla="*/ 705488 w 5089290"/>
              <a:gd name="connsiteY21" fmla="*/ 298986 h 1005006"/>
              <a:gd name="connsiteX22" fmla="*/ 502288 w 5089290"/>
              <a:gd name="connsiteY22" fmla="*/ 248186 h 1005006"/>
              <a:gd name="connsiteX23" fmla="*/ 146687 w 5089290"/>
              <a:gd name="connsiteY23" fmla="*/ 205853 h 1005006"/>
              <a:gd name="connsiteX24" fmla="*/ 19688 w 5089290"/>
              <a:gd name="connsiteY24" fmla="*/ 205853 h 1005006"/>
              <a:gd name="connsiteX25" fmla="*/ 87421 w 5089290"/>
              <a:gd name="connsiteY25" fmla="*/ 112719 h 1005006"/>
              <a:gd name="connsiteX0" fmla="*/ 87421 w 5089290"/>
              <a:gd name="connsiteY0" fmla="*/ 125367 h 1017654"/>
              <a:gd name="connsiteX1" fmla="*/ 815555 w 5089290"/>
              <a:gd name="connsiteY1" fmla="*/ 269301 h 1017654"/>
              <a:gd name="connsiteX2" fmla="*/ 1416688 w 5089290"/>
              <a:gd name="connsiteY2" fmla="*/ 709567 h 1017654"/>
              <a:gd name="connsiteX3" fmla="*/ 2813688 w 5089290"/>
              <a:gd name="connsiteY3" fmla="*/ 904301 h 1017654"/>
              <a:gd name="connsiteX4" fmla="*/ 3313221 w 5089290"/>
              <a:gd name="connsiteY4" fmla="*/ 269301 h 1017654"/>
              <a:gd name="connsiteX5" fmla="*/ 3821222 w 5089290"/>
              <a:gd name="connsiteY5" fmla="*/ 116900 h 1017654"/>
              <a:gd name="connsiteX6" fmla="*/ 4295355 w 5089290"/>
              <a:gd name="connsiteY6" fmla="*/ 328849 h 1017654"/>
              <a:gd name="connsiteX7" fmla="*/ 4244555 w 5089290"/>
              <a:gd name="connsiteY7" fmla="*/ 23766 h 1017654"/>
              <a:gd name="connsiteX8" fmla="*/ 4278421 w 5089290"/>
              <a:gd name="connsiteY8" fmla="*/ 108434 h 1017654"/>
              <a:gd name="connsiteX9" fmla="*/ 5089105 w 5089290"/>
              <a:gd name="connsiteY9" fmla="*/ 806827 h 1017654"/>
              <a:gd name="connsiteX10" fmla="*/ 4348270 w 5089290"/>
              <a:gd name="connsiteY10" fmla="*/ 569525 h 1017654"/>
              <a:gd name="connsiteX11" fmla="*/ 3812755 w 5089290"/>
              <a:gd name="connsiteY11" fmla="*/ 235434 h 1017654"/>
              <a:gd name="connsiteX12" fmla="*/ 3634955 w 5089290"/>
              <a:gd name="connsiteY12" fmla="*/ 252368 h 1017654"/>
              <a:gd name="connsiteX13" fmla="*/ 3414821 w 5089290"/>
              <a:gd name="connsiteY13" fmla="*/ 328568 h 1017654"/>
              <a:gd name="connsiteX14" fmla="*/ 3296288 w 5089290"/>
              <a:gd name="connsiteY14" fmla="*/ 447100 h 1017654"/>
              <a:gd name="connsiteX15" fmla="*/ 3084621 w 5089290"/>
              <a:gd name="connsiteY15" fmla="*/ 828100 h 1017654"/>
              <a:gd name="connsiteX16" fmla="*/ 2906821 w 5089290"/>
              <a:gd name="connsiteY16" fmla="*/ 980501 h 1017654"/>
              <a:gd name="connsiteX17" fmla="*/ 2542755 w 5089290"/>
              <a:gd name="connsiteY17" fmla="*/ 1014367 h 1017654"/>
              <a:gd name="connsiteX18" fmla="*/ 1856955 w 5089290"/>
              <a:gd name="connsiteY18" fmla="*/ 921234 h 1017654"/>
              <a:gd name="connsiteX19" fmla="*/ 1188088 w 5089290"/>
              <a:gd name="connsiteY19" fmla="*/ 709568 h 1017654"/>
              <a:gd name="connsiteX20" fmla="*/ 891755 w 5089290"/>
              <a:gd name="connsiteY20" fmla="*/ 438634 h 1017654"/>
              <a:gd name="connsiteX21" fmla="*/ 705488 w 5089290"/>
              <a:gd name="connsiteY21" fmla="*/ 311634 h 1017654"/>
              <a:gd name="connsiteX22" fmla="*/ 502288 w 5089290"/>
              <a:gd name="connsiteY22" fmla="*/ 260834 h 1017654"/>
              <a:gd name="connsiteX23" fmla="*/ 146687 w 5089290"/>
              <a:gd name="connsiteY23" fmla="*/ 218501 h 1017654"/>
              <a:gd name="connsiteX24" fmla="*/ 19688 w 5089290"/>
              <a:gd name="connsiteY24" fmla="*/ 218501 h 1017654"/>
              <a:gd name="connsiteX25" fmla="*/ 87421 w 5089290"/>
              <a:gd name="connsiteY25" fmla="*/ 125367 h 1017654"/>
              <a:gd name="connsiteX0" fmla="*/ 87421 w 5089290"/>
              <a:gd name="connsiteY0" fmla="*/ 125367 h 1017654"/>
              <a:gd name="connsiteX1" fmla="*/ 815555 w 5089290"/>
              <a:gd name="connsiteY1" fmla="*/ 269301 h 1017654"/>
              <a:gd name="connsiteX2" fmla="*/ 1416688 w 5089290"/>
              <a:gd name="connsiteY2" fmla="*/ 709567 h 1017654"/>
              <a:gd name="connsiteX3" fmla="*/ 2813688 w 5089290"/>
              <a:gd name="connsiteY3" fmla="*/ 904301 h 1017654"/>
              <a:gd name="connsiteX4" fmla="*/ 3313221 w 5089290"/>
              <a:gd name="connsiteY4" fmla="*/ 269301 h 1017654"/>
              <a:gd name="connsiteX5" fmla="*/ 3865672 w 5089290"/>
              <a:gd name="connsiteY5" fmla="*/ 138692 h 1017654"/>
              <a:gd name="connsiteX6" fmla="*/ 4295355 w 5089290"/>
              <a:gd name="connsiteY6" fmla="*/ 328849 h 1017654"/>
              <a:gd name="connsiteX7" fmla="*/ 4244555 w 5089290"/>
              <a:gd name="connsiteY7" fmla="*/ 23766 h 1017654"/>
              <a:gd name="connsiteX8" fmla="*/ 4278421 w 5089290"/>
              <a:gd name="connsiteY8" fmla="*/ 108434 h 1017654"/>
              <a:gd name="connsiteX9" fmla="*/ 5089105 w 5089290"/>
              <a:gd name="connsiteY9" fmla="*/ 806827 h 1017654"/>
              <a:gd name="connsiteX10" fmla="*/ 4348270 w 5089290"/>
              <a:gd name="connsiteY10" fmla="*/ 569525 h 1017654"/>
              <a:gd name="connsiteX11" fmla="*/ 3812755 w 5089290"/>
              <a:gd name="connsiteY11" fmla="*/ 235434 h 1017654"/>
              <a:gd name="connsiteX12" fmla="*/ 3634955 w 5089290"/>
              <a:gd name="connsiteY12" fmla="*/ 252368 h 1017654"/>
              <a:gd name="connsiteX13" fmla="*/ 3414821 w 5089290"/>
              <a:gd name="connsiteY13" fmla="*/ 328568 h 1017654"/>
              <a:gd name="connsiteX14" fmla="*/ 3296288 w 5089290"/>
              <a:gd name="connsiteY14" fmla="*/ 447100 h 1017654"/>
              <a:gd name="connsiteX15" fmla="*/ 3084621 w 5089290"/>
              <a:gd name="connsiteY15" fmla="*/ 828100 h 1017654"/>
              <a:gd name="connsiteX16" fmla="*/ 2906821 w 5089290"/>
              <a:gd name="connsiteY16" fmla="*/ 980501 h 1017654"/>
              <a:gd name="connsiteX17" fmla="*/ 2542755 w 5089290"/>
              <a:gd name="connsiteY17" fmla="*/ 1014367 h 1017654"/>
              <a:gd name="connsiteX18" fmla="*/ 1856955 w 5089290"/>
              <a:gd name="connsiteY18" fmla="*/ 921234 h 1017654"/>
              <a:gd name="connsiteX19" fmla="*/ 1188088 w 5089290"/>
              <a:gd name="connsiteY19" fmla="*/ 709568 h 1017654"/>
              <a:gd name="connsiteX20" fmla="*/ 891755 w 5089290"/>
              <a:gd name="connsiteY20" fmla="*/ 438634 h 1017654"/>
              <a:gd name="connsiteX21" fmla="*/ 705488 w 5089290"/>
              <a:gd name="connsiteY21" fmla="*/ 311634 h 1017654"/>
              <a:gd name="connsiteX22" fmla="*/ 502288 w 5089290"/>
              <a:gd name="connsiteY22" fmla="*/ 260834 h 1017654"/>
              <a:gd name="connsiteX23" fmla="*/ 146687 w 5089290"/>
              <a:gd name="connsiteY23" fmla="*/ 218501 h 1017654"/>
              <a:gd name="connsiteX24" fmla="*/ 19688 w 5089290"/>
              <a:gd name="connsiteY24" fmla="*/ 218501 h 1017654"/>
              <a:gd name="connsiteX25" fmla="*/ 87421 w 5089290"/>
              <a:gd name="connsiteY25" fmla="*/ 125367 h 1017654"/>
              <a:gd name="connsiteX0" fmla="*/ 87421 w 5089290"/>
              <a:gd name="connsiteY0" fmla="*/ 125367 h 1017654"/>
              <a:gd name="connsiteX1" fmla="*/ 815555 w 5089290"/>
              <a:gd name="connsiteY1" fmla="*/ 269301 h 1017654"/>
              <a:gd name="connsiteX2" fmla="*/ 1416688 w 5089290"/>
              <a:gd name="connsiteY2" fmla="*/ 709567 h 1017654"/>
              <a:gd name="connsiteX3" fmla="*/ 2813688 w 5089290"/>
              <a:gd name="connsiteY3" fmla="*/ 904301 h 1017654"/>
              <a:gd name="connsiteX4" fmla="*/ 3313221 w 5089290"/>
              <a:gd name="connsiteY4" fmla="*/ 269301 h 1017654"/>
              <a:gd name="connsiteX5" fmla="*/ 3865672 w 5089290"/>
              <a:gd name="connsiteY5" fmla="*/ 138692 h 1017654"/>
              <a:gd name="connsiteX6" fmla="*/ 4295355 w 5089290"/>
              <a:gd name="connsiteY6" fmla="*/ 328849 h 1017654"/>
              <a:gd name="connsiteX7" fmla="*/ 4244555 w 5089290"/>
              <a:gd name="connsiteY7" fmla="*/ 23766 h 1017654"/>
              <a:gd name="connsiteX8" fmla="*/ 4278421 w 5089290"/>
              <a:gd name="connsiteY8" fmla="*/ 108434 h 1017654"/>
              <a:gd name="connsiteX9" fmla="*/ 5089105 w 5089290"/>
              <a:gd name="connsiteY9" fmla="*/ 806827 h 1017654"/>
              <a:gd name="connsiteX10" fmla="*/ 4348270 w 5089290"/>
              <a:gd name="connsiteY10" fmla="*/ 569525 h 1017654"/>
              <a:gd name="connsiteX11" fmla="*/ 3812755 w 5089290"/>
              <a:gd name="connsiteY11" fmla="*/ 235434 h 1017654"/>
              <a:gd name="connsiteX12" fmla="*/ 3571455 w 5089290"/>
              <a:gd name="connsiteY12" fmla="*/ 230577 h 1017654"/>
              <a:gd name="connsiteX13" fmla="*/ 3414821 w 5089290"/>
              <a:gd name="connsiteY13" fmla="*/ 328568 h 1017654"/>
              <a:gd name="connsiteX14" fmla="*/ 3296288 w 5089290"/>
              <a:gd name="connsiteY14" fmla="*/ 447100 h 1017654"/>
              <a:gd name="connsiteX15" fmla="*/ 3084621 w 5089290"/>
              <a:gd name="connsiteY15" fmla="*/ 828100 h 1017654"/>
              <a:gd name="connsiteX16" fmla="*/ 2906821 w 5089290"/>
              <a:gd name="connsiteY16" fmla="*/ 980501 h 1017654"/>
              <a:gd name="connsiteX17" fmla="*/ 2542755 w 5089290"/>
              <a:gd name="connsiteY17" fmla="*/ 1014367 h 1017654"/>
              <a:gd name="connsiteX18" fmla="*/ 1856955 w 5089290"/>
              <a:gd name="connsiteY18" fmla="*/ 921234 h 1017654"/>
              <a:gd name="connsiteX19" fmla="*/ 1188088 w 5089290"/>
              <a:gd name="connsiteY19" fmla="*/ 709568 h 1017654"/>
              <a:gd name="connsiteX20" fmla="*/ 891755 w 5089290"/>
              <a:gd name="connsiteY20" fmla="*/ 438634 h 1017654"/>
              <a:gd name="connsiteX21" fmla="*/ 705488 w 5089290"/>
              <a:gd name="connsiteY21" fmla="*/ 311634 h 1017654"/>
              <a:gd name="connsiteX22" fmla="*/ 502288 w 5089290"/>
              <a:gd name="connsiteY22" fmla="*/ 260834 h 1017654"/>
              <a:gd name="connsiteX23" fmla="*/ 146687 w 5089290"/>
              <a:gd name="connsiteY23" fmla="*/ 218501 h 1017654"/>
              <a:gd name="connsiteX24" fmla="*/ 19688 w 5089290"/>
              <a:gd name="connsiteY24" fmla="*/ 218501 h 1017654"/>
              <a:gd name="connsiteX25" fmla="*/ 87421 w 5089290"/>
              <a:gd name="connsiteY25" fmla="*/ 125367 h 1017654"/>
              <a:gd name="connsiteX0" fmla="*/ 87421 w 5089287"/>
              <a:gd name="connsiteY0" fmla="*/ 125367 h 1017654"/>
              <a:gd name="connsiteX1" fmla="*/ 815555 w 5089287"/>
              <a:gd name="connsiteY1" fmla="*/ 269301 h 1017654"/>
              <a:gd name="connsiteX2" fmla="*/ 1416688 w 5089287"/>
              <a:gd name="connsiteY2" fmla="*/ 709567 h 1017654"/>
              <a:gd name="connsiteX3" fmla="*/ 2813688 w 5089287"/>
              <a:gd name="connsiteY3" fmla="*/ 904301 h 1017654"/>
              <a:gd name="connsiteX4" fmla="*/ 3313221 w 5089287"/>
              <a:gd name="connsiteY4" fmla="*/ 269301 h 1017654"/>
              <a:gd name="connsiteX5" fmla="*/ 3865672 w 5089287"/>
              <a:gd name="connsiteY5" fmla="*/ 138692 h 1017654"/>
              <a:gd name="connsiteX6" fmla="*/ 4295355 w 5089287"/>
              <a:gd name="connsiteY6" fmla="*/ 328849 h 1017654"/>
              <a:gd name="connsiteX7" fmla="*/ 4244555 w 5089287"/>
              <a:gd name="connsiteY7" fmla="*/ 23766 h 1017654"/>
              <a:gd name="connsiteX8" fmla="*/ 4278421 w 5089287"/>
              <a:gd name="connsiteY8" fmla="*/ 108434 h 1017654"/>
              <a:gd name="connsiteX9" fmla="*/ 5089105 w 5089287"/>
              <a:gd name="connsiteY9" fmla="*/ 806827 h 1017654"/>
              <a:gd name="connsiteX10" fmla="*/ 4348270 w 5089287"/>
              <a:gd name="connsiteY10" fmla="*/ 569525 h 1017654"/>
              <a:gd name="connsiteX11" fmla="*/ 3869905 w 5089287"/>
              <a:gd name="connsiteY11" fmla="*/ 257226 h 1017654"/>
              <a:gd name="connsiteX12" fmla="*/ 3571455 w 5089287"/>
              <a:gd name="connsiteY12" fmla="*/ 230577 h 1017654"/>
              <a:gd name="connsiteX13" fmla="*/ 3414821 w 5089287"/>
              <a:gd name="connsiteY13" fmla="*/ 328568 h 1017654"/>
              <a:gd name="connsiteX14" fmla="*/ 3296288 w 5089287"/>
              <a:gd name="connsiteY14" fmla="*/ 447100 h 1017654"/>
              <a:gd name="connsiteX15" fmla="*/ 3084621 w 5089287"/>
              <a:gd name="connsiteY15" fmla="*/ 828100 h 1017654"/>
              <a:gd name="connsiteX16" fmla="*/ 2906821 w 5089287"/>
              <a:gd name="connsiteY16" fmla="*/ 980501 h 1017654"/>
              <a:gd name="connsiteX17" fmla="*/ 2542755 w 5089287"/>
              <a:gd name="connsiteY17" fmla="*/ 1014367 h 1017654"/>
              <a:gd name="connsiteX18" fmla="*/ 1856955 w 5089287"/>
              <a:gd name="connsiteY18" fmla="*/ 921234 h 1017654"/>
              <a:gd name="connsiteX19" fmla="*/ 1188088 w 5089287"/>
              <a:gd name="connsiteY19" fmla="*/ 709568 h 1017654"/>
              <a:gd name="connsiteX20" fmla="*/ 891755 w 5089287"/>
              <a:gd name="connsiteY20" fmla="*/ 438634 h 1017654"/>
              <a:gd name="connsiteX21" fmla="*/ 705488 w 5089287"/>
              <a:gd name="connsiteY21" fmla="*/ 311634 h 1017654"/>
              <a:gd name="connsiteX22" fmla="*/ 502288 w 5089287"/>
              <a:gd name="connsiteY22" fmla="*/ 260834 h 1017654"/>
              <a:gd name="connsiteX23" fmla="*/ 146687 w 5089287"/>
              <a:gd name="connsiteY23" fmla="*/ 218501 h 1017654"/>
              <a:gd name="connsiteX24" fmla="*/ 19688 w 5089287"/>
              <a:gd name="connsiteY24" fmla="*/ 218501 h 1017654"/>
              <a:gd name="connsiteX25" fmla="*/ 87421 w 5089287"/>
              <a:gd name="connsiteY25" fmla="*/ 125367 h 1017654"/>
              <a:gd name="connsiteX0" fmla="*/ 87421 w 5089287"/>
              <a:gd name="connsiteY0" fmla="*/ 125367 h 1017654"/>
              <a:gd name="connsiteX1" fmla="*/ 815555 w 5089287"/>
              <a:gd name="connsiteY1" fmla="*/ 269301 h 1017654"/>
              <a:gd name="connsiteX2" fmla="*/ 1416688 w 5089287"/>
              <a:gd name="connsiteY2" fmla="*/ 709567 h 1017654"/>
              <a:gd name="connsiteX3" fmla="*/ 2813688 w 5089287"/>
              <a:gd name="connsiteY3" fmla="*/ 904301 h 1017654"/>
              <a:gd name="connsiteX4" fmla="*/ 3313221 w 5089287"/>
              <a:gd name="connsiteY4" fmla="*/ 269301 h 1017654"/>
              <a:gd name="connsiteX5" fmla="*/ 3865672 w 5089287"/>
              <a:gd name="connsiteY5" fmla="*/ 138692 h 1017654"/>
              <a:gd name="connsiteX6" fmla="*/ 4295355 w 5089287"/>
              <a:gd name="connsiteY6" fmla="*/ 328849 h 1017654"/>
              <a:gd name="connsiteX7" fmla="*/ 4244555 w 5089287"/>
              <a:gd name="connsiteY7" fmla="*/ 23766 h 1017654"/>
              <a:gd name="connsiteX8" fmla="*/ 4278421 w 5089287"/>
              <a:gd name="connsiteY8" fmla="*/ 108434 h 1017654"/>
              <a:gd name="connsiteX9" fmla="*/ 5089105 w 5089287"/>
              <a:gd name="connsiteY9" fmla="*/ 806827 h 1017654"/>
              <a:gd name="connsiteX10" fmla="*/ 4348270 w 5089287"/>
              <a:gd name="connsiteY10" fmla="*/ 569525 h 1017654"/>
              <a:gd name="connsiteX11" fmla="*/ 3869905 w 5089287"/>
              <a:gd name="connsiteY11" fmla="*/ 257226 h 1017654"/>
              <a:gd name="connsiteX12" fmla="*/ 3596855 w 5089287"/>
              <a:gd name="connsiteY12" fmla="*/ 252368 h 1017654"/>
              <a:gd name="connsiteX13" fmla="*/ 3414821 w 5089287"/>
              <a:gd name="connsiteY13" fmla="*/ 328568 h 1017654"/>
              <a:gd name="connsiteX14" fmla="*/ 3296288 w 5089287"/>
              <a:gd name="connsiteY14" fmla="*/ 447100 h 1017654"/>
              <a:gd name="connsiteX15" fmla="*/ 3084621 w 5089287"/>
              <a:gd name="connsiteY15" fmla="*/ 828100 h 1017654"/>
              <a:gd name="connsiteX16" fmla="*/ 2906821 w 5089287"/>
              <a:gd name="connsiteY16" fmla="*/ 980501 h 1017654"/>
              <a:gd name="connsiteX17" fmla="*/ 2542755 w 5089287"/>
              <a:gd name="connsiteY17" fmla="*/ 1014367 h 1017654"/>
              <a:gd name="connsiteX18" fmla="*/ 1856955 w 5089287"/>
              <a:gd name="connsiteY18" fmla="*/ 921234 h 1017654"/>
              <a:gd name="connsiteX19" fmla="*/ 1188088 w 5089287"/>
              <a:gd name="connsiteY19" fmla="*/ 709568 h 1017654"/>
              <a:gd name="connsiteX20" fmla="*/ 891755 w 5089287"/>
              <a:gd name="connsiteY20" fmla="*/ 438634 h 1017654"/>
              <a:gd name="connsiteX21" fmla="*/ 705488 w 5089287"/>
              <a:gd name="connsiteY21" fmla="*/ 311634 h 1017654"/>
              <a:gd name="connsiteX22" fmla="*/ 502288 w 5089287"/>
              <a:gd name="connsiteY22" fmla="*/ 260834 h 1017654"/>
              <a:gd name="connsiteX23" fmla="*/ 146687 w 5089287"/>
              <a:gd name="connsiteY23" fmla="*/ 218501 h 1017654"/>
              <a:gd name="connsiteX24" fmla="*/ 19688 w 5089287"/>
              <a:gd name="connsiteY24" fmla="*/ 218501 h 1017654"/>
              <a:gd name="connsiteX25" fmla="*/ 87421 w 5089287"/>
              <a:gd name="connsiteY25" fmla="*/ 125367 h 1017654"/>
              <a:gd name="connsiteX0" fmla="*/ 87421 w 5089287"/>
              <a:gd name="connsiteY0" fmla="*/ 125367 h 1017654"/>
              <a:gd name="connsiteX1" fmla="*/ 815555 w 5089287"/>
              <a:gd name="connsiteY1" fmla="*/ 269301 h 1017654"/>
              <a:gd name="connsiteX2" fmla="*/ 1416688 w 5089287"/>
              <a:gd name="connsiteY2" fmla="*/ 709567 h 1017654"/>
              <a:gd name="connsiteX3" fmla="*/ 2813688 w 5089287"/>
              <a:gd name="connsiteY3" fmla="*/ 904301 h 1017654"/>
              <a:gd name="connsiteX4" fmla="*/ 3313221 w 5089287"/>
              <a:gd name="connsiteY4" fmla="*/ 269301 h 1017654"/>
              <a:gd name="connsiteX5" fmla="*/ 3916472 w 5089287"/>
              <a:gd name="connsiteY5" fmla="*/ 175011 h 1017654"/>
              <a:gd name="connsiteX6" fmla="*/ 4295355 w 5089287"/>
              <a:gd name="connsiteY6" fmla="*/ 328849 h 1017654"/>
              <a:gd name="connsiteX7" fmla="*/ 4244555 w 5089287"/>
              <a:gd name="connsiteY7" fmla="*/ 23766 h 1017654"/>
              <a:gd name="connsiteX8" fmla="*/ 4278421 w 5089287"/>
              <a:gd name="connsiteY8" fmla="*/ 108434 h 1017654"/>
              <a:gd name="connsiteX9" fmla="*/ 5089105 w 5089287"/>
              <a:gd name="connsiteY9" fmla="*/ 806827 h 1017654"/>
              <a:gd name="connsiteX10" fmla="*/ 4348270 w 5089287"/>
              <a:gd name="connsiteY10" fmla="*/ 569525 h 1017654"/>
              <a:gd name="connsiteX11" fmla="*/ 3869905 w 5089287"/>
              <a:gd name="connsiteY11" fmla="*/ 257226 h 1017654"/>
              <a:gd name="connsiteX12" fmla="*/ 3596855 w 5089287"/>
              <a:gd name="connsiteY12" fmla="*/ 252368 h 1017654"/>
              <a:gd name="connsiteX13" fmla="*/ 3414821 w 5089287"/>
              <a:gd name="connsiteY13" fmla="*/ 328568 h 1017654"/>
              <a:gd name="connsiteX14" fmla="*/ 3296288 w 5089287"/>
              <a:gd name="connsiteY14" fmla="*/ 447100 h 1017654"/>
              <a:gd name="connsiteX15" fmla="*/ 3084621 w 5089287"/>
              <a:gd name="connsiteY15" fmla="*/ 828100 h 1017654"/>
              <a:gd name="connsiteX16" fmla="*/ 2906821 w 5089287"/>
              <a:gd name="connsiteY16" fmla="*/ 980501 h 1017654"/>
              <a:gd name="connsiteX17" fmla="*/ 2542755 w 5089287"/>
              <a:gd name="connsiteY17" fmla="*/ 1014367 h 1017654"/>
              <a:gd name="connsiteX18" fmla="*/ 1856955 w 5089287"/>
              <a:gd name="connsiteY18" fmla="*/ 921234 h 1017654"/>
              <a:gd name="connsiteX19" fmla="*/ 1188088 w 5089287"/>
              <a:gd name="connsiteY19" fmla="*/ 709568 h 1017654"/>
              <a:gd name="connsiteX20" fmla="*/ 891755 w 5089287"/>
              <a:gd name="connsiteY20" fmla="*/ 438634 h 1017654"/>
              <a:gd name="connsiteX21" fmla="*/ 705488 w 5089287"/>
              <a:gd name="connsiteY21" fmla="*/ 311634 h 1017654"/>
              <a:gd name="connsiteX22" fmla="*/ 502288 w 5089287"/>
              <a:gd name="connsiteY22" fmla="*/ 260834 h 1017654"/>
              <a:gd name="connsiteX23" fmla="*/ 146687 w 5089287"/>
              <a:gd name="connsiteY23" fmla="*/ 218501 h 1017654"/>
              <a:gd name="connsiteX24" fmla="*/ 19688 w 5089287"/>
              <a:gd name="connsiteY24" fmla="*/ 218501 h 1017654"/>
              <a:gd name="connsiteX25" fmla="*/ 87421 w 5089287"/>
              <a:gd name="connsiteY25" fmla="*/ 125367 h 1017654"/>
              <a:gd name="connsiteX0" fmla="*/ 87421 w 5089287"/>
              <a:gd name="connsiteY0" fmla="*/ 125367 h 1017654"/>
              <a:gd name="connsiteX1" fmla="*/ 815555 w 5089287"/>
              <a:gd name="connsiteY1" fmla="*/ 269301 h 1017654"/>
              <a:gd name="connsiteX2" fmla="*/ 1416688 w 5089287"/>
              <a:gd name="connsiteY2" fmla="*/ 709567 h 1017654"/>
              <a:gd name="connsiteX3" fmla="*/ 2813688 w 5089287"/>
              <a:gd name="connsiteY3" fmla="*/ 904301 h 1017654"/>
              <a:gd name="connsiteX4" fmla="*/ 3313221 w 5089287"/>
              <a:gd name="connsiteY4" fmla="*/ 269301 h 1017654"/>
              <a:gd name="connsiteX5" fmla="*/ 3916472 w 5089287"/>
              <a:gd name="connsiteY5" fmla="*/ 175011 h 1017654"/>
              <a:gd name="connsiteX6" fmla="*/ 4295355 w 5089287"/>
              <a:gd name="connsiteY6" fmla="*/ 328849 h 1017654"/>
              <a:gd name="connsiteX7" fmla="*/ 4244555 w 5089287"/>
              <a:gd name="connsiteY7" fmla="*/ 23766 h 1017654"/>
              <a:gd name="connsiteX8" fmla="*/ 4278421 w 5089287"/>
              <a:gd name="connsiteY8" fmla="*/ 108434 h 1017654"/>
              <a:gd name="connsiteX9" fmla="*/ 5089105 w 5089287"/>
              <a:gd name="connsiteY9" fmla="*/ 806827 h 1017654"/>
              <a:gd name="connsiteX10" fmla="*/ 4348270 w 5089287"/>
              <a:gd name="connsiteY10" fmla="*/ 569525 h 1017654"/>
              <a:gd name="connsiteX11" fmla="*/ 3869905 w 5089287"/>
              <a:gd name="connsiteY11" fmla="*/ 257226 h 1017654"/>
              <a:gd name="connsiteX12" fmla="*/ 3596855 w 5089287"/>
              <a:gd name="connsiteY12" fmla="*/ 252368 h 1017654"/>
              <a:gd name="connsiteX13" fmla="*/ 3414821 w 5089287"/>
              <a:gd name="connsiteY13" fmla="*/ 328568 h 1017654"/>
              <a:gd name="connsiteX14" fmla="*/ 3296288 w 5089287"/>
              <a:gd name="connsiteY14" fmla="*/ 447100 h 1017654"/>
              <a:gd name="connsiteX15" fmla="*/ 3084621 w 5089287"/>
              <a:gd name="connsiteY15" fmla="*/ 828100 h 1017654"/>
              <a:gd name="connsiteX16" fmla="*/ 2906821 w 5089287"/>
              <a:gd name="connsiteY16" fmla="*/ 980501 h 1017654"/>
              <a:gd name="connsiteX17" fmla="*/ 2542755 w 5089287"/>
              <a:gd name="connsiteY17" fmla="*/ 1014367 h 1017654"/>
              <a:gd name="connsiteX18" fmla="*/ 1856955 w 5089287"/>
              <a:gd name="connsiteY18" fmla="*/ 921234 h 1017654"/>
              <a:gd name="connsiteX19" fmla="*/ 1188088 w 5089287"/>
              <a:gd name="connsiteY19" fmla="*/ 709568 h 1017654"/>
              <a:gd name="connsiteX20" fmla="*/ 891755 w 5089287"/>
              <a:gd name="connsiteY20" fmla="*/ 438634 h 1017654"/>
              <a:gd name="connsiteX21" fmla="*/ 705488 w 5089287"/>
              <a:gd name="connsiteY21" fmla="*/ 311634 h 1017654"/>
              <a:gd name="connsiteX22" fmla="*/ 502288 w 5089287"/>
              <a:gd name="connsiteY22" fmla="*/ 260834 h 1017654"/>
              <a:gd name="connsiteX23" fmla="*/ 146687 w 5089287"/>
              <a:gd name="connsiteY23" fmla="*/ 218501 h 1017654"/>
              <a:gd name="connsiteX24" fmla="*/ 19688 w 5089287"/>
              <a:gd name="connsiteY24" fmla="*/ 218501 h 1017654"/>
              <a:gd name="connsiteX25" fmla="*/ 87421 w 5089287"/>
              <a:gd name="connsiteY25" fmla="*/ 125367 h 1017654"/>
              <a:gd name="connsiteX0" fmla="*/ 87421 w 5089287"/>
              <a:gd name="connsiteY0" fmla="*/ 125367 h 1017654"/>
              <a:gd name="connsiteX1" fmla="*/ 815555 w 5089287"/>
              <a:gd name="connsiteY1" fmla="*/ 269301 h 1017654"/>
              <a:gd name="connsiteX2" fmla="*/ 1416688 w 5089287"/>
              <a:gd name="connsiteY2" fmla="*/ 709567 h 1017654"/>
              <a:gd name="connsiteX3" fmla="*/ 2813688 w 5089287"/>
              <a:gd name="connsiteY3" fmla="*/ 904301 h 1017654"/>
              <a:gd name="connsiteX4" fmla="*/ 3313221 w 5089287"/>
              <a:gd name="connsiteY4" fmla="*/ 269301 h 1017654"/>
              <a:gd name="connsiteX5" fmla="*/ 3935522 w 5089287"/>
              <a:gd name="connsiteY5" fmla="*/ 167747 h 1017654"/>
              <a:gd name="connsiteX6" fmla="*/ 4295355 w 5089287"/>
              <a:gd name="connsiteY6" fmla="*/ 328849 h 1017654"/>
              <a:gd name="connsiteX7" fmla="*/ 4244555 w 5089287"/>
              <a:gd name="connsiteY7" fmla="*/ 23766 h 1017654"/>
              <a:gd name="connsiteX8" fmla="*/ 4278421 w 5089287"/>
              <a:gd name="connsiteY8" fmla="*/ 108434 h 1017654"/>
              <a:gd name="connsiteX9" fmla="*/ 5089105 w 5089287"/>
              <a:gd name="connsiteY9" fmla="*/ 806827 h 1017654"/>
              <a:gd name="connsiteX10" fmla="*/ 4348270 w 5089287"/>
              <a:gd name="connsiteY10" fmla="*/ 569525 h 1017654"/>
              <a:gd name="connsiteX11" fmla="*/ 3869905 w 5089287"/>
              <a:gd name="connsiteY11" fmla="*/ 257226 h 1017654"/>
              <a:gd name="connsiteX12" fmla="*/ 3596855 w 5089287"/>
              <a:gd name="connsiteY12" fmla="*/ 252368 h 1017654"/>
              <a:gd name="connsiteX13" fmla="*/ 3414821 w 5089287"/>
              <a:gd name="connsiteY13" fmla="*/ 328568 h 1017654"/>
              <a:gd name="connsiteX14" fmla="*/ 3296288 w 5089287"/>
              <a:gd name="connsiteY14" fmla="*/ 447100 h 1017654"/>
              <a:gd name="connsiteX15" fmla="*/ 3084621 w 5089287"/>
              <a:gd name="connsiteY15" fmla="*/ 828100 h 1017654"/>
              <a:gd name="connsiteX16" fmla="*/ 2906821 w 5089287"/>
              <a:gd name="connsiteY16" fmla="*/ 980501 h 1017654"/>
              <a:gd name="connsiteX17" fmla="*/ 2542755 w 5089287"/>
              <a:gd name="connsiteY17" fmla="*/ 1014367 h 1017654"/>
              <a:gd name="connsiteX18" fmla="*/ 1856955 w 5089287"/>
              <a:gd name="connsiteY18" fmla="*/ 921234 h 1017654"/>
              <a:gd name="connsiteX19" fmla="*/ 1188088 w 5089287"/>
              <a:gd name="connsiteY19" fmla="*/ 709568 h 1017654"/>
              <a:gd name="connsiteX20" fmla="*/ 891755 w 5089287"/>
              <a:gd name="connsiteY20" fmla="*/ 438634 h 1017654"/>
              <a:gd name="connsiteX21" fmla="*/ 705488 w 5089287"/>
              <a:gd name="connsiteY21" fmla="*/ 311634 h 1017654"/>
              <a:gd name="connsiteX22" fmla="*/ 502288 w 5089287"/>
              <a:gd name="connsiteY22" fmla="*/ 260834 h 1017654"/>
              <a:gd name="connsiteX23" fmla="*/ 146687 w 5089287"/>
              <a:gd name="connsiteY23" fmla="*/ 218501 h 1017654"/>
              <a:gd name="connsiteX24" fmla="*/ 19688 w 5089287"/>
              <a:gd name="connsiteY24" fmla="*/ 218501 h 1017654"/>
              <a:gd name="connsiteX25" fmla="*/ 87421 w 5089287"/>
              <a:gd name="connsiteY25" fmla="*/ 125367 h 1017654"/>
              <a:gd name="connsiteX0" fmla="*/ 87421 w 5089287"/>
              <a:gd name="connsiteY0" fmla="*/ 125367 h 1017654"/>
              <a:gd name="connsiteX1" fmla="*/ 815555 w 5089287"/>
              <a:gd name="connsiteY1" fmla="*/ 269301 h 1017654"/>
              <a:gd name="connsiteX2" fmla="*/ 1416688 w 5089287"/>
              <a:gd name="connsiteY2" fmla="*/ 709567 h 1017654"/>
              <a:gd name="connsiteX3" fmla="*/ 2813688 w 5089287"/>
              <a:gd name="connsiteY3" fmla="*/ 904301 h 1017654"/>
              <a:gd name="connsiteX4" fmla="*/ 3313221 w 5089287"/>
              <a:gd name="connsiteY4" fmla="*/ 269301 h 1017654"/>
              <a:gd name="connsiteX5" fmla="*/ 3935522 w 5089287"/>
              <a:gd name="connsiteY5" fmla="*/ 167747 h 1017654"/>
              <a:gd name="connsiteX6" fmla="*/ 4295355 w 5089287"/>
              <a:gd name="connsiteY6" fmla="*/ 328849 h 1017654"/>
              <a:gd name="connsiteX7" fmla="*/ 4244555 w 5089287"/>
              <a:gd name="connsiteY7" fmla="*/ 23766 h 1017654"/>
              <a:gd name="connsiteX8" fmla="*/ 4278421 w 5089287"/>
              <a:gd name="connsiteY8" fmla="*/ 108434 h 1017654"/>
              <a:gd name="connsiteX9" fmla="*/ 5089105 w 5089287"/>
              <a:gd name="connsiteY9" fmla="*/ 806827 h 1017654"/>
              <a:gd name="connsiteX10" fmla="*/ 4348270 w 5089287"/>
              <a:gd name="connsiteY10" fmla="*/ 569525 h 1017654"/>
              <a:gd name="connsiteX11" fmla="*/ 3869905 w 5089287"/>
              <a:gd name="connsiteY11" fmla="*/ 257226 h 1017654"/>
              <a:gd name="connsiteX12" fmla="*/ 3596855 w 5089287"/>
              <a:gd name="connsiteY12" fmla="*/ 252368 h 1017654"/>
              <a:gd name="connsiteX13" fmla="*/ 3414821 w 5089287"/>
              <a:gd name="connsiteY13" fmla="*/ 328568 h 1017654"/>
              <a:gd name="connsiteX14" fmla="*/ 3296288 w 5089287"/>
              <a:gd name="connsiteY14" fmla="*/ 447100 h 1017654"/>
              <a:gd name="connsiteX15" fmla="*/ 3084621 w 5089287"/>
              <a:gd name="connsiteY15" fmla="*/ 828100 h 1017654"/>
              <a:gd name="connsiteX16" fmla="*/ 2906821 w 5089287"/>
              <a:gd name="connsiteY16" fmla="*/ 980501 h 1017654"/>
              <a:gd name="connsiteX17" fmla="*/ 2542755 w 5089287"/>
              <a:gd name="connsiteY17" fmla="*/ 1014367 h 1017654"/>
              <a:gd name="connsiteX18" fmla="*/ 1856955 w 5089287"/>
              <a:gd name="connsiteY18" fmla="*/ 921234 h 1017654"/>
              <a:gd name="connsiteX19" fmla="*/ 1188088 w 5089287"/>
              <a:gd name="connsiteY19" fmla="*/ 709568 h 1017654"/>
              <a:gd name="connsiteX20" fmla="*/ 891755 w 5089287"/>
              <a:gd name="connsiteY20" fmla="*/ 438634 h 1017654"/>
              <a:gd name="connsiteX21" fmla="*/ 705488 w 5089287"/>
              <a:gd name="connsiteY21" fmla="*/ 311634 h 1017654"/>
              <a:gd name="connsiteX22" fmla="*/ 502288 w 5089287"/>
              <a:gd name="connsiteY22" fmla="*/ 260834 h 1017654"/>
              <a:gd name="connsiteX23" fmla="*/ 146687 w 5089287"/>
              <a:gd name="connsiteY23" fmla="*/ 218501 h 1017654"/>
              <a:gd name="connsiteX24" fmla="*/ 19688 w 5089287"/>
              <a:gd name="connsiteY24" fmla="*/ 218501 h 1017654"/>
              <a:gd name="connsiteX25" fmla="*/ 87421 w 5089287"/>
              <a:gd name="connsiteY25" fmla="*/ 125367 h 1017654"/>
              <a:gd name="connsiteX0" fmla="*/ 87421 w 5089287"/>
              <a:gd name="connsiteY0" fmla="*/ 132291 h 1024578"/>
              <a:gd name="connsiteX1" fmla="*/ 815555 w 5089287"/>
              <a:gd name="connsiteY1" fmla="*/ 276225 h 1024578"/>
              <a:gd name="connsiteX2" fmla="*/ 1416688 w 5089287"/>
              <a:gd name="connsiteY2" fmla="*/ 716491 h 1024578"/>
              <a:gd name="connsiteX3" fmla="*/ 2813688 w 5089287"/>
              <a:gd name="connsiteY3" fmla="*/ 911225 h 1024578"/>
              <a:gd name="connsiteX4" fmla="*/ 3313221 w 5089287"/>
              <a:gd name="connsiteY4" fmla="*/ 276225 h 1024578"/>
              <a:gd name="connsiteX5" fmla="*/ 3935522 w 5089287"/>
              <a:gd name="connsiteY5" fmla="*/ 174671 h 1024578"/>
              <a:gd name="connsiteX6" fmla="*/ 4346155 w 5089287"/>
              <a:gd name="connsiteY6" fmla="*/ 430204 h 1024578"/>
              <a:gd name="connsiteX7" fmla="*/ 4244555 w 5089287"/>
              <a:gd name="connsiteY7" fmla="*/ 30690 h 1024578"/>
              <a:gd name="connsiteX8" fmla="*/ 4278421 w 5089287"/>
              <a:gd name="connsiteY8" fmla="*/ 115358 h 1024578"/>
              <a:gd name="connsiteX9" fmla="*/ 5089105 w 5089287"/>
              <a:gd name="connsiteY9" fmla="*/ 813751 h 1024578"/>
              <a:gd name="connsiteX10" fmla="*/ 4348270 w 5089287"/>
              <a:gd name="connsiteY10" fmla="*/ 576449 h 1024578"/>
              <a:gd name="connsiteX11" fmla="*/ 3869905 w 5089287"/>
              <a:gd name="connsiteY11" fmla="*/ 264150 h 1024578"/>
              <a:gd name="connsiteX12" fmla="*/ 3596855 w 5089287"/>
              <a:gd name="connsiteY12" fmla="*/ 259292 h 1024578"/>
              <a:gd name="connsiteX13" fmla="*/ 3414821 w 5089287"/>
              <a:gd name="connsiteY13" fmla="*/ 335492 h 1024578"/>
              <a:gd name="connsiteX14" fmla="*/ 3296288 w 5089287"/>
              <a:gd name="connsiteY14" fmla="*/ 454024 h 1024578"/>
              <a:gd name="connsiteX15" fmla="*/ 3084621 w 5089287"/>
              <a:gd name="connsiteY15" fmla="*/ 835024 h 1024578"/>
              <a:gd name="connsiteX16" fmla="*/ 2906821 w 5089287"/>
              <a:gd name="connsiteY16" fmla="*/ 987425 h 1024578"/>
              <a:gd name="connsiteX17" fmla="*/ 2542755 w 5089287"/>
              <a:gd name="connsiteY17" fmla="*/ 1021291 h 1024578"/>
              <a:gd name="connsiteX18" fmla="*/ 1856955 w 5089287"/>
              <a:gd name="connsiteY18" fmla="*/ 928158 h 1024578"/>
              <a:gd name="connsiteX19" fmla="*/ 1188088 w 5089287"/>
              <a:gd name="connsiteY19" fmla="*/ 716492 h 1024578"/>
              <a:gd name="connsiteX20" fmla="*/ 891755 w 5089287"/>
              <a:gd name="connsiteY20" fmla="*/ 445558 h 1024578"/>
              <a:gd name="connsiteX21" fmla="*/ 705488 w 5089287"/>
              <a:gd name="connsiteY21" fmla="*/ 318558 h 1024578"/>
              <a:gd name="connsiteX22" fmla="*/ 502288 w 5089287"/>
              <a:gd name="connsiteY22" fmla="*/ 267758 h 1024578"/>
              <a:gd name="connsiteX23" fmla="*/ 146687 w 5089287"/>
              <a:gd name="connsiteY23" fmla="*/ 225425 h 1024578"/>
              <a:gd name="connsiteX24" fmla="*/ 19688 w 5089287"/>
              <a:gd name="connsiteY24" fmla="*/ 225425 h 1024578"/>
              <a:gd name="connsiteX25" fmla="*/ 87421 w 5089287"/>
              <a:gd name="connsiteY25" fmla="*/ 132291 h 1024578"/>
              <a:gd name="connsiteX0" fmla="*/ 87421 w 5089284"/>
              <a:gd name="connsiteY0" fmla="*/ 132291 h 1024578"/>
              <a:gd name="connsiteX1" fmla="*/ 815555 w 5089284"/>
              <a:gd name="connsiteY1" fmla="*/ 276225 h 1024578"/>
              <a:gd name="connsiteX2" fmla="*/ 1416688 w 5089284"/>
              <a:gd name="connsiteY2" fmla="*/ 716491 h 1024578"/>
              <a:gd name="connsiteX3" fmla="*/ 2813688 w 5089284"/>
              <a:gd name="connsiteY3" fmla="*/ 911225 h 1024578"/>
              <a:gd name="connsiteX4" fmla="*/ 3313221 w 5089284"/>
              <a:gd name="connsiteY4" fmla="*/ 276225 h 1024578"/>
              <a:gd name="connsiteX5" fmla="*/ 3935522 w 5089284"/>
              <a:gd name="connsiteY5" fmla="*/ 174671 h 1024578"/>
              <a:gd name="connsiteX6" fmla="*/ 4346155 w 5089284"/>
              <a:gd name="connsiteY6" fmla="*/ 430204 h 1024578"/>
              <a:gd name="connsiteX7" fmla="*/ 4244555 w 5089284"/>
              <a:gd name="connsiteY7" fmla="*/ 30690 h 1024578"/>
              <a:gd name="connsiteX8" fmla="*/ 4278421 w 5089284"/>
              <a:gd name="connsiteY8" fmla="*/ 115358 h 1024578"/>
              <a:gd name="connsiteX9" fmla="*/ 5089105 w 5089284"/>
              <a:gd name="connsiteY9" fmla="*/ 813751 h 1024578"/>
              <a:gd name="connsiteX10" fmla="*/ 4348270 w 5089284"/>
              <a:gd name="connsiteY10" fmla="*/ 576449 h 1024578"/>
              <a:gd name="connsiteX11" fmla="*/ 3920705 w 5089284"/>
              <a:gd name="connsiteY11" fmla="*/ 278677 h 1024578"/>
              <a:gd name="connsiteX12" fmla="*/ 3596855 w 5089284"/>
              <a:gd name="connsiteY12" fmla="*/ 259292 h 1024578"/>
              <a:gd name="connsiteX13" fmla="*/ 3414821 w 5089284"/>
              <a:gd name="connsiteY13" fmla="*/ 335492 h 1024578"/>
              <a:gd name="connsiteX14" fmla="*/ 3296288 w 5089284"/>
              <a:gd name="connsiteY14" fmla="*/ 454024 h 1024578"/>
              <a:gd name="connsiteX15" fmla="*/ 3084621 w 5089284"/>
              <a:gd name="connsiteY15" fmla="*/ 835024 h 1024578"/>
              <a:gd name="connsiteX16" fmla="*/ 2906821 w 5089284"/>
              <a:gd name="connsiteY16" fmla="*/ 987425 h 1024578"/>
              <a:gd name="connsiteX17" fmla="*/ 2542755 w 5089284"/>
              <a:gd name="connsiteY17" fmla="*/ 1021291 h 1024578"/>
              <a:gd name="connsiteX18" fmla="*/ 1856955 w 5089284"/>
              <a:gd name="connsiteY18" fmla="*/ 928158 h 1024578"/>
              <a:gd name="connsiteX19" fmla="*/ 1188088 w 5089284"/>
              <a:gd name="connsiteY19" fmla="*/ 716492 h 1024578"/>
              <a:gd name="connsiteX20" fmla="*/ 891755 w 5089284"/>
              <a:gd name="connsiteY20" fmla="*/ 445558 h 1024578"/>
              <a:gd name="connsiteX21" fmla="*/ 705488 w 5089284"/>
              <a:gd name="connsiteY21" fmla="*/ 318558 h 1024578"/>
              <a:gd name="connsiteX22" fmla="*/ 502288 w 5089284"/>
              <a:gd name="connsiteY22" fmla="*/ 267758 h 1024578"/>
              <a:gd name="connsiteX23" fmla="*/ 146687 w 5089284"/>
              <a:gd name="connsiteY23" fmla="*/ 225425 h 1024578"/>
              <a:gd name="connsiteX24" fmla="*/ 19688 w 5089284"/>
              <a:gd name="connsiteY24" fmla="*/ 225425 h 1024578"/>
              <a:gd name="connsiteX25" fmla="*/ 87421 w 5089284"/>
              <a:gd name="connsiteY25" fmla="*/ 132291 h 1024578"/>
              <a:gd name="connsiteX0" fmla="*/ 87421 w 5089273"/>
              <a:gd name="connsiteY0" fmla="*/ 132291 h 1024578"/>
              <a:gd name="connsiteX1" fmla="*/ 815555 w 5089273"/>
              <a:gd name="connsiteY1" fmla="*/ 276225 h 1024578"/>
              <a:gd name="connsiteX2" fmla="*/ 1416688 w 5089273"/>
              <a:gd name="connsiteY2" fmla="*/ 716491 h 1024578"/>
              <a:gd name="connsiteX3" fmla="*/ 2813688 w 5089273"/>
              <a:gd name="connsiteY3" fmla="*/ 911225 h 1024578"/>
              <a:gd name="connsiteX4" fmla="*/ 3313221 w 5089273"/>
              <a:gd name="connsiteY4" fmla="*/ 276225 h 1024578"/>
              <a:gd name="connsiteX5" fmla="*/ 3935522 w 5089273"/>
              <a:gd name="connsiteY5" fmla="*/ 174671 h 1024578"/>
              <a:gd name="connsiteX6" fmla="*/ 4346155 w 5089273"/>
              <a:gd name="connsiteY6" fmla="*/ 430204 h 1024578"/>
              <a:gd name="connsiteX7" fmla="*/ 4244555 w 5089273"/>
              <a:gd name="connsiteY7" fmla="*/ 30690 h 1024578"/>
              <a:gd name="connsiteX8" fmla="*/ 4278421 w 5089273"/>
              <a:gd name="connsiteY8" fmla="*/ 115358 h 1024578"/>
              <a:gd name="connsiteX9" fmla="*/ 5089105 w 5089273"/>
              <a:gd name="connsiteY9" fmla="*/ 813751 h 1024578"/>
              <a:gd name="connsiteX10" fmla="*/ 4348270 w 5089273"/>
              <a:gd name="connsiteY10" fmla="*/ 576449 h 1024578"/>
              <a:gd name="connsiteX11" fmla="*/ 4145428 w 5089273"/>
              <a:gd name="connsiteY11" fmla="*/ 414436 h 1024578"/>
              <a:gd name="connsiteX12" fmla="*/ 3920705 w 5089273"/>
              <a:gd name="connsiteY12" fmla="*/ 278677 h 1024578"/>
              <a:gd name="connsiteX13" fmla="*/ 3596855 w 5089273"/>
              <a:gd name="connsiteY13" fmla="*/ 259292 h 1024578"/>
              <a:gd name="connsiteX14" fmla="*/ 3414821 w 5089273"/>
              <a:gd name="connsiteY14" fmla="*/ 335492 h 1024578"/>
              <a:gd name="connsiteX15" fmla="*/ 3296288 w 5089273"/>
              <a:gd name="connsiteY15" fmla="*/ 454024 h 1024578"/>
              <a:gd name="connsiteX16" fmla="*/ 3084621 w 5089273"/>
              <a:gd name="connsiteY16" fmla="*/ 835024 h 1024578"/>
              <a:gd name="connsiteX17" fmla="*/ 2906821 w 5089273"/>
              <a:gd name="connsiteY17" fmla="*/ 987425 h 1024578"/>
              <a:gd name="connsiteX18" fmla="*/ 2542755 w 5089273"/>
              <a:gd name="connsiteY18" fmla="*/ 1021291 h 1024578"/>
              <a:gd name="connsiteX19" fmla="*/ 1856955 w 5089273"/>
              <a:gd name="connsiteY19" fmla="*/ 928158 h 1024578"/>
              <a:gd name="connsiteX20" fmla="*/ 1188088 w 5089273"/>
              <a:gd name="connsiteY20" fmla="*/ 716492 h 1024578"/>
              <a:gd name="connsiteX21" fmla="*/ 891755 w 5089273"/>
              <a:gd name="connsiteY21" fmla="*/ 445558 h 1024578"/>
              <a:gd name="connsiteX22" fmla="*/ 705488 w 5089273"/>
              <a:gd name="connsiteY22" fmla="*/ 318558 h 1024578"/>
              <a:gd name="connsiteX23" fmla="*/ 502288 w 5089273"/>
              <a:gd name="connsiteY23" fmla="*/ 267758 h 1024578"/>
              <a:gd name="connsiteX24" fmla="*/ 146687 w 5089273"/>
              <a:gd name="connsiteY24" fmla="*/ 225425 h 1024578"/>
              <a:gd name="connsiteX25" fmla="*/ 19688 w 5089273"/>
              <a:gd name="connsiteY25" fmla="*/ 225425 h 1024578"/>
              <a:gd name="connsiteX26" fmla="*/ 87421 w 5089273"/>
              <a:gd name="connsiteY26" fmla="*/ 132291 h 1024578"/>
              <a:gd name="connsiteX0" fmla="*/ 87421 w 5089273"/>
              <a:gd name="connsiteY0" fmla="*/ 132291 h 1024578"/>
              <a:gd name="connsiteX1" fmla="*/ 815555 w 5089273"/>
              <a:gd name="connsiteY1" fmla="*/ 276225 h 1024578"/>
              <a:gd name="connsiteX2" fmla="*/ 1416688 w 5089273"/>
              <a:gd name="connsiteY2" fmla="*/ 716491 h 1024578"/>
              <a:gd name="connsiteX3" fmla="*/ 2813688 w 5089273"/>
              <a:gd name="connsiteY3" fmla="*/ 911225 h 1024578"/>
              <a:gd name="connsiteX4" fmla="*/ 3313221 w 5089273"/>
              <a:gd name="connsiteY4" fmla="*/ 276225 h 1024578"/>
              <a:gd name="connsiteX5" fmla="*/ 3878372 w 5089273"/>
              <a:gd name="connsiteY5" fmla="*/ 174671 h 1024578"/>
              <a:gd name="connsiteX6" fmla="*/ 4346155 w 5089273"/>
              <a:gd name="connsiteY6" fmla="*/ 430204 h 1024578"/>
              <a:gd name="connsiteX7" fmla="*/ 4244555 w 5089273"/>
              <a:gd name="connsiteY7" fmla="*/ 30690 h 1024578"/>
              <a:gd name="connsiteX8" fmla="*/ 4278421 w 5089273"/>
              <a:gd name="connsiteY8" fmla="*/ 115358 h 1024578"/>
              <a:gd name="connsiteX9" fmla="*/ 5089105 w 5089273"/>
              <a:gd name="connsiteY9" fmla="*/ 813751 h 1024578"/>
              <a:gd name="connsiteX10" fmla="*/ 4348270 w 5089273"/>
              <a:gd name="connsiteY10" fmla="*/ 576449 h 1024578"/>
              <a:gd name="connsiteX11" fmla="*/ 4145428 w 5089273"/>
              <a:gd name="connsiteY11" fmla="*/ 414436 h 1024578"/>
              <a:gd name="connsiteX12" fmla="*/ 3920705 w 5089273"/>
              <a:gd name="connsiteY12" fmla="*/ 278677 h 1024578"/>
              <a:gd name="connsiteX13" fmla="*/ 3596855 w 5089273"/>
              <a:gd name="connsiteY13" fmla="*/ 259292 h 1024578"/>
              <a:gd name="connsiteX14" fmla="*/ 3414821 w 5089273"/>
              <a:gd name="connsiteY14" fmla="*/ 335492 h 1024578"/>
              <a:gd name="connsiteX15" fmla="*/ 3296288 w 5089273"/>
              <a:gd name="connsiteY15" fmla="*/ 454024 h 1024578"/>
              <a:gd name="connsiteX16" fmla="*/ 3084621 w 5089273"/>
              <a:gd name="connsiteY16" fmla="*/ 835024 h 1024578"/>
              <a:gd name="connsiteX17" fmla="*/ 2906821 w 5089273"/>
              <a:gd name="connsiteY17" fmla="*/ 987425 h 1024578"/>
              <a:gd name="connsiteX18" fmla="*/ 2542755 w 5089273"/>
              <a:gd name="connsiteY18" fmla="*/ 1021291 h 1024578"/>
              <a:gd name="connsiteX19" fmla="*/ 1856955 w 5089273"/>
              <a:gd name="connsiteY19" fmla="*/ 928158 h 1024578"/>
              <a:gd name="connsiteX20" fmla="*/ 1188088 w 5089273"/>
              <a:gd name="connsiteY20" fmla="*/ 716492 h 1024578"/>
              <a:gd name="connsiteX21" fmla="*/ 891755 w 5089273"/>
              <a:gd name="connsiteY21" fmla="*/ 445558 h 1024578"/>
              <a:gd name="connsiteX22" fmla="*/ 705488 w 5089273"/>
              <a:gd name="connsiteY22" fmla="*/ 318558 h 1024578"/>
              <a:gd name="connsiteX23" fmla="*/ 502288 w 5089273"/>
              <a:gd name="connsiteY23" fmla="*/ 267758 h 1024578"/>
              <a:gd name="connsiteX24" fmla="*/ 146687 w 5089273"/>
              <a:gd name="connsiteY24" fmla="*/ 225425 h 1024578"/>
              <a:gd name="connsiteX25" fmla="*/ 19688 w 5089273"/>
              <a:gd name="connsiteY25" fmla="*/ 225425 h 1024578"/>
              <a:gd name="connsiteX26" fmla="*/ 87421 w 5089273"/>
              <a:gd name="connsiteY26" fmla="*/ 132291 h 1024578"/>
              <a:gd name="connsiteX0" fmla="*/ 87421 w 5089273"/>
              <a:gd name="connsiteY0" fmla="*/ 132291 h 1024578"/>
              <a:gd name="connsiteX1" fmla="*/ 815555 w 5089273"/>
              <a:gd name="connsiteY1" fmla="*/ 276225 h 1024578"/>
              <a:gd name="connsiteX2" fmla="*/ 1416688 w 5089273"/>
              <a:gd name="connsiteY2" fmla="*/ 716491 h 1024578"/>
              <a:gd name="connsiteX3" fmla="*/ 2813688 w 5089273"/>
              <a:gd name="connsiteY3" fmla="*/ 911225 h 1024578"/>
              <a:gd name="connsiteX4" fmla="*/ 3313221 w 5089273"/>
              <a:gd name="connsiteY4" fmla="*/ 276225 h 1024578"/>
              <a:gd name="connsiteX5" fmla="*/ 3878372 w 5089273"/>
              <a:gd name="connsiteY5" fmla="*/ 174671 h 1024578"/>
              <a:gd name="connsiteX6" fmla="*/ 4346155 w 5089273"/>
              <a:gd name="connsiteY6" fmla="*/ 430204 h 1024578"/>
              <a:gd name="connsiteX7" fmla="*/ 4244555 w 5089273"/>
              <a:gd name="connsiteY7" fmla="*/ 30690 h 1024578"/>
              <a:gd name="connsiteX8" fmla="*/ 4278421 w 5089273"/>
              <a:gd name="connsiteY8" fmla="*/ 115358 h 1024578"/>
              <a:gd name="connsiteX9" fmla="*/ 5089105 w 5089273"/>
              <a:gd name="connsiteY9" fmla="*/ 813751 h 1024578"/>
              <a:gd name="connsiteX10" fmla="*/ 4348270 w 5089273"/>
              <a:gd name="connsiteY10" fmla="*/ 576449 h 1024578"/>
              <a:gd name="connsiteX11" fmla="*/ 4145428 w 5089273"/>
              <a:gd name="connsiteY11" fmla="*/ 414436 h 1024578"/>
              <a:gd name="connsiteX12" fmla="*/ 3920705 w 5089273"/>
              <a:gd name="connsiteY12" fmla="*/ 278677 h 1024578"/>
              <a:gd name="connsiteX13" fmla="*/ 3596855 w 5089273"/>
              <a:gd name="connsiteY13" fmla="*/ 259292 h 1024578"/>
              <a:gd name="connsiteX14" fmla="*/ 3414821 w 5089273"/>
              <a:gd name="connsiteY14" fmla="*/ 335492 h 1024578"/>
              <a:gd name="connsiteX15" fmla="*/ 3296288 w 5089273"/>
              <a:gd name="connsiteY15" fmla="*/ 454024 h 1024578"/>
              <a:gd name="connsiteX16" fmla="*/ 3084621 w 5089273"/>
              <a:gd name="connsiteY16" fmla="*/ 835024 h 1024578"/>
              <a:gd name="connsiteX17" fmla="*/ 2906821 w 5089273"/>
              <a:gd name="connsiteY17" fmla="*/ 987425 h 1024578"/>
              <a:gd name="connsiteX18" fmla="*/ 2542755 w 5089273"/>
              <a:gd name="connsiteY18" fmla="*/ 1021291 h 1024578"/>
              <a:gd name="connsiteX19" fmla="*/ 1856955 w 5089273"/>
              <a:gd name="connsiteY19" fmla="*/ 928158 h 1024578"/>
              <a:gd name="connsiteX20" fmla="*/ 1188088 w 5089273"/>
              <a:gd name="connsiteY20" fmla="*/ 716492 h 1024578"/>
              <a:gd name="connsiteX21" fmla="*/ 891755 w 5089273"/>
              <a:gd name="connsiteY21" fmla="*/ 445558 h 1024578"/>
              <a:gd name="connsiteX22" fmla="*/ 705488 w 5089273"/>
              <a:gd name="connsiteY22" fmla="*/ 318558 h 1024578"/>
              <a:gd name="connsiteX23" fmla="*/ 502288 w 5089273"/>
              <a:gd name="connsiteY23" fmla="*/ 267758 h 1024578"/>
              <a:gd name="connsiteX24" fmla="*/ 146687 w 5089273"/>
              <a:gd name="connsiteY24" fmla="*/ 225425 h 1024578"/>
              <a:gd name="connsiteX25" fmla="*/ 19688 w 5089273"/>
              <a:gd name="connsiteY25" fmla="*/ 225425 h 1024578"/>
              <a:gd name="connsiteX26" fmla="*/ 87421 w 5089273"/>
              <a:gd name="connsiteY26" fmla="*/ 132291 h 1024578"/>
              <a:gd name="connsiteX0" fmla="*/ 87421 w 5274764"/>
              <a:gd name="connsiteY0" fmla="*/ 101602 h 993889"/>
              <a:gd name="connsiteX1" fmla="*/ 815555 w 5274764"/>
              <a:gd name="connsiteY1" fmla="*/ 245536 h 993889"/>
              <a:gd name="connsiteX2" fmla="*/ 1416688 w 5274764"/>
              <a:gd name="connsiteY2" fmla="*/ 685802 h 993889"/>
              <a:gd name="connsiteX3" fmla="*/ 2813688 w 5274764"/>
              <a:gd name="connsiteY3" fmla="*/ 880536 h 993889"/>
              <a:gd name="connsiteX4" fmla="*/ 3313221 w 5274764"/>
              <a:gd name="connsiteY4" fmla="*/ 245536 h 993889"/>
              <a:gd name="connsiteX5" fmla="*/ 3878372 w 5274764"/>
              <a:gd name="connsiteY5" fmla="*/ 143982 h 993889"/>
              <a:gd name="connsiteX6" fmla="*/ 4346155 w 5274764"/>
              <a:gd name="connsiteY6" fmla="*/ 399515 h 993889"/>
              <a:gd name="connsiteX7" fmla="*/ 4244555 w 5274764"/>
              <a:gd name="connsiteY7" fmla="*/ 1 h 993889"/>
              <a:gd name="connsiteX8" fmla="*/ 5211871 w 5274764"/>
              <a:gd name="connsiteY8" fmla="*/ 397015 h 993889"/>
              <a:gd name="connsiteX9" fmla="*/ 5089105 w 5274764"/>
              <a:gd name="connsiteY9" fmla="*/ 783062 h 993889"/>
              <a:gd name="connsiteX10" fmla="*/ 4348270 w 5274764"/>
              <a:gd name="connsiteY10" fmla="*/ 545760 h 993889"/>
              <a:gd name="connsiteX11" fmla="*/ 4145428 w 5274764"/>
              <a:gd name="connsiteY11" fmla="*/ 383747 h 993889"/>
              <a:gd name="connsiteX12" fmla="*/ 3920705 w 5274764"/>
              <a:gd name="connsiteY12" fmla="*/ 247988 h 993889"/>
              <a:gd name="connsiteX13" fmla="*/ 3596855 w 5274764"/>
              <a:gd name="connsiteY13" fmla="*/ 228603 h 993889"/>
              <a:gd name="connsiteX14" fmla="*/ 3414821 w 5274764"/>
              <a:gd name="connsiteY14" fmla="*/ 304803 h 993889"/>
              <a:gd name="connsiteX15" fmla="*/ 3296288 w 5274764"/>
              <a:gd name="connsiteY15" fmla="*/ 423335 h 993889"/>
              <a:gd name="connsiteX16" fmla="*/ 3084621 w 5274764"/>
              <a:gd name="connsiteY16" fmla="*/ 804335 h 993889"/>
              <a:gd name="connsiteX17" fmla="*/ 2906821 w 5274764"/>
              <a:gd name="connsiteY17" fmla="*/ 956736 h 993889"/>
              <a:gd name="connsiteX18" fmla="*/ 2542755 w 5274764"/>
              <a:gd name="connsiteY18" fmla="*/ 990602 h 993889"/>
              <a:gd name="connsiteX19" fmla="*/ 1856955 w 5274764"/>
              <a:gd name="connsiteY19" fmla="*/ 897469 h 993889"/>
              <a:gd name="connsiteX20" fmla="*/ 1188088 w 5274764"/>
              <a:gd name="connsiteY20" fmla="*/ 685803 h 993889"/>
              <a:gd name="connsiteX21" fmla="*/ 891755 w 5274764"/>
              <a:gd name="connsiteY21" fmla="*/ 414869 h 993889"/>
              <a:gd name="connsiteX22" fmla="*/ 705488 w 5274764"/>
              <a:gd name="connsiteY22" fmla="*/ 287869 h 993889"/>
              <a:gd name="connsiteX23" fmla="*/ 502288 w 5274764"/>
              <a:gd name="connsiteY23" fmla="*/ 237069 h 993889"/>
              <a:gd name="connsiteX24" fmla="*/ 146687 w 5274764"/>
              <a:gd name="connsiteY24" fmla="*/ 194736 h 993889"/>
              <a:gd name="connsiteX25" fmla="*/ 19688 w 5274764"/>
              <a:gd name="connsiteY25" fmla="*/ 194736 h 993889"/>
              <a:gd name="connsiteX26" fmla="*/ 87421 w 5274764"/>
              <a:gd name="connsiteY26" fmla="*/ 101602 h 993889"/>
              <a:gd name="connsiteX0" fmla="*/ 87421 w 5241495"/>
              <a:gd name="connsiteY0" fmla="*/ 585 h 892872"/>
              <a:gd name="connsiteX1" fmla="*/ 815555 w 5241495"/>
              <a:gd name="connsiteY1" fmla="*/ 144519 h 892872"/>
              <a:gd name="connsiteX2" fmla="*/ 1416688 w 5241495"/>
              <a:gd name="connsiteY2" fmla="*/ 584785 h 892872"/>
              <a:gd name="connsiteX3" fmla="*/ 2813688 w 5241495"/>
              <a:gd name="connsiteY3" fmla="*/ 779519 h 892872"/>
              <a:gd name="connsiteX4" fmla="*/ 3313221 w 5241495"/>
              <a:gd name="connsiteY4" fmla="*/ 144519 h 892872"/>
              <a:gd name="connsiteX5" fmla="*/ 3878372 w 5241495"/>
              <a:gd name="connsiteY5" fmla="*/ 42965 h 892872"/>
              <a:gd name="connsiteX6" fmla="*/ 4346155 w 5241495"/>
              <a:gd name="connsiteY6" fmla="*/ 298498 h 892872"/>
              <a:gd name="connsiteX7" fmla="*/ 4695405 w 5241495"/>
              <a:gd name="connsiteY7" fmla="*/ 392927 h 892872"/>
              <a:gd name="connsiteX8" fmla="*/ 5211871 w 5241495"/>
              <a:gd name="connsiteY8" fmla="*/ 295998 h 892872"/>
              <a:gd name="connsiteX9" fmla="*/ 5089105 w 5241495"/>
              <a:gd name="connsiteY9" fmla="*/ 682045 h 892872"/>
              <a:gd name="connsiteX10" fmla="*/ 4348270 w 5241495"/>
              <a:gd name="connsiteY10" fmla="*/ 444743 h 892872"/>
              <a:gd name="connsiteX11" fmla="*/ 4145428 w 5241495"/>
              <a:gd name="connsiteY11" fmla="*/ 282730 h 892872"/>
              <a:gd name="connsiteX12" fmla="*/ 3920705 w 5241495"/>
              <a:gd name="connsiteY12" fmla="*/ 146971 h 892872"/>
              <a:gd name="connsiteX13" fmla="*/ 3596855 w 5241495"/>
              <a:gd name="connsiteY13" fmla="*/ 127586 h 892872"/>
              <a:gd name="connsiteX14" fmla="*/ 3414821 w 5241495"/>
              <a:gd name="connsiteY14" fmla="*/ 203786 h 892872"/>
              <a:gd name="connsiteX15" fmla="*/ 3296288 w 5241495"/>
              <a:gd name="connsiteY15" fmla="*/ 322318 h 892872"/>
              <a:gd name="connsiteX16" fmla="*/ 3084621 w 5241495"/>
              <a:gd name="connsiteY16" fmla="*/ 703318 h 892872"/>
              <a:gd name="connsiteX17" fmla="*/ 2906821 w 5241495"/>
              <a:gd name="connsiteY17" fmla="*/ 855719 h 892872"/>
              <a:gd name="connsiteX18" fmla="*/ 2542755 w 5241495"/>
              <a:gd name="connsiteY18" fmla="*/ 889585 h 892872"/>
              <a:gd name="connsiteX19" fmla="*/ 1856955 w 5241495"/>
              <a:gd name="connsiteY19" fmla="*/ 796452 h 892872"/>
              <a:gd name="connsiteX20" fmla="*/ 1188088 w 5241495"/>
              <a:gd name="connsiteY20" fmla="*/ 584786 h 892872"/>
              <a:gd name="connsiteX21" fmla="*/ 891755 w 5241495"/>
              <a:gd name="connsiteY21" fmla="*/ 313852 h 892872"/>
              <a:gd name="connsiteX22" fmla="*/ 705488 w 5241495"/>
              <a:gd name="connsiteY22" fmla="*/ 186852 h 892872"/>
              <a:gd name="connsiteX23" fmla="*/ 502288 w 5241495"/>
              <a:gd name="connsiteY23" fmla="*/ 136052 h 892872"/>
              <a:gd name="connsiteX24" fmla="*/ 146687 w 5241495"/>
              <a:gd name="connsiteY24" fmla="*/ 93719 h 892872"/>
              <a:gd name="connsiteX25" fmla="*/ 19688 w 5241495"/>
              <a:gd name="connsiteY25" fmla="*/ 93719 h 892872"/>
              <a:gd name="connsiteX26" fmla="*/ 87421 w 5241495"/>
              <a:gd name="connsiteY26" fmla="*/ 585 h 892872"/>
              <a:gd name="connsiteX0" fmla="*/ 87421 w 5241495"/>
              <a:gd name="connsiteY0" fmla="*/ 585 h 892872"/>
              <a:gd name="connsiteX1" fmla="*/ 815555 w 5241495"/>
              <a:gd name="connsiteY1" fmla="*/ 144519 h 892872"/>
              <a:gd name="connsiteX2" fmla="*/ 1416688 w 5241495"/>
              <a:gd name="connsiteY2" fmla="*/ 584785 h 892872"/>
              <a:gd name="connsiteX3" fmla="*/ 2813688 w 5241495"/>
              <a:gd name="connsiteY3" fmla="*/ 779519 h 892872"/>
              <a:gd name="connsiteX4" fmla="*/ 3313221 w 5241495"/>
              <a:gd name="connsiteY4" fmla="*/ 144519 h 892872"/>
              <a:gd name="connsiteX5" fmla="*/ 3878372 w 5241495"/>
              <a:gd name="connsiteY5" fmla="*/ 42965 h 892872"/>
              <a:gd name="connsiteX6" fmla="*/ 4346155 w 5241495"/>
              <a:gd name="connsiteY6" fmla="*/ 313026 h 892872"/>
              <a:gd name="connsiteX7" fmla="*/ 4695405 w 5241495"/>
              <a:gd name="connsiteY7" fmla="*/ 392927 h 892872"/>
              <a:gd name="connsiteX8" fmla="*/ 5211871 w 5241495"/>
              <a:gd name="connsiteY8" fmla="*/ 295998 h 892872"/>
              <a:gd name="connsiteX9" fmla="*/ 5089105 w 5241495"/>
              <a:gd name="connsiteY9" fmla="*/ 682045 h 892872"/>
              <a:gd name="connsiteX10" fmla="*/ 4348270 w 5241495"/>
              <a:gd name="connsiteY10" fmla="*/ 444743 h 892872"/>
              <a:gd name="connsiteX11" fmla="*/ 4145428 w 5241495"/>
              <a:gd name="connsiteY11" fmla="*/ 282730 h 892872"/>
              <a:gd name="connsiteX12" fmla="*/ 3920705 w 5241495"/>
              <a:gd name="connsiteY12" fmla="*/ 146971 h 892872"/>
              <a:gd name="connsiteX13" fmla="*/ 3596855 w 5241495"/>
              <a:gd name="connsiteY13" fmla="*/ 127586 h 892872"/>
              <a:gd name="connsiteX14" fmla="*/ 3414821 w 5241495"/>
              <a:gd name="connsiteY14" fmla="*/ 203786 h 892872"/>
              <a:gd name="connsiteX15" fmla="*/ 3296288 w 5241495"/>
              <a:gd name="connsiteY15" fmla="*/ 322318 h 892872"/>
              <a:gd name="connsiteX16" fmla="*/ 3084621 w 5241495"/>
              <a:gd name="connsiteY16" fmla="*/ 703318 h 892872"/>
              <a:gd name="connsiteX17" fmla="*/ 2906821 w 5241495"/>
              <a:gd name="connsiteY17" fmla="*/ 855719 h 892872"/>
              <a:gd name="connsiteX18" fmla="*/ 2542755 w 5241495"/>
              <a:gd name="connsiteY18" fmla="*/ 889585 h 892872"/>
              <a:gd name="connsiteX19" fmla="*/ 1856955 w 5241495"/>
              <a:gd name="connsiteY19" fmla="*/ 796452 h 892872"/>
              <a:gd name="connsiteX20" fmla="*/ 1188088 w 5241495"/>
              <a:gd name="connsiteY20" fmla="*/ 584786 h 892872"/>
              <a:gd name="connsiteX21" fmla="*/ 891755 w 5241495"/>
              <a:gd name="connsiteY21" fmla="*/ 313852 h 892872"/>
              <a:gd name="connsiteX22" fmla="*/ 705488 w 5241495"/>
              <a:gd name="connsiteY22" fmla="*/ 186852 h 892872"/>
              <a:gd name="connsiteX23" fmla="*/ 502288 w 5241495"/>
              <a:gd name="connsiteY23" fmla="*/ 136052 h 892872"/>
              <a:gd name="connsiteX24" fmla="*/ 146687 w 5241495"/>
              <a:gd name="connsiteY24" fmla="*/ 93719 h 892872"/>
              <a:gd name="connsiteX25" fmla="*/ 19688 w 5241495"/>
              <a:gd name="connsiteY25" fmla="*/ 93719 h 892872"/>
              <a:gd name="connsiteX26" fmla="*/ 87421 w 5241495"/>
              <a:gd name="connsiteY26" fmla="*/ 585 h 892872"/>
              <a:gd name="connsiteX0" fmla="*/ 87421 w 5239369"/>
              <a:gd name="connsiteY0" fmla="*/ 585 h 892872"/>
              <a:gd name="connsiteX1" fmla="*/ 815555 w 5239369"/>
              <a:gd name="connsiteY1" fmla="*/ 144519 h 892872"/>
              <a:gd name="connsiteX2" fmla="*/ 1416688 w 5239369"/>
              <a:gd name="connsiteY2" fmla="*/ 584785 h 892872"/>
              <a:gd name="connsiteX3" fmla="*/ 2813688 w 5239369"/>
              <a:gd name="connsiteY3" fmla="*/ 779519 h 892872"/>
              <a:gd name="connsiteX4" fmla="*/ 3313221 w 5239369"/>
              <a:gd name="connsiteY4" fmla="*/ 144519 h 892872"/>
              <a:gd name="connsiteX5" fmla="*/ 3878372 w 5239369"/>
              <a:gd name="connsiteY5" fmla="*/ 42965 h 892872"/>
              <a:gd name="connsiteX6" fmla="*/ 4346155 w 5239369"/>
              <a:gd name="connsiteY6" fmla="*/ 313026 h 892872"/>
              <a:gd name="connsiteX7" fmla="*/ 4695405 w 5239369"/>
              <a:gd name="connsiteY7" fmla="*/ 392927 h 892872"/>
              <a:gd name="connsiteX8" fmla="*/ 5211871 w 5239369"/>
              <a:gd name="connsiteY8" fmla="*/ 295998 h 892872"/>
              <a:gd name="connsiteX9" fmla="*/ 5089105 w 5239369"/>
              <a:gd name="connsiteY9" fmla="*/ 682045 h 892872"/>
              <a:gd name="connsiteX10" fmla="*/ 4418120 w 5239369"/>
              <a:gd name="connsiteY10" fmla="*/ 452007 h 892872"/>
              <a:gd name="connsiteX11" fmla="*/ 4145428 w 5239369"/>
              <a:gd name="connsiteY11" fmla="*/ 282730 h 892872"/>
              <a:gd name="connsiteX12" fmla="*/ 3920705 w 5239369"/>
              <a:gd name="connsiteY12" fmla="*/ 146971 h 892872"/>
              <a:gd name="connsiteX13" fmla="*/ 3596855 w 5239369"/>
              <a:gd name="connsiteY13" fmla="*/ 127586 h 892872"/>
              <a:gd name="connsiteX14" fmla="*/ 3414821 w 5239369"/>
              <a:gd name="connsiteY14" fmla="*/ 203786 h 892872"/>
              <a:gd name="connsiteX15" fmla="*/ 3296288 w 5239369"/>
              <a:gd name="connsiteY15" fmla="*/ 322318 h 892872"/>
              <a:gd name="connsiteX16" fmla="*/ 3084621 w 5239369"/>
              <a:gd name="connsiteY16" fmla="*/ 703318 h 892872"/>
              <a:gd name="connsiteX17" fmla="*/ 2906821 w 5239369"/>
              <a:gd name="connsiteY17" fmla="*/ 855719 h 892872"/>
              <a:gd name="connsiteX18" fmla="*/ 2542755 w 5239369"/>
              <a:gd name="connsiteY18" fmla="*/ 889585 h 892872"/>
              <a:gd name="connsiteX19" fmla="*/ 1856955 w 5239369"/>
              <a:gd name="connsiteY19" fmla="*/ 796452 h 892872"/>
              <a:gd name="connsiteX20" fmla="*/ 1188088 w 5239369"/>
              <a:gd name="connsiteY20" fmla="*/ 584786 h 892872"/>
              <a:gd name="connsiteX21" fmla="*/ 891755 w 5239369"/>
              <a:gd name="connsiteY21" fmla="*/ 313852 h 892872"/>
              <a:gd name="connsiteX22" fmla="*/ 705488 w 5239369"/>
              <a:gd name="connsiteY22" fmla="*/ 186852 h 892872"/>
              <a:gd name="connsiteX23" fmla="*/ 502288 w 5239369"/>
              <a:gd name="connsiteY23" fmla="*/ 136052 h 892872"/>
              <a:gd name="connsiteX24" fmla="*/ 146687 w 5239369"/>
              <a:gd name="connsiteY24" fmla="*/ 93719 h 892872"/>
              <a:gd name="connsiteX25" fmla="*/ 19688 w 5239369"/>
              <a:gd name="connsiteY25" fmla="*/ 93719 h 892872"/>
              <a:gd name="connsiteX26" fmla="*/ 87421 w 5239369"/>
              <a:gd name="connsiteY26" fmla="*/ 585 h 892872"/>
              <a:gd name="connsiteX0" fmla="*/ 87421 w 5318933"/>
              <a:gd name="connsiteY0" fmla="*/ 585 h 892872"/>
              <a:gd name="connsiteX1" fmla="*/ 815555 w 5318933"/>
              <a:gd name="connsiteY1" fmla="*/ 144519 h 892872"/>
              <a:gd name="connsiteX2" fmla="*/ 1416688 w 5318933"/>
              <a:gd name="connsiteY2" fmla="*/ 584785 h 892872"/>
              <a:gd name="connsiteX3" fmla="*/ 2813688 w 5318933"/>
              <a:gd name="connsiteY3" fmla="*/ 779519 h 892872"/>
              <a:gd name="connsiteX4" fmla="*/ 3313221 w 5318933"/>
              <a:gd name="connsiteY4" fmla="*/ 144519 h 892872"/>
              <a:gd name="connsiteX5" fmla="*/ 3878372 w 5318933"/>
              <a:gd name="connsiteY5" fmla="*/ 42965 h 892872"/>
              <a:gd name="connsiteX6" fmla="*/ 4346155 w 5318933"/>
              <a:gd name="connsiteY6" fmla="*/ 313026 h 892872"/>
              <a:gd name="connsiteX7" fmla="*/ 4695405 w 5318933"/>
              <a:gd name="connsiteY7" fmla="*/ 392927 h 892872"/>
              <a:gd name="connsiteX8" fmla="*/ 5211871 w 5318933"/>
              <a:gd name="connsiteY8" fmla="*/ 295998 h 892872"/>
              <a:gd name="connsiteX9" fmla="*/ 5247855 w 5318933"/>
              <a:gd name="connsiteY9" fmla="*/ 623934 h 892872"/>
              <a:gd name="connsiteX10" fmla="*/ 4418120 w 5318933"/>
              <a:gd name="connsiteY10" fmla="*/ 452007 h 892872"/>
              <a:gd name="connsiteX11" fmla="*/ 4145428 w 5318933"/>
              <a:gd name="connsiteY11" fmla="*/ 282730 h 892872"/>
              <a:gd name="connsiteX12" fmla="*/ 3920705 w 5318933"/>
              <a:gd name="connsiteY12" fmla="*/ 146971 h 892872"/>
              <a:gd name="connsiteX13" fmla="*/ 3596855 w 5318933"/>
              <a:gd name="connsiteY13" fmla="*/ 127586 h 892872"/>
              <a:gd name="connsiteX14" fmla="*/ 3414821 w 5318933"/>
              <a:gd name="connsiteY14" fmla="*/ 203786 h 892872"/>
              <a:gd name="connsiteX15" fmla="*/ 3296288 w 5318933"/>
              <a:gd name="connsiteY15" fmla="*/ 322318 h 892872"/>
              <a:gd name="connsiteX16" fmla="*/ 3084621 w 5318933"/>
              <a:gd name="connsiteY16" fmla="*/ 703318 h 892872"/>
              <a:gd name="connsiteX17" fmla="*/ 2906821 w 5318933"/>
              <a:gd name="connsiteY17" fmla="*/ 855719 h 892872"/>
              <a:gd name="connsiteX18" fmla="*/ 2542755 w 5318933"/>
              <a:gd name="connsiteY18" fmla="*/ 889585 h 892872"/>
              <a:gd name="connsiteX19" fmla="*/ 1856955 w 5318933"/>
              <a:gd name="connsiteY19" fmla="*/ 796452 h 892872"/>
              <a:gd name="connsiteX20" fmla="*/ 1188088 w 5318933"/>
              <a:gd name="connsiteY20" fmla="*/ 584786 h 892872"/>
              <a:gd name="connsiteX21" fmla="*/ 891755 w 5318933"/>
              <a:gd name="connsiteY21" fmla="*/ 313852 h 892872"/>
              <a:gd name="connsiteX22" fmla="*/ 705488 w 5318933"/>
              <a:gd name="connsiteY22" fmla="*/ 186852 h 892872"/>
              <a:gd name="connsiteX23" fmla="*/ 502288 w 5318933"/>
              <a:gd name="connsiteY23" fmla="*/ 136052 h 892872"/>
              <a:gd name="connsiteX24" fmla="*/ 146687 w 5318933"/>
              <a:gd name="connsiteY24" fmla="*/ 93719 h 892872"/>
              <a:gd name="connsiteX25" fmla="*/ 19688 w 5318933"/>
              <a:gd name="connsiteY25" fmla="*/ 93719 h 892872"/>
              <a:gd name="connsiteX26" fmla="*/ 87421 w 5318933"/>
              <a:gd name="connsiteY26" fmla="*/ 585 h 892872"/>
              <a:gd name="connsiteX0" fmla="*/ 87421 w 5315541"/>
              <a:gd name="connsiteY0" fmla="*/ 585 h 892872"/>
              <a:gd name="connsiteX1" fmla="*/ 815555 w 5315541"/>
              <a:gd name="connsiteY1" fmla="*/ 144519 h 892872"/>
              <a:gd name="connsiteX2" fmla="*/ 1416688 w 5315541"/>
              <a:gd name="connsiteY2" fmla="*/ 584785 h 892872"/>
              <a:gd name="connsiteX3" fmla="*/ 2813688 w 5315541"/>
              <a:gd name="connsiteY3" fmla="*/ 779519 h 892872"/>
              <a:gd name="connsiteX4" fmla="*/ 3313221 w 5315541"/>
              <a:gd name="connsiteY4" fmla="*/ 144519 h 892872"/>
              <a:gd name="connsiteX5" fmla="*/ 3878372 w 5315541"/>
              <a:gd name="connsiteY5" fmla="*/ 42965 h 892872"/>
              <a:gd name="connsiteX6" fmla="*/ 4346155 w 5315541"/>
              <a:gd name="connsiteY6" fmla="*/ 313026 h 892872"/>
              <a:gd name="connsiteX7" fmla="*/ 4771605 w 5315541"/>
              <a:gd name="connsiteY7" fmla="*/ 407455 h 892872"/>
              <a:gd name="connsiteX8" fmla="*/ 5211871 w 5315541"/>
              <a:gd name="connsiteY8" fmla="*/ 295998 h 892872"/>
              <a:gd name="connsiteX9" fmla="*/ 5247855 w 5315541"/>
              <a:gd name="connsiteY9" fmla="*/ 623934 h 892872"/>
              <a:gd name="connsiteX10" fmla="*/ 4418120 w 5315541"/>
              <a:gd name="connsiteY10" fmla="*/ 452007 h 892872"/>
              <a:gd name="connsiteX11" fmla="*/ 4145428 w 5315541"/>
              <a:gd name="connsiteY11" fmla="*/ 282730 h 892872"/>
              <a:gd name="connsiteX12" fmla="*/ 3920705 w 5315541"/>
              <a:gd name="connsiteY12" fmla="*/ 146971 h 892872"/>
              <a:gd name="connsiteX13" fmla="*/ 3596855 w 5315541"/>
              <a:gd name="connsiteY13" fmla="*/ 127586 h 892872"/>
              <a:gd name="connsiteX14" fmla="*/ 3414821 w 5315541"/>
              <a:gd name="connsiteY14" fmla="*/ 203786 h 892872"/>
              <a:gd name="connsiteX15" fmla="*/ 3296288 w 5315541"/>
              <a:gd name="connsiteY15" fmla="*/ 322318 h 892872"/>
              <a:gd name="connsiteX16" fmla="*/ 3084621 w 5315541"/>
              <a:gd name="connsiteY16" fmla="*/ 703318 h 892872"/>
              <a:gd name="connsiteX17" fmla="*/ 2906821 w 5315541"/>
              <a:gd name="connsiteY17" fmla="*/ 855719 h 892872"/>
              <a:gd name="connsiteX18" fmla="*/ 2542755 w 5315541"/>
              <a:gd name="connsiteY18" fmla="*/ 889585 h 892872"/>
              <a:gd name="connsiteX19" fmla="*/ 1856955 w 5315541"/>
              <a:gd name="connsiteY19" fmla="*/ 796452 h 892872"/>
              <a:gd name="connsiteX20" fmla="*/ 1188088 w 5315541"/>
              <a:gd name="connsiteY20" fmla="*/ 584786 h 892872"/>
              <a:gd name="connsiteX21" fmla="*/ 891755 w 5315541"/>
              <a:gd name="connsiteY21" fmla="*/ 313852 h 892872"/>
              <a:gd name="connsiteX22" fmla="*/ 705488 w 5315541"/>
              <a:gd name="connsiteY22" fmla="*/ 186852 h 892872"/>
              <a:gd name="connsiteX23" fmla="*/ 502288 w 5315541"/>
              <a:gd name="connsiteY23" fmla="*/ 136052 h 892872"/>
              <a:gd name="connsiteX24" fmla="*/ 146687 w 5315541"/>
              <a:gd name="connsiteY24" fmla="*/ 93719 h 892872"/>
              <a:gd name="connsiteX25" fmla="*/ 19688 w 5315541"/>
              <a:gd name="connsiteY25" fmla="*/ 93719 h 892872"/>
              <a:gd name="connsiteX26" fmla="*/ 87421 w 5315541"/>
              <a:gd name="connsiteY26" fmla="*/ 585 h 892872"/>
              <a:gd name="connsiteX0" fmla="*/ 87421 w 5315541"/>
              <a:gd name="connsiteY0" fmla="*/ 585 h 892872"/>
              <a:gd name="connsiteX1" fmla="*/ 815555 w 5315541"/>
              <a:gd name="connsiteY1" fmla="*/ 144519 h 892872"/>
              <a:gd name="connsiteX2" fmla="*/ 1416688 w 5315541"/>
              <a:gd name="connsiteY2" fmla="*/ 584785 h 892872"/>
              <a:gd name="connsiteX3" fmla="*/ 2813688 w 5315541"/>
              <a:gd name="connsiteY3" fmla="*/ 779519 h 892872"/>
              <a:gd name="connsiteX4" fmla="*/ 3313221 w 5315541"/>
              <a:gd name="connsiteY4" fmla="*/ 144519 h 892872"/>
              <a:gd name="connsiteX5" fmla="*/ 3878372 w 5315541"/>
              <a:gd name="connsiteY5" fmla="*/ 42965 h 892872"/>
              <a:gd name="connsiteX6" fmla="*/ 4346155 w 5315541"/>
              <a:gd name="connsiteY6" fmla="*/ 313026 h 892872"/>
              <a:gd name="connsiteX7" fmla="*/ 4771605 w 5315541"/>
              <a:gd name="connsiteY7" fmla="*/ 407455 h 892872"/>
              <a:gd name="connsiteX8" fmla="*/ 5211871 w 5315541"/>
              <a:gd name="connsiteY8" fmla="*/ 295998 h 892872"/>
              <a:gd name="connsiteX9" fmla="*/ 5247855 w 5315541"/>
              <a:gd name="connsiteY9" fmla="*/ 623934 h 892872"/>
              <a:gd name="connsiteX10" fmla="*/ 4418120 w 5315541"/>
              <a:gd name="connsiteY10" fmla="*/ 452007 h 892872"/>
              <a:gd name="connsiteX11" fmla="*/ 4145428 w 5315541"/>
              <a:gd name="connsiteY11" fmla="*/ 282730 h 892872"/>
              <a:gd name="connsiteX12" fmla="*/ 3920705 w 5315541"/>
              <a:gd name="connsiteY12" fmla="*/ 146971 h 892872"/>
              <a:gd name="connsiteX13" fmla="*/ 3596855 w 5315541"/>
              <a:gd name="connsiteY13" fmla="*/ 127586 h 892872"/>
              <a:gd name="connsiteX14" fmla="*/ 3414821 w 5315541"/>
              <a:gd name="connsiteY14" fmla="*/ 203786 h 892872"/>
              <a:gd name="connsiteX15" fmla="*/ 3296288 w 5315541"/>
              <a:gd name="connsiteY15" fmla="*/ 322318 h 892872"/>
              <a:gd name="connsiteX16" fmla="*/ 3084621 w 5315541"/>
              <a:gd name="connsiteY16" fmla="*/ 703318 h 892872"/>
              <a:gd name="connsiteX17" fmla="*/ 2906821 w 5315541"/>
              <a:gd name="connsiteY17" fmla="*/ 855719 h 892872"/>
              <a:gd name="connsiteX18" fmla="*/ 2542755 w 5315541"/>
              <a:gd name="connsiteY18" fmla="*/ 889585 h 892872"/>
              <a:gd name="connsiteX19" fmla="*/ 1856955 w 5315541"/>
              <a:gd name="connsiteY19" fmla="*/ 796452 h 892872"/>
              <a:gd name="connsiteX20" fmla="*/ 1188088 w 5315541"/>
              <a:gd name="connsiteY20" fmla="*/ 584786 h 892872"/>
              <a:gd name="connsiteX21" fmla="*/ 891755 w 5315541"/>
              <a:gd name="connsiteY21" fmla="*/ 313852 h 892872"/>
              <a:gd name="connsiteX22" fmla="*/ 705488 w 5315541"/>
              <a:gd name="connsiteY22" fmla="*/ 186852 h 892872"/>
              <a:gd name="connsiteX23" fmla="*/ 502288 w 5315541"/>
              <a:gd name="connsiteY23" fmla="*/ 136052 h 892872"/>
              <a:gd name="connsiteX24" fmla="*/ 146687 w 5315541"/>
              <a:gd name="connsiteY24" fmla="*/ 93719 h 892872"/>
              <a:gd name="connsiteX25" fmla="*/ 19688 w 5315541"/>
              <a:gd name="connsiteY25" fmla="*/ 93719 h 892872"/>
              <a:gd name="connsiteX26" fmla="*/ 87421 w 5315541"/>
              <a:gd name="connsiteY26" fmla="*/ 585 h 892872"/>
              <a:gd name="connsiteX0" fmla="*/ 87421 w 5315541"/>
              <a:gd name="connsiteY0" fmla="*/ 585 h 892872"/>
              <a:gd name="connsiteX1" fmla="*/ 815555 w 5315541"/>
              <a:gd name="connsiteY1" fmla="*/ 144519 h 892872"/>
              <a:gd name="connsiteX2" fmla="*/ 1416688 w 5315541"/>
              <a:gd name="connsiteY2" fmla="*/ 584785 h 892872"/>
              <a:gd name="connsiteX3" fmla="*/ 2813688 w 5315541"/>
              <a:gd name="connsiteY3" fmla="*/ 779519 h 892872"/>
              <a:gd name="connsiteX4" fmla="*/ 3313221 w 5315541"/>
              <a:gd name="connsiteY4" fmla="*/ 144519 h 892872"/>
              <a:gd name="connsiteX5" fmla="*/ 3878372 w 5315541"/>
              <a:gd name="connsiteY5" fmla="*/ 42965 h 892872"/>
              <a:gd name="connsiteX6" fmla="*/ 4346155 w 5315541"/>
              <a:gd name="connsiteY6" fmla="*/ 313026 h 892872"/>
              <a:gd name="connsiteX7" fmla="*/ 4771605 w 5315541"/>
              <a:gd name="connsiteY7" fmla="*/ 407455 h 892872"/>
              <a:gd name="connsiteX8" fmla="*/ 5211871 w 5315541"/>
              <a:gd name="connsiteY8" fmla="*/ 295998 h 892872"/>
              <a:gd name="connsiteX9" fmla="*/ 5247855 w 5315541"/>
              <a:gd name="connsiteY9" fmla="*/ 623934 h 892872"/>
              <a:gd name="connsiteX10" fmla="*/ 4418120 w 5315541"/>
              <a:gd name="connsiteY10" fmla="*/ 452007 h 892872"/>
              <a:gd name="connsiteX11" fmla="*/ 4145428 w 5315541"/>
              <a:gd name="connsiteY11" fmla="*/ 282730 h 892872"/>
              <a:gd name="connsiteX12" fmla="*/ 3920705 w 5315541"/>
              <a:gd name="connsiteY12" fmla="*/ 146971 h 892872"/>
              <a:gd name="connsiteX13" fmla="*/ 3596855 w 5315541"/>
              <a:gd name="connsiteY13" fmla="*/ 127586 h 892872"/>
              <a:gd name="connsiteX14" fmla="*/ 3414821 w 5315541"/>
              <a:gd name="connsiteY14" fmla="*/ 203786 h 892872"/>
              <a:gd name="connsiteX15" fmla="*/ 3296288 w 5315541"/>
              <a:gd name="connsiteY15" fmla="*/ 322318 h 892872"/>
              <a:gd name="connsiteX16" fmla="*/ 3084621 w 5315541"/>
              <a:gd name="connsiteY16" fmla="*/ 703318 h 892872"/>
              <a:gd name="connsiteX17" fmla="*/ 2906821 w 5315541"/>
              <a:gd name="connsiteY17" fmla="*/ 855719 h 892872"/>
              <a:gd name="connsiteX18" fmla="*/ 2542755 w 5315541"/>
              <a:gd name="connsiteY18" fmla="*/ 889585 h 892872"/>
              <a:gd name="connsiteX19" fmla="*/ 1856955 w 5315541"/>
              <a:gd name="connsiteY19" fmla="*/ 796452 h 892872"/>
              <a:gd name="connsiteX20" fmla="*/ 1188088 w 5315541"/>
              <a:gd name="connsiteY20" fmla="*/ 584786 h 892872"/>
              <a:gd name="connsiteX21" fmla="*/ 891755 w 5315541"/>
              <a:gd name="connsiteY21" fmla="*/ 313852 h 892872"/>
              <a:gd name="connsiteX22" fmla="*/ 705488 w 5315541"/>
              <a:gd name="connsiteY22" fmla="*/ 186852 h 892872"/>
              <a:gd name="connsiteX23" fmla="*/ 502288 w 5315541"/>
              <a:gd name="connsiteY23" fmla="*/ 136052 h 892872"/>
              <a:gd name="connsiteX24" fmla="*/ 146687 w 5315541"/>
              <a:gd name="connsiteY24" fmla="*/ 93719 h 892872"/>
              <a:gd name="connsiteX25" fmla="*/ 19688 w 5315541"/>
              <a:gd name="connsiteY25" fmla="*/ 93719 h 892872"/>
              <a:gd name="connsiteX26" fmla="*/ 87421 w 5315541"/>
              <a:gd name="connsiteY26" fmla="*/ 585 h 892872"/>
              <a:gd name="connsiteX0" fmla="*/ 87421 w 5323628"/>
              <a:gd name="connsiteY0" fmla="*/ 38479 h 930766"/>
              <a:gd name="connsiteX1" fmla="*/ 815555 w 5323628"/>
              <a:gd name="connsiteY1" fmla="*/ 182413 h 930766"/>
              <a:gd name="connsiteX2" fmla="*/ 1416688 w 5323628"/>
              <a:gd name="connsiteY2" fmla="*/ 622679 h 930766"/>
              <a:gd name="connsiteX3" fmla="*/ 2813688 w 5323628"/>
              <a:gd name="connsiteY3" fmla="*/ 817413 h 930766"/>
              <a:gd name="connsiteX4" fmla="*/ 3313221 w 5323628"/>
              <a:gd name="connsiteY4" fmla="*/ 182413 h 930766"/>
              <a:gd name="connsiteX5" fmla="*/ 3878372 w 5323628"/>
              <a:gd name="connsiteY5" fmla="*/ 80859 h 930766"/>
              <a:gd name="connsiteX6" fmla="*/ 4346155 w 5323628"/>
              <a:gd name="connsiteY6" fmla="*/ 350920 h 930766"/>
              <a:gd name="connsiteX7" fmla="*/ 4771605 w 5323628"/>
              <a:gd name="connsiteY7" fmla="*/ 445349 h 930766"/>
              <a:gd name="connsiteX8" fmla="*/ 4596279 w 5323628"/>
              <a:gd name="connsiteY8" fmla="*/ 1014 h 930766"/>
              <a:gd name="connsiteX9" fmla="*/ 5211871 w 5323628"/>
              <a:gd name="connsiteY9" fmla="*/ 333892 h 930766"/>
              <a:gd name="connsiteX10" fmla="*/ 5247855 w 5323628"/>
              <a:gd name="connsiteY10" fmla="*/ 661828 h 930766"/>
              <a:gd name="connsiteX11" fmla="*/ 4418120 w 5323628"/>
              <a:gd name="connsiteY11" fmla="*/ 489901 h 930766"/>
              <a:gd name="connsiteX12" fmla="*/ 4145428 w 5323628"/>
              <a:gd name="connsiteY12" fmla="*/ 320624 h 930766"/>
              <a:gd name="connsiteX13" fmla="*/ 3920705 w 5323628"/>
              <a:gd name="connsiteY13" fmla="*/ 184865 h 930766"/>
              <a:gd name="connsiteX14" fmla="*/ 3596855 w 5323628"/>
              <a:gd name="connsiteY14" fmla="*/ 165480 h 930766"/>
              <a:gd name="connsiteX15" fmla="*/ 3414821 w 5323628"/>
              <a:gd name="connsiteY15" fmla="*/ 241680 h 930766"/>
              <a:gd name="connsiteX16" fmla="*/ 3296288 w 5323628"/>
              <a:gd name="connsiteY16" fmla="*/ 360212 h 930766"/>
              <a:gd name="connsiteX17" fmla="*/ 3084621 w 5323628"/>
              <a:gd name="connsiteY17" fmla="*/ 741212 h 930766"/>
              <a:gd name="connsiteX18" fmla="*/ 2906821 w 5323628"/>
              <a:gd name="connsiteY18" fmla="*/ 893613 h 930766"/>
              <a:gd name="connsiteX19" fmla="*/ 2542755 w 5323628"/>
              <a:gd name="connsiteY19" fmla="*/ 927479 h 930766"/>
              <a:gd name="connsiteX20" fmla="*/ 1856955 w 5323628"/>
              <a:gd name="connsiteY20" fmla="*/ 834346 h 930766"/>
              <a:gd name="connsiteX21" fmla="*/ 1188088 w 5323628"/>
              <a:gd name="connsiteY21" fmla="*/ 622680 h 930766"/>
              <a:gd name="connsiteX22" fmla="*/ 891755 w 5323628"/>
              <a:gd name="connsiteY22" fmla="*/ 351746 h 930766"/>
              <a:gd name="connsiteX23" fmla="*/ 705488 w 5323628"/>
              <a:gd name="connsiteY23" fmla="*/ 224746 h 930766"/>
              <a:gd name="connsiteX24" fmla="*/ 502288 w 5323628"/>
              <a:gd name="connsiteY24" fmla="*/ 173946 h 930766"/>
              <a:gd name="connsiteX25" fmla="*/ 146687 w 5323628"/>
              <a:gd name="connsiteY25" fmla="*/ 131613 h 930766"/>
              <a:gd name="connsiteX26" fmla="*/ 19688 w 5323628"/>
              <a:gd name="connsiteY26" fmla="*/ 131613 h 930766"/>
              <a:gd name="connsiteX27" fmla="*/ 87421 w 5323628"/>
              <a:gd name="connsiteY27" fmla="*/ 38479 h 930766"/>
              <a:gd name="connsiteX0" fmla="*/ 87421 w 5263955"/>
              <a:gd name="connsiteY0" fmla="*/ 81802 h 974089"/>
              <a:gd name="connsiteX1" fmla="*/ 815555 w 5263955"/>
              <a:gd name="connsiteY1" fmla="*/ 225736 h 974089"/>
              <a:gd name="connsiteX2" fmla="*/ 1416688 w 5263955"/>
              <a:gd name="connsiteY2" fmla="*/ 666002 h 974089"/>
              <a:gd name="connsiteX3" fmla="*/ 2813688 w 5263955"/>
              <a:gd name="connsiteY3" fmla="*/ 860736 h 974089"/>
              <a:gd name="connsiteX4" fmla="*/ 3313221 w 5263955"/>
              <a:gd name="connsiteY4" fmla="*/ 225736 h 974089"/>
              <a:gd name="connsiteX5" fmla="*/ 3878372 w 5263955"/>
              <a:gd name="connsiteY5" fmla="*/ 124182 h 974089"/>
              <a:gd name="connsiteX6" fmla="*/ 4346155 w 5263955"/>
              <a:gd name="connsiteY6" fmla="*/ 394243 h 974089"/>
              <a:gd name="connsiteX7" fmla="*/ 4771605 w 5263955"/>
              <a:gd name="connsiteY7" fmla="*/ 488672 h 974089"/>
              <a:gd name="connsiteX8" fmla="*/ 4596279 w 5263955"/>
              <a:gd name="connsiteY8" fmla="*/ 44337 h 974089"/>
              <a:gd name="connsiteX9" fmla="*/ 4938821 w 5263955"/>
              <a:gd name="connsiteY9" fmla="*/ 57605 h 974089"/>
              <a:gd name="connsiteX10" fmla="*/ 5247855 w 5263955"/>
              <a:gd name="connsiteY10" fmla="*/ 705151 h 974089"/>
              <a:gd name="connsiteX11" fmla="*/ 4418120 w 5263955"/>
              <a:gd name="connsiteY11" fmla="*/ 533224 h 974089"/>
              <a:gd name="connsiteX12" fmla="*/ 4145428 w 5263955"/>
              <a:gd name="connsiteY12" fmla="*/ 363947 h 974089"/>
              <a:gd name="connsiteX13" fmla="*/ 3920705 w 5263955"/>
              <a:gd name="connsiteY13" fmla="*/ 228188 h 974089"/>
              <a:gd name="connsiteX14" fmla="*/ 3596855 w 5263955"/>
              <a:gd name="connsiteY14" fmla="*/ 208803 h 974089"/>
              <a:gd name="connsiteX15" fmla="*/ 3414821 w 5263955"/>
              <a:gd name="connsiteY15" fmla="*/ 285003 h 974089"/>
              <a:gd name="connsiteX16" fmla="*/ 3296288 w 5263955"/>
              <a:gd name="connsiteY16" fmla="*/ 403535 h 974089"/>
              <a:gd name="connsiteX17" fmla="*/ 3084621 w 5263955"/>
              <a:gd name="connsiteY17" fmla="*/ 784535 h 974089"/>
              <a:gd name="connsiteX18" fmla="*/ 2906821 w 5263955"/>
              <a:gd name="connsiteY18" fmla="*/ 936936 h 974089"/>
              <a:gd name="connsiteX19" fmla="*/ 2542755 w 5263955"/>
              <a:gd name="connsiteY19" fmla="*/ 970802 h 974089"/>
              <a:gd name="connsiteX20" fmla="*/ 1856955 w 5263955"/>
              <a:gd name="connsiteY20" fmla="*/ 877669 h 974089"/>
              <a:gd name="connsiteX21" fmla="*/ 1188088 w 5263955"/>
              <a:gd name="connsiteY21" fmla="*/ 666003 h 974089"/>
              <a:gd name="connsiteX22" fmla="*/ 891755 w 5263955"/>
              <a:gd name="connsiteY22" fmla="*/ 395069 h 974089"/>
              <a:gd name="connsiteX23" fmla="*/ 705488 w 5263955"/>
              <a:gd name="connsiteY23" fmla="*/ 268069 h 974089"/>
              <a:gd name="connsiteX24" fmla="*/ 502288 w 5263955"/>
              <a:gd name="connsiteY24" fmla="*/ 217269 h 974089"/>
              <a:gd name="connsiteX25" fmla="*/ 146687 w 5263955"/>
              <a:gd name="connsiteY25" fmla="*/ 174936 h 974089"/>
              <a:gd name="connsiteX26" fmla="*/ 19688 w 5263955"/>
              <a:gd name="connsiteY26" fmla="*/ 174936 h 974089"/>
              <a:gd name="connsiteX27" fmla="*/ 87421 w 5263955"/>
              <a:gd name="connsiteY27" fmla="*/ 81802 h 974089"/>
              <a:gd name="connsiteX0" fmla="*/ 87421 w 5259533"/>
              <a:gd name="connsiteY0" fmla="*/ 56909 h 949196"/>
              <a:gd name="connsiteX1" fmla="*/ 815555 w 5259533"/>
              <a:gd name="connsiteY1" fmla="*/ 200843 h 949196"/>
              <a:gd name="connsiteX2" fmla="*/ 1416688 w 5259533"/>
              <a:gd name="connsiteY2" fmla="*/ 641109 h 949196"/>
              <a:gd name="connsiteX3" fmla="*/ 2813688 w 5259533"/>
              <a:gd name="connsiteY3" fmla="*/ 835843 h 949196"/>
              <a:gd name="connsiteX4" fmla="*/ 3313221 w 5259533"/>
              <a:gd name="connsiteY4" fmla="*/ 200843 h 949196"/>
              <a:gd name="connsiteX5" fmla="*/ 3878372 w 5259533"/>
              <a:gd name="connsiteY5" fmla="*/ 99289 h 949196"/>
              <a:gd name="connsiteX6" fmla="*/ 4346155 w 5259533"/>
              <a:gd name="connsiteY6" fmla="*/ 369350 h 949196"/>
              <a:gd name="connsiteX7" fmla="*/ 4771605 w 5259533"/>
              <a:gd name="connsiteY7" fmla="*/ 463779 h 949196"/>
              <a:gd name="connsiteX8" fmla="*/ 4596279 w 5259533"/>
              <a:gd name="connsiteY8" fmla="*/ 19444 h 949196"/>
              <a:gd name="connsiteX9" fmla="*/ 4938821 w 5259533"/>
              <a:gd name="connsiteY9" fmla="*/ 32712 h 949196"/>
              <a:gd name="connsiteX10" fmla="*/ 4907429 w 5259533"/>
              <a:gd name="connsiteY10" fmla="*/ 324528 h 949196"/>
              <a:gd name="connsiteX11" fmla="*/ 5247855 w 5259533"/>
              <a:gd name="connsiteY11" fmla="*/ 680258 h 949196"/>
              <a:gd name="connsiteX12" fmla="*/ 4418120 w 5259533"/>
              <a:gd name="connsiteY12" fmla="*/ 508331 h 949196"/>
              <a:gd name="connsiteX13" fmla="*/ 4145428 w 5259533"/>
              <a:gd name="connsiteY13" fmla="*/ 339054 h 949196"/>
              <a:gd name="connsiteX14" fmla="*/ 3920705 w 5259533"/>
              <a:gd name="connsiteY14" fmla="*/ 203295 h 949196"/>
              <a:gd name="connsiteX15" fmla="*/ 3596855 w 5259533"/>
              <a:gd name="connsiteY15" fmla="*/ 183910 h 949196"/>
              <a:gd name="connsiteX16" fmla="*/ 3414821 w 5259533"/>
              <a:gd name="connsiteY16" fmla="*/ 260110 h 949196"/>
              <a:gd name="connsiteX17" fmla="*/ 3296288 w 5259533"/>
              <a:gd name="connsiteY17" fmla="*/ 378642 h 949196"/>
              <a:gd name="connsiteX18" fmla="*/ 3084621 w 5259533"/>
              <a:gd name="connsiteY18" fmla="*/ 759642 h 949196"/>
              <a:gd name="connsiteX19" fmla="*/ 2906821 w 5259533"/>
              <a:gd name="connsiteY19" fmla="*/ 912043 h 949196"/>
              <a:gd name="connsiteX20" fmla="*/ 2542755 w 5259533"/>
              <a:gd name="connsiteY20" fmla="*/ 945909 h 949196"/>
              <a:gd name="connsiteX21" fmla="*/ 1856955 w 5259533"/>
              <a:gd name="connsiteY21" fmla="*/ 852776 h 949196"/>
              <a:gd name="connsiteX22" fmla="*/ 1188088 w 5259533"/>
              <a:gd name="connsiteY22" fmla="*/ 641110 h 949196"/>
              <a:gd name="connsiteX23" fmla="*/ 891755 w 5259533"/>
              <a:gd name="connsiteY23" fmla="*/ 370176 h 949196"/>
              <a:gd name="connsiteX24" fmla="*/ 705488 w 5259533"/>
              <a:gd name="connsiteY24" fmla="*/ 243176 h 949196"/>
              <a:gd name="connsiteX25" fmla="*/ 502288 w 5259533"/>
              <a:gd name="connsiteY25" fmla="*/ 192376 h 949196"/>
              <a:gd name="connsiteX26" fmla="*/ 146687 w 5259533"/>
              <a:gd name="connsiteY26" fmla="*/ 150043 h 949196"/>
              <a:gd name="connsiteX27" fmla="*/ 19688 w 5259533"/>
              <a:gd name="connsiteY27" fmla="*/ 150043 h 949196"/>
              <a:gd name="connsiteX28" fmla="*/ 87421 w 5259533"/>
              <a:gd name="connsiteY28" fmla="*/ 56909 h 949196"/>
              <a:gd name="connsiteX0" fmla="*/ 87421 w 5259533"/>
              <a:gd name="connsiteY0" fmla="*/ 64241 h 956528"/>
              <a:gd name="connsiteX1" fmla="*/ 815555 w 5259533"/>
              <a:gd name="connsiteY1" fmla="*/ 208175 h 956528"/>
              <a:gd name="connsiteX2" fmla="*/ 1416688 w 5259533"/>
              <a:gd name="connsiteY2" fmla="*/ 648441 h 956528"/>
              <a:gd name="connsiteX3" fmla="*/ 2813688 w 5259533"/>
              <a:gd name="connsiteY3" fmla="*/ 843175 h 956528"/>
              <a:gd name="connsiteX4" fmla="*/ 3313221 w 5259533"/>
              <a:gd name="connsiteY4" fmla="*/ 208175 h 956528"/>
              <a:gd name="connsiteX5" fmla="*/ 3878372 w 5259533"/>
              <a:gd name="connsiteY5" fmla="*/ 106621 h 956528"/>
              <a:gd name="connsiteX6" fmla="*/ 4346155 w 5259533"/>
              <a:gd name="connsiteY6" fmla="*/ 376682 h 956528"/>
              <a:gd name="connsiteX7" fmla="*/ 4771605 w 5259533"/>
              <a:gd name="connsiteY7" fmla="*/ 471111 h 956528"/>
              <a:gd name="connsiteX8" fmla="*/ 4653429 w 5259533"/>
              <a:gd name="connsiteY8" fmla="*/ 302805 h 956528"/>
              <a:gd name="connsiteX9" fmla="*/ 4596279 w 5259533"/>
              <a:gd name="connsiteY9" fmla="*/ 26776 h 956528"/>
              <a:gd name="connsiteX10" fmla="*/ 4938821 w 5259533"/>
              <a:gd name="connsiteY10" fmla="*/ 40044 h 956528"/>
              <a:gd name="connsiteX11" fmla="*/ 4907429 w 5259533"/>
              <a:gd name="connsiteY11" fmla="*/ 331860 h 956528"/>
              <a:gd name="connsiteX12" fmla="*/ 5247855 w 5259533"/>
              <a:gd name="connsiteY12" fmla="*/ 687590 h 956528"/>
              <a:gd name="connsiteX13" fmla="*/ 4418120 w 5259533"/>
              <a:gd name="connsiteY13" fmla="*/ 515663 h 956528"/>
              <a:gd name="connsiteX14" fmla="*/ 4145428 w 5259533"/>
              <a:gd name="connsiteY14" fmla="*/ 346386 h 956528"/>
              <a:gd name="connsiteX15" fmla="*/ 3920705 w 5259533"/>
              <a:gd name="connsiteY15" fmla="*/ 210627 h 956528"/>
              <a:gd name="connsiteX16" fmla="*/ 3596855 w 5259533"/>
              <a:gd name="connsiteY16" fmla="*/ 191242 h 956528"/>
              <a:gd name="connsiteX17" fmla="*/ 3414821 w 5259533"/>
              <a:gd name="connsiteY17" fmla="*/ 267442 h 956528"/>
              <a:gd name="connsiteX18" fmla="*/ 3296288 w 5259533"/>
              <a:gd name="connsiteY18" fmla="*/ 385974 h 956528"/>
              <a:gd name="connsiteX19" fmla="*/ 3084621 w 5259533"/>
              <a:gd name="connsiteY19" fmla="*/ 766974 h 956528"/>
              <a:gd name="connsiteX20" fmla="*/ 2906821 w 5259533"/>
              <a:gd name="connsiteY20" fmla="*/ 919375 h 956528"/>
              <a:gd name="connsiteX21" fmla="*/ 2542755 w 5259533"/>
              <a:gd name="connsiteY21" fmla="*/ 953241 h 956528"/>
              <a:gd name="connsiteX22" fmla="*/ 1856955 w 5259533"/>
              <a:gd name="connsiteY22" fmla="*/ 860108 h 956528"/>
              <a:gd name="connsiteX23" fmla="*/ 1188088 w 5259533"/>
              <a:gd name="connsiteY23" fmla="*/ 648442 h 956528"/>
              <a:gd name="connsiteX24" fmla="*/ 891755 w 5259533"/>
              <a:gd name="connsiteY24" fmla="*/ 377508 h 956528"/>
              <a:gd name="connsiteX25" fmla="*/ 705488 w 5259533"/>
              <a:gd name="connsiteY25" fmla="*/ 250508 h 956528"/>
              <a:gd name="connsiteX26" fmla="*/ 502288 w 5259533"/>
              <a:gd name="connsiteY26" fmla="*/ 199708 h 956528"/>
              <a:gd name="connsiteX27" fmla="*/ 146687 w 5259533"/>
              <a:gd name="connsiteY27" fmla="*/ 157375 h 956528"/>
              <a:gd name="connsiteX28" fmla="*/ 19688 w 5259533"/>
              <a:gd name="connsiteY28" fmla="*/ 157375 h 956528"/>
              <a:gd name="connsiteX29" fmla="*/ 87421 w 5259533"/>
              <a:gd name="connsiteY29" fmla="*/ 64241 h 956528"/>
              <a:gd name="connsiteX0" fmla="*/ 87421 w 5259533"/>
              <a:gd name="connsiteY0" fmla="*/ 64242 h 956529"/>
              <a:gd name="connsiteX1" fmla="*/ 815555 w 5259533"/>
              <a:gd name="connsiteY1" fmla="*/ 208176 h 956529"/>
              <a:gd name="connsiteX2" fmla="*/ 1416688 w 5259533"/>
              <a:gd name="connsiteY2" fmla="*/ 648442 h 956529"/>
              <a:gd name="connsiteX3" fmla="*/ 2813688 w 5259533"/>
              <a:gd name="connsiteY3" fmla="*/ 843176 h 956529"/>
              <a:gd name="connsiteX4" fmla="*/ 3313221 w 5259533"/>
              <a:gd name="connsiteY4" fmla="*/ 208176 h 956529"/>
              <a:gd name="connsiteX5" fmla="*/ 3878372 w 5259533"/>
              <a:gd name="connsiteY5" fmla="*/ 106622 h 956529"/>
              <a:gd name="connsiteX6" fmla="*/ 4346155 w 5259533"/>
              <a:gd name="connsiteY6" fmla="*/ 376683 h 956529"/>
              <a:gd name="connsiteX7" fmla="*/ 4771605 w 5259533"/>
              <a:gd name="connsiteY7" fmla="*/ 471112 h 956529"/>
              <a:gd name="connsiteX8" fmla="*/ 4653429 w 5259533"/>
              <a:gd name="connsiteY8" fmla="*/ 302806 h 956529"/>
              <a:gd name="connsiteX9" fmla="*/ 4596279 w 5259533"/>
              <a:gd name="connsiteY9" fmla="*/ 26777 h 956529"/>
              <a:gd name="connsiteX10" fmla="*/ 4938821 w 5259533"/>
              <a:gd name="connsiteY10" fmla="*/ 40045 h 956529"/>
              <a:gd name="connsiteX11" fmla="*/ 4907429 w 5259533"/>
              <a:gd name="connsiteY11" fmla="*/ 331861 h 956529"/>
              <a:gd name="connsiteX12" fmla="*/ 5247855 w 5259533"/>
              <a:gd name="connsiteY12" fmla="*/ 687591 h 956529"/>
              <a:gd name="connsiteX13" fmla="*/ 4418120 w 5259533"/>
              <a:gd name="connsiteY13" fmla="*/ 515664 h 956529"/>
              <a:gd name="connsiteX14" fmla="*/ 4145428 w 5259533"/>
              <a:gd name="connsiteY14" fmla="*/ 346387 h 956529"/>
              <a:gd name="connsiteX15" fmla="*/ 3920705 w 5259533"/>
              <a:gd name="connsiteY15" fmla="*/ 210628 h 956529"/>
              <a:gd name="connsiteX16" fmla="*/ 3596855 w 5259533"/>
              <a:gd name="connsiteY16" fmla="*/ 191243 h 956529"/>
              <a:gd name="connsiteX17" fmla="*/ 3414821 w 5259533"/>
              <a:gd name="connsiteY17" fmla="*/ 267443 h 956529"/>
              <a:gd name="connsiteX18" fmla="*/ 3296288 w 5259533"/>
              <a:gd name="connsiteY18" fmla="*/ 385975 h 956529"/>
              <a:gd name="connsiteX19" fmla="*/ 3084621 w 5259533"/>
              <a:gd name="connsiteY19" fmla="*/ 766975 h 956529"/>
              <a:gd name="connsiteX20" fmla="*/ 2906821 w 5259533"/>
              <a:gd name="connsiteY20" fmla="*/ 919376 h 956529"/>
              <a:gd name="connsiteX21" fmla="*/ 2542755 w 5259533"/>
              <a:gd name="connsiteY21" fmla="*/ 953242 h 956529"/>
              <a:gd name="connsiteX22" fmla="*/ 1856955 w 5259533"/>
              <a:gd name="connsiteY22" fmla="*/ 860109 h 956529"/>
              <a:gd name="connsiteX23" fmla="*/ 1188088 w 5259533"/>
              <a:gd name="connsiteY23" fmla="*/ 648443 h 956529"/>
              <a:gd name="connsiteX24" fmla="*/ 891755 w 5259533"/>
              <a:gd name="connsiteY24" fmla="*/ 377509 h 956529"/>
              <a:gd name="connsiteX25" fmla="*/ 705488 w 5259533"/>
              <a:gd name="connsiteY25" fmla="*/ 250509 h 956529"/>
              <a:gd name="connsiteX26" fmla="*/ 502288 w 5259533"/>
              <a:gd name="connsiteY26" fmla="*/ 199709 h 956529"/>
              <a:gd name="connsiteX27" fmla="*/ 146687 w 5259533"/>
              <a:gd name="connsiteY27" fmla="*/ 157376 h 956529"/>
              <a:gd name="connsiteX28" fmla="*/ 19688 w 5259533"/>
              <a:gd name="connsiteY28" fmla="*/ 157376 h 956529"/>
              <a:gd name="connsiteX29" fmla="*/ 87421 w 5259533"/>
              <a:gd name="connsiteY29" fmla="*/ 64242 h 956529"/>
              <a:gd name="connsiteX0" fmla="*/ 87421 w 5259672"/>
              <a:gd name="connsiteY0" fmla="*/ 58517 h 950804"/>
              <a:gd name="connsiteX1" fmla="*/ 815555 w 5259672"/>
              <a:gd name="connsiteY1" fmla="*/ 202451 h 950804"/>
              <a:gd name="connsiteX2" fmla="*/ 1416688 w 5259672"/>
              <a:gd name="connsiteY2" fmla="*/ 642717 h 950804"/>
              <a:gd name="connsiteX3" fmla="*/ 2813688 w 5259672"/>
              <a:gd name="connsiteY3" fmla="*/ 837451 h 950804"/>
              <a:gd name="connsiteX4" fmla="*/ 3313221 w 5259672"/>
              <a:gd name="connsiteY4" fmla="*/ 202451 h 950804"/>
              <a:gd name="connsiteX5" fmla="*/ 3878372 w 5259672"/>
              <a:gd name="connsiteY5" fmla="*/ 100897 h 950804"/>
              <a:gd name="connsiteX6" fmla="*/ 4346155 w 5259672"/>
              <a:gd name="connsiteY6" fmla="*/ 370958 h 950804"/>
              <a:gd name="connsiteX7" fmla="*/ 4771605 w 5259672"/>
              <a:gd name="connsiteY7" fmla="*/ 465387 h 950804"/>
              <a:gd name="connsiteX8" fmla="*/ 4653429 w 5259672"/>
              <a:gd name="connsiteY8" fmla="*/ 297081 h 950804"/>
              <a:gd name="connsiteX9" fmla="*/ 4596279 w 5259672"/>
              <a:gd name="connsiteY9" fmla="*/ 21052 h 950804"/>
              <a:gd name="connsiteX10" fmla="*/ 4938821 w 5259672"/>
              <a:gd name="connsiteY10" fmla="*/ 34320 h 950804"/>
              <a:gd name="connsiteX11" fmla="*/ 4939179 w 5259672"/>
              <a:gd name="connsiteY11" fmla="*/ 217179 h 950804"/>
              <a:gd name="connsiteX12" fmla="*/ 4907429 w 5259672"/>
              <a:gd name="connsiteY12" fmla="*/ 326136 h 950804"/>
              <a:gd name="connsiteX13" fmla="*/ 5247855 w 5259672"/>
              <a:gd name="connsiteY13" fmla="*/ 681866 h 950804"/>
              <a:gd name="connsiteX14" fmla="*/ 4418120 w 5259672"/>
              <a:gd name="connsiteY14" fmla="*/ 509939 h 950804"/>
              <a:gd name="connsiteX15" fmla="*/ 4145428 w 5259672"/>
              <a:gd name="connsiteY15" fmla="*/ 340662 h 950804"/>
              <a:gd name="connsiteX16" fmla="*/ 3920705 w 5259672"/>
              <a:gd name="connsiteY16" fmla="*/ 204903 h 950804"/>
              <a:gd name="connsiteX17" fmla="*/ 3596855 w 5259672"/>
              <a:gd name="connsiteY17" fmla="*/ 185518 h 950804"/>
              <a:gd name="connsiteX18" fmla="*/ 3414821 w 5259672"/>
              <a:gd name="connsiteY18" fmla="*/ 261718 h 950804"/>
              <a:gd name="connsiteX19" fmla="*/ 3296288 w 5259672"/>
              <a:gd name="connsiteY19" fmla="*/ 380250 h 950804"/>
              <a:gd name="connsiteX20" fmla="*/ 3084621 w 5259672"/>
              <a:gd name="connsiteY20" fmla="*/ 761250 h 950804"/>
              <a:gd name="connsiteX21" fmla="*/ 2906821 w 5259672"/>
              <a:gd name="connsiteY21" fmla="*/ 913651 h 950804"/>
              <a:gd name="connsiteX22" fmla="*/ 2542755 w 5259672"/>
              <a:gd name="connsiteY22" fmla="*/ 947517 h 950804"/>
              <a:gd name="connsiteX23" fmla="*/ 1856955 w 5259672"/>
              <a:gd name="connsiteY23" fmla="*/ 854384 h 950804"/>
              <a:gd name="connsiteX24" fmla="*/ 1188088 w 5259672"/>
              <a:gd name="connsiteY24" fmla="*/ 642718 h 950804"/>
              <a:gd name="connsiteX25" fmla="*/ 891755 w 5259672"/>
              <a:gd name="connsiteY25" fmla="*/ 371784 h 950804"/>
              <a:gd name="connsiteX26" fmla="*/ 705488 w 5259672"/>
              <a:gd name="connsiteY26" fmla="*/ 244784 h 950804"/>
              <a:gd name="connsiteX27" fmla="*/ 502288 w 5259672"/>
              <a:gd name="connsiteY27" fmla="*/ 193984 h 950804"/>
              <a:gd name="connsiteX28" fmla="*/ 146687 w 5259672"/>
              <a:gd name="connsiteY28" fmla="*/ 151651 h 950804"/>
              <a:gd name="connsiteX29" fmla="*/ 19688 w 5259672"/>
              <a:gd name="connsiteY29" fmla="*/ 151651 h 950804"/>
              <a:gd name="connsiteX30" fmla="*/ 87421 w 5259672"/>
              <a:gd name="connsiteY30" fmla="*/ 58517 h 950804"/>
              <a:gd name="connsiteX0" fmla="*/ 87421 w 5256262"/>
              <a:gd name="connsiteY0" fmla="*/ 58517 h 950804"/>
              <a:gd name="connsiteX1" fmla="*/ 815555 w 5256262"/>
              <a:gd name="connsiteY1" fmla="*/ 202451 h 950804"/>
              <a:gd name="connsiteX2" fmla="*/ 1416688 w 5256262"/>
              <a:gd name="connsiteY2" fmla="*/ 642717 h 950804"/>
              <a:gd name="connsiteX3" fmla="*/ 2813688 w 5256262"/>
              <a:gd name="connsiteY3" fmla="*/ 837451 h 950804"/>
              <a:gd name="connsiteX4" fmla="*/ 3313221 w 5256262"/>
              <a:gd name="connsiteY4" fmla="*/ 202451 h 950804"/>
              <a:gd name="connsiteX5" fmla="*/ 3878372 w 5256262"/>
              <a:gd name="connsiteY5" fmla="*/ 100897 h 950804"/>
              <a:gd name="connsiteX6" fmla="*/ 4346155 w 5256262"/>
              <a:gd name="connsiteY6" fmla="*/ 370958 h 950804"/>
              <a:gd name="connsiteX7" fmla="*/ 4771605 w 5256262"/>
              <a:gd name="connsiteY7" fmla="*/ 465387 h 950804"/>
              <a:gd name="connsiteX8" fmla="*/ 4653429 w 5256262"/>
              <a:gd name="connsiteY8" fmla="*/ 297081 h 950804"/>
              <a:gd name="connsiteX9" fmla="*/ 4596279 w 5256262"/>
              <a:gd name="connsiteY9" fmla="*/ 21052 h 950804"/>
              <a:gd name="connsiteX10" fmla="*/ 4938821 w 5256262"/>
              <a:gd name="connsiteY10" fmla="*/ 34320 h 950804"/>
              <a:gd name="connsiteX11" fmla="*/ 4939179 w 5256262"/>
              <a:gd name="connsiteY11" fmla="*/ 217179 h 950804"/>
              <a:gd name="connsiteX12" fmla="*/ 4850279 w 5256262"/>
              <a:gd name="connsiteY12" fmla="*/ 333399 h 950804"/>
              <a:gd name="connsiteX13" fmla="*/ 5247855 w 5256262"/>
              <a:gd name="connsiteY13" fmla="*/ 681866 h 950804"/>
              <a:gd name="connsiteX14" fmla="*/ 4418120 w 5256262"/>
              <a:gd name="connsiteY14" fmla="*/ 509939 h 950804"/>
              <a:gd name="connsiteX15" fmla="*/ 4145428 w 5256262"/>
              <a:gd name="connsiteY15" fmla="*/ 340662 h 950804"/>
              <a:gd name="connsiteX16" fmla="*/ 3920705 w 5256262"/>
              <a:gd name="connsiteY16" fmla="*/ 204903 h 950804"/>
              <a:gd name="connsiteX17" fmla="*/ 3596855 w 5256262"/>
              <a:gd name="connsiteY17" fmla="*/ 185518 h 950804"/>
              <a:gd name="connsiteX18" fmla="*/ 3414821 w 5256262"/>
              <a:gd name="connsiteY18" fmla="*/ 261718 h 950804"/>
              <a:gd name="connsiteX19" fmla="*/ 3296288 w 5256262"/>
              <a:gd name="connsiteY19" fmla="*/ 380250 h 950804"/>
              <a:gd name="connsiteX20" fmla="*/ 3084621 w 5256262"/>
              <a:gd name="connsiteY20" fmla="*/ 761250 h 950804"/>
              <a:gd name="connsiteX21" fmla="*/ 2906821 w 5256262"/>
              <a:gd name="connsiteY21" fmla="*/ 913651 h 950804"/>
              <a:gd name="connsiteX22" fmla="*/ 2542755 w 5256262"/>
              <a:gd name="connsiteY22" fmla="*/ 947517 h 950804"/>
              <a:gd name="connsiteX23" fmla="*/ 1856955 w 5256262"/>
              <a:gd name="connsiteY23" fmla="*/ 854384 h 950804"/>
              <a:gd name="connsiteX24" fmla="*/ 1188088 w 5256262"/>
              <a:gd name="connsiteY24" fmla="*/ 642718 h 950804"/>
              <a:gd name="connsiteX25" fmla="*/ 891755 w 5256262"/>
              <a:gd name="connsiteY25" fmla="*/ 371784 h 950804"/>
              <a:gd name="connsiteX26" fmla="*/ 705488 w 5256262"/>
              <a:gd name="connsiteY26" fmla="*/ 244784 h 950804"/>
              <a:gd name="connsiteX27" fmla="*/ 502288 w 5256262"/>
              <a:gd name="connsiteY27" fmla="*/ 193984 h 950804"/>
              <a:gd name="connsiteX28" fmla="*/ 146687 w 5256262"/>
              <a:gd name="connsiteY28" fmla="*/ 151651 h 950804"/>
              <a:gd name="connsiteX29" fmla="*/ 19688 w 5256262"/>
              <a:gd name="connsiteY29" fmla="*/ 151651 h 950804"/>
              <a:gd name="connsiteX30" fmla="*/ 87421 w 5256262"/>
              <a:gd name="connsiteY30" fmla="*/ 58517 h 950804"/>
              <a:gd name="connsiteX0" fmla="*/ 87421 w 5256262"/>
              <a:gd name="connsiteY0" fmla="*/ 113346 h 1005633"/>
              <a:gd name="connsiteX1" fmla="*/ 815555 w 5256262"/>
              <a:gd name="connsiteY1" fmla="*/ 257280 h 1005633"/>
              <a:gd name="connsiteX2" fmla="*/ 1416688 w 5256262"/>
              <a:gd name="connsiteY2" fmla="*/ 697546 h 1005633"/>
              <a:gd name="connsiteX3" fmla="*/ 2813688 w 5256262"/>
              <a:gd name="connsiteY3" fmla="*/ 892280 h 1005633"/>
              <a:gd name="connsiteX4" fmla="*/ 3313221 w 5256262"/>
              <a:gd name="connsiteY4" fmla="*/ 257280 h 1005633"/>
              <a:gd name="connsiteX5" fmla="*/ 3878372 w 5256262"/>
              <a:gd name="connsiteY5" fmla="*/ 155726 h 1005633"/>
              <a:gd name="connsiteX6" fmla="*/ 4346155 w 5256262"/>
              <a:gd name="connsiteY6" fmla="*/ 425787 h 1005633"/>
              <a:gd name="connsiteX7" fmla="*/ 4771605 w 5256262"/>
              <a:gd name="connsiteY7" fmla="*/ 520216 h 1005633"/>
              <a:gd name="connsiteX8" fmla="*/ 4653429 w 5256262"/>
              <a:gd name="connsiteY8" fmla="*/ 351910 h 1005633"/>
              <a:gd name="connsiteX9" fmla="*/ 4596279 w 5256262"/>
              <a:gd name="connsiteY9" fmla="*/ 75881 h 1005633"/>
              <a:gd name="connsiteX10" fmla="*/ 4913421 w 5256262"/>
              <a:gd name="connsiteY10" fmla="*/ 9246 h 1005633"/>
              <a:gd name="connsiteX11" fmla="*/ 4939179 w 5256262"/>
              <a:gd name="connsiteY11" fmla="*/ 272008 h 1005633"/>
              <a:gd name="connsiteX12" fmla="*/ 4850279 w 5256262"/>
              <a:gd name="connsiteY12" fmla="*/ 388228 h 1005633"/>
              <a:gd name="connsiteX13" fmla="*/ 5247855 w 5256262"/>
              <a:gd name="connsiteY13" fmla="*/ 736695 h 1005633"/>
              <a:gd name="connsiteX14" fmla="*/ 4418120 w 5256262"/>
              <a:gd name="connsiteY14" fmla="*/ 564768 h 1005633"/>
              <a:gd name="connsiteX15" fmla="*/ 4145428 w 5256262"/>
              <a:gd name="connsiteY15" fmla="*/ 395491 h 1005633"/>
              <a:gd name="connsiteX16" fmla="*/ 3920705 w 5256262"/>
              <a:gd name="connsiteY16" fmla="*/ 259732 h 1005633"/>
              <a:gd name="connsiteX17" fmla="*/ 3596855 w 5256262"/>
              <a:gd name="connsiteY17" fmla="*/ 240347 h 1005633"/>
              <a:gd name="connsiteX18" fmla="*/ 3414821 w 5256262"/>
              <a:gd name="connsiteY18" fmla="*/ 316547 h 1005633"/>
              <a:gd name="connsiteX19" fmla="*/ 3296288 w 5256262"/>
              <a:gd name="connsiteY19" fmla="*/ 435079 h 1005633"/>
              <a:gd name="connsiteX20" fmla="*/ 3084621 w 5256262"/>
              <a:gd name="connsiteY20" fmla="*/ 816079 h 1005633"/>
              <a:gd name="connsiteX21" fmla="*/ 2906821 w 5256262"/>
              <a:gd name="connsiteY21" fmla="*/ 968480 h 1005633"/>
              <a:gd name="connsiteX22" fmla="*/ 2542755 w 5256262"/>
              <a:gd name="connsiteY22" fmla="*/ 1002346 h 1005633"/>
              <a:gd name="connsiteX23" fmla="*/ 1856955 w 5256262"/>
              <a:gd name="connsiteY23" fmla="*/ 909213 h 1005633"/>
              <a:gd name="connsiteX24" fmla="*/ 1188088 w 5256262"/>
              <a:gd name="connsiteY24" fmla="*/ 697547 h 1005633"/>
              <a:gd name="connsiteX25" fmla="*/ 891755 w 5256262"/>
              <a:gd name="connsiteY25" fmla="*/ 426613 h 1005633"/>
              <a:gd name="connsiteX26" fmla="*/ 705488 w 5256262"/>
              <a:gd name="connsiteY26" fmla="*/ 299613 h 1005633"/>
              <a:gd name="connsiteX27" fmla="*/ 502288 w 5256262"/>
              <a:gd name="connsiteY27" fmla="*/ 248813 h 1005633"/>
              <a:gd name="connsiteX28" fmla="*/ 146687 w 5256262"/>
              <a:gd name="connsiteY28" fmla="*/ 206480 h 1005633"/>
              <a:gd name="connsiteX29" fmla="*/ 19688 w 5256262"/>
              <a:gd name="connsiteY29" fmla="*/ 206480 h 1005633"/>
              <a:gd name="connsiteX30" fmla="*/ 87421 w 5256262"/>
              <a:gd name="connsiteY30" fmla="*/ 113346 h 1005633"/>
              <a:gd name="connsiteX0" fmla="*/ 87421 w 5256262"/>
              <a:gd name="connsiteY0" fmla="*/ 130420 h 1022707"/>
              <a:gd name="connsiteX1" fmla="*/ 815555 w 5256262"/>
              <a:gd name="connsiteY1" fmla="*/ 274354 h 1022707"/>
              <a:gd name="connsiteX2" fmla="*/ 1416688 w 5256262"/>
              <a:gd name="connsiteY2" fmla="*/ 714620 h 1022707"/>
              <a:gd name="connsiteX3" fmla="*/ 2813688 w 5256262"/>
              <a:gd name="connsiteY3" fmla="*/ 909354 h 1022707"/>
              <a:gd name="connsiteX4" fmla="*/ 3313221 w 5256262"/>
              <a:gd name="connsiteY4" fmla="*/ 274354 h 1022707"/>
              <a:gd name="connsiteX5" fmla="*/ 3878372 w 5256262"/>
              <a:gd name="connsiteY5" fmla="*/ 172800 h 1022707"/>
              <a:gd name="connsiteX6" fmla="*/ 4346155 w 5256262"/>
              <a:gd name="connsiteY6" fmla="*/ 442861 h 1022707"/>
              <a:gd name="connsiteX7" fmla="*/ 4771605 w 5256262"/>
              <a:gd name="connsiteY7" fmla="*/ 537290 h 1022707"/>
              <a:gd name="connsiteX8" fmla="*/ 4653429 w 5256262"/>
              <a:gd name="connsiteY8" fmla="*/ 368984 h 1022707"/>
              <a:gd name="connsiteX9" fmla="*/ 4577229 w 5256262"/>
              <a:gd name="connsiteY9" fmla="*/ 34845 h 1022707"/>
              <a:gd name="connsiteX10" fmla="*/ 4913421 w 5256262"/>
              <a:gd name="connsiteY10" fmla="*/ 26320 h 1022707"/>
              <a:gd name="connsiteX11" fmla="*/ 4939179 w 5256262"/>
              <a:gd name="connsiteY11" fmla="*/ 289082 h 1022707"/>
              <a:gd name="connsiteX12" fmla="*/ 4850279 w 5256262"/>
              <a:gd name="connsiteY12" fmla="*/ 405302 h 1022707"/>
              <a:gd name="connsiteX13" fmla="*/ 5247855 w 5256262"/>
              <a:gd name="connsiteY13" fmla="*/ 753769 h 1022707"/>
              <a:gd name="connsiteX14" fmla="*/ 4418120 w 5256262"/>
              <a:gd name="connsiteY14" fmla="*/ 581842 h 1022707"/>
              <a:gd name="connsiteX15" fmla="*/ 4145428 w 5256262"/>
              <a:gd name="connsiteY15" fmla="*/ 412565 h 1022707"/>
              <a:gd name="connsiteX16" fmla="*/ 3920705 w 5256262"/>
              <a:gd name="connsiteY16" fmla="*/ 276806 h 1022707"/>
              <a:gd name="connsiteX17" fmla="*/ 3596855 w 5256262"/>
              <a:gd name="connsiteY17" fmla="*/ 257421 h 1022707"/>
              <a:gd name="connsiteX18" fmla="*/ 3414821 w 5256262"/>
              <a:gd name="connsiteY18" fmla="*/ 333621 h 1022707"/>
              <a:gd name="connsiteX19" fmla="*/ 3296288 w 5256262"/>
              <a:gd name="connsiteY19" fmla="*/ 452153 h 1022707"/>
              <a:gd name="connsiteX20" fmla="*/ 3084621 w 5256262"/>
              <a:gd name="connsiteY20" fmla="*/ 833153 h 1022707"/>
              <a:gd name="connsiteX21" fmla="*/ 2906821 w 5256262"/>
              <a:gd name="connsiteY21" fmla="*/ 985554 h 1022707"/>
              <a:gd name="connsiteX22" fmla="*/ 2542755 w 5256262"/>
              <a:gd name="connsiteY22" fmla="*/ 1019420 h 1022707"/>
              <a:gd name="connsiteX23" fmla="*/ 1856955 w 5256262"/>
              <a:gd name="connsiteY23" fmla="*/ 926287 h 1022707"/>
              <a:gd name="connsiteX24" fmla="*/ 1188088 w 5256262"/>
              <a:gd name="connsiteY24" fmla="*/ 714621 h 1022707"/>
              <a:gd name="connsiteX25" fmla="*/ 891755 w 5256262"/>
              <a:gd name="connsiteY25" fmla="*/ 443687 h 1022707"/>
              <a:gd name="connsiteX26" fmla="*/ 705488 w 5256262"/>
              <a:gd name="connsiteY26" fmla="*/ 316687 h 1022707"/>
              <a:gd name="connsiteX27" fmla="*/ 502288 w 5256262"/>
              <a:gd name="connsiteY27" fmla="*/ 265887 h 1022707"/>
              <a:gd name="connsiteX28" fmla="*/ 146687 w 5256262"/>
              <a:gd name="connsiteY28" fmla="*/ 223554 h 1022707"/>
              <a:gd name="connsiteX29" fmla="*/ 19688 w 5256262"/>
              <a:gd name="connsiteY29" fmla="*/ 223554 h 1022707"/>
              <a:gd name="connsiteX30" fmla="*/ 87421 w 5256262"/>
              <a:gd name="connsiteY30" fmla="*/ 130420 h 1022707"/>
              <a:gd name="connsiteX0" fmla="*/ 87421 w 5256262"/>
              <a:gd name="connsiteY0" fmla="*/ 129917 h 1022204"/>
              <a:gd name="connsiteX1" fmla="*/ 815555 w 5256262"/>
              <a:gd name="connsiteY1" fmla="*/ 273851 h 1022204"/>
              <a:gd name="connsiteX2" fmla="*/ 1416688 w 5256262"/>
              <a:gd name="connsiteY2" fmla="*/ 714117 h 1022204"/>
              <a:gd name="connsiteX3" fmla="*/ 2813688 w 5256262"/>
              <a:gd name="connsiteY3" fmla="*/ 908851 h 1022204"/>
              <a:gd name="connsiteX4" fmla="*/ 3313221 w 5256262"/>
              <a:gd name="connsiteY4" fmla="*/ 273851 h 1022204"/>
              <a:gd name="connsiteX5" fmla="*/ 3878372 w 5256262"/>
              <a:gd name="connsiteY5" fmla="*/ 172297 h 1022204"/>
              <a:gd name="connsiteX6" fmla="*/ 4346155 w 5256262"/>
              <a:gd name="connsiteY6" fmla="*/ 442358 h 1022204"/>
              <a:gd name="connsiteX7" fmla="*/ 4771605 w 5256262"/>
              <a:gd name="connsiteY7" fmla="*/ 536787 h 1022204"/>
              <a:gd name="connsiteX8" fmla="*/ 4653429 w 5256262"/>
              <a:gd name="connsiteY8" fmla="*/ 368481 h 1022204"/>
              <a:gd name="connsiteX9" fmla="*/ 4577229 w 5256262"/>
              <a:gd name="connsiteY9" fmla="*/ 34342 h 1022204"/>
              <a:gd name="connsiteX10" fmla="*/ 4913421 w 5256262"/>
              <a:gd name="connsiteY10" fmla="*/ 25817 h 1022204"/>
              <a:gd name="connsiteX11" fmla="*/ 4882029 w 5256262"/>
              <a:gd name="connsiteY11" fmla="*/ 281315 h 1022204"/>
              <a:gd name="connsiteX12" fmla="*/ 4850279 w 5256262"/>
              <a:gd name="connsiteY12" fmla="*/ 404799 h 1022204"/>
              <a:gd name="connsiteX13" fmla="*/ 5247855 w 5256262"/>
              <a:gd name="connsiteY13" fmla="*/ 753266 h 1022204"/>
              <a:gd name="connsiteX14" fmla="*/ 4418120 w 5256262"/>
              <a:gd name="connsiteY14" fmla="*/ 581339 h 1022204"/>
              <a:gd name="connsiteX15" fmla="*/ 4145428 w 5256262"/>
              <a:gd name="connsiteY15" fmla="*/ 412062 h 1022204"/>
              <a:gd name="connsiteX16" fmla="*/ 3920705 w 5256262"/>
              <a:gd name="connsiteY16" fmla="*/ 276303 h 1022204"/>
              <a:gd name="connsiteX17" fmla="*/ 3596855 w 5256262"/>
              <a:gd name="connsiteY17" fmla="*/ 256918 h 1022204"/>
              <a:gd name="connsiteX18" fmla="*/ 3414821 w 5256262"/>
              <a:gd name="connsiteY18" fmla="*/ 333118 h 1022204"/>
              <a:gd name="connsiteX19" fmla="*/ 3296288 w 5256262"/>
              <a:gd name="connsiteY19" fmla="*/ 451650 h 1022204"/>
              <a:gd name="connsiteX20" fmla="*/ 3084621 w 5256262"/>
              <a:gd name="connsiteY20" fmla="*/ 832650 h 1022204"/>
              <a:gd name="connsiteX21" fmla="*/ 2906821 w 5256262"/>
              <a:gd name="connsiteY21" fmla="*/ 985051 h 1022204"/>
              <a:gd name="connsiteX22" fmla="*/ 2542755 w 5256262"/>
              <a:gd name="connsiteY22" fmla="*/ 1018917 h 1022204"/>
              <a:gd name="connsiteX23" fmla="*/ 1856955 w 5256262"/>
              <a:gd name="connsiteY23" fmla="*/ 925784 h 1022204"/>
              <a:gd name="connsiteX24" fmla="*/ 1188088 w 5256262"/>
              <a:gd name="connsiteY24" fmla="*/ 714118 h 1022204"/>
              <a:gd name="connsiteX25" fmla="*/ 891755 w 5256262"/>
              <a:gd name="connsiteY25" fmla="*/ 443184 h 1022204"/>
              <a:gd name="connsiteX26" fmla="*/ 705488 w 5256262"/>
              <a:gd name="connsiteY26" fmla="*/ 316184 h 1022204"/>
              <a:gd name="connsiteX27" fmla="*/ 502288 w 5256262"/>
              <a:gd name="connsiteY27" fmla="*/ 265384 h 1022204"/>
              <a:gd name="connsiteX28" fmla="*/ 146687 w 5256262"/>
              <a:gd name="connsiteY28" fmla="*/ 223051 h 1022204"/>
              <a:gd name="connsiteX29" fmla="*/ 19688 w 5256262"/>
              <a:gd name="connsiteY29" fmla="*/ 223051 h 1022204"/>
              <a:gd name="connsiteX30" fmla="*/ 87421 w 5256262"/>
              <a:gd name="connsiteY30" fmla="*/ 129917 h 1022204"/>
              <a:gd name="connsiteX0" fmla="*/ 87421 w 5256262"/>
              <a:gd name="connsiteY0" fmla="*/ 129917 h 1022204"/>
              <a:gd name="connsiteX1" fmla="*/ 815555 w 5256262"/>
              <a:gd name="connsiteY1" fmla="*/ 273851 h 1022204"/>
              <a:gd name="connsiteX2" fmla="*/ 1416688 w 5256262"/>
              <a:gd name="connsiteY2" fmla="*/ 714117 h 1022204"/>
              <a:gd name="connsiteX3" fmla="*/ 2813688 w 5256262"/>
              <a:gd name="connsiteY3" fmla="*/ 908851 h 1022204"/>
              <a:gd name="connsiteX4" fmla="*/ 3313221 w 5256262"/>
              <a:gd name="connsiteY4" fmla="*/ 273851 h 1022204"/>
              <a:gd name="connsiteX5" fmla="*/ 3878372 w 5256262"/>
              <a:gd name="connsiteY5" fmla="*/ 172297 h 1022204"/>
              <a:gd name="connsiteX6" fmla="*/ 4346155 w 5256262"/>
              <a:gd name="connsiteY6" fmla="*/ 442358 h 1022204"/>
              <a:gd name="connsiteX7" fmla="*/ 4771605 w 5256262"/>
              <a:gd name="connsiteY7" fmla="*/ 536787 h 1022204"/>
              <a:gd name="connsiteX8" fmla="*/ 4640729 w 5256262"/>
              <a:gd name="connsiteY8" fmla="*/ 332162 h 1022204"/>
              <a:gd name="connsiteX9" fmla="*/ 4577229 w 5256262"/>
              <a:gd name="connsiteY9" fmla="*/ 34342 h 1022204"/>
              <a:gd name="connsiteX10" fmla="*/ 4913421 w 5256262"/>
              <a:gd name="connsiteY10" fmla="*/ 25817 h 1022204"/>
              <a:gd name="connsiteX11" fmla="*/ 4882029 w 5256262"/>
              <a:gd name="connsiteY11" fmla="*/ 281315 h 1022204"/>
              <a:gd name="connsiteX12" fmla="*/ 4850279 w 5256262"/>
              <a:gd name="connsiteY12" fmla="*/ 404799 h 1022204"/>
              <a:gd name="connsiteX13" fmla="*/ 5247855 w 5256262"/>
              <a:gd name="connsiteY13" fmla="*/ 753266 h 1022204"/>
              <a:gd name="connsiteX14" fmla="*/ 4418120 w 5256262"/>
              <a:gd name="connsiteY14" fmla="*/ 581339 h 1022204"/>
              <a:gd name="connsiteX15" fmla="*/ 4145428 w 5256262"/>
              <a:gd name="connsiteY15" fmla="*/ 412062 h 1022204"/>
              <a:gd name="connsiteX16" fmla="*/ 3920705 w 5256262"/>
              <a:gd name="connsiteY16" fmla="*/ 276303 h 1022204"/>
              <a:gd name="connsiteX17" fmla="*/ 3596855 w 5256262"/>
              <a:gd name="connsiteY17" fmla="*/ 256918 h 1022204"/>
              <a:gd name="connsiteX18" fmla="*/ 3414821 w 5256262"/>
              <a:gd name="connsiteY18" fmla="*/ 333118 h 1022204"/>
              <a:gd name="connsiteX19" fmla="*/ 3296288 w 5256262"/>
              <a:gd name="connsiteY19" fmla="*/ 451650 h 1022204"/>
              <a:gd name="connsiteX20" fmla="*/ 3084621 w 5256262"/>
              <a:gd name="connsiteY20" fmla="*/ 832650 h 1022204"/>
              <a:gd name="connsiteX21" fmla="*/ 2906821 w 5256262"/>
              <a:gd name="connsiteY21" fmla="*/ 985051 h 1022204"/>
              <a:gd name="connsiteX22" fmla="*/ 2542755 w 5256262"/>
              <a:gd name="connsiteY22" fmla="*/ 1018917 h 1022204"/>
              <a:gd name="connsiteX23" fmla="*/ 1856955 w 5256262"/>
              <a:gd name="connsiteY23" fmla="*/ 925784 h 1022204"/>
              <a:gd name="connsiteX24" fmla="*/ 1188088 w 5256262"/>
              <a:gd name="connsiteY24" fmla="*/ 714118 h 1022204"/>
              <a:gd name="connsiteX25" fmla="*/ 891755 w 5256262"/>
              <a:gd name="connsiteY25" fmla="*/ 443184 h 1022204"/>
              <a:gd name="connsiteX26" fmla="*/ 705488 w 5256262"/>
              <a:gd name="connsiteY26" fmla="*/ 316184 h 1022204"/>
              <a:gd name="connsiteX27" fmla="*/ 502288 w 5256262"/>
              <a:gd name="connsiteY27" fmla="*/ 265384 h 1022204"/>
              <a:gd name="connsiteX28" fmla="*/ 146687 w 5256262"/>
              <a:gd name="connsiteY28" fmla="*/ 223051 h 1022204"/>
              <a:gd name="connsiteX29" fmla="*/ 19688 w 5256262"/>
              <a:gd name="connsiteY29" fmla="*/ 223051 h 1022204"/>
              <a:gd name="connsiteX30" fmla="*/ 87421 w 5256262"/>
              <a:gd name="connsiteY30" fmla="*/ 129917 h 1022204"/>
              <a:gd name="connsiteX0" fmla="*/ 87421 w 5262867"/>
              <a:gd name="connsiteY0" fmla="*/ 129917 h 1022204"/>
              <a:gd name="connsiteX1" fmla="*/ 815555 w 5262867"/>
              <a:gd name="connsiteY1" fmla="*/ 273851 h 1022204"/>
              <a:gd name="connsiteX2" fmla="*/ 1416688 w 5262867"/>
              <a:gd name="connsiteY2" fmla="*/ 714117 h 1022204"/>
              <a:gd name="connsiteX3" fmla="*/ 2813688 w 5262867"/>
              <a:gd name="connsiteY3" fmla="*/ 908851 h 1022204"/>
              <a:gd name="connsiteX4" fmla="*/ 3313221 w 5262867"/>
              <a:gd name="connsiteY4" fmla="*/ 273851 h 1022204"/>
              <a:gd name="connsiteX5" fmla="*/ 3878372 w 5262867"/>
              <a:gd name="connsiteY5" fmla="*/ 172297 h 1022204"/>
              <a:gd name="connsiteX6" fmla="*/ 4346155 w 5262867"/>
              <a:gd name="connsiteY6" fmla="*/ 442358 h 1022204"/>
              <a:gd name="connsiteX7" fmla="*/ 4771605 w 5262867"/>
              <a:gd name="connsiteY7" fmla="*/ 536787 h 1022204"/>
              <a:gd name="connsiteX8" fmla="*/ 4640729 w 5262867"/>
              <a:gd name="connsiteY8" fmla="*/ 332162 h 1022204"/>
              <a:gd name="connsiteX9" fmla="*/ 4577229 w 5262867"/>
              <a:gd name="connsiteY9" fmla="*/ 34342 h 1022204"/>
              <a:gd name="connsiteX10" fmla="*/ 4913421 w 5262867"/>
              <a:gd name="connsiteY10" fmla="*/ 25817 h 1022204"/>
              <a:gd name="connsiteX11" fmla="*/ 4882029 w 5262867"/>
              <a:gd name="connsiteY11" fmla="*/ 281315 h 1022204"/>
              <a:gd name="connsiteX12" fmla="*/ 4850279 w 5262867"/>
              <a:gd name="connsiteY12" fmla="*/ 404799 h 1022204"/>
              <a:gd name="connsiteX13" fmla="*/ 4945528 w 5262867"/>
              <a:gd name="connsiteY13" fmla="*/ 608188 h 1022204"/>
              <a:gd name="connsiteX14" fmla="*/ 5247855 w 5262867"/>
              <a:gd name="connsiteY14" fmla="*/ 753266 h 1022204"/>
              <a:gd name="connsiteX15" fmla="*/ 4418120 w 5262867"/>
              <a:gd name="connsiteY15" fmla="*/ 581339 h 1022204"/>
              <a:gd name="connsiteX16" fmla="*/ 4145428 w 5262867"/>
              <a:gd name="connsiteY16" fmla="*/ 412062 h 1022204"/>
              <a:gd name="connsiteX17" fmla="*/ 3920705 w 5262867"/>
              <a:gd name="connsiteY17" fmla="*/ 276303 h 1022204"/>
              <a:gd name="connsiteX18" fmla="*/ 3596855 w 5262867"/>
              <a:gd name="connsiteY18" fmla="*/ 256918 h 1022204"/>
              <a:gd name="connsiteX19" fmla="*/ 3414821 w 5262867"/>
              <a:gd name="connsiteY19" fmla="*/ 333118 h 1022204"/>
              <a:gd name="connsiteX20" fmla="*/ 3296288 w 5262867"/>
              <a:gd name="connsiteY20" fmla="*/ 451650 h 1022204"/>
              <a:gd name="connsiteX21" fmla="*/ 3084621 w 5262867"/>
              <a:gd name="connsiteY21" fmla="*/ 832650 h 1022204"/>
              <a:gd name="connsiteX22" fmla="*/ 2906821 w 5262867"/>
              <a:gd name="connsiteY22" fmla="*/ 985051 h 1022204"/>
              <a:gd name="connsiteX23" fmla="*/ 2542755 w 5262867"/>
              <a:gd name="connsiteY23" fmla="*/ 1018917 h 1022204"/>
              <a:gd name="connsiteX24" fmla="*/ 1856955 w 5262867"/>
              <a:gd name="connsiteY24" fmla="*/ 925784 h 1022204"/>
              <a:gd name="connsiteX25" fmla="*/ 1188088 w 5262867"/>
              <a:gd name="connsiteY25" fmla="*/ 714118 h 1022204"/>
              <a:gd name="connsiteX26" fmla="*/ 891755 w 5262867"/>
              <a:gd name="connsiteY26" fmla="*/ 443184 h 1022204"/>
              <a:gd name="connsiteX27" fmla="*/ 705488 w 5262867"/>
              <a:gd name="connsiteY27" fmla="*/ 316184 h 1022204"/>
              <a:gd name="connsiteX28" fmla="*/ 502288 w 5262867"/>
              <a:gd name="connsiteY28" fmla="*/ 265384 h 1022204"/>
              <a:gd name="connsiteX29" fmla="*/ 146687 w 5262867"/>
              <a:gd name="connsiteY29" fmla="*/ 223051 h 1022204"/>
              <a:gd name="connsiteX30" fmla="*/ 19688 w 5262867"/>
              <a:gd name="connsiteY30" fmla="*/ 223051 h 1022204"/>
              <a:gd name="connsiteX31" fmla="*/ 87421 w 5262867"/>
              <a:gd name="connsiteY31" fmla="*/ 129917 h 1022204"/>
              <a:gd name="connsiteX0" fmla="*/ 87421 w 4954253"/>
              <a:gd name="connsiteY0" fmla="*/ 129917 h 1022204"/>
              <a:gd name="connsiteX1" fmla="*/ 815555 w 4954253"/>
              <a:gd name="connsiteY1" fmla="*/ 273851 h 1022204"/>
              <a:gd name="connsiteX2" fmla="*/ 1416688 w 4954253"/>
              <a:gd name="connsiteY2" fmla="*/ 714117 h 1022204"/>
              <a:gd name="connsiteX3" fmla="*/ 2813688 w 4954253"/>
              <a:gd name="connsiteY3" fmla="*/ 908851 h 1022204"/>
              <a:gd name="connsiteX4" fmla="*/ 3313221 w 4954253"/>
              <a:gd name="connsiteY4" fmla="*/ 273851 h 1022204"/>
              <a:gd name="connsiteX5" fmla="*/ 3878372 w 4954253"/>
              <a:gd name="connsiteY5" fmla="*/ 172297 h 1022204"/>
              <a:gd name="connsiteX6" fmla="*/ 4346155 w 4954253"/>
              <a:gd name="connsiteY6" fmla="*/ 442358 h 1022204"/>
              <a:gd name="connsiteX7" fmla="*/ 4771605 w 4954253"/>
              <a:gd name="connsiteY7" fmla="*/ 536787 h 1022204"/>
              <a:gd name="connsiteX8" fmla="*/ 4640729 w 4954253"/>
              <a:gd name="connsiteY8" fmla="*/ 332162 h 1022204"/>
              <a:gd name="connsiteX9" fmla="*/ 4577229 w 4954253"/>
              <a:gd name="connsiteY9" fmla="*/ 34342 h 1022204"/>
              <a:gd name="connsiteX10" fmla="*/ 4913421 w 4954253"/>
              <a:gd name="connsiteY10" fmla="*/ 25817 h 1022204"/>
              <a:gd name="connsiteX11" fmla="*/ 4882029 w 4954253"/>
              <a:gd name="connsiteY11" fmla="*/ 281315 h 1022204"/>
              <a:gd name="connsiteX12" fmla="*/ 4850279 w 4954253"/>
              <a:gd name="connsiteY12" fmla="*/ 404799 h 1022204"/>
              <a:gd name="connsiteX13" fmla="*/ 4945528 w 4954253"/>
              <a:gd name="connsiteY13" fmla="*/ 608188 h 1022204"/>
              <a:gd name="connsiteX14" fmla="*/ 4593805 w 4954253"/>
              <a:gd name="connsiteY14" fmla="*/ 651572 h 1022204"/>
              <a:gd name="connsiteX15" fmla="*/ 4418120 w 4954253"/>
              <a:gd name="connsiteY15" fmla="*/ 581339 h 1022204"/>
              <a:gd name="connsiteX16" fmla="*/ 4145428 w 4954253"/>
              <a:gd name="connsiteY16" fmla="*/ 412062 h 1022204"/>
              <a:gd name="connsiteX17" fmla="*/ 3920705 w 4954253"/>
              <a:gd name="connsiteY17" fmla="*/ 276303 h 1022204"/>
              <a:gd name="connsiteX18" fmla="*/ 3596855 w 4954253"/>
              <a:gd name="connsiteY18" fmla="*/ 256918 h 1022204"/>
              <a:gd name="connsiteX19" fmla="*/ 3414821 w 4954253"/>
              <a:gd name="connsiteY19" fmla="*/ 333118 h 1022204"/>
              <a:gd name="connsiteX20" fmla="*/ 3296288 w 4954253"/>
              <a:gd name="connsiteY20" fmla="*/ 451650 h 1022204"/>
              <a:gd name="connsiteX21" fmla="*/ 3084621 w 4954253"/>
              <a:gd name="connsiteY21" fmla="*/ 832650 h 1022204"/>
              <a:gd name="connsiteX22" fmla="*/ 2906821 w 4954253"/>
              <a:gd name="connsiteY22" fmla="*/ 985051 h 1022204"/>
              <a:gd name="connsiteX23" fmla="*/ 2542755 w 4954253"/>
              <a:gd name="connsiteY23" fmla="*/ 1018917 h 1022204"/>
              <a:gd name="connsiteX24" fmla="*/ 1856955 w 4954253"/>
              <a:gd name="connsiteY24" fmla="*/ 925784 h 1022204"/>
              <a:gd name="connsiteX25" fmla="*/ 1188088 w 4954253"/>
              <a:gd name="connsiteY25" fmla="*/ 714118 h 1022204"/>
              <a:gd name="connsiteX26" fmla="*/ 891755 w 4954253"/>
              <a:gd name="connsiteY26" fmla="*/ 443184 h 1022204"/>
              <a:gd name="connsiteX27" fmla="*/ 705488 w 4954253"/>
              <a:gd name="connsiteY27" fmla="*/ 316184 h 1022204"/>
              <a:gd name="connsiteX28" fmla="*/ 502288 w 4954253"/>
              <a:gd name="connsiteY28" fmla="*/ 265384 h 1022204"/>
              <a:gd name="connsiteX29" fmla="*/ 146687 w 4954253"/>
              <a:gd name="connsiteY29" fmla="*/ 223051 h 1022204"/>
              <a:gd name="connsiteX30" fmla="*/ 19688 w 4954253"/>
              <a:gd name="connsiteY30" fmla="*/ 223051 h 1022204"/>
              <a:gd name="connsiteX31" fmla="*/ 87421 w 4954253"/>
              <a:gd name="connsiteY31" fmla="*/ 129917 h 1022204"/>
              <a:gd name="connsiteX0" fmla="*/ 87421 w 4975828"/>
              <a:gd name="connsiteY0" fmla="*/ 129917 h 1022204"/>
              <a:gd name="connsiteX1" fmla="*/ 815555 w 4975828"/>
              <a:gd name="connsiteY1" fmla="*/ 273851 h 1022204"/>
              <a:gd name="connsiteX2" fmla="*/ 1416688 w 4975828"/>
              <a:gd name="connsiteY2" fmla="*/ 714117 h 1022204"/>
              <a:gd name="connsiteX3" fmla="*/ 2813688 w 4975828"/>
              <a:gd name="connsiteY3" fmla="*/ 908851 h 1022204"/>
              <a:gd name="connsiteX4" fmla="*/ 3313221 w 4975828"/>
              <a:gd name="connsiteY4" fmla="*/ 273851 h 1022204"/>
              <a:gd name="connsiteX5" fmla="*/ 3878372 w 4975828"/>
              <a:gd name="connsiteY5" fmla="*/ 172297 h 1022204"/>
              <a:gd name="connsiteX6" fmla="*/ 4346155 w 4975828"/>
              <a:gd name="connsiteY6" fmla="*/ 442358 h 1022204"/>
              <a:gd name="connsiteX7" fmla="*/ 4771605 w 4975828"/>
              <a:gd name="connsiteY7" fmla="*/ 536787 h 1022204"/>
              <a:gd name="connsiteX8" fmla="*/ 4640729 w 4975828"/>
              <a:gd name="connsiteY8" fmla="*/ 332162 h 1022204"/>
              <a:gd name="connsiteX9" fmla="*/ 4577229 w 4975828"/>
              <a:gd name="connsiteY9" fmla="*/ 34342 h 1022204"/>
              <a:gd name="connsiteX10" fmla="*/ 4913421 w 4975828"/>
              <a:gd name="connsiteY10" fmla="*/ 25817 h 1022204"/>
              <a:gd name="connsiteX11" fmla="*/ 4882029 w 4975828"/>
              <a:gd name="connsiteY11" fmla="*/ 281315 h 1022204"/>
              <a:gd name="connsiteX12" fmla="*/ 4850279 w 4975828"/>
              <a:gd name="connsiteY12" fmla="*/ 404799 h 1022204"/>
              <a:gd name="connsiteX13" fmla="*/ 4945528 w 4975828"/>
              <a:gd name="connsiteY13" fmla="*/ 608188 h 1022204"/>
              <a:gd name="connsiteX14" fmla="*/ 4873205 w 4975828"/>
              <a:gd name="connsiteY14" fmla="*/ 796849 h 1022204"/>
              <a:gd name="connsiteX15" fmla="*/ 4418120 w 4975828"/>
              <a:gd name="connsiteY15" fmla="*/ 581339 h 1022204"/>
              <a:gd name="connsiteX16" fmla="*/ 4145428 w 4975828"/>
              <a:gd name="connsiteY16" fmla="*/ 412062 h 1022204"/>
              <a:gd name="connsiteX17" fmla="*/ 3920705 w 4975828"/>
              <a:gd name="connsiteY17" fmla="*/ 276303 h 1022204"/>
              <a:gd name="connsiteX18" fmla="*/ 3596855 w 4975828"/>
              <a:gd name="connsiteY18" fmla="*/ 256918 h 1022204"/>
              <a:gd name="connsiteX19" fmla="*/ 3414821 w 4975828"/>
              <a:gd name="connsiteY19" fmla="*/ 333118 h 1022204"/>
              <a:gd name="connsiteX20" fmla="*/ 3296288 w 4975828"/>
              <a:gd name="connsiteY20" fmla="*/ 451650 h 1022204"/>
              <a:gd name="connsiteX21" fmla="*/ 3084621 w 4975828"/>
              <a:gd name="connsiteY21" fmla="*/ 832650 h 1022204"/>
              <a:gd name="connsiteX22" fmla="*/ 2906821 w 4975828"/>
              <a:gd name="connsiteY22" fmla="*/ 985051 h 1022204"/>
              <a:gd name="connsiteX23" fmla="*/ 2542755 w 4975828"/>
              <a:gd name="connsiteY23" fmla="*/ 1018917 h 1022204"/>
              <a:gd name="connsiteX24" fmla="*/ 1856955 w 4975828"/>
              <a:gd name="connsiteY24" fmla="*/ 925784 h 1022204"/>
              <a:gd name="connsiteX25" fmla="*/ 1188088 w 4975828"/>
              <a:gd name="connsiteY25" fmla="*/ 714118 h 1022204"/>
              <a:gd name="connsiteX26" fmla="*/ 891755 w 4975828"/>
              <a:gd name="connsiteY26" fmla="*/ 443184 h 1022204"/>
              <a:gd name="connsiteX27" fmla="*/ 705488 w 4975828"/>
              <a:gd name="connsiteY27" fmla="*/ 316184 h 1022204"/>
              <a:gd name="connsiteX28" fmla="*/ 502288 w 4975828"/>
              <a:gd name="connsiteY28" fmla="*/ 265384 h 1022204"/>
              <a:gd name="connsiteX29" fmla="*/ 146687 w 4975828"/>
              <a:gd name="connsiteY29" fmla="*/ 223051 h 1022204"/>
              <a:gd name="connsiteX30" fmla="*/ 19688 w 4975828"/>
              <a:gd name="connsiteY30" fmla="*/ 223051 h 1022204"/>
              <a:gd name="connsiteX31" fmla="*/ 87421 w 4975828"/>
              <a:gd name="connsiteY31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46155 w 4975610"/>
              <a:gd name="connsiteY6" fmla="*/ 442358 h 1022204"/>
              <a:gd name="connsiteX7" fmla="*/ 4771605 w 4975610"/>
              <a:gd name="connsiteY7" fmla="*/ 536787 h 1022204"/>
              <a:gd name="connsiteX8" fmla="*/ 4640729 w 4975610"/>
              <a:gd name="connsiteY8" fmla="*/ 332162 h 1022204"/>
              <a:gd name="connsiteX9" fmla="*/ 4577229 w 4975610"/>
              <a:gd name="connsiteY9" fmla="*/ 34342 h 1022204"/>
              <a:gd name="connsiteX10" fmla="*/ 4913421 w 4975610"/>
              <a:gd name="connsiteY10" fmla="*/ 25817 h 1022204"/>
              <a:gd name="connsiteX11" fmla="*/ 4882029 w 4975610"/>
              <a:gd name="connsiteY11" fmla="*/ 281315 h 1022204"/>
              <a:gd name="connsiteX12" fmla="*/ 4850279 w 4975610"/>
              <a:gd name="connsiteY12" fmla="*/ 404799 h 1022204"/>
              <a:gd name="connsiteX13" fmla="*/ 4945528 w 4975610"/>
              <a:gd name="connsiteY13" fmla="*/ 608188 h 1022204"/>
              <a:gd name="connsiteX14" fmla="*/ 4873205 w 4975610"/>
              <a:gd name="connsiteY14" fmla="*/ 796849 h 1022204"/>
              <a:gd name="connsiteX15" fmla="*/ 4424470 w 4975610"/>
              <a:gd name="connsiteY15" fmla="*/ 712089 h 1022204"/>
              <a:gd name="connsiteX16" fmla="*/ 4145428 w 4975610"/>
              <a:gd name="connsiteY16" fmla="*/ 412062 h 1022204"/>
              <a:gd name="connsiteX17" fmla="*/ 3920705 w 4975610"/>
              <a:gd name="connsiteY17" fmla="*/ 276303 h 1022204"/>
              <a:gd name="connsiteX18" fmla="*/ 3596855 w 4975610"/>
              <a:gd name="connsiteY18" fmla="*/ 256918 h 1022204"/>
              <a:gd name="connsiteX19" fmla="*/ 3414821 w 4975610"/>
              <a:gd name="connsiteY19" fmla="*/ 333118 h 1022204"/>
              <a:gd name="connsiteX20" fmla="*/ 3296288 w 4975610"/>
              <a:gd name="connsiteY20" fmla="*/ 451650 h 1022204"/>
              <a:gd name="connsiteX21" fmla="*/ 3084621 w 4975610"/>
              <a:gd name="connsiteY21" fmla="*/ 832650 h 1022204"/>
              <a:gd name="connsiteX22" fmla="*/ 2906821 w 4975610"/>
              <a:gd name="connsiteY22" fmla="*/ 985051 h 1022204"/>
              <a:gd name="connsiteX23" fmla="*/ 2542755 w 4975610"/>
              <a:gd name="connsiteY23" fmla="*/ 1018917 h 1022204"/>
              <a:gd name="connsiteX24" fmla="*/ 1856955 w 4975610"/>
              <a:gd name="connsiteY24" fmla="*/ 925784 h 1022204"/>
              <a:gd name="connsiteX25" fmla="*/ 1188088 w 4975610"/>
              <a:gd name="connsiteY25" fmla="*/ 714118 h 1022204"/>
              <a:gd name="connsiteX26" fmla="*/ 891755 w 4975610"/>
              <a:gd name="connsiteY26" fmla="*/ 443184 h 1022204"/>
              <a:gd name="connsiteX27" fmla="*/ 705488 w 4975610"/>
              <a:gd name="connsiteY27" fmla="*/ 316184 h 1022204"/>
              <a:gd name="connsiteX28" fmla="*/ 502288 w 4975610"/>
              <a:gd name="connsiteY28" fmla="*/ 265384 h 1022204"/>
              <a:gd name="connsiteX29" fmla="*/ 146687 w 4975610"/>
              <a:gd name="connsiteY29" fmla="*/ 223051 h 1022204"/>
              <a:gd name="connsiteX30" fmla="*/ 19688 w 4975610"/>
              <a:gd name="connsiteY30" fmla="*/ 223051 h 1022204"/>
              <a:gd name="connsiteX31" fmla="*/ 87421 w 4975610"/>
              <a:gd name="connsiteY31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58855 w 4975610"/>
              <a:gd name="connsiteY6" fmla="*/ 464150 h 1022204"/>
              <a:gd name="connsiteX7" fmla="*/ 4771605 w 4975610"/>
              <a:gd name="connsiteY7" fmla="*/ 536787 h 1022204"/>
              <a:gd name="connsiteX8" fmla="*/ 4640729 w 4975610"/>
              <a:gd name="connsiteY8" fmla="*/ 332162 h 1022204"/>
              <a:gd name="connsiteX9" fmla="*/ 4577229 w 4975610"/>
              <a:gd name="connsiteY9" fmla="*/ 34342 h 1022204"/>
              <a:gd name="connsiteX10" fmla="*/ 4913421 w 4975610"/>
              <a:gd name="connsiteY10" fmla="*/ 25817 h 1022204"/>
              <a:gd name="connsiteX11" fmla="*/ 4882029 w 4975610"/>
              <a:gd name="connsiteY11" fmla="*/ 281315 h 1022204"/>
              <a:gd name="connsiteX12" fmla="*/ 4850279 w 4975610"/>
              <a:gd name="connsiteY12" fmla="*/ 404799 h 1022204"/>
              <a:gd name="connsiteX13" fmla="*/ 4945528 w 4975610"/>
              <a:gd name="connsiteY13" fmla="*/ 608188 h 1022204"/>
              <a:gd name="connsiteX14" fmla="*/ 4873205 w 4975610"/>
              <a:gd name="connsiteY14" fmla="*/ 796849 h 1022204"/>
              <a:gd name="connsiteX15" fmla="*/ 4424470 w 4975610"/>
              <a:gd name="connsiteY15" fmla="*/ 712089 h 1022204"/>
              <a:gd name="connsiteX16" fmla="*/ 4145428 w 4975610"/>
              <a:gd name="connsiteY16" fmla="*/ 412062 h 1022204"/>
              <a:gd name="connsiteX17" fmla="*/ 3920705 w 4975610"/>
              <a:gd name="connsiteY17" fmla="*/ 276303 h 1022204"/>
              <a:gd name="connsiteX18" fmla="*/ 3596855 w 4975610"/>
              <a:gd name="connsiteY18" fmla="*/ 256918 h 1022204"/>
              <a:gd name="connsiteX19" fmla="*/ 3414821 w 4975610"/>
              <a:gd name="connsiteY19" fmla="*/ 333118 h 1022204"/>
              <a:gd name="connsiteX20" fmla="*/ 3296288 w 4975610"/>
              <a:gd name="connsiteY20" fmla="*/ 451650 h 1022204"/>
              <a:gd name="connsiteX21" fmla="*/ 3084621 w 4975610"/>
              <a:gd name="connsiteY21" fmla="*/ 832650 h 1022204"/>
              <a:gd name="connsiteX22" fmla="*/ 2906821 w 4975610"/>
              <a:gd name="connsiteY22" fmla="*/ 985051 h 1022204"/>
              <a:gd name="connsiteX23" fmla="*/ 2542755 w 4975610"/>
              <a:gd name="connsiteY23" fmla="*/ 1018917 h 1022204"/>
              <a:gd name="connsiteX24" fmla="*/ 1856955 w 4975610"/>
              <a:gd name="connsiteY24" fmla="*/ 925784 h 1022204"/>
              <a:gd name="connsiteX25" fmla="*/ 1188088 w 4975610"/>
              <a:gd name="connsiteY25" fmla="*/ 714118 h 1022204"/>
              <a:gd name="connsiteX26" fmla="*/ 891755 w 4975610"/>
              <a:gd name="connsiteY26" fmla="*/ 443184 h 1022204"/>
              <a:gd name="connsiteX27" fmla="*/ 705488 w 4975610"/>
              <a:gd name="connsiteY27" fmla="*/ 316184 h 1022204"/>
              <a:gd name="connsiteX28" fmla="*/ 502288 w 4975610"/>
              <a:gd name="connsiteY28" fmla="*/ 265384 h 1022204"/>
              <a:gd name="connsiteX29" fmla="*/ 146687 w 4975610"/>
              <a:gd name="connsiteY29" fmla="*/ 223051 h 1022204"/>
              <a:gd name="connsiteX30" fmla="*/ 19688 w 4975610"/>
              <a:gd name="connsiteY30" fmla="*/ 223051 h 1022204"/>
              <a:gd name="connsiteX31" fmla="*/ 87421 w 4975610"/>
              <a:gd name="connsiteY31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58855 w 4975610"/>
              <a:gd name="connsiteY6" fmla="*/ 464150 h 1022204"/>
              <a:gd name="connsiteX7" fmla="*/ 4551827 w 4975610"/>
              <a:gd name="connsiteY7" fmla="*/ 651771 h 1022204"/>
              <a:gd name="connsiteX8" fmla="*/ 4771605 w 4975610"/>
              <a:gd name="connsiteY8" fmla="*/ 536787 h 1022204"/>
              <a:gd name="connsiteX9" fmla="*/ 4640729 w 4975610"/>
              <a:gd name="connsiteY9" fmla="*/ 332162 h 1022204"/>
              <a:gd name="connsiteX10" fmla="*/ 4577229 w 4975610"/>
              <a:gd name="connsiteY10" fmla="*/ 34342 h 1022204"/>
              <a:gd name="connsiteX11" fmla="*/ 4913421 w 4975610"/>
              <a:gd name="connsiteY11" fmla="*/ 25817 h 1022204"/>
              <a:gd name="connsiteX12" fmla="*/ 4882029 w 4975610"/>
              <a:gd name="connsiteY12" fmla="*/ 281315 h 1022204"/>
              <a:gd name="connsiteX13" fmla="*/ 4850279 w 4975610"/>
              <a:gd name="connsiteY13" fmla="*/ 404799 h 1022204"/>
              <a:gd name="connsiteX14" fmla="*/ 4945528 w 4975610"/>
              <a:gd name="connsiteY14" fmla="*/ 608188 h 1022204"/>
              <a:gd name="connsiteX15" fmla="*/ 4873205 w 4975610"/>
              <a:gd name="connsiteY15" fmla="*/ 796849 h 1022204"/>
              <a:gd name="connsiteX16" fmla="*/ 4424470 w 4975610"/>
              <a:gd name="connsiteY16" fmla="*/ 712089 h 1022204"/>
              <a:gd name="connsiteX17" fmla="*/ 4145428 w 4975610"/>
              <a:gd name="connsiteY17" fmla="*/ 412062 h 1022204"/>
              <a:gd name="connsiteX18" fmla="*/ 3920705 w 4975610"/>
              <a:gd name="connsiteY18" fmla="*/ 276303 h 1022204"/>
              <a:gd name="connsiteX19" fmla="*/ 3596855 w 4975610"/>
              <a:gd name="connsiteY19" fmla="*/ 256918 h 1022204"/>
              <a:gd name="connsiteX20" fmla="*/ 3414821 w 4975610"/>
              <a:gd name="connsiteY20" fmla="*/ 333118 h 1022204"/>
              <a:gd name="connsiteX21" fmla="*/ 3296288 w 4975610"/>
              <a:gd name="connsiteY21" fmla="*/ 451650 h 1022204"/>
              <a:gd name="connsiteX22" fmla="*/ 3084621 w 4975610"/>
              <a:gd name="connsiteY22" fmla="*/ 832650 h 1022204"/>
              <a:gd name="connsiteX23" fmla="*/ 2906821 w 4975610"/>
              <a:gd name="connsiteY23" fmla="*/ 985051 h 1022204"/>
              <a:gd name="connsiteX24" fmla="*/ 2542755 w 4975610"/>
              <a:gd name="connsiteY24" fmla="*/ 1018917 h 1022204"/>
              <a:gd name="connsiteX25" fmla="*/ 1856955 w 4975610"/>
              <a:gd name="connsiteY25" fmla="*/ 925784 h 1022204"/>
              <a:gd name="connsiteX26" fmla="*/ 1188088 w 4975610"/>
              <a:gd name="connsiteY26" fmla="*/ 714118 h 1022204"/>
              <a:gd name="connsiteX27" fmla="*/ 891755 w 4975610"/>
              <a:gd name="connsiteY27" fmla="*/ 443184 h 1022204"/>
              <a:gd name="connsiteX28" fmla="*/ 705488 w 4975610"/>
              <a:gd name="connsiteY28" fmla="*/ 316184 h 1022204"/>
              <a:gd name="connsiteX29" fmla="*/ 502288 w 4975610"/>
              <a:gd name="connsiteY29" fmla="*/ 265384 h 1022204"/>
              <a:gd name="connsiteX30" fmla="*/ 146687 w 4975610"/>
              <a:gd name="connsiteY30" fmla="*/ 223051 h 1022204"/>
              <a:gd name="connsiteX31" fmla="*/ 19688 w 4975610"/>
              <a:gd name="connsiteY31" fmla="*/ 223051 h 1022204"/>
              <a:gd name="connsiteX32" fmla="*/ 87421 w 4975610"/>
              <a:gd name="connsiteY32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27105 w 4975610"/>
              <a:gd name="connsiteY6" fmla="*/ 464150 h 1022204"/>
              <a:gd name="connsiteX7" fmla="*/ 4551827 w 4975610"/>
              <a:gd name="connsiteY7" fmla="*/ 651771 h 1022204"/>
              <a:gd name="connsiteX8" fmla="*/ 4771605 w 4975610"/>
              <a:gd name="connsiteY8" fmla="*/ 536787 h 1022204"/>
              <a:gd name="connsiteX9" fmla="*/ 4640729 w 4975610"/>
              <a:gd name="connsiteY9" fmla="*/ 332162 h 1022204"/>
              <a:gd name="connsiteX10" fmla="*/ 4577229 w 4975610"/>
              <a:gd name="connsiteY10" fmla="*/ 34342 h 1022204"/>
              <a:gd name="connsiteX11" fmla="*/ 4913421 w 4975610"/>
              <a:gd name="connsiteY11" fmla="*/ 25817 h 1022204"/>
              <a:gd name="connsiteX12" fmla="*/ 4882029 w 4975610"/>
              <a:gd name="connsiteY12" fmla="*/ 281315 h 1022204"/>
              <a:gd name="connsiteX13" fmla="*/ 4850279 w 4975610"/>
              <a:gd name="connsiteY13" fmla="*/ 404799 h 1022204"/>
              <a:gd name="connsiteX14" fmla="*/ 4945528 w 4975610"/>
              <a:gd name="connsiteY14" fmla="*/ 608188 h 1022204"/>
              <a:gd name="connsiteX15" fmla="*/ 4873205 w 4975610"/>
              <a:gd name="connsiteY15" fmla="*/ 796849 h 1022204"/>
              <a:gd name="connsiteX16" fmla="*/ 4424470 w 4975610"/>
              <a:gd name="connsiteY16" fmla="*/ 712089 h 1022204"/>
              <a:gd name="connsiteX17" fmla="*/ 4145428 w 4975610"/>
              <a:gd name="connsiteY17" fmla="*/ 412062 h 1022204"/>
              <a:gd name="connsiteX18" fmla="*/ 3920705 w 4975610"/>
              <a:gd name="connsiteY18" fmla="*/ 276303 h 1022204"/>
              <a:gd name="connsiteX19" fmla="*/ 3596855 w 4975610"/>
              <a:gd name="connsiteY19" fmla="*/ 256918 h 1022204"/>
              <a:gd name="connsiteX20" fmla="*/ 3414821 w 4975610"/>
              <a:gd name="connsiteY20" fmla="*/ 333118 h 1022204"/>
              <a:gd name="connsiteX21" fmla="*/ 3296288 w 4975610"/>
              <a:gd name="connsiteY21" fmla="*/ 451650 h 1022204"/>
              <a:gd name="connsiteX22" fmla="*/ 3084621 w 4975610"/>
              <a:gd name="connsiteY22" fmla="*/ 832650 h 1022204"/>
              <a:gd name="connsiteX23" fmla="*/ 2906821 w 4975610"/>
              <a:gd name="connsiteY23" fmla="*/ 985051 h 1022204"/>
              <a:gd name="connsiteX24" fmla="*/ 2542755 w 4975610"/>
              <a:gd name="connsiteY24" fmla="*/ 1018917 h 1022204"/>
              <a:gd name="connsiteX25" fmla="*/ 1856955 w 4975610"/>
              <a:gd name="connsiteY25" fmla="*/ 925784 h 1022204"/>
              <a:gd name="connsiteX26" fmla="*/ 1188088 w 4975610"/>
              <a:gd name="connsiteY26" fmla="*/ 714118 h 1022204"/>
              <a:gd name="connsiteX27" fmla="*/ 891755 w 4975610"/>
              <a:gd name="connsiteY27" fmla="*/ 443184 h 1022204"/>
              <a:gd name="connsiteX28" fmla="*/ 705488 w 4975610"/>
              <a:gd name="connsiteY28" fmla="*/ 316184 h 1022204"/>
              <a:gd name="connsiteX29" fmla="*/ 502288 w 4975610"/>
              <a:gd name="connsiteY29" fmla="*/ 265384 h 1022204"/>
              <a:gd name="connsiteX30" fmla="*/ 146687 w 4975610"/>
              <a:gd name="connsiteY30" fmla="*/ 223051 h 1022204"/>
              <a:gd name="connsiteX31" fmla="*/ 19688 w 4975610"/>
              <a:gd name="connsiteY31" fmla="*/ 223051 h 1022204"/>
              <a:gd name="connsiteX32" fmla="*/ 87421 w 4975610"/>
              <a:gd name="connsiteY32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27105 w 4975610"/>
              <a:gd name="connsiteY6" fmla="*/ 464150 h 1022204"/>
              <a:gd name="connsiteX7" fmla="*/ 4437527 w 4975610"/>
              <a:gd name="connsiteY7" fmla="*/ 622716 h 1022204"/>
              <a:gd name="connsiteX8" fmla="*/ 4771605 w 4975610"/>
              <a:gd name="connsiteY8" fmla="*/ 536787 h 1022204"/>
              <a:gd name="connsiteX9" fmla="*/ 4640729 w 4975610"/>
              <a:gd name="connsiteY9" fmla="*/ 332162 h 1022204"/>
              <a:gd name="connsiteX10" fmla="*/ 4577229 w 4975610"/>
              <a:gd name="connsiteY10" fmla="*/ 34342 h 1022204"/>
              <a:gd name="connsiteX11" fmla="*/ 4913421 w 4975610"/>
              <a:gd name="connsiteY11" fmla="*/ 25817 h 1022204"/>
              <a:gd name="connsiteX12" fmla="*/ 4882029 w 4975610"/>
              <a:gd name="connsiteY12" fmla="*/ 281315 h 1022204"/>
              <a:gd name="connsiteX13" fmla="*/ 4850279 w 4975610"/>
              <a:gd name="connsiteY13" fmla="*/ 404799 h 1022204"/>
              <a:gd name="connsiteX14" fmla="*/ 4945528 w 4975610"/>
              <a:gd name="connsiteY14" fmla="*/ 608188 h 1022204"/>
              <a:gd name="connsiteX15" fmla="*/ 4873205 w 4975610"/>
              <a:gd name="connsiteY15" fmla="*/ 796849 h 1022204"/>
              <a:gd name="connsiteX16" fmla="*/ 4424470 w 4975610"/>
              <a:gd name="connsiteY16" fmla="*/ 712089 h 1022204"/>
              <a:gd name="connsiteX17" fmla="*/ 4145428 w 4975610"/>
              <a:gd name="connsiteY17" fmla="*/ 412062 h 1022204"/>
              <a:gd name="connsiteX18" fmla="*/ 3920705 w 4975610"/>
              <a:gd name="connsiteY18" fmla="*/ 276303 h 1022204"/>
              <a:gd name="connsiteX19" fmla="*/ 3596855 w 4975610"/>
              <a:gd name="connsiteY19" fmla="*/ 256918 h 1022204"/>
              <a:gd name="connsiteX20" fmla="*/ 3414821 w 4975610"/>
              <a:gd name="connsiteY20" fmla="*/ 333118 h 1022204"/>
              <a:gd name="connsiteX21" fmla="*/ 3296288 w 4975610"/>
              <a:gd name="connsiteY21" fmla="*/ 451650 h 1022204"/>
              <a:gd name="connsiteX22" fmla="*/ 3084621 w 4975610"/>
              <a:gd name="connsiteY22" fmla="*/ 832650 h 1022204"/>
              <a:gd name="connsiteX23" fmla="*/ 2906821 w 4975610"/>
              <a:gd name="connsiteY23" fmla="*/ 985051 h 1022204"/>
              <a:gd name="connsiteX24" fmla="*/ 2542755 w 4975610"/>
              <a:gd name="connsiteY24" fmla="*/ 1018917 h 1022204"/>
              <a:gd name="connsiteX25" fmla="*/ 1856955 w 4975610"/>
              <a:gd name="connsiteY25" fmla="*/ 925784 h 1022204"/>
              <a:gd name="connsiteX26" fmla="*/ 1188088 w 4975610"/>
              <a:gd name="connsiteY26" fmla="*/ 714118 h 1022204"/>
              <a:gd name="connsiteX27" fmla="*/ 891755 w 4975610"/>
              <a:gd name="connsiteY27" fmla="*/ 443184 h 1022204"/>
              <a:gd name="connsiteX28" fmla="*/ 705488 w 4975610"/>
              <a:gd name="connsiteY28" fmla="*/ 316184 h 1022204"/>
              <a:gd name="connsiteX29" fmla="*/ 502288 w 4975610"/>
              <a:gd name="connsiteY29" fmla="*/ 265384 h 1022204"/>
              <a:gd name="connsiteX30" fmla="*/ 146687 w 4975610"/>
              <a:gd name="connsiteY30" fmla="*/ 223051 h 1022204"/>
              <a:gd name="connsiteX31" fmla="*/ 19688 w 4975610"/>
              <a:gd name="connsiteY31" fmla="*/ 223051 h 1022204"/>
              <a:gd name="connsiteX32" fmla="*/ 87421 w 4975610"/>
              <a:gd name="connsiteY32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27105 w 4975610"/>
              <a:gd name="connsiteY6" fmla="*/ 464150 h 1022204"/>
              <a:gd name="connsiteX7" fmla="*/ 4488327 w 4975610"/>
              <a:gd name="connsiteY7" fmla="*/ 644508 h 1022204"/>
              <a:gd name="connsiteX8" fmla="*/ 4771605 w 4975610"/>
              <a:gd name="connsiteY8" fmla="*/ 536787 h 1022204"/>
              <a:gd name="connsiteX9" fmla="*/ 4640729 w 4975610"/>
              <a:gd name="connsiteY9" fmla="*/ 332162 h 1022204"/>
              <a:gd name="connsiteX10" fmla="*/ 4577229 w 4975610"/>
              <a:gd name="connsiteY10" fmla="*/ 34342 h 1022204"/>
              <a:gd name="connsiteX11" fmla="*/ 4913421 w 4975610"/>
              <a:gd name="connsiteY11" fmla="*/ 25817 h 1022204"/>
              <a:gd name="connsiteX12" fmla="*/ 4882029 w 4975610"/>
              <a:gd name="connsiteY12" fmla="*/ 281315 h 1022204"/>
              <a:gd name="connsiteX13" fmla="*/ 4850279 w 4975610"/>
              <a:gd name="connsiteY13" fmla="*/ 404799 h 1022204"/>
              <a:gd name="connsiteX14" fmla="*/ 4945528 w 4975610"/>
              <a:gd name="connsiteY14" fmla="*/ 608188 h 1022204"/>
              <a:gd name="connsiteX15" fmla="*/ 4873205 w 4975610"/>
              <a:gd name="connsiteY15" fmla="*/ 796849 h 1022204"/>
              <a:gd name="connsiteX16" fmla="*/ 4424470 w 4975610"/>
              <a:gd name="connsiteY16" fmla="*/ 712089 h 1022204"/>
              <a:gd name="connsiteX17" fmla="*/ 4145428 w 4975610"/>
              <a:gd name="connsiteY17" fmla="*/ 412062 h 1022204"/>
              <a:gd name="connsiteX18" fmla="*/ 3920705 w 4975610"/>
              <a:gd name="connsiteY18" fmla="*/ 276303 h 1022204"/>
              <a:gd name="connsiteX19" fmla="*/ 3596855 w 4975610"/>
              <a:gd name="connsiteY19" fmla="*/ 256918 h 1022204"/>
              <a:gd name="connsiteX20" fmla="*/ 3414821 w 4975610"/>
              <a:gd name="connsiteY20" fmla="*/ 333118 h 1022204"/>
              <a:gd name="connsiteX21" fmla="*/ 3296288 w 4975610"/>
              <a:gd name="connsiteY21" fmla="*/ 451650 h 1022204"/>
              <a:gd name="connsiteX22" fmla="*/ 3084621 w 4975610"/>
              <a:gd name="connsiteY22" fmla="*/ 832650 h 1022204"/>
              <a:gd name="connsiteX23" fmla="*/ 2906821 w 4975610"/>
              <a:gd name="connsiteY23" fmla="*/ 985051 h 1022204"/>
              <a:gd name="connsiteX24" fmla="*/ 2542755 w 4975610"/>
              <a:gd name="connsiteY24" fmla="*/ 1018917 h 1022204"/>
              <a:gd name="connsiteX25" fmla="*/ 1856955 w 4975610"/>
              <a:gd name="connsiteY25" fmla="*/ 925784 h 1022204"/>
              <a:gd name="connsiteX26" fmla="*/ 1188088 w 4975610"/>
              <a:gd name="connsiteY26" fmla="*/ 714118 h 1022204"/>
              <a:gd name="connsiteX27" fmla="*/ 891755 w 4975610"/>
              <a:gd name="connsiteY27" fmla="*/ 443184 h 1022204"/>
              <a:gd name="connsiteX28" fmla="*/ 705488 w 4975610"/>
              <a:gd name="connsiteY28" fmla="*/ 316184 h 1022204"/>
              <a:gd name="connsiteX29" fmla="*/ 502288 w 4975610"/>
              <a:gd name="connsiteY29" fmla="*/ 265384 h 1022204"/>
              <a:gd name="connsiteX30" fmla="*/ 146687 w 4975610"/>
              <a:gd name="connsiteY30" fmla="*/ 223051 h 1022204"/>
              <a:gd name="connsiteX31" fmla="*/ 19688 w 4975610"/>
              <a:gd name="connsiteY31" fmla="*/ 223051 h 1022204"/>
              <a:gd name="connsiteX32" fmla="*/ 87421 w 4975610"/>
              <a:gd name="connsiteY32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27105 w 4975610"/>
              <a:gd name="connsiteY6" fmla="*/ 464150 h 1022204"/>
              <a:gd name="connsiteX7" fmla="*/ 4469277 w 4975610"/>
              <a:gd name="connsiteY7" fmla="*/ 622716 h 1022204"/>
              <a:gd name="connsiteX8" fmla="*/ 4771605 w 4975610"/>
              <a:gd name="connsiteY8" fmla="*/ 536787 h 1022204"/>
              <a:gd name="connsiteX9" fmla="*/ 4640729 w 4975610"/>
              <a:gd name="connsiteY9" fmla="*/ 332162 h 1022204"/>
              <a:gd name="connsiteX10" fmla="*/ 4577229 w 4975610"/>
              <a:gd name="connsiteY10" fmla="*/ 34342 h 1022204"/>
              <a:gd name="connsiteX11" fmla="*/ 4913421 w 4975610"/>
              <a:gd name="connsiteY11" fmla="*/ 25817 h 1022204"/>
              <a:gd name="connsiteX12" fmla="*/ 4882029 w 4975610"/>
              <a:gd name="connsiteY12" fmla="*/ 281315 h 1022204"/>
              <a:gd name="connsiteX13" fmla="*/ 4850279 w 4975610"/>
              <a:gd name="connsiteY13" fmla="*/ 404799 h 1022204"/>
              <a:gd name="connsiteX14" fmla="*/ 4945528 w 4975610"/>
              <a:gd name="connsiteY14" fmla="*/ 608188 h 1022204"/>
              <a:gd name="connsiteX15" fmla="*/ 4873205 w 4975610"/>
              <a:gd name="connsiteY15" fmla="*/ 796849 h 1022204"/>
              <a:gd name="connsiteX16" fmla="*/ 4424470 w 4975610"/>
              <a:gd name="connsiteY16" fmla="*/ 712089 h 1022204"/>
              <a:gd name="connsiteX17" fmla="*/ 4145428 w 4975610"/>
              <a:gd name="connsiteY17" fmla="*/ 412062 h 1022204"/>
              <a:gd name="connsiteX18" fmla="*/ 3920705 w 4975610"/>
              <a:gd name="connsiteY18" fmla="*/ 276303 h 1022204"/>
              <a:gd name="connsiteX19" fmla="*/ 3596855 w 4975610"/>
              <a:gd name="connsiteY19" fmla="*/ 256918 h 1022204"/>
              <a:gd name="connsiteX20" fmla="*/ 3414821 w 4975610"/>
              <a:gd name="connsiteY20" fmla="*/ 333118 h 1022204"/>
              <a:gd name="connsiteX21" fmla="*/ 3296288 w 4975610"/>
              <a:gd name="connsiteY21" fmla="*/ 451650 h 1022204"/>
              <a:gd name="connsiteX22" fmla="*/ 3084621 w 4975610"/>
              <a:gd name="connsiteY22" fmla="*/ 832650 h 1022204"/>
              <a:gd name="connsiteX23" fmla="*/ 2906821 w 4975610"/>
              <a:gd name="connsiteY23" fmla="*/ 985051 h 1022204"/>
              <a:gd name="connsiteX24" fmla="*/ 2542755 w 4975610"/>
              <a:gd name="connsiteY24" fmla="*/ 1018917 h 1022204"/>
              <a:gd name="connsiteX25" fmla="*/ 1856955 w 4975610"/>
              <a:gd name="connsiteY25" fmla="*/ 925784 h 1022204"/>
              <a:gd name="connsiteX26" fmla="*/ 1188088 w 4975610"/>
              <a:gd name="connsiteY26" fmla="*/ 714118 h 1022204"/>
              <a:gd name="connsiteX27" fmla="*/ 891755 w 4975610"/>
              <a:gd name="connsiteY27" fmla="*/ 443184 h 1022204"/>
              <a:gd name="connsiteX28" fmla="*/ 705488 w 4975610"/>
              <a:gd name="connsiteY28" fmla="*/ 316184 h 1022204"/>
              <a:gd name="connsiteX29" fmla="*/ 502288 w 4975610"/>
              <a:gd name="connsiteY29" fmla="*/ 265384 h 1022204"/>
              <a:gd name="connsiteX30" fmla="*/ 146687 w 4975610"/>
              <a:gd name="connsiteY30" fmla="*/ 223051 h 1022204"/>
              <a:gd name="connsiteX31" fmla="*/ 19688 w 4975610"/>
              <a:gd name="connsiteY31" fmla="*/ 223051 h 1022204"/>
              <a:gd name="connsiteX32" fmla="*/ 87421 w 4975610"/>
              <a:gd name="connsiteY32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27105 w 4975610"/>
              <a:gd name="connsiteY6" fmla="*/ 464150 h 1022204"/>
              <a:gd name="connsiteX7" fmla="*/ 4469277 w 4975610"/>
              <a:gd name="connsiteY7" fmla="*/ 622716 h 1022204"/>
              <a:gd name="connsiteX8" fmla="*/ 4710577 w 4975610"/>
              <a:gd name="connsiteY8" fmla="*/ 659035 h 1022204"/>
              <a:gd name="connsiteX9" fmla="*/ 4771605 w 4975610"/>
              <a:gd name="connsiteY9" fmla="*/ 536787 h 1022204"/>
              <a:gd name="connsiteX10" fmla="*/ 4640729 w 4975610"/>
              <a:gd name="connsiteY10" fmla="*/ 332162 h 1022204"/>
              <a:gd name="connsiteX11" fmla="*/ 4577229 w 4975610"/>
              <a:gd name="connsiteY11" fmla="*/ 34342 h 1022204"/>
              <a:gd name="connsiteX12" fmla="*/ 4913421 w 4975610"/>
              <a:gd name="connsiteY12" fmla="*/ 25817 h 1022204"/>
              <a:gd name="connsiteX13" fmla="*/ 4882029 w 4975610"/>
              <a:gd name="connsiteY13" fmla="*/ 281315 h 1022204"/>
              <a:gd name="connsiteX14" fmla="*/ 4850279 w 4975610"/>
              <a:gd name="connsiteY14" fmla="*/ 404799 h 1022204"/>
              <a:gd name="connsiteX15" fmla="*/ 4945528 w 4975610"/>
              <a:gd name="connsiteY15" fmla="*/ 608188 h 1022204"/>
              <a:gd name="connsiteX16" fmla="*/ 4873205 w 4975610"/>
              <a:gd name="connsiteY16" fmla="*/ 796849 h 1022204"/>
              <a:gd name="connsiteX17" fmla="*/ 4424470 w 4975610"/>
              <a:gd name="connsiteY17" fmla="*/ 712089 h 1022204"/>
              <a:gd name="connsiteX18" fmla="*/ 4145428 w 4975610"/>
              <a:gd name="connsiteY18" fmla="*/ 412062 h 1022204"/>
              <a:gd name="connsiteX19" fmla="*/ 3920705 w 4975610"/>
              <a:gd name="connsiteY19" fmla="*/ 276303 h 1022204"/>
              <a:gd name="connsiteX20" fmla="*/ 3596855 w 4975610"/>
              <a:gd name="connsiteY20" fmla="*/ 256918 h 1022204"/>
              <a:gd name="connsiteX21" fmla="*/ 3414821 w 4975610"/>
              <a:gd name="connsiteY21" fmla="*/ 333118 h 1022204"/>
              <a:gd name="connsiteX22" fmla="*/ 3296288 w 4975610"/>
              <a:gd name="connsiteY22" fmla="*/ 451650 h 1022204"/>
              <a:gd name="connsiteX23" fmla="*/ 3084621 w 4975610"/>
              <a:gd name="connsiteY23" fmla="*/ 832650 h 1022204"/>
              <a:gd name="connsiteX24" fmla="*/ 2906821 w 4975610"/>
              <a:gd name="connsiteY24" fmla="*/ 985051 h 1022204"/>
              <a:gd name="connsiteX25" fmla="*/ 2542755 w 4975610"/>
              <a:gd name="connsiteY25" fmla="*/ 1018917 h 1022204"/>
              <a:gd name="connsiteX26" fmla="*/ 1856955 w 4975610"/>
              <a:gd name="connsiteY26" fmla="*/ 925784 h 1022204"/>
              <a:gd name="connsiteX27" fmla="*/ 1188088 w 4975610"/>
              <a:gd name="connsiteY27" fmla="*/ 714118 h 1022204"/>
              <a:gd name="connsiteX28" fmla="*/ 891755 w 4975610"/>
              <a:gd name="connsiteY28" fmla="*/ 443184 h 1022204"/>
              <a:gd name="connsiteX29" fmla="*/ 705488 w 4975610"/>
              <a:gd name="connsiteY29" fmla="*/ 316184 h 1022204"/>
              <a:gd name="connsiteX30" fmla="*/ 502288 w 4975610"/>
              <a:gd name="connsiteY30" fmla="*/ 265384 h 1022204"/>
              <a:gd name="connsiteX31" fmla="*/ 146687 w 4975610"/>
              <a:gd name="connsiteY31" fmla="*/ 223051 h 1022204"/>
              <a:gd name="connsiteX32" fmla="*/ 19688 w 4975610"/>
              <a:gd name="connsiteY32" fmla="*/ 223051 h 1022204"/>
              <a:gd name="connsiteX33" fmla="*/ 87421 w 4975610"/>
              <a:gd name="connsiteY33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27105 w 4975610"/>
              <a:gd name="connsiteY6" fmla="*/ 464150 h 1022204"/>
              <a:gd name="connsiteX7" fmla="*/ 4469277 w 4975610"/>
              <a:gd name="connsiteY7" fmla="*/ 622716 h 1022204"/>
              <a:gd name="connsiteX8" fmla="*/ 4710577 w 4975610"/>
              <a:gd name="connsiteY8" fmla="*/ 659035 h 1022204"/>
              <a:gd name="connsiteX9" fmla="*/ 4771605 w 4975610"/>
              <a:gd name="connsiteY9" fmla="*/ 536787 h 1022204"/>
              <a:gd name="connsiteX10" fmla="*/ 4640729 w 4975610"/>
              <a:gd name="connsiteY10" fmla="*/ 332162 h 1022204"/>
              <a:gd name="connsiteX11" fmla="*/ 4577229 w 4975610"/>
              <a:gd name="connsiteY11" fmla="*/ 34342 h 1022204"/>
              <a:gd name="connsiteX12" fmla="*/ 4913421 w 4975610"/>
              <a:gd name="connsiteY12" fmla="*/ 25817 h 1022204"/>
              <a:gd name="connsiteX13" fmla="*/ 4882029 w 4975610"/>
              <a:gd name="connsiteY13" fmla="*/ 281315 h 1022204"/>
              <a:gd name="connsiteX14" fmla="*/ 4850279 w 4975610"/>
              <a:gd name="connsiteY14" fmla="*/ 404799 h 1022204"/>
              <a:gd name="connsiteX15" fmla="*/ 4945528 w 4975610"/>
              <a:gd name="connsiteY15" fmla="*/ 608188 h 1022204"/>
              <a:gd name="connsiteX16" fmla="*/ 4873205 w 4975610"/>
              <a:gd name="connsiteY16" fmla="*/ 796849 h 1022204"/>
              <a:gd name="connsiteX17" fmla="*/ 4424470 w 4975610"/>
              <a:gd name="connsiteY17" fmla="*/ 712089 h 1022204"/>
              <a:gd name="connsiteX18" fmla="*/ 4145428 w 4975610"/>
              <a:gd name="connsiteY18" fmla="*/ 412062 h 1022204"/>
              <a:gd name="connsiteX19" fmla="*/ 3920705 w 4975610"/>
              <a:gd name="connsiteY19" fmla="*/ 276303 h 1022204"/>
              <a:gd name="connsiteX20" fmla="*/ 3596855 w 4975610"/>
              <a:gd name="connsiteY20" fmla="*/ 256918 h 1022204"/>
              <a:gd name="connsiteX21" fmla="*/ 3414821 w 4975610"/>
              <a:gd name="connsiteY21" fmla="*/ 333118 h 1022204"/>
              <a:gd name="connsiteX22" fmla="*/ 3296288 w 4975610"/>
              <a:gd name="connsiteY22" fmla="*/ 451650 h 1022204"/>
              <a:gd name="connsiteX23" fmla="*/ 3084621 w 4975610"/>
              <a:gd name="connsiteY23" fmla="*/ 832650 h 1022204"/>
              <a:gd name="connsiteX24" fmla="*/ 2906821 w 4975610"/>
              <a:gd name="connsiteY24" fmla="*/ 985051 h 1022204"/>
              <a:gd name="connsiteX25" fmla="*/ 2542755 w 4975610"/>
              <a:gd name="connsiteY25" fmla="*/ 1018917 h 1022204"/>
              <a:gd name="connsiteX26" fmla="*/ 1856955 w 4975610"/>
              <a:gd name="connsiteY26" fmla="*/ 925784 h 1022204"/>
              <a:gd name="connsiteX27" fmla="*/ 1188088 w 4975610"/>
              <a:gd name="connsiteY27" fmla="*/ 714118 h 1022204"/>
              <a:gd name="connsiteX28" fmla="*/ 891755 w 4975610"/>
              <a:gd name="connsiteY28" fmla="*/ 443184 h 1022204"/>
              <a:gd name="connsiteX29" fmla="*/ 705488 w 4975610"/>
              <a:gd name="connsiteY29" fmla="*/ 316184 h 1022204"/>
              <a:gd name="connsiteX30" fmla="*/ 502288 w 4975610"/>
              <a:gd name="connsiteY30" fmla="*/ 265384 h 1022204"/>
              <a:gd name="connsiteX31" fmla="*/ 146687 w 4975610"/>
              <a:gd name="connsiteY31" fmla="*/ 223051 h 1022204"/>
              <a:gd name="connsiteX32" fmla="*/ 19688 w 4975610"/>
              <a:gd name="connsiteY32" fmla="*/ 223051 h 1022204"/>
              <a:gd name="connsiteX33" fmla="*/ 87421 w 4975610"/>
              <a:gd name="connsiteY33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27105 w 4975610"/>
              <a:gd name="connsiteY6" fmla="*/ 464150 h 1022204"/>
              <a:gd name="connsiteX7" fmla="*/ 4469277 w 4975610"/>
              <a:gd name="connsiteY7" fmla="*/ 622716 h 1022204"/>
              <a:gd name="connsiteX8" fmla="*/ 4767727 w 4975610"/>
              <a:gd name="connsiteY8" fmla="*/ 688091 h 1022204"/>
              <a:gd name="connsiteX9" fmla="*/ 4771605 w 4975610"/>
              <a:gd name="connsiteY9" fmla="*/ 536787 h 1022204"/>
              <a:gd name="connsiteX10" fmla="*/ 4640729 w 4975610"/>
              <a:gd name="connsiteY10" fmla="*/ 332162 h 1022204"/>
              <a:gd name="connsiteX11" fmla="*/ 4577229 w 4975610"/>
              <a:gd name="connsiteY11" fmla="*/ 34342 h 1022204"/>
              <a:gd name="connsiteX12" fmla="*/ 4913421 w 4975610"/>
              <a:gd name="connsiteY12" fmla="*/ 25817 h 1022204"/>
              <a:gd name="connsiteX13" fmla="*/ 4882029 w 4975610"/>
              <a:gd name="connsiteY13" fmla="*/ 281315 h 1022204"/>
              <a:gd name="connsiteX14" fmla="*/ 4850279 w 4975610"/>
              <a:gd name="connsiteY14" fmla="*/ 404799 h 1022204"/>
              <a:gd name="connsiteX15" fmla="*/ 4945528 w 4975610"/>
              <a:gd name="connsiteY15" fmla="*/ 608188 h 1022204"/>
              <a:gd name="connsiteX16" fmla="*/ 4873205 w 4975610"/>
              <a:gd name="connsiteY16" fmla="*/ 796849 h 1022204"/>
              <a:gd name="connsiteX17" fmla="*/ 4424470 w 4975610"/>
              <a:gd name="connsiteY17" fmla="*/ 712089 h 1022204"/>
              <a:gd name="connsiteX18" fmla="*/ 4145428 w 4975610"/>
              <a:gd name="connsiteY18" fmla="*/ 412062 h 1022204"/>
              <a:gd name="connsiteX19" fmla="*/ 3920705 w 4975610"/>
              <a:gd name="connsiteY19" fmla="*/ 276303 h 1022204"/>
              <a:gd name="connsiteX20" fmla="*/ 3596855 w 4975610"/>
              <a:gd name="connsiteY20" fmla="*/ 256918 h 1022204"/>
              <a:gd name="connsiteX21" fmla="*/ 3414821 w 4975610"/>
              <a:gd name="connsiteY21" fmla="*/ 333118 h 1022204"/>
              <a:gd name="connsiteX22" fmla="*/ 3296288 w 4975610"/>
              <a:gd name="connsiteY22" fmla="*/ 451650 h 1022204"/>
              <a:gd name="connsiteX23" fmla="*/ 3084621 w 4975610"/>
              <a:gd name="connsiteY23" fmla="*/ 832650 h 1022204"/>
              <a:gd name="connsiteX24" fmla="*/ 2906821 w 4975610"/>
              <a:gd name="connsiteY24" fmla="*/ 985051 h 1022204"/>
              <a:gd name="connsiteX25" fmla="*/ 2542755 w 4975610"/>
              <a:gd name="connsiteY25" fmla="*/ 1018917 h 1022204"/>
              <a:gd name="connsiteX26" fmla="*/ 1856955 w 4975610"/>
              <a:gd name="connsiteY26" fmla="*/ 925784 h 1022204"/>
              <a:gd name="connsiteX27" fmla="*/ 1188088 w 4975610"/>
              <a:gd name="connsiteY27" fmla="*/ 714118 h 1022204"/>
              <a:gd name="connsiteX28" fmla="*/ 891755 w 4975610"/>
              <a:gd name="connsiteY28" fmla="*/ 443184 h 1022204"/>
              <a:gd name="connsiteX29" fmla="*/ 705488 w 4975610"/>
              <a:gd name="connsiteY29" fmla="*/ 316184 h 1022204"/>
              <a:gd name="connsiteX30" fmla="*/ 502288 w 4975610"/>
              <a:gd name="connsiteY30" fmla="*/ 265384 h 1022204"/>
              <a:gd name="connsiteX31" fmla="*/ 146687 w 4975610"/>
              <a:gd name="connsiteY31" fmla="*/ 223051 h 1022204"/>
              <a:gd name="connsiteX32" fmla="*/ 19688 w 4975610"/>
              <a:gd name="connsiteY32" fmla="*/ 223051 h 1022204"/>
              <a:gd name="connsiteX33" fmla="*/ 87421 w 4975610"/>
              <a:gd name="connsiteY33" fmla="*/ 129917 h 1022204"/>
              <a:gd name="connsiteX0" fmla="*/ 87421 w 4942938"/>
              <a:gd name="connsiteY0" fmla="*/ 129917 h 1022204"/>
              <a:gd name="connsiteX1" fmla="*/ 815555 w 4942938"/>
              <a:gd name="connsiteY1" fmla="*/ 273851 h 1022204"/>
              <a:gd name="connsiteX2" fmla="*/ 1416688 w 4942938"/>
              <a:gd name="connsiteY2" fmla="*/ 714117 h 1022204"/>
              <a:gd name="connsiteX3" fmla="*/ 2813688 w 4942938"/>
              <a:gd name="connsiteY3" fmla="*/ 908851 h 1022204"/>
              <a:gd name="connsiteX4" fmla="*/ 3313221 w 4942938"/>
              <a:gd name="connsiteY4" fmla="*/ 273851 h 1022204"/>
              <a:gd name="connsiteX5" fmla="*/ 3878372 w 4942938"/>
              <a:gd name="connsiteY5" fmla="*/ 172297 h 1022204"/>
              <a:gd name="connsiteX6" fmla="*/ 4327105 w 4942938"/>
              <a:gd name="connsiteY6" fmla="*/ 464150 h 1022204"/>
              <a:gd name="connsiteX7" fmla="*/ 4469277 w 4942938"/>
              <a:gd name="connsiteY7" fmla="*/ 622716 h 1022204"/>
              <a:gd name="connsiteX8" fmla="*/ 4767727 w 4942938"/>
              <a:gd name="connsiteY8" fmla="*/ 688091 h 1022204"/>
              <a:gd name="connsiteX9" fmla="*/ 4771605 w 4942938"/>
              <a:gd name="connsiteY9" fmla="*/ 536787 h 1022204"/>
              <a:gd name="connsiteX10" fmla="*/ 4640729 w 4942938"/>
              <a:gd name="connsiteY10" fmla="*/ 332162 h 1022204"/>
              <a:gd name="connsiteX11" fmla="*/ 4577229 w 4942938"/>
              <a:gd name="connsiteY11" fmla="*/ 34342 h 1022204"/>
              <a:gd name="connsiteX12" fmla="*/ 4913421 w 4942938"/>
              <a:gd name="connsiteY12" fmla="*/ 25817 h 1022204"/>
              <a:gd name="connsiteX13" fmla="*/ 4882029 w 4942938"/>
              <a:gd name="connsiteY13" fmla="*/ 281315 h 1022204"/>
              <a:gd name="connsiteX14" fmla="*/ 4850279 w 4942938"/>
              <a:gd name="connsiteY14" fmla="*/ 404799 h 1022204"/>
              <a:gd name="connsiteX15" fmla="*/ 4901078 w 4942938"/>
              <a:gd name="connsiteY15" fmla="*/ 659035 h 1022204"/>
              <a:gd name="connsiteX16" fmla="*/ 4873205 w 4942938"/>
              <a:gd name="connsiteY16" fmla="*/ 796849 h 1022204"/>
              <a:gd name="connsiteX17" fmla="*/ 4424470 w 4942938"/>
              <a:gd name="connsiteY17" fmla="*/ 712089 h 1022204"/>
              <a:gd name="connsiteX18" fmla="*/ 4145428 w 4942938"/>
              <a:gd name="connsiteY18" fmla="*/ 412062 h 1022204"/>
              <a:gd name="connsiteX19" fmla="*/ 3920705 w 4942938"/>
              <a:gd name="connsiteY19" fmla="*/ 276303 h 1022204"/>
              <a:gd name="connsiteX20" fmla="*/ 3596855 w 4942938"/>
              <a:gd name="connsiteY20" fmla="*/ 256918 h 1022204"/>
              <a:gd name="connsiteX21" fmla="*/ 3414821 w 4942938"/>
              <a:gd name="connsiteY21" fmla="*/ 333118 h 1022204"/>
              <a:gd name="connsiteX22" fmla="*/ 3296288 w 4942938"/>
              <a:gd name="connsiteY22" fmla="*/ 451650 h 1022204"/>
              <a:gd name="connsiteX23" fmla="*/ 3084621 w 4942938"/>
              <a:gd name="connsiteY23" fmla="*/ 832650 h 1022204"/>
              <a:gd name="connsiteX24" fmla="*/ 2906821 w 4942938"/>
              <a:gd name="connsiteY24" fmla="*/ 985051 h 1022204"/>
              <a:gd name="connsiteX25" fmla="*/ 2542755 w 4942938"/>
              <a:gd name="connsiteY25" fmla="*/ 1018917 h 1022204"/>
              <a:gd name="connsiteX26" fmla="*/ 1856955 w 4942938"/>
              <a:gd name="connsiteY26" fmla="*/ 925784 h 1022204"/>
              <a:gd name="connsiteX27" fmla="*/ 1188088 w 4942938"/>
              <a:gd name="connsiteY27" fmla="*/ 714118 h 1022204"/>
              <a:gd name="connsiteX28" fmla="*/ 891755 w 4942938"/>
              <a:gd name="connsiteY28" fmla="*/ 443184 h 1022204"/>
              <a:gd name="connsiteX29" fmla="*/ 705488 w 4942938"/>
              <a:gd name="connsiteY29" fmla="*/ 316184 h 1022204"/>
              <a:gd name="connsiteX30" fmla="*/ 502288 w 4942938"/>
              <a:gd name="connsiteY30" fmla="*/ 265384 h 1022204"/>
              <a:gd name="connsiteX31" fmla="*/ 146687 w 4942938"/>
              <a:gd name="connsiteY31" fmla="*/ 223051 h 1022204"/>
              <a:gd name="connsiteX32" fmla="*/ 19688 w 4942938"/>
              <a:gd name="connsiteY32" fmla="*/ 223051 h 1022204"/>
              <a:gd name="connsiteX33" fmla="*/ 87421 w 4942938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27105 w 4930686"/>
              <a:gd name="connsiteY6" fmla="*/ 464150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901078 w 4930686"/>
              <a:gd name="connsiteY15" fmla="*/ 659035 h 1022204"/>
              <a:gd name="connsiteX16" fmla="*/ 47716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27105 w 4930686"/>
              <a:gd name="connsiteY6" fmla="*/ 464150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901078 w 4930686"/>
              <a:gd name="connsiteY15" fmla="*/ 659035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27105 w 4930686"/>
              <a:gd name="connsiteY6" fmla="*/ 464150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2978 w 4930686"/>
              <a:gd name="connsiteY15" fmla="*/ 717146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5989"/>
              <a:gd name="connsiteY0" fmla="*/ 129917 h 1022204"/>
              <a:gd name="connsiteX1" fmla="*/ 815555 w 4935989"/>
              <a:gd name="connsiteY1" fmla="*/ 273851 h 1022204"/>
              <a:gd name="connsiteX2" fmla="*/ 1416688 w 4935989"/>
              <a:gd name="connsiteY2" fmla="*/ 714117 h 1022204"/>
              <a:gd name="connsiteX3" fmla="*/ 2813688 w 4935989"/>
              <a:gd name="connsiteY3" fmla="*/ 908851 h 1022204"/>
              <a:gd name="connsiteX4" fmla="*/ 3313221 w 4935989"/>
              <a:gd name="connsiteY4" fmla="*/ 273851 h 1022204"/>
              <a:gd name="connsiteX5" fmla="*/ 3878372 w 4935989"/>
              <a:gd name="connsiteY5" fmla="*/ 172297 h 1022204"/>
              <a:gd name="connsiteX6" fmla="*/ 4327105 w 4935989"/>
              <a:gd name="connsiteY6" fmla="*/ 464150 h 1022204"/>
              <a:gd name="connsiteX7" fmla="*/ 4469277 w 4935989"/>
              <a:gd name="connsiteY7" fmla="*/ 622716 h 1022204"/>
              <a:gd name="connsiteX8" fmla="*/ 4767727 w 4935989"/>
              <a:gd name="connsiteY8" fmla="*/ 688091 h 1022204"/>
              <a:gd name="connsiteX9" fmla="*/ 4771605 w 4935989"/>
              <a:gd name="connsiteY9" fmla="*/ 536787 h 1022204"/>
              <a:gd name="connsiteX10" fmla="*/ 4640729 w 4935989"/>
              <a:gd name="connsiteY10" fmla="*/ 332162 h 1022204"/>
              <a:gd name="connsiteX11" fmla="*/ 4577229 w 4935989"/>
              <a:gd name="connsiteY11" fmla="*/ 34342 h 1022204"/>
              <a:gd name="connsiteX12" fmla="*/ 4913421 w 4935989"/>
              <a:gd name="connsiteY12" fmla="*/ 25817 h 1022204"/>
              <a:gd name="connsiteX13" fmla="*/ 4882029 w 4935989"/>
              <a:gd name="connsiteY13" fmla="*/ 281315 h 1022204"/>
              <a:gd name="connsiteX14" fmla="*/ 4850279 w 4935989"/>
              <a:gd name="connsiteY14" fmla="*/ 404799 h 1022204"/>
              <a:gd name="connsiteX15" fmla="*/ 4920128 w 4935989"/>
              <a:gd name="connsiteY15" fmla="*/ 702618 h 1022204"/>
              <a:gd name="connsiteX16" fmla="*/ 4746205 w 4935989"/>
              <a:gd name="connsiteY16" fmla="*/ 804113 h 1022204"/>
              <a:gd name="connsiteX17" fmla="*/ 4424470 w 4935989"/>
              <a:gd name="connsiteY17" fmla="*/ 712089 h 1022204"/>
              <a:gd name="connsiteX18" fmla="*/ 4145428 w 4935989"/>
              <a:gd name="connsiteY18" fmla="*/ 412062 h 1022204"/>
              <a:gd name="connsiteX19" fmla="*/ 3920705 w 4935989"/>
              <a:gd name="connsiteY19" fmla="*/ 276303 h 1022204"/>
              <a:gd name="connsiteX20" fmla="*/ 3596855 w 4935989"/>
              <a:gd name="connsiteY20" fmla="*/ 256918 h 1022204"/>
              <a:gd name="connsiteX21" fmla="*/ 3414821 w 4935989"/>
              <a:gd name="connsiteY21" fmla="*/ 333118 h 1022204"/>
              <a:gd name="connsiteX22" fmla="*/ 3296288 w 4935989"/>
              <a:gd name="connsiteY22" fmla="*/ 451650 h 1022204"/>
              <a:gd name="connsiteX23" fmla="*/ 3084621 w 4935989"/>
              <a:gd name="connsiteY23" fmla="*/ 832650 h 1022204"/>
              <a:gd name="connsiteX24" fmla="*/ 2906821 w 4935989"/>
              <a:gd name="connsiteY24" fmla="*/ 985051 h 1022204"/>
              <a:gd name="connsiteX25" fmla="*/ 2542755 w 4935989"/>
              <a:gd name="connsiteY25" fmla="*/ 1018917 h 1022204"/>
              <a:gd name="connsiteX26" fmla="*/ 1856955 w 4935989"/>
              <a:gd name="connsiteY26" fmla="*/ 925784 h 1022204"/>
              <a:gd name="connsiteX27" fmla="*/ 1188088 w 4935989"/>
              <a:gd name="connsiteY27" fmla="*/ 714118 h 1022204"/>
              <a:gd name="connsiteX28" fmla="*/ 891755 w 4935989"/>
              <a:gd name="connsiteY28" fmla="*/ 443184 h 1022204"/>
              <a:gd name="connsiteX29" fmla="*/ 705488 w 4935989"/>
              <a:gd name="connsiteY29" fmla="*/ 316184 h 1022204"/>
              <a:gd name="connsiteX30" fmla="*/ 502288 w 4935989"/>
              <a:gd name="connsiteY30" fmla="*/ 265384 h 1022204"/>
              <a:gd name="connsiteX31" fmla="*/ 146687 w 4935989"/>
              <a:gd name="connsiteY31" fmla="*/ 223051 h 1022204"/>
              <a:gd name="connsiteX32" fmla="*/ 19688 w 4935989"/>
              <a:gd name="connsiteY32" fmla="*/ 223051 h 1022204"/>
              <a:gd name="connsiteX33" fmla="*/ 87421 w 4935989"/>
              <a:gd name="connsiteY33" fmla="*/ 129917 h 1022204"/>
              <a:gd name="connsiteX0" fmla="*/ 87421 w 4935989"/>
              <a:gd name="connsiteY0" fmla="*/ 129917 h 1022204"/>
              <a:gd name="connsiteX1" fmla="*/ 815555 w 4935989"/>
              <a:gd name="connsiteY1" fmla="*/ 273851 h 1022204"/>
              <a:gd name="connsiteX2" fmla="*/ 1416688 w 4935989"/>
              <a:gd name="connsiteY2" fmla="*/ 714117 h 1022204"/>
              <a:gd name="connsiteX3" fmla="*/ 2813688 w 4935989"/>
              <a:gd name="connsiteY3" fmla="*/ 908851 h 1022204"/>
              <a:gd name="connsiteX4" fmla="*/ 3313221 w 4935989"/>
              <a:gd name="connsiteY4" fmla="*/ 273851 h 1022204"/>
              <a:gd name="connsiteX5" fmla="*/ 3878372 w 4935989"/>
              <a:gd name="connsiteY5" fmla="*/ 172297 h 1022204"/>
              <a:gd name="connsiteX6" fmla="*/ 4327105 w 4935989"/>
              <a:gd name="connsiteY6" fmla="*/ 464150 h 1022204"/>
              <a:gd name="connsiteX7" fmla="*/ 4469277 w 4935989"/>
              <a:gd name="connsiteY7" fmla="*/ 622716 h 1022204"/>
              <a:gd name="connsiteX8" fmla="*/ 4767727 w 4935989"/>
              <a:gd name="connsiteY8" fmla="*/ 688091 h 1022204"/>
              <a:gd name="connsiteX9" fmla="*/ 4771605 w 4935989"/>
              <a:gd name="connsiteY9" fmla="*/ 536787 h 1022204"/>
              <a:gd name="connsiteX10" fmla="*/ 4640729 w 4935989"/>
              <a:gd name="connsiteY10" fmla="*/ 332162 h 1022204"/>
              <a:gd name="connsiteX11" fmla="*/ 4577229 w 4935989"/>
              <a:gd name="connsiteY11" fmla="*/ 34342 h 1022204"/>
              <a:gd name="connsiteX12" fmla="*/ 4913421 w 4935989"/>
              <a:gd name="connsiteY12" fmla="*/ 25817 h 1022204"/>
              <a:gd name="connsiteX13" fmla="*/ 4882029 w 4935989"/>
              <a:gd name="connsiteY13" fmla="*/ 281315 h 1022204"/>
              <a:gd name="connsiteX14" fmla="*/ 4850279 w 4935989"/>
              <a:gd name="connsiteY14" fmla="*/ 404799 h 1022204"/>
              <a:gd name="connsiteX15" fmla="*/ 4920128 w 4935989"/>
              <a:gd name="connsiteY15" fmla="*/ 702618 h 1022204"/>
              <a:gd name="connsiteX16" fmla="*/ 4746205 w 4935989"/>
              <a:gd name="connsiteY16" fmla="*/ 804113 h 1022204"/>
              <a:gd name="connsiteX17" fmla="*/ 4424470 w 4935989"/>
              <a:gd name="connsiteY17" fmla="*/ 712089 h 1022204"/>
              <a:gd name="connsiteX18" fmla="*/ 4145428 w 4935989"/>
              <a:gd name="connsiteY18" fmla="*/ 412062 h 1022204"/>
              <a:gd name="connsiteX19" fmla="*/ 3920705 w 4935989"/>
              <a:gd name="connsiteY19" fmla="*/ 276303 h 1022204"/>
              <a:gd name="connsiteX20" fmla="*/ 3596855 w 4935989"/>
              <a:gd name="connsiteY20" fmla="*/ 256918 h 1022204"/>
              <a:gd name="connsiteX21" fmla="*/ 3414821 w 4935989"/>
              <a:gd name="connsiteY21" fmla="*/ 333118 h 1022204"/>
              <a:gd name="connsiteX22" fmla="*/ 3296288 w 4935989"/>
              <a:gd name="connsiteY22" fmla="*/ 451650 h 1022204"/>
              <a:gd name="connsiteX23" fmla="*/ 3084621 w 4935989"/>
              <a:gd name="connsiteY23" fmla="*/ 832650 h 1022204"/>
              <a:gd name="connsiteX24" fmla="*/ 2906821 w 4935989"/>
              <a:gd name="connsiteY24" fmla="*/ 985051 h 1022204"/>
              <a:gd name="connsiteX25" fmla="*/ 2542755 w 4935989"/>
              <a:gd name="connsiteY25" fmla="*/ 1018917 h 1022204"/>
              <a:gd name="connsiteX26" fmla="*/ 1856955 w 4935989"/>
              <a:gd name="connsiteY26" fmla="*/ 925784 h 1022204"/>
              <a:gd name="connsiteX27" fmla="*/ 1188088 w 4935989"/>
              <a:gd name="connsiteY27" fmla="*/ 714118 h 1022204"/>
              <a:gd name="connsiteX28" fmla="*/ 891755 w 4935989"/>
              <a:gd name="connsiteY28" fmla="*/ 443184 h 1022204"/>
              <a:gd name="connsiteX29" fmla="*/ 705488 w 4935989"/>
              <a:gd name="connsiteY29" fmla="*/ 316184 h 1022204"/>
              <a:gd name="connsiteX30" fmla="*/ 502288 w 4935989"/>
              <a:gd name="connsiteY30" fmla="*/ 265384 h 1022204"/>
              <a:gd name="connsiteX31" fmla="*/ 146687 w 4935989"/>
              <a:gd name="connsiteY31" fmla="*/ 223051 h 1022204"/>
              <a:gd name="connsiteX32" fmla="*/ 19688 w 4935989"/>
              <a:gd name="connsiteY32" fmla="*/ 223051 h 1022204"/>
              <a:gd name="connsiteX33" fmla="*/ 87421 w 4935989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27105 w 4930686"/>
              <a:gd name="connsiteY6" fmla="*/ 464150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9328 w 4930686"/>
              <a:gd name="connsiteY15" fmla="*/ 731674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27105 w 4930686"/>
              <a:gd name="connsiteY6" fmla="*/ 464150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9328 w 4930686"/>
              <a:gd name="connsiteY15" fmla="*/ 731674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27105 w 4930686"/>
              <a:gd name="connsiteY6" fmla="*/ 464150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9328 w 4930686"/>
              <a:gd name="connsiteY15" fmla="*/ 731674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9328 w 4930686"/>
              <a:gd name="connsiteY15" fmla="*/ 731674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9328 w 4930686"/>
              <a:gd name="connsiteY15" fmla="*/ 731674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9328 w 4930686"/>
              <a:gd name="connsiteY15" fmla="*/ 731674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58128 w 4930686"/>
              <a:gd name="connsiteY18" fmla="*/ 397534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9328 w 4930686"/>
              <a:gd name="connsiteY15" fmla="*/ 731674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58128 w 4930686"/>
              <a:gd name="connsiteY18" fmla="*/ 397534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67727 w 4930686"/>
              <a:gd name="connsiteY9" fmla="*/ 688091 h 1022204"/>
              <a:gd name="connsiteX10" fmla="*/ 4771605 w 4930686"/>
              <a:gd name="connsiteY10" fmla="*/ 536787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67727 w 4930686"/>
              <a:gd name="connsiteY9" fmla="*/ 688091 h 1022204"/>
              <a:gd name="connsiteX10" fmla="*/ 4771605 w 4930686"/>
              <a:gd name="connsiteY10" fmla="*/ 536787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67727 w 4930686"/>
              <a:gd name="connsiteY9" fmla="*/ 688091 h 1022204"/>
              <a:gd name="connsiteX10" fmla="*/ 4771605 w 4930686"/>
              <a:gd name="connsiteY10" fmla="*/ 536787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67727 w 4930686"/>
              <a:gd name="connsiteY9" fmla="*/ 688091 h 1022204"/>
              <a:gd name="connsiteX10" fmla="*/ 4771605 w 4930686"/>
              <a:gd name="connsiteY10" fmla="*/ 536787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67727 w 4930686"/>
              <a:gd name="connsiteY9" fmla="*/ 688091 h 1022204"/>
              <a:gd name="connsiteX10" fmla="*/ 4771605 w 4930686"/>
              <a:gd name="connsiteY10" fmla="*/ 536787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86777 w 4930686"/>
              <a:gd name="connsiteY9" fmla="*/ 695355 h 1022204"/>
              <a:gd name="connsiteX10" fmla="*/ 4771605 w 4930686"/>
              <a:gd name="connsiteY10" fmla="*/ 536787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86777 w 4930686"/>
              <a:gd name="connsiteY9" fmla="*/ 695355 h 1022204"/>
              <a:gd name="connsiteX10" fmla="*/ 4803355 w 4930686"/>
              <a:gd name="connsiteY10" fmla="*/ 514996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86777 w 4930686"/>
              <a:gd name="connsiteY9" fmla="*/ 695355 h 1022204"/>
              <a:gd name="connsiteX10" fmla="*/ 4797005 w 4930686"/>
              <a:gd name="connsiteY10" fmla="*/ 514996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86777 w 4930686"/>
              <a:gd name="connsiteY9" fmla="*/ 695355 h 1022204"/>
              <a:gd name="connsiteX10" fmla="*/ 4790655 w 4930686"/>
              <a:gd name="connsiteY10" fmla="*/ 514996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86777 w 4930686"/>
              <a:gd name="connsiteY9" fmla="*/ 695355 h 1022204"/>
              <a:gd name="connsiteX10" fmla="*/ 4790655 w 4930686"/>
              <a:gd name="connsiteY10" fmla="*/ 514996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68905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621677 w 4930686"/>
              <a:gd name="connsiteY8" fmla="*/ 702618 h 1022204"/>
              <a:gd name="connsiteX9" fmla="*/ 4786777 w 4930686"/>
              <a:gd name="connsiteY9" fmla="*/ 695355 h 1022204"/>
              <a:gd name="connsiteX10" fmla="*/ 4790655 w 4930686"/>
              <a:gd name="connsiteY10" fmla="*/ 514996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68905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15096"/>
              <a:gd name="connsiteY0" fmla="*/ 134459 h 1026746"/>
              <a:gd name="connsiteX1" fmla="*/ 815555 w 4915096"/>
              <a:gd name="connsiteY1" fmla="*/ 278393 h 1026746"/>
              <a:gd name="connsiteX2" fmla="*/ 1416688 w 4915096"/>
              <a:gd name="connsiteY2" fmla="*/ 718659 h 1026746"/>
              <a:gd name="connsiteX3" fmla="*/ 2813688 w 4915096"/>
              <a:gd name="connsiteY3" fmla="*/ 913393 h 1026746"/>
              <a:gd name="connsiteX4" fmla="*/ 3313221 w 4915096"/>
              <a:gd name="connsiteY4" fmla="*/ 278393 h 1026746"/>
              <a:gd name="connsiteX5" fmla="*/ 3878372 w 4915096"/>
              <a:gd name="connsiteY5" fmla="*/ 176839 h 1026746"/>
              <a:gd name="connsiteX6" fmla="*/ 4308055 w 4915096"/>
              <a:gd name="connsiteY6" fmla="*/ 432373 h 1026746"/>
              <a:gd name="connsiteX7" fmla="*/ 4469277 w 4915096"/>
              <a:gd name="connsiteY7" fmla="*/ 627258 h 1026746"/>
              <a:gd name="connsiteX8" fmla="*/ 4621677 w 4915096"/>
              <a:gd name="connsiteY8" fmla="*/ 707160 h 1026746"/>
              <a:gd name="connsiteX9" fmla="*/ 4786777 w 4915096"/>
              <a:gd name="connsiteY9" fmla="*/ 699897 h 1026746"/>
              <a:gd name="connsiteX10" fmla="*/ 4790655 w 4915096"/>
              <a:gd name="connsiteY10" fmla="*/ 519538 h 1026746"/>
              <a:gd name="connsiteX11" fmla="*/ 4640729 w 4915096"/>
              <a:gd name="connsiteY11" fmla="*/ 336704 h 1026746"/>
              <a:gd name="connsiteX12" fmla="*/ 4577229 w 4915096"/>
              <a:gd name="connsiteY12" fmla="*/ 38884 h 1026746"/>
              <a:gd name="connsiteX13" fmla="*/ 4894371 w 4915096"/>
              <a:gd name="connsiteY13" fmla="*/ 23095 h 1026746"/>
              <a:gd name="connsiteX14" fmla="*/ 4882029 w 4915096"/>
              <a:gd name="connsiteY14" fmla="*/ 285857 h 1026746"/>
              <a:gd name="connsiteX15" fmla="*/ 4850279 w 4915096"/>
              <a:gd name="connsiteY15" fmla="*/ 409341 h 1026746"/>
              <a:gd name="connsiteX16" fmla="*/ 4869328 w 4915096"/>
              <a:gd name="connsiteY16" fmla="*/ 736216 h 1026746"/>
              <a:gd name="connsiteX17" fmla="*/ 4689055 w 4915096"/>
              <a:gd name="connsiteY17" fmla="*/ 808655 h 1026746"/>
              <a:gd name="connsiteX18" fmla="*/ 4424470 w 4915096"/>
              <a:gd name="connsiteY18" fmla="*/ 716631 h 1026746"/>
              <a:gd name="connsiteX19" fmla="*/ 4158128 w 4915096"/>
              <a:gd name="connsiteY19" fmla="*/ 402076 h 1026746"/>
              <a:gd name="connsiteX20" fmla="*/ 3920705 w 4915096"/>
              <a:gd name="connsiteY20" fmla="*/ 280845 h 1026746"/>
              <a:gd name="connsiteX21" fmla="*/ 3596855 w 4915096"/>
              <a:gd name="connsiteY21" fmla="*/ 261460 h 1026746"/>
              <a:gd name="connsiteX22" fmla="*/ 3414821 w 4915096"/>
              <a:gd name="connsiteY22" fmla="*/ 337660 h 1026746"/>
              <a:gd name="connsiteX23" fmla="*/ 3296288 w 4915096"/>
              <a:gd name="connsiteY23" fmla="*/ 456192 h 1026746"/>
              <a:gd name="connsiteX24" fmla="*/ 3084621 w 4915096"/>
              <a:gd name="connsiteY24" fmla="*/ 837192 h 1026746"/>
              <a:gd name="connsiteX25" fmla="*/ 2906821 w 4915096"/>
              <a:gd name="connsiteY25" fmla="*/ 989593 h 1026746"/>
              <a:gd name="connsiteX26" fmla="*/ 2542755 w 4915096"/>
              <a:gd name="connsiteY26" fmla="*/ 1023459 h 1026746"/>
              <a:gd name="connsiteX27" fmla="*/ 1856955 w 4915096"/>
              <a:gd name="connsiteY27" fmla="*/ 930326 h 1026746"/>
              <a:gd name="connsiteX28" fmla="*/ 1188088 w 4915096"/>
              <a:gd name="connsiteY28" fmla="*/ 718660 h 1026746"/>
              <a:gd name="connsiteX29" fmla="*/ 891755 w 4915096"/>
              <a:gd name="connsiteY29" fmla="*/ 447726 h 1026746"/>
              <a:gd name="connsiteX30" fmla="*/ 705488 w 4915096"/>
              <a:gd name="connsiteY30" fmla="*/ 320726 h 1026746"/>
              <a:gd name="connsiteX31" fmla="*/ 502288 w 4915096"/>
              <a:gd name="connsiteY31" fmla="*/ 269926 h 1026746"/>
              <a:gd name="connsiteX32" fmla="*/ 146687 w 4915096"/>
              <a:gd name="connsiteY32" fmla="*/ 227593 h 1026746"/>
              <a:gd name="connsiteX33" fmla="*/ 19688 w 4915096"/>
              <a:gd name="connsiteY33" fmla="*/ 227593 h 1026746"/>
              <a:gd name="connsiteX34" fmla="*/ 87421 w 4915096"/>
              <a:gd name="connsiteY34" fmla="*/ 134459 h 1026746"/>
              <a:gd name="connsiteX0" fmla="*/ 87421 w 4936122"/>
              <a:gd name="connsiteY0" fmla="*/ 116533 h 1008820"/>
              <a:gd name="connsiteX1" fmla="*/ 815555 w 4936122"/>
              <a:gd name="connsiteY1" fmla="*/ 260467 h 1008820"/>
              <a:gd name="connsiteX2" fmla="*/ 1416688 w 4936122"/>
              <a:gd name="connsiteY2" fmla="*/ 700733 h 1008820"/>
              <a:gd name="connsiteX3" fmla="*/ 2813688 w 4936122"/>
              <a:gd name="connsiteY3" fmla="*/ 895467 h 1008820"/>
              <a:gd name="connsiteX4" fmla="*/ 3313221 w 4936122"/>
              <a:gd name="connsiteY4" fmla="*/ 260467 h 1008820"/>
              <a:gd name="connsiteX5" fmla="*/ 3878372 w 4936122"/>
              <a:gd name="connsiteY5" fmla="*/ 158913 h 1008820"/>
              <a:gd name="connsiteX6" fmla="*/ 4308055 w 4936122"/>
              <a:gd name="connsiteY6" fmla="*/ 414447 h 1008820"/>
              <a:gd name="connsiteX7" fmla="*/ 4469277 w 4936122"/>
              <a:gd name="connsiteY7" fmla="*/ 609332 h 1008820"/>
              <a:gd name="connsiteX8" fmla="*/ 4621677 w 4936122"/>
              <a:gd name="connsiteY8" fmla="*/ 689234 h 1008820"/>
              <a:gd name="connsiteX9" fmla="*/ 4786777 w 4936122"/>
              <a:gd name="connsiteY9" fmla="*/ 681971 h 1008820"/>
              <a:gd name="connsiteX10" fmla="*/ 4790655 w 4936122"/>
              <a:gd name="connsiteY10" fmla="*/ 501612 h 1008820"/>
              <a:gd name="connsiteX11" fmla="*/ 4640729 w 4936122"/>
              <a:gd name="connsiteY11" fmla="*/ 318778 h 1008820"/>
              <a:gd name="connsiteX12" fmla="*/ 4577229 w 4936122"/>
              <a:gd name="connsiteY12" fmla="*/ 20958 h 1008820"/>
              <a:gd name="connsiteX13" fmla="*/ 4919771 w 4936122"/>
              <a:gd name="connsiteY13" fmla="*/ 41488 h 1008820"/>
              <a:gd name="connsiteX14" fmla="*/ 4882029 w 4936122"/>
              <a:gd name="connsiteY14" fmla="*/ 267931 h 1008820"/>
              <a:gd name="connsiteX15" fmla="*/ 4850279 w 4936122"/>
              <a:gd name="connsiteY15" fmla="*/ 391415 h 1008820"/>
              <a:gd name="connsiteX16" fmla="*/ 4869328 w 4936122"/>
              <a:gd name="connsiteY16" fmla="*/ 718290 h 1008820"/>
              <a:gd name="connsiteX17" fmla="*/ 4689055 w 4936122"/>
              <a:gd name="connsiteY17" fmla="*/ 790729 h 1008820"/>
              <a:gd name="connsiteX18" fmla="*/ 4424470 w 4936122"/>
              <a:gd name="connsiteY18" fmla="*/ 698705 h 1008820"/>
              <a:gd name="connsiteX19" fmla="*/ 4158128 w 4936122"/>
              <a:gd name="connsiteY19" fmla="*/ 384150 h 1008820"/>
              <a:gd name="connsiteX20" fmla="*/ 3920705 w 4936122"/>
              <a:gd name="connsiteY20" fmla="*/ 262919 h 1008820"/>
              <a:gd name="connsiteX21" fmla="*/ 3596855 w 4936122"/>
              <a:gd name="connsiteY21" fmla="*/ 243534 h 1008820"/>
              <a:gd name="connsiteX22" fmla="*/ 3414821 w 4936122"/>
              <a:gd name="connsiteY22" fmla="*/ 319734 h 1008820"/>
              <a:gd name="connsiteX23" fmla="*/ 3296288 w 4936122"/>
              <a:gd name="connsiteY23" fmla="*/ 438266 h 1008820"/>
              <a:gd name="connsiteX24" fmla="*/ 3084621 w 4936122"/>
              <a:gd name="connsiteY24" fmla="*/ 819266 h 1008820"/>
              <a:gd name="connsiteX25" fmla="*/ 2906821 w 4936122"/>
              <a:gd name="connsiteY25" fmla="*/ 971667 h 1008820"/>
              <a:gd name="connsiteX26" fmla="*/ 2542755 w 4936122"/>
              <a:gd name="connsiteY26" fmla="*/ 1005533 h 1008820"/>
              <a:gd name="connsiteX27" fmla="*/ 1856955 w 4936122"/>
              <a:gd name="connsiteY27" fmla="*/ 912400 h 1008820"/>
              <a:gd name="connsiteX28" fmla="*/ 1188088 w 4936122"/>
              <a:gd name="connsiteY28" fmla="*/ 700734 h 1008820"/>
              <a:gd name="connsiteX29" fmla="*/ 891755 w 4936122"/>
              <a:gd name="connsiteY29" fmla="*/ 429800 h 1008820"/>
              <a:gd name="connsiteX30" fmla="*/ 705488 w 4936122"/>
              <a:gd name="connsiteY30" fmla="*/ 302800 h 1008820"/>
              <a:gd name="connsiteX31" fmla="*/ 502288 w 4936122"/>
              <a:gd name="connsiteY31" fmla="*/ 252000 h 1008820"/>
              <a:gd name="connsiteX32" fmla="*/ 146687 w 4936122"/>
              <a:gd name="connsiteY32" fmla="*/ 209667 h 1008820"/>
              <a:gd name="connsiteX33" fmla="*/ 19688 w 4936122"/>
              <a:gd name="connsiteY33" fmla="*/ 209667 h 1008820"/>
              <a:gd name="connsiteX34" fmla="*/ 87421 w 4936122"/>
              <a:gd name="connsiteY34" fmla="*/ 116533 h 1008820"/>
              <a:gd name="connsiteX0" fmla="*/ 87421 w 4944320"/>
              <a:gd name="connsiteY0" fmla="*/ 117903 h 1010190"/>
              <a:gd name="connsiteX1" fmla="*/ 815555 w 4944320"/>
              <a:gd name="connsiteY1" fmla="*/ 261837 h 1010190"/>
              <a:gd name="connsiteX2" fmla="*/ 1416688 w 4944320"/>
              <a:gd name="connsiteY2" fmla="*/ 702103 h 1010190"/>
              <a:gd name="connsiteX3" fmla="*/ 2813688 w 4944320"/>
              <a:gd name="connsiteY3" fmla="*/ 896837 h 1010190"/>
              <a:gd name="connsiteX4" fmla="*/ 3313221 w 4944320"/>
              <a:gd name="connsiteY4" fmla="*/ 261837 h 1010190"/>
              <a:gd name="connsiteX5" fmla="*/ 3878372 w 4944320"/>
              <a:gd name="connsiteY5" fmla="*/ 160283 h 1010190"/>
              <a:gd name="connsiteX6" fmla="*/ 4308055 w 4944320"/>
              <a:gd name="connsiteY6" fmla="*/ 415817 h 1010190"/>
              <a:gd name="connsiteX7" fmla="*/ 4469277 w 4944320"/>
              <a:gd name="connsiteY7" fmla="*/ 610702 h 1010190"/>
              <a:gd name="connsiteX8" fmla="*/ 4621677 w 4944320"/>
              <a:gd name="connsiteY8" fmla="*/ 690604 h 1010190"/>
              <a:gd name="connsiteX9" fmla="*/ 4786777 w 4944320"/>
              <a:gd name="connsiteY9" fmla="*/ 683341 h 1010190"/>
              <a:gd name="connsiteX10" fmla="*/ 4790655 w 4944320"/>
              <a:gd name="connsiteY10" fmla="*/ 502982 h 1010190"/>
              <a:gd name="connsiteX11" fmla="*/ 4640729 w 4944320"/>
              <a:gd name="connsiteY11" fmla="*/ 320148 h 1010190"/>
              <a:gd name="connsiteX12" fmla="*/ 4577229 w 4944320"/>
              <a:gd name="connsiteY12" fmla="*/ 22328 h 1010190"/>
              <a:gd name="connsiteX13" fmla="*/ 4919771 w 4944320"/>
              <a:gd name="connsiteY13" fmla="*/ 42858 h 1010190"/>
              <a:gd name="connsiteX14" fmla="*/ 4913779 w 4944320"/>
              <a:gd name="connsiteY14" fmla="*/ 298356 h 1010190"/>
              <a:gd name="connsiteX15" fmla="*/ 4850279 w 4944320"/>
              <a:gd name="connsiteY15" fmla="*/ 392785 h 1010190"/>
              <a:gd name="connsiteX16" fmla="*/ 4869328 w 4944320"/>
              <a:gd name="connsiteY16" fmla="*/ 719660 h 1010190"/>
              <a:gd name="connsiteX17" fmla="*/ 4689055 w 4944320"/>
              <a:gd name="connsiteY17" fmla="*/ 792099 h 1010190"/>
              <a:gd name="connsiteX18" fmla="*/ 4424470 w 4944320"/>
              <a:gd name="connsiteY18" fmla="*/ 700075 h 1010190"/>
              <a:gd name="connsiteX19" fmla="*/ 4158128 w 4944320"/>
              <a:gd name="connsiteY19" fmla="*/ 385520 h 1010190"/>
              <a:gd name="connsiteX20" fmla="*/ 3920705 w 4944320"/>
              <a:gd name="connsiteY20" fmla="*/ 264289 h 1010190"/>
              <a:gd name="connsiteX21" fmla="*/ 3596855 w 4944320"/>
              <a:gd name="connsiteY21" fmla="*/ 244904 h 1010190"/>
              <a:gd name="connsiteX22" fmla="*/ 3414821 w 4944320"/>
              <a:gd name="connsiteY22" fmla="*/ 321104 h 1010190"/>
              <a:gd name="connsiteX23" fmla="*/ 3296288 w 4944320"/>
              <a:gd name="connsiteY23" fmla="*/ 439636 h 1010190"/>
              <a:gd name="connsiteX24" fmla="*/ 3084621 w 4944320"/>
              <a:gd name="connsiteY24" fmla="*/ 820636 h 1010190"/>
              <a:gd name="connsiteX25" fmla="*/ 2906821 w 4944320"/>
              <a:gd name="connsiteY25" fmla="*/ 973037 h 1010190"/>
              <a:gd name="connsiteX26" fmla="*/ 2542755 w 4944320"/>
              <a:gd name="connsiteY26" fmla="*/ 1006903 h 1010190"/>
              <a:gd name="connsiteX27" fmla="*/ 1856955 w 4944320"/>
              <a:gd name="connsiteY27" fmla="*/ 913770 h 1010190"/>
              <a:gd name="connsiteX28" fmla="*/ 1188088 w 4944320"/>
              <a:gd name="connsiteY28" fmla="*/ 702104 h 1010190"/>
              <a:gd name="connsiteX29" fmla="*/ 891755 w 4944320"/>
              <a:gd name="connsiteY29" fmla="*/ 431170 h 1010190"/>
              <a:gd name="connsiteX30" fmla="*/ 705488 w 4944320"/>
              <a:gd name="connsiteY30" fmla="*/ 304170 h 1010190"/>
              <a:gd name="connsiteX31" fmla="*/ 502288 w 4944320"/>
              <a:gd name="connsiteY31" fmla="*/ 253370 h 1010190"/>
              <a:gd name="connsiteX32" fmla="*/ 146687 w 4944320"/>
              <a:gd name="connsiteY32" fmla="*/ 211037 h 1010190"/>
              <a:gd name="connsiteX33" fmla="*/ 19688 w 4944320"/>
              <a:gd name="connsiteY33" fmla="*/ 211037 h 1010190"/>
              <a:gd name="connsiteX34" fmla="*/ 87421 w 4944320"/>
              <a:gd name="connsiteY34" fmla="*/ 117903 h 1010190"/>
              <a:gd name="connsiteX0" fmla="*/ 87421 w 4944320"/>
              <a:gd name="connsiteY0" fmla="*/ 127740 h 1020027"/>
              <a:gd name="connsiteX1" fmla="*/ 815555 w 4944320"/>
              <a:gd name="connsiteY1" fmla="*/ 271674 h 1020027"/>
              <a:gd name="connsiteX2" fmla="*/ 1416688 w 4944320"/>
              <a:gd name="connsiteY2" fmla="*/ 711940 h 1020027"/>
              <a:gd name="connsiteX3" fmla="*/ 2813688 w 4944320"/>
              <a:gd name="connsiteY3" fmla="*/ 906674 h 1020027"/>
              <a:gd name="connsiteX4" fmla="*/ 3313221 w 4944320"/>
              <a:gd name="connsiteY4" fmla="*/ 271674 h 1020027"/>
              <a:gd name="connsiteX5" fmla="*/ 3878372 w 4944320"/>
              <a:gd name="connsiteY5" fmla="*/ 170120 h 1020027"/>
              <a:gd name="connsiteX6" fmla="*/ 4308055 w 4944320"/>
              <a:gd name="connsiteY6" fmla="*/ 425654 h 1020027"/>
              <a:gd name="connsiteX7" fmla="*/ 4469277 w 4944320"/>
              <a:gd name="connsiteY7" fmla="*/ 620539 h 1020027"/>
              <a:gd name="connsiteX8" fmla="*/ 4621677 w 4944320"/>
              <a:gd name="connsiteY8" fmla="*/ 700441 h 1020027"/>
              <a:gd name="connsiteX9" fmla="*/ 4786777 w 4944320"/>
              <a:gd name="connsiteY9" fmla="*/ 693178 h 1020027"/>
              <a:gd name="connsiteX10" fmla="*/ 4790655 w 4944320"/>
              <a:gd name="connsiteY10" fmla="*/ 512819 h 1020027"/>
              <a:gd name="connsiteX11" fmla="*/ 4640729 w 4944320"/>
              <a:gd name="connsiteY11" fmla="*/ 329985 h 1020027"/>
              <a:gd name="connsiteX12" fmla="*/ 4577229 w 4944320"/>
              <a:gd name="connsiteY12" fmla="*/ 32165 h 1020027"/>
              <a:gd name="connsiteX13" fmla="*/ 4919771 w 4944320"/>
              <a:gd name="connsiteY13" fmla="*/ 30903 h 1020027"/>
              <a:gd name="connsiteX14" fmla="*/ 4913779 w 4944320"/>
              <a:gd name="connsiteY14" fmla="*/ 308193 h 1020027"/>
              <a:gd name="connsiteX15" fmla="*/ 4850279 w 4944320"/>
              <a:gd name="connsiteY15" fmla="*/ 402622 h 1020027"/>
              <a:gd name="connsiteX16" fmla="*/ 4869328 w 4944320"/>
              <a:gd name="connsiteY16" fmla="*/ 729497 h 1020027"/>
              <a:gd name="connsiteX17" fmla="*/ 4689055 w 4944320"/>
              <a:gd name="connsiteY17" fmla="*/ 801936 h 1020027"/>
              <a:gd name="connsiteX18" fmla="*/ 4424470 w 4944320"/>
              <a:gd name="connsiteY18" fmla="*/ 709912 h 1020027"/>
              <a:gd name="connsiteX19" fmla="*/ 4158128 w 4944320"/>
              <a:gd name="connsiteY19" fmla="*/ 395357 h 1020027"/>
              <a:gd name="connsiteX20" fmla="*/ 3920705 w 4944320"/>
              <a:gd name="connsiteY20" fmla="*/ 274126 h 1020027"/>
              <a:gd name="connsiteX21" fmla="*/ 3596855 w 4944320"/>
              <a:gd name="connsiteY21" fmla="*/ 254741 h 1020027"/>
              <a:gd name="connsiteX22" fmla="*/ 3414821 w 4944320"/>
              <a:gd name="connsiteY22" fmla="*/ 330941 h 1020027"/>
              <a:gd name="connsiteX23" fmla="*/ 3296288 w 4944320"/>
              <a:gd name="connsiteY23" fmla="*/ 449473 h 1020027"/>
              <a:gd name="connsiteX24" fmla="*/ 3084621 w 4944320"/>
              <a:gd name="connsiteY24" fmla="*/ 830473 h 1020027"/>
              <a:gd name="connsiteX25" fmla="*/ 2906821 w 4944320"/>
              <a:gd name="connsiteY25" fmla="*/ 982874 h 1020027"/>
              <a:gd name="connsiteX26" fmla="*/ 2542755 w 4944320"/>
              <a:gd name="connsiteY26" fmla="*/ 1016740 h 1020027"/>
              <a:gd name="connsiteX27" fmla="*/ 1856955 w 4944320"/>
              <a:gd name="connsiteY27" fmla="*/ 923607 h 1020027"/>
              <a:gd name="connsiteX28" fmla="*/ 1188088 w 4944320"/>
              <a:gd name="connsiteY28" fmla="*/ 711941 h 1020027"/>
              <a:gd name="connsiteX29" fmla="*/ 891755 w 4944320"/>
              <a:gd name="connsiteY29" fmla="*/ 441007 h 1020027"/>
              <a:gd name="connsiteX30" fmla="*/ 705488 w 4944320"/>
              <a:gd name="connsiteY30" fmla="*/ 314007 h 1020027"/>
              <a:gd name="connsiteX31" fmla="*/ 502288 w 4944320"/>
              <a:gd name="connsiteY31" fmla="*/ 263207 h 1020027"/>
              <a:gd name="connsiteX32" fmla="*/ 146687 w 4944320"/>
              <a:gd name="connsiteY32" fmla="*/ 220874 h 1020027"/>
              <a:gd name="connsiteX33" fmla="*/ 19688 w 4944320"/>
              <a:gd name="connsiteY33" fmla="*/ 220874 h 1020027"/>
              <a:gd name="connsiteX34" fmla="*/ 87421 w 4944320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86777 w 4933727"/>
              <a:gd name="connsiteY9" fmla="*/ 693178 h 1020027"/>
              <a:gd name="connsiteX10" fmla="*/ 4790655 w 4933727"/>
              <a:gd name="connsiteY10" fmla="*/ 512819 h 1020027"/>
              <a:gd name="connsiteX11" fmla="*/ 4640729 w 4933727"/>
              <a:gd name="connsiteY11" fmla="*/ 329985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50279 w 4933727"/>
              <a:gd name="connsiteY15" fmla="*/ 402622 h 1020027"/>
              <a:gd name="connsiteX16" fmla="*/ 4869328 w 4933727"/>
              <a:gd name="connsiteY16" fmla="*/ 729497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86777 w 4933727"/>
              <a:gd name="connsiteY9" fmla="*/ 693178 h 1020027"/>
              <a:gd name="connsiteX10" fmla="*/ 4790655 w 4933727"/>
              <a:gd name="connsiteY10" fmla="*/ 512819 h 1020027"/>
              <a:gd name="connsiteX11" fmla="*/ 4640729 w 4933727"/>
              <a:gd name="connsiteY11" fmla="*/ 329985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869328 w 4933727"/>
              <a:gd name="connsiteY16" fmla="*/ 729497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86777 w 4933727"/>
              <a:gd name="connsiteY9" fmla="*/ 693178 h 1020027"/>
              <a:gd name="connsiteX10" fmla="*/ 4746205 w 4933727"/>
              <a:gd name="connsiteY10" fmla="*/ 505555 h 1020027"/>
              <a:gd name="connsiteX11" fmla="*/ 4640729 w 4933727"/>
              <a:gd name="connsiteY11" fmla="*/ 329985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869328 w 4933727"/>
              <a:gd name="connsiteY16" fmla="*/ 729497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640729 w 4933727"/>
              <a:gd name="connsiteY11" fmla="*/ 329985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869328 w 4933727"/>
              <a:gd name="connsiteY16" fmla="*/ 729497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640729 w 4933727"/>
              <a:gd name="connsiteY11" fmla="*/ 329985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799478 w 4933727"/>
              <a:gd name="connsiteY16" fmla="*/ 751288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634379 w 4933727"/>
              <a:gd name="connsiteY11" fmla="*/ 293666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799478 w 4933727"/>
              <a:gd name="connsiteY16" fmla="*/ 751288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634379 w 4933727"/>
              <a:gd name="connsiteY11" fmla="*/ 293666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799478 w 4933727"/>
              <a:gd name="connsiteY16" fmla="*/ 751288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634379 w 4933727"/>
              <a:gd name="connsiteY11" fmla="*/ 293666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799478 w 4933727"/>
              <a:gd name="connsiteY16" fmla="*/ 751288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634379 w 4933727"/>
              <a:gd name="connsiteY11" fmla="*/ 293666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799478 w 4933727"/>
              <a:gd name="connsiteY16" fmla="*/ 751288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634379 w 4933727"/>
              <a:gd name="connsiteY11" fmla="*/ 293666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799478 w 4933727"/>
              <a:gd name="connsiteY16" fmla="*/ 751288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799478 w 4933727"/>
              <a:gd name="connsiteY17" fmla="*/ 751288 h 1020027"/>
              <a:gd name="connsiteX18" fmla="*/ 4689055 w 4933727"/>
              <a:gd name="connsiteY18" fmla="*/ 801936 h 1020027"/>
              <a:gd name="connsiteX19" fmla="*/ 4424470 w 4933727"/>
              <a:gd name="connsiteY19" fmla="*/ 709912 h 1020027"/>
              <a:gd name="connsiteX20" fmla="*/ 4158128 w 4933727"/>
              <a:gd name="connsiteY20" fmla="*/ 395357 h 1020027"/>
              <a:gd name="connsiteX21" fmla="*/ 3920705 w 4933727"/>
              <a:gd name="connsiteY21" fmla="*/ 274126 h 1020027"/>
              <a:gd name="connsiteX22" fmla="*/ 3596855 w 4933727"/>
              <a:gd name="connsiteY22" fmla="*/ 254741 h 1020027"/>
              <a:gd name="connsiteX23" fmla="*/ 3414821 w 4933727"/>
              <a:gd name="connsiteY23" fmla="*/ 330941 h 1020027"/>
              <a:gd name="connsiteX24" fmla="*/ 3296288 w 4933727"/>
              <a:gd name="connsiteY24" fmla="*/ 449473 h 1020027"/>
              <a:gd name="connsiteX25" fmla="*/ 3084621 w 4933727"/>
              <a:gd name="connsiteY25" fmla="*/ 830473 h 1020027"/>
              <a:gd name="connsiteX26" fmla="*/ 2906821 w 4933727"/>
              <a:gd name="connsiteY26" fmla="*/ 982874 h 1020027"/>
              <a:gd name="connsiteX27" fmla="*/ 2542755 w 4933727"/>
              <a:gd name="connsiteY27" fmla="*/ 1016740 h 1020027"/>
              <a:gd name="connsiteX28" fmla="*/ 1856955 w 4933727"/>
              <a:gd name="connsiteY28" fmla="*/ 923607 h 1020027"/>
              <a:gd name="connsiteX29" fmla="*/ 1188088 w 4933727"/>
              <a:gd name="connsiteY29" fmla="*/ 711941 h 1020027"/>
              <a:gd name="connsiteX30" fmla="*/ 891755 w 4933727"/>
              <a:gd name="connsiteY30" fmla="*/ 441007 h 1020027"/>
              <a:gd name="connsiteX31" fmla="*/ 705488 w 4933727"/>
              <a:gd name="connsiteY31" fmla="*/ 314007 h 1020027"/>
              <a:gd name="connsiteX32" fmla="*/ 502288 w 4933727"/>
              <a:gd name="connsiteY32" fmla="*/ 263207 h 1020027"/>
              <a:gd name="connsiteX33" fmla="*/ 146687 w 4933727"/>
              <a:gd name="connsiteY33" fmla="*/ 220874 h 1020027"/>
              <a:gd name="connsiteX34" fmla="*/ 19688 w 4933727"/>
              <a:gd name="connsiteY34" fmla="*/ 220874 h 1020027"/>
              <a:gd name="connsiteX35" fmla="*/ 87421 w 4933727"/>
              <a:gd name="connsiteY35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799478 w 4933727"/>
              <a:gd name="connsiteY17" fmla="*/ 751288 h 1020027"/>
              <a:gd name="connsiteX18" fmla="*/ 4689055 w 4933727"/>
              <a:gd name="connsiteY18" fmla="*/ 801936 h 1020027"/>
              <a:gd name="connsiteX19" fmla="*/ 4424470 w 4933727"/>
              <a:gd name="connsiteY19" fmla="*/ 709912 h 1020027"/>
              <a:gd name="connsiteX20" fmla="*/ 4158128 w 4933727"/>
              <a:gd name="connsiteY20" fmla="*/ 395357 h 1020027"/>
              <a:gd name="connsiteX21" fmla="*/ 3920705 w 4933727"/>
              <a:gd name="connsiteY21" fmla="*/ 274126 h 1020027"/>
              <a:gd name="connsiteX22" fmla="*/ 3596855 w 4933727"/>
              <a:gd name="connsiteY22" fmla="*/ 254741 h 1020027"/>
              <a:gd name="connsiteX23" fmla="*/ 3414821 w 4933727"/>
              <a:gd name="connsiteY23" fmla="*/ 330941 h 1020027"/>
              <a:gd name="connsiteX24" fmla="*/ 3296288 w 4933727"/>
              <a:gd name="connsiteY24" fmla="*/ 449473 h 1020027"/>
              <a:gd name="connsiteX25" fmla="*/ 3084621 w 4933727"/>
              <a:gd name="connsiteY25" fmla="*/ 830473 h 1020027"/>
              <a:gd name="connsiteX26" fmla="*/ 2906821 w 4933727"/>
              <a:gd name="connsiteY26" fmla="*/ 982874 h 1020027"/>
              <a:gd name="connsiteX27" fmla="*/ 2542755 w 4933727"/>
              <a:gd name="connsiteY27" fmla="*/ 1016740 h 1020027"/>
              <a:gd name="connsiteX28" fmla="*/ 1856955 w 4933727"/>
              <a:gd name="connsiteY28" fmla="*/ 923607 h 1020027"/>
              <a:gd name="connsiteX29" fmla="*/ 1188088 w 4933727"/>
              <a:gd name="connsiteY29" fmla="*/ 711941 h 1020027"/>
              <a:gd name="connsiteX30" fmla="*/ 891755 w 4933727"/>
              <a:gd name="connsiteY30" fmla="*/ 441007 h 1020027"/>
              <a:gd name="connsiteX31" fmla="*/ 705488 w 4933727"/>
              <a:gd name="connsiteY31" fmla="*/ 314007 h 1020027"/>
              <a:gd name="connsiteX32" fmla="*/ 502288 w 4933727"/>
              <a:gd name="connsiteY32" fmla="*/ 263207 h 1020027"/>
              <a:gd name="connsiteX33" fmla="*/ 146687 w 4933727"/>
              <a:gd name="connsiteY33" fmla="*/ 220874 h 1020027"/>
              <a:gd name="connsiteX34" fmla="*/ 19688 w 4933727"/>
              <a:gd name="connsiteY34" fmla="*/ 220874 h 1020027"/>
              <a:gd name="connsiteX35" fmla="*/ 87421 w 4933727"/>
              <a:gd name="connsiteY35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799478 w 4933727"/>
              <a:gd name="connsiteY17" fmla="*/ 751288 h 1020027"/>
              <a:gd name="connsiteX18" fmla="*/ 4638255 w 4933727"/>
              <a:gd name="connsiteY18" fmla="*/ 794673 h 1020027"/>
              <a:gd name="connsiteX19" fmla="*/ 4424470 w 4933727"/>
              <a:gd name="connsiteY19" fmla="*/ 709912 h 1020027"/>
              <a:gd name="connsiteX20" fmla="*/ 4158128 w 4933727"/>
              <a:gd name="connsiteY20" fmla="*/ 395357 h 1020027"/>
              <a:gd name="connsiteX21" fmla="*/ 3920705 w 4933727"/>
              <a:gd name="connsiteY21" fmla="*/ 274126 h 1020027"/>
              <a:gd name="connsiteX22" fmla="*/ 3596855 w 4933727"/>
              <a:gd name="connsiteY22" fmla="*/ 254741 h 1020027"/>
              <a:gd name="connsiteX23" fmla="*/ 3414821 w 4933727"/>
              <a:gd name="connsiteY23" fmla="*/ 330941 h 1020027"/>
              <a:gd name="connsiteX24" fmla="*/ 3296288 w 4933727"/>
              <a:gd name="connsiteY24" fmla="*/ 449473 h 1020027"/>
              <a:gd name="connsiteX25" fmla="*/ 3084621 w 4933727"/>
              <a:gd name="connsiteY25" fmla="*/ 830473 h 1020027"/>
              <a:gd name="connsiteX26" fmla="*/ 2906821 w 4933727"/>
              <a:gd name="connsiteY26" fmla="*/ 982874 h 1020027"/>
              <a:gd name="connsiteX27" fmla="*/ 2542755 w 4933727"/>
              <a:gd name="connsiteY27" fmla="*/ 1016740 h 1020027"/>
              <a:gd name="connsiteX28" fmla="*/ 1856955 w 4933727"/>
              <a:gd name="connsiteY28" fmla="*/ 923607 h 1020027"/>
              <a:gd name="connsiteX29" fmla="*/ 1188088 w 4933727"/>
              <a:gd name="connsiteY29" fmla="*/ 711941 h 1020027"/>
              <a:gd name="connsiteX30" fmla="*/ 891755 w 4933727"/>
              <a:gd name="connsiteY30" fmla="*/ 441007 h 1020027"/>
              <a:gd name="connsiteX31" fmla="*/ 705488 w 4933727"/>
              <a:gd name="connsiteY31" fmla="*/ 314007 h 1020027"/>
              <a:gd name="connsiteX32" fmla="*/ 502288 w 4933727"/>
              <a:gd name="connsiteY32" fmla="*/ 263207 h 1020027"/>
              <a:gd name="connsiteX33" fmla="*/ 146687 w 4933727"/>
              <a:gd name="connsiteY33" fmla="*/ 220874 h 1020027"/>
              <a:gd name="connsiteX34" fmla="*/ 19688 w 4933727"/>
              <a:gd name="connsiteY34" fmla="*/ 220874 h 1020027"/>
              <a:gd name="connsiteX35" fmla="*/ 87421 w 4933727"/>
              <a:gd name="connsiteY35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824878 w 4933727"/>
              <a:gd name="connsiteY17" fmla="*/ 656858 h 1020027"/>
              <a:gd name="connsiteX18" fmla="*/ 4638255 w 4933727"/>
              <a:gd name="connsiteY18" fmla="*/ 794673 h 1020027"/>
              <a:gd name="connsiteX19" fmla="*/ 4424470 w 4933727"/>
              <a:gd name="connsiteY19" fmla="*/ 709912 h 1020027"/>
              <a:gd name="connsiteX20" fmla="*/ 4158128 w 4933727"/>
              <a:gd name="connsiteY20" fmla="*/ 395357 h 1020027"/>
              <a:gd name="connsiteX21" fmla="*/ 3920705 w 4933727"/>
              <a:gd name="connsiteY21" fmla="*/ 274126 h 1020027"/>
              <a:gd name="connsiteX22" fmla="*/ 3596855 w 4933727"/>
              <a:gd name="connsiteY22" fmla="*/ 254741 h 1020027"/>
              <a:gd name="connsiteX23" fmla="*/ 3414821 w 4933727"/>
              <a:gd name="connsiteY23" fmla="*/ 330941 h 1020027"/>
              <a:gd name="connsiteX24" fmla="*/ 3296288 w 4933727"/>
              <a:gd name="connsiteY24" fmla="*/ 449473 h 1020027"/>
              <a:gd name="connsiteX25" fmla="*/ 3084621 w 4933727"/>
              <a:gd name="connsiteY25" fmla="*/ 830473 h 1020027"/>
              <a:gd name="connsiteX26" fmla="*/ 2906821 w 4933727"/>
              <a:gd name="connsiteY26" fmla="*/ 982874 h 1020027"/>
              <a:gd name="connsiteX27" fmla="*/ 2542755 w 4933727"/>
              <a:gd name="connsiteY27" fmla="*/ 1016740 h 1020027"/>
              <a:gd name="connsiteX28" fmla="*/ 1856955 w 4933727"/>
              <a:gd name="connsiteY28" fmla="*/ 923607 h 1020027"/>
              <a:gd name="connsiteX29" fmla="*/ 1188088 w 4933727"/>
              <a:gd name="connsiteY29" fmla="*/ 711941 h 1020027"/>
              <a:gd name="connsiteX30" fmla="*/ 891755 w 4933727"/>
              <a:gd name="connsiteY30" fmla="*/ 441007 h 1020027"/>
              <a:gd name="connsiteX31" fmla="*/ 705488 w 4933727"/>
              <a:gd name="connsiteY31" fmla="*/ 314007 h 1020027"/>
              <a:gd name="connsiteX32" fmla="*/ 502288 w 4933727"/>
              <a:gd name="connsiteY32" fmla="*/ 263207 h 1020027"/>
              <a:gd name="connsiteX33" fmla="*/ 146687 w 4933727"/>
              <a:gd name="connsiteY33" fmla="*/ 220874 h 1020027"/>
              <a:gd name="connsiteX34" fmla="*/ 19688 w 4933727"/>
              <a:gd name="connsiteY34" fmla="*/ 220874 h 1020027"/>
              <a:gd name="connsiteX35" fmla="*/ 87421 w 4933727"/>
              <a:gd name="connsiteY35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824878 w 4933727"/>
              <a:gd name="connsiteY17" fmla="*/ 656858 h 1020027"/>
              <a:gd name="connsiteX18" fmla="*/ 4638255 w 4933727"/>
              <a:gd name="connsiteY18" fmla="*/ 794673 h 1020027"/>
              <a:gd name="connsiteX19" fmla="*/ 4424470 w 4933727"/>
              <a:gd name="connsiteY19" fmla="*/ 709912 h 1020027"/>
              <a:gd name="connsiteX20" fmla="*/ 4158128 w 4933727"/>
              <a:gd name="connsiteY20" fmla="*/ 395357 h 1020027"/>
              <a:gd name="connsiteX21" fmla="*/ 3920705 w 4933727"/>
              <a:gd name="connsiteY21" fmla="*/ 274126 h 1020027"/>
              <a:gd name="connsiteX22" fmla="*/ 3596855 w 4933727"/>
              <a:gd name="connsiteY22" fmla="*/ 254741 h 1020027"/>
              <a:gd name="connsiteX23" fmla="*/ 3414821 w 4933727"/>
              <a:gd name="connsiteY23" fmla="*/ 330941 h 1020027"/>
              <a:gd name="connsiteX24" fmla="*/ 3296288 w 4933727"/>
              <a:gd name="connsiteY24" fmla="*/ 449473 h 1020027"/>
              <a:gd name="connsiteX25" fmla="*/ 3084621 w 4933727"/>
              <a:gd name="connsiteY25" fmla="*/ 830473 h 1020027"/>
              <a:gd name="connsiteX26" fmla="*/ 2906821 w 4933727"/>
              <a:gd name="connsiteY26" fmla="*/ 982874 h 1020027"/>
              <a:gd name="connsiteX27" fmla="*/ 2542755 w 4933727"/>
              <a:gd name="connsiteY27" fmla="*/ 1016740 h 1020027"/>
              <a:gd name="connsiteX28" fmla="*/ 1856955 w 4933727"/>
              <a:gd name="connsiteY28" fmla="*/ 923607 h 1020027"/>
              <a:gd name="connsiteX29" fmla="*/ 1188088 w 4933727"/>
              <a:gd name="connsiteY29" fmla="*/ 711941 h 1020027"/>
              <a:gd name="connsiteX30" fmla="*/ 891755 w 4933727"/>
              <a:gd name="connsiteY30" fmla="*/ 441007 h 1020027"/>
              <a:gd name="connsiteX31" fmla="*/ 705488 w 4933727"/>
              <a:gd name="connsiteY31" fmla="*/ 314007 h 1020027"/>
              <a:gd name="connsiteX32" fmla="*/ 502288 w 4933727"/>
              <a:gd name="connsiteY32" fmla="*/ 263207 h 1020027"/>
              <a:gd name="connsiteX33" fmla="*/ 146687 w 4933727"/>
              <a:gd name="connsiteY33" fmla="*/ 220874 h 1020027"/>
              <a:gd name="connsiteX34" fmla="*/ 19688 w 4933727"/>
              <a:gd name="connsiteY34" fmla="*/ 220874 h 1020027"/>
              <a:gd name="connsiteX35" fmla="*/ 87421 w 4933727"/>
              <a:gd name="connsiteY35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824878 w 4933727"/>
              <a:gd name="connsiteY17" fmla="*/ 656858 h 1020027"/>
              <a:gd name="connsiteX18" fmla="*/ 4638255 w 4933727"/>
              <a:gd name="connsiteY18" fmla="*/ 794673 h 1020027"/>
              <a:gd name="connsiteX19" fmla="*/ 4424470 w 4933727"/>
              <a:gd name="connsiteY19" fmla="*/ 709912 h 1020027"/>
              <a:gd name="connsiteX20" fmla="*/ 4158128 w 4933727"/>
              <a:gd name="connsiteY20" fmla="*/ 395357 h 1020027"/>
              <a:gd name="connsiteX21" fmla="*/ 3920705 w 4933727"/>
              <a:gd name="connsiteY21" fmla="*/ 274126 h 1020027"/>
              <a:gd name="connsiteX22" fmla="*/ 3596855 w 4933727"/>
              <a:gd name="connsiteY22" fmla="*/ 254741 h 1020027"/>
              <a:gd name="connsiteX23" fmla="*/ 3414821 w 4933727"/>
              <a:gd name="connsiteY23" fmla="*/ 330941 h 1020027"/>
              <a:gd name="connsiteX24" fmla="*/ 3296288 w 4933727"/>
              <a:gd name="connsiteY24" fmla="*/ 449473 h 1020027"/>
              <a:gd name="connsiteX25" fmla="*/ 3084621 w 4933727"/>
              <a:gd name="connsiteY25" fmla="*/ 830473 h 1020027"/>
              <a:gd name="connsiteX26" fmla="*/ 2906821 w 4933727"/>
              <a:gd name="connsiteY26" fmla="*/ 982874 h 1020027"/>
              <a:gd name="connsiteX27" fmla="*/ 2542755 w 4933727"/>
              <a:gd name="connsiteY27" fmla="*/ 1016740 h 1020027"/>
              <a:gd name="connsiteX28" fmla="*/ 1856955 w 4933727"/>
              <a:gd name="connsiteY28" fmla="*/ 923607 h 1020027"/>
              <a:gd name="connsiteX29" fmla="*/ 1188088 w 4933727"/>
              <a:gd name="connsiteY29" fmla="*/ 711941 h 1020027"/>
              <a:gd name="connsiteX30" fmla="*/ 891755 w 4933727"/>
              <a:gd name="connsiteY30" fmla="*/ 441007 h 1020027"/>
              <a:gd name="connsiteX31" fmla="*/ 705488 w 4933727"/>
              <a:gd name="connsiteY31" fmla="*/ 314007 h 1020027"/>
              <a:gd name="connsiteX32" fmla="*/ 502288 w 4933727"/>
              <a:gd name="connsiteY32" fmla="*/ 263207 h 1020027"/>
              <a:gd name="connsiteX33" fmla="*/ 146687 w 4933727"/>
              <a:gd name="connsiteY33" fmla="*/ 220874 h 1020027"/>
              <a:gd name="connsiteX34" fmla="*/ 19688 w 4933727"/>
              <a:gd name="connsiteY34" fmla="*/ 220874 h 1020027"/>
              <a:gd name="connsiteX35" fmla="*/ 87421 w 4933727"/>
              <a:gd name="connsiteY35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824878 w 4933727"/>
              <a:gd name="connsiteY17" fmla="*/ 656858 h 1020027"/>
              <a:gd name="connsiteX18" fmla="*/ 4638255 w 4933727"/>
              <a:gd name="connsiteY18" fmla="*/ 794673 h 1020027"/>
              <a:gd name="connsiteX19" fmla="*/ 4424470 w 4933727"/>
              <a:gd name="connsiteY19" fmla="*/ 709912 h 1020027"/>
              <a:gd name="connsiteX20" fmla="*/ 4158128 w 4933727"/>
              <a:gd name="connsiteY20" fmla="*/ 395357 h 1020027"/>
              <a:gd name="connsiteX21" fmla="*/ 3920705 w 4933727"/>
              <a:gd name="connsiteY21" fmla="*/ 274126 h 1020027"/>
              <a:gd name="connsiteX22" fmla="*/ 3596855 w 4933727"/>
              <a:gd name="connsiteY22" fmla="*/ 254741 h 1020027"/>
              <a:gd name="connsiteX23" fmla="*/ 3414821 w 4933727"/>
              <a:gd name="connsiteY23" fmla="*/ 330941 h 1020027"/>
              <a:gd name="connsiteX24" fmla="*/ 3296288 w 4933727"/>
              <a:gd name="connsiteY24" fmla="*/ 449473 h 1020027"/>
              <a:gd name="connsiteX25" fmla="*/ 3084621 w 4933727"/>
              <a:gd name="connsiteY25" fmla="*/ 830473 h 1020027"/>
              <a:gd name="connsiteX26" fmla="*/ 2906821 w 4933727"/>
              <a:gd name="connsiteY26" fmla="*/ 982874 h 1020027"/>
              <a:gd name="connsiteX27" fmla="*/ 2542755 w 4933727"/>
              <a:gd name="connsiteY27" fmla="*/ 1016740 h 1020027"/>
              <a:gd name="connsiteX28" fmla="*/ 1856955 w 4933727"/>
              <a:gd name="connsiteY28" fmla="*/ 923607 h 1020027"/>
              <a:gd name="connsiteX29" fmla="*/ 1188088 w 4933727"/>
              <a:gd name="connsiteY29" fmla="*/ 711941 h 1020027"/>
              <a:gd name="connsiteX30" fmla="*/ 891755 w 4933727"/>
              <a:gd name="connsiteY30" fmla="*/ 441007 h 1020027"/>
              <a:gd name="connsiteX31" fmla="*/ 705488 w 4933727"/>
              <a:gd name="connsiteY31" fmla="*/ 314007 h 1020027"/>
              <a:gd name="connsiteX32" fmla="*/ 502288 w 4933727"/>
              <a:gd name="connsiteY32" fmla="*/ 263207 h 1020027"/>
              <a:gd name="connsiteX33" fmla="*/ 146687 w 4933727"/>
              <a:gd name="connsiteY33" fmla="*/ 220874 h 1020027"/>
              <a:gd name="connsiteX34" fmla="*/ 19688 w 4933727"/>
              <a:gd name="connsiteY34" fmla="*/ 220874 h 1020027"/>
              <a:gd name="connsiteX35" fmla="*/ 87421 w 4933727"/>
              <a:gd name="connsiteY35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824878 w 4933727"/>
              <a:gd name="connsiteY17" fmla="*/ 656858 h 1020027"/>
              <a:gd name="connsiteX18" fmla="*/ 4748678 w 4933727"/>
              <a:gd name="connsiteY18" fmla="*/ 773081 h 1020027"/>
              <a:gd name="connsiteX19" fmla="*/ 4638255 w 4933727"/>
              <a:gd name="connsiteY19" fmla="*/ 794673 h 1020027"/>
              <a:gd name="connsiteX20" fmla="*/ 4424470 w 4933727"/>
              <a:gd name="connsiteY20" fmla="*/ 709912 h 1020027"/>
              <a:gd name="connsiteX21" fmla="*/ 4158128 w 4933727"/>
              <a:gd name="connsiteY21" fmla="*/ 395357 h 1020027"/>
              <a:gd name="connsiteX22" fmla="*/ 3920705 w 4933727"/>
              <a:gd name="connsiteY22" fmla="*/ 274126 h 1020027"/>
              <a:gd name="connsiteX23" fmla="*/ 3596855 w 4933727"/>
              <a:gd name="connsiteY23" fmla="*/ 254741 h 1020027"/>
              <a:gd name="connsiteX24" fmla="*/ 3414821 w 4933727"/>
              <a:gd name="connsiteY24" fmla="*/ 330941 h 1020027"/>
              <a:gd name="connsiteX25" fmla="*/ 3296288 w 4933727"/>
              <a:gd name="connsiteY25" fmla="*/ 449473 h 1020027"/>
              <a:gd name="connsiteX26" fmla="*/ 3084621 w 4933727"/>
              <a:gd name="connsiteY26" fmla="*/ 830473 h 1020027"/>
              <a:gd name="connsiteX27" fmla="*/ 2906821 w 4933727"/>
              <a:gd name="connsiteY27" fmla="*/ 982874 h 1020027"/>
              <a:gd name="connsiteX28" fmla="*/ 2542755 w 4933727"/>
              <a:gd name="connsiteY28" fmla="*/ 1016740 h 1020027"/>
              <a:gd name="connsiteX29" fmla="*/ 1856955 w 4933727"/>
              <a:gd name="connsiteY29" fmla="*/ 923607 h 1020027"/>
              <a:gd name="connsiteX30" fmla="*/ 1188088 w 4933727"/>
              <a:gd name="connsiteY30" fmla="*/ 711941 h 1020027"/>
              <a:gd name="connsiteX31" fmla="*/ 891755 w 4933727"/>
              <a:gd name="connsiteY31" fmla="*/ 441007 h 1020027"/>
              <a:gd name="connsiteX32" fmla="*/ 705488 w 4933727"/>
              <a:gd name="connsiteY32" fmla="*/ 314007 h 1020027"/>
              <a:gd name="connsiteX33" fmla="*/ 502288 w 4933727"/>
              <a:gd name="connsiteY33" fmla="*/ 263207 h 1020027"/>
              <a:gd name="connsiteX34" fmla="*/ 146687 w 4933727"/>
              <a:gd name="connsiteY34" fmla="*/ 220874 h 1020027"/>
              <a:gd name="connsiteX35" fmla="*/ 19688 w 4933727"/>
              <a:gd name="connsiteY35" fmla="*/ 220874 h 1020027"/>
              <a:gd name="connsiteX36" fmla="*/ 87421 w 4933727"/>
              <a:gd name="connsiteY36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824878 w 4933727"/>
              <a:gd name="connsiteY17" fmla="*/ 656858 h 1020027"/>
              <a:gd name="connsiteX18" fmla="*/ 4748678 w 4933727"/>
              <a:gd name="connsiteY18" fmla="*/ 773081 h 1020027"/>
              <a:gd name="connsiteX19" fmla="*/ 4638255 w 4933727"/>
              <a:gd name="connsiteY19" fmla="*/ 794673 h 1020027"/>
              <a:gd name="connsiteX20" fmla="*/ 4424470 w 4933727"/>
              <a:gd name="connsiteY20" fmla="*/ 709912 h 1020027"/>
              <a:gd name="connsiteX21" fmla="*/ 4158128 w 4933727"/>
              <a:gd name="connsiteY21" fmla="*/ 395357 h 1020027"/>
              <a:gd name="connsiteX22" fmla="*/ 3920705 w 4933727"/>
              <a:gd name="connsiteY22" fmla="*/ 274126 h 1020027"/>
              <a:gd name="connsiteX23" fmla="*/ 3596855 w 4933727"/>
              <a:gd name="connsiteY23" fmla="*/ 254741 h 1020027"/>
              <a:gd name="connsiteX24" fmla="*/ 3414821 w 4933727"/>
              <a:gd name="connsiteY24" fmla="*/ 330941 h 1020027"/>
              <a:gd name="connsiteX25" fmla="*/ 3296288 w 4933727"/>
              <a:gd name="connsiteY25" fmla="*/ 449473 h 1020027"/>
              <a:gd name="connsiteX26" fmla="*/ 3084621 w 4933727"/>
              <a:gd name="connsiteY26" fmla="*/ 830473 h 1020027"/>
              <a:gd name="connsiteX27" fmla="*/ 2906821 w 4933727"/>
              <a:gd name="connsiteY27" fmla="*/ 982874 h 1020027"/>
              <a:gd name="connsiteX28" fmla="*/ 2542755 w 4933727"/>
              <a:gd name="connsiteY28" fmla="*/ 1016740 h 1020027"/>
              <a:gd name="connsiteX29" fmla="*/ 1856955 w 4933727"/>
              <a:gd name="connsiteY29" fmla="*/ 923607 h 1020027"/>
              <a:gd name="connsiteX30" fmla="*/ 1188088 w 4933727"/>
              <a:gd name="connsiteY30" fmla="*/ 711941 h 1020027"/>
              <a:gd name="connsiteX31" fmla="*/ 891755 w 4933727"/>
              <a:gd name="connsiteY31" fmla="*/ 441007 h 1020027"/>
              <a:gd name="connsiteX32" fmla="*/ 705488 w 4933727"/>
              <a:gd name="connsiteY32" fmla="*/ 314007 h 1020027"/>
              <a:gd name="connsiteX33" fmla="*/ 502288 w 4933727"/>
              <a:gd name="connsiteY33" fmla="*/ 263207 h 1020027"/>
              <a:gd name="connsiteX34" fmla="*/ 146687 w 4933727"/>
              <a:gd name="connsiteY34" fmla="*/ 220874 h 1020027"/>
              <a:gd name="connsiteX35" fmla="*/ 19688 w 4933727"/>
              <a:gd name="connsiteY35" fmla="*/ 220874 h 1020027"/>
              <a:gd name="connsiteX36" fmla="*/ 87421 w 4933727"/>
              <a:gd name="connsiteY36" fmla="*/ 127740 h 1020027"/>
              <a:gd name="connsiteX0" fmla="*/ 87421 w 4936122"/>
              <a:gd name="connsiteY0" fmla="*/ 128220 h 1020507"/>
              <a:gd name="connsiteX1" fmla="*/ 815555 w 4936122"/>
              <a:gd name="connsiteY1" fmla="*/ 272154 h 1020507"/>
              <a:gd name="connsiteX2" fmla="*/ 1416688 w 4936122"/>
              <a:gd name="connsiteY2" fmla="*/ 712420 h 1020507"/>
              <a:gd name="connsiteX3" fmla="*/ 2813688 w 4936122"/>
              <a:gd name="connsiteY3" fmla="*/ 907154 h 1020507"/>
              <a:gd name="connsiteX4" fmla="*/ 3313221 w 4936122"/>
              <a:gd name="connsiteY4" fmla="*/ 272154 h 1020507"/>
              <a:gd name="connsiteX5" fmla="*/ 3878372 w 4936122"/>
              <a:gd name="connsiteY5" fmla="*/ 170600 h 1020507"/>
              <a:gd name="connsiteX6" fmla="*/ 4308055 w 4936122"/>
              <a:gd name="connsiteY6" fmla="*/ 426134 h 1020507"/>
              <a:gd name="connsiteX7" fmla="*/ 4469277 w 4936122"/>
              <a:gd name="connsiteY7" fmla="*/ 621019 h 1020507"/>
              <a:gd name="connsiteX8" fmla="*/ 4621677 w 4936122"/>
              <a:gd name="connsiteY8" fmla="*/ 700921 h 1020507"/>
              <a:gd name="connsiteX9" fmla="*/ 4735977 w 4936122"/>
              <a:gd name="connsiteY9" fmla="*/ 671866 h 1020507"/>
              <a:gd name="connsiteX10" fmla="*/ 4746205 w 4936122"/>
              <a:gd name="connsiteY10" fmla="*/ 527827 h 1020507"/>
              <a:gd name="connsiteX11" fmla="*/ 4723278 w 4936122"/>
              <a:gd name="connsiteY11" fmla="*/ 388577 h 1020507"/>
              <a:gd name="connsiteX12" fmla="*/ 4634379 w 4936122"/>
              <a:gd name="connsiteY12" fmla="*/ 294146 h 1020507"/>
              <a:gd name="connsiteX13" fmla="*/ 4577229 w 4936122"/>
              <a:gd name="connsiteY13" fmla="*/ 32645 h 1020507"/>
              <a:gd name="connsiteX14" fmla="*/ 4919771 w 4936122"/>
              <a:gd name="connsiteY14" fmla="*/ 31383 h 1020507"/>
              <a:gd name="connsiteX15" fmla="*/ 4882029 w 4936122"/>
              <a:gd name="connsiteY15" fmla="*/ 315937 h 1020507"/>
              <a:gd name="connsiteX16" fmla="*/ 4818529 w 4936122"/>
              <a:gd name="connsiteY16" fmla="*/ 381311 h 1020507"/>
              <a:gd name="connsiteX17" fmla="*/ 4824878 w 4936122"/>
              <a:gd name="connsiteY17" fmla="*/ 657338 h 1020507"/>
              <a:gd name="connsiteX18" fmla="*/ 4748678 w 4936122"/>
              <a:gd name="connsiteY18" fmla="*/ 773561 h 1020507"/>
              <a:gd name="connsiteX19" fmla="*/ 4638255 w 4936122"/>
              <a:gd name="connsiteY19" fmla="*/ 795153 h 1020507"/>
              <a:gd name="connsiteX20" fmla="*/ 4424470 w 4936122"/>
              <a:gd name="connsiteY20" fmla="*/ 710392 h 1020507"/>
              <a:gd name="connsiteX21" fmla="*/ 4158128 w 4936122"/>
              <a:gd name="connsiteY21" fmla="*/ 395837 h 1020507"/>
              <a:gd name="connsiteX22" fmla="*/ 3920705 w 4936122"/>
              <a:gd name="connsiteY22" fmla="*/ 274606 h 1020507"/>
              <a:gd name="connsiteX23" fmla="*/ 3596855 w 4936122"/>
              <a:gd name="connsiteY23" fmla="*/ 255221 h 1020507"/>
              <a:gd name="connsiteX24" fmla="*/ 3414821 w 4936122"/>
              <a:gd name="connsiteY24" fmla="*/ 331421 h 1020507"/>
              <a:gd name="connsiteX25" fmla="*/ 3296288 w 4936122"/>
              <a:gd name="connsiteY25" fmla="*/ 449953 h 1020507"/>
              <a:gd name="connsiteX26" fmla="*/ 3084621 w 4936122"/>
              <a:gd name="connsiteY26" fmla="*/ 830953 h 1020507"/>
              <a:gd name="connsiteX27" fmla="*/ 2906821 w 4936122"/>
              <a:gd name="connsiteY27" fmla="*/ 983354 h 1020507"/>
              <a:gd name="connsiteX28" fmla="*/ 2542755 w 4936122"/>
              <a:gd name="connsiteY28" fmla="*/ 1017220 h 1020507"/>
              <a:gd name="connsiteX29" fmla="*/ 1856955 w 4936122"/>
              <a:gd name="connsiteY29" fmla="*/ 924087 h 1020507"/>
              <a:gd name="connsiteX30" fmla="*/ 1188088 w 4936122"/>
              <a:gd name="connsiteY30" fmla="*/ 712421 h 1020507"/>
              <a:gd name="connsiteX31" fmla="*/ 891755 w 4936122"/>
              <a:gd name="connsiteY31" fmla="*/ 441487 h 1020507"/>
              <a:gd name="connsiteX32" fmla="*/ 705488 w 4936122"/>
              <a:gd name="connsiteY32" fmla="*/ 314487 h 1020507"/>
              <a:gd name="connsiteX33" fmla="*/ 502288 w 4936122"/>
              <a:gd name="connsiteY33" fmla="*/ 263687 h 1020507"/>
              <a:gd name="connsiteX34" fmla="*/ 146687 w 4936122"/>
              <a:gd name="connsiteY34" fmla="*/ 221354 h 1020507"/>
              <a:gd name="connsiteX35" fmla="*/ 19688 w 4936122"/>
              <a:gd name="connsiteY35" fmla="*/ 221354 h 1020507"/>
              <a:gd name="connsiteX36" fmla="*/ 87421 w 4936122"/>
              <a:gd name="connsiteY36" fmla="*/ 128220 h 1020507"/>
              <a:gd name="connsiteX0" fmla="*/ 87421 w 4920152"/>
              <a:gd name="connsiteY0" fmla="*/ 132452 h 1024739"/>
              <a:gd name="connsiteX1" fmla="*/ 815555 w 4920152"/>
              <a:gd name="connsiteY1" fmla="*/ 276386 h 1024739"/>
              <a:gd name="connsiteX2" fmla="*/ 1416688 w 4920152"/>
              <a:gd name="connsiteY2" fmla="*/ 716652 h 1024739"/>
              <a:gd name="connsiteX3" fmla="*/ 2813688 w 4920152"/>
              <a:gd name="connsiteY3" fmla="*/ 911386 h 1024739"/>
              <a:gd name="connsiteX4" fmla="*/ 3313221 w 4920152"/>
              <a:gd name="connsiteY4" fmla="*/ 276386 h 1024739"/>
              <a:gd name="connsiteX5" fmla="*/ 3878372 w 4920152"/>
              <a:gd name="connsiteY5" fmla="*/ 174832 h 1024739"/>
              <a:gd name="connsiteX6" fmla="*/ 4308055 w 4920152"/>
              <a:gd name="connsiteY6" fmla="*/ 430366 h 1024739"/>
              <a:gd name="connsiteX7" fmla="*/ 4469277 w 4920152"/>
              <a:gd name="connsiteY7" fmla="*/ 625251 h 1024739"/>
              <a:gd name="connsiteX8" fmla="*/ 4621677 w 4920152"/>
              <a:gd name="connsiteY8" fmla="*/ 705153 h 1024739"/>
              <a:gd name="connsiteX9" fmla="*/ 4735977 w 4920152"/>
              <a:gd name="connsiteY9" fmla="*/ 676098 h 1024739"/>
              <a:gd name="connsiteX10" fmla="*/ 4746205 w 4920152"/>
              <a:gd name="connsiteY10" fmla="*/ 532059 h 1024739"/>
              <a:gd name="connsiteX11" fmla="*/ 4723278 w 4920152"/>
              <a:gd name="connsiteY11" fmla="*/ 392809 h 1024739"/>
              <a:gd name="connsiteX12" fmla="*/ 4634379 w 4920152"/>
              <a:gd name="connsiteY12" fmla="*/ 298378 h 1024739"/>
              <a:gd name="connsiteX13" fmla="*/ 4577229 w 4920152"/>
              <a:gd name="connsiteY13" fmla="*/ 36877 h 1024739"/>
              <a:gd name="connsiteX14" fmla="*/ 4900721 w 4920152"/>
              <a:gd name="connsiteY14" fmla="*/ 28351 h 1024739"/>
              <a:gd name="connsiteX15" fmla="*/ 4882029 w 4920152"/>
              <a:gd name="connsiteY15" fmla="*/ 320169 h 1024739"/>
              <a:gd name="connsiteX16" fmla="*/ 4818529 w 4920152"/>
              <a:gd name="connsiteY16" fmla="*/ 385543 h 1024739"/>
              <a:gd name="connsiteX17" fmla="*/ 4824878 w 4920152"/>
              <a:gd name="connsiteY17" fmla="*/ 661570 h 1024739"/>
              <a:gd name="connsiteX18" fmla="*/ 4748678 w 4920152"/>
              <a:gd name="connsiteY18" fmla="*/ 777793 h 1024739"/>
              <a:gd name="connsiteX19" fmla="*/ 4638255 w 4920152"/>
              <a:gd name="connsiteY19" fmla="*/ 799385 h 1024739"/>
              <a:gd name="connsiteX20" fmla="*/ 4424470 w 4920152"/>
              <a:gd name="connsiteY20" fmla="*/ 714624 h 1024739"/>
              <a:gd name="connsiteX21" fmla="*/ 4158128 w 4920152"/>
              <a:gd name="connsiteY21" fmla="*/ 400069 h 1024739"/>
              <a:gd name="connsiteX22" fmla="*/ 3920705 w 4920152"/>
              <a:gd name="connsiteY22" fmla="*/ 278838 h 1024739"/>
              <a:gd name="connsiteX23" fmla="*/ 3596855 w 4920152"/>
              <a:gd name="connsiteY23" fmla="*/ 259453 h 1024739"/>
              <a:gd name="connsiteX24" fmla="*/ 3414821 w 4920152"/>
              <a:gd name="connsiteY24" fmla="*/ 335653 h 1024739"/>
              <a:gd name="connsiteX25" fmla="*/ 3296288 w 4920152"/>
              <a:gd name="connsiteY25" fmla="*/ 454185 h 1024739"/>
              <a:gd name="connsiteX26" fmla="*/ 3084621 w 4920152"/>
              <a:gd name="connsiteY26" fmla="*/ 835185 h 1024739"/>
              <a:gd name="connsiteX27" fmla="*/ 2906821 w 4920152"/>
              <a:gd name="connsiteY27" fmla="*/ 987586 h 1024739"/>
              <a:gd name="connsiteX28" fmla="*/ 2542755 w 4920152"/>
              <a:gd name="connsiteY28" fmla="*/ 1021452 h 1024739"/>
              <a:gd name="connsiteX29" fmla="*/ 1856955 w 4920152"/>
              <a:gd name="connsiteY29" fmla="*/ 928319 h 1024739"/>
              <a:gd name="connsiteX30" fmla="*/ 1188088 w 4920152"/>
              <a:gd name="connsiteY30" fmla="*/ 716653 h 1024739"/>
              <a:gd name="connsiteX31" fmla="*/ 891755 w 4920152"/>
              <a:gd name="connsiteY31" fmla="*/ 445719 h 1024739"/>
              <a:gd name="connsiteX32" fmla="*/ 705488 w 4920152"/>
              <a:gd name="connsiteY32" fmla="*/ 318719 h 1024739"/>
              <a:gd name="connsiteX33" fmla="*/ 502288 w 4920152"/>
              <a:gd name="connsiteY33" fmla="*/ 267919 h 1024739"/>
              <a:gd name="connsiteX34" fmla="*/ 146687 w 4920152"/>
              <a:gd name="connsiteY34" fmla="*/ 225586 h 1024739"/>
              <a:gd name="connsiteX35" fmla="*/ 19688 w 4920152"/>
              <a:gd name="connsiteY35" fmla="*/ 225586 h 1024739"/>
              <a:gd name="connsiteX36" fmla="*/ 87421 w 4920152"/>
              <a:gd name="connsiteY36" fmla="*/ 132452 h 1024739"/>
              <a:gd name="connsiteX0" fmla="*/ 87421 w 4919231"/>
              <a:gd name="connsiteY0" fmla="*/ 144145 h 1036432"/>
              <a:gd name="connsiteX1" fmla="*/ 815555 w 4919231"/>
              <a:gd name="connsiteY1" fmla="*/ 288079 h 1036432"/>
              <a:gd name="connsiteX2" fmla="*/ 1416688 w 4919231"/>
              <a:gd name="connsiteY2" fmla="*/ 728345 h 1036432"/>
              <a:gd name="connsiteX3" fmla="*/ 2813688 w 4919231"/>
              <a:gd name="connsiteY3" fmla="*/ 923079 h 1036432"/>
              <a:gd name="connsiteX4" fmla="*/ 3313221 w 4919231"/>
              <a:gd name="connsiteY4" fmla="*/ 288079 h 1036432"/>
              <a:gd name="connsiteX5" fmla="*/ 3878372 w 4919231"/>
              <a:gd name="connsiteY5" fmla="*/ 186525 h 1036432"/>
              <a:gd name="connsiteX6" fmla="*/ 4308055 w 4919231"/>
              <a:gd name="connsiteY6" fmla="*/ 442059 h 1036432"/>
              <a:gd name="connsiteX7" fmla="*/ 4469277 w 4919231"/>
              <a:gd name="connsiteY7" fmla="*/ 636944 h 1036432"/>
              <a:gd name="connsiteX8" fmla="*/ 4621677 w 4919231"/>
              <a:gd name="connsiteY8" fmla="*/ 716846 h 1036432"/>
              <a:gd name="connsiteX9" fmla="*/ 4735977 w 4919231"/>
              <a:gd name="connsiteY9" fmla="*/ 687791 h 1036432"/>
              <a:gd name="connsiteX10" fmla="*/ 4746205 w 4919231"/>
              <a:gd name="connsiteY10" fmla="*/ 543752 h 1036432"/>
              <a:gd name="connsiteX11" fmla="*/ 4723278 w 4919231"/>
              <a:gd name="connsiteY11" fmla="*/ 404502 h 1036432"/>
              <a:gd name="connsiteX12" fmla="*/ 4634379 w 4919231"/>
              <a:gd name="connsiteY12" fmla="*/ 310071 h 1036432"/>
              <a:gd name="connsiteX13" fmla="*/ 4589929 w 4919231"/>
              <a:gd name="connsiteY13" fmla="*/ 26779 h 1036432"/>
              <a:gd name="connsiteX14" fmla="*/ 4900721 w 4919231"/>
              <a:gd name="connsiteY14" fmla="*/ 40044 h 1036432"/>
              <a:gd name="connsiteX15" fmla="*/ 4882029 w 4919231"/>
              <a:gd name="connsiteY15" fmla="*/ 331862 h 1036432"/>
              <a:gd name="connsiteX16" fmla="*/ 4818529 w 4919231"/>
              <a:gd name="connsiteY16" fmla="*/ 397236 h 1036432"/>
              <a:gd name="connsiteX17" fmla="*/ 4824878 w 4919231"/>
              <a:gd name="connsiteY17" fmla="*/ 673263 h 1036432"/>
              <a:gd name="connsiteX18" fmla="*/ 4748678 w 4919231"/>
              <a:gd name="connsiteY18" fmla="*/ 789486 h 1036432"/>
              <a:gd name="connsiteX19" fmla="*/ 4638255 w 4919231"/>
              <a:gd name="connsiteY19" fmla="*/ 811078 h 1036432"/>
              <a:gd name="connsiteX20" fmla="*/ 4424470 w 4919231"/>
              <a:gd name="connsiteY20" fmla="*/ 726317 h 1036432"/>
              <a:gd name="connsiteX21" fmla="*/ 4158128 w 4919231"/>
              <a:gd name="connsiteY21" fmla="*/ 411762 h 1036432"/>
              <a:gd name="connsiteX22" fmla="*/ 3920705 w 4919231"/>
              <a:gd name="connsiteY22" fmla="*/ 290531 h 1036432"/>
              <a:gd name="connsiteX23" fmla="*/ 3596855 w 4919231"/>
              <a:gd name="connsiteY23" fmla="*/ 271146 h 1036432"/>
              <a:gd name="connsiteX24" fmla="*/ 3414821 w 4919231"/>
              <a:gd name="connsiteY24" fmla="*/ 347346 h 1036432"/>
              <a:gd name="connsiteX25" fmla="*/ 3296288 w 4919231"/>
              <a:gd name="connsiteY25" fmla="*/ 465878 h 1036432"/>
              <a:gd name="connsiteX26" fmla="*/ 3084621 w 4919231"/>
              <a:gd name="connsiteY26" fmla="*/ 846878 h 1036432"/>
              <a:gd name="connsiteX27" fmla="*/ 2906821 w 4919231"/>
              <a:gd name="connsiteY27" fmla="*/ 999279 h 1036432"/>
              <a:gd name="connsiteX28" fmla="*/ 2542755 w 4919231"/>
              <a:gd name="connsiteY28" fmla="*/ 1033145 h 1036432"/>
              <a:gd name="connsiteX29" fmla="*/ 1856955 w 4919231"/>
              <a:gd name="connsiteY29" fmla="*/ 940012 h 1036432"/>
              <a:gd name="connsiteX30" fmla="*/ 1188088 w 4919231"/>
              <a:gd name="connsiteY30" fmla="*/ 728346 h 1036432"/>
              <a:gd name="connsiteX31" fmla="*/ 891755 w 4919231"/>
              <a:gd name="connsiteY31" fmla="*/ 457412 h 1036432"/>
              <a:gd name="connsiteX32" fmla="*/ 705488 w 4919231"/>
              <a:gd name="connsiteY32" fmla="*/ 330412 h 1036432"/>
              <a:gd name="connsiteX33" fmla="*/ 502288 w 4919231"/>
              <a:gd name="connsiteY33" fmla="*/ 279612 h 1036432"/>
              <a:gd name="connsiteX34" fmla="*/ 146687 w 4919231"/>
              <a:gd name="connsiteY34" fmla="*/ 237279 h 1036432"/>
              <a:gd name="connsiteX35" fmla="*/ 19688 w 4919231"/>
              <a:gd name="connsiteY35" fmla="*/ 237279 h 1036432"/>
              <a:gd name="connsiteX36" fmla="*/ 87421 w 4919231"/>
              <a:gd name="connsiteY36" fmla="*/ 144145 h 1036432"/>
              <a:gd name="connsiteX0" fmla="*/ 87421 w 4918311"/>
              <a:gd name="connsiteY0" fmla="*/ 135969 h 1028256"/>
              <a:gd name="connsiteX1" fmla="*/ 815555 w 4918311"/>
              <a:gd name="connsiteY1" fmla="*/ 279903 h 1028256"/>
              <a:gd name="connsiteX2" fmla="*/ 1416688 w 4918311"/>
              <a:gd name="connsiteY2" fmla="*/ 720169 h 1028256"/>
              <a:gd name="connsiteX3" fmla="*/ 2813688 w 4918311"/>
              <a:gd name="connsiteY3" fmla="*/ 914903 h 1028256"/>
              <a:gd name="connsiteX4" fmla="*/ 3313221 w 4918311"/>
              <a:gd name="connsiteY4" fmla="*/ 279903 h 1028256"/>
              <a:gd name="connsiteX5" fmla="*/ 3878372 w 4918311"/>
              <a:gd name="connsiteY5" fmla="*/ 178349 h 1028256"/>
              <a:gd name="connsiteX6" fmla="*/ 4308055 w 4918311"/>
              <a:gd name="connsiteY6" fmla="*/ 433883 h 1028256"/>
              <a:gd name="connsiteX7" fmla="*/ 4469277 w 4918311"/>
              <a:gd name="connsiteY7" fmla="*/ 628768 h 1028256"/>
              <a:gd name="connsiteX8" fmla="*/ 4621677 w 4918311"/>
              <a:gd name="connsiteY8" fmla="*/ 708670 h 1028256"/>
              <a:gd name="connsiteX9" fmla="*/ 4735977 w 4918311"/>
              <a:gd name="connsiteY9" fmla="*/ 679615 h 1028256"/>
              <a:gd name="connsiteX10" fmla="*/ 4746205 w 4918311"/>
              <a:gd name="connsiteY10" fmla="*/ 535576 h 1028256"/>
              <a:gd name="connsiteX11" fmla="*/ 4723278 w 4918311"/>
              <a:gd name="connsiteY11" fmla="*/ 396326 h 1028256"/>
              <a:gd name="connsiteX12" fmla="*/ 4634379 w 4918311"/>
              <a:gd name="connsiteY12" fmla="*/ 301895 h 1028256"/>
              <a:gd name="connsiteX13" fmla="*/ 4602629 w 4918311"/>
              <a:gd name="connsiteY13" fmla="*/ 33131 h 1028256"/>
              <a:gd name="connsiteX14" fmla="*/ 4900721 w 4918311"/>
              <a:gd name="connsiteY14" fmla="*/ 31868 h 1028256"/>
              <a:gd name="connsiteX15" fmla="*/ 4882029 w 4918311"/>
              <a:gd name="connsiteY15" fmla="*/ 323686 h 1028256"/>
              <a:gd name="connsiteX16" fmla="*/ 4818529 w 4918311"/>
              <a:gd name="connsiteY16" fmla="*/ 389060 h 1028256"/>
              <a:gd name="connsiteX17" fmla="*/ 4824878 w 4918311"/>
              <a:gd name="connsiteY17" fmla="*/ 665087 h 1028256"/>
              <a:gd name="connsiteX18" fmla="*/ 4748678 w 4918311"/>
              <a:gd name="connsiteY18" fmla="*/ 781310 h 1028256"/>
              <a:gd name="connsiteX19" fmla="*/ 4638255 w 4918311"/>
              <a:gd name="connsiteY19" fmla="*/ 802902 h 1028256"/>
              <a:gd name="connsiteX20" fmla="*/ 4424470 w 4918311"/>
              <a:gd name="connsiteY20" fmla="*/ 718141 h 1028256"/>
              <a:gd name="connsiteX21" fmla="*/ 4158128 w 4918311"/>
              <a:gd name="connsiteY21" fmla="*/ 403586 h 1028256"/>
              <a:gd name="connsiteX22" fmla="*/ 3920705 w 4918311"/>
              <a:gd name="connsiteY22" fmla="*/ 282355 h 1028256"/>
              <a:gd name="connsiteX23" fmla="*/ 3596855 w 4918311"/>
              <a:gd name="connsiteY23" fmla="*/ 262970 h 1028256"/>
              <a:gd name="connsiteX24" fmla="*/ 3414821 w 4918311"/>
              <a:gd name="connsiteY24" fmla="*/ 339170 h 1028256"/>
              <a:gd name="connsiteX25" fmla="*/ 3296288 w 4918311"/>
              <a:gd name="connsiteY25" fmla="*/ 457702 h 1028256"/>
              <a:gd name="connsiteX26" fmla="*/ 3084621 w 4918311"/>
              <a:gd name="connsiteY26" fmla="*/ 838702 h 1028256"/>
              <a:gd name="connsiteX27" fmla="*/ 2906821 w 4918311"/>
              <a:gd name="connsiteY27" fmla="*/ 991103 h 1028256"/>
              <a:gd name="connsiteX28" fmla="*/ 2542755 w 4918311"/>
              <a:gd name="connsiteY28" fmla="*/ 1024969 h 1028256"/>
              <a:gd name="connsiteX29" fmla="*/ 1856955 w 4918311"/>
              <a:gd name="connsiteY29" fmla="*/ 931836 h 1028256"/>
              <a:gd name="connsiteX30" fmla="*/ 1188088 w 4918311"/>
              <a:gd name="connsiteY30" fmla="*/ 720170 h 1028256"/>
              <a:gd name="connsiteX31" fmla="*/ 891755 w 4918311"/>
              <a:gd name="connsiteY31" fmla="*/ 449236 h 1028256"/>
              <a:gd name="connsiteX32" fmla="*/ 705488 w 4918311"/>
              <a:gd name="connsiteY32" fmla="*/ 322236 h 1028256"/>
              <a:gd name="connsiteX33" fmla="*/ 502288 w 4918311"/>
              <a:gd name="connsiteY33" fmla="*/ 271436 h 1028256"/>
              <a:gd name="connsiteX34" fmla="*/ 146687 w 4918311"/>
              <a:gd name="connsiteY34" fmla="*/ 229103 h 1028256"/>
              <a:gd name="connsiteX35" fmla="*/ 19688 w 4918311"/>
              <a:gd name="connsiteY35" fmla="*/ 229103 h 1028256"/>
              <a:gd name="connsiteX36" fmla="*/ 87421 w 4918311"/>
              <a:gd name="connsiteY36" fmla="*/ 135969 h 1028256"/>
              <a:gd name="connsiteX0" fmla="*/ 87421 w 4907942"/>
              <a:gd name="connsiteY0" fmla="*/ 130799 h 1023086"/>
              <a:gd name="connsiteX1" fmla="*/ 815555 w 4907942"/>
              <a:gd name="connsiteY1" fmla="*/ 274733 h 1023086"/>
              <a:gd name="connsiteX2" fmla="*/ 1416688 w 4907942"/>
              <a:gd name="connsiteY2" fmla="*/ 714999 h 1023086"/>
              <a:gd name="connsiteX3" fmla="*/ 2813688 w 4907942"/>
              <a:gd name="connsiteY3" fmla="*/ 909733 h 1023086"/>
              <a:gd name="connsiteX4" fmla="*/ 3313221 w 4907942"/>
              <a:gd name="connsiteY4" fmla="*/ 274733 h 1023086"/>
              <a:gd name="connsiteX5" fmla="*/ 3878372 w 4907942"/>
              <a:gd name="connsiteY5" fmla="*/ 173179 h 1023086"/>
              <a:gd name="connsiteX6" fmla="*/ 4308055 w 4907942"/>
              <a:gd name="connsiteY6" fmla="*/ 428713 h 1023086"/>
              <a:gd name="connsiteX7" fmla="*/ 4469277 w 4907942"/>
              <a:gd name="connsiteY7" fmla="*/ 623598 h 1023086"/>
              <a:gd name="connsiteX8" fmla="*/ 4621677 w 4907942"/>
              <a:gd name="connsiteY8" fmla="*/ 703500 h 1023086"/>
              <a:gd name="connsiteX9" fmla="*/ 4735977 w 4907942"/>
              <a:gd name="connsiteY9" fmla="*/ 674445 h 1023086"/>
              <a:gd name="connsiteX10" fmla="*/ 4746205 w 4907942"/>
              <a:gd name="connsiteY10" fmla="*/ 530406 h 1023086"/>
              <a:gd name="connsiteX11" fmla="*/ 4723278 w 4907942"/>
              <a:gd name="connsiteY11" fmla="*/ 391156 h 1023086"/>
              <a:gd name="connsiteX12" fmla="*/ 4634379 w 4907942"/>
              <a:gd name="connsiteY12" fmla="*/ 296725 h 1023086"/>
              <a:gd name="connsiteX13" fmla="*/ 4602629 w 4907942"/>
              <a:gd name="connsiteY13" fmla="*/ 27961 h 1023086"/>
              <a:gd name="connsiteX14" fmla="*/ 4748678 w 4907942"/>
              <a:gd name="connsiteY14" fmla="*/ 13436 h 1023086"/>
              <a:gd name="connsiteX15" fmla="*/ 4900721 w 4907942"/>
              <a:gd name="connsiteY15" fmla="*/ 26698 h 1023086"/>
              <a:gd name="connsiteX16" fmla="*/ 4882029 w 4907942"/>
              <a:gd name="connsiteY16" fmla="*/ 318516 h 1023086"/>
              <a:gd name="connsiteX17" fmla="*/ 4818529 w 4907942"/>
              <a:gd name="connsiteY17" fmla="*/ 383890 h 1023086"/>
              <a:gd name="connsiteX18" fmla="*/ 4824878 w 4907942"/>
              <a:gd name="connsiteY18" fmla="*/ 659917 h 1023086"/>
              <a:gd name="connsiteX19" fmla="*/ 4748678 w 4907942"/>
              <a:gd name="connsiteY19" fmla="*/ 776140 h 1023086"/>
              <a:gd name="connsiteX20" fmla="*/ 4638255 w 4907942"/>
              <a:gd name="connsiteY20" fmla="*/ 797732 h 1023086"/>
              <a:gd name="connsiteX21" fmla="*/ 4424470 w 4907942"/>
              <a:gd name="connsiteY21" fmla="*/ 712971 h 1023086"/>
              <a:gd name="connsiteX22" fmla="*/ 4158128 w 4907942"/>
              <a:gd name="connsiteY22" fmla="*/ 398416 h 1023086"/>
              <a:gd name="connsiteX23" fmla="*/ 3920705 w 4907942"/>
              <a:gd name="connsiteY23" fmla="*/ 277185 h 1023086"/>
              <a:gd name="connsiteX24" fmla="*/ 3596855 w 4907942"/>
              <a:gd name="connsiteY24" fmla="*/ 257800 h 1023086"/>
              <a:gd name="connsiteX25" fmla="*/ 3414821 w 4907942"/>
              <a:gd name="connsiteY25" fmla="*/ 334000 h 1023086"/>
              <a:gd name="connsiteX26" fmla="*/ 3296288 w 4907942"/>
              <a:gd name="connsiteY26" fmla="*/ 452532 h 1023086"/>
              <a:gd name="connsiteX27" fmla="*/ 3084621 w 4907942"/>
              <a:gd name="connsiteY27" fmla="*/ 833532 h 1023086"/>
              <a:gd name="connsiteX28" fmla="*/ 2906821 w 4907942"/>
              <a:gd name="connsiteY28" fmla="*/ 985933 h 1023086"/>
              <a:gd name="connsiteX29" fmla="*/ 2542755 w 4907942"/>
              <a:gd name="connsiteY29" fmla="*/ 1019799 h 1023086"/>
              <a:gd name="connsiteX30" fmla="*/ 1856955 w 4907942"/>
              <a:gd name="connsiteY30" fmla="*/ 926666 h 1023086"/>
              <a:gd name="connsiteX31" fmla="*/ 1188088 w 4907942"/>
              <a:gd name="connsiteY31" fmla="*/ 715000 h 1023086"/>
              <a:gd name="connsiteX32" fmla="*/ 891755 w 4907942"/>
              <a:gd name="connsiteY32" fmla="*/ 444066 h 1023086"/>
              <a:gd name="connsiteX33" fmla="*/ 705488 w 4907942"/>
              <a:gd name="connsiteY33" fmla="*/ 317066 h 1023086"/>
              <a:gd name="connsiteX34" fmla="*/ 502288 w 4907942"/>
              <a:gd name="connsiteY34" fmla="*/ 266266 h 1023086"/>
              <a:gd name="connsiteX35" fmla="*/ 146687 w 4907942"/>
              <a:gd name="connsiteY35" fmla="*/ 223933 h 1023086"/>
              <a:gd name="connsiteX36" fmla="*/ 19688 w 4907942"/>
              <a:gd name="connsiteY36" fmla="*/ 223933 h 1023086"/>
              <a:gd name="connsiteX37" fmla="*/ 87421 w 4907942"/>
              <a:gd name="connsiteY37" fmla="*/ 130799 h 1023086"/>
              <a:gd name="connsiteX0" fmla="*/ 87421 w 4907942"/>
              <a:gd name="connsiteY0" fmla="*/ 130799 h 1023086"/>
              <a:gd name="connsiteX1" fmla="*/ 815555 w 4907942"/>
              <a:gd name="connsiteY1" fmla="*/ 274733 h 1023086"/>
              <a:gd name="connsiteX2" fmla="*/ 1416688 w 4907942"/>
              <a:gd name="connsiteY2" fmla="*/ 714999 h 1023086"/>
              <a:gd name="connsiteX3" fmla="*/ 2813688 w 4907942"/>
              <a:gd name="connsiteY3" fmla="*/ 909733 h 1023086"/>
              <a:gd name="connsiteX4" fmla="*/ 3313221 w 4907942"/>
              <a:gd name="connsiteY4" fmla="*/ 274733 h 1023086"/>
              <a:gd name="connsiteX5" fmla="*/ 3878372 w 4907942"/>
              <a:gd name="connsiteY5" fmla="*/ 173179 h 1023086"/>
              <a:gd name="connsiteX6" fmla="*/ 4308055 w 4907942"/>
              <a:gd name="connsiteY6" fmla="*/ 428713 h 1023086"/>
              <a:gd name="connsiteX7" fmla="*/ 4469277 w 4907942"/>
              <a:gd name="connsiteY7" fmla="*/ 623598 h 1023086"/>
              <a:gd name="connsiteX8" fmla="*/ 4621677 w 4907942"/>
              <a:gd name="connsiteY8" fmla="*/ 703500 h 1023086"/>
              <a:gd name="connsiteX9" fmla="*/ 4735977 w 4907942"/>
              <a:gd name="connsiteY9" fmla="*/ 674445 h 1023086"/>
              <a:gd name="connsiteX10" fmla="*/ 4746205 w 4907942"/>
              <a:gd name="connsiteY10" fmla="*/ 530406 h 1023086"/>
              <a:gd name="connsiteX11" fmla="*/ 4735978 w 4907942"/>
              <a:gd name="connsiteY11" fmla="*/ 391156 h 1023086"/>
              <a:gd name="connsiteX12" fmla="*/ 4634379 w 4907942"/>
              <a:gd name="connsiteY12" fmla="*/ 296725 h 1023086"/>
              <a:gd name="connsiteX13" fmla="*/ 4602629 w 4907942"/>
              <a:gd name="connsiteY13" fmla="*/ 27961 h 1023086"/>
              <a:gd name="connsiteX14" fmla="*/ 4748678 w 4907942"/>
              <a:gd name="connsiteY14" fmla="*/ 13436 h 1023086"/>
              <a:gd name="connsiteX15" fmla="*/ 4900721 w 4907942"/>
              <a:gd name="connsiteY15" fmla="*/ 26698 h 1023086"/>
              <a:gd name="connsiteX16" fmla="*/ 4882029 w 4907942"/>
              <a:gd name="connsiteY16" fmla="*/ 318516 h 1023086"/>
              <a:gd name="connsiteX17" fmla="*/ 4818529 w 4907942"/>
              <a:gd name="connsiteY17" fmla="*/ 383890 h 1023086"/>
              <a:gd name="connsiteX18" fmla="*/ 4824878 w 4907942"/>
              <a:gd name="connsiteY18" fmla="*/ 659917 h 1023086"/>
              <a:gd name="connsiteX19" fmla="*/ 4748678 w 4907942"/>
              <a:gd name="connsiteY19" fmla="*/ 776140 h 1023086"/>
              <a:gd name="connsiteX20" fmla="*/ 4638255 w 4907942"/>
              <a:gd name="connsiteY20" fmla="*/ 797732 h 1023086"/>
              <a:gd name="connsiteX21" fmla="*/ 4424470 w 4907942"/>
              <a:gd name="connsiteY21" fmla="*/ 712971 h 1023086"/>
              <a:gd name="connsiteX22" fmla="*/ 4158128 w 4907942"/>
              <a:gd name="connsiteY22" fmla="*/ 398416 h 1023086"/>
              <a:gd name="connsiteX23" fmla="*/ 3920705 w 4907942"/>
              <a:gd name="connsiteY23" fmla="*/ 277185 h 1023086"/>
              <a:gd name="connsiteX24" fmla="*/ 3596855 w 4907942"/>
              <a:gd name="connsiteY24" fmla="*/ 257800 h 1023086"/>
              <a:gd name="connsiteX25" fmla="*/ 3414821 w 4907942"/>
              <a:gd name="connsiteY25" fmla="*/ 334000 h 1023086"/>
              <a:gd name="connsiteX26" fmla="*/ 3296288 w 4907942"/>
              <a:gd name="connsiteY26" fmla="*/ 452532 h 1023086"/>
              <a:gd name="connsiteX27" fmla="*/ 3084621 w 4907942"/>
              <a:gd name="connsiteY27" fmla="*/ 833532 h 1023086"/>
              <a:gd name="connsiteX28" fmla="*/ 2906821 w 4907942"/>
              <a:gd name="connsiteY28" fmla="*/ 985933 h 1023086"/>
              <a:gd name="connsiteX29" fmla="*/ 2542755 w 4907942"/>
              <a:gd name="connsiteY29" fmla="*/ 1019799 h 1023086"/>
              <a:gd name="connsiteX30" fmla="*/ 1856955 w 4907942"/>
              <a:gd name="connsiteY30" fmla="*/ 926666 h 1023086"/>
              <a:gd name="connsiteX31" fmla="*/ 1188088 w 4907942"/>
              <a:gd name="connsiteY31" fmla="*/ 715000 h 1023086"/>
              <a:gd name="connsiteX32" fmla="*/ 891755 w 4907942"/>
              <a:gd name="connsiteY32" fmla="*/ 444066 h 1023086"/>
              <a:gd name="connsiteX33" fmla="*/ 705488 w 4907942"/>
              <a:gd name="connsiteY33" fmla="*/ 317066 h 1023086"/>
              <a:gd name="connsiteX34" fmla="*/ 502288 w 4907942"/>
              <a:gd name="connsiteY34" fmla="*/ 266266 h 1023086"/>
              <a:gd name="connsiteX35" fmla="*/ 146687 w 4907942"/>
              <a:gd name="connsiteY35" fmla="*/ 223933 h 1023086"/>
              <a:gd name="connsiteX36" fmla="*/ 19688 w 4907942"/>
              <a:gd name="connsiteY36" fmla="*/ 223933 h 1023086"/>
              <a:gd name="connsiteX37" fmla="*/ 87421 w 4907942"/>
              <a:gd name="connsiteY37" fmla="*/ 130799 h 1023086"/>
              <a:gd name="connsiteX0" fmla="*/ 87421 w 4904925"/>
              <a:gd name="connsiteY0" fmla="*/ 130799 h 1023086"/>
              <a:gd name="connsiteX1" fmla="*/ 815555 w 4904925"/>
              <a:gd name="connsiteY1" fmla="*/ 274733 h 1023086"/>
              <a:gd name="connsiteX2" fmla="*/ 1416688 w 4904925"/>
              <a:gd name="connsiteY2" fmla="*/ 714999 h 1023086"/>
              <a:gd name="connsiteX3" fmla="*/ 2813688 w 4904925"/>
              <a:gd name="connsiteY3" fmla="*/ 909733 h 1023086"/>
              <a:gd name="connsiteX4" fmla="*/ 3313221 w 4904925"/>
              <a:gd name="connsiteY4" fmla="*/ 274733 h 1023086"/>
              <a:gd name="connsiteX5" fmla="*/ 3878372 w 4904925"/>
              <a:gd name="connsiteY5" fmla="*/ 173179 h 1023086"/>
              <a:gd name="connsiteX6" fmla="*/ 4308055 w 4904925"/>
              <a:gd name="connsiteY6" fmla="*/ 428713 h 1023086"/>
              <a:gd name="connsiteX7" fmla="*/ 4469277 w 4904925"/>
              <a:gd name="connsiteY7" fmla="*/ 623598 h 1023086"/>
              <a:gd name="connsiteX8" fmla="*/ 4621677 w 4904925"/>
              <a:gd name="connsiteY8" fmla="*/ 703500 h 1023086"/>
              <a:gd name="connsiteX9" fmla="*/ 4735977 w 4904925"/>
              <a:gd name="connsiteY9" fmla="*/ 674445 h 1023086"/>
              <a:gd name="connsiteX10" fmla="*/ 4746205 w 4904925"/>
              <a:gd name="connsiteY10" fmla="*/ 530406 h 1023086"/>
              <a:gd name="connsiteX11" fmla="*/ 4735978 w 4904925"/>
              <a:gd name="connsiteY11" fmla="*/ 391156 h 1023086"/>
              <a:gd name="connsiteX12" fmla="*/ 4634379 w 4904925"/>
              <a:gd name="connsiteY12" fmla="*/ 296725 h 1023086"/>
              <a:gd name="connsiteX13" fmla="*/ 4602629 w 4904925"/>
              <a:gd name="connsiteY13" fmla="*/ 27961 h 1023086"/>
              <a:gd name="connsiteX14" fmla="*/ 4748678 w 4904925"/>
              <a:gd name="connsiteY14" fmla="*/ 13436 h 1023086"/>
              <a:gd name="connsiteX15" fmla="*/ 4900721 w 4904925"/>
              <a:gd name="connsiteY15" fmla="*/ 26698 h 1023086"/>
              <a:gd name="connsiteX16" fmla="*/ 4862979 w 4904925"/>
              <a:gd name="connsiteY16" fmla="*/ 318516 h 1023086"/>
              <a:gd name="connsiteX17" fmla="*/ 4818529 w 4904925"/>
              <a:gd name="connsiteY17" fmla="*/ 383890 h 1023086"/>
              <a:gd name="connsiteX18" fmla="*/ 4824878 w 4904925"/>
              <a:gd name="connsiteY18" fmla="*/ 659917 h 1023086"/>
              <a:gd name="connsiteX19" fmla="*/ 4748678 w 4904925"/>
              <a:gd name="connsiteY19" fmla="*/ 776140 h 1023086"/>
              <a:gd name="connsiteX20" fmla="*/ 4638255 w 4904925"/>
              <a:gd name="connsiteY20" fmla="*/ 797732 h 1023086"/>
              <a:gd name="connsiteX21" fmla="*/ 4424470 w 4904925"/>
              <a:gd name="connsiteY21" fmla="*/ 712971 h 1023086"/>
              <a:gd name="connsiteX22" fmla="*/ 4158128 w 4904925"/>
              <a:gd name="connsiteY22" fmla="*/ 398416 h 1023086"/>
              <a:gd name="connsiteX23" fmla="*/ 3920705 w 4904925"/>
              <a:gd name="connsiteY23" fmla="*/ 277185 h 1023086"/>
              <a:gd name="connsiteX24" fmla="*/ 3596855 w 4904925"/>
              <a:gd name="connsiteY24" fmla="*/ 257800 h 1023086"/>
              <a:gd name="connsiteX25" fmla="*/ 3414821 w 4904925"/>
              <a:gd name="connsiteY25" fmla="*/ 334000 h 1023086"/>
              <a:gd name="connsiteX26" fmla="*/ 3296288 w 4904925"/>
              <a:gd name="connsiteY26" fmla="*/ 452532 h 1023086"/>
              <a:gd name="connsiteX27" fmla="*/ 3084621 w 4904925"/>
              <a:gd name="connsiteY27" fmla="*/ 833532 h 1023086"/>
              <a:gd name="connsiteX28" fmla="*/ 2906821 w 4904925"/>
              <a:gd name="connsiteY28" fmla="*/ 985933 h 1023086"/>
              <a:gd name="connsiteX29" fmla="*/ 2542755 w 4904925"/>
              <a:gd name="connsiteY29" fmla="*/ 1019799 h 1023086"/>
              <a:gd name="connsiteX30" fmla="*/ 1856955 w 4904925"/>
              <a:gd name="connsiteY30" fmla="*/ 926666 h 1023086"/>
              <a:gd name="connsiteX31" fmla="*/ 1188088 w 4904925"/>
              <a:gd name="connsiteY31" fmla="*/ 715000 h 1023086"/>
              <a:gd name="connsiteX32" fmla="*/ 891755 w 4904925"/>
              <a:gd name="connsiteY32" fmla="*/ 444066 h 1023086"/>
              <a:gd name="connsiteX33" fmla="*/ 705488 w 4904925"/>
              <a:gd name="connsiteY33" fmla="*/ 317066 h 1023086"/>
              <a:gd name="connsiteX34" fmla="*/ 502288 w 4904925"/>
              <a:gd name="connsiteY34" fmla="*/ 266266 h 1023086"/>
              <a:gd name="connsiteX35" fmla="*/ 146687 w 4904925"/>
              <a:gd name="connsiteY35" fmla="*/ 223933 h 1023086"/>
              <a:gd name="connsiteX36" fmla="*/ 19688 w 4904925"/>
              <a:gd name="connsiteY36" fmla="*/ 223933 h 1023086"/>
              <a:gd name="connsiteX37" fmla="*/ 87421 w 4904925"/>
              <a:gd name="connsiteY37" fmla="*/ 130799 h 1023086"/>
              <a:gd name="connsiteX0" fmla="*/ 87421 w 4904925"/>
              <a:gd name="connsiteY0" fmla="*/ 130799 h 1023086"/>
              <a:gd name="connsiteX1" fmla="*/ 815555 w 4904925"/>
              <a:gd name="connsiteY1" fmla="*/ 274733 h 1023086"/>
              <a:gd name="connsiteX2" fmla="*/ 1416688 w 4904925"/>
              <a:gd name="connsiteY2" fmla="*/ 714999 h 1023086"/>
              <a:gd name="connsiteX3" fmla="*/ 2813688 w 4904925"/>
              <a:gd name="connsiteY3" fmla="*/ 909733 h 1023086"/>
              <a:gd name="connsiteX4" fmla="*/ 3313221 w 4904925"/>
              <a:gd name="connsiteY4" fmla="*/ 274733 h 1023086"/>
              <a:gd name="connsiteX5" fmla="*/ 3878372 w 4904925"/>
              <a:gd name="connsiteY5" fmla="*/ 173179 h 1023086"/>
              <a:gd name="connsiteX6" fmla="*/ 4308055 w 4904925"/>
              <a:gd name="connsiteY6" fmla="*/ 428713 h 1023086"/>
              <a:gd name="connsiteX7" fmla="*/ 4469277 w 4904925"/>
              <a:gd name="connsiteY7" fmla="*/ 623598 h 1023086"/>
              <a:gd name="connsiteX8" fmla="*/ 4621677 w 4904925"/>
              <a:gd name="connsiteY8" fmla="*/ 703500 h 1023086"/>
              <a:gd name="connsiteX9" fmla="*/ 4735977 w 4904925"/>
              <a:gd name="connsiteY9" fmla="*/ 674445 h 1023086"/>
              <a:gd name="connsiteX10" fmla="*/ 4746205 w 4904925"/>
              <a:gd name="connsiteY10" fmla="*/ 530406 h 1023086"/>
              <a:gd name="connsiteX11" fmla="*/ 4735978 w 4904925"/>
              <a:gd name="connsiteY11" fmla="*/ 391156 h 1023086"/>
              <a:gd name="connsiteX12" fmla="*/ 4634379 w 4904925"/>
              <a:gd name="connsiteY12" fmla="*/ 296725 h 1023086"/>
              <a:gd name="connsiteX13" fmla="*/ 4621679 w 4904925"/>
              <a:gd name="connsiteY13" fmla="*/ 195031 h 1023086"/>
              <a:gd name="connsiteX14" fmla="*/ 4602629 w 4904925"/>
              <a:gd name="connsiteY14" fmla="*/ 27961 h 1023086"/>
              <a:gd name="connsiteX15" fmla="*/ 4748678 w 4904925"/>
              <a:gd name="connsiteY15" fmla="*/ 13436 h 1023086"/>
              <a:gd name="connsiteX16" fmla="*/ 4900721 w 4904925"/>
              <a:gd name="connsiteY16" fmla="*/ 26698 h 1023086"/>
              <a:gd name="connsiteX17" fmla="*/ 4862979 w 4904925"/>
              <a:gd name="connsiteY17" fmla="*/ 318516 h 1023086"/>
              <a:gd name="connsiteX18" fmla="*/ 4818529 w 4904925"/>
              <a:gd name="connsiteY18" fmla="*/ 383890 h 1023086"/>
              <a:gd name="connsiteX19" fmla="*/ 4824878 w 4904925"/>
              <a:gd name="connsiteY19" fmla="*/ 659917 h 1023086"/>
              <a:gd name="connsiteX20" fmla="*/ 4748678 w 4904925"/>
              <a:gd name="connsiteY20" fmla="*/ 776140 h 1023086"/>
              <a:gd name="connsiteX21" fmla="*/ 4638255 w 4904925"/>
              <a:gd name="connsiteY21" fmla="*/ 797732 h 1023086"/>
              <a:gd name="connsiteX22" fmla="*/ 4424470 w 4904925"/>
              <a:gd name="connsiteY22" fmla="*/ 712971 h 1023086"/>
              <a:gd name="connsiteX23" fmla="*/ 4158128 w 4904925"/>
              <a:gd name="connsiteY23" fmla="*/ 398416 h 1023086"/>
              <a:gd name="connsiteX24" fmla="*/ 3920705 w 4904925"/>
              <a:gd name="connsiteY24" fmla="*/ 277185 h 1023086"/>
              <a:gd name="connsiteX25" fmla="*/ 3596855 w 4904925"/>
              <a:gd name="connsiteY25" fmla="*/ 257800 h 1023086"/>
              <a:gd name="connsiteX26" fmla="*/ 3414821 w 4904925"/>
              <a:gd name="connsiteY26" fmla="*/ 334000 h 1023086"/>
              <a:gd name="connsiteX27" fmla="*/ 3296288 w 4904925"/>
              <a:gd name="connsiteY27" fmla="*/ 452532 h 1023086"/>
              <a:gd name="connsiteX28" fmla="*/ 3084621 w 4904925"/>
              <a:gd name="connsiteY28" fmla="*/ 833532 h 1023086"/>
              <a:gd name="connsiteX29" fmla="*/ 2906821 w 4904925"/>
              <a:gd name="connsiteY29" fmla="*/ 985933 h 1023086"/>
              <a:gd name="connsiteX30" fmla="*/ 2542755 w 4904925"/>
              <a:gd name="connsiteY30" fmla="*/ 1019799 h 1023086"/>
              <a:gd name="connsiteX31" fmla="*/ 1856955 w 4904925"/>
              <a:gd name="connsiteY31" fmla="*/ 926666 h 1023086"/>
              <a:gd name="connsiteX32" fmla="*/ 1188088 w 4904925"/>
              <a:gd name="connsiteY32" fmla="*/ 715000 h 1023086"/>
              <a:gd name="connsiteX33" fmla="*/ 891755 w 4904925"/>
              <a:gd name="connsiteY33" fmla="*/ 444066 h 1023086"/>
              <a:gd name="connsiteX34" fmla="*/ 705488 w 4904925"/>
              <a:gd name="connsiteY34" fmla="*/ 317066 h 1023086"/>
              <a:gd name="connsiteX35" fmla="*/ 502288 w 4904925"/>
              <a:gd name="connsiteY35" fmla="*/ 266266 h 1023086"/>
              <a:gd name="connsiteX36" fmla="*/ 146687 w 4904925"/>
              <a:gd name="connsiteY36" fmla="*/ 223933 h 1023086"/>
              <a:gd name="connsiteX37" fmla="*/ 19688 w 4904925"/>
              <a:gd name="connsiteY37" fmla="*/ 223933 h 1023086"/>
              <a:gd name="connsiteX38" fmla="*/ 87421 w 4904925"/>
              <a:gd name="connsiteY38" fmla="*/ 130799 h 1023086"/>
              <a:gd name="connsiteX0" fmla="*/ 87421 w 4904925"/>
              <a:gd name="connsiteY0" fmla="*/ 130799 h 1023086"/>
              <a:gd name="connsiteX1" fmla="*/ 815555 w 4904925"/>
              <a:gd name="connsiteY1" fmla="*/ 274733 h 1023086"/>
              <a:gd name="connsiteX2" fmla="*/ 1416688 w 4904925"/>
              <a:gd name="connsiteY2" fmla="*/ 714999 h 1023086"/>
              <a:gd name="connsiteX3" fmla="*/ 2813688 w 4904925"/>
              <a:gd name="connsiteY3" fmla="*/ 909733 h 1023086"/>
              <a:gd name="connsiteX4" fmla="*/ 3313221 w 4904925"/>
              <a:gd name="connsiteY4" fmla="*/ 274733 h 1023086"/>
              <a:gd name="connsiteX5" fmla="*/ 3878372 w 4904925"/>
              <a:gd name="connsiteY5" fmla="*/ 173179 h 1023086"/>
              <a:gd name="connsiteX6" fmla="*/ 4308055 w 4904925"/>
              <a:gd name="connsiteY6" fmla="*/ 428713 h 1023086"/>
              <a:gd name="connsiteX7" fmla="*/ 4469277 w 4904925"/>
              <a:gd name="connsiteY7" fmla="*/ 623598 h 1023086"/>
              <a:gd name="connsiteX8" fmla="*/ 4621677 w 4904925"/>
              <a:gd name="connsiteY8" fmla="*/ 703500 h 1023086"/>
              <a:gd name="connsiteX9" fmla="*/ 4735977 w 4904925"/>
              <a:gd name="connsiteY9" fmla="*/ 674445 h 1023086"/>
              <a:gd name="connsiteX10" fmla="*/ 4746205 w 4904925"/>
              <a:gd name="connsiteY10" fmla="*/ 530406 h 1023086"/>
              <a:gd name="connsiteX11" fmla="*/ 4735978 w 4904925"/>
              <a:gd name="connsiteY11" fmla="*/ 391156 h 1023086"/>
              <a:gd name="connsiteX12" fmla="*/ 4653429 w 4904925"/>
              <a:gd name="connsiteY12" fmla="*/ 303989 h 1023086"/>
              <a:gd name="connsiteX13" fmla="*/ 4621679 w 4904925"/>
              <a:gd name="connsiteY13" fmla="*/ 195031 h 1023086"/>
              <a:gd name="connsiteX14" fmla="*/ 4602629 w 4904925"/>
              <a:gd name="connsiteY14" fmla="*/ 27961 h 1023086"/>
              <a:gd name="connsiteX15" fmla="*/ 4748678 w 4904925"/>
              <a:gd name="connsiteY15" fmla="*/ 13436 h 1023086"/>
              <a:gd name="connsiteX16" fmla="*/ 4900721 w 4904925"/>
              <a:gd name="connsiteY16" fmla="*/ 26698 h 1023086"/>
              <a:gd name="connsiteX17" fmla="*/ 4862979 w 4904925"/>
              <a:gd name="connsiteY17" fmla="*/ 318516 h 1023086"/>
              <a:gd name="connsiteX18" fmla="*/ 4818529 w 4904925"/>
              <a:gd name="connsiteY18" fmla="*/ 383890 h 1023086"/>
              <a:gd name="connsiteX19" fmla="*/ 4824878 w 4904925"/>
              <a:gd name="connsiteY19" fmla="*/ 659917 h 1023086"/>
              <a:gd name="connsiteX20" fmla="*/ 4748678 w 4904925"/>
              <a:gd name="connsiteY20" fmla="*/ 776140 h 1023086"/>
              <a:gd name="connsiteX21" fmla="*/ 4638255 w 4904925"/>
              <a:gd name="connsiteY21" fmla="*/ 797732 h 1023086"/>
              <a:gd name="connsiteX22" fmla="*/ 4424470 w 4904925"/>
              <a:gd name="connsiteY22" fmla="*/ 712971 h 1023086"/>
              <a:gd name="connsiteX23" fmla="*/ 4158128 w 4904925"/>
              <a:gd name="connsiteY23" fmla="*/ 398416 h 1023086"/>
              <a:gd name="connsiteX24" fmla="*/ 3920705 w 4904925"/>
              <a:gd name="connsiteY24" fmla="*/ 277185 h 1023086"/>
              <a:gd name="connsiteX25" fmla="*/ 3596855 w 4904925"/>
              <a:gd name="connsiteY25" fmla="*/ 257800 h 1023086"/>
              <a:gd name="connsiteX26" fmla="*/ 3414821 w 4904925"/>
              <a:gd name="connsiteY26" fmla="*/ 334000 h 1023086"/>
              <a:gd name="connsiteX27" fmla="*/ 3296288 w 4904925"/>
              <a:gd name="connsiteY27" fmla="*/ 452532 h 1023086"/>
              <a:gd name="connsiteX28" fmla="*/ 3084621 w 4904925"/>
              <a:gd name="connsiteY28" fmla="*/ 833532 h 1023086"/>
              <a:gd name="connsiteX29" fmla="*/ 2906821 w 4904925"/>
              <a:gd name="connsiteY29" fmla="*/ 985933 h 1023086"/>
              <a:gd name="connsiteX30" fmla="*/ 2542755 w 4904925"/>
              <a:gd name="connsiteY30" fmla="*/ 1019799 h 1023086"/>
              <a:gd name="connsiteX31" fmla="*/ 1856955 w 4904925"/>
              <a:gd name="connsiteY31" fmla="*/ 926666 h 1023086"/>
              <a:gd name="connsiteX32" fmla="*/ 1188088 w 4904925"/>
              <a:gd name="connsiteY32" fmla="*/ 715000 h 1023086"/>
              <a:gd name="connsiteX33" fmla="*/ 891755 w 4904925"/>
              <a:gd name="connsiteY33" fmla="*/ 444066 h 1023086"/>
              <a:gd name="connsiteX34" fmla="*/ 705488 w 4904925"/>
              <a:gd name="connsiteY34" fmla="*/ 317066 h 1023086"/>
              <a:gd name="connsiteX35" fmla="*/ 502288 w 4904925"/>
              <a:gd name="connsiteY35" fmla="*/ 266266 h 1023086"/>
              <a:gd name="connsiteX36" fmla="*/ 146687 w 4904925"/>
              <a:gd name="connsiteY36" fmla="*/ 223933 h 1023086"/>
              <a:gd name="connsiteX37" fmla="*/ 19688 w 4904925"/>
              <a:gd name="connsiteY37" fmla="*/ 223933 h 1023086"/>
              <a:gd name="connsiteX38" fmla="*/ 87421 w 4904925"/>
              <a:gd name="connsiteY38" fmla="*/ 130799 h 1023086"/>
              <a:gd name="connsiteX0" fmla="*/ 87421 w 4904925"/>
              <a:gd name="connsiteY0" fmla="*/ 130799 h 1023086"/>
              <a:gd name="connsiteX1" fmla="*/ 815555 w 4904925"/>
              <a:gd name="connsiteY1" fmla="*/ 274733 h 1023086"/>
              <a:gd name="connsiteX2" fmla="*/ 1416688 w 4904925"/>
              <a:gd name="connsiteY2" fmla="*/ 714999 h 1023086"/>
              <a:gd name="connsiteX3" fmla="*/ 2813688 w 4904925"/>
              <a:gd name="connsiteY3" fmla="*/ 909733 h 1023086"/>
              <a:gd name="connsiteX4" fmla="*/ 3313221 w 4904925"/>
              <a:gd name="connsiteY4" fmla="*/ 274733 h 1023086"/>
              <a:gd name="connsiteX5" fmla="*/ 3878372 w 4904925"/>
              <a:gd name="connsiteY5" fmla="*/ 173179 h 1023086"/>
              <a:gd name="connsiteX6" fmla="*/ 4308055 w 4904925"/>
              <a:gd name="connsiteY6" fmla="*/ 428713 h 1023086"/>
              <a:gd name="connsiteX7" fmla="*/ 4469277 w 4904925"/>
              <a:gd name="connsiteY7" fmla="*/ 623598 h 1023086"/>
              <a:gd name="connsiteX8" fmla="*/ 4621677 w 4904925"/>
              <a:gd name="connsiteY8" fmla="*/ 703500 h 1023086"/>
              <a:gd name="connsiteX9" fmla="*/ 4735977 w 4904925"/>
              <a:gd name="connsiteY9" fmla="*/ 674445 h 1023086"/>
              <a:gd name="connsiteX10" fmla="*/ 4746205 w 4904925"/>
              <a:gd name="connsiteY10" fmla="*/ 530406 h 1023086"/>
              <a:gd name="connsiteX11" fmla="*/ 4735978 w 4904925"/>
              <a:gd name="connsiteY11" fmla="*/ 391156 h 1023086"/>
              <a:gd name="connsiteX12" fmla="*/ 4659779 w 4904925"/>
              <a:gd name="connsiteY12" fmla="*/ 311253 h 1023086"/>
              <a:gd name="connsiteX13" fmla="*/ 4621679 w 4904925"/>
              <a:gd name="connsiteY13" fmla="*/ 195031 h 1023086"/>
              <a:gd name="connsiteX14" fmla="*/ 4602629 w 4904925"/>
              <a:gd name="connsiteY14" fmla="*/ 27961 h 1023086"/>
              <a:gd name="connsiteX15" fmla="*/ 4748678 w 4904925"/>
              <a:gd name="connsiteY15" fmla="*/ 13436 h 1023086"/>
              <a:gd name="connsiteX16" fmla="*/ 4900721 w 4904925"/>
              <a:gd name="connsiteY16" fmla="*/ 26698 h 1023086"/>
              <a:gd name="connsiteX17" fmla="*/ 4862979 w 4904925"/>
              <a:gd name="connsiteY17" fmla="*/ 318516 h 1023086"/>
              <a:gd name="connsiteX18" fmla="*/ 4818529 w 4904925"/>
              <a:gd name="connsiteY18" fmla="*/ 383890 h 1023086"/>
              <a:gd name="connsiteX19" fmla="*/ 4824878 w 4904925"/>
              <a:gd name="connsiteY19" fmla="*/ 659917 h 1023086"/>
              <a:gd name="connsiteX20" fmla="*/ 4748678 w 4904925"/>
              <a:gd name="connsiteY20" fmla="*/ 776140 h 1023086"/>
              <a:gd name="connsiteX21" fmla="*/ 4638255 w 4904925"/>
              <a:gd name="connsiteY21" fmla="*/ 797732 h 1023086"/>
              <a:gd name="connsiteX22" fmla="*/ 4424470 w 4904925"/>
              <a:gd name="connsiteY22" fmla="*/ 712971 h 1023086"/>
              <a:gd name="connsiteX23" fmla="*/ 4158128 w 4904925"/>
              <a:gd name="connsiteY23" fmla="*/ 398416 h 1023086"/>
              <a:gd name="connsiteX24" fmla="*/ 3920705 w 4904925"/>
              <a:gd name="connsiteY24" fmla="*/ 277185 h 1023086"/>
              <a:gd name="connsiteX25" fmla="*/ 3596855 w 4904925"/>
              <a:gd name="connsiteY25" fmla="*/ 257800 h 1023086"/>
              <a:gd name="connsiteX26" fmla="*/ 3414821 w 4904925"/>
              <a:gd name="connsiteY26" fmla="*/ 334000 h 1023086"/>
              <a:gd name="connsiteX27" fmla="*/ 3296288 w 4904925"/>
              <a:gd name="connsiteY27" fmla="*/ 452532 h 1023086"/>
              <a:gd name="connsiteX28" fmla="*/ 3084621 w 4904925"/>
              <a:gd name="connsiteY28" fmla="*/ 833532 h 1023086"/>
              <a:gd name="connsiteX29" fmla="*/ 2906821 w 4904925"/>
              <a:gd name="connsiteY29" fmla="*/ 985933 h 1023086"/>
              <a:gd name="connsiteX30" fmla="*/ 2542755 w 4904925"/>
              <a:gd name="connsiteY30" fmla="*/ 1019799 h 1023086"/>
              <a:gd name="connsiteX31" fmla="*/ 1856955 w 4904925"/>
              <a:gd name="connsiteY31" fmla="*/ 926666 h 1023086"/>
              <a:gd name="connsiteX32" fmla="*/ 1188088 w 4904925"/>
              <a:gd name="connsiteY32" fmla="*/ 715000 h 1023086"/>
              <a:gd name="connsiteX33" fmla="*/ 891755 w 4904925"/>
              <a:gd name="connsiteY33" fmla="*/ 444066 h 1023086"/>
              <a:gd name="connsiteX34" fmla="*/ 705488 w 4904925"/>
              <a:gd name="connsiteY34" fmla="*/ 317066 h 1023086"/>
              <a:gd name="connsiteX35" fmla="*/ 502288 w 4904925"/>
              <a:gd name="connsiteY35" fmla="*/ 266266 h 1023086"/>
              <a:gd name="connsiteX36" fmla="*/ 146687 w 4904925"/>
              <a:gd name="connsiteY36" fmla="*/ 223933 h 1023086"/>
              <a:gd name="connsiteX37" fmla="*/ 19688 w 4904925"/>
              <a:gd name="connsiteY37" fmla="*/ 223933 h 1023086"/>
              <a:gd name="connsiteX38" fmla="*/ 87421 w 4904925"/>
              <a:gd name="connsiteY38" fmla="*/ 130799 h 1023086"/>
              <a:gd name="connsiteX0" fmla="*/ 87421 w 4904925"/>
              <a:gd name="connsiteY0" fmla="*/ 130799 h 1023086"/>
              <a:gd name="connsiteX1" fmla="*/ 815555 w 4904925"/>
              <a:gd name="connsiteY1" fmla="*/ 274733 h 1023086"/>
              <a:gd name="connsiteX2" fmla="*/ 1416688 w 4904925"/>
              <a:gd name="connsiteY2" fmla="*/ 714999 h 1023086"/>
              <a:gd name="connsiteX3" fmla="*/ 2813688 w 4904925"/>
              <a:gd name="connsiteY3" fmla="*/ 909733 h 1023086"/>
              <a:gd name="connsiteX4" fmla="*/ 3313221 w 4904925"/>
              <a:gd name="connsiteY4" fmla="*/ 274733 h 1023086"/>
              <a:gd name="connsiteX5" fmla="*/ 3878372 w 4904925"/>
              <a:gd name="connsiteY5" fmla="*/ 173179 h 1023086"/>
              <a:gd name="connsiteX6" fmla="*/ 4308055 w 4904925"/>
              <a:gd name="connsiteY6" fmla="*/ 428713 h 1023086"/>
              <a:gd name="connsiteX7" fmla="*/ 4469277 w 4904925"/>
              <a:gd name="connsiteY7" fmla="*/ 623598 h 1023086"/>
              <a:gd name="connsiteX8" fmla="*/ 4621677 w 4904925"/>
              <a:gd name="connsiteY8" fmla="*/ 703500 h 1023086"/>
              <a:gd name="connsiteX9" fmla="*/ 4735977 w 4904925"/>
              <a:gd name="connsiteY9" fmla="*/ 674445 h 1023086"/>
              <a:gd name="connsiteX10" fmla="*/ 4746205 w 4904925"/>
              <a:gd name="connsiteY10" fmla="*/ 530406 h 1023086"/>
              <a:gd name="connsiteX11" fmla="*/ 4735978 w 4904925"/>
              <a:gd name="connsiteY11" fmla="*/ 391156 h 1023086"/>
              <a:gd name="connsiteX12" fmla="*/ 4666129 w 4904925"/>
              <a:gd name="connsiteY12" fmla="*/ 303989 h 1023086"/>
              <a:gd name="connsiteX13" fmla="*/ 4621679 w 4904925"/>
              <a:gd name="connsiteY13" fmla="*/ 195031 h 1023086"/>
              <a:gd name="connsiteX14" fmla="*/ 4602629 w 4904925"/>
              <a:gd name="connsiteY14" fmla="*/ 27961 h 1023086"/>
              <a:gd name="connsiteX15" fmla="*/ 4748678 w 4904925"/>
              <a:gd name="connsiteY15" fmla="*/ 13436 h 1023086"/>
              <a:gd name="connsiteX16" fmla="*/ 4900721 w 4904925"/>
              <a:gd name="connsiteY16" fmla="*/ 26698 h 1023086"/>
              <a:gd name="connsiteX17" fmla="*/ 4862979 w 4904925"/>
              <a:gd name="connsiteY17" fmla="*/ 318516 h 1023086"/>
              <a:gd name="connsiteX18" fmla="*/ 4818529 w 4904925"/>
              <a:gd name="connsiteY18" fmla="*/ 383890 h 1023086"/>
              <a:gd name="connsiteX19" fmla="*/ 4824878 w 4904925"/>
              <a:gd name="connsiteY19" fmla="*/ 659917 h 1023086"/>
              <a:gd name="connsiteX20" fmla="*/ 4748678 w 4904925"/>
              <a:gd name="connsiteY20" fmla="*/ 776140 h 1023086"/>
              <a:gd name="connsiteX21" fmla="*/ 4638255 w 4904925"/>
              <a:gd name="connsiteY21" fmla="*/ 797732 h 1023086"/>
              <a:gd name="connsiteX22" fmla="*/ 4424470 w 4904925"/>
              <a:gd name="connsiteY22" fmla="*/ 712971 h 1023086"/>
              <a:gd name="connsiteX23" fmla="*/ 4158128 w 4904925"/>
              <a:gd name="connsiteY23" fmla="*/ 398416 h 1023086"/>
              <a:gd name="connsiteX24" fmla="*/ 3920705 w 4904925"/>
              <a:gd name="connsiteY24" fmla="*/ 277185 h 1023086"/>
              <a:gd name="connsiteX25" fmla="*/ 3596855 w 4904925"/>
              <a:gd name="connsiteY25" fmla="*/ 257800 h 1023086"/>
              <a:gd name="connsiteX26" fmla="*/ 3414821 w 4904925"/>
              <a:gd name="connsiteY26" fmla="*/ 334000 h 1023086"/>
              <a:gd name="connsiteX27" fmla="*/ 3296288 w 4904925"/>
              <a:gd name="connsiteY27" fmla="*/ 452532 h 1023086"/>
              <a:gd name="connsiteX28" fmla="*/ 3084621 w 4904925"/>
              <a:gd name="connsiteY28" fmla="*/ 833532 h 1023086"/>
              <a:gd name="connsiteX29" fmla="*/ 2906821 w 4904925"/>
              <a:gd name="connsiteY29" fmla="*/ 985933 h 1023086"/>
              <a:gd name="connsiteX30" fmla="*/ 2542755 w 4904925"/>
              <a:gd name="connsiteY30" fmla="*/ 1019799 h 1023086"/>
              <a:gd name="connsiteX31" fmla="*/ 1856955 w 4904925"/>
              <a:gd name="connsiteY31" fmla="*/ 926666 h 1023086"/>
              <a:gd name="connsiteX32" fmla="*/ 1188088 w 4904925"/>
              <a:gd name="connsiteY32" fmla="*/ 715000 h 1023086"/>
              <a:gd name="connsiteX33" fmla="*/ 891755 w 4904925"/>
              <a:gd name="connsiteY33" fmla="*/ 444066 h 1023086"/>
              <a:gd name="connsiteX34" fmla="*/ 705488 w 4904925"/>
              <a:gd name="connsiteY34" fmla="*/ 317066 h 1023086"/>
              <a:gd name="connsiteX35" fmla="*/ 502288 w 4904925"/>
              <a:gd name="connsiteY35" fmla="*/ 266266 h 1023086"/>
              <a:gd name="connsiteX36" fmla="*/ 146687 w 4904925"/>
              <a:gd name="connsiteY36" fmla="*/ 223933 h 1023086"/>
              <a:gd name="connsiteX37" fmla="*/ 19688 w 4904925"/>
              <a:gd name="connsiteY37" fmla="*/ 223933 h 1023086"/>
              <a:gd name="connsiteX38" fmla="*/ 87421 w 4904925"/>
              <a:gd name="connsiteY38" fmla="*/ 130799 h 1023086"/>
              <a:gd name="connsiteX0" fmla="*/ 87421 w 4907942"/>
              <a:gd name="connsiteY0" fmla="*/ 130388 h 1022675"/>
              <a:gd name="connsiteX1" fmla="*/ 815555 w 4907942"/>
              <a:gd name="connsiteY1" fmla="*/ 274322 h 1022675"/>
              <a:gd name="connsiteX2" fmla="*/ 1416688 w 4907942"/>
              <a:gd name="connsiteY2" fmla="*/ 714588 h 1022675"/>
              <a:gd name="connsiteX3" fmla="*/ 2813688 w 4907942"/>
              <a:gd name="connsiteY3" fmla="*/ 909322 h 1022675"/>
              <a:gd name="connsiteX4" fmla="*/ 3313221 w 4907942"/>
              <a:gd name="connsiteY4" fmla="*/ 274322 h 1022675"/>
              <a:gd name="connsiteX5" fmla="*/ 3878372 w 4907942"/>
              <a:gd name="connsiteY5" fmla="*/ 172768 h 1022675"/>
              <a:gd name="connsiteX6" fmla="*/ 4308055 w 4907942"/>
              <a:gd name="connsiteY6" fmla="*/ 428302 h 1022675"/>
              <a:gd name="connsiteX7" fmla="*/ 4469277 w 4907942"/>
              <a:gd name="connsiteY7" fmla="*/ 623187 h 1022675"/>
              <a:gd name="connsiteX8" fmla="*/ 4621677 w 4907942"/>
              <a:gd name="connsiteY8" fmla="*/ 703089 h 1022675"/>
              <a:gd name="connsiteX9" fmla="*/ 4735977 w 4907942"/>
              <a:gd name="connsiteY9" fmla="*/ 674034 h 1022675"/>
              <a:gd name="connsiteX10" fmla="*/ 4746205 w 4907942"/>
              <a:gd name="connsiteY10" fmla="*/ 529995 h 1022675"/>
              <a:gd name="connsiteX11" fmla="*/ 4735978 w 4907942"/>
              <a:gd name="connsiteY11" fmla="*/ 390745 h 1022675"/>
              <a:gd name="connsiteX12" fmla="*/ 4666129 w 4907942"/>
              <a:gd name="connsiteY12" fmla="*/ 303578 h 1022675"/>
              <a:gd name="connsiteX13" fmla="*/ 4621679 w 4907942"/>
              <a:gd name="connsiteY13" fmla="*/ 194620 h 1022675"/>
              <a:gd name="connsiteX14" fmla="*/ 4602629 w 4907942"/>
              <a:gd name="connsiteY14" fmla="*/ 27550 h 1022675"/>
              <a:gd name="connsiteX15" fmla="*/ 4748678 w 4907942"/>
              <a:gd name="connsiteY15" fmla="*/ 13025 h 1022675"/>
              <a:gd name="connsiteX16" fmla="*/ 4900721 w 4907942"/>
              <a:gd name="connsiteY16" fmla="*/ 26287 h 1022675"/>
              <a:gd name="connsiteX17" fmla="*/ 4882029 w 4907942"/>
              <a:gd name="connsiteY17" fmla="*/ 252730 h 1022675"/>
              <a:gd name="connsiteX18" fmla="*/ 4818529 w 4907942"/>
              <a:gd name="connsiteY18" fmla="*/ 383479 h 1022675"/>
              <a:gd name="connsiteX19" fmla="*/ 4824878 w 4907942"/>
              <a:gd name="connsiteY19" fmla="*/ 659506 h 1022675"/>
              <a:gd name="connsiteX20" fmla="*/ 4748678 w 4907942"/>
              <a:gd name="connsiteY20" fmla="*/ 775729 h 1022675"/>
              <a:gd name="connsiteX21" fmla="*/ 4638255 w 4907942"/>
              <a:gd name="connsiteY21" fmla="*/ 797321 h 1022675"/>
              <a:gd name="connsiteX22" fmla="*/ 4424470 w 4907942"/>
              <a:gd name="connsiteY22" fmla="*/ 712560 h 1022675"/>
              <a:gd name="connsiteX23" fmla="*/ 4158128 w 4907942"/>
              <a:gd name="connsiteY23" fmla="*/ 398005 h 1022675"/>
              <a:gd name="connsiteX24" fmla="*/ 3920705 w 4907942"/>
              <a:gd name="connsiteY24" fmla="*/ 276774 h 1022675"/>
              <a:gd name="connsiteX25" fmla="*/ 3596855 w 4907942"/>
              <a:gd name="connsiteY25" fmla="*/ 257389 h 1022675"/>
              <a:gd name="connsiteX26" fmla="*/ 3414821 w 4907942"/>
              <a:gd name="connsiteY26" fmla="*/ 333589 h 1022675"/>
              <a:gd name="connsiteX27" fmla="*/ 3296288 w 4907942"/>
              <a:gd name="connsiteY27" fmla="*/ 452121 h 1022675"/>
              <a:gd name="connsiteX28" fmla="*/ 3084621 w 4907942"/>
              <a:gd name="connsiteY28" fmla="*/ 833121 h 1022675"/>
              <a:gd name="connsiteX29" fmla="*/ 2906821 w 4907942"/>
              <a:gd name="connsiteY29" fmla="*/ 985522 h 1022675"/>
              <a:gd name="connsiteX30" fmla="*/ 2542755 w 4907942"/>
              <a:gd name="connsiteY30" fmla="*/ 1019388 h 1022675"/>
              <a:gd name="connsiteX31" fmla="*/ 1856955 w 4907942"/>
              <a:gd name="connsiteY31" fmla="*/ 926255 h 1022675"/>
              <a:gd name="connsiteX32" fmla="*/ 1188088 w 4907942"/>
              <a:gd name="connsiteY32" fmla="*/ 714589 h 1022675"/>
              <a:gd name="connsiteX33" fmla="*/ 891755 w 4907942"/>
              <a:gd name="connsiteY33" fmla="*/ 443655 h 1022675"/>
              <a:gd name="connsiteX34" fmla="*/ 705488 w 4907942"/>
              <a:gd name="connsiteY34" fmla="*/ 316655 h 1022675"/>
              <a:gd name="connsiteX35" fmla="*/ 502288 w 4907942"/>
              <a:gd name="connsiteY35" fmla="*/ 265855 h 1022675"/>
              <a:gd name="connsiteX36" fmla="*/ 146687 w 4907942"/>
              <a:gd name="connsiteY36" fmla="*/ 223522 h 1022675"/>
              <a:gd name="connsiteX37" fmla="*/ 19688 w 4907942"/>
              <a:gd name="connsiteY37" fmla="*/ 223522 h 1022675"/>
              <a:gd name="connsiteX38" fmla="*/ 87421 w 4907942"/>
              <a:gd name="connsiteY38" fmla="*/ 130388 h 1022675"/>
              <a:gd name="connsiteX0" fmla="*/ 87421 w 4907942"/>
              <a:gd name="connsiteY0" fmla="*/ 130388 h 1022675"/>
              <a:gd name="connsiteX1" fmla="*/ 815555 w 4907942"/>
              <a:gd name="connsiteY1" fmla="*/ 274322 h 1022675"/>
              <a:gd name="connsiteX2" fmla="*/ 1416688 w 4907942"/>
              <a:gd name="connsiteY2" fmla="*/ 714588 h 1022675"/>
              <a:gd name="connsiteX3" fmla="*/ 2813688 w 4907942"/>
              <a:gd name="connsiteY3" fmla="*/ 909322 h 1022675"/>
              <a:gd name="connsiteX4" fmla="*/ 3313221 w 4907942"/>
              <a:gd name="connsiteY4" fmla="*/ 274322 h 1022675"/>
              <a:gd name="connsiteX5" fmla="*/ 3878372 w 4907942"/>
              <a:gd name="connsiteY5" fmla="*/ 172768 h 1022675"/>
              <a:gd name="connsiteX6" fmla="*/ 4308055 w 4907942"/>
              <a:gd name="connsiteY6" fmla="*/ 428302 h 1022675"/>
              <a:gd name="connsiteX7" fmla="*/ 4469277 w 4907942"/>
              <a:gd name="connsiteY7" fmla="*/ 623187 h 1022675"/>
              <a:gd name="connsiteX8" fmla="*/ 4621677 w 4907942"/>
              <a:gd name="connsiteY8" fmla="*/ 703089 h 1022675"/>
              <a:gd name="connsiteX9" fmla="*/ 4735977 w 4907942"/>
              <a:gd name="connsiteY9" fmla="*/ 674034 h 1022675"/>
              <a:gd name="connsiteX10" fmla="*/ 4746205 w 4907942"/>
              <a:gd name="connsiteY10" fmla="*/ 529995 h 1022675"/>
              <a:gd name="connsiteX11" fmla="*/ 4735978 w 4907942"/>
              <a:gd name="connsiteY11" fmla="*/ 390745 h 1022675"/>
              <a:gd name="connsiteX12" fmla="*/ 4666129 w 4907942"/>
              <a:gd name="connsiteY12" fmla="*/ 303578 h 1022675"/>
              <a:gd name="connsiteX13" fmla="*/ 4621679 w 4907942"/>
              <a:gd name="connsiteY13" fmla="*/ 194620 h 1022675"/>
              <a:gd name="connsiteX14" fmla="*/ 4602629 w 4907942"/>
              <a:gd name="connsiteY14" fmla="*/ 27550 h 1022675"/>
              <a:gd name="connsiteX15" fmla="*/ 4748678 w 4907942"/>
              <a:gd name="connsiteY15" fmla="*/ 13025 h 1022675"/>
              <a:gd name="connsiteX16" fmla="*/ 4900721 w 4907942"/>
              <a:gd name="connsiteY16" fmla="*/ 26287 h 1022675"/>
              <a:gd name="connsiteX17" fmla="*/ 4882029 w 4907942"/>
              <a:gd name="connsiteY17" fmla="*/ 252730 h 1022675"/>
              <a:gd name="connsiteX18" fmla="*/ 4818529 w 4907942"/>
              <a:gd name="connsiteY18" fmla="*/ 383480 h 1022675"/>
              <a:gd name="connsiteX19" fmla="*/ 4824878 w 4907942"/>
              <a:gd name="connsiteY19" fmla="*/ 659506 h 1022675"/>
              <a:gd name="connsiteX20" fmla="*/ 4748678 w 4907942"/>
              <a:gd name="connsiteY20" fmla="*/ 775729 h 1022675"/>
              <a:gd name="connsiteX21" fmla="*/ 4638255 w 4907942"/>
              <a:gd name="connsiteY21" fmla="*/ 797321 h 1022675"/>
              <a:gd name="connsiteX22" fmla="*/ 4424470 w 4907942"/>
              <a:gd name="connsiteY22" fmla="*/ 712560 h 1022675"/>
              <a:gd name="connsiteX23" fmla="*/ 4158128 w 4907942"/>
              <a:gd name="connsiteY23" fmla="*/ 398005 h 1022675"/>
              <a:gd name="connsiteX24" fmla="*/ 3920705 w 4907942"/>
              <a:gd name="connsiteY24" fmla="*/ 276774 h 1022675"/>
              <a:gd name="connsiteX25" fmla="*/ 3596855 w 4907942"/>
              <a:gd name="connsiteY25" fmla="*/ 257389 h 1022675"/>
              <a:gd name="connsiteX26" fmla="*/ 3414821 w 4907942"/>
              <a:gd name="connsiteY26" fmla="*/ 333589 h 1022675"/>
              <a:gd name="connsiteX27" fmla="*/ 3296288 w 4907942"/>
              <a:gd name="connsiteY27" fmla="*/ 452121 h 1022675"/>
              <a:gd name="connsiteX28" fmla="*/ 3084621 w 4907942"/>
              <a:gd name="connsiteY28" fmla="*/ 833121 h 1022675"/>
              <a:gd name="connsiteX29" fmla="*/ 2906821 w 4907942"/>
              <a:gd name="connsiteY29" fmla="*/ 985522 h 1022675"/>
              <a:gd name="connsiteX30" fmla="*/ 2542755 w 4907942"/>
              <a:gd name="connsiteY30" fmla="*/ 1019388 h 1022675"/>
              <a:gd name="connsiteX31" fmla="*/ 1856955 w 4907942"/>
              <a:gd name="connsiteY31" fmla="*/ 926255 h 1022675"/>
              <a:gd name="connsiteX32" fmla="*/ 1188088 w 4907942"/>
              <a:gd name="connsiteY32" fmla="*/ 714589 h 1022675"/>
              <a:gd name="connsiteX33" fmla="*/ 891755 w 4907942"/>
              <a:gd name="connsiteY33" fmla="*/ 443655 h 1022675"/>
              <a:gd name="connsiteX34" fmla="*/ 705488 w 4907942"/>
              <a:gd name="connsiteY34" fmla="*/ 316655 h 1022675"/>
              <a:gd name="connsiteX35" fmla="*/ 502288 w 4907942"/>
              <a:gd name="connsiteY35" fmla="*/ 265855 h 1022675"/>
              <a:gd name="connsiteX36" fmla="*/ 146687 w 4907942"/>
              <a:gd name="connsiteY36" fmla="*/ 223522 h 1022675"/>
              <a:gd name="connsiteX37" fmla="*/ 19688 w 4907942"/>
              <a:gd name="connsiteY37" fmla="*/ 223522 h 1022675"/>
              <a:gd name="connsiteX38" fmla="*/ 87421 w 4907942"/>
              <a:gd name="connsiteY38" fmla="*/ 130388 h 1022675"/>
              <a:gd name="connsiteX0" fmla="*/ 87421 w 4907942"/>
              <a:gd name="connsiteY0" fmla="*/ 130388 h 1022675"/>
              <a:gd name="connsiteX1" fmla="*/ 815555 w 4907942"/>
              <a:gd name="connsiteY1" fmla="*/ 274322 h 1022675"/>
              <a:gd name="connsiteX2" fmla="*/ 1416688 w 4907942"/>
              <a:gd name="connsiteY2" fmla="*/ 714588 h 1022675"/>
              <a:gd name="connsiteX3" fmla="*/ 2813688 w 4907942"/>
              <a:gd name="connsiteY3" fmla="*/ 909322 h 1022675"/>
              <a:gd name="connsiteX4" fmla="*/ 3313221 w 4907942"/>
              <a:gd name="connsiteY4" fmla="*/ 274322 h 1022675"/>
              <a:gd name="connsiteX5" fmla="*/ 3878372 w 4907942"/>
              <a:gd name="connsiteY5" fmla="*/ 172768 h 1022675"/>
              <a:gd name="connsiteX6" fmla="*/ 4308055 w 4907942"/>
              <a:gd name="connsiteY6" fmla="*/ 428302 h 1022675"/>
              <a:gd name="connsiteX7" fmla="*/ 4469277 w 4907942"/>
              <a:gd name="connsiteY7" fmla="*/ 623187 h 1022675"/>
              <a:gd name="connsiteX8" fmla="*/ 4621677 w 4907942"/>
              <a:gd name="connsiteY8" fmla="*/ 703089 h 1022675"/>
              <a:gd name="connsiteX9" fmla="*/ 4735977 w 4907942"/>
              <a:gd name="connsiteY9" fmla="*/ 674034 h 1022675"/>
              <a:gd name="connsiteX10" fmla="*/ 4746205 w 4907942"/>
              <a:gd name="connsiteY10" fmla="*/ 529995 h 1022675"/>
              <a:gd name="connsiteX11" fmla="*/ 4735978 w 4907942"/>
              <a:gd name="connsiteY11" fmla="*/ 390745 h 1022675"/>
              <a:gd name="connsiteX12" fmla="*/ 4666129 w 4907942"/>
              <a:gd name="connsiteY12" fmla="*/ 303578 h 1022675"/>
              <a:gd name="connsiteX13" fmla="*/ 4621679 w 4907942"/>
              <a:gd name="connsiteY13" fmla="*/ 194620 h 1022675"/>
              <a:gd name="connsiteX14" fmla="*/ 4602629 w 4907942"/>
              <a:gd name="connsiteY14" fmla="*/ 27550 h 1022675"/>
              <a:gd name="connsiteX15" fmla="*/ 4748678 w 4907942"/>
              <a:gd name="connsiteY15" fmla="*/ 13025 h 1022675"/>
              <a:gd name="connsiteX16" fmla="*/ 4900721 w 4907942"/>
              <a:gd name="connsiteY16" fmla="*/ 26287 h 1022675"/>
              <a:gd name="connsiteX17" fmla="*/ 4882029 w 4907942"/>
              <a:gd name="connsiteY17" fmla="*/ 252730 h 1022675"/>
              <a:gd name="connsiteX18" fmla="*/ 4837579 w 4907942"/>
              <a:gd name="connsiteY18" fmla="*/ 405271 h 1022675"/>
              <a:gd name="connsiteX19" fmla="*/ 4824878 w 4907942"/>
              <a:gd name="connsiteY19" fmla="*/ 659506 h 1022675"/>
              <a:gd name="connsiteX20" fmla="*/ 4748678 w 4907942"/>
              <a:gd name="connsiteY20" fmla="*/ 775729 h 1022675"/>
              <a:gd name="connsiteX21" fmla="*/ 4638255 w 4907942"/>
              <a:gd name="connsiteY21" fmla="*/ 797321 h 1022675"/>
              <a:gd name="connsiteX22" fmla="*/ 4424470 w 4907942"/>
              <a:gd name="connsiteY22" fmla="*/ 712560 h 1022675"/>
              <a:gd name="connsiteX23" fmla="*/ 4158128 w 4907942"/>
              <a:gd name="connsiteY23" fmla="*/ 398005 h 1022675"/>
              <a:gd name="connsiteX24" fmla="*/ 3920705 w 4907942"/>
              <a:gd name="connsiteY24" fmla="*/ 276774 h 1022675"/>
              <a:gd name="connsiteX25" fmla="*/ 3596855 w 4907942"/>
              <a:gd name="connsiteY25" fmla="*/ 257389 h 1022675"/>
              <a:gd name="connsiteX26" fmla="*/ 3414821 w 4907942"/>
              <a:gd name="connsiteY26" fmla="*/ 333589 h 1022675"/>
              <a:gd name="connsiteX27" fmla="*/ 3296288 w 4907942"/>
              <a:gd name="connsiteY27" fmla="*/ 452121 h 1022675"/>
              <a:gd name="connsiteX28" fmla="*/ 3084621 w 4907942"/>
              <a:gd name="connsiteY28" fmla="*/ 833121 h 1022675"/>
              <a:gd name="connsiteX29" fmla="*/ 2906821 w 4907942"/>
              <a:gd name="connsiteY29" fmla="*/ 985522 h 1022675"/>
              <a:gd name="connsiteX30" fmla="*/ 2542755 w 4907942"/>
              <a:gd name="connsiteY30" fmla="*/ 1019388 h 1022675"/>
              <a:gd name="connsiteX31" fmla="*/ 1856955 w 4907942"/>
              <a:gd name="connsiteY31" fmla="*/ 926255 h 1022675"/>
              <a:gd name="connsiteX32" fmla="*/ 1188088 w 4907942"/>
              <a:gd name="connsiteY32" fmla="*/ 714589 h 1022675"/>
              <a:gd name="connsiteX33" fmla="*/ 891755 w 4907942"/>
              <a:gd name="connsiteY33" fmla="*/ 443655 h 1022675"/>
              <a:gd name="connsiteX34" fmla="*/ 705488 w 4907942"/>
              <a:gd name="connsiteY34" fmla="*/ 316655 h 1022675"/>
              <a:gd name="connsiteX35" fmla="*/ 502288 w 4907942"/>
              <a:gd name="connsiteY35" fmla="*/ 265855 h 1022675"/>
              <a:gd name="connsiteX36" fmla="*/ 146687 w 4907942"/>
              <a:gd name="connsiteY36" fmla="*/ 223522 h 1022675"/>
              <a:gd name="connsiteX37" fmla="*/ 19688 w 4907942"/>
              <a:gd name="connsiteY37" fmla="*/ 223522 h 1022675"/>
              <a:gd name="connsiteX38" fmla="*/ 87421 w 4907942"/>
              <a:gd name="connsiteY38" fmla="*/ 130388 h 1022675"/>
              <a:gd name="connsiteX0" fmla="*/ 87421 w 4907942"/>
              <a:gd name="connsiteY0" fmla="*/ 130388 h 1022675"/>
              <a:gd name="connsiteX1" fmla="*/ 815555 w 4907942"/>
              <a:gd name="connsiteY1" fmla="*/ 274322 h 1022675"/>
              <a:gd name="connsiteX2" fmla="*/ 1416688 w 4907942"/>
              <a:gd name="connsiteY2" fmla="*/ 714588 h 1022675"/>
              <a:gd name="connsiteX3" fmla="*/ 2813688 w 4907942"/>
              <a:gd name="connsiteY3" fmla="*/ 909322 h 1022675"/>
              <a:gd name="connsiteX4" fmla="*/ 3313221 w 4907942"/>
              <a:gd name="connsiteY4" fmla="*/ 274322 h 1022675"/>
              <a:gd name="connsiteX5" fmla="*/ 3878372 w 4907942"/>
              <a:gd name="connsiteY5" fmla="*/ 172768 h 1022675"/>
              <a:gd name="connsiteX6" fmla="*/ 4308055 w 4907942"/>
              <a:gd name="connsiteY6" fmla="*/ 428302 h 1022675"/>
              <a:gd name="connsiteX7" fmla="*/ 4469277 w 4907942"/>
              <a:gd name="connsiteY7" fmla="*/ 623187 h 1022675"/>
              <a:gd name="connsiteX8" fmla="*/ 4621677 w 4907942"/>
              <a:gd name="connsiteY8" fmla="*/ 703089 h 1022675"/>
              <a:gd name="connsiteX9" fmla="*/ 4735977 w 4907942"/>
              <a:gd name="connsiteY9" fmla="*/ 674034 h 1022675"/>
              <a:gd name="connsiteX10" fmla="*/ 4765255 w 4907942"/>
              <a:gd name="connsiteY10" fmla="*/ 529995 h 1022675"/>
              <a:gd name="connsiteX11" fmla="*/ 4735978 w 4907942"/>
              <a:gd name="connsiteY11" fmla="*/ 390745 h 1022675"/>
              <a:gd name="connsiteX12" fmla="*/ 4666129 w 4907942"/>
              <a:gd name="connsiteY12" fmla="*/ 303578 h 1022675"/>
              <a:gd name="connsiteX13" fmla="*/ 4621679 w 4907942"/>
              <a:gd name="connsiteY13" fmla="*/ 194620 h 1022675"/>
              <a:gd name="connsiteX14" fmla="*/ 4602629 w 4907942"/>
              <a:gd name="connsiteY14" fmla="*/ 27550 h 1022675"/>
              <a:gd name="connsiteX15" fmla="*/ 4748678 w 4907942"/>
              <a:gd name="connsiteY15" fmla="*/ 13025 h 1022675"/>
              <a:gd name="connsiteX16" fmla="*/ 4900721 w 4907942"/>
              <a:gd name="connsiteY16" fmla="*/ 26287 h 1022675"/>
              <a:gd name="connsiteX17" fmla="*/ 4882029 w 4907942"/>
              <a:gd name="connsiteY17" fmla="*/ 252730 h 1022675"/>
              <a:gd name="connsiteX18" fmla="*/ 4837579 w 4907942"/>
              <a:gd name="connsiteY18" fmla="*/ 405271 h 1022675"/>
              <a:gd name="connsiteX19" fmla="*/ 4824878 w 4907942"/>
              <a:gd name="connsiteY19" fmla="*/ 659506 h 1022675"/>
              <a:gd name="connsiteX20" fmla="*/ 4748678 w 4907942"/>
              <a:gd name="connsiteY20" fmla="*/ 775729 h 1022675"/>
              <a:gd name="connsiteX21" fmla="*/ 4638255 w 4907942"/>
              <a:gd name="connsiteY21" fmla="*/ 797321 h 1022675"/>
              <a:gd name="connsiteX22" fmla="*/ 4424470 w 4907942"/>
              <a:gd name="connsiteY22" fmla="*/ 712560 h 1022675"/>
              <a:gd name="connsiteX23" fmla="*/ 4158128 w 4907942"/>
              <a:gd name="connsiteY23" fmla="*/ 398005 h 1022675"/>
              <a:gd name="connsiteX24" fmla="*/ 3920705 w 4907942"/>
              <a:gd name="connsiteY24" fmla="*/ 276774 h 1022675"/>
              <a:gd name="connsiteX25" fmla="*/ 3596855 w 4907942"/>
              <a:gd name="connsiteY25" fmla="*/ 257389 h 1022675"/>
              <a:gd name="connsiteX26" fmla="*/ 3414821 w 4907942"/>
              <a:gd name="connsiteY26" fmla="*/ 333589 h 1022675"/>
              <a:gd name="connsiteX27" fmla="*/ 3296288 w 4907942"/>
              <a:gd name="connsiteY27" fmla="*/ 452121 h 1022675"/>
              <a:gd name="connsiteX28" fmla="*/ 3084621 w 4907942"/>
              <a:gd name="connsiteY28" fmla="*/ 833121 h 1022675"/>
              <a:gd name="connsiteX29" fmla="*/ 2906821 w 4907942"/>
              <a:gd name="connsiteY29" fmla="*/ 985522 h 1022675"/>
              <a:gd name="connsiteX30" fmla="*/ 2542755 w 4907942"/>
              <a:gd name="connsiteY30" fmla="*/ 1019388 h 1022675"/>
              <a:gd name="connsiteX31" fmla="*/ 1856955 w 4907942"/>
              <a:gd name="connsiteY31" fmla="*/ 926255 h 1022675"/>
              <a:gd name="connsiteX32" fmla="*/ 1188088 w 4907942"/>
              <a:gd name="connsiteY32" fmla="*/ 714589 h 1022675"/>
              <a:gd name="connsiteX33" fmla="*/ 891755 w 4907942"/>
              <a:gd name="connsiteY33" fmla="*/ 443655 h 1022675"/>
              <a:gd name="connsiteX34" fmla="*/ 705488 w 4907942"/>
              <a:gd name="connsiteY34" fmla="*/ 316655 h 1022675"/>
              <a:gd name="connsiteX35" fmla="*/ 502288 w 4907942"/>
              <a:gd name="connsiteY35" fmla="*/ 265855 h 1022675"/>
              <a:gd name="connsiteX36" fmla="*/ 146687 w 4907942"/>
              <a:gd name="connsiteY36" fmla="*/ 223522 h 1022675"/>
              <a:gd name="connsiteX37" fmla="*/ 19688 w 4907942"/>
              <a:gd name="connsiteY37" fmla="*/ 223522 h 1022675"/>
              <a:gd name="connsiteX38" fmla="*/ 87421 w 4907942"/>
              <a:gd name="connsiteY38" fmla="*/ 130388 h 1022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4907942" h="1022675">
                <a:moveTo>
                  <a:pt x="87421" y="130388"/>
                </a:moveTo>
                <a:cubicBezTo>
                  <a:pt x="220065" y="138855"/>
                  <a:pt x="594011" y="176955"/>
                  <a:pt x="815555" y="274322"/>
                </a:cubicBezTo>
                <a:cubicBezTo>
                  <a:pt x="1037099" y="371689"/>
                  <a:pt x="1083666" y="608755"/>
                  <a:pt x="1416688" y="714588"/>
                </a:cubicBezTo>
                <a:cubicBezTo>
                  <a:pt x="1749710" y="820421"/>
                  <a:pt x="2497599" y="982700"/>
                  <a:pt x="2813688" y="909322"/>
                </a:cubicBezTo>
                <a:cubicBezTo>
                  <a:pt x="3129777" y="835944"/>
                  <a:pt x="3135774" y="397081"/>
                  <a:pt x="3313221" y="274322"/>
                </a:cubicBezTo>
                <a:cubicBezTo>
                  <a:pt x="3490668" y="151563"/>
                  <a:pt x="3712566" y="147105"/>
                  <a:pt x="3878372" y="172768"/>
                </a:cubicBezTo>
                <a:cubicBezTo>
                  <a:pt x="4044178" y="198431"/>
                  <a:pt x="4209571" y="309649"/>
                  <a:pt x="4308055" y="428302"/>
                </a:cubicBezTo>
                <a:cubicBezTo>
                  <a:pt x="4406539" y="546955"/>
                  <a:pt x="4426532" y="585864"/>
                  <a:pt x="4469277" y="623187"/>
                </a:cubicBezTo>
                <a:cubicBezTo>
                  <a:pt x="4512022" y="660510"/>
                  <a:pt x="4571935" y="692193"/>
                  <a:pt x="4621677" y="703089"/>
                </a:cubicBezTo>
                <a:cubicBezTo>
                  <a:pt x="4671419" y="713985"/>
                  <a:pt x="4701464" y="693198"/>
                  <a:pt x="4735977" y="674034"/>
                </a:cubicBezTo>
                <a:cubicBezTo>
                  <a:pt x="4770490" y="654870"/>
                  <a:pt x="4765255" y="577210"/>
                  <a:pt x="4765255" y="529995"/>
                </a:cubicBezTo>
                <a:cubicBezTo>
                  <a:pt x="4765255" y="482780"/>
                  <a:pt x="4754616" y="426060"/>
                  <a:pt x="4735978" y="390745"/>
                </a:cubicBezTo>
                <a:cubicBezTo>
                  <a:pt x="4717340" y="355430"/>
                  <a:pt x="4689412" y="339897"/>
                  <a:pt x="4666129" y="303578"/>
                </a:cubicBezTo>
                <a:cubicBezTo>
                  <a:pt x="4642846" y="267259"/>
                  <a:pt x="4626971" y="239414"/>
                  <a:pt x="4621679" y="194620"/>
                </a:cubicBezTo>
                <a:cubicBezTo>
                  <a:pt x="4616387" y="149826"/>
                  <a:pt x="4577229" y="54184"/>
                  <a:pt x="4602629" y="27550"/>
                </a:cubicBezTo>
                <a:cubicBezTo>
                  <a:pt x="4621679" y="-24507"/>
                  <a:pt x="4698996" y="13235"/>
                  <a:pt x="4748678" y="13025"/>
                </a:cubicBezTo>
                <a:cubicBezTo>
                  <a:pt x="4798360" y="12814"/>
                  <a:pt x="4878496" y="-13664"/>
                  <a:pt x="4900721" y="26287"/>
                </a:cubicBezTo>
                <a:cubicBezTo>
                  <a:pt x="4922946" y="66238"/>
                  <a:pt x="4887261" y="204094"/>
                  <a:pt x="4882029" y="252730"/>
                </a:cubicBezTo>
                <a:cubicBezTo>
                  <a:pt x="4876797" y="301366"/>
                  <a:pt x="4825938" y="367741"/>
                  <a:pt x="4837579" y="405271"/>
                </a:cubicBezTo>
                <a:cubicBezTo>
                  <a:pt x="4849220" y="442801"/>
                  <a:pt x="4839695" y="597763"/>
                  <a:pt x="4824878" y="659506"/>
                </a:cubicBezTo>
                <a:cubicBezTo>
                  <a:pt x="4810061" y="721249"/>
                  <a:pt x="4779782" y="752760"/>
                  <a:pt x="4748678" y="775729"/>
                </a:cubicBezTo>
                <a:cubicBezTo>
                  <a:pt x="4717574" y="798698"/>
                  <a:pt x="4692290" y="807849"/>
                  <a:pt x="4638255" y="797321"/>
                </a:cubicBezTo>
                <a:cubicBezTo>
                  <a:pt x="4584220" y="786793"/>
                  <a:pt x="4504491" y="779113"/>
                  <a:pt x="4424470" y="712560"/>
                </a:cubicBezTo>
                <a:cubicBezTo>
                  <a:pt x="4344449" y="646007"/>
                  <a:pt x="4267489" y="462162"/>
                  <a:pt x="4158128" y="398005"/>
                </a:cubicBezTo>
                <a:cubicBezTo>
                  <a:pt x="4086867" y="348376"/>
                  <a:pt x="4014251" y="300210"/>
                  <a:pt x="3920705" y="276774"/>
                </a:cubicBezTo>
                <a:cubicBezTo>
                  <a:pt x="3827160" y="253338"/>
                  <a:pt x="3663177" y="241867"/>
                  <a:pt x="3596855" y="257389"/>
                </a:cubicBezTo>
                <a:cubicBezTo>
                  <a:pt x="3530533" y="272911"/>
                  <a:pt x="3464915" y="301134"/>
                  <a:pt x="3414821" y="333589"/>
                </a:cubicBezTo>
                <a:cubicBezTo>
                  <a:pt x="3364727" y="366044"/>
                  <a:pt x="3351321" y="368866"/>
                  <a:pt x="3296288" y="452121"/>
                </a:cubicBezTo>
                <a:cubicBezTo>
                  <a:pt x="3241255" y="535376"/>
                  <a:pt x="3149532" y="744221"/>
                  <a:pt x="3084621" y="833121"/>
                </a:cubicBezTo>
                <a:cubicBezTo>
                  <a:pt x="3019710" y="922021"/>
                  <a:pt x="2997132" y="954477"/>
                  <a:pt x="2906821" y="985522"/>
                </a:cubicBezTo>
                <a:cubicBezTo>
                  <a:pt x="2816510" y="1016567"/>
                  <a:pt x="2717733" y="1029266"/>
                  <a:pt x="2542755" y="1019388"/>
                </a:cubicBezTo>
                <a:cubicBezTo>
                  <a:pt x="2367777" y="1009510"/>
                  <a:pt x="2082733" y="977055"/>
                  <a:pt x="1856955" y="926255"/>
                </a:cubicBezTo>
                <a:cubicBezTo>
                  <a:pt x="1631177" y="875455"/>
                  <a:pt x="1348955" y="795022"/>
                  <a:pt x="1188088" y="714589"/>
                </a:cubicBezTo>
                <a:cubicBezTo>
                  <a:pt x="1027221" y="634156"/>
                  <a:pt x="972188" y="509977"/>
                  <a:pt x="891755" y="443655"/>
                </a:cubicBezTo>
                <a:cubicBezTo>
                  <a:pt x="811322" y="377333"/>
                  <a:pt x="770399" y="346288"/>
                  <a:pt x="705488" y="316655"/>
                </a:cubicBezTo>
                <a:cubicBezTo>
                  <a:pt x="640577" y="287022"/>
                  <a:pt x="595421" y="281377"/>
                  <a:pt x="502288" y="265855"/>
                </a:cubicBezTo>
                <a:cubicBezTo>
                  <a:pt x="409155" y="250333"/>
                  <a:pt x="217243" y="229167"/>
                  <a:pt x="146687" y="223522"/>
                </a:cubicBezTo>
                <a:cubicBezTo>
                  <a:pt x="76131" y="217878"/>
                  <a:pt x="29566" y="239044"/>
                  <a:pt x="19688" y="223522"/>
                </a:cubicBezTo>
                <a:cubicBezTo>
                  <a:pt x="9810" y="208000"/>
                  <a:pt x="-45223" y="121921"/>
                  <a:pt x="87421" y="130388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60000"/>
            </a:schemeClr>
          </a:solidFill>
          <a:ln>
            <a:solidFill>
              <a:schemeClr val="bg2">
                <a:lumMod val="50000"/>
                <a:alpha val="6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2474AB5-23DA-466E-97FD-30DDFFDF4F54}"/>
              </a:ext>
            </a:extLst>
          </p:cNvPr>
          <p:cNvSpPr/>
          <p:nvPr/>
        </p:nvSpPr>
        <p:spPr>
          <a:xfrm>
            <a:off x="1415720" y="689474"/>
            <a:ext cx="4195008" cy="5119579"/>
          </a:xfrm>
          <a:custGeom>
            <a:avLst/>
            <a:gdLst>
              <a:gd name="connsiteX0" fmla="*/ 779862 w 1855561"/>
              <a:gd name="connsiteY0" fmla="*/ 16409 h 2240676"/>
              <a:gd name="connsiteX1" fmla="*/ 500462 w 1855561"/>
              <a:gd name="connsiteY1" fmla="*/ 151876 h 2240676"/>
              <a:gd name="connsiteX2" fmla="*/ 263395 w 1855561"/>
              <a:gd name="connsiteY2" fmla="*/ 397409 h 2240676"/>
              <a:gd name="connsiteX3" fmla="*/ 144862 w 1855561"/>
              <a:gd name="connsiteY3" fmla="*/ 854609 h 2240676"/>
              <a:gd name="connsiteX4" fmla="*/ 153329 w 1855561"/>
              <a:gd name="connsiteY4" fmla="*/ 1227143 h 2240676"/>
              <a:gd name="connsiteX5" fmla="*/ 153329 w 1855561"/>
              <a:gd name="connsiteY5" fmla="*/ 1311809 h 2240676"/>
              <a:gd name="connsiteX6" fmla="*/ 102529 w 1855561"/>
              <a:gd name="connsiteY6" fmla="*/ 1252543 h 2240676"/>
              <a:gd name="connsiteX7" fmla="*/ 68662 w 1855561"/>
              <a:gd name="connsiteY7" fmla="*/ 1235609 h 2240676"/>
              <a:gd name="connsiteX8" fmla="*/ 929 w 1855561"/>
              <a:gd name="connsiteY8" fmla="*/ 1269476 h 2240676"/>
              <a:gd name="connsiteX9" fmla="*/ 34795 w 1855561"/>
              <a:gd name="connsiteY9" fmla="*/ 1455743 h 2240676"/>
              <a:gd name="connsiteX10" fmla="*/ 110995 w 1855561"/>
              <a:gd name="connsiteY10" fmla="*/ 1557343 h 2240676"/>
              <a:gd name="connsiteX11" fmla="*/ 144862 w 1855561"/>
              <a:gd name="connsiteY11" fmla="*/ 1650476 h 2240676"/>
              <a:gd name="connsiteX12" fmla="*/ 212595 w 1855561"/>
              <a:gd name="connsiteY12" fmla="*/ 1633543 h 2240676"/>
              <a:gd name="connsiteX13" fmla="*/ 221062 w 1855561"/>
              <a:gd name="connsiteY13" fmla="*/ 1574276 h 2240676"/>
              <a:gd name="connsiteX14" fmla="*/ 221062 w 1855561"/>
              <a:gd name="connsiteY14" fmla="*/ 1540409 h 2240676"/>
              <a:gd name="connsiteX15" fmla="*/ 348062 w 1855561"/>
              <a:gd name="connsiteY15" fmla="*/ 1769009 h 2240676"/>
              <a:gd name="connsiteX16" fmla="*/ 534329 w 1855561"/>
              <a:gd name="connsiteY16" fmla="*/ 1997609 h 2240676"/>
              <a:gd name="connsiteX17" fmla="*/ 1008462 w 1855561"/>
              <a:gd name="connsiteY17" fmla="*/ 2209276 h 2240676"/>
              <a:gd name="connsiteX18" fmla="*/ 1203195 w 1855561"/>
              <a:gd name="connsiteY18" fmla="*/ 2209276 h 2240676"/>
              <a:gd name="connsiteX19" fmla="*/ 1575729 w 1855561"/>
              <a:gd name="connsiteY19" fmla="*/ 1921409 h 2240676"/>
              <a:gd name="connsiteX20" fmla="*/ 1685795 w 1855561"/>
              <a:gd name="connsiteY20" fmla="*/ 1531943 h 2240676"/>
              <a:gd name="connsiteX21" fmla="*/ 1677329 w 1855561"/>
              <a:gd name="connsiteY21" fmla="*/ 1464209 h 2240676"/>
              <a:gd name="connsiteX22" fmla="*/ 1736595 w 1855561"/>
              <a:gd name="connsiteY22" fmla="*/ 1557343 h 2240676"/>
              <a:gd name="connsiteX23" fmla="*/ 1787395 w 1855561"/>
              <a:gd name="connsiteY23" fmla="*/ 1531943 h 2240676"/>
              <a:gd name="connsiteX24" fmla="*/ 1804329 w 1855561"/>
              <a:gd name="connsiteY24" fmla="*/ 1413409 h 2240676"/>
              <a:gd name="connsiteX25" fmla="*/ 1812795 w 1855561"/>
              <a:gd name="connsiteY25" fmla="*/ 1311809 h 2240676"/>
              <a:gd name="connsiteX26" fmla="*/ 1855129 w 1855561"/>
              <a:gd name="connsiteY26" fmla="*/ 1218676 h 2240676"/>
              <a:gd name="connsiteX27" fmla="*/ 1829729 w 1855561"/>
              <a:gd name="connsiteY27" fmla="*/ 1100143 h 2240676"/>
              <a:gd name="connsiteX28" fmla="*/ 1753529 w 1855561"/>
              <a:gd name="connsiteY28" fmla="*/ 1125543 h 2240676"/>
              <a:gd name="connsiteX29" fmla="*/ 1694262 w 1855561"/>
              <a:gd name="connsiteY29" fmla="*/ 1210209 h 2240676"/>
              <a:gd name="connsiteX30" fmla="*/ 1685795 w 1855561"/>
              <a:gd name="connsiteY30" fmla="*/ 1244076 h 2240676"/>
              <a:gd name="connsiteX31" fmla="*/ 1702729 w 1855561"/>
              <a:gd name="connsiteY31" fmla="*/ 837676 h 2240676"/>
              <a:gd name="connsiteX32" fmla="*/ 1643462 w 1855561"/>
              <a:gd name="connsiteY32" fmla="*/ 456676 h 2240676"/>
              <a:gd name="connsiteX33" fmla="*/ 1474129 w 1855561"/>
              <a:gd name="connsiteY33" fmla="*/ 194209 h 2240676"/>
              <a:gd name="connsiteX34" fmla="*/ 1220129 w 1855561"/>
              <a:gd name="connsiteY34" fmla="*/ 58743 h 2240676"/>
              <a:gd name="connsiteX35" fmla="*/ 906862 w 1855561"/>
              <a:gd name="connsiteY35" fmla="*/ 7943 h 2240676"/>
              <a:gd name="connsiteX36" fmla="*/ 779862 w 1855561"/>
              <a:gd name="connsiteY36" fmla="*/ 16409 h 2240676"/>
              <a:gd name="connsiteX0" fmla="*/ 779862 w 1855561"/>
              <a:gd name="connsiteY0" fmla="*/ 16409 h 2275329"/>
              <a:gd name="connsiteX1" fmla="*/ 500462 w 1855561"/>
              <a:gd name="connsiteY1" fmla="*/ 151876 h 2275329"/>
              <a:gd name="connsiteX2" fmla="*/ 263395 w 1855561"/>
              <a:gd name="connsiteY2" fmla="*/ 397409 h 2275329"/>
              <a:gd name="connsiteX3" fmla="*/ 144862 w 1855561"/>
              <a:gd name="connsiteY3" fmla="*/ 854609 h 2275329"/>
              <a:gd name="connsiteX4" fmla="*/ 153329 w 1855561"/>
              <a:gd name="connsiteY4" fmla="*/ 1227143 h 2275329"/>
              <a:gd name="connsiteX5" fmla="*/ 153329 w 1855561"/>
              <a:gd name="connsiteY5" fmla="*/ 1311809 h 2275329"/>
              <a:gd name="connsiteX6" fmla="*/ 102529 w 1855561"/>
              <a:gd name="connsiteY6" fmla="*/ 1252543 h 2275329"/>
              <a:gd name="connsiteX7" fmla="*/ 68662 w 1855561"/>
              <a:gd name="connsiteY7" fmla="*/ 1235609 h 2275329"/>
              <a:gd name="connsiteX8" fmla="*/ 929 w 1855561"/>
              <a:gd name="connsiteY8" fmla="*/ 1269476 h 2275329"/>
              <a:gd name="connsiteX9" fmla="*/ 34795 w 1855561"/>
              <a:gd name="connsiteY9" fmla="*/ 1455743 h 2275329"/>
              <a:gd name="connsiteX10" fmla="*/ 110995 w 1855561"/>
              <a:gd name="connsiteY10" fmla="*/ 1557343 h 2275329"/>
              <a:gd name="connsiteX11" fmla="*/ 144862 w 1855561"/>
              <a:gd name="connsiteY11" fmla="*/ 1650476 h 2275329"/>
              <a:gd name="connsiteX12" fmla="*/ 212595 w 1855561"/>
              <a:gd name="connsiteY12" fmla="*/ 1633543 h 2275329"/>
              <a:gd name="connsiteX13" fmla="*/ 221062 w 1855561"/>
              <a:gd name="connsiteY13" fmla="*/ 1574276 h 2275329"/>
              <a:gd name="connsiteX14" fmla="*/ 221062 w 1855561"/>
              <a:gd name="connsiteY14" fmla="*/ 1540409 h 2275329"/>
              <a:gd name="connsiteX15" fmla="*/ 348062 w 1855561"/>
              <a:gd name="connsiteY15" fmla="*/ 1769009 h 2275329"/>
              <a:gd name="connsiteX16" fmla="*/ 534329 w 1855561"/>
              <a:gd name="connsiteY16" fmla="*/ 1997609 h 2275329"/>
              <a:gd name="connsiteX17" fmla="*/ 966128 w 1855561"/>
              <a:gd name="connsiteY17" fmla="*/ 2260076 h 2275329"/>
              <a:gd name="connsiteX18" fmla="*/ 1203195 w 1855561"/>
              <a:gd name="connsiteY18" fmla="*/ 2209276 h 2275329"/>
              <a:gd name="connsiteX19" fmla="*/ 1575729 w 1855561"/>
              <a:gd name="connsiteY19" fmla="*/ 1921409 h 2275329"/>
              <a:gd name="connsiteX20" fmla="*/ 1685795 w 1855561"/>
              <a:gd name="connsiteY20" fmla="*/ 1531943 h 2275329"/>
              <a:gd name="connsiteX21" fmla="*/ 1677329 w 1855561"/>
              <a:gd name="connsiteY21" fmla="*/ 1464209 h 2275329"/>
              <a:gd name="connsiteX22" fmla="*/ 1736595 w 1855561"/>
              <a:gd name="connsiteY22" fmla="*/ 1557343 h 2275329"/>
              <a:gd name="connsiteX23" fmla="*/ 1787395 w 1855561"/>
              <a:gd name="connsiteY23" fmla="*/ 1531943 h 2275329"/>
              <a:gd name="connsiteX24" fmla="*/ 1804329 w 1855561"/>
              <a:gd name="connsiteY24" fmla="*/ 1413409 h 2275329"/>
              <a:gd name="connsiteX25" fmla="*/ 1812795 w 1855561"/>
              <a:gd name="connsiteY25" fmla="*/ 1311809 h 2275329"/>
              <a:gd name="connsiteX26" fmla="*/ 1855129 w 1855561"/>
              <a:gd name="connsiteY26" fmla="*/ 1218676 h 2275329"/>
              <a:gd name="connsiteX27" fmla="*/ 1829729 w 1855561"/>
              <a:gd name="connsiteY27" fmla="*/ 1100143 h 2275329"/>
              <a:gd name="connsiteX28" fmla="*/ 1753529 w 1855561"/>
              <a:gd name="connsiteY28" fmla="*/ 1125543 h 2275329"/>
              <a:gd name="connsiteX29" fmla="*/ 1694262 w 1855561"/>
              <a:gd name="connsiteY29" fmla="*/ 1210209 h 2275329"/>
              <a:gd name="connsiteX30" fmla="*/ 1685795 w 1855561"/>
              <a:gd name="connsiteY30" fmla="*/ 1244076 h 2275329"/>
              <a:gd name="connsiteX31" fmla="*/ 1702729 w 1855561"/>
              <a:gd name="connsiteY31" fmla="*/ 837676 h 2275329"/>
              <a:gd name="connsiteX32" fmla="*/ 1643462 w 1855561"/>
              <a:gd name="connsiteY32" fmla="*/ 456676 h 2275329"/>
              <a:gd name="connsiteX33" fmla="*/ 1474129 w 1855561"/>
              <a:gd name="connsiteY33" fmla="*/ 194209 h 2275329"/>
              <a:gd name="connsiteX34" fmla="*/ 1220129 w 1855561"/>
              <a:gd name="connsiteY34" fmla="*/ 58743 h 2275329"/>
              <a:gd name="connsiteX35" fmla="*/ 906862 w 1855561"/>
              <a:gd name="connsiteY35" fmla="*/ 7943 h 2275329"/>
              <a:gd name="connsiteX36" fmla="*/ 779862 w 1855561"/>
              <a:gd name="connsiteY36" fmla="*/ 16409 h 2275329"/>
              <a:gd name="connsiteX0" fmla="*/ 779862 w 1855561"/>
              <a:gd name="connsiteY0" fmla="*/ 16409 h 2266896"/>
              <a:gd name="connsiteX1" fmla="*/ 500462 w 1855561"/>
              <a:gd name="connsiteY1" fmla="*/ 151876 h 2266896"/>
              <a:gd name="connsiteX2" fmla="*/ 263395 w 1855561"/>
              <a:gd name="connsiteY2" fmla="*/ 397409 h 2266896"/>
              <a:gd name="connsiteX3" fmla="*/ 144862 w 1855561"/>
              <a:gd name="connsiteY3" fmla="*/ 854609 h 2266896"/>
              <a:gd name="connsiteX4" fmla="*/ 153329 w 1855561"/>
              <a:gd name="connsiteY4" fmla="*/ 1227143 h 2266896"/>
              <a:gd name="connsiteX5" fmla="*/ 153329 w 1855561"/>
              <a:gd name="connsiteY5" fmla="*/ 1311809 h 2266896"/>
              <a:gd name="connsiteX6" fmla="*/ 102529 w 1855561"/>
              <a:gd name="connsiteY6" fmla="*/ 1252543 h 2266896"/>
              <a:gd name="connsiteX7" fmla="*/ 68662 w 1855561"/>
              <a:gd name="connsiteY7" fmla="*/ 1235609 h 2266896"/>
              <a:gd name="connsiteX8" fmla="*/ 929 w 1855561"/>
              <a:gd name="connsiteY8" fmla="*/ 1269476 h 2266896"/>
              <a:gd name="connsiteX9" fmla="*/ 34795 w 1855561"/>
              <a:gd name="connsiteY9" fmla="*/ 1455743 h 2266896"/>
              <a:gd name="connsiteX10" fmla="*/ 110995 w 1855561"/>
              <a:gd name="connsiteY10" fmla="*/ 1557343 h 2266896"/>
              <a:gd name="connsiteX11" fmla="*/ 144862 w 1855561"/>
              <a:gd name="connsiteY11" fmla="*/ 1650476 h 2266896"/>
              <a:gd name="connsiteX12" fmla="*/ 212595 w 1855561"/>
              <a:gd name="connsiteY12" fmla="*/ 1633543 h 2266896"/>
              <a:gd name="connsiteX13" fmla="*/ 221062 w 1855561"/>
              <a:gd name="connsiteY13" fmla="*/ 1574276 h 2266896"/>
              <a:gd name="connsiteX14" fmla="*/ 221062 w 1855561"/>
              <a:gd name="connsiteY14" fmla="*/ 1540409 h 2266896"/>
              <a:gd name="connsiteX15" fmla="*/ 348062 w 1855561"/>
              <a:gd name="connsiteY15" fmla="*/ 1769009 h 2266896"/>
              <a:gd name="connsiteX16" fmla="*/ 534329 w 1855561"/>
              <a:gd name="connsiteY16" fmla="*/ 1997609 h 2266896"/>
              <a:gd name="connsiteX17" fmla="*/ 966128 w 1855561"/>
              <a:gd name="connsiteY17" fmla="*/ 2260076 h 2266896"/>
              <a:gd name="connsiteX18" fmla="*/ 1203195 w 1855561"/>
              <a:gd name="connsiteY18" fmla="*/ 2166943 h 2266896"/>
              <a:gd name="connsiteX19" fmla="*/ 1575729 w 1855561"/>
              <a:gd name="connsiteY19" fmla="*/ 1921409 h 2266896"/>
              <a:gd name="connsiteX20" fmla="*/ 1685795 w 1855561"/>
              <a:gd name="connsiteY20" fmla="*/ 1531943 h 2266896"/>
              <a:gd name="connsiteX21" fmla="*/ 1677329 w 1855561"/>
              <a:gd name="connsiteY21" fmla="*/ 1464209 h 2266896"/>
              <a:gd name="connsiteX22" fmla="*/ 1736595 w 1855561"/>
              <a:gd name="connsiteY22" fmla="*/ 1557343 h 2266896"/>
              <a:gd name="connsiteX23" fmla="*/ 1787395 w 1855561"/>
              <a:gd name="connsiteY23" fmla="*/ 1531943 h 2266896"/>
              <a:gd name="connsiteX24" fmla="*/ 1804329 w 1855561"/>
              <a:gd name="connsiteY24" fmla="*/ 1413409 h 2266896"/>
              <a:gd name="connsiteX25" fmla="*/ 1812795 w 1855561"/>
              <a:gd name="connsiteY25" fmla="*/ 1311809 h 2266896"/>
              <a:gd name="connsiteX26" fmla="*/ 1855129 w 1855561"/>
              <a:gd name="connsiteY26" fmla="*/ 1218676 h 2266896"/>
              <a:gd name="connsiteX27" fmla="*/ 1829729 w 1855561"/>
              <a:gd name="connsiteY27" fmla="*/ 1100143 h 2266896"/>
              <a:gd name="connsiteX28" fmla="*/ 1753529 w 1855561"/>
              <a:gd name="connsiteY28" fmla="*/ 1125543 h 2266896"/>
              <a:gd name="connsiteX29" fmla="*/ 1694262 w 1855561"/>
              <a:gd name="connsiteY29" fmla="*/ 1210209 h 2266896"/>
              <a:gd name="connsiteX30" fmla="*/ 1685795 w 1855561"/>
              <a:gd name="connsiteY30" fmla="*/ 1244076 h 2266896"/>
              <a:gd name="connsiteX31" fmla="*/ 1702729 w 1855561"/>
              <a:gd name="connsiteY31" fmla="*/ 837676 h 2266896"/>
              <a:gd name="connsiteX32" fmla="*/ 1643462 w 1855561"/>
              <a:gd name="connsiteY32" fmla="*/ 456676 h 2266896"/>
              <a:gd name="connsiteX33" fmla="*/ 1474129 w 1855561"/>
              <a:gd name="connsiteY33" fmla="*/ 194209 h 2266896"/>
              <a:gd name="connsiteX34" fmla="*/ 1220129 w 1855561"/>
              <a:gd name="connsiteY34" fmla="*/ 58743 h 2266896"/>
              <a:gd name="connsiteX35" fmla="*/ 906862 w 1855561"/>
              <a:gd name="connsiteY35" fmla="*/ 7943 h 2266896"/>
              <a:gd name="connsiteX36" fmla="*/ 779862 w 1855561"/>
              <a:gd name="connsiteY36" fmla="*/ 16409 h 2266896"/>
              <a:gd name="connsiteX0" fmla="*/ 779862 w 1855561"/>
              <a:gd name="connsiteY0" fmla="*/ 16409 h 2267531"/>
              <a:gd name="connsiteX1" fmla="*/ 500462 w 1855561"/>
              <a:gd name="connsiteY1" fmla="*/ 151876 h 2267531"/>
              <a:gd name="connsiteX2" fmla="*/ 263395 w 1855561"/>
              <a:gd name="connsiteY2" fmla="*/ 397409 h 2267531"/>
              <a:gd name="connsiteX3" fmla="*/ 144862 w 1855561"/>
              <a:gd name="connsiteY3" fmla="*/ 854609 h 2267531"/>
              <a:gd name="connsiteX4" fmla="*/ 153329 w 1855561"/>
              <a:gd name="connsiteY4" fmla="*/ 1227143 h 2267531"/>
              <a:gd name="connsiteX5" fmla="*/ 153329 w 1855561"/>
              <a:gd name="connsiteY5" fmla="*/ 1311809 h 2267531"/>
              <a:gd name="connsiteX6" fmla="*/ 102529 w 1855561"/>
              <a:gd name="connsiteY6" fmla="*/ 1252543 h 2267531"/>
              <a:gd name="connsiteX7" fmla="*/ 68662 w 1855561"/>
              <a:gd name="connsiteY7" fmla="*/ 1235609 h 2267531"/>
              <a:gd name="connsiteX8" fmla="*/ 929 w 1855561"/>
              <a:gd name="connsiteY8" fmla="*/ 1269476 h 2267531"/>
              <a:gd name="connsiteX9" fmla="*/ 34795 w 1855561"/>
              <a:gd name="connsiteY9" fmla="*/ 1455743 h 2267531"/>
              <a:gd name="connsiteX10" fmla="*/ 110995 w 1855561"/>
              <a:gd name="connsiteY10" fmla="*/ 1557343 h 2267531"/>
              <a:gd name="connsiteX11" fmla="*/ 144862 w 1855561"/>
              <a:gd name="connsiteY11" fmla="*/ 1650476 h 2267531"/>
              <a:gd name="connsiteX12" fmla="*/ 212595 w 1855561"/>
              <a:gd name="connsiteY12" fmla="*/ 1633543 h 2267531"/>
              <a:gd name="connsiteX13" fmla="*/ 221062 w 1855561"/>
              <a:gd name="connsiteY13" fmla="*/ 1574276 h 2267531"/>
              <a:gd name="connsiteX14" fmla="*/ 221062 w 1855561"/>
              <a:gd name="connsiteY14" fmla="*/ 1540409 h 2267531"/>
              <a:gd name="connsiteX15" fmla="*/ 348062 w 1855561"/>
              <a:gd name="connsiteY15" fmla="*/ 1769009 h 2267531"/>
              <a:gd name="connsiteX16" fmla="*/ 534329 w 1855561"/>
              <a:gd name="connsiteY16" fmla="*/ 1997609 h 2267531"/>
              <a:gd name="connsiteX17" fmla="*/ 966128 w 1855561"/>
              <a:gd name="connsiteY17" fmla="*/ 2260076 h 2267531"/>
              <a:gd name="connsiteX18" fmla="*/ 1203195 w 1855561"/>
              <a:gd name="connsiteY18" fmla="*/ 2166943 h 2267531"/>
              <a:gd name="connsiteX19" fmla="*/ 1567262 w 1855561"/>
              <a:gd name="connsiteY19" fmla="*/ 1870609 h 2267531"/>
              <a:gd name="connsiteX20" fmla="*/ 1685795 w 1855561"/>
              <a:gd name="connsiteY20" fmla="*/ 1531943 h 2267531"/>
              <a:gd name="connsiteX21" fmla="*/ 1677329 w 1855561"/>
              <a:gd name="connsiteY21" fmla="*/ 1464209 h 2267531"/>
              <a:gd name="connsiteX22" fmla="*/ 1736595 w 1855561"/>
              <a:gd name="connsiteY22" fmla="*/ 1557343 h 2267531"/>
              <a:gd name="connsiteX23" fmla="*/ 1787395 w 1855561"/>
              <a:gd name="connsiteY23" fmla="*/ 1531943 h 2267531"/>
              <a:gd name="connsiteX24" fmla="*/ 1804329 w 1855561"/>
              <a:gd name="connsiteY24" fmla="*/ 1413409 h 2267531"/>
              <a:gd name="connsiteX25" fmla="*/ 1812795 w 1855561"/>
              <a:gd name="connsiteY25" fmla="*/ 1311809 h 2267531"/>
              <a:gd name="connsiteX26" fmla="*/ 1855129 w 1855561"/>
              <a:gd name="connsiteY26" fmla="*/ 1218676 h 2267531"/>
              <a:gd name="connsiteX27" fmla="*/ 1829729 w 1855561"/>
              <a:gd name="connsiteY27" fmla="*/ 1100143 h 2267531"/>
              <a:gd name="connsiteX28" fmla="*/ 1753529 w 1855561"/>
              <a:gd name="connsiteY28" fmla="*/ 1125543 h 2267531"/>
              <a:gd name="connsiteX29" fmla="*/ 1694262 w 1855561"/>
              <a:gd name="connsiteY29" fmla="*/ 1210209 h 2267531"/>
              <a:gd name="connsiteX30" fmla="*/ 1685795 w 1855561"/>
              <a:gd name="connsiteY30" fmla="*/ 1244076 h 2267531"/>
              <a:gd name="connsiteX31" fmla="*/ 1702729 w 1855561"/>
              <a:gd name="connsiteY31" fmla="*/ 837676 h 2267531"/>
              <a:gd name="connsiteX32" fmla="*/ 1643462 w 1855561"/>
              <a:gd name="connsiteY32" fmla="*/ 456676 h 2267531"/>
              <a:gd name="connsiteX33" fmla="*/ 1474129 w 1855561"/>
              <a:gd name="connsiteY33" fmla="*/ 194209 h 2267531"/>
              <a:gd name="connsiteX34" fmla="*/ 1220129 w 1855561"/>
              <a:gd name="connsiteY34" fmla="*/ 58743 h 2267531"/>
              <a:gd name="connsiteX35" fmla="*/ 906862 w 1855561"/>
              <a:gd name="connsiteY35" fmla="*/ 7943 h 2267531"/>
              <a:gd name="connsiteX36" fmla="*/ 779862 w 1855561"/>
              <a:gd name="connsiteY36" fmla="*/ 16409 h 2267531"/>
              <a:gd name="connsiteX0" fmla="*/ 779862 w 1855561"/>
              <a:gd name="connsiteY0" fmla="*/ 16409 h 2267019"/>
              <a:gd name="connsiteX1" fmla="*/ 500462 w 1855561"/>
              <a:gd name="connsiteY1" fmla="*/ 151876 h 2267019"/>
              <a:gd name="connsiteX2" fmla="*/ 263395 w 1855561"/>
              <a:gd name="connsiteY2" fmla="*/ 397409 h 2267019"/>
              <a:gd name="connsiteX3" fmla="*/ 144862 w 1855561"/>
              <a:gd name="connsiteY3" fmla="*/ 854609 h 2267019"/>
              <a:gd name="connsiteX4" fmla="*/ 153329 w 1855561"/>
              <a:gd name="connsiteY4" fmla="*/ 1227143 h 2267019"/>
              <a:gd name="connsiteX5" fmla="*/ 153329 w 1855561"/>
              <a:gd name="connsiteY5" fmla="*/ 1311809 h 2267019"/>
              <a:gd name="connsiteX6" fmla="*/ 102529 w 1855561"/>
              <a:gd name="connsiteY6" fmla="*/ 1252543 h 2267019"/>
              <a:gd name="connsiteX7" fmla="*/ 68662 w 1855561"/>
              <a:gd name="connsiteY7" fmla="*/ 1235609 h 2267019"/>
              <a:gd name="connsiteX8" fmla="*/ 929 w 1855561"/>
              <a:gd name="connsiteY8" fmla="*/ 1269476 h 2267019"/>
              <a:gd name="connsiteX9" fmla="*/ 34795 w 1855561"/>
              <a:gd name="connsiteY9" fmla="*/ 1455743 h 2267019"/>
              <a:gd name="connsiteX10" fmla="*/ 110995 w 1855561"/>
              <a:gd name="connsiteY10" fmla="*/ 1557343 h 2267019"/>
              <a:gd name="connsiteX11" fmla="*/ 144862 w 1855561"/>
              <a:gd name="connsiteY11" fmla="*/ 1650476 h 2267019"/>
              <a:gd name="connsiteX12" fmla="*/ 212595 w 1855561"/>
              <a:gd name="connsiteY12" fmla="*/ 1633543 h 2267019"/>
              <a:gd name="connsiteX13" fmla="*/ 221062 w 1855561"/>
              <a:gd name="connsiteY13" fmla="*/ 1574276 h 2267019"/>
              <a:gd name="connsiteX14" fmla="*/ 221062 w 1855561"/>
              <a:gd name="connsiteY14" fmla="*/ 1540409 h 2267019"/>
              <a:gd name="connsiteX15" fmla="*/ 348062 w 1855561"/>
              <a:gd name="connsiteY15" fmla="*/ 1769009 h 2267019"/>
              <a:gd name="connsiteX16" fmla="*/ 483529 w 1855561"/>
              <a:gd name="connsiteY16" fmla="*/ 2006076 h 2267019"/>
              <a:gd name="connsiteX17" fmla="*/ 966128 w 1855561"/>
              <a:gd name="connsiteY17" fmla="*/ 2260076 h 2267019"/>
              <a:gd name="connsiteX18" fmla="*/ 1203195 w 1855561"/>
              <a:gd name="connsiteY18" fmla="*/ 2166943 h 2267019"/>
              <a:gd name="connsiteX19" fmla="*/ 1567262 w 1855561"/>
              <a:gd name="connsiteY19" fmla="*/ 1870609 h 2267019"/>
              <a:gd name="connsiteX20" fmla="*/ 1685795 w 1855561"/>
              <a:gd name="connsiteY20" fmla="*/ 1531943 h 2267019"/>
              <a:gd name="connsiteX21" fmla="*/ 1677329 w 1855561"/>
              <a:gd name="connsiteY21" fmla="*/ 1464209 h 2267019"/>
              <a:gd name="connsiteX22" fmla="*/ 1736595 w 1855561"/>
              <a:gd name="connsiteY22" fmla="*/ 1557343 h 2267019"/>
              <a:gd name="connsiteX23" fmla="*/ 1787395 w 1855561"/>
              <a:gd name="connsiteY23" fmla="*/ 1531943 h 2267019"/>
              <a:gd name="connsiteX24" fmla="*/ 1804329 w 1855561"/>
              <a:gd name="connsiteY24" fmla="*/ 1413409 h 2267019"/>
              <a:gd name="connsiteX25" fmla="*/ 1812795 w 1855561"/>
              <a:gd name="connsiteY25" fmla="*/ 1311809 h 2267019"/>
              <a:gd name="connsiteX26" fmla="*/ 1855129 w 1855561"/>
              <a:gd name="connsiteY26" fmla="*/ 1218676 h 2267019"/>
              <a:gd name="connsiteX27" fmla="*/ 1829729 w 1855561"/>
              <a:gd name="connsiteY27" fmla="*/ 1100143 h 2267019"/>
              <a:gd name="connsiteX28" fmla="*/ 1753529 w 1855561"/>
              <a:gd name="connsiteY28" fmla="*/ 1125543 h 2267019"/>
              <a:gd name="connsiteX29" fmla="*/ 1694262 w 1855561"/>
              <a:gd name="connsiteY29" fmla="*/ 1210209 h 2267019"/>
              <a:gd name="connsiteX30" fmla="*/ 1685795 w 1855561"/>
              <a:gd name="connsiteY30" fmla="*/ 1244076 h 2267019"/>
              <a:gd name="connsiteX31" fmla="*/ 1702729 w 1855561"/>
              <a:gd name="connsiteY31" fmla="*/ 837676 h 2267019"/>
              <a:gd name="connsiteX32" fmla="*/ 1643462 w 1855561"/>
              <a:gd name="connsiteY32" fmla="*/ 456676 h 2267019"/>
              <a:gd name="connsiteX33" fmla="*/ 1474129 w 1855561"/>
              <a:gd name="connsiteY33" fmla="*/ 194209 h 2267019"/>
              <a:gd name="connsiteX34" fmla="*/ 1220129 w 1855561"/>
              <a:gd name="connsiteY34" fmla="*/ 58743 h 2267019"/>
              <a:gd name="connsiteX35" fmla="*/ 906862 w 1855561"/>
              <a:gd name="connsiteY35" fmla="*/ 7943 h 2267019"/>
              <a:gd name="connsiteX36" fmla="*/ 779862 w 1855561"/>
              <a:gd name="connsiteY36" fmla="*/ 16409 h 2267019"/>
              <a:gd name="connsiteX0" fmla="*/ 779862 w 1855561"/>
              <a:gd name="connsiteY0" fmla="*/ 16409 h 2299088"/>
              <a:gd name="connsiteX1" fmla="*/ 500462 w 1855561"/>
              <a:gd name="connsiteY1" fmla="*/ 151876 h 2299088"/>
              <a:gd name="connsiteX2" fmla="*/ 263395 w 1855561"/>
              <a:gd name="connsiteY2" fmla="*/ 397409 h 2299088"/>
              <a:gd name="connsiteX3" fmla="*/ 144862 w 1855561"/>
              <a:gd name="connsiteY3" fmla="*/ 854609 h 2299088"/>
              <a:gd name="connsiteX4" fmla="*/ 153329 w 1855561"/>
              <a:gd name="connsiteY4" fmla="*/ 1227143 h 2299088"/>
              <a:gd name="connsiteX5" fmla="*/ 153329 w 1855561"/>
              <a:gd name="connsiteY5" fmla="*/ 1311809 h 2299088"/>
              <a:gd name="connsiteX6" fmla="*/ 102529 w 1855561"/>
              <a:gd name="connsiteY6" fmla="*/ 1252543 h 2299088"/>
              <a:gd name="connsiteX7" fmla="*/ 68662 w 1855561"/>
              <a:gd name="connsiteY7" fmla="*/ 1235609 h 2299088"/>
              <a:gd name="connsiteX8" fmla="*/ 929 w 1855561"/>
              <a:gd name="connsiteY8" fmla="*/ 1269476 h 2299088"/>
              <a:gd name="connsiteX9" fmla="*/ 34795 w 1855561"/>
              <a:gd name="connsiteY9" fmla="*/ 1455743 h 2299088"/>
              <a:gd name="connsiteX10" fmla="*/ 110995 w 1855561"/>
              <a:gd name="connsiteY10" fmla="*/ 1557343 h 2299088"/>
              <a:gd name="connsiteX11" fmla="*/ 144862 w 1855561"/>
              <a:gd name="connsiteY11" fmla="*/ 1650476 h 2299088"/>
              <a:gd name="connsiteX12" fmla="*/ 212595 w 1855561"/>
              <a:gd name="connsiteY12" fmla="*/ 1633543 h 2299088"/>
              <a:gd name="connsiteX13" fmla="*/ 221062 w 1855561"/>
              <a:gd name="connsiteY13" fmla="*/ 1574276 h 2299088"/>
              <a:gd name="connsiteX14" fmla="*/ 221062 w 1855561"/>
              <a:gd name="connsiteY14" fmla="*/ 1540409 h 2299088"/>
              <a:gd name="connsiteX15" fmla="*/ 348062 w 1855561"/>
              <a:gd name="connsiteY15" fmla="*/ 1769009 h 2299088"/>
              <a:gd name="connsiteX16" fmla="*/ 483529 w 1855561"/>
              <a:gd name="connsiteY16" fmla="*/ 2006076 h 2299088"/>
              <a:gd name="connsiteX17" fmla="*/ 940728 w 1855561"/>
              <a:gd name="connsiteY17" fmla="*/ 2293942 h 2299088"/>
              <a:gd name="connsiteX18" fmla="*/ 1203195 w 1855561"/>
              <a:gd name="connsiteY18" fmla="*/ 2166943 h 2299088"/>
              <a:gd name="connsiteX19" fmla="*/ 1567262 w 1855561"/>
              <a:gd name="connsiteY19" fmla="*/ 1870609 h 2299088"/>
              <a:gd name="connsiteX20" fmla="*/ 1685795 w 1855561"/>
              <a:gd name="connsiteY20" fmla="*/ 1531943 h 2299088"/>
              <a:gd name="connsiteX21" fmla="*/ 1677329 w 1855561"/>
              <a:gd name="connsiteY21" fmla="*/ 1464209 h 2299088"/>
              <a:gd name="connsiteX22" fmla="*/ 1736595 w 1855561"/>
              <a:gd name="connsiteY22" fmla="*/ 1557343 h 2299088"/>
              <a:gd name="connsiteX23" fmla="*/ 1787395 w 1855561"/>
              <a:gd name="connsiteY23" fmla="*/ 1531943 h 2299088"/>
              <a:gd name="connsiteX24" fmla="*/ 1804329 w 1855561"/>
              <a:gd name="connsiteY24" fmla="*/ 1413409 h 2299088"/>
              <a:gd name="connsiteX25" fmla="*/ 1812795 w 1855561"/>
              <a:gd name="connsiteY25" fmla="*/ 1311809 h 2299088"/>
              <a:gd name="connsiteX26" fmla="*/ 1855129 w 1855561"/>
              <a:gd name="connsiteY26" fmla="*/ 1218676 h 2299088"/>
              <a:gd name="connsiteX27" fmla="*/ 1829729 w 1855561"/>
              <a:gd name="connsiteY27" fmla="*/ 1100143 h 2299088"/>
              <a:gd name="connsiteX28" fmla="*/ 1753529 w 1855561"/>
              <a:gd name="connsiteY28" fmla="*/ 1125543 h 2299088"/>
              <a:gd name="connsiteX29" fmla="*/ 1694262 w 1855561"/>
              <a:gd name="connsiteY29" fmla="*/ 1210209 h 2299088"/>
              <a:gd name="connsiteX30" fmla="*/ 1685795 w 1855561"/>
              <a:gd name="connsiteY30" fmla="*/ 1244076 h 2299088"/>
              <a:gd name="connsiteX31" fmla="*/ 1702729 w 1855561"/>
              <a:gd name="connsiteY31" fmla="*/ 837676 h 2299088"/>
              <a:gd name="connsiteX32" fmla="*/ 1643462 w 1855561"/>
              <a:gd name="connsiteY32" fmla="*/ 456676 h 2299088"/>
              <a:gd name="connsiteX33" fmla="*/ 1474129 w 1855561"/>
              <a:gd name="connsiteY33" fmla="*/ 194209 h 2299088"/>
              <a:gd name="connsiteX34" fmla="*/ 1220129 w 1855561"/>
              <a:gd name="connsiteY34" fmla="*/ 58743 h 2299088"/>
              <a:gd name="connsiteX35" fmla="*/ 906862 w 1855561"/>
              <a:gd name="connsiteY35" fmla="*/ 7943 h 2299088"/>
              <a:gd name="connsiteX36" fmla="*/ 779862 w 1855561"/>
              <a:gd name="connsiteY36" fmla="*/ 16409 h 2299088"/>
              <a:gd name="connsiteX0" fmla="*/ 779862 w 1855561"/>
              <a:gd name="connsiteY0" fmla="*/ 16409 h 2299088"/>
              <a:gd name="connsiteX1" fmla="*/ 500462 w 1855561"/>
              <a:gd name="connsiteY1" fmla="*/ 151876 h 2299088"/>
              <a:gd name="connsiteX2" fmla="*/ 263395 w 1855561"/>
              <a:gd name="connsiteY2" fmla="*/ 397409 h 2299088"/>
              <a:gd name="connsiteX3" fmla="*/ 144862 w 1855561"/>
              <a:gd name="connsiteY3" fmla="*/ 854609 h 2299088"/>
              <a:gd name="connsiteX4" fmla="*/ 153329 w 1855561"/>
              <a:gd name="connsiteY4" fmla="*/ 1227143 h 2299088"/>
              <a:gd name="connsiteX5" fmla="*/ 153329 w 1855561"/>
              <a:gd name="connsiteY5" fmla="*/ 1311809 h 2299088"/>
              <a:gd name="connsiteX6" fmla="*/ 102529 w 1855561"/>
              <a:gd name="connsiteY6" fmla="*/ 1252543 h 2299088"/>
              <a:gd name="connsiteX7" fmla="*/ 68662 w 1855561"/>
              <a:gd name="connsiteY7" fmla="*/ 1235609 h 2299088"/>
              <a:gd name="connsiteX8" fmla="*/ 929 w 1855561"/>
              <a:gd name="connsiteY8" fmla="*/ 1269476 h 2299088"/>
              <a:gd name="connsiteX9" fmla="*/ 34795 w 1855561"/>
              <a:gd name="connsiteY9" fmla="*/ 1455743 h 2299088"/>
              <a:gd name="connsiteX10" fmla="*/ 110995 w 1855561"/>
              <a:gd name="connsiteY10" fmla="*/ 1557343 h 2299088"/>
              <a:gd name="connsiteX11" fmla="*/ 144862 w 1855561"/>
              <a:gd name="connsiteY11" fmla="*/ 1650476 h 2299088"/>
              <a:gd name="connsiteX12" fmla="*/ 212595 w 1855561"/>
              <a:gd name="connsiteY12" fmla="*/ 1633543 h 2299088"/>
              <a:gd name="connsiteX13" fmla="*/ 221062 w 1855561"/>
              <a:gd name="connsiteY13" fmla="*/ 1574276 h 2299088"/>
              <a:gd name="connsiteX14" fmla="*/ 221062 w 1855561"/>
              <a:gd name="connsiteY14" fmla="*/ 1540409 h 2299088"/>
              <a:gd name="connsiteX15" fmla="*/ 348062 w 1855561"/>
              <a:gd name="connsiteY15" fmla="*/ 1769009 h 2299088"/>
              <a:gd name="connsiteX16" fmla="*/ 483529 w 1855561"/>
              <a:gd name="connsiteY16" fmla="*/ 2006076 h 2299088"/>
              <a:gd name="connsiteX17" fmla="*/ 940728 w 1855561"/>
              <a:gd name="connsiteY17" fmla="*/ 2293942 h 2299088"/>
              <a:gd name="connsiteX18" fmla="*/ 1304795 w 1855561"/>
              <a:gd name="connsiteY18" fmla="*/ 2166943 h 2299088"/>
              <a:gd name="connsiteX19" fmla="*/ 1567262 w 1855561"/>
              <a:gd name="connsiteY19" fmla="*/ 1870609 h 2299088"/>
              <a:gd name="connsiteX20" fmla="*/ 1685795 w 1855561"/>
              <a:gd name="connsiteY20" fmla="*/ 1531943 h 2299088"/>
              <a:gd name="connsiteX21" fmla="*/ 1677329 w 1855561"/>
              <a:gd name="connsiteY21" fmla="*/ 1464209 h 2299088"/>
              <a:gd name="connsiteX22" fmla="*/ 1736595 w 1855561"/>
              <a:gd name="connsiteY22" fmla="*/ 1557343 h 2299088"/>
              <a:gd name="connsiteX23" fmla="*/ 1787395 w 1855561"/>
              <a:gd name="connsiteY23" fmla="*/ 1531943 h 2299088"/>
              <a:gd name="connsiteX24" fmla="*/ 1804329 w 1855561"/>
              <a:gd name="connsiteY24" fmla="*/ 1413409 h 2299088"/>
              <a:gd name="connsiteX25" fmla="*/ 1812795 w 1855561"/>
              <a:gd name="connsiteY25" fmla="*/ 1311809 h 2299088"/>
              <a:gd name="connsiteX26" fmla="*/ 1855129 w 1855561"/>
              <a:gd name="connsiteY26" fmla="*/ 1218676 h 2299088"/>
              <a:gd name="connsiteX27" fmla="*/ 1829729 w 1855561"/>
              <a:gd name="connsiteY27" fmla="*/ 1100143 h 2299088"/>
              <a:gd name="connsiteX28" fmla="*/ 1753529 w 1855561"/>
              <a:gd name="connsiteY28" fmla="*/ 1125543 h 2299088"/>
              <a:gd name="connsiteX29" fmla="*/ 1694262 w 1855561"/>
              <a:gd name="connsiteY29" fmla="*/ 1210209 h 2299088"/>
              <a:gd name="connsiteX30" fmla="*/ 1685795 w 1855561"/>
              <a:gd name="connsiteY30" fmla="*/ 1244076 h 2299088"/>
              <a:gd name="connsiteX31" fmla="*/ 1702729 w 1855561"/>
              <a:gd name="connsiteY31" fmla="*/ 837676 h 2299088"/>
              <a:gd name="connsiteX32" fmla="*/ 1643462 w 1855561"/>
              <a:gd name="connsiteY32" fmla="*/ 456676 h 2299088"/>
              <a:gd name="connsiteX33" fmla="*/ 1474129 w 1855561"/>
              <a:gd name="connsiteY33" fmla="*/ 194209 h 2299088"/>
              <a:gd name="connsiteX34" fmla="*/ 1220129 w 1855561"/>
              <a:gd name="connsiteY34" fmla="*/ 58743 h 2299088"/>
              <a:gd name="connsiteX35" fmla="*/ 906862 w 1855561"/>
              <a:gd name="connsiteY35" fmla="*/ 7943 h 2299088"/>
              <a:gd name="connsiteX36" fmla="*/ 779862 w 1855561"/>
              <a:gd name="connsiteY36" fmla="*/ 16409 h 2299088"/>
              <a:gd name="connsiteX0" fmla="*/ 779862 w 1855561"/>
              <a:gd name="connsiteY0" fmla="*/ 16409 h 2301869"/>
              <a:gd name="connsiteX1" fmla="*/ 500462 w 1855561"/>
              <a:gd name="connsiteY1" fmla="*/ 151876 h 2301869"/>
              <a:gd name="connsiteX2" fmla="*/ 263395 w 1855561"/>
              <a:gd name="connsiteY2" fmla="*/ 397409 h 2301869"/>
              <a:gd name="connsiteX3" fmla="*/ 144862 w 1855561"/>
              <a:gd name="connsiteY3" fmla="*/ 854609 h 2301869"/>
              <a:gd name="connsiteX4" fmla="*/ 153329 w 1855561"/>
              <a:gd name="connsiteY4" fmla="*/ 1227143 h 2301869"/>
              <a:gd name="connsiteX5" fmla="*/ 153329 w 1855561"/>
              <a:gd name="connsiteY5" fmla="*/ 1311809 h 2301869"/>
              <a:gd name="connsiteX6" fmla="*/ 102529 w 1855561"/>
              <a:gd name="connsiteY6" fmla="*/ 1252543 h 2301869"/>
              <a:gd name="connsiteX7" fmla="*/ 68662 w 1855561"/>
              <a:gd name="connsiteY7" fmla="*/ 1235609 h 2301869"/>
              <a:gd name="connsiteX8" fmla="*/ 929 w 1855561"/>
              <a:gd name="connsiteY8" fmla="*/ 1269476 h 2301869"/>
              <a:gd name="connsiteX9" fmla="*/ 34795 w 1855561"/>
              <a:gd name="connsiteY9" fmla="*/ 1455743 h 2301869"/>
              <a:gd name="connsiteX10" fmla="*/ 110995 w 1855561"/>
              <a:gd name="connsiteY10" fmla="*/ 1557343 h 2301869"/>
              <a:gd name="connsiteX11" fmla="*/ 144862 w 1855561"/>
              <a:gd name="connsiteY11" fmla="*/ 1650476 h 2301869"/>
              <a:gd name="connsiteX12" fmla="*/ 212595 w 1855561"/>
              <a:gd name="connsiteY12" fmla="*/ 1633543 h 2301869"/>
              <a:gd name="connsiteX13" fmla="*/ 221062 w 1855561"/>
              <a:gd name="connsiteY13" fmla="*/ 1574276 h 2301869"/>
              <a:gd name="connsiteX14" fmla="*/ 221062 w 1855561"/>
              <a:gd name="connsiteY14" fmla="*/ 1540409 h 2301869"/>
              <a:gd name="connsiteX15" fmla="*/ 348062 w 1855561"/>
              <a:gd name="connsiteY15" fmla="*/ 1769009 h 2301869"/>
              <a:gd name="connsiteX16" fmla="*/ 483529 w 1855561"/>
              <a:gd name="connsiteY16" fmla="*/ 2006076 h 2301869"/>
              <a:gd name="connsiteX17" fmla="*/ 940728 w 1855561"/>
              <a:gd name="connsiteY17" fmla="*/ 2293942 h 2301869"/>
              <a:gd name="connsiteX18" fmla="*/ 1304795 w 1855561"/>
              <a:gd name="connsiteY18" fmla="*/ 2166943 h 2301869"/>
              <a:gd name="connsiteX19" fmla="*/ 1567262 w 1855561"/>
              <a:gd name="connsiteY19" fmla="*/ 1870609 h 2301869"/>
              <a:gd name="connsiteX20" fmla="*/ 1685795 w 1855561"/>
              <a:gd name="connsiteY20" fmla="*/ 1531943 h 2301869"/>
              <a:gd name="connsiteX21" fmla="*/ 1677329 w 1855561"/>
              <a:gd name="connsiteY21" fmla="*/ 1464209 h 2301869"/>
              <a:gd name="connsiteX22" fmla="*/ 1736595 w 1855561"/>
              <a:gd name="connsiteY22" fmla="*/ 1557343 h 2301869"/>
              <a:gd name="connsiteX23" fmla="*/ 1787395 w 1855561"/>
              <a:gd name="connsiteY23" fmla="*/ 1531943 h 2301869"/>
              <a:gd name="connsiteX24" fmla="*/ 1804329 w 1855561"/>
              <a:gd name="connsiteY24" fmla="*/ 1413409 h 2301869"/>
              <a:gd name="connsiteX25" fmla="*/ 1812795 w 1855561"/>
              <a:gd name="connsiteY25" fmla="*/ 1311809 h 2301869"/>
              <a:gd name="connsiteX26" fmla="*/ 1855129 w 1855561"/>
              <a:gd name="connsiteY26" fmla="*/ 1218676 h 2301869"/>
              <a:gd name="connsiteX27" fmla="*/ 1829729 w 1855561"/>
              <a:gd name="connsiteY27" fmla="*/ 1100143 h 2301869"/>
              <a:gd name="connsiteX28" fmla="*/ 1753529 w 1855561"/>
              <a:gd name="connsiteY28" fmla="*/ 1125543 h 2301869"/>
              <a:gd name="connsiteX29" fmla="*/ 1694262 w 1855561"/>
              <a:gd name="connsiteY29" fmla="*/ 1210209 h 2301869"/>
              <a:gd name="connsiteX30" fmla="*/ 1685795 w 1855561"/>
              <a:gd name="connsiteY30" fmla="*/ 1244076 h 2301869"/>
              <a:gd name="connsiteX31" fmla="*/ 1702729 w 1855561"/>
              <a:gd name="connsiteY31" fmla="*/ 837676 h 2301869"/>
              <a:gd name="connsiteX32" fmla="*/ 1643462 w 1855561"/>
              <a:gd name="connsiteY32" fmla="*/ 456676 h 2301869"/>
              <a:gd name="connsiteX33" fmla="*/ 1474129 w 1855561"/>
              <a:gd name="connsiteY33" fmla="*/ 194209 h 2301869"/>
              <a:gd name="connsiteX34" fmla="*/ 1220129 w 1855561"/>
              <a:gd name="connsiteY34" fmla="*/ 58743 h 2301869"/>
              <a:gd name="connsiteX35" fmla="*/ 906862 w 1855561"/>
              <a:gd name="connsiteY35" fmla="*/ 7943 h 2301869"/>
              <a:gd name="connsiteX36" fmla="*/ 779862 w 1855561"/>
              <a:gd name="connsiteY36" fmla="*/ 16409 h 2301869"/>
              <a:gd name="connsiteX0" fmla="*/ 779862 w 1855561"/>
              <a:gd name="connsiteY0" fmla="*/ 16409 h 2274933"/>
              <a:gd name="connsiteX1" fmla="*/ 500462 w 1855561"/>
              <a:gd name="connsiteY1" fmla="*/ 151876 h 2274933"/>
              <a:gd name="connsiteX2" fmla="*/ 263395 w 1855561"/>
              <a:gd name="connsiteY2" fmla="*/ 397409 h 2274933"/>
              <a:gd name="connsiteX3" fmla="*/ 144862 w 1855561"/>
              <a:gd name="connsiteY3" fmla="*/ 854609 h 2274933"/>
              <a:gd name="connsiteX4" fmla="*/ 153329 w 1855561"/>
              <a:gd name="connsiteY4" fmla="*/ 1227143 h 2274933"/>
              <a:gd name="connsiteX5" fmla="*/ 153329 w 1855561"/>
              <a:gd name="connsiteY5" fmla="*/ 1311809 h 2274933"/>
              <a:gd name="connsiteX6" fmla="*/ 102529 w 1855561"/>
              <a:gd name="connsiteY6" fmla="*/ 1252543 h 2274933"/>
              <a:gd name="connsiteX7" fmla="*/ 68662 w 1855561"/>
              <a:gd name="connsiteY7" fmla="*/ 1235609 h 2274933"/>
              <a:gd name="connsiteX8" fmla="*/ 929 w 1855561"/>
              <a:gd name="connsiteY8" fmla="*/ 1269476 h 2274933"/>
              <a:gd name="connsiteX9" fmla="*/ 34795 w 1855561"/>
              <a:gd name="connsiteY9" fmla="*/ 1455743 h 2274933"/>
              <a:gd name="connsiteX10" fmla="*/ 110995 w 1855561"/>
              <a:gd name="connsiteY10" fmla="*/ 1557343 h 2274933"/>
              <a:gd name="connsiteX11" fmla="*/ 144862 w 1855561"/>
              <a:gd name="connsiteY11" fmla="*/ 1650476 h 2274933"/>
              <a:gd name="connsiteX12" fmla="*/ 212595 w 1855561"/>
              <a:gd name="connsiteY12" fmla="*/ 1633543 h 2274933"/>
              <a:gd name="connsiteX13" fmla="*/ 221062 w 1855561"/>
              <a:gd name="connsiteY13" fmla="*/ 1574276 h 2274933"/>
              <a:gd name="connsiteX14" fmla="*/ 221062 w 1855561"/>
              <a:gd name="connsiteY14" fmla="*/ 1540409 h 2274933"/>
              <a:gd name="connsiteX15" fmla="*/ 348062 w 1855561"/>
              <a:gd name="connsiteY15" fmla="*/ 1769009 h 2274933"/>
              <a:gd name="connsiteX16" fmla="*/ 483529 w 1855561"/>
              <a:gd name="connsiteY16" fmla="*/ 2006076 h 2274933"/>
              <a:gd name="connsiteX17" fmla="*/ 906861 w 1855561"/>
              <a:gd name="connsiteY17" fmla="*/ 2268542 h 2274933"/>
              <a:gd name="connsiteX18" fmla="*/ 1304795 w 1855561"/>
              <a:gd name="connsiteY18" fmla="*/ 2166943 h 2274933"/>
              <a:gd name="connsiteX19" fmla="*/ 1567262 w 1855561"/>
              <a:gd name="connsiteY19" fmla="*/ 1870609 h 2274933"/>
              <a:gd name="connsiteX20" fmla="*/ 1685795 w 1855561"/>
              <a:gd name="connsiteY20" fmla="*/ 1531943 h 2274933"/>
              <a:gd name="connsiteX21" fmla="*/ 1677329 w 1855561"/>
              <a:gd name="connsiteY21" fmla="*/ 1464209 h 2274933"/>
              <a:gd name="connsiteX22" fmla="*/ 1736595 w 1855561"/>
              <a:gd name="connsiteY22" fmla="*/ 1557343 h 2274933"/>
              <a:gd name="connsiteX23" fmla="*/ 1787395 w 1855561"/>
              <a:gd name="connsiteY23" fmla="*/ 1531943 h 2274933"/>
              <a:gd name="connsiteX24" fmla="*/ 1804329 w 1855561"/>
              <a:gd name="connsiteY24" fmla="*/ 1413409 h 2274933"/>
              <a:gd name="connsiteX25" fmla="*/ 1812795 w 1855561"/>
              <a:gd name="connsiteY25" fmla="*/ 1311809 h 2274933"/>
              <a:gd name="connsiteX26" fmla="*/ 1855129 w 1855561"/>
              <a:gd name="connsiteY26" fmla="*/ 1218676 h 2274933"/>
              <a:gd name="connsiteX27" fmla="*/ 1829729 w 1855561"/>
              <a:gd name="connsiteY27" fmla="*/ 1100143 h 2274933"/>
              <a:gd name="connsiteX28" fmla="*/ 1753529 w 1855561"/>
              <a:gd name="connsiteY28" fmla="*/ 1125543 h 2274933"/>
              <a:gd name="connsiteX29" fmla="*/ 1694262 w 1855561"/>
              <a:gd name="connsiteY29" fmla="*/ 1210209 h 2274933"/>
              <a:gd name="connsiteX30" fmla="*/ 1685795 w 1855561"/>
              <a:gd name="connsiteY30" fmla="*/ 1244076 h 2274933"/>
              <a:gd name="connsiteX31" fmla="*/ 1702729 w 1855561"/>
              <a:gd name="connsiteY31" fmla="*/ 837676 h 2274933"/>
              <a:gd name="connsiteX32" fmla="*/ 1643462 w 1855561"/>
              <a:gd name="connsiteY32" fmla="*/ 456676 h 2274933"/>
              <a:gd name="connsiteX33" fmla="*/ 1474129 w 1855561"/>
              <a:gd name="connsiteY33" fmla="*/ 194209 h 2274933"/>
              <a:gd name="connsiteX34" fmla="*/ 1220129 w 1855561"/>
              <a:gd name="connsiteY34" fmla="*/ 58743 h 2274933"/>
              <a:gd name="connsiteX35" fmla="*/ 906862 w 1855561"/>
              <a:gd name="connsiteY35" fmla="*/ 7943 h 2274933"/>
              <a:gd name="connsiteX36" fmla="*/ 779862 w 1855561"/>
              <a:gd name="connsiteY36" fmla="*/ 16409 h 2274933"/>
              <a:gd name="connsiteX0" fmla="*/ 779862 w 1855561"/>
              <a:gd name="connsiteY0" fmla="*/ 16409 h 2274933"/>
              <a:gd name="connsiteX1" fmla="*/ 500462 w 1855561"/>
              <a:gd name="connsiteY1" fmla="*/ 151876 h 2274933"/>
              <a:gd name="connsiteX2" fmla="*/ 263395 w 1855561"/>
              <a:gd name="connsiteY2" fmla="*/ 397409 h 2274933"/>
              <a:gd name="connsiteX3" fmla="*/ 117345 w 1855561"/>
              <a:gd name="connsiteY3" fmla="*/ 790050 h 2274933"/>
              <a:gd name="connsiteX4" fmla="*/ 153329 w 1855561"/>
              <a:gd name="connsiteY4" fmla="*/ 1227143 h 2274933"/>
              <a:gd name="connsiteX5" fmla="*/ 153329 w 1855561"/>
              <a:gd name="connsiteY5" fmla="*/ 1311809 h 2274933"/>
              <a:gd name="connsiteX6" fmla="*/ 102529 w 1855561"/>
              <a:gd name="connsiteY6" fmla="*/ 1252543 h 2274933"/>
              <a:gd name="connsiteX7" fmla="*/ 68662 w 1855561"/>
              <a:gd name="connsiteY7" fmla="*/ 1235609 h 2274933"/>
              <a:gd name="connsiteX8" fmla="*/ 929 w 1855561"/>
              <a:gd name="connsiteY8" fmla="*/ 1269476 h 2274933"/>
              <a:gd name="connsiteX9" fmla="*/ 34795 w 1855561"/>
              <a:gd name="connsiteY9" fmla="*/ 1455743 h 2274933"/>
              <a:gd name="connsiteX10" fmla="*/ 110995 w 1855561"/>
              <a:gd name="connsiteY10" fmla="*/ 1557343 h 2274933"/>
              <a:gd name="connsiteX11" fmla="*/ 144862 w 1855561"/>
              <a:gd name="connsiteY11" fmla="*/ 1650476 h 2274933"/>
              <a:gd name="connsiteX12" fmla="*/ 212595 w 1855561"/>
              <a:gd name="connsiteY12" fmla="*/ 1633543 h 2274933"/>
              <a:gd name="connsiteX13" fmla="*/ 221062 w 1855561"/>
              <a:gd name="connsiteY13" fmla="*/ 1574276 h 2274933"/>
              <a:gd name="connsiteX14" fmla="*/ 221062 w 1855561"/>
              <a:gd name="connsiteY14" fmla="*/ 1540409 h 2274933"/>
              <a:gd name="connsiteX15" fmla="*/ 348062 w 1855561"/>
              <a:gd name="connsiteY15" fmla="*/ 1769009 h 2274933"/>
              <a:gd name="connsiteX16" fmla="*/ 483529 w 1855561"/>
              <a:gd name="connsiteY16" fmla="*/ 2006076 h 2274933"/>
              <a:gd name="connsiteX17" fmla="*/ 906861 w 1855561"/>
              <a:gd name="connsiteY17" fmla="*/ 2268542 h 2274933"/>
              <a:gd name="connsiteX18" fmla="*/ 1304795 w 1855561"/>
              <a:gd name="connsiteY18" fmla="*/ 2166943 h 2274933"/>
              <a:gd name="connsiteX19" fmla="*/ 1567262 w 1855561"/>
              <a:gd name="connsiteY19" fmla="*/ 1870609 h 2274933"/>
              <a:gd name="connsiteX20" fmla="*/ 1685795 w 1855561"/>
              <a:gd name="connsiteY20" fmla="*/ 1531943 h 2274933"/>
              <a:gd name="connsiteX21" fmla="*/ 1677329 w 1855561"/>
              <a:gd name="connsiteY21" fmla="*/ 1464209 h 2274933"/>
              <a:gd name="connsiteX22" fmla="*/ 1736595 w 1855561"/>
              <a:gd name="connsiteY22" fmla="*/ 1557343 h 2274933"/>
              <a:gd name="connsiteX23" fmla="*/ 1787395 w 1855561"/>
              <a:gd name="connsiteY23" fmla="*/ 1531943 h 2274933"/>
              <a:gd name="connsiteX24" fmla="*/ 1804329 w 1855561"/>
              <a:gd name="connsiteY24" fmla="*/ 1413409 h 2274933"/>
              <a:gd name="connsiteX25" fmla="*/ 1812795 w 1855561"/>
              <a:gd name="connsiteY25" fmla="*/ 1311809 h 2274933"/>
              <a:gd name="connsiteX26" fmla="*/ 1855129 w 1855561"/>
              <a:gd name="connsiteY26" fmla="*/ 1218676 h 2274933"/>
              <a:gd name="connsiteX27" fmla="*/ 1829729 w 1855561"/>
              <a:gd name="connsiteY27" fmla="*/ 1100143 h 2274933"/>
              <a:gd name="connsiteX28" fmla="*/ 1753529 w 1855561"/>
              <a:gd name="connsiteY28" fmla="*/ 1125543 h 2274933"/>
              <a:gd name="connsiteX29" fmla="*/ 1694262 w 1855561"/>
              <a:gd name="connsiteY29" fmla="*/ 1210209 h 2274933"/>
              <a:gd name="connsiteX30" fmla="*/ 1685795 w 1855561"/>
              <a:gd name="connsiteY30" fmla="*/ 1244076 h 2274933"/>
              <a:gd name="connsiteX31" fmla="*/ 1702729 w 1855561"/>
              <a:gd name="connsiteY31" fmla="*/ 837676 h 2274933"/>
              <a:gd name="connsiteX32" fmla="*/ 1643462 w 1855561"/>
              <a:gd name="connsiteY32" fmla="*/ 456676 h 2274933"/>
              <a:gd name="connsiteX33" fmla="*/ 1474129 w 1855561"/>
              <a:gd name="connsiteY33" fmla="*/ 194209 h 2274933"/>
              <a:gd name="connsiteX34" fmla="*/ 1220129 w 1855561"/>
              <a:gd name="connsiteY34" fmla="*/ 58743 h 2274933"/>
              <a:gd name="connsiteX35" fmla="*/ 906862 w 1855561"/>
              <a:gd name="connsiteY35" fmla="*/ 7943 h 2274933"/>
              <a:gd name="connsiteX36" fmla="*/ 779862 w 1855561"/>
              <a:gd name="connsiteY36" fmla="*/ 16409 h 2274933"/>
              <a:gd name="connsiteX0" fmla="*/ 779862 w 1855561"/>
              <a:gd name="connsiteY0" fmla="*/ 16409 h 2274933"/>
              <a:gd name="connsiteX1" fmla="*/ 500462 w 1855561"/>
              <a:gd name="connsiteY1" fmla="*/ 151876 h 2274933"/>
              <a:gd name="connsiteX2" fmla="*/ 263395 w 1855561"/>
              <a:gd name="connsiteY2" fmla="*/ 397409 h 2274933"/>
              <a:gd name="connsiteX3" fmla="*/ 117345 w 1855561"/>
              <a:gd name="connsiteY3" fmla="*/ 790050 h 2274933"/>
              <a:gd name="connsiteX4" fmla="*/ 142745 w 1855561"/>
              <a:gd name="connsiteY4" fmla="*/ 758300 h 2274933"/>
              <a:gd name="connsiteX5" fmla="*/ 153329 w 1855561"/>
              <a:gd name="connsiteY5" fmla="*/ 1227143 h 2274933"/>
              <a:gd name="connsiteX6" fmla="*/ 153329 w 1855561"/>
              <a:gd name="connsiteY6" fmla="*/ 1311809 h 2274933"/>
              <a:gd name="connsiteX7" fmla="*/ 102529 w 1855561"/>
              <a:gd name="connsiteY7" fmla="*/ 1252543 h 2274933"/>
              <a:gd name="connsiteX8" fmla="*/ 68662 w 1855561"/>
              <a:gd name="connsiteY8" fmla="*/ 1235609 h 2274933"/>
              <a:gd name="connsiteX9" fmla="*/ 929 w 1855561"/>
              <a:gd name="connsiteY9" fmla="*/ 1269476 h 2274933"/>
              <a:gd name="connsiteX10" fmla="*/ 34795 w 1855561"/>
              <a:gd name="connsiteY10" fmla="*/ 1455743 h 2274933"/>
              <a:gd name="connsiteX11" fmla="*/ 110995 w 1855561"/>
              <a:gd name="connsiteY11" fmla="*/ 1557343 h 2274933"/>
              <a:gd name="connsiteX12" fmla="*/ 144862 w 1855561"/>
              <a:gd name="connsiteY12" fmla="*/ 1650476 h 2274933"/>
              <a:gd name="connsiteX13" fmla="*/ 212595 w 1855561"/>
              <a:gd name="connsiteY13" fmla="*/ 1633543 h 2274933"/>
              <a:gd name="connsiteX14" fmla="*/ 221062 w 1855561"/>
              <a:gd name="connsiteY14" fmla="*/ 1574276 h 2274933"/>
              <a:gd name="connsiteX15" fmla="*/ 221062 w 1855561"/>
              <a:gd name="connsiteY15" fmla="*/ 1540409 h 2274933"/>
              <a:gd name="connsiteX16" fmla="*/ 348062 w 1855561"/>
              <a:gd name="connsiteY16" fmla="*/ 1769009 h 2274933"/>
              <a:gd name="connsiteX17" fmla="*/ 483529 w 1855561"/>
              <a:gd name="connsiteY17" fmla="*/ 2006076 h 2274933"/>
              <a:gd name="connsiteX18" fmla="*/ 906861 w 1855561"/>
              <a:gd name="connsiteY18" fmla="*/ 2268542 h 2274933"/>
              <a:gd name="connsiteX19" fmla="*/ 1304795 w 1855561"/>
              <a:gd name="connsiteY19" fmla="*/ 2166943 h 2274933"/>
              <a:gd name="connsiteX20" fmla="*/ 1567262 w 1855561"/>
              <a:gd name="connsiteY20" fmla="*/ 1870609 h 2274933"/>
              <a:gd name="connsiteX21" fmla="*/ 1685795 w 1855561"/>
              <a:gd name="connsiteY21" fmla="*/ 1531943 h 2274933"/>
              <a:gd name="connsiteX22" fmla="*/ 1677329 w 1855561"/>
              <a:gd name="connsiteY22" fmla="*/ 1464209 h 2274933"/>
              <a:gd name="connsiteX23" fmla="*/ 1736595 w 1855561"/>
              <a:gd name="connsiteY23" fmla="*/ 1557343 h 2274933"/>
              <a:gd name="connsiteX24" fmla="*/ 1787395 w 1855561"/>
              <a:gd name="connsiteY24" fmla="*/ 1531943 h 2274933"/>
              <a:gd name="connsiteX25" fmla="*/ 1804329 w 1855561"/>
              <a:gd name="connsiteY25" fmla="*/ 1413409 h 2274933"/>
              <a:gd name="connsiteX26" fmla="*/ 1812795 w 1855561"/>
              <a:gd name="connsiteY26" fmla="*/ 1311809 h 2274933"/>
              <a:gd name="connsiteX27" fmla="*/ 1855129 w 1855561"/>
              <a:gd name="connsiteY27" fmla="*/ 1218676 h 2274933"/>
              <a:gd name="connsiteX28" fmla="*/ 1829729 w 1855561"/>
              <a:gd name="connsiteY28" fmla="*/ 1100143 h 2274933"/>
              <a:gd name="connsiteX29" fmla="*/ 1753529 w 1855561"/>
              <a:gd name="connsiteY29" fmla="*/ 1125543 h 2274933"/>
              <a:gd name="connsiteX30" fmla="*/ 1694262 w 1855561"/>
              <a:gd name="connsiteY30" fmla="*/ 1210209 h 2274933"/>
              <a:gd name="connsiteX31" fmla="*/ 1685795 w 1855561"/>
              <a:gd name="connsiteY31" fmla="*/ 1244076 h 2274933"/>
              <a:gd name="connsiteX32" fmla="*/ 1702729 w 1855561"/>
              <a:gd name="connsiteY32" fmla="*/ 837676 h 2274933"/>
              <a:gd name="connsiteX33" fmla="*/ 1643462 w 1855561"/>
              <a:gd name="connsiteY33" fmla="*/ 456676 h 2274933"/>
              <a:gd name="connsiteX34" fmla="*/ 1474129 w 1855561"/>
              <a:gd name="connsiteY34" fmla="*/ 194209 h 2274933"/>
              <a:gd name="connsiteX35" fmla="*/ 1220129 w 1855561"/>
              <a:gd name="connsiteY35" fmla="*/ 58743 h 2274933"/>
              <a:gd name="connsiteX36" fmla="*/ 906862 w 1855561"/>
              <a:gd name="connsiteY36" fmla="*/ 7943 h 2274933"/>
              <a:gd name="connsiteX37" fmla="*/ 779862 w 1855561"/>
              <a:gd name="connsiteY37" fmla="*/ 16409 h 2274933"/>
              <a:gd name="connsiteX0" fmla="*/ 698370 w 1855561"/>
              <a:gd name="connsiteY0" fmla="*/ 37974 h 2267188"/>
              <a:gd name="connsiteX1" fmla="*/ 500462 w 1855561"/>
              <a:gd name="connsiteY1" fmla="*/ 144131 h 2267188"/>
              <a:gd name="connsiteX2" fmla="*/ 263395 w 1855561"/>
              <a:gd name="connsiteY2" fmla="*/ 389664 h 2267188"/>
              <a:gd name="connsiteX3" fmla="*/ 117345 w 1855561"/>
              <a:gd name="connsiteY3" fmla="*/ 782305 h 2267188"/>
              <a:gd name="connsiteX4" fmla="*/ 142745 w 1855561"/>
              <a:gd name="connsiteY4" fmla="*/ 750555 h 2267188"/>
              <a:gd name="connsiteX5" fmla="*/ 153329 w 1855561"/>
              <a:gd name="connsiteY5" fmla="*/ 1219398 h 2267188"/>
              <a:gd name="connsiteX6" fmla="*/ 153329 w 1855561"/>
              <a:gd name="connsiteY6" fmla="*/ 1304064 h 2267188"/>
              <a:gd name="connsiteX7" fmla="*/ 102529 w 1855561"/>
              <a:gd name="connsiteY7" fmla="*/ 1244798 h 2267188"/>
              <a:gd name="connsiteX8" fmla="*/ 68662 w 1855561"/>
              <a:gd name="connsiteY8" fmla="*/ 1227864 h 2267188"/>
              <a:gd name="connsiteX9" fmla="*/ 929 w 1855561"/>
              <a:gd name="connsiteY9" fmla="*/ 1261731 h 2267188"/>
              <a:gd name="connsiteX10" fmla="*/ 34795 w 1855561"/>
              <a:gd name="connsiteY10" fmla="*/ 1447998 h 2267188"/>
              <a:gd name="connsiteX11" fmla="*/ 110995 w 1855561"/>
              <a:gd name="connsiteY11" fmla="*/ 1549598 h 2267188"/>
              <a:gd name="connsiteX12" fmla="*/ 144862 w 1855561"/>
              <a:gd name="connsiteY12" fmla="*/ 1642731 h 2267188"/>
              <a:gd name="connsiteX13" fmla="*/ 212595 w 1855561"/>
              <a:gd name="connsiteY13" fmla="*/ 1625798 h 2267188"/>
              <a:gd name="connsiteX14" fmla="*/ 221062 w 1855561"/>
              <a:gd name="connsiteY14" fmla="*/ 1566531 h 2267188"/>
              <a:gd name="connsiteX15" fmla="*/ 221062 w 1855561"/>
              <a:gd name="connsiteY15" fmla="*/ 1532664 h 2267188"/>
              <a:gd name="connsiteX16" fmla="*/ 348062 w 1855561"/>
              <a:gd name="connsiteY16" fmla="*/ 1761264 h 2267188"/>
              <a:gd name="connsiteX17" fmla="*/ 483529 w 1855561"/>
              <a:gd name="connsiteY17" fmla="*/ 1998331 h 2267188"/>
              <a:gd name="connsiteX18" fmla="*/ 906861 w 1855561"/>
              <a:gd name="connsiteY18" fmla="*/ 2260797 h 2267188"/>
              <a:gd name="connsiteX19" fmla="*/ 1304795 w 1855561"/>
              <a:gd name="connsiteY19" fmla="*/ 2159198 h 2267188"/>
              <a:gd name="connsiteX20" fmla="*/ 1567262 w 1855561"/>
              <a:gd name="connsiteY20" fmla="*/ 1862864 h 2267188"/>
              <a:gd name="connsiteX21" fmla="*/ 1685795 w 1855561"/>
              <a:gd name="connsiteY21" fmla="*/ 1524198 h 2267188"/>
              <a:gd name="connsiteX22" fmla="*/ 1677329 w 1855561"/>
              <a:gd name="connsiteY22" fmla="*/ 1456464 h 2267188"/>
              <a:gd name="connsiteX23" fmla="*/ 1736595 w 1855561"/>
              <a:gd name="connsiteY23" fmla="*/ 1549598 h 2267188"/>
              <a:gd name="connsiteX24" fmla="*/ 1787395 w 1855561"/>
              <a:gd name="connsiteY24" fmla="*/ 1524198 h 2267188"/>
              <a:gd name="connsiteX25" fmla="*/ 1804329 w 1855561"/>
              <a:gd name="connsiteY25" fmla="*/ 1405664 h 2267188"/>
              <a:gd name="connsiteX26" fmla="*/ 1812795 w 1855561"/>
              <a:gd name="connsiteY26" fmla="*/ 1304064 h 2267188"/>
              <a:gd name="connsiteX27" fmla="*/ 1855129 w 1855561"/>
              <a:gd name="connsiteY27" fmla="*/ 1210931 h 2267188"/>
              <a:gd name="connsiteX28" fmla="*/ 1829729 w 1855561"/>
              <a:gd name="connsiteY28" fmla="*/ 1092398 h 2267188"/>
              <a:gd name="connsiteX29" fmla="*/ 1753529 w 1855561"/>
              <a:gd name="connsiteY29" fmla="*/ 1117798 h 2267188"/>
              <a:gd name="connsiteX30" fmla="*/ 1694262 w 1855561"/>
              <a:gd name="connsiteY30" fmla="*/ 1202464 h 2267188"/>
              <a:gd name="connsiteX31" fmla="*/ 1685795 w 1855561"/>
              <a:gd name="connsiteY31" fmla="*/ 1236331 h 2267188"/>
              <a:gd name="connsiteX32" fmla="*/ 1702729 w 1855561"/>
              <a:gd name="connsiteY32" fmla="*/ 829931 h 2267188"/>
              <a:gd name="connsiteX33" fmla="*/ 1643462 w 1855561"/>
              <a:gd name="connsiteY33" fmla="*/ 448931 h 2267188"/>
              <a:gd name="connsiteX34" fmla="*/ 1474129 w 1855561"/>
              <a:gd name="connsiteY34" fmla="*/ 186464 h 2267188"/>
              <a:gd name="connsiteX35" fmla="*/ 1220129 w 1855561"/>
              <a:gd name="connsiteY35" fmla="*/ 50998 h 2267188"/>
              <a:gd name="connsiteX36" fmla="*/ 906862 w 1855561"/>
              <a:gd name="connsiteY36" fmla="*/ 198 h 2267188"/>
              <a:gd name="connsiteX37" fmla="*/ 698370 w 1855561"/>
              <a:gd name="connsiteY37" fmla="*/ 37974 h 2267188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263395 w 1855561"/>
              <a:gd name="connsiteY2" fmla="*/ 389543 h 2267067"/>
              <a:gd name="connsiteX3" fmla="*/ 117345 w 1855561"/>
              <a:gd name="connsiteY3" fmla="*/ 782184 h 2267067"/>
              <a:gd name="connsiteX4" fmla="*/ 142745 w 1855561"/>
              <a:gd name="connsiteY4" fmla="*/ 750434 h 2267067"/>
              <a:gd name="connsiteX5" fmla="*/ 153329 w 1855561"/>
              <a:gd name="connsiteY5" fmla="*/ 1219277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263395 w 1855561"/>
              <a:gd name="connsiteY2" fmla="*/ 389543 h 2267067"/>
              <a:gd name="connsiteX3" fmla="*/ 117345 w 1855561"/>
              <a:gd name="connsiteY3" fmla="*/ 782184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263395 w 1855561"/>
              <a:gd name="connsiteY2" fmla="*/ 389543 h 2267067"/>
              <a:gd name="connsiteX3" fmla="*/ 161795 w 1855561"/>
              <a:gd name="connsiteY3" fmla="*/ 598033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263395 w 1855561"/>
              <a:gd name="connsiteY2" fmla="*/ 389543 h 2267067"/>
              <a:gd name="connsiteX3" fmla="*/ 193545 w 1855561"/>
              <a:gd name="connsiteY3" fmla="*/ 499608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333245 w 1855561"/>
              <a:gd name="connsiteY2" fmla="*/ 274183 h 2267067"/>
              <a:gd name="connsiteX3" fmla="*/ 193545 w 1855561"/>
              <a:gd name="connsiteY3" fmla="*/ 499608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349120 w 1855561"/>
              <a:gd name="connsiteY2" fmla="*/ 274183 h 2267067"/>
              <a:gd name="connsiteX3" fmla="*/ 193545 w 1855561"/>
              <a:gd name="connsiteY3" fmla="*/ 499608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358645 w 1855561"/>
              <a:gd name="connsiteY2" fmla="*/ 226558 h 2267067"/>
              <a:gd name="connsiteX3" fmla="*/ 193545 w 1855561"/>
              <a:gd name="connsiteY3" fmla="*/ 499608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33 h 2267047"/>
              <a:gd name="connsiteX1" fmla="*/ 530095 w 1855561"/>
              <a:gd name="connsiteY1" fmla="*/ 109063 h 2267047"/>
              <a:gd name="connsiteX2" fmla="*/ 358645 w 1855561"/>
              <a:gd name="connsiteY2" fmla="*/ 226538 h 2267047"/>
              <a:gd name="connsiteX3" fmla="*/ 193545 w 1855561"/>
              <a:gd name="connsiteY3" fmla="*/ 499588 h 2267047"/>
              <a:gd name="connsiteX4" fmla="*/ 142745 w 1855561"/>
              <a:gd name="connsiteY4" fmla="*/ 750414 h 2267047"/>
              <a:gd name="connsiteX5" fmla="*/ 142745 w 1855561"/>
              <a:gd name="connsiteY5" fmla="*/ 1058388 h 2267047"/>
              <a:gd name="connsiteX6" fmla="*/ 153329 w 1855561"/>
              <a:gd name="connsiteY6" fmla="*/ 1303923 h 2267047"/>
              <a:gd name="connsiteX7" fmla="*/ 102529 w 1855561"/>
              <a:gd name="connsiteY7" fmla="*/ 1244657 h 2267047"/>
              <a:gd name="connsiteX8" fmla="*/ 68662 w 1855561"/>
              <a:gd name="connsiteY8" fmla="*/ 1227723 h 2267047"/>
              <a:gd name="connsiteX9" fmla="*/ 929 w 1855561"/>
              <a:gd name="connsiteY9" fmla="*/ 1261590 h 2267047"/>
              <a:gd name="connsiteX10" fmla="*/ 34795 w 1855561"/>
              <a:gd name="connsiteY10" fmla="*/ 1447857 h 2267047"/>
              <a:gd name="connsiteX11" fmla="*/ 110995 w 1855561"/>
              <a:gd name="connsiteY11" fmla="*/ 1549457 h 2267047"/>
              <a:gd name="connsiteX12" fmla="*/ 144862 w 1855561"/>
              <a:gd name="connsiteY12" fmla="*/ 1642590 h 2267047"/>
              <a:gd name="connsiteX13" fmla="*/ 212595 w 1855561"/>
              <a:gd name="connsiteY13" fmla="*/ 1625657 h 2267047"/>
              <a:gd name="connsiteX14" fmla="*/ 221062 w 1855561"/>
              <a:gd name="connsiteY14" fmla="*/ 1566390 h 2267047"/>
              <a:gd name="connsiteX15" fmla="*/ 221062 w 1855561"/>
              <a:gd name="connsiteY15" fmla="*/ 1532523 h 2267047"/>
              <a:gd name="connsiteX16" fmla="*/ 348062 w 1855561"/>
              <a:gd name="connsiteY16" fmla="*/ 1761123 h 2267047"/>
              <a:gd name="connsiteX17" fmla="*/ 483529 w 1855561"/>
              <a:gd name="connsiteY17" fmla="*/ 1998190 h 2267047"/>
              <a:gd name="connsiteX18" fmla="*/ 906861 w 1855561"/>
              <a:gd name="connsiteY18" fmla="*/ 2260656 h 2267047"/>
              <a:gd name="connsiteX19" fmla="*/ 1304795 w 1855561"/>
              <a:gd name="connsiteY19" fmla="*/ 2159057 h 2267047"/>
              <a:gd name="connsiteX20" fmla="*/ 1567262 w 1855561"/>
              <a:gd name="connsiteY20" fmla="*/ 1862723 h 2267047"/>
              <a:gd name="connsiteX21" fmla="*/ 1685795 w 1855561"/>
              <a:gd name="connsiteY21" fmla="*/ 1524057 h 2267047"/>
              <a:gd name="connsiteX22" fmla="*/ 1677329 w 1855561"/>
              <a:gd name="connsiteY22" fmla="*/ 1456323 h 2267047"/>
              <a:gd name="connsiteX23" fmla="*/ 1736595 w 1855561"/>
              <a:gd name="connsiteY23" fmla="*/ 1549457 h 2267047"/>
              <a:gd name="connsiteX24" fmla="*/ 1787395 w 1855561"/>
              <a:gd name="connsiteY24" fmla="*/ 1524057 h 2267047"/>
              <a:gd name="connsiteX25" fmla="*/ 1804329 w 1855561"/>
              <a:gd name="connsiteY25" fmla="*/ 1405523 h 2267047"/>
              <a:gd name="connsiteX26" fmla="*/ 1812795 w 1855561"/>
              <a:gd name="connsiteY26" fmla="*/ 1303923 h 2267047"/>
              <a:gd name="connsiteX27" fmla="*/ 1855129 w 1855561"/>
              <a:gd name="connsiteY27" fmla="*/ 1210790 h 2267047"/>
              <a:gd name="connsiteX28" fmla="*/ 1829729 w 1855561"/>
              <a:gd name="connsiteY28" fmla="*/ 1092257 h 2267047"/>
              <a:gd name="connsiteX29" fmla="*/ 1753529 w 1855561"/>
              <a:gd name="connsiteY29" fmla="*/ 1117657 h 2267047"/>
              <a:gd name="connsiteX30" fmla="*/ 1694262 w 1855561"/>
              <a:gd name="connsiteY30" fmla="*/ 1202323 h 2267047"/>
              <a:gd name="connsiteX31" fmla="*/ 1685795 w 1855561"/>
              <a:gd name="connsiteY31" fmla="*/ 1236190 h 2267047"/>
              <a:gd name="connsiteX32" fmla="*/ 1702729 w 1855561"/>
              <a:gd name="connsiteY32" fmla="*/ 829790 h 2267047"/>
              <a:gd name="connsiteX33" fmla="*/ 1643462 w 1855561"/>
              <a:gd name="connsiteY33" fmla="*/ 448790 h 2267047"/>
              <a:gd name="connsiteX34" fmla="*/ 1474129 w 1855561"/>
              <a:gd name="connsiteY34" fmla="*/ 186323 h 2267047"/>
              <a:gd name="connsiteX35" fmla="*/ 1263520 w 1855561"/>
              <a:gd name="connsiteY35" fmla="*/ 45578 h 2267047"/>
              <a:gd name="connsiteX36" fmla="*/ 906862 w 1855561"/>
              <a:gd name="connsiteY36" fmla="*/ 57 h 2267047"/>
              <a:gd name="connsiteX37" fmla="*/ 698370 w 1855561"/>
              <a:gd name="connsiteY37" fmla="*/ 37833 h 2267047"/>
              <a:gd name="connsiteX0" fmla="*/ 698370 w 1855561"/>
              <a:gd name="connsiteY0" fmla="*/ 37833 h 2267047"/>
              <a:gd name="connsiteX1" fmla="*/ 530095 w 1855561"/>
              <a:gd name="connsiteY1" fmla="*/ 109063 h 2267047"/>
              <a:gd name="connsiteX2" fmla="*/ 358645 w 1855561"/>
              <a:gd name="connsiteY2" fmla="*/ 226538 h 2267047"/>
              <a:gd name="connsiteX3" fmla="*/ 193545 w 1855561"/>
              <a:gd name="connsiteY3" fmla="*/ 499588 h 2267047"/>
              <a:gd name="connsiteX4" fmla="*/ 142745 w 1855561"/>
              <a:gd name="connsiteY4" fmla="*/ 690089 h 2267047"/>
              <a:gd name="connsiteX5" fmla="*/ 142745 w 1855561"/>
              <a:gd name="connsiteY5" fmla="*/ 1058388 h 2267047"/>
              <a:gd name="connsiteX6" fmla="*/ 153329 w 1855561"/>
              <a:gd name="connsiteY6" fmla="*/ 1303923 h 2267047"/>
              <a:gd name="connsiteX7" fmla="*/ 102529 w 1855561"/>
              <a:gd name="connsiteY7" fmla="*/ 1244657 h 2267047"/>
              <a:gd name="connsiteX8" fmla="*/ 68662 w 1855561"/>
              <a:gd name="connsiteY8" fmla="*/ 1227723 h 2267047"/>
              <a:gd name="connsiteX9" fmla="*/ 929 w 1855561"/>
              <a:gd name="connsiteY9" fmla="*/ 1261590 h 2267047"/>
              <a:gd name="connsiteX10" fmla="*/ 34795 w 1855561"/>
              <a:gd name="connsiteY10" fmla="*/ 1447857 h 2267047"/>
              <a:gd name="connsiteX11" fmla="*/ 110995 w 1855561"/>
              <a:gd name="connsiteY11" fmla="*/ 1549457 h 2267047"/>
              <a:gd name="connsiteX12" fmla="*/ 144862 w 1855561"/>
              <a:gd name="connsiteY12" fmla="*/ 1642590 h 2267047"/>
              <a:gd name="connsiteX13" fmla="*/ 212595 w 1855561"/>
              <a:gd name="connsiteY13" fmla="*/ 1625657 h 2267047"/>
              <a:gd name="connsiteX14" fmla="*/ 221062 w 1855561"/>
              <a:gd name="connsiteY14" fmla="*/ 1566390 h 2267047"/>
              <a:gd name="connsiteX15" fmla="*/ 221062 w 1855561"/>
              <a:gd name="connsiteY15" fmla="*/ 1532523 h 2267047"/>
              <a:gd name="connsiteX16" fmla="*/ 348062 w 1855561"/>
              <a:gd name="connsiteY16" fmla="*/ 1761123 h 2267047"/>
              <a:gd name="connsiteX17" fmla="*/ 483529 w 1855561"/>
              <a:gd name="connsiteY17" fmla="*/ 1998190 h 2267047"/>
              <a:gd name="connsiteX18" fmla="*/ 906861 w 1855561"/>
              <a:gd name="connsiteY18" fmla="*/ 2260656 h 2267047"/>
              <a:gd name="connsiteX19" fmla="*/ 1304795 w 1855561"/>
              <a:gd name="connsiteY19" fmla="*/ 2159057 h 2267047"/>
              <a:gd name="connsiteX20" fmla="*/ 1567262 w 1855561"/>
              <a:gd name="connsiteY20" fmla="*/ 1862723 h 2267047"/>
              <a:gd name="connsiteX21" fmla="*/ 1685795 w 1855561"/>
              <a:gd name="connsiteY21" fmla="*/ 1524057 h 2267047"/>
              <a:gd name="connsiteX22" fmla="*/ 1677329 w 1855561"/>
              <a:gd name="connsiteY22" fmla="*/ 1456323 h 2267047"/>
              <a:gd name="connsiteX23" fmla="*/ 1736595 w 1855561"/>
              <a:gd name="connsiteY23" fmla="*/ 1549457 h 2267047"/>
              <a:gd name="connsiteX24" fmla="*/ 1787395 w 1855561"/>
              <a:gd name="connsiteY24" fmla="*/ 1524057 h 2267047"/>
              <a:gd name="connsiteX25" fmla="*/ 1804329 w 1855561"/>
              <a:gd name="connsiteY25" fmla="*/ 1405523 h 2267047"/>
              <a:gd name="connsiteX26" fmla="*/ 1812795 w 1855561"/>
              <a:gd name="connsiteY26" fmla="*/ 1303923 h 2267047"/>
              <a:gd name="connsiteX27" fmla="*/ 1855129 w 1855561"/>
              <a:gd name="connsiteY27" fmla="*/ 1210790 h 2267047"/>
              <a:gd name="connsiteX28" fmla="*/ 1829729 w 1855561"/>
              <a:gd name="connsiteY28" fmla="*/ 1092257 h 2267047"/>
              <a:gd name="connsiteX29" fmla="*/ 1753529 w 1855561"/>
              <a:gd name="connsiteY29" fmla="*/ 1117657 h 2267047"/>
              <a:gd name="connsiteX30" fmla="*/ 1694262 w 1855561"/>
              <a:gd name="connsiteY30" fmla="*/ 1202323 h 2267047"/>
              <a:gd name="connsiteX31" fmla="*/ 1685795 w 1855561"/>
              <a:gd name="connsiteY31" fmla="*/ 1236190 h 2267047"/>
              <a:gd name="connsiteX32" fmla="*/ 1702729 w 1855561"/>
              <a:gd name="connsiteY32" fmla="*/ 829790 h 2267047"/>
              <a:gd name="connsiteX33" fmla="*/ 1643462 w 1855561"/>
              <a:gd name="connsiteY33" fmla="*/ 448790 h 2267047"/>
              <a:gd name="connsiteX34" fmla="*/ 1474129 w 1855561"/>
              <a:gd name="connsiteY34" fmla="*/ 186323 h 2267047"/>
              <a:gd name="connsiteX35" fmla="*/ 1263520 w 1855561"/>
              <a:gd name="connsiteY35" fmla="*/ 45578 h 2267047"/>
              <a:gd name="connsiteX36" fmla="*/ 906862 w 1855561"/>
              <a:gd name="connsiteY36" fmla="*/ 57 h 2267047"/>
              <a:gd name="connsiteX37" fmla="*/ 698370 w 1855561"/>
              <a:gd name="connsiteY37" fmla="*/ 37833 h 2267047"/>
              <a:gd name="connsiteX0" fmla="*/ 698370 w 1855561"/>
              <a:gd name="connsiteY0" fmla="*/ 37833 h 2267047"/>
              <a:gd name="connsiteX1" fmla="*/ 530095 w 1855561"/>
              <a:gd name="connsiteY1" fmla="*/ 109063 h 2267047"/>
              <a:gd name="connsiteX2" fmla="*/ 358645 w 1855561"/>
              <a:gd name="connsiteY2" fmla="*/ 226538 h 2267047"/>
              <a:gd name="connsiteX3" fmla="*/ 193545 w 1855561"/>
              <a:gd name="connsiteY3" fmla="*/ 499588 h 2267047"/>
              <a:gd name="connsiteX4" fmla="*/ 142745 w 1855561"/>
              <a:gd name="connsiteY4" fmla="*/ 690089 h 2267047"/>
              <a:gd name="connsiteX5" fmla="*/ 142745 w 1855561"/>
              <a:gd name="connsiteY5" fmla="*/ 1058388 h 2267047"/>
              <a:gd name="connsiteX6" fmla="*/ 143804 w 1855561"/>
              <a:gd name="connsiteY6" fmla="*/ 1195973 h 2267047"/>
              <a:gd name="connsiteX7" fmla="*/ 102529 w 1855561"/>
              <a:gd name="connsiteY7" fmla="*/ 1244657 h 2267047"/>
              <a:gd name="connsiteX8" fmla="*/ 68662 w 1855561"/>
              <a:gd name="connsiteY8" fmla="*/ 1227723 h 2267047"/>
              <a:gd name="connsiteX9" fmla="*/ 929 w 1855561"/>
              <a:gd name="connsiteY9" fmla="*/ 1261590 h 2267047"/>
              <a:gd name="connsiteX10" fmla="*/ 34795 w 1855561"/>
              <a:gd name="connsiteY10" fmla="*/ 1447857 h 2267047"/>
              <a:gd name="connsiteX11" fmla="*/ 110995 w 1855561"/>
              <a:gd name="connsiteY11" fmla="*/ 1549457 h 2267047"/>
              <a:gd name="connsiteX12" fmla="*/ 144862 w 1855561"/>
              <a:gd name="connsiteY12" fmla="*/ 1642590 h 2267047"/>
              <a:gd name="connsiteX13" fmla="*/ 212595 w 1855561"/>
              <a:gd name="connsiteY13" fmla="*/ 1625657 h 2267047"/>
              <a:gd name="connsiteX14" fmla="*/ 221062 w 1855561"/>
              <a:gd name="connsiteY14" fmla="*/ 1566390 h 2267047"/>
              <a:gd name="connsiteX15" fmla="*/ 221062 w 1855561"/>
              <a:gd name="connsiteY15" fmla="*/ 1532523 h 2267047"/>
              <a:gd name="connsiteX16" fmla="*/ 348062 w 1855561"/>
              <a:gd name="connsiteY16" fmla="*/ 1761123 h 2267047"/>
              <a:gd name="connsiteX17" fmla="*/ 483529 w 1855561"/>
              <a:gd name="connsiteY17" fmla="*/ 1998190 h 2267047"/>
              <a:gd name="connsiteX18" fmla="*/ 906861 w 1855561"/>
              <a:gd name="connsiteY18" fmla="*/ 2260656 h 2267047"/>
              <a:gd name="connsiteX19" fmla="*/ 1304795 w 1855561"/>
              <a:gd name="connsiteY19" fmla="*/ 2159057 h 2267047"/>
              <a:gd name="connsiteX20" fmla="*/ 1567262 w 1855561"/>
              <a:gd name="connsiteY20" fmla="*/ 1862723 h 2267047"/>
              <a:gd name="connsiteX21" fmla="*/ 1685795 w 1855561"/>
              <a:gd name="connsiteY21" fmla="*/ 1524057 h 2267047"/>
              <a:gd name="connsiteX22" fmla="*/ 1677329 w 1855561"/>
              <a:gd name="connsiteY22" fmla="*/ 1456323 h 2267047"/>
              <a:gd name="connsiteX23" fmla="*/ 1736595 w 1855561"/>
              <a:gd name="connsiteY23" fmla="*/ 1549457 h 2267047"/>
              <a:gd name="connsiteX24" fmla="*/ 1787395 w 1855561"/>
              <a:gd name="connsiteY24" fmla="*/ 1524057 h 2267047"/>
              <a:gd name="connsiteX25" fmla="*/ 1804329 w 1855561"/>
              <a:gd name="connsiteY25" fmla="*/ 1405523 h 2267047"/>
              <a:gd name="connsiteX26" fmla="*/ 1812795 w 1855561"/>
              <a:gd name="connsiteY26" fmla="*/ 1303923 h 2267047"/>
              <a:gd name="connsiteX27" fmla="*/ 1855129 w 1855561"/>
              <a:gd name="connsiteY27" fmla="*/ 1210790 h 2267047"/>
              <a:gd name="connsiteX28" fmla="*/ 1829729 w 1855561"/>
              <a:gd name="connsiteY28" fmla="*/ 1092257 h 2267047"/>
              <a:gd name="connsiteX29" fmla="*/ 1753529 w 1855561"/>
              <a:gd name="connsiteY29" fmla="*/ 1117657 h 2267047"/>
              <a:gd name="connsiteX30" fmla="*/ 1694262 w 1855561"/>
              <a:gd name="connsiteY30" fmla="*/ 1202323 h 2267047"/>
              <a:gd name="connsiteX31" fmla="*/ 1685795 w 1855561"/>
              <a:gd name="connsiteY31" fmla="*/ 1236190 h 2267047"/>
              <a:gd name="connsiteX32" fmla="*/ 1702729 w 1855561"/>
              <a:gd name="connsiteY32" fmla="*/ 829790 h 2267047"/>
              <a:gd name="connsiteX33" fmla="*/ 1643462 w 1855561"/>
              <a:gd name="connsiteY33" fmla="*/ 448790 h 2267047"/>
              <a:gd name="connsiteX34" fmla="*/ 1474129 w 1855561"/>
              <a:gd name="connsiteY34" fmla="*/ 186323 h 2267047"/>
              <a:gd name="connsiteX35" fmla="*/ 1263520 w 1855561"/>
              <a:gd name="connsiteY35" fmla="*/ 45578 h 2267047"/>
              <a:gd name="connsiteX36" fmla="*/ 906862 w 1855561"/>
              <a:gd name="connsiteY36" fmla="*/ 57 h 2267047"/>
              <a:gd name="connsiteX37" fmla="*/ 698370 w 1855561"/>
              <a:gd name="connsiteY37" fmla="*/ 37833 h 2267047"/>
              <a:gd name="connsiteX0" fmla="*/ 697938 w 1855129"/>
              <a:gd name="connsiteY0" fmla="*/ 37833 h 2267047"/>
              <a:gd name="connsiteX1" fmla="*/ 529663 w 1855129"/>
              <a:gd name="connsiteY1" fmla="*/ 109063 h 2267047"/>
              <a:gd name="connsiteX2" fmla="*/ 358213 w 1855129"/>
              <a:gd name="connsiteY2" fmla="*/ 226538 h 2267047"/>
              <a:gd name="connsiteX3" fmla="*/ 193113 w 1855129"/>
              <a:gd name="connsiteY3" fmla="*/ 499588 h 2267047"/>
              <a:gd name="connsiteX4" fmla="*/ 142313 w 1855129"/>
              <a:gd name="connsiteY4" fmla="*/ 690089 h 2267047"/>
              <a:gd name="connsiteX5" fmla="*/ 142313 w 1855129"/>
              <a:gd name="connsiteY5" fmla="*/ 1058388 h 2267047"/>
              <a:gd name="connsiteX6" fmla="*/ 143372 w 1855129"/>
              <a:gd name="connsiteY6" fmla="*/ 1195973 h 2267047"/>
              <a:gd name="connsiteX7" fmla="*/ 102097 w 1855129"/>
              <a:gd name="connsiteY7" fmla="*/ 1244657 h 2267047"/>
              <a:gd name="connsiteX8" fmla="*/ 20605 w 1855129"/>
              <a:gd name="connsiteY8" fmla="*/ 1167398 h 2267047"/>
              <a:gd name="connsiteX9" fmla="*/ 497 w 1855129"/>
              <a:gd name="connsiteY9" fmla="*/ 1261590 h 2267047"/>
              <a:gd name="connsiteX10" fmla="*/ 34363 w 1855129"/>
              <a:gd name="connsiteY10" fmla="*/ 1447857 h 2267047"/>
              <a:gd name="connsiteX11" fmla="*/ 110563 w 1855129"/>
              <a:gd name="connsiteY11" fmla="*/ 1549457 h 2267047"/>
              <a:gd name="connsiteX12" fmla="*/ 144430 w 1855129"/>
              <a:gd name="connsiteY12" fmla="*/ 1642590 h 2267047"/>
              <a:gd name="connsiteX13" fmla="*/ 212163 w 1855129"/>
              <a:gd name="connsiteY13" fmla="*/ 1625657 h 2267047"/>
              <a:gd name="connsiteX14" fmla="*/ 220630 w 1855129"/>
              <a:gd name="connsiteY14" fmla="*/ 1566390 h 2267047"/>
              <a:gd name="connsiteX15" fmla="*/ 220630 w 1855129"/>
              <a:gd name="connsiteY15" fmla="*/ 1532523 h 2267047"/>
              <a:gd name="connsiteX16" fmla="*/ 347630 w 1855129"/>
              <a:gd name="connsiteY16" fmla="*/ 1761123 h 2267047"/>
              <a:gd name="connsiteX17" fmla="*/ 483097 w 1855129"/>
              <a:gd name="connsiteY17" fmla="*/ 1998190 h 2267047"/>
              <a:gd name="connsiteX18" fmla="*/ 906429 w 1855129"/>
              <a:gd name="connsiteY18" fmla="*/ 2260656 h 2267047"/>
              <a:gd name="connsiteX19" fmla="*/ 1304363 w 1855129"/>
              <a:gd name="connsiteY19" fmla="*/ 2159057 h 2267047"/>
              <a:gd name="connsiteX20" fmla="*/ 1566830 w 1855129"/>
              <a:gd name="connsiteY20" fmla="*/ 1862723 h 2267047"/>
              <a:gd name="connsiteX21" fmla="*/ 1685363 w 1855129"/>
              <a:gd name="connsiteY21" fmla="*/ 1524057 h 2267047"/>
              <a:gd name="connsiteX22" fmla="*/ 1676897 w 1855129"/>
              <a:gd name="connsiteY22" fmla="*/ 1456323 h 2267047"/>
              <a:gd name="connsiteX23" fmla="*/ 1736163 w 1855129"/>
              <a:gd name="connsiteY23" fmla="*/ 1549457 h 2267047"/>
              <a:gd name="connsiteX24" fmla="*/ 1786963 w 1855129"/>
              <a:gd name="connsiteY24" fmla="*/ 1524057 h 2267047"/>
              <a:gd name="connsiteX25" fmla="*/ 1803897 w 1855129"/>
              <a:gd name="connsiteY25" fmla="*/ 1405523 h 2267047"/>
              <a:gd name="connsiteX26" fmla="*/ 1812363 w 1855129"/>
              <a:gd name="connsiteY26" fmla="*/ 1303923 h 2267047"/>
              <a:gd name="connsiteX27" fmla="*/ 1854697 w 1855129"/>
              <a:gd name="connsiteY27" fmla="*/ 1210790 h 2267047"/>
              <a:gd name="connsiteX28" fmla="*/ 1829297 w 1855129"/>
              <a:gd name="connsiteY28" fmla="*/ 1092257 h 2267047"/>
              <a:gd name="connsiteX29" fmla="*/ 1753097 w 1855129"/>
              <a:gd name="connsiteY29" fmla="*/ 1117657 h 2267047"/>
              <a:gd name="connsiteX30" fmla="*/ 1693830 w 1855129"/>
              <a:gd name="connsiteY30" fmla="*/ 1202323 h 2267047"/>
              <a:gd name="connsiteX31" fmla="*/ 1685363 w 1855129"/>
              <a:gd name="connsiteY31" fmla="*/ 1236190 h 2267047"/>
              <a:gd name="connsiteX32" fmla="*/ 1702297 w 1855129"/>
              <a:gd name="connsiteY32" fmla="*/ 829790 h 2267047"/>
              <a:gd name="connsiteX33" fmla="*/ 1643030 w 1855129"/>
              <a:gd name="connsiteY33" fmla="*/ 448790 h 2267047"/>
              <a:gd name="connsiteX34" fmla="*/ 1473697 w 1855129"/>
              <a:gd name="connsiteY34" fmla="*/ 186323 h 2267047"/>
              <a:gd name="connsiteX35" fmla="*/ 1263088 w 1855129"/>
              <a:gd name="connsiteY35" fmla="*/ 45578 h 2267047"/>
              <a:gd name="connsiteX36" fmla="*/ 906430 w 1855129"/>
              <a:gd name="connsiteY36" fmla="*/ 57 h 2267047"/>
              <a:gd name="connsiteX37" fmla="*/ 697938 w 1855129"/>
              <a:gd name="connsiteY37" fmla="*/ 37833 h 2267047"/>
              <a:gd name="connsiteX0" fmla="*/ 697998 w 1855189"/>
              <a:gd name="connsiteY0" fmla="*/ 37833 h 2267047"/>
              <a:gd name="connsiteX1" fmla="*/ 529723 w 1855189"/>
              <a:gd name="connsiteY1" fmla="*/ 109063 h 2267047"/>
              <a:gd name="connsiteX2" fmla="*/ 358273 w 1855189"/>
              <a:gd name="connsiteY2" fmla="*/ 226538 h 2267047"/>
              <a:gd name="connsiteX3" fmla="*/ 193173 w 1855189"/>
              <a:gd name="connsiteY3" fmla="*/ 499588 h 2267047"/>
              <a:gd name="connsiteX4" fmla="*/ 142373 w 1855189"/>
              <a:gd name="connsiteY4" fmla="*/ 690089 h 2267047"/>
              <a:gd name="connsiteX5" fmla="*/ 142373 w 1855189"/>
              <a:gd name="connsiteY5" fmla="*/ 1058388 h 2267047"/>
              <a:gd name="connsiteX6" fmla="*/ 143432 w 1855189"/>
              <a:gd name="connsiteY6" fmla="*/ 1195973 h 2267047"/>
              <a:gd name="connsiteX7" fmla="*/ 108507 w 1855189"/>
              <a:gd name="connsiteY7" fmla="*/ 1200207 h 2267047"/>
              <a:gd name="connsiteX8" fmla="*/ 20665 w 1855189"/>
              <a:gd name="connsiteY8" fmla="*/ 1167398 h 2267047"/>
              <a:gd name="connsiteX9" fmla="*/ 557 w 1855189"/>
              <a:gd name="connsiteY9" fmla="*/ 1261590 h 2267047"/>
              <a:gd name="connsiteX10" fmla="*/ 34423 w 1855189"/>
              <a:gd name="connsiteY10" fmla="*/ 1447857 h 2267047"/>
              <a:gd name="connsiteX11" fmla="*/ 110623 w 1855189"/>
              <a:gd name="connsiteY11" fmla="*/ 1549457 h 2267047"/>
              <a:gd name="connsiteX12" fmla="*/ 144490 w 1855189"/>
              <a:gd name="connsiteY12" fmla="*/ 1642590 h 2267047"/>
              <a:gd name="connsiteX13" fmla="*/ 212223 w 1855189"/>
              <a:gd name="connsiteY13" fmla="*/ 1625657 h 2267047"/>
              <a:gd name="connsiteX14" fmla="*/ 220690 w 1855189"/>
              <a:gd name="connsiteY14" fmla="*/ 1566390 h 2267047"/>
              <a:gd name="connsiteX15" fmla="*/ 220690 w 1855189"/>
              <a:gd name="connsiteY15" fmla="*/ 1532523 h 2267047"/>
              <a:gd name="connsiteX16" fmla="*/ 347690 w 1855189"/>
              <a:gd name="connsiteY16" fmla="*/ 1761123 h 2267047"/>
              <a:gd name="connsiteX17" fmla="*/ 483157 w 1855189"/>
              <a:gd name="connsiteY17" fmla="*/ 1998190 h 2267047"/>
              <a:gd name="connsiteX18" fmla="*/ 906489 w 1855189"/>
              <a:gd name="connsiteY18" fmla="*/ 2260656 h 2267047"/>
              <a:gd name="connsiteX19" fmla="*/ 1304423 w 1855189"/>
              <a:gd name="connsiteY19" fmla="*/ 2159057 h 2267047"/>
              <a:gd name="connsiteX20" fmla="*/ 1566890 w 1855189"/>
              <a:gd name="connsiteY20" fmla="*/ 1862723 h 2267047"/>
              <a:gd name="connsiteX21" fmla="*/ 1685423 w 1855189"/>
              <a:gd name="connsiteY21" fmla="*/ 1524057 h 2267047"/>
              <a:gd name="connsiteX22" fmla="*/ 1676957 w 1855189"/>
              <a:gd name="connsiteY22" fmla="*/ 1456323 h 2267047"/>
              <a:gd name="connsiteX23" fmla="*/ 1736223 w 1855189"/>
              <a:gd name="connsiteY23" fmla="*/ 1549457 h 2267047"/>
              <a:gd name="connsiteX24" fmla="*/ 1787023 w 1855189"/>
              <a:gd name="connsiteY24" fmla="*/ 1524057 h 2267047"/>
              <a:gd name="connsiteX25" fmla="*/ 1803957 w 1855189"/>
              <a:gd name="connsiteY25" fmla="*/ 1405523 h 2267047"/>
              <a:gd name="connsiteX26" fmla="*/ 1812423 w 1855189"/>
              <a:gd name="connsiteY26" fmla="*/ 1303923 h 2267047"/>
              <a:gd name="connsiteX27" fmla="*/ 1854757 w 1855189"/>
              <a:gd name="connsiteY27" fmla="*/ 1210790 h 2267047"/>
              <a:gd name="connsiteX28" fmla="*/ 1829357 w 1855189"/>
              <a:gd name="connsiteY28" fmla="*/ 1092257 h 2267047"/>
              <a:gd name="connsiteX29" fmla="*/ 1753157 w 1855189"/>
              <a:gd name="connsiteY29" fmla="*/ 1117657 h 2267047"/>
              <a:gd name="connsiteX30" fmla="*/ 1693890 w 1855189"/>
              <a:gd name="connsiteY30" fmla="*/ 1202323 h 2267047"/>
              <a:gd name="connsiteX31" fmla="*/ 1685423 w 1855189"/>
              <a:gd name="connsiteY31" fmla="*/ 1236190 h 2267047"/>
              <a:gd name="connsiteX32" fmla="*/ 1702357 w 1855189"/>
              <a:gd name="connsiteY32" fmla="*/ 829790 h 2267047"/>
              <a:gd name="connsiteX33" fmla="*/ 1643090 w 1855189"/>
              <a:gd name="connsiteY33" fmla="*/ 448790 h 2267047"/>
              <a:gd name="connsiteX34" fmla="*/ 1473757 w 1855189"/>
              <a:gd name="connsiteY34" fmla="*/ 186323 h 2267047"/>
              <a:gd name="connsiteX35" fmla="*/ 1263148 w 1855189"/>
              <a:gd name="connsiteY35" fmla="*/ 45578 h 2267047"/>
              <a:gd name="connsiteX36" fmla="*/ 906490 w 1855189"/>
              <a:gd name="connsiteY36" fmla="*/ 57 h 2267047"/>
              <a:gd name="connsiteX37" fmla="*/ 697998 w 1855189"/>
              <a:gd name="connsiteY37" fmla="*/ 37833 h 2267047"/>
              <a:gd name="connsiteX0" fmla="*/ 697998 w 1855189"/>
              <a:gd name="connsiteY0" fmla="*/ 37833 h 2267047"/>
              <a:gd name="connsiteX1" fmla="*/ 529723 w 1855189"/>
              <a:gd name="connsiteY1" fmla="*/ 109063 h 2267047"/>
              <a:gd name="connsiteX2" fmla="*/ 358273 w 1855189"/>
              <a:gd name="connsiteY2" fmla="*/ 226538 h 2267047"/>
              <a:gd name="connsiteX3" fmla="*/ 193173 w 1855189"/>
              <a:gd name="connsiteY3" fmla="*/ 499588 h 2267047"/>
              <a:gd name="connsiteX4" fmla="*/ 142373 w 1855189"/>
              <a:gd name="connsiteY4" fmla="*/ 690089 h 2267047"/>
              <a:gd name="connsiteX5" fmla="*/ 142373 w 1855189"/>
              <a:gd name="connsiteY5" fmla="*/ 1058388 h 2267047"/>
              <a:gd name="connsiteX6" fmla="*/ 143432 w 1855189"/>
              <a:gd name="connsiteY6" fmla="*/ 1195973 h 2267047"/>
              <a:gd name="connsiteX7" fmla="*/ 108507 w 1855189"/>
              <a:gd name="connsiteY7" fmla="*/ 1200207 h 2267047"/>
              <a:gd name="connsiteX8" fmla="*/ 20665 w 1855189"/>
              <a:gd name="connsiteY8" fmla="*/ 1167398 h 2267047"/>
              <a:gd name="connsiteX9" fmla="*/ 557 w 1855189"/>
              <a:gd name="connsiteY9" fmla="*/ 1261590 h 2267047"/>
              <a:gd name="connsiteX10" fmla="*/ 34423 w 1855189"/>
              <a:gd name="connsiteY10" fmla="*/ 1447857 h 2267047"/>
              <a:gd name="connsiteX11" fmla="*/ 110623 w 1855189"/>
              <a:gd name="connsiteY11" fmla="*/ 1549457 h 2267047"/>
              <a:gd name="connsiteX12" fmla="*/ 144490 w 1855189"/>
              <a:gd name="connsiteY12" fmla="*/ 1642590 h 2267047"/>
              <a:gd name="connsiteX13" fmla="*/ 212223 w 1855189"/>
              <a:gd name="connsiteY13" fmla="*/ 1625657 h 2267047"/>
              <a:gd name="connsiteX14" fmla="*/ 220690 w 1855189"/>
              <a:gd name="connsiteY14" fmla="*/ 1566390 h 2267047"/>
              <a:gd name="connsiteX15" fmla="*/ 220690 w 1855189"/>
              <a:gd name="connsiteY15" fmla="*/ 1532523 h 2267047"/>
              <a:gd name="connsiteX16" fmla="*/ 347690 w 1855189"/>
              <a:gd name="connsiteY16" fmla="*/ 1761123 h 2267047"/>
              <a:gd name="connsiteX17" fmla="*/ 483157 w 1855189"/>
              <a:gd name="connsiteY17" fmla="*/ 1998190 h 2267047"/>
              <a:gd name="connsiteX18" fmla="*/ 906489 w 1855189"/>
              <a:gd name="connsiteY18" fmla="*/ 2260656 h 2267047"/>
              <a:gd name="connsiteX19" fmla="*/ 1304423 w 1855189"/>
              <a:gd name="connsiteY19" fmla="*/ 2159057 h 2267047"/>
              <a:gd name="connsiteX20" fmla="*/ 1566890 w 1855189"/>
              <a:gd name="connsiteY20" fmla="*/ 1862723 h 2267047"/>
              <a:gd name="connsiteX21" fmla="*/ 1685423 w 1855189"/>
              <a:gd name="connsiteY21" fmla="*/ 1524057 h 2267047"/>
              <a:gd name="connsiteX22" fmla="*/ 1676957 w 1855189"/>
              <a:gd name="connsiteY22" fmla="*/ 1456323 h 2267047"/>
              <a:gd name="connsiteX23" fmla="*/ 1736223 w 1855189"/>
              <a:gd name="connsiteY23" fmla="*/ 1549457 h 2267047"/>
              <a:gd name="connsiteX24" fmla="*/ 1787023 w 1855189"/>
              <a:gd name="connsiteY24" fmla="*/ 1524057 h 2267047"/>
              <a:gd name="connsiteX25" fmla="*/ 1803957 w 1855189"/>
              <a:gd name="connsiteY25" fmla="*/ 1405523 h 2267047"/>
              <a:gd name="connsiteX26" fmla="*/ 1812423 w 1855189"/>
              <a:gd name="connsiteY26" fmla="*/ 1303923 h 2267047"/>
              <a:gd name="connsiteX27" fmla="*/ 1854757 w 1855189"/>
              <a:gd name="connsiteY27" fmla="*/ 1210790 h 2267047"/>
              <a:gd name="connsiteX28" fmla="*/ 1829357 w 1855189"/>
              <a:gd name="connsiteY28" fmla="*/ 1092257 h 2267047"/>
              <a:gd name="connsiteX29" fmla="*/ 1753157 w 1855189"/>
              <a:gd name="connsiteY29" fmla="*/ 1117657 h 2267047"/>
              <a:gd name="connsiteX30" fmla="*/ 1693890 w 1855189"/>
              <a:gd name="connsiteY30" fmla="*/ 1202323 h 2267047"/>
              <a:gd name="connsiteX31" fmla="*/ 1685423 w 1855189"/>
              <a:gd name="connsiteY31" fmla="*/ 1236190 h 2267047"/>
              <a:gd name="connsiteX32" fmla="*/ 1702357 w 1855189"/>
              <a:gd name="connsiteY32" fmla="*/ 829790 h 2267047"/>
              <a:gd name="connsiteX33" fmla="*/ 1643090 w 1855189"/>
              <a:gd name="connsiteY33" fmla="*/ 448790 h 2267047"/>
              <a:gd name="connsiteX34" fmla="*/ 1473757 w 1855189"/>
              <a:gd name="connsiteY34" fmla="*/ 186323 h 2267047"/>
              <a:gd name="connsiteX35" fmla="*/ 1263148 w 1855189"/>
              <a:gd name="connsiteY35" fmla="*/ 45578 h 2267047"/>
              <a:gd name="connsiteX36" fmla="*/ 906490 w 1855189"/>
              <a:gd name="connsiteY36" fmla="*/ 57 h 2267047"/>
              <a:gd name="connsiteX37" fmla="*/ 697998 w 1855189"/>
              <a:gd name="connsiteY37" fmla="*/ 37833 h 2267047"/>
              <a:gd name="connsiteX0" fmla="*/ 697858 w 1855049"/>
              <a:gd name="connsiteY0" fmla="*/ 37833 h 2267047"/>
              <a:gd name="connsiteX1" fmla="*/ 529583 w 1855049"/>
              <a:gd name="connsiteY1" fmla="*/ 109063 h 2267047"/>
              <a:gd name="connsiteX2" fmla="*/ 358133 w 1855049"/>
              <a:gd name="connsiteY2" fmla="*/ 226538 h 2267047"/>
              <a:gd name="connsiteX3" fmla="*/ 193033 w 1855049"/>
              <a:gd name="connsiteY3" fmla="*/ 499588 h 2267047"/>
              <a:gd name="connsiteX4" fmla="*/ 142233 w 1855049"/>
              <a:gd name="connsiteY4" fmla="*/ 690089 h 2267047"/>
              <a:gd name="connsiteX5" fmla="*/ 142233 w 1855049"/>
              <a:gd name="connsiteY5" fmla="*/ 1058388 h 2267047"/>
              <a:gd name="connsiteX6" fmla="*/ 143292 w 1855049"/>
              <a:gd name="connsiteY6" fmla="*/ 1195973 h 2267047"/>
              <a:gd name="connsiteX7" fmla="*/ 91434 w 1855049"/>
              <a:gd name="connsiteY7" fmla="*/ 1145173 h 2267047"/>
              <a:gd name="connsiteX8" fmla="*/ 20525 w 1855049"/>
              <a:gd name="connsiteY8" fmla="*/ 1167398 h 2267047"/>
              <a:gd name="connsiteX9" fmla="*/ 417 w 1855049"/>
              <a:gd name="connsiteY9" fmla="*/ 1261590 h 2267047"/>
              <a:gd name="connsiteX10" fmla="*/ 34283 w 1855049"/>
              <a:gd name="connsiteY10" fmla="*/ 1447857 h 2267047"/>
              <a:gd name="connsiteX11" fmla="*/ 110483 w 1855049"/>
              <a:gd name="connsiteY11" fmla="*/ 1549457 h 2267047"/>
              <a:gd name="connsiteX12" fmla="*/ 144350 w 1855049"/>
              <a:gd name="connsiteY12" fmla="*/ 1642590 h 2267047"/>
              <a:gd name="connsiteX13" fmla="*/ 212083 w 1855049"/>
              <a:gd name="connsiteY13" fmla="*/ 1625657 h 2267047"/>
              <a:gd name="connsiteX14" fmla="*/ 220550 w 1855049"/>
              <a:gd name="connsiteY14" fmla="*/ 1566390 h 2267047"/>
              <a:gd name="connsiteX15" fmla="*/ 220550 w 1855049"/>
              <a:gd name="connsiteY15" fmla="*/ 1532523 h 2267047"/>
              <a:gd name="connsiteX16" fmla="*/ 347550 w 1855049"/>
              <a:gd name="connsiteY16" fmla="*/ 1761123 h 2267047"/>
              <a:gd name="connsiteX17" fmla="*/ 483017 w 1855049"/>
              <a:gd name="connsiteY17" fmla="*/ 1998190 h 2267047"/>
              <a:gd name="connsiteX18" fmla="*/ 906349 w 1855049"/>
              <a:gd name="connsiteY18" fmla="*/ 2260656 h 2267047"/>
              <a:gd name="connsiteX19" fmla="*/ 1304283 w 1855049"/>
              <a:gd name="connsiteY19" fmla="*/ 2159057 h 2267047"/>
              <a:gd name="connsiteX20" fmla="*/ 1566750 w 1855049"/>
              <a:gd name="connsiteY20" fmla="*/ 1862723 h 2267047"/>
              <a:gd name="connsiteX21" fmla="*/ 1685283 w 1855049"/>
              <a:gd name="connsiteY21" fmla="*/ 1524057 h 2267047"/>
              <a:gd name="connsiteX22" fmla="*/ 1676817 w 1855049"/>
              <a:gd name="connsiteY22" fmla="*/ 1456323 h 2267047"/>
              <a:gd name="connsiteX23" fmla="*/ 1736083 w 1855049"/>
              <a:gd name="connsiteY23" fmla="*/ 1549457 h 2267047"/>
              <a:gd name="connsiteX24" fmla="*/ 1786883 w 1855049"/>
              <a:gd name="connsiteY24" fmla="*/ 1524057 h 2267047"/>
              <a:gd name="connsiteX25" fmla="*/ 1803817 w 1855049"/>
              <a:gd name="connsiteY25" fmla="*/ 1405523 h 2267047"/>
              <a:gd name="connsiteX26" fmla="*/ 1812283 w 1855049"/>
              <a:gd name="connsiteY26" fmla="*/ 1303923 h 2267047"/>
              <a:gd name="connsiteX27" fmla="*/ 1854617 w 1855049"/>
              <a:gd name="connsiteY27" fmla="*/ 1210790 h 2267047"/>
              <a:gd name="connsiteX28" fmla="*/ 1829217 w 1855049"/>
              <a:gd name="connsiteY28" fmla="*/ 1092257 h 2267047"/>
              <a:gd name="connsiteX29" fmla="*/ 1753017 w 1855049"/>
              <a:gd name="connsiteY29" fmla="*/ 1117657 h 2267047"/>
              <a:gd name="connsiteX30" fmla="*/ 1693750 w 1855049"/>
              <a:gd name="connsiteY30" fmla="*/ 1202323 h 2267047"/>
              <a:gd name="connsiteX31" fmla="*/ 1685283 w 1855049"/>
              <a:gd name="connsiteY31" fmla="*/ 1236190 h 2267047"/>
              <a:gd name="connsiteX32" fmla="*/ 1702217 w 1855049"/>
              <a:gd name="connsiteY32" fmla="*/ 829790 h 2267047"/>
              <a:gd name="connsiteX33" fmla="*/ 1642950 w 1855049"/>
              <a:gd name="connsiteY33" fmla="*/ 448790 h 2267047"/>
              <a:gd name="connsiteX34" fmla="*/ 1473617 w 1855049"/>
              <a:gd name="connsiteY34" fmla="*/ 186323 h 2267047"/>
              <a:gd name="connsiteX35" fmla="*/ 1263008 w 1855049"/>
              <a:gd name="connsiteY35" fmla="*/ 45578 h 2267047"/>
              <a:gd name="connsiteX36" fmla="*/ 906350 w 1855049"/>
              <a:gd name="connsiteY36" fmla="*/ 57 h 2267047"/>
              <a:gd name="connsiteX37" fmla="*/ 697858 w 1855049"/>
              <a:gd name="connsiteY37" fmla="*/ 37833 h 2267047"/>
              <a:gd name="connsiteX0" fmla="*/ 699441 w 1856632"/>
              <a:gd name="connsiteY0" fmla="*/ 37833 h 2267047"/>
              <a:gd name="connsiteX1" fmla="*/ 531166 w 1856632"/>
              <a:gd name="connsiteY1" fmla="*/ 109063 h 2267047"/>
              <a:gd name="connsiteX2" fmla="*/ 359716 w 1856632"/>
              <a:gd name="connsiteY2" fmla="*/ 226538 h 2267047"/>
              <a:gd name="connsiteX3" fmla="*/ 194616 w 1856632"/>
              <a:gd name="connsiteY3" fmla="*/ 499588 h 2267047"/>
              <a:gd name="connsiteX4" fmla="*/ 143816 w 1856632"/>
              <a:gd name="connsiteY4" fmla="*/ 690089 h 2267047"/>
              <a:gd name="connsiteX5" fmla="*/ 143816 w 1856632"/>
              <a:gd name="connsiteY5" fmla="*/ 1058388 h 2267047"/>
              <a:gd name="connsiteX6" fmla="*/ 144875 w 1856632"/>
              <a:gd name="connsiteY6" fmla="*/ 1195973 h 2267047"/>
              <a:gd name="connsiteX7" fmla="*/ 93017 w 1856632"/>
              <a:gd name="connsiteY7" fmla="*/ 1145173 h 2267047"/>
              <a:gd name="connsiteX8" fmla="*/ 13642 w 1856632"/>
              <a:gd name="connsiteY8" fmla="*/ 1150465 h 2267047"/>
              <a:gd name="connsiteX9" fmla="*/ 2000 w 1856632"/>
              <a:gd name="connsiteY9" fmla="*/ 1261590 h 2267047"/>
              <a:gd name="connsiteX10" fmla="*/ 35866 w 1856632"/>
              <a:gd name="connsiteY10" fmla="*/ 1447857 h 2267047"/>
              <a:gd name="connsiteX11" fmla="*/ 112066 w 1856632"/>
              <a:gd name="connsiteY11" fmla="*/ 1549457 h 2267047"/>
              <a:gd name="connsiteX12" fmla="*/ 145933 w 1856632"/>
              <a:gd name="connsiteY12" fmla="*/ 1642590 h 2267047"/>
              <a:gd name="connsiteX13" fmla="*/ 213666 w 1856632"/>
              <a:gd name="connsiteY13" fmla="*/ 1625657 h 2267047"/>
              <a:gd name="connsiteX14" fmla="*/ 222133 w 1856632"/>
              <a:gd name="connsiteY14" fmla="*/ 1566390 h 2267047"/>
              <a:gd name="connsiteX15" fmla="*/ 222133 w 1856632"/>
              <a:gd name="connsiteY15" fmla="*/ 1532523 h 2267047"/>
              <a:gd name="connsiteX16" fmla="*/ 349133 w 1856632"/>
              <a:gd name="connsiteY16" fmla="*/ 1761123 h 2267047"/>
              <a:gd name="connsiteX17" fmla="*/ 484600 w 1856632"/>
              <a:gd name="connsiteY17" fmla="*/ 1998190 h 2267047"/>
              <a:gd name="connsiteX18" fmla="*/ 907932 w 1856632"/>
              <a:gd name="connsiteY18" fmla="*/ 2260656 h 2267047"/>
              <a:gd name="connsiteX19" fmla="*/ 1305866 w 1856632"/>
              <a:gd name="connsiteY19" fmla="*/ 2159057 h 2267047"/>
              <a:gd name="connsiteX20" fmla="*/ 1568333 w 1856632"/>
              <a:gd name="connsiteY20" fmla="*/ 1862723 h 2267047"/>
              <a:gd name="connsiteX21" fmla="*/ 1686866 w 1856632"/>
              <a:gd name="connsiteY21" fmla="*/ 1524057 h 2267047"/>
              <a:gd name="connsiteX22" fmla="*/ 1678400 w 1856632"/>
              <a:gd name="connsiteY22" fmla="*/ 1456323 h 2267047"/>
              <a:gd name="connsiteX23" fmla="*/ 1737666 w 1856632"/>
              <a:gd name="connsiteY23" fmla="*/ 1549457 h 2267047"/>
              <a:gd name="connsiteX24" fmla="*/ 1788466 w 1856632"/>
              <a:gd name="connsiteY24" fmla="*/ 1524057 h 2267047"/>
              <a:gd name="connsiteX25" fmla="*/ 1805400 w 1856632"/>
              <a:gd name="connsiteY25" fmla="*/ 1405523 h 2267047"/>
              <a:gd name="connsiteX26" fmla="*/ 1813866 w 1856632"/>
              <a:gd name="connsiteY26" fmla="*/ 1303923 h 2267047"/>
              <a:gd name="connsiteX27" fmla="*/ 1856200 w 1856632"/>
              <a:gd name="connsiteY27" fmla="*/ 1210790 h 2267047"/>
              <a:gd name="connsiteX28" fmla="*/ 1830800 w 1856632"/>
              <a:gd name="connsiteY28" fmla="*/ 1092257 h 2267047"/>
              <a:gd name="connsiteX29" fmla="*/ 1754600 w 1856632"/>
              <a:gd name="connsiteY29" fmla="*/ 1117657 h 2267047"/>
              <a:gd name="connsiteX30" fmla="*/ 1695333 w 1856632"/>
              <a:gd name="connsiteY30" fmla="*/ 1202323 h 2267047"/>
              <a:gd name="connsiteX31" fmla="*/ 1686866 w 1856632"/>
              <a:gd name="connsiteY31" fmla="*/ 1236190 h 2267047"/>
              <a:gd name="connsiteX32" fmla="*/ 1703800 w 1856632"/>
              <a:gd name="connsiteY32" fmla="*/ 829790 h 2267047"/>
              <a:gd name="connsiteX33" fmla="*/ 1644533 w 1856632"/>
              <a:gd name="connsiteY33" fmla="*/ 448790 h 2267047"/>
              <a:gd name="connsiteX34" fmla="*/ 1475200 w 1856632"/>
              <a:gd name="connsiteY34" fmla="*/ 186323 h 2267047"/>
              <a:gd name="connsiteX35" fmla="*/ 1264591 w 1856632"/>
              <a:gd name="connsiteY35" fmla="*/ 45578 h 2267047"/>
              <a:gd name="connsiteX36" fmla="*/ 907933 w 1856632"/>
              <a:gd name="connsiteY36" fmla="*/ 57 h 2267047"/>
              <a:gd name="connsiteX37" fmla="*/ 699441 w 1856632"/>
              <a:gd name="connsiteY37" fmla="*/ 37833 h 2267047"/>
              <a:gd name="connsiteX0" fmla="*/ 699128 w 1856319"/>
              <a:gd name="connsiteY0" fmla="*/ 37833 h 2267047"/>
              <a:gd name="connsiteX1" fmla="*/ 530853 w 1856319"/>
              <a:gd name="connsiteY1" fmla="*/ 109063 h 2267047"/>
              <a:gd name="connsiteX2" fmla="*/ 359403 w 1856319"/>
              <a:gd name="connsiteY2" fmla="*/ 226538 h 2267047"/>
              <a:gd name="connsiteX3" fmla="*/ 194303 w 1856319"/>
              <a:gd name="connsiteY3" fmla="*/ 499588 h 2267047"/>
              <a:gd name="connsiteX4" fmla="*/ 143503 w 1856319"/>
              <a:gd name="connsiteY4" fmla="*/ 690089 h 2267047"/>
              <a:gd name="connsiteX5" fmla="*/ 143503 w 1856319"/>
              <a:gd name="connsiteY5" fmla="*/ 1058388 h 2267047"/>
              <a:gd name="connsiteX6" fmla="*/ 144562 w 1856319"/>
              <a:gd name="connsiteY6" fmla="*/ 1195973 h 2267047"/>
              <a:gd name="connsiteX7" fmla="*/ 92704 w 1856319"/>
              <a:gd name="connsiteY7" fmla="*/ 1145173 h 2267047"/>
              <a:gd name="connsiteX8" fmla="*/ 13329 w 1856319"/>
              <a:gd name="connsiteY8" fmla="*/ 1150465 h 2267047"/>
              <a:gd name="connsiteX9" fmla="*/ 1687 w 1856319"/>
              <a:gd name="connsiteY9" fmla="*/ 1261590 h 2267047"/>
              <a:gd name="connsiteX10" fmla="*/ 31320 w 1856319"/>
              <a:gd name="connsiteY10" fmla="*/ 1405524 h 2267047"/>
              <a:gd name="connsiteX11" fmla="*/ 111753 w 1856319"/>
              <a:gd name="connsiteY11" fmla="*/ 1549457 h 2267047"/>
              <a:gd name="connsiteX12" fmla="*/ 145620 w 1856319"/>
              <a:gd name="connsiteY12" fmla="*/ 1642590 h 2267047"/>
              <a:gd name="connsiteX13" fmla="*/ 213353 w 1856319"/>
              <a:gd name="connsiteY13" fmla="*/ 1625657 h 2267047"/>
              <a:gd name="connsiteX14" fmla="*/ 221820 w 1856319"/>
              <a:gd name="connsiteY14" fmla="*/ 1566390 h 2267047"/>
              <a:gd name="connsiteX15" fmla="*/ 221820 w 1856319"/>
              <a:gd name="connsiteY15" fmla="*/ 1532523 h 2267047"/>
              <a:gd name="connsiteX16" fmla="*/ 348820 w 1856319"/>
              <a:gd name="connsiteY16" fmla="*/ 1761123 h 2267047"/>
              <a:gd name="connsiteX17" fmla="*/ 484287 w 1856319"/>
              <a:gd name="connsiteY17" fmla="*/ 1998190 h 2267047"/>
              <a:gd name="connsiteX18" fmla="*/ 907619 w 1856319"/>
              <a:gd name="connsiteY18" fmla="*/ 2260656 h 2267047"/>
              <a:gd name="connsiteX19" fmla="*/ 1305553 w 1856319"/>
              <a:gd name="connsiteY19" fmla="*/ 2159057 h 2267047"/>
              <a:gd name="connsiteX20" fmla="*/ 1568020 w 1856319"/>
              <a:gd name="connsiteY20" fmla="*/ 1862723 h 2267047"/>
              <a:gd name="connsiteX21" fmla="*/ 1686553 w 1856319"/>
              <a:gd name="connsiteY21" fmla="*/ 1524057 h 2267047"/>
              <a:gd name="connsiteX22" fmla="*/ 1678087 w 1856319"/>
              <a:gd name="connsiteY22" fmla="*/ 1456323 h 2267047"/>
              <a:gd name="connsiteX23" fmla="*/ 1737353 w 1856319"/>
              <a:gd name="connsiteY23" fmla="*/ 1549457 h 2267047"/>
              <a:gd name="connsiteX24" fmla="*/ 1788153 w 1856319"/>
              <a:gd name="connsiteY24" fmla="*/ 1524057 h 2267047"/>
              <a:gd name="connsiteX25" fmla="*/ 1805087 w 1856319"/>
              <a:gd name="connsiteY25" fmla="*/ 1405523 h 2267047"/>
              <a:gd name="connsiteX26" fmla="*/ 1813553 w 1856319"/>
              <a:gd name="connsiteY26" fmla="*/ 1303923 h 2267047"/>
              <a:gd name="connsiteX27" fmla="*/ 1855887 w 1856319"/>
              <a:gd name="connsiteY27" fmla="*/ 1210790 h 2267047"/>
              <a:gd name="connsiteX28" fmla="*/ 1830487 w 1856319"/>
              <a:gd name="connsiteY28" fmla="*/ 1092257 h 2267047"/>
              <a:gd name="connsiteX29" fmla="*/ 1754287 w 1856319"/>
              <a:gd name="connsiteY29" fmla="*/ 1117657 h 2267047"/>
              <a:gd name="connsiteX30" fmla="*/ 1695020 w 1856319"/>
              <a:gd name="connsiteY30" fmla="*/ 1202323 h 2267047"/>
              <a:gd name="connsiteX31" fmla="*/ 1686553 w 1856319"/>
              <a:gd name="connsiteY31" fmla="*/ 1236190 h 2267047"/>
              <a:gd name="connsiteX32" fmla="*/ 1703487 w 1856319"/>
              <a:gd name="connsiteY32" fmla="*/ 829790 h 2267047"/>
              <a:gd name="connsiteX33" fmla="*/ 1644220 w 1856319"/>
              <a:gd name="connsiteY33" fmla="*/ 448790 h 2267047"/>
              <a:gd name="connsiteX34" fmla="*/ 1474887 w 1856319"/>
              <a:gd name="connsiteY34" fmla="*/ 186323 h 2267047"/>
              <a:gd name="connsiteX35" fmla="*/ 1264278 w 1856319"/>
              <a:gd name="connsiteY35" fmla="*/ 45578 h 2267047"/>
              <a:gd name="connsiteX36" fmla="*/ 907620 w 1856319"/>
              <a:gd name="connsiteY36" fmla="*/ 57 h 2267047"/>
              <a:gd name="connsiteX37" fmla="*/ 699128 w 1856319"/>
              <a:gd name="connsiteY37" fmla="*/ 37833 h 2267047"/>
              <a:gd name="connsiteX0" fmla="*/ 699128 w 1856319"/>
              <a:gd name="connsiteY0" fmla="*/ 37833 h 2267047"/>
              <a:gd name="connsiteX1" fmla="*/ 530853 w 1856319"/>
              <a:gd name="connsiteY1" fmla="*/ 109063 h 2267047"/>
              <a:gd name="connsiteX2" fmla="*/ 359403 w 1856319"/>
              <a:gd name="connsiteY2" fmla="*/ 226538 h 2267047"/>
              <a:gd name="connsiteX3" fmla="*/ 194303 w 1856319"/>
              <a:gd name="connsiteY3" fmla="*/ 499588 h 2267047"/>
              <a:gd name="connsiteX4" fmla="*/ 143503 w 1856319"/>
              <a:gd name="connsiteY4" fmla="*/ 690089 h 2267047"/>
              <a:gd name="connsiteX5" fmla="*/ 143503 w 1856319"/>
              <a:gd name="connsiteY5" fmla="*/ 1058388 h 2267047"/>
              <a:gd name="connsiteX6" fmla="*/ 144562 w 1856319"/>
              <a:gd name="connsiteY6" fmla="*/ 1195973 h 2267047"/>
              <a:gd name="connsiteX7" fmla="*/ 92704 w 1856319"/>
              <a:gd name="connsiteY7" fmla="*/ 1145173 h 2267047"/>
              <a:gd name="connsiteX8" fmla="*/ 13329 w 1856319"/>
              <a:gd name="connsiteY8" fmla="*/ 1150465 h 2267047"/>
              <a:gd name="connsiteX9" fmla="*/ 1687 w 1856319"/>
              <a:gd name="connsiteY9" fmla="*/ 1261590 h 2267047"/>
              <a:gd name="connsiteX10" fmla="*/ 31320 w 1856319"/>
              <a:gd name="connsiteY10" fmla="*/ 1405524 h 2267047"/>
              <a:gd name="connsiteX11" fmla="*/ 99053 w 1856319"/>
              <a:gd name="connsiteY11" fmla="*/ 1511357 h 2267047"/>
              <a:gd name="connsiteX12" fmla="*/ 145620 w 1856319"/>
              <a:gd name="connsiteY12" fmla="*/ 1642590 h 2267047"/>
              <a:gd name="connsiteX13" fmla="*/ 213353 w 1856319"/>
              <a:gd name="connsiteY13" fmla="*/ 1625657 h 2267047"/>
              <a:gd name="connsiteX14" fmla="*/ 221820 w 1856319"/>
              <a:gd name="connsiteY14" fmla="*/ 1566390 h 2267047"/>
              <a:gd name="connsiteX15" fmla="*/ 221820 w 1856319"/>
              <a:gd name="connsiteY15" fmla="*/ 1532523 h 2267047"/>
              <a:gd name="connsiteX16" fmla="*/ 348820 w 1856319"/>
              <a:gd name="connsiteY16" fmla="*/ 1761123 h 2267047"/>
              <a:gd name="connsiteX17" fmla="*/ 484287 w 1856319"/>
              <a:gd name="connsiteY17" fmla="*/ 1998190 h 2267047"/>
              <a:gd name="connsiteX18" fmla="*/ 907619 w 1856319"/>
              <a:gd name="connsiteY18" fmla="*/ 2260656 h 2267047"/>
              <a:gd name="connsiteX19" fmla="*/ 1305553 w 1856319"/>
              <a:gd name="connsiteY19" fmla="*/ 2159057 h 2267047"/>
              <a:gd name="connsiteX20" fmla="*/ 1568020 w 1856319"/>
              <a:gd name="connsiteY20" fmla="*/ 1862723 h 2267047"/>
              <a:gd name="connsiteX21" fmla="*/ 1686553 w 1856319"/>
              <a:gd name="connsiteY21" fmla="*/ 1524057 h 2267047"/>
              <a:gd name="connsiteX22" fmla="*/ 1678087 w 1856319"/>
              <a:gd name="connsiteY22" fmla="*/ 1456323 h 2267047"/>
              <a:gd name="connsiteX23" fmla="*/ 1737353 w 1856319"/>
              <a:gd name="connsiteY23" fmla="*/ 1549457 h 2267047"/>
              <a:gd name="connsiteX24" fmla="*/ 1788153 w 1856319"/>
              <a:gd name="connsiteY24" fmla="*/ 1524057 h 2267047"/>
              <a:gd name="connsiteX25" fmla="*/ 1805087 w 1856319"/>
              <a:gd name="connsiteY25" fmla="*/ 1405523 h 2267047"/>
              <a:gd name="connsiteX26" fmla="*/ 1813553 w 1856319"/>
              <a:gd name="connsiteY26" fmla="*/ 1303923 h 2267047"/>
              <a:gd name="connsiteX27" fmla="*/ 1855887 w 1856319"/>
              <a:gd name="connsiteY27" fmla="*/ 1210790 h 2267047"/>
              <a:gd name="connsiteX28" fmla="*/ 1830487 w 1856319"/>
              <a:gd name="connsiteY28" fmla="*/ 1092257 h 2267047"/>
              <a:gd name="connsiteX29" fmla="*/ 1754287 w 1856319"/>
              <a:gd name="connsiteY29" fmla="*/ 1117657 h 2267047"/>
              <a:gd name="connsiteX30" fmla="*/ 1695020 w 1856319"/>
              <a:gd name="connsiteY30" fmla="*/ 1202323 h 2267047"/>
              <a:gd name="connsiteX31" fmla="*/ 1686553 w 1856319"/>
              <a:gd name="connsiteY31" fmla="*/ 1236190 h 2267047"/>
              <a:gd name="connsiteX32" fmla="*/ 1703487 w 1856319"/>
              <a:gd name="connsiteY32" fmla="*/ 829790 h 2267047"/>
              <a:gd name="connsiteX33" fmla="*/ 1644220 w 1856319"/>
              <a:gd name="connsiteY33" fmla="*/ 448790 h 2267047"/>
              <a:gd name="connsiteX34" fmla="*/ 1474887 w 1856319"/>
              <a:gd name="connsiteY34" fmla="*/ 186323 h 2267047"/>
              <a:gd name="connsiteX35" fmla="*/ 1264278 w 1856319"/>
              <a:gd name="connsiteY35" fmla="*/ 45578 h 2267047"/>
              <a:gd name="connsiteX36" fmla="*/ 907620 w 1856319"/>
              <a:gd name="connsiteY36" fmla="*/ 57 h 2267047"/>
              <a:gd name="connsiteX37" fmla="*/ 699128 w 1856319"/>
              <a:gd name="connsiteY37" fmla="*/ 37833 h 2267047"/>
              <a:gd name="connsiteX0" fmla="*/ 699128 w 1856319"/>
              <a:gd name="connsiteY0" fmla="*/ 37833 h 2267047"/>
              <a:gd name="connsiteX1" fmla="*/ 530853 w 1856319"/>
              <a:gd name="connsiteY1" fmla="*/ 109063 h 2267047"/>
              <a:gd name="connsiteX2" fmla="*/ 359403 w 1856319"/>
              <a:gd name="connsiteY2" fmla="*/ 226538 h 2267047"/>
              <a:gd name="connsiteX3" fmla="*/ 194303 w 1856319"/>
              <a:gd name="connsiteY3" fmla="*/ 499588 h 2267047"/>
              <a:gd name="connsiteX4" fmla="*/ 143503 w 1856319"/>
              <a:gd name="connsiteY4" fmla="*/ 690089 h 2267047"/>
              <a:gd name="connsiteX5" fmla="*/ 143503 w 1856319"/>
              <a:gd name="connsiteY5" fmla="*/ 1058388 h 2267047"/>
              <a:gd name="connsiteX6" fmla="*/ 144562 w 1856319"/>
              <a:gd name="connsiteY6" fmla="*/ 1195973 h 2267047"/>
              <a:gd name="connsiteX7" fmla="*/ 92704 w 1856319"/>
              <a:gd name="connsiteY7" fmla="*/ 1145173 h 2267047"/>
              <a:gd name="connsiteX8" fmla="*/ 13329 w 1856319"/>
              <a:gd name="connsiteY8" fmla="*/ 1150465 h 2267047"/>
              <a:gd name="connsiteX9" fmla="*/ 1687 w 1856319"/>
              <a:gd name="connsiteY9" fmla="*/ 1261590 h 2267047"/>
              <a:gd name="connsiteX10" fmla="*/ 31320 w 1856319"/>
              <a:gd name="connsiteY10" fmla="*/ 1405524 h 2267047"/>
              <a:gd name="connsiteX11" fmla="*/ 99053 w 1856319"/>
              <a:gd name="connsiteY11" fmla="*/ 1511357 h 2267047"/>
              <a:gd name="connsiteX12" fmla="*/ 149853 w 1856319"/>
              <a:gd name="connsiteY12" fmla="*/ 1608723 h 2267047"/>
              <a:gd name="connsiteX13" fmla="*/ 213353 w 1856319"/>
              <a:gd name="connsiteY13" fmla="*/ 1625657 h 2267047"/>
              <a:gd name="connsiteX14" fmla="*/ 221820 w 1856319"/>
              <a:gd name="connsiteY14" fmla="*/ 1566390 h 2267047"/>
              <a:gd name="connsiteX15" fmla="*/ 221820 w 1856319"/>
              <a:gd name="connsiteY15" fmla="*/ 1532523 h 2267047"/>
              <a:gd name="connsiteX16" fmla="*/ 348820 w 1856319"/>
              <a:gd name="connsiteY16" fmla="*/ 1761123 h 2267047"/>
              <a:gd name="connsiteX17" fmla="*/ 484287 w 1856319"/>
              <a:gd name="connsiteY17" fmla="*/ 1998190 h 2267047"/>
              <a:gd name="connsiteX18" fmla="*/ 907619 w 1856319"/>
              <a:gd name="connsiteY18" fmla="*/ 2260656 h 2267047"/>
              <a:gd name="connsiteX19" fmla="*/ 1305553 w 1856319"/>
              <a:gd name="connsiteY19" fmla="*/ 2159057 h 2267047"/>
              <a:gd name="connsiteX20" fmla="*/ 1568020 w 1856319"/>
              <a:gd name="connsiteY20" fmla="*/ 1862723 h 2267047"/>
              <a:gd name="connsiteX21" fmla="*/ 1686553 w 1856319"/>
              <a:gd name="connsiteY21" fmla="*/ 1524057 h 2267047"/>
              <a:gd name="connsiteX22" fmla="*/ 1678087 w 1856319"/>
              <a:gd name="connsiteY22" fmla="*/ 1456323 h 2267047"/>
              <a:gd name="connsiteX23" fmla="*/ 1737353 w 1856319"/>
              <a:gd name="connsiteY23" fmla="*/ 1549457 h 2267047"/>
              <a:gd name="connsiteX24" fmla="*/ 1788153 w 1856319"/>
              <a:gd name="connsiteY24" fmla="*/ 1524057 h 2267047"/>
              <a:gd name="connsiteX25" fmla="*/ 1805087 w 1856319"/>
              <a:gd name="connsiteY25" fmla="*/ 1405523 h 2267047"/>
              <a:gd name="connsiteX26" fmla="*/ 1813553 w 1856319"/>
              <a:gd name="connsiteY26" fmla="*/ 1303923 h 2267047"/>
              <a:gd name="connsiteX27" fmla="*/ 1855887 w 1856319"/>
              <a:gd name="connsiteY27" fmla="*/ 1210790 h 2267047"/>
              <a:gd name="connsiteX28" fmla="*/ 1830487 w 1856319"/>
              <a:gd name="connsiteY28" fmla="*/ 1092257 h 2267047"/>
              <a:gd name="connsiteX29" fmla="*/ 1754287 w 1856319"/>
              <a:gd name="connsiteY29" fmla="*/ 1117657 h 2267047"/>
              <a:gd name="connsiteX30" fmla="*/ 1695020 w 1856319"/>
              <a:gd name="connsiteY30" fmla="*/ 1202323 h 2267047"/>
              <a:gd name="connsiteX31" fmla="*/ 1686553 w 1856319"/>
              <a:gd name="connsiteY31" fmla="*/ 1236190 h 2267047"/>
              <a:gd name="connsiteX32" fmla="*/ 1703487 w 1856319"/>
              <a:gd name="connsiteY32" fmla="*/ 829790 h 2267047"/>
              <a:gd name="connsiteX33" fmla="*/ 1644220 w 1856319"/>
              <a:gd name="connsiteY33" fmla="*/ 448790 h 2267047"/>
              <a:gd name="connsiteX34" fmla="*/ 1474887 w 1856319"/>
              <a:gd name="connsiteY34" fmla="*/ 186323 h 2267047"/>
              <a:gd name="connsiteX35" fmla="*/ 1264278 w 1856319"/>
              <a:gd name="connsiteY35" fmla="*/ 45578 h 2267047"/>
              <a:gd name="connsiteX36" fmla="*/ 907620 w 1856319"/>
              <a:gd name="connsiteY36" fmla="*/ 57 h 2267047"/>
              <a:gd name="connsiteX37" fmla="*/ 699128 w 1856319"/>
              <a:gd name="connsiteY37" fmla="*/ 37833 h 2267047"/>
              <a:gd name="connsiteX0" fmla="*/ 699128 w 1856319"/>
              <a:gd name="connsiteY0" fmla="*/ 37833 h 2267047"/>
              <a:gd name="connsiteX1" fmla="*/ 530853 w 1856319"/>
              <a:gd name="connsiteY1" fmla="*/ 109063 h 2267047"/>
              <a:gd name="connsiteX2" fmla="*/ 359403 w 1856319"/>
              <a:gd name="connsiteY2" fmla="*/ 226538 h 2267047"/>
              <a:gd name="connsiteX3" fmla="*/ 194303 w 1856319"/>
              <a:gd name="connsiteY3" fmla="*/ 499588 h 2267047"/>
              <a:gd name="connsiteX4" fmla="*/ 143503 w 1856319"/>
              <a:gd name="connsiteY4" fmla="*/ 690089 h 2267047"/>
              <a:gd name="connsiteX5" fmla="*/ 143503 w 1856319"/>
              <a:gd name="connsiteY5" fmla="*/ 1058388 h 2267047"/>
              <a:gd name="connsiteX6" fmla="*/ 144562 w 1856319"/>
              <a:gd name="connsiteY6" fmla="*/ 1195973 h 2267047"/>
              <a:gd name="connsiteX7" fmla="*/ 92704 w 1856319"/>
              <a:gd name="connsiteY7" fmla="*/ 1145173 h 2267047"/>
              <a:gd name="connsiteX8" fmla="*/ 13329 w 1856319"/>
              <a:gd name="connsiteY8" fmla="*/ 1150465 h 2267047"/>
              <a:gd name="connsiteX9" fmla="*/ 1687 w 1856319"/>
              <a:gd name="connsiteY9" fmla="*/ 1261590 h 2267047"/>
              <a:gd name="connsiteX10" fmla="*/ 31320 w 1856319"/>
              <a:gd name="connsiteY10" fmla="*/ 1405524 h 2267047"/>
              <a:gd name="connsiteX11" fmla="*/ 99053 w 1856319"/>
              <a:gd name="connsiteY11" fmla="*/ 1511357 h 2267047"/>
              <a:gd name="connsiteX12" fmla="*/ 149853 w 1856319"/>
              <a:gd name="connsiteY12" fmla="*/ 1608723 h 2267047"/>
              <a:gd name="connsiteX13" fmla="*/ 213353 w 1856319"/>
              <a:gd name="connsiteY13" fmla="*/ 1625657 h 2267047"/>
              <a:gd name="connsiteX14" fmla="*/ 221820 w 1856319"/>
              <a:gd name="connsiteY14" fmla="*/ 1566390 h 2267047"/>
              <a:gd name="connsiteX15" fmla="*/ 221820 w 1856319"/>
              <a:gd name="connsiteY15" fmla="*/ 1532523 h 2267047"/>
              <a:gd name="connsiteX16" fmla="*/ 348820 w 1856319"/>
              <a:gd name="connsiteY16" fmla="*/ 1761123 h 2267047"/>
              <a:gd name="connsiteX17" fmla="*/ 484287 w 1856319"/>
              <a:gd name="connsiteY17" fmla="*/ 1998190 h 2267047"/>
              <a:gd name="connsiteX18" fmla="*/ 907619 w 1856319"/>
              <a:gd name="connsiteY18" fmla="*/ 2260656 h 2267047"/>
              <a:gd name="connsiteX19" fmla="*/ 1305553 w 1856319"/>
              <a:gd name="connsiteY19" fmla="*/ 2159057 h 2267047"/>
              <a:gd name="connsiteX20" fmla="*/ 1568020 w 1856319"/>
              <a:gd name="connsiteY20" fmla="*/ 1862723 h 2267047"/>
              <a:gd name="connsiteX21" fmla="*/ 1686553 w 1856319"/>
              <a:gd name="connsiteY21" fmla="*/ 1524057 h 2267047"/>
              <a:gd name="connsiteX22" fmla="*/ 1678087 w 1856319"/>
              <a:gd name="connsiteY22" fmla="*/ 1456323 h 2267047"/>
              <a:gd name="connsiteX23" fmla="*/ 1737353 w 1856319"/>
              <a:gd name="connsiteY23" fmla="*/ 1549457 h 2267047"/>
              <a:gd name="connsiteX24" fmla="*/ 1788153 w 1856319"/>
              <a:gd name="connsiteY24" fmla="*/ 1524057 h 2267047"/>
              <a:gd name="connsiteX25" fmla="*/ 1805087 w 1856319"/>
              <a:gd name="connsiteY25" fmla="*/ 1405523 h 2267047"/>
              <a:gd name="connsiteX26" fmla="*/ 1813553 w 1856319"/>
              <a:gd name="connsiteY26" fmla="*/ 1303923 h 2267047"/>
              <a:gd name="connsiteX27" fmla="*/ 1855887 w 1856319"/>
              <a:gd name="connsiteY27" fmla="*/ 1210790 h 2267047"/>
              <a:gd name="connsiteX28" fmla="*/ 1830487 w 1856319"/>
              <a:gd name="connsiteY28" fmla="*/ 1092257 h 2267047"/>
              <a:gd name="connsiteX29" fmla="*/ 1754287 w 1856319"/>
              <a:gd name="connsiteY29" fmla="*/ 1117657 h 2267047"/>
              <a:gd name="connsiteX30" fmla="*/ 1720420 w 1856319"/>
              <a:gd name="connsiteY30" fmla="*/ 1164223 h 2267047"/>
              <a:gd name="connsiteX31" fmla="*/ 1686553 w 1856319"/>
              <a:gd name="connsiteY31" fmla="*/ 1236190 h 2267047"/>
              <a:gd name="connsiteX32" fmla="*/ 1703487 w 1856319"/>
              <a:gd name="connsiteY32" fmla="*/ 829790 h 2267047"/>
              <a:gd name="connsiteX33" fmla="*/ 1644220 w 1856319"/>
              <a:gd name="connsiteY33" fmla="*/ 448790 h 2267047"/>
              <a:gd name="connsiteX34" fmla="*/ 1474887 w 1856319"/>
              <a:gd name="connsiteY34" fmla="*/ 186323 h 2267047"/>
              <a:gd name="connsiteX35" fmla="*/ 1264278 w 1856319"/>
              <a:gd name="connsiteY35" fmla="*/ 45578 h 2267047"/>
              <a:gd name="connsiteX36" fmla="*/ 907620 w 1856319"/>
              <a:gd name="connsiteY36" fmla="*/ 57 h 2267047"/>
              <a:gd name="connsiteX37" fmla="*/ 699128 w 1856319"/>
              <a:gd name="connsiteY37" fmla="*/ 37833 h 2267047"/>
              <a:gd name="connsiteX0" fmla="*/ 699128 w 1856319"/>
              <a:gd name="connsiteY0" fmla="*/ 38246 h 2267460"/>
              <a:gd name="connsiteX1" fmla="*/ 530853 w 1856319"/>
              <a:gd name="connsiteY1" fmla="*/ 109476 h 2267460"/>
              <a:gd name="connsiteX2" fmla="*/ 359403 w 1856319"/>
              <a:gd name="connsiteY2" fmla="*/ 226951 h 2267460"/>
              <a:gd name="connsiteX3" fmla="*/ 194303 w 1856319"/>
              <a:gd name="connsiteY3" fmla="*/ 500001 h 2267460"/>
              <a:gd name="connsiteX4" fmla="*/ 143503 w 1856319"/>
              <a:gd name="connsiteY4" fmla="*/ 690502 h 2267460"/>
              <a:gd name="connsiteX5" fmla="*/ 143503 w 1856319"/>
              <a:gd name="connsiteY5" fmla="*/ 1058801 h 2267460"/>
              <a:gd name="connsiteX6" fmla="*/ 144562 w 1856319"/>
              <a:gd name="connsiteY6" fmla="*/ 1196386 h 2267460"/>
              <a:gd name="connsiteX7" fmla="*/ 92704 w 1856319"/>
              <a:gd name="connsiteY7" fmla="*/ 1145586 h 2267460"/>
              <a:gd name="connsiteX8" fmla="*/ 13329 w 1856319"/>
              <a:gd name="connsiteY8" fmla="*/ 1150878 h 2267460"/>
              <a:gd name="connsiteX9" fmla="*/ 1687 w 1856319"/>
              <a:gd name="connsiteY9" fmla="*/ 1262003 h 2267460"/>
              <a:gd name="connsiteX10" fmla="*/ 31320 w 1856319"/>
              <a:gd name="connsiteY10" fmla="*/ 1405937 h 2267460"/>
              <a:gd name="connsiteX11" fmla="*/ 99053 w 1856319"/>
              <a:gd name="connsiteY11" fmla="*/ 1511770 h 2267460"/>
              <a:gd name="connsiteX12" fmla="*/ 149853 w 1856319"/>
              <a:gd name="connsiteY12" fmla="*/ 1609136 h 2267460"/>
              <a:gd name="connsiteX13" fmla="*/ 213353 w 1856319"/>
              <a:gd name="connsiteY13" fmla="*/ 1626070 h 2267460"/>
              <a:gd name="connsiteX14" fmla="*/ 221820 w 1856319"/>
              <a:gd name="connsiteY14" fmla="*/ 1566803 h 2267460"/>
              <a:gd name="connsiteX15" fmla="*/ 221820 w 1856319"/>
              <a:gd name="connsiteY15" fmla="*/ 1532936 h 2267460"/>
              <a:gd name="connsiteX16" fmla="*/ 348820 w 1856319"/>
              <a:gd name="connsiteY16" fmla="*/ 1761536 h 2267460"/>
              <a:gd name="connsiteX17" fmla="*/ 484287 w 1856319"/>
              <a:gd name="connsiteY17" fmla="*/ 1998603 h 2267460"/>
              <a:gd name="connsiteX18" fmla="*/ 907619 w 1856319"/>
              <a:gd name="connsiteY18" fmla="*/ 2261069 h 2267460"/>
              <a:gd name="connsiteX19" fmla="*/ 1305553 w 1856319"/>
              <a:gd name="connsiteY19" fmla="*/ 2159470 h 2267460"/>
              <a:gd name="connsiteX20" fmla="*/ 1568020 w 1856319"/>
              <a:gd name="connsiteY20" fmla="*/ 1863136 h 2267460"/>
              <a:gd name="connsiteX21" fmla="*/ 1686553 w 1856319"/>
              <a:gd name="connsiteY21" fmla="*/ 1524470 h 2267460"/>
              <a:gd name="connsiteX22" fmla="*/ 1678087 w 1856319"/>
              <a:gd name="connsiteY22" fmla="*/ 1456736 h 2267460"/>
              <a:gd name="connsiteX23" fmla="*/ 1737353 w 1856319"/>
              <a:gd name="connsiteY23" fmla="*/ 1549870 h 2267460"/>
              <a:gd name="connsiteX24" fmla="*/ 1788153 w 1856319"/>
              <a:gd name="connsiteY24" fmla="*/ 1524470 h 2267460"/>
              <a:gd name="connsiteX25" fmla="*/ 1805087 w 1856319"/>
              <a:gd name="connsiteY25" fmla="*/ 1405936 h 2267460"/>
              <a:gd name="connsiteX26" fmla="*/ 1813553 w 1856319"/>
              <a:gd name="connsiteY26" fmla="*/ 1304336 h 2267460"/>
              <a:gd name="connsiteX27" fmla="*/ 1855887 w 1856319"/>
              <a:gd name="connsiteY27" fmla="*/ 1211203 h 2267460"/>
              <a:gd name="connsiteX28" fmla="*/ 1830487 w 1856319"/>
              <a:gd name="connsiteY28" fmla="*/ 1092670 h 2267460"/>
              <a:gd name="connsiteX29" fmla="*/ 1754287 w 1856319"/>
              <a:gd name="connsiteY29" fmla="*/ 1118070 h 2267460"/>
              <a:gd name="connsiteX30" fmla="*/ 1720420 w 1856319"/>
              <a:gd name="connsiteY30" fmla="*/ 1164636 h 2267460"/>
              <a:gd name="connsiteX31" fmla="*/ 1686553 w 1856319"/>
              <a:gd name="connsiteY31" fmla="*/ 1236603 h 2267460"/>
              <a:gd name="connsiteX32" fmla="*/ 1703487 w 1856319"/>
              <a:gd name="connsiteY32" fmla="*/ 830203 h 2267460"/>
              <a:gd name="connsiteX33" fmla="*/ 1644220 w 1856319"/>
              <a:gd name="connsiteY33" fmla="*/ 449203 h 2267460"/>
              <a:gd name="connsiteX34" fmla="*/ 1474887 w 1856319"/>
              <a:gd name="connsiteY34" fmla="*/ 186736 h 2267460"/>
              <a:gd name="connsiteX35" fmla="*/ 1264278 w 1856319"/>
              <a:gd name="connsiteY35" fmla="*/ 62925 h 2267460"/>
              <a:gd name="connsiteX36" fmla="*/ 907620 w 1856319"/>
              <a:gd name="connsiteY36" fmla="*/ 470 h 2267460"/>
              <a:gd name="connsiteX37" fmla="*/ 699128 w 1856319"/>
              <a:gd name="connsiteY37" fmla="*/ 38246 h 2267460"/>
              <a:gd name="connsiteX0" fmla="*/ 699128 w 1856319"/>
              <a:gd name="connsiteY0" fmla="*/ 38246 h 2275272"/>
              <a:gd name="connsiteX1" fmla="*/ 530853 w 1856319"/>
              <a:gd name="connsiteY1" fmla="*/ 109476 h 2275272"/>
              <a:gd name="connsiteX2" fmla="*/ 359403 w 1856319"/>
              <a:gd name="connsiteY2" fmla="*/ 226951 h 2275272"/>
              <a:gd name="connsiteX3" fmla="*/ 194303 w 1856319"/>
              <a:gd name="connsiteY3" fmla="*/ 500001 h 2275272"/>
              <a:gd name="connsiteX4" fmla="*/ 143503 w 1856319"/>
              <a:gd name="connsiteY4" fmla="*/ 690502 h 2275272"/>
              <a:gd name="connsiteX5" fmla="*/ 143503 w 1856319"/>
              <a:gd name="connsiteY5" fmla="*/ 1058801 h 2275272"/>
              <a:gd name="connsiteX6" fmla="*/ 144562 w 1856319"/>
              <a:gd name="connsiteY6" fmla="*/ 1196386 h 2275272"/>
              <a:gd name="connsiteX7" fmla="*/ 92704 w 1856319"/>
              <a:gd name="connsiteY7" fmla="*/ 1145586 h 2275272"/>
              <a:gd name="connsiteX8" fmla="*/ 13329 w 1856319"/>
              <a:gd name="connsiteY8" fmla="*/ 1150878 h 2275272"/>
              <a:gd name="connsiteX9" fmla="*/ 1687 w 1856319"/>
              <a:gd name="connsiteY9" fmla="*/ 1262003 h 2275272"/>
              <a:gd name="connsiteX10" fmla="*/ 31320 w 1856319"/>
              <a:gd name="connsiteY10" fmla="*/ 1405937 h 2275272"/>
              <a:gd name="connsiteX11" fmla="*/ 99053 w 1856319"/>
              <a:gd name="connsiteY11" fmla="*/ 1511770 h 2275272"/>
              <a:gd name="connsiteX12" fmla="*/ 149853 w 1856319"/>
              <a:gd name="connsiteY12" fmla="*/ 1609136 h 2275272"/>
              <a:gd name="connsiteX13" fmla="*/ 213353 w 1856319"/>
              <a:gd name="connsiteY13" fmla="*/ 1626070 h 2275272"/>
              <a:gd name="connsiteX14" fmla="*/ 221820 w 1856319"/>
              <a:gd name="connsiteY14" fmla="*/ 1566803 h 2275272"/>
              <a:gd name="connsiteX15" fmla="*/ 221820 w 1856319"/>
              <a:gd name="connsiteY15" fmla="*/ 1532936 h 2275272"/>
              <a:gd name="connsiteX16" fmla="*/ 348820 w 1856319"/>
              <a:gd name="connsiteY16" fmla="*/ 1761536 h 2275272"/>
              <a:gd name="connsiteX17" fmla="*/ 484287 w 1856319"/>
              <a:gd name="connsiteY17" fmla="*/ 1998603 h 2275272"/>
              <a:gd name="connsiteX18" fmla="*/ 907619 w 1856319"/>
              <a:gd name="connsiteY18" fmla="*/ 2261069 h 2275272"/>
              <a:gd name="connsiteX19" fmla="*/ 1214113 w 1856319"/>
              <a:gd name="connsiteY19" fmla="*/ 2200110 h 2275272"/>
              <a:gd name="connsiteX20" fmla="*/ 1568020 w 1856319"/>
              <a:gd name="connsiteY20" fmla="*/ 1863136 h 2275272"/>
              <a:gd name="connsiteX21" fmla="*/ 1686553 w 1856319"/>
              <a:gd name="connsiteY21" fmla="*/ 1524470 h 2275272"/>
              <a:gd name="connsiteX22" fmla="*/ 1678087 w 1856319"/>
              <a:gd name="connsiteY22" fmla="*/ 1456736 h 2275272"/>
              <a:gd name="connsiteX23" fmla="*/ 1737353 w 1856319"/>
              <a:gd name="connsiteY23" fmla="*/ 1549870 h 2275272"/>
              <a:gd name="connsiteX24" fmla="*/ 1788153 w 1856319"/>
              <a:gd name="connsiteY24" fmla="*/ 1524470 h 2275272"/>
              <a:gd name="connsiteX25" fmla="*/ 1805087 w 1856319"/>
              <a:gd name="connsiteY25" fmla="*/ 1405936 h 2275272"/>
              <a:gd name="connsiteX26" fmla="*/ 1813553 w 1856319"/>
              <a:gd name="connsiteY26" fmla="*/ 1304336 h 2275272"/>
              <a:gd name="connsiteX27" fmla="*/ 1855887 w 1856319"/>
              <a:gd name="connsiteY27" fmla="*/ 1211203 h 2275272"/>
              <a:gd name="connsiteX28" fmla="*/ 1830487 w 1856319"/>
              <a:gd name="connsiteY28" fmla="*/ 1092670 h 2275272"/>
              <a:gd name="connsiteX29" fmla="*/ 1754287 w 1856319"/>
              <a:gd name="connsiteY29" fmla="*/ 1118070 h 2275272"/>
              <a:gd name="connsiteX30" fmla="*/ 1720420 w 1856319"/>
              <a:gd name="connsiteY30" fmla="*/ 1164636 h 2275272"/>
              <a:gd name="connsiteX31" fmla="*/ 1686553 w 1856319"/>
              <a:gd name="connsiteY31" fmla="*/ 1236603 h 2275272"/>
              <a:gd name="connsiteX32" fmla="*/ 1703487 w 1856319"/>
              <a:gd name="connsiteY32" fmla="*/ 830203 h 2275272"/>
              <a:gd name="connsiteX33" fmla="*/ 1644220 w 1856319"/>
              <a:gd name="connsiteY33" fmla="*/ 449203 h 2275272"/>
              <a:gd name="connsiteX34" fmla="*/ 1474887 w 1856319"/>
              <a:gd name="connsiteY34" fmla="*/ 186736 h 2275272"/>
              <a:gd name="connsiteX35" fmla="*/ 1264278 w 1856319"/>
              <a:gd name="connsiteY35" fmla="*/ 62925 h 2275272"/>
              <a:gd name="connsiteX36" fmla="*/ 907620 w 1856319"/>
              <a:gd name="connsiteY36" fmla="*/ 470 h 2275272"/>
              <a:gd name="connsiteX37" fmla="*/ 699128 w 1856319"/>
              <a:gd name="connsiteY37" fmla="*/ 38246 h 2275272"/>
              <a:gd name="connsiteX0" fmla="*/ 699128 w 1856319"/>
              <a:gd name="connsiteY0" fmla="*/ 38246 h 2275576"/>
              <a:gd name="connsiteX1" fmla="*/ 530853 w 1856319"/>
              <a:gd name="connsiteY1" fmla="*/ 109476 h 2275576"/>
              <a:gd name="connsiteX2" fmla="*/ 359403 w 1856319"/>
              <a:gd name="connsiteY2" fmla="*/ 226951 h 2275576"/>
              <a:gd name="connsiteX3" fmla="*/ 194303 w 1856319"/>
              <a:gd name="connsiteY3" fmla="*/ 500001 h 2275576"/>
              <a:gd name="connsiteX4" fmla="*/ 143503 w 1856319"/>
              <a:gd name="connsiteY4" fmla="*/ 690502 h 2275576"/>
              <a:gd name="connsiteX5" fmla="*/ 143503 w 1856319"/>
              <a:gd name="connsiteY5" fmla="*/ 1058801 h 2275576"/>
              <a:gd name="connsiteX6" fmla="*/ 144562 w 1856319"/>
              <a:gd name="connsiteY6" fmla="*/ 1196386 h 2275576"/>
              <a:gd name="connsiteX7" fmla="*/ 92704 w 1856319"/>
              <a:gd name="connsiteY7" fmla="*/ 1145586 h 2275576"/>
              <a:gd name="connsiteX8" fmla="*/ 13329 w 1856319"/>
              <a:gd name="connsiteY8" fmla="*/ 1150878 h 2275576"/>
              <a:gd name="connsiteX9" fmla="*/ 1687 w 1856319"/>
              <a:gd name="connsiteY9" fmla="*/ 1262003 h 2275576"/>
              <a:gd name="connsiteX10" fmla="*/ 31320 w 1856319"/>
              <a:gd name="connsiteY10" fmla="*/ 1405937 h 2275576"/>
              <a:gd name="connsiteX11" fmla="*/ 99053 w 1856319"/>
              <a:gd name="connsiteY11" fmla="*/ 1511770 h 2275576"/>
              <a:gd name="connsiteX12" fmla="*/ 149853 w 1856319"/>
              <a:gd name="connsiteY12" fmla="*/ 1609136 h 2275576"/>
              <a:gd name="connsiteX13" fmla="*/ 213353 w 1856319"/>
              <a:gd name="connsiteY13" fmla="*/ 1626070 h 2275576"/>
              <a:gd name="connsiteX14" fmla="*/ 221820 w 1856319"/>
              <a:gd name="connsiteY14" fmla="*/ 1566803 h 2275576"/>
              <a:gd name="connsiteX15" fmla="*/ 221820 w 1856319"/>
              <a:gd name="connsiteY15" fmla="*/ 1532936 h 2275576"/>
              <a:gd name="connsiteX16" fmla="*/ 348820 w 1856319"/>
              <a:gd name="connsiteY16" fmla="*/ 1761536 h 2275576"/>
              <a:gd name="connsiteX17" fmla="*/ 484287 w 1856319"/>
              <a:gd name="connsiteY17" fmla="*/ 1998603 h 2275576"/>
              <a:gd name="connsiteX18" fmla="*/ 907619 w 1856319"/>
              <a:gd name="connsiteY18" fmla="*/ 2261069 h 2275576"/>
              <a:gd name="connsiteX19" fmla="*/ 1214113 w 1856319"/>
              <a:gd name="connsiteY19" fmla="*/ 2200110 h 2275576"/>
              <a:gd name="connsiteX20" fmla="*/ 1568020 w 1856319"/>
              <a:gd name="connsiteY20" fmla="*/ 1852976 h 2275576"/>
              <a:gd name="connsiteX21" fmla="*/ 1686553 w 1856319"/>
              <a:gd name="connsiteY21" fmla="*/ 1524470 h 2275576"/>
              <a:gd name="connsiteX22" fmla="*/ 1678087 w 1856319"/>
              <a:gd name="connsiteY22" fmla="*/ 1456736 h 2275576"/>
              <a:gd name="connsiteX23" fmla="*/ 1737353 w 1856319"/>
              <a:gd name="connsiteY23" fmla="*/ 1549870 h 2275576"/>
              <a:gd name="connsiteX24" fmla="*/ 1788153 w 1856319"/>
              <a:gd name="connsiteY24" fmla="*/ 1524470 h 2275576"/>
              <a:gd name="connsiteX25" fmla="*/ 1805087 w 1856319"/>
              <a:gd name="connsiteY25" fmla="*/ 1405936 h 2275576"/>
              <a:gd name="connsiteX26" fmla="*/ 1813553 w 1856319"/>
              <a:gd name="connsiteY26" fmla="*/ 1304336 h 2275576"/>
              <a:gd name="connsiteX27" fmla="*/ 1855887 w 1856319"/>
              <a:gd name="connsiteY27" fmla="*/ 1211203 h 2275576"/>
              <a:gd name="connsiteX28" fmla="*/ 1830487 w 1856319"/>
              <a:gd name="connsiteY28" fmla="*/ 1092670 h 2275576"/>
              <a:gd name="connsiteX29" fmla="*/ 1754287 w 1856319"/>
              <a:gd name="connsiteY29" fmla="*/ 1118070 h 2275576"/>
              <a:gd name="connsiteX30" fmla="*/ 1720420 w 1856319"/>
              <a:gd name="connsiteY30" fmla="*/ 1164636 h 2275576"/>
              <a:gd name="connsiteX31" fmla="*/ 1686553 w 1856319"/>
              <a:gd name="connsiteY31" fmla="*/ 1236603 h 2275576"/>
              <a:gd name="connsiteX32" fmla="*/ 1703487 w 1856319"/>
              <a:gd name="connsiteY32" fmla="*/ 830203 h 2275576"/>
              <a:gd name="connsiteX33" fmla="*/ 1644220 w 1856319"/>
              <a:gd name="connsiteY33" fmla="*/ 449203 h 2275576"/>
              <a:gd name="connsiteX34" fmla="*/ 1474887 w 1856319"/>
              <a:gd name="connsiteY34" fmla="*/ 186736 h 2275576"/>
              <a:gd name="connsiteX35" fmla="*/ 1264278 w 1856319"/>
              <a:gd name="connsiteY35" fmla="*/ 62925 h 2275576"/>
              <a:gd name="connsiteX36" fmla="*/ 907620 w 1856319"/>
              <a:gd name="connsiteY36" fmla="*/ 470 h 2275576"/>
              <a:gd name="connsiteX37" fmla="*/ 699128 w 1856319"/>
              <a:gd name="connsiteY37" fmla="*/ 38246 h 2275576"/>
              <a:gd name="connsiteX0" fmla="*/ 699128 w 1856319"/>
              <a:gd name="connsiteY0" fmla="*/ 38246 h 2271864"/>
              <a:gd name="connsiteX1" fmla="*/ 530853 w 1856319"/>
              <a:gd name="connsiteY1" fmla="*/ 109476 h 2271864"/>
              <a:gd name="connsiteX2" fmla="*/ 359403 w 1856319"/>
              <a:gd name="connsiteY2" fmla="*/ 226951 h 2271864"/>
              <a:gd name="connsiteX3" fmla="*/ 194303 w 1856319"/>
              <a:gd name="connsiteY3" fmla="*/ 500001 h 2271864"/>
              <a:gd name="connsiteX4" fmla="*/ 143503 w 1856319"/>
              <a:gd name="connsiteY4" fmla="*/ 690502 h 2271864"/>
              <a:gd name="connsiteX5" fmla="*/ 143503 w 1856319"/>
              <a:gd name="connsiteY5" fmla="*/ 1058801 h 2271864"/>
              <a:gd name="connsiteX6" fmla="*/ 144562 w 1856319"/>
              <a:gd name="connsiteY6" fmla="*/ 1196386 h 2271864"/>
              <a:gd name="connsiteX7" fmla="*/ 92704 w 1856319"/>
              <a:gd name="connsiteY7" fmla="*/ 1145586 h 2271864"/>
              <a:gd name="connsiteX8" fmla="*/ 13329 w 1856319"/>
              <a:gd name="connsiteY8" fmla="*/ 1150878 h 2271864"/>
              <a:gd name="connsiteX9" fmla="*/ 1687 w 1856319"/>
              <a:gd name="connsiteY9" fmla="*/ 1262003 h 2271864"/>
              <a:gd name="connsiteX10" fmla="*/ 31320 w 1856319"/>
              <a:gd name="connsiteY10" fmla="*/ 1405937 h 2271864"/>
              <a:gd name="connsiteX11" fmla="*/ 99053 w 1856319"/>
              <a:gd name="connsiteY11" fmla="*/ 1511770 h 2271864"/>
              <a:gd name="connsiteX12" fmla="*/ 149853 w 1856319"/>
              <a:gd name="connsiteY12" fmla="*/ 1609136 h 2271864"/>
              <a:gd name="connsiteX13" fmla="*/ 213353 w 1856319"/>
              <a:gd name="connsiteY13" fmla="*/ 1626070 h 2271864"/>
              <a:gd name="connsiteX14" fmla="*/ 221820 w 1856319"/>
              <a:gd name="connsiteY14" fmla="*/ 1566803 h 2271864"/>
              <a:gd name="connsiteX15" fmla="*/ 221820 w 1856319"/>
              <a:gd name="connsiteY15" fmla="*/ 1532936 h 2271864"/>
              <a:gd name="connsiteX16" fmla="*/ 348820 w 1856319"/>
              <a:gd name="connsiteY16" fmla="*/ 1761536 h 2271864"/>
              <a:gd name="connsiteX17" fmla="*/ 484287 w 1856319"/>
              <a:gd name="connsiteY17" fmla="*/ 1998603 h 2271864"/>
              <a:gd name="connsiteX18" fmla="*/ 907619 w 1856319"/>
              <a:gd name="connsiteY18" fmla="*/ 2261069 h 2271864"/>
              <a:gd name="connsiteX19" fmla="*/ 1214113 w 1856319"/>
              <a:gd name="connsiteY19" fmla="*/ 2200110 h 2271864"/>
              <a:gd name="connsiteX20" fmla="*/ 1432553 w 1856319"/>
              <a:gd name="connsiteY20" fmla="*/ 2003681 h 2271864"/>
              <a:gd name="connsiteX21" fmla="*/ 1568020 w 1856319"/>
              <a:gd name="connsiteY21" fmla="*/ 1852976 h 2271864"/>
              <a:gd name="connsiteX22" fmla="*/ 1686553 w 1856319"/>
              <a:gd name="connsiteY22" fmla="*/ 1524470 h 2271864"/>
              <a:gd name="connsiteX23" fmla="*/ 1678087 w 1856319"/>
              <a:gd name="connsiteY23" fmla="*/ 1456736 h 2271864"/>
              <a:gd name="connsiteX24" fmla="*/ 1737353 w 1856319"/>
              <a:gd name="connsiteY24" fmla="*/ 1549870 h 2271864"/>
              <a:gd name="connsiteX25" fmla="*/ 1788153 w 1856319"/>
              <a:gd name="connsiteY25" fmla="*/ 1524470 h 2271864"/>
              <a:gd name="connsiteX26" fmla="*/ 1805087 w 1856319"/>
              <a:gd name="connsiteY26" fmla="*/ 1405936 h 2271864"/>
              <a:gd name="connsiteX27" fmla="*/ 1813553 w 1856319"/>
              <a:gd name="connsiteY27" fmla="*/ 1304336 h 2271864"/>
              <a:gd name="connsiteX28" fmla="*/ 1855887 w 1856319"/>
              <a:gd name="connsiteY28" fmla="*/ 1211203 h 2271864"/>
              <a:gd name="connsiteX29" fmla="*/ 1830487 w 1856319"/>
              <a:gd name="connsiteY29" fmla="*/ 1092670 h 2271864"/>
              <a:gd name="connsiteX30" fmla="*/ 1754287 w 1856319"/>
              <a:gd name="connsiteY30" fmla="*/ 1118070 h 2271864"/>
              <a:gd name="connsiteX31" fmla="*/ 1720420 w 1856319"/>
              <a:gd name="connsiteY31" fmla="*/ 1164636 h 2271864"/>
              <a:gd name="connsiteX32" fmla="*/ 1686553 w 1856319"/>
              <a:gd name="connsiteY32" fmla="*/ 1236603 h 2271864"/>
              <a:gd name="connsiteX33" fmla="*/ 1703487 w 1856319"/>
              <a:gd name="connsiteY33" fmla="*/ 830203 h 2271864"/>
              <a:gd name="connsiteX34" fmla="*/ 1644220 w 1856319"/>
              <a:gd name="connsiteY34" fmla="*/ 449203 h 2271864"/>
              <a:gd name="connsiteX35" fmla="*/ 1474887 w 1856319"/>
              <a:gd name="connsiteY35" fmla="*/ 186736 h 2271864"/>
              <a:gd name="connsiteX36" fmla="*/ 1264278 w 1856319"/>
              <a:gd name="connsiteY36" fmla="*/ 62925 h 2271864"/>
              <a:gd name="connsiteX37" fmla="*/ 907620 w 1856319"/>
              <a:gd name="connsiteY37" fmla="*/ 470 h 2271864"/>
              <a:gd name="connsiteX38" fmla="*/ 699128 w 1856319"/>
              <a:gd name="connsiteY38" fmla="*/ 38246 h 2271864"/>
              <a:gd name="connsiteX0" fmla="*/ 699128 w 1856319"/>
              <a:gd name="connsiteY0" fmla="*/ 38246 h 2271864"/>
              <a:gd name="connsiteX1" fmla="*/ 530853 w 1856319"/>
              <a:gd name="connsiteY1" fmla="*/ 109476 h 2271864"/>
              <a:gd name="connsiteX2" fmla="*/ 359403 w 1856319"/>
              <a:gd name="connsiteY2" fmla="*/ 226951 h 2271864"/>
              <a:gd name="connsiteX3" fmla="*/ 194303 w 1856319"/>
              <a:gd name="connsiteY3" fmla="*/ 500001 h 2271864"/>
              <a:gd name="connsiteX4" fmla="*/ 143503 w 1856319"/>
              <a:gd name="connsiteY4" fmla="*/ 690502 h 2271864"/>
              <a:gd name="connsiteX5" fmla="*/ 143503 w 1856319"/>
              <a:gd name="connsiteY5" fmla="*/ 1058801 h 2271864"/>
              <a:gd name="connsiteX6" fmla="*/ 144562 w 1856319"/>
              <a:gd name="connsiteY6" fmla="*/ 1196386 h 2271864"/>
              <a:gd name="connsiteX7" fmla="*/ 92704 w 1856319"/>
              <a:gd name="connsiteY7" fmla="*/ 1145586 h 2271864"/>
              <a:gd name="connsiteX8" fmla="*/ 13329 w 1856319"/>
              <a:gd name="connsiteY8" fmla="*/ 1150878 h 2271864"/>
              <a:gd name="connsiteX9" fmla="*/ 1687 w 1856319"/>
              <a:gd name="connsiteY9" fmla="*/ 1262003 h 2271864"/>
              <a:gd name="connsiteX10" fmla="*/ 31320 w 1856319"/>
              <a:gd name="connsiteY10" fmla="*/ 1405937 h 2271864"/>
              <a:gd name="connsiteX11" fmla="*/ 99053 w 1856319"/>
              <a:gd name="connsiteY11" fmla="*/ 1511770 h 2271864"/>
              <a:gd name="connsiteX12" fmla="*/ 149853 w 1856319"/>
              <a:gd name="connsiteY12" fmla="*/ 1609136 h 2271864"/>
              <a:gd name="connsiteX13" fmla="*/ 213353 w 1856319"/>
              <a:gd name="connsiteY13" fmla="*/ 1626070 h 2271864"/>
              <a:gd name="connsiteX14" fmla="*/ 221820 w 1856319"/>
              <a:gd name="connsiteY14" fmla="*/ 1566803 h 2271864"/>
              <a:gd name="connsiteX15" fmla="*/ 221820 w 1856319"/>
              <a:gd name="connsiteY15" fmla="*/ 1532936 h 2271864"/>
              <a:gd name="connsiteX16" fmla="*/ 348820 w 1856319"/>
              <a:gd name="connsiteY16" fmla="*/ 1761536 h 2271864"/>
              <a:gd name="connsiteX17" fmla="*/ 484287 w 1856319"/>
              <a:gd name="connsiteY17" fmla="*/ 1998603 h 2271864"/>
              <a:gd name="connsiteX18" fmla="*/ 907619 w 1856319"/>
              <a:gd name="connsiteY18" fmla="*/ 2261069 h 2271864"/>
              <a:gd name="connsiteX19" fmla="*/ 1214113 w 1856319"/>
              <a:gd name="connsiteY19" fmla="*/ 2200110 h 2271864"/>
              <a:gd name="connsiteX20" fmla="*/ 1432553 w 1856319"/>
              <a:gd name="connsiteY20" fmla="*/ 2003681 h 2271864"/>
              <a:gd name="connsiteX21" fmla="*/ 1568020 w 1856319"/>
              <a:gd name="connsiteY21" fmla="*/ 1852976 h 2271864"/>
              <a:gd name="connsiteX22" fmla="*/ 1645913 w 1856319"/>
              <a:gd name="connsiteY22" fmla="*/ 1754761 h 2271864"/>
              <a:gd name="connsiteX23" fmla="*/ 1686553 w 1856319"/>
              <a:gd name="connsiteY23" fmla="*/ 1524470 h 2271864"/>
              <a:gd name="connsiteX24" fmla="*/ 1678087 w 1856319"/>
              <a:gd name="connsiteY24" fmla="*/ 1456736 h 2271864"/>
              <a:gd name="connsiteX25" fmla="*/ 1737353 w 1856319"/>
              <a:gd name="connsiteY25" fmla="*/ 1549870 h 2271864"/>
              <a:gd name="connsiteX26" fmla="*/ 1788153 w 1856319"/>
              <a:gd name="connsiteY26" fmla="*/ 1524470 h 2271864"/>
              <a:gd name="connsiteX27" fmla="*/ 1805087 w 1856319"/>
              <a:gd name="connsiteY27" fmla="*/ 1405936 h 2271864"/>
              <a:gd name="connsiteX28" fmla="*/ 1813553 w 1856319"/>
              <a:gd name="connsiteY28" fmla="*/ 1304336 h 2271864"/>
              <a:gd name="connsiteX29" fmla="*/ 1855887 w 1856319"/>
              <a:gd name="connsiteY29" fmla="*/ 1211203 h 2271864"/>
              <a:gd name="connsiteX30" fmla="*/ 1830487 w 1856319"/>
              <a:gd name="connsiteY30" fmla="*/ 1092670 h 2271864"/>
              <a:gd name="connsiteX31" fmla="*/ 1754287 w 1856319"/>
              <a:gd name="connsiteY31" fmla="*/ 1118070 h 2271864"/>
              <a:gd name="connsiteX32" fmla="*/ 1720420 w 1856319"/>
              <a:gd name="connsiteY32" fmla="*/ 1164636 h 2271864"/>
              <a:gd name="connsiteX33" fmla="*/ 1686553 w 1856319"/>
              <a:gd name="connsiteY33" fmla="*/ 1236603 h 2271864"/>
              <a:gd name="connsiteX34" fmla="*/ 1703487 w 1856319"/>
              <a:gd name="connsiteY34" fmla="*/ 830203 h 2271864"/>
              <a:gd name="connsiteX35" fmla="*/ 1644220 w 1856319"/>
              <a:gd name="connsiteY35" fmla="*/ 449203 h 2271864"/>
              <a:gd name="connsiteX36" fmla="*/ 1474887 w 1856319"/>
              <a:gd name="connsiteY36" fmla="*/ 186736 h 2271864"/>
              <a:gd name="connsiteX37" fmla="*/ 1264278 w 1856319"/>
              <a:gd name="connsiteY37" fmla="*/ 62925 h 2271864"/>
              <a:gd name="connsiteX38" fmla="*/ 907620 w 1856319"/>
              <a:gd name="connsiteY38" fmla="*/ 470 h 2271864"/>
              <a:gd name="connsiteX39" fmla="*/ 699128 w 1856319"/>
              <a:gd name="connsiteY39" fmla="*/ 38246 h 2271864"/>
              <a:gd name="connsiteX0" fmla="*/ 699128 w 1856319"/>
              <a:gd name="connsiteY0" fmla="*/ 38246 h 2271864"/>
              <a:gd name="connsiteX1" fmla="*/ 530853 w 1856319"/>
              <a:gd name="connsiteY1" fmla="*/ 109476 h 2271864"/>
              <a:gd name="connsiteX2" fmla="*/ 359403 w 1856319"/>
              <a:gd name="connsiteY2" fmla="*/ 226951 h 2271864"/>
              <a:gd name="connsiteX3" fmla="*/ 194303 w 1856319"/>
              <a:gd name="connsiteY3" fmla="*/ 500001 h 2271864"/>
              <a:gd name="connsiteX4" fmla="*/ 143503 w 1856319"/>
              <a:gd name="connsiteY4" fmla="*/ 690502 h 2271864"/>
              <a:gd name="connsiteX5" fmla="*/ 143503 w 1856319"/>
              <a:gd name="connsiteY5" fmla="*/ 1058801 h 2271864"/>
              <a:gd name="connsiteX6" fmla="*/ 144562 w 1856319"/>
              <a:gd name="connsiteY6" fmla="*/ 1196386 h 2271864"/>
              <a:gd name="connsiteX7" fmla="*/ 92704 w 1856319"/>
              <a:gd name="connsiteY7" fmla="*/ 1145586 h 2271864"/>
              <a:gd name="connsiteX8" fmla="*/ 13329 w 1856319"/>
              <a:gd name="connsiteY8" fmla="*/ 1150878 h 2271864"/>
              <a:gd name="connsiteX9" fmla="*/ 1687 w 1856319"/>
              <a:gd name="connsiteY9" fmla="*/ 1262003 h 2271864"/>
              <a:gd name="connsiteX10" fmla="*/ 31320 w 1856319"/>
              <a:gd name="connsiteY10" fmla="*/ 1405937 h 2271864"/>
              <a:gd name="connsiteX11" fmla="*/ 99053 w 1856319"/>
              <a:gd name="connsiteY11" fmla="*/ 1511770 h 2271864"/>
              <a:gd name="connsiteX12" fmla="*/ 149853 w 1856319"/>
              <a:gd name="connsiteY12" fmla="*/ 1609136 h 2271864"/>
              <a:gd name="connsiteX13" fmla="*/ 213353 w 1856319"/>
              <a:gd name="connsiteY13" fmla="*/ 1626070 h 2271864"/>
              <a:gd name="connsiteX14" fmla="*/ 221820 w 1856319"/>
              <a:gd name="connsiteY14" fmla="*/ 1566803 h 2271864"/>
              <a:gd name="connsiteX15" fmla="*/ 221820 w 1856319"/>
              <a:gd name="connsiteY15" fmla="*/ 1532936 h 2271864"/>
              <a:gd name="connsiteX16" fmla="*/ 348820 w 1856319"/>
              <a:gd name="connsiteY16" fmla="*/ 1761536 h 2271864"/>
              <a:gd name="connsiteX17" fmla="*/ 484287 w 1856319"/>
              <a:gd name="connsiteY17" fmla="*/ 1998603 h 2271864"/>
              <a:gd name="connsiteX18" fmla="*/ 907619 w 1856319"/>
              <a:gd name="connsiteY18" fmla="*/ 2261069 h 2271864"/>
              <a:gd name="connsiteX19" fmla="*/ 1214113 w 1856319"/>
              <a:gd name="connsiteY19" fmla="*/ 2200110 h 2271864"/>
              <a:gd name="connsiteX20" fmla="*/ 1432553 w 1856319"/>
              <a:gd name="connsiteY20" fmla="*/ 2003681 h 2271864"/>
              <a:gd name="connsiteX21" fmla="*/ 1562940 w 1856319"/>
              <a:gd name="connsiteY21" fmla="*/ 1893616 h 2271864"/>
              <a:gd name="connsiteX22" fmla="*/ 1645913 w 1856319"/>
              <a:gd name="connsiteY22" fmla="*/ 1754761 h 2271864"/>
              <a:gd name="connsiteX23" fmla="*/ 1686553 w 1856319"/>
              <a:gd name="connsiteY23" fmla="*/ 1524470 h 2271864"/>
              <a:gd name="connsiteX24" fmla="*/ 1678087 w 1856319"/>
              <a:gd name="connsiteY24" fmla="*/ 1456736 h 2271864"/>
              <a:gd name="connsiteX25" fmla="*/ 1737353 w 1856319"/>
              <a:gd name="connsiteY25" fmla="*/ 1549870 h 2271864"/>
              <a:gd name="connsiteX26" fmla="*/ 1788153 w 1856319"/>
              <a:gd name="connsiteY26" fmla="*/ 1524470 h 2271864"/>
              <a:gd name="connsiteX27" fmla="*/ 1805087 w 1856319"/>
              <a:gd name="connsiteY27" fmla="*/ 1405936 h 2271864"/>
              <a:gd name="connsiteX28" fmla="*/ 1813553 w 1856319"/>
              <a:gd name="connsiteY28" fmla="*/ 1304336 h 2271864"/>
              <a:gd name="connsiteX29" fmla="*/ 1855887 w 1856319"/>
              <a:gd name="connsiteY29" fmla="*/ 1211203 h 2271864"/>
              <a:gd name="connsiteX30" fmla="*/ 1830487 w 1856319"/>
              <a:gd name="connsiteY30" fmla="*/ 1092670 h 2271864"/>
              <a:gd name="connsiteX31" fmla="*/ 1754287 w 1856319"/>
              <a:gd name="connsiteY31" fmla="*/ 1118070 h 2271864"/>
              <a:gd name="connsiteX32" fmla="*/ 1720420 w 1856319"/>
              <a:gd name="connsiteY32" fmla="*/ 1164636 h 2271864"/>
              <a:gd name="connsiteX33" fmla="*/ 1686553 w 1856319"/>
              <a:gd name="connsiteY33" fmla="*/ 1236603 h 2271864"/>
              <a:gd name="connsiteX34" fmla="*/ 1703487 w 1856319"/>
              <a:gd name="connsiteY34" fmla="*/ 830203 h 2271864"/>
              <a:gd name="connsiteX35" fmla="*/ 1644220 w 1856319"/>
              <a:gd name="connsiteY35" fmla="*/ 449203 h 2271864"/>
              <a:gd name="connsiteX36" fmla="*/ 1474887 w 1856319"/>
              <a:gd name="connsiteY36" fmla="*/ 186736 h 2271864"/>
              <a:gd name="connsiteX37" fmla="*/ 1264278 w 1856319"/>
              <a:gd name="connsiteY37" fmla="*/ 62925 h 2271864"/>
              <a:gd name="connsiteX38" fmla="*/ 907620 w 1856319"/>
              <a:gd name="connsiteY38" fmla="*/ 470 h 2271864"/>
              <a:gd name="connsiteX39" fmla="*/ 699128 w 1856319"/>
              <a:gd name="connsiteY39" fmla="*/ 38246 h 2271864"/>
              <a:gd name="connsiteX0" fmla="*/ 699128 w 1856319"/>
              <a:gd name="connsiteY0" fmla="*/ 38246 h 2271113"/>
              <a:gd name="connsiteX1" fmla="*/ 530853 w 1856319"/>
              <a:gd name="connsiteY1" fmla="*/ 109476 h 2271113"/>
              <a:gd name="connsiteX2" fmla="*/ 359403 w 1856319"/>
              <a:gd name="connsiteY2" fmla="*/ 226951 h 2271113"/>
              <a:gd name="connsiteX3" fmla="*/ 194303 w 1856319"/>
              <a:gd name="connsiteY3" fmla="*/ 500001 h 2271113"/>
              <a:gd name="connsiteX4" fmla="*/ 143503 w 1856319"/>
              <a:gd name="connsiteY4" fmla="*/ 690502 h 2271113"/>
              <a:gd name="connsiteX5" fmla="*/ 143503 w 1856319"/>
              <a:gd name="connsiteY5" fmla="*/ 1058801 h 2271113"/>
              <a:gd name="connsiteX6" fmla="*/ 144562 w 1856319"/>
              <a:gd name="connsiteY6" fmla="*/ 1196386 h 2271113"/>
              <a:gd name="connsiteX7" fmla="*/ 92704 w 1856319"/>
              <a:gd name="connsiteY7" fmla="*/ 1145586 h 2271113"/>
              <a:gd name="connsiteX8" fmla="*/ 13329 w 1856319"/>
              <a:gd name="connsiteY8" fmla="*/ 1150878 h 2271113"/>
              <a:gd name="connsiteX9" fmla="*/ 1687 w 1856319"/>
              <a:gd name="connsiteY9" fmla="*/ 1262003 h 2271113"/>
              <a:gd name="connsiteX10" fmla="*/ 31320 w 1856319"/>
              <a:gd name="connsiteY10" fmla="*/ 1405937 h 2271113"/>
              <a:gd name="connsiteX11" fmla="*/ 99053 w 1856319"/>
              <a:gd name="connsiteY11" fmla="*/ 1511770 h 2271113"/>
              <a:gd name="connsiteX12" fmla="*/ 149853 w 1856319"/>
              <a:gd name="connsiteY12" fmla="*/ 1609136 h 2271113"/>
              <a:gd name="connsiteX13" fmla="*/ 213353 w 1856319"/>
              <a:gd name="connsiteY13" fmla="*/ 1626070 h 2271113"/>
              <a:gd name="connsiteX14" fmla="*/ 221820 w 1856319"/>
              <a:gd name="connsiteY14" fmla="*/ 1566803 h 2271113"/>
              <a:gd name="connsiteX15" fmla="*/ 221820 w 1856319"/>
              <a:gd name="connsiteY15" fmla="*/ 1532936 h 2271113"/>
              <a:gd name="connsiteX16" fmla="*/ 348820 w 1856319"/>
              <a:gd name="connsiteY16" fmla="*/ 1761536 h 2271113"/>
              <a:gd name="connsiteX17" fmla="*/ 484287 w 1856319"/>
              <a:gd name="connsiteY17" fmla="*/ 1998603 h 2271113"/>
              <a:gd name="connsiteX18" fmla="*/ 907619 w 1856319"/>
              <a:gd name="connsiteY18" fmla="*/ 2261069 h 2271113"/>
              <a:gd name="connsiteX19" fmla="*/ 1214113 w 1856319"/>
              <a:gd name="connsiteY19" fmla="*/ 2200110 h 2271113"/>
              <a:gd name="connsiteX20" fmla="*/ 1402073 w 1856319"/>
              <a:gd name="connsiteY20" fmla="*/ 2044321 h 2271113"/>
              <a:gd name="connsiteX21" fmla="*/ 1562940 w 1856319"/>
              <a:gd name="connsiteY21" fmla="*/ 1893616 h 2271113"/>
              <a:gd name="connsiteX22" fmla="*/ 1645913 w 1856319"/>
              <a:gd name="connsiteY22" fmla="*/ 1754761 h 2271113"/>
              <a:gd name="connsiteX23" fmla="*/ 1686553 w 1856319"/>
              <a:gd name="connsiteY23" fmla="*/ 1524470 h 2271113"/>
              <a:gd name="connsiteX24" fmla="*/ 1678087 w 1856319"/>
              <a:gd name="connsiteY24" fmla="*/ 1456736 h 2271113"/>
              <a:gd name="connsiteX25" fmla="*/ 1737353 w 1856319"/>
              <a:gd name="connsiteY25" fmla="*/ 1549870 h 2271113"/>
              <a:gd name="connsiteX26" fmla="*/ 1788153 w 1856319"/>
              <a:gd name="connsiteY26" fmla="*/ 1524470 h 2271113"/>
              <a:gd name="connsiteX27" fmla="*/ 1805087 w 1856319"/>
              <a:gd name="connsiteY27" fmla="*/ 1405936 h 2271113"/>
              <a:gd name="connsiteX28" fmla="*/ 1813553 w 1856319"/>
              <a:gd name="connsiteY28" fmla="*/ 1304336 h 2271113"/>
              <a:gd name="connsiteX29" fmla="*/ 1855887 w 1856319"/>
              <a:gd name="connsiteY29" fmla="*/ 1211203 h 2271113"/>
              <a:gd name="connsiteX30" fmla="*/ 1830487 w 1856319"/>
              <a:gd name="connsiteY30" fmla="*/ 1092670 h 2271113"/>
              <a:gd name="connsiteX31" fmla="*/ 1754287 w 1856319"/>
              <a:gd name="connsiteY31" fmla="*/ 1118070 h 2271113"/>
              <a:gd name="connsiteX32" fmla="*/ 1720420 w 1856319"/>
              <a:gd name="connsiteY32" fmla="*/ 1164636 h 2271113"/>
              <a:gd name="connsiteX33" fmla="*/ 1686553 w 1856319"/>
              <a:gd name="connsiteY33" fmla="*/ 1236603 h 2271113"/>
              <a:gd name="connsiteX34" fmla="*/ 1703487 w 1856319"/>
              <a:gd name="connsiteY34" fmla="*/ 830203 h 2271113"/>
              <a:gd name="connsiteX35" fmla="*/ 1644220 w 1856319"/>
              <a:gd name="connsiteY35" fmla="*/ 449203 h 2271113"/>
              <a:gd name="connsiteX36" fmla="*/ 1474887 w 1856319"/>
              <a:gd name="connsiteY36" fmla="*/ 186736 h 2271113"/>
              <a:gd name="connsiteX37" fmla="*/ 1264278 w 1856319"/>
              <a:gd name="connsiteY37" fmla="*/ 62925 h 2271113"/>
              <a:gd name="connsiteX38" fmla="*/ 907620 w 1856319"/>
              <a:gd name="connsiteY38" fmla="*/ 470 h 2271113"/>
              <a:gd name="connsiteX39" fmla="*/ 699128 w 1856319"/>
              <a:gd name="connsiteY39" fmla="*/ 38246 h 2271113"/>
              <a:gd name="connsiteX0" fmla="*/ 699128 w 1856319"/>
              <a:gd name="connsiteY0" fmla="*/ 38246 h 2276895"/>
              <a:gd name="connsiteX1" fmla="*/ 530853 w 1856319"/>
              <a:gd name="connsiteY1" fmla="*/ 109476 h 2276895"/>
              <a:gd name="connsiteX2" fmla="*/ 359403 w 1856319"/>
              <a:gd name="connsiteY2" fmla="*/ 226951 h 2276895"/>
              <a:gd name="connsiteX3" fmla="*/ 194303 w 1856319"/>
              <a:gd name="connsiteY3" fmla="*/ 500001 h 2276895"/>
              <a:gd name="connsiteX4" fmla="*/ 143503 w 1856319"/>
              <a:gd name="connsiteY4" fmla="*/ 690502 h 2276895"/>
              <a:gd name="connsiteX5" fmla="*/ 143503 w 1856319"/>
              <a:gd name="connsiteY5" fmla="*/ 1058801 h 2276895"/>
              <a:gd name="connsiteX6" fmla="*/ 144562 w 1856319"/>
              <a:gd name="connsiteY6" fmla="*/ 1196386 h 2276895"/>
              <a:gd name="connsiteX7" fmla="*/ 92704 w 1856319"/>
              <a:gd name="connsiteY7" fmla="*/ 1145586 h 2276895"/>
              <a:gd name="connsiteX8" fmla="*/ 13329 w 1856319"/>
              <a:gd name="connsiteY8" fmla="*/ 1150878 h 2276895"/>
              <a:gd name="connsiteX9" fmla="*/ 1687 w 1856319"/>
              <a:gd name="connsiteY9" fmla="*/ 1262003 h 2276895"/>
              <a:gd name="connsiteX10" fmla="*/ 31320 w 1856319"/>
              <a:gd name="connsiteY10" fmla="*/ 1405937 h 2276895"/>
              <a:gd name="connsiteX11" fmla="*/ 99053 w 1856319"/>
              <a:gd name="connsiteY11" fmla="*/ 1511770 h 2276895"/>
              <a:gd name="connsiteX12" fmla="*/ 149853 w 1856319"/>
              <a:gd name="connsiteY12" fmla="*/ 1609136 h 2276895"/>
              <a:gd name="connsiteX13" fmla="*/ 213353 w 1856319"/>
              <a:gd name="connsiteY13" fmla="*/ 1626070 h 2276895"/>
              <a:gd name="connsiteX14" fmla="*/ 221820 w 1856319"/>
              <a:gd name="connsiteY14" fmla="*/ 1566803 h 2276895"/>
              <a:gd name="connsiteX15" fmla="*/ 221820 w 1856319"/>
              <a:gd name="connsiteY15" fmla="*/ 1532936 h 2276895"/>
              <a:gd name="connsiteX16" fmla="*/ 348820 w 1856319"/>
              <a:gd name="connsiteY16" fmla="*/ 1761536 h 2276895"/>
              <a:gd name="connsiteX17" fmla="*/ 484287 w 1856319"/>
              <a:gd name="connsiteY17" fmla="*/ 1998603 h 2276895"/>
              <a:gd name="connsiteX18" fmla="*/ 907619 w 1856319"/>
              <a:gd name="connsiteY18" fmla="*/ 2261069 h 2276895"/>
              <a:gd name="connsiteX19" fmla="*/ 1168393 w 1856319"/>
              <a:gd name="connsiteY19" fmla="*/ 2225510 h 2276895"/>
              <a:gd name="connsiteX20" fmla="*/ 1402073 w 1856319"/>
              <a:gd name="connsiteY20" fmla="*/ 2044321 h 2276895"/>
              <a:gd name="connsiteX21" fmla="*/ 1562940 w 1856319"/>
              <a:gd name="connsiteY21" fmla="*/ 1893616 h 2276895"/>
              <a:gd name="connsiteX22" fmla="*/ 1645913 w 1856319"/>
              <a:gd name="connsiteY22" fmla="*/ 1754761 h 2276895"/>
              <a:gd name="connsiteX23" fmla="*/ 1686553 w 1856319"/>
              <a:gd name="connsiteY23" fmla="*/ 1524470 h 2276895"/>
              <a:gd name="connsiteX24" fmla="*/ 1678087 w 1856319"/>
              <a:gd name="connsiteY24" fmla="*/ 1456736 h 2276895"/>
              <a:gd name="connsiteX25" fmla="*/ 1737353 w 1856319"/>
              <a:gd name="connsiteY25" fmla="*/ 1549870 h 2276895"/>
              <a:gd name="connsiteX26" fmla="*/ 1788153 w 1856319"/>
              <a:gd name="connsiteY26" fmla="*/ 1524470 h 2276895"/>
              <a:gd name="connsiteX27" fmla="*/ 1805087 w 1856319"/>
              <a:gd name="connsiteY27" fmla="*/ 1405936 h 2276895"/>
              <a:gd name="connsiteX28" fmla="*/ 1813553 w 1856319"/>
              <a:gd name="connsiteY28" fmla="*/ 1304336 h 2276895"/>
              <a:gd name="connsiteX29" fmla="*/ 1855887 w 1856319"/>
              <a:gd name="connsiteY29" fmla="*/ 1211203 h 2276895"/>
              <a:gd name="connsiteX30" fmla="*/ 1830487 w 1856319"/>
              <a:gd name="connsiteY30" fmla="*/ 1092670 h 2276895"/>
              <a:gd name="connsiteX31" fmla="*/ 1754287 w 1856319"/>
              <a:gd name="connsiteY31" fmla="*/ 1118070 h 2276895"/>
              <a:gd name="connsiteX32" fmla="*/ 1720420 w 1856319"/>
              <a:gd name="connsiteY32" fmla="*/ 1164636 h 2276895"/>
              <a:gd name="connsiteX33" fmla="*/ 1686553 w 1856319"/>
              <a:gd name="connsiteY33" fmla="*/ 1236603 h 2276895"/>
              <a:gd name="connsiteX34" fmla="*/ 1703487 w 1856319"/>
              <a:gd name="connsiteY34" fmla="*/ 830203 h 2276895"/>
              <a:gd name="connsiteX35" fmla="*/ 1644220 w 1856319"/>
              <a:gd name="connsiteY35" fmla="*/ 449203 h 2276895"/>
              <a:gd name="connsiteX36" fmla="*/ 1474887 w 1856319"/>
              <a:gd name="connsiteY36" fmla="*/ 186736 h 2276895"/>
              <a:gd name="connsiteX37" fmla="*/ 1264278 w 1856319"/>
              <a:gd name="connsiteY37" fmla="*/ 62925 h 2276895"/>
              <a:gd name="connsiteX38" fmla="*/ 907620 w 1856319"/>
              <a:gd name="connsiteY38" fmla="*/ 470 h 2276895"/>
              <a:gd name="connsiteX39" fmla="*/ 699128 w 1856319"/>
              <a:gd name="connsiteY39" fmla="*/ 38246 h 2276895"/>
              <a:gd name="connsiteX0" fmla="*/ 699128 w 1856319"/>
              <a:gd name="connsiteY0" fmla="*/ 38246 h 2276895"/>
              <a:gd name="connsiteX1" fmla="*/ 530853 w 1856319"/>
              <a:gd name="connsiteY1" fmla="*/ 109476 h 2276895"/>
              <a:gd name="connsiteX2" fmla="*/ 359403 w 1856319"/>
              <a:gd name="connsiteY2" fmla="*/ 226951 h 2276895"/>
              <a:gd name="connsiteX3" fmla="*/ 194303 w 1856319"/>
              <a:gd name="connsiteY3" fmla="*/ 500001 h 2276895"/>
              <a:gd name="connsiteX4" fmla="*/ 143503 w 1856319"/>
              <a:gd name="connsiteY4" fmla="*/ 690502 h 2276895"/>
              <a:gd name="connsiteX5" fmla="*/ 143503 w 1856319"/>
              <a:gd name="connsiteY5" fmla="*/ 1058801 h 2276895"/>
              <a:gd name="connsiteX6" fmla="*/ 144562 w 1856319"/>
              <a:gd name="connsiteY6" fmla="*/ 1196386 h 2276895"/>
              <a:gd name="connsiteX7" fmla="*/ 92704 w 1856319"/>
              <a:gd name="connsiteY7" fmla="*/ 1145586 h 2276895"/>
              <a:gd name="connsiteX8" fmla="*/ 13329 w 1856319"/>
              <a:gd name="connsiteY8" fmla="*/ 1150878 h 2276895"/>
              <a:gd name="connsiteX9" fmla="*/ 1687 w 1856319"/>
              <a:gd name="connsiteY9" fmla="*/ 1262003 h 2276895"/>
              <a:gd name="connsiteX10" fmla="*/ 31320 w 1856319"/>
              <a:gd name="connsiteY10" fmla="*/ 1405937 h 2276895"/>
              <a:gd name="connsiteX11" fmla="*/ 99053 w 1856319"/>
              <a:gd name="connsiteY11" fmla="*/ 1511770 h 2276895"/>
              <a:gd name="connsiteX12" fmla="*/ 149853 w 1856319"/>
              <a:gd name="connsiteY12" fmla="*/ 1609136 h 2276895"/>
              <a:gd name="connsiteX13" fmla="*/ 213353 w 1856319"/>
              <a:gd name="connsiteY13" fmla="*/ 1626070 h 2276895"/>
              <a:gd name="connsiteX14" fmla="*/ 221820 w 1856319"/>
              <a:gd name="connsiteY14" fmla="*/ 1566803 h 2276895"/>
              <a:gd name="connsiteX15" fmla="*/ 221820 w 1856319"/>
              <a:gd name="connsiteY15" fmla="*/ 1532936 h 2276895"/>
              <a:gd name="connsiteX16" fmla="*/ 348820 w 1856319"/>
              <a:gd name="connsiteY16" fmla="*/ 1761536 h 2276895"/>
              <a:gd name="connsiteX17" fmla="*/ 484287 w 1856319"/>
              <a:gd name="connsiteY17" fmla="*/ 1998603 h 2276895"/>
              <a:gd name="connsiteX18" fmla="*/ 907619 w 1856319"/>
              <a:gd name="connsiteY18" fmla="*/ 2261069 h 2276895"/>
              <a:gd name="connsiteX19" fmla="*/ 1168393 w 1856319"/>
              <a:gd name="connsiteY19" fmla="*/ 2225510 h 2276895"/>
              <a:gd name="connsiteX20" fmla="*/ 1402073 w 1856319"/>
              <a:gd name="connsiteY20" fmla="*/ 2044321 h 2276895"/>
              <a:gd name="connsiteX21" fmla="*/ 1562940 w 1856319"/>
              <a:gd name="connsiteY21" fmla="*/ 1893616 h 2276895"/>
              <a:gd name="connsiteX22" fmla="*/ 1645913 w 1856319"/>
              <a:gd name="connsiteY22" fmla="*/ 1754761 h 2276895"/>
              <a:gd name="connsiteX23" fmla="*/ 1686553 w 1856319"/>
              <a:gd name="connsiteY23" fmla="*/ 1524470 h 2276895"/>
              <a:gd name="connsiteX24" fmla="*/ 1678087 w 1856319"/>
              <a:gd name="connsiteY24" fmla="*/ 1456736 h 2276895"/>
              <a:gd name="connsiteX25" fmla="*/ 1737353 w 1856319"/>
              <a:gd name="connsiteY25" fmla="*/ 1549870 h 2276895"/>
              <a:gd name="connsiteX26" fmla="*/ 1788153 w 1856319"/>
              <a:gd name="connsiteY26" fmla="*/ 1524470 h 2276895"/>
              <a:gd name="connsiteX27" fmla="*/ 1805087 w 1856319"/>
              <a:gd name="connsiteY27" fmla="*/ 1405936 h 2276895"/>
              <a:gd name="connsiteX28" fmla="*/ 1813553 w 1856319"/>
              <a:gd name="connsiteY28" fmla="*/ 1304336 h 2276895"/>
              <a:gd name="connsiteX29" fmla="*/ 1855887 w 1856319"/>
              <a:gd name="connsiteY29" fmla="*/ 1211203 h 2276895"/>
              <a:gd name="connsiteX30" fmla="*/ 1830487 w 1856319"/>
              <a:gd name="connsiteY30" fmla="*/ 1092670 h 2276895"/>
              <a:gd name="connsiteX31" fmla="*/ 1754287 w 1856319"/>
              <a:gd name="connsiteY31" fmla="*/ 1118070 h 2276895"/>
              <a:gd name="connsiteX32" fmla="*/ 1720420 w 1856319"/>
              <a:gd name="connsiteY32" fmla="*/ 1164636 h 2276895"/>
              <a:gd name="connsiteX33" fmla="*/ 1686553 w 1856319"/>
              <a:gd name="connsiteY33" fmla="*/ 1236603 h 2276895"/>
              <a:gd name="connsiteX34" fmla="*/ 1703487 w 1856319"/>
              <a:gd name="connsiteY34" fmla="*/ 830203 h 2276895"/>
              <a:gd name="connsiteX35" fmla="*/ 1669620 w 1856319"/>
              <a:gd name="connsiteY35" fmla="*/ 505083 h 2276895"/>
              <a:gd name="connsiteX36" fmla="*/ 1474887 w 1856319"/>
              <a:gd name="connsiteY36" fmla="*/ 186736 h 2276895"/>
              <a:gd name="connsiteX37" fmla="*/ 1264278 w 1856319"/>
              <a:gd name="connsiteY37" fmla="*/ 62925 h 2276895"/>
              <a:gd name="connsiteX38" fmla="*/ 907620 w 1856319"/>
              <a:gd name="connsiteY38" fmla="*/ 470 h 2276895"/>
              <a:gd name="connsiteX39" fmla="*/ 699128 w 1856319"/>
              <a:gd name="connsiteY39" fmla="*/ 38246 h 2276895"/>
              <a:gd name="connsiteX0" fmla="*/ 699128 w 1857396"/>
              <a:gd name="connsiteY0" fmla="*/ 38246 h 2276895"/>
              <a:gd name="connsiteX1" fmla="*/ 530853 w 1857396"/>
              <a:gd name="connsiteY1" fmla="*/ 109476 h 2276895"/>
              <a:gd name="connsiteX2" fmla="*/ 359403 w 1857396"/>
              <a:gd name="connsiteY2" fmla="*/ 226951 h 2276895"/>
              <a:gd name="connsiteX3" fmla="*/ 194303 w 1857396"/>
              <a:gd name="connsiteY3" fmla="*/ 500001 h 2276895"/>
              <a:gd name="connsiteX4" fmla="*/ 143503 w 1857396"/>
              <a:gd name="connsiteY4" fmla="*/ 690502 h 2276895"/>
              <a:gd name="connsiteX5" fmla="*/ 143503 w 1857396"/>
              <a:gd name="connsiteY5" fmla="*/ 1058801 h 2276895"/>
              <a:gd name="connsiteX6" fmla="*/ 144562 w 1857396"/>
              <a:gd name="connsiteY6" fmla="*/ 1196386 h 2276895"/>
              <a:gd name="connsiteX7" fmla="*/ 92704 w 1857396"/>
              <a:gd name="connsiteY7" fmla="*/ 1145586 h 2276895"/>
              <a:gd name="connsiteX8" fmla="*/ 13329 w 1857396"/>
              <a:gd name="connsiteY8" fmla="*/ 1150878 h 2276895"/>
              <a:gd name="connsiteX9" fmla="*/ 1687 w 1857396"/>
              <a:gd name="connsiteY9" fmla="*/ 1262003 h 2276895"/>
              <a:gd name="connsiteX10" fmla="*/ 31320 w 1857396"/>
              <a:gd name="connsiteY10" fmla="*/ 1405937 h 2276895"/>
              <a:gd name="connsiteX11" fmla="*/ 99053 w 1857396"/>
              <a:gd name="connsiteY11" fmla="*/ 1511770 h 2276895"/>
              <a:gd name="connsiteX12" fmla="*/ 149853 w 1857396"/>
              <a:gd name="connsiteY12" fmla="*/ 1609136 h 2276895"/>
              <a:gd name="connsiteX13" fmla="*/ 213353 w 1857396"/>
              <a:gd name="connsiteY13" fmla="*/ 1626070 h 2276895"/>
              <a:gd name="connsiteX14" fmla="*/ 221820 w 1857396"/>
              <a:gd name="connsiteY14" fmla="*/ 1566803 h 2276895"/>
              <a:gd name="connsiteX15" fmla="*/ 221820 w 1857396"/>
              <a:gd name="connsiteY15" fmla="*/ 1532936 h 2276895"/>
              <a:gd name="connsiteX16" fmla="*/ 348820 w 1857396"/>
              <a:gd name="connsiteY16" fmla="*/ 1761536 h 2276895"/>
              <a:gd name="connsiteX17" fmla="*/ 484287 w 1857396"/>
              <a:gd name="connsiteY17" fmla="*/ 1998603 h 2276895"/>
              <a:gd name="connsiteX18" fmla="*/ 907619 w 1857396"/>
              <a:gd name="connsiteY18" fmla="*/ 2261069 h 2276895"/>
              <a:gd name="connsiteX19" fmla="*/ 1168393 w 1857396"/>
              <a:gd name="connsiteY19" fmla="*/ 2225510 h 2276895"/>
              <a:gd name="connsiteX20" fmla="*/ 1402073 w 1857396"/>
              <a:gd name="connsiteY20" fmla="*/ 2044321 h 2276895"/>
              <a:gd name="connsiteX21" fmla="*/ 1562940 w 1857396"/>
              <a:gd name="connsiteY21" fmla="*/ 1893616 h 2276895"/>
              <a:gd name="connsiteX22" fmla="*/ 1645913 w 1857396"/>
              <a:gd name="connsiteY22" fmla="*/ 1754761 h 2276895"/>
              <a:gd name="connsiteX23" fmla="*/ 1686553 w 1857396"/>
              <a:gd name="connsiteY23" fmla="*/ 1524470 h 2276895"/>
              <a:gd name="connsiteX24" fmla="*/ 1678087 w 1857396"/>
              <a:gd name="connsiteY24" fmla="*/ 1456736 h 2276895"/>
              <a:gd name="connsiteX25" fmla="*/ 1737353 w 1857396"/>
              <a:gd name="connsiteY25" fmla="*/ 1549870 h 2276895"/>
              <a:gd name="connsiteX26" fmla="*/ 1788153 w 1857396"/>
              <a:gd name="connsiteY26" fmla="*/ 1524470 h 2276895"/>
              <a:gd name="connsiteX27" fmla="*/ 1805087 w 1857396"/>
              <a:gd name="connsiteY27" fmla="*/ 1405936 h 2276895"/>
              <a:gd name="connsiteX28" fmla="*/ 1849113 w 1857396"/>
              <a:gd name="connsiteY28" fmla="*/ 1309416 h 2276895"/>
              <a:gd name="connsiteX29" fmla="*/ 1855887 w 1857396"/>
              <a:gd name="connsiteY29" fmla="*/ 1211203 h 2276895"/>
              <a:gd name="connsiteX30" fmla="*/ 1830487 w 1857396"/>
              <a:gd name="connsiteY30" fmla="*/ 1092670 h 2276895"/>
              <a:gd name="connsiteX31" fmla="*/ 1754287 w 1857396"/>
              <a:gd name="connsiteY31" fmla="*/ 1118070 h 2276895"/>
              <a:gd name="connsiteX32" fmla="*/ 1720420 w 1857396"/>
              <a:gd name="connsiteY32" fmla="*/ 1164636 h 2276895"/>
              <a:gd name="connsiteX33" fmla="*/ 1686553 w 1857396"/>
              <a:gd name="connsiteY33" fmla="*/ 1236603 h 2276895"/>
              <a:gd name="connsiteX34" fmla="*/ 1703487 w 1857396"/>
              <a:gd name="connsiteY34" fmla="*/ 830203 h 2276895"/>
              <a:gd name="connsiteX35" fmla="*/ 1669620 w 1857396"/>
              <a:gd name="connsiteY35" fmla="*/ 505083 h 2276895"/>
              <a:gd name="connsiteX36" fmla="*/ 1474887 w 1857396"/>
              <a:gd name="connsiteY36" fmla="*/ 186736 h 2276895"/>
              <a:gd name="connsiteX37" fmla="*/ 1264278 w 1857396"/>
              <a:gd name="connsiteY37" fmla="*/ 62925 h 2276895"/>
              <a:gd name="connsiteX38" fmla="*/ 907620 w 1857396"/>
              <a:gd name="connsiteY38" fmla="*/ 470 h 2276895"/>
              <a:gd name="connsiteX39" fmla="*/ 699128 w 1857396"/>
              <a:gd name="connsiteY39" fmla="*/ 38246 h 2276895"/>
              <a:gd name="connsiteX0" fmla="*/ 699128 w 1857234"/>
              <a:gd name="connsiteY0" fmla="*/ 38246 h 2276895"/>
              <a:gd name="connsiteX1" fmla="*/ 530853 w 1857234"/>
              <a:gd name="connsiteY1" fmla="*/ 109476 h 2276895"/>
              <a:gd name="connsiteX2" fmla="*/ 359403 w 1857234"/>
              <a:gd name="connsiteY2" fmla="*/ 226951 h 2276895"/>
              <a:gd name="connsiteX3" fmla="*/ 194303 w 1857234"/>
              <a:gd name="connsiteY3" fmla="*/ 500001 h 2276895"/>
              <a:gd name="connsiteX4" fmla="*/ 143503 w 1857234"/>
              <a:gd name="connsiteY4" fmla="*/ 690502 h 2276895"/>
              <a:gd name="connsiteX5" fmla="*/ 143503 w 1857234"/>
              <a:gd name="connsiteY5" fmla="*/ 1058801 h 2276895"/>
              <a:gd name="connsiteX6" fmla="*/ 144562 w 1857234"/>
              <a:gd name="connsiteY6" fmla="*/ 1196386 h 2276895"/>
              <a:gd name="connsiteX7" fmla="*/ 92704 w 1857234"/>
              <a:gd name="connsiteY7" fmla="*/ 1145586 h 2276895"/>
              <a:gd name="connsiteX8" fmla="*/ 13329 w 1857234"/>
              <a:gd name="connsiteY8" fmla="*/ 1150878 h 2276895"/>
              <a:gd name="connsiteX9" fmla="*/ 1687 w 1857234"/>
              <a:gd name="connsiteY9" fmla="*/ 1262003 h 2276895"/>
              <a:gd name="connsiteX10" fmla="*/ 31320 w 1857234"/>
              <a:gd name="connsiteY10" fmla="*/ 1405937 h 2276895"/>
              <a:gd name="connsiteX11" fmla="*/ 99053 w 1857234"/>
              <a:gd name="connsiteY11" fmla="*/ 1511770 h 2276895"/>
              <a:gd name="connsiteX12" fmla="*/ 149853 w 1857234"/>
              <a:gd name="connsiteY12" fmla="*/ 1609136 h 2276895"/>
              <a:gd name="connsiteX13" fmla="*/ 213353 w 1857234"/>
              <a:gd name="connsiteY13" fmla="*/ 1626070 h 2276895"/>
              <a:gd name="connsiteX14" fmla="*/ 221820 w 1857234"/>
              <a:gd name="connsiteY14" fmla="*/ 1566803 h 2276895"/>
              <a:gd name="connsiteX15" fmla="*/ 221820 w 1857234"/>
              <a:gd name="connsiteY15" fmla="*/ 1532936 h 2276895"/>
              <a:gd name="connsiteX16" fmla="*/ 348820 w 1857234"/>
              <a:gd name="connsiteY16" fmla="*/ 1761536 h 2276895"/>
              <a:gd name="connsiteX17" fmla="*/ 484287 w 1857234"/>
              <a:gd name="connsiteY17" fmla="*/ 1998603 h 2276895"/>
              <a:gd name="connsiteX18" fmla="*/ 907619 w 1857234"/>
              <a:gd name="connsiteY18" fmla="*/ 2261069 h 2276895"/>
              <a:gd name="connsiteX19" fmla="*/ 1168393 w 1857234"/>
              <a:gd name="connsiteY19" fmla="*/ 2225510 h 2276895"/>
              <a:gd name="connsiteX20" fmla="*/ 1402073 w 1857234"/>
              <a:gd name="connsiteY20" fmla="*/ 2044321 h 2276895"/>
              <a:gd name="connsiteX21" fmla="*/ 1562940 w 1857234"/>
              <a:gd name="connsiteY21" fmla="*/ 1893616 h 2276895"/>
              <a:gd name="connsiteX22" fmla="*/ 1645913 w 1857234"/>
              <a:gd name="connsiteY22" fmla="*/ 1754761 h 2276895"/>
              <a:gd name="connsiteX23" fmla="*/ 1686553 w 1857234"/>
              <a:gd name="connsiteY23" fmla="*/ 1524470 h 2276895"/>
              <a:gd name="connsiteX24" fmla="*/ 1678087 w 1857234"/>
              <a:gd name="connsiteY24" fmla="*/ 1456736 h 2276895"/>
              <a:gd name="connsiteX25" fmla="*/ 1737353 w 1857234"/>
              <a:gd name="connsiteY25" fmla="*/ 1549870 h 2276895"/>
              <a:gd name="connsiteX26" fmla="*/ 1788153 w 1857234"/>
              <a:gd name="connsiteY26" fmla="*/ 1524470 h 2276895"/>
              <a:gd name="connsiteX27" fmla="*/ 1810167 w 1857234"/>
              <a:gd name="connsiteY27" fmla="*/ 1405936 h 2276895"/>
              <a:gd name="connsiteX28" fmla="*/ 1849113 w 1857234"/>
              <a:gd name="connsiteY28" fmla="*/ 1309416 h 2276895"/>
              <a:gd name="connsiteX29" fmla="*/ 1855887 w 1857234"/>
              <a:gd name="connsiteY29" fmla="*/ 1211203 h 2276895"/>
              <a:gd name="connsiteX30" fmla="*/ 1830487 w 1857234"/>
              <a:gd name="connsiteY30" fmla="*/ 1092670 h 2276895"/>
              <a:gd name="connsiteX31" fmla="*/ 1754287 w 1857234"/>
              <a:gd name="connsiteY31" fmla="*/ 1118070 h 2276895"/>
              <a:gd name="connsiteX32" fmla="*/ 1720420 w 1857234"/>
              <a:gd name="connsiteY32" fmla="*/ 1164636 h 2276895"/>
              <a:gd name="connsiteX33" fmla="*/ 1686553 w 1857234"/>
              <a:gd name="connsiteY33" fmla="*/ 1236603 h 2276895"/>
              <a:gd name="connsiteX34" fmla="*/ 1703487 w 1857234"/>
              <a:gd name="connsiteY34" fmla="*/ 830203 h 2276895"/>
              <a:gd name="connsiteX35" fmla="*/ 1669620 w 1857234"/>
              <a:gd name="connsiteY35" fmla="*/ 505083 h 2276895"/>
              <a:gd name="connsiteX36" fmla="*/ 1474887 w 1857234"/>
              <a:gd name="connsiteY36" fmla="*/ 186736 h 2276895"/>
              <a:gd name="connsiteX37" fmla="*/ 1264278 w 1857234"/>
              <a:gd name="connsiteY37" fmla="*/ 62925 h 2276895"/>
              <a:gd name="connsiteX38" fmla="*/ 907620 w 1857234"/>
              <a:gd name="connsiteY38" fmla="*/ 470 h 2276895"/>
              <a:gd name="connsiteX39" fmla="*/ 699128 w 1857234"/>
              <a:gd name="connsiteY39" fmla="*/ 38246 h 2276895"/>
              <a:gd name="connsiteX0" fmla="*/ 699128 w 1857234"/>
              <a:gd name="connsiteY0" fmla="*/ 38246 h 2279038"/>
              <a:gd name="connsiteX1" fmla="*/ 530853 w 1857234"/>
              <a:gd name="connsiteY1" fmla="*/ 109476 h 2279038"/>
              <a:gd name="connsiteX2" fmla="*/ 359403 w 1857234"/>
              <a:gd name="connsiteY2" fmla="*/ 226951 h 2279038"/>
              <a:gd name="connsiteX3" fmla="*/ 194303 w 1857234"/>
              <a:gd name="connsiteY3" fmla="*/ 500001 h 2279038"/>
              <a:gd name="connsiteX4" fmla="*/ 143503 w 1857234"/>
              <a:gd name="connsiteY4" fmla="*/ 690502 h 2279038"/>
              <a:gd name="connsiteX5" fmla="*/ 143503 w 1857234"/>
              <a:gd name="connsiteY5" fmla="*/ 1058801 h 2279038"/>
              <a:gd name="connsiteX6" fmla="*/ 144562 w 1857234"/>
              <a:gd name="connsiteY6" fmla="*/ 1196386 h 2279038"/>
              <a:gd name="connsiteX7" fmla="*/ 92704 w 1857234"/>
              <a:gd name="connsiteY7" fmla="*/ 1145586 h 2279038"/>
              <a:gd name="connsiteX8" fmla="*/ 13329 w 1857234"/>
              <a:gd name="connsiteY8" fmla="*/ 1150878 h 2279038"/>
              <a:gd name="connsiteX9" fmla="*/ 1687 w 1857234"/>
              <a:gd name="connsiteY9" fmla="*/ 1262003 h 2279038"/>
              <a:gd name="connsiteX10" fmla="*/ 31320 w 1857234"/>
              <a:gd name="connsiteY10" fmla="*/ 1405937 h 2279038"/>
              <a:gd name="connsiteX11" fmla="*/ 99053 w 1857234"/>
              <a:gd name="connsiteY11" fmla="*/ 1511770 h 2279038"/>
              <a:gd name="connsiteX12" fmla="*/ 149853 w 1857234"/>
              <a:gd name="connsiteY12" fmla="*/ 1609136 h 2279038"/>
              <a:gd name="connsiteX13" fmla="*/ 213353 w 1857234"/>
              <a:gd name="connsiteY13" fmla="*/ 1626070 h 2279038"/>
              <a:gd name="connsiteX14" fmla="*/ 221820 w 1857234"/>
              <a:gd name="connsiteY14" fmla="*/ 1566803 h 2279038"/>
              <a:gd name="connsiteX15" fmla="*/ 221820 w 1857234"/>
              <a:gd name="connsiteY15" fmla="*/ 1532936 h 2279038"/>
              <a:gd name="connsiteX16" fmla="*/ 348820 w 1857234"/>
              <a:gd name="connsiteY16" fmla="*/ 1761536 h 2279038"/>
              <a:gd name="connsiteX17" fmla="*/ 484287 w 1857234"/>
              <a:gd name="connsiteY17" fmla="*/ 1998603 h 2279038"/>
              <a:gd name="connsiteX18" fmla="*/ 907619 w 1857234"/>
              <a:gd name="connsiteY18" fmla="*/ 2261069 h 2279038"/>
              <a:gd name="connsiteX19" fmla="*/ 1132832 w 1857234"/>
              <a:gd name="connsiteY19" fmla="*/ 2232550 h 2279038"/>
              <a:gd name="connsiteX20" fmla="*/ 1402073 w 1857234"/>
              <a:gd name="connsiteY20" fmla="*/ 2044321 h 2279038"/>
              <a:gd name="connsiteX21" fmla="*/ 1562940 w 1857234"/>
              <a:gd name="connsiteY21" fmla="*/ 1893616 h 2279038"/>
              <a:gd name="connsiteX22" fmla="*/ 1645913 w 1857234"/>
              <a:gd name="connsiteY22" fmla="*/ 1754761 h 2279038"/>
              <a:gd name="connsiteX23" fmla="*/ 1686553 w 1857234"/>
              <a:gd name="connsiteY23" fmla="*/ 1524470 h 2279038"/>
              <a:gd name="connsiteX24" fmla="*/ 1678087 w 1857234"/>
              <a:gd name="connsiteY24" fmla="*/ 1456736 h 2279038"/>
              <a:gd name="connsiteX25" fmla="*/ 1737353 w 1857234"/>
              <a:gd name="connsiteY25" fmla="*/ 1549870 h 2279038"/>
              <a:gd name="connsiteX26" fmla="*/ 1788153 w 1857234"/>
              <a:gd name="connsiteY26" fmla="*/ 1524470 h 2279038"/>
              <a:gd name="connsiteX27" fmla="*/ 1810167 w 1857234"/>
              <a:gd name="connsiteY27" fmla="*/ 1405936 h 2279038"/>
              <a:gd name="connsiteX28" fmla="*/ 1849113 w 1857234"/>
              <a:gd name="connsiteY28" fmla="*/ 1309416 h 2279038"/>
              <a:gd name="connsiteX29" fmla="*/ 1855887 w 1857234"/>
              <a:gd name="connsiteY29" fmla="*/ 1211203 h 2279038"/>
              <a:gd name="connsiteX30" fmla="*/ 1830487 w 1857234"/>
              <a:gd name="connsiteY30" fmla="*/ 1092670 h 2279038"/>
              <a:gd name="connsiteX31" fmla="*/ 1754287 w 1857234"/>
              <a:gd name="connsiteY31" fmla="*/ 1118070 h 2279038"/>
              <a:gd name="connsiteX32" fmla="*/ 1720420 w 1857234"/>
              <a:gd name="connsiteY32" fmla="*/ 1164636 h 2279038"/>
              <a:gd name="connsiteX33" fmla="*/ 1686553 w 1857234"/>
              <a:gd name="connsiteY33" fmla="*/ 1236603 h 2279038"/>
              <a:gd name="connsiteX34" fmla="*/ 1703487 w 1857234"/>
              <a:gd name="connsiteY34" fmla="*/ 830203 h 2279038"/>
              <a:gd name="connsiteX35" fmla="*/ 1669620 w 1857234"/>
              <a:gd name="connsiteY35" fmla="*/ 505083 h 2279038"/>
              <a:gd name="connsiteX36" fmla="*/ 1474887 w 1857234"/>
              <a:gd name="connsiteY36" fmla="*/ 186736 h 2279038"/>
              <a:gd name="connsiteX37" fmla="*/ 1264278 w 1857234"/>
              <a:gd name="connsiteY37" fmla="*/ 62925 h 2279038"/>
              <a:gd name="connsiteX38" fmla="*/ 907620 w 1857234"/>
              <a:gd name="connsiteY38" fmla="*/ 470 h 2279038"/>
              <a:gd name="connsiteX39" fmla="*/ 699128 w 1857234"/>
              <a:gd name="connsiteY39" fmla="*/ 38246 h 2279038"/>
              <a:gd name="connsiteX0" fmla="*/ 699128 w 1857234"/>
              <a:gd name="connsiteY0" fmla="*/ 38246 h 2263673"/>
              <a:gd name="connsiteX1" fmla="*/ 530853 w 1857234"/>
              <a:gd name="connsiteY1" fmla="*/ 109476 h 2263673"/>
              <a:gd name="connsiteX2" fmla="*/ 359403 w 1857234"/>
              <a:gd name="connsiteY2" fmla="*/ 226951 h 2263673"/>
              <a:gd name="connsiteX3" fmla="*/ 194303 w 1857234"/>
              <a:gd name="connsiteY3" fmla="*/ 500001 h 2263673"/>
              <a:gd name="connsiteX4" fmla="*/ 143503 w 1857234"/>
              <a:gd name="connsiteY4" fmla="*/ 690502 h 2263673"/>
              <a:gd name="connsiteX5" fmla="*/ 143503 w 1857234"/>
              <a:gd name="connsiteY5" fmla="*/ 1058801 h 2263673"/>
              <a:gd name="connsiteX6" fmla="*/ 144562 w 1857234"/>
              <a:gd name="connsiteY6" fmla="*/ 1196386 h 2263673"/>
              <a:gd name="connsiteX7" fmla="*/ 92704 w 1857234"/>
              <a:gd name="connsiteY7" fmla="*/ 1145586 h 2263673"/>
              <a:gd name="connsiteX8" fmla="*/ 13329 w 1857234"/>
              <a:gd name="connsiteY8" fmla="*/ 1150878 h 2263673"/>
              <a:gd name="connsiteX9" fmla="*/ 1687 w 1857234"/>
              <a:gd name="connsiteY9" fmla="*/ 1262003 h 2263673"/>
              <a:gd name="connsiteX10" fmla="*/ 31320 w 1857234"/>
              <a:gd name="connsiteY10" fmla="*/ 1405937 h 2263673"/>
              <a:gd name="connsiteX11" fmla="*/ 99053 w 1857234"/>
              <a:gd name="connsiteY11" fmla="*/ 1511770 h 2263673"/>
              <a:gd name="connsiteX12" fmla="*/ 149853 w 1857234"/>
              <a:gd name="connsiteY12" fmla="*/ 1609136 h 2263673"/>
              <a:gd name="connsiteX13" fmla="*/ 213353 w 1857234"/>
              <a:gd name="connsiteY13" fmla="*/ 1626070 h 2263673"/>
              <a:gd name="connsiteX14" fmla="*/ 221820 w 1857234"/>
              <a:gd name="connsiteY14" fmla="*/ 1566803 h 2263673"/>
              <a:gd name="connsiteX15" fmla="*/ 221820 w 1857234"/>
              <a:gd name="connsiteY15" fmla="*/ 1532936 h 2263673"/>
              <a:gd name="connsiteX16" fmla="*/ 348820 w 1857234"/>
              <a:gd name="connsiteY16" fmla="*/ 1761536 h 2263673"/>
              <a:gd name="connsiteX17" fmla="*/ 484287 w 1857234"/>
              <a:gd name="connsiteY17" fmla="*/ 1998603 h 2263673"/>
              <a:gd name="connsiteX18" fmla="*/ 868502 w 1857234"/>
              <a:gd name="connsiteY18" fmla="*/ 2239950 h 2263673"/>
              <a:gd name="connsiteX19" fmla="*/ 1132832 w 1857234"/>
              <a:gd name="connsiteY19" fmla="*/ 2232550 h 2263673"/>
              <a:gd name="connsiteX20" fmla="*/ 1402073 w 1857234"/>
              <a:gd name="connsiteY20" fmla="*/ 2044321 h 2263673"/>
              <a:gd name="connsiteX21" fmla="*/ 1562940 w 1857234"/>
              <a:gd name="connsiteY21" fmla="*/ 1893616 h 2263673"/>
              <a:gd name="connsiteX22" fmla="*/ 1645913 w 1857234"/>
              <a:gd name="connsiteY22" fmla="*/ 1754761 h 2263673"/>
              <a:gd name="connsiteX23" fmla="*/ 1686553 w 1857234"/>
              <a:gd name="connsiteY23" fmla="*/ 1524470 h 2263673"/>
              <a:gd name="connsiteX24" fmla="*/ 1678087 w 1857234"/>
              <a:gd name="connsiteY24" fmla="*/ 1456736 h 2263673"/>
              <a:gd name="connsiteX25" fmla="*/ 1737353 w 1857234"/>
              <a:gd name="connsiteY25" fmla="*/ 1549870 h 2263673"/>
              <a:gd name="connsiteX26" fmla="*/ 1788153 w 1857234"/>
              <a:gd name="connsiteY26" fmla="*/ 1524470 h 2263673"/>
              <a:gd name="connsiteX27" fmla="*/ 1810167 w 1857234"/>
              <a:gd name="connsiteY27" fmla="*/ 1405936 h 2263673"/>
              <a:gd name="connsiteX28" fmla="*/ 1849113 w 1857234"/>
              <a:gd name="connsiteY28" fmla="*/ 1309416 h 2263673"/>
              <a:gd name="connsiteX29" fmla="*/ 1855887 w 1857234"/>
              <a:gd name="connsiteY29" fmla="*/ 1211203 h 2263673"/>
              <a:gd name="connsiteX30" fmla="*/ 1830487 w 1857234"/>
              <a:gd name="connsiteY30" fmla="*/ 1092670 h 2263673"/>
              <a:gd name="connsiteX31" fmla="*/ 1754287 w 1857234"/>
              <a:gd name="connsiteY31" fmla="*/ 1118070 h 2263673"/>
              <a:gd name="connsiteX32" fmla="*/ 1720420 w 1857234"/>
              <a:gd name="connsiteY32" fmla="*/ 1164636 h 2263673"/>
              <a:gd name="connsiteX33" fmla="*/ 1686553 w 1857234"/>
              <a:gd name="connsiteY33" fmla="*/ 1236603 h 2263673"/>
              <a:gd name="connsiteX34" fmla="*/ 1703487 w 1857234"/>
              <a:gd name="connsiteY34" fmla="*/ 830203 h 2263673"/>
              <a:gd name="connsiteX35" fmla="*/ 1669620 w 1857234"/>
              <a:gd name="connsiteY35" fmla="*/ 505083 h 2263673"/>
              <a:gd name="connsiteX36" fmla="*/ 1474887 w 1857234"/>
              <a:gd name="connsiteY36" fmla="*/ 186736 h 2263673"/>
              <a:gd name="connsiteX37" fmla="*/ 1264278 w 1857234"/>
              <a:gd name="connsiteY37" fmla="*/ 62925 h 2263673"/>
              <a:gd name="connsiteX38" fmla="*/ 907620 w 1857234"/>
              <a:gd name="connsiteY38" fmla="*/ 470 h 2263673"/>
              <a:gd name="connsiteX39" fmla="*/ 699128 w 1857234"/>
              <a:gd name="connsiteY39" fmla="*/ 38246 h 2263673"/>
              <a:gd name="connsiteX0" fmla="*/ 699128 w 1857234"/>
              <a:gd name="connsiteY0" fmla="*/ 38246 h 2262944"/>
              <a:gd name="connsiteX1" fmla="*/ 530853 w 1857234"/>
              <a:gd name="connsiteY1" fmla="*/ 109476 h 2262944"/>
              <a:gd name="connsiteX2" fmla="*/ 359403 w 1857234"/>
              <a:gd name="connsiteY2" fmla="*/ 226951 h 2262944"/>
              <a:gd name="connsiteX3" fmla="*/ 194303 w 1857234"/>
              <a:gd name="connsiteY3" fmla="*/ 500001 h 2262944"/>
              <a:gd name="connsiteX4" fmla="*/ 143503 w 1857234"/>
              <a:gd name="connsiteY4" fmla="*/ 690502 h 2262944"/>
              <a:gd name="connsiteX5" fmla="*/ 143503 w 1857234"/>
              <a:gd name="connsiteY5" fmla="*/ 1058801 h 2262944"/>
              <a:gd name="connsiteX6" fmla="*/ 144562 w 1857234"/>
              <a:gd name="connsiteY6" fmla="*/ 1196386 h 2262944"/>
              <a:gd name="connsiteX7" fmla="*/ 92704 w 1857234"/>
              <a:gd name="connsiteY7" fmla="*/ 1145586 h 2262944"/>
              <a:gd name="connsiteX8" fmla="*/ 13329 w 1857234"/>
              <a:gd name="connsiteY8" fmla="*/ 1150878 h 2262944"/>
              <a:gd name="connsiteX9" fmla="*/ 1687 w 1857234"/>
              <a:gd name="connsiteY9" fmla="*/ 1262003 h 2262944"/>
              <a:gd name="connsiteX10" fmla="*/ 31320 w 1857234"/>
              <a:gd name="connsiteY10" fmla="*/ 1405937 h 2262944"/>
              <a:gd name="connsiteX11" fmla="*/ 99053 w 1857234"/>
              <a:gd name="connsiteY11" fmla="*/ 1511770 h 2262944"/>
              <a:gd name="connsiteX12" fmla="*/ 149853 w 1857234"/>
              <a:gd name="connsiteY12" fmla="*/ 1609136 h 2262944"/>
              <a:gd name="connsiteX13" fmla="*/ 213353 w 1857234"/>
              <a:gd name="connsiteY13" fmla="*/ 1626070 h 2262944"/>
              <a:gd name="connsiteX14" fmla="*/ 221820 w 1857234"/>
              <a:gd name="connsiteY14" fmla="*/ 1566803 h 2262944"/>
              <a:gd name="connsiteX15" fmla="*/ 221820 w 1857234"/>
              <a:gd name="connsiteY15" fmla="*/ 1532936 h 2262944"/>
              <a:gd name="connsiteX16" fmla="*/ 348820 w 1857234"/>
              <a:gd name="connsiteY16" fmla="*/ 1761536 h 2262944"/>
              <a:gd name="connsiteX17" fmla="*/ 484287 w 1857234"/>
              <a:gd name="connsiteY17" fmla="*/ 1998603 h 2262944"/>
              <a:gd name="connsiteX18" fmla="*/ 868502 w 1857234"/>
              <a:gd name="connsiteY18" fmla="*/ 2239950 h 2262944"/>
              <a:gd name="connsiteX19" fmla="*/ 1132832 w 1857234"/>
              <a:gd name="connsiteY19" fmla="*/ 2232550 h 2262944"/>
              <a:gd name="connsiteX20" fmla="*/ 1370068 w 1857234"/>
              <a:gd name="connsiteY20" fmla="*/ 2058400 h 2262944"/>
              <a:gd name="connsiteX21" fmla="*/ 1562940 w 1857234"/>
              <a:gd name="connsiteY21" fmla="*/ 1893616 h 2262944"/>
              <a:gd name="connsiteX22" fmla="*/ 1645913 w 1857234"/>
              <a:gd name="connsiteY22" fmla="*/ 1754761 h 2262944"/>
              <a:gd name="connsiteX23" fmla="*/ 1686553 w 1857234"/>
              <a:gd name="connsiteY23" fmla="*/ 1524470 h 2262944"/>
              <a:gd name="connsiteX24" fmla="*/ 1678087 w 1857234"/>
              <a:gd name="connsiteY24" fmla="*/ 1456736 h 2262944"/>
              <a:gd name="connsiteX25" fmla="*/ 1737353 w 1857234"/>
              <a:gd name="connsiteY25" fmla="*/ 1549870 h 2262944"/>
              <a:gd name="connsiteX26" fmla="*/ 1788153 w 1857234"/>
              <a:gd name="connsiteY26" fmla="*/ 1524470 h 2262944"/>
              <a:gd name="connsiteX27" fmla="*/ 1810167 w 1857234"/>
              <a:gd name="connsiteY27" fmla="*/ 1405936 h 2262944"/>
              <a:gd name="connsiteX28" fmla="*/ 1849113 w 1857234"/>
              <a:gd name="connsiteY28" fmla="*/ 1309416 h 2262944"/>
              <a:gd name="connsiteX29" fmla="*/ 1855887 w 1857234"/>
              <a:gd name="connsiteY29" fmla="*/ 1211203 h 2262944"/>
              <a:gd name="connsiteX30" fmla="*/ 1830487 w 1857234"/>
              <a:gd name="connsiteY30" fmla="*/ 1092670 h 2262944"/>
              <a:gd name="connsiteX31" fmla="*/ 1754287 w 1857234"/>
              <a:gd name="connsiteY31" fmla="*/ 1118070 h 2262944"/>
              <a:gd name="connsiteX32" fmla="*/ 1720420 w 1857234"/>
              <a:gd name="connsiteY32" fmla="*/ 1164636 h 2262944"/>
              <a:gd name="connsiteX33" fmla="*/ 1686553 w 1857234"/>
              <a:gd name="connsiteY33" fmla="*/ 1236603 h 2262944"/>
              <a:gd name="connsiteX34" fmla="*/ 1703487 w 1857234"/>
              <a:gd name="connsiteY34" fmla="*/ 830203 h 2262944"/>
              <a:gd name="connsiteX35" fmla="*/ 1669620 w 1857234"/>
              <a:gd name="connsiteY35" fmla="*/ 505083 h 2262944"/>
              <a:gd name="connsiteX36" fmla="*/ 1474887 w 1857234"/>
              <a:gd name="connsiteY36" fmla="*/ 186736 h 2262944"/>
              <a:gd name="connsiteX37" fmla="*/ 1264278 w 1857234"/>
              <a:gd name="connsiteY37" fmla="*/ 62925 h 2262944"/>
              <a:gd name="connsiteX38" fmla="*/ 907620 w 1857234"/>
              <a:gd name="connsiteY38" fmla="*/ 470 h 2262944"/>
              <a:gd name="connsiteX39" fmla="*/ 699128 w 1857234"/>
              <a:gd name="connsiteY39" fmla="*/ 38246 h 2262944"/>
              <a:gd name="connsiteX0" fmla="*/ 699128 w 1857234"/>
              <a:gd name="connsiteY0" fmla="*/ 38246 h 2262944"/>
              <a:gd name="connsiteX1" fmla="*/ 530853 w 1857234"/>
              <a:gd name="connsiteY1" fmla="*/ 109476 h 2262944"/>
              <a:gd name="connsiteX2" fmla="*/ 359403 w 1857234"/>
              <a:gd name="connsiteY2" fmla="*/ 226951 h 2262944"/>
              <a:gd name="connsiteX3" fmla="*/ 194303 w 1857234"/>
              <a:gd name="connsiteY3" fmla="*/ 500001 h 2262944"/>
              <a:gd name="connsiteX4" fmla="*/ 143503 w 1857234"/>
              <a:gd name="connsiteY4" fmla="*/ 690502 h 2262944"/>
              <a:gd name="connsiteX5" fmla="*/ 143503 w 1857234"/>
              <a:gd name="connsiteY5" fmla="*/ 1058801 h 2262944"/>
              <a:gd name="connsiteX6" fmla="*/ 144562 w 1857234"/>
              <a:gd name="connsiteY6" fmla="*/ 1196386 h 2262944"/>
              <a:gd name="connsiteX7" fmla="*/ 92704 w 1857234"/>
              <a:gd name="connsiteY7" fmla="*/ 1145586 h 2262944"/>
              <a:gd name="connsiteX8" fmla="*/ 13329 w 1857234"/>
              <a:gd name="connsiteY8" fmla="*/ 1150878 h 2262944"/>
              <a:gd name="connsiteX9" fmla="*/ 1687 w 1857234"/>
              <a:gd name="connsiteY9" fmla="*/ 1262003 h 2262944"/>
              <a:gd name="connsiteX10" fmla="*/ 31320 w 1857234"/>
              <a:gd name="connsiteY10" fmla="*/ 1405937 h 2262944"/>
              <a:gd name="connsiteX11" fmla="*/ 99053 w 1857234"/>
              <a:gd name="connsiteY11" fmla="*/ 1511770 h 2262944"/>
              <a:gd name="connsiteX12" fmla="*/ 149853 w 1857234"/>
              <a:gd name="connsiteY12" fmla="*/ 1609136 h 2262944"/>
              <a:gd name="connsiteX13" fmla="*/ 213353 w 1857234"/>
              <a:gd name="connsiteY13" fmla="*/ 1626070 h 2262944"/>
              <a:gd name="connsiteX14" fmla="*/ 221820 w 1857234"/>
              <a:gd name="connsiteY14" fmla="*/ 1566803 h 2262944"/>
              <a:gd name="connsiteX15" fmla="*/ 221820 w 1857234"/>
              <a:gd name="connsiteY15" fmla="*/ 1532936 h 2262944"/>
              <a:gd name="connsiteX16" fmla="*/ 348820 w 1857234"/>
              <a:gd name="connsiteY16" fmla="*/ 1761536 h 2262944"/>
              <a:gd name="connsiteX17" fmla="*/ 484287 w 1857234"/>
              <a:gd name="connsiteY17" fmla="*/ 1998603 h 2262944"/>
              <a:gd name="connsiteX18" fmla="*/ 868502 w 1857234"/>
              <a:gd name="connsiteY18" fmla="*/ 2239950 h 2262944"/>
              <a:gd name="connsiteX19" fmla="*/ 1132832 w 1857234"/>
              <a:gd name="connsiteY19" fmla="*/ 2232550 h 2262944"/>
              <a:gd name="connsiteX20" fmla="*/ 1370068 w 1857234"/>
              <a:gd name="connsiteY20" fmla="*/ 2058400 h 2262944"/>
              <a:gd name="connsiteX21" fmla="*/ 1538047 w 1857234"/>
              <a:gd name="connsiteY21" fmla="*/ 1897136 h 2262944"/>
              <a:gd name="connsiteX22" fmla="*/ 1645913 w 1857234"/>
              <a:gd name="connsiteY22" fmla="*/ 1754761 h 2262944"/>
              <a:gd name="connsiteX23" fmla="*/ 1686553 w 1857234"/>
              <a:gd name="connsiteY23" fmla="*/ 1524470 h 2262944"/>
              <a:gd name="connsiteX24" fmla="*/ 1678087 w 1857234"/>
              <a:gd name="connsiteY24" fmla="*/ 1456736 h 2262944"/>
              <a:gd name="connsiteX25" fmla="*/ 1737353 w 1857234"/>
              <a:gd name="connsiteY25" fmla="*/ 1549870 h 2262944"/>
              <a:gd name="connsiteX26" fmla="*/ 1788153 w 1857234"/>
              <a:gd name="connsiteY26" fmla="*/ 1524470 h 2262944"/>
              <a:gd name="connsiteX27" fmla="*/ 1810167 w 1857234"/>
              <a:gd name="connsiteY27" fmla="*/ 1405936 h 2262944"/>
              <a:gd name="connsiteX28" fmla="*/ 1849113 w 1857234"/>
              <a:gd name="connsiteY28" fmla="*/ 1309416 h 2262944"/>
              <a:gd name="connsiteX29" fmla="*/ 1855887 w 1857234"/>
              <a:gd name="connsiteY29" fmla="*/ 1211203 h 2262944"/>
              <a:gd name="connsiteX30" fmla="*/ 1830487 w 1857234"/>
              <a:gd name="connsiteY30" fmla="*/ 1092670 h 2262944"/>
              <a:gd name="connsiteX31" fmla="*/ 1754287 w 1857234"/>
              <a:gd name="connsiteY31" fmla="*/ 1118070 h 2262944"/>
              <a:gd name="connsiteX32" fmla="*/ 1720420 w 1857234"/>
              <a:gd name="connsiteY32" fmla="*/ 1164636 h 2262944"/>
              <a:gd name="connsiteX33" fmla="*/ 1686553 w 1857234"/>
              <a:gd name="connsiteY33" fmla="*/ 1236603 h 2262944"/>
              <a:gd name="connsiteX34" fmla="*/ 1703487 w 1857234"/>
              <a:gd name="connsiteY34" fmla="*/ 830203 h 2262944"/>
              <a:gd name="connsiteX35" fmla="*/ 1669620 w 1857234"/>
              <a:gd name="connsiteY35" fmla="*/ 505083 h 2262944"/>
              <a:gd name="connsiteX36" fmla="*/ 1474887 w 1857234"/>
              <a:gd name="connsiteY36" fmla="*/ 186736 h 2262944"/>
              <a:gd name="connsiteX37" fmla="*/ 1264278 w 1857234"/>
              <a:gd name="connsiteY37" fmla="*/ 62925 h 2262944"/>
              <a:gd name="connsiteX38" fmla="*/ 907620 w 1857234"/>
              <a:gd name="connsiteY38" fmla="*/ 470 h 2262944"/>
              <a:gd name="connsiteX39" fmla="*/ 699128 w 1857234"/>
              <a:gd name="connsiteY39" fmla="*/ 38246 h 2262944"/>
              <a:gd name="connsiteX0" fmla="*/ 699128 w 1857234"/>
              <a:gd name="connsiteY0" fmla="*/ 38246 h 2262944"/>
              <a:gd name="connsiteX1" fmla="*/ 530853 w 1857234"/>
              <a:gd name="connsiteY1" fmla="*/ 109476 h 2262944"/>
              <a:gd name="connsiteX2" fmla="*/ 359403 w 1857234"/>
              <a:gd name="connsiteY2" fmla="*/ 226951 h 2262944"/>
              <a:gd name="connsiteX3" fmla="*/ 194303 w 1857234"/>
              <a:gd name="connsiteY3" fmla="*/ 500001 h 2262944"/>
              <a:gd name="connsiteX4" fmla="*/ 143503 w 1857234"/>
              <a:gd name="connsiteY4" fmla="*/ 690502 h 2262944"/>
              <a:gd name="connsiteX5" fmla="*/ 143503 w 1857234"/>
              <a:gd name="connsiteY5" fmla="*/ 1058801 h 2262944"/>
              <a:gd name="connsiteX6" fmla="*/ 144562 w 1857234"/>
              <a:gd name="connsiteY6" fmla="*/ 1196386 h 2262944"/>
              <a:gd name="connsiteX7" fmla="*/ 92704 w 1857234"/>
              <a:gd name="connsiteY7" fmla="*/ 1145586 h 2262944"/>
              <a:gd name="connsiteX8" fmla="*/ 13329 w 1857234"/>
              <a:gd name="connsiteY8" fmla="*/ 1150878 h 2262944"/>
              <a:gd name="connsiteX9" fmla="*/ 1687 w 1857234"/>
              <a:gd name="connsiteY9" fmla="*/ 1262003 h 2262944"/>
              <a:gd name="connsiteX10" fmla="*/ 31320 w 1857234"/>
              <a:gd name="connsiteY10" fmla="*/ 1405937 h 2262944"/>
              <a:gd name="connsiteX11" fmla="*/ 99053 w 1857234"/>
              <a:gd name="connsiteY11" fmla="*/ 1511770 h 2262944"/>
              <a:gd name="connsiteX12" fmla="*/ 149853 w 1857234"/>
              <a:gd name="connsiteY12" fmla="*/ 1609136 h 2262944"/>
              <a:gd name="connsiteX13" fmla="*/ 213353 w 1857234"/>
              <a:gd name="connsiteY13" fmla="*/ 1626070 h 2262944"/>
              <a:gd name="connsiteX14" fmla="*/ 221820 w 1857234"/>
              <a:gd name="connsiteY14" fmla="*/ 1566803 h 2262944"/>
              <a:gd name="connsiteX15" fmla="*/ 221820 w 1857234"/>
              <a:gd name="connsiteY15" fmla="*/ 1532936 h 2262944"/>
              <a:gd name="connsiteX16" fmla="*/ 348820 w 1857234"/>
              <a:gd name="connsiteY16" fmla="*/ 1761536 h 2262944"/>
              <a:gd name="connsiteX17" fmla="*/ 484287 w 1857234"/>
              <a:gd name="connsiteY17" fmla="*/ 1998603 h 2262944"/>
              <a:gd name="connsiteX18" fmla="*/ 868502 w 1857234"/>
              <a:gd name="connsiteY18" fmla="*/ 2239950 h 2262944"/>
              <a:gd name="connsiteX19" fmla="*/ 1132832 w 1857234"/>
              <a:gd name="connsiteY19" fmla="*/ 2232550 h 2262944"/>
              <a:gd name="connsiteX20" fmla="*/ 1370068 w 1857234"/>
              <a:gd name="connsiteY20" fmla="*/ 2058400 h 2262944"/>
              <a:gd name="connsiteX21" fmla="*/ 1538047 w 1857234"/>
              <a:gd name="connsiteY21" fmla="*/ 1897136 h 2262944"/>
              <a:gd name="connsiteX22" fmla="*/ 1635245 w 1857234"/>
              <a:gd name="connsiteY22" fmla="*/ 1744202 h 2262944"/>
              <a:gd name="connsiteX23" fmla="*/ 1686553 w 1857234"/>
              <a:gd name="connsiteY23" fmla="*/ 1524470 h 2262944"/>
              <a:gd name="connsiteX24" fmla="*/ 1678087 w 1857234"/>
              <a:gd name="connsiteY24" fmla="*/ 1456736 h 2262944"/>
              <a:gd name="connsiteX25" fmla="*/ 1737353 w 1857234"/>
              <a:gd name="connsiteY25" fmla="*/ 1549870 h 2262944"/>
              <a:gd name="connsiteX26" fmla="*/ 1788153 w 1857234"/>
              <a:gd name="connsiteY26" fmla="*/ 1524470 h 2262944"/>
              <a:gd name="connsiteX27" fmla="*/ 1810167 w 1857234"/>
              <a:gd name="connsiteY27" fmla="*/ 1405936 h 2262944"/>
              <a:gd name="connsiteX28" fmla="*/ 1849113 w 1857234"/>
              <a:gd name="connsiteY28" fmla="*/ 1309416 h 2262944"/>
              <a:gd name="connsiteX29" fmla="*/ 1855887 w 1857234"/>
              <a:gd name="connsiteY29" fmla="*/ 1211203 h 2262944"/>
              <a:gd name="connsiteX30" fmla="*/ 1830487 w 1857234"/>
              <a:gd name="connsiteY30" fmla="*/ 1092670 h 2262944"/>
              <a:gd name="connsiteX31" fmla="*/ 1754287 w 1857234"/>
              <a:gd name="connsiteY31" fmla="*/ 1118070 h 2262944"/>
              <a:gd name="connsiteX32" fmla="*/ 1720420 w 1857234"/>
              <a:gd name="connsiteY32" fmla="*/ 1164636 h 2262944"/>
              <a:gd name="connsiteX33" fmla="*/ 1686553 w 1857234"/>
              <a:gd name="connsiteY33" fmla="*/ 1236603 h 2262944"/>
              <a:gd name="connsiteX34" fmla="*/ 1703487 w 1857234"/>
              <a:gd name="connsiteY34" fmla="*/ 830203 h 2262944"/>
              <a:gd name="connsiteX35" fmla="*/ 1669620 w 1857234"/>
              <a:gd name="connsiteY35" fmla="*/ 505083 h 2262944"/>
              <a:gd name="connsiteX36" fmla="*/ 1474887 w 1857234"/>
              <a:gd name="connsiteY36" fmla="*/ 186736 h 2262944"/>
              <a:gd name="connsiteX37" fmla="*/ 1264278 w 1857234"/>
              <a:gd name="connsiteY37" fmla="*/ 62925 h 2262944"/>
              <a:gd name="connsiteX38" fmla="*/ 907620 w 1857234"/>
              <a:gd name="connsiteY38" fmla="*/ 470 h 2262944"/>
              <a:gd name="connsiteX39" fmla="*/ 699128 w 1857234"/>
              <a:gd name="connsiteY39" fmla="*/ 38246 h 2262944"/>
              <a:gd name="connsiteX0" fmla="*/ 699128 w 1857234"/>
              <a:gd name="connsiteY0" fmla="*/ 38246 h 2263942"/>
              <a:gd name="connsiteX1" fmla="*/ 530853 w 1857234"/>
              <a:gd name="connsiteY1" fmla="*/ 109476 h 2263942"/>
              <a:gd name="connsiteX2" fmla="*/ 359403 w 1857234"/>
              <a:gd name="connsiteY2" fmla="*/ 226951 h 2263942"/>
              <a:gd name="connsiteX3" fmla="*/ 194303 w 1857234"/>
              <a:gd name="connsiteY3" fmla="*/ 500001 h 2263942"/>
              <a:gd name="connsiteX4" fmla="*/ 143503 w 1857234"/>
              <a:gd name="connsiteY4" fmla="*/ 690502 h 2263942"/>
              <a:gd name="connsiteX5" fmla="*/ 143503 w 1857234"/>
              <a:gd name="connsiteY5" fmla="*/ 1058801 h 2263942"/>
              <a:gd name="connsiteX6" fmla="*/ 144562 w 1857234"/>
              <a:gd name="connsiteY6" fmla="*/ 1196386 h 2263942"/>
              <a:gd name="connsiteX7" fmla="*/ 92704 w 1857234"/>
              <a:gd name="connsiteY7" fmla="*/ 1145586 h 2263942"/>
              <a:gd name="connsiteX8" fmla="*/ 13329 w 1857234"/>
              <a:gd name="connsiteY8" fmla="*/ 1150878 h 2263942"/>
              <a:gd name="connsiteX9" fmla="*/ 1687 w 1857234"/>
              <a:gd name="connsiteY9" fmla="*/ 1262003 h 2263942"/>
              <a:gd name="connsiteX10" fmla="*/ 31320 w 1857234"/>
              <a:gd name="connsiteY10" fmla="*/ 1405937 h 2263942"/>
              <a:gd name="connsiteX11" fmla="*/ 99053 w 1857234"/>
              <a:gd name="connsiteY11" fmla="*/ 1511770 h 2263942"/>
              <a:gd name="connsiteX12" fmla="*/ 149853 w 1857234"/>
              <a:gd name="connsiteY12" fmla="*/ 1609136 h 2263942"/>
              <a:gd name="connsiteX13" fmla="*/ 213353 w 1857234"/>
              <a:gd name="connsiteY13" fmla="*/ 1626070 h 2263942"/>
              <a:gd name="connsiteX14" fmla="*/ 221820 w 1857234"/>
              <a:gd name="connsiteY14" fmla="*/ 1566803 h 2263942"/>
              <a:gd name="connsiteX15" fmla="*/ 221820 w 1857234"/>
              <a:gd name="connsiteY15" fmla="*/ 1532936 h 2263942"/>
              <a:gd name="connsiteX16" fmla="*/ 348820 w 1857234"/>
              <a:gd name="connsiteY16" fmla="*/ 1761536 h 2263942"/>
              <a:gd name="connsiteX17" fmla="*/ 494956 w 1857234"/>
              <a:gd name="connsiteY17" fmla="*/ 1984524 h 2263942"/>
              <a:gd name="connsiteX18" fmla="*/ 868502 w 1857234"/>
              <a:gd name="connsiteY18" fmla="*/ 2239950 h 2263942"/>
              <a:gd name="connsiteX19" fmla="*/ 1132832 w 1857234"/>
              <a:gd name="connsiteY19" fmla="*/ 2232550 h 2263942"/>
              <a:gd name="connsiteX20" fmla="*/ 1370068 w 1857234"/>
              <a:gd name="connsiteY20" fmla="*/ 2058400 h 2263942"/>
              <a:gd name="connsiteX21" fmla="*/ 1538047 w 1857234"/>
              <a:gd name="connsiteY21" fmla="*/ 1897136 h 2263942"/>
              <a:gd name="connsiteX22" fmla="*/ 1635245 w 1857234"/>
              <a:gd name="connsiteY22" fmla="*/ 1744202 h 2263942"/>
              <a:gd name="connsiteX23" fmla="*/ 1686553 w 1857234"/>
              <a:gd name="connsiteY23" fmla="*/ 1524470 h 2263942"/>
              <a:gd name="connsiteX24" fmla="*/ 1678087 w 1857234"/>
              <a:gd name="connsiteY24" fmla="*/ 1456736 h 2263942"/>
              <a:gd name="connsiteX25" fmla="*/ 1737353 w 1857234"/>
              <a:gd name="connsiteY25" fmla="*/ 1549870 h 2263942"/>
              <a:gd name="connsiteX26" fmla="*/ 1788153 w 1857234"/>
              <a:gd name="connsiteY26" fmla="*/ 1524470 h 2263942"/>
              <a:gd name="connsiteX27" fmla="*/ 1810167 w 1857234"/>
              <a:gd name="connsiteY27" fmla="*/ 1405936 h 2263942"/>
              <a:gd name="connsiteX28" fmla="*/ 1849113 w 1857234"/>
              <a:gd name="connsiteY28" fmla="*/ 1309416 h 2263942"/>
              <a:gd name="connsiteX29" fmla="*/ 1855887 w 1857234"/>
              <a:gd name="connsiteY29" fmla="*/ 1211203 h 2263942"/>
              <a:gd name="connsiteX30" fmla="*/ 1830487 w 1857234"/>
              <a:gd name="connsiteY30" fmla="*/ 1092670 h 2263942"/>
              <a:gd name="connsiteX31" fmla="*/ 1754287 w 1857234"/>
              <a:gd name="connsiteY31" fmla="*/ 1118070 h 2263942"/>
              <a:gd name="connsiteX32" fmla="*/ 1720420 w 1857234"/>
              <a:gd name="connsiteY32" fmla="*/ 1164636 h 2263942"/>
              <a:gd name="connsiteX33" fmla="*/ 1686553 w 1857234"/>
              <a:gd name="connsiteY33" fmla="*/ 1236603 h 2263942"/>
              <a:gd name="connsiteX34" fmla="*/ 1703487 w 1857234"/>
              <a:gd name="connsiteY34" fmla="*/ 830203 h 2263942"/>
              <a:gd name="connsiteX35" fmla="*/ 1669620 w 1857234"/>
              <a:gd name="connsiteY35" fmla="*/ 505083 h 2263942"/>
              <a:gd name="connsiteX36" fmla="*/ 1474887 w 1857234"/>
              <a:gd name="connsiteY36" fmla="*/ 186736 h 2263942"/>
              <a:gd name="connsiteX37" fmla="*/ 1264278 w 1857234"/>
              <a:gd name="connsiteY37" fmla="*/ 62925 h 2263942"/>
              <a:gd name="connsiteX38" fmla="*/ 907620 w 1857234"/>
              <a:gd name="connsiteY38" fmla="*/ 470 h 2263942"/>
              <a:gd name="connsiteX39" fmla="*/ 699128 w 1857234"/>
              <a:gd name="connsiteY39" fmla="*/ 38246 h 2263942"/>
              <a:gd name="connsiteX0" fmla="*/ 699128 w 1857234"/>
              <a:gd name="connsiteY0" fmla="*/ 38246 h 2255841"/>
              <a:gd name="connsiteX1" fmla="*/ 530853 w 1857234"/>
              <a:gd name="connsiteY1" fmla="*/ 109476 h 2255841"/>
              <a:gd name="connsiteX2" fmla="*/ 359403 w 1857234"/>
              <a:gd name="connsiteY2" fmla="*/ 226951 h 2255841"/>
              <a:gd name="connsiteX3" fmla="*/ 194303 w 1857234"/>
              <a:gd name="connsiteY3" fmla="*/ 500001 h 2255841"/>
              <a:gd name="connsiteX4" fmla="*/ 143503 w 1857234"/>
              <a:gd name="connsiteY4" fmla="*/ 690502 h 2255841"/>
              <a:gd name="connsiteX5" fmla="*/ 143503 w 1857234"/>
              <a:gd name="connsiteY5" fmla="*/ 1058801 h 2255841"/>
              <a:gd name="connsiteX6" fmla="*/ 144562 w 1857234"/>
              <a:gd name="connsiteY6" fmla="*/ 1196386 h 2255841"/>
              <a:gd name="connsiteX7" fmla="*/ 92704 w 1857234"/>
              <a:gd name="connsiteY7" fmla="*/ 1145586 h 2255841"/>
              <a:gd name="connsiteX8" fmla="*/ 13329 w 1857234"/>
              <a:gd name="connsiteY8" fmla="*/ 1150878 h 2255841"/>
              <a:gd name="connsiteX9" fmla="*/ 1687 w 1857234"/>
              <a:gd name="connsiteY9" fmla="*/ 1262003 h 2255841"/>
              <a:gd name="connsiteX10" fmla="*/ 31320 w 1857234"/>
              <a:gd name="connsiteY10" fmla="*/ 1405937 h 2255841"/>
              <a:gd name="connsiteX11" fmla="*/ 99053 w 1857234"/>
              <a:gd name="connsiteY11" fmla="*/ 1511770 h 2255841"/>
              <a:gd name="connsiteX12" fmla="*/ 149853 w 1857234"/>
              <a:gd name="connsiteY12" fmla="*/ 1609136 h 2255841"/>
              <a:gd name="connsiteX13" fmla="*/ 213353 w 1857234"/>
              <a:gd name="connsiteY13" fmla="*/ 1626070 h 2255841"/>
              <a:gd name="connsiteX14" fmla="*/ 221820 w 1857234"/>
              <a:gd name="connsiteY14" fmla="*/ 1566803 h 2255841"/>
              <a:gd name="connsiteX15" fmla="*/ 221820 w 1857234"/>
              <a:gd name="connsiteY15" fmla="*/ 1532936 h 2255841"/>
              <a:gd name="connsiteX16" fmla="*/ 348820 w 1857234"/>
              <a:gd name="connsiteY16" fmla="*/ 1761536 h 2255841"/>
              <a:gd name="connsiteX17" fmla="*/ 494956 w 1857234"/>
              <a:gd name="connsiteY17" fmla="*/ 1984524 h 2255841"/>
              <a:gd name="connsiteX18" fmla="*/ 567865 w 1857234"/>
              <a:gd name="connsiteY18" fmla="*/ 2101798 h 2255841"/>
              <a:gd name="connsiteX19" fmla="*/ 868502 w 1857234"/>
              <a:gd name="connsiteY19" fmla="*/ 2239950 h 2255841"/>
              <a:gd name="connsiteX20" fmla="*/ 1132832 w 1857234"/>
              <a:gd name="connsiteY20" fmla="*/ 2232550 h 2255841"/>
              <a:gd name="connsiteX21" fmla="*/ 1370068 w 1857234"/>
              <a:gd name="connsiteY21" fmla="*/ 2058400 h 2255841"/>
              <a:gd name="connsiteX22" fmla="*/ 1538047 w 1857234"/>
              <a:gd name="connsiteY22" fmla="*/ 1897136 h 2255841"/>
              <a:gd name="connsiteX23" fmla="*/ 1635245 w 1857234"/>
              <a:gd name="connsiteY23" fmla="*/ 1744202 h 2255841"/>
              <a:gd name="connsiteX24" fmla="*/ 1686553 w 1857234"/>
              <a:gd name="connsiteY24" fmla="*/ 1524470 h 2255841"/>
              <a:gd name="connsiteX25" fmla="*/ 1678087 w 1857234"/>
              <a:gd name="connsiteY25" fmla="*/ 1456736 h 2255841"/>
              <a:gd name="connsiteX26" fmla="*/ 1737353 w 1857234"/>
              <a:gd name="connsiteY26" fmla="*/ 1549870 h 2255841"/>
              <a:gd name="connsiteX27" fmla="*/ 1788153 w 1857234"/>
              <a:gd name="connsiteY27" fmla="*/ 1524470 h 2255841"/>
              <a:gd name="connsiteX28" fmla="*/ 1810167 w 1857234"/>
              <a:gd name="connsiteY28" fmla="*/ 1405936 h 2255841"/>
              <a:gd name="connsiteX29" fmla="*/ 1849113 w 1857234"/>
              <a:gd name="connsiteY29" fmla="*/ 1309416 h 2255841"/>
              <a:gd name="connsiteX30" fmla="*/ 1855887 w 1857234"/>
              <a:gd name="connsiteY30" fmla="*/ 1211203 h 2255841"/>
              <a:gd name="connsiteX31" fmla="*/ 1830487 w 1857234"/>
              <a:gd name="connsiteY31" fmla="*/ 1092670 h 2255841"/>
              <a:gd name="connsiteX32" fmla="*/ 1754287 w 1857234"/>
              <a:gd name="connsiteY32" fmla="*/ 1118070 h 2255841"/>
              <a:gd name="connsiteX33" fmla="*/ 1720420 w 1857234"/>
              <a:gd name="connsiteY33" fmla="*/ 1164636 h 2255841"/>
              <a:gd name="connsiteX34" fmla="*/ 1686553 w 1857234"/>
              <a:gd name="connsiteY34" fmla="*/ 1236603 h 2255841"/>
              <a:gd name="connsiteX35" fmla="*/ 1703487 w 1857234"/>
              <a:gd name="connsiteY35" fmla="*/ 830203 h 2255841"/>
              <a:gd name="connsiteX36" fmla="*/ 1669620 w 1857234"/>
              <a:gd name="connsiteY36" fmla="*/ 505083 h 2255841"/>
              <a:gd name="connsiteX37" fmla="*/ 1474887 w 1857234"/>
              <a:gd name="connsiteY37" fmla="*/ 186736 h 2255841"/>
              <a:gd name="connsiteX38" fmla="*/ 1264278 w 1857234"/>
              <a:gd name="connsiteY38" fmla="*/ 62925 h 2255841"/>
              <a:gd name="connsiteX39" fmla="*/ 907620 w 1857234"/>
              <a:gd name="connsiteY39" fmla="*/ 470 h 2255841"/>
              <a:gd name="connsiteX40" fmla="*/ 699128 w 1857234"/>
              <a:gd name="connsiteY40" fmla="*/ 38246 h 2255841"/>
              <a:gd name="connsiteX0" fmla="*/ 699128 w 1857234"/>
              <a:gd name="connsiteY0" fmla="*/ 38246 h 2265321"/>
              <a:gd name="connsiteX1" fmla="*/ 530853 w 1857234"/>
              <a:gd name="connsiteY1" fmla="*/ 109476 h 2265321"/>
              <a:gd name="connsiteX2" fmla="*/ 359403 w 1857234"/>
              <a:gd name="connsiteY2" fmla="*/ 226951 h 2265321"/>
              <a:gd name="connsiteX3" fmla="*/ 194303 w 1857234"/>
              <a:gd name="connsiteY3" fmla="*/ 500001 h 2265321"/>
              <a:gd name="connsiteX4" fmla="*/ 143503 w 1857234"/>
              <a:gd name="connsiteY4" fmla="*/ 690502 h 2265321"/>
              <a:gd name="connsiteX5" fmla="*/ 143503 w 1857234"/>
              <a:gd name="connsiteY5" fmla="*/ 1058801 h 2265321"/>
              <a:gd name="connsiteX6" fmla="*/ 144562 w 1857234"/>
              <a:gd name="connsiteY6" fmla="*/ 1196386 h 2265321"/>
              <a:gd name="connsiteX7" fmla="*/ 92704 w 1857234"/>
              <a:gd name="connsiteY7" fmla="*/ 1145586 h 2265321"/>
              <a:gd name="connsiteX8" fmla="*/ 13329 w 1857234"/>
              <a:gd name="connsiteY8" fmla="*/ 1150878 h 2265321"/>
              <a:gd name="connsiteX9" fmla="*/ 1687 w 1857234"/>
              <a:gd name="connsiteY9" fmla="*/ 1262003 h 2265321"/>
              <a:gd name="connsiteX10" fmla="*/ 31320 w 1857234"/>
              <a:gd name="connsiteY10" fmla="*/ 1405937 h 2265321"/>
              <a:gd name="connsiteX11" fmla="*/ 99053 w 1857234"/>
              <a:gd name="connsiteY11" fmla="*/ 1511770 h 2265321"/>
              <a:gd name="connsiteX12" fmla="*/ 149853 w 1857234"/>
              <a:gd name="connsiteY12" fmla="*/ 1609136 h 2265321"/>
              <a:gd name="connsiteX13" fmla="*/ 213353 w 1857234"/>
              <a:gd name="connsiteY13" fmla="*/ 1626070 h 2265321"/>
              <a:gd name="connsiteX14" fmla="*/ 221820 w 1857234"/>
              <a:gd name="connsiteY14" fmla="*/ 1566803 h 2265321"/>
              <a:gd name="connsiteX15" fmla="*/ 221820 w 1857234"/>
              <a:gd name="connsiteY15" fmla="*/ 1532936 h 2265321"/>
              <a:gd name="connsiteX16" fmla="*/ 348820 w 1857234"/>
              <a:gd name="connsiteY16" fmla="*/ 1761536 h 2265321"/>
              <a:gd name="connsiteX17" fmla="*/ 494956 w 1857234"/>
              <a:gd name="connsiteY17" fmla="*/ 1984524 h 2265321"/>
              <a:gd name="connsiteX18" fmla="*/ 567865 w 1857234"/>
              <a:gd name="connsiteY18" fmla="*/ 2101798 h 2265321"/>
              <a:gd name="connsiteX19" fmla="*/ 849730 w 1857234"/>
              <a:gd name="connsiteY19" fmla="*/ 2253876 h 2265321"/>
              <a:gd name="connsiteX20" fmla="*/ 1132832 w 1857234"/>
              <a:gd name="connsiteY20" fmla="*/ 2232550 h 2265321"/>
              <a:gd name="connsiteX21" fmla="*/ 1370068 w 1857234"/>
              <a:gd name="connsiteY21" fmla="*/ 2058400 h 2265321"/>
              <a:gd name="connsiteX22" fmla="*/ 1538047 w 1857234"/>
              <a:gd name="connsiteY22" fmla="*/ 1897136 h 2265321"/>
              <a:gd name="connsiteX23" fmla="*/ 1635245 w 1857234"/>
              <a:gd name="connsiteY23" fmla="*/ 1744202 h 2265321"/>
              <a:gd name="connsiteX24" fmla="*/ 1686553 w 1857234"/>
              <a:gd name="connsiteY24" fmla="*/ 1524470 h 2265321"/>
              <a:gd name="connsiteX25" fmla="*/ 1678087 w 1857234"/>
              <a:gd name="connsiteY25" fmla="*/ 1456736 h 2265321"/>
              <a:gd name="connsiteX26" fmla="*/ 1737353 w 1857234"/>
              <a:gd name="connsiteY26" fmla="*/ 1549870 h 2265321"/>
              <a:gd name="connsiteX27" fmla="*/ 1788153 w 1857234"/>
              <a:gd name="connsiteY27" fmla="*/ 1524470 h 2265321"/>
              <a:gd name="connsiteX28" fmla="*/ 1810167 w 1857234"/>
              <a:gd name="connsiteY28" fmla="*/ 1405936 h 2265321"/>
              <a:gd name="connsiteX29" fmla="*/ 1849113 w 1857234"/>
              <a:gd name="connsiteY29" fmla="*/ 1309416 h 2265321"/>
              <a:gd name="connsiteX30" fmla="*/ 1855887 w 1857234"/>
              <a:gd name="connsiteY30" fmla="*/ 1211203 h 2265321"/>
              <a:gd name="connsiteX31" fmla="*/ 1830487 w 1857234"/>
              <a:gd name="connsiteY31" fmla="*/ 1092670 h 2265321"/>
              <a:gd name="connsiteX32" fmla="*/ 1754287 w 1857234"/>
              <a:gd name="connsiteY32" fmla="*/ 1118070 h 2265321"/>
              <a:gd name="connsiteX33" fmla="*/ 1720420 w 1857234"/>
              <a:gd name="connsiteY33" fmla="*/ 1164636 h 2265321"/>
              <a:gd name="connsiteX34" fmla="*/ 1686553 w 1857234"/>
              <a:gd name="connsiteY34" fmla="*/ 1236603 h 2265321"/>
              <a:gd name="connsiteX35" fmla="*/ 1703487 w 1857234"/>
              <a:gd name="connsiteY35" fmla="*/ 830203 h 2265321"/>
              <a:gd name="connsiteX36" fmla="*/ 1669620 w 1857234"/>
              <a:gd name="connsiteY36" fmla="*/ 505083 h 2265321"/>
              <a:gd name="connsiteX37" fmla="*/ 1474887 w 1857234"/>
              <a:gd name="connsiteY37" fmla="*/ 186736 h 2265321"/>
              <a:gd name="connsiteX38" fmla="*/ 1264278 w 1857234"/>
              <a:gd name="connsiteY38" fmla="*/ 62925 h 2265321"/>
              <a:gd name="connsiteX39" fmla="*/ 907620 w 1857234"/>
              <a:gd name="connsiteY39" fmla="*/ 470 h 2265321"/>
              <a:gd name="connsiteX40" fmla="*/ 699128 w 1857234"/>
              <a:gd name="connsiteY40" fmla="*/ 38246 h 2265321"/>
              <a:gd name="connsiteX0" fmla="*/ 699128 w 1857234"/>
              <a:gd name="connsiteY0" fmla="*/ 38246 h 2265321"/>
              <a:gd name="connsiteX1" fmla="*/ 530853 w 1857234"/>
              <a:gd name="connsiteY1" fmla="*/ 109476 h 2265321"/>
              <a:gd name="connsiteX2" fmla="*/ 359403 w 1857234"/>
              <a:gd name="connsiteY2" fmla="*/ 226951 h 2265321"/>
              <a:gd name="connsiteX3" fmla="*/ 194303 w 1857234"/>
              <a:gd name="connsiteY3" fmla="*/ 500001 h 2265321"/>
              <a:gd name="connsiteX4" fmla="*/ 143503 w 1857234"/>
              <a:gd name="connsiteY4" fmla="*/ 690502 h 2265321"/>
              <a:gd name="connsiteX5" fmla="*/ 143503 w 1857234"/>
              <a:gd name="connsiteY5" fmla="*/ 1058801 h 2265321"/>
              <a:gd name="connsiteX6" fmla="*/ 144562 w 1857234"/>
              <a:gd name="connsiteY6" fmla="*/ 1196386 h 2265321"/>
              <a:gd name="connsiteX7" fmla="*/ 92704 w 1857234"/>
              <a:gd name="connsiteY7" fmla="*/ 1145586 h 2265321"/>
              <a:gd name="connsiteX8" fmla="*/ 13329 w 1857234"/>
              <a:gd name="connsiteY8" fmla="*/ 1150878 h 2265321"/>
              <a:gd name="connsiteX9" fmla="*/ 1687 w 1857234"/>
              <a:gd name="connsiteY9" fmla="*/ 1262003 h 2265321"/>
              <a:gd name="connsiteX10" fmla="*/ 31320 w 1857234"/>
              <a:gd name="connsiteY10" fmla="*/ 1405937 h 2265321"/>
              <a:gd name="connsiteX11" fmla="*/ 99053 w 1857234"/>
              <a:gd name="connsiteY11" fmla="*/ 1511770 h 2265321"/>
              <a:gd name="connsiteX12" fmla="*/ 149853 w 1857234"/>
              <a:gd name="connsiteY12" fmla="*/ 1609136 h 2265321"/>
              <a:gd name="connsiteX13" fmla="*/ 213353 w 1857234"/>
              <a:gd name="connsiteY13" fmla="*/ 1626070 h 2265321"/>
              <a:gd name="connsiteX14" fmla="*/ 221820 w 1857234"/>
              <a:gd name="connsiteY14" fmla="*/ 1566803 h 2265321"/>
              <a:gd name="connsiteX15" fmla="*/ 221820 w 1857234"/>
              <a:gd name="connsiteY15" fmla="*/ 1532936 h 2265321"/>
              <a:gd name="connsiteX16" fmla="*/ 348820 w 1857234"/>
              <a:gd name="connsiteY16" fmla="*/ 1761536 h 2265321"/>
              <a:gd name="connsiteX17" fmla="*/ 424560 w 1857234"/>
              <a:gd name="connsiteY17" fmla="*/ 1933462 h 2265321"/>
              <a:gd name="connsiteX18" fmla="*/ 567865 w 1857234"/>
              <a:gd name="connsiteY18" fmla="*/ 2101798 h 2265321"/>
              <a:gd name="connsiteX19" fmla="*/ 849730 w 1857234"/>
              <a:gd name="connsiteY19" fmla="*/ 2253876 h 2265321"/>
              <a:gd name="connsiteX20" fmla="*/ 1132832 w 1857234"/>
              <a:gd name="connsiteY20" fmla="*/ 2232550 h 2265321"/>
              <a:gd name="connsiteX21" fmla="*/ 1370068 w 1857234"/>
              <a:gd name="connsiteY21" fmla="*/ 2058400 h 2265321"/>
              <a:gd name="connsiteX22" fmla="*/ 1538047 w 1857234"/>
              <a:gd name="connsiteY22" fmla="*/ 1897136 h 2265321"/>
              <a:gd name="connsiteX23" fmla="*/ 1635245 w 1857234"/>
              <a:gd name="connsiteY23" fmla="*/ 1744202 h 2265321"/>
              <a:gd name="connsiteX24" fmla="*/ 1686553 w 1857234"/>
              <a:gd name="connsiteY24" fmla="*/ 1524470 h 2265321"/>
              <a:gd name="connsiteX25" fmla="*/ 1678087 w 1857234"/>
              <a:gd name="connsiteY25" fmla="*/ 1456736 h 2265321"/>
              <a:gd name="connsiteX26" fmla="*/ 1737353 w 1857234"/>
              <a:gd name="connsiteY26" fmla="*/ 1549870 h 2265321"/>
              <a:gd name="connsiteX27" fmla="*/ 1788153 w 1857234"/>
              <a:gd name="connsiteY27" fmla="*/ 1524470 h 2265321"/>
              <a:gd name="connsiteX28" fmla="*/ 1810167 w 1857234"/>
              <a:gd name="connsiteY28" fmla="*/ 1405936 h 2265321"/>
              <a:gd name="connsiteX29" fmla="*/ 1849113 w 1857234"/>
              <a:gd name="connsiteY29" fmla="*/ 1309416 h 2265321"/>
              <a:gd name="connsiteX30" fmla="*/ 1855887 w 1857234"/>
              <a:gd name="connsiteY30" fmla="*/ 1211203 h 2265321"/>
              <a:gd name="connsiteX31" fmla="*/ 1830487 w 1857234"/>
              <a:gd name="connsiteY31" fmla="*/ 1092670 h 2265321"/>
              <a:gd name="connsiteX32" fmla="*/ 1754287 w 1857234"/>
              <a:gd name="connsiteY32" fmla="*/ 1118070 h 2265321"/>
              <a:gd name="connsiteX33" fmla="*/ 1720420 w 1857234"/>
              <a:gd name="connsiteY33" fmla="*/ 1164636 h 2265321"/>
              <a:gd name="connsiteX34" fmla="*/ 1686553 w 1857234"/>
              <a:gd name="connsiteY34" fmla="*/ 1236603 h 2265321"/>
              <a:gd name="connsiteX35" fmla="*/ 1703487 w 1857234"/>
              <a:gd name="connsiteY35" fmla="*/ 830203 h 2265321"/>
              <a:gd name="connsiteX36" fmla="*/ 1669620 w 1857234"/>
              <a:gd name="connsiteY36" fmla="*/ 505083 h 2265321"/>
              <a:gd name="connsiteX37" fmla="*/ 1474887 w 1857234"/>
              <a:gd name="connsiteY37" fmla="*/ 186736 h 2265321"/>
              <a:gd name="connsiteX38" fmla="*/ 1264278 w 1857234"/>
              <a:gd name="connsiteY38" fmla="*/ 62925 h 2265321"/>
              <a:gd name="connsiteX39" fmla="*/ 907620 w 1857234"/>
              <a:gd name="connsiteY39" fmla="*/ 470 h 2265321"/>
              <a:gd name="connsiteX40" fmla="*/ 699128 w 1857234"/>
              <a:gd name="connsiteY40" fmla="*/ 38246 h 2265321"/>
              <a:gd name="connsiteX0" fmla="*/ 699128 w 1857234"/>
              <a:gd name="connsiteY0" fmla="*/ 38246 h 2263952"/>
              <a:gd name="connsiteX1" fmla="*/ 530853 w 1857234"/>
              <a:gd name="connsiteY1" fmla="*/ 109476 h 2263952"/>
              <a:gd name="connsiteX2" fmla="*/ 359403 w 1857234"/>
              <a:gd name="connsiteY2" fmla="*/ 226951 h 2263952"/>
              <a:gd name="connsiteX3" fmla="*/ 194303 w 1857234"/>
              <a:gd name="connsiteY3" fmla="*/ 500001 h 2263952"/>
              <a:gd name="connsiteX4" fmla="*/ 143503 w 1857234"/>
              <a:gd name="connsiteY4" fmla="*/ 690502 h 2263952"/>
              <a:gd name="connsiteX5" fmla="*/ 143503 w 1857234"/>
              <a:gd name="connsiteY5" fmla="*/ 1058801 h 2263952"/>
              <a:gd name="connsiteX6" fmla="*/ 144562 w 1857234"/>
              <a:gd name="connsiteY6" fmla="*/ 1196386 h 2263952"/>
              <a:gd name="connsiteX7" fmla="*/ 92704 w 1857234"/>
              <a:gd name="connsiteY7" fmla="*/ 1145586 h 2263952"/>
              <a:gd name="connsiteX8" fmla="*/ 13329 w 1857234"/>
              <a:gd name="connsiteY8" fmla="*/ 1150878 h 2263952"/>
              <a:gd name="connsiteX9" fmla="*/ 1687 w 1857234"/>
              <a:gd name="connsiteY9" fmla="*/ 1262003 h 2263952"/>
              <a:gd name="connsiteX10" fmla="*/ 31320 w 1857234"/>
              <a:gd name="connsiteY10" fmla="*/ 1405937 h 2263952"/>
              <a:gd name="connsiteX11" fmla="*/ 99053 w 1857234"/>
              <a:gd name="connsiteY11" fmla="*/ 1511770 h 2263952"/>
              <a:gd name="connsiteX12" fmla="*/ 149853 w 1857234"/>
              <a:gd name="connsiteY12" fmla="*/ 1609136 h 2263952"/>
              <a:gd name="connsiteX13" fmla="*/ 213353 w 1857234"/>
              <a:gd name="connsiteY13" fmla="*/ 1626070 h 2263952"/>
              <a:gd name="connsiteX14" fmla="*/ 221820 w 1857234"/>
              <a:gd name="connsiteY14" fmla="*/ 1566803 h 2263952"/>
              <a:gd name="connsiteX15" fmla="*/ 221820 w 1857234"/>
              <a:gd name="connsiteY15" fmla="*/ 1532936 h 2263952"/>
              <a:gd name="connsiteX16" fmla="*/ 348820 w 1857234"/>
              <a:gd name="connsiteY16" fmla="*/ 1761536 h 2263952"/>
              <a:gd name="connsiteX17" fmla="*/ 424560 w 1857234"/>
              <a:gd name="connsiteY17" fmla="*/ 1933462 h 2263952"/>
              <a:gd name="connsiteX18" fmla="*/ 605410 w 1857234"/>
              <a:gd name="connsiteY18" fmla="*/ 2120367 h 2263952"/>
              <a:gd name="connsiteX19" fmla="*/ 849730 w 1857234"/>
              <a:gd name="connsiteY19" fmla="*/ 2253876 h 2263952"/>
              <a:gd name="connsiteX20" fmla="*/ 1132832 w 1857234"/>
              <a:gd name="connsiteY20" fmla="*/ 2232550 h 2263952"/>
              <a:gd name="connsiteX21" fmla="*/ 1370068 w 1857234"/>
              <a:gd name="connsiteY21" fmla="*/ 2058400 h 2263952"/>
              <a:gd name="connsiteX22" fmla="*/ 1538047 w 1857234"/>
              <a:gd name="connsiteY22" fmla="*/ 1897136 h 2263952"/>
              <a:gd name="connsiteX23" fmla="*/ 1635245 w 1857234"/>
              <a:gd name="connsiteY23" fmla="*/ 1744202 h 2263952"/>
              <a:gd name="connsiteX24" fmla="*/ 1686553 w 1857234"/>
              <a:gd name="connsiteY24" fmla="*/ 1524470 h 2263952"/>
              <a:gd name="connsiteX25" fmla="*/ 1678087 w 1857234"/>
              <a:gd name="connsiteY25" fmla="*/ 1456736 h 2263952"/>
              <a:gd name="connsiteX26" fmla="*/ 1737353 w 1857234"/>
              <a:gd name="connsiteY26" fmla="*/ 1549870 h 2263952"/>
              <a:gd name="connsiteX27" fmla="*/ 1788153 w 1857234"/>
              <a:gd name="connsiteY27" fmla="*/ 1524470 h 2263952"/>
              <a:gd name="connsiteX28" fmla="*/ 1810167 w 1857234"/>
              <a:gd name="connsiteY28" fmla="*/ 1405936 h 2263952"/>
              <a:gd name="connsiteX29" fmla="*/ 1849113 w 1857234"/>
              <a:gd name="connsiteY29" fmla="*/ 1309416 h 2263952"/>
              <a:gd name="connsiteX30" fmla="*/ 1855887 w 1857234"/>
              <a:gd name="connsiteY30" fmla="*/ 1211203 h 2263952"/>
              <a:gd name="connsiteX31" fmla="*/ 1830487 w 1857234"/>
              <a:gd name="connsiteY31" fmla="*/ 1092670 h 2263952"/>
              <a:gd name="connsiteX32" fmla="*/ 1754287 w 1857234"/>
              <a:gd name="connsiteY32" fmla="*/ 1118070 h 2263952"/>
              <a:gd name="connsiteX33" fmla="*/ 1720420 w 1857234"/>
              <a:gd name="connsiteY33" fmla="*/ 1164636 h 2263952"/>
              <a:gd name="connsiteX34" fmla="*/ 1686553 w 1857234"/>
              <a:gd name="connsiteY34" fmla="*/ 1236603 h 2263952"/>
              <a:gd name="connsiteX35" fmla="*/ 1703487 w 1857234"/>
              <a:gd name="connsiteY35" fmla="*/ 830203 h 2263952"/>
              <a:gd name="connsiteX36" fmla="*/ 1669620 w 1857234"/>
              <a:gd name="connsiteY36" fmla="*/ 505083 h 2263952"/>
              <a:gd name="connsiteX37" fmla="*/ 1474887 w 1857234"/>
              <a:gd name="connsiteY37" fmla="*/ 186736 h 2263952"/>
              <a:gd name="connsiteX38" fmla="*/ 1264278 w 1857234"/>
              <a:gd name="connsiteY38" fmla="*/ 62925 h 2263952"/>
              <a:gd name="connsiteX39" fmla="*/ 907620 w 1857234"/>
              <a:gd name="connsiteY39" fmla="*/ 470 h 2263952"/>
              <a:gd name="connsiteX40" fmla="*/ 699128 w 1857234"/>
              <a:gd name="connsiteY40" fmla="*/ 38246 h 2263952"/>
              <a:gd name="connsiteX0" fmla="*/ 699128 w 1857234"/>
              <a:gd name="connsiteY0" fmla="*/ 38246 h 2254628"/>
              <a:gd name="connsiteX1" fmla="*/ 530853 w 1857234"/>
              <a:gd name="connsiteY1" fmla="*/ 109476 h 2254628"/>
              <a:gd name="connsiteX2" fmla="*/ 359403 w 1857234"/>
              <a:gd name="connsiteY2" fmla="*/ 226951 h 2254628"/>
              <a:gd name="connsiteX3" fmla="*/ 194303 w 1857234"/>
              <a:gd name="connsiteY3" fmla="*/ 500001 h 2254628"/>
              <a:gd name="connsiteX4" fmla="*/ 143503 w 1857234"/>
              <a:gd name="connsiteY4" fmla="*/ 690502 h 2254628"/>
              <a:gd name="connsiteX5" fmla="*/ 143503 w 1857234"/>
              <a:gd name="connsiteY5" fmla="*/ 1058801 h 2254628"/>
              <a:gd name="connsiteX6" fmla="*/ 144562 w 1857234"/>
              <a:gd name="connsiteY6" fmla="*/ 1196386 h 2254628"/>
              <a:gd name="connsiteX7" fmla="*/ 92704 w 1857234"/>
              <a:gd name="connsiteY7" fmla="*/ 1145586 h 2254628"/>
              <a:gd name="connsiteX8" fmla="*/ 13329 w 1857234"/>
              <a:gd name="connsiteY8" fmla="*/ 1150878 h 2254628"/>
              <a:gd name="connsiteX9" fmla="*/ 1687 w 1857234"/>
              <a:gd name="connsiteY9" fmla="*/ 1262003 h 2254628"/>
              <a:gd name="connsiteX10" fmla="*/ 31320 w 1857234"/>
              <a:gd name="connsiteY10" fmla="*/ 1405937 h 2254628"/>
              <a:gd name="connsiteX11" fmla="*/ 99053 w 1857234"/>
              <a:gd name="connsiteY11" fmla="*/ 1511770 h 2254628"/>
              <a:gd name="connsiteX12" fmla="*/ 149853 w 1857234"/>
              <a:gd name="connsiteY12" fmla="*/ 1609136 h 2254628"/>
              <a:gd name="connsiteX13" fmla="*/ 213353 w 1857234"/>
              <a:gd name="connsiteY13" fmla="*/ 1626070 h 2254628"/>
              <a:gd name="connsiteX14" fmla="*/ 221820 w 1857234"/>
              <a:gd name="connsiteY14" fmla="*/ 1566803 h 2254628"/>
              <a:gd name="connsiteX15" fmla="*/ 221820 w 1857234"/>
              <a:gd name="connsiteY15" fmla="*/ 1532936 h 2254628"/>
              <a:gd name="connsiteX16" fmla="*/ 348820 w 1857234"/>
              <a:gd name="connsiteY16" fmla="*/ 1761536 h 2254628"/>
              <a:gd name="connsiteX17" fmla="*/ 424560 w 1857234"/>
              <a:gd name="connsiteY17" fmla="*/ 1933462 h 2254628"/>
              <a:gd name="connsiteX18" fmla="*/ 605410 w 1857234"/>
              <a:gd name="connsiteY18" fmla="*/ 2120367 h 2254628"/>
              <a:gd name="connsiteX19" fmla="*/ 868503 w 1857234"/>
              <a:gd name="connsiteY19" fmla="*/ 2239950 h 2254628"/>
              <a:gd name="connsiteX20" fmla="*/ 1132832 w 1857234"/>
              <a:gd name="connsiteY20" fmla="*/ 2232550 h 2254628"/>
              <a:gd name="connsiteX21" fmla="*/ 1370068 w 1857234"/>
              <a:gd name="connsiteY21" fmla="*/ 2058400 h 2254628"/>
              <a:gd name="connsiteX22" fmla="*/ 1538047 w 1857234"/>
              <a:gd name="connsiteY22" fmla="*/ 1897136 h 2254628"/>
              <a:gd name="connsiteX23" fmla="*/ 1635245 w 1857234"/>
              <a:gd name="connsiteY23" fmla="*/ 1744202 h 2254628"/>
              <a:gd name="connsiteX24" fmla="*/ 1686553 w 1857234"/>
              <a:gd name="connsiteY24" fmla="*/ 1524470 h 2254628"/>
              <a:gd name="connsiteX25" fmla="*/ 1678087 w 1857234"/>
              <a:gd name="connsiteY25" fmla="*/ 1456736 h 2254628"/>
              <a:gd name="connsiteX26" fmla="*/ 1737353 w 1857234"/>
              <a:gd name="connsiteY26" fmla="*/ 1549870 h 2254628"/>
              <a:gd name="connsiteX27" fmla="*/ 1788153 w 1857234"/>
              <a:gd name="connsiteY27" fmla="*/ 1524470 h 2254628"/>
              <a:gd name="connsiteX28" fmla="*/ 1810167 w 1857234"/>
              <a:gd name="connsiteY28" fmla="*/ 1405936 h 2254628"/>
              <a:gd name="connsiteX29" fmla="*/ 1849113 w 1857234"/>
              <a:gd name="connsiteY29" fmla="*/ 1309416 h 2254628"/>
              <a:gd name="connsiteX30" fmla="*/ 1855887 w 1857234"/>
              <a:gd name="connsiteY30" fmla="*/ 1211203 h 2254628"/>
              <a:gd name="connsiteX31" fmla="*/ 1830487 w 1857234"/>
              <a:gd name="connsiteY31" fmla="*/ 1092670 h 2254628"/>
              <a:gd name="connsiteX32" fmla="*/ 1754287 w 1857234"/>
              <a:gd name="connsiteY32" fmla="*/ 1118070 h 2254628"/>
              <a:gd name="connsiteX33" fmla="*/ 1720420 w 1857234"/>
              <a:gd name="connsiteY33" fmla="*/ 1164636 h 2254628"/>
              <a:gd name="connsiteX34" fmla="*/ 1686553 w 1857234"/>
              <a:gd name="connsiteY34" fmla="*/ 1236603 h 2254628"/>
              <a:gd name="connsiteX35" fmla="*/ 1703487 w 1857234"/>
              <a:gd name="connsiteY35" fmla="*/ 830203 h 2254628"/>
              <a:gd name="connsiteX36" fmla="*/ 1669620 w 1857234"/>
              <a:gd name="connsiteY36" fmla="*/ 505083 h 2254628"/>
              <a:gd name="connsiteX37" fmla="*/ 1474887 w 1857234"/>
              <a:gd name="connsiteY37" fmla="*/ 186736 h 2254628"/>
              <a:gd name="connsiteX38" fmla="*/ 1264278 w 1857234"/>
              <a:gd name="connsiteY38" fmla="*/ 62925 h 2254628"/>
              <a:gd name="connsiteX39" fmla="*/ 907620 w 1857234"/>
              <a:gd name="connsiteY39" fmla="*/ 470 h 2254628"/>
              <a:gd name="connsiteX40" fmla="*/ 699128 w 1857234"/>
              <a:gd name="connsiteY40" fmla="*/ 38246 h 2254628"/>
              <a:gd name="connsiteX0" fmla="*/ 699128 w 1857234"/>
              <a:gd name="connsiteY0" fmla="*/ 38246 h 2254628"/>
              <a:gd name="connsiteX1" fmla="*/ 530853 w 1857234"/>
              <a:gd name="connsiteY1" fmla="*/ 109476 h 2254628"/>
              <a:gd name="connsiteX2" fmla="*/ 359403 w 1857234"/>
              <a:gd name="connsiteY2" fmla="*/ 226951 h 2254628"/>
              <a:gd name="connsiteX3" fmla="*/ 194303 w 1857234"/>
              <a:gd name="connsiteY3" fmla="*/ 500001 h 2254628"/>
              <a:gd name="connsiteX4" fmla="*/ 143503 w 1857234"/>
              <a:gd name="connsiteY4" fmla="*/ 690502 h 2254628"/>
              <a:gd name="connsiteX5" fmla="*/ 143503 w 1857234"/>
              <a:gd name="connsiteY5" fmla="*/ 1058801 h 2254628"/>
              <a:gd name="connsiteX6" fmla="*/ 144562 w 1857234"/>
              <a:gd name="connsiteY6" fmla="*/ 1196386 h 2254628"/>
              <a:gd name="connsiteX7" fmla="*/ 92704 w 1857234"/>
              <a:gd name="connsiteY7" fmla="*/ 1145586 h 2254628"/>
              <a:gd name="connsiteX8" fmla="*/ 13329 w 1857234"/>
              <a:gd name="connsiteY8" fmla="*/ 1150878 h 2254628"/>
              <a:gd name="connsiteX9" fmla="*/ 1687 w 1857234"/>
              <a:gd name="connsiteY9" fmla="*/ 1262003 h 2254628"/>
              <a:gd name="connsiteX10" fmla="*/ 31320 w 1857234"/>
              <a:gd name="connsiteY10" fmla="*/ 1405937 h 2254628"/>
              <a:gd name="connsiteX11" fmla="*/ 99053 w 1857234"/>
              <a:gd name="connsiteY11" fmla="*/ 1511770 h 2254628"/>
              <a:gd name="connsiteX12" fmla="*/ 149853 w 1857234"/>
              <a:gd name="connsiteY12" fmla="*/ 1609136 h 2254628"/>
              <a:gd name="connsiteX13" fmla="*/ 213353 w 1857234"/>
              <a:gd name="connsiteY13" fmla="*/ 1626070 h 2254628"/>
              <a:gd name="connsiteX14" fmla="*/ 221820 w 1857234"/>
              <a:gd name="connsiteY14" fmla="*/ 1566803 h 2254628"/>
              <a:gd name="connsiteX15" fmla="*/ 221820 w 1857234"/>
              <a:gd name="connsiteY15" fmla="*/ 1532936 h 2254628"/>
              <a:gd name="connsiteX16" fmla="*/ 334741 w 1857234"/>
              <a:gd name="connsiteY16" fmla="*/ 1789388 h 2254628"/>
              <a:gd name="connsiteX17" fmla="*/ 424560 w 1857234"/>
              <a:gd name="connsiteY17" fmla="*/ 1933462 h 2254628"/>
              <a:gd name="connsiteX18" fmla="*/ 605410 w 1857234"/>
              <a:gd name="connsiteY18" fmla="*/ 2120367 h 2254628"/>
              <a:gd name="connsiteX19" fmla="*/ 868503 w 1857234"/>
              <a:gd name="connsiteY19" fmla="*/ 2239950 h 2254628"/>
              <a:gd name="connsiteX20" fmla="*/ 1132832 w 1857234"/>
              <a:gd name="connsiteY20" fmla="*/ 2232550 h 2254628"/>
              <a:gd name="connsiteX21" fmla="*/ 1370068 w 1857234"/>
              <a:gd name="connsiteY21" fmla="*/ 2058400 h 2254628"/>
              <a:gd name="connsiteX22" fmla="*/ 1538047 w 1857234"/>
              <a:gd name="connsiteY22" fmla="*/ 1897136 h 2254628"/>
              <a:gd name="connsiteX23" fmla="*/ 1635245 w 1857234"/>
              <a:gd name="connsiteY23" fmla="*/ 1744202 h 2254628"/>
              <a:gd name="connsiteX24" fmla="*/ 1686553 w 1857234"/>
              <a:gd name="connsiteY24" fmla="*/ 1524470 h 2254628"/>
              <a:gd name="connsiteX25" fmla="*/ 1678087 w 1857234"/>
              <a:gd name="connsiteY25" fmla="*/ 1456736 h 2254628"/>
              <a:gd name="connsiteX26" fmla="*/ 1737353 w 1857234"/>
              <a:gd name="connsiteY26" fmla="*/ 1549870 h 2254628"/>
              <a:gd name="connsiteX27" fmla="*/ 1788153 w 1857234"/>
              <a:gd name="connsiteY27" fmla="*/ 1524470 h 2254628"/>
              <a:gd name="connsiteX28" fmla="*/ 1810167 w 1857234"/>
              <a:gd name="connsiteY28" fmla="*/ 1405936 h 2254628"/>
              <a:gd name="connsiteX29" fmla="*/ 1849113 w 1857234"/>
              <a:gd name="connsiteY29" fmla="*/ 1309416 h 2254628"/>
              <a:gd name="connsiteX30" fmla="*/ 1855887 w 1857234"/>
              <a:gd name="connsiteY30" fmla="*/ 1211203 h 2254628"/>
              <a:gd name="connsiteX31" fmla="*/ 1830487 w 1857234"/>
              <a:gd name="connsiteY31" fmla="*/ 1092670 h 2254628"/>
              <a:gd name="connsiteX32" fmla="*/ 1754287 w 1857234"/>
              <a:gd name="connsiteY32" fmla="*/ 1118070 h 2254628"/>
              <a:gd name="connsiteX33" fmla="*/ 1720420 w 1857234"/>
              <a:gd name="connsiteY33" fmla="*/ 1164636 h 2254628"/>
              <a:gd name="connsiteX34" fmla="*/ 1686553 w 1857234"/>
              <a:gd name="connsiteY34" fmla="*/ 1236603 h 2254628"/>
              <a:gd name="connsiteX35" fmla="*/ 1703487 w 1857234"/>
              <a:gd name="connsiteY35" fmla="*/ 830203 h 2254628"/>
              <a:gd name="connsiteX36" fmla="*/ 1669620 w 1857234"/>
              <a:gd name="connsiteY36" fmla="*/ 505083 h 2254628"/>
              <a:gd name="connsiteX37" fmla="*/ 1474887 w 1857234"/>
              <a:gd name="connsiteY37" fmla="*/ 186736 h 2254628"/>
              <a:gd name="connsiteX38" fmla="*/ 1264278 w 1857234"/>
              <a:gd name="connsiteY38" fmla="*/ 62925 h 2254628"/>
              <a:gd name="connsiteX39" fmla="*/ 907620 w 1857234"/>
              <a:gd name="connsiteY39" fmla="*/ 470 h 2254628"/>
              <a:gd name="connsiteX40" fmla="*/ 699128 w 1857234"/>
              <a:gd name="connsiteY40" fmla="*/ 38246 h 2254628"/>
              <a:gd name="connsiteX0" fmla="*/ 699128 w 1857234"/>
              <a:gd name="connsiteY0" fmla="*/ 38246 h 2254628"/>
              <a:gd name="connsiteX1" fmla="*/ 530853 w 1857234"/>
              <a:gd name="connsiteY1" fmla="*/ 109476 h 2254628"/>
              <a:gd name="connsiteX2" fmla="*/ 359403 w 1857234"/>
              <a:gd name="connsiteY2" fmla="*/ 226951 h 2254628"/>
              <a:gd name="connsiteX3" fmla="*/ 194303 w 1857234"/>
              <a:gd name="connsiteY3" fmla="*/ 500001 h 2254628"/>
              <a:gd name="connsiteX4" fmla="*/ 143503 w 1857234"/>
              <a:gd name="connsiteY4" fmla="*/ 690502 h 2254628"/>
              <a:gd name="connsiteX5" fmla="*/ 143503 w 1857234"/>
              <a:gd name="connsiteY5" fmla="*/ 1058801 h 2254628"/>
              <a:gd name="connsiteX6" fmla="*/ 144562 w 1857234"/>
              <a:gd name="connsiteY6" fmla="*/ 1196386 h 2254628"/>
              <a:gd name="connsiteX7" fmla="*/ 92704 w 1857234"/>
              <a:gd name="connsiteY7" fmla="*/ 1145586 h 2254628"/>
              <a:gd name="connsiteX8" fmla="*/ 13329 w 1857234"/>
              <a:gd name="connsiteY8" fmla="*/ 1150878 h 2254628"/>
              <a:gd name="connsiteX9" fmla="*/ 1687 w 1857234"/>
              <a:gd name="connsiteY9" fmla="*/ 1262003 h 2254628"/>
              <a:gd name="connsiteX10" fmla="*/ 31320 w 1857234"/>
              <a:gd name="connsiteY10" fmla="*/ 1405937 h 2254628"/>
              <a:gd name="connsiteX11" fmla="*/ 99053 w 1857234"/>
              <a:gd name="connsiteY11" fmla="*/ 1511770 h 2254628"/>
              <a:gd name="connsiteX12" fmla="*/ 149853 w 1857234"/>
              <a:gd name="connsiteY12" fmla="*/ 1609136 h 2254628"/>
              <a:gd name="connsiteX13" fmla="*/ 213353 w 1857234"/>
              <a:gd name="connsiteY13" fmla="*/ 1626070 h 2254628"/>
              <a:gd name="connsiteX14" fmla="*/ 221820 w 1857234"/>
              <a:gd name="connsiteY14" fmla="*/ 1566803 h 2254628"/>
              <a:gd name="connsiteX15" fmla="*/ 221820 w 1857234"/>
              <a:gd name="connsiteY15" fmla="*/ 1532936 h 2254628"/>
              <a:gd name="connsiteX16" fmla="*/ 334741 w 1857234"/>
              <a:gd name="connsiteY16" fmla="*/ 1789388 h 2254628"/>
              <a:gd name="connsiteX17" fmla="*/ 448026 w 1857234"/>
              <a:gd name="connsiteY17" fmla="*/ 1942746 h 2254628"/>
              <a:gd name="connsiteX18" fmla="*/ 605410 w 1857234"/>
              <a:gd name="connsiteY18" fmla="*/ 2120367 h 2254628"/>
              <a:gd name="connsiteX19" fmla="*/ 868503 w 1857234"/>
              <a:gd name="connsiteY19" fmla="*/ 2239950 h 2254628"/>
              <a:gd name="connsiteX20" fmla="*/ 1132832 w 1857234"/>
              <a:gd name="connsiteY20" fmla="*/ 2232550 h 2254628"/>
              <a:gd name="connsiteX21" fmla="*/ 1370068 w 1857234"/>
              <a:gd name="connsiteY21" fmla="*/ 2058400 h 2254628"/>
              <a:gd name="connsiteX22" fmla="*/ 1538047 w 1857234"/>
              <a:gd name="connsiteY22" fmla="*/ 1897136 h 2254628"/>
              <a:gd name="connsiteX23" fmla="*/ 1635245 w 1857234"/>
              <a:gd name="connsiteY23" fmla="*/ 1744202 h 2254628"/>
              <a:gd name="connsiteX24" fmla="*/ 1686553 w 1857234"/>
              <a:gd name="connsiteY24" fmla="*/ 1524470 h 2254628"/>
              <a:gd name="connsiteX25" fmla="*/ 1678087 w 1857234"/>
              <a:gd name="connsiteY25" fmla="*/ 1456736 h 2254628"/>
              <a:gd name="connsiteX26" fmla="*/ 1737353 w 1857234"/>
              <a:gd name="connsiteY26" fmla="*/ 1549870 h 2254628"/>
              <a:gd name="connsiteX27" fmla="*/ 1788153 w 1857234"/>
              <a:gd name="connsiteY27" fmla="*/ 1524470 h 2254628"/>
              <a:gd name="connsiteX28" fmla="*/ 1810167 w 1857234"/>
              <a:gd name="connsiteY28" fmla="*/ 1405936 h 2254628"/>
              <a:gd name="connsiteX29" fmla="*/ 1849113 w 1857234"/>
              <a:gd name="connsiteY29" fmla="*/ 1309416 h 2254628"/>
              <a:gd name="connsiteX30" fmla="*/ 1855887 w 1857234"/>
              <a:gd name="connsiteY30" fmla="*/ 1211203 h 2254628"/>
              <a:gd name="connsiteX31" fmla="*/ 1830487 w 1857234"/>
              <a:gd name="connsiteY31" fmla="*/ 1092670 h 2254628"/>
              <a:gd name="connsiteX32" fmla="*/ 1754287 w 1857234"/>
              <a:gd name="connsiteY32" fmla="*/ 1118070 h 2254628"/>
              <a:gd name="connsiteX33" fmla="*/ 1720420 w 1857234"/>
              <a:gd name="connsiteY33" fmla="*/ 1164636 h 2254628"/>
              <a:gd name="connsiteX34" fmla="*/ 1686553 w 1857234"/>
              <a:gd name="connsiteY34" fmla="*/ 1236603 h 2254628"/>
              <a:gd name="connsiteX35" fmla="*/ 1703487 w 1857234"/>
              <a:gd name="connsiteY35" fmla="*/ 830203 h 2254628"/>
              <a:gd name="connsiteX36" fmla="*/ 1669620 w 1857234"/>
              <a:gd name="connsiteY36" fmla="*/ 505083 h 2254628"/>
              <a:gd name="connsiteX37" fmla="*/ 1474887 w 1857234"/>
              <a:gd name="connsiteY37" fmla="*/ 186736 h 2254628"/>
              <a:gd name="connsiteX38" fmla="*/ 1264278 w 1857234"/>
              <a:gd name="connsiteY38" fmla="*/ 62925 h 2254628"/>
              <a:gd name="connsiteX39" fmla="*/ 907620 w 1857234"/>
              <a:gd name="connsiteY39" fmla="*/ 470 h 2254628"/>
              <a:gd name="connsiteX40" fmla="*/ 699128 w 1857234"/>
              <a:gd name="connsiteY40" fmla="*/ 38246 h 2254628"/>
              <a:gd name="connsiteX0" fmla="*/ 699128 w 1857234"/>
              <a:gd name="connsiteY0" fmla="*/ 38246 h 2254628"/>
              <a:gd name="connsiteX1" fmla="*/ 530853 w 1857234"/>
              <a:gd name="connsiteY1" fmla="*/ 109476 h 2254628"/>
              <a:gd name="connsiteX2" fmla="*/ 359403 w 1857234"/>
              <a:gd name="connsiteY2" fmla="*/ 226951 h 2254628"/>
              <a:gd name="connsiteX3" fmla="*/ 194303 w 1857234"/>
              <a:gd name="connsiteY3" fmla="*/ 500001 h 2254628"/>
              <a:gd name="connsiteX4" fmla="*/ 143503 w 1857234"/>
              <a:gd name="connsiteY4" fmla="*/ 690502 h 2254628"/>
              <a:gd name="connsiteX5" fmla="*/ 143503 w 1857234"/>
              <a:gd name="connsiteY5" fmla="*/ 1058801 h 2254628"/>
              <a:gd name="connsiteX6" fmla="*/ 144562 w 1857234"/>
              <a:gd name="connsiteY6" fmla="*/ 1196386 h 2254628"/>
              <a:gd name="connsiteX7" fmla="*/ 92704 w 1857234"/>
              <a:gd name="connsiteY7" fmla="*/ 1145586 h 2254628"/>
              <a:gd name="connsiteX8" fmla="*/ 13329 w 1857234"/>
              <a:gd name="connsiteY8" fmla="*/ 1150878 h 2254628"/>
              <a:gd name="connsiteX9" fmla="*/ 1687 w 1857234"/>
              <a:gd name="connsiteY9" fmla="*/ 1262003 h 2254628"/>
              <a:gd name="connsiteX10" fmla="*/ 31320 w 1857234"/>
              <a:gd name="connsiteY10" fmla="*/ 1405937 h 2254628"/>
              <a:gd name="connsiteX11" fmla="*/ 99053 w 1857234"/>
              <a:gd name="connsiteY11" fmla="*/ 1511770 h 2254628"/>
              <a:gd name="connsiteX12" fmla="*/ 149853 w 1857234"/>
              <a:gd name="connsiteY12" fmla="*/ 1609136 h 2254628"/>
              <a:gd name="connsiteX13" fmla="*/ 213353 w 1857234"/>
              <a:gd name="connsiteY13" fmla="*/ 1626070 h 2254628"/>
              <a:gd name="connsiteX14" fmla="*/ 221820 w 1857234"/>
              <a:gd name="connsiteY14" fmla="*/ 1566803 h 2254628"/>
              <a:gd name="connsiteX15" fmla="*/ 221820 w 1857234"/>
              <a:gd name="connsiteY15" fmla="*/ 1532936 h 2254628"/>
              <a:gd name="connsiteX16" fmla="*/ 334741 w 1857234"/>
              <a:gd name="connsiteY16" fmla="*/ 1789388 h 2254628"/>
              <a:gd name="connsiteX17" fmla="*/ 448026 w 1857234"/>
              <a:gd name="connsiteY17" fmla="*/ 1942746 h 2254628"/>
              <a:gd name="connsiteX18" fmla="*/ 619489 w 1857234"/>
              <a:gd name="connsiteY18" fmla="*/ 2120367 h 2254628"/>
              <a:gd name="connsiteX19" fmla="*/ 868503 w 1857234"/>
              <a:gd name="connsiteY19" fmla="*/ 2239950 h 2254628"/>
              <a:gd name="connsiteX20" fmla="*/ 1132832 w 1857234"/>
              <a:gd name="connsiteY20" fmla="*/ 2232550 h 2254628"/>
              <a:gd name="connsiteX21" fmla="*/ 1370068 w 1857234"/>
              <a:gd name="connsiteY21" fmla="*/ 2058400 h 2254628"/>
              <a:gd name="connsiteX22" fmla="*/ 1538047 w 1857234"/>
              <a:gd name="connsiteY22" fmla="*/ 1897136 h 2254628"/>
              <a:gd name="connsiteX23" fmla="*/ 1635245 w 1857234"/>
              <a:gd name="connsiteY23" fmla="*/ 1744202 h 2254628"/>
              <a:gd name="connsiteX24" fmla="*/ 1686553 w 1857234"/>
              <a:gd name="connsiteY24" fmla="*/ 1524470 h 2254628"/>
              <a:gd name="connsiteX25" fmla="*/ 1678087 w 1857234"/>
              <a:gd name="connsiteY25" fmla="*/ 1456736 h 2254628"/>
              <a:gd name="connsiteX26" fmla="*/ 1737353 w 1857234"/>
              <a:gd name="connsiteY26" fmla="*/ 1549870 h 2254628"/>
              <a:gd name="connsiteX27" fmla="*/ 1788153 w 1857234"/>
              <a:gd name="connsiteY27" fmla="*/ 1524470 h 2254628"/>
              <a:gd name="connsiteX28" fmla="*/ 1810167 w 1857234"/>
              <a:gd name="connsiteY28" fmla="*/ 1405936 h 2254628"/>
              <a:gd name="connsiteX29" fmla="*/ 1849113 w 1857234"/>
              <a:gd name="connsiteY29" fmla="*/ 1309416 h 2254628"/>
              <a:gd name="connsiteX30" fmla="*/ 1855887 w 1857234"/>
              <a:gd name="connsiteY30" fmla="*/ 1211203 h 2254628"/>
              <a:gd name="connsiteX31" fmla="*/ 1830487 w 1857234"/>
              <a:gd name="connsiteY31" fmla="*/ 1092670 h 2254628"/>
              <a:gd name="connsiteX32" fmla="*/ 1754287 w 1857234"/>
              <a:gd name="connsiteY32" fmla="*/ 1118070 h 2254628"/>
              <a:gd name="connsiteX33" fmla="*/ 1720420 w 1857234"/>
              <a:gd name="connsiteY33" fmla="*/ 1164636 h 2254628"/>
              <a:gd name="connsiteX34" fmla="*/ 1686553 w 1857234"/>
              <a:gd name="connsiteY34" fmla="*/ 1236603 h 2254628"/>
              <a:gd name="connsiteX35" fmla="*/ 1703487 w 1857234"/>
              <a:gd name="connsiteY35" fmla="*/ 830203 h 2254628"/>
              <a:gd name="connsiteX36" fmla="*/ 1669620 w 1857234"/>
              <a:gd name="connsiteY36" fmla="*/ 505083 h 2254628"/>
              <a:gd name="connsiteX37" fmla="*/ 1474887 w 1857234"/>
              <a:gd name="connsiteY37" fmla="*/ 186736 h 2254628"/>
              <a:gd name="connsiteX38" fmla="*/ 1264278 w 1857234"/>
              <a:gd name="connsiteY38" fmla="*/ 62925 h 2254628"/>
              <a:gd name="connsiteX39" fmla="*/ 907620 w 1857234"/>
              <a:gd name="connsiteY39" fmla="*/ 470 h 2254628"/>
              <a:gd name="connsiteX40" fmla="*/ 699128 w 1857234"/>
              <a:gd name="connsiteY40" fmla="*/ 38246 h 2254628"/>
              <a:gd name="connsiteX0" fmla="*/ 699128 w 1857234"/>
              <a:gd name="connsiteY0" fmla="*/ 38246 h 2257482"/>
              <a:gd name="connsiteX1" fmla="*/ 530853 w 1857234"/>
              <a:gd name="connsiteY1" fmla="*/ 109476 h 2257482"/>
              <a:gd name="connsiteX2" fmla="*/ 359403 w 1857234"/>
              <a:gd name="connsiteY2" fmla="*/ 226951 h 2257482"/>
              <a:gd name="connsiteX3" fmla="*/ 194303 w 1857234"/>
              <a:gd name="connsiteY3" fmla="*/ 500001 h 2257482"/>
              <a:gd name="connsiteX4" fmla="*/ 143503 w 1857234"/>
              <a:gd name="connsiteY4" fmla="*/ 690502 h 2257482"/>
              <a:gd name="connsiteX5" fmla="*/ 143503 w 1857234"/>
              <a:gd name="connsiteY5" fmla="*/ 1058801 h 2257482"/>
              <a:gd name="connsiteX6" fmla="*/ 144562 w 1857234"/>
              <a:gd name="connsiteY6" fmla="*/ 1196386 h 2257482"/>
              <a:gd name="connsiteX7" fmla="*/ 92704 w 1857234"/>
              <a:gd name="connsiteY7" fmla="*/ 1145586 h 2257482"/>
              <a:gd name="connsiteX8" fmla="*/ 13329 w 1857234"/>
              <a:gd name="connsiteY8" fmla="*/ 1150878 h 2257482"/>
              <a:gd name="connsiteX9" fmla="*/ 1687 w 1857234"/>
              <a:gd name="connsiteY9" fmla="*/ 1262003 h 2257482"/>
              <a:gd name="connsiteX10" fmla="*/ 31320 w 1857234"/>
              <a:gd name="connsiteY10" fmla="*/ 1405937 h 2257482"/>
              <a:gd name="connsiteX11" fmla="*/ 99053 w 1857234"/>
              <a:gd name="connsiteY11" fmla="*/ 1511770 h 2257482"/>
              <a:gd name="connsiteX12" fmla="*/ 149853 w 1857234"/>
              <a:gd name="connsiteY12" fmla="*/ 1609136 h 2257482"/>
              <a:gd name="connsiteX13" fmla="*/ 213353 w 1857234"/>
              <a:gd name="connsiteY13" fmla="*/ 1626070 h 2257482"/>
              <a:gd name="connsiteX14" fmla="*/ 221820 w 1857234"/>
              <a:gd name="connsiteY14" fmla="*/ 1566803 h 2257482"/>
              <a:gd name="connsiteX15" fmla="*/ 221820 w 1857234"/>
              <a:gd name="connsiteY15" fmla="*/ 1532936 h 2257482"/>
              <a:gd name="connsiteX16" fmla="*/ 334741 w 1857234"/>
              <a:gd name="connsiteY16" fmla="*/ 1789388 h 2257482"/>
              <a:gd name="connsiteX17" fmla="*/ 448026 w 1857234"/>
              <a:gd name="connsiteY17" fmla="*/ 1942746 h 2257482"/>
              <a:gd name="connsiteX18" fmla="*/ 619489 w 1857234"/>
              <a:gd name="connsiteY18" fmla="*/ 2120367 h 2257482"/>
              <a:gd name="connsiteX19" fmla="*/ 868503 w 1857234"/>
              <a:gd name="connsiteY19" fmla="*/ 2244593 h 2257482"/>
              <a:gd name="connsiteX20" fmla="*/ 1132832 w 1857234"/>
              <a:gd name="connsiteY20" fmla="*/ 2232550 h 2257482"/>
              <a:gd name="connsiteX21" fmla="*/ 1370068 w 1857234"/>
              <a:gd name="connsiteY21" fmla="*/ 2058400 h 2257482"/>
              <a:gd name="connsiteX22" fmla="*/ 1538047 w 1857234"/>
              <a:gd name="connsiteY22" fmla="*/ 1897136 h 2257482"/>
              <a:gd name="connsiteX23" fmla="*/ 1635245 w 1857234"/>
              <a:gd name="connsiteY23" fmla="*/ 1744202 h 2257482"/>
              <a:gd name="connsiteX24" fmla="*/ 1686553 w 1857234"/>
              <a:gd name="connsiteY24" fmla="*/ 1524470 h 2257482"/>
              <a:gd name="connsiteX25" fmla="*/ 1678087 w 1857234"/>
              <a:gd name="connsiteY25" fmla="*/ 1456736 h 2257482"/>
              <a:gd name="connsiteX26" fmla="*/ 1737353 w 1857234"/>
              <a:gd name="connsiteY26" fmla="*/ 1549870 h 2257482"/>
              <a:gd name="connsiteX27" fmla="*/ 1788153 w 1857234"/>
              <a:gd name="connsiteY27" fmla="*/ 1524470 h 2257482"/>
              <a:gd name="connsiteX28" fmla="*/ 1810167 w 1857234"/>
              <a:gd name="connsiteY28" fmla="*/ 1405936 h 2257482"/>
              <a:gd name="connsiteX29" fmla="*/ 1849113 w 1857234"/>
              <a:gd name="connsiteY29" fmla="*/ 1309416 h 2257482"/>
              <a:gd name="connsiteX30" fmla="*/ 1855887 w 1857234"/>
              <a:gd name="connsiteY30" fmla="*/ 1211203 h 2257482"/>
              <a:gd name="connsiteX31" fmla="*/ 1830487 w 1857234"/>
              <a:gd name="connsiteY31" fmla="*/ 1092670 h 2257482"/>
              <a:gd name="connsiteX32" fmla="*/ 1754287 w 1857234"/>
              <a:gd name="connsiteY32" fmla="*/ 1118070 h 2257482"/>
              <a:gd name="connsiteX33" fmla="*/ 1720420 w 1857234"/>
              <a:gd name="connsiteY33" fmla="*/ 1164636 h 2257482"/>
              <a:gd name="connsiteX34" fmla="*/ 1686553 w 1857234"/>
              <a:gd name="connsiteY34" fmla="*/ 1236603 h 2257482"/>
              <a:gd name="connsiteX35" fmla="*/ 1703487 w 1857234"/>
              <a:gd name="connsiteY35" fmla="*/ 830203 h 2257482"/>
              <a:gd name="connsiteX36" fmla="*/ 1669620 w 1857234"/>
              <a:gd name="connsiteY36" fmla="*/ 505083 h 2257482"/>
              <a:gd name="connsiteX37" fmla="*/ 1474887 w 1857234"/>
              <a:gd name="connsiteY37" fmla="*/ 186736 h 2257482"/>
              <a:gd name="connsiteX38" fmla="*/ 1264278 w 1857234"/>
              <a:gd name="connsiteY38" fmla="*/ 62925 h 2257482"/>
              <a:gd name="connsiteX39" fmla="*/ 907620 w 1857234"/>
              <a:gd name="connsiteY39" fmla="*/ 470 h 2257482"/>
              <a:gd name="connsiteX40" fmla="*/ 699128 w 1857234"/>
              <a:gd name="connsiteY40" fmla="*/ 38246 h 2257482"/>
              <a:gd name="connsiteX0" fmla="*/ 699128 w 1857234"/>
              <a:gd name="connsiteY0" fmla="*/ 38246 h 2278914"/>
              <a:gd name="connsiteX1" fmla="*/ 530853 w 1857234"/>
              <a:gd name="connsiteY1" fmla="*/ 109476 h 2278914"/>
              <a:gd name="connsiteX2" fmla="*/ 359403 w 1857234"/>
              <a:gd name="connsiteY2" fmla="*/ 226951 h 2278914"/>
              <a:gd name="connsiteX3" fmla="*/ 194303 w 1857234"/>
              <a:gd name="connsiteY3" fmla="*/ 500001 h 2278914"/>
              <a:gd name="connsiteX4" fmla="*/ 143503 w 1857234"/>
              <a:gd name="connsiteY4" fmla="*/ 690502 h 2278914"/>
              <a:gd name="connsiteX5" fmla="*/ 143503 w 1857234"/>
              <a:gd name="connsiteY5" fmla="*/ 1058801 h 2278914"/>
              <a:gd name="connsiteX6" fmla="*/ 144562 w 1857234"/>
              <a:gd name="connsiteY6" fmla="*/ 1196386 h 2278914"/>
              <a:gd name="connsiteX7" fmla="*/ 92704 w 1857234"/>
              <a:gd name="connsiteY7" fmla="*/ 1145586 h 2278914"/>
              <a:gd name="connsiteX8" fmla="*/ 13329 w 1857234"/>
              <a:gd name="connsiteY8" fmla="*/ 1150878 h 2278914"/>
              <a:gd name="connsiteX9" fmla="*/ 1687 w 1857234"/>
              <a:gd name="connsiteY9" fmla="*/ 1262003 h 2278914"/>
              <a:gd name="connsiteX10" fmla="*/ 31320 w 1857234"/>
              <a:gd name="connsiteY10" fmla="*/ 1405937 h 2278914"/>
              <a:gd name="connsiteX11" fmla="*/ 99053 w 1857234"/>
              <a:gd name="connsiteY11" fmla="*/ 1511770 h 2278914"/>
              <a:gd name="connsiteX12" fmla="*/ 149853 w 1857234"/>
              <a:gd name="connsiteY12" fmla="*/ 1609136 h 2278914"/>
              <a:gd name="connsiteX13" fmla="*/ 213353 w 1857234"/>
              <a:gd name="connsiteY13" fmla="*/ 1626070 h 2278914"/>
              <a:gd name="connsiteX14" fmla="*/ 221820 w 1857234"/>
              <a:gd name="connsiteY14" fmla="*/ 1566803 h 2278914"/>
              <a:gd name="connsiteX15" fmla="*/ 221820 w 1857234"/>
              <a:gd name="connsiteY15" fmla="*/ 1532936 h 2278914"/>
              <a:gd name="connsiteX16" fmla="*/ 334741 w 1857234"/>
              <a:gd name="connsiteY16" fmla="*/ 1789388 h 2278914"/>
              <a:gd name="connsiteX17" fmla="*/ 448026 w 1857234"/>
              <a:gd name="connsiteY17" fmla="*/ 1942746 h 2278914"/>
              <a:gd name="connsiteX18" fmla="*/ 619489 w 1857234"/>
              <a:gd name="connsiteY18" fmla="*/ 2120367 h 2278914"/>
              <a:gd name="connsiteX19" fmla="*/ 868503 w 1857234"/>
              <a:gd name="connsiteY19" fmla="*/ 2244593 h 2278914"/>
              <a:gd name="connsiteX20" fmla="*/ 1062435 w 1857234"/>
              <a:gd name="connsiteY20" fmla="*/ 2265044 h 2278914"/>
              <a:gd name="connsiteX21" fmla="*/ 1370068 w 1857234"/>
              <a:gd name="connsiteY21" fmla="*/ 2058400 h 2278914"/>
              <a:gd name="connsiteX22" fmla="*/ 1538047 w 1857234"/>
              <a:gd name="connsiteY22" fmla="*/ 1897136 h 2278914"/>
              <a:gd name="connsiteX23" fmla="*/ 1635245 w 1857234"/>
              <a:gd name="connsiteY23" fmla="*/ 1744202 h 2278914"/>
              <a:gd name="connsiteX24" fmla="*/ 1686553 w 1857234"/>
              <a:gd name="connsiteY24" fmla="*/ 1524470 h 2278914"/>
              <a:gd name="connsiteX25" fmla="*/ 1678087 w 1857234"/>
              <a:gd name="connsiteY25" fmla="*/ 1456736 h 2278914"/>
              <a:gd name="connsiteX26" fmla="*/ 1737353 w 1857234"/>
              <a:gd name="connsiteY26" fmla="*/ 1549870 h 2278914"/>
              <a:gd name="connsiteX27" fmla="*/ 1788153 w 1857234"/>
              <a:gd name="connsiteY27" fmla="*/ 1524470 h 2278914"/>
              <a:gd name="connsiteX28" fmla="*/ 1810167 w 1857234"/>
              <a:gd name="connsiteY28" fmla="*/ 1405936 h 2278914"/>
              <a:gd name="connsiteX29" fmla="*/ 1849113 w 1857234"/>
              <a:gd name="connsiteY29" fmla="*/ 1309416 h 2278914"/>
              <a:gd name="connsiteX30" fmla="*/ 1855887 w 1857234"/>
              <a:gd name="connsiteY30" fmla="*/ 1211203 h 2278914"/>
              <a:gd name="connsiteX31" fmla="*/ 1830487 w 1857234"/>
              <a:gd name="connsiteY31" fmla="*/ 1092670 h 2278914"/>
              <a:gd name="connsiteX32" fmla="*/ 1754287 w 1857234"/>
              <a:gd name="connsiteY32" fmla="*/ 1118070 h 2278914"/>
              <a:gd name="connsiteX33" fmla="*/ 1720420 w 1857234"/>
              <a:gd name="connsiteY33" fmla="*/ 1164636 h 2278914"/>
              <a:gd name="connsiteX34" fmla="*/ 1686553 w 1857234"/>
              <a:gd name="connsiteY34" fmla="*/ 1236603 h 2278914"/>
              <a:gd name="connsiteX35" fmla="*/ 1703487 w 1857234"/>
              <a:gd name="connsiteY35" fmla="*/ 830203 h 2278914"/>
              <a:gd name="connsiteX36" fmla="*/ 1669620 w 1857234"/>
              <a:gd name="connsiteY36" fmla="*/ 505083 h 2278914"/>
              <a:gd name="connsiteX37" fmla="*/ 1474887 w 1857234"/>
              <a:gd name="connsiteY37" fmla="*/ 186736 h 2278914"/>
              <a:gd name="connsiteX38" fmla="*/ 1264278 w 1857234"/>
              <a:gd name="connsiteY38" fmla="*/ 62925 h 2278914"/>
              <a:gd name="connsiteX39" fmla="*/ 907620 w 1857234"/>
              <a:gd name="connsiteY39" fmla="*/ 470 h 2278914"/>
              <a:gd name="connsiteX40" fmla="*/ 699128 w 1857234"/>
              <a:gd name="connsiteY40" fmla="*/ 38246 h 2278914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38047 w 1857234"/>
              <a:gd name="connsiteY22" fmla="*/ 1897136 h 2275138"/>
              <a:gd name="connsiteX23" fmla="*/ 1635245 w 1857234"/>
              <a:gd name="connsiteY23" fmla="*/ 1744202 h 2275138"/>
              <a:gd name="connsiteX24" fmla="*/ 1686553 w 1857234"/>
              <a:gd name="connsiteY24" fmla="*/ 1524470 h 2275138"/>
              <a:gd name="connsiteX25" fmla="*/ 1678087 w 1857234"/>
              <a:gd name="connsiteY25" fmla="*/ 1456736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5245 w 1857234"/>
              <a:gd name="connsiteY23" fmla="*/ 1744202 h 2275138"/>
              <a:gd name="connsiteX24" fmla="*/ 1686553 w 1857234"/>
              <a:gd name="connsiteY24" fmla="*/ 1524470 h 2275138"/>
              <a:gd name="connsiteX25" fmla="*/ 1678087 w 1857234"/>
              <a:gd name="connsiteY25" fmla="*/ 1456736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86553 w 1857234"/>
              <a:gd name="connsiteY24" fmla="*/ 1524470 h 2275138"/>
              <a:gd name="connsiteX25" fmla="*/ 1678087 w 1857234"/>
              <a:gd name="connsiteY25" fmla="*/ 1456736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63088 w 1857234"/>
              <a:gd name="connsiteY24" fmla="*/ 1524470 h 2275138"/>
              <a:gd name="connsiteX25" fmla="*/ 1678087 w 1857234"/>
              <a:gd name="connsiteY25" fmla="*/ 1456736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67781 w 1857234"/>
              <a:gd name="connsiteY24" fmla="*/ 1594101 h 2275138"/>
              <a:gd name="connsiteX25" fmla="*/ 1678087 w 1857234"/>
              <a:gd name="connsiteY25" fmla="*/ 1456736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67781 w 1857234"/>
              <a:gd name="connsiteY24" fmla="*/ 1594101 h 2275138"/>
              <a:gd name="connsiteX25" fmla="*/ 1678087 w 1857234"/>
              <a:gd name="connsiteY25" fmla="*/ 1484588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11275 w 1857234"/>
              <a:gd name="connsiteY16" fmla="*/ 176617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67781 w 1857234"/>
              <a:gd name="connsiteY24" fmla="*/ 1594101 h 2275138"/>
              <a:gd name="connsiteX25" fmla="*/ 1678087 w 1857234"/>
              <a:gd name="connsiteY25" fmla="*/ 1484588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11275 w 1857234"/>
              <a:gd name="connsiteY16" fmla="*/ 176617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67781 w 1857234"/>
              <a:gd name="connsiteY24" fmla="*/ 1594101 h 2275138"/>
              <a:gd name="connsiteX25" fmla="*/ 1678087 w 1857234"/>
              <a:gd name="connsiteY25" fmla="*/ 1484588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297"/>
              <a:gd name="connsiteX1" fmla="*/ 530853 w 1857234"/>
              <a:gd name="connsiteY1" fmla="*/ 109476 h 2275297"/>
              <a:gd name="connsiteX2" fmla="*/ 359403 w 1857234"/>
              <a:gd name="connsiteY2" fmla="*/ 226951 h 2275297"/>
              <a:gd name="connsiteX3" fmla="*/ 194303 w 1857234"/>
              <a:gd name="connsiteY3" fmla="*/ 500001 h 2275297"/>
              <a:gd name="connsiteX4" fmla="*/ 143503 w 1857234"/>
              <a:gd name="connsiteY4" fmla="*/ 690502 h 2275297"/>
              <a:gd name="connsiteX5" fmla="*/ 143503 w 1857234"/>
              <a:gd name="connsiteY5" fmla="*/ 1058801 h 2275297"/>
              <a:gd name="connsiteX6" fmla="*/ 144562 w 1857234"/>
              <a:gd name="connsiteY6" fmla="*/ 1196386 h 2275297"/>
              <a:gd name="connsiteX7" fmla="*/ 92704 w 1857234"/>
              <a:gd name="connsiteY7" fmla="*/ 1145586 h 2275297"/>
              <a:gd name="connsiteX8" fmla="*/ 13329 w 1857234"/>
              <a:gd name="connsiteY8" fmla="*/ 1150878 h 2275297"/>
              <a:gd name="connsiteX9" fmla="*/ 1687 w 1857234"/>
              <a:gd name="connsiteY9" fmla="*/ 1262003 h 2275297"/>
              <a:gd name="connsiteX10" fmla="*/ 31320 w 1857234"/>
              <a:gd name="connsiteY10" fmla="*/ 1405937 h 2275297"/>
              <a:gd name="connsiteX11" fmla="*/ 99053 w 1857234"/>
              <a:gd name="connsiteY11" fmla="*/ 1511770 h 2275297"/>
              <a:gd name="connsiteX12" fmla="*/ 149853 w 1857234"/>
              <a:gd name="connsiteY12" fmla="*/ 1609136 h 2275297"/>
              <a:gd name="connsiteX13" fmla="*/ 213353 w 1857234"/>
              <a:gd name="connsiteY13" fmla="*/ 1626070 h 2275297"/>
              <a:gd name="connsiteX14" fmla="*/ 221820 w 1857234"/>
              <a:gd name="connsiteY14" fmla="*/ 1566803 h 2275297"/>
              <a:gd name="connsiteX15" fmla="*/ 221820 w 1857234"/>
              <a:gd name="connsiteY15" fmla="*/ 1532936 h 2275297"/>
              <a:gd name="connsiteX16" fmla="*/ 311275 w 1857234"/>
              <a:gd name="connsiteY16" fmla="*/ 1766178 h 2275297"/>
              <a:gd name="connsiteX17" fmla="*/ 448026 w 1857234"/>
              <a:gd name="connsiteY17" fmla="*/ 1942746 h 2275297"/>
              <a:gd name="connsiteX18" fmla="*/ 642954 w 1857234"/>
              <a:gd name="connsiteY18" fmla="*/ 2115725 h 2275297"/>
              <a:gd name="connsiteX19" fmla="*/ 868503 w 1857234"/>
              <a:gd name="connsiteY19" fmla="*/ 2244593 h 2275297"/>
              <a:gd name="connsiteX20" fmla="*/ 1062435 w 1857234"/>
              <a:gd name="connsiteY20" fmla="*/ 2265044 h 2275297"/>
              <a:gd name="connsiteX21" fmla="*/ 1304365 w 1857234"/>
              <a:gd name="connsiteY21" fmla="*/ 2109462 h 2275297"/>
              <a:gd name="connsiteX22" fmla="*/ 1519275 w 1857234"/>
              <a:gd name="connsiteY22" fmla="*/ 1901778 h 2275297"/>
              <a:gd name="connsiteX23" fmla="*/ 1630552 w 1857234"/>
              <a:gd name="connsiteY23" fmla="*/ 1734918 h 2275297"/>
              <a:gd name="connsiteX24" fmla="*/ 1667781 w 1857234"/>
              <a:gd name="connsiteY24" fmla="*/ 1594101 h 2275297"/>
              <a:gd name="connsiteX25" fmla="*/ 1678087 w 1857234"/>
              <a:gd name="connsiteY25" fmla="*/ 1484588 h 2275297"/>
              <a:gd name="connsiteX26" fmla="*/ 1737353 w 1857234"/>
              <a:gd name="connsiteY26" fmla="*/ 1549870 h 2275297"/>
              <a:gd name="connsiteX27" fmla="*/ 1788153 w 1857234"/>
              <a:gd name="connsiteY27" fmla="*/ 1524470 h 2275297"/>
              <a:gd name="connsiteX28" fmla="*/ 1810167 w 1857234"/>
              <a:gd name="connsiteY28" fmla="*/ 1405936 h 2275297"/>
              <a:gd name="connsiteX29" fmla="*/ 1849113 w 1857234"/>
              <a:gd name="connsiteY29" fmla="*/ 1309416 h 2275297"/>
              <a:gd name="connsiteX30" fmla="*/ 1855887 w 1857234"/>
              <a:gd name="connsiteY30" fmla="*/ 1211203 h 2275297"/>
              <a:gd name="connsiteX31" fmla="*/ 1830487 w 1857234"/>
              <a:gd name="connsiteY31" fmla="*/ 1092670 h 2275297"/>
              <a:gd name="connsiteX32" fmla="*/ 1754287 w 1857234"/>
              <a:gd name="connsiteY32" fmla="*/ 1118070 h 2275297"/>
              <a:gd name="connsiteX33" fmla="*/ 1720420 w 1857234"/>
              <a:gd name="connsiteY33" fmla="*/ 1164636 h 2275297"/>
              <a:gd name="connsiteX34" fmla="*/ 1686553 w 1857234"/>
              <a:gd name="connsiteY34" fmla="*/ 1236603 h 2275297"/>
              <a:gd name="connsiteX35" fmla="*/ 1703487 w 1857234"/>
              <a:gd name="connsiteY35" fmla="*/ 830203 h 2275297"/>
              <a:gd name="connsiteX36" fmla="*/ 1669620 w 1857234"/>
              <a:gd name="connsiteY36" fmla="*/ 505083 h 2275297"/>
              <a:gd name="connsiteX37" fmla="*/ 1474887 w 1857234"/>
              <a:gd name="connsiteY37" fmla="*/ 186736 h 2275297"/>
              <a:gd name="connsiteX38" fmla="*/ 1264278 w 1857234"/>
              <a:gd name="connsiteY38" fmla="*/ 62925 h 2275297"/>
              <a:gd name="connsiteX39" fmla="*/ 907620 w 1857234"/>
              <a:gd name="connsiteY39" fmla="*/ 470 h 2275297"/>
              <a:gd name="connsiteX40" fmla="*/ 699128 w 1857234"/>
              <a:gd name="connsiteY40" fmla="*/ 38246 h 2275297"/>
              <a:gd name="connsiteX0" fmla="*/ 699128 w 1857234"/>
              <a:gd name="connsiteY0" fmla="*/ 38246 h 2275297"/>
              <a:gd name="connsiteX1" fmla="*/ 530853 w 1857234"/>
              <a:gd name="connsiteY1" fmla="*/ 109476 h 2275297"/>
              <a:gd name="connsiteX2" fmla="*/ 359403 w 1857234"/>
              <a:gd name="connsiteY2" fmla="*/ 226951 h 2275297"/>
              <a:gd name="connsiteX3" fmla="*/ 194303 w 1857234"/>
              <a:gd name="connsiteY3" fmla="*/ 500001 h 2275297"/>
              <a:gd name="connsiteX4" fmla="*/ 143503 w 1857234"/>
              <a:gd name="connsiteY4" fmla="*/ 690502 h 2275297"/>
              <a:gd name="connsiteX5" fmla="*/ 143503 w 1857234"/>
              <a:gd name="connsiteY5" fmla="*/ 1058801 h 2275297"/>
              <a:gd name="connsiteX6" fmla="*/ 144562 w 1857234"/>
              <a:gd name="connsiteY6" fmla="*/ 1196386 h 2275297"/>
              <a:gd name="connsiteX7" fmla="*/ 92704 w 1857234"/>
              <a:gd name="connsiteY7" fmla="*/ 1145586 h 2275297"/>
              <a:gd name="connsiteX8" fmla="*/ 13329 w 1857234"/>
              <a:gd name="connsiteY8" fmla="*/ 1150878 h 2275297"/>
              <a:gd name="connsiteX9" fmla="*/ 1687 w 1857234"/>
              <a:gd name="connsiteY9" fmla="*/ 1262003 h 2275297"/>
              <a:gd name="connsiteX10" fmla="*/ 31320 w 1857234"/>
              <a:gd name="connsiteY10" fmla="*/ 1405937 h 2275297"/>
              <a:gd name="connsiteX11" fmla="*/ 99053 w 1857234"/>
              <a:gd name="connsiteY11" fmla="*/ 1511770 h 2275297"/>
              <a:gd name="connsiteX12" fmla="*/ 149853 w 1857234"/>
              <a:gd name="connsiteY12" fmla="*/ 1609136 h 2275297"/>
              <a:gd name="connsiteX13" fmla="*/ 213353 w 1857234"/>
              <a:gd name="connsiteY13" fmla="*/ 1626070 h 2275297"/>
              <a:gd name="connsiteX14" fmla="*/ 221820 w 1857234"/>
              <a:gd name="connsiteY14" fmla="*/ 1566803 h 2275297"/>
              <a:gd name="connsiteX15" fmla="*/ 221820 w 1857234"/>
              <a:gd name="connsiteY15" fmla="*/ 1532936 h 2275297"/>
              <a:gd name="connsiteX16" fmla="*/ 311275 w 1857234"/>
              <a:gd name="connsiteY16" fmla="*/ 1766178 h 2275297"/>
              <a:gd name="connsiteX17" fmla="*/ 448026 w 1857234"/>
              <a:gd name="connsiteY17" fmla="*/ 1942746 h 2275297"/>
              <a:gd name="connsiteX18" fmla="*/ 642954 w 1857234"/>
              <a:gd name="connsiteY18" fmla="*/ 2115725 h 2275297"/>
              <a:gd name="connsiteX19" fmla="*/ 868503 w 1857234"/>
              <a:gd name="connsiteY19" fmla="*/ 2244593 h 2275297"/>
              <a:gd name="connsiteX20" fmla="*/ 1062435 w 1857234"/>
              <a:gd name="connsiteY20" fmla="*/ 2265044 h 2275297"/>
              <a:gd name="connsiteX21" fmla="*/ 1304365 w 1857234"/>
              <a:gd name="connsiteY21" fmla="*/ 2109462 h 2275297"/>
              <a:gd name="connsiteX22" fmla="*/ 1519275 w 1857234"/>
              <a:gd name="connsiteY22" fmla="*/ 1901778 h 2275297"/>
              <a:gd name="connsiteX23" fmla="*/ 1630552 w 1857234"/>
              <a:gd name="connsiteY23" fmla="*/ 1734918 h 2275297"/>
              <a:gd name="connsiteX24" fmla="*/ 1667781 w 1857234"/>
              <a:gd name="connsiteY24" fmla="*/ 1594101 h 2275297"/>
              <a:gd name="connsiteX25" fmla="*/ 1678087 w 1857234"/>
              <a:gd name="connsiteY25" fmla="*/ 1484588 h 2275297"/>
              <a:gd name="connsiteX26" fmla="*/ 1737353 w 1857234"/>
              <a:gd name="connsiteY26" fmla="*/ 1549870 h 2275297"/>
              <a:gd name="connsiteX27" fmla="*/ 1788153 w 1857234"/>
              <a:gd name="connsiteY27" fmla="*/ 1524470 h 2275297"/>
              <a:gd name="connsiteX28" fmla="*/ 1810167 w 1857234"/>
              <a:gd name="connsiteY28" fmla="*/ 1405936 h 2275297"/>
              <a:gd name="connsiteX29" fmla="*/ 1849113 w 1857234"/>
              <a:gd name="connsiteY29" fmla="*/ 1309416 h 2275297"/>
              <a:gd name="connsiteX30" fmla="*/ 1855887 w 1857234"/>
              <a:gd name="connsiteY30" fmla="*/ 1211203 h 2275297"/>
              <a:gd name="connsiteX31" fmla="*/ 1830487 w 1857234"/>
              <a:gd name="connsiteY31" fmla="*/ 1092670 h 2275297"/>
              <a:gd name="connsiteX32" fmla="*/ 1754287 w 1857234"/>
              <a:gd name="connsiteY32" fmla="*/ 1118070 h 2275297"/>
              <a:gd name="connsiteX33" fmla="*/ 1720420 w 1857234"/>
              <a:gd name="connsiteY33" fmla="*/ 1164636 h 2275297"/>
              <a:gd name="connsiteX34" fmla="*/ 1686553 w 1857234"/>
              <a:gd name="connsiteY34" fmla="*/ 1236603 h 2275297"/>
              <a:gd name="connsiteX35" fmla="*/ 1703487 w 1857234"/>
              <a:gd name="connsiteY35" fmla="*/ 830203 h 2275297"/>
              <a:gd name="connsiteX36" fmla="*/ 1669620 w 1857234"/>
              <a:gd name="connsiteY36" fmla="*/ 505083 h 2275297"/>
              <a:gd name="connsiteX37" fmla="*/ 1474887 w 1857234"/>
              <a:gd name="connsiteY37" fmla="*/ 186736 h 2275297"/>
              <a:gd name="connsiteX38" fmla="*/ 1264278 w 1857234"/>
              <a:gd name="connsiteY38" fmla="*/ 62925 h 2275297"/>
              <a:gd name="connsiteX39" fmla="*/ 907620 w 1857234"/>
              <a:gd name="connsiteY39" fmla="*/ 470 h 2275297"/>
              <a:gd name="connsiteX40" fmla="*/ 699128 w 1857234"/>
              <a:gd name="connsiteY40" fmla="*/ 38246 h 2275297"/>
              <a:gd name="connsiteX0" fmla="*/ 699128 w 1857234"/>
              <a:gd name="connsiteY0" fmla="*/ 38246 h 2275298"/>
              <a:gd name="connsiteX1" fmla="*/ 530853 w 1857234"/>
              <a:gd name="connsiteY1" fmla="*/ 109476 h 2275298"/>
              <a:gd name="connsiteX2" fmla="*/ 359403 w 1857234"/>
              <a:gd name="connsiteY2" fmla="*/ 226951 h 2275298"/>
              <a:gd name="connsiteX3" fmla="*/ 194303 w 1857234"/>
              <a:gd name="connsiteY3" fmla="*/ 500001 h 2275298"/>
              <a:gd name="connsiteX4" fmla="*/ 143503 w 1857234"/>
              <a:gd name="connsiteY4" fmla="*/ 690502 h 2275298"/>
              <a:gd name="connsiteX5" fmla="*/ 143503 w 1857234"/>
              <a:gd name="connsiteY5" fmla="*/ 1058801 h 2275298"/>
              <a:gd name="connsiteX6" fmla="*/ 144562 w 1857234"/>
              <a:gd name="connsiteY6" fmla="*/ 1196386 h 2275298"/>
              <a:gd name="connsiteX7" fmla="*/ 92704 w 1857234"/>
              <a:gd name="connsiteY7" fmla="*/ 1145586 h 2275298"/>
              <a:gd name="connsiteX8" fmla="*/ 13329 w 1857234"/>
              <a:gd name="connsiteY8" fmla="*/ 1150878 h 2275298"/>
              <a:gd name="connsiteX9" fmla="*/ 1687 w 1857234"/>
              <a:gd name="connsiteY9" fmla="*/ 1262003 h 2275298"/>
              <a:gd name="connsiteX10" fmla="*/ 31320 w 1857234"/>
              <a:gd name="connsiteY10" fmla="*/ 1405937 h 2275298"/>
              <a:gd name="connsiteX11" fmla="*/ 99053 w 1857234"/>
              <a:gd name="connsiteY11" fmla="*/ 1511770 h 2275298"/>
              <a:gd name="connsiteX12" fmla="*/ 149853 w 1857234"/>
              <a:gd name="connsiteY12" fmla="*/ 1609136 h 2275298"/>
              <a:gd name="connsiteX13" fmla="*/ 213353 w 1857234"/>
              <a:gd name="connsiteY13" fmla="*/ 1626070 h 2275298"/>
              <a:gd name="connsiteX14" fmla="*/ 221820 w 1857234"/>
              <a:gd name="connsiteY14" fmla="*/ 1566803 h 2275298"/>
              <a:gd name="connsiteX15" fmla="*/ 221820 w 1857234"/>
              <a:gd name="connsiteY15" fmla="*/ 1532936 h 2275298"/>
              <a:gd name="connsiteX16" fmla="*/ 311275 w 1857234"/>
              <a:gd name="connsiteY16" fmla="*/ 1766178 h 2275298"/>
              <a:gd name="connsiteX17" fmla="*/ 448026 w 1857234"/>
              <a:gd name="connsiteY17" fmla="*/ 1942746 h 2275298"/>
              <a:gd name="connsiteX18" fmla="*/ 642954 w 1857234"/>
              <a:gd name="connsiteY18" fmla="*/ 2115725 h 2275298"/>
              <a:gd name="connsiteX19" fmla="*/ 868503 w 1857234"/>
              <a:gd name="connsiteY19" fmla="*/ 2244593 h 2275298"/>
              <a:gd name="connsiteX20" fmla="*/ 1015504 w 1857234"/>
              <a:gd name="connsiteY20" fmla="*/ 2265044 h 2275298"/>
              <a:gd name="connsiteX21" fmla="*/ 1304365 w 1857234"/>
              <a:gd name="connsiteY21" fmla="*/ 2109462 h 2275298"/>
              <a:gd name="connsiteX22" fmla="*/ 1519275 w 1857234"/>
              <a:gd name="connsiteY22" fmla="*/ 1901778 h 2275298"/>
              <a:gd name="connsiteX23" fmla="*/ 1630552 w 1857234"/>
              <a:gd name="connsiteY23" fmla="*/ 1734918 h 2275298"/>
              <a:gd name="connsiteX24" fmla="*/ 1667781 w 1857234"/>
              <a:gd name="connsiteY24" fmla="*/ 1594101 h 2275298"/>
              <a:gd name="connsiteX25" fmla="*/ 1678087 w 1857234"/>
              <a:gd name="connsiteY25" fmla="*/ 1484588 h 2275298"/>
              <a:gd name="connsiteX26" fmla="*/ 1737353 w 1857234"/>
              <a:gd name="connsiteY26" fmla="*/ 1549870 h 2275298"/>
              <a:gd name="connsiteX27" fmla="*/ 1788153 w 1857234"/>
              <a:gd name="connsiteY27" fmla="*/ 1524470 h 2275298"/>
              <a:gd name="connsiteX28" fmla="*/ 1810167 w 1857234"/>
              <a:gd name="connsiteY28" fmla="*/ 1405936 h 2275298"/>
              <a:gd name="connsiteX29" fmla="*/ 1849113 w 1857234"/>
              <a:gd name="connsiteY29" fmla="*/ 1309416 h 2275298"/>
              <a:gd name="connsiteX30" fmla="*/ 1855887 w 1857234"/>
              <a:gd name="connsiteY30" fmla="*/ 1211203 h 2275298"/>
              <a:gd name="connsiteX31" fmla="*/ 1830487 w 1857234"/>
              <a:gd name="connsiteY31" fmla="*/ 1092670 h 2275298"/>
              <a:gd name="connsiteX32" fmla="*/ 1754287 w 1857234"/>
              <a:gd name="connsiteY32" fmla="*/ 1118070 h 2275298"/>
              <a:gd name="connsiteX33" fmla="*/ 1720420 w 1857234"/>
              <a:gd name="connsiteY33" fmla="*/ 1164636 h 2275298"/>
              <a:gd name="connsiteX34" fmla="*/ 1686553 w 1857234"/>
              <a:gd name="connsiteY34" fmla="*/ 1236603 h 2275298"/>
              <a:gd name="connsiteX35" fmla="*/ 1703487 w 1857234"/>
              <a:gd name="connsiteY35" fmla="*/ 830203 h 2275298"/>
              <a:gd name="connsiteX36" fmla="*/ 1669620 w 1857234"/>
              <a:gd name="connsiteY36" fmla="*/ 505083 h 2275298"/>
              <a:gd name="connsiteX37" fmla="*/ 1474887 w 1857234"/>
              <a:gd name="connsiteY37" fmla="*/ 186736 h 2275298"/>
              <a:gd name="connsiteX38" fmla="*/ 1264278 w 1857234"/>
              <a:gd name="connsiteY38" fmla="*/ 62925 h 2275298"/>
              <a:gd name="connsiteX39" fmla="*/ 907620 w 1857234"/>
              <a:gd name="connsiteY39" fmla="*/ 470 h 2275298"/>
              <a:gd name="connsiteX40" fmla="*/ 699128 w 1857234"/>
              <a:gd name="connsiteY40" fmla="*/ 38246 h 2275298"/>
              <a:gd name="connsiteX0" fmla="*/ 699128 w 1857234"/>
              <a:gd name="connsiteY0" fmla="*/ 38246 h 2277359"/>
              <a:gd name="connsiteX1" fmla="*/ 530853 w 1857234"/>
              <a:gd name="connsiteY1" fmla="*/ 109476 h 2277359"/>
              <a:gd name="connsiteX2" fmla="*/ 359403 w 1857234"/>
              <a:gd name="connsiteY2" fmla="*/ 226951 h 2277359"/>
              <a:gd name="connsiteX3" fmla="*/ 194303 w 1857234"/>
              <a:gd name="connsiteY3" fmla="*/ 500001 h 2277359"/>
              <a:gd name="connsiteX4" fmla="*/ 143503 w 1857234"/>
              <a:gd name="connsiteY4" fmla="*/ 690502 h 2277359"/>
              <a:gd name="connsiteX5" fmla="*/ 143503 w 1857234"/>
              <a:gd name="connsiteY5" fmla="*/ 1058801 h 2277359"/>
              <a:gd name="connsiteX6" fmla="*/ 144562 w 1857234"/>
              <a:gd name="connsiteY6" fmla="*/ 1196386 h 2277359"/>
              <a:gd name="connsiteX7" fmla="*/ 92704 w 1857234"/>
              <a:gd name="connsiteY7" fmla="*/ 1145586 h 2277359"/>
              <a:gd name="connsiteX8" fmla="*/ 13329 w 1857234"/>
              <a:gd name="connsiteY8" fmla="*/ 1150878 h 2277359"/>
              <a:gd name="connsiteX9" fmla="*/ 1687 w 1857234"/>
              <a:gd name="connsiteY9" fmla="*/ 1262003 h 2277359"/>
              <a:gd name="connsiteX10" fmla="*/ 31320 w 1857234"/>
              <a:gd name="connsiteY10" fmla="*/ 1405937 h 2277359"/>
              <a:gd name="connsiteX11" fmla="*/ 99053 w 1857234"/>
              <a:gd name="connsiteY11" fmla="*/ 1511770 h 2277359"/>
              <a:gd name="connsiteX12" fmla="*/ 149853 w 1857234"/>
              <a:gd name="connsiteY12" fmla="*/ 1609136 h 2277359"/>
              <a:gd name="connsiteX13" fmla="*/ 213353 w 1857234"/>
              <a:gd name="connsiteY13" fmla="*/ 1626070 h 2277359"/>
              <a:gd name="connsiteX14" fmla="*/ 221820 w 1857234"/>
              <a:gd name="connsiteY14" fmla="*/ 1566803 h 2277359"/>
              <a:gd name="connsiteX15" fmla="*/ 221820 w 1857234"/>
              <a:gd name="connsiteY15" fmla="*/ 1532936 h 2277359"/>
              <a:gd name="connsiteX16" fmla="*/ 311275 w 1857234"/>
              <a:gd name="connsiteY16" fmla="*/ 1766178 h 2277359"/>
              <a:gd name="connsiteX17" fmla="*/ 448026 w 1857234"/>
              <a:gd name="connsiteY17" fmla="*/ 1942746 h 2277359"/>
              <a:gd name="connsiteX18" fmla="*/ 642954 w 1857234"/>
              <a:gd name="connsiteY18" fmla="*/ 2115725 h 2277359"/>
              <a:gd name="connsiteX19" fmla="*/ 868503 w 1857234"/>
              <a:gd name="connsiteY19" fmla="*/ 2244593 h 2277359"/>
              <a:gd name="connsiteX20" fmla="*/ 1015504 w 1857234"/>
              <a:gd name="connsiteY20" fmla="*/ 2265044 h 2277359"/>
              <a:gd name="connsiteX21" fmla="*/ 1304365 w 1857234"/>
              <a:gd name="connsiteY21" fmla="*/ 2109462 h 2277359"/>
              <a:gd name="connsiteX22" fmla="*/ 1519275 w 1857234"/>
              <a:gd name="connsiteY22" fmla="*/ 1901778 h 2277359"/>
              <a:gd name="connsiteX23" fmla="*/ 1630552 w 1857234"/>
              <a:gd name="connsiteY23" fmla="*/ 1734918 h 2277359"/>
              <a:gd name="connsiteX24" fmla="*/ 1667781 w 1857234"/>
              <a:gd name="connsiteY24" fmla="*/ 1594101 h 2277359"/>
              <a:gd name="connsiteX25" fmla="*/ 1678087 w 1857234"/>
              <a:gd name="connsiteY25" fmla="*/ 1484588 h 2277359"/>
              <a:gd name="connsiteX26" fmla="*/ 1737353 w 1857234"/>
              <a:gd name="connsiteY26" fmla="*/ 1549870 h 2277359"/>
              <a:gd name="connsiteX27" fmla="*/ 1788153 w 1857234"/>
              <a:gd name="connsiteY27" fmla="*/ 1524470 h 2277359"/>
              <a:gd name="connsiteX28" fmla="*/ 1810167 w 1857234"/>
              <a:gd name="connsiteY28" fmla="*/ 1405936 h 2277359"/>
              <a:gd name="connsiteX29" fmla="*/ 1849113 w 1857234"/>
              <a:gd name="connsiteY29" fmla="*/ 1309416 h 2277359"/>
              <a:gd name="connsiteX30" fmla="*/ 1855887 w 1857234"/>
              <a:gd name="connsiteY30" fmla="*/ 1211203 h 2277359"/>
              <a:gd name="connsiteX31" fmla="*/ 1830487 w 1857234"/>
              <a:gd name="connsiteY31" fmla="*/ 1092670 h 2277359"/>
              <a:gd name="connsiteX32" fmla="*/ 1754287 w 1857234"/>
              <a:gd name="connsiteY32" fmla="*/ 1118070 h 2277359"/>
              <a:gd name="connsiteX33" fmla="*/ 1720420 w 1857234"/>
              <a:gd name="connsiteY33" fmla="*/ 1164636 h 2277359"/>
              <a:gd name="connsiteX34" fmla="*/ 1686553 w 1857234"/>
              <a:gd name="connsiteY34" fmla="*/ 1236603 h 2277359"/>
              <a:gd name="connsiteX35" fmla="*/ 1703487 w 1857234"/>
              <a:gd name="connsiteY35" fmla="*/ 830203 h 2277359"/>
              <a:gd name="connsiteX36" fmla="*/ 1669620 w 1857234"/>
              <a:gd name="connsiteY36" fmla="*/ 505083 h 2277359"/>
              <a:gd name="connsiteX37" fmla="*/ 1474887 w 1857234"/>
              <a:gd name="connsiteY37" fmla="*/ 186736 h 2277359"/>
              <a:gd name="connsiteX38" fmla="*/ 1264278 w 1857234"/>
              <a:gd name="connsiteY38" fmla="*/ 62925 h 2277359"/>
              <a:gd name="connsiteX39" fmla="*/ 907620 w 1857234"/>
              <a:gd name="connsiteY39" fmla="*/ 470 h 2277359"/>
              <a:gd name="connsiteX40" fmla="*/ 699128 w 1857234"/>
              <a:gd name="connsiteY40" fmla="*/ 38246 h 2277359"/>
              <a:gd name="connsiteX0" fmla="*/ 699128 w 1857234"/>
              <a:gd name="connsiteY0" fmla="*/ 38246 h 2277359"/>
              <a:gd name="connsiteX1" fmla="*/ 530853 w 1857234"/>
              <a:gd name="connsiteY1" fmla="*/ 109476 h 2277359"/>
              <a:gd name="connsiteX2" fmla="*/ 359403 w 1857234"/>
              <a:gd name="connsiteY2" fmla="*/ 226951 h 2277359"/>
              <a:gd name="connsiteX3" fmla="*/ 194303 w 1857234"/>
              <a:gd name="connsiteY3" fmla="*/ 500001 h 2277359"/>
              <a:gd name="connsiteX4" fmla="*/ 143503 w 1857234"/>
              <a:gd name="connsiteY4" fmla="*/ 690502 h 2277359"/>
              <a:gd name="connsiteX5" fmla="*/ 143503 w 1857234"/>
              <a:gd name="connsiteY5" fmla="*/ 1058801 h 2277359"/>
              <a:gd name="connsiteX6" fmla="*/ 144562 w 1857234"/>
              <a:gd name="connsiteY6" fmla="*/ 1196386 h 2277359"/>
              <a:gd name="connsiteX7" fmla="*/ 92704 w 1857234"/>
              <a:gd name="connsiteY7" fmla="*/ 1145586 h 2277359"/>
              <a:gd name="connsiteX8" fmla="*/ 13329 w 1857234"/>
              <a:gd name="connsiteY8" fmla="*/ 1150878 h 2277359"/>
              <a:gd name="connsiteX9" fmla="*/ 1687 w 1857234"/>
              <a:gd name="connsiteY9" fmla="*/ 1262003 h 2277359"/>
              <a:gd name="connsiteX10" fmla="*/ 31320 w 1857234"/>
              <a:gd name="connsiteY10" fmla="*/ 1405937 h 2277359"/>
              <a:gd name="connsiteX11" fmla="*/ 99053 w 1857234"/>
              <a:gd name="connsiteY11" fmla="*/ 1511770 h 2277359"/>
              <a:gd name="connsiteX12" fmla="*/ 149853 w 1857234"/>
              <a:gd name="connsiteY12" fmla="*/ 1609136 h 2277359"/>
              <a:gd name="connsiteX13" fmla="*/ 213353 w 1857234"/>
              <a:gd name="connsiteY13" fmla="*/ 1626070 h 2277359"/>
              <a:gd name="connsiteX14" fmla="*/ 221820 w 1857234"/>
              <a:gd name="connsiteY14" fmla="*/ 1566803 h 2277359"/>
              <a:gd name="connsiteX15" fmla="*/ 221820 w 1857234"/>
              <a:gd name="connsiteY15" fmla="*/ 1532936 h 2277359"/>
              <a:gd name="connsiteX16" fmla="*/ 311275 w 1857234"/>
              <a:gd name="connsiteY16" fmla="*/ 1766178 h 2277359"/>
              <a:gd name="connsiteX17" fmla="*/ 448026 w 1857234"/>
              <a:gd name="connsiteY17" fmla="*/ 1942746 h 2277359"/>
              <a:gd name="connsiteX18" fmla="*/ 642954 w 1857234"/>
              <a:gd name="connsiteY18" fmla="*/ 2115725 h 2277359"/>
              <a:gd name="connsiteX19" fmla="*/ 868503 w 1857234"/>
              <a:gd name="connsiteY19" fmla="*/ 2244593 h 2277359"/>
              <a:gd name="connsiteX20" fmla="*/ 1015504 w 1857234"/>
              <a:gd name="connsiteY20" fmla="*/ 2265044 h 2277359"/>
              <a:gd name="connsiteX21" fmla="*/ 1304365 w 1857234"/>
              <a:gd name="connsiteY21" fmla="*/ 2109462 h 2277359"/>
              <a:gd name="connsiteX22" fmla="*/ 1519275 w 1857234"/>
              <a:gd name="connsiteY22" fmla="*/ 1901778 h 2277359"/>
              <a:gd name="connsiteX23" fmla="*/ 1630552 w 1857234"/>
              <a:gd name="connsiteY23" fmla="*/ 1734918 h 2277359"/>
              <a:gd name="connsiteX24" fmla="*/ 1667781 w 1857234"/>
              <a:gd name="connsiteY24" fmla="*/ 1594101 h 2277359"/>
              <a:gd name="connsiteX25" fmla="*/ 1678087 w 1857234"/>
              <a:gd name="connsiteY25" fmla="*/ 1484588 h 2277359"/>
              <a:gd name="connsiteX26" fmla="*/ 1737353 w 1857234"/>
              <a:gd name="connsiteY26" fmla="*/ 1549870 h 2277359"/>
              <a:gd name="connsiteX27" fmla="*/ 1788153 w 1857234"/>
              <a:gd name="connsiteY27" fmla="*/ 1524470 h 2277359"/>
              <a:gd name="connsiteX28" fmla="*/ 1810167 w 1857234"/>
              <a:gd name="connsiteY28" fmla="*/ 1405936 h 2277359"/>
              <a:gd name="connsiteX29" fmla="*/ 1849113 w 1857234"/>
              <a:gd name="connsiteY29" fmla="*/ 1309416 h 2277359"/>
              <a:gd name="connsiteX30" fmla="*/ 1855887 w 1857234"/>
              <a:gd name="connsiteY30" fmla="*/ 1211203 h 2277359"/>
              <a:gd name="connsiteX31" fmla="*/ 1830487 w 1857234"/>
              <a:gd name="connsiteY31" fmla="*/ 1092670 h 2277359"/>
              <a:gd name="connsiteX32" fmla="*/ 1754287 w 1857234"/>
              <a:gd name="connsiteY32" fmla="*/ 1118070 h 2277359"/>
              <a:gd name="connsiteX33" fmla="*/ 1720420 w 1857234"/>
              <a:gd name="connsiteY33" fmla="*/ 1164636 h 2277359"/>
              <a:gd name="connsiteX34" fmla="*/ 1686553 w 1857234"/>
              <a:gd name="connsiteY34" fmla="*/ 1236603 h 2277359"/>
              <a:gd name="connsiteX35" fmla="*/ 1703487 w 1857234"/>
              <a:gd name="connsiteY35" fmla="*/ 830203 h 2277359"/>
              <a:gd name="connsiteX36" fmla="*/ 1669620 w 1857234"/>
              <a:gd name="connsiteY36" fmla="*/ 505083 h 2277359"/>
              <a:gd name="connsiteX37" fmla="*/ 1474887 w 1857234"/>
              <a:gd name="connsiteY37" fmla="*/ 186736 h 2277359"/>
              <a:gd name="connsiteX38" fmla="*/ 1264278 w 1857234"/>
              <a:gd name="connsiteY38" fmla="*/ 62925 h 2277359"/>
              <a:gd name="connsiteX39" fmla="*/ 907620 w 1857234"/>
              <a:gd name="connsiteY39" fmla="*/ 470 h 2277359"/>
              <a:gd name="connsiteX40" fmla="*/ 699128 w 1857234"/>
              <a:gd name="connsiteY40" fmla="*/ 38246 h 2277359"/>
              <a:gd name="connsiteX0" fmla="*/ 699128 w 1857234"/>
              <a:gd name="connsiteY0" fmla="*/ 38246 h 2283078"/>
              <a:gd name="connsiteX1" fmla="*/ 530853 w 1857234"/>
              <a:gd name="connsiteY1" fmla="*/ 109476 h 2283078"/>
              <a:gd name="connsiteX2" fmla="*/ 359403 w 1857234"/>
              <a:gd name="connsiteY2" fmla="*/ 226951 h 2283078"/>
              <a:gd name="connsiteX3" fmla="*/ 194303 w 1857234"/>
              <a:gd name="connsiteY3" fmla="*/ 500001 h 2283078"/>
              <a:gd name="connsiteX4" fmla="*/ 143503 w 1857234"/>
              <a:gd name="connsiteY4" fmla="*/ 690502 h 2283078"/>
              <a:gd name="connsiteX5" fmla="*/ 143503 w 1857234"/>
              <a:gd name="connsiteY5" fmla="*/ 1058801 h 2283078"/>
              <a:gd name="connsiteX6" fmla="*/ 144562 w 1857234"/>
              <a:gd name="connsiteY6" fmla="*/ 1196386 h 2283078"/>
              <a:gd name="connsiteX7" fmla="*/ 92704 w 1857234"/>
              <a:gd name="connsiteY7" fmla="*/ 1145586 h 2283078"/>
              <a:gd name="connsiteX8" fmla="*/ 13329 w 1857234"/>
              <a:gd name="connsiteY8" fmla="*/ 1150878 h 2283078"/>
              <a:gd name="connsiteX9" fmla="*/ 1687 w 1857234"/>
              <a:gd name="connsiteY9" fmla="*/ 1262003 h 2283078"/>
              <a:gd name="connsiteX10" fmla="*/ 31320 w 1857234"/>
              <a:gd name="connsiteY10" fmla="*/ 1405937 h 2283078"/>
              <a:gd name="connsiteX11" fmla="*/ 99053 w 1857234"/>
              <a:gd name="connsiteY11" fmla="*/ 1511770 h 2283078"/>
              <a:gd name="connsiteX12" fmla="*/ 149853 w 1857234"/>
              <a:gd name="connsiteY12" fmla="*/ 1609136 h 2283078"/>
              <a:gd name="connsiteX13" fmla="*/ 213353 w 1857234"/>
              <a:gd name="connsiteY13" fmla="*/ 1626070 h 2283078"/>
              <a:gd name="connsiteX14" fmla="*/ 221820 w 1857234"/>
              <a:gd name="connsiteY14" fmla="*/ 1566803 h 2283078"/>
              <a:gd name="connsiteX15" fmla="*/ 221820 w 1857234"/>
              <a:gd name="connsiteY15" fmla="*/ 1532936 h 2283078"/>
              <a:gd name="connsiteX16" fmla="*/ 311275 w 1857234"/>
              <a:gd name="connsiteY16" fmla="*/ 1766178 h 2283078"/>
              <a:gd name="connsiteX17" fmla="*/ 448026 w 1857234"/>
              <a:gd name="connsiteY17" fmla="*/ 1942746 h 2283078"/>
              <a:gd name="connsiteX18" fmla="*/ 642954 w 1857234"/>
              <a:gd name="connsiteY18" fmla="*/ 2115725 h 2283078"/>
              <a:gd name="connsiteX19" fmla="*/ 817318 w 1857234"/>
              <a:gd name="connsiteY19" fmla="*/ 2263161 h 2283078"/>
              <a:gd name="connsiteX20" fmla="*/ 1015504 w 1857234"/>
              <a:gd name="connsiteY20" fmla="*/ 2265044 h 2283078"/>
              <a:gd name="connsiteX21" fmla="*/ 1304365 w 1857234"/>
              <a:gd name="connsiteY21" fmla="*/ 2109462 h 2283078"/>
              <a:gd name="connsiteX22" fmla="*/ 1519275 w 1857234"/>
              <a:gd name="connsiteY22" fmla="*/ 1901778 h 2283078"/>
              <a:gd name="connsiteX23" fmla="*/ 1630552 w 1857234"/>
              <a:gd name="connsiteY23" fmla="*/ 1734918 h 2283078"/>
              <a:gd name="connsiteX24" fmla="*/ 1667781 w 1857234"/>
              <a:gd name="connsiteY24" fmla="*/ 1594101 h 2283078"/>
              <a:gd name="connsiteX25" fmla="*/ 1678087 w 1857234"/>
              <a:gd name="connsiteY25" fmla="*/ 1484588 h 2283078"/>
              <a:gd name="connsiteX26" fmla="*/ 1737353 w 1857234"/>
              <a:gd name="connsiteY26" fmla="*/ 1549870 h 2283078"/>
              <a:gd name="connsiteX27" fmla="*/ 1788153 w 1857234"/>
              <a:gd name="connsiteY27" fmla="*/ 1524470 h 2283078"/>
              <a:gd name="connsiteX28" fmla="*/ 1810167 w 1857234"/>
              <a:gd name="connsiteY28" fmla="*/ 1405936 h 2283078"/>
              <a:gd name="connsiteX29" fmla="*/ 1849113 w 1857234"/>
              <a:gd name="connsiteY29" fmla="*/ 1309416 h 2283078"/>
              <a:gd name="connsiteX30" fmla="*/ 1855887 w 1857234"/>
              <a:gd name="connsiteY30" fmla="*/ 1211203 h 2283078"/>
              <a:gd name="connsiteX31" fmla="*/ 1830487 w 1857234"/>
              <a:gd name="connsiteY31" fmla="*/ 1092670 h 2283078"/>
              <a:gd name="connsiteX32" fmla="*/ 1754287 w 1857234"/>
              <a:gd name="connsiteY32" fmla="*/ 1118070 h 2283078"/>
              <a:gd name="connsiteX33" fmla="*/ 1720420 w 1857234"/>
              <a:gd name="connsiteY33" fmla="*/ 1164636 h 2283078"/>
              <a:gd name="connsiteX34" fmla="*/ 1686553 w 1857234"/>
              <a:gd name="connsiteY34" fmla="*/ 1236603 h 2283078"/>
              <a:gd name="connsiteX35" fmla="*/ 1703487 w 1857234"/>
              <a:gd name="connsiteY35" fmla="*/ 830203 h 2283078"/>
              <a:gd name="connsiteX36" fmla="*/ 1669620 w 1857234"/>
              <a:gd name="connsiteY36" fmla="*/ 505083 h 2283078"/>
              <a:gd name="connsiteX37" fmla="*/ 1474887 w 1857234"/>
              <a:gd name="connsiteY37" fmla="*/ 186736 h 2283078"/>
              <a:gd name="connsiteX38" fmla="*/ 1264278 w 1857234"/>
              <a:gd name="connsiteY38" fmla="*/ 62925 h 2283078"/>
              <a:gd name="connsiteX39" fmla="*/ 907620 w 1857234"/>
              <a:gd name="connsiteY39" fmla="*/ 470 h 2283078"/>
              <a:gd name="connsiteX40" fmla="*/ 699128 w 1857234"/>
              <a:gd name="connsiteY40" fmla="*/ 38246 h 2283078"/>
              <a:gd name="connsiteX0" fmla="*/ 699128 w 1857234"/>
              <a:gd name="connsiteY0" fmla="*/ 38246 h 2280460"/>
              <a:gd name="connsiteX1" fmla="*/ 530853 w 1857234"/>
              <a:gd name="connsiteY1" fmla="*/ 109476 h 2280460"/>
              <a:gd name="connsiteX2" fmla="*/ 359403 w 1857234"/>
              <a:gd name="connsiteY2" fmla="*/ 226951 h 2280460"/>
              <a:gd name="connsiteX3" fmla="*/ 194303 w 1857234"/>
              <a:gd name="connsiteY3" fmla="*/ 500001 h 2280460"/>
              <a:gd name="connsiteX4" fmla="*/ 143503 w 1857234"/>
              <a:gd name="connsiteY4" fmla="*/ 690502 h 2280460"/>
              <a:gd name="connsiteX5" fmla="*/ 143503 w 1857234"/>
              <a:gd name="connsiteY5" fmla="*/ 1058801 h 2280460"/>
              <a:gd name="connsiteX6" fmla="*/ 144562 w 1857234"/>
              <a:gd name="connsiteY6" fmla="*/ 1196386 h 2280460"/>
              <a:gd name="connsiteX7" fmla="*/ 92704 w 1857234"/>
              <a:gd name="connsiteY7" fmla="*/ 1145586 h 2280460"/>
              <a:gd name="connsiteX8" fmla="*/ 13329 w 1857234"/>
              <a:gd name="connsiteY8" fmla="*/ 1150878 h 2280460"/>
              <a:gd name="connsiteX9" fmla="*/ 1687 w 1857234"/>
              <a:gd name="connsiteY9" fmla="*/ 1262003 h 2280460"/>
              <a:gd name="connsiteX10" fmla="*/ 31320 w 1857234"/>
              <a:gd name="connsiteY10" fmla="*/ 1405937 h 2280460"/>
              <a:gd name="connsiteX11" fmla="*/ 99053 w 1857234"/>
              <a:gd name="connsiteY11" fmla="*/ 1511770 h 2280460"/>
              <a:gd name="connsiteX12" fmla="*/ 149853 w 1857234"/>
              <a:gd name="connsiteY12" fmla="*/ 1609136 h 2280460"/>
              <a:gd name="connsiteX13" fmla="*/ 213353 w 1857234"/>
              <a:gd name="connsiteY13" fmla="*/ 1626070 h 2280460"/>
              <a:gd name="connsiteX14" fmla="*/ 221820 w 1857234"/>
              <a:gd name="connsiteY14" fmla="*/ 1566803 h 2280460"/>
              <a:gd name="connsiteX15" fmla="*/ 221820 w 1857234"/>
              <a:gd name="connsiteY15" fmla="*/ 1532936 h 2280460"/>
              <a:gd name="connsiteX16" fmla="*/ 311275 w 1857234"/>
              <a:gd name="connsiteY16" fmla="*/ 1766178 h 2280460"/>
              <a:gd name="connsiteX17" fmla="*/ 448026 w 1857234"/>
              <a:gd name="connsiteY17" fmla="*/ 1942746 h 2280460"/>
              <a:gd name="connsiteX18" fmla="*/ 642954 w 1857234"/>
              <a:gd name="connsiteY18" fmla="*/ 2115725 h 2280460"/>
              <a:gd name="connsiteX19" fmla="*/ 817318 w 1857234"/>
              <a:gd name="connsiteY19" fmla="*/ 2263161 h 2280460"/>
              <a:gd name="connsiteX20" fmla="*/ 1085302 w 1857234"/>
              <a:gd name="connsiteY20" fmla="*/ 2260402 h 2280460"/>
              <a:gd name="connsiteX21" fmla="*/ 1304365 w 1857234"/>
              <a:gd name="connsiteY21" fmla="*/ 2109462 h 2280460"/>
              <a:gd name="connsiteX22" fmla="*/ 1519275 w 1857234"/>
              <a:gd name="connsiteY22" fmla="*/ 1901778 h 2280460"/>
              <a:gd name="connsiteX23" fmla="*/ 1630552 w 1857234"/>
              <a:gd name="connsiteY23" fmla="*/ 1734918 h 2280460"/>
              <a:gd name="connsiteX24" fmla="*/ 1667781 w 1857234"/>
              <a:gd name="connsiteY24" fmla="*/ 1594101 h 2280460"/>
              <a:gd name="connsiteX25" fmla="*/ 1678087 w 1857234"/>
              <a:gd name="connsiteY25" fmla="*/ 1484588 h 2280460"/>
              <a:gd name="connsiteX26" fmla="*/ 1737353 w 1857234"/>
              <a:gd name="connsiteY26" fmla="*/ 1549870 h 2280460"/>
              <a:gd name="connsiteX27" fmla="*/ 1788153 w 1857234"/>
              <a:gd name="connsiteY27" fmla="*/ 1524470 h 2280460"/>
              <a:gd name="connsiteX28" fmla="*/ 1810167 w 1857234"/>
              <a:gd name="connsiteY28" fmla="*/ 1405936 h 2280460"/>
              <a:gd name="connsiteX29" fmla="*/ 1849113 w 1857234"/>
              <a:gd name="connsiteY29" fmla="*/ 1309416 h 2280460"/>
              <a:gd name="connsiteX30" fmla="*/ 1855887 w 1857234"/>
              <a:gd name="connsiteY30" fmla="*/ 1211203 h 2280460"/>
              <a:gd name="connsiteX31" fmla="*/ 1830487 w 1857234"/>
              <a:gd name="connsiteY31" fmla="*/ 1092670 h 2280460"/>
              <a:gd name="connsiteX32" fmla="*/ 1754287 w 1857234"/>
              <a:gd name="connsiteY32" fmla="*/ 1118070 h 2280460"/>
              <a:gd name="connsiteX33" fmla="*/ 1720420 w 1857234"/>
              <a:gd name="connsiteY33" fmla="*/ 1164636 h 2280460"/>
              <a:gd name="connsiteX34" fmla="*/ 1686553 w 1857234"/>
              <a:gd name="connsiteY34" fmla="*/ 1236603 h 2280460"/>
              <a:gd name="connsiteX35" fmla="*/ 1703487 w 1857234"/>
              <a:gd name="connsiteY35" fmla="*/ 830203 h 2280460"/>
              <a:gd name="connsiteX36" fmla="*/ 1669620 w 1857234"/>
              <a:gd name="connsiteY36" fmla="*/ 505083 h 2280460"/>
              <a:gd name="connsiteX37" fmla="*/ 1474887 w 1857234"/>
              <a:gd name="connsiteY37" fmla="*/ 186736 h 2280460"/>
              <a:gd name="connsiteX38" fmla="*/ 1264278 w 1857234"/>
              <a:gd name="connsiteY38" fmla="*/ 62925 h 2280460"/>
              <a:gd name="connsiteX39" fmla="*/ 907620 w 1857234"/>
              <a:gd name="connsiteY39" fmla="*/ 470 h 2280460"/>
              <a:gd name="connsiteX40" fmla="*/ 699128 w 1857234"/>
              <a:gd name="connsiteY40" fmla="*/ 38246 h 2280460"/>
              <a:gd name="connsiteX0" fmla="*/ 699128 w 1857234"/>
              <a:gd name="connsiteY0" fmla="*/ 38246 h 2273485"/>
              <a:gd name="connsiteX1" fmla="*/ 530853 w 1857234"/>
              <a:gd name="connsiteY1" fmla="*/ 109476 h 2273485"/>
              <a:gd name="connsiteX2" fmla="*/ 359403 w 1857234"/>
              <a:gd name="connsiteY2" fmla="*/ 226951 h 2273485"/>
              <a:gd name="connsiteX3" fmla="*/ 194303 w 1857234"/>
              <a:gd name="connsiteY3" fmla="*/ 500001 h 2273485"/>
              <a:gd name="connsiteX4" fmla="*/ 143503 w 1857234"/>
              <a:gd name="connsiteY4" fmla="*/ 690502 h 2273485"/>
              <a:gd name="connsiteX5" fmla="*/ 143503 w 1857234"/>
              <a:gd name="connsiteY5" fmla="*/ 1058801 h 2273485"/>
              <a:gd name="connsiteX6" fmla="*/ 144562 w 1857234"/>
              <a:gd name="connsiteY6" fmla="*/ 1196386 h 2273485"/>
              <a:gd name="connsiteX7" fmla="*/ 92704 w 1857234"/>
              <a:gd name="connsiteY7" fmla="*/ 1145586 h 2273485"/>
              <a:gd name="connsiteX8" fmla="*/ 13329 w 1857234"/>
              <a:gd name="connsiteY8" fmla="*/ 1150878 h 2273485"/>
              <a:gd name="connsiteX9" fmla="*/ 1687 w 1857234"/>
              <a:gd name="connsiteY9" fmla="*/ 1262003 h 2273485"/>
              <a:gd name="connsiteX10" fmla="*/ 31320 w 1857234"/>
              <a:gd name="connsiteY10" fmla="*/ 1405937 h 2273485"/>
              <a:gd name="connsiteX11" fmla="*/ 99053 w 1857234"/>
              <a:gd name="connsiteY11" fmla="*/ 1511770 h 2273485"/>
              <a:gd name="connsiteX12" fmla="*/ 149853 w 1857234"/>
              <a:gd name="connsiteY12" fmla="*/ 1609136 h 2273485"/>
              <a:gd name="connsiteX13" fmla="*/ 213353 w 1857234"/>
              <a:gd name="connsiteY13" fmla="*/ 1626070 h 2273485"/>
              <a:gd name="connsiteX14" fmla="*/ 221820 w 1857234"/>
              <a:gd name="connsiteY14" fmla="*/ 1566803 h 2273485"/>
              <a:gd name="connsiteX15" fmla="*/ 221820 w 1857234"/>
              <a:gd name="connsiteY15" fmla="*/ 1532936 h 2273485"/>
              <a:gd name="connsiteX16" fmla="*/ 311275 w 1857234"/>
              <a:gd name="connsiteY16" fmla="*/ 1766178 h 2273485"/>
              <a:gd name="connsiteX17" fmla="*/ 448026 w 1857234"/>
              <a:gd name="connsiteY17" fmla="*/ 1942746 h 2273485"/>
              <a:gd name="connsiteX18" fmla="*/ 642954 w 1857234"/>
              <a:gd name="connsiteY18" fmla="*/ 2115725 h 2273485"/>
              <a:gd name="connsiteX19" fmla="*/ 817318 w 1857234"/>
              <a:gd name="connsiteY19" fmla="*/ 2249235 h 2273485"/>
              <a:gd name="connsiteX20" fmla="*/ 1085302 w 1857234"/>
              <a:gd name="connsiteY20" fmla="*/ 2260402 h 2273485"/>
              <a:gd name="connsiteX21" fmla="*/ 1304365 w 1857234"/>
              <a:gd name="connsiteY21" fmla="*/ 2109462 h 2273485"/>
              <a:gd name="connsiteX22" fmla="*/ 1519275 w 1857234"/>
              <a:gd name="connsiteY22" fmla="*/ 1901778 h 2273485"/>
              <a:gd name="connsiteX23" fmla="*/ 1630552 w 1857234"/>
              <a:gd name="connsiteY23" fmla="*/ 1734918 h 2273485"/>
              <a:gd name="connsiteX24" fmla="*/ 1667781 w 1857234"/>
              <a:gd name="connsiteY24" fmla="*/ 1594101 h 2273485"/>
              <a:gd name="connsiteX25" fmla="*/ 1678087 w 1857234"/>
              <a:gd name="connsiteY25" fmla="*/ 1484588 h 2273485"/>
              <a:gd name="connsiteX26" fmla="*/ 1737353 w 1857234"/>
              <a:gd name="connsiteY26" fmla="*/ 1549870 h 2273485"/>
              <a:gd name="connsiteX27" fmla="*/ 1788153 w 1857234"/>
              <a:gd name="connsiteY27" fmla="*/ 1524470 h 2273485"/>
              <a:gd name="connsiteX28" fmla="*/ 1810167 w 1857234"/>
              <a:gd name="connsiteY28" fmla="*/ 1405936 h 2273485"/>
              <a:gd name="connsiteX29" fmla="*/ 1849113 w 1857234"/>
              <a:gd name="connsiteY29" fmla="*/ 1309416 h 2273485"/>
              <a:gd name="connsiteX30" fmla="*/ 1855887 w 1857234"/>
              <a:gd name="connsiteY30" fmla="*/ 1211203 h 2273485"/>
              <a:gd name="connsiteX31" fmla="*/ 1830487 w 1857234"/>
              <a:gd name="connsiteY31" fmla="*/ 1092670 h 2273485"/>
              <a:gd name="connsiteX32" fmla="*/ 1754287 w 1857234"/>
              <a:gd name="connsiteY32" fmla="*/ 1118070 h 2273485"/>
              <a:gd name="connsiteX33" fmla="*/ 1720420 w 1857234"/>
              <a:gd name="connsiteY33" fmla="*/ 1164636 h 2273485"/>
              <a:gd name="connsiteX34" fmla="*/ 1686553 w 1857234"/>
              <a:gd name="connsiteY34" fmla="*/ 1236603 h 2273485"/>
              <a:gd name="connsiteX35" fmla="*/ 1703487 w 1857234"/>
              <a:gd name="connsiteY35" fmla="*/ 830203 h 2273485"/>
              <a:gd name="connsiteX36" fmla="*/ 1669620 w 1857234"/>
              <a:gd name="connsiteY36" fmla="*/ 505083 h 2273485"/>
              <a:gd name="connsiteX37" fmla="*/ 1474887 w 1857234"/>
              <a:gd name="connsiteY37" fmla="*/ 186736 h 2273485"/>
              <a:gd name="connsiteX38" fmla="*/ 1264278 w 1857234"/>
              <a:gd name="connsiteY38" fmla="*/ 62925 h 2273485"/>
              <a:gd name="connsiteX39" fmla="*/ 907620 w 1857234"/>
              <a:gd name="connsiteY39" fmla="*/ 470 h 2273485"/>
              <a:gd name="connsiteX40" fmla="*/ 699128 w 1857234"/>
              <a:gd name="connsiteY40" fmla="*/ 38246 h 2273485"/>
              <a:gd name="connsiteX0" fmla="*/ 699128 w 1857234"/>
              <a:gd name="connsiteY0" fmla="*/ 38246 h 2264613"/>
              <a:gd name="connsiteX1" fmla="*/ 530853 w 1857234"/>
              <a:gd name="connsiteY1" fmla="*/ 109476 h 2264613"/>
              <a:gd name="connsiteX2" fmla="*/ 359403 w 1857234"/>
              <a:gd name="connsiteY2" fmla="*/ 226951 h 2264613"/>
              <a:gd name="connsiteX3" fmla="*/ 194303 w 1857234"/>
              <a:gd name="connsiteY3" fmla="*/ 500001 h 2264613"/>
              <a:gd name="connsiteX4" fmla="*/ 143503 w 1857234"/>
              <a:gd name="connsiteY4" fmla="*/ 690502 h 2264613"/>
              <a:gd name="connsiteX5" fmla="*/ 143503 w 1857234"/>
              <a:gd name="connsiteY5" fmla="*/ 1058801 h 2264613"/>
              <a:gd name="connsiteX6" fmla="*/ 144562 w 1857234"/>
              <a:gd name="connsiteY6" fmla="*/ 1196386 h 2264613"/>
              <a:gd name="connsiteX7" fmla="*/ 92704 w 1857234"/>
              <a:gd name="connsiteY7" fmla="*/ 1145586 h 2264613"/>
              <a:gd name="connsiteX8" fmla="*/ 13329 w 1857234"/>
              <a:gd name="connsiteY8" fmla="*/ 1150878 h 2264613"/>
              <a:gd name="connsiteX9" fmla="*/ 1687 w 1857234"/>
              <a:gd name="connsiteY9" fmla="*/ 1262003 h 2264613"/>
              <a:gd name="connsiteX10" fmla="*/ 31320 w 1857234"/>
              <a:gd name="connsiteY10" fmla="*/ 1405937 h 2264613"/>
              <a:gd name="connsiteX11" fmla="*/ 99053 w 1857234"/>
              <a:gd name="connsiteY11" fmla="*/ 1511770 h 2264613"/>
              <a:gd name="connsiteX12" fmla="*/ 149853 w 1857234"/>
              <a:gd name="connsiteY12" fmla="*/ 1609136 h 2264613"/>
              <a:gd name="connsiteX13" fmla="*/ 213353 w 1857234"/>
              <a:gd name="connsiteY13" fmla="*/ 1626070 h 2264613"/>
              <a:gd name="connsiteX14" fmla="*/ 221820 w 1857234"/>
              <a:gd name="connsiteY14" fmla="*/ 1566803 h 2264613"/>
              <a:gd name="connsiteX15" fmla="*/ 221820 w 1857234"/>
              <a:gd name="connsiteY15" fmla="*/ 1532936 h 2264613"/>
              <a:gd name="connsiteX16" fmla="*/ 311275 w 1857234"/>
              <a:gd name="connsiteY16" fmla="*/ 1766178 h 2264613"/>
              <a:gd name="connsiteX17" fmla="*/ 448026 w 1857234"/>
              <a:gd name="connsiteY17" fmla="*/ 1942746 h 2264613"/>
              <a:gd name="connsiteX18" fmla="*/ 642954 w 1857234"/>
              <a:gd name="connsiteY18" fmla="*/ 2115725 h 2264613"/>
              <a:gd name="connsiteX19" fmla="*/ 817318 w 1857234"/>
              <a:gd name="connsiteY19" fmla="*/ 2249235 h 2264613"/>
              <a:gd name="connsiteX20" fmla="*/ 1085302 w 1857234"/>
              <a:gd name="connsiteY20" fmla="*/ 2260402 h 2264613"/>
              <a:gd name="connsiteX21" fmla="*/ 1135990 w 1857234"/>
              <a:gd name="connsiteY21" fmla="*/ 2237196 h 2264613"/>
              <a:gd name="connsiteX22" fmla="*/ 1304365 w 1857234"/>
              <a:gd name="connsiteY22" fmla="*/ 2109462 h 2264613"/>
              <a:gd name="connsiteX23" fmla="*/ 1519275 w 1857234"/>
              <a:gd name="connsiteY23" fmla="*/ 1901778 h 2264613"/>
              <a:gd name="connsiteX24" fmla="*/ 1630552 w 1857234"/>
              <a:gd name="connsiteY24" fmla="*/ 1734918 h 2264613"/>
              <a:gd name="connsiteX25" fmla="*/ 1667781 w 1857234"/>
              <a:gd name="connsiteY25" fmla="*/ 1594101 h 2264613"/>
              <a:gd name="connsiteX26" fmla="*/ 1678087 w 1857234"/>
              <a:gd name="connsiteY26" fmla="*/ 1484588 h 2264613"/>
              <a:gd name="connsiteX27" fmla="*/ 1737353 w 1857234"/>
              <a:gd name="connsiteY27" fmla="*/ 1549870 h 2264613"/>
              <a:gd name="connsiteX28" fmla="*/ 1788153 w 1857234"/>
              <a:gd name="connsiteY28" fmla="*/ 1524470 h 2264613"/>
              <a:gd name="connsiteX29" fmla="*/ 1810167 w 1857234"/>
              <a:gd name="connsiteY29" fmla="*/ 1405936 h 2264613"/>
              <a:gd name="connsiteX30" fmla="*/ 1849113 w 1857234"/>
              <a:gd name="connsiteY30" fmla="*/ 1309416 h 2264613"/>
              <a:gd name="connsiteX31" fmla="*/ 1855887 w 1857234"/>
              <a:gd name="connsiteY31" fmla="*/ 1211203 h 2264613"/>
              <a:gd name="connsiteX32" fmla="*/ 1830487 w 1857234"/>
              <a:gd name="connsiteY32" fmla="*/ 1092670 h 2264613"/>
              <a:gd name="connsiteX33" fmla="*/ 1754287 w 1857234"/>
              <a:gd name="connsiteY33" fmla="*/ 1118070 h 2264613"/>
              <a:gd name="connsiteX34" fmla="*/ 1720420 w 1857234"/>
              <a:gd name="connsiteY34" fmla="*/ 1164636 h 2264613"/>
              <a:gd name="connsiteX35" fmla="*/ 1686553 w 1857234"/>
              <a:gd name="connsiteY35" fmla="*/ 1236603 h 2264613"/>
              <a:gd name="connsiteX36" fmla="*/ 1703487 w 1857234"/>
              <a:gd name="connsiteY36" fmla="*/ 830203 h 2264613"/>
              <a:gd name="connsiteX37" fmla="*/ 1669620 w 1857234"/>
              <a:gd name="connsiteY37" fmla="*/ 505083 h 2264613"/>
              <a:gd name="connsiteX38" fmla="*/ 1474887 w 1857234"/>
              <a:gd name="connsiteY38" fmla="*/ 186736 h 2264613"/>
              <a:gd name="connsiteX39" fmla="*/ 1264278 w 1857234"/>
              <a:gd name="connsiteY39" fmla="*/ 62925 h 2264613"/>
              <a:gd name="connsiteX40" fmla="*/ 907620 w 1857234"/>
              <a:gd name="connsiteY40" fmla="*/ 470 h 2264613"/>
              <a:gd name="connsiteX41" fmla="*/ 699128 w 1857234"/>
              <a:gd name="connsiteY41" fmla="*/ 38246 h 2264613"/>
              <a:gd name="connsiteX0" fmla="*/ 699128 w 1857234"/>
              <a:gd name="connsiteY0" fmla="*/ 38246 h 2260791"/>
              <a:gd name="connsiteX1" fmla="*/ 530853 w 1857234"/>
              <a:gd name="connsiteY1" fmla="*/ 109476 h 2260791"/>
              <a:gd name="connsiteX2" fmla="*/ 359403 w 1857234"/>
              <a:gd name="connsiteY2" fmla="*/ 226951 h 2260791"/>
              <a:gd name="connsiteX3" fmla="*/ 194303 w 1857234"/>
              <a:gd name="connsiteY3" fmla="*/ 500001 h 2260791"/>
              <a:gd name="connsiteX4" fmla="*/ 143503 w 1857234"/>
              <a:gd name="connsiteY4" fmla="*/ 690502 h 2260791"/>
              <a:gd name="connsiteX5" fmla="*/ 143503 w 1857234"/>
              <a:gd name="connsiteY5" fmla="*/ 1058801 h 2260791"/>
              <a:gd name="connsiteX6" fmla="*/ 144562 w 1857234"/>
              <a:gd name="connsiteY6" fmla="*/ 1196386 h 2260791"/>
              <a:gd name="connsiteX7" fmla="*/ 92704 w 1857234"/>
              <a:gd name="connsiteY7" fmla="*/ 1145586 h 2260791"/>
              <a:gd name="connsiteX8" fmla="*/ 13329 w 1857234"/>
              <a:gd name="connsiteY8" fmla="*/ 1150878 h 2260791"/>
              <a:gd name="connsiteX9" fmla="*/ 1687 w 1857234"/>
              <a:gd name="connsiteY9" fmla="*/ 1262003 h 2260791"/>
              <a:gd name="connsiteX10" fmla="*/ 31320 w 1857234"/>
              <a:gd name="connsiteY10" fmla="*/ 1405937 h 2260791"/>
              <a:gd name="connsiteX11" fmla="*/ 99053 w 1857234"/>
              <a:gd name="connsiteY11" fmla="*/ 1511770 h 2260791"/>
              <a:gd name="connsiteX12" fmla="*/ 149853 w 1857234"/>
              <a:gd name="connsiteY12" fmla="*/ 1609136 h 2260791"/>
              <a:gd name="connsiteX13" fmla="*/ 213353 w 1857234"/>
              <a:gd name="connsiteY13" fmla="*/ 1626070 h 2260791"/>
              <a:gd name="connsiteX14" fmla="*/ 221820 w 1857234"/>
              <a:gd name="connsiteY14" fmla="*/ 1566803 h 2260791"/>
              <a:gd name="connsiteX15" fmla="*/ 221820 w 1857234"/>
              <a:gd name="connsiteY15" fmla="*/ 1532936 h 2260791"/>
              <a:gd name="connsiteX16" fmla="*/ 311275 w 1857234"/>
              <a:gd name="connsiteY16" fmla="*/ 1766178 h 2260791"/>
              <a:gd name="connsiteX17" fmla="*/ 448026 w 1857234"/>
              <a:gd name="connsiteY17" fmla="*/ 1942746 h 2260791"/>
              <a:gd name="connsiteX18" fmla="*/ 642954 w 1857234"/>
              <a:gd name="connsiteY18" fmla="*/ 2115725 h 2260791"/>
              <a:gd name="connsiteX19" fmla="*/ 812665 w 1857234"/>
              <a:gd name="connsiteY19" fmla="*/ 2239951 h 2260791"/>
              <a:gd name="connsiteX20" fmla="*/ 1085302 w 1857234"/>
              <a:gd name="connsiteY20" fmla="*/ 2260402 h 2260791"/>
              <a:gd name="connsiteX21" fmla="*/ 1135990 w 1857234"/>
              <a:gd name="connsiteY21" fmla="*/ 2237196 h 2260791"/>
              <a:gd name="connsiteX22" fmla="*/ 1304365 w 1857234"/>
              <a:gd name="connsiteY22" fmla="*/ 2109462 h 2260791"/>
              <a:gd name="connsiteX23" fmla="*/ 1519275 w 1857234"/>
              <a:gd name="connsiteY23" fmla="*/ 1901778 h 2260791"/>
              <a:gd name="connsiteX24" fmla="*/ 1630552 w 1857234"/>
              <a:gd name="connsiteY24" fmla="*/ 1734918 h 2260791"/>
              <a:gd name="connsiteX25" fmla="*/ 1667781 w 1857234"/>
              <a:gd name="connsiteY25" fmla="*/ 1594101 h 2260791"/>
              <a:gd name="connsiteX26" fmla="*/ 1678087 w 1857234"/>
              <a:gd name="connsiteY26" fmla="*/ 1484588 h 2260791"/>
              <a:gd name="connsiteX27" fmla="*/ 1737353 w 1857234"/>
              <a:gd name="connsiteY27" fmla="*/ 1549870 h 2260791"/>
              <a:gd name="connsiteX28" fmla="*/ 1788153 w 1857234"/>
              <a:gd name="connsiteY28" fmla="*/ 1524470 h 2260791"/>
              <a:gd name="connsiteX29" fmla="*/ 1810167 w 1857234"/>
              <a:gd name="connsiteY29" fmla="*/ 1405936 h 2260791"/>
              <a:gd name="connsiteX30" fmla="*/ 1849113 w 1857234"/>
              <a:gd name="connsiteY30" fmla="*/ 1309416 h 2260791"/>
              <a:gd name="connsiteX31" fmla="*/ 1855887 w 1857234"/>
              <a:gd name="connsiteY31" fmla="*/ 1211203 h 2260791"/>
              <a:gd name="connsiteX32" fmla="*/ 1830487 w 1857234"/>
              <a:gd name="connsiteY32" fmla="*/ 1092670 h 2260791"/>
              <a:gd name="connsiteX33" fmla="*/ 1754287 w 1857234"/>
              <a:gd name="connsiteY33" fmla="*/ 1118070 h 2260791"/>
              <a:gd name="connsiteX34" fmla="*/ 1720420 w 1857234"/>
              <a:gd name="connsiteY34" fmla="*/ 1164636 h 2260791"/>
              <a:gd name="connsiteX35" fmla="*/ 1686553 w 1857234"/>
              <a:gd name="connsiteY35" fmla="*/ 1236603 h 2260791"/>
              <a:gd name="connsiteX36" fmla="*/ 1703487 w 1857234"/>
              <a:gd name="connsiteY36" fmla="*/ 830203 h 2260791"/>
              <a:gd name="connsiteX37" fmla="*/ 1669620 w 1857234"/>
              <a:gd name="connsiteY37" fmla="*/ 505083 h 2260791"/>
              <a:gd name="connsiteX38" fmla="*/ 1474887 w 1857234"/>
              <a:gd name="connsiteY38" fmla="*/ 186736 h 2260791"/>
              <a:gd name="connsiteX39" fmla="*/ 1264278 w 1857234"/>
              <a:gd name="connsiteY39" fmla="*/ 62925 h 2260791"/>
              <a:gd name="connsiteX40" fmla="*/ 907620 w 1857234"/>
              <a:gd name="connsiteY40" fmla="*/ 470 h 2260791"/>
              <a:gd name="connsiteX41" fmla="*/ 699128 w 1857234"/>
              <a:gd name="connsiteY41" fmla="*/ 38246 h 2260791"/>
              <a:gd name="connsiteX0" fmla="*/ 699128 w 1857234"/>
              <a:gd name="connsiteY0" fmla="*/ 38246 h 2249919"/>
              <a:gd name="connsiteX1" fmla="*/ 530853 w 1857234"/>
              <a:gd name="connsiteY1" fmla="*/ 109476 h 2249919"/>
              <a:gd name="connsiteX2" fmla="*/ 359403 w 1857234"/>
              <a:gd name="connsiteY2" fmla="*/ 226951 h 2249919"/>
              <a:gd name="connsiteX3" fmla="*/ 194303 w 1857234"/>
              <a:gd name="connsiteY3" fmla="*/ 500001 h 2249919"/>
              <a:gd name="connsiteX4" fmla="*/ 143503 w 1857234"/>
              <a:gd name="connsiteY4" fmla="*/ 690502 h 2249919"/>
              <a:gd name="connsiteX5" fmla="*/ 143503 w 1857234"/>
              <a:gd name="connsiteY5" fmla="*/ 1058801 h 2249919"/>
              <a:gd name="connsiteX6" fmla="*/ 144562 w 1857234"/>
              <a:gd name="connsiteY6" fmla="*/ 1196386 h 2249919"/>
              <a:gd name="connsiteX7" fmla="*/ 92704 w 1857234"/>
              <a:gd name="connsiteY7" fmla="*/ 1145586 h 2249919"/>
              <a:gd name="connsiteX8" fmla="*/ 13329 w 1857234"/>
              <a:gd name="connsiteY8" fmla="*/ 1150878 h 2249919"/>
              <a:gd name="connsiteX9" fmla="*/ 1687 w 1857234"/>
              <a:gd name="connsiteY9" fmla="*/ 1262003 h 2249919"/>
              <a:gd name="connsiteX10" fmla="*/ 31320 w 1857234"/>
              <a:gd name="connsiteY10" fmla="*/ 1405937 h 2249919"/>
              <a:gd name="connsiteX11" fmla="*/ 99053 w 1857234"/>
              <a:gd name="connsiteY11" fmla="*/ 1511770 h 2249919"/>
              <a:gd name="connsiteX12" fmla="*/ 149853 w 1857234"/>
              <a:gd name="connsiteY12" fmla="*/ 1609136 h 2249919"/>
              <a:gd name="connsiteX13" fmla="*/ 213353 w 1857234"/>
              <a:gd name="connsiteY13" fmla="*/ 1626070 h 2249919"/>
              <a:gd name="connsiteX14" fmla="*/ 221820 w 1857234"/>
              <a:gd name="connsiteY14" fmla="*/ 1566803 h 2249919"/>
              <a:gd name="connsiteX15" fmla="*/ 221820 w 1857234"/>
              <a:gd name="connsiteY15" fmla="*/ 1532936 h 2249919"/>
              <a:gd name="connsiteX16" fmla="*/ 311275 w 1857234"/>
              <a:gd name="connsiteY16" fmla="*/ 1766178 h 2249919"/>
              <a:gd name="connsiteX17" fmla="*/ 448026 w 1857234"/>
              <a:gd name="connsiteY17" fmla="*/ 1942746 h 2249919"/>
              <a:gd name="connsiteX18" fmla="*/ 642954 w 1857234"/>
              <a:gd name="connsiteY18" fmla="*/ 2115725 h 2249919"/>
              <a:gd name="connsiteX19" fmla="*/ 812665 w 1857234"/>
              <a:gd name="connsiteY19" fmla="*/ 2239951 h 2249919"/>
              <a:gd name="connsiteX20" fmla="*/ 1108568 w 1857234"/>
              <a:gd name="connsiteY20" fmla="*/ 2241834 h 2249919"/>
              <a:gd name="connsiteX21" fmla="*/ 1135990 w 1857234"/>
              <a:gd name="connsiteY21" fmla="*/ 2237196 h 2249919"/>
              <a:gd name="connsiteX22" fmla="*/ 1304365 w 1857234"/>
              <a:gd name="connsiteY22" fmla="*/ 2109462 h 2249919"/>
              <a:gd name="connsiteX23" fmla="*/ 1519275 w 1857234"/>
              <a:gd name="connsiteY23" fmla="*/ 1901778 h 2249919"/>
              <a:gd name="connsiteX24" fmla="*/ 1630552 w 1857234"/>
              <a:gd name="connsiteY24" fmla="*/ 1734918 h 2249919"/>
              <a:gd name="connsiteX25" fmla="*/ 1667781 w 1857234"/>
              <a:gd name="connsiteY25" fmla="*/ 1594101 h 2249919"/>
              <a:gd name="connsiteX26" fmla="*/ 1678087 w 1857234"/>
              <a:gd name="connsiteY26" fmla="*/ 1484588 h 2249919"/>
              <a:gd name="connsiteX27" fmla="*/ 1737353 w 1857234"/>
              <a:gd name="connsiteY27" fmla="*/ 1549870 h 2249919"/>
              <a:gd name="connsiteX28" fmla="*/ 1788153 w 1857234"/>
              <a:gd name="connsiteY28" fmla="*/ 1524470 h 2249919"/>
              <a:gd name="connsiteX29" fmla="*/ 1810167 w 1857234"/>
              <a:gd name="connsiteY29" fmla="*/ 1405936 h 2249919"/>
              <a:gd name="connsiteX30" fmla="*/ 1849113 w 1857234"/>
              <a:gd name="connsiteY30" fmla="*/ 1309416 h 2249919"/>
              <a:gd name="connsiteX31" fmla="*/ 1855887 w 1857234"/>
              <a:gd name="connsiteY31" fmla="*/ 1211203 h 2249919"/>
              <a:gd name="connsiteX32" fmla="*/ 1830487 w 1857234"/>
              <a:gd name="connsiteY32" fmla="*/ 1092670 h 2249919"/>
              <a:gd name="connsiteX33" fmla="*/ 1754287 w 1857234"/>
              <a:gd name="connsiteY33" fmla="*/ 1118070 h 2249919"/>
              <a:gd name="connsiteX34" fmla="*/ 1720420 w 1857234"/>
              <a:gd name="connsiteY34" fmla="*/ 1164636 h 2249919"/>
              <a:gd name="connsiteX35" fmla="*/ 1686553 w 1857234"/>
              <a:gd name="connsiteY35" fmla="*/ 1236603 h 2249919"/>
              <a:gd name="connsiteX36" fmla="*/ 1703487 w 1857234"/>
              <a:gd name="connsiteY36" fmla="*/ 830203 h 2249919"/>
              <a:gd name="connsiteX37" fmla="*/ 1669620 w 1857234"/>
              <a:gd name="connsiteY37" fmla="*/ 505083 h 2249919"/>
              <a:gd name="connsiteX38" fmla="*/ 1474887 w 1857234"/>
              <a:gd name="connsiteY38" fmla="*/ 186736 h 2249919"/>
              <a:gd name="connsiteX39" fmla="*/ 1264278 w 1857234"/>
              <a:gd name="connsiteY39" fmla="*/ 62925 h 2249919"/>
              <a:gd name="connsiteX40" fmla="*/ 907620 w 1857234"/>
              <a:gd name="connsiteY40" fmla="*/ 470 h 2249919"/>
              <a:gd name="connsiteX41" fmla="*/ 699128 w 1857234"/>
              <a:gd name="connsiteY41" fmla="*/ 38246 h 2249919"/>
              <a:gd name="connsiteX0" fmla="*/ 699128 w 1857234"/>
              <a:gd name="connsiteY0" fmla="*/ 38246 h 2260616"/>
              <a:gd name="connsiteX1" fmla="*/ 530853 w 1857234"/>
              <a:gd name="connsiteY1" fmla="*/ 109476 h 2260616"/>
              <a:gd name="connsiteX2" fmla="*/ 359403 w 1857234"/>
              <a:gd name="connsiteY2" fmla="*/ 226951 h 2260616"/>
              <a:gd name="connsiteX3" fmla="*/ 194303 w 1857234"/>
              <a:gd name="connsiteY3" fmla="*/ 500001 h 2260616"/>
              <a:gd name="connsiteX4" fmla="*/ 143503 w 1857234"/>
              <a:gd name="connsiteY4" fmla="*/ 690502 h 2260616"/>
              <a:gd name="connsiteX5" fmla="*/ 143503 w 1857234"/>
              <a:gd name="connsiteY5" fmla="*/ 1058801 h 2260616"/>
              <a:gd name="connsiteX6" fmla="*/ 144562 w 1857234"/>
              <a:gd name="connsiteY6" fmla="*/ 1196386 h 2260616"/>
              <a:gd name="connsiteX7" fmla="*/ 92704 w 1857234"/>
              <a:gd name="connsiteY7" fmla="*/ 1145586 h 2260616"/>
              <a:gd name="connsiteX8" fmla="*/ 13329 w 1857234"/>
              <a:gd name="connsiteY8" fmla="*/ 1150878 h 2260616"/>
              <a:gd name="connsiteX9" fmla="*/ 1687 w 1857234"/>
              <a:gd name="connsiteY9" fmla="*/ 1262003 h 2260616"/>
              <a:gd name="connsiteX10" fmla="*/ 31320 w 1857234"/>
              <a:gd name="connsiteY10" fmla="*/ 1405937 h 2260616"/>
              <a:gd name="connsiteX11" fmla="*/ 99053 w 1857234"/>
              <a:gd name="connsiteY11" fmla="*/ 1511770 h 2260616"/>
              <a:gd name="connsiteX12" fmla="*/ 149853 w 1857234"/>
              <a:gd name="connsiteY12" fmla="*/ 1609136 h 2260616"/>
              <a:gd name="connsiteX13" fmla="*/ 213353 w 1857234"/>
              <a:gd name="connsiteY13" fmla="*/ 1626070 h 2260616"/>
              <a:gd name="connsiteX14" fmla="*/ 221820 w 1857234"/>
              <a:gd name="connsiteY14" fmla="*/ 1566803 h 2260616"/>
              <a:gd name="connsiteX15" fmla="*/ 221820 w 1857234"/>
              <a:gd name="connsiteY15" fmla="*/ 1532936 h 2260616"/>
              <a:gd name="connsiteX16" fmla="*/ 311275 w 1857234"/>
              <a:gd name="connsiteY16" fmla="*/ 1766178 h 2260616"/>
              <a:gd name="connsiteX17" fmla="*/ 448026 w 1857234"/>
              <a:gd name="connsiteY17" fmla="*/ 1942746 h 2260616"/>
              <a:gd name="connsiteX18" fmla="*/ 642954 w 1857234"/>
              <a:gd name="connsiteY18" fmla="*/ 2115725 h 2260616"/>
              <a:gd name="connsiteX19" fmla="*/ 812665 w 1857234"/>
              <a:gd name="connsiteY19" fmla="*/ 2239951 h 2260616"/>
              <a:gd name="connsiteX20" fmla="*/ 1108568 w 1857234"/>
              <a:gd name="connsiteY20" fmla="*/ 2241834 h 2260616"/>
              <a:gd name="connsiteX21" fmla="*/ 1163909 w 1857234"/>
              <a:gd name="connsiteY21" fmla="*/ 2251122 h 2260616"/>
              <a:gd name="connsiteX22" fmla="*/ 1304365 w 1857234"/>
              <a:gd name="connsiteY22" fmla="*/ 2109462 h 2260616"/>
              <a:gd name="connsiteX23" fmla="*/ 1519275 w 1857234"/>
              <a:gd name="connsiteY23" fmla="*/ 1901778 h 2260616"/>
              <a:gd name="connsiteX24" fmla="*/ 1630552 w 1857234"/>
              <a:gd name="connsiteY24" fmla="*/ 1734918 h 2260616"/>
              <a:gd name="connsiteX25" fmla="*/ 1667781 w 1857234"/>
              <a:gd name="connsiteY25" fmla="*/ 1594101 h 2260616"/>
              <a:gd name="connsiteX26" fmla="*/ 1678087 w 1857234"/>
              <a:gd name="connsiteY26" fmla="*/ 1484588 h 2260616"/>
              <a:gd name="connsiteX27" fmla="*/ 1737353 w 1857234"/>
              <a:gd name="connsiteY27" fmla="*/ 1549870 h 2260616"/>
              <a:gd name="connsiteX28" fmla="*/ 1788153 w 1857234"/>
              <a:gd name="connsiteY28" fmla="*/ 1524470 h 2260616"/>
              <a:gd name="connsiteX29" fmla="*/ 1810167 w 1857234"/>
              <a:gd name="connsiteY29" fmla="*/ 1405936 h 2260616"/>
              <a:gd name="connsiteX30" fmla="*/ 1849113 w 1857234"/>
              <a:gd name="connsiteY30" fmla="*/ 1309416 h 2260616"/>
              <a:gd name="connsiteX31" fmla="*/ 1855887 w 1857234"/>
              <a:gd name="connsiteY31" fmla="*/ 1211203 h 2260616"/>
              <a:gd name="connsiteX32" fmla="*/ 1830487 w 1857234"/>
              <a:gd name="connsiteY32" fmla="*/ 1092670 h 2260616"/>
              <a:gd name="connsiteX33" fmla="*/ 1754287 w 1857234"/>
              <a:gd name="connsiteY33" fmla="*/ 1118070 h 2260616"/>
              <a:gd name="connsiteX34" fmla="*/ 1720420 w 1857234"/>
              <a:gd name="connsiteY34" fmla="*/ 1164636 h 2260616"/>
              <a:gd name="connsiteX35" fmla="*/ 1686553 w 1857234"/>
              <a:gd name="connsiteY35" fmla="*/ 1236603 h 2260616"/>
              <a:gd name="connsiteX36" fmla="*/ 1703487 w 1857234"/>
              <a:gd name="connsiteY36" fmla="*/ 830203 h 2260616"/>
              <a:gd name="connsiteX37" fmla="*/ 1669620 w 1857234"/>
              <a:gd name="connsiteY37" fmla="*/ 505083 h 2260616"/>
              <a:gd name="connsiteX38" fmla="*/ 1474887 w 1857234"/>
              <a:gd name="connsiteY38" fmla="*/ 186736 h 2260616"/>
              <a:gd name="connsiteX39" fmla="*/ 1264278 w 1857234"/>
              <a:gd name="connsiteY39" fmla="*/ 62925 h 2260616"/>
              <a:gd name="connsiteX40" fmla="*/ 907620 w 1857234"/>
              <a:gd name="connsiteY40" fmla="*/ 470 h 2260616"/>
              <a:gd name="connsiteX41" fmla="*/ 699128 w 1857234"/>
              <a:gd name="connsiteY41" fmla="*/ 38246 h 2260616"/>
              <a:gd name="connsiteX0" fmla="*/ 699128 w 1857234"/>
              <a:gd name="connsiteY0" fmla="*/ 38246 h 2252593"/>
              <a:gd name="connsiteX1" fmla="*/ 530853 w 1857234"/>
              <a:gd name="connsiteY1" fmla="*/ 109476 h 2252593"/>
              <a:gd name="connsiteX2" fmla="*/ 359403 w 1857234"/>
              <a:gd name="connsiteY2" fmla="*/ 226951 h 2252593"/>
              <a:gd name="connsiteX3" fmla="*/ 194303 w 1857234"/>
              <a:gd name="connsiteY3" fmla="*/ 500001 h 2252593"/>
              <a:gd name="connsiteX4" fmla="*/ 143503 w 1857234"/>
              <a:gd name="connsiteY4" fmla="*/ 690502 h 2252593"/>
              <a:gd name="connsiteX5" fmla="*/ 143503 w 1857234"/>
              <a:gd name="connsiteY5" fmla="*/ 1058801 h 2252593"/>
              <a:gd name="connsiteX6" fmla="*/ 144562 w 1857234"/>
              <a:gd name="connsiteY6" fmla="*/ 1196386 h 2252593"/>
              <a:gd name="connsiteX7" fmla="*/ 92704 w 1857234"/>
              <a:gd name="connsiteY7" fmla="*/ 1145586 h 2252593"/>
              <a:gd name="connsiteX8" fmla="*/ 13329 w 1857234"/>
              <a:gd name="connsiteY8" fmla="*/ 1150878 h 2252593"/>
              <a:gd name="connsiteX9" fmla="*/ 1687 w 1857234"/>
              <a:gd name="connsiteY9" fmla="*/ 1262003 h 2252593"/>
              <a:gd name="connsiteX10" fmla="*/ 31320 w 1857234"/>
              <a:gd name="connsiteY10" fmla="*/ 1405937 h 2252593"/>
              <a:gd name="connsiteX11" fmla="*/ 99053 w 1857234"/>
              <a:gd name="connsiteY11" fmla="*/ 1511770 h 2252593"/>
              <a:gd name="connsiteX12" fmla="*/ 149853 w 1857234"/>
              <a:gd name="connsiteY12" fmla="*/ 1609136 h 2252593"/>
              <a:gd name="connsiteX13" fmla="*/ 213353 w 1857234"/>
              <a:gd name="connsiteY13" fmla="*/ 1626070 h 2252593"/>
              <a:gd name="connsiteX14" fmla="*/ 221820 w 1857234"/>
              <a:gd name="connsiteY14" fmla="*/ 1566803 h 2252593"/>
              <a:gd name="connsiteX15" fmla="*/ 221820 w 1857234"/>
              <a:gd name="connsiteY15" fmla="*/ 1532936 h 2252593"/>
              <a:gd name="connsiteX16" fmla="*/ 311275 w 1857234"/>
              <a:gd name="connsiteY16" fmla="*/ 1766178 h 2252593"/>
              <a:gd name="connsiteX17" fmla="*/ 448026 w 1857234"/>
              <a:gd name="connsiteY17" fmla="*/ 1942746 h 2252593"/>
              <a:gd name="connsiteX18" fmla="*/ 642954 w 1857234"/>
              <a:gd name="connsiteY18" fmla="*/ 2115725 h 2252593"/>
              <a:gd name="connsiteX19" fmla="*/ 812665 w 1857234"/>
              <a:gd name="connsiteY19" fmla="*/ 2239951 h 2252593"/>
              <a:gd name="connsiteX20" fmla="*/ 1108568 w 1857234"/>
              <a:gd name="connsiteY20" fmla="*/ 2241834 h 2252593"/>
              <a:gd name="connsiteX21" fmla="*/ 1219747 w 1857234"/>
              <a:gd name="connsiteY21" fmla="*/ 2181492 h 2252593"/>
              <a:gd name="connsiteX22" fmla="*/ 1304365 w 1857234"/>
              <a:gd name="connsiteY22" fmla="*/ 2109462 h 2252593"/>
              <a:gd name="connsiteX23" fmla="*/ 1519275 w 1857234"/>
              <a:gd name="connsiteY23" fmla="*/ 1901778 h 2252593"/>
              <a:gd name="connsiteX24" fmla="*/ 1630552 w 1857234"/>
              <a:gd name="connsiteY24" fmla="*/ 1734918 h 2252593"/>
              <a:gd name="connsiteX25" fmla="*/ 1667781 w 1857234"/>
              <a:gd name="connsiteY25" fmla="*/ 1594101 h 2252593"/>
              <a:gd name="connsiteX26" fmla="*/ 1678087 w 1857234"/>
              <a:gd name="connsiteY26" fmla="*/ 1484588 h 2252593"/>
              <a:gd name="connsiteX27" fmla="*/ 1737353 w 1857234"/>
              <a:gd name="connsiteY27" fmla="*/ 1549870 h 2252593"/>
              <a:gd name="connsiteX28" fmla="*/ 1788153 w 1857234"/>
              <a:gd name="connsiteY28" fmla="*/ 1524470 h 2252593"/>
              <a:gd name="connsiteX29" fmla="*/ 1810167 w 1857234"/>
              <a:gd name="connsiteY29" fmla="*/ 1405936 h 2252593"/>
              <a:gd name="connsiteX30" fmla="*/ 1849113 w 1857234"/>
              <a:gd name="connsiteY30" fmla="*/ 1309416 h 2252593"/>
              <a:gd name="connsiteX31" fmla="*/ 1855887 w 1857234"/>
              <a:gd name="connsiteY31" fmla="*/ 1211203 h 2252593"/>
              <a:gd name="connsiteX32" fmla="*/ 1830487 w 1857234"/>
              <a:gd name="connsiteY32" fmla="*/ 1092670 h 2252593"/>
              <a:gd name="connsiteX33" fmla="*/ 1754287 w 1857234"/>
              <a:gd name="connsiteY33" fmla="*/ 1118070 h 2252593"/>
              <a:gd name="connsiteX34" fmla="*/ 1720420 w 1857234"/>
              <a:gd name="connsiteY34" fmla="*/ 1164636 h 2252593"/>
              <a:gd name="connsiteX35" fmla="*/ 1686553 w 1857234"/>
              <a:gd name="connsiteY35" fmla="*/ 1236603 h 2252593"/>
              <a:gd name="connsiteX36" fmla="*/ 1703487 w 1857234"/>
              <a:gd name="connsiteY36" fmla="*/ 830203 h 2252593"/>
              <a:gd name="connsiteX37" fmla="*/ 1669620 w 1857234"/>
              <a:gd name="connsiteY37" fmla="*/ 505083 h 2252593"/>
              <a:gd name="connsiteX38" fmla="*/ 1474887 w 1857234"/>
              <a:gd name="connsiteY38" fmla="*/ 186736 h 2252593"/>
              <a:gd name="connsiteX39" fmla="*/ 1264278 w 1857234"/>
              <a:gd name="connsiteY39" fmla="*/ 62925 h 2252593"/>
              <a:gd name="connsiteX40" fmla="*/ 907620 w 1857234"/>
              <a:gd name="connsiteY40" fmla="*/ 470 h 2252593"/>
              <a:gd name="connsiteX41" fmla="*/ 699128 w 1857234"/>
              <a:gd name="connsiteY41" fmla="*/ 38246 h 2252593"/>
              <a:gd name="connsiteX0" fmla="*/ 699128 w 1857234"/>
              <a:gd name="connsiteY0" fmla="*/ 38246 h 2264838"/>
              <a:gd name="connsiteX1" fmla="*/ 530853 w 1857234"/>
              <a:gd name="connsiteY1" fmla="*/ 109476 h 2264838"/>
              <a:gd name="connsiteX2" fmla="*/ 359403 w 1857234"/>
              <a:gd name="connsiteY2" fmla="*/ 226951 h 2264838"/>
              <a:gd name="connsiteX3" fmla="*/ 194303 w 1857234"/>
              <a:gd name="connsiteY3" fmla="*/ 500001 h 2264838"/>
              <a:gd name="connsiteX4" fmla="*/ 143503 w 1857234"/>
              <a:gd name="connsiteY4" fmla="*/ 690502 h 2264838"/>
              <a:gd name="connsiteX5" fmla="*/ 143503 w 1857234"/>
              <a:gd name="connsiteY5" fmla="*/ 1058801 h 2264838"/>
              <a:gd name="connsiteX6" fmla="*/ 144562 w 1857234"/>
              <a:gd name="connsiteY6" fmla="*/ 1196386 h 2264838"/>
              <a:gd name="connsiteX7" fmla="*/ 92704 w 1857234"/>
              <a:gd name="connsiteY7" fmla="*/ 1145586 h 2264838"/>
              <a:gd name="connsiteX8" fmla="*/ 13329 w 1857234"/>
              <a:gd name="connsiteY8" fmla="*/ 1150878 h 2264838"/>
              <a:gd name="connsiteX9" fmla="*/ 1687 w 1857234"/>
              <a:gd name="connsiteY9" fmla="*/ 1262003 h 2264838"/>
              <a:gd name="connsiteX10" fmla="*/ 31320 w 1857234"/>
              <a:gd name="connsiteY10" fmla="*/ 1405937 h 2264838"/>
              <a:gd name="connsiteX11" fmla="*/ 99053 w 1857234"/>
              <a:gd name="connsiteY11" fmla="*/ 1511770 h 2264838"/>
              <a:gd name="connsiteX12" fmla="*/ 149853 w 1857234"/>
              <a:gd name="connsiteY12" fmla="*/ 1609136 h 2264838"/>
              <a:gd name="connsiteX13" fmla="*/ 213353 w 1857234"/>
              <a:gd name="connsiteY13" fmla="*/ 1626070 h 2264838"/>
              <a:gd name="connsiteX14" fmla="*/ 221820 w 1857234"/>
              <a:gd name="connsiteY14" fmla="*/ 1566803 h 2264838"/>
              <a:gd name="connsiteX15" fmla="*/ 221820 w 1857234"/>
              <a:gd name="connsiteY15" fmla="*/ 1532936 h 2264838"/>
              <a:gd name="connsiteX16" fmla="*/ 311275 w 1857234"/>
              <a:gd name="connsiteY16" fmla="*/ 1766178 h 2264838"/>
              <a:gd name="connsiteX17" fmla="*/ 448026 w 1857234"/>
              <a:gd name="connsiteY17" fmla="*/ 1942746 h 2264838"/>
              <a:gd name="connsiteX18" fmla="*/ 642954 w 1857234"/>
              <a:gd name="connsiteY18" fmla="*/ 2115725 h 2264838"/>
              <a:gd name="connsiteX19" fmla="*/ 812665 w 1857234"/>
              <a:gd name="connsiteY19" fmla="*/ 2239951 h 2264838"/>
              <a:gd name="connsiteX20" fmla="*/ 1108568 w 1857234"/>
              <a:gd name="connsiteY20" fmla="*/ 2260402 h 2264838"/>
              <a:gd name="connsiteX21" fmla="*/ 1219747 w 1857234"/>
              <a:gd name="connsiteY21" fmla="*/ 2181492 h 2264838"/>
              <a:gd name="connsiteX22" fmla="*/ 1304365 w 1857234"/>
              <a:gd name="connsiteY22" fmla="*/ 2109462 h 2264838"/>
              <a:gd name="connsiteX23" fmla="*/ 1519275 w 1857234"/>
              <a:gd name="connsiteY23" fmla="*/ 1901778 h 2264838"/>
              <a:gd name="connsiteX24" fmla="*/ 1630552 w 1857234"/>
              <a:gd name="connsiteY24" fmla="*/ 1734918 h 2264838"/>
              <a:gd name="connsiteX25" fmla="*/ 1667781 w 1857234"/>
              <a:gd name="connsiteY25" fmla="*/ 1594101 h 2264838"/>
              <a:gd name="connsiteX26" fmla="*/ 1678087 w 1857234"/>
              <a:gd name="connsiteY26" fmla="*/ 1484588 h 2264838"/>
              <a:gd name="connsiteX27" fmla="*/ 1737353 w 1857234"/>
              <a:gd name="connsiteY27" fmla="*/ 1549870 h 2264838"/>
              <a:gd name="connsiteX28" fmla="*/ 1788153 w 1857234"/>
              <a:gd name="connsiteY28" fmla="*/ 1524470 h 2264838"/>
              <a:gd name="connsiteX29" fmla="*/ 1810167 w 1857234"/>
              <a:gd name="connsiteY29" fmla="*/ 1405936 h 2264838"/>
              <a:gd name="connsiteX30" fmla="*/ 1849113 w 1857234"/>
              <a:gd name="connsiteY30" fmla="*/ 1309416 h 2264838"/>
              <a:gd name="connsiteX31" fmla="*/ 1855887 w 1857234"/>
              <a:gd name="connsiteY31" fmla="*/ 1211203 h 2264838"/>
              <a:gd name="connsiteX32" fmla="*/ 1830487 w 1857234"/>
              <a:gd name="connsiteY32" fmla="*/ 1092670 h 2264838"/>
              <a:gd name="connsiteX33" fmla="*/ 1754287 w 1857234"/>
              <a:gd name="connsiteY33" fmla="*/ 1118070 h 2264838"/>
              <a:gd name="connsiteX34" fmla="*/ 1720420 w 1857234"/>
              <a:gd name="connsiteY34" fmla="*/ 1164636 h 2264838"/>
              <a:gd name="connsiteX35" fmla="*/ 1686553 w 1857234"/>
              <a:gd name="connsiteY35" fmla="*/ 1236603 h 2264838"/>
              <a:gd name="connsiteX36" fmla="*/ 1703487 w 1857234"/>
              <a:gd name="connsiteY36" fmla="*/ 830203 h 2264838"/>
              <a:gd name="connsiteX37" fmla="*/ 1669620 w 1857234"/>
              <a:gd name="connsiteY37" fmla="*/ 505083 h 2264838"/>
              <a:gd name="connsiteX38" fmla="*/ 1474887 w 1857234"/>
              <a:gd name="connsiteY38" fmla="*/ 186736 h 2264838"/>
              <a:gd name="connsiteX39" fmla="*/ 1264278 w 1857234"/>
              <a:gd name="connsiteY39" fmla="*/ 62925 h 2264838"/>
              <a:gd name="connsiteX40" fmla="*/ 907620 w 1857234"/>
              <a:gd name="connsiteY40" fmla="*/ 470 h 2264838"/>
              <a:gd name="connsiteX41" fmla="*/ 699128 w 1857234"/>
              <a:gd name="connsiteY41" fmla="*/ 38246 h 2264838"/>
              <a:gd name="connsiteX0" fmla="*/ 699128 w 1857234"/>
              <a:gd name="connsiteY0" fmla="*/ 38246 h 2264838"/>
              <a:gd name="connsiteX1" fmla="*/ 530853 w 1857234"/>
              <a:gd name="connsiteY1" fmla="*/ 109476 h 2264838"/>
              <a:gd name="connsiteX2" fmla="*/ 359403 w 1857234"/>
              <a:gd name="connsiteY2" fmla="*/ 226951 h 2264838"/>
              <a:gd name="connsiteX3" fmla="*/ 194303 w 1857234"/>
              <a:gd name="connsiteY3" fmla="*/ 500001 h 2264838"/>
              <a:gd name="connsiteX4" fmla="*/ 143503 w 1857234"/>
              <a:gd name="connsiteY4" fmla="*/ 690502 h 2264838"/>
              <a:gd name="connsiteX5" fmla="*/ 143503 w 1857234"/>
              <a:gd name="connsiteY5" fmla="*/ 1058801 h 2264838"/>
              <a:gd name="connsiteX6" fmla="*/ 144562 w 1857234"/>
              <a:gd name="connsiteY6" fmla="*/ 1196386 h 2264838"/>
              <a:gd name="connsiteX7" fmla="*/ 92704 w 1857234"/>
              <a:gd name="connsiteY7" fmla="*/ 1145586 h 2264838"/>
              <a:gd name="connsiteX8" fmla="*/ 13329 w 1857234"/>
              <a:gd name="connsiteY8" fmla="*/ 1150878 h 2264838"/>
              <a:gd name="connsiteX9" fmla="*/ 1687 w 1857234"/>
              <a:gd name="connsiteY9" fmla="*/ 1262003 h 2264838"/>
              <a:gd name="connsiteX10" fmla="*/ 31320 w 1857234"/>
              <a:gd name="connsiteY10" fmla="*/ 1405937 h 2264838"/>
              <a:gd name="connsiteX11" fmla="*/ 99053 w 1857234"/>
              <a:gd name="connsiteY11" fmla="*/ 1511770 h 2264838"/>
              <a:gd name="connsiteX12" fmla="*/ 149853 w 1857234"/>
              <a:gd name="connsiteY12" fmla="*/ 1609136 h 2264838"/>
              <a:gd name="connsiteX13" fmla="*/ 213353 w 1857234"/>
              <a:gd name="connsiteY13" fmla="*/ 1626070 h 2264838"/>
              <a:gd name="connsiteX14" fmla="*/ 221820 w 1857234"/>
              <a:gd name="connsiteY14" fmla="*/ 1566803 h 2264838"/>
              <a:gd name="connsiteX15" fmla="*/ 221820 w 1857234"/>
              <a:gd name="connsiteY15" fmla="*/ 1532936 h 2264838"/>
              <a:gd name="connsiteX16" fmla="*/ 311275 w 1857234"/>
              <a:gd name="connsiteY16" fmla="*/ 1766178 h 2264838"/>
              <a:gd name="connsiteX17" fmla="*/ 448026 w 1857234"/>
              <a:gd name="connsiteY17" fmla="*/ 1942746 h 2264838"/>
              <a:gd name="connsiteX18" fmla="*/ 642954 w 1857234"/>
              <a:gd name="connsiteY18" fmla="*/ 2115725 h 2264838"/>
              <a:gd name="connsiteX19" fmla="*/ 812665 w 1857234"/>
              <a:gd name="connsiteY19" fmla="*/ 2239951 h 2264838"/>
              <a:gd name="connsiteX20" fmla="*/ 1141140 w 1857234"/>
              <a:gd name="connsiteY20" fmla="*/ 2260402 h 2264838"/>
              <a:gd name="connsiteX21" fmla="*/ 1219747 w 1857234"/>
              <a:gd name="connsiteY21" fmla="*/ 2181492 h 2264838"/>
              <a:gd name="connsiteX22" fmla="*/ 1304365 w 1857234"/>
              <a:gd name="connsiteY22" fmla="*/ 2109462 h 2264838"/>
              <a:gd name="connsiteX23" fmla="*/ 1519275 w 1857234"/>
              <a:gd name="connsiteY23" fmla="*/ 1901778 h 2264838"/>
              <a:gd name="connsiteX24" fmla="*/ 1630552 w 1857234"/>
              <a:gd name="connsiteY24" fmla="*/ 1734918 h 2264838"/>
              <a:gd name="connsiteX25" fmla="*/ 1667781 w 1857234"/>
              <a:gd name="connsiteY25" fmla="*/ 1594101 h 2264838"/>
              <a:gd name="connsiteX26" fmla="*/ 1678087 w 1857234"/>
              <a:gd name="connsiteY26" fmla="*/ 1484588 h 2264838"/>
              <a:gd name="connsiteX27" fmla="*/ 1737353 w 1857234"/>
              <a:gd name="connsiteY27" fmla="*/ 1549870 h 2264838"/>
              <a:gd name="connsiteX28" fmla="*/ 1788153 w 1857234"/>
              <a:gd name="connsiteY28" fmla="*/ 1524470 h 2264838"/>
              <a:gd name="connsiteX29" fmla="*/ 1810167 w 1857234"/>
              <a:gd name="connsiteY29" fmla="*/ 1405936 h 2264838"/>
              <a:gd name="connsiteX30" fmla="*/ 1849113 w 1857234"/>
              <a:gd name="connsiteY30" fmla="*/ 1309416 h 2264838"/>
              <a:gd name="connsiteX31" fmla="*/ 1855887 w 1857234"/>
              <a:gd name="connsiteY31" fmla="*/ 1211203 h 2264838"/>
              <a:gd name="connsiteX32" fmla="*/ 1830487 w 1857234"/>
              <a:gd name="connsiteY32" fmla="*/ 1092670 h 2264838"/>
              <a:gd name="connsiteX33" fmla="*/ 1754287 w 1857234"/>
              <a:gd name="connsiteY33" fmla="*/ 1118070 h 2264838"/>
              <a:gd name="connsiteX34" fmla="*/ 1720420 w 1857234"/>
              <a:gd name="connsiteY34" fmla="*/ 1164636 h 2264838"/>
              <a:gd name="connsiteX35" fmla="*/ 1686553 w 1857234"/>
              <a:gd name="connsiteY35" fmla="*/ 1236603 h 2264838"/>
              <a:gd name="connsiteX36" fmla="*/ 1703487 w 1857234"/>
              <a:gd name="connsiteY36" fmla="*/ 830203 h 2264838"/>
              <a:gd name="connsiteX37" fmla="*/ 1669620 w 1857234"/>
              <a:gd name="connsiteY37" fmla="*/ 505083 h 2264838"/>
              <a:gd name="connsiteX38" fmla="*/ 1474887 w 1857234"/>
              <a:gd name="connsiteY38" fmla="*/ 186736 h 2264838"/>
              <a:gd name="connsiteX39" fmla="*/ 1264278 w 1857234"/>
              <a:gd name="connsiteY39" fmla="*/ 62925 h 2264838"/>
              <a:gd name="connsiteX40" fmla="*/ 907620 w 1857234"/>
              <a:gd name="connsiteY40" fmla="*/ 470 h 2264838"/>
              <a:gd name="connsiteX41" fmla="*/ 699128 w 1857234"/>
              <a:gd name="connsiteY41" fmla="*/ 38246 h 2264838"/>
              <a:gd name="connsiteX0" fmla="*/ 699128 w 1857234"/>
              <a:gd name="connsiteY0" fmla="*/ 38246 h 2264838"/>
              <a:gd name="connsiteX1" fmla="*/ 530853 w 1857234"/>
              <a:gd name="connsiteY1" fmla="*/ 109476 h 2264838"/>
              <a:gd name="connsiteX2" fmla="*/ 359403 w 1857234"/>
              <a:gd name="connsiteY2" fmla="*/ 226951 h 2264838"/>
              <a:gd name="connsiteX3" fmla="*/ 194303 w 1857234"/>
              <a:gd name="connsiteY3" fmla="*/ 500001 h 2264838"/>
              <a:gd name="connsiteX4" fmla="*/ 143503 w 1857234"/>
              <a:gd name="connsiteY4" fmla="*/ 690502 h 2264838"/>
              <a:gd name="connsiteX5" fmla="*/ 143503 w 1857234"/>
              <a:gd name="connsiteY5" fmla="*/ 1058801 h 2264838"/>
              <a:gd name="connsiteX6" fmla="*/ 144562 w 1857234"/>
              <a:gd name="connsiteY6" fmla="*/ 1196386 h 2264838"/>
              <a:gd name="connsiteX7" fmla="*/ 92704 w 1857234"/>
              <a:gd name="connsiteY7" fmla="*/ 1145586 h 2264838"/>
              <a:gd name="connsiteX8" fmla="*/ 13329 w 1857234"/>
              <a:gd name="connsiteY8" fmla="*/ 1150878 h 2264838"/>
              <a:gd name="connsiteX9" fmla="*/ 1687 w 1857234"/>
              <a:gd name="connsiteY9" fmla="*/ 1262003 h 2264838"/>
              <a:gd name="connsiteX10" fmla="*/ 31320 w 1857234"/>
              <a:gd name="connsiteY10" fmla="*/ 1405937 h 2264838"/>
              <a:gd name="connsiteX11" fmla="*/ 99053 w 1857234"/>
              <a:gd name="connsiteY11" fmla="*/ 1511770 h 2264838"/>
              <a:gd name="connsiteX12" fmla="*/ 149853 w 1857234"/>
              <a:gd name="connsiteY12" fmla="*/ 1609136 h 2264838"/>
              <a:gd name="connsiteX13" fmla="*/ 213353 w 1857234"/>
              <a:gd name="connsiteY13" fmla="*/ 1626070 h 2264838"/>
              <a:gd name="connsiteX14" fmla="*/ 221820 w 1857234"/>
              <a:gd name="connsiteY14" fmla="*/ 1566803 h 2264838"/>
              <a:gd name="connsiteX15" fmla="*/ 221820 w 1857234"/>
              <a:gd name="connsiteY15" fmla="*/ 1532936 h 2264838"/>
              <a:gd name="connsiteX16" fmla="*/ 311275 w 1857234"/>
              <a:gd name="connsiteY16" fmla="*/ 1766178 h 2264838"/>
              <a:gd name="connsiteX17" fmla="*/ 448026 w 1857234"/>
              <a:gd name="connsiteY17" fmla="*/ 1942746 h 2264838"/>
              <a:gd name="connsiteX18" fmla="*/ 642954 w 1857234"/>
              <a:gd name="connsiteY18" fmla="*/ 2115725 h 2264838"/>
              <a:gd name="connsiteX19" fmla="*/ 812665 w 1857234"/>
              <a:gd name="connsiteY19" fmla="*/ 2239951 h 2264838"/>
              <a:gd name="connsiteX20" fmla="*/ 1131834 w 1857234"/>
              <a:gd name="connsiteY20" fmla="*/ 2260402 h 2264838"/>
              <a:gd name="connsiteX21" fmla="*/ 1219747 w 1857234"/>
              <a:gd name="connsiteY21" fmla="*/ 2181492 h 2264838"/>
              <a:gd name="connsiteX22" fmla="*/ 1304365 w 1857234"/>
              <a:gd name="connsiteY22" fmla="*/ 2109462 h 2264838"/>
              <a:gd name="connsiteX23" fmla="*/ 1519275 w 1857234"/>
              <a:gd name="connsiteY23" fmla="*/ 1901778 h 2264838"/>
              <a:gd name="connsiteX24" fmla="*/ 1630552 w 1857234"/>
              <a:gd name="connsiteY24" fmla="*/ 1734918 h 2264838"/>
              <a:gd name="connsiteX25" fmla="*/ 1667781 w 1857234"/>
              <a:gd name="connsiteY25" fmla="*/ 1594101 h 2264838"/>
              <a:gd name="connsiteX26" fmla="*/ 1678087 w 1857234"/>
              <a:gd name="connsiteY26" fmla="*/ 1484588 h 2264838"/>
              <a:gd name="connsiteX27" fmla="*/ 1737353 w 1857234"/>
              <a:gd name="connsiteY27" fmla="*/ 1549870 h 2264838"/>
              <a:gd name="connsiteX28" fmla="*/ 1788153 w 1857234"/>
              <a:gd name="connsiteY28" fmla="*/ 1524470 h 2264838"/>
              <a:gd name="connsiteX29" fmla="*/ 1810167 w 1857234"/>
              <a:gd name="connsiteY29" fmla="*/ 1405936 h 2264838"/>
              <a:gd name="connsiteX30" fmla="*/ 1849113 w 1857234"/>
              <a:gd name="connsiteY30" fmla="*/ 1309416 h 2264838"/>
              <a:gd name="connsiteX31" fmla="*/ 1855887 w 1857234"/>
              <a:gd name="connsiteY31" fmla="*/ 1211203 h 2264838"/>
              <a:gd name="connsiteX32" fmla="*/ 1830487 w 1857234"/>
              <a:gd name="connsiteY32" fmla="*/ 1092670 h 2264838"/>
              <a:gd name="connsiteX33" fmla="*/ 1754287 w 1857234"/>
              <a:gd name="connsiteY33" fmla="*/ 1118070 h 2264838"/>
              <a:gd name="connsiteX34" fmla="*/ 1720420 w 1857234"/>
              <a:gd name="connsiteY34" fmla="*/ 1164636 h 2264838"/>
              <a:gd name="connsiteX35" fmla="*/ 1686553 w 1857234"/>
              <a:gd name="connsiteY35" fmla="*/ 1236603 h 2264838"/>
              <a:gd name="connsiteX36" fmla="*/ 1703487 w 1857234"/>
              <a:gd name="connsiteY36" fmla="*/ 830203 h 2264838"/>
              <a:gd name="connsiteX37" fmla="*/ 1669620 w 1857234"/>
              <a:gd name="connsiteY37" fmla="*/ 505083 h 2264838"/>
              <a:gd name="connsiteX38" fmla="*/ 1474887 w 1857234"/>
              <a:gd name="connsiteY38" fmla="*/ 186736 h 2264838"/>
              <a:gd name="connsiteX39" fmla="*/ 1264278 w 1857234"/>
              <a:gd name="connsiteY39" fmla="*/ 62925 h 2264838"/>
              <a:gd name="connsiteX40" fmla="*/ 907620 w 1857234"/>
              <a:gd name="connsiteY40" fmla="*/ 470 h 2264838"/>
              <a:gd name="connsiteX41" fmla="*/ 699128 w 1857234"/>
              <a:gd name="connsiteY41" fmla="*/ 38246 h 2264838"/>
              <a:gd name="connsiteX0" fmla="*/ 699128 w 1857234"/>
              <a:gd name="connsiteY0" fmla="*/ 38246 h 2264838"/>
              <a:gd name="connsiteX1" fmla="*/ 530853 w 1857234"/>
              <a:gd name="connsiteY1" fmla="*/ 109476 h 2264838"/>
              <a:gd name="connsiteX2" fmla="*/ 359403 w 1857234"/>
              <a:gd name="connsiteY2" fmla="*/ 226951 h 2264838"/>
              <a:gd name="connsiteX3" fmla="*/ 194303 w 1857234"/>
              <a:gd name="connsiteY3" fmla="*/ 500001 h 2264838"/>
              <a:gd name="connsiteX4" fmla="*/ 143503 w 1857234"/>
              <a:gd name="connsiteY4" fmla="*/ 690502 h 2264838"/>
              <a:gd name="connsiteX5" fmla="*/ 143503 w 1857234"/>
              <a:gd name="connsiteY5" fmla="*/ 1058801 h 2264838"/>
              <a:gd name="connsiteX6" fmla="*/ 144562 w 1857234"/>
              <a:gd name="connsiteY6" fmla="*/ 1196386 h 2264838"/>
              <a:gd name="connsiteX7" fmla="*/ 92704 w 1857234"/>
              <a:gd name="connsiteY7" fmla="*/ 1145586 h 2264838"/>
              <a:gd name="connsiteX8" fmla="*/ 13329 w 1857234"/>
              <a:gd name="connsiteY8" fmla="*/ 1150878 h 2264838"/>
              <a:gd name="connsiteX9" fmla="*/ 1687 w 1857234"/>
              <a:gd name="connsiteY9" fmla="*/ 1262003 h 2264838"/>
              <a:gd name="connsiteX10" fmla="*/ 31320 w 1857234"/>
              <a:gd name="connsiteY10" fmla="*/ 1405937 h 2264838"/>
              <a:gd name="connsiteX11" fmla="*/ 99053 w 1857234"/>
              <a:gd name="connsiteY11" fmla="*/ 1511770 h 2264838"/>
              <a:gd name="connsiteX12" fmla="*/ 149853 w 1857234"/>
              <a:gd name="connsiteY12" fmla="*/ 1609136 h 2264838"/>
              <a:gd name="connsiteX13" fmla="*/ 213353 w 1857234"/>
              <a:gd name="connsiteY13" fmla="*/ 1626070 h 2264838"/>
              <a:gd name="connsiteX14" fmla="*/ 221820 w 1857234"/>
              <a:gd name="connsiteY14" fmla="*/ 1566803 h 2264838"/>
              <a:gd name="connsiteX15" fmla="*/ 221820 w 1857234"/>
              <a:gd name="connsiteY15" fmla="*/ 1532936 h 2264838"/>
              <a:gd name="connsiteX16" fmla="*/ 301968 w 1857234"/>
              <a:gd name="connsiteY16" fmla="*/ 1803314 h 2264838"/>
              <a:gd name="connsiteX17" fmla="*/ 448026 w 1857234"/>
              <a:gd name="connsiteY17" fmla="*/ 1942746 h 2264838"/>
              <a:gd name="connsiteX18" fmla="*/ 642954 w 1857234"/>
              <a:gd name="connsiteY18" fmla="*/ 2115725 h 2264838"/>
              <a:gd name="connsiteX19" fmla="*/ 812665 w 1857234"/>
              <a:gd name="connsiteY19" fmla="*/ 2239951 h 2264838"/>
              <a:gd name="connsiteX20" fmla="*/ 1131834 w 1857234"/>
              <a:gd name="connsiteY20" fmla="*/ 2260402 h 2264838"/>
              <a:gd name="connsiteX21" fmla="*/ 1219747 w 1857234"/>
              <a:gd name="connsiteY21" fmla="*/ 2181492 h 2264838"/>
              <a:gd name="connsiteX22" fmla="*/ 1304365 w 1857234"/>
              <a:gd name="connsiteY22" fmla="*/ 2109462 h 2264838"/>
              <a:gd name="connsiteX23" fmla="*/ 1519275 w 1857234"/>
              <a:gd name="connsiteY23" fmla="*/ 1901778 h 2264838"/>
              <a:gd name="connsiteX24" fmla="*/ 1630552 w 1857234"/>
              <a:gd name="connsiteY24" fmla="*/ 1734918 h 2264838"/>
              <a:gd name="connsiteX25" fmla="*/ 1667781 w 1857234"/>
              <a:gd name="connsiteY25" fmla="*/ 1594101 h 2264838"/>
              <a:gd name="connsiteX26" fmla="*/ 1678087 w 1857234"/>
              <a:gd name="connsiteY26" fmla="*/ 1484588 h 2264838"/>
              <a:gd name="connsiteX27" fmla="*/ 1737353 w 1857234"/>
              <a:gd name="connsiteY27" fmla="*/ 1549870 h 2264838"/>
              <a:gd name="connsiteX28" fmla="*/ 1788153 w 1857234"/>
              <a:gd name="connsiteY28" fmla="*/ 1524470 h 2264838"/>
              <a:gd name="connsiteX29" fmla="*/ 1810167 w 1857234"/>
              <a:gd name="connsiteY29" fmla="*/ 1405936 h 2264838"/>
              <a:gd name="connsiteX30" fmla="*/ 1849113 w 1857234"/>
              <a:gd name="connsiteY30" fmla="*/ 1309416 h 2264838"/>
              <a:gd name="connsiteX31" fmla="*/ 1855887 w 1857234"/>
              <a:gd name="connsiteY31" fmla="*/ 1211203 h 2264838"/>
              <a:gd name="connsiteX32" fmla="*/ 1830487 w 1857234"/>
              <a:gd name="connsiteY32" fmla="*/ 1092670 h 2264838"/>
              <a:gd name="connsiteX33" fmla="*/ 1754287 w 1857234"/>
              <a:gd name="connsiteY33" fmla="*/ 1118070 h 2264838"/>
              <a:gd name="connsiteX34" fmla="*/ 1720420 w 1857234"/>
              <a:gd name="connsiteY34" fmla="*/ 1164636 h 2264838"/>
              <a:gd name="connsiteX35" fmla="*/ 1686553 w 1857234"/>
              <a:gd name="connsiteY35" fmla="*/ 1236603 h 2264838"/>
              <a:gd name="connsiteX36" fmla="*/ 1703487 w 1857234"/>
              <a:gd name="connsiteY36" fmla="*/ 830203 h 2264838"/>
              <a:gd name="connsiteX37" fmla="*/ 1669620 w 1857234"/>
              <a:gd name="connsiteY37" fmla="*/ 505083 h 2264838"/>
              <a:gd name="connsiteX38" fmla="*/ 1474887 w 1857234"/>
              <a:gd name="connsiteY38" fmla="*/ 186736 h 2264838"/>
              <a:gd name="connsiteX39" fmla="*/ 1264278 w 1857234"/>
              <a:gd name="connsiteY39" fmla="*/ 62925 h 2264838"/>
              <a:gd name="connsiteX40" fmla="*/ 907620 w 1857234"/>
              <a:gd name="connsiteY40" fmla="*/ 470 h 2264838"/>
              <a:gd name="connsiteX41" fmla="*/ 699128 w 1857234"/>
              <a:gd name="connsiteY41" fmla="*/ 38246 h 2264838"/>
              <a:gd name="connsiteX0" fmla="*/ 699128 w 1857234"/>
              <a:gd name="connsiteY0" fmla="*/ 38246 h 2264838"/>
              <a:gd name="connsiteX1" fmla="*/ 530853 w 1857234"/>
              <a:gd name="connsiteY1" fmla="*/ 109476 h 2264838"/>
              <a:gd name="connsiteX2" fmla="*/ 359403 w 1857234"/>
              <a:gd name="connsiteY2" fmla="*/ 226951 h 2264838"/>
              <a:gd name="connsiteX3" fmla="*/ 194303 w 1857234"/>
              <a:gd name="connsiteY3" fmla="*/ 500001 h 2264838"/>
              <a:gd name="connsiteX4" fmla="*/ 143503 w 1857234"/>
              <a:gd name="connsiteY4" fmla="*/ 690502 h 2264838"/>
              <a:gd name="connsiteX5" fmla="*/ 143503 w 1857234"/>
              <a:gd name="connsiteY5" fmla="*/ 1058801 h 2264838"/>
              <a:gd name="connsiteX6" fmla="*/ 144562 w 1857234"/>
              <a:gd name="connsiteY6" fmla="*/ 1196386 h 2264838"/>
              <a:gd name="connsiteX7" fmla="*/ 92704 w 1857234"/>
              <a:gd name="connsiteY7" fmla="*/ 1145586 h 2264838"/>
              <a:gd name="connsiteX8" fmla="*/ 13329 w 1857234"/>
              <a:gd name="connsiteY8" fmla="*/ 1150878 h 2264838"/>
              <a:gd name="connsiteX9" fmla="*/ 1687 w 1857234"/>
              <a:gd name="connsiteY9" fmla="*/ 1262003 h 2264838"/>
              <a:gd name="connsiteX10" fmla="*/ 31320 w 1857234"/>
              <a:gd name="connsiteY10" fmla="*/ 1405937 h 2264838"/>
              <a:gd name="connsiteX11" fmla="*/ 99053 w 1857234"/>
              <a:gd name="connsiteY11" fmla="*/ 1511770 h 2264838"/>
              <a:gd name="connsiteX12" fmla="*/ 149853 w 1857234"/>
              <a:gd name="connsiteY12" fmla="*/ 1609136 h 2264838"/>
              <a:gd name="connsiteX13" fmla="*/ 213353 w 1857234"/>
              <a:gd name="connsiteY13" fmla="*/ 1626070 h 2264838"/>
              <a:gd name="connsiteX14" fmla="*/ 221820 w 1857234"/>
              <a:gd name="connsiteY14" fmla="*/ 1566803 h 2264838"/>
              <a:gd name="connsiteX15" fmla="*/ 221820 w 1857234"/>
              <a:gd name="connsiteY15" fmla="*/ 1532936 h 2264838"/>
              <a:gd name="connsiteX16" fmla="*/ 301968 w 1857234"/>
              <a:gd name="connsiteY16" fmla="*/ 1803314 h 2264838"/>
              <a:gd name="connsiteX17" fmla="*/ 443372 w 1857234"/>
              <a:gd name="connsiteY17" fmla="*/ 1961314 h 2264838"/>
              <a:gd name="connsiteX18" fmla="*/ 642954 w 1857234"/>
              <a:gd name="connsiteY18" fmla="*/ 2115725 h 2264838"/>
              <a:gd name="connsiteX19" fmla="*/ 812665 w 1857234"/>
              <a:gd name="connsiteY19" fmla="*/ 2239951 h 2264838"/>
              <a:gd name="connsiteX20" fmla="*/ 1131834 w 1857234"/>
              <a:gd name="connsiteY20" fmla="*/ 2260402 h 2264838"/>
              <a:gd name="connsiteX21" fmla="*/ 1219747 w 1857234"/>
              <a:gd name="connsiteY21" fmla="*/ 2181492 h 2264838"/>
              <a:gd name="connsiteX22" fmla="*/ 1304365 w 1857234"/>
              <a:gd name="connsiteY22" fmla="*/ 2109462 h 2264838"/>
              <a:gd name="connsiteX23" fmla="*/ 1519275 w 1857234"/>
              <a:gd name="connsiteY23" fmla="*/ 1901778 h 2264838"/>
              <a:gd name="connsiteX24" fmla="*/ 1630552 w 1857234"/>
              <a:gd name="connsiteY24" fmla="*/ 1734918 h 2264838"/>
              <a:gd name="connsiteX25" fmla="*/ 1667781 w 1857234"/>
              <a:gd name="connsiteY25" fmla="*/ 1594101 h 2264838"/>
              <a:gd name="connsiteX26" fmla="*/ 1678087 w 1857234"/>
              <a:gd name="connsiteY26" fmla="*/ 1484588 h 2264838"/>
              <a:gd name="connsiteX27" fmla="*/ 1737353 w 1857234"/>
              <a:gd name="connsiteY27" fmla="*/ 1549870 h 2264838"/>
              <a:gd name="connsiteX28" fmla="*/ 1788153 w 1857234"/>
              <a:gd name="connsiteY28" fmla="*/ 1524470 h 2264838"/>
              <a:gd name="connsiteX29" fmla="*/ 1810167 w 1857234"/>
              <a:gd name="connsiteY29" fmla="*/ 1405936 h 2264838"/>
              <a:gd name="connsiteX30" fmla="*/ 1849113 w 1857234"/>
              <a:gd name="connsiteY30" fmla="*/ 1309416 h 2264838"/>
              <a:gd name="connsiteX31" fmla="*/ 1855887 w 1857234"/>
              <a:gd name="connsiteY31" fmla="*/ 1211203 h 2264838"/>
              <a:gd name="connsiteX32" fmla="*/ 1830487 w 1857234"/>
              <a:gd name="connsiteY32" fmla="*/ 1092670 h 2264838"/>
              <a:gd name="connsiteX33" fmla="*/ 1754287 w 1857234"/>
              <a:gd name="connsiteY33" fmla="*/ 1118070 h 2264838"/>
              <a:gd name="connsiteX34" fmla="*/ 1720420 w 1857234"/>
              <a:gd name="connsiteY34" fmla="*/ 1164636 h 2264838"/>
              <a:gd name="connsiteX35" fmla="*/ 1686553 w 1857234"/>
              <a:gd name="connsiteY35" fmla="*/ 1236603 h 2264838"/>
              <a:gd name="connsiteX36" fmla="*/ 1703487 w 1857234"/>
              <a:gd name="connsiteY36" fmla="*/ 830203 h 2264838"/>
              <a:gd name="connsiteX37" fmla="*/ 1669620 w 1857234"/>
              <a:gd name="connsiteY37" fmla="*/ 505083 h 2264838"/>
              <a:gd name="connsiteX38" fmla="*/ 1474887 w 1857234"/>
              <a:gd name="connsiteY38" fmla="*/ 186736 h 2264838"/>
              <a:gd name="connsiteX39" fmla="*/ 1264278 w 1857234"/>
              <a:gd name="connsiteY39" fmla="*/ 62925 h 2264838"/>
              <a:gd name="connsiteX40" fmla="*/ 907620 w 1857234"/>
              <a:gd name="connsiteY40" fmla="*/ 470 h 2264838"/>
              <a:gd name="connsiteX41" fmla="*/ 699128 w 1857234"/>
              <a:gd name="connsiteY41" fmla="*/ 38246 h 2264838"/>
              <a:gd name="connsiteX0" fmla="*/ 699128 w 1857234"/>
              <a:gd name="connsiteY0" fmla="*/ 38246 h 2264173"/>
              <a:gd name="connsiteX1" fmla="*/ 530853 w 1857234"/>
              <a:gd name="connsiteY1" fmla="*/ 109476 h 2264173"/>
              <a:gd name="connsiteX2" fmla="*/ 359403 w 1857234"/>
              <a:gd name="connsiteY2" fmla="*/ 226951 h 2264173"/>
              <a:gd name="connsiteX3" fmla="*/ 194303 w 1857234"/>
              <a:gd name="connsiteY3" fmla="*/ 500001 h 2264173"/>
              <a:gd name="connsiteX4" fmla="*/ 143503 w 1857234"/>
              <a:gd name="connsiteY4" fmla="*/ 690502 h 2264173"/>
              <a:gd name="connsiteX5" fmla="*/ 143503 w 1857234"/>
              <a:gd name="connsiteY5" fmla="*/ 1058801 h 2264173"/>
              <a:gd name="connsiteX6" fmla="*/ 144562 w 1857234"/>
              <a:gd name="connsiteY6" fmla="*/ 1196386 h 2264173"/>
              <a:gd name="connsiteX7" fmla="*/ 92704 w 1857234"/>
              <a:gd name="connsiteY7" fmla="*/ 1145586 h 2264173"/>
              <a:gd name="connsiteX8" fmla="*/ 13329 w 1857234"/>
              <a:gd name="connsiteY8" fmla="*/ 1150878 h 2264173"/>
              <a:gd name="connsiteX9" fmla="*/ 1687 w 1857234"/>
              <a:gd name="connsiteY9" fmla="*/ 1262003 h 2264173"/>
              <a:gd name="connsiteX10" fmla="*/ 31320 w 1857234"/>
              <a:gd name="connsiteY10" fmla="*/ 1405937 h 2264173"/>
              <a:gd name="connsiteX11" fmla="*/ 99053 w 1857234"/>
              <a:gd name="connsiteY11" fmla="*/ 1511770 h 2264173"/>
              <a:gd name="connsiteX12" fmla="*/ 149853 w 1857234"/>
              <a:gd name="connsiteY12" fmla="*/ 1609136 h 2264173"/>
              <a:gd name="connsiteX13" fmla="*/ 213353 w 1857234"/>
              <a:gd name="connsiteY13" fmla="*/ 1626070 h 2264173"/>
              <a:gd name="connsiteX14" fmla="*/ 221820 w 1857234"/>
              <a:gd name="connsiteY14" fmla="*/ 1566803 h 2264173"/>
              <a:gd name="connsiteX15" fmla="*/ 221820 w 1857234"/>
              <a:gd name="connsiteY15" fmla="*/ 1532936 h 2264173"/>
              <a:gd name="connsiteX16" fmla="*/ 301968 w 1857234"/>
              <a:gd name="connsiteY16" fmla="*/ 1803314 h 2264173"/>
              <a:gd name="connsiteX17" fmla="*/ 443372 w 1857234"/>
              <a:gd name="connsiteY17" fmla="*/ 1961314 h 2264173"/>
              <a:gd name="connsiteX18" fmla="*/ 647608 w 1857234"/>
              <a:gd name="connsiteY18" fmla="*/ 2138936 h 2264173"/>
              <a:gd name="connsiteX19" fmla="*/ 812665 w 1857234"/>
              <a:gd name="connsiteY19" fmla="*/ 2239951 h 2264173"/>
              <a:gd name="connsiteX20" fmla="*/ 1131834 w 1857234"/>
              <a:gd name="connsiteY20" fmla="*/ 2260402 h 2264173"/>
              <a:gd name="connsiteX21" fmla="*/ 1219747 w 1857234"/>
              <a:gd name="connsiteY21" fmla="*/ 2181492 h 2264173"/>
              <a:gd name="connsiteX22" fmla="*/ 1304365 w 1857234"/>
              <a:gd name="connsiteY22" fmla="*/ 2109462 h 2264173"/>
              <a:gd name="connsiteX23" fmla="*/ 1519275 w 1857234"/>
              <a:gd name="connsiteY23" fmla="*/ 1901778 h 2264173"/>
              <a:gd name="connsiteX24" fmla="*/ 1630552 w 1857234"/>
              <a:gd name="connsiteY24" fmla="*/ 1734918 h 2264173"/>
              <a:gd name="connsiteX25" fmla="*/ 1667781 w 1857234"/>
              <a:gd name="connsiteY25" fmla="*/ 1594101 h 2264173"/>
              <a:gd name="connsiteX26" fmla="*/ 1678087 w 1857234"/>
              <a:gd name="connsiteY26" fmla="*/ 1484588 h 2264173"/>
              <a:gd name="connsiteX27" fmla="*/ 1737353 w 1857234"/>
              <a:gd name="connsiteY27" fmla="*/ 1549870 h 2264173"/>
              <a:gd name="connsiteX28" fmla="*/ 1788153 w 1857234"/>
              <a:gd name="connsiteY28" fmla="*/ 1524470 h 2264173"/>
              <a:gd name="connsiteX29" fmla="*/ 1810167 w 1857234"/>
              <a:gd name="connsiteY29" fmla="*/ 1405936 h 2264173"/>
              <a:gd name="connsiteX30" fmla="*/ 1849113 w 1857234"/>
              <a:gd name="connsiteY30" fmla="*/ 1309416 h 2264173"/>
              <a:gd name="connsiteX31" fmla="*/ 1855887 w 1857234"/>
              <a:gd name="connsiteY31" fmla="*/ 1211203 h 2264173"/>
              <a:gd name="connsiteX32" fmla="*/ 1830487 w 1857234"/>
              <a:gd name="connsiteY32" fmla="*/ 1092670 h 2264173"/>
              <a:gd name="connsiteX33" fmla="*/ 1754287 w 1857234"/>
              <a:gd name="connsiteY33" fmla="*/ 1118070 h 2264173"/>
              <a:gd name="connsiteX34" fmla="*/ 1720420 w 1857234"/>
              <a:gd name="connsiteY34" fmla="*/ 1164636 h 2264173"/>
              <a:gd name="connsiteX35" fmla="*/ 1686553 w 1857234"/>
              <a:gd name="connsiteY35" fmla="*/ 1236603 h 2264173"/>
              <a:gd name="connsiteX36" fmla="*/ 1703487 w 1857234"/>
              <a:gd name="connsiteY36" fmla="*/ 830203 h 2264173"/>
              <a:gd name="connsiteX37" fmla="*/ 1669620 w 1857234"/>
              <a:gd name="connsiteY37" fmla="*/ 505083 h 2264173"/>
              <a:gd name="connsiteX38" fmla="*/ 1474887 w 1857234"/>
              <a:gd name="connsiteY38" fmla="*/ 186736 h 2264173"/>
              <a:gd name="connsiteX39" fmla="*/ 1264278 w 1857234"/>
              <a:gd name="connsiteY39" fmla="*/ 62925 h 2264173"/>
              <a:gd name="connsiteX40" fmla="*/ 907620 w 1857234"/>
              <a:gd name="connsiteY40" fmla="*/ 470 h 2264173"/>
              <a:gd name="connsiteX41" fmla="*/ 699128 w 1857234"/>
              <a:gd name="connsiteY41" fmla="*/ 38246 h 2264173"/>
              <a:gd name="connsiteX0" fmla="*/ 699128 w 1857234"/>
              <a:gd name="connsiteY0" fmla="*/ 38246 h 2264173"/>
              <a:gd name="connsiteX1" fmla="*/ 530853 w 1857234"/>
              <a:gd name="connsiteY1" fmla="*/ 109476 h 2264173"/>
              <a:gd name="connsiteX2" fmla="*/ 359403 w 1857234"/>
              <a:gd name="connsiteY2" fmla="*/ 226951 h 2264173"/>
              <a:gd name="connsiteX3" fmla="*/ 194303 w 1857234"/>
              <a:gd name="connsiteY3" fmla="*/ 500001 h 2264173"/>
              <a:gd name="connsiteX4" fmla="*/ 143503 w 1857234"/>
              <a:gd name="connsiteY4" fmla="*/ 690502 h 2264173"/>
              <a:gd name="connsiteX5" fmla="*/ 143503 w 1857234"/>
              <a:gd name="connsiteY5" fmla="*/ 1058801 h 2264173"/>
              <a:gd name="connsiteX6" fmla="*/ 144562 w 1857234"/>
              <a:gd name="connsiteY6" fmla="*/ 1196386 h 2264173"/>
              <a:gd name="connsiteX7" fmla="*/ 92704 w 1857234"/>
              <a:gd name="connsiteY7" fmla="*/ 1145586 h 2264173"/>
              <a:gd name="connsiteX8" fmla="*/ 13329 w 1857234"/>
              <a:gd name="connsiteY8" fmla="*/ 1150878 h 2264173"/>
              <a:gd name="connsiteX9" fmla="*/ 1687 w 1857234"/>
              <a:gd name="connsiteY9" fmla="*/ 1262003 h 2264173"/>
              <a:gd name="connsiteX10" fmla="*/ 31320 w 1857234"/>
              <a:gd name="connsiteY10" fmla="*/ 1405937 h 2264173"/>
              <a:gd name="connsiteX11" fmla="*/ 99053 w 1857234"/>
              <a:gd name="connsiteY11" fmla="*/ 1511770 h 2264173"/>
              <a:gd name="connsiteX12" fmla="*/ 149853 w 1857234"/>
              <a:gd name="connsiteY12" fmla="*/ 1609136 h 2264173"/>
              <a:gd name="connsiteX13" fmla="*/ 213353 w 1857234"/>
              <a:gd name="connsiteY13" fmla="*/ 1626070 h 2264173"/>
              <a:gd name="connsiteX14" fmla="*/ 221820 w 1857234"/>
              <a:gd name="connsiteY14" fmla="*/ 1566803 h 2264173"/>
              <a:gd name="connsiteX15" fmla="*/ 221820 w 1857234"/>
              <a:gd name="connsiteY15" fmla="*/ 1532936 h 2264173"/>
              <a:gd name="connsiteX16" fmla="*/ 301968 w 1857234"/>
              <a:gd name="connsiteY16" fmla="*/ 1803314 h 2264173"/>
              <a:gd name="connsiteX17" fmla="*/ 443372 w 1857234"/>
              <a:gd name="connsiteY17" fmla="*/ 1961314 h 2264173"/>
              <a:gd name="connsiteX18" fmla="*/ 647608 w 1857234"/>
              <a:gd name="connsiteY18" fmla="*/ 2138936 h 2264173"/>
              <a:gd name="connsiteX19" fmla="*/ 812665 w 1857234"/>
              <a:gd name="connsiteY19" fmla="*/ 2239951 h 2264173"/>
              <a:gd name="connsiteX20" fmla="*/ 1131834 w 1857234"/>
              <a:gd name="connsiteY20" fmla="*/ 2260402 h 2264173"/>
              <a:gd name="connsiteX21" fmla="*/ 1219747 w 1857234"/>
              <a:gd name="connsiteY21" fmla="*/ 2181492 h 2264173"/>
              <a:gd name="connsiteX22" fmla="*/ 1304365 w 1857234"/>
              <a:gd name="connsiteY22" fmla="*/ 2109462 h 2264173"/>
              <a:gd name="connsiteX23" fmla="*/ 1519275 w 1857234"/>
              <a:gd name="connsiteY23" fmla="*/ 1901778 h 2264173"/>
              <a:gd name="connsiteX24" fmla="*/ 1649165 w 1857234"/>
              <a:gd name="connsiteY24" fmla="*/ 1767412 h 2264173"/>
              <a:gd name="connsiteX25" fmla="*/ 1667781 w 1857234"/>
              <a:gd name="connsiteY25" fmla="*/ 1594101 h 2264173"/>
              <a:gd name="connsiteX26" fmla="*/ 1678087 w 1857234"/>
              <a:gd name="connsiteY26" fmla="*/ 1484588 h 2264173"/>
              <a:gd name="connsiteX27" fmla="*/ 1737353 w 1857234"/>
              <a:gd name="connsiteY27" fmla="*/ 1549870 h 2264173"/>
              <a:gd name="connsiteX28" fmla="*/ 1788153 w 1857234"/>
              <a:gd name="connsiteY28" fmla="*/ 1524470 h 2264173"/>
              <a:gd name="connsiteX29" fmla="*/ 1810167 w 1857234"/>
              <a:gd name="connsiteY29" fmla="*/ 1405936 h 2264173"/>
              <a:gd name="connsiteX30" fmla="*/ 1849113 w 1857234"/>
              <a:gd name="connsiteY30" fmla="*/ 1309416 h 2264173"/>
              <a:gd name="connsiteX31" fmla="*/ 1855887 w 1857234"/>
              <a:gd name="connsiteY31" fmla="*/ 1211203 h 2264173"/>
              <a:gd name="connsiteX32" fmla="*/ 1830487 w 1857234"/>
              <a:gd name="connsiteY32" fmla="*/ 1092670 h 2264173"/>
              <a:gd name="connsiteX33" fmla="*/ 1754287 w 1857234"/>
              <a:gd name="connsiteY33" fmla="*/ 1118070 h 2264173"/>
              <a:gd name="connsiteX34" fmla="*/ 1720420 w 1857234"/>
              <a:gd name="connsiteY34" fmla="*/ 1164636 h 2264173"/>
              <a:gd name="connsiteX35" fmla="*/ 1686553 w 1857234"/>
              <a:gd name="connsiteY35" fmla="*/ 1236603 h 2264173"/>
              <a:gd name="connsiteX36" fmla="*/ 1703487 w 1857234"/>
              <a:gd name="connsiteY36" fmla="*/ 830203 h 2264173"/>
              <a:gd name="connsiteX37" fmla="*/ 1669620 w 1857234"/>
              <a:gd name="connsiteY37" fmla="*/ 505083 h 2264173"/>
              <a:gd name="connsiteX38" fmla="*/ 1474887 w 1857234"/>
              <a:gd name="connsiteY38" fmla="*/ 186736 h 2264173"/>
              <a:gd name="connsiteX39" fmla="*/ 1264278 w 1857234"/>
              <a:gd name="connsiteY39" fmla="*/ 62925 h 2264173"/>
              <a:gd name="connsiteX40" fmla="*/ 907620 w 1857234"/>
              <a:gd name="connsiteY40" fmla="*/ 470 h 2264173"/>
              <a:gd name="connsiteX41" fmla="*/ 699128 w 1857234"/>
              <a:gd name="connsiteY41" fmla="*/ 38246 h 2264173"/>
              <a:gd name="connsiteX0" fmla="*/ 699128 w 1857234"/>
              <a:gd name="connsiteY0" fmla="*/ 38246 h 2263842"/>
              <a:gd name="connsiteX1" fmla="*/ 530853 w 1857234"/>
              <a:gd name="connsiteY1" fmla="*/ 109476 h 2263842"/>
              <a:gd name="connsiteX2" fmla="*/ 359403 w 1857234"/>
              <a:gd name="connsiteY2" fmla="*/ 226951 h 2263842"/>
              <a:gd name="connsiteX3" fmla="*/ 194303 w 1857234"/>
              <a:gd name="connsiteY3" fmla="*/ 500001 h 2263842"/>
              <a:gd name="connsiteX4" fmla="*/ 143503 w 1857234"/>
              <a:gd name="connsiteY4" fmla="*/ 690502 h 2263842"/>
              <a:gd name="connsiteX5" fmla="*/ 143503 w 1857234"/>
              <a:gd name="connsiteY5" fmla="*/ 1058801 h 2263842"/>
              <a:gd name="connsiteX6" fmla="*/ 144562 w 1857234"/>
              <a:gd name="connsiteY6" fmla="*/ 1196386 h 2263842"/>
              <a:gd name="connsiteX7" fmla="*/ 92704 w 1857234"/>
              <a:gd name="connsiteY7" fmla="*/ 1145586 h 2263842"/>
              <a:gd name="connsiteX8" fmla="*/ 13329 w 1857234"/>
              <a:gd name="connsiteY8" fmla="*/ 1150878 h 2263842"/>
              <a:gd name="connsiteX9" fmla="*/ 1687 w 1857234"/>
              <a:gd name="connsiteY9" fmla="*/ 1262003 h 2263842"/>
              <a:gd name="connsiteX10" fmla="*/ 31320 w 1857234"/>
              <a:gd name="connsiteY10" fmla="*/ 1405937 h 2263842"/>
              <a:gd name="connsiteX11" fmla="*/ 99053 w 1857234"/>
              <a:gd name="connsiteY11" fmla="*/ 1511770 h 2263842"/>
              <a:gd name="connsiteX12" fmla="*/ 149853 w 1857234"/>
              <a:gd name="connsiteY12" fmla="*/ 1609136 h 2263842"/>
              <a:gd name="connsiteX13" fmla="*/ 213353 w 1857234"/>
              <a:gd name="connsiteY13" fmla="*/ 1626070 h 2263842"/>
              <a:gd name="connsiteX14" fmla="*/ 221820 w 1857234"/>
              <a:gd name="connsiteY14" fmla="*/ 1566803 h 2263842"/>
              <a:gd name="connsiteX15" fmla="*/ 221820 w 1857234"/>
              <a:gd name="connsiteY15" fmla="*/ 1532936 h 2263842"/>
              <a:gd name="connsiteX16" fmla="*/ 301968 w 1857234"/>
              <a:gd name="connsiteY16" fmla="*/ 1803314 h 2263842"/>
              <a:gd name="connsiteX17" fmla="*/ 443372 w 1857234"/>
              <a:gd name="connsiteY17" fmla="*/ 1961314 h 2263842"/>
              <a:gd name="connsiteX18" fmla="*/ 647608 w 1857234"/>
              <a:gd name="connsiteY18" fmla="*/ 2138936 h 2263842"/>
              <a:gd name="connsiteX19" fmla="*/ 812665 w 1857234"/>
              <a:gd name="connsiteY19" fmla="*/ 2239951 h 2263842"/>
              <a:gd name="connsiteX20" fmla="*/ 1131834 w 1857234"/>
              <a:gd name="connsiteY20" fmla="*/ 2260402 h 2263842"/>
              <a:gd name="connsiteX21" fmla="*/ 1252319 w 1857234"/>
              <a:gd name="connsiteY21" fmla="*/ 2186134 h 2263842"/>
              <a:gd name="connsiteX22" fmla="*/ 1304365 w 1857234"/>
              <a:gd name="connsiteY22" fmla="*/ 2109462 h 2263842"/>
              <a:gd name="connsiteX23" fmla="*/ 1519275 w 1857234"/>
              <a:gd name="connsiteY23" fmla="*/ 1901778 h 2263842"/>
              <a:gd name="connsiteX24" fmla="*/ 1649165 w 1857234"/>
              <a:gd name="connsiteY24" fmla="*/ 1767412 h 2263842"/>
              <a:gd name="connsiteX25" fmla="*/ 1667781 w 1857234"/>
              <a:gd name="connsiteY25" fmla="*/ 1594101 h 2263842"/>
              <a:gd name="connsiteX26" fmla="*/ 1678087 w 1857234"/>
              <a:gd name="connsiteY26" fmla="*/ 1484588 h 2263842"/>
              <a:gd name="connsiteX27" fmla="*/ 1737353 w 1857234"/>
              <a:gd name="connsiteY27" fmla="*/ 1549870 h 2263842"/>
              <a:gd name="connsiteX28" fmla="*/ 1788153 w 1857234"/>
              <a:gd name="connsiteY28" fmla="*/ 1524470 h 2263842"/>
              <a:gd name="connsiteX29" fmla="*/ 1810167 w 1857234"/>
              <a:gd name="connsiteY29" fmla="*/ 1405936 h 2263842"/>
              <a:gd name="connsiteX30" fmla="*/ 1849113 w 1857234"/>
              <a:gd name="connsiteY30" fmla="*/ 1309416 h 2263842"/>
              <a:gd name="connsiteX31" fmla="*/ 1855887 w 1857234"/>
              <a:gd name="connsiteY31" fmla="*/ 1211203 h 2263842"/>
              <a:gd name="connsiteX32" fmla="*/ 1830487 w 1857234"/>
              <a:gd name="connsiteY32" fmla="*/ 1092670 h 2263842"/>
              <a:gd name="connsiteX33" fmla="*/ 1754287 w 1857234"/>
              <a:gd name="connsiteY33" fmla="*/ 1118070 h 2263842"/>
              <a:gd name="connsiteX34" fmla="*/ 1720420 w 1857234"/>
              <a:gd name="connsiteY34" fmla="*/ 1164636 h 2263842"/>
              <a:gd name="connsiteX35" fmla="*/ 1686553 w 1857234"/>
              <a:gd name="connsiteY35" fmla="*/ 1236603 h 2263842"/>
              <a:gd name="connsiteX36" fmla="*/ 1703487 w 1857234"/>
              <a:gd name="connsiteY36" fmla="*/ 830203 h 2263842"/>
              <a:gd name="connsiteX37" fmla="*/ 1669620 w 1857234"/>
              <a:gd name="connsiteY37" fmla="*/ 505083 h 2263842"/>
              <a:gd name="connsiteX38" fmla="*/ 1474887 w 1857234"/>
              <a:gd name="connsiteY38" fmla="*/ 186736 h 2263842"/>
              <a:gd name="connsiteX39" fmla="*/ 1264278 w 1857234"/>
              <a:gd name="connsiteY39" fmla="*/ 62925 h 2263842"/>
              <a:gd name="connsiteX40" fmla="*/ 907620 w 1857234"/>
              <a:gd name="connsiteY40" fmla="*/ 470 h 2263842"/>
              <a:gd name="connsiteX41" fmla="*/ 699128 w 1857234"/>
              <a:gd name="connsiteY41" fmla="*/ 38246 h 2263842"/>
              <a:gd name="connsiteX0" fmla="*/ 699128 w 1857234"/>
              <a:gd name="connsiteY0" fmla="*/ 38246 h 2263842"/>
              <a:gd name="connsiteX1" fmla="*/ 530853 w 1857234"/>
              <a:gd name="connsiteY1" fmla="*/ 109476 h 2263842"/>
              <a:gd name="connsiteX2" fmla="*/ 359403 w 1857234"/>
              <a:gd name="connsiteY2" fmla="*/ 226951 h 2263842"/>
              <a:gd name="connsiteX3" fmla="*/ 194303 w 1857234"/>
              <a:gd name="connsiteY3" fmla="*/ 500001 h 2263842"/>
              <a:gd name="connsiteX4" fmla="*/ 143503 w 1857234"/>
              <a:gd name="connsiteY4" fmla="*/ 690502 h 2263842"/>
              <a:gd name="connsiteX5" fmla="*/ 143503 w 1857234"/>
              <a:gd name="connsiteY5" fmla="*/ 1058801 h 2263842"/>
              <a:gd name="connsiteX6" fmla="*/ 144562 w 1857234"/>
              <a:gd name="connsiteY6" fmla="*/ 1196386 h 2263842"/>
              <a:gd name="connsiteX7" fmla="*/ 92704 w 1857234"/>
              <a:gd name="connsiteY7" fmla="*/ 1145586 h 2263842"/>
              <a:gd name="connsiteX8" fmla="*/ 13329 w 1857234"/>
              <a:gd name="connsiteY8" fmla="*/ 1150878 h 2263842"/>
              <a:gd name="connsiteX9" fmla="*/ 1687 w 1857234"/>
              <a:gd name="connsiteY9" fmla="*/ 1262003 h 2263842"/>
              <a:gd name="connsiteX10" fmla="*/ 31320 w 1857234"/>
              <a:gd name="connsiteY10" fmla="*/ 1405937 h 2263842"/>
              <a:gd name="connsiteX11" fmla="*/ 99053 w 1857234"/>
              <a:gd name="connsiteY11" fmla="*/ 1511770 h 2263842"/>
              <a:gd name="connsiteX12" fmla="*/ 149853 w 1857234"/>
              <a:gd name="connsiteY12" fmla="*/ 1609136 h 2263842"/>
              <a:gd name="connsiteX13" fmla="*/ 213353 w 1857234"/>
              <a:gd name="connsiteY13" fmla="*/ 1626070 h 2263842"/>
              <a:gd name="connsiteX14" fmla="*/ 221820 w 1857234"/>
              <a:gd name="connsiteY14" fmla="*/ 1566803 h 2263842"/>
              <a:gd name="connsiteX15" fmla="*/ 221820 w 1857234"/>
              <a:gd name="connsiteY15" fmla="*/ 1532936 h 2263842"/>
              <a:gd name="connsiteX16" fmla="*/ 301968 w 1857234"/>
              <a:gd name="connsiteY16" fmla="*/ 1803314 h 2263842"/>
              <a:gd name="connsiteX17" fmla="*/ 443372 w 1857234"/>
              <a:gd name="connsiteY17" fmla="*/ 1961314 h 2263842"/>
              <a:gd name="connsiteX18" fmla="*/ 647608 w 1857234"/>
              <a:gd name="connsiteY18" fmla="*/ 2138936 h 2263842"/>
              <a:gd name="connsiteX19" fmla="*/ 812665 w 1857234"/>
              <a:gd name="connsiteY19" fmla="*/ 2239951 h 2263842"/>
              <a:gd name="connsiteX20" fmla="*/ 1131834 w 1857234"/>
              <a:gd name="connsiteY20" fmla="*/ 2260402 h 2263842"/>
              <a:gd name="connsiteX21" fmla="*/ 1252319 w 1857234"/>
              <a:gd name="connsiteY21" fmla="*/ 2186134 h 2263842"/>
              <a:gd name="connsiteX22" fmla="*/ 1324044 w 1857234"/>
              <a:gd name="connsiteY22" fmla="*/ 2095439 h 2263842"/>
              <a:gd name="connsiteX23" fmla="*/ 1519275 w 1857234"/>
              <a:gd name="connsiteY23" fmla="*/ 1901778 h 2263842"/>
              <a:gd name="connsiteX24" fmla="*/ 1649165 w 1857234"/>
              <a:gd name="connsiteY24" fmla="*/ 1767412 h 2263842"/>
              <a:gd name="connsiteX25" fmla="*/ 1667781 w 1857234"/>
              <a:gd name="connsiteY25" fmla="*/ 1594101 h 2263842"/>
              <a:gd name="connsiteX26" fmla="*/ 1678087 w 1857234"/>
              <a:gd name="connsiteY26" fmla="*/ 1484588 h 2263842"/>
              <a:gd name="connsiteX27" fmla="*/ 1737353 w 1857234"/>
              <a:gd name="connsiteY27" fmla="*/ 1549870 h 2263842"/>
              <a:gd name="connsiteX28" fmla="*/ 1788153 w 1857234"/>
              <a:gd name="connsiteY28" fmla="*/ 1524470 h 2263842"/>
              <a:gd name="connsiteX29" fmla="*/ 1810167 w 1857234"/>
              <a:gd name="connsiteY29" fmla="*/ 1405936 h 2263842"/>
              <a:gd name="connsiteX30" fmla="*/ 1849113 w 1857234"/>
              <a:gd name="connsiteY30" fmla="*/ 1309416 h 2263842"/>
              <a:gd name="connsiteX31" fmla="*/ 1855887 w 1857234"/>
              <a:gd name="connsiteY31" fmla="*/ 1211203 h 2263842"/>
              <a:gd name="connsiteX32" fmla="*/ 1830487 w 1857234"/>
              <a:gd name="connsiteY32" fmla="*/ 1092670 h 2263842"/>
              <a:gd name="connsiteX33" fmla="*/ 1754287 w 1857234"/>
              <a:gd name="connsiteY33" fmla="*/ 1118070 h 2263842"/>
              <a:gd name="connsiteX34" fmla="*/ 1720420 w 1857234"/>
              <a:gd name="connsiteY34" fmla="*/ 1164636 h 2263842"/>
              <a:gd name="connsiteX35" fmla="*/ 1686553 w 1857234"/>
              <a:gd name="connsiteY35" fmla="*/ 1236603 h 2263842"/>
              <a:gd name="connsiteX36" fmla="*/ 1703487 w 1857234"/>
              <a:gd name="connsiteY36" fmla="*/ 830203 h 2263842"/>
              <a:gd name="connsiteX37" fmla="*/ 1669620 w 1857234"/>
              <a:gd name="connsiteY37" fmla="*/ 505083 h 2263842"/>
              <a:gd name="connsiteX38" fmla="*/ 1474887 w 1857234"/>
              <a:gd name="connsiteY38" fmla="*/ 186736 h 2263842"/>
              <a:gd name="connsiteX39" fmla="*/ 1264278 w 1857234"/>
              <a:gd name="connsiteY39" fmla="*/ 62925 h 2263842"/>
              <a:gd name="connsiteX40" fmla="*/ 907620 w 1857234"/>
              <a:gd name="connsiteY40" fmla="*/ 470 h 2263842"/>
              <a:gd name="connsiteX41" fmla="*/ 699128 w 1857234"/>
              <a:gd name="connsiteY41" fmla="*/ 38246 h 2263842"/>
              <a:gd name="connsiteX0" fmla="*/ 699128 w 1857234"/>
              <a:gd name="connsiteY0" fmla="*/ 38246 h 2263842"/>
              <a:gd name="connsiteX1" fmla="*/ 530853 w 1857234"/>
              <a:gd name="connsiteY1" fmla="*/ 109476 h 2263842"/>
              <a:gd name="connsiteX2" fmla="*/ 359403 w 1857234"/>
              <a:gd name="connsiteY2" fmla="*/ 226951 h 2263842"/>
              <a:gd name="connsiteX3" fmla="*/ 194303 w 1857234"/>
              <a:gd name="connsiteY3" fmla="*/ 500001 h 2263842"/>
              <a:gd name="connsiteX4" fmla="*/ 143503 w 1857234"/>
              <a:gd name="connsiteY4" fmla="*/ 690502 h 2263842"/>
              <a:gd name="connsiteX5" fmla="*/ 143503 w 1857234"/>
              <a:gd name="connsiteY5" fmla="*/ 1058801 h 2263842"/>
              <a:gd name="connsiteX6" fmla="*/ 144562 w 1857234"/>
              <a:gd name="connsiteY6" fmla="*/ 1196386 h 2263842"/>
              <a:gd name="connsiteX7" fmla="*/ 92704 w 1857234"/>
              <a:gd name="connsiteY7" fmla="*/ 1145586 h 2263842"/>
              <a:gd name="connsiteX8" fmla="*/ 13329 w 1857234"/>
              <a:gd name="connsiteY8" fmla="*/ 1150878 h 2263842"/>
              <a:gd name="connsiteX9" fmla="*/ 1687 w 1857234"/>
              <a:gd name="connsiteY9" fmla="*/ 1262003 h 2263842"/>
              <a:gd name="connsiteX10" fmla="*/ 31320 w 1857234"/>
              <a:gd name="connsiteY10" fmla="*/ 1405937 h 2263842"/>
              <a:gd name="connsiteX11" fmla="*/ 99053 w 1857234"/>
              <a:gd name="connsiteY11" fmla="*/ 1511770 h 2263842"/>
              <a:gd name="connsiteX12" fmla="*/ 149853 w 1857234"/>
              <a:gd name="connsiteY12" fmla="*/ 1609136 h 2263842"/>
              <a:gd name="connsiteX13" fmla="*/ 213353 w 1857234"/>
              <a:gd name="connsiteY13" fmla="*/ 1626070 h 2263842"/>
              <a:gd name="connsiteX14" fmla="*/ 221820 w 1857234"/>
              <a:gd name="connsiteY14" fmla="*/ 1566803 h 2263842"/>
              <a:gd name="connsiteX15" fmla="*/ 221820 w 1857234"/>
              <a:gd name="connsiteY15" fmla="*/ 1532936 h 2263842"/>
              <a:gd name="connsiteX16" fmla="*/ 301968 w 1857234"/>
              <a:gd name="connsiteY16" fmla="*/ 1803314 h 2263842"/>
              <a:gd name="connsiteX17" fmla="*/ 443372 w 1857234"/>
              <a:gd name="connsiteY17" fmla="*/ 1961314 h 2263842"/>
              <a:gd name="connsiteX18" fmla="*/ 647608 w 1857234"/>
              <a:gd name="connsiteY18" fmla="*/ 2138936 h 2263842"/>
              <a:gd name="connsiteX19" fmla="*/ 812665 w 1857234"/>
              <a:gd name="connsiteY19" fmla="*/ 2239951 h 2263842"/>
              <a:gd name="connsiteX20" fmla="*/ 1131834 w 1857234"/>
              <a:gd name="connsiteY20" fmla="*/ 2260402 h 2263842"/>
              <a:gd name="connsiteX21" fmla="*/ 1252319 w 1857234"/>
              <a:gd name="connsiteY21" fmla="*/ 2186134 h 2263842"/>
              <a:gd name="connsiteX22" fmla="*/ 1377459 w 1857234"/>
              <a:gd name="connsiteY22" fmla="*/ 2070198 h 2263842"/>
              <a:gd name="connsiteX23" fmla="*/ 1519275 w 1857234"/>
              <a:gd name="connsiteY23" fmla="*/ 1901778 h 2263842"/>
              <a:gd name="connsiteX24" fmla="*/ 1649165 w 1857234"/>
              <a:gd name="connsiteY24" fmla="*/ 1767412 h 2263842"/>
              <a:gd name="connsiteX25" fmla="*/ 1667781 w 1857234"/>
              <a:gd name="connsiteY25" fmla="*/ 1594101 h 2263842"/>
              <a:gd name="connsiteX26" fmla="*/ 1678087 w 1857234"/>
              <a:gd name="connsiteY26" fmla="*/ 1484588 h 2263842"/>
              <a:gd name="connsiteX27" fmla="*/ 1737353 w 1857234"/>
              <a:gd name="connsiteY27" fmla="*/ 1549870 h 2263842"/>
              <a:gd name="connsiteX28" fmla="*/ 1788153 w 1857234"/>
              <a:gd name="connsiteY28" fmla="*/ 1524470 h 2263842"/>
              <a:gd name="connsiteX29" fmla="*/ 1810167 w 1857234"/>
              <a:gd name="connsiteY29" fmla="*/ 1405936 h 2263842"/>
              <a:gd name="connsiteX30" fmla="*/ 1849113 w 1857234"/>
              <a:gd name="connsiteY30" fmla="*/ 1309416 h 2263842"/>
              <a:gd name="connsiteX31" fmla="*/ 1855887 w 1857234"/>
              <a:gd name="connsiteY31" fmla="*/ 1211203 h 2263842"/>
              <a:gd name="connsiteX32" fmla="*/ 1830487 w 1857234"/>
              <a:gd name="connsiteY32" fmla="*/ 1092670 h 2263842"/>
              <a:gd name="connsiteX33" fmla="*/ 1754287 w 1857234"/>
              <a:gd name="connsiteY33" fmla="*/ 1118070 h 2263842"/>
              <a:gd name="connsiteX34" fmla="*/ 1720420 w 1857234"/>
              <a:gd name="connsiteY34" fmla="*/ 1164636 h 2263842"/>
              <a:gd name="connsiteX35" fmla="*/ 1686553 w 1857234"/>
              <a:gd name="connsiteY35" fmla="*/ 1236603 h 2263842"/>
              <a:gd name="connsiteX36" fmla="*/ 1703487 w 1857234"/>
              <a:gd name="connsiteY36" fmla="*/ 830203 h 2263842"/>
              <a:gd name="connsiteX37" fmla="*/ 1669620 w 1857234"/>
              <a:gd name="connsiteY37" fmla="*/ 505083 h 2263842"/>
              <a:gd name="connsiteX38" fmla="*/ 1474887 w 1857234"/>
              <a:gd name="connsiteY38" fmla="*/ 186736 h 2263842"/>
              <a:gd name="connsiteX39" fmla="*/ 1264278 w 1857234"/>
              <a:gd name="connsiteY39" fmla="*/ 62925 h 2263842"/>
              <a:gd name="connsiteX40" fmla="*/ 907620 w 1857234"/>
              <a:gd name="connsiteY40" fmla="*/ 470 h 2263842"/>
              <a:gd name="connsiteX41" fmla="*/ 699128 w 1857234"/>
              <a:gd name="connsiteY41" fmla="*/ 38246 h 2263842"/>
              <a:gd name="connsiteX0" fmla="*/ 699128 w 1857234"/>
              <a:gd name="connsiteY0" fmla="*/ 38246 h 2263842"/>
              <a:gd name="connsiteX1" fmla="*/ 530853 w 1857234"/>
              <a:gd name="connsiteY1" fmla="*/ 109476 h 2263842"/>
              <a:gd name="connsiteX2" fmla="*/ 359403 w 1857234"/>
              <a:gd name="connsiteY2" fmla="*/ 226951 h 2263842"/>
              <a:gd name="connsiteX3" fmla="*/ 194303 w 1857234"/>
              <a:gd name="connsiteY3" fmla="*/ 500001 h 2263842"/>
              <a:gd name="connsiteX4" fmla="*/ 143503 w 1857234"/>
              <a:gd name="connsiteY4" fmla="*/ 690502 h 2263842"/>
              <a:gd name="connsiteX5" fmla="*/ 143503 w 1857234"/>
              <a:gd name="connsiteY5" fmla="*/ 1058801 h 2263842"/>
              <a:gd name="connsiteX6" fmla="*/ 144562 w 1857234"/>
              <a:gd name="connsiteY6" fmla="*/ 1196386 h 2263842"/>
              <a:gd name="connsiteX7" fmla="*/ 92704 w 1857234"/>
              <a:gd name="connsiteY7" fmla="*/ 1145586 h 2263842"/>
              <a:gd name="connsiteX8" fmla="*/ 13329 w 1857234"/>
              <a:gd name="connsiteY8" fmla="*/ 1150878 h 2263842"/>
              <a:gd name="connsiteX9" fmla="*/ 1687 w 1857234"/>
              <a:gd name="connsiteY9" fmla="*/ 1262003 h 2263842"/>
              <a:gd name="connsiteX10" fmla="*/ 31320 w 1857234"/>
              <a:gd name="connsiteY10" fmla="*/ 1405937 h 2263842"/>
              <a:gd name="connsiteX11" fmla="*/ 99053 w 1857234"/>
              <a:gd name="connsiteY11" fmla="*/ 1511770 h 2263842"/>
              <a:gd name="connsiteX12" fmla="*/ 149853 w 1857234"/>
              <a:gd name="connsiteY12" fmla="*/ 1609136 h 2263842"/>
              <a:gd name="connsiteX13" fmla="*/ 213353 w 1857234"/>
              <a:gd name="connsiteY13" fmla="*/ 1626070 h 2263842"/>
              <a:gd name="connsiteX14" fmla="*/ 221820 w 1857234"/>
              <a:gd name="connsiteY14" fmla="*/ 1566803 h 2263842"/>
              <a:gd name="connsiteX15" fmla="*/ 221820 w 1857234"/>
              <a:gd name="connsiteY15" fmla="*/ 1532936 h 2263842"/>
              <a:gd name="connsiteX16" fmla="*/ 301968 w 1857234"/>
              <a:gd name="connsiteY16" fmla="*/ 1803314 h 2263842"/>
              <a:gd name="connsiteX17" fmla="*/ 443372 w 1857234"/>
              <a:gd name="connsiteY17" fmla="*/ 1961314 h 2263842"/>
              <a:gd name="connsiteX18" fmla="*/ 647608 w 1857234"/>
              <a:gd name="connsiteY18" fmla="*/ 2138936 h 2263842"/>
              <a:gd name="connsiteX19" fmla="*/ 812665 w 1857234"/>
              <a:gd name="connsiteY19" fmla="*/ 2239951 h 2263842"/>
              <a:gd name="connsiteX20" fmla="*/ 1131834 w 1857234"/>
              <a:gd name="connsiteY20" fmla="*/ 2260402 h 2263842"/>
              <a:gd name="connsiteX21" fmla="*/ 1252319 w 1857234"/>
              <a:gd name="connsiteY21" fmla="*/ 2186134 h 2263842"/>
              <a:gd name="connsiteX22" fmla="*/ 1377459 w 1857234"/>
              <a:gd name="connsiteY22" fmla="*/ 2070198 h 2263842"/>
              <a:gd name="connsiteX23" fmla="*/ 1538954 w 1857234"/>
              <a:gd name="connsiteY23" fmla="*/ 1904583 h 2263842"/>
              <a:gd name="connsiteX24" fmla="*/ 1649165 w 1857234"/>
              <a:gd name="connsiteY24" fmla="*/ 1767412 h 2263842"/>
              <a:gd name="connsiteX25" fmla="*/ 1667781 w 1857234"/>
              <a:gd name="connsiteY25" fmla="*/ 1594101 h 2263842"/>
              <a:gd name="connsiteX26" fmla="*/ 1678087 w 1857234"/>
              <a:gd name="connsiteY26" fmla="*/ 1484588 h 2263842"/>
              <a:gd name="connsiteX27" fmla="*/ 1737353 w 1857234"/>
              <a:gd name="connsiteY27" fmla="*/ 1549870 h 2263842"/>
              <a:gd name="connsiteX28" fmla="*/ 1788153 w 1857234"/>
              <a:gd name="connsiteY28" fmla="*/ 1524470 h 2263842"/>
              <a:gd name="connsiteX29" fmla="*/ 1810167 w 1857234"/>
              <a:gd name="connsiteY29" fmla="*/ 1405936 h 2263842"/>
              <a:gd name="connsiteX30" fmla="*/ 1849113 w 1857234"/>
              <a:gd name="connsiteY30" fmla="*/ 1309416 h 2263842"/>
              <a:gd name="connsiteX31" fmla="*/ 1855887 w 1857234"/>
              <a:gd name="connsiteY31" fmla="*/ 1211203 h 2263842"/>
              <a:gd name="connsiteX32" fmla="*/ 1830487 w 1857234"/>
              <a:gd name="connsiteY32" fmla="*/ 1092670 h 2263842"/>
              <a:gd name="connsiteX33" fmla="*/ 1754287 w 1857234"/>
              <a:gd name="connsiteY33" fmla="*/ 1118070 h 2263842"/>
              <a:gd name="connsiteX34" fmla="*/ 1720420 w 1857234"/>
              <a:gd name="connsiteY34" fmla="*/ 1164636 h 2263842"/>
              <a:gd name="connsiteX35" fmla="*/ 1686553 w 1857234"/>
              <a:gd name="connsiteY35" fmla="*/ 1236603 h 2263842"/>
              <a:gd name="connsiteX36" fmla="*/ 1703487 w 1857234"/>
              <a:gd name="connsiteY36" fmla="*/ 830203 h 2263842"/>
              <a:gd name="connsiteX37" fmla="*/ 1669620 w 1857234"/>
              <a:gd name="connsiteY37" fmla="*/ 505083 h 2263842"/>
              <a:gd name="connsiteX38" fmla="*/ 1474887 w 1857234"/>
              <a:gd name="connsiteY38" fmla="*/ 186736 h 2263842"/>
              <a:gd name="connsiteX39" fmla="*/ 1264278 w 1857234"/>
              <a:gd name="connsiteY39" fmla="*/ 62925 h 2263842"/>
              <a:gd name="connsiteX40" fmla="*/ 907620 w 1857234"/>
              <a:gd name="connsiteY40" fmla="*/ 470 h 2263842"/>
              <a:gd name="connsiteX41" fmla="*/ 699128 w 1857234"/>
              <a:gd name="connsiteY41" fmla="*/ 38246 h 2263842"/>
              <a:gd name="connsiteX0" fmla="*/ 699128 w 1857234"/>
              <a:gd name="connsiteY0" fmla="*/ 38246 h 2261482"/>
              <a:gd name="connsiteX1" fmla="*/ 530853 w 1857234"/>
              <a:gd name="connsiteY1" fmla="*/ 109476 h 2261482"/>
              <a:gd name="connsiteX2" fmla="*/ 359403 w 1857234"/>
              <a:gd name="connsiteY2" fmla="*/ 226951 h 2261482"/>
              <a:gd name="connsiteX3" fmla="*/ 194303 w 1857234"/>
              <a:gd name="connsiteY3" fmla="*/ 500001 h 2261482"/>
              <a:gd name="connsiteX4" fmla="*/ 143503 w 1857234"/>
              <a:gd name="connsiteY4" fmla="*/ 690502 h 2261482"/>
              <a:gd name="connsiteX5" fmla="*/ 143503 w 1857234"/>
              <a:gd name="connsiteY5" fmla="*/ 1058801 h 2261482"/>
              <a:gd name="connsiteX6" fmla="*/ 144562 w 1857234"/>
              <a:gd name="connsiteY6" fmla="*/ 1196386 h 2261482"/>
              <a:gd name="connsiteX7" fmla="*/ 92704 w 1857234"/>
              <a:gd name="connsiteY7" fmla="*/ 1145586 h 2261482"/>
              <a:gd name="connsiteX8" fmla="*/ 13329 w 1857234"/>
              <a:gd name="connsiteY8" fmla="*/ 1150878 h 2261482"/>
              <a:gd name="connsiteX9" fmla="*/ 1687 w 1857234"/>
              <a:gd name="connsiteY9" fmla="*/ 1262003 h 2261482"/>
              <a:gd name="connsiteX10" fmla="*/ 31320 w 1857234"/>
              <a:gd name="connsiteY10" fmla="*/ 1405937 h 2261482"/>
              <a:gd name="connsiteX11" fmla="*/ 99053 w 1857234"/>
              <a:gd name="connsiteY11" fmla="*/ 1511770 h 2261482"/>
              <a:gd name="connsiteX12" fmla="*/ 149853 w 1857234"/>
              <a:gd name="connsiteY12" fmla="*/ 1609136 h 2261482"/>
              <a:gd name="connsiteX13" fmla="*/ 213353 w 1857234"/>
              <a:gd name="connsiteY13" fmla="*/ 1626070 h 2261482"/>
              <a:gd name="connsiteX14" fmla="*/ 221820 w 1857234"/>
              <a:gd name="connsiteY14" fmla="*/ 1566803 h 2261482"/>
              <a:gd name="connsiteX15" fmla="*/ 221820 w 1857234"/>
              <a:gd name="connsiteY15" fmla="*/ 1532936 h 2261482"/>
              <a:gd name="connsiteX16" fmla="*/ 301968 w 1857234"/>
              <a:gd name="connsiteY16" fmla="*/ 1803314 h 2261482"/>
              <a:gd name="connsiteX17" fmla="*/ 443372 w 1857234"/>
              <a:gd name="connsiteY17" fmla="*/ 1961314 h 2261482"/>
              <a:gd name="connsiteX18" fmla="*/ 647608 w 1857234"/>
              <a:gd name="connsiteY18" fmla="*/ 2138936 h 2261482"/>
              <a:gd name="connsiteX19" fmla="*/ 812665 w 1857234"/>
              <a:gd name="connsiteY19" fmla="*/ 2239951 h 2261482"/>
              <a:gd name="connsiteX20" fmla="*/ 1095287 w 1857234"/>
              <a:gd name="connsiteY20" fmla="*/ 2257597 h 2261482"/>
              <a:gd name="connsiteX21" fmla="*/ 1252319 w 1857234"/>
              <a:gd name="connsiteY21" fmla="*/ 2186134 h 2261482"/>
              <a:gd name="connsiteX22" fmla="*/ 1377459 w 1857234"/>
              <a:gd name="connsiteY22" fmla="*/ 2070198 h 2261482"/>
              <a:gd name="connsiteX23" fmla="*/ 1538954 w 1857234"/>
              <a:gd name="connsiteY23" fmla="*/ 1904583 h 2261482"/>
              <a:gd name="connsiteX24" fmla="*/ 1649165 w 1857234"/>
              <a:gd name="connsiteY24" fmla="*/ 1767412 h 2261482"/>
              <a:gd name="connsiteX25" fmla="*/ 1667781 w 1857234"/>
              <a:gd name="connsiteY25" fmla="*/ 1594101 h 2261482"/>
              <a:gd name="connsiteX26" fmla="*/ 1678087 w 1857234"/>
              <a:gd name="connsiteY26" fmla="*/ 1484588 h 2261482"/>
              <a:gd name="connsiteX27" fmla="*/ 1737353 w 1857234"/>
              <a:gd name="connsiteY27" fmla="*/ 1549870 h 2261482"/>
              <a:gd name="connsiteX28" fmla="*/ 1788153 w 1857234"/>
              <a:gd name="connsiteY28" fmla="*/ 1524470 h 2261482"/>
              <a:gd name="connsiteX29" fmla="*/ 1810167 w 1857234"/>
              <a:gd name="connsiteY29" fmla="*/ 1405936 h 2261482"/>
              <a:gd name="connsiteX30" fmla="*/ 1849113 w 1857234"/>
              <a:gd name="connsiteY30" fmla="*/ 1309416 h 2261482"/>
              <a:gd name="connsiteX31" fmla="*/ 1855887 w 1857234"/>
              <a:gd name="connsiteY31" fmla="*/ 1211203 h 2261482"/>
              <a:gd name="connsiteX32" fmla="*/ 1830487 w 1857234"/>
              <a:gd name="connsiteY32" fmla="*/ 1092670 h 2261482"/>
              <a:gd name="connsiteX33" fmla="*/ 1754287 w 1857234"/>
              <a:gd name="connsiteY33" fmla="*/ 1118070 h 2261482"/>
              <a:gd name="connsiteX34" fmla="*/ 1720420 w 1857234"/>
              <a:gd name="connsiteY34" fmla="*/ 1164636 h 2261482"/>
              <a:gd name="connsiteX35" fmla="*/ 1686553 w 1857234"/>
              <a:gd name="connsiteY35" fmla="*/ 1236603 h 2261482"/>
              <a:gd name="connsiteX36" fmla="*/ 1703487 w 1857234"/>
              <a:gd name="connsiteY36" fmla="*/ 830203 h 2261482"/>
              <a:gd name="connsiteX37" fmla="*/ 1669620 w 1857234"/>
              <a:gd name="connsiteY37" fmla="*/ 505083 h 2261482"/>
              <a:gd name="connsiteX38" fmla="*/ 1474887 w 1857234"/>
              <a:gd name="connsiteY38" fmla="*/ 186736 h 2261482"/>
              <a:gd name="connsiteX39" fmla="*/ 1264278 w 1857234"/>
              <a:gd name="connsiteY39" fmla="*/ 62925 h 2261482"/>
              <a:gd name="connsiteX40" fmla="*/ 907620 w 1857234"/>
              <a:gd name="connsiteY40" fmla="*/ 470 h 2261482"/>
              <a:gd name="connsiteX41" fmla="*/ 699128 w 1857234"/>
              <a:gd name="connsiteY41" fmla="*/ 38246 h 2261482"/>
              <a:gd name="connsiteX0" fmla="*/ 699128 w 1857234"/>
              <a:gd name="connsiteY0" fmla="*/ 38246 h 2262304"/>
              <a:gd name="connsiteX1" fmla="*/ 530853 w 1857234"/>
              <a:gd name="connsiteY1" fmla="*/ 109476 h 2262304"/>
              <a:gd name="connsiteX2" fmla="*/ 359403 w 1857234"/>
              <a:gd name="connsiteY2" fmla="*/ 226951 h 2262304"/>
              <a:gd name="connsiteX3" fmla="*/ 194303 w 1857234"/>
              <a:gd name="connsiteY3" fmla="*/ 500001 h 2262304"/>
              <a:gd name="connsiteX4" fmla="*/ 143503 w 1857234"/>
              <a:gd name="connsiteY4" fmla="*/ 690502 h 2262304"/>
              <a:gd name="connsiteX5" fmla="*/ 143503 w 1857234"/>
              <a:gd name="connsiteY5" fmla="*/ 1058801 h 2262304"/>
              <a:gd name="connsiteX6" fmla="*/ 144562 w 1857234"/>
              <a:gd name="connsiteY6" fmla="*/ 1196386 h 2262304"/>
              <a:gd name="connsiteX7" fmla="*/ 92704 w 1857234"/>
              <a:gd name="connsiteY7" fmla="*/ 1145586 h 2262304"/>
              <a:gd name="connsiteX8" fmla="*/ 13329 w 1857234"/>
              <a:gd name="connsiteY8" fmla="*/ 1150878 h 2262304"/>
              <a:gd name="connsiteX9" fmla="*/ 1687 w 1857234"/>
              <a:gd name="connsiteY9" fmla="*/ 1262003 h 2262304"/>
              <a:gd name="connsiteX10" fmla="*/ 31320 w 1857234"/>
              <a:gd name="connsiteY10" fmla="*/ 1405937 h 2262304"/>
              <a:gd name="connsiteX11" fmla="*/ 99053 w 1857234"/>
              <a:gd name="connsiteY11" fmla="*/ 1511770 h 2262304"/>
              <a:gd name="connsiteX12" fmla="*/ 149853 w 1857234"/>
              <a:gd name="connsiteY12" fmla="*/ 1609136 h 2262304"/>
              <a:gd name="connsiteX13" fmla="*/ 213353 w 1857234"/>
              <a:gd name="connsiteY13" fmla="*/ 1626070 h 2262304"/>
              <a:gd name="connsiteX14" fmla="*/ 221820 w 1857234"/>
              <a:gd name="connsiteY14" fmla="*/ 1566803 h 2262304"/>
              <a:gd name="connsiteX15" fmla="*/ 221820 w 1857234"/>
              <a:gd name="connsiteY15" fmla="*/ 1532936 h 2262304"/>
              <a:gd name="connsiteX16" fmla="*/ 301968 w 1857234"/>
              <a:gd name="connsiteY16" fmla="*/ 1803314 h 2262304"/>
              <a:gd name="connsiteX17" fmla="*/ 443372 w 1857234"/>
              <a:gd name="connsiteY17" fmla="*/ 1961314 h 2262304"/>
              <a:gd name="connsiteX18" fmla="*/ 647608 w 1857234"/>
              <a:gd name="connsiteY18" fmla="*/ 2138936 h 2262304"/>
              <a:gd name="connsiteX19" fmla="*/ 812665 w 1857234"/>
              <a:gd name="connsiteY19" fmla="*/ 2239951 h 2262304"/>
              <a:gd name="connsiteX20" fmla="*/ 1095287 w 1857234"/>
              <a:gd name="connsiteY20" fmla="*/ 2257597 h 2262304"/>
              <a:gd name="connsiteX21" fmla="*/ 1252319 w 1857234"/>
              <a:gd name="connsiteY21" fmla="*/ 2174916 h 2262304"/>
              <a:gd name="connsiteX22" fmla="*/ 1377459 w 1857234"/>
              <a:gd name="connsiteY22" fmla="*/ 2070198 h 2262304"/>
              <a:gd name="connsiteX23" fmla="*/ 1538954 w 1857234"/>
              <a:gd name="connsiteY23" fmla="*/ 1904583 h 2262304"/>
              <a:gd name="connsiteX24" fmla="*/ 1649165 w 1857234"/>
              <a:gd name="connsiteY24" fmla="*/ 1767412 h 2262304"/>
              <a:gd name="connsiteX25" fmla="*/ 1667781 w 1857234"/>
              <a:gd name="connsiteY25" fmla="*/ 1594101 h 2262304"/>
              <a:gd name="connsiteX26" fmla="*/ 1678087 w 1857234"/>
              <a:gd name="connsiteY26" fmla="*/ 1484588 h 2262304"/>
              <a:gd name="connsiteX27" fmla="*/ 1737353 w 1857234"/>
              <a:gd name="connsiteY27" fmla="*/ 1549870 h 2262304"/>
              <a:gd name="connsiteX28" fmla="*/ 1788153 w 1857234"/>
              <a:gd name="connsiteY28" fmla="*/ 1524470 h 2262304"/>
              <a:gd name="connsiteX29" fmla="*/ 1810167 w 1857234"/>
              <a:gd name="connsiteY29" fmla="*/ 1405936 h 2262304"/>
              <a:gd name="connsiteX30" fmla="*/ 1849113 w 1857234"/>
              <a:gd name="connsiteY30" fmla="*/ 1309416 h 2262304"/>
              <a:gd name="connsiteX31" fmla="*/ 1855887 w 1857234"/>
              <a:gd name="connsiteY31" fmla="*/ 1211203 h 2262304"/>
              <a:gd name="connsiteX32" fmla="*/ 1830487 w 1857234"/>
              <a:gd name="connsiteY32" fmla="*/ 1092670 h 2262304"/>
              <a:gd name="connsiteX33" fmla="*/ 1754287 w 1857234"/>
              <a:gd name="connsiteY33" fmla="*/ 1118070 h 2262304"/>
              <a:gd name="connsiteX34" fmla="*/ 1720420 w 1857234"/>
              <a:gd name="connsiteY34" fmla="*/ 1164636 h 2262304"/>
              <a:gd name="connsiteX35" fmla="*/ 1686553 w 1857234"/>
              <a:gd name="connsiteY35" fmla="*/ 1236603 h 2262304"/>
              <a:gd name="connsiteX36" fmla="*/ 1703487 w 1857234"/>
              <a:gd name="connsiteY36" fmla="*/ 830203 h 2262304"/>
              <a:gd name="connsiteX37" fmla="*/ 1669620 w 1857234"/>
              <a:gd name="connsiteY37" fmla="*/ 505083 h 2262304"/>
              <a:gd name="connsiteX38" fmla="*/ 1474887 w 1857234"/>
              <a:gd name="connsiteY38" fmla="*/ 186736 h 2262304"/>
              <a:gd name="connsiteX39" fmla="*/ 1264278 w 1857234"/>
              <a:gd name="connsiteY39" fmla="*/ 62925 h 2262304"/>
              <a:gd name="connsiteX40" fmla="*/ 907620 w 1857234"/>
              <a:gd name="connsiteY40" fmla="*/ 470 h 2262304"/>
              <a:gd name="connsiteX41" fmla="*/ 699128 w 1857234"/>
              <a:gd name="connsiteY41" fmla="*/ 38246 h 2262304"/>
              <a:gd name="connsiteX0" fmla="*/ 699128 w 1857234"/>
              <a:gd name="connsiteY0" fmla="*/ 38246 h 2249517"/>
              <a:gd name="connsiteX1" fmla="*/ 530853 w 1857234"/>
              <a:gd name="connsiteY1" fmla="*/ 109476 h 2249517"/>
              <a:gd name="connsiteX2" fmla="*/ 359403 w 1857234"/>
              <a:gd name="connsiteY2" fmla="*/ 226951 h 2249517"/>
              <a:gd name="connsiteX3" fmla="*/ 194303 w 1857234"/>
              <a:gd name="connsiteY3" fmla="*/ 500001 h 2249517"/>
              <a:gd name="connsiteX4" fmla="*/ 143503 w 1857234"/>
              <a:gd name="connsiteY4" fmla="*/ 690502 h 2249517"/>
              <a:gd name="connsiteX5" fmla="*/ 143503 w 1857234"/>
              <a:gd name="connsiteY5" fmla="*/ 1058801 h 2249517"/>
              <a:gd name="connsiteX6" fmla="*/ 144562 w 1857234"/>
              <a:gd name="connsiteY6" fmla="*/ 1196386 h 2249517"/>
              <a:gd name="connsiteX7" fmla="*/ 92704 w 1857234"/>
              <a:gd name="connsiteY7" fmla="*/ 1145586 h 2249517"/>
              <a:gd name="connsiteX8" fmla="*/ 13329 w 1857234"/>
              <a:gd name="connsiteY8" fmla="*/ 1150878 h 2249517"/>
              <a:gd name="connsiteX9" fmla="*/ 1687 w 1857234"/>
              <a:gd name="connsiteY9" fmla="*/ 1262003 h 2249517"/>
              <a:gd name="connsiteX10" fmla="*/ 31320 w 1857234"/>
              <a:gd name="connsiteY10" fmla="*/ 1405937 h 2249517"/>
              <a:gd name="connsiteX11" fmla="*/ 99053 w 1857234"/>
              <a:gd name="connsiteY11" fmla="*/ 1511770 h 2249517"/>
              <a:gd name="connsiteX12" fmla="*/ 149853 w 1857234"/>
              <a:gd name="connsiteY12" fmla="*/ 1609136 h 2249517"/>
              <a:gd name="connsiteX13" fmla="*/ 213353 w 1857234"/>
              <a:gd name="connsiteY13" fmla="*/ 1626070 h 2249517"/>
              <a:gd name="connsiteX14" fmla="*/ 221820 w 1857234"/>
              <a:gd name="connsiteY14" fmla="*/ 1566803 h 2249517"/>
              <a:gd name="connsiteX15" fmla="*/ 221820 w 1857234"/>
              <a:gd name="connsiteY15" fmla="*/ 1532936 h 2249517"/>
              <a:gd name="connsiteX16" fmla="*/ 301968 w 1857234"/>
              <a:gd name="connsiteY16" fmla="*/ 1803314 h 2249517"/>
              <a:gd name="connsiteX17" fmla="*/ 443372 w 1857234"/>
              <a:gd name="connsiteY17" fmla="*/ 1961314 h 2249517"/>
              <a:gd name="connsiteX18" fmla="*/ 647608 w 1857234"/>
              <a:gd name="connsiteY18" fmla="*/ 2138936 h 2249517"/>
              <a:gd name="connsiteX19" fmla="*/ 812665 w 1857234"/>
              <a:gd name="connsiteY19" fmla="*/ 2239951 h 2249517"/>
              <a:gd name="connsiteX20" fmla="*/ 1112155 w 1857234"/>
              <a:gd name="connsiteY20" fmla="*/ 2237965 h 2249517"/>
              <a:gd name="connsiteX21" fmla="*/ 1252319 w 1857234"/>
              <a:gd name="connsiteY21" fmla="*/ 2174916 h 2249517"/>
              <a:gd name="connsiteX22" fmla="*/ 1377459 w 1857234"/>
              <a:gd name="connsiteY22" fmla="*/ 2070198 h 2249517"/>
              <a:gd name="connsiteX23" fmla="*/ 1538954 w 1857234"/>
              <a:gd name="connsiteY23" fmla="*/ 1904583 h 2249517"/>
              <a:gd name="connsiteX24" fmla="*/ 1649165 w 1857234"/>
              <a:gd name="connsiteY24" fmla="*/ 1767412 h 2249517"/>
              <a:gd name="connsiteX25" fmla="*/ 1667781 w 1857234"/>
              <a:gd name="connsiteY25" fmla="*/ 1594101 h 2249517"/>
              <a:gd name="connsiteX26" fmla="*/ 1678087 w 1857234"/>
              <a:gd name="connsiteY26" fmla="*/ 1484588 h 2249517"/>
              <a:gd name="connsiteX27" fmla="*/ 1737353 w 1857234"/>
              <a:gd name="connsiteY27" fmla="*/ 1549870 h 2249517"/>
              <a:gd name="connsiteX28" fmla="*/ 1788153 w 1857234"/>
              <a:gd name="connsiteY28" fmla="*/ 1524470 h 2249517"/>
              <a:gd name="connsiteX29" fmla="*/ 1810167 w 1857234"/>
              <a:gd name="connsiteY29" fmla="*/ 1405936 h 2249517"/>
              <a:gd name="connsiteX30" fmla="*/ 1849113 w 1857234"/>
              <a:gd name="connsiteY30" fmla="*/ 1309416 h 2249517"/>
              <a:gd name="connsiteX31" fmla="*/ 1855887 w 1857234"/>
              <a:gd name="connsiteY31" fmla="*/ 1211203 h 2249517"/>
              <a:gd name="connsiteX32" fmla="*/ 1830487 w 1857234"/>
              <a:gd name="connsiteY32" fmla="*/ 1092670 h 2249517"/>
              <a:gd name="connsiteX33" fmla="*/ 1754287 w 1857234"/>
              <a:gd name="connsiteY33" fmla="*/ 1118070 h 2249517"/>
              <a:gd name="connsiteX34" fmla="*/ 1720420 w 1857234"/>
              <a:gd name="connsiteY34" fmla="*/ 1164636 h 2249517"/>
              <a:gd name="connsiteX35" fmla="*/ 1686553 w 1857234"/>
              <a:gd name="connsiteY35" fmla="*/ 1236603 h 2249517"/>
              <a:gd name="connsiteX36" fmla="*/ 1703487 w 1857234"/>
              <a:gd name="connsiteY36" fmla="*/ 830203 h 2249517"/>
              <a:gd name="connsiteX37" fmla="*/ 1669620 w 1857234"/>
              <a:gd name="connsiteY37" fmla="*/ 505083 h 2249517"/>
              <a:gd name="connsiteX38" fmla="*/ 1474887 w 1857234"/>
              <a:gd name="connsiteY38" fmla="*/ 186736 h 2249517"/>
              <a:gd name="connsiteX39" fmla="*/ 1264278 w 1857234"/>
              <a:gd name="connsiteY39" fmla="*/ 62925 h 2249517"/>
              <a:gd name="connsiteX40" fmla="*/ 907620 w 1857234"/>
              <a:gd name="connsiteY40" fmla="*/ 470 h 2249517"/>
              <a:gd name="connsiteX41" fmla="*/ 699128 w 1857234"/>
              <a:gd name="connsiteY41" fmla="*/ 38246 h 2249517"/>
              <a:gd name="connsiteX0" fmla="*/ 699128 w 1857234"/>
              <a:gd name="connsiteY0" fmla="*/ 38246 h 2249517"/>
              <a:gd name="connsiteX1" fmla="*/ 530853 w 1857234"/>
              <a:gd name="connsiteY1" fmla="*/ 109476 h 2249517"/>
              <a:gd name="connsiteX2" fmla="*/ 359403 w 1857234"/>
              <a:gd name="connsiteY2" fmla="*/ 226951 h 2249517"/>
              <a:gd name="connsiteX3" fmla="*/ 194303 w 1857234"/>
              <a:gd name="connsiteY3" fmla="*/ 500001 h 2249517"/>
              <a:gd name="connsiteX4" fmla="*/ 143503 w 1857234"/>
              <a:gd name="connsiteY4" fmla="*/ 690502 h 2249517"/>
              <a:gd name="connsiteX5" fmla="*/ 143503 w 1857234"/>
              <a:gd name="connsiteY5" fmla="*/ 1058801 h 2249517"/>
              <a:gd name="connsiteX6" fmla="*/ 144562 w 1857234"/>
              <a:gd name="connsiteY6" fmla="*/ 1196386 h 2249517"/>
              <a:gd name="connsiteX7" fmla="*/ 92704 w 1857234"/>
              <a:gd name="connsiteY7" fmla="*/ 1145586 h 2249517"/>
              <a:gd name="connsiteX8" fmla="*/ 13329 w 1857234"/>
              <a:gd name="connsiteY8" fmla="*/ 1150878 h 2249517"/>
              <a:gd name="connsiteX9" fmla="*/ 1687 w 1857234"/>
              <a:gd name="connsiteY9" fmla="*/ 1262003 h 2249517"/>
              <a:gd name="connsiteX10" fmla="*/ 31320 w 1857234"/>
              <a:gd name="connsiteY10" fmla="*/ 1405937 h 2249517"/>
              <a:gd name="connsiteX11" fmla="*/ 99053 w 1857234"/>
              <a:gd name="connsiteY11" fmla="*/ 1511770 h 2249517"/>
              <a:gd name="connsiteX12" fmla="*/ 149853 w 1857234"/>
              <a:gd name="connsiteY12" fmla="*/ 1609136 h 2249517"/>
              <a:gd name="connsiteX13" fmla="*/ 213353 w 1857234"/>
              <a:gd name="connsiteY13" fmla="*/ 1626070 h 2249517"/>
              <a:gd name="connsiteX14" fmla="*/ 221820 w 1857234"/>
              <a:gd name="connsiteY14" fmla="*/ 1566803 h 2249517"/>
              <a:gd name="connsiteX15" fmla="*/ 221820 w 1857234"/>
              <a:gd name="connsiteY15" fmla="*/ 1532936 h 2249517"/>
              <a:gd name="connsiteX16" fmla="*/ 301968 w 1857234"/>
              <a:gd name="connsiteY16" fmla="*/ 1803314 h 2249517"/>
              <a:gd name="connsiteX17" fmla="*/ 443372 w 1857234"/>
              <a:gd name="connsiteY17" fmla="*/ 1961314 h 2249517"/>
              <a:gd name="connsiteX18" fmla="*/ 647608 w 1857234"/>
              <a:gd name="connsiteY18" fmla="*/ 2138936 h 2249517"/>
              <a:gd name="connsiteX19" fmla="*/ 812665 w 1857234"/>
              <a:gd name="connsiteY19" fmla="*/ 2239951 h 2249517"/>
              <a:gd name="connsiteX20" fmla="*/ 1112155 w 1857234"/>
              <a:gd name="connsiteY20" fmla="*/ 2237965 h 2249517"/>
              <a:gd name="connsiteX21" fmla="*/ 1252319 w 1857234"/>
              <a:gd name="connsiteY21" fmla="*/ 2174916 h 2249517"/>
              <a:gd name="connsiteX22" fmla="*/ 1377459 w 1857234"/>
              <a:gd name="connsiteY22" fmla="*/ 2070198 h 2249517"/>
              <a:gd name="connsiteX23" fmla="*/ 1538954 w 1857234"/>
              <a:gd name="connsiteY23" fmla="*/ 1904583 h 2249517"/>
              <a:gd name="connsiteX24" fmla="*/ 1649165 w 1857234"/>
              <a:gd name="connsiteY24" fmla="*/ 1767412 h 2249517"/>
              <a:gd name="connsiteX25" fmla="*/ 1667781 w 1857234"/>
              <a:gd name="connsiteY25" fmla="*/ 1594101 h 2249517"/>
              <a:gd name="connsiteX26" fmla="*/ 1678087 w 1857234"/>
              <a:gd name="connsiteY26" fmla="*/ 1484588 h 2249517"/>
              <a:gd name="connsiteX27" fmla="*/ 1737353 w 1857234"/>
              <a:gd name="connsiteY27" fmla="*/ 1549870 h 2249517"/>
              <a:gd name="connsiteX28" fmla="*/ 1788153 w 1857234"/>
              <a:gd name="connsiteY28" fmla="*/ 1524470 h 2249517"/>
              <a:gd name="connsiteX29" fmla="*/ 1810167 w 1857234"/>
              <a:gd name="connsiteY29" fmla="*/ 1405936 h 2249517"/>
              <a:gd name="connsiteX30" fmla="*/ 1849113 w 1857234"/>
              <a:gd name="connsiteY30" fmla="*/ 1309416 h 2249517"/>
              <a:gd name="connsiteX31" fmla="*/ 1855887 w 1857234"/>
              <a:gd name="connsiteY31" fmla="*/ 1211203 h 2249517"/>
              <a:gd name="connsiteX32" fmla="*/ 1830487 w 1857234"/>
              <a:gd name="connsiteY32" fmla="*/ 1092670 h 2249517"/>
              <a:gd name="connsiteX33" fmla="*/ 1754287 w 1857234"/>
              <a:gd name="connsiteY33" fmla="*/ 1118070 h 2249517"/>
              <a:gd name="connsiteX34" fmla="*/ 1720420 w 1857234"/>
              <a:gd name="connsiteY34" fmla="*/ 1164636 h 2249517"/>
              <a:gd name="connsiteX35" fmla="*/ 1686553 w 1857234"/>
              <a:gd name="connsiteY35" fmla="*/ 1236603 h 2249517"/>
              <a:gd name="connsiteX36" fmla="*/ 1703487 w 1857234"/>
              <a:gd name="connsiteY36" fmla="*/ 830203 h 2249517"/>
              <a:gd name="connsiteX37" fmla="*/ 1669620 w 1857234"/>
              <a:gd name="connsiteY37" fmla="*/ 505083 h 2249517"/>
              <a:gd name="connsiteX38" fmla="*/ 1474887 w 1857234"/>
              <a:gd name="connsiteY38" fmla="*/ 186736 h 2249517"/>
              <a:gd name="connsiteX39" fmla="*/ 1264278 w 1857234"/>
              <a:gd name="connsiteY39" fmla="*/ 62925 h 2249517"/>
              <a:gd name="connsiteX40" fmla="*/ 907620 w 1857234"/>
              <a:gd name="connsiteY40" fmla="*/ 470 h 2249517"/>
              <a:gd name="connsiteX41" fmla="*/ 699128 w 1857234"/>
              <a:gd name="connsiteY41" fmla="*/ 38246 h 2249517"/>
              <a:gd name="connsiteX0" fmla="*/ 699128 w 1857234"/>
              <a:gd name="connsiteY0" fmla="*/ 38246 h 2250445"/>
              <a:gd name="connsiteX1" fmla="*/ 530853 w 1857234"/>
              <a:gd name="connsiteY1" fmla="*/ 109476 h 2250445"/>
              <a:gd name="connsiteX2" fmla="*/ 359403 w 1857234"/>
              <a:gd name="connsiteY2" fmla="*/ 226951 h 2250445"/>
              <a:gd name="connsiteX3" fmla="*/ 194303 w 1857234"/>
              <a:gd name="connsiteY3" fmla="*/ 500001 h 2250445"/>
              <a:gd name="connsiteX4" fmla="*/ 143503 w 1857234"/>
              <a:gd name="connsiteY4" fmla="*/ 690502 h 2250445"/>
              <a:gd name="connsiteX5" fmla="*/ 143503 w 1857234"/>
              <a:gd name="connsiteY5" fmla="*/ 1058801 h 2250445"/>
              <a:gd name="connsiteX6" fmla="*/ 144562 w 1857234"/>
              <a:gd name="connsiteY6" fmla="*/ 1196386 h 2250445"/>
              <a:gd name="connsiteX7" fmla="*/ 92704 w 1857234"/>
              <a:gd name="connsiteY7" fmla="*/ 1145586 h 2250445"/>
              <a:gd name="connsiteX8" fmla="*/ 13329 w 1857234"/>
              <a:gd name="connsiteY8" fmla="*/ 1150878 h 2250445"/>
              <a:gd name="connsiteX9" fmla="*/ 1687 w 1857234"/>
              <a:gd name="connsiteY9" fmla="*/ 1262003 h 2250445"/>
              <a:gd name="connsiteX10" fmla="*/ 31320 w 1857234"/>
              <a:gd name="connsiteY10" fmla="*/ 1405937 h 2250445"/>
              <a:gd name="connsiteX11" fmla="*/ 99053 w 1857234"/>
              <a:gd name="connsiteY11" fmla="*/ 1511770 h 2250445"/>
              <a:gd name="connsiteX12" fmla="*/ 149853 w 1857234"/>
              <a:gd name="connsiteY12" fmla="*/ 1609136 h 2250445"/>
              <a:gd name="connsiteX13" fmla="*/ 213353 w 1857234"/>
              <a:gd name="connsiteY13" fmla="*/ 1626070 h 2250445"/>
              <a:gd name="connsiteX14" fmla="*/ 221820 w 1857234"/>
              <a:gd name="connsiteY14" fmla="*/ 1566803 h 2250445"/>
              <a:gd name="connsiteX15" fmla="*/ 221820 w 1857234"/>
              <a:gd name="connsiteY15" fmla="*/ 1532936 h 2250445"/>
              <a:gd name="connsiteX16" fmla="*/ 301968 w 1857234"/>
              <a:gd name="connsiteY16" fmla="*/ 1803314 h 2250445"/>
              <a:gd name="connsiteX17" fmla="*/ 443372 w 1857234"/>
              <a:gd name="connsiteY17" fmla="*/ 1961314 h 2250445"/>
              <a:gd name="connsiteX18" fmla="*/ 647608 w 1857234"/>
              <a:gd name="connsiteY18" fmla="*/ 2138936 h 2250445"/>
              <a:gd name="connsiteX19" fmla="*/ 812665 w 1857234"/>
              <a:gd name="connsiteY19" fmla="*/ 2239951 h 2250445"/>
              <a:gd name="connsiteX20" fmla="*/ 864941 w 1857234"/>
              <a:gd name="connsiteY20" fmla="*/ 2247060 h 2250445"/>
              <a:gd name="connsiteX21" fmla="*/ 1112155 w 1857234"/>
              <a:gd name="connsiteY21" fmla="*/ 2237965 h 2250445"/>
              <a:gd name="connsiteX22" fmla="*/ 1252319 w 1857234"/>
              <a:gd name="connsiteY22" fmla="*/ 2174916 h 2250445"/>
              <a:gd name="connsiteX23" fmla="*/ 1377459 w 1857234"/>
              <a:gd name="connsiteY23" fmla="*/ 2070198 h 2250445"/>
              <a:gd name="connsiteX24" fmla="*/ 1538954 w 1857234"/>
              <a:gd name="connsiteY24" fmla="*/ 1904583 h 2250445"/>
              <a:gd name="connsiteX25" fmla="*/ 1649165 w 1857234"/>
              <a:gd name="connsiteY25" fmla="*/ 1767412 h 2250445"/>
              <a:gd name="connsiteX26" fmla="*/ 1667781 w 1857234"/>
              <a:gd name="connsiteY26" fmla="*/ 1594101 h 2250445"/>
              <a:gd name="connsiteX27" fmla="*/ 1678087 w 1857234"/>
              <a:gd name="connsiteY27" fmla="*/ 1484588 h 2250445"/>
              <a:gd name="connsiteX28" fmla="*/ 1737353 w 1857234"/>
              <a:gd name="connsiteY28" fmla="*/ 1549870 h 2250445"/>
              <a:gd name="connsiteX29" fmla="*/ 1788153 w 1857234"/>
              <a:gd name="connsiteY29" fmla="*/ 1524470 h 2250445"/>
              <a:gd name="connsiteX30" fmla="*/ 1810167 w 1857234"/>
              <a:gd name="connsiteY30" fmla="*/ 1405936 h 2250445"/>
              <a:gd name="connsiteX31" fmla="*/ 1849113 w 1857234"/>
              <a:gd name="connsiteY31" fmla="*/ 1309416 h 2250445"/>
              <a:gd name="connsiteX32" fmla="*/ 1855887 w 1857234"/>
              <a:gd name="connsiteY32" fmla="*/ 1211203 h 2250445"/>
              <a:gd name="connsiteX33" fmla="*/ 1830487 w 1857234"/>
              <a:gd name="connsiteY33" fmla="*/ 1092670 h 2250445"/>
              <a:gd name="connsiteX34" fmla="*/ 1754287 w 1857234"/>
              <a:gd name="connsiteY34" fmla="*/ 1118070 h 2250445"/>
              <a:gd name="connsiteX35" fmla="*/ 1720420 w 1857234"/>
              <a:gd name="connsiteY35" fmla="*/ 1164636 h 2250445"/>
              <a:gd name="connsiteX36" fmla="*/ 1686553 w 1857234"/>
              <a:gd name="connsiteY36" fmla="*/ 1236603 h 2250445"/>
              <a:gd name="connsiteX37" fmla="*/ 1703487 w 1857234"/>
              <a:gd name="connsiteY37" fmla="*/ 830203 h 2250445"/>
              <a:gd name="connsiteX38" fmla="*/ 1669620 w 1857234"/>
              <a:gd name="connsiteY38" fmla="*/ 505083 h 2250445"/>
              <a:gd name="connsiteX39" fmla="*/ 1474887 w 1857234"/>
              <a:gd name="connsiteY39" fmla="*/ 186736 h 2250445"/>
              <a:gd name="connsiteX40" fmla="*/ 1264278 w 1857234"/>
              <a:gd name="connsiteY40" fmla="*/ 62925 h 2250445"/>
              <a:gd name="connsiteX41" fmla="*/ 907620 w 1857234"/>
              <a:gd name="connsiteY41" fmla="*/ 470 h 2250445"/>
              <a:gd name="connsiteX42" fmla="*/ 699128 w 1857234"/>
              <a:gd name="connsiteY42" fmla="*/ 38246 h 2250445"/>
              <a:gd name="connsiteX0" fmla="*/ 699128 w 1857234"/>
              <a:gd name="connsiteY0" fmla="*/ 38246 h 2253795"/>
              <a:gd name="connsiteX1" fmla="*/ 530853 w 1857234"/>
              <a:gd name="connsiteY1" fmla="*/ 109476 h 2253795"/>
              <a:gd name="connsiteX2" fmla="*/ 359403 w 1857234"/>
              <a:gd name="connsiteY2" fmla="*/ 226951 h 2253795"/>
              <a:gd name="connsiteX3" fmla="*/ 194303 w 1857234"/>
              <a:gd name="connsiteY3" fmla="*/ 500001 h 2253795"/>
              <a:gd name="connsiteX4" fmla="*/ 143503 w 1857234"/>
              <a:gd name="connsiteY4" fmla="*/ 690502 h 2253795"/>
              <a:gd name="connsiteX5" fmla="*/ 143503 w 1857234"/>
              <a:gd name="connsiteY5" fmla="*/ 1058801 h 2253795"/>
              <a:gd name="connsiteX6" fmla="*/ 144562 w 1857234"/>
              <a:gd name="connsiteY6" fmla="*/ 1196386 h 2253795"/>
              <a:gd name="connsiteX7" fmla="*/ 92704 w 1857234"/>
              <a:gd name="connsiteY7" fmla="*/ 1145586 h 2253795"/>
              <a:gd name="connsiteX8" fmla="*/ 13329 w 1857234"/>
              <a:gd name="connsiteY8" fmla="*/ 1150878 h 2253795"/>
              <a:gd name="connsiteX9" fmla="*/ 1687 w 1857234"/>
              <a:gd name="connsiteY9" fmla="*/ 1262003 h 2253795"/>
              <a:gd name="connsiteX10" fmla="*/ 31320 w 1857234"/>
              <a:gd name="connsiteY10" fmla="*/ 1405937 h 2253795"/>
              <a:gd name="connsiteX11" fmla="*/ 99053 w 1857234"/>
              <a:gd name="connsiteY11" fmla="*/ 1511770 h 2253795"/>
              <a:gd name="connsiteX12" fmla="*/ 149853 w 1857234"/>
              <a:gd name="connsiteY12" fmla="*/ 1609136 h 2253795"/>
              <a:gd name="connsiteX13" fmla="*/ 213353 w 1857234"/>
              <a:gd name="connsiteY13" fmla="*/ 1626070 h 2253795"/>
              <a:gd name="connsiteX14" fmla="*/ 221820 w 1857234"/>
              <a:gd name="connsiteY14" fmla="*/ 1566803 h 2253795"/>
              <a:gd name="connsiteX15" fmla="*/ 221820 w 1857234"/>
              <a:gd name="connsiteY15" fmla="*/ 1532936 h 2253795"/>
              <a:gd name="connsiteX16" fmla="*/ 301968 w 1857234"/>
              <a:gd name="connsiteY16" fmla="*/ 1803314 h 2253795"/>
              <a:gd name="connsiteX17" fmla="*/ 443372 w 1857234"/>
              <a:gd name="connsiteY17" fmla="*/ 1961314 h 2253795"/>
              <a:gd name="connsiteX18" fmla="*/ 647608 w 1857234"/>
              <a:gd name="connsiteY18" fmla="*/ 2138936 h 2253795"/>
              <a:gd name="connsiteX19" fmla="*/ 812665 w 1857234"/>
              <a:gd name="connsiteY19" fmla="*/ 2239951 h 2253795"/>
              <a:gd name="connsiteX20" fmla="*/ 890243 w 1857234"/>
              <a:gd name="connsiteY20" fmla="*/ 2252669 h 2253795"/>
              <a:gd name="connsiteX21" fmla="*/ 1112155 w 1857234"/>
              <a:gd name="connsiteY21" fmla="*/ 2237965 h 2253795"/>
              <a:gd name="connsiteX22" fmla="*/ 1252319 w 1857234"/>
              <a:gd name="connsiteY22" fmla="*/ 2174916 h 2253795"/>
              <a:gd name="connsiteX23" fmla="*/ 1377459 w 1857234"/>
              <a:gd name="connsiteY23" fmla="*/ 2070198 h 2253795"/>
              <a:gd name="connsiteX24" fmla="*/ 1538954 w 1857234"/>
              <a:gd name="connsiteY24" fmla="*/ 1904583 h 2253795"/>
              <a:gd name="connsiteX25" fmla="*/ 1649165 w 1857234"/>
              <a:gd name="connsiteY25" fmla="*/ 1767412 h 2253795"/>
              <a:gd name="connsiteX26" fmla="*/ 1667781 w 1857234"/>
              <a:gd name="connsiteY26" fmla="*/ 1594101 h 2253795"/>
              <a:gd name="connsiteX27" fmla="*/ 1678087 w 1857234"/>
              <a:gd name="connsiteY27" fmla="*/ 1484588 h 2253795"/>
              <a:gd name="connsiteX28" fmla="*/ 1737353 w 1857234"/>
              <a:gd name="connsiteY28" fmla="*/ 1549870 h 2253795"/>
              <a:gd name="connsiteX29" fmla="*/ 1788153 w 1857234"/>
              <a:gd name="connsiteY29" fmla="*/ 1524470 h 2253795"/>
              <a:gd name="connsiteX30" fmla="*/ 1810167 w 1857234"/>
              <a:gd name="connsiteY30" fmla="*/ 1405936 h 2253795"/>
              <a:gd name="connsiteX31" fmla="*/ 1849113 w 1857234"/>
              <a:gd name="connsiteY31" fmla="*/ 1309416 h 2253795"/>
              <a:gd name="connsiteX32" fmla="*/ 1855887 w 1857234"/>
              <a:gd name="connsiteY32" fmla="*/ 1211203 h 2253795"/>
              <a:gd name="connsiteX33" fmla="*/ 1830487 w 1857234"/>
              <a:gd name="connsiteY33" fmla="*/ 1092670 h 2253795"/>
              <a:gd name="connsiteX34" fmla="*/ 1754287 w 1857234"/>
              <a:gd name="connsiteY34" fmla="*/ 1118070 h 2253795"/>
              <a:gd name="connsiteX35" fmla="*/ 1720420 w 1857234"/>
              <a:gd name="connsiteY35" fmla="*/ 1164636 h 2253795"/>
              <a:gd name="connsiteX36" fmla="*/ 1686553 w 1857234"/>
              <a:gd name="connsiteY36" fmla="*/ 1236603 h 2253795"/>
              <a:gd name="connsiteX37" fmla="*/ 1703487 w 1857234"/>
              <a:gd name="connsiteY37" fmla="*/ 830203 h 2253795"/>
              <a:gd name="connsiteX38" fmla="*/ 1669620 w 1857234"/>
              <a:gd name="connsiteY38" fmla="*/ 505083 h 2253795"/>
              <a:gd name="connsiteX39" fmla="*/ 1474887 w 1857234"/>
              <a:gd name="connsiteY39" fmla="*/ 186736 h 2253795"/>
              <a:gd name="connsiteX40" fmla="*/ 1264278 w 1857234"/>
              <a:gd name="connsiteY40" fmla="*/ 62925 h 2253795"/>
              <a:gd name="connsiteX41" fmla="*/ 907620 w 1857234"/>
              <a:gd name="connsiteY41" fmla="*/ 470 h 2253795"/>
              <a:gd name="connsiteX42" fmla="*/ 699128 w 1857234"/>
              <a:gd name="connsiteY42" fmla="*/ 38246 h 2253795"/>
              <a:gd name="connsiteX0" fmla="*/ 699128 w 1857234"/>
              <a:gd name="connsiteY0" fmla="*/ 38246 h 2261125"/>
              <a:gd name="connsiteX1" fmla="*/ 530853 w 1857234"/>
              <a:gd name="connsiteY1" fmla="*/ 109476 h 2261125"/>
              <a:gd name="connsiteX2" fmla="*/ 359403 w 1857234"/>
              <a:gd name="connsiteY2" fmla="*/ 226951 h 2261125"/>
              <a:gd name="connsiteX3" fmla="*/ 194303 w 1857234"/>
              <a:gd name="connsiteY3" fmla="*/ 500001 h 2261125"/>
              <a:gd name="connsiteX4" fmla="*/ 143503 w 1857234"/>
              <a:gd name="connsiteY4" fmla="*/ 690502 h 2261125"/>
              <a:gd name="connsiteX5" fmla="*/ 143503 w 1857234"/>
              <a:gd name="connsiteY5" fmla="*/ 1058801 h 2261125"/>
              <a:gd name="connsiteX6" fmla="*/ 144562 w 1857234"/>
              <a:gd name="connsiteY6" fmla="*/ 1196386 h 2261125"/>
              <a:gd name="connsiteX7" fmla="*/ 92704 w 1857234"/>
              <a:gd name="connsiteY7" fmla="*/ 1145586 h 2261125"/>
              <a:gd name="connsiteX8" fmla="*/ 13329 w 1857234"/>
              <a:gd name="connsiteY8" fmla="*/ 1150878 h 2261125"/>
              <a:gd name="connsiteX9" fmla="*/ 1687 w 1857234"/>
              <a:gd name="connsiteY9" fmla="*/ 1262003 h 2261125"/>
              <a:gd name="connsiteX10" fmla="*/ 31320 w 1857234"/>
              <a:gd name="connsiteY10" fmla="*/ 1405937 h 2261125"/>
              <a:gd name="connsiteX11" fmla="*/ 99053 w 1857234"/>
              <a:gd name="connsiteY11" fmla="*/ 1511770 h 2261125"/>
              <a:gd name="connsiteX12" fmla="*/ 149853 w 1857234"/>
              <a:gd name="connsiteY12" fmla="*/ 1609136 h 2261125"/>
              <a:gd name="connsiteX13" fmla="*/ 213353 w 1857234"/>
              <a:gd name="connsiteY13" fmla="*/ 1626070 h 2261125"/>
              <a:gd name="connsiteX14" fmla="*/ 221820 w 1857234"/>
              <a:gd name="connsiteY14" fmla="*/ 1566803 h 2261125"/>
              <a:gd name="connsiteX15" fmla="*/ 221820 w 1857234"/>
              <a:gd name="connsiteY15" fmla="*/ 1532936 h 2261125"/>
              <a:gd name="connsiteX16" fmla="*/ 301968 w 1857234"/>
              <a:gd name="connsiteY16" fmla="*/ 1803314 h 2261125"/>
              <a:gd name="connsiteX17" fmla="*/ 443372 w 1857234"/>
              <a:gd name="connsiteY17" fmla="*/ 1961314 h 2261125"/>
              <a:gd name="connsiteX18" fmla="*/ 647608 w 1857234"/>
              <a:gd name="connsiteY18" fmla="*/ 2138936 h 2261125"/>
              <a:gd name="connsiteX19" fmla="*/ 812665 w 1857234"/>
              <a:gd name="connsiteY19" fmla="*/ 2239951 h 2261125"/>
              <a:gd name="connsiteX20" fmla="*/ 960526 w 1857234"/>
              <a:gd name="connsiteY20" fmla="*/ 2261083 h 2261125"/>
              <a:gd name="connsiteX21" fmla="*/ 1112155 w 1857234"/>
              <a:gd name="connsiteY21" fmla="*/ 2237965 h 2261125"/>
              <a:gd name="connsiteX22" fmla="*/ 1252319 w 1857234"/>
              <a:gd name="connsiteY22" fmla="*/ 2174916 h 2261125"/>
              <a:gd name="connsiteX23" fmla="*/ 1377459 w 1857234"/>
              <a:gd name="connsiteY23" fmla="*/ 2070198 h 2261125"/>
              <a:gd name="connsiteX24" fmla="*/ 1538954 w 1857234"/>
              <a:gd name="connsiteY24" fmla="*/ 1904583 h 2261125"/>
              <a:gd name="connsiteX25" fmla="*/ 1649165 w 1857234"/>
              <a:gd name="connsiteY25" fmla="*/ 1767412 h 2261125"/>
              <a:gd name="connsiteX26" fmla="*/ 1667781 w 1857234"/>
              <a:gd name="connsiteY26" fmla="*/ 1594101 h 2261125"/>
              <a:gd name="connsiteX27" fmla="*/ 1678087 w 1857234"/>
              <a:gd name="connsiteY27" fmla="*/ 1484588 h 2261125"/>
              <a:gd name="connsiteX28" fmla="*/ 1737353 w 1857234"/>
              <a:gd name="connsiteY28" fmla="*/ 1549870 h 2261125"/>
              <a:gd name="connsiteX29" fmla="*/ 1788153 w 1857234"/>
              <a:gd name="connsiteY29" fmla="*/ 1524470 h 2261125"/>
              <a:gd name="connsiteX30" fmla="*/ 1810167 w 1857234"/>
              <a:gd name="connsiteY30" fmla="*/ 1405936 h 2261125"/>
              <a:gd name="connsiteX31" fmla="*/ 1849113 w 1857234"/>
              <a:gd name="connsiteY31" fmla="*/ 1309416 h 2261125"/>
              <a:gd name="connsiteX32" fmla="*/ 1855887 w 1857234"/>
              <a:gd name="connsiteY32" fmla="*/ 1211203 h 2261125"/>
              <a:gd name="connsiteX33" fmla="*/ 1830487 w 1857234"/>
              <a:gd name="connsiteY33" fmla="*/ 1092670 h 2261125"/>
              <a:gd name="connsiteX34" fmla="*/ 1754287 w 1857234"/>
              <a:gd name="connsiteY34" fmla="*/ 1118070 h 2261125"/>
              <a:gd name="connsiteX35" fmla="*/ 1720420 w 1857234"/>
              <a:gd name="connsiteY35" fmla="*/ 1164636 h 2261125"/>
              <a:gd name="connsiteX36" fmla="*/ 1686553 w 1857234"/>
              <a:gd name="connsiteY36" fmla="*/ 1236603 h 2261125"/>
              <a:gd name="connsiteX37" fmla="*/ 1703487 w 1857234"/>
              <a:gd name="connsiteY37" fmla="*/ 830203 h 2261125"/>
              <a:gd name="connsiteX38" fmla="*/ 1669620 w 1857234"/>
              <a:gd name="connsiteY38" fmla="*/ 505083 h 2261125"/>
              <a:gd name="connsiteX39" fmla="*/ 1474887 w 1857234"/>
              <a:gd name="connsiteY39" fmla="*/ 186736 h 2261125"/>
              <a:gd name="connsiteX40" fmla="*/ 1264278 w 1857234"/>
              <a:gd name="connsiteY40" fmla="*/ 62925 h 2261125"/>
              <a:gd name="connsiteX41" fmla="*/ 907620 w 1857234"/>
              <a:gd name="connsiteY41" fmla="*/ 470 h 2261125"/>
              <a:gd name="connsiteX42" fmla="*/ 699128 w 1857234"/>
              <a:gd name="connsiteY42" fmla="*/ 38246 h 2261125"/>
              <a:gd name="connsiteX0" fmla="*/ 699128 w 1857234"/>
              <a:gd name="connsiteY0" fmla="*/ 38246 h 2261125"/>
              <a:gd name="connsiteX1" fmla="*/ 530853 w 1857234"/>
              <a:gd name="connsiteY1" fmla="*/ 109476 h 2261125"/>
              <a:gd name="connsiteX2" fmla="*/ 359403 w 1857234"/>
              <a:gd name="connsiteY2" fmla="*/ 226951 h 2261125"/>
              <a:gd name="connsiteX3" fmla="*/ 194303 w 1857234"/>
              <a:gd name="connsiteY3" fmla="*/ 500001 h 2261125"/>
              <a:gd name="connsiteX4" fmla="*/ 143503 w 1857234"/>
              <a:gd name="connsiteY4" fmla="*/ 690502 h 2261125"/>
              <a:gd name="connsiteX5" fmla="*/ 143503 w 1857234"/>
              <a:gd name="connsiteY5" fmla="*/ 1058801 h 2261125"/>
              <a:gd name="connsiteX6" fmla="*/ 144562 w 1857234"/>
              <a:gd name="connsiteY6" fmla="*/ 1196386 h 2261125"/>
              <a:gd name="connsiteX7" fmla="*/ 92704 w 1857234"/>
              <a:gd name="connsiteY7" fmla="*/ 1145586 h 2261125"/>
              <a:gd name="connsiteX8" fmla="*/ 13329 w 1857234"/>
              <a:gd name="connsiteY8" fmla="*/ 1150878 h 2261125"/>
              <a:gd name="connsiteX9" fmla="*/ 1687 w 1857234"/>
              <a:gd name="connsiteY9" fmla="*/ 1262003 h 2261125"/>
              <a:gd name="connsiteX10" fmla="*/ 31320 w 1857234"/>
              <a:gd name="connsiteY10" fmla="*/ 1405937 h 2261125"/>
              <a:gd name="connsiteX11" fmla="*/ 99053 w 1857234"/>
              <a:gd name="connsiteY11" fmla="*/ 1511770 h 2261125"/>
              <a:gd name="connsiteX12" fmla="*/ 149853 w 1857234"/>
              <a:gd name="connsiteY12" fmla="*/ 1609136 h 2261125"/>
              <a:gd name="connsiteX13" fmla="*/ 213353 w 1857234"/>
              <a:gd name="connsiteY13" fmla="*/ 1626070 h 2261125"/>
              <a:gd name="connsiteX14" fmla="*/ 221820 w 1857234"/>
              <a:gd name="connsiteY14" fmla="*/ 1566803 h 2261125"/>
              <a:gd name="connsiteX15" fmla="*/ 221820 w 1857234"/>
              <a:gd name="connsiteY15" fmla="*/ 1532936 h 2261125"/>
              <a:gd name="connsiteX16" fmla="*/ 301968 w 1857234"/>
              <a:gd name="connsiteY16" fmla="*/ 1803314 h 2261125"/>
              <a:gd name="connsiteX17" fmla="*/ 443372 w 1857234"/>
              <a:gd name="connsiteY17" fmla="*/ 1961314 h 2261125"/>
              <a:gd name="connsiteX18" fmla="*/ 647608 w 1857234"/>
              <a:gd name="connsiteY18" fmla="*/ 2138936 h 2261125"/>
              <a:gd name="connsiteX19" fmla="*/ 812665 w 1857234"/>
              <a:gd name="connsiteY19" fmla="*/ 2239951 h 2261125"/>
              <a:gd name="connsiteX20" fmla="*/ 960526 w 1857234"/>
              <a:gd name="connsiteY20" fmla="*/ 2261083 h 2261125"/>
              <a:gd name="connsiteX21" fmla="*/ 1112155 w 1857234"/>
              <a:gd name="connsiteY21" fmla="*/ 2237965 h 2261125"/>
              <a:gd name="connsiteX22" fmla="*/ 1252319 w 1857234"/>
              <a:gd name="connsiteY22" fmla="*/ 2174916 h 2261125"/>
              <a:gd name="connsiteX23" fmla="*/ 1377459 w 1857234"/>
              <a:gd name="connsiteY23" fmla="*/ 2070198 h 2261125"/>
              <a:gd name="connsiteX24" fmla="*/ 1538954 w 1857234"/>
              <a:gd name="connsiteY24" fmla="*/ 1904583 h 2261125"/>
              <a:gd name="connsiteX25" fmla="*/ 1649165 w 1857234"/>
              <a:gd name="connsiteY25" fmla="*/ 1767412 h 2261125"/>
              <a:gd name="connsiteX26" fmla="*/ 1667781 w 1857234"/>
              <a:gd name="connsiteY26" fmla="*/ 1594101 h 2261125"/>
              <a:gd name="connsiteX27" fmla="*/ 1678087 w 1857234"/>
              <a:gd name="connsiteY27" fmla="*/ 1484588 h 2261125"/>
              <a:gd name="connsiteX28" fmla="*/ 1737353 w 1857234"/>
              <a:gd name="connsiteY28" fmla="*/ 1549870 h 2261125"/>
              <a:gd name="connsiteX29" fmla="*/ 1788153 w 1857234"/>
              <a:gd name="connsiteY29" fmla="*/ 1524470 h 2261125"/>
              <a:gd name="connsiteX30" fmla="*/ 1810167 w 1857234"/>
              <a:gd name="connsiteY30" fmla="*/ 1405936 h 2261125"/>
              <a:gd name="connsiteX31" fmla="*/ 1849113 w 1857234"/>
              <a:gd name="connsiteY31" fmla="*/ 1309416 h 2261125"/>
              <a:gd name="connsiteX32" fmla="*/ 1855887 w 1857234"/>
              <a:gd name="connsiteY32" fmla="*/ 1211203 h 2261125"/>
              <a:gd name="connsiteX33" fmla="*/ 1830487 w 1857234"/>
              <a:gd name="connsiteY33" fmla="*/ 1092670 h 2261125"/>
              <a:gd name="connsiteX34" fmla="*/ 1754287 w 1857234"/>
              <a:gd name="connsiteY34" fmla="*/ 1118070 h 2261125"/>
              <a:gd name="connsiteX35" fmla="*/ 1720420 w 1857234"/>
              <a:gd name="connsiteY35" fmla="*/ 1164636 h 2261125"/>
              <a:gd name="connsiteX36" fmla="*/ 1686553 w 1857234"/>
              <a:gd name="connsiteY36" fmla="*/ 1236603 h 2261125"/>
              <a:gd name="connsiteX37" fmla="*/ 1703487 w 1857234"/>
              <a:gd name="connsiteY37" fmla="*/ 830203 h 2261125"/>
              <a:gd name="connsiteX38" fmla="*/ 1669620 w 1857234"/>
              <a:gd name="connsiteY38" fmla="*/ 505083 h 2261125"/>
              <a:gd name="connsiteX39" fmla="*/ 1474887 w 1857234"/>
              <a:gd name="connsiteY39" fmla="*/ 186736 h 2261125"/>
              <a:gd name="connsiteX40" fmla="*/ 1264278 w 1857234"/>
              <a:gd name="connsiteY40" fmla="*/ 62925 h 2261125"/>
              <a:gd name="connsiteX41" fmla="*/ 907620 w 1857234"/>
              <a:gd name="connsiteY41" fmla="*/ 470 h 2261125"/>
              <a:gd name="connsiteX42" fmla="*/ 699128 w 1857234"/>
              <a:gd name="connsiteY42" fmla="*/ 38246 h 2261125"/>
              <a:gd name="connsiteX0" fmla="*/ 699128 w 1857234"/>
              <a:gd name="connsiteY0" fmla="*/ 38246 h 2261125"/>
              <a:gd name="connsiteX1" fmla="*/ 530853 w 1857234"/>
              <a:gd name="connsiteY1" fmla="*/ 109476 h 2261125"/>
              <a:gd name="connsiteX2" fmla="*/ 359403 w 1857234"/>
              <a:gd name="connsiteY2" fmla="*/ 226951 h 2261125"/>
              <a:gd name="connsiteX3" fmla="*/ 194303 w 1857234"/>
              <a:gd name="connsiteY3" fmla="*/ 500001 h 2261125"/>
              <a:gd name="connsiteX4" fmla="*/ 143503 w 1857234"/>
              <a:gd name="connsiteY4" fmla="*/ 690502 h 2261125"/>
              <a:gd name="connsiteX5" fmla="*/ 143503 w 1857234"/>
              <a:gd name="connsiteY5" fmla="*/ 1058801 h 2261125"/>
              <a:gd name="connsiteX6" fmla="*/ 144562 w 1857234"/>
              <a:gd name="connsiteY6" fmla="*/ 1196386 h 2261125"/>
              <a:gd name="connsiteX7" fmla="*/ 92704 w 1857234"/>
              <a:gd name="connsiteY7" fmla="*/ 1145586 h 2261125"/>
              <a:gd name="connsiteX8" fmla="*/ 13329 w 1857234"/>
              <a:gd name="connsiteY8" fmla="*/ 1150878 h 2261125"/>
              <a:gd name="connsiteX9" fmla="*/ 1687 w 1857234"/>
              <a:gd name="connsiteY9" fmla="*/ 1262003 h 2261125"/>
              <a:gd name="connsiteX10" fmla="*/ 31320 w 1857234"/>
              <a:gd name="connsiteY10" fmla="*/ 1405937 h 2261125"/>
              <a:gd name="connsiteX11" fmla="*/ 99053 w 1857234"/>
              <a:gd name="connsiteY11" fmla="*/ 1511770 h 2261125"/>
              <a:gd name="connsiteX12" fmla="*/ 149853 w 1857234"/>
              <a:gd name="connsiteY12" fmla="*/ 1609136 h 2261125"/>
              <a:gd name="connsiteX13" fmla="*/ 213353 w 1857234"/>
              <a:gd name="connsiteY13" fmla="*/ 1626070 h 2261125"/>
              <a:gd name="connsiteX14" fmla="*/ 221820 w 1857234"/>
              <a:gd name="connsiteY14" fmla="*/ 1566803 h 2261125"/>
              <a:gd name="connsiteX15" fmla="*/ 221820 w 1857234"/>
              <a:gd name="connsiteY15" fmla="*/ 1532936 h 2261125"/>
              <a:gd name="connsiteX16" fmla="*/ 301968 w 1857234"/>
              <a:gd name="connsiteY16" fmla="*/ 1803314 h 2261125"/>
              <a:gd name="connsiteX17" fmla="*/ 443372 w 1857234"/>
              <a:gd name="connsiteY17" fmla="*/ 1961314 h 2261125"/>
              <a:gd name="connsiteX18" fmla="*/ 647608 w 1857234"/>
              <a:gd name="connsiteY18" fmla="*/ 2138936 h 2261125"/>
              <a:gd name="connsiteX19" fmla="*/ 812665 w 1857234"/>
              <a:gd name="connsiteY19" fmla="*/ 2239951 h 2261125"/>
              <a:gd name="connsiteX20" fmla="*/ 960526 w 1857234"/>
              <a:gd name="connsiteY20" fmla="*/ 2261083 h 2261125"/>
              <a:gd name="connsiteX21" fmla="*/ 1123400 w 1857234"/>
              <a:gd name="connsiteY21" fmla="*/ 2246379 h 2261125"/>
              <a:gd name="connsiteX22" fmla="*/ 1252319 w 1857234"/>
              <a:gd name="connsiteY22" fmla="*/ 2174916 h 2261125"/>
              <a:gd name="connsiteX23" fmla="*/ 1377459 w 1857234"/>
              <a:gd name="connsiteY23" fmla="*/ 2070198 h 2261125"/>
              <a:gd name="connsiteX24" fmla="*/ 1538954 w 1857234"/>
              <a:gd name="connsiteY24" fmla="*/ 1904583 h 2261125"/>
              <a:gd name="connsiteX25" fmla="*/ 1649165 w 1857234"/>
              <a:gd name="connsiteY25" fmla="*/ 1767412 h 2261125"/>
              <a:gd name="connsiteX26" fmla="*/ 1667781 w 1857234"/>
              <a:gd name="connsiteY26" fmla="*/ 1594101 h 2261125"/>
              <a:gd name="connsiteX27" fmla="*/ 1678087 w 1857234"/>
              <a:gd name="connsiteY27" fmla="*/ 1484588 h 2261125"/>
              <a:gd name="connsiteX28" fmla="*/ 1737353 w 1857234"/>
              <a:gd name="connsiteY28" fmla="*/ 1549870 h 2261125"/>
              <a:gd name="connsiteX29" fmla="*/ 1788153 w 1857234"/>
              <a:gd name="connsiteY29" fmla="*/ 1524470 h 2261125"/>
              <a:gd name="connsiteX30" fmla="*/ 1810167 w 1857234"/>
              <a:gd name="connsiteY30" fmla="*/ 1405936 h 2261125"/>
              <a:gd name="connsiteX31" fmla="*/ 1849113 w 1857234"/>
              <a:gd name="connsiteY31" fmla="*/ 1309416 h 2261125"/>
              <a:gd name="connsiteX32" fmla="*/ 1855887 w 1857234"/>
              <a:gd name="connsiteY32" fmla="*/ 1211203 h 2261125"/>
              <a:gd name="connsiteX33" fmla="*/ 1830487 w 1857234"/>
              <a:gd name="connsiteY33" fmla="*/ 1092670 h 2261125"/>
              <a:gd name="connsiteX34" fmla="*/ 1754287 w 1857234"/>
              <a:gd name="connsiteY34" fmla="*/ 1118070 h 2261125"/>
              <a:gd name="connsiteX35" fmla="*/ 1720420 w 1857234"/>
              <a:gd name="connsiteY35" fmla="*/ 1164636 h 2261125"/>
              <a:gd name="connsiteX36" fmla="*/ 1686553 w 1857234"/>
              <a:gd name="connsiteY36" fmla="*/ 1236603 h 2261125"/>
              <a:gd name="connsiteX37" fmla="*/ 1703487 w 1857234"/>
              <a:gd name="connsiteY37" fmla="*/ 830203 h 2261125"/>
              <a:gd name="connsiteX38" fmla="*/ 1669620 w 1857234"/>
              <a:gd name="connsiteY38" fmla="*/ 505083 h 2261125"/>
              <a:gd name="connsiteX39" fmla="*/ 1474887 w 1857234"/>
              <a:gd name="connsiteY39" fmla="*/ 186736 h 2261125"/>
              <a:gd name="connsiteX40" fmla="*/ 1264278 w 1857234"/>
              <a:gd name="connsiteY40" fmla="*/ 62925 h 2261125"/>
              <a:gd name="connsiteX41" fmla="*/ 907620 w 1857234"/>
              <a:gd name="connsiteY41" fmla="*/ 470 h 2261125"/>
              <a:gd name="connsiteX42" fmla="*/ 699128 w 1857234"/>
              <a:gd name="connsiteY42" fmla="*/ 38246 h 2261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857234" h="2261125">
                <a:moveTo>
                  <a:pt x="699128" y="38246"/>
                </a:moveTo>
                <a:cubicBezTo>
                  <a:pt x="636334" y="56414"/>
                  <a:pt x="587474" y="78025"/>
                  <a:pt x="530853" y="109476"/>
                </a:cubicBezTo>
                <a:cubicBezTo>
                  <a:pt x="474232" y="140927"/>
                  <a:pt x="415495" y="161864"/>
                  <a:pt x="359403" y="226951"/>
                </a:cubicBezTo>
                <a:cubicBezTo>
                  <a:pt x="303311" y="292038"/>
                  <a:pt x="230286" y="422743"/>
                  <a:pt x="194303" y="500001"/>
                </a:cubicBezTo>
                <a:cubicBezTo>
                  <a:pt x="158320" y="577259"/>
                  <a:pt x="137506" y="617653"/>
                  <a:pt x="143503" y="690502"/>
                </a:cubicBezTo>
                <a:cubicBezTo>
                  <a:pt x="149500" y="763351"/>
                  <a:pt x="143327" y="974487"/>
                  <a:pt x="143503" y="1058801"/>
                </a:cubicBezTo>
                <a:cubicBezTo>
                  <a:pt x="143679" y="1143115"/>
                  <a:pt x="153028" y="1181922"/>
                  <a:pt x="144562" y="1196386"/>
                </a:cubicBezTo>
                <a:cubicBezTo>
                  <a:pt x="136096" y="1210850"/>
                  <a:pt x="114576" y="1153171"/>
                  <a:pt x="92704" y="1145586"/>
                </a:cubicBezTo>
                <a:cubicBezTo>
                  <a:pt x="70832" y="1138001"/>
                  <a:pt x="28498" y="1131475"/>
                  <a:pt x="13329" y="1150878"/>
                </a:cubicBezTo>
                <a:cubicBezTo>
                  <a:pt x="-1840" y="1170281"/>
                  <a:pt x="-1311" y="1219493"/>
                  <a:pt x="1687" y="1262003"/>
                </a:cubicBezTo>
                <a:cubicBezTo>
                  <a:pt x="4685" y="1304513"/>
                  <a:pt x="15092" y="1364309"/>
                  <a:pt x="31320" y="1405937"/>
                </a:cubicBezTo>
                <a:cubicBezTo>
                  <a:pt x="47548" y="1447565"/>
                  <a:pt x="79298" y="1477904"/>
                  <a:pt x="99053" y="1511770"/>
                </a:cubicBezTo>
                <a:cubicBezTo>
                  <a:pt x="118808" y="1545636"/>
                  <a:pt x="130803" y="1590086"/>
                  <a:pt x="149853" y="1609136"/>
                </a:cubicBezTo>
                <a:cubicBezTo>
                  <a:pt x="168903" y="1628186"/>
                  <a:pt x="201359" y="1633125"/>
                  <a:pt x="213353" y="1626070"/>
                </a:cubicBezTo>
                <a:cubicBezTo>
                  <a:pt x="225347" y="1619015"/>
                  <a:pt x="221820" y="1566803"/>
                  <a:pt x="221820" y="1566803"/>
                </a:cubicBezTo>
                <a:cubicBezTo>
                  <a:pt x="223231" y="1551281"/>
                  <a:pt x="208462" y="1493518"/>
                  <a:pt x="221820" y="1532936"/>
                </a:cubicBezTo>
                <a:cubicBezTo>
                  <a:pt x="235178" y="1572355"/>
                  <a:pt x="265043" y="1731918"/>
                  <a:pt x="301968" y="1803314"/>
                </a:cubicBezTo>
                <a:cubicBezTo>
                  <a:pt x="338893" y="1874710"/>
                  <a:pt x="385765" y="1905377"/>
                  <a:pt x="443372" y="1961314"/>
                </a:cubicBezTo>
                <a:cubicBezTo>
                  <a:pt x="500979" y="2017251"/>
                  <a:pt x="585350" y="2096365"/>
                  <a:pt x="647608" y="2138936"/>
                </a:cubicBezTo>
                <a:cubicBezTo>
                  <a:pt x="709866" y="2181507"/>
                  <a:pt x="760512" y="2219593"/>
                  <a:pt x="812665" y="2239951"/>
                </a:cubicBezTo>
                <a:cubicBezTo>
                  <a:pt x="864818" y="2260309"/>
                  <a:pt x="910611" y="2261414"/>
                  <a:pt x="960526" y="2261083"/>
                </a:cubicBezTo>
                <a:cubicBezTo>
                  <a:pt x="1044177" y="2257948"/>
                  <a:pt x="1074768" y="2260740"/>
                  <a:pt x="1123400" y="2246379"/>
                </a:cubicBezTo>
                <a:cubicBezTo>
                  <a:pt x="1172032" y="2232018"/>
                  <a:pt x="1215809" y="2200073"/>
                  <a:pt x="1252319" y="2174916"/>
                </a:cubicBezTo>
                <a:cubicBezTo>
                  <a:pt x="1288829" y="2149759"/>
                  <a:pt x="1313578" y="2126101"/>
                  <a:pt x="1377459" y="2070198"/>
                </a:cubicBezTo>
                <a:cubicBezTo>
                  <a:pt x="1441340" y="2014295"/>
                  <a:pt x="1493670" y="1955047"/>
                  <a:pt x="1538954" y="1904583"/>
                </a:cubicBezTo>
                <a:cubicBezTo>
                  <a:pt x="1584238" y="1854119"/>
                  <a:pt x="1629409" y="1822163"/>
                  <a:pt x="1649165" y="1767412"/>
                </a:cubicBezTo>
                <a:cubicBezTo>
                  <a:pt x="1668921" y="1712661"/>
                  <a:pt x="1662961" y="1641238"/>
                  <a:pt x="1667781" y="1594101"/>
                </a:cubicBezTo>
                <a:cubicBezTo>
                  <a:pt x="1672601" y="1546964"/>
                  <a:pt x="1666492" y="1491960"/>
                  <a:pt x="1678087" y="1484588"/>
                </a:cubicBezTo>
                <a:cubicBezTo>
                  <a:pt x="1689682" y="1477216"/>
                  <a:pt x="1719009" y="1543223"/>
                  <a:pt x="1737353" y="1549870"/>
                </a:cubicBezTo>
                <a:cubicBezTo>
                  <a:pt x="1755697" y="1556517"/>
                  <a:pt x="1776017" y="1548459"/>
                  <a:pt x="1788153" y="1524470"/>
                </a:cubicBezTo>
                <a:cubicBezTo>
                  <a:pt x="1800289" y="1500481"/>
                  <a:pt x="1800007" y="1441778"/>
                  <a:pt x="1810167" y="1405936"/>
                </a:cubicBezTo>
                <a:cubicBezTo>
                  <a:pt x="1820327" y="1370094"/>
                  <a:pt x="1841493" y="1341871"/>
                  <a:pt x="1849113" y="1309416"/>
                </a:cubicBezTo>
                <a:cubicBezTo>
                  <a:pt x="1856733" y="1276961"/>
                  <a:pt x="1858991" y="1247327"/>
                  <a:pt x="1855887" y="1211203"/>
                </a:cubicBezTo>
                <a:cubicBezTo>
                  <a:pt x="1852783" y="1175079"/>
                  <a:pt x="1847420" y="1108192"/>
                  <a:pt x="1830487" y="1092670"/>
                </a:cubicBezTo>
                <a:cubicBezTo>
                  <a:pt x="1813554" y="1077148"/>
                  <a:pt x="1772632" y="1106076"/>
                  <a:pt x="1754287" y="1118070"/>
                </a:cubicBezTo>
                <a:cubicBezTo>
                  <a:pt x="1735943" y="1130064"/>
                  <a:pt x="1731709" y="1144881"/>
                  <a:pt x="1720420" y="1164636"/>
                </a:cubicBezTo>
                <a:cubicBezTo>
                  <a:pt x="1709131" y="1184391"/>
                  <a:pt x="1689375" y="1292342"/>
                  <a:pt x="1686553" y="1236603"/>
                </a:cubicBezTo>
                <a:cubicBezTo>
                  <a:pt x="1683731" y="1180864"/>
                  <a:pt x="1706309" y="952123"/>
                  <a:pt x="1703487" y="830203"/>
                </a:cubicBezTo>
                <a:cubicBezTo>
                  <a:pt x="1700665" y="708283"/>
                  <a:pt x="1707720" y="612328"/>
                  <a:pt x="1669620" y="505083"/>
                </a:cubicBezTo>
                <a:cubicBezTo>
                  <a:pt x="1631520" y="397839"/>
                  <a:pt x="1542444" y="260429"/>
                  <a:pt x="1474887" y="186736"/>
                </a:cubicBezTo>
                <a:cubicBezTo>
                  <a:pt x="1407330" y="113043"/>
                  <a:pt x="1358822" y="93969"/>
                  <a:pt x="1264278" y="62925"/>
                </a:cubicBezTo>
                <a:cubicBezTo>
                  <a:pt x="1169734" y="31881"/>
                  <a:pt x="1001812" y="4583"/>
                  <a:pt x="907620" y="470"/>
                </a:cubicBezTo>
                <a:cubicBezTo>
                  <a:pt x="813428" y="-3643"/>
                  <a:pt x="761922" y="20078"/>
                  <a:pt x="699128" y="38246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4D5C5C0-EA3C-45B6-9756-284F7B11EF52}"/>
              </a:ext>
            </a:extLst>
          </p:cNvPr>
          <p:cNvGrpSpPr/>
          <p:nvPr/>
        </p:nvGrpSpPr>
        <p:grpSpPr>
          <a:xfrm>
            <a:off x="2265201" y="2632807"/>
            <a:ext cx="1042380" cy="811008"/>
            <a:chOff x="1817287" y="2345741"/>
            <a:chExt cx="1042380" cy="81100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B6E557E-9874-45ED-817D-E59AECDBE1F0}"/>
                </a:ext>
              </a:extLst>
            </p:cNvPr>
            <p:cNvSpPr/>
            <p:nvPr/>
          </p:nvSpPr>
          <p:spPr>
            <a:xfrm rot="454907">
              <a:off x="1817287" y="2345741"/>
              <a:ext cx="1042380" cy="272859"/>
            </a:xfrm>
            <a:custGeom>
              <a:avLst/>
              <a:gdLst>
                <a:gd name="connsiteX0" fmla="*/ 1577 w 380133"/>
                <a:gd name="connsiteY0" fmla="*/ 100504 h 105028"/>
                <a:gd name="connsiteX1" fmla="*/ 108257 w 380133"/>
                <a:gd name="connsiteY1" fmla="*/ 9064 h 105028"/>
                <a:gd name="connsiteX2" fmla="*/ 204777 w 380133"/>
                <a:gd name="connsiteY2" fmla="*/ 9064 h 105028"/>
                <a:gd name="connsiteX3" fmla="*/ 352097 w 380133"/>
                <a:gd name="connsiteY3" fmla="*/ 59864 h 105028"/>
                <a:gd name="connsiteX4" fmla="*/ 372417 w 380133"/>
                <a:gd name="connsiteY4" fmla="*/ 80184 h 105028"/>
                <a:gd name="connsiteX5" fmla="*/ 260657 w 380133"/>
                <a:gd name="connsiteY5" fmla="*/ 64944 h 105028"/>
                <a:gd name="connsiteX6" fmla="*/ 179377 w 380133"/>
                <a:gd name="connsiteY6" fmla="*/ 34464 h 105028"/>
                <a:gd name="connsiteX7" fmla="*/ 52377 w 380133"/>
                <a:gd name="connsiteY7" fmla="*/ 85264 h 105028"/>
                <a:gd name="connsiteX8" fmla="*/ 1577 w 380133"/>
                <a:gd name="connsiteY8" fmla="*/ 100504 h 105028"/>
                <a:gd name="connsiteX0" fmla="*/ 1558 w 380114"/>
                <a:gd name="connsiteY0" fmla="*/ 100504 h 104508"/>
                <a:gd name="connsiteX1" fmla="*/ 108238 w 380114"/>
                <a:gd name="connsiteY1" fmla="*/ 9064 h 104508"/>
                <a:gd name="connsiteX2" fmla="*/ 204758 w 380114"/>
                <a:gd name="connsiteY2" fmla="*/ 9064 h 104508"/>
                <a:gd name="connsiteX3" fmla="*/ 352078 w 380114"/>
                <a:gd name="connsiteY3" fmla="*/ 59864 h 104508"/>
                <a:gd name="connsiteX4" fmla="*/ 372398 w 380114"/>
                <a:gd name="connsiteY4" fmla="*/ 80184 h 104508"/>
                <a:gd name="connsiteX5" fmla="*/ 260638 w 380114"/>
                <a:gd name="connsiteY5" fmla="*/ 64944 h 104508"/>
                <a:gd name="connsiteX6" fmla="*/ 155692 w 380114"/>
                <a:gd name="connsiteY6" fmla="*/ 58570 h 104508"/>
                <a:gd name="connsiteX7" fmla="*/ 52358 w 380114"/>
                <a:gd name="connsiteY7" fmla="*/ 85264 h 104508"/>
                <a:gd name="connsiteX8" fmla="*/ 1558 w 380114"/>
                <a:gd name="connsiteY8" fmla="*/ 100504 h 1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0114" h="104508">
                  <a:moveTo>
                    <a:pt x="1558" y="100504"/>
                  </a:moveTo>
                  <a:cubicBezTo>
                    <a:pt x="10871" y="87804"/>
                    <a:pt x="74371" y="24304"/>
                    <a:pt x="108238" y="9064"/>
                  </a:cubicBezTo>
                  <a:cubicBezTo>
                    <a:pt x="142105" y="-6176"/>
                    <a:pt x="164118" y="597"/>
                    <a:pt x="204758" y="9064"/>
                  </a:cubicBezTo>
                  <a:cubicBezTo>
                    <a:pt x="245398" y="17531"/>
                    <a:pt x="324138" y="48011"/>
                    <a:pt x="352078" y="59864"/>
                  </a:cubicBezTo>
                  <a:cubicBezTo>
                    <a:pt x="380018" y="71717"/>
                    <a:pt x="387638" y="79337"/>
                    <a:pt x="372398" y="80184"/>
                  </a:cubicBezTo>
                  <a:cubicBezTo>
                    <a:pt x="357158" y="81031"/>
                    <a:pt x="296756" y="68546"/>
                    <a:pt x="260638" y="64944"/>
                  </a:cubicBezTo>
                  <a:cubicBezTo>
                    <a:pt x="224520" y="61342"/>
                    <a:pt x="190405" y="55183"/>
                    <a:pt x="155692" y="58570"/>
                  </a:cubicBezTo>
                  <a:cubicBezTo>
                    <a:pt x="120979" y="61957"/>
                    <a:pt x="78047" y="78275"/>
                    <a:pt x="52358" y="85264"/>
                  </a:cubicBezTo>
                  <a:cubicBezTo>
                    <a:pt x="26669" y="92253"/>
                    <a:pt x="-7755" y="113204"/>
                    <a:pt x="1558" y="10050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CDF9D12-45C2-412E-880E-3B66394A8D59}"/>
                </a:ext>
              </a:extLst>
            </p:cNvPr>
            <p:cNvSpPr/>
            <p:nvPr/>
          </p:nvSpPr>
          <p:spPr>
            <a:xfrm rot="230838">
              <a:off x="1922275" y="2774802"/>
              <a:ext cx="706787" cy="180669"/>
            </a:xfrm>
            <a:custGeom>
              <a:avLst/>
              <a:gdLst>
                <a:gd name="connsiteX0" fmla="*/ 285750 w 285750"/>
                <a:gd name="connsiteY0" fmla="*/ 65818 h 84868"/>
                <a:gd name="connsiteX1" fmla="*/ 219075 w 285750"/>
                <a:gd name="connsiteY1" fmla="*/ 18193 h 84868"/>
                <a:gd name="connsiteX2" fmla="*/ 122238 w 285750"/>
                <a:gd name="connsiteY2" fmla="*/ 3906 h 84868"/>
                <a:gd name="connsiteX3" fmla="*/ 0 w 285750"/>
                <a:gd name="connsiteY3" fmla="*/ 84868 h 84868"/>
                <a:gd name="connsiteX0" fmla="*/ 285750 w 285750"/>
                <a:gd name="connsiteY0" fmla="*/ 54112 h 73162"/>
                <a:gd name="connsiteX1" fmla="*/ 219075 w 285750"/>
                <a:gd name="connsiteY1" fmla="*/ 6487 h 73162"/>
                <a:gd name="connsiteX2" fmla="*/ 106957 w 285750"/>
                <a:gd name="connsiteY2" fmla="*/ 7664 h 73162"/>
                <a:gd name="connsiteX3" fmla="*/ 0 w 285750"/>
                <a:gd name="connsiteY3" fmla="*/ 73162 h 73162"/>
                <a:gd name="connsiteX0" fmla="*/ 285750 w 285750"/>
                <a:gd name="connsiteY0" fmla="*/ 54112 h 73162"/>
                <a:gd name="connsiteX1" fmla="*/ 219075 w 285750"/>
                <a:gd name="connsiteY1" fmla="*/ 6487 h 73162"/>
                <a:gd name="connsiteX2" fmla="*/ 106957 w 285750"/>
                <a:gd name="connsiteY2" fmla="*/ 7664 h 73162"/>
                <a:gd name="connsiteX3" fmla="*/ 0 w 285750"/>
                <a:gd name="connsiteY3" fmla="*/ 73162 h 7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0" h="73162">
                  <a:moveTo>
                    <a:pt x="285750" y="54112"/>
                  </a:moveTo>
                  <a:cubicBezTo>
                    <a:pt x="266038" y="35459"/>
                    <a:pt x="248874" y="14228"/>
                    <a:pt x="219075" y="6487"/>
                  </a:cubicBezTo>
                  <a:cubicBezTo>
                    <a:pt x="189276" y="-1254"/>
                    <a:pt x="143469" y="-3448"/>
                    <a:pt x="106957" y="7664"/>
                  </a:cubicBezTo>
                  <a:cubicBezTo>
                    <a:pt x="70445" y="18776"/>
                    <a:pt x="42863" y="38237"/>
                    <a:pt x="0" y="73162"/>
                  </a:cubicBezTo>
                </a:path>
              </a:pathLst>
            </a:custGeom>
            <a:noFill/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6E6E4C8-90B0-4EB7-99FD-643966A1F8CB}"/>
                </a:ext>
              </a:extLst>
            </p:cNvPr>
            <p:cNvSpPr/>
            <p:nvPr/>
          </p:nvSpPr>
          <p:spPr>
            <a:xfrm rot="171542">
              <a:off x="1939546" y="2848866"/>
              <a:ext cx="715280" cy="307883"/>
            </a:xfrm>
            <a:custGeom>
              <a:avLst/>
              <a:gdLst>
                <a:gd name="connsiteX0" fmla="*/ 96 w 293337"/>
                <a:gd name="connsiteY0" fmla="*/ 72084 h 113549"/>
                <a:gd name="connsiteX1" fmla="*/ 55659 w 293337"/>
                <a:gd name="connsiteY1" fmla="*/ 35571 h 113549"/>
                <a:gd name="connsiteX2" fmla="*/ 123921 w 293337"/>
                <a:gd name="connsiteY2" fmla="*/ 2234 h 113549"/>
                <a:gd name="connsiteX3" fmla="*/ 217584 w 293337"/>
                <a:gd name="connsiteY3" fmla="*/ 6996 h 113549"/>
                <a:gd name="connsiteX4" fmla="*/ 274734 w 293337"/>
                <a:gd name="connsiteY4" fmla="*/ 38746 h 113549"/>
                <a:gd name="connsiteX5" fmla="*/ 285846 w 293337"/>
                <a:gd name="connsiteY5" fmla="*/ 48271 h 113549"/>
                <a:gd name="connsiteX6" fmla="*/ 289021 w 293337"/>
                <a:gd name="connsiteY6" fmla="*/ 49859 h 113549"/>
                <a:gd name="connsiteX7" fmla="*/ 223934 w 293337"/>
                <a:gd name="connsiteY7" fmla="*/ 102246 h 113549"/>
                <a:gd name="connsiteX8" fmla="*/ 127096 w 293337"/>
                <a:gd name="connsiteY8" fmla="*/ 113359 h 113549"/>
                <a:gd name="connsiteX9" fmla="*/ 44546 w 293337"/>
                <a:gd name="connsiteY9" fmla="*/ 97484 h 113549"/>
                <a:gd name="connsiteX10" fmla="*/ 96 w 293337"/>
                <a:gd name="connsiteY10" fmla="*/ 72084 h 113549"/>
                <a:gd name="connsiteX0" fmla="*/ 96 w 300145"/>
                <a:gd name="connsiteY0" fmla="*/ 72084 h 113464"/>
                <a:gd name="connsiteX1" fmla="*/ 55659 w 300145"/>
                <a:gd name="connsiteY1" fmla="*/ 35571 h 113464"/>
                <a:gd name="connsiteX2" fmla="*/ 123921 w 300145"/>
                <a:gd name="connsiteY2" fmla="*/ 2234 h 113464"/>
                <a:gd name="connsiteX3" fmla="*/ 217584 w 300145"/>
                <a:gd name="connsiteY3" fmla="*/ 6996 h 113464"/>
                <a:gd name="connsiteX4" fmla="*/ 274734 w 300145"/>
                <a:gd name="connsiteY4" fmla="*/ 38746 h 113464"/>
                <a:gd name="connsiteX5" fmla="*/ 285846 w 300145"/>
                <a:gd name="connsiteY5" fmla="*/ 48271 h 113464"/>
                <a:gd name="connsiteX6" fmla="*/ 296959 w 300145"/>
                <a:gd name="connsiteY6" fmla="*/ 64146 h 113464"/>
                <a:gd name="connsiteX7" fmla="*/ 223934 w 300145"/>
                <a:gd name="connsiteY7" fmla="*/ 102246 h 113464"/>
                <a:gd name="connsiteX8" fmla="*/ 127096 w 300145"/>
                <a:gd name="connsiteY8" fmla="*/ 113359 h 113464"/>
                <a:gd name="connsiteX9" fmla="*/ 44546 w 300145"/>
                <a:gd name="connsiteY9" fmla="*/ 97484 h 113464"/>
                <a:gd name="connsiteX10" fmla="*/ 96 w 300145"/>
                <a:gd name="connsiteY10" fmla="*/ 72084 h 113464"/>
                <a:gd name="connsiteX0" fmla="*/ 711 w 300760"/>
                <a:gd name="connsiteY0" fmla="*/ 72084 h 113464"/>
                <a:gd name="connsiteX1" fmla="*/ 56274 w 300760"/>
                <a:gd name="connsiteY1" fmla="*/ 35571 h 113464"/>
                <a:gd name="connsiteX2" fmla="*/ 124536 w 300760"/>
                <a:gd name="connsiteY2" fmla="*/ 2234 h 113464"/>
                <a:gd name="connsiteX3" fmla="*/ 218199 w 300760"/>
                <a:gd name="connsiteY3" fmla="*/ 6996 h 113464"/>
                <a:gd name="connsiteX4" fmla="*/ 275349 w 300760"/>
                <a:gd name="connsiteY4" fmla="*/ 38746 h 113464"/>
                <a:gd name="connsiteX5" fmla="*/ 286461 w 300760"/>
                <a:gd name="connsiteY5" fmla="*/ 48271 h 113464"/>
                <a:gd name="connsiteX6" fmla="*/ 297574 w 300760"/>
                <a:gd name="connsiteY6" fmla="*/ 64146 h 113464"/>
                <a:gd name="connsiteX7" fmla="*/ 224549 w 300760"/>
                <a:gd name="connsiteY7" fmla="*/ 102246 h 113464"/>
                <a:gd name="connsiteX8" fmla="*/ 127711 w 300760"/>
                <a:gd name="connsiteY8" fmla="*/ 113359 h 113464"/>
                <a:gd name="connsiteX9" fmla="*/ 45161 w 300760"/>
                <a:gd name="connsiteY9" fmla="*/ 97484 h 113464"/>
                <a:gd name="connsiteX10" fmla="*/ 26111 w 300760"/>
                <a:gd name="connsiteY10" fmla="*/ 87959 h 113464"/>
                <a:gd name="connsiteX11" fmla="*/ 711 w 300760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44830 w 300429"/>
                <a:gd name="connsiteY9" fmla="*/ 97484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67055 w 300429"/>
                <a:gd name="connsiteY9" fmla="*/ 100659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67055 w 300429"/>
                <a:gd name="connsiteY9" fmla="*/ 100659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1609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298047"/>
                <a:gd name="connsiteY0" fmla="*/ 72084 h 118178"/>
                <a:gd name="connsiteX1" fmla="*/ 55943 w 298047"/>
                <a:gd name="connsiteY1" fmla="*/ 35571 h 118178"/>
                <a:gd name="connsiteX2" fmla="*/ 124205 w 298047"/>
                <a:gd name="connsiteY2" fmla="*/ 2234 h 118178"/>
                <a:gd name="connsiteX3" fmla="*/ 217868 w 298047"/>
                <a:gd name="connsiteY3" fmla="*/ 6996 h 118178"/>
                <a:gd name="connsiteX4" fmla="*/ 275018 w 298047"/>
                <a:gd name="connsiteY4" fmla="*/ 38746 h 118178"/>
                <a:gd name="connsiteX5" fmla="*/ 263905 w 298047"/>
                <a:gd name="connsiteY5" fmla="*/ 33983 h 118178"/>
                <a:gd name="connsiteX6" fmla="*/ 297243 w 298047"/>
                <a:gd name="connsiteY6" fmla="*/ 64146 h 118178"/>
                <a:gd name="connsiteX7" fmla="*/ 224218 w 298047"/>
                <a:gd name="connsiteY7" fmla="*/ 102246 h 118178"/>
                <a:gd name="connsiteX8" fmla="*/ 152780 w 298047"/>
                <a:gd name="connsiteY8" fmla="*/ 118122 h 118178"/>
                <a:gd name="connsiteX9" fmla="*/ 67055 w 298047"/>
                <a:gd name="connsiteY9" fmla="*/ 100659 h 118178"/>
                <a:gd name="connsiteX10" fmla="*/ 32130 w 298047"/>
                <a:gd name="connsiteY10" fmla="*/ 89546 h 118178"/>
                <a:gd name="connsiteX11" fmla="*/ 380 w 298047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6683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6683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298047"/>
                <a:gd name="connsiteY0" fmla="*/ 72084 h 118178"/>
                <a:gd name="connsiteX1" fmla="*/ 55943 w 298047"/>
                <a:gd name="connsiteY1" fmla="*/ 35571 h 118178"/>
                <a:gd name="connsiteX2" fmla="*/ 124205 w 298047"/>
                <a:gd name="connsiteY2" fmla="*/ 2234 h 118178"/>
                <a:gd name="connsiteX3" fmla="*/ 217868 w 298047"/>
                <a:gd name="connsiteY3" fmla="*/ 6996 h 118178"/>
                <a:gd name="connsiteX4" fmla="*/ 275018 w 298047"/>
                <a:gd name="connsiteY4" fmla="*/ 38746 h 118178"/>
                <a:gd name="connsiteX5" fmla="*/ 263905 w 298047"/>
                <a:gd name="connsiteY5" fmla="*/ 29220 h 118178"/>
                <a:gd name="connsiteX6" fmla="*/ 297243 w 298047"/>
                <a:gd name="connsiteY6" fmla="*/ 64146 h 118178"/>
                <a:gd name="connsiteX7" fmla="*/ 224218 w 298047"/>
                <a:gd name="connsiteY7" fmla="*/ 102246 h 118178"/>
                <a:gd name="connsiteX8" fmla="*/ 152780 w 298047"/>
                <a:gd name="connsiteY8" fmla="*/ 118122 h 118178"/>
                <a:gd name="connsiteX9" fmla="*/ 67055 w 298047"/>
                <a:gd name="connsiteY9" fmla="*/ 100659 h 118178"/>
                <a:gd name="connsiteX10" fmla="*/ 32130 w 298047"/>
                <a:gd name="connsiteY10" fmla="*/ 89546 h 118178"/>
                <a:gd name="connsiteX11" fmla="*/ 380 w 298047"/>
                <a:gd name="connsiteY11" fmla="*/ 72084 h 118178"/>
                <a:gd name="connsiteX0" fmla="*/ 380 w 297469"/>
                <a:gd name="connsiteY0" fmla="*/ 72084 h 118178"/>
                <a:gd name="connsiteX1" fmla="*/ 55943 w 297469"/>
                <a:gd name="connsiteY1" fmla="*/ 35571 h 118178"/>
                <a:gd name="connsiteX2" fmla="*/ 124205 w 297469"/>
                <a:gd name="connsiteY2" fmla="*/ 2234 h 118178"/>
                <a:gd name="connsiteX3" fmla="*/ 217868 w 297469"/>
                <a:gd name="connsiteY3" fmla="*/ 6996 h 118178"/>
                <a:gd name="connsiteX4" fmla="*/ 275018 w 297469"/>
                <a:gd name="connsiteY4" fmla="*/ 38746 h 118178"/>
                <a:gd name="connsiteX5" fmla="*/ 248030 w 297469"/>
                <a:gd name="connsiteY5" fmla="*/ 19695 h 118178"/>
                <a:gd name="connsiteX6" fmla="*/ 297243 w 297469"/>
                <a:gd name="connsiteY6" fmla="*/ 64146 h 118178"/>
                <a:gd name="connsiteX7" fmla="*/ 224218 w 297469"/>
                <a:gd name="connsiteY7" fmla="*/ 102246 h 118178"/>
                <a:gd name="connsiteX8" fmla="*/ 152780 w 297469"/>
                <a:gd name="connsiteY8" fmla="*/ 118122 h 118178"/>
                <a:gd name="connsiteX9" fmla="*/ 67055 w 297469"/>
                <a:gd name="connsiteY9" fmla="*/ 100659 h 118178"/>
                <a:gd name="connsiteX10" fmla="*/ 32130 w 297469"/>
                <a:gd name="connsiteY10" fmla="*/ 89546 h 118178"/>
                <a:gd name="connsiteX11" fmla="*/ 380 w 297469"/>
                <a:gd name="connsiteY11" fmla="*/ 72084 h 118178"/>
                <a:gd name="connsiteX0" fmla="*/ 380 w 297467"/>
                <a:gd name="connsiteY0" fmla="*/ 72142 h 118236"/>
                <a:gd name="connsiteX1" fmla="*/ 55943 w 297467"/>
                <a:gd name="connsiteY1" fmla="*/ 35629 h 118236"/>
                <a:gd name="connsiteX2" fmla="*/ 124205 w 297467"/>
                <a:gd name="connsiteY2" fmla="*/ 2292 h 118236"/>
                <a:gd name="connsiteX3" fmla="*/ 217868 w 297467"/>
                <a:gd name="connsiteY3" fmla="*/ 7054 h 118236"/>
                <a:gd name="connsiteX4" fmla="*/ 278193 w 297467"/>
                <a:gd name="connsiteY4" fmla="*/ 40391 h 118236"/>
                <a:gd name="connsiteX5" fmla="*/ 248030 w 297467"/>
                <a:gd name="connsiteY5" fmla="*/ 19753 h 118236"/>
                <a:gd name="connsiteX6" fmla="*/ 297243 w 297467"/>
                <a:gd name="connsiteY6" fmla="*/ 64204 h 118236"/>
                <a:gd name="connsiteX7" fmla="*/ 224218 w 297467"/>
                <a:gd name="connsiteY7" fmla="*/ 102304 h 118236"/>
                <a:gd name="connsiteX8" fmla="*/ 152780 w 297467"/>
                <a:gd name="connsiteY8" fmla="*/ 118180 h 118236"/>
                <a:gd name="connsiteX9" fmla="*/ 67055 w 297467"/>
                <a:gd name="connsiteY9" fmla="*/ 100717 h 118236"/>
                <a:gd name="connsiteX10" fmla="*/ 32130 w 297467"/>
                <a:gd name="connsiteY10" fmla="*/ 89604 h 118236"/>
                <a:gd name="connsiteX11" fmla="*/ 380 w 297467"/>
                <a:gd name="connsiteY11" fmla="*/ 72142 h 118236"/>
                <a:gd name="connsiteX0" fmla="*/ 380 w 297467"/>
                <a:gd name="connsiteY0" fmla="*/ 72142 h 118236"/>
                <a:gd name="connsiteX1" fmla="*/ 55943 w 297467"/>
                <a:gd name="connsiteY1" fmla="*/ 35629 h 118236"/>
                <a:gd name="connsiteX2" fmla="*/ 124205 w 297467"/>
                <a:gd name="connsiteY2" fmla="*/ 2292 h 118236"/>
                <a:gd name="connsiteX3" fmla="*/ 217868 w 297467"/>
                <a:gd name="connsiteY3" fmla="*/ 7054 h 118236"/>
                <a:gd name="connsiteX4" fmla="*/ 278193 w 297467"/>
                <a:gd name="connsiteY4" fmla="*/ 40391 h 118236"/>
                <a:gd name="connsiteX5" fmla="*/ 248030 w 297467"/>
                <a:gd name="connsiteY5" fmla="*/ 19753 h 118236"/>
                <a:gd name="connsiteX6" fmla="*/ 297243 w 297467"/>
                <a:gd name="connsiteY6" fmla="*/ 64204 h 118236"/>
                <a:gd name="connsiteX7" fmla="*/ 224218 w 297467"/>
                <a:gd name="connsiteY7" fmla="*/ 102304 h 118236"/>
                <a:gd name="connsiteX8" fmla="*/ 152780 w 297467"/>
                <a:gd name="connsiteY8" fmla="*/ 118180 h 118236"/>
                <a:gd name="connsiteX9" fmla="*/ 67055 w 297467"/>
                <a:gd name="connsiteY9" fmla="*/ 100717 h 118236"/>
                <a:gd name="connsiteX10" fmla="*/ 32130 w 297467"/>
                <a:gd name="connsiteY10" fmla="*/ 89604 h 118236"/>
                <a:gd name="connsiteX11" fmla="*/ 380 w 297467"/>
                <a:gd name="connsiteY11" fmla="*/ 72142 h 118236"/>
                <a:gd name="connsiteX0" fmla="*/ 380 w 297467"/>
                <a:gd name="connsiteY0" fmla="*/ 76481 h 122575"/>
                <a:gd name="connsiteX1" fmla="*/ 55943 w 297467"/>
                <a:gd name="connsiteY1" fmla="*/ 39968 h 122575"/>
                <a:gd name="connsiteX2" fmla="*/ 124205 w 297467"/>
                <a:gd name="connsiteY2" fmla="*/ 6631 h 122575"/>
                <a:gd name="connsiteX3" fmla="*/ 170243 w 297467"/>
                <a:gd name="connsiteY3" fmla="*/ 281 h 122575"/>
                <a:gd name="connsiteX4" fmla="*/ 217868 w 297467"/>
                <a:gd name="connsiteY4" fmla="*/ 11393 h 122575"/>
                <a:gd name="connsiteX5" fmla="*/ 278193 w 297467"/>
                <a:gd name="connsiteY5" fmla="*/ 44730 h 122575"/>
                <a:gd name="connsiteX6" fmla="*/ 248030 w 297467"/>
                <a:gd name="connsiteY6" fmla="*/ 24092 h 122575"/>
                <a:gd name="connsiteX7" fmla="*/ 297243 w 297467"/>
                <a:gd name="connsiteY7" fmla="*/ 68543 h 122575"/>
                <a:gd name="connsiteX8" fmla="*/ 224218 w 297467"/>
                <a:gd name="connsiteY8" fmla="*/ 106643 h 122575"/>
                <a:gd name="connsiteX9" fmla="*/ 152780 w 297467"/>
                <a:gd name="connsiteY9" fmla="*/ 122519 h 122575"/>
                <a:gd name="connsiteX10" fmla="*/ 67055 w 297467"/>
                <a:gd name="connsiteY10" fmla="*/ 105056 h 122575"/>
                <a:gd name="connsiteX11" fmla="*/ 32130 w 297467"/>
                <a:gd name="connsiteY11" fmla="*/ 93943 h 122575"/>
                <a:gd name="connsiteX12" fmla="*/ 380 w 297467"/>
                <a:gd name="connsiteY12" fmla="*/ 76481 h 122575"/>
                <a:gd name="connsiteX0" fmla="*/ 380 w 297467"/>
                <a:gd name="connsiteY0" fmla="*/ 76293 h 122387"/>
                <a:gd name="connsiteX1" fmla="*/ 55943 w 297467"/>
                <a:gd name="connsiteY1" fmla="*/ 39780 h 122387"/>
                <a:gd name="connsiteX2" fmla="*/ 79755 w 297467"/>
                <a:gd name="connsiteY2" fmla="*/ 15969 h 122387"/>
                <a:gd name="connsiteX3" fmla="*/ 124205 w 297467"/>
                <a:gd name="connsiteY3" fmla="*/ 6443 h 122387"/>
                <a:gd name="connsiteX4" fmla="*/ 170243 w 297467"/>
                <a:gd name="connsiteY4" fmla="*/ 93 h 122387"/>
                <a:gd name="connsiteX5" fmla="*/ 217868 w 297467"/>
                <a:gd name="connsiteY5" fmla="*/ 11205 h 122387"/>
                <a:gd name="connsiteX6" fmla="*/ 278193 w 297467"/>
                <a:gd name="connsiteY6" fmla="*/ 44542 h 122387"/>
                <a:gd name="connsiteX7" fmla="*/ 248030 w 297467"/>
                <a:gd name="connsiteY7" fmla="*/ 23904 h 122387"/>
                <a:gd name="connsiteX8" fmla="*/ 297243 w 297467"/>
                <a:gd name="connsiteY8" fmla="*/ 68355 h 122387"/>
                <a:gd name="connsiteX9" fmla="*/ 224218 w 297467"/>
                <a:gd name="connsiteY9" fmla="*/ 106455 h 122387"/>
                <a:gd name="connsiteX10" fmla="*/ 152780 w 297467"/>
                <a:gd name="connsiteY10" fmla="*/ 122331 h 122387"/>
                <a:gd name="connsiteX11" fmla="*/ 67055 w 297467"/>
                <a:gd name="connsiteY11" fmla="*/ 104868 h 122387"/>
                <a:gd name="connsiteX12" fmla="*/ 32130 w 297467"/>
                <a:gd name="connsiteY12" fmla="*/ 93755 h 122387"/>
                <a:gd name="connsiteX13" fmla="*/ 380 w 297467"/>
                <a:gd name="connsiteY13" fmla="*/ 76293 h 122387"/>
                <a:gd name="connsiteX0" fmla="*/ 380 w 297467"/>
                <a:gd name="connsiteY0" fmla="*/ 76293 h 122387"/>
                <a:gd name="connsiteX1" fmla="*/ 55943 w 297467"/>
                <a:gd name="connsiteY1" fmla="*/ 39780 h 122387"/>
                <a:gd name="connsiteX2" fmla="*/ 79755 w 297467"/>
                <a:gd name="connsiteY2" fmla="*/ 15969 h 122387"/>
                <a:gd name="connsiteX3" fmla="*/ 124205 w 297467"/>
                <a:gd name="connsiteY3" fmla="*/ 6443 h 122387"/>
                <a:gd name="connsiteX4" fmla="*/ 170243 w 297467"/>
                <a:gd name="connsiteY4" fmla="*/ 93 h 122387"/>
                <a:gd name="connsiteX5" fmla="*/ 217868 w 297467"/>
                <a:gd name="connsiteY5" fmla="*/ 11205 h 122387"/>
                <a:gd name="connsiteX6" fmla="*/ 278193 w 297467"/>
                <a:gd name="connsiteY6" fmla="*/ 44542 h 122387"/>
                <a:gd name="connsiteX7" fmla="*/ 248030 w 297467"/>
                <a:gd name="connsiteY7" fmla="*/ 23904 h 122387"/>
                <a:gd name="connsiteX8" fmla="*/ 297243 w 297467"/>
                <a:gd name="connsiteY8" fmla="*/ 68355 h 122387"/>
                <a:gd name="connsiteX9" fmla="*/ 224218 w 297467"/>
                <a:gd name="connsiteY9" fmla="*/ 106455 h 122387"/>
                <a:gd name="connsiteX10" fmla="*/ 152780 w 297467"/>
                <a:gd name="connsiteY10" fmla="*/ 122331 h 122387"/>
                <a:gd name="connsiteX11" fmla="*/ 67055 w 297467"/>
                <a:gd name="connsiteY11" fmla="*/ 104868 h 122387"/>
                <a:gd name="connsiteX12" fmla="*/ 32130 w 297467"/>
                <a:gd name="connsiteY12" fmla="*/ 93755 h 122387"/>
                <a:gd name="connsiteX13" fmla="*/ 380 w 297467"/>
                <a:gd name="connsiteY13" fmla="*/ 76293 h 122387"/>
                <a:gd name="connsiteX0" fmla="*/ 380 w 297467"/>
                <a:gd name="connsiteY0" fmla="*/ 77573 h 123667"/>
                <a:gd name="connsiteX1" fmla="*/ 55943 w 297467"/>
                <a:gd name="connsiteY1" fmla="*/ 41060 h 123667"/>
                <a:gd name="connsiteX2" fmla="*/ 79755 w 297467"/>
                <a:gd name="connsiteY2" fmla="*/ 17249 h 123667"/>
                <a:gd name="connsiteX3" fmla="*/ 122617 w 297467"/>
                <a:gd name="connsiteY3" fmla="*/ 1373 h 123667"/>
                <a:gd name="connsiteX4" fmla="*/ 170243 w 297467"/>
                <a:gd name="connsiteY4" fmla="*/ 1373 h 123667"/>
                <a:gd name="connsiteX5" fmla="*/ 217868 w 297467"/>
                <a:gd name="connsiteY5" fmla="*/ 12485 h 123667"/>
                <a:gd name="connsiteX6" fmla="*/ 278193 w 297467"/>
                <a:gd name="connsiteY6" fmla="*/ 45822 h 123667"/>
                <a:gd name="connsiteX7" fmla="*/ 248030 w 297467"/>
                <a:gd name="connsiteY7" fmla="*/ 25184 h 123667"/>
                <a:gd name="connsiteX8" fmla="*/ 297243 w 297467"/>
                <a:gd name="connsiteY8" fmla="*/ 69635 h 123667"/>
                <a:gd name="connsiteX9" fmla="*/ 224218 w 297467"/>
                <a:gd name="connsiteY9" fmla="*/ 107735 h 123667"/>
                <a:gd name="connsiteX10" fmla="*/ 152780 w 297467"/>
                <a:gd name="connsiteY10" fmla="*/ 123611 h 123667"/>
                <a:gd name="connsiteX11" fmla="*/ 67055 w 297467"/>
                <a:gd name="connsiteY11" fmla="*/ 106148 h 123667"/>
                <a:gd name="connsiteX12" fmla="*/ 32130 w 297467"/>
                <a:gd name="connsiteY12" fmla="*/ 95035 h 123667"/>
                <a:gd name="connsiteX13" fmla="*/ 380 w 297467"/>
                <a:gd name="connsiteY13" fmla="*/ 77573 h 123667"/>
                <a:gd name="connsiteX0" fmla="*/ 336 w 297423"/>
                <a:gd name="connsiteY0" fmla="*/ 77573 h 123667"/>
                <a:gd name="connsiteX1" fmla="*/ 54312 w 297423"/>
                <a:gd name="connsiteY1" fmla="*/ 37885 h 123667"/>
                <a:gd name="connsiteX2" fmla="*/ 79711 w 297423"/>
                <a:gd name="connsiteY2" fmla="*/ 17249 h 123667"/>
                <a:gd name="connsiteX3" fmla="*/ 122573 w 297423"/>
                <a:gd name="connsiteY3" fmla="*/ 1373 h 123667"/>
                <a:gd name="connsiteX4" fmla="*/ 170199 w 297423"/>
                <a:gd name="connsiteY4" fmla="*/ 1373 h 123667"/>
                <a:gd name="connsiteX5" fmla="*/ 217824 w 297423"/>
                <a:gd name="connsiteY5" fmla="*/ 12485 h 123667"/>
                <a:gd name="connsiteX6" fmla="*/ 278149 w 297423"/>
                <a:gd name="connsiteY6" fmla="*/ 45822 h 123667"/>
                <a:gd name="connsiteX7" fmla="*/ 247986 w 297423"/>
                <a:gd name="connsiteY7" fmla="*/ 25184 h 123667"/>
                <a:gd name="connsiteX8" fmla="*/ 297199 w 297423"/>
                <a:gd name="connsiteY8" fmla="*/ 69635 h 123667"/>
                <a:gd name="connsiteX9" fmla="*/ 224174 w 297423"/>
                <a:gd name="connsiteY9" fmla="*/ 107735 h 123667"/>
                <a:gd name="connsiteX10" fmla="*/ 152736 w 297423"/>
                <a:gd name="connsiteY10" fmla="*/ 123611 h 123667"/>
                <a:gd name="connsiteX11" fmla="*/ 67011 w 297423"/>
                <a:gd name="connsiteY11" fmla="*/ 106148 h 123667"/>
                <a:gd name="connsiteX12" fmla="*/ 32086 w 297423"/>
                <a:gd name="connsiteY12" fmla="*/ 95035 h 123667"/>
                <a:gd name="connsiteX13" fmla="*/ 336 w 297423"/>
                <a:gd name="connsiteY13" fmla="*/ 77573 h 123667"/>
                <a:gd name="connsiteX0" fmla="*/ 336 w 297423"/>
                <a:gd name="connsiteY0" fmla="*/ 77573 h 123667"/>
                <a:gd name="connsiteX1" fmla="*/ 54312 w 297423"/>
                <a:gd name="connsiteY1" fmla="*/ 37885 h 123667"/>
                <a:gd name="connsiteX2" fmla="*/ 79711 w 297423"/>
                <a:gd name="connsiteY2" fmla="*/ 17249 h 123667"/>
                <a:gd name="connsiteX3" fmla="*/ 122573 w 297423"/>
                <a:gd name="connsiteY3" fmla="*/ 1373 h 123667"/>
                <a:gd name="connsiteX4" fmla="*/ 170199 w 297423"/>
                <a:gd name="connsiteY4" fmla="*/ 1373 h 123667"/>
                <a:gd name="connsiteX5" fmla="*/ 217824 w 297423"/>
                <a:gd name="connsiteY5" fmla="*/ 12485 h 123667"/>
                <a:gd name="connsiteX6" fmla="*/ 278149 w 297423"/>
                <a:gd name="connsiteY6" fmla="*/ 45822 h 123667"/>
                <a:gd name="connsiteX7" fmla="*/ 247986 w 297423"/>
                <a:gd name="connsiteY7" fmla="*/ 25184 h 123667"/>
                <a:gd name="connsiteX8" fmla="*/ 297199 w 297423"/>
                <a:gd name="connsiteY8" fmla="*/ 69635 h 123667"/>
                <a:gd name="connsiteX9" fmla="*/ 224174 w 297423"/>
                <a:gd name="connsiteY9" fmla="*/ 107735 h 123667"/>
                <a:gd name="connsiteX10" fmla="*/ 152736 w 297423"/>
                <a:gd name="connsiteY10" fmla="*/ 123611 h 123667"/>
                <a:gd name="connsiteX11" fmla="*/ 67011 w 297423"/>
                <a:gd name="connsiteY11" fmla="*/ 106148 h 123667"/>
                <a:gd name="connsiteX12" fmla="*/ 32086 w 297423"/>
                <a:gd name="connsiteY12" fmla="*/ 95035 h 123667"/>
                <a:gd name="connsiteX13" fmla="*/ 336 w 297423"/>
                <a:gd name="connsiteY13" fmla="*/ 77573 h 123667"/>
                <a:gd name="connsiteX0" fmla="*/ 336 w 297423"/>
                <a:gd name="connsiteY0" fmla="*/ 78504 h 124598"/>
                <a:gd name="connsiteX1" fmla="*/ 54312 w 297423"/>
                <a:gd name="connsiteY1" fmla="*/ 38816 h 124598"/>
                <a:gd name="connsiteX2" fmla="*/ 57486 w 297423"/>
                <a:gd name="connsiteY2" fmla="*/ 30880 h 124598"/>
                <a:gd name="connsiteX3" fmla="*/ 122573 w 297423"/>
                <a:gd name="connsiteY3" fmla="*/ 2304 h 124598"/>
                <a:gd name="connsiteX4" fmla="*/ 170199 w 297423"/>
                <a:gd name="connsiteY4" fmla="*/ 2304 h 124598"/>
                <a:gd name="connsiteX5" fmla="*/ 217824 w 297423"/>
                <a:gd name="connsiteY5" fmla="*/ 13416 h 124598"/>
                <a:gd name="connsiteX6" fmla="*/ 278149 w 297423"/>
                <a:gd name="connsiteY6" fmla="*/ 46753 h 124598"/>
                <a:gd name="connsiteX7" fmla="*/ 247986 w 297423"/>
                <a:gd name="connsiteY7" fmla="*/ 26115 h 124598"/>
                <a:gd name="connsiteX8" fmla="*/ 297199 w 297423"/>
                <a:gd name="connsiteY8" fmla="*/ 70566 h 124598"/>
                <a:gd name="connsiteX9" fmla="*/ 224174 w 297423"/>
                <a:gd name="connsiteY9" fmla="*/ 108666 h 124598"/>
                <a:gd name="connsiteX10" fmla="*/ 152736 w 297423"/>
                <a:gd name="connsiteY10" fmla="*/ 124542 h 124598"/>
                <a:gd name="connsiteX11" fmla="*/ 67011 w 297423"/>
                <a:gd name="connsiteY11" fmla="*/ 107079 h 124598"/>
                <a:gd name="connsiteX12" fmla="*/ 32086 w 297423"/>
                <a:gd name="connsiteY12" fmla="*/ 95966 h 124598"/>
                <a:gd name="connsiteX13" fmla="*/ 336 w 297423"/>
                <a:gd name="connsiteY13" fmla="*/ 78504 h 124598"/>
                <a:gd name="connsiteX0" fmla="*/ 336 w 297423"/>
                <a:gd name="connsiteY0" fmla="*/ 80615 h 126709"/>
                <a:gd name="connsiteX1" fmla="*/ 54312 w 297423"/>
                <a:gd name="connsiteY1" fmla="*/ 40927 h 126709"/>
                <a:gd name="connsiteX2" fmla="*/ 57486 w 297423"/>
                <a:gd name="connsiteY2" fmla="*/ 32991 h 126709"/>
                <a:gd name="connsiteX3" fmla="*/ 122573 w 297423"/>
                <a:gd name="connsiteY3" fmla="*/ 4415 h 126709"/>
                <a:gd name="connsiteX4" fmla="*/ 170199 w 297423"/>
                <a:gd name="connsiteY4" fmla="*/ 4415 h 126709"/>
                <a:gd name="connsiteX5" fmla="*/ 217824 w 297423"/>
                <a:gd name="connsiteY5" fmla="*/ 15527 h 126709"/>
                <a:gd name="connsiteX6" fmla="*/ 278149 w 297423"/>
                <a:gd name="connsiteY6" fmla="*/ 48864 h 126709"/>
                <a:gd name="connsiteX7" fmla="*/ 247986 w 297423"/>
                <a:gd name="connsiteY7" fmla="*/ 28226 h 126709"/>
                <a:gd name="connsiteX8" fmla="*/ 297199 w 297423"/>
                <a:gd name="connsiteY8" fmla="*/ 72677 h 126709"/>
                <a:gd name="connsiteX9" fmla="*/ 224174 w 297423"/>
                <a:gd name="connsiteY9" fmla="*/ 110777 h 126709"/>
                <a:gd name="connsiteX10" fmla="*/ 152736 w 297423"/>
                <a:gd name="connsiteY10" fmla="*/ 126653 h 126709"/>
                <a:gd name="connsiteX11" fmla="*/ 67011 w 297423"/>
                <a:gd name="connsiteY11" fmla="*/ 109190 h 126709"/>
                <a:gd name="connsiteX12" fmla="*/ 32086 w 297423"/>
                <a:gd name="connsiteY12" fmla="*/ 98077 h 126709"/>
                <a:gd name="connsiteX13" fmla="*/ 336 w 297423"/>
                <a:gd name="connsiteY13" fmla="*/ 80615 h 126709"/>
                <a:gd name="connsiteX0" fmla="*/ 336 w 297423"/>
                <a:gd name="connsiteY0" fmla="*/ 81014 h 127108"/>
                <a:gd name="connsiteX1" fmla="*/ 54312 w 297423"/>
                <a:gd name="connsiteY1" fmla="*/ 41326 h 127108"/>
                <a:gd name="connsiteX2" fmla="*/ 57486 w 297423"/>
                <a:gd name="connsiteY2" fmla="*/ 33390 h 127108"/>
                <a:gd name="connsiteX3" fmla="*/ 122573 w 297423"/>
                <a:gd name="connsiteY3" fmla="*/ 4814 h 127108"/>
                <a:gd name="connsiteX4" fmla="*/ 170199 w 297423"/>
                <a:gd name="connsiteY4" fmla="*/ 4814 h 127108"/>
                <a:gd name="connsiteX5" fmla="*/ 217824 w 297423"/>
                <a:gd name="connsiteY5" fmla="*/ 15926 h 127108"/>
                <a:gd name="connsiteX6" fmla="*/ 278149 w 297423"/>
                <a:gd name="connsiteY6" fmla="*/ 49263 h 127108"/>
                <a:gd name="connsiteX7" fmla="*/ 247986 w 297423"/>
                <a:gd name="connsiteY7" fmla="*/ 28625 h 127108"/>
                <a:gd name="connsiteX8" fmla="*/ 297199 w 297423"/>
                <a:gd name="connsiteY8" fmla="*/ 73076 h 127108"/>
                <a:gd name="connsiteX9" fmla="*/ 224174 w 297423"/>
                <a:gd name="connsiteY9" fmla="*/ 111176 h 127108"/>
                <a:gd name="connsiteX10" fmla="*/ 152736 w 297423"/>
                <a:gd name="connsiteY10" fmla="*/ 127052 h 127108"/>
                <a:gd name="connsiteX11" fmla="*/ 67011 w 297423"/>
                <a:gd name="connsiteY11" fmla="*/ 109589 h 127108"/>
                <a:gd name="connsiteX12" fmla="*/ 32086 w 297423"/>
                <a:gd name="connsiteY12" fmla="*/ 98476 h 127108"/>
                <a:gd name="connsiteX13" fmla="*/ 336 w 297423"/>
                <a:gd name="connsiteY13" fmla="*/ 81014 h 127108"/>
                <a:gd name="connsiteX0" fmla="*/ 336 w 297423"/>
                <a:gd name="connsiteY0" fmla="*/ 78190 h 124284"/>
                <a:gd name="connsiteX1" fmla="*/ 54312 w 297423"/>
                <a:gd name="connsiteY1" fmla="*/ 38502 h 124284"/>
                <a:gd name="connsiteX2" fmla="*/ 79711 w 297423"/>
                <a:gd name="connsiteY2" fmla="*/ 19453 h 124284"/>
                <a:gd name="connsiteX3" fmla="*/ 122573 w 297423"/>
                <a:gd name="connsiteY3" fmla="*/ 1990 h 124284"/>
                <a:gd name="connsiteX4" fmla="*/ 170199 w 297423"/>
                <a:gd name="connsiteY4" fmla="*/ 1990 h 124284"/>
                <a:gd name="connsiteX5" fmla="*/ 217824 w 297423"/>
                <a:gd name="connsiteY5" fmla="*/ 13102 h 124284"/>
                <a:gd name="connsiteX6" fmla="*/ 278149 w 297423"/>
                <a:gd name="connsiteY6" fmla="*/ 46439 h 124284"/>
                <a:gd name="connsiteX7" fmla="*/ 247986 w 297423"/>
                <a:gd name="connsiteY7" fmla="*/ 25801 h 124284"/>
                <a:gd name="connsiteX8" fmla="*/ 297199 w 297423"/>
                <a:gd name="connsiteY8" fmla="*/ 70252 h 124284"/>
                <a:gd name="connsiteX9" fmla="*/ 224174 w 297423"/>
                <a:gd name="connsiteY9" fmla="*/ 108352 h 124284"/>
                <a:gd name="connsiteX10" fmla="*/ 152736 w 297423"/>
                <a:gd name="connsiteY10" fmla="*/ 124228 h 124284"/>
                <a:gd name="connsiteX11" fmla="*/ 67011 w 297423"/>
                <a:gd name="connsiteY11" fmla="*/ 106765 h 124284"/>
                <a:gd name="connsiteX12" fmla="*/ 32086 w 297423"/>
                <a:gd name="connsiteY12" fmla="*/ 95652 h 124284"/>
                <a:gd name="connsiteX13" fmla="*/ 336 w 297423"/>
                <a:gd name="connsiteY13" fmla="*/ 78190 h 124284"/>
                <a:gd name="connsiteX0" fmla="*/ 94 w 297181"/>
                <a:gd name="connsiteY0" fmla="*/ 78190 h 124284"/>
                <a:gd name="connsiteX1" fmla="*/ 42958 w 297181"/>
                <a:gd name="connsiteY1" fmla="*/ 40089 h 124284"/>
                <a:gd name="connsiteX2" fmla="*/ 79469 w 297181"/>
                <a:gd name="connsiteY2" fmla="*/ 19453 h 124284"/>
                <a:gd name="connsiteX3" fmla="*/ 122331 w 297181"/>
                <a:gd name="connsiteY3" fmla="*/ 1990 h 124284"/>
                <a:gd name="connsiteX4" fmla="*/ 169957 w 297181"/>
                <a:gd name="connsiteY4" fmla="*/ 1990 h 124284"/>
                <a:gd name="connsiteX5" fmla="*/ 217582 w 297181"/>
                <a:gd name="connsiteY5" fmla="*/ 13102 h 124284"/>
                <a:gd name="connsiteX6" fmla="*/ 277907 w 297181"/>
                <a:gd name="connsiteY6" fmla="*/ 46439 h 124284"/>
                <a:gd name="connsiteX7" fmla="*/ 247744 w 297181"/>
                <a:gd name="connsiteY7" fmla="*/ 25801 h 124284"/>
                <a:gd name="connsiteX8" fmla="*/ 296957 w 297181"/>
                <a:gd name="connsiteY8" fmla="*/ 70252 h 124284"/>
                <a:gd name="connsiteX9" fmla="*/ 223932 w 297181"/>
                <a:gd name="connsiteY9" fmla="*/ 108352 h 124284"/>
                <a:gd name="connsiteX10" fmla="*/ 152494 w 297181"/>
                <a:gd name="connsiteY10" fmla="*/ 124228 h 124284"/>
                <a:gd name="connsiteX11" fmla="*/ 66769 w 297181"/>
                <a:gd name="connsiteY11" fmla="*/ 106765 h 124284"/>
                <a:gd name="connsiteX12" fmla="*/ 31844 w 297181"/>
                <a:gd name="connsiteY12" fmla="*/ 95652 h 124284"/>
                <a:gd name="connsiteX13" fmla="*/ 94 w 297181"/>
                <a:gd name="connsiteY13" fmla="*/ 78190 h 124284"/>
                <a:gd name="connsiteX0" fmla="*/ 94 w 297181"/>
                <a:gd name="connsiteY0" fmla="*/ 79199 h 125293"/>
                <a:gd name="connsiteX1" fmla="*/ 42958 w 297181"/>
                <a:gd name="connsiteY1" fmla="*/ 41098 h 125293"/>
                <a:gd name="connsiteX2" fmla="*/ 79469 w 297181"/>
                <a:gd name="connsiteY2" fmla="*/ 20462 h 125293"/>
                <a:gd name="connsiteX3" fmla="*/ 135031 w 297181"/>
                <a:gd name="connsiteY3" fmla="*/ 1412 h 125293"/>
                <a:gd name="connsiteX4" fmla="*/ 169957 w 297181"/>
                <a:gd name="connsiteY4" fmla="*/ 2999 h 125293"/>
                <a:gd name="connsiteX5" fmla="*/ 217582 w 297181"/>
                <a:gd name="connsiteY5" fmla="*/ 14111 h 125293"/>
                <a:gd name="connsiteX6" fmla="*/ 277907 w 297181"/>
                <a:gd name="connsiteY6" fmla="*/ 47448 h 125293"/>
                <a:gd name="connsiteX7" fmla="*/ 247744 w 297181"/>
                <a:gd name="connsiteY7" fmla="*/ 26810 h 125293"/>
                <a:gd name="connsiteX8" fmla="*/ 296957 w 297181"/>
                <a:gd name="connsiteY8" fmla="*/ 71261 h 125293"/>
                <a:gd name="connsiteX9" fmla="*/ 223932 w 297181"/>
                <a:gd name="connsiteY9" fmla="*/ 109361 h 125293"/>
                <a:gd name="connsiteX10" fmla="*/ 152494 w 297181"/>
                <a:gd name="connsiteY10" fmla="*/ 125237 h 125293"/>
                <a:gd name="connsiteX11" fmla="*/ 66769 w 297181"/>
                <a:gd name="connsiteY11" fmla="*/ 107774 h 125293"/>
                <a:gd name="connsiteX12" fmla="*/ 31844 w 297181"/>
                <a:gd name="connsiteY12" fmla="*/ 96661 h 125293"/>
                <a:gd name="connsiteX13" fmla="*/ 94 w 297181"/>
                <a:gd name="connsiteY13" fmla="*/ 79199 h 125293"/>
                <a:gd name="connsiteX0" fmla="*/ 94 w 297181"/>
                <a:gd name="connsiteY0" fmla="*/ 79200 h 125294"/>
                <a:gd name="connsiteX1" fmla="*/ 42958 w 297181"/>
                <a:gd name="connsiteY1" fmla="*/ 41099 h 125294"/>
                <a:gd name="connsiteX2" fmla="*/ 79469 w 297181"/>
                <a:gd name="connsiteY2" fmla="*/ 20463 h 125294"/>
                <a:gd name="connsiteX3" fmla="*/ 135031 w 297181"/>
                <a:gd name="connsiteY3" fmla="*/ 1413 h 125294"/>
                <a:gd name="connsiteX4" fmla="*/ 182657 w 297181"/>
                <a:gd name="connsiteY4" fmla="*/ 3000 h 125294"/>
                <a:gd name="connsiteX5" fmla="*/ 217582 w 297181"/>
                <a:gd name="connsiteY5" fmla="*/ 14112 h 125294"/>
                <a:gd name="connsiteX6" fmla="*/ 277907 w 297181"/>
                <a:gd name="connsiteY6" fmla="*/ 47449 h 125294"/>
                <a:gd name="connsiteX7" fmla="*/ 247744 w 297181"/>
                <a:gd name="connsiteY7" fmla="*/ 26811 h 125294"/>
                <a:gd name="connsiteX8" fmla="*/ 296957 w 297181"/>
                <a:gd name="connsiteY8" fmla="*/ 71262 h 125294"/>
                <a:gd name="connsiteX9" fmla="*/ 223932 w 297181"/>
                <a:gd name="connsiteY9" fmla="*/ 109362 h 125294"/>
                <a:gd name="connsiteX10" fmla="*/ 152494 w 297181"/>
                <a:gd name="connsiteY10" fmla="*/ 125238 h 125294"/>
                <a:gd name="connsiteX11" fmla="*/ 66769 w 297181"/>
                <a:gd name="connsiteY11" fmla="*/ 107775 h 125294"/>
                <a:gd name="connsiteX12" fmla="*/ 31844 w 297181"/>
                <a:gd name="connsiteY12" fmla="*/ 96662 h 125294"/>
                <a:gd name="connsiteX13" fmla="*/ 94 w 297181"/>
                <a:gd name="connsiteY13" fmla="*/ 79200 h 125294"/>
                <a:gd name="connsiteX0" fmla="*/ 94 w 297181"/>
                <a:gd name="connsiteY0" fmla="*/ 79200 h 125294"/>
                <a:gd name="connsiteX1" fmla="*/ 42958 w 297181"/>
                <a:gd name="connsiteY1" fmla="*/ 41099 h 125294"/>
                <a:gd name="connsiteX2" fmla="*/ 79469 w 297181"/>
                <a:gd name="connsiteY2" fmla="*/ 20463 h 125294"/>
                <a:gd name="connsiteX3" fmla="*/ 135031 w 297181"/>
                <a:gd name="connsiteY3" fmla="*/ 1413 h 125294"/>
                <a:gd name="connsiteX4" fmla="*/ 182657 w 297181"/>
                <a:gd name="connsiteY4" fmla="*/ 3000 h 125294"/>
                <a:gd name="connsiteX5" fmla="*/ 222345 w 297181"/>
                <a:gd name="connsiteY5" fmla="*/ 14112 h 125294"/>
                <a:gd name="connsiteX6" fmla="*/ 277907 w 297181"/>
                <a:gd name="connsiteY6" fmla="*/ 47449 h 125294"/>
                <a:gd name="connsiteX7" fmla="*/ 247744 w 297181"/>
                <a:gd name="connsiteY7" fmla="*/ 26811 h 125294"/>
                <a:gd name="connsiteX8" fmla="*/ 296957 w 297181"/>
                <a:gd name="connsiteY8" fmla="*/ 71262 h 125294"/>
                <a:gd name="connsiteX9" fmla="*/ 223932 w 297181"/>
                <a:gd name="connsiteY9" fmla="*/ 109362 h 125294"/>
                <a:gd name="connsiteX10" fmla="*/ 152494 w 297181"/>
                <a:gd name="connsiteY10" fmla="*/ 125238 h 125294"/>
                <a:gd name="connsiteX11" fmla="*/ 66769 w 297181"/>
                <a:gd name="connsiteY11" fmla="*/ 107775 h 125294"/>
                <a:gd name="connsiteX12" fmla="*/ 31844 w 297181"/>
                <a:gd name="connsiteY12" fmla="*/ 96662 h 125294"/>
                <a:gd name="connsiteX13" fmla="*/ 94 w 297181"/>
                <a:gd name="connsiteY13" fmla="*/ 79200 h 125294"/>
                <a:gd name="connsiteX0" fmla="*/ 28 w 297115"/>
                <a:gd name="connsiteY0" fmla="*/ 79200 h 125294"/>
                <a:gd name="connsiteX1" fmla="*/ 42892 w 297115"/>
                <a:gd name="connsiteY1" fmla="*/ 41099 h 125294"/>
                <a:gd name="connsiteX2" fmla="*/ 79403 w 297115"/>
                <a:gd name="connsiteY2" fmla="*/ 20463 h 125294"/>
                <a:gd name="connsiteX3" fmla="*/ 134965 w 297115"/>
                <a:gd name="connsiteY3" fmla="*/ 1413 h 125294"/>
                <a:gd name="connsiteX4" fmla="*/ 182591 w 297115"/>
                <a:gd name="connsiteY4" fmla="*/ 3000 h 125294"/>
                <a:gd name="connsiteX5" fmla="*/ 222279 w 297115"/>
                <a:gd name="connsiteY5" fmla="*/ 14112 h 125294"/>
                <a:gd name="connsiteX6" fmla="*/ 277841 w 297115"/>
                <a:gd name="connsiteY6" fmla="*/ 47449 h 125294"/>
                <a:gd name="connsiteX7" fmla="*/ 247678 w 297115"/>
                <a:gd name="connsiteY7" fmla="*/ 26811 h 125294"/>
                <a:gd name="connsiteX8" fmla="*/ 296891 w 297115"/>
                <a:gd name="connsiteY8" fmla="*/ 71262 h 125294"/>
                <a:gd name="connsiteX9" fmla="*/ 223866 w 297115"/>
                <a:gd name="connsiteY9" fmla="*/ 109362 h 125294"/>
                <a:gd name="connsiteX10" fmla="*/ 152428 w 297115"/>
                <a:gd name="connsiteY10" fmla="*/ 125238 h 125294"/>
                <a:gd name="connsiteX11" fmla="*/ 66703 w 297115"/>
                <a:gd name="connsiteY11" fmla="*/ 107775 h 125294"/>
                <a:gd name="connsiteX12" fmla="*/ 36541 w 297115"/>
                <a:gd name="connsiteY12" fmla="*/ 90312 h 125294"/>
                <a:gd name="connsiteX13" fmla="*/ 28 w 297115"/>
                <a:gd name="connsiteY13" fmla="*/ 79200 h 125294"/>
                <a:gd name="connsiteX0" fmla="*/ 345 w 297432"/>
                <a:gd name="connsiteY0" fmla="*/ 79200 h 125294"/>
                <a:gd name="connsiteX1" fmla="*/ 43209 w 297432"/>
                <a:gd name="connsiteY1" fmla="*/ 41099 h 125294"/>
                <a:gd name="connsiteX2" fmla="*/ 79720 w 297432"/>
                <a:gd name="connsiteY2" fmla="*/ 20463 h 125294"/>
                <a:gd name="connsiteX3" fmla="*/ 135282 w 297432"/>
                <a:gd name="connsiteY3" fmla="*/ 1413 h 125294"/>
                <a:gd name="connsiteX4" fmla="*/ 182908 w 297432"/>
                <a:gd name="connsiteY4" fmla="*/ 3000 h 125294"/>
                <a:gd name="connsiteX5" fmla="*/ 222596 w 297432"/>
                <a:gd name="connsiteY5" fmla="*/ 14112 h 125294"/>
                <a:gd name="connsiteX6" fmla="*/ 278158 w 297432"/>
                <a:gd name="connsiteY6" fmla="*/ 47449 h 125294"/>
                <a:gd name="connsiteX7" fmla="*/ 247995 w 297432"/>
                <a:gd name="connsiteY7" fmla="*/ 26811 h 125294"/>
                <a:gd name="connsiteX8" fmla="*/ 297208 w 297432"/>
                <a:gd name="connsiteY8" fmla="*/ 71262 h 125294"/>
                <a:gd name="connsiteX9" fmla="*/ 224183 w 297432"/>
                <a:gd name="connsiteY9" fmla="*/ 109362 h 125294"/>
                <a:gd name="connsiteX10" fmla="*/ 152745 w 297432"/>
                <a:gd name="connsiteY10" fmla="*/ 125238 h 125294"/>
                <a:gd name="connsiteX11" fmla="*/ 67020 w 297432"/>
                <a:gd name="connsiteY11" fmla="*/ 107775 h 125294"/>
                <a:gd name="connsiteX12" fmla="*/ 24158 w 297432"/>
                <a:gd name="connsiteY12" fmla="*/ 88724 h 125294"/>
                <a:gd name="connsiteX13" fmla="*/ 345 w 297432"/>
                <a:gd name="connsiteY13" fmla="*/ 79200 h 125294"/>
                <a:gd name="connsiteX0" fmla="*/ 345 w 297432"/>
                <a:gd name="connsiteY0" fmla="*/ 79200 h 125294"/>
                <a:gd name="connsiteX1" fmla="*/ 43209 w 297432"/>
                <a:gd name="connsiteY1" fmla="*/ 41099 h 125294"/>
                <a:gd name="connsiteX2" fmla="*/ 79720 w 297432"/>
                <a:gd name="connsiteY2" fmla="*/ 20463 h 125294"/>
                <a:gd name="connsiteX3" fmla="*/ 135282 w 297432"/>
                <a:gd name="connsiteY3" fmla="*/ 1413 h 125294"/>
                <a:gd name="connsiteX4" fmla="*/ 182908 w 297432"/>
                <a:gd name="connsiteY4" fmla="*/ 3000 h 125294"/>
                <a:gd name="connsiteX5" fmla="*/ 222596 w 297432"/>
                <a:gd name="connsiteY5" fmla="*/ 14112 h 125294"/>
                <a:gd name="connsiteX6" fmla="*/ 278158 w 297432"/>
                <a:gd name="connsiteY6" fmla="*/ 47449 h 125294"/>
                <a:gd name="connsiteX7" fmla="*/ 247995 w 297432"/>
                <a:gd name="connsiteY7" fmla="*/ 26811 h 125294"/>
                <a:gd name="connsiteX8" fmla="*/ 297208 w 297432"/>
                <a:gd name="connsiteY8" fmla="*/ 71262 h 125294"/>
                <a:gd name="connsiteX9" fmla="*/ 224183 w 297432"/>
                <a:gd name="connsiteY9" fmla="*/ 109362 h 125294"/>
                <a:gd name="connsiteX10" fmla="*/ 152745 w 297432"/>
                <a:gd name="connsiteY10" fmla="*/ 125238 h 125294"/>
                <a:gd name="connsiteX11" fmla="*/ 82895 w 297432"/>
                <a:gd name="connsiteY11" fmla="*/ 112538 h 125294"/>
                <a:gd name="connsiteX12" fmla="*/ 24158 w 297432"/>
                <a:gd name="connsiteY12" fmla="*/ 88724 h 125294"/>
                <a:gd name="connsiteX13" fmla="*/ 345 w 297432"/>
                <a:gd name="connsiteY13" fmla="*/ 79200 h 125294"/>
                <a:gd name="connsiteX0" fmla="*/ 345 w 297432"/>
                <a:gd name="connsiteY0" fmla="*/ 79200 h 123717"/>
                <a:gd name="connsiteX1" fmla="*/ 43209 w 297432"/>
                <a:gd name="connsiteY1" fmla="*/ 41099 h 123717"/>
                <a:gd name="connsiteX2" fmla="*/ 79720 w 297432"/>
                <a:gd name="connsiteY2" fmla="*/ 20463 h 123717"/>
                <a:gd name="connsiteX3" fmla="*/ 135282 w 297432"/>
                <a:gd name="connsiteY3" fmla="*/ 1413 h 123717"/>
                <a:gd name="connsiteX4" fmla="*/ 182908 w 297432"/>
                <a:gd name="connsiteY4" fmla="*/ 3000 h 123717"/>
                <a:gd name="connsiteX5" fmla="*/ 222596 w 297432"/>
                <a:gd name="connsiteY5" fmla="*/ 14112 h 123717"/>
                <a:gd name="connsiteX6" fmla="*/ 278158 w 297432"/>
                <a:gd name="connsiteY6" fmla="*/ 47449 h 123717"/>
                <a:gd name="connsiteX7" fmla="*/ 247995 w 297432"/>
                <a:gd name="connsiteY7" fmla="*/ 26811 h 123717"/>
                <a:gd name="connsiteX8" fmla="*/ 297208 w 297432"/>
                <a:gd name="connsiteY8" fmla="*/ 71262 h 123717"/>
                <a:gd name="connsiteX9" fmla="*/ 224183 w 297432"/>
                <a:gd name="connsiteY9" fmla="*/ 109362 h 123717"/>
                <a:gd name="connsiteX10" fmla="*/ 168620 w 297432"/>
                <a:gd name="connsiteY10" fmla="*/ 123650 h 123717"/>
                <a:gd name="connsiteX11" fmla="*/ 82895 w 297432"/>
                <a:gd name="connsiteY11" fmla="*/ 112538 h 123717"/>
                <a:gd name="connsiteX12" fmla="*/ 24158 w 297432"/>
                <a:gd name="connsiteY12" fmla="*/ 88724 h 123717"/>
                <a:gd name="connsiteX13" fmla="*/ 345 w 297432"/>
                <a:gd name="connsiteY13" fmla="*/ 79200 h 123717"/>
                <a:gd name="connsiteX0" fmla="*/ 345 w 297292"/>
                <a:gd name="connsiteY0" fmla="*/ 79200 h 123690"/>
                <a:gd name="connsiteX1" fmla="*/ 43209 w 297292"/>
                <a:gd name="connsiteY1" fmla="*/ 41099 h 123690"/>
                <a:gd name="connsiteX2" fmla="*/ 79720 w 297292"/>
                <a:gd name="connsiteY2" fmla="*/ 20463 h 123690"/>
                <a:gd name="connsiteX3" fmla="*/ 135282 w 297292"/>
                <a:gd name="connsiteY3" fmla="*/ 1413 h 123690"/>
                <a:gd name="connsiteX4" fmla="*/ 182908 w 297292"/>
                <a:gd name="connsiteY4" fmla="*/ 3000 h 123690"/>
                <a:gd name="connsiteX5" fmla="*/ 222596 w 297292"/>
                <a:gd name="connsiteY5" fmla="*/ 14112 h 123690"/>
                <a:gd name="connsiteX6" fmla="*/ 278158 w 297292"/>
                <a:gd name="connsiteY6" fmla="*/ 47449 h 123690"/>
                <a:gd name="connsiteX7" fmla="*/ 247995 w 297292"/>
                <a:gd name="connsiteY7" fmla="*/ 26811 h 123690"/>
                <a:gd name="connsiteX8" fmla="*/ 297208 w 297292"/>
                <a:gd name="connsiteY8" fmla="*/ 71262 h 123690"/>
                <a:gd name="connsiteX9" fmla="*/ 233708 w 297292"/>
                <a:gd name="connsiteY9" fmla="*/ 104600 h 123690"/>
                <a:gd name="connsiteX10" fmla="*/ 168620 w 297292"/>
                <a:gd name="connsiteY10" fmla="*/ 123650 h 123690"/>
                <a:gd name="connsiteX11" fmla="*/ 82895 w 297292"/>
                <a:gd name="connsiteY11" fmla="*/ 112538 h 123690"/>
                <a:gd name="connsiteX12" fmla="*/ 24158 w 297292"/>
                <a:gd name="connsiteY12" fmla="*/ 88724 h 123690"/>
                <a:gd name="connsiteX13" fmla="*/ 345 w 297292"/>
                <a:gd name="connsiteY13" fmla="*/ 79200 h 123690"/>
                <a:gd name="connsiteX0" fmla="*/ 345 w 298292"/>
                <a:gd name="connsiteY0" fmla="*/ 79200 h 123686"/>
                <a:gd name="connsiteX1" fmla="*/ 43209 w 298292"/>
                <a:gd name="connsiteY1" fmla="*/ 41099 h 123686"/>
                <a:gd name="connsiteX2" fmla="*/ 79720 w 298292"/>
                <a:gd name="connsiteY2" fmla="*/ 20463 h 123686"/>
                <a:gd name="connsiteX3" fmla="*/ 135282 w 298292"/>
                <a:gd name="connsiteY3" fmla="*/ 1413 h 123686"/>
                <a:gd name="connsiteX4" fmla="*/ 182908 w 298292"/>
                <a:gd name="connsiteY4" fmla="*/ 3000 h 123686"/>
                <a:gd name="connsiteX5" fmla="*/ 222596 w 298292"/>
                <a:gd name="connsiteY5" fmla="*/ 14112 h 123686"/>
                <a:gd name="connsiteX6" fmla="*/ 278158 w 298292"/>
                <a:gd name="connsiteY6" fmla="*/ 47449 h 123686"/>
                <a:gd name="connsiteX7" fmla="*/ 247995 w 298292"/>
                <a:gd name="connsiteY7" fmla="*/ 26811 h 123686"/>
                <a:gd name="connsiteX8" fmla="*/ 297208 w 298292"/>
                <a:gd name="connsiteY8" fmla="*/ 71262 h 123686"/>
                <a:gd name="connsiteX9" fmla="*/ 278158 w 298292"/>
                <a:gd name="connsiteY9" fmla="*/ 79204 h 123686"/>
                <a:gd name="connsiteX10" fmla="*/ 233708 w 298292"/>
                <a:gd name="connsiteY10" fmla="*/ 104600 h 123686"/>
                <a:gd name="connsiteX11" fmla="*/ 168620 w 298292"/>
                <a:gd name="connsiteY11" fmla="*/ 123650 h 123686"/>
                <a:gd name="connsiteX12" fmla="*/ 82895 w 298292"/>
                <a:gd name="connsiteY12" fmla="*/ 112538 h 123686"/>
                <a:gd name="connsiteX13" fmla="*/ 24158 w 298292"/>
                <a:gd name="connsiteY13" fmla="*/ 88724 h 123686"/>
                <a:gd name="connsiteX14" fmla="*/ 345 w 298292"/>
                <a:gd name="connsiteY14" fmla="*/ 79200 h 123686"/>
                <a:gd name="connsiteX0" fmla="*/ 345 w 298292"/>
                <a:gd name="connsiteY0" fmla="*/ 79200 h 123686"/>
                <a:gd name="connsiteX1" fmla="*/ 43209 w 298292"/>
                <a:gd name="connsiteY1" fmla="*/ 41099 h 123686"/>
                <a:gd name="connsiteX2" fmla="*/ 79720 w 298292"/>
                <a:gd name="connsiteY2" fmla="*/ 20463 h 123686"/>
                <a:gd name="connsiteX3" fmla="*/ 135282 w 298292"/>
                <a:gd name="connsiteY3" fmla="*/ 1413 h 123686"/>
                <a:gd name="connsiteX4" fmla="*/ 182908 w 298292"/>
                <a:gd name="connsiteY4" fmla="*/ 3000 h 123686"/>
                <a:gd name="connsiteX5" fmla="*/ 222596 w 298292"/>
                <a:gd name="connsiteY5" fmla="*/ 14112 h 123686"/>
                <a:gd name="connsiteX6" fmla="*/ 225771 w 298292"/>
                <a:gd name="connsiteY6" fmla="*/ 15699 h 123686"/>
                <a:gd name="connsiteX7" fmla="*/ 247995 w 298292"/>
                <a:gd name="connsiteY7" fmla="*/ 26811 h 123686"/>
                <a:gd name="connsiteX8" fmla="*/ 297208 w 298292"/>
                <a:gd name="connsiteY8" fmla="*/ 71262 h 123686"/>
                <a:gd name="connsiteX9" fmla="*/ 278158 w 298292"/>
                <a:gd name="connsiteY9" fmla="*/ 79204 h 123686"/>
                <a:gd name="connsiteX10" fmla="*/ 233708 w 298292"/>
                <a:gd name="connsiteY10" fmla="*/ 104600 h 123686"/>
                <a:gd name="connsiteX11" fmla="*/ 168620 w 298292"/>
                <a:gd name="connsiteY11" fmla="*/ 123650 h 123686"/>
                <a:gd name="connsiteX12" fmla="*/ 82895 w 298292"/>
                <a:gd name="connsiteY12" fmla="*/ 112538 h 123686"/>
                <a:gd name="connsiteX13" fmla="*/ 24158 w 298292"/>
                <a:gd name="connsiteY13" fmla="*/ 88724 h 123686"/>
                <a:gd name="connsiteX14" fmla="*/ 345 w 298292"/>
                <a:gd name="connsiteY14" fmla="*/ 79200 h 123686"/>
                <a:gd name="connsiteX0" fmla="*/ 345 w 297711"/>
                <a:gd name="connsiteY0" fmla="*/ 79200 h 123686"/>
                <a:gd name="connsiteX1" fmla="*/ 43209 w 297711"/>
                <a:gd name="connsiteY1" fmla="*/ 41099 h 123686"/>
                <a:gd name="connsiteX2" fmla="*/ 79720 w 297711"/>
                <a:gd name="connsiteY2" fmla="*/ 20463 h 123686"/>
                <a:gd name="connsiteX3" fmla="*/ 135282 w 297711"/>
                <a:gd name="connsiteY3" fmla="*/ 1413 h 123686"/>
                <a:gd name="connsiteX4" fmla="*/ 182908 w 297711"/>
                <a:gd name="connsiteY4" fmla="*/ 3000 h 123686"/>
                <a:gd name="connsiteX5" fmla="*/ 222596 w 297711"/>
                <a:gd name="connsiteY5" fmla="*/ 14112 h 123686"/>
                <a:gd name="connsiteX6" fmla="*/ 225771 w 297711"/>
                <a:gd name="connsiteY6" fmla="*/ 15699 h 123686"/>
                <a:gd name="connsiteX7" fmla="*/ 286095 w 297711"/>
                <a:gd name="connsiteY7" fmla="*/ 47448 h 123686"/>
                <a:gd name="connsiteX8" fmla="*/ 297208 w 297711"/>
                <a:gd name="connsiteY8" fmla="*/ 71262 h 123686"/>
                <a:gd name="connsiteX9" fmla="*/ 278158 w 297711"/>
                <a:gd name="connsiteY9" fmla="*/ 79204 h 123686"/>
                <a:gd name="connsiteX10" fmla="*/ 233708 w 297711"/>
                <a:gd name="connsiteY10" fmla="*/ 104600 h 123686"/>
                <a:gd name="connsiteX11" fmla="*/ 168620 w 297711"/>
                <a:gd name="connsiteY11" fmla="*/ 123650 h 123686"/>
                <a:gd name="connsiteX12" fmla="*/ 82895 w 297711"/>
                <a:gd name="connsiteY12" fmla="*/ 112538 h 123686"/>
                <a:gd name="connsiteX13" fmla="*/ 24158 w 297711"/>
                <a:gd name="connsiteY13" fmla="*/ 88724 h 123686"/>
                <a:gd name="connsiteX14" fmla="*/ 345 w 297711"/>
                <a:gd name="connsiteY14" fmla="*/ 79200 h 123686"/>
                <a:gd name="connsiteX0" fmla="*/ 345 w 297980"/>
                <a:gd name="connsiteY0" fmla="*/ 79200 h 123686"/>
                <a:gd name="connsiteX1" fmla="*/ 43209 w 297980"/>
                <a:gd name="connsiteY1" fmla="*/ 41099 h 123686"/>
                <a:gd name="connsiteX2" fmla="*/ 79720 w 297980"/>
                <a:gd name="connsiteY2" fmla="*/ 20463 h 123686"/>
                <a:gd name="connsiteX3" fmla="*/ 135282 w 297980"/>
                <a:gd name="connsiteY3" fmla="*/ 1413 h 123686"/>
                <a:gd name="connsiteX4" fmla="*/ 182908 w 297980"/>
                <a:gd name="connsiteY4" fmla="*/ 3000 h 123686"/>
                <a:gd name="connsiteX5" fmla="*/ 222596 w 297980"/>
                <a:gd name="connsiteY5" fmla="*/ 14112 h 123686"/>
                <a:gd name="connsiteX6" fmla="*/ 225771 w 297980"/>
                <a:gd name="connsiteY6" fmla="*/ 15699 h 123686"/>
                <a:gd name="connsiteX7" fmla="*/ 286095 w 297980"/>
                <a:gd name="connsiteY7" fmla="*/ 47448 h 123686"/>
                <a:gd name="connsiteX8" fmla="*/ 297208 w 297980"/>
                <a:gd name="connsiteY8" fmla="*/ 71262 h 123686"/>
                <a:gd name="connsiteX9" fmla="*/ 278158 w 297980"/>
                <a:gd name="connsiteY9" fmla="*/ 79204 h 123686"/>
                <a:gd name="connsiteX10" fmla="*/ 233708 w 297980"/>
                <a:gd name="connsiteY10" fmla="*/ 104600 h 123686"/>
                <a:gd name="connsiteX11" fmla="*/ 168620 w 297980"/>
                <a:gd name="connsiteY11" fmla="*/ 123650 h 123686"/>
                <a:gd name="connsiteX12" fmla="*/ 82895 w 297980"/>
                <a:gd name="connsiteY12" fmla="*/ 112538 h 123686"/>
                <a:gd name="connsiteX13" fmla="*/ 24158 w 297980"/>
                <a:gd name="connsiteY13" fmla="*/ 88724 h 123686"/>
                <a:gd name="connsiteX14" fmla="*/ 345 w 297980"/>
                <a:gd name="connsiteY14" fmla="*/ 79200 h 123686"/>
                <a:gd name="connsiteX0" fmla="*/ 345 w 297469"/>
                <a:gd name="connsiteY0" fmla="*/ 79200 h 123686"/>
                <a:gd name="connsiteX1" fmla="*/ 43209 w 297469"/>
                <a:gd name="connsiteY1" fmla="*/ 41099 h 123686"/>
                <a:gd name="connsiteX2" fmla="*/ 79720 w 297469"/>
                <a:gd name="connsiteY2" fmla="*/ 20463 h 123686"/>
                <a:gd name="connsiteX3" fmla="*/ 135282 w 297469"/>
                <a:gd name="connsiteY3" fmla="*/ 1413 h 123686"/>
                <a:gd name="connsiteX4" fmla="*/ 182908 w 297469"/>
                <a:gd name="connsiteY4" fmla="*/ 3000 h 123686"/>
                <a:gd name="connsiteX5" fmla="*/ 222596 w 297469"/>
                <a:gd name="connsiteY5" fmla="*/ 14112 h 123686"/>
                <a:gd name="connsiteX6" fmla="*/ 244821 w 297469"/>
                <a:gd name="connsiteY6" fmla="*/ 22049 h 123686"/>
                <a:gd name="connsiteX7" fmla="*/ 286095 w 297469"/>
                <a:gd name="connsiteY7" fmla="*/ 47448 h 123686"/>
                <a:gd name="connsiteX8" fmla="*/ 297208 w 297469"/>
                <a:gd name="connsiteY8" fmla="*/ 71262 h 123686"/>
                <a:gd name="connsiteX9" fmla="*/ 278158 w 297469"/>
                <a:gd name="connsiteY9" fmla="*/ 79204 h 123686"/>
                <a:gd name="connsiteX10" fmla="*/ 233708 w 297469"/>
                <a:gd name="connsiteY10" fmla="*/ 104600 h 123686"/>
                <a:gd name="connsiteX11" fmla="*/ 168620 w 297469"/>
                <a:gd name="connsiteY11" fmla="*/ 123650 h 123686"/>
                <a:gd name="connsiteX12" fmla="*/ 82895 w 297469"/>
                <a:gd name="connsiteY12" fmla="*/ 112538 h 123686"/>
                <a:gd name="connsiteX13" fmla="*/ 24158 w 297469"/>
                <a:gd name="connsiteY13" fmla="*/ 88724 h 123686"/>
                <a:gd name="connsiteX14" fmla="*/ 345 w 297469"/>
                <a:gd name="connsiteY14" fmla="*/ 79200 h 123686"/>
                <a:gd name="connsiteX0" fmla="*/ 345 w 297469"/>
                <a:gd name="connsiteY0" fmla="*/ 79200 h 123686"/>
                <a:gd name="connsiteX1" fmla="*/ 43209 w 297469"/>
                <a:gd name="connsiteY1" fmla="*/ 41099 h 123686"/>
                <a:gd name="connsiteX2" fmla="*/ 79720 w 297469"/>
                <a:gd name="connsiteY2" fmla="*/ 20463 h 123686"/>
                <a:gd name="connsiteX3" fmla="*/ 135282 w 297469"/>
                <a:gd name="connsiteY3" fmla="*/ 1413 h 123686"/>
                <a:gd name="connsiteX4" fmla="*/ 182908 w 297469"/>
                <a:gd name="connsiteY4" fmla="*/ 3000 h 123686"/>
                <a:gd name="connsiteX5" fmla="*/ 214659 w 297469"/>
                <a:gd name="connsiteY5" fmla="*/ 9350 h 123686"/>
                <a:gd name="connsiteX6" fmla="*/ 244821 w 297469"/>
                <a:gd name="connsiteY6" fmla="*/ 22049 h 123686"/>
                <a:gd name="connsiteX7" fmla="*/ 286095 w 297469"/>
                <a:gd name="connsiteY7" fmla="*/ 47448 h 123686"/>
                <a:gd name="connsiteX8" fmla="*/ 297208 w 297469"/>
                <a:gd name="connsiteY8" fmla="*/ 71262 h 123686"/>
                <a:gd name="connsiteX9" fmla="*/ 278158 w 297469"/>
                <a:gd name="connsiteY9" fmla="*/ 79204 h 123686"/>
                <a:gd name="connsiteX10" fmla="*/ 233708 w 297469"/>
                <a:gd name="connsiteY10" fmla="*/ 104600 h 123686"/>
                <a:gd name="connsiteX11" fmla="*/ 168620 w 297469"/>
                <a:gd name="connsiteY11" fmla="*/ 123650 h 123686"/>
                <a:gd name="connsiteX12" fmla="*/ 82895 w 297469"/>
                <a:gd name="connsiteY12" fmla="*/ 112538 h 123686"/>
                <a:gd name="connsiteX13" fmla="*/ 24158 w 297469"/>
                <a:gd name="connsiteY13" fmla="*/ 88724 h 123686"/>
                <a:gd name="connsiteX14" fmla="*/ 345 w 297469"/>
                <a:gd name="connsiteY14" fmla="*/ 79200 h 123686"/>
                <a:gd name="connsiteX0" fmla="*/ 345 w 302119"/>
                <a:gd name="connsiteY0" fmla="*/ 79200 h 123686"/>
                <a:gd name="connsiteX1" fmla="*/ 43209 w 302119"/>
                <a:gd name="connsiteY1" fmla="*/ 41099 h 123686"/>
                <a:gd name="connsiteX2" fmla="*/ 79720 w 302119"/>
                <a:gd name="connsiteY2" fmla="*/ 20463 h 123686"/>
                <a:gd name="connsiteX3" fmla="*/ 135282 w 302119"/>
                <a:gd name="connsiteY3" fmla="*/ 1413 h 123686"/>
                <a:gd name="connsiteX4" fmla="*/ 182908 w 302119"/>
                <a:gd name="connsiteY4" fmla="*/ 3000 h 123686"/>
                <a:gd name="connsiteX5" fmla="*/ 214659 w 302119"/>
                <a:gd name="connsiteY5" fmla="*/ 9350 h 123686"/>
                <a:gd name="connsiteX6" fmla="*/ 244821 w 302119"/>
                <a:gd name="connsiteY6" fmla="*/ 22049 h 123686"/>
                <a:gd name="connsiteX7" fmla="*/ 286095 w 302119"/>
                <a:gd name="connsiteY7" fmla="*/ 47448 h 123686"/>
                <a:gd name="connsiteX8" fmla="*/ 301971 w 302119"/>
                <a:gd name="connsiteY8" fmla="*/ 77612 h 123686"/>
                <a:gd name="connsiteX9" fmla="*/ 278158 w 302119"/>
                <a:gd name="connsiteY9" fmla="*/ 79204 h 123686"/>
                <a:gd name="connsiteX10" fmla="*/ 233708 w 302119"/>
                <a:gd name="connsiteY10" fmla="*/ 104600 h 123686"/>
                <a:gd name="connsiteX11" fmla="*/ 168620 w 302119"/>
                <a:gd name="connsiteY11" fmla="*/ 123650 h 123686"/>
                <a:gd name="connsiteX12" fmla="*/ 82895 w 302119"/>
                <a:gd name="connsiteY12" fmla="*/ 112538 h 123686"/>
                <a:gd name="connsiteX13" fmla="*/ 24158 w 302119"/>
                <a:gd name="connsiteY13" fmla="*/ 88724 h 123686"/>
                <a:gd name="connsiteX14" fmla="*/ 345 w 302119"/>
                <a:gd name="connsiteY14" fmla="*/ 79200 h 123686"/>
                <a:gd name="connsiteX0" fmla="*/ 345 w 302119"/>
                <a:gd name="connsiteY0" fmla="*/ 79200 h 123686"/>
                <a:gd name="connsiteX1" fmla="*/ 43209 w 302119"/>
                <a:gd name="connsiteY1" fmla="*/ 41099 h 123686"/>
                <a:gd name="connsiteX2" fmla="*/ 79720 w 302119"/>
                <a:gd name="connsiteY2" fmla="*/ 20463 h 123686"/>
                <a:gd name="connsiteX3" fmla="*/ 135282 w 302119"/>
                <a:gd name="connsiteY3" fmla="*/ 1413 h 123686"/>
                <a:gd name="connsiteX4" fmla="*/ 182908 w 302119"/>
                <a:gd name="connsiteY4" fmla="*/ 3000 h 123686"/>
                <a:gd name="connsiteX5" fmla="*/ 222597 w 302119"/>
                <a:gd name="connsiteY5" fmla="*/ 10937 h 123686"/>
                <a:gd name="connsiteX6" fmla="*/ 244821 w 302119"/>
                <a:gd name="connsiteY6" fmla="*/ 22049 h 123686"/>
                <a:gd name="connsiteX7" fmla="*/ 286095 w 302119"/>
                <a:gd name="connsiteY7" fmla="*/ 47448 h 123686"/>
                <a:gd name="connsiteX8" fmla="*/ 301971 w 302119"/>
                <a:gd name="connsiteY8" fmla="*/ 77612 h 123686"/>
                <a:gd name="connsiteX9" fmla="*/ 278158 w 302119"/>
                <a:gd name="connsiteY9" fmla="*/ 79204 h 123686"/>
                <a:gd name="connsiteX10" fmla="*/ 233708 w 302119"/>
                <a:gd name="connsiteY10" fmla="*/ 104600 h 123686"/>
                <a:gd name="connsiteX11" fmla="*/ 168620 w 302119"/>
                <a:gd name="connsiteY11" fmla="*/ 123650 h 123686"/>
                <a:gd name="connsiteX12" fmla="*/ 82895 w 302119"/>
                <a:gd name="connsiteY12" fmla="*/ 112538 h 123686"/>
                <a:gd name="connsiteX13" fmla="*/ 24158 w 302119"/>
                <a:gd name="connsiteY13" fmla="*/ 88724 h 123686"/>
                <a:gd name="connsiteX14" fmla="*/ 345 w 302119"/>
                <a:gd name="connsiteY14" fmla="*/ 79200 h 123686"/>
                <a:gd name="connsiteX0" fmla="*/ 345 w 302119"/>
                <a:gd name="connsiteY0" fmla="*/ 83370 h 127856"/>
                <a:gd name="connsiteX1" fmla="*/ 43209 w 302119"/>
                <a:gd name="connsiteY1" fmla="*/ 45269 h 127856"/>
                <a:gd name="connsiteX2" fmla="*/ 79720 w 302119"/>
                <a:gd name="connsiteY2" fmla="*/ 24633 h 127856"/>
                <a:gd name="connsiteX3" fmla="*/ 135282 w 302119"/>
                <a:gd name="connsiteY3" fmla="*/ 5583 h 127856"/>
                <a:gd name="connsiteX4" fmla="*/ 178146 w 302119"/>
                <a:gd name="connsiteY4" fmla="*/ 820 h 127856"/>
                <a:gd name="connsiteX5" fmla="*/ 222597 w 302119"/>
                <a:gd name="connsiteY5" fmla="*/ 15107 h 127856"/>
                <a:gd name="connsiteX6" fmla="*/ 244821 w 302119"/>
                <a:gd name="connsiteY6" fmla="*/ 26219 h 127856"/>
                <a:gd name="connsiteX7" fmla="*/ 286095 w 302119"/>
                <a:gd name="connsiteY7" fmla="*/ 51618 h 127856"/>
                <a:gd name="connsiteX8" fmla="*/ 301971 w 302119"/>
                <a:gd name="connsiteY8" fmla="*/ 81782 h 127856"/>
                <a:gd name="connsiteX9" fmla="*/ 278158 w 302119"/>
                <a:gd name="connsiteY9" fmla="*/ 83374 h 127856"/>
                <a:gd name="connsiteX10" fmla="*/ 233708 w 302119"/>
                <a:gd name="connsiteY10" fmla="*/ 108770 h 127856"/>
                <a:gd name="connsiteX11" fmla="*/ 168620 w 302119"/>
                <a:gd name="connsiteY11" fmla="*/ 127820 h 127856"/>
                <a:gd name="connsiteX12" fmla="*/ 82895 w 302119"/>
                <a:gd name="connsiteY12" fmla="*/ 116708 h 127856"/>
                <a:gd name="connsiteX13" fmla="*/ 24158 w 302119"/>
                <a:gd name="connsiteY13" fmla="*/ 92894 h 127856"/>
                <a:gd name="connsiteX14" fmla="*/ 345 w 302119"/>
                <a:gd name="connsiteY14" fmla="*/ 83370 h 127856"/>
                <a:gd name="connsiteX0" fmla="*/ 345 w 302119"/>
                <a:gd name="connsiteY0" fmla="*/ 83370 h 127856"/>
                <a:gd name="connsiteX1" fmla="*/ 43209 w 302119"/>
                <a:gd name="connsiteY1" fmla="*/ 45269 h 127856"/>
                <a:gd name="connsiteX2" fmla="*/ 79720 w 302119"/>
                <a:gd name="connsiteY2" fmla="*/ 24633 h 127856"/>
                <a:gd name="connsiteX3" fmla="*/ 135282 w 302119"/>
                <a:gd name="connsiteY3" fmla="*/ 5583 h 127856"/>
                <a:gd name="connsiteX4" fmla="*/ 178146 w 302119"/>
                <a:gd name="connsiteY4" fmla="*/ 820 h 127856"/>
                <a:gd name="connsiteX5" fmla="*/ 227360 w 302119"/>
                <a:gd name="connsiteY5" fmla="*/ 10344 h 127856"/>
                <a:gd name="connsiteX6" fmla="*/ 244821 w 302119"/>
                <a:gd name="connsiteY6" fmla="*/ 26219 h 127856"/>
                <a:gd name="connsiteX7" fmla="*/ 286095 w 302119"/>
                <a:gd name="connsiteY7" fmla="*/ 51618 h 127856"/>
                <a:gd name="connsiteX8" fmla="*/ 301971 w 302119"/>
                <a:gd name="connsiteY8" fmla="*/ 81782 h 127856"/>
                <a:gd name="connsiteX9" fmla="*/ 278158 w 302119"/>
                <a:gd name="connsiteY9" fmla="*/ 83374 h 127856"/>
                <a:gd name="connsiteX10" fmla="*/ 233708 w 302119"/>
                <a:gd name="connsiteY10" fmla="*/ 108770 h 127856"/>
                <a:gd name="connsiteX11" fmla="*/ 168620 w 302119"/>
                <a:gd name="connsiteY11" fmla="*/ 127820 h 127856"/>
                <a:gd name="connsiteX12" fmla="*/ 82895 w 302119"/>
                <a:gd name="connsiteY12" fmla="*/ 116708 h 127856"/>
                <a:gd name="connsiteX13" fmla="*/ 24158 w 302119"/>
                <a:gd name="connsiteY13" fmla="*/ 92894 h 127856"/>
                <a:gd name="connsiteX14" fmla="*/ 345 w 302119"/>
                <a:gd name="connsiteY14" fmla="*/ 83370 h 127856"/>
                <a:gd name="connsiteX0" fmla="*/ 345 w 302108"/>
                <a:gd name="connsiteY0" fmla="*/ 83370 h 127856"/>
                <a:gd name="connsiteX1" fmla="*/ 43209 w 302108"/>
                <a:gd name="connsiteY1" fmla="*/ 45269 h 127856"/>
                <a:gd name="connsiteX2" fmla="*/ 79720 w 302108"/>
                <a:gd name="connsiteY2" fmla="*/ 24633 h 127856"/>
                <a:gd name="connsiteX3" fmla="*/ 135282 w 302108"/>
                <a:gd name="connsiteY3" fmla="*/ 5583 h 127856"/>
                <a:gd name="connsiteX4" fmla="*/ 178146 w 302108"/>
                <a:gd name="connsiteY4" fmla="*/ 820 h 127856"/>
                <a:gd name="connsiteX5" fmla="*/ 227360 w 302108"/>
                <a:gd name="connsiteY5" fmla="*/ 10344 h 127856"/>
                <a:gd name="connsiteX6" fmla="*/ 249583 w 302108"/>
                <a:gd name="connsiteY6" fmla="*/ 26219 h 127856"/>
                <a:gd name="connsiteX7" fmla="*/ 286095 w 302108"/>
                <a:gd name="connsiteY7" fmla="*/ 51618 h 127856"/>
                <a:gd name="connsiteX8" fmla="*/ 301971 w 302108"/>
                <a:gd name="connsiteY8" fmla="*/ 81782 h 127856"/>
                <a:gd name="connsiteX9" fmla="*/ 278158 w 302108"/>
                <a:gd name="connsiteY9" fmla="*/ 83374 h 127856"/>
                <a:gd name="connsiteX10" fmla="*/ 233708 w 302108"/>
                <a:gd name="connsiteY10" fmla="*/ 108770 h 127856"/>
                <a:gd name="connsiteX11" fmla="*/ 168620 w 302108"/>
                <a:gd name="connsiteY11" fmla="*/ 127820 h 127856"/>
                <a:gd name="connsiteX12" fmla="*/ 82895 w 302108"/>
                <a:gd name="connsiteY12" fmla="*/ 116708 h 127856"/>
                <a:gd name="connsiteX13" fmla="*/ 24158 w 302108"/>
                <a:gd name="connsiteY13" fmla="*/ 92894 h 127856"/>
                <a:gd name="connsiteX14" fmla="*/ 345 w 302108"/>
                <a:gd name="connsiteY14" fmla="*/ 83370 h 127856"/>
                <a:gd name="connsiteX0" fmla="*/ 345 w 300542"/>
                <a:gd name="connsiteY0" fmla="*/ 83370 h 127856"/>
                <a:gd name="connsiteX1" fmla="*/ 43209 w 300542"/>
                <a:gd name="connsiteY1" fmla="*/ 45269 h 127856"/>
                <a:gd name="connsiteX2" fmla="*/ 79720 w 300542"/>
                <a:gd name="connsiteY2" fmla="*/ 24633 h 127856"/>
                <a:gd name="connsiteX3" fmla="*/ 135282 w 300542"/>
                <a:gd name="connsiteY3" fmla="*/ 5583 h 127856"/>
                <a:gd name="connsiteX4" fmla="*/ 178146 w 300542"/>
                <a:gd name="connsiteY4" fmla="*/ 820 h 127856"/>
                <a:gd name="connsiteX5" fmla="*/ 227360 w 300542"/>
                <a:gd name="connsiteY5" fmla="*/ 10344 h 127856"/>
                <a:gd name="connsiteX6" fmla="*/ 249583 w 300542"/>
                <a:gd name="connsiteY6" fmla="*/ 26219 h 127856"/>
                <a:gd name="connsiteX7" fmla="*/ 286095 w 300542"/>
                <a:gd name="connsiteY7" fmla="*/ 51618 h 127856"/>
                <a:gd name="connsiteX8" fmla="*/ 300384 w 300542"/>
                <a:gd name="connsiteY8" fmla="*/ 77020 h 127856"/>
                <a:gd name="connsiteX9" fmla="*/ 278158 w 300542"/>
                <a:gd name="connsiteY9" fmla="*/ 83374 h 127856"/>
                <a:gd name="connsiteX10" fmla="*/ 233708 w 300542"/>
                <a:gd name="connsiteY10" fmla="*/ 108770 h 127856"/>
                <a:gd name="connsiteX11" fmla="*/ 168620 w 300542"/>
                <a:gd name="connsiteY11" fmla="*/ 127820 h 127856"/>
                <a:gd name="connsiteX12" fmla="*/ 82895 w 300542"/>
                <a:gd name="connsiteY12" fmla="*/ 116708 h 127856"/>
                <a:gd name="connsiteX13" fmla="*/ 24158 w 300542"/>
                <a:gd name="connsiteY13" fmla="*/ 92894 h 127856"/>
                <a:gd name="connsiteX14" fmla="*/ 345 w 300542"/>
                <a:gd name="connsiteY14" fmla="*/ 83370 h 127856"/>
                <a:gd name="connsiteX0" fmla="*/ 345 w 300429"/>
                <a:gd name="connsiteY0" fmla="*/ 83370 h 127856"/>
                <a:gd name="connsiteX1" fmla="*/ 43209 w 300429"/>
                <a:gd name="connsiteY1" fmla="*/ 45269 h 127856"/>
                <a:gd name="connsiteX2" fmla="*/ 79720 w 300429"/>
                <a:gd name="connsiteY2" fmla="*/ 24633 h 127856"/>
                <a:gd name="connsiteX3" fmla="*/ 135282 w 300429"/>
                <a:gd name="connsiteY3" fmla="*/ 5583 h 127856"/>
                <a:gd name="connsiteX4" fmla="*/ 178146 w 300429"/>
                <a:gd name="connsiteY4" fmla="*/ 820 h 127856"/>
                <a:gd name="connsiteX5" fmla="*/ 227360 w 300429"/>
                <a:gd name="connsiteY5" fmla="*/ 10344 h 127856"/>
                <a:gd name="connsiteX6" fmla="*/ 249583 w 300429"/>
                <a:gd name="connsiteY6" fmla="*/ 26219 h 127856"/>
                <a:gd name="connsiteX7" fmla="*/ 282920 w 300429"/>
                <a:gd name="connsiteY7" fmla="*/ 46856 h 127856"/>
                <a:gd name="connsiteX8" fmla="*/ 300384 w 300429"/>
                <a:gd name="connsiteY8" fmla="*/ 77020 h 127856"/>
                <a:gd name="connsiteX9" fmla="*/ 278158 w 300429"/>
                <a:gd name="connsiteY9" fmla="*/ 83374 h 127856"/>
                <a:gd name="connsiteX10" fmla="*/ 233708 w 300429"/>
                <a:gd name="connsiteY10" fmla="*/ 108770 h 127856"/>
                <a:gd name="connsiteX11" fmla="*/ 168620 w 300429"/>
                <a:gd name="connsiteY11" fmla="*/ 127820 h 127856"/>
                <a:gd name="connsiteX12" fmla="*/ 82895 w 300429"/>
                <a:gd name="connsiteY12" fmla="*/ 116708 h 127856"/>
                <a:gd name="connsiteX13" fmla="*/ 24158 w 300429"/>
                <a:gd name="connsiteY13" fmla="*/ 92894 h 127856"/>
                <a:gd name="connsiteX14" fmla="*/ 345 w 300429"/>
                <a:gd name="connsiteY14" fmla="*/ 83370 h 127856"/>
                <a:gd name="connsiteX0" fmla="*/ 345 w 300429"/>
                <a:gd name="connsiteY0" fmla="*/ 83370 h 127856"/>
                <a:gd name="connsiteX1" fmla="*/ 43209 w 300429"/>
                <a:gd name="connsiteY1" fmla="*/ 45269 h 127856"/>
                <a:gd name="connsiteX2" fmla="*/ 79720 w 300429"/>
                <a:gd name="connsiteY2" fmla="*/ 24633 h 127856"/>
                <a:gd name="connsiteX3" fmla="*/ 135282 w 300429"/>
                <a:gd name="connsiteY3" fmla="*/ 5583 h 127856"/>
                <a:gd name="connsiteX4" fmla="*/ 178146 w 300429"/>
                <a:gd name="connsiteY4" fmla="*/ 820 h 127856"/>
                <a:gd name="connsiteX5" fmla="*/ 227360 w 300429"/>
                <a:gd name="connsiteY5" fmla="*/ 10344 h 127856"/>
                <a:gd name="connsiteX6" fmla="*/ 249583 w 300429"/>
                <a:gd name="connsiteY6" fmla="*/ 23044 h 127856"/>
                <a:gd name="connsiteX7" fmla="*/ 282920 w 300429"/>
                <a:gd name="connsiteY7" fmla="*/ 46856 h 127856"/>
                <a:gd name="connsiteX8" fmla="*/ 300384 w 300429"/>
                <a:gd name="connsiteY8" fmla="*/ 77020 h 127856"/>
                <a:gd name="connsiteX9" fmla="*/ 278158 w 300429"/>
                <a:gd name="connsiteY9" fmla="*/ 83374 h 127856"/>
                <a:gd name="connsiteX10" fmla="*/ 233708 w 300429"/>
                <a:gd name="connsiteY10" fmla="*/ 108770 h 127856"/>
                <a:gd name="connsiteX11" fmla="*/ 168620 w 300429"/>
                <a:gd name="connsiteY11" fmla="*/ 127820 h 127856"/>
                <a:gd name="connsiteX12" fmla="*/ 82895 w 300429"/>
                <a:gd name="connsiteY12" fmla="*/ 116708 h 127856"/>
                <a:gd name="connsiteX13" fmla="*/ 24158 w 300429"/>
                <a:gd name="connsiteY13" fmla="*/ 92894 h 127856"/>
                <a:gd name="connsiteX14" fmla="*/ 345 w 300429"/>
                <a:gd name="connsiteY14" fmla="*/ 83370 h 127856"/>
                <a:gd name="connsiteX0" fmla="*/ 345 w 300429"/>
                <a:gd name="connsiteY0" fmla="*/ 83250 h 127736"/>
                <a:gd name="connsiteX1" fmla="*/ 43209 w 300429"/>
                <a:gd name="connsiteY1" fmla="*/ 45149 h 127736"/>
                <a:gd name="connsiteX2" fmla="*/ 81307 w 300429"/>
                <a:gd name="connsiteY2" fmla="*/ 18163 h 127736"/>
                <a:gd name="connsiteX3" fmla="*/ 135282 w 300429"/>
                <a:gd name="connsiteY3" fmla="*/ 5463 h 127736"/>
                <a:gd name="connsiteX4" fmla="*/ 178146 w 300429"/>
                <a:gd name="connsiteY4" fmla="*/ 700 h 127736"/>
                <a:gd name="connsiteX5" fmla="*/ 227360 w 300429"/>
                <a:gd name="connsiteY5" fmla="*/ 10224 h 127736"/>
                <a:gd name="connsiteX6" fmla="*/ 249583 w 300429"/>
                <a:gd name="connsiteY6" fmla="*/ 22924 h 127736"/>
                <a:gd name="connsiteX7" fmla="*/ 282920 w 300429"/>
                <a:gd name="connsiteY7" fmla="*/ 46736 h 127736"/>
                <a:gd name="connsiteX8" fmla="*/ 300384 w 300429"/>
                <a:gd name="connsiteY8" fmla="*/ 76900 h 127736"/>
                <a:gd name="connsiteX9" fmla="*/ 278158 w 300429"/>
                <a:gd name="connsiteY9" fmla="*/ 83254 h 127736"/>
                <a:gd name="connsiteX10" fmla="*/ 233708 w 300429"/>
                <a:gd name="connsiteY10" fmla="*/ 108650 h 127736"/>
                <a:gd name="connsiteX11" fmla="*/ 168620 w 300429"/>
                <a:gd name="connsiteY11" fmla="*/ 127700 h 127736"/>
                <a:gd name="connsiteX12" fmla="*/ 82895 w 300429"/>
                <a:gd name="connsiteY12" fmla="*/ 116588 h 127736"/>
                <a:gd name="connsiteX13" fmla="*/ 24158 w 300429"/>
                <a:gd name="connsiteY13" fmla="*/ 92774 h 127736"/>
                <a:gd name="connsiteX14" fmla="*/ 345 w 300429"/>
                <a:gd name="connsiteY14" fmla="*/ 83250 h 127736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509 h 127995"/>
                <a:gd name="connsiteX1" fmla="*/ 43209 w 300429"/>
                <a:gd name="connsiteY1" fmla="*/ 45408 h 127995"/>
                <a:gd name="connsiteX2" fmla="*/ 81307 w 300429"/>
                <a:gd name="connsiteY2" fmla="*/ 18422 h 127995"/>
                <a:gd name="connsiteX3" fmla="*/ 135282 w 300429"/>
                <a:gd name="connsiteY3" fmla="*/ 2547 h 127995"/>
                <a:gd name="connsiteX4" fmla="*/ 178146 w 300429"/>
                <a:gd name="connsiteY4" fmla="*/ 959 h 127995"/>
                <a:gd name="connsiteX5" fmla="*/ 227360 w 300429"/>
                <a:gd name="connsiteY5" fmla="*/ 10483 h 127995"/>
                <a:gd name="connsiteX6" fmla="*/ 249583 w 300429"/>
                <a:gd name="connsiteY6" fmla="*/ 23183 h 127995"/>
                <a:gd name="connsiteX7" fmla="*/ 282920 w 300429"/>
                <a:gd name="connsiteY7" fmla="*/ 46995 h 127995"/>
                <a:gd name="connsiteX8" fmla="*/ 300384 w 300429"/>
                <a:gd name="connsiteY8" fmla="*/ 77159 h 127995"/>
                <a:gd name="connsiteX9" fmla="*/ 278158 w 300429"/>
                <a:gd name="connsiteY9" fmla="*/ 83513 h 127995"/>
                <a:gd name="connsiteX10" fmla="*/ 233708 w 300429"/>
                <a:gd name="connsiteY10" fmla="*/ 108909 h 127995"/>
                <a:gd name="connsiteX11" fmla="*/ 168620 w 300429"/>
                <a:gd name="connsiteY11" fmla="*/ 127959 h 127995"/>
                <a:gd name="connsiteX12" fmla="*/ 82895 w 300429"/>
                <a:gd name="connsiteY12" fmla="*/ 116847 h 127995"/>
                <a:gd name="connsiteX13" fmla="*/ 24158 w 300429"/>
                <a:gd name="connsiteY13" fmla="*/ 93033 h 127995"/>
                <a:gd name="connsiteX14" fmla="*/ 345 w 300429"/>
                <a:gd name="connsiteY14" fmla="*/ 83509 h 127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0429" h="127995">
                  <a:moveTo>
                    <a:pt x="345" y="83509"/>
                  </a:moveTo>
                  <a:cubicBezTo>
                    <a:pt x="3520" y="75572"/>
                    <a:pt x="29715" y="56256"/>
                    <a:pt x="43209" y="45408"/>
                  </a:cubicBezTo>
                  <a:cubicBezTo>
                    <a:pt x="56703" y="34560"/>
                    <a:pt x="42942" y="41440"/>
                    <a:pt x="81307" y="18422"/>
                  </a:cubicBezTo>
                  <a:cubicBezTo>
                    <a:pt x="124434" y="-3009"/>
                    <a:pt x="122317" y="3869"/>
                    <a:pt x="135282" y="2547"/>
                  </a:cubicBezTo>
                  <a:cubicBezTo>
                    <a:pt x="148247" y="1225"/>
                    <a:pt x="126024" y="-1423"/>
                    <a:pt x="178146" y="959"/>
                  </a:cubicBezTo>
                  <a:cubicBezTo>
                    <a:pt x="193756" y="1753"/>
                    <a:pt x="215454" y="6779"/>
                    <a:pt x="227360" y="10483"/>
                  </a:cubicBezTo>
                  <a:cubicBezTo>
                    <a:pt x="239266" y="14187"/>
                    <a:pt x="240323" y="17098"/>
                    <a:pt x="249583" y="23183"/>
                  </a:cubicBezTo>
                  <a:cubicBezTo>
                    <a:pt x="258843" y="29268"/>
                    <a:pt x="274453" y="37999"/>
                    <a:pt x="282920" y="46995"/>
                  </a:cubicBezTo>
                  <a:cubicBezTo>
                    <a:pt x="291387" y="55991"/>
                    <a:pt x="301178" y="71073"/>
                    <a:pt x="300384" y="77159"/>
                  </a:cubicBezTo>
                  <a:cubicBezTo>
                    <a:pt x="299590" y="83245"/>
                    <a:pt x="288741" y="77957"/>
                    <a:pt x="278158" y="83513"/>
                  </a:cubicBezTo>
                  <a:cubicBezTo>
                    <a:pt x="267575" y="89069"/>
                    <a:pt x="251964" y="101501"/>
                    <a:pt x="233708" y="108909"/>
                  </a:cubicBezTo>
                  <a:cubicBezTo>
                    <a:pt x="215452" y="116317"/>
                    <a:pt x="198518" y="128753"/>
                    <a:pt x="168620" y="127959"/>
                  </a:cubicBezTo>
                  <a:cubicBezTo>
                    <a:pt x="138722" y="127165"/>
                    <a:pt x="106972" y="122668"/>
                    <a:pt x="82895" y="116847"/>
                  </a:cubicBezTo>
                  <a:cubicBezTo>
                    <a:pt x="58818" y="111026"/>
                    <a:pt x="31566" y="97266"/>
                    <a:pt x="24158" y="93033"/>
                  </a:cubicBezTo>
                  <a:cubicBezTo>
                    <a:pt x="16750" y="88800"/>
                    <a:pt x="-2830" y="91447"/>
                    <a:pt x="345" y="83509"/>
                  </a:cubicBez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155D813-9974-416E-B44A-49B94E63C02A}"/>
                </a:ext>
              </a:extLst>
            </p:cNvPr>
            <p:cNvSpPr/>
            <p:nvPr/>
          </p:nvSpPr>
          <p:spPr>
            <a:xfrm rot="227284">
              <a:off x="2177061" y="2876778"/>
              <a:ext cx="272201" cy="244928"/>
            </a:xfrm>
            <a:custGeom>
              <a:avLst/>
              <a:gdLst>
                <a:gd name="connsiteX0" fmla="*/ 13527 w 147543"/>
                <a:gd name="connsiteY0" fmla="*/ 8840 h 124154"/>
                <a:gd name="connsiteX1" fmla="*/ 827 w 147543"/>
                <a:gd name="connsiteY1" fmla="*/ 58053 h 124154"/>
                <a:gd name="connsiteX2" fmla="*/ 19877 w 147543"/>
                <a:gd name="connsiteY2" fmla="*/ 118378 h 124154"/>
                <a:gd name="connsiteX3" fmla="*/ 78615 w 147543"/>
                <a:gd name="connsiteY3" fmla="*/ 121553 h 124154"/>
                <a:gd name="connsiteX4" fmla="*/ 126240 w 147543"/>
                <a:gd name="connsiteY4" fmla="*/ 116790 h 124154"/>
                <a:gd name="connsiteX5" fmla="*/ 143702 w 147543"/>
                <a:gd name="connsiteY5" fmla="*/ 91390 h 124154"/>
                <a:gd name="connsiteX6" fmla="*/ 146877 w 147543"/>
                <a:gd name="connsiteY6" fmla="*/ 37415 h 124154"/>
                <a:gd name="connsiteX7" fmla="*/ 134177 w 147543"/>
                <a:gd name="connsiteY7" fmla="*/ 8840 h 124154"/>
                <a:gd name="connsiteX8" fmla="*/ 99252 w 147543"/>
                <a:gd name="connsiteY8" fmla="*/ 903 h 124154"/>
                <a:gd name="connsiteX9" fmla="*/ 13527 w 147543"/>
                <a:gd name="connsiteY9" fmla="*/ 8840 h 124154"/>
                <a:gd name="connsiteX0" fmla="*/ 13527 w 147543"/>
                <a:gd name="connsiteY0" fmla="*/ 8840 h 137082"/>
                <a:gd name="connsiteX1" fmla="*/ 827 w 147543"/>
                <a:gd name="connsiteY1" fmla="*/ 58053 h 137082"/>
                <a:gd name="connsiteX2" fmla="*/ 19877 w 147543"/>
                <a:gd name="connsiteY2" fmla="*/ 118378 h 137082"/>
                <a:gd name="connsiteX3" fmla="*/ 84762 w 147543"/>
                <a:gd name="connsiteY3" fmla="*/ 137074 h 137082"/>
                <a:gd name="connsiteX4" fmla="*/ 126240 w 147543"/>
                <a:gd name="connsiteY4" fmla="*/ 116790 h 137082"/>
                <a:gd name="connsiteX5" fmla="*/ 143702 w 147543"/>
                <a:gd name="connsiteY5" fmla="*/ 91390 h 137082"/>
                <a:gd name="connsiteX6" fmla="*/ 146877 w 147543"/>
                <a:gd name="connsiteY6" fmla="*/ 37415 h 137082"/>
                <a:gd name="connsiteX7" fmla="*/ 134177 w 147543"/>
                <a:gd name="connsiteY7" fmla="*/ 8840 h 137082"/>
                <a:gd name="connsiteX8" fmla="*/ 99252 w 147543"/>
                <a:gd name="connsiteY8" fmla="*/ 903 h 137082"/>
                <a:gd name="connsiteX9" fmla="*/ 13527 w 147543"/>
                <a:gd name="connsiteY9" fmla="*/ 8840 h 137082"/>
                <a:gd name="connsiteX0" fmla="*/ 13527 w 147543"/>
                <a:gd name="connsiteY0" fmla="*/ 4221 h 141776"/>
                <a:gd name="connsiteX1" fmla="*/ 827 w 147543"/>
                <a:gd name="connsiteY1" fmla="*/ 62747 h 141776"/>
                <a:gd name="connsiteX2" fmla="*/ 19877 w 147543"/>
                <a:gd name="connsiteY2" fmla="*/ 123072 h 141776"/>
                <a:gd name="connsiteX3" fmla="*/ 84762 w 147543"/>
                <a:gd name="connsiteY3" fmla="*/ 141768 h 141776"/>
                <a:gd name="connsiteX4" fmla="*/ 126240 w 147543"/>
                <a:gd name="connsiteY4" fmla="*/ 121484 h 141776"/>
                <a:gd name="connsiteX5" fmla="*/ 143702 w 147543"/>
                <a:gd name="connsiteY5" fmla="*/ 96084 h 141776"/>
                <a:gd name="connsiteX6" fmla="*/ 146877 w 147543"/>
                <a:gd name="connsiteY6" fmla="*/ 42109 h 141776"/>
                <a:gd name="connsiteX7" fmla="*/ 134177 w 147543"/>
                <a:gd name="connsiteY7" fmla="*/ 13534 h 141776"/>
                <a:gd name="connsiteX8" fmla="*/ 99252 w 147543"/>
                <a:gd name="connsiteY8" fmla="*/ 5597 h 141776"/>
                <a:gd name="connsiteX9" fmla="*/ 13527 w 147543"/>
                <a:gd name="connsiteY9" fmla="*/ 4221 h 141776"/>
                <a:gd name="connsiteX0" fmla="*/ 21951 w 146745"/>
                <a:gd name="connsiteY0" fmla="*/ 11110 h 136249"/>
                <a:gd name="connsiteX1" fmla="*/ 29 w 146745"/>
                <a:gd name="connsiteY1" fmla="*/ 57220 h 136249"/>
                <a:gd name="connsiteX2" fmla="*/ 19079 w 146745"/>
                <a:gd name="connsiteY2" fmla="*/ 117545 h 136249"/>
                <a:gd name="connsiteX3" fmla="*/ 83964 w 146745"/>
                <a:gd name="connsiteY3" fmla="*/ 136241 h 136249"/>
                <a:gd name="connsiteX4" fmla="*/ 125442 w 146745"/>
                <a:gd name="connsiteY4" fmla="*/ 115957 h 136249"/>
                <a:gd name="connsiteX5" fmla="*/ 142904 w 146745"/>
                <a:gd name="connsiteY5" fmla="*/ 90557 h 136249"/>
                <a:gd name="connsiteX6" fmla="*/ 146079 w 146745"/>
                <a:gd name="connsiteY6" fmla="*/ 36582 h 136249"/>
                <a:gd name="connsiteX7" fmla="*/ 133379 w 146745"/>
                <a:gd name="connsiteY7" fmla="*/ 8007 h 136249"/>
                <a:gd name="connsiteX8" fmla="*/ 98454 w 146745"/>
                <a:gd name="connsiteY8" fmla="*/ 70 h 136249"/>
                <a:gd name="connsiteX9" fmla="*/ 21951 w 146745"/>
                <a:gd name="connsiteY9" fmla="*/ 11110 h 136249"/>
                <a:gd name="connsiteX0" fmla="*/ 18850 w 146718"/>
                <a:gd name="connsiteY0" fmla="*/ 5021 h 139471"/>
                <a:gd name="connsiteX1" fmla="*/ 2 w 146718"/>
                <a:gd name="connsiteY1" fmla="*/ 60442 h 139471"/>
                <a:gd name="connsiteX2" fmla="*/ 19052 w 146718"/>
                <a:gd name="connsiteY2" fmla="*/ 120767 h 139471"/>
                <a:gd name="connsiteX3" fmla="*/ 83937 w 146718"/>
                <a:gd name="connsiteY3" fmla="*/ 139463 h 139471"/>
                <a:gd name="connsiteX4" fmla="*/ 125415 w 146718"/>
                <a:gd name="connsiteY4" fmla="*/ 119179 h 139471"/>
                <a:gd name="connsiteX5" fmla="*/ 142877 w 146718"/>
                <a:gd name="connsiteY5" fmla="*/ 93779 h 139471"/>
                <a:gd name="connsiteX6" fmla="*/ 146052 w 146718"/>
                <a:gd name="connsiteY6" fmla="*/ 39804 h 139471"/>
                <a:gd name="connsiteX7" fmla="*/ 133352 w 146718"/>
                <a:gd name="connsiteY7" fmla="*/ 11229 h 139471"/>
                <a:gd name="connsiteX8" fmla="*/ 98427 w 146718"/>
                <a:gd name="connsiteY8" fmla="*/ 3292 h 139471"/>
                <a:gd name="connsiteX9" fmla="*/ 18850 w 146718"/>
                <a:gd name="connsiteY9" fmla="*/ 5021 h 139471"/>
                <a:gd name="connsiteX0" fmla="*/ 18848 w 146493"/>
                <a:gd name="connsiteY0" fmla="*/ 4734 h 139184"/>
                <a:gd name="connsiteX1" fmla="*/ 0 w 146493"/>
                <a:gd name="connsiteY1" fmla="*/ 60155 h 139184"/>
                <a:gd name="connsiteX2" fmla="*/ 19050 w 146493"/>
                <a:gd name="connsiteY2" fmla="*/ 120480 h 139184"/>
                <a:gd name="connsiteX3" fmla="*/ 83935 w 146493"/>
                <a:gd name="connsiteY3" fmla="*/ 139176 h 139184"/>
                <a:gd name="connsiteX4" fmla="*/ 125413 w 146493"/>
                <a:gd name="connsiteY4" fmla="*/ 118892 h 139184"/>
                <a:gd name="connsiteX5" fmla="*/ 142875 w 146493"/>
                <a:gd name="connsiteY5" fmla="*/ 93492 h 139184"/>
                <a:gd name="connsiteX6" fmla="*/ 146050 w 146493"/>
                <a:gd name="connsiteY6" fmla="*/ 39517 h 139184"/>
                <a:gd name="connsiteX7" fmla="*/ 136423 w 146493"/>
                <a:gd name="connsiteY7" fmla="*/ 4734 h 139184"/>
                <a:gd name="connsiteX8" fmla="*/ 98425 w 146493"/>
                <a:gd name="connsiteY8" fmla="*/ 3005 h 139184"/>
                <a:gd name="connsiteX9" fmla="*/ 18848 w 146493"/>
                <a:gd name="connsiteY9" fmla="*/ 4734 h 139184"/>
                <a:gd name="connsiteX0" fmla="*/ 18848 w 146493"/>
                <a:gd name="connsiteY0" fmla="*/ 4734 h 139786"/>
                <a:gd name="connsiteX1" fmla="*/ 0 w 146493"/>
                <a:gd name="connsiteY1" fmla="*/ 60155 h 139786"/>
                <a:gd name="connsiteX2" fmla="*/ 19050 w 146493"/>
                <a:gd name="connsiteY2" fmla="*/ 120480 h 139786"/>
                <a:gd name="connsiteX3" fmla="*/ 83935 w 146493"/>
                <a:gd name="connsiteY3" fmla="*/ 139176 h 139786"/>
                <a:gd name="connsiteX4" fmla="*/ 125413 w 146493"/>
                <a:gd name="connsiteY4" fmla="*/ 131307 h 139786"/>
                <a:gd name="connsiteX5" fmla="*/ 142875 w 146493"/>
                <a:gd name="connsiteY5" fmla="*/ 93492 h 139786"/>
                <a:gd name="connsiteX6" fmla="*/ 146050 w 146493"/>
                <a:gd name="connsiteY6" fmla="*/ 39517 h 139786"/>
                <a:gd name="connsiteX7" fmla="*/ 136423 w 146493"/>
                <a:gd name="connsiteY7" fmla="*/ 4734 h 139786"/>
                <a:gd name="connsiteX8" fmla="*/ 98425 w 146493"/>
                <a:gd name="connsiteY8" fmla="*/ 3005 h 139786"/>
                <a:gd name="connsiteX9" fmla="*/ 18848 w 146493"/>
                <a:gd name="connsiteY9" fmla="*/ 4734 h 139786"/>
                <a:gd name="connsiteX0" fmla="*/ 21485 w 149130"/>
                <a:gd name="connsiteY0" fmla="*/ 4734 h 139569"/>
                <a:gd name="connsiteX1" fmla="*/ 2637 w 149130"/>
                <a:gd name="connsiteY1" fmla="*/ 60155 h 139569"/>
                <a:gd name="connsiteX2" fmla="*/ 9393 w 149130"/>
                <a:gd name="connsiteY2" fmla="*/ 129793 h 139569"/>
                <a:gd name="connsiteX3" fmla="*/ 86572 w 149130"/>
                <a:gd name="connsiteY3" fmla="*/ 139176 h 139569"/>
                <a:gd name="connsiteX4" fmla="*/ 128050 w 149130"/>
                <a:gd name="connsiteY4" fmla="*/ 131307 h 139569"/>
                <a:gd name="connsiteX5" fmla="*/ 145512 w 149130"/>
                <a:gd name="connsiteY5" fmla="*/ 93492 h 139569"/>
                <a:gd name="connsiteX6" fmla="*/ 148687 w 149130"/>
                <a:gd name="connsiteY6" fmla="*/ 39517 h 139569"/>
                <a:gd name="connsiteX7" fmla="*/ 139060 w 149130"/>
                <a:gd name="connsiteY7" fmla="*/ 4734 h 139569"/>
                <a:gd name="connsiteX8" fmla="*/ 101062 w 149130"/>
                <a:gd name="connsiteY8" fmla="*/ 3005 h 139569"/>
                <a:gd name="connsiteX9" fmla="*/ 21485 w 149130"/>
                <a:gd name="connsiteY9" fmla="*/ 4734 h 139569"/>
                <a:gd name="connsiteX0" fmla="*/ 25946 w 153591"/>
                <a:gd name="connsiteY0" fmla="*/ 4734 h 139569"/>
                <a:gd name="connsiteX1" fmla="*/ 951 w 153591"/>
                <a:gd name="connsiteY1" fmla="*/ 60155 h 139569"/>
                <a:gd name="connsiteX2" fmla="*/ 13854 w 153591"/>
                <a:gd name="connsiteY2" fmla="*/ 129793 h 139569"/>
                <a:gd name="connsiteX3" fmla="*/ 91033 w 153591"/>
                <a:gd name="connsiteY3" fmla="*/ 139176 h 139569"/>
                <a:gd name="connsiteX4" fmla="*/ 132511 w 153591"/>
                <a:gd name="connsiteY4" fmla="*/ 131307 h 139569"/>
                <a:gd name="connsiteX5" fmla="*/ 149973 w 153591"/>
                <a:gd name="connsiteY5" fmla="*/ 93492 h 139569"/>
                <a:gd name="connsiteX6" fmla="*/ 153148 w 153591"/>
                <a:gd name="connsiteY6" fmla="*/ 39517 h 139569"/>
                <a:gd name="connsiteX7" fmla="*/ 143521 w 153591"/>
                <a:gd name="connsiteY7" fmla="*/ 4734 h 139569"/>
                <a:gd name="connsiteX8" fmla="*/ 105523 w 153591"/>
                <a:gd name="connsiteY8" fmla="*/ 3005 h 139569"/>
                <a:gd name="connsiteX9" fmla="*/ 25946 w 153591"/>
                <a:gd name="connsiteY9" fmla="*/ 4734 h 139569"/>
                <a:gd name="connsiteX0" fmla="*/ 25948 w 156424"/>
                <a:gd name="connsiteY0" fmla="*/ 4734 h 139569"/>
                <a:gd name="connsiteX1" fmla="*/ 953 w 156424"/>
                <a:gd name="connsiteY1" fmla="*/ 60155 h 139569"/>
                <a:gd name="connsiteX2" fmla="*/ 13856 w 156424"/>
                <a:gd name="connsiteY2" fmla="*/ 129793 h 139569"/>
                <a:gd name="connsiteX3" fmla="*/ 91035 w 156424"/>
                <a:gd name="connsiteY3" fmla="*/ 139176 h 139569"/>
                <a:gd name="connsiteX4" fmla="*/ 132513 w 156424"/>
                <a:gd name="connsiteY4" fmla="*/ 131307 h 139569"/>
                <a:gd name="connsiteX5" fmla="*/ 149975 w 156424"/>
                <a:gd name="connsiteY5" fmla="*/ 93492 h 139569"/>
                <a:gd name="connsiteX6" fmla="*/ 156222 w 156424"/>
                <a:gd name="connsiteY6" fmla="*/ 58139 h 139569"/>
                <a:gd name="connsiteX7" fmla="*/ 143523 w 156424"/>
                <a:gd name="connsiteY7" fmla="*/ 4734 h 139569"/>
                <a:gd name="connsiteX8" fmla="*/ 105525 w 156424"/>
                <a:gd name="connsiteY8" fmla="*/ 3005 h 139569"/>
                <a:gd name="connsiteX9" fmla="*/ 25948 w 156424"/>
                <a:gd name="connsiteY9" fmla="*/ 4734 h 139569"/>
                <a:gd name="connsiteX0" fmla="*/ 26319 w 156795"/>
                <a:gd name="connsiteY0" fmla="*/ 4734 h 139491"/>
                <a:gd name="connsiteX1" fmla="*/ 1324 w 156795"/>
                <a:gd name="connsiteY1" fmla="*/ 60155 h 139491"/>
                <a:gd name="connsiteX2" fmla="*/ 12923 w 156795"/>
                <a:gd name="connsiteY2" fmla="*/ 125021 h 139491"/>
                <a:gd name="connsiteX3" fmla="*/ 91406 w 156795"/>
                <a:gd name="connsiteY3" fmla="*/ 139176 h 139491"/>
                <a:gd name="connsiteX4" fmla="*/ 132884 w 156795"/>
                <a:gd name="connsiteY4" fmla="*/ 131307 h 139491"/>
                <a:gd name="connsiteX5" fmla="*/ 150346 w 156795"/>
                <a:gd name="connsiteY5" fmla="*/ 93492 h 139491"/>
                <a:gd name="connsiteX6" fmla="*/ 156593 w 156795"/>
                <a:gd name="connsiteY6" fmla="*/ 58139 h 139491"/>
                <a:gd name="connsiteX7" fmla="*/ 143894 w 156795"/>
                <a:gd name="connsiteY7" fmla="*/ 4734 h 139491"/>
                <a:gd name="connsiteX8" fmla="*/ 105896 w 156795"/>
                <a:gd name="connsiteY8" fmla="*/ 3005 h 139491"/>
                <a:gd name="connsiteX9" fmla="*/ 26319 w 156795"/>
                <a:gd name="connsiteY9" fmla="*/ 4734 h 139491"/>
                <a:gd name="connsiteX0" fmla="*/ 25999 w 156475"/>
                <a:gd name="connsiteY0" fmla="*/ 4734 h 139491"/>
                <a:gd name="connsiteX1" fmla="*/ 1004 w 156475"/>
                <a:gd name="connsiteY1" fmla="*/ 60155 h 139491"/>
                <a:gd name="connsiteX2" fmla="*/ 12603 w 156475"/>
                <a:gd name="connsiteY2" fmla="*/ 125021 h 139491"/>
                <a:gd name="connsiteX3" fmla="*/ 80658 w 156475"/>
                <a:gd name="connsiteY3" fmla="*/ 139176 h 139491"/>
                <a:gd name="connsiteX4" fmla="*/ 132564 w 156475"/>
                <a:gd name="connsiteY4" fmla="*/ 131307 h 139491"/>
                <a:gd name="connsiteX5" fmla="*/ 150026 w 156475"/>
                <a:gd name="connsiteY5" fmla="*/ 93492 h 139491"/>
                <a:gd name="connsiteX6" fmla="*/ 156273 w 156475"/>
                <a:gd name="connsiteY6" fmla="*/ 58139 h 139491"/>
                <a:gd name="connsiteX7" fmla="*/ 143574 w 156475"/>
                <a:gd name="connsiteY7" fmla="*/ 4734 h 139491"/>
                <a:gd name="connsiteX8" fmla="*/ 105576 w 156475"/>
                <a:gd name="connsiteY8" fmla="*/ 3005 h 139491"/>
                <a:gd name="connsiteX9" fmla="*/ 25999 w 156475"/>
                <a:gd name="connsiteY9" fmla="*/ 4734 h 139491"/>
                <a:gd name="connsiteX0" fmla="*/ 25999 w 156466"/>
                <a:gd name="connsiteY0" fmla="*/ 4734 h 139208"/>
                <a:gd name="connsiteX1" fmla="*/ 1004 w 156466"/>
                <a:gd name="connsiteY1" fmla="*/ 60155 h 139208"/>
                <a:gd name="connsiteX2" fmla="*/ 12603 w 156466"/>
                <a:gd name="connsiteY2" fmla="*/ 125021 h 139208"/>
                <a:gd name="connsiteX3" fmla="*/ 80658 w 156466"/>
                <a:gd name="connsiteY3" fmla="*/ 139176 h 139208"/>
                <a:gd name="connsiteX4" fmla="*/ 133867 w 156466"/>
                <a:gd name="connsiteY4" fmla="*/ 127728 h 139208"/>
                <a:gd name="connsiteX5" fmla="*/ 150026 w 156466"/>
                <a:gd name="connsiteY5" fmla="*/ 93492 h 139208"/>
                <a:gd name="connsiteX6" fmla="*/ 156273 w 156466"/>
                <a:gd name="connsiteY6" fmla="*/ 58139 h 139208"/>
                <a:gd name="connsiteX7" fmla="*/ 143574 w 156466"/>
                <a:gd name="connsiteY7" fmla="*/ 4734 h 139208"/>
                <a:gd name="connsiteX8" fmla="*/ 105576 w 156466"/>
                <a:gd name="connsiteY8" fmla="*/ 3005 h 139208"/>
                <a:gd name="connsiteX9" fmla="*/ 25999 w 156466"/>
                <a:gd name="connsiteY9" fmla="*/ 4734 h 139208"/>
                <a:gd name="connsiteX0" fmla="*/ 25999 w 156466"/>
                <a:gd name="connsiteY0" fmla="*/ 10093 h 144567"/>
                <a:gd name="connsiteX1" fmla="*/ 1004 w 156466"/>
                <a:gd name="connsiteY1" fmla="*/ 65514 h 144567"/>
                <a:gd name="connsiteX2" fmla="*/ 12603 w 156466"/>
                <a:gd name="connsiteY2" fmla="*/ 130380 h 144567"/>
                <a:gd name="connsiteX3" fmla="*/ 80658 w 156466"/>
                <a:gd name="connsiteY3" fmla="*/ 144535 h 144567"/>
                <a:gd name="connsiteX4" fmla="*/ 133867 w 156466"/>
                <a:gd name="connsiteY4" fmla="*/ 133087 h 144567"/>
                <a:gd name="connsiteX5" fmla="*/ 150026 w 156466"/>
                <a:gd name="connsiteY5" fmla="*/ 98851 h 144567"/>
                <a:gd name="connsiteX6" fmla="*/ 156273 w 156466"/>
                <a:gd name="connsiteY6" fmla="*/ 63498 h 144567"/>
                <a:gd name="connsiteX7" fmla="*/ 143574 w 156466"/>
                <a:gd name="connsiteY7" fmla="*/ 10093 h 144567"/>
                <a:gd name="connsiteX8" fmla="*/ 89934 w 156466"/>
                <a:gd name="connsiteY8" fmla="*/ 14 h 144567"/>
                <a:gd name="connsiteX9" fmla="*/ 25999 w 156466"/>
                <a:gd name="connsiteY9" fmla="*/ 10093 h 144567"/>
                <a:gd name="connsiteX0" fmla="*/ 25999 w 156530"/>
                <a:gd name="connsiteY0" fmla="*/ 10232 h 144706"/>
                <a:gd name="connsiteX1" fmla="*/ 1004 w 156530"/>
                <a:gd name="connsiteY1" fmla="*/ 65653 h 144706"/>
                <a:gd name="connsiteX2" fmla="*/ 12603 w 156530"/>
                <a:gd name="connsiteY2" fmla="*/ 130519 h 144706"/>
                <a:gd name="connsiteX3" fmla="*/ 80658 w 156530"/>
                <a:gd name="connsiteY3" fmla="*/ 144674 h 144706"/>
                <a:gd name="connsiteX4" fmla="*/ 133867 w 156530"/>
                <a:gd name="connsiteY4" fmla="*/ 133226 h 144706"/>
                <a:gd name="connsiteX5" fmla="*/ 150026 w 156530"/>
                <a:gd name="connsiteY5" fmla="*/ 98990 h 144706"/>
                <a:gd name="connsiteX6" fmla="*/ 156273 w 156530"/>
                <a:gd name="connsiteY6" fmla="*/ 63637 h 144706"/>
                <a:gd name="connsiteX7" fmla="*/ 142270 w 156530"/>
                <a:gd name="connsiteY7" fmla="*/ 12618 h 144706"/>
                <a:gd name="connsiteX8" fmla="*/ 89934 w 156530"/>
                <a:gd name="connsiteY8" fmla="*/ 153 h 144706"/>
                <a:gd name="connsiteX9" fmla="*/ 25999 w 156530"/>
                <a:gd name="connsiteY9" fmla="*/ 10232 h 144706"/>
                <a:gd name="connsiteX0" fmla="*/ 25999 w 156530"/>
                <a:gd name="connsiteY0" fmla="*/ 10232 h 144706"/>
                <a:gd name="connsiteX1" fmla="*/ 1004 w 156530"/>
                <a:gd name="connsiteY1" fmla="*/ 65653 h 144706"/>
                <a:gd name="connsiteX2" fmla="*/ 12603 w 156530"/>
                <a:gd name="connsiteY2" fmla="*/ 130519 h 144706"/>
                <a:gd name="connsiteX3" fmla="*/ 80658 w 156530"/>
                <a:gd name="connsiteY3" fmla="*/ 144674 h 144706"/>
                <a:gd name="connsiteX4" fmla="*/ 133867 w 156530"/>
                <a:gd name="connsiteY4" fmla="*/ 133226 h 144706"/>
                <a:gd name="connsiteX5" fmla="*/ 150026 w 156530"/>
                <a:gd name="connsiteY5" fmla="*/ 98990 h 144706"/>
                <a:gd name="connsiteX6" fmla="*/ 156273 w 156530"/>
                <a:gd name="connsiteY6" fmla="*/ 63637 h 144706"/>
                <a:gd name="connsiteX7" fmla="*/ 142270 w 156530"/>
                <a:gd name="connsiteY7" fmla="*/ 12618 h 144706"/>
                <a:gd name="connsiteX8" fmla="*/ 89934 w 156530"/>
                <a:gd name="connsiteY8" fmla="*/ 153 h 144706"/>
                <a:gd name="connsiteX9" fmla="*/ 25999 w 156530"/>
                <a:gd name="connsiteY9" fmla="*/ 10232 h 144706"/>
                <a:gd name="connsiteX0" fmla="*/ 25999 w 156961"/>
                <a:gd name="connsiteY0" fmla="*/ 10232 h 144702"/>
                <a:gd name="connsiteX1" fmla="*/ 1004 w 156961"/>
                <a:gd name="connsiteY1" fmla="*/ 65653 h 144702"/>
                <a:gd name="connsiteX2" fmla="*/ 12603 w 156961"/>
                <a:gd name="connsiteY2" fmla="*/ 130519 h 144702"/>
                <a:gd name="connsiteX3" fmla="*/ 80658 w 156961"/>
                <a:gd name="connsiteY3" fmla="*/ 144674 h 144702"/>
                <a:gd name="connsiteX4" fmla="*/ 133867 w 156961"/>
                <a:gd name="connsiteY4" fmla="*/ 133226 h 144702"/>
                <a:gd name="connsiteX5" fmla="*/ 152633 w 156961"/>
                <a:gd name="connsiteY5" fmla="*/ 102569 h 144702"/>
                <a:gd name="connsiteX6" fmla="*/ 156273 w 156961"/>
                <a:gd name="connsiteY6" fmla="*/ 63637 h 144702"/>
                <a:gd name="connsiteX7" fmla="*/ 142270 w 156961"/>
                <a:gd name="connsiteY7" fmla="*/ 12618 h 144702"/>
                <a:gd name="connsiteX8" fmla="*/ 89934 w 156961"/>
                <a:gd name="connsiteY8" fmla="*/ 153 h 144702"/>
                <a:gd name="connsiteX9" fmla="*/ 25999 w 156961"/>
                <a:gd name="connsiteY9" fmla="*/ 10232 h 144702"/>
                <a:gd name="connsiteX0" fmla="*/ 25999 w 157373"/>
                <a:gd name="connsiteY0" fmla="*/ 10232 h 144706"/>
                <a:gd name="connsiteX1" fmla="*/ 1004 w 157373"/>
                <a:gd name="connsiteY1" fmla="*/ 65653 h 144706"/>
                <a:gd name="connsiteX2" fmla="*/ 12603 w 157373"/>
                <a:gd name="connsiteY2" fmla="*/ 130519 h 144706"/>
                <a:gd name="connsiteX3" fmla="*/ 80658 w 157373"/>
                <a:gd name="connsiteY3" fmla="*/ 144674 h 144706"/>
                <a:gd name="connsiteX4" fmla="*/ 133867 w 157373"/>
                <a:gd name="connsiteY4" fmla="*/ 133226 h 144706"/>
                <a:gd name="connsiteX5" fmla="*/ 153937 w 157373"/>
                <a:gd name="connsiteY5" fmla="*/ 98990 h 144706"/>
                <a:gd name="connsiteX6" fmla="*/ 156273 w 157373"/>
                <a:gd name="connsiteY6" fmla="*/ 63637 h 144706"/>
                <a:gd name="connsiteX7" fmla="*/ 142270 w 157373"/>
                <a:gd name="connsiteY7" fmla="*/ 12618 h 144706"/>
                <a:gd name="connsiteX8" fmla="*/ 89934 w 157373"/>
                <a:gd name="connsiteY8" fmla="*/ 153 h 144706"/>
                <a:gd name="connsiteX9" fmla="*/ 25999 w 157373"/>
                <a:gd name="connsiteY9" fmla="*/ 10232 h 144706"/>
                <a:gd name="connsiteX0" fmla="*/ 25999 w 157688"/>
                <a:gd name="connsiteY0" fmla="*/ 10232 h 144706"/>
                <a:gd name="connsiteX1" fmla="*/ 1004 w 157688"/>
                <a:gd name="connsiteY1" fmla="*/ 65653 h 144706"/>
                <a:gd name="connsiteX2" fmla="*/ 12603 w 157688"/>
                <a:gd name="connsiteY2" fmla="*/ 130519 h 144706"/>
                <a:gd name="connsiteX3" fmla="*/ 80658 w 157688"/>
                <a:gd name="connsiteY3" fmla="*/ 144674 h 144706"/>
                <a:gd name="connsiteX4" fmla="*/ 127350 w 157688"/>
                <a:gd name="connsiteY4" fmla="*/ 133226 h 144706"/>
                <a:gd name="connsiteX5" fmla="*/ 153937 w 157688"/>
                <a:gd name="connsiteY5" fmla="*/ 98990 h 144706"/>
                <a:gd name="connsiteX6" fmla="*/ 156273 w 157688"/>
                <a:gd name="connsiteY6" fmla="*/ 63637 h 144706"/>
                <a:gd name="connsiteX7" fmla="*/ 142270 w 157688"/>
                <a:gd name="connsiteY7" fmla="*/ 12618 h 144706"/>
                <a:gd name="connsiteX8" fmla="*/ 89934 w 157688"/>
                <a:gd name="connsiteY8" fmla="*/ 153 h 144706"/>
                <a:gd name="connsiteX9" fmla="*/ 25999 w 157688"/>
                <a:gd name="connsiteY9" fmla="*/ 10232 h 144706"/>
                <a:gd name="connsiteX0" fmla="*/ 25999 w 157688"/>
                <a:gd name="connsiteY0" fmla="*/ 10232 h 144966"/>
                <a:gd name="connsiteX1" fmla="*/ 1004 w 157688"/>
                <a:gd name="connsiteY1" fmla="*/ 65653 h 144966"/>
                <a:gd name="connsiteX2" fmla="*/ 12603 w 157688"/>
                <a:gd name="connsiteY2" fmla="*/ 123361 h 144966"/>
                <a:gd name="connsiteX3" fmla="*/ 80658 w 157688"/>
                <a:gd name="connsiteY3" fmla="*/ 144674 h 144966"/>
                <a:gd name="connsiteX4" fmla="*/ 127350 w 157688"/>
                <a:gd name="connsiteY4" fmla="*/ 133226 h 144966"/>
                <a:gd name="connsiteX5" fmla="*/ 153937 w 157688"/>
                <a:gd name="connsiteY5" fmla="*/ 98990 h 144966"/>
                <a:gd name="connsiteX6" fmla="*/ 156273 w 157688"/>
                <a:gd name="connsiteY6" fmla="*/ 63637 h 144966"/>
                <a:gd name="connsiteX7" fmla="*/ 142270 w 157688"/>
                <a:gd name="connsiteY7" fmla="*/ 12618 h 144966"/>
                <a:gd name="connsiteX8" fmla="*/ 89934 w 157688"/>
                <a:gd name="connsiteY8" fmla="*/ 153 h 144966"/>
                <a:gd name="connsiteX9" fmla="*/ 25999 w 157688"/>
                <a:gd name="connsiteY9" fmla="*/ 10232 h 144966"/>
                <a:gd name="connsiteX0" fmla="*/ 25999 w 157688"/>
                <a:gd name="connsiteY0" fmla="*/ 10232 h 144966"/>
                <a:gd name="connsiteX1" fmla="*/ 1004 w 157688"/>
                <a:gd name="connsiteY1" fmla="*/ 65653 h 144966"/>
                <a:gd name="connsiteX2" fmla="*/ 12603 w 157688"/>
                <a:gd name="connsiteY2" fmla="*/ 123361 h 144966"/>
                <a:gd name="connsiteX3" fmla="*/ 80658 w 157688"/>
                <a:gd name="connsiteY3" fmla="*/ 144674 h 144966"/>
                <a:gd name="connsiteX4" fmla="*/ 127350 w 157688"/>
                <a:gd name="connsiteY4" fmla="*/ 133226 h 144966"/>
                <a:gd name="connsiteX5" fmla="*/ 153937 w 157688"/>
                <a:gd name="connsiteY5" fmla="*/ 98990 h 144966"/>
                <a:gd name="connsiteX6" fmla="*/ 156273 w 157688"/>
                <a:gd name="connsiteY6" fmla="*/ 63637 h 144966"/>
                <a:gd name="connsiteX7" fmla="*/ 142270 w 157688"/>
                <a:gd name="connsiteY7" fmla="*/ 12618 h 144966"/>
                <a:gd name="connsiteX8" fmla="*/ 89934 w 157688"/>
                <a:gd name="connsiteY8" fmla="*/ 153 h 144966"/>
                <a:gd name="connsiteX9" fmla="*/ 25999 w 157688"/>
                <a:gd name="connsiteY9" fmla="*/ 10232 h 144966"/>
                <a:gd name="connsiteX0" fmla="*/ 25932 w 157621"/>
                <a:gd name="connsiteY0" fmla="*/ 10232 h 140513"/>
                <a:gd name="connsiteX1" fmla="*/ 937 w 157621"/>
                <a:gd name="connsiteY1" fmla="*/ 65653 h 140513"/>
                <a:gd name="connsiteX2" fmla="*/ 12536 w 157621"/>
                <a:gd name="connsiteY2" fmla="*/ 123361 h 140513"/>
                <a:gd name="connsiteX3" fmla="*/ 77984 w 157621"/>
                <a:gd name="connsiteY3" fmla="*/ 139903 h 140513"/>
                <a:gd name="connsiteX4" fmla="*/ 127283 w 157621"/>
                <a:gd name="connsiteY4" fmla="*/ 133226 h 140513"/>
                <a:gd name="connsiteX5" fmla="*/ 153870 w 157621"/>
                <a:gd name="connsiteY5" fmla="*/ 98990 h 140513"/>
                <a:gd name="connsiteX6" fmla="*/ 156206 w 157621"/>
                <a:gd name="connsiteY6" fmla="*/ 63637 h 140513"/>
                <a:gd name="connsiteX7" fmla="*/ 142203 w 157621"/>
                <a:gd name="connsiteY7" fmla="*/ 12618 h 140513"/>
                <a:gd name="connsiteX8" fmla="*/ 89867 w 157621"/>
                <a:gd name="connsiteY8" fmla="*/ 153 h 140513"/>
                <a:gd name="connsiteX9" fmla="*/ 25932 w 157621"/>
                <a:gd name="connsiteY9" fmla="*/ 10232 h 140513"/>
                <a:gd name="connsiteX0" fmla="*/ 25932 w 157621"/>
                <a:gd name="connsiteY0" fmla="*/ 10232 h 140152"/>
                <a:gd name="connsiteX1" fmla="*/ 937 w 157621"/>
                <a:gd name="connsiteY1" fmla="*/ 65653 h 140152"/>
                <a:gd name="connsiteX2" fmla="*/ 12536 w 157621"/>
                <a:gd name="connsiteY2" fmla="*/ 123361 h 140152"/>
                <a:gd name="connsiteX3" fmla="*/ 77984 w 157621"/>
                <a:gd name="connsiteY3" fmla="*/ 139903 h 140152"/>
                <a:gd name="connsiteX4" fmla="*/ 127283 w 157621"/>
                <a:gd name="connsiteY4" fmla="*/ 130841 h 140152"/>
                <a:gd name="connsiteX5" fmla="*/ 153870 w 157621"/>
                <a:gd name="connsiteY5" fmla="*/ 98990 h 140152"/>
                <a:gd name="connsiteX6" fmla="*/ 156206 w 157621"/>
                <a:gd name="connsiteY6" fmla="*/ 63637 h 140152"/>
                <a:gd name="connsiteX7" fmla="*/ 142203 w 157621"/>
                <a:gd name="connsiteY7" fmla="*/ 12618 h 140152"/>
                <a:gd name="connsiteX8" fmla="*/ 89867 w 157621"/>
                <a:gd name="connsiteY8" fmla="*/ 153 h 140152"/>
                <a:gd name="connsiteX9" fmla="*/ 25932 w 157621"/>
                <a:gd name="connsiteY9" fmla="*/ 10232 h 140152"/>
                <a:gd name="connsiteX0" fmla="*/ 25932 w 157620"/>
                <a:gd name="connsiteY0" fmla="*/ 10232 h 140152"/>
                <a:gd name="connsiteX1" fmla="*/ 937 w 157620"/>
                <a:gd name="connsiteY1" fmla="*/ 65653 h 140152"/>
                <a:gd name="connsiteX2" fmla="*/ 12536 w 157620"/>
                <a:gd name="connsiteY2" fmla="*/ 123361 h 140152"/>
                <a:gd name="connsiteX3" fmla="*/ 77984 w 157620"/>
                <a:gd name="connsiteY3" fmla="*/ 139903 h 140152"/>
                <a:gd name="connsiteX4" fmla="*/ 127283 w 157620"/>
                <a:gd name="connsiteY4" fmla="*/ 130841 h 140152"/>
                <a:gd name="connsiteX5" fmla="*/ 153870 w 157620"/>
                <a:gd name="connsiteY5" fmla="*/ 98990 h 140152"/>
                <a:gd name="connsiteX6" fmla="*/ 156206 w 157620"/>
                <a:gd name="connsiteY6" fmla="*/ 60059 h 140152"/>
                <a:gd name="connsiteX7" fmla="*/ 142203 w 157620"/>
                <a:gd name="connsiteY7" fmla="*/ 12618 h 140152"/>
                <a:gd name="connsiteX8" fmla="*/ 89867 w 157620"/>
                <a:gd name="connsiteY8" fmla="*/ 153 h 140152"/>
                <a:gd name="connsiteX9" fmla="*/ 25932 w 157620"/>
                <a:gd name="connsiteY9" fmla="*/ 10232 h 140152"/>
                <a:gd name="connsiteX0" fmla="*/ 25932 w 159605"/>
                <a:gd name="connsiteY0" fmla="*/ 10232 h 140152"/>
                <a:gd name="connsiteX1" fmla="*/ 937 w 159605"/>
                <a:gd name="connsiteY1" fmla="*/ 65653 h 140152"/>
                <a:gd name="connsiteX2" fmla="*/ 12536 w 159605"/>
                <a:gd name="connsiteY2" fmla="*/ 123361 h 140152"/>
                <a:gd name="connsiteX3" fmla="*/ 77984 w 159605"/>
                <a:gd name="connsiteY3" fmla="*/ 139903 h 140152"/>
                <a:gd name="connsiteX4" fmla="*/ 127283 w 159605"/>
                <a:gd name="connsiteY4" fmla="*/ 130841 h 140152"/>
                <a:gd name="connsiteX5" fmla="*/ 153870 w 159605"/>
                <a:gd name="connsiteY5" fmla="*/ 98990 h 140152"/>
                <a:gd name="connsiteX6" fmla="*/ 158813 w 159605"/>
                <a:gd name="connsiteY6" fmla="*/ 60059 h 140152"/>
                <a:gd name="connsiteX7" fmla="*/ 142203 w 159605"/>
                <a:gd name="connsiteY7" fmla="*/ 12618 h 140152"/>
                <a:gd name="connsiteX8" fmla="*/ 89867 w 159605"/>
                <a:gd name="connsiteY8" fmla="*/ 153 h 140152"/>
                <a:gd name="connsiteX9" fmla="*/ 25932 w 159605"/>
                <a:gd name="connsiteY9" fmla="*/ 10232 h 140152"/>
                <a:gd name="connsiteX0" fmla="*/ 25932 w 158846"/>
                <a:gd name="connsiteY0" fmla="*/ 10232 h 140152"/>
                <a:gd name="connsiteX1" fmla="*/ 937 w 158846"/>
                <a:gd name="connsiteY1" fmla="*/ 65653 h 140152"/>
                <a:gd name="connsiteX2" fmla="*/ 12536 w 158846"/>
                <a:gd name="connsiteY2" fmla="*/ 123361 h 140152"/>
                <a:gd name="connsiteX3" fmla="*/ 77984 w 158846"/>
                <a:gd name="connsiteY3" fmla="*/ 139903 h 140152"/>
                <a:gd name="connsiteX4" fmla="*/ 127283 w 158846"/>
                <a:gd name="connsiteY4" fmla="*/ 130841 h 140152"/>
                <a:gd name="connsiteX5" fmla="*/ 153870 w 158846"/>
                <a:gd name="connsiteY5" fmla="*/ 98990 h 140152"/>
                <a:gd name="connsiteX6" fmla="*/ 158813 w 158846"/>
                <a:gd name="connsiteY6" fmla="*/ 60059 h 140152"/>
                <a:gd name="connsiteX7" fmla="*/ 142203 w 158846"/>
                <a:gd name="connsiteY7" fmla="*/ 12618 h 140152"/>
                <a:gd name="connsiteX8" fmla="*/ 89867 w 158846"/>
                <a:gd name="connsiteY8" fmla="*/ 153 h 140152"/>
                <a:gd name="connsiteX9" fmla="*/ 25932 w 158846"/>
                <a:gd name="connsiteY9" fmla="*/ 10232 h 140152"/>
                <a:gd name="connsiteX0" fmla="*/ 29469 w 162383"/>
                <a:gd name="connsiteY0" fmla="*/ 10152 h 140072"/>
                <a:gd name="connsiteX1" fmla="*/ 563 w 162383"/>
                <a:gd name="connsiteY1" fmla="*/ 57223 h 140072"/>
                <a:gd name="connsiteX2" fmla="*/ 16073 w 162383"/>
                <a:gd name="connsiteY2" fmla="*/ 123281 h 140072"/>
                <a:gd name="connsiteX3" fmla="*/ 81521 w 162383"/>
                <a:gd name="connsiteY3" fmla="*/ 139823 h 140072"/>
                <a:gd name="connsiteX4" fmla="*/ 130820 w 162383"/>
                <a:gd name="connsiteY4" fmla="*/ 130761 h 140072"/>
                <a:gd name="connsiteX5" fmla="*/ 157407 w 162383"/>
                <a:gd name="connsiteY5" fmla="*/ 98910 h 140072"/>
                <a:gd name="connsiteX6" fmla="*/ 162350 w 162383"/>
                <a:gd name="connsiteY6" fmla="*/ 59979 h 140072"/>
                <a:gd name="connsiteX7" fmla="*/ 145740 w 162383"/>
                <a:gd name="connsiteY7" fmla="*/ 12538 h 140072"/>
                <a:gd name="connsiteX8" fmla="*/ 93404 w 162383"/>
                <a:gd name="connsiteY8" fmla="*/ 73 h 140072"/>
                <a:gd name="connsiteX9" fmla="*/ 29469 w 162383"/>
                <a:gd name="connsiteY9" fmla="*/ 10152 h 140072"/>
                <a:gd name="connsiteX0" fmla="*/ 29319 w 162233"/>
                <a:gd name="connsiteY0" fmla="*/ 10152 h 140334"/>
                <a:gd name="connsiteX1" fmla="*/ 413 w 162233"/>
                <a:gd name="connsiteY1" fmla="*/ 57223 h 140334"/>
                <a:gd name="connsiteX2" fmla="*/ 17227 w 162233"/>
                <a:gd name="connsiteY2" fmla="*/ 118510 h 140334"/>
                <a:gd name="connsiteX3" fmla="*/ 81371 w 162233"/>
                <a:gd name="connsiteY3" fmla="*/ 139823 h 140334"/>
                <a:gd name="connsiteX4" fmla="*/ 130670 w 162233"/>
                <a:gd name="connsiteY4" fmla="*/ 130761 h 140334"/>
                <a:gd name="connsiteX5" fmla="*/ 157257 w 162233"/>
                <a:gd name="connsiteY5" fmla="*/ 98910 h 140334"/>
                <a:gd name="connsiteX6" fmla="*/ 162200 w 162233"/>
                <a:gd name="connsiteY6" fmla="*/ 59979 h 140334"/>
                <a:gd name="connsiteX7" fmla="*/ 145590 w 162233"/>
                <a:gd name="connsiteY7" fmla="*/ 12538 h 140334"/>
                <a:gd name="connsiteX8" fmla="*/ 93254 w 162233"/>
                <a:gd name="connsiteY8" fmla="*/ 73 h 140334"/>
                <a:gd name="connsiteX9" fmla="*/ 29319 w 162233"/>
                <a:gd name="connsiteY9" fmla="*/ 10152 h 140334"/>
                <a:gd name="connsiteX0" fmla="*/ 29319 w 167435"/>
                <a:gd name="connsiteY0" fmla="*/ 10152 h 140334"/>
                <a:gd name="connsiteX1" fmla="*/ 413 w 167435"/>
                <a:gd name="connsiteY1" fmla="*/ 57223 h 140334"/>
                <a:gd name="connsiteX2" fmla="*/ 17227 w 167435"/>
                <a:gd name="connsiteY2" fmla="*/ 118510 h 140334"/>
                <a:gd name="connsiteX3" fmla="*/ 81371 w 167435"/>
                <a:gd name="connsiteY3" fmla="*/ 139823 h 140334"/>
                <a:gd name="connsiteX4" fmla="*/ 130670 w 167435"/>
                <a:gd name="connsiteY4" fmla="*/ 130761 h 140334"/>
                <a:gd name="connsiteX5" fmla="*/ 157257 w 167435"/>
                <a:gd name="connsiteY5" fmla="*/ 98910 h 140334"/>
                <a:gd name="connsiteX6" fmla="*/ 167414 w 167435"/>
                <a:gd name="connsiteY6" fmla="*/ 58786 h 140334"/>
                <a:gd name="connsiteX7" fmla="*/ 145590 w 167435"/>
                <a:gd name="connsiteY7" fmla="*/ 12538 h 140334"/>
                <a:gd name="connsiteX8" fmla="*/ 93254 w 167435"/>
                <a:gd name="connsiteY8" fmla="*/ 73 h 140334"/>
                <a:gd name="connsiteX9" fmla="*/ 29319 w 167435"/>
                <a:gd name="connsiteY9" fmla="*/ 10152 h 140334"/>
                <a:gd name="connsiteX0" fmla="*/ 29319 w 167678"/>
                <a:gd name="connsiteY0" fmla="*/ 10152 h 140294"/>
                <a:gd name="connsiteX1" fmla="*/ 413 w 167678"/>
                <a:gd name="connsiteY1" fmla="*/ 57223 h 140294"/>
                <a:gd name="connsiteX2" fmla="*/ 17227 w 167678"/>
                <a:gd name="connsiteY2" fmla="*/ 118510 h 140294"/>
                <a:gd name="connsiteX3" fmla="*/ 81371 w 167678"/>
                <a:gd name="connsiteY3" fmla="*/ 139823 h 140294"/>
                <a:gd name="connsiteX4" fmla="*/ 130670 w 167678"/>
                <a:gd name="connsiteY4" fmla="*/ 130761 h 140294"/>
                <a:gd name="connsiteX5" fmla="*/ 155953 w 167678"/>
                <a:gd name="connsiteY5" fmla="*/ 102489 h 140294"/>
                <a:gd name="connsiteX6" fmla="*/ 167414 w 167678"/>
                <a:gd name="connsiteY6" fmla="*/ 58786 h 140294"/>
                <a:gd name="connsiteX7" fmla="*/ 145590 w 167678"/>
                <a:gd name="connsiteY7" fmla="*/ 12538 h 140294"/>
                <a:gd name="connsiteX8" fmla="*/ 93254 w 167678"/>
                <a:gd name="connsiteY8" fmla="*/ 73 h 140294"/>
                <a:gd name="connsiteX9" fmla="*/ 29319 w 167678"/>
                <a:gd name="connsiteY9" fmla="*/ 10152 h 140294"/>
                <a:gd name="connsiteX0" fmla="*/ 29319 w 167678"/>
                <a:gd name="connsiteY0" fmla="*/ 10540 h 140682"/>
                <a:gd name="connsiteX1" fmla="*/ 413 w 167678"/>
                <a:gd name="connsiteY1" fmla="*/ 57611 h 140682"/>
                <a:gd name="connsiteX2" fmla="*/ 17227 w 167678"/>
                <a:gd name="connsiteY2" fmla="*/ 118898 h 140682"/>
                <a:gd name="connsiteX3" fmla="*/ 81371 w 167678"/>
                <a:gd name="connsiteY3" fmla="*/ 140211 h 140682"/>
                <a:gd name="connsiteX4" fmla="*/ 130670 w 167678"/>
                <a:gd name="connsiteY4" fmla="*/ 131149 h 140682"/>
                <a:gd name="connsiteX5" fmla="*/ 155953 w 167678"/>
                <a:gd name="connsiteY5" fmla="*/ 102877 h 140682"/>
                <a:gd name="connsiteX6" fmla="*/ 167414 w 167678"/>
                <a:gd name="connsiteY6" fmla="*/ 59174 h 140682"/>
                <a:gd name="connsiteX7" fmla="*/ 145590 w 167678"/>
                <a:gd name="connsiteY7" fmla="*/ 12926 h 140682"/>
                <a:gd name="connsiteX8" fmla="*/ 93254 w 167678"/>
                <a:gd name="connsiteY8" fmla="*/ 461 h 140682"/>
                <a:gd name="connsiteX9" fmla="*/ 64636 w 167678"/>
                <a:gd name="connsiteY9" fmla="*/ 3421 h 140682"/>
                <a:gd name="connsiteX10" fmla="*/ 29319 w 167678"/>
                <a:gd name="connsiteY10" fmla="*/ 10540 h 140682"/>
                <a:gd name="connsiteX0" fmla="*/ 29319 w 167678"/>
                <a:gd name="connsiteY0" fmla="*/ 10540 h 140682"/>
                <a:gd name="connsiteX1" fmla="*/ 413 w 167678"/>
                <a:gd name="connsiteY1" fmla="*/ 57611 h 140682"/>
                <a:gd name="connsiteX2" fmla="*/ 17227 w 167678"/>
                <a:gd name="connsiteY2" fmla="*/ 118898 h 140682"/>
                <a:gd name="connsiteX3" fmla="*/ 81371 w 167678"/>
                <a:gd name="connsiteY3" fmla="*/ 140211 h 140682"/>
                <a:gd name="connsiteX4" fmla="*/ 130670 w 167678"/>
                <a:gd name="connsiteY4" fmla="*/ 131149 h 140682"/>
                <a:gd name="connsiteX5" fmla="*/ 155953 w 167678"/>
                <a:gd name="connsiteY5" fmla="*/ 102877 h 140682"/>
                <a:gd name="connsiteX6" fmla="*/ 167414 w 167678"/>
                <a:gd name="connsiteY6" fmla="*/ 59174 h 140682"/>
                <a:gd name="connsiteX7" fmla="*/ 145590 w 167678"/>
                <a:gd name="connsiteY7" fmla="*/ 12926 h 140682"/>
                <a:gd name="connsiteX8" fmla="*/ 102379 w 167678"/>
                <a:gd name="connsiteY8" fmla="*/ 461 h 140682"/>
                <a:gd name="connsiteX9" fmla="*/ 64636 w 167678"/>
                <a:gd name="connsiteY9" fmla="*/ 3421 h 140682"/>
                <a:gd name="connsiteX10" fmla="*/ 29319 w 167678"/>
                <a:gd name="connsiteY10" fmla="*/ 10540 h 140682"/>
                <a:gd name="connsiteX0" fmla="*/ 29319 w 167678"/>
                <a:gd name="connsiteY0" fmla="*/ 9523 h 139665"/>
                <a:gd name="connsiteX1" fmla="*/ 413 w 167678"/>
                <a:gd name="connsiteY1" fmla="*/ 56594 h 139665"/>
                <a:gd name="connsiteX2" fmla="*/ 17227 w 167678"/>
                <a:gd name="connsiteY2" fmla="*/ 117881 h 139665"/>
                <a:gd name="connsiteX3" fmla="*/ 81371 w 167678"/>
                <a:gd name="connsiteY3" fmla="*/ 139194 h 139665"/>
                <a:gd name="connsiteX4" fmla="*/ 130670 w 167678"/>
                <a:gd name="connsiteY4" fmla="*/ 130132 h 139665"/>
                <a:gd name="connsiteX5" fmla="*/ 155953 w 167678"/>
                <a:gd name="connsiteY5" fmla="*/ 101860 h 139665"/>
                <a:gd name="connsiteX6" fmla="*/ 167414 w 167678"/>
                <a:gd name="connsiteY6" fmla="*/ 58157 h 139665"/>
                <a:gd name="connsiteX7" fmla="*/ 145590 w 167678"/>
                <a:gd name="connsiteY7" fmla="*/ 11909 h 139665"/>
                <a:gd name="connsiteX8" fmla="*/ 110200 w 167678"/>
                <a:gd name="connsiteY8" fmla="*/ 637 h 139665"/>
                <a:gd name="connsiteX9" fmla="*/ 64636 w 167678"/>
                <a:gd name="connsiteY9" fmla="*/ 2404 h 139665"/>
                <a:gd name="connsiteX10" fmla="*/ 29319 w 167678"/>
                <a:gd name="connsiteY10" fmla="*/ 9523 h 139665"/>
                <a:gd name="connsiteX0" fmla="*/ 29319 w 167678"/>
                <a:gd name="connsiteY0" fmla="*/ 9436 h 139578"/>
                <a:gd name="connsiteX1" fmla="*/ 413 w 167678"/>
                <a:gd name="connsiteY1" fmla="*/ 56507 h 139578"/>
                <a:gd name="connsiteX2" fmla="*/ 17227 w 167678"/>
                <a:gd name="connsiteY2" fmla="*/ 117794 h 139578"/>
                <a:gd name="connsiteX3" fmla="*/ 81371 w 167678"/>
                <a:gd name="connsiteY3" fmla="*/ 139107 h 139578"/>
                <a:gd name="connsiteX4" fmla="*/ 130670 w 167678"/>
                <a:gd name="connsiteY4" fmla="*/ 130045 h 139578"/>
                <a:gd name="connsiteX5" fmla="*/ 155953 w 167678"/>
                <a:gd name="connsiteY5" fmla="*/ 101773 h 139578"/>
                <a:gd name="connsiteX6" fmla="*/ 167414 w 167678"/>
                <a:gd name="connsiteY6" fmla="*/ 58070 h 139578"/>
                <a:gd name="connsiteX7" fmla="*/ 145590 w 167678"/>
                <a:gd name="connsiteY7" fmla="*/ 10629 h 139578"/>
                <a:gd name="connsiteX8" fmla="*/ 110200 w 167678"/>
                <a:gd name="connsiteY8" fmla="*/ 550 h 139578"/>
                <a:gd name="connsiteX9" fmla="*/ 64636 w 167678"/>
                <a:gd name="connsiteY9" fmla="*/ 2317 h 139578"/>
                <a:gd name="connsiteX10" fmla="*/ 29319 w 167678"/>
                <a:gd name="connsiteY10" fmla="*/ 9436 h 139578"/>
                <a:gd name="connsiteX0" fmla="*/ 29319 w 167678"/>
                <a:gd name="connsiteY0" fmla="*/ 9854 h 139996"/>
                <a:gd name="connsiteX1" fmla="*/ 413 w 167678"/>
                <a:gd name="connsiteY1" fmla="*/ 56925 h 139996"/>
                <a:gd name="connsiteX2" fmla="*/ 17227 w 167678"/>
                <a:gd name="connsiteY2" fmla="*/ 118212 h 139996"/>
                <a:gd name="connsiteX3" fmla="*/ 81371 w 167678"/>
                <a:gd name="connsiteY3" fmla="*/ 139525 h 139996"/>
                <a:gd name="connsiteX4" fmla="*/ 130670 w 167678"/>
                <a:gd name="connsiteY4" fmla="*/ 130463 h 139996"/>
                <a:gd name="connsiteX5" fmla="*/ 155953 w 167678"/>
                <a:gd name="connsiteY5" fmla="*/ 102191 h 139996"/>
                <a:gd name="connsiteX6" fmla="*/ 167414 w 167678"/>
                <a:gd name="connsiteY6" fmla="*/ 58488 h 139996"/>
                <a:gd name="connsiteX7" fmla="*/ 145590 w 167678"/>
                <a:gd name="connsiteY7" fmla="*/ 11047 h 139996"/>
                <a:gd name="connsiteX8" fmla="*/ 110200 w 167678"/>
                <a:gd name="connsiteY8" fmla="*/ 968 h 139996"/>
                <a:gd name="connsiteX9" fmla="*/ 59422 w 167678"/>
                <a:gd name="connsiteY9" fmla="*/ 1542 h 139996"/>
                <a:gd name="connsiteX10" fmla="*/ 29319 w 167678"/>
                <a:gd name="connsiteY10" fmla="*/ 9854 h 139996"/>
                <a:gd name="connsiteX0" fmla="*/ 29203 w 167562"/>
                <a:gd name="connsiteY0" fmla="*/ 9854 h 140203"/>
                <a:gd name="connsiteX1" fmla="*/ 297 w 167562"/>
                <a:gd name="connsiteY1" fmla="*/ 56925 h 140203"/>
                <a:gd name="connsiteX2" fmla="*/ 18415 w 167562"/>
                <a:gd name="connsiteY2" fmla="*/ 114633 h 140203"/>
                <a:gd name="connsiteX3" fmla="*/ 81255 w 167562"/>
                <a:gd name="connsiteY3" fmla="*/ 139525 h 140203"/>
                <a:gd name="connsiteX4" fmla="*/ 130554 w 167562"/>
                <a:gd name="connsiteY4" fmla="*/ 130463 h 140203"/>
                <a:gd name="connsiteX5" fmla="*/ 155837 w 167562"/>
                <a:gd name="connsiteY5" fmla="*/ 102191 h 140203"/>
                <a:gd name="connsiteX6" fmla="*/ 167298 w 167562"/>
                <a:gd name="connsiteY6" fmla="*/ 58488 h 140203"/>
                <a:gd name="connsiteX7" fmla="*/ 145474 w 167562"/>
                <a:gd name="connsiteY7" fmla="*/ 11047 h 140203"/>
                <a:gd name="connsiteX8" fmla="*/ 110084 w 167562"/>
                <a:gd name="connsiteY8" fmla="*/ 968 h 140203"/>
                <a:gd name="connsiteX9" fmla="*/ 59306 w 167562"/>
                <a:gd name="connsiteY9" fmla="*/ 1542 h 140203"/>
                <a:gd name="connsiteX10" fmla="*/ 29203 w 167562"/>
                <a:gd name="connsiteY10" fmla="*/ 9854 h 140203"/>
                <a:gd name="connsiteX0" fmla="*/ 29165 w 167524"/>
                <a:gd name="connsiteY0" fmla="*/ 9854 h 138033"/>
                <a:gd name="connsiteX1" fmla="*/ 259 w 167524"/>
                <a:gd name="connsiteY1" fmla="*/ 56925 h 138033"/>
                <a:gd name="connsiteX2" fmla="*/ 18377 w 167524"/>
                <a:gd name="connsiteY2" fmla="*/ 114633 h 138033"/>
                <a:gd name="connsiteX3" fmla="*/ 73396 w 167524"/>
                <a:gd name="connsiteY3" fmla="*/ 137139 h 138033"/>
                <a:gd name="connsiteX4" fmla="*/ 130516 w 167524"/>
                <a:gd name="connsiteY4" fmla="*/ 130463 h 138033"/>
                <a:gd name="connsiteX5" fmla="*/ 155799 w 167524"/>
                <a:gd name="connsiteY5" fmla="*/ 102191 h 138033"/>
                <a:gd name="connsiteX6" fmla="*/ 167260 w 167524"/>
                <a:gd name="connsiteY6" fmla="*/ 58488 h 138033"/>
                <a:gd name="connsiteX7" fmla="*/ 145436 w 167524"/>
                <a:gd name="connsiteY7" fmla="*/ 11047 h 138033"/>
                <a:gd name="connsiteX8" fmla="*/ 110046 w 167524"/>
                <a:gd name="connsiteY8" fmla="*/ 968 h 138033"/>
                <a:gd name="connsiteX9" fmla="*/ 59268 w 167524"/>
                <a:gd name="connsiteY9" fmla="*/ 1542 h 138033"/>
                <a:gd name="connsiteX10" fmla="*/ 29165 w 167524"/>
                <a:gd name="connsiteY10" fmla="*/ 9854 h 138033"/>
                <a:gd name="connsiteX0" fmla="*/ 29165 w 167524"/>
                <a:gd name="connsiteY0" fmla="*/ 9854 h 138033"/>
                <a:gd name="connsiteX1" fmla="*/ 259 w 167524"/>
                <a:gd name="connsiteY1" fmla="*/ 56925 h 138033"/>
                <a:gd name="connsiteX2" fmla="*/ 18377 w 167524"/>
                <a:gd name="connsiteY2" fmla="*/ 114633 h 138033"/>
                <a:gd name="connsiteX3" fmla="*/ 73396 w 167524"/>
                <a:gd name="connsiteY3" fmla="*/ 137139 h 138033"/>
                <a:gd name="connsiteX4" fmla="*/ 130516 w 167524"/>
                <a:gd name="connsiteY4" fmla="*/ 130463 h 138033"/>
                <a:gd name="connsiteX5" fmla="*/ 155799 w 167524"/>
                <a:gd name="connsiteY5" fmla="*/ 102191 h 138033"/>
                <a:gd name="connsiteX6" fmla="*/ 167260 w 167524"/>
                <a:gd name="connsiteY6" fmla="*/ 58488 h 138033"/>
                <a:gd name="connsiteX7" fmla="*/ 145436 w 167524"/>
                <a:gd name="connsiteY7" fmla="*/ 11047 h 138033"/>
                <a:gd name="connsiteX8" fmla="*/ 110046 w 167524"/>
                <a:gd name="connsiteY8" fmla="*/ 968 h 138033"/>
                <a:gd name="connsiteX9" fmla="*/ 59268 w 167524"/>
                <a:gd name="connsiteY9" fmla="*/ 1542 h 138033"/>
                <a:gd name="connsiteX10" fmla="*/ 29165 w 167524"/>
                <a:gd name="connsiteY10" fmla="*/ 9854 h 138033"/>
                <a:gd name="connsiteX0" fmla="*/ 29165 w 167633"/>
                <a:gd name="connsiteY0" fmla="*/ 9854 h 138033"/>
                <a:gd name="connsiteX1" fmla="*/ 259 w 167633"/>
                <a:gd name="connsiteY1" fmla="*/ 56925 h 138033"/>
                <a:gd name="connsiteX2" fmla="*/ 18377 w 167633"/>
                <a:gd name="connsiteY2" fmla="*/ 114633 h 138033"/>
                <a:gd name="connsiteX3" fmla="*/ 73396 w 167633"/>
                <a:gd name="connsiteY3" fmla="*/ 137139 h 138033"/>
                <a:gd name="connsiteX4" fmla="*/ 130516 w 167633"/>
                <a:gd name="connsiteY4" fmla="*/ 130463 h 138033"/>
                <a:gd name="connsiteX5" fmla="*/ 157102 w 167633"/>
                <a:gd name="connsiteY5" fmla="*/ 102191 h 138033"/>
                <a:gd name="connsiteX6" fmla="*/ 167260 w 167633"/>
                <a:gd name="connsiteY6" fmla="*/ 58488 h 138033"/>
                <a:gd name="connsiteX7" fmla="*/ 145436 w 167633"/>
                <a:gd name="connsiteY7" fmla="*/ 11047 h 138033"/>
                <a:gd name="connsiteX8" fmla="*/ 110046 w 167633"/>
                <a:gd name="connsiteY8" fmla="*/ 968 h 138033"/>
                <a:gd name="connsiteX9" fmla="*/ 59268 w 167633"/>
                <a:gd name="connsiteY9" fmla="*/ 1542 h 138033"/>
                <a:gd name="connsiteX10" fmla="*/ 29165 w 167633"/>
                <a:gd name="connsiteY10" fmla="*/ 9854 h 13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33" h="138033">
                  <a:moveTo>
                    <a:pt x="29165" y="9854"/>
                  </a:moveTo>
                  <a:cubicBezTo>
                    <a:pt x="19330" y="19084"/>
                    <a:pt x="2057" y="39462"/>
                    <a:pt x="259" y="56925"/>
                  </a:cubicBezTo>
                  <a:cubicBezTo>
                    <a:pt x="-1539" y="74388"/>
                    <a:pt x="6188" y="101264"/>
                    <a:pt x="18377" y="114633"/>
                  </a:cubicBezTo>
                  <a:cubicBezTo>
                    <a:pt x="30567" y="128002"/>
                    <a:pt x="54706" y="134501"/>
                    <a:pt x="73396" y="137139"/>
                  </a:cubicBezTo>
                  <a:cubicBezTo>
                    <a:pt x="92086" y="139777"/>
                    <a:pt x="116565" y="136288"/>
                    <a:pt x="130516" y="130463"/>
                  </a:cubicBezTo>
                  <a:cubicBezTo>
                    <a:pt x="144467" y="124638"/>
                    <a:pt x="150978" y="114187"/>
                    <a:pt x="157102" y="102191"/>
                  </a:cubicBezTo>
                  <a:cubicBezTo>
                    <a:pt x="163226" y="90195"/>
                    <a:pt x="169204" y="73679"/>
                    <a:pt x="167260" y="58488"/>
                  </a:cubicBezTo>
                  <a:cubicBezTo>
                    <a:pt x="165316" y="43297"/>
                    <a:pt x="153373" y="17132"/>
                    <a:pt x="145436" y="11047"/>
                  </a:cubicBezTo>
                  <a:cubicBezTo>
                    <a:pt x="137499" y="4962"/>
                    <a:pt x="124407" y="2552"/>
                    <a:pt x="110046" y="968"/>
                  </a:cubicBezTo>
                  <a:cubicBezTo>
                    <a:pt x="95685" y="-616"/>
                    <a:pt x="69924" y="-138"/>
                    <a:pt x="59268" y="1542"/>
                  </a:cubicBezTo>
                  <a:cubicBezTo>
                    <a:pt x="48612" y="3222"/>
                    <a:pt x="39000" y="624"/>
                    <a:pt x="29165" y="985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57150">
              <a:gradFill flip="none" rotWithShape="1">
                <a:gsLst>
                  <a:gs pos="81000">
                    <a:srgbClr val="321704"/>
                  </a:gs>
                  <a:gs pos="50000">
                    <a:schemeClr val="accent2">
                      <a:lumMod val="50000"/>
                    </a:schemeClr>
                  </a:gs>
                  <a:gs pos="21000">
                    <a:schemeClr val="accent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C051347-3702-400D-9BCE-20ACBF1B5EBA}"/>
                </a:ext>
              </a:extLst>
            </p:cNvPr>
            <p:cNvSpPr/>
            <p:nvPr/>
          </p:nvSpPr>
          <p:spPr>
            <a:xfrm>
              <a:off x="2290837" y="2978304"/>
              <a:ext cx="47641" cy="4596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7ED6F34-AB85-4350-AAF1-B038DE33183E}"/>
                </a:ext>
              </a:extLst>
            </p:cNvPr>
            <p:cNvSpPr/>
            <p:nvPr/>
          </p:nvSpPr>
          <p:spPr>
            <a:xfrm>
              <a:off x="2314657" y="2924795"/>
              <a:ext cx="47641" cy="45961"/>
            </a:xfrm>
            <a:prstGeom prst="ellipse">
              <a:avLst/>
            </a:prstGeom>
            <a:gradFill>
              <a:gsLst>
                <a:gs pos="81000">
                  <a:schemeClr val="accent1">
                    <a:lumMod val="40000"/>
                    <a:lumOff val="60000"/>
                  </a:schemeClr>
                </a:gs>
                <a:gs pos="50000">
                  <a:schemeClr val="accent1">
                    <a:lumMod val="20000"/>
                    <a:lumOff val="80000"/>
                  </a:schemeClr>
                </a:gs>
                <a:gs pos="21000">
                  <a:schemeClr val="bg1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D35AAAA-2C4F-4475-BDB2-8CC0E44DFF02}"/>
              </a:ext>
            </a:extLst>
          </p:cNvPr>
          <p:cNvGrpSpPr/>
          <p:nvPr/>
        </p:nvGrpSpPr>
        <p:grpSpPr>
          <a:xfrm>
            <a:off x="3853524" y="2649682"/>
            <a:ext cx="1036646" cy="816381"/>
            <a:chOff x="3517993" y="2378465"/>
            <a:chExt cx="1036646" cy="816381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535FF33-29B7-41BB-98A6-F88DDAE2E03B}"/>
                </a:ext>
              </a:extLst>
            </p:cNvPr>
            <p:cNvSpPr/>
            <p:nvPr/>
          </p:nvSpPr>
          <p:spPr>
            <a:xfrm rot="21289200" flipH="1">
              <a:off x="3517993" y="2378465"/>
              <a:ext cx="1036646" cy="281935"/>
            </a:xfrm>
            <a:custGeom>
              <a:avLst/>
              <a:gdLst>
                <a:gd name="connsiteX0" fmla="*/ 1577 w 380133"/>
                <a:gd name="connsiteY0" fmla="*/ 100504 h 105028"/>
                <a:gd name="connsiteX1" fmla="*/ 108257 w 380133"/>
                <a:gd name="connsiteY1" fmla="*/ 9064 h 105028"/>
                <a:gd name="connsiteX2" fmla="*/ 204777 w 380133"/>
                <a:gd name="connsiteY2" fmla="*/ 9064 h 105028"/>
                <a:gd name="connsiteX3" fmla="*/ 352097 w 380133"/>
                <a:gd name="connsiteY3" fmla="*/ 59864 h 105028"/>
                <a:gd name="connsiteX4" fmla="*/ 372417 w 380133"/>
                <a:gd name="connsiteY4" fmla="*/ 80184 h 105028"/>
                <a:gd name="connsiteX5" fmla="*/ 260657 w 380133"/>
                <a:gd name="connsiteY5" fmla="*/ 64944 h 105028"/>
                <a:gd name="connsiteX6" fmla="*/ 179377 w 380133"/>
                <a:gd name="connsiteY6" fmla="*/ 34464 h 105028"/>
                <a:gd name="connsiteX7" fmla="*/ 52377 w 380133"/>
                <a:gd name="connsiteY7" fmla="*/ 85264 h 105028"/>
                <a:gd name="connsiteX8" fmla="*/ 1577 w 380133"/>
                <a:gd name="connsiteY8" fmla="*/ 100504 h 105028"/>
                <a:gd name="connsiteX0" fmla="*/ 1558 w 380114"/>
                <a:gd name="connsiteY0" fmla="*/ 100504 h 104508"/>
                <a:gd name="connsiteX1" fmla="*/ 108238 w 380114"/>
                <a:gd name="connsiteY1" fmla="*/ 9064 h 104508"/>
                <a:gd name="connsiteX2" fmla="*/ 204758 w 380114"/>
                <a:gd name="connsiteY2" fmla="*/ 9064 h 104508"/>
                <a:gd name="connsiteX3" fmla="*/ 352078 w 380114"/>
                <a:gd name="connsiteY3" fmla="*/ 59864 h 104508"/>
                <a:gd name="connsiteX4" fmla="*/ 372398 w 380114"/>
                <a:gd name="connsiteY4" fmla="*/ 80184 h 104508"/>
                <a:gd name="connsiteX5" fmla="*/ 260638 w 380114"/>
                <a:gd name="connsiteY5" fmla="*/ 64944 h 104508"/>
                <a:gd name="connsiteX6" fmla="*/ 155692 w 380114"/>
                <a:gd name="connsiteY6" fmla="*/ 58570 h 104508"/>
                <a:gd name="connsiteX7" fmla="*/ 52358 w 380114"/>
                <a:gd name="connsiteY7" fmla="*/ 85264 h 104508"/>
                <a:gd name="connsiteX8" fmla="*/ 1558 w 380114"/>
                <a:gd name="connsiteY8" fmla="*/ 100504 h 1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0114" h="104508">
                  <a:moveTo>
                    <a:pt x="1558" y="100504"/>
                  </a:moveTo>
                  <a:cubicBezTo>
                    <a:pt x="10871" y="87804"/>
                    <a:pt x="74371" y="24304"/>
                    <a:pt x="108238" y="9064"/>
                  </a:cubicBezTo>
                  <a:cubicBezTo>
                    <a:pt x="142105" y="-6176"/>
                    <a:pt x="164118" y="597"/>
                    <a:pt x="204758" y="9064"/>
                  </a:cubicBezTo>
                  <a:cubicBezTo>
                    <a:pt x="245398" y="17531"/>
                    <a:pt x="324138" y="48011"/>
                    <a:pt x="352078" y="59864"/>
                  </a:cubicBezTo>
                  <a:cubicBezTo>
                    <a:pt x="380018" y="71717"/>
                    <a:pt x="387638" y="79337"/>
                    <a:pt x="372398" y="80184"/>
                  </a:cubicBezTo>
                  <a:cubicBezTo>
                    <a:pt x="357158" y="81031"/>
                    <a:pt x="296756" y="68546"/>
                    <a:pt x="260638" y="64944"/>
                  </a:cubicBezTo>
                  <a:cubicBezTo>
                    <a:pt x="224520" y="61342"/>
                    <a:pt x="190405" y="55183"/>
                    <a:pt x="155692" y="58570"/>
                  </a:cubicBezTo>
                  <a:cubicBezTo>
                    <a:pt x="120979" y="61957"/>
                    <a:pt x="78047" y="78275"/>
                    <a:pt x="52358" y="85264"/>
                  </a:cubicBezTo>
                  <a:cubicBezTo>
                    <a:pt x="26669" y="92253"/>
                    <a:pt x="-7755" y="113204"/>
                    <a:pt x="1558" y="10050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DE7B342-A54A-435A-B1F3-55818CD70212}"/>
                </a:ext>
              </a:extLst>
            </p:cNvPr>
            <p:cNvSpPr/>
            <p:nvPr/>
          </p:nvSpPr>
          <p:spPr>
            <a:xfrm rot="21084791" flipH="1">
              <a:off x="3703457" y="2812899"/>
              <a:ext cx="706787" cy="180669"/>
            </a:xfrm>
            <a:custGeom>
              <a:avLst/>
              <a:gdLst>
                <a:gd name="connsiteX0" fmla="*/ 285750 w 285750"/>
                <a:gd name="connsiteY0" fmla="*/ 65818 h 84868"/>
                <a:gd name="connsiteX1" fmla="*/ 219075 w 285750"/>
                <a:gd name="connsiteY1" fmla="*/ 18193 h 84868"/>
                <a:gd name="connsiteX2" fmla="*/ 122238 w 285750"/>
                <a:gd name="connsiteY2" fmla="*/ 3906 h 84868"/>
                <a:gd name="connsiteX3" fmla="*/ 0 w 285750"/>
                <a:gd name="connsiteY3" fmla="*/ 84868 h 84868"/>
                <a:gd name="connsiteX0" fmla="*/ 285750 w 285750"/>
                <a:gd name="connsiteY0" fmla="*/ 54112 h 73162"/>
                <a:gd name="connsiteX1" fmla="*/ 219075 w 285750"/>
                <a:gd name="connsiteY1" fmla="*/ 6487 h 73162"/>
                <a:gd name="connsiteX2" fmla="*/ 106957 w 285750"/>
                <a:gd name="connsiteY2" fmla="*/ 7664 h 73162"/>
                <a:gd name="connsiteX3" fmla="*/ 0 w 285750"/>
                <a:gd name="connsiteY3" fmla="*/ 73162 h 73162"/>
                <a:gd name="connsiteX0" fmla="*/ 285750 w 285750"/>
                <a:gd name="connsiteY0" fmla="*/ 54112 h 73162"/>
                <a:gd name="connsiteX1" fmla="*/ 219075 w 285750"/>
                <a:gd name="connsiteY1" fmla="*/ 6487 h 73162"/>
                <a:gd name="connsiteX2" fmla="*/ 106957 w 285750"/>
                <a:gd name="connsiteY2" fmla="*/ 7664 h 73162"/>
                <a:gd name="connsiteX3" fmla="*/ 0 w 285750"/>
                <a:gd name="connsiteY3" fmla="*/ 73162 h 7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0" h="73162">
                  <a:moveTo>
                    <a:pt x="285750" y="54112"/>
                  </a:moveTo>
                  <a:cubicBezTo>
                    <a:pt x="266038" y="35459"/>
                    <a:pt x="248874" y="14228"/>
                    <a:pt x="219075" y="6487"/>
                  </a:cubicBezTo>
                  <a:cubicBezTo>
                    <a:pt x="189276" y="-1254"/>
                    <a:pt x="143469" y="-3448"/>
                    <a:pt x="106957" y="7664"/>
                  </a:cubicBezTo>
                  <a:cubicBezTo>
                    <a:pt x="70445" y="18776"/>
                    <a:pt x="42863" y="38237"/>
                    <a:pt x="0" y="73162"/>
                  </a:cubicBezTo>
                </a:path>
              </a:pathLst>
            </a:custGeom>
            <a:noFill/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ED86361-2FF1-4FC8-8173-CDF6686664BA}"/>
                </a:ext>
              </a:extLst>
            </p:cNvPr>
            <p:cNvSpPr/>
            <p:nvPr/>
          </p:nvSpPr>
          <p:spPr>
            <a:xfrm rot="21437140" flipH="1">
              <a:off x="3720728" y="2886963"/>
              <a:ext cx="715280" cy="307883"/>
            </a:xfrm>
            <a:custGeom>
              <a:avLst/>
              <a:gdLst>
                <a:gd name="connsiteX0" fmla="*/ 96 w 293337"/>
                <a:gd name="connsiteY0" fmla="*/ 72084 h 113549"/>
                <a:gd name="connsiteX1" fmla="*/ 55659 w 293337"/>
                <a:gd name="connsiteY1" fmla="*/ 35571 h 113549"/>
                <a:gd name="connsiteX2" fmla="*/ 123921 w 293337"/>
                <a:gd name="connsiteY2" fmla="*/ 2234 h 113549"/>
                <a:gd name="connsiteX3" fmla="*/ 217584 w 293337"/>
                <a:gd name="connsiteY3" fmla="*/ 6996 h 113549"/>
                <a:gd name="connsiteX4" fmla="*/ 274734 w 293337"/>
                <a:gd name="connsiteY4" fmla="*/ 38746 h 113549"/>
                <a:gd name="connsiteX5" fmla="*/ 285846 w 293337"/>
                <a:gd name="connsiteY5" fmla="*/ 48271 h 113549"/>
                <a:gd name="connsiteX6" fmla="*/ 289021 w 293337"/>
                <a:gd name="connsiteY6" fmla="*/ 49859 h 113549"/>
                <a:gd name="connsiteX7" fmla="*/ 223934 w 293337"/>
                <a:gd name="connsiteY7" fmla="*/ 102246 h 113549"/>
                <a:gd name="connsiteX8" fmla="*/ 127096 w 293337"/>
                <a:gd name="connsiteY8" fmla="*/ 113359 h 113549"/>
                <a:gd name="connsiteX9" fmla="*/ 44546 w 293337"/>
                <a:gd name="connsiteY9" fmla="*/ 97484 h 113549"/>
                <a:gd name="connsiteX10" fmla="*/ 96 w 293337"/>
                <a:gd name="connsiteY10" fmla="*/ 72084 h 113549"/>
                <a:gd name="connsiteX0" fmla="*/ 96 w 300145"/>
                <a:gd name="connsiteY0" fmla="*/ 72084 h 113464"/>
                <a:gd name="connsiteX1" fmla="*/ 55659 w 300145"/>
                <a:gd name="connsiteY1" fmla="*/ 35571 h 113464"/>
                <a:gd name="connsiteX2" fmla="*/ 123921 w 300145"/>
                <a:gd name="connsiteY2" fmla="*/ 2234 h 113464"/>
                <a:gd name="connsiteX3" fmla="*/ 217584 w 300145"/>
                <a:gd name="connsiteY3" fmla="*/ 6996 h 113464"/>
                <a:gd name="connsiteX4" fmla="*/ 274734 w 300145"/>
                <a:gd name="connsiteY4" fmla="*/ 38746 h 113464"/>
                <a:gd name="connsiteX5" fmla="*/ 285846 w 300145"/>
                <a:gd name="connsiteY5" fmla="*/ 48271 h 113464"/>
                <a:gd name="connsiteX6" fmla="*/ 296959 w 300145"/>
                <a:gd name="connsiteY6" fmla="*/ 64146 h 113464"/>
                <a:gd name="connsiteX7" fmla="*/ 223934 w 300145"/>
                <a:gd name="connsiteY7" fmla="*/ 102246 h 113464"/>
                <a:gd name="connsiteX8" fmla="*/ 127096 w 300145"/>
                <a:gd name="connsiteY8" fmla="*/ 113359 h 113464"/>
                <a:gd name="connsiteX9" fmla="*/ 44546 w 300145"/>
                <a:gd name="connsiteY9" fmla="*/ 97484 h 113464"/>
                <a:gd name="connsiteX10" fmla="*/ 96 w 300145"/>
                <a:gd name="connsiteY10" fmla="*/ 72084 h 113464"/>
                <a:gd name="connsiteX0" fmla="*/ 711 w 300760"/>
                <a:gd name="connsiteY0" fmla="*/ 72084 h 113464"/>
                <a:gd name="connsiteX1" fmla="*/ 56274 w 300760"/>
                <a:gd name="connsiteY1" fmla="*/ 35571 h 113464"/>
                <a:gd name="connsiteX2" fmla="*/ 124536 w 300760"/>
                <a:gd name="connsiteY2" fmla="*/ 2234 h 113464"/>
                <a:gd name="connsiteX3" fmla="*/ 218199 w 300760"/>
                <a:gd name="connsiteY3" fmla="*/ 6996 h 113464"/>
                <a:gd name="connsiteX4" fmla="*/ 275349 w 300760"/>
                <a:gd name="connsiteY4" fmla="*/ 38746 h 113464"/>
                <a:gd name="connsiteX5" fmla="*/ 286461 w 300760"/>
                <a:gd name="connsiteY5" fmla="*/ 48271 h 113464"/>
                <a:gd name="connsiteX6" fmla="*/ 297574 w 300760"/>
                <a:gd name="connsiteY6" fmla="*/ 64146 h 113464"/>
                <a:gd name="connsiteX7" fmla="*/ 224549 w 300760"/>
                <a:gd name="connsiteY7" fmla="*/ 102246 h 113464"/>
                <a:gd name="connsiteX8" fmla="*/ 127711 w 300760"/>
                <a:gd name="connsiteY8" fmla="*/ 113359 h 113464"/>
                <a:gd name="connsiteX9" fmla="*/ 45161 w 300760"/>
                <a:gd name="connsiteY9" fmla="*/ 97484 h 113464"/>
                <a:gd name="connsiteX10" fmla="*/ 26111 w 300760"/>
                <a:gd name="connsiteY10" fmla="*/ 87959 h 113464"/>
                <a:gd name="connsiteX11" fmla="*/ 711 w 300760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44830 w 300429"/>
                <a:gd name="connsiteY9" fmla="*/ 97484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67055 w 300429"/>
                <a:gd name="connsiteY9" fmla="*/ 100659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67055 w 300429"/>
                <a:gd name="connsiteY9" fmla="*/ 100659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1609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298047"/>
                <a:gd name="connsiteY0" fmla="*/ 72084 h 118178"/>
                <a:gd name="connsiteX1" fmla="*/ 55943 w 298047"/>
                <a:gd name="connsiteY1" fmla="*/ 35571 h 118178"/>
                <a:gd name="connsiteX2" fmla="*/ 124205 w 298047"/>
                <a:gd name="connsiteY2" fmla="*/ 2234 h 118178"/>
                <a:gd name="connsiteX3" fmla="*/ 217868 w 298047"/>
                <a:gd name="connsiteY3" fmla="*/ 6996 h 118178"/>
                <a:gd name="connsiteX4" fmla="*/ 275018 w 298047"/>
                <a:gd name="connsiteY4" fmla="*/ 38746 h 118178"/>
                <a:gd name="connsiteX5" fmla="*/ 263905 w 298047"/>
                <a:gd name="connsiteY5" fmla="*/ 33983 h 118178"/>
                <a:gd name="connsiteX6" fmla="*/ 297243 w 298047"/>
                <a:gd name="connsiteY6" fmla="*/ 64146 h 118178"/>
                <a:gd name="connsiteX7" fmla="*/ 224218 w 298047"/>
                <a:gd name="connsiteY7" fmla="*/ 102246 h 118178"/>
                <a:gd name="connsiteX8" fmla="*/ 152780 w 298047"/>
                <a:gd name="connsiteY8" fmla="*/ 118122 h 118178"/>
                <a:gd name="connsiteX9" fmla="*/ 67055 w 298047"/>
                <a:gd name="connsiteY9" fmla="*/ 100659 h 118178"/>
                <a:gd name="connsiteX10" fmla="*/ 32130 w 298047"/>
                <a:gd name="connsiteY10" fmla="*/ 89546 h 118178"/>
                <a:gd name="connsiteX11" fmla="*/ 380 w 298047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6683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6683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298047"/>
                <a:gd name="connsiteY0" fmla="*/ 72084 h 118178"/>
                <a:gd name="connsiteX1" fmla="*/ 55943 w 298047"/>
                <a:gd name="connsiteY1" fmla="*/ 35571 h 118178"/>
                <a:gd name="connsiteX2" fmla="*/ 124205 w 298047"/>
                <a:gd name="connsiteY2" fmla="*/ 2234 h 118178"/>
                <a:gd name="connsiteX3" fmla="*/ 217868 w 298047"/>
                <a:gd name="connsiteY3" fmla="*/ 6996 h 118178"/>
                <a:gd name="connsiteX4" fmla="*/ 275018 w 298047"/>
                <a:gd name="connsiteY4" fmla="*/ 38746 h 118178"/>
                <a:gd name="connsiteX5" fmla="*/ 263905 w 298047"/>
                <a:gd name="connsiteY5" fmla="*/ 29220 h 118178"/>
                <a:gd name="connsiteX6" fmla="*/ 297243 w 298047"/>
                <a:gd name="connsiteY6" fmla="*/ 64146 h 118178"/>
                <a:gd name="connsiteX7" fmla="*/ 224218 w 298047"/>
                <a:gd name="connsiteY7" fmla="*/ 102246 h 118178"/>
                <a:gd name="connsiteX8" fmla="*/ 152780 w 298047"/>
                <a:gd name="connsiteY8" fmla="*/ 118122 h 118178"/>
                <a:gd name="connsiteX9" fmla="*/ 67055 w 298047"/>
                <a:gd name="connsiteY9" fmla="*/ 100659 h 118178"/>
                <a:gd name="connsiteX10" fmla="*/ 32130 w 298047"/>
                <a:gd name="connsiteY10" fmla="*/ 89546 h 118178"/>
                <a:gd name="connsiteX11" fmla="*/ 380 w 298047"/>
                <a:gd name="connsiteY11" fmla="*/ 72084 h 118178"/>
                <a:gd name="connsiteX0" fmla="*/ 380 w 297469"/>
                <a:gd name="connsiteY0" fmla="*/ 72084 h 118178"/>
                <a:gd name="connsiteX1" fmla="*/ 55943 w 297469"/>
                <a:gd name="connsiteY1" fmla="*/ 35571 h 118178"/>
                <a:gd name="connsiteX2" fmla="*/ 124205 w 297469"/>
                <a:gd name="connsiteY2" fmla="*/ 2234 h 118178"/>
                <a:gd name="connsiteX3" fmla="*/ 217868 w 297469"/>
                <a:gd name="connsiteY3" fmla="*/ 6996 h 118178"/>
                <a:gd name="connsiteX4" fmla="*/ 275018 w 297469"/>
                <a:gd name="connsiteY4" fmla="*/ 38746 h 118178"/>
                <a:gd name="connsiteX5" fmla="*/ 248030 w 297469"/>
                <a:gd name="connsiteY5" fmla="*/ 19695 h 118178"/>
                <a:gd name="connsiteX6" fmla="*/ 297243 w 297469"/>
                <a:gd name="connsiteY6" fmla="*/ 64146 h 118178"/>
                <a:gd name="connsiteX7" fmla="*/ 224218 w 297469"/>
                <a:gd name="connsiteY7" fmla="*/ 102246 h 118178"/>
                <a:gd name="connsiteX8" fmla="*/ 152780 w 297469"/>
                <a:gd name="connsiteY8" fmla="*/ 118122 h 118178"/>
                <a:gd name="connsiteX9" fmla="*/ 67055 w 297469"/>
                <a:gd name="connsiteY9" fmla="*/ 100659 h 118178"/>
                <a:gd name="connsiteX10" fmla="*/ 32130 w 297469"/>
                <a:gd name="connsiteY10" fmla="*/ 89546 h 118178"/>
                <a:gd name="connsiteX11" fmla="*/ 380 w 297469"/>
                <a:gd name="connsiteY11" fmla="*/ 72084 h 118178"/>
                <a:gd name="connsiteX0" fmla="*/ 380 w 297467"/>
                <a:gd name="connsiteY0" fmla="*/ 72142 h 118236"/>
                <a:gd name="connsiteX1" fmla="*/ 55943 w 297467"/>
                <a:gd name="connsiteY1" fmla="*/ 35629 h 118236"/>
                <a:gd name="connsiteX2" fmla="*/ 124205 w 297467"/>
                <a:gd name="connsiteY2" fmla="*/ 2292 h 118236"/>
                <a:gd name="connsiteX3" fmla="*/ 217868 w 297467"/>
                <a:gd name="connsiteY3" fmla="*/ 7054 h 118236"/>
                <a:gd name="connsiteX4" fmla="*/ 278193 w 297467"/>
                <a:gd name="connsiteY4" fmla="*/ 40391 h 118236"/>
                <a:gd name="connsiteX5" fmla="*/ 248030 w 297467"/>
                <a:gd name="connsiteY5" fmla="*/ 19753 h 118236"/>
                <a:gd name="connsiteX6" fmla="*/ 297243 w 297467"/>
                <a:gd name="connsiteY6" fmla="*/ 64204 h 118236"/>
                <a:gd name="connsiteX7" fmla="*/ 224218 w 297467"/>
                <a:gd name="connsiteY7" fmla="*/ 102304 h 118236"/>
                <a:gd name="connsiteX8" fmla="*/ 152780 w 297467"/>
                <a:gd name="connsiteY8" fmla="*/ 118180 h 118236"/>
                <a:gd name="connsiteX9" fmla="*/ 67055 w 297467"/>
                <a:gd name="connsiteY9" fmla="*/ 100717 h 118236"/>
                <a:gd name="connsiteX10" fmla="*/ 32130 w 297467"/>
                <a:gd name="connsiteY10" fmla="*/ 89604 h 118236"/>
                <a:gd name="connsiteX11" fmla="*/ 380 w 297467"/>
                <a:gd name="connsiteY11" fmla="*/ 72142 h 118236"/>
                <a:gd name="connsiteX0" fmla="*/ 380 w 297467"/>
                <a:gd name="connsiteY0" fmla="*/ 72142 h 118236"/>
                <a:gd name="connsiteX1" fmla="*/ 55943 w 297467"/>
                <a:gd name="connsiteY1" fmla="*/ 35629 h 118236"/>
                <a:gd name="connsiteX2" fmla="*/ 124205 w 297467"/>
                <a:gd name="connsiteY2" fmla="*/ 2292 h 118236"/>
                <a:gd name="connsiteX3" fmla="*/ 217868 w 297467"/>
                <a:gd name="connsiteY3" fmla="*/ 7054 h 118236"/>
                <a:gd name="connsiteX4" fmla="*/ 278193 w 297467"/>
                <a:gd name="connsiteY4" fmla="*/ 40391 h 118236"/>
                <a:gd name="connsiteX5" fmla="*/ 248030 w 297467"/>
                <a:gd name="connsiteY5" fmla="*/ 19753 h 118236"/>
                <a:gd name="connsiteX6" fmla="*/ 297243 w 297467"/>
                <a:gd name="connsiteY6" fmla="*/ 64204 h 118236"/>
                <a:gd name="connsiteX7" fmla="*/ 224218 w 297467"/>
                <a:gd name="connsiteY7" fmla="*/ 102304 h 118236"/>
                <a:gd name="connsiteX8" fmla="*/ 152780 w 297467"/>
                <a:gd name="connsiteY8" fmla="*/ 118180 h 118236"/>
                <a:gd name="connsiteX9" fmla="*/ 67055 w 297467"/>
                <a:gd name="connsiteY9" fmla="*/ 100717 h 118236"/>
                <a:gd name="connsiteX10" fmla="*/ 32130 w 297467"/>
                <a:gd name="connsiteY10" fmla="*/ 89604 h 118236"/>
                <a:gd name="connsiteX11" fmla="*/ 380 w 297467"/>
                <a:gd name="connsiteY11" fmla="*/ 72142 h 118236"/>
                <a:gd name="connsiteX0" fmla="*/ 380 w 297467"/>
                <a:gd name="connsiteY0" fmla="*/ 76481 h 122575"/>
                <a:gd name="connsiteX1" fmla="*/ 55943 w 297467"/>
                <a:gd name="connsiteY1" fmla="*/ 39968 h 122575"/>
                <a:gd name="connsiteX2" fmla="*/ 124205 w 297467"/>
                <a:gd name="connsiteY2" fmla="*/ 6631 h 122575"/>
                <a:gd name="connsiteX3" fmla="*/ 170243 w 297467"/>
                <a:gd name="connsiteY3" fmla="*/ 281 h 122575"/>
                <a:gd name="connsiteX4" fmla="*/ 217868 w 297467"/>
                <a:gd name="connsiteY4" fmla="*/ 11393 h 122575"/>
                <a:gd name="connsiteX5" fmla="*/ 278193 w 297467"/>
                <a:gd name="connsiteY5" fmla="*/ 44730 h 122575"/>
                <a:gd name="connsiteX6" fmla="*/ 248030 w 297467"/>
                <a:gd name="connsiteY6" fmla="*/ 24092 h 122575"/>
                <a:gd name="connsiteX7" fmla="*/ 297243 w 297467"/>
                <a:gd name="connsiteY7" fmla="*/ 68543 h 122575"/>
                <a:gd name="connsiteX8" fmla="*/ 224218 w 297467"/>
                <a:gd name="connsiteY8" fmla="*/ 106643 h 122575"/>
                <a:gd name="connsiteX9" fmla="*/ 152780 w 297467"/>
                <a:gd name="connsiteY9" fmla="*/ 122519 h 122575"/>
                <a:gd name="connsiteX10" fmla="*/ 67055 w 297467"/>
                <a:gd name="connsiteY10" fmla="*/ 105056 h 122575"/>
                <a:gd name="connsiteX11" fmla="*/ 32130 w 297467"/>
                <a:gd name="connsiteY11" fmla="*/ 93943 h 122575"/>
                <a:gd name="connsiteX12" fmla="*/ 380 w 297467"/>
                <a:gd name="connsiteY12" fmla="*/ 76481 h 122575"/>
                <a:gd name="connsiteX0" fmla="*/ 380 w 297467"/>
                <a:gd name="connsiteY0" fmla="*/ 76293 h 122387"/>
                <a:gd name="connsiteX1" fmla="*/ 55943 w 297467"/>
                <a:gd name="connsiteY1" fmla="*/ 39780 h 122387"/>
                <a:gd name="connsiteX2" fmla="*/ 79755 w 297467"/>
                <a:gd name="connsiteY2" fmla="*/ 15969 h 122387"/>
                <a:gd name="connsiteX3" fmla="*/ 124205 w 297467"/>
                <a:gd name="connsiteY3" fmla="*/ 6443 h 122387"/>
                <a:gd name="connsiteX4" fmla="*/ 170243 w 297467"/>
                <a:gd name="connsiteY4" fmla="*/ 93 h 122387"/>
                <a:gd name="connsiteX5" fmla="*/ 217868 w 297467"/>
                <a:gd name="connsiteY5" fmla="*/ 11205 h 122387"/>
                <a:gd name="connsiteX6" fmla="*/ 278193 w 297467"/>
                <a:gd name="connsiteY6" fmla="*/ 44542 h 122387"/>
                <a:gd name="connsiteX7" fmla="*/ 248030 w 297467"/>
                <a:gd name="connsiteY7" fmla="*/ 23904 h 122387"/>
                <a:gd name="connsiteX8" fmla="*/ 297243 w 297467"/>
                <a:gd name="connsiteY8" fmla="*/ 68355 h 122387"/>
                <a:gd name="connsiteX9" fmla="*/ 224218 w 297467"/>
                <a:gd name="connsiteY9" fmla="*/ 106455 h 122387"/>
                <a:gd name="connsiteX10" fmla="*/ 152780 w 297467"/>
                <a:gd name="connsiteY10" fmla="*/ 122331 h 122387"/>
                <a:gd name="connsiteX11" fmla="*/ 67055 w 297467"/>
                <a:gd name="connsiteY11" fmla="*/ 104868 h 122387"/>
                <a:gd name="connsiteX12" fmla="*/ 32130 w 297467"/>
                <a:gd name="connsiteY12" fmla="*/ 93755 h 122387"/>
                <a:gd name="connsiteX13" fmla="*/ 380 w 297467"/>
                <a:gd name="connsiteY13" fmla="*/ 76293 h 122387"/>
                <a:gd name="connsiteX0" fmla="*/ 380 w 297467"/>
                <a:gd name="connsiteY0" fmla="*/ 76293 h 122387"/>
                <a:gd name="connsiteX1" fmla="*/ 55943 w 297467"/>
                <a:gd name="connsiteY1" fmla="*/ 39780 h 122387"/>
                <a:gd name="connsiteX2" fmla="*/ 79755 w 297467"/>
                <a:gd name="connsiteY2" fmla="*/ 15969 h 122387"/>
                <a:gd name="connsiteX3" fmla="*/ 124205 w 297467"/>
                <a:gd name="connsiteY3" fmla="*/ 6443 h 122387"/>
                <a:gd name="connsiteX4" fmla="*/ 170243 w 297467"/>
                <a:gd name="connsiteY4" fmla="*/ 93 h 122387"/>
                <a:gd name="connsiteX5" fmla="*/ 217868 w 297467"/>
                <a:gd name="connsiteY5" fmla="*/ 11205 h 122387"/>
                <a:gd name="connsiteX6" fmla="*/ 278193 w 297467"/>
                <a:gd name="connsiteY6" fmla="*/ 44542 h 122387"/>
                <a:gd name="connsiteX7" fmla="*/ 248030 w 297467"/>
                <a:gd name="connsiteY7" fmla="*/ 23904 h 122387"/>
                <a:gd name="connsiteX8" fmla="*/ 297243 w 297467"/>
                <a:gd name="connsiteY8" fmla="*/ 68355 h 122387"/>
                <a:gd name="connsiteX9" fmla="*/ 224218 w 297467"/>
                <a:gd name="connsiteY9" fmla="*/ 106455 h 122387"/>
                <a:gd name="connsiteX10" fmla="*/ 152780 w 297467"/>
                <a:gd name="connsiteY10" fmla="*/ 122331 h 122387"/>
                <a:gd name="connsiteX11" fmla="*/ 67055 w 297467"/>
                <a:gd name="connsiteY11" fmla="*/ 104868 h 122387"/>
                <a:gd name="connsiteX12" fmla="*/ 32130 w 297467"/>
                <a:gd name="connsiteY12" fmla="*/ 93755 h 122387"/>
                <a:gd name="connsiteX13" fmla="*/ 380 w 297467"/>
                <a:gd name="connsiteY13" fmla="*/ 76293 h 122387"/>
                <a:gd name="connsiteX0" fmla="*/ 380 w 297467"/>
                <a:gd name="connsiteY0" fmla="*/ 77573 h 123667"/>
                <a:gd name="connsiteX1" fmla="*/ 55943 w 297467"/>
                <a:gd name="connsiteY1" fmla="*/ 41060 h 123667"/>
                <a:gd name="connsiteX2" fmla="*/ 79755 w 297467"/>
                <a:gd name="connsiteY2" fmla="*/ 17249 h 123667"/>
                <a:gd name="connsiteX3" fmla="*/ 122617 w 297467"/>
                <a:gd name="connsiteY3" fmla="*/ 1373 h 123667"/>
                <a:gd name="connsiteX4" fmla="*/ 170243 w 297467"/>
                <a:gd name="connsiteY4" fmla="*/ 1373 h 123667"/>
                <a:gd name="connsiteX5" fmla="*/ 217868 w 297467"/>
                <a:gd name="connsiteY5" fmla="*/ 12485 h 123667"/>
                <a:gd name="connsiteX6" fmla="*/ 278193 w 297467"/>
                <a:gd name="connsiteY6" fmla="*/ 45822 h 123667"/>
                <a:gd name="connsiteX7" fmla="*/ 248030 w 297467"/>
                <a:gd name="connsiteY7" fmla="*/ 25184 h 123667"/>
                <a:gd name="connsiteX8" fmla="*/ 297243 w 297467"/>
                <a:gd name="connsiteY8" fmla="*/ 69635 h 123667"/>
                <a:gd name="connsiteX9" fmla="*/ 224218 w 297467"/>
                <a:gd name="connsiteY9" fmla="*/ 107735 h 123667"/>
                <a:gd name="connsiteX10" fmla="*/ 152780 w 297467"/>
                <a:gd name="connsiteY10" fmla="*/ 123611 h 123667"/>
                <a:gd name="connsiteX11" fmla="*/ 67055 w 297467"/>
                <a:gd name="connsiteY11" fmla="*/ 106148 h 123667"/>
                <a:gd name="connsiteX12" fmla="*/ 32130 w 297467"/>
                <a:gd name="connsiteY12" fmla="*/ 95035 h 123667"/>
                <a:gd name="connsiteX13" fmla="*/ 380 w 297467"/>
                <a:gd name="connsiteY13" fmla="*/ 77573 h 123667"/>
                <a:gd name="connsiteX0" fmla="*/ 336 w 297423"/>
                <a:gd name="connsiteY0" fmla="*/ 77573 h 123667"/>
                <a:gd name="connsiteX1" fmla="*/ 54312 w 297423"/>
                <a:gd name="connsiteY1" fmla="*/ 37885 h 123667"/>
                <a:gd name="connsiteX2" fmla="*/ 79711 w 297423"/>
                <a:gd name="connsiteY2" fmla="*/ 17249 h 123667"/>
                <a:gd name="connsiteX3" fmla="*/ 122573 w 297423"/>
                <a:gd name="connsiteY3" fmla="*/ 1373 h 123667"/>
                <a:gd name="connsiteX4" fmla="*/ 170199 w 297423"/>
                <a:gd name="connsiteY4" fmla="*/ 1373 h 123667"/>
                <a:gd name="connsiteX5" fmla="*/ 217824 w 297423"/>
                <a:gd name="connsiteY5" fmla="*/ 12485 h 123667"/>
                <a:gd name="connsiteX6" fmla="*/ 278149 w 297423"/>
                <a:gd name="connsiteY6" fmla="*/ 45822 h 123667"/>
                <a:gd name="connsiteX7" fmla="*/ 247986 w 297423"/>
                <a:gd name="connsiteY7" fmla="*/ 25184 h 123667"/>
                <a:gd name="connsiteX8" fmla="*/ 297199 w 297423"/>
                <a:gd name="connsiteY8" fmla="*/ 69635 h 123667"/>
                <a:gd name="connsiteX9" fmla="*/ 224174 w 297423"/>
                <a:gd name="connsiteY9" fmla="*/ 107735 h 123667"/>
                <a:gd name="connsiteX10" fmla="*/ 152736 w 297423"/>
                <a:gd name="connsiteY10" fmla="*/ 123611 h 123667"/>
                <a:gd name="connsiteX11" fmla="*/ 67011 w 297423"/>
                <a:gd name="connsiteY11" fmla="*/ 106148 h 123667"/>
                <a:gd name="connsiteX12" fmla="*/ 32086 w 297423"/>
                <a:gd name="connsiteY12" fmla="*/ 95035 h 123667"/>
                <a:gd name="connsiteX13" fmla="*/ 336 w 297423"/>
                <a:gd name="connsiteY13" fmla="*/ 77573 h 123667"/>
                <a:gd name="connsiteX0" fmla="*/ 336 w 297423"/>
                <a:gd name="connsiteY0" fmla="*/ 77573 h 123667"/>
                <a:gd name="connsiteX1" fmla="*/ 54312 w 297423"/>
                <a:gd name="connsiteY1" fmla="*/ 37885 h 123667"/>
                <a:gd name="connsiteX2" fmla="*/ 79711 w 297423"/>
                <a:gd name="connsiteY2" fmla="*/ 17249 h 123667"/>
                <a:gd name="connsiteX3" fmla="*/ 122573 w 297423"/>
                <a:gd name="connsiteY3" fmla="*/ 1373 h 123667"/>
                <a:gd name="connsiteX4" fmla="*/ 170199 w 297423"/>
                <a:gd name="connsiteY4" fmla="*/ 1373 h 123667"/>
                <a:gd name="connsiteX5" fmla="*/ 217824 w 297423"/>
                <a:gd name="connsiteY5" fmla="*/ 12485 h 123667"/>
                <a:gd name="connsiteX6" fmla="*/ 278149 w 297423"/>
                <a:gd name="connsiteY6" fmla="*/ 45822 h 123667"/>
                <a:gd name="connsiteX7" fmla="*/ 247986 w 297423"/>
                <a:gd name="connsiteY7" fmla="*/ 25184 h 123667"/>
                <a:gd name="connsiteX8" fmla="*/ 297199 w 297423"/>
                <a:gd name="connsiteY8" fmla="*/ 69635 h 123667"/>
                <a:gd name="connsiteX9" fmla="*/ 224174 w 297423"/>
                <a:gd name="connsiteY9" fmla="*/ 107735 h 123667"/>
                <a:gd name="connsiteX10" fmla="*/ 152736 w 297423"/>
                <a:gd name="connsiteY10" fmla="*/ 123611 h 123667"/>
                <a:gd name="connsiteX11" fmla="*/ 67011 w 297423"/>
                <a:gd name="connsiteY11" fmla="*/ 106148 h 123667"/>
                <a:gd name="connsiteX12" fmla="*/ 32086 w 297423"/>
                <a:gd name="connsiteY12" fmla="*/ 95035 h 123667"/>
                <a:gd name="connsiteX13" fmla="*/ 336 w 297423"/>
                <a:gd name="connsiteY13" fmla="*/ 77573 h 123667"/>
                <a:gd name="connsiteX0" fmla="*/ 336 w 297423"/>
                <a:gd name="connsiteY0" fmla="*/ 78504 h 124598"/>
                <a:gd name="connsiteX1" fmla="*/ 54312 w 297423"/>
                <a:gd name="connsiteY1" fmla="*/ 38816 h 124598"/>
                <a:gd name="connsiteX2" fmla="*/ 57486 w 297423"/>
                <a:gd name="connsiteY2" fmla="*/ 30880 h 124598"/>
                <a:gd name="connsiteX3" fmla="*/ 122573 w 297423"/>
                <a:gd name="connsiteY3" fmla="*/ 2304 h 124598"/>
                <a:gd name="connsiteX4" fmla="*/ 170199 w 297423"/>
                <a:gd name="connsiteY4" fmla="*/ 2304 h 124598"/>
                <a:gd name="connsiteX5" fmla="*/ 217824 w 297423"/>
                <a:gd name="connsiteY5" fmla="*/ 13416 h 124598"/>
                <a:gd name="connsiteX6" fmla="*/ 278149 w 297423"/>
                <a:gd name="connsiteY6" fmla="*/ 46753 h 124598"/>
                <a:gd name="connsiteX7" fmla="*/ 247986 w 297423"/>
                <a:gd name="connsiteY7" fmla="*/ 26115 h 124598"/>
                <a:gd name="connsiteX8" fmla="*/ 297199 w 297423"/>
                <a:gd name="connsiteY8" fmla="*/ 70566 h 124598"/>
                <a:gd name="connsiteX9" fmla="*/ 224174 w 297423"/>
                <a:gd name="connsiteY9" fmla="*/ 108666 h 124598"/>
                <a:gd name="connsiteX10" fmla="*/ 152736 w 297423"/>
                <a:gd name="connsiteY10" fmla="*/ 124542 h 124598"/>
                <a:gd name="connsiteX11" fmla="*/ 67011 w 297423"/>
                <a:gd name="connsiteY11" fmla="*/ 107079 h 124598"/>
                <a:gd name="connsiteX12" fmla="*/ 32086 w 297423"/>
                <a:gd name="connsiteY12" fmla="*/ 95966 h 124598"/>
                <a:gd name="connsiteX13" fmla="*/ 336 w 297423"/>
                <a:gd name="connsiteY13" fmla="*/ 78504 h 124598"/>
                <a:gd name="connsiteX0" fmla="*/ 336 w 297423"/>
                <a:gd name="connsiteY0" fmla="*/ 80615 h 126709"/>
                <a:gd name="connsiteX1" fmla="*/ 54312 w 297423"/>
                <a:gd name="connsiteY1" fmla="*/ 40927 h 126709"/>
                <a:gd name="connsiteX2" fmla="*/ 57486 w 297423"/>
                <a:gd name="connsiteY2" fmla="*/ 32991 h 126709"/>
                <a:gd name="connsiteX3" fmla="*/ 122573 w 297423"/>
                <a:gd name="connsiteY3" fmla="*/ 4415 h 126709"/>
                <a:gd name="connsiteX4" fmla="*/ 170199 w 297423"/>
                <a:gd name="connsiteY4" fmla="*/ 4415 h 126709"/>
                <a:gd name="connsiteX5" fmla="*/ 217824 w 297423"/>
                <a:gd name="connsiteY5" fmla="*/ 15527 h 126709"/>
                <a:gd name="connsiteX6" fmla="*/ 278149 w 297423"/>
                <a:gd name="connsiteY6" fmla="*/ 48864 h 126709"/>
                <a:gd name="connsiteX7" fmla="*/ 247986 w 297423"/>
                <a:gd name="connsiteY7" fmla="*/ 28226 h 126709"/>
                <a:gd name="connsiteX8" fmla="*/ 297199 w 297423"/>
                <a:gd name="connsiteY8" fmla="*/ 72677 h 126709"/>
                <a:gd name="connsiteX9" fmla="*/ 224174 w 297423"/>
                <a:gd name="connsiteY9" fmla="*/ 110777 h 126709"/>
                <a:gd name="connsiteX10" fmla="*/ 152736 w 297423"/>
                <a:gd name="connsiteY10" fmla="*/ 126653 h 126709"/>
                <a:gd name="connsiteX11" fmla="*/ 67011 w 297423"/>
                <a:gd name="connsiteY11" fmla="*/ 109190 h 126709"/>
                <a:gd name="connsiteX12" fmla="*/ 32086 w 297423"/>
                <a:gd name="connsiteY12" fmla="*/ 98077 h 126709"/>
                <a:gd name="connsiteX13" fmla="*/ 336 w 297423"/>
                <a:gd name="connsiteY13" fmla="*/ 80615 h 126709"/>
                <a:gd name="connsiteX0" fmla="*/ 336 w 297423"/>
                <a:gd name="connsiteY0" fmla="*/ 81014 h 127108"/>
                <a:gd name="connsiteX1" fmla="*/ 54312 w 297423"/>
                <a:gd name="connsiteY1" fmla="*/ 41326 h 127108"/>
                <a:gd name="connsiteX2" fmla="*/ 57486 w 297423"/>
                <a:gd name="connsiteY2" fmla="*/ 33390 h 127108"/>
                <a:gd name="connsiteX3" fmla="*/ 122573 w 297423"/>
                <a:gd name="connsiteY3" fmla="*/ 4814 h 127108"/>
                <a:gd name="connsiteX4" fmla="*/ 170199 w 297423"/>
                <a:gd name="connsiteY4" fmla="*/ 4814 h 127108"/>
                <a:gd name="connsiteX5" fmla="*/ 217824 w 297423"/>
                <a:gd name="connsiteY5" fmla="*/ 15926 h 127108"/>
                <a:gd name="connsiteX6" fmla="*/ 278149 w 297423"/>
                <a:gd name="connsiteY6" fmla="*/ 49263 h 127108"/>
                <a:gd name="connsiteX7" fmla="*/ 247986 w 297423"/>
                <a:gd name="connsiteY7" fmla="*/ 28625 h 127108"/>
                <a:gd name="connsiteX8" fmla="*/ 297199 w 297423"/>
                <a:gd name="connsiteY8" fmla="*/ 73076 h 127108"/>
                <a:gd name="connsiteX9" fmla="*/ 224174 w 297423"/>
                <a:gd name="connsiteY9" fmla="*/ 111176 h 127108"/>
                <a:gd name="connsiteX10" fmla="*/ 152736 w 297423"/>
                <a:gd name="connsiteY10" fmla="*/ 127052 h 127108"/>
                <a:gd name="connsiteX11" fmla="*/ 67011 w 297423"/>
                <a:gd name="connsiteY11" fmla="*/ 109589 h 127108"/>
                <a:gd name="connsiteX12" fmla="*/ 32086 w 297423"/>
                <a:gd name="connsiteY12" fmla="*/ 98476 h 127108"/>
                <a:gd name="connsiteX13" fmla="*/ 336 w 297423"/>
                <a:gd name="connsiteY13" fmla="*/ 81014 h 127108"/>
                <a:gd name="connsiteX0" fmla="*/ 336 w 297423"/>
                <a:gd name="connsiteY0" fmla="*/ 78190 h 124284"/>
                <a:gd name="connsiteX1" fmla="*/ 54312 w 297423"/>
                <a:gd name="connsiteY1" fmla="*/ 38502 h 124284"/>
                <a:gd name="connsiteX2" fmla="*/ 79711 w 297423"/>
                <a:gd name="connsiteY2" fmla="*/ 19453 h 124284"/>
                <a:gd name="connsiteX3" fmla="*/ 122573 w 297423"/>
                <a:gd name="connsiteY3" fmla="*/ 1990 h 124284"/>
                <a:gd name="connsiteX4" fmla="*/ 170199 w 297423"/>
                <a:gd name="connsiteY4" fmla="*/ 1990 h 124284"/>
                <a:gd name="connsiteX5" fmla="*/ 217824 w 297423"/>
                <a:gd name="connsiteY5" fmla="*/ 13102 h 124284"/>
                <a:gd name="connsiteX6" fmla="*/ 278149 w 297423"/>
                <a:gd name="connsiteY6" fmla="*/ 46439 h 124284"/>
                <a:gd name="connsiteX7" fmla="*/ 247986 w 297423"/>
                <a:gd name="connsiteY7" fmla="*/ 25801 h 124284"/>
                <a:gd name="connsiteX8" fmla="*/ 297199 w 297423"/>
                <a:gd name="connsiteY8" fmla="*/ 70252 h 124284"/>
                <a:gd name="connsiteX9" fmla="*/ 224174 w 297423"/>
                <a:gd name="connsiteY9" fmla="*/ 108352 h 124284"/>
                <a:gd name="connsiteX10" fmla="*/ 152736 w 297423"/>
                <a:gd name="connsiteY10" fmla="*/ 124228 h 124284"/>
                <a:gd name="connsiteX11" fmla="*/ 67011 w 297423"/>
                <a:gd name="connsiteY11" fmla="*/ 106765 h 124284"/>
                <a:gd name="connsiteX12" fmla="*/ 32086 w 297423"/>
                <a:gd name="connsiteY12" fmla="*/ 95652 h 124284"/>
                <a:gd name="connsiteX13" fmla="*/ 336 w 297423"/>
                <a:gd name="connsiteY13" fmla="*/ 78190 h 124284"/>
                <a:gd name="connsiteX0" fmla="*/ 94 w 297181"/>
                <a:gd name="connsiteY0" fmla="*/ 78190 h 124284"/>
                <a:gd name="connsiteX1" fmla="*/ 42958 w 297181"/>
                <a:gd name="connsiteY1" fmla="*/ 40089 h 124284"/>
                <a:gd name="connsiteX2" fmla="*/ 79469 w 297181"/>
                <a:gd name="connsiteY2" fmla="*/ 19453 h 124284"/>
                <a:gd name="connsiteX3" fmla="*/ 122331 w 297181"/>
                <a:gd name="connsiteY3" fmla="*/ 1990 h 124284"/>
                <a:gd name="connsiteX4" fmla="*/ 169957 w 297181"/>
                <a:gd name="connsiteY4" fmla="*/ 1990 h 124284"/>
                <a:gd name="connsiteX5" fmla="*/ 217582 w 297181"/>
                <a:gd name="connsiteY5" fmla="*/ 13102 h 124284"/>
                <a:gd name="connsiteX6" fmla="*/ 277907 w 297181"/>
                <a:gd name="connsiteY6" fmla="*/ 46439 h 124284"/>
                <a:gd name="connsiteX7" fmla="*/ 247744 w 297181"/>
                <a:gd name="connsiteY7" fmla="*/ 25801 h 124284"/>
                <a:gd name="connsiteX8" fmla="*/ 296957 w 297181"/>
                <a:gd name="connsiteY8" fmla="*/ 70252 h 124284"/>
                <a:gd name="connsiteX9" fmla="*/ 223932 w 297181"/>
                <a:gd name="connsiteY9" fmla="*/ 108352 h 124284"/>
                <a:gd name="connsiteX10" fmla="*/ 152494 w 297181"/>
                <a:gd name="connsiteY10" fmla="*/ 124228 h 124284"/>
                <a:gd name="connsiteX11" fmla="*/ 66769 w 297181"/>
                <a:gd name="connsiteY11" fmla="*/ 106765 h 124284"/>
                <a:gd name="connsiteX12" fmla="*/ 31844 w 297181"/>
                <a:gd name="connsiteY12" fmla="*/ 95652 h 124284"/>
                <a:gd name="connsiteX13" fmla="*/ 94 w 297181"/>
                <a:gd name="connsiteY13" fmla="*/ 78190 h 124284"/>
                <a:gd name="connsiteX0" fmla="*/ 94 w 297181"/>
                <a:gd name="connsiteY0" fmla="*/ 79199 h 125293"/>
                <a:gd name="connsiteX1" fmla="*/ 42958 w 297181"/>
                <a:gd name="connsiteY1" fmla="*/ 41098 h 125293"/>
                <a:gd name="connsiteX2" fmla="*/ 79469 w 297181"/>
                <a:gd name="connsiteY2" fmla="*/ 20462 h 125293"/>
                <a:gd name="connsiteX3" fmla="*/ 135031 w 297181"/>
                <a:gd name="connsiteY3" fmla="*/ 1412 h 125293"/>
                <a:gd name="connsiteX4" fmla="*/ 169957 w 297181"/>
                <a:gd name="connsiteY4" fmla="*/ 2999 h 125293"/>
                <a:gd name="connsiteX5" fmla="*/ 217582 w 297181"/>
                <a:gd name="connsiteY5" fmla="*/ 14111 h 125293"/>
                <a:gd name="connsiteX6" fmla="*/ 277907 w 297181"/>
                <a:gd name="connsiteY6" fmla="*/ 47448 h 125293"/>
                <a:gd name="connsiteX7" fmla="*/ 247744 w 297181"/>
                <a:gd name="connsiteY7" fmla="*/ 26810 h 125293"/>
                <a:gd name="connsiteX8" fmla="*/ 296957 w 297181"/>
                <a:gd name="connsiteY8" fmla="*/ 71261 h 125293"/>
                <a:gd name="connsiteX9" fmla="*/ 223932 w 297181"/>
                <a:gd name="connsiteY9" fmla="*/ 109361 h 125293"/>
                <a:gd name="connsiteX10" fmla="*/ 152494 w 297181"/>
                <a:gd name="connsiteY10" fmla="*/ 125237 h 125293"/>
                <a:gd name="connsiteX11" fmla="*/ 66769 w 297181"/>
                <a:gd name="connsiteY11" fmla="*/ 107774 h 125293"/>
                <a:gd name="connsiteX12" fmla="*/ 31844 w 297181"/>
                <a:gd name="connsiteY12" fmla="*/ 96661 h 125293"/>
                <a:gd name="connsiteX13" fmla="*/ 94 w 297181"/>
                <a:gd name="connsiteY13" fmla="*/ 79199 h 125293"/>
                <a:gd name="connsiteX0" fmla="*/ 94 w 297181"/>
                <a:gd name="connsiteY0" fmla="*/ 79200 h 125294"/>
                <a:gd name="connsiteX1" fmla="*/ 42958 w 297181"/>
                <a:gd name="connsiteY1" fmla="*/ 41099 h 125294"/>
                <a:gd name="connsiteX2" fmla="*/ 79469 w 297181"/>
                <a:gd name="connsiteY2" fmla="*/ 20463 h 125294"/>
                <a:gd name="connsiteX3" fmla="*/ 135031 w 297181"/>
                <a:gd name="connsiteY3" fmla="*/ 1413 h 125294"/>
                <a:gd name="connsiteX4" fmla="*/ 182657 w 297181"/>
                <a:gd name="connsiteY4" fmla="*/ 3000 h 125294"/>
                <a:gd name="connsiteX5" fmla="*/ 217582 w 297181"/>
                <a:gd name="connsiteY5" fmla="*/ 14112 h 125294"/>
                <a:gd name="connsiteX6" fmla="*/ 277907 w 297181"/>
                <a:gd name="connsiteY6" fmla="*/ 47449 h 125294"/>
                <a:gd name="connsiteX7" fmla="*/ 247744 w 297181"/>
                <a:gd name="connsiteY7" fmla="*/ 26811 h 125294"/>
                <a:gd name="connsiteX8" fmla="*/ 296957 w 297181"/>
                <a:gd name="connsiteY8" fmla="*/ 71262 h 125294"/>
                <a:gd name="connsiteX9" fmla="*/ 223932 w 297181"/>
                <a:gd name="connsiteY9" fmla="*/ 109362 h 125294"/>
                <a:gd name="connsiteX10" fmla="*/ 152494 w 297181"/>
                <a:gd name="connsiteY10" fmla="*/ 125238 h 125294"/>
                <a:gd name="connsiteX11" fmla="*/ 66769 w 297181"/>
                <a:gd name="connsiteY11" fmla="*/ 107775 h 125294"/>
                <a:gd name="connsiteX12" fmla="*/ 31844 w 297181"/>
                <a:gd name="connsiteY12" fmla="*/ 96662 h 125294"/>
                <a:gd name="connsiteX13" fmla="*/ 94 w 297181"/>
                <a:gd name="connsiteY13" fmla="*/ 79200 h 125294"/>
                <a:gd name="connsiteX0" fmla="*/ 94 w 297181"/>
                <a:gd name="connsiteY0" fmla="*/ 79200 h 125294"/>
                <a:gd name="connsiteX1" fmla="*/ 42958 w 297181"/>
                <a:gd name="connsiteY1" fmla="*/ 41099 h 125294"/>
                <a:gd name="connsiteX2" fmla="*/ 79469 w 297181"/>
                <a:gd name="connsiteY2" fmla="*/ 20463 h 125294"/>
                <a:gd name="connsiteX3" fmla="*/ 135031 w 297181"/>
                <a:gd name="connsiteY3" fmla="*/ 1413 h 125294"/>
                <a:gd name="connsiteX4" fmla="*/ 182657 w 297181"/>
                <a:gd name="connsiteY4" fmla="*/ 3000 h 125294"/>
                <a:gd name="connsiteX5" fmla="*/ 222345 w 297181"/>
                <a:gd name="connsiteY5" fmla="*/ 14112 h 125294"/>
                <a:gd name="connsiteX6" fmla="*/ 277907 w 297181"/>
                <a:gd name="connsiteY6" fmla="*/ 47449 h 125294"/>
                <a:gd name="connsiteX7" fmla="*/ 247744 w 297181"/>
                <a:gd name="connsiteY7" fmla="*/ 26811 h 125294"/>
                <a:gd name="connsiteX8" fmla="*/ 296957 w 297181"/>
                <a:gd name="connsiteY8" fmla="*/ 71262 h 125294"/>
                <a:gd name="connsiteX9" fmla="*/ 223932 w 297181"/>
                <a:gd name="connsiteY9" fmla="*/ 109362 h 125294"/>
                <a:gd name="connsiteX10" fmla="*/ 152494 w 297181"/>
                <a:gd name="connsiteY10" fmla="*/ 125238 h 125294"/>
                <a:gd name="connsiteX11" fmla="*/ 66769 w 297181"/>
                <a:gd name="connsiteY11" fmla="*/ 107775 h 125294"/>
                <a:gd name="connsiteX12" fmla="*/ 31844 w 297181"/>
                <a:gd name="connsiteY12" fmla="*/ 96662 h 125294"/>
                <a:gd name="connsiteX13" fmla="*/ 94 w 297181"/>
                <a:gd name="connsiteY13" fmla="*/ 79200 h 125294"/>
                <a:gd name="connsiteX0" fmla="*/ 28 w 297115"/>
                <a:gd name="connsiteY0" fmla="*/ 79200 h 125294"/>
                <a:gd name="connsiteX1" fmla="*/ 42892 w 297115"/>
                <a:gd name="connsiteY1" fmla="*/ 41099 h 125294"/>
                <a:gd name="connsiteX2" fmla="*/ 79403 w 297115"/>
                <a:gd name="connsiteY2" fmla="*/ 20463 h 125294"/>
                <a:gd name="connsiteX3" fmla="*/ 134965 w 297115"/>
                <a:gd name="connsiteY3" fmla="*/ 1413 h 125294"/>
                <a:gd name="connsiteX4" fmla="*/ 182591 w 297115"/>
                <a:gd name="connsiteY4" fmla="*/ 3000 h 125294"/>
                <a:gd name="connsiteX5" fmla="*/ 222279 w 297115"/>
                <a:gd name="connsiteY5" fmla="*/ 14112 h 125294"/>
                <a:gd name="connsiteX6" fmla="*/ 277841 w 297115"/>
                <a:gd name="connsiteY6" fmla="*/ 47449 h 125294"/>
                <a:gd name="connsiteX7" fmla="*/ 247678 w 297115"/>
                <a:gd name="connsiteY7" fmla="*/ 26811 h 125294"/>
                <a:gd name="connsiteX8" fmla="*/ 296891 w 297115"/>
                <a:gd name="connsiteY8" fmla="*/ 71262 h 125294"/>
                <a:gd name="connsiteX9" fmla="*/ 223866 w 297115"/>
                <a:gd name="connsiteY9" fmla="*/ 109362 h 125294"/>
                <a:gd name="connsiteX10" fmla="*/ 152428 w 297115"/>
                <a:gd name="connsiteY10" fmla="*/ 125238 h 125294"/>
                <a:gd name="connsiteX11" fmla="*/ 66703 w 297115"/>
                <a:gd name="connsiteY11" fmla="*/ 107775 h 125294"/>
                <a:gd name="connsiteX12" fmla="*/ 36541 w 297115"/>
                <a:gd name="connsiteY12" fmla="*/ 90312 h 125294"/>
                <a:gd name="connsiteX13" fmla="*/ 28 w 297115"/>
                <a:gd name="connsiteY13" fmla="*/ 79200 h 125294"/>
                <a:gd name="connsiteX0" fmla="*/ 345 w 297432"/>
                <a:gd name="connsiteY0" fmla="*/ 79200 h 125294"/>
                <a:gd name="connsiteX1" fmla="*/ 43209 w 297432"/>
                <a:gd name="connsiteY1" fmla="*/ 41099 h 125294"/>
                <a:gd name="connsiteX2" fmla="*/ 79720 w 297432"/>
                <a:gd name="connsiteY2" fmla="*/ 20463 h 125294"/>
                <a:gd name="connsiteX3" fmla="*/ 135282 w 297432"/>
                <a:gd name="connsiteY3" fmla="*/ 1413 h 125294"/>
                <a:gd name="connsiteX4" fmla="*/ 182908 w 297432"/>
                <a:gd name="connsiteY4" fmla="*/ 3000 h 125294"/>
                <a:gd name="connsiteX5" fmla="*/ 222596 w 297432"/>
                <a:gd name="connsiteY5" fmla="*/ 14112 h 125294"/>
                <a:gd name="connsiteX6" fmla="*/ 278158 w 297432"/>
                <a:gd name="connsiteY6" fmla="*/ 47449 h 125294"/>
                <a:gd name="connsiteX7" fmla="*/ 247995 w 297432"/>
                <a:gd name="connsiteY7" fmla="*/ 26811 h 125294"/>
                <a:gd name="connsiteX8" fmla="*/ 297208 w 297432"/>
                <a:gd name="connsiteY8" fmla="*/ 71262 h 125294"/>
                <a:gd name="connsiteX9" fmla="*/ 224183 w 297432"/>
                <a:gd name="connsiteY9" fmla="*/ 109362 h 125294"/>
                <a:gd name="connsiteX10" fmla="*/ 152745 w 297432"/>
                <a:gd name="connsiteY10" fmla="*/ 125238 h 125294"/>
                <a:gd name="connsiteX11" fmla="*/ 67020 w 297432"/>
                <a:gd name="connsiteY11" fmla="*/ 107775 h 125294"/>
                <a:gd name="connsiteX12" fmla="*/ 24158 w 297432"/>
                <a:gd name="connsiteY12" fmla="*/ 88724 h 125294"/>
                <a:gd name="connsiteX13" fmla="*/ 345 w 297432"/>
                <a:gd name="connsiteY13" fmla="*/ 79200 h 125294"/>
                <a:gd name="connsiteX0" fmla="*/ 345 w 297432"/>
                <a:gd name="connsiteY0" fmla="*/ 79200 h 125294"/>
                <a:gd name="connsiteX1" fmla="*/ 43209 w 297432"/>
                <a:gd name="connsiteY1" fmla="*/ 41099 h 125294"/>
                <a:gd name="connsiteX2" fmla="*/ 79720 w 297432"/>
                <a:gd name="connsiteY2" fmla="*/ 20463 h 125294"/>
                <a:gd name="connsiteX3" fmla="*/ 135282 w 297432"/>
                <a:gd name="connsiteY3" fmla="*/ 1413 h 125294"/>
                <a:gd name="connsiteX4" fmla="*/ 182908 w 297432"/>
                <a:gd name="connsiteY4" fmla="*/ 3000 h 125294"/>
                <a:gd name="connsiteX5" fmla="*/ 222596 w 297432"/>
                <a:gd name="connsiteY5" fmla="*/ 14112 h 125294"/>
                <a:gd name="connsiteX6" fmla="*/ 278158 w 297432"/>
                <a:gd name="connsiteY6" fmla="*/ 47449 h 125294"/>
                <a:gd name="connsiteX7" fmla="*/ 247995 w 297432"/>
                <a:gd name="connsiteY7" fmla="*/ 26811 h 125294"/>
                <a:gd name="connsiteX8" fmla="*/ 297208 w 297432"/>
                <a:gd name="connsiteY8" fmla="*/ 71262 h 125294"/>
                <a:gd name="connsiteX9" fmla="*/ 224183 w 297432"/>
                <a:gd name="connsiteY9" fmla="*/ 109362 h 125294"/>
                <a:gd name="connsiteX10" fmla="*/ 152745 w 297432"/>
                <a:gd name="connsiteY10" fmla="*/ 125238 h 125294"/>
                <a:gd name="connsiteX11" fmla="*/ 82895 w 297432"/>
                <a:gd name="connsiteY11" fmla="*/ 112538 h 125294"/>
                <a:gd name="connsiteX12" fmla="*/ 24158 w 297432"/>
                <a:gd name="connsiteY12" fmla="*/ 88724 h 125294"/>
                <a:gd name="connsiteX13" fmla="*/ 345 w 297432"/>
                <a:gd name="connsiteY13" fmla="*/ 79200 h 125294"/>
                <a:gd name="connsiteX0" fmla="*/ 345 w 297432"/>
                <a:gd name="connsiteY0" fmla="*/ 79200 h 123717"/>
                <a:gd name="connsiteX1" fmla="*/ 43209 w 297432"/>
                <a:gd name="connsiteY1" fmla="*/ 41099 h 123717"/>
                <a:gd name="connsiteX2" fmla="*/ 79720 w 297432"/>
                <a:gd name="connsiteY2" fmla="*/ 20463 h 123717"/>
                <a:gd name="connsiteX3" fmla="*/ 135282 w 297432"/>
                <a:gd name="connsiteY3" fmla="*/ 1413 h 123717"/>
                <a:gd name="connsiteX4" fmla="*/ 182908 w 297432"/>
                <a:gd name="connsiteY4" fmla="*/ 3000 h 123717"/>
                <a:gd name="connsiteX5" fmla="*/ 222596 w 297432"/>
                <a:gd name="connsiteY5" fmla="*/ 14112 h 123717"/>
                <a:gd name="connsiteX6" fmla="*/ 278158 w 297432"/>
                <a:gd name="connsiteY6" fmla="*/ 47449 h 123717"/>
                <a:gd name="connsiteX7" fmla="*/ 247995 w 297432"/>
                <a:gd name="connsiteY7" fmla="*/ 26811 h 123717"/>
                <a:gd name="connsiteX8" fmla="*/ 297208 w 297432"/>
                <a:gd name="connsiteY8" fmla="*/ 71262 h 123717"/>
                <a:gd name="connsiteX9" fmla="*/ 224183 w 297432"/>
                <a:gd name="connsiteY9" fmla="*/ 109362 h 123717"/>
                <a:gd name="connsiteX10" fmla="*/ 168620 w 297432"/>
                <a:gd name="connsiteY10" fmla="*/ 123650 h 123717"/>
                <a:gd name="connsiteX11" fmla="*/ 82895 w 297432"/>
                <a:gd name="connsiteY11" fmla="*/ 112538 h 123717"/>
                <a:gd name="connsiteX12" fmla="*/ 24158 w 297432"/>
                <a:gd name="connsiteY12" fmla="*/ 88724 h 123717"/>
                <a:gd name="connsiteX13" fmla="*/ 345 w 297432"/>
                <a:gd name="connsiteY13" fmla="*/ 79200 h 123717"/>
                <a:gd name="connsiteX0" fmla="*/ 345 w 297292"/>
                <a:gd name="connsiteY0" fmla="*/ 79200 h 123690"/>
                <a:gd name="connsiteX1" fmla="*/ 43209 w 297292"/>
                <a:gd name="connsiteY1" fmla="*/ 41099 h 123690"/>
                <a:gd name="connsiteX2" fmla="*/ 79720 w 297292"/>
                <a:gd name="connsiteY2" fmla="*/ 20463 h 123690"/>
                <a:gd name="connsiteX3" fmla="*/ 135282 w 297292"/>
                <a:gd name="connsiteY3" fmla="*/ 1413 h 123690"/>
                <a:gd name="connsiteX4" fmla="*/ 182908 w 297292"/>
                <a:gd name="connsiteY4" fmla="*/ 3000 h 123690"/>
                <a:gd name="connsiteX5" fmla="*/ 222596 w 297292"/>
                <a:gd name="connsiteY5" fmla="*/ 14112 h 123690"/>
                <a:gd name="connsiteX6" fmla="*/ 278158 w 297292"/>
                <a:gd name="connsiteY6" fmla="*/ 47449 h 123690"/>
                <a:gd name="connsiteX7" fmla="*/ 247995 w 297292"/>
                <a:gd name="connsiteY7" fmla="*/ 26811 h 123690"/>
                <a:gd name="connsiteX8" fmla="*/ 297208 w 297292"/>
                <a:gd name="connsiteY8" fmla="*/ 71262 h 123690"/>
                <a:gd name="connsiteX9" fmla="*/ 233708 w 297292"/>
                <a:gd name="connsiteY9" fmla="*/ 104600 h 123690"/>
                <a:gd name="connsiteX10" fmla="*/ 168620 w 297292"/>
                <a:gd name="connsiteY10" fmla="*/ 123650 h 123690"/>
                <a:gd name="connsiteX11" fmla="*/ 82895 w 297292"/>
                <a:gd name="connsiteY11" fmla="*/ 112538 h 123690"/>
                <a:gd name="connsiteX12" fmla="*/ 24158 w 297292"/>
                <a:gd name="connsiteY12" fmla="*/ 88724 h 123690"/>
                <a:gd name="connsiteX13" fmla="*/ 345 w 297292"/>
                <a:gd name="connsiteY13" fmla="*/ 79200 h 123690"/>
                <a:gd name="connsiteX0" fmla="*/ 345 w 298292"/>
                <a:gd name="connsiteY0" fmla="*/ 79200 h 123686"/>
                <a:gd name="connsiteX1" fmla="*/ 43209 w 298292"/>
                <a:gd name="connsiteY1" fmla="*/ 41099 h 123686"/>
                <a:gd name="connsiteX2" fmla="*/ 79720 w 298292"/>
                <a:gd name="connsiteY2" fmla="*/ 20463 h 123686"/>
                <a:gd name="connsiteX3" fmla="*/ 135282 w 298292"/>
                <a:gd name="connsiteY3" fmla="*/ 1413 h 123686"/>
                <a:gd name="connsiteX4" fmla="*/ 182908 w 298292"/>
                <a:gd name="connsiteY4" fmla="*/ 3000 h 123686"/>
                <a:gd name="connsiteX5" fmla="*/ 222596 w 298292"/>
                <a:gd name="connsiteY5" fmla="*/ 14112 h 123686"/>
                <a:gd name="connsiteX6" fmla="*/ 278158 w 298292"/>
                <a:gd name="connsiteY6" fmla="*/ 47449 h 123686"/>
                <a:gd name="connsiteX7" fmla="*/ 247995 w 298292"/>
                <a:gd name="connsiteY7" fmla="*/ 26811 h 123686"/>
                <a:gd name="connsiteX8" fmla="*/ 297208 w 298292"/>
                <a:gd name="connsiteY8" fmla="*/ 71262 h 123686"/>
                <a:gd name="connsiteX9" fmla="*/ 278158 w 298292"/>
                <a:gd name="connsiteY9" fmla="*/ 79204 h 123686"/>
                <a:gd name="connsiteX10" fmla="*/ 233708 w 298292"/>
                <a:gd name="connsiteY10" fmla="*/ 104600 h 123686"/>
                <a:gd name="connsiteX11" fmla="*/ 168620 w 298292"/>
                <a:gd name="connsiteY11" fmla="*/ 123650 h 123686"/>
                <a:gd name="connsiteX12" fmla="*/ 82895 w 298292"/>
                <a:gd name="connsiteY12" fmla="*/ 112538 h 123686"/>
                <a:gd name="connsiteX13" fmla="*/ 24158 w 298292"/>
                <a:gd name="connsiteY13" fmla="*/ 88724 h 123686"/>
                <a:gd name="connsiteX14" fmla="*/ 345 w 298292"/>
                <a:gd name="connsiteY14" fmla="*/ 79200 h 123686"/>
                <a:gd name="connsiteX0" fmla="*/ 345 w 298292"/>
                <a:gd name="connsiteY0" fmla="*/ 79200 h 123686"/>
                <a:gd name="connsiteX1" fmla="*/ 43209 w 298292"/>
                <a:gd name="connsiteY1" fmla="*/ 41099 h 123686"/>
                <a:gd name="connsiteX2" fmla="*/ 79720 w 298292"/>
                <a:gd name="connsiteY2" fmla="*/ 20463 h 123686"/>
                <a:gd name="connsiteX3" fmla="*/ 135282 w 298292"/>
                <a:gd name="connsiteY3" fmla="*/ 1413 h 123686"/>
                <a:gd name="connsiteX4" fmla="*/ 182908 w 298292"/>
                <a:gd name="connsiteY4" fmla="*/ 3000 h 123686"/>
                <a:gd name="connsiteX5" fmla="*/ 222596 w 298292"/>
                <a:gd name="connsiteY5" fmla="*/ 14112 h 123686"/>
                <a:gd name="connsiteX6" fmla="*/ 225771 w 298292"/>
                <a:gd name="connsiteY6" fmla="*/ 15699 h 123686"/>
                <a:gd name="connsiteX7" fmla="*/ 247995 w 298292"/>
                <a:gd name="connsiteY7" fmla="*/ 26811 h 123686"/>
                <a:gd name="connsiteX8" fmla="*/ 297208 w 298292"/>
                <a:gd name="connsiteY8" fmla="*/ 71262 h 123686"/>
                <a:gd name="connsiteX9" fmla="*/ 278158 w 298292"/>
                <a:gd name="connsiteY9" fmla="*/ 79204 h 123686"/>
                <a:gd name="connsiteX10" fmla="*/ 233708 w 298292"/>
                <a:gd name="connsiteY10" fmla="*/ 104600 h 123686"/>
                <a:gd name="connsiteX11" fmla="*/ 168620 w 298292"/>
                <a:gd name="connsiteY11" fmla="*/ 123650 h 123686"/>
                <a:gd name="connsiteX12" fmla="*/ 82895 w 298292"/>
                <a:gd name="connsiteY12" fmla="*/ 112538 h 123686"/>
                <a:gd name="connsiteX13" fmla="*/ 24158 w 298292"/>
                <a:gd name="connsiteY13" fmla="*/ 88724 h 123686"/>
                <a:gd name="connsiteX14" fmla="*/ 345 w 298292"/>
                <a:gd name="connsiteY14" fmla="*/ 79200 h 123686"/>
                <a:gd name="connsiteX0" fmla="*/ 345 w 297711"/>
                <a:gd name="connsiteY0" fmla="*/ 79200 h 123686"/>
                <a:gd name="connsiteX1" fmla="*/ 43209 w 297711"/>
                <a:gd name="connsiteY1" fmla="*/ 41099 h 123686"/>
                <a:gd name="connsiteX2" fmla="*/ 79720 w 297711"/>
                <a:gd name="connsiteY2" fmla="*/ 20463 h 123686"/>
                <a:gd name="connsiteX3" fmla="*/ 135282 w 297711"/>
                <a:gd name="connsiteY3" fmla="*/ 1413 h 123686"/>
                <a:gd name="connsiteX4" fmla="*/ 182908 w 297711"/>
                <a:gd name="connsiteY4" fmla="*/ 3000 h 123686"/>
                <a:gd name="connsiteX5" fmla="*/ 222596 w 297711"/>
                <a:gd name="connsiteY5" fmla="*/ 14112 h 123686"/>
                <a:gd name="connsiteX6" fmla="*/ 225771 w 297711"/>
                <a:gd name="connsiteY6" fmla="*/ 15699 h 123686"/>
                <a:gd name="connsiteX7" fmla="*/ 286095 w 297711"/>
                <a:gd name="connsiteY7" fmla="*/ 47448 h 123686"/>
                <a:gd name="connsiteX8" fmla="*/ 297208 w 297711"/>
                <a:gd name="connsiteY8" fmla="*/ 71262 h 123686"/>
                <a:gd name="connsiteX9" fmla="*/ 278158 w 297711"/>
                <a:gd name="connsiteY9" fmla="*/ 79204 h 123686"/>
                <a:gd name="connsiteX10" fmla="*/ 233708 w 297711"/>
                <a:gd name="connsiteY10" fmla="*/ 104600 h 123686"/>
                <a:gd name="connsiteX11" fmla="*/ 168620 w 297711"/>
                <a:gd name="connsiteY11" fmla="*/ 123650 h 123686"/>
                <a:gd name="connsiteX12" fmla="*/ 82895 w 297711"/>
                <a:gd name="connsiteY12" fmla="*/ 112538 h 123686"/>
                <a:gd name="connsiteX13" fmla="*/ 24158 w 297711"/>
                <a:gd name="connsiteY13" fmla="*/ 88724 h 123686"/>
                <a:gd name="connsiteX14" fmla="*/ 345 w 297711"/>
                <a:gd name="connsiteY14" fmla="*/ 79200 h 123686"/>
                <a:gd name="connsiteX0" fmla="*/ 345 w 297980"/>
                <a:gd name="connsiteY0" fmla="*/ 79200 h 123686"/>
                <a:gd name="connsiteX1" fmla="*/ 43209 w 297980"/>
                <a:gd name="connsiteY1" fmla="*/ 41099 h 123686"/>
                <a:gd name="connsiteX2" fmla="*/ 79720 w 297980"/>
                <a:gd name="connsiteY2" fmla="*/ 20463 h 123686"/>
                <a:gd name="connsiteX3" fmla="*/ 135282 w 297980"/>
                <a:gd name="connsiteY3" fmla="*/ 1413 h 123686"/>
                <a:gd name="connsiteX4" fmla="*/ 182908 w 297980"/>
                <a:gd name="connsiteY4" fmla="*/ 3000 h 123686"/>
                <a:gd name="connsiteX5" fmla="*/ 222596 w 297980"/>
                <a:gd name="connsiteY5" fmla="*/ 14112 h 123686"/>
                <a:gd name="connsiteX6" fmla="*/ 225771 w 297980"/>
                <a:gd name="connsiteY6" fmla="*/ 15699 h 123686"/>
                <a:gd name="connsiteX7" fmla="*/ 286095 w 297980"/>
                <a:gd name="connsiteY7" fmla="*/ 47448 h 123686"/>
                <a:gd name="connsiteX8" fmla="*/ 297208 w 297980"/>
                <a:gd name="connsiteY8" fmla="*/ 71262 h 123686"/>
                <a:gd name="connsiteX9" fmla="*/ 278158 w 297980"/>
                <a:gd name="connsiteY9" fmla="*/ 79204 h 123686"/>
                <a:gd name="connsiteX10" fmla="*/ 233708 w 297980"/>
                <a:gd name="connsiteY10" fmla="*/ 104600 h 123686"/>
                <a:gd name="connsiteX11" fmla="*/ 168620 w 297980"/>
                <a:gd name="connsiteY11" fmla="*/ 123650 h 123686"/>
                <a:gd name="connsiteX12" fmla="*/ 82895 w 297980"/>
                <a:gd name="connsiteY12" fmla="*/ 112538 h 123686"/>
                <a:gd name="connsiteX13" fmla="*/ 24158 w 297980"/>
                <a:gd name="connsiteY13" fmla="*/ 88724 h 123686"/>
                <a:gd name="connsiteX14" fmla="*/ 345 w 297980"/>
                <a:gd name="connsiteY14" fmla="*/ 79200 h 123686"/>
                <a:gd name="connsiteX0" fmla="*/ 345 w 297469"/>
                <a:gd name="connsiteY0" fmla="*/ 79200 h 123686"/>
                <a:gd name="connsiteX1" fmla="*/ 43209 w 297469"/>
                <a:gd name="connsiteY1" fmla="*/ 41099 h 123686"/>
                <a:gd name="connsiteX2" fmla="*/ 79720 w 297469"/>
                <a:gd name="connsiteY2" fmla="*/ 20463 h 123686"/>
                <a:gd name="connsiteX3" fmla="*/ 135282 w 297469"/>
                <a:gd name="connsiteY3" fmla="*/ 1413 h 123686"/>
                <a:gd name="connsiteX4" fmla="*/ 182908 w 297469"/>
                <a:gd name="connsiteY4" fmla="*/ 3000 h 123686"/>
                <a:gd name="connsiteX5" fmla="*/ 222596 w 297469"/>
                <a:gd name="connsiteY5" fmla="*/ 14112 h 123686"/>
                <a:gd name="connsiteX6" fmla="*/ 244821 w 297469"/>
                <a:gd name="connsiteY6" fmla="*/ 22049 h 123686"/>
                <a:gd name="connsiteX7" fmla="*/ 286095 w 297469"/>
                <a:gd name="connsiteY7" fmla="*/ 47448 h 123686"/>
                <a:gd name="connsiteX8" fmla="*/ 297208 w 297469"/>
                <a:gd name="connsiteY8" fmla="*/ 71262 h 123686"/>
                <a:gd name="connsiteX9" fmla="*/ 278158 w 297469"/>
                <a:gd name="connsiteY9" fmla="*/ 79204 h 123686"/>
                <a:gd name="connsiteX10" fmla="*/ 233708 w 297469"/>
                <a:gd name="connsiteY10" fmla="*/ 104600 h 123686"/>
                <a:gd name="connsiteX11" fmla="*/ 168620 w 297469"/>
                <a:gd name="connsiteY11" fmla="*/ 123650 h 123686"/>
                <a:gd name="connsiteX12" fmla="*/ 82895 w 297469"/>
                <a:gd name="connsiteY12" fmla="*/ 112538 h 123686"/>
                <a:gd name="connsiteX13" fmla="*/ 24158 w 297469"/>
                <a:gd name="connsiteY13" fmla="*/ 88724 h 123686"/>
                <a:gd name="connsiteX14" fmla="*/ 345 w 297469"/>
                <a:gd name="connsiteY14" fmla="*/ 79200 h 123686"/>
                <a:gd name="connsiteX0" fmla="*/ 345 w 297469"/>
                <a:gd name="connsiteY0" fmla="*/ 79200 h 123686"/>
                <a:gd name="connsiteX1" fmla="*/ 43209 w 297469"/>
                <a:gd name="connsiteY1" fmla="*/ 41099 h 123686"/>
                <a:gd name="connsiteX2" fmla="*/ 79720 w 297469"/>
                <a:gd name="connsiteY2" fmla="*/ 20463 h 123686"/>
                <a:gd name="connsiteX3" fmla="*/ 135282 w 297469"/>
                <a:gd name="connsiteY3" fmla="*/ 1413 h 123686"/>
                <a:gd name="connsiteX4" fmla="*/ 182908 w 297469"/>
                <a:gd name="connsiteY4" fmla="*/ 3000 h 123686"/>
                <a:gd name="connsiteX5" fmla="*/ 214659 w 297469"/>
                <a:gd name="connsiteY5" fmla="*/ 9350 h 123686"/>
                <a:gd name="connsiteX6" fmla="*/ 244821 w 297469"/>
                <a:gd name="connsiteY6" fmla="*/ 22049 h 123686"/>
                <a:gd name="connsiteX7" fmla="*/ 286095 w 297469"/>
                <a:gd name="connsiteY7" fmla="*/ 47448 h 123686"/>
                <a:gd name="connsiteX8" fmla="*/ 297208 w 297469"/>
                <a:gd name="connsiteY8" fmla="*/ 71262 h 123686"/>
                <a:gd name="connsiteX9" fmla="*/ 278158 w 297469"/>
                <a:gd name="connsiteY9" fmla="*/ 79204 h 123686"/>
                <a:gd name="connsiteX10" fmla="*/ 233708 w 297469"/>
                <a:gd name="connsiteY10" fmla="*/ 104600 h 123686"/>
                <a:gd name="connsiteX11" fmla="*/ 168620 w 297469"/>
                <a:gd name="connsiteY11" fmla="*/ 123650 h 123686"/>
                <a:gd name="connsiteX12" fmla="*/ 82895 w 297469"/>
                <a:gd name="connsiteY12" fmla="*/ 112538 h 123686"/>
                <a:gd name="connsiteX13" fmla="*/ 24158 w 297469"/>
                <a:gd name="connsiteY13" fmla="*/ 88724 h 123686"/>
                <a:gd name="connsiteX14" fmla="*/ 345 w 297469"/>
                <a:gd name="connsiteY14" fmla="*/ 79200 h 123686"/>
                <a:gd name="connsiteX0" fmla="*/ 345 w 302119"/>
                <a:gd name="connsiteY0" fmla="*/ 79200 h 123686"/>
                <a:gd name="connsiteX1" fmla="*/ 43209 w 302119"/>
                <a:gd name="connsiteY1" fmla="*/ 41099 h 123686"/>
                <a:gd name="connsiteX2" fmla="*/ 79720 w 302119"/>
                <a:gd name="connsiteY2" fmla="*/ 20463 h 123686"/>
                <a:gd name="connsiteX3" fmla="*/ 135282 w 302119"/>
                <a:gd name="connsiteY3" fmla="*/ 1413 h 123686"/>
                <a:gd name="connsiteX4" fmla="*/ 182908 w 302119"/>
                <a:gd name="connsiteY4" fmla="*/ 3000 h 123686"/>
                <a:gd name="connsiteX5" fmla="*/ 214659 w 302119"/>
                <a:gd name="connsiteY5" fmla="*/ 9350 h 123686"/>
                <a:gd name="connsiteX6" fmla="*/ 244821 w 302119"/>
                <a:gd name="connsiteY6" fmla="*/ 22049 h 123686"/>
                <a:gd name="connsiteX7" fmla="*/ 286095 w 302119"/>
                <a:gd name="connsiteY7" fmla="*/ 47448 h 123686"/>
                <a:gd name="connsiteX8" fmla="*/ 301971 w 302119"/>
                <a:gd name="connsiteY8" fmla="*/ 77612 h 123686"/>
                <a:gd name="connsiteX9" fmla="*/ 278158 w 302119"/>
                <a:gd name="connsiteY9" fmla="*/ 79204 h 123686"/>
                <a:gd name="connsiteX10" fmla="*/ 233708 w 302119"/>
                <a:gd name="connsiteY10" fmla="*/ 104600 h 123686"/>
                <a:gd name="connsiteX11" fmla="*/ 168620 w 302119"/>
                <a:gd name="connsiteY11" fmla="*/ 123650 h 123686"/>
                <a:gd name="connsiteX12" fmla="*/ 82895 w 302119"/>
                <a:gd name="connsiteY12" fmla="*/ 112538 h 123686"/>
                <a:gd name="connsiteX13" fmla="*/ 24158 w 302119"/>
                <a:gd name="connsiteY13" fmla="*/ 88724 h 123686"/>
                <a:gd name="connsiteX14" fmla="*/ 345 w 302119"/>
                <a:gd name="connsiteY14" fmla="*/ 79200 h 123686"/>
                <a:gd name="connsiteX0" fmla="*/ 345 w 302119"/>
                <a:gd name="connsiteY0" fmla="*/ 79200 h 123686"/>
                <a:gd name="connsiteX1" fmla="*/ 43209 w 302119"/>
                <a:gd name="connsiteY1" fmla="*/ 41099 h 123686"/>
                <a:gd name="connsiteX2" fmla="*/ 79720 w 302119"/>
                <a:gd name="connsiteY2" fmla="*/ 20463 h 123686"/>
                <a:gd name="connsiteX3" fmla="*/ 135282 w 302119"/>
                <a:gd name="connsiteY3" fmla="*/ 1413 h 123686"/>
                <a:gd name="connsiteX4" fmla="*/ 182908 w 302119"/>
                <a:gd name="connsiteY4" fmla="*/ 3000 h 123686"/>
                <a:gd name="connsiteX5" fmla="*/ 222597 w 302119"/>
                <a:gd name="connsiteY5" fmla="*/ 10937 h 123686"/>
                <a:gd name="connsiteX6" fmla="*/ 244821 w 302119"/>
                <a:gd name="connsiteY6" fmla="*/ 22049 h 123686"/>
                <a:gd name="connsiteX7" fmla="*/ 286095 w 302119"/>
                <a:gd name="connsiteY7" fmla="*/ 47448 h 123686"/>
                <a:gd name="connsiteX8" fmla="*/ 301971 w 302119"/>
                <a:gd name="connsiteY8" fmla="*/ 77612 h 123686"/>
                <a:gd name="connsiteX9" fmla="*/ 278158 w 302119"/>
                <a:gd name="connsiteY9" fmla="*/ 79204 h 123686"/>
                <a:gd name="connsiteX10" fmla="*/ 233708 w 302119"/>
                <a:gd name="connsiteY10" fmla="*/ 104600 h 123686"/>
                <a:gd name="connsiteX11" fmla="*/ 168620 w 302119"/>
                <a:gd name="connsiteY11" fmla="*/ 123650 h 123686"/>
                <a:gd name="connsiteX12" fmla="*/ 82895 w 302119"/>
                <a:gd name="connsiteY12" fmla="*/ 112538 h 123686"/>
                <a:gd name="connsiteX13" fmla="*/ 24158 w 302119"/>
                <a:gd name="connsiteY13" fmla="*/ 88724 h 123686"/>
                <a:gd name="connsiteX14" fmla="*/ 345 w 302119"/>
                <a:gd name="connsiteY14" fmla="*/ 79200 h 123686"/>
                <a:gd name="connsiteX0" fmla="*/ 345 w 302119"/>
                <a:gd name="connsiteY0" fmla="*/ 83370 h 127856"/>
                <a:gd name="connsiteX1" fmla="*/ 43209 w 302119"/>
                <a:gd name="connsiteY1" fmla="*/ 45269 h 127856"/>
                <a:gd name="connsiteX2" fmla="*/ 79720 w 302119"/>
                <a:gd name="connsiteY2" fmla="*/ 24633 h 127856"/>
                <a:gd name="connsiteX3" fmla="*/ 135282 w 302119"/>
                <a:gd name="connsiteY3" fmla="*/ 5583 h 127856"/>
                <a:gd name="connsiteX4" fmla="*/ 178146 w 302119"/>
                <a:gd name="connsiteY4" fmla="*/ 820 h 127856"/>
                <a:gd name="connsiteX5" fmla="*/ 222597 w 302119"/>
                <a:gd name="connsiteY5" fmla="*/ 15107 h 127856"/>
                <a:gd name="connsiteX6" fmla="*/ 244821 w 302119"/>
                <a:gd name="connsiteY6" fmla="*/ 26219 h 127856"/>
                <a:gd name="connsiteX7" fmla="*/ 286095 w 302119"/>
                <a:gd name="connsiteY7" fmla="*/ 51618 h 127856"/>
                <a:gd name="connsiteX8" fmla="*/ 301971 w 302119"/>
                <a:gd name="connsiteY8" fmla="*/ 81782 h 127856"/>
                <a:gd name="connsiteX9" fmla="*/ 278158 w 302119"/>
                <a:gd name="connsiteY9" fmla="*/ 83374 h 127856"/>
                <a:gd name="connsiteX10" fmla="*/ 233708 w 302119"/>
                <a:gd name="connsiteY10" fmla="*/ 108770 h 127856"/>
                <a:gd name="connsiteX11" fmla="*/ 168620 w 302119"/>
                <a:gd name="connsiteY11" fmla="*/ 127820 h 127856"/>
                <a:gd name="connsiteX12" fmla="*/ 82895 w 302119"/>
                <a:gd name="connsiteY12" fmla="*/ 116708 h 127856"/>
                <a:gd name="connsiteX13" fmla="*/ 24158 w 302119"/>
                <a:gd name="connsiteY13" fmla="*/ 92894 h 127856"/>
                <a:gd name="connsiteX14" fmla="*/ 345 w 302119"/>
                <a:gd name="connsiteY14" fmla="*/ 83370 h 127856"/>
                <a:gd name="connsiteX0" fmla="*/ 345 w 302119"/>
                <a:gd name="connsiteY0" fmla="*/ 83370 h 127856"/>
                <a:gd name="connsiteX1" fmla="*/ 43209 w 302119"/>
                <a:gd name="connsiteY1" fmla="*/ 45269 h 127856"/>
                <a:gd name="connsiteX2" fmla="*/ 79720 w 302119"/>
                <a:gd name="connsiteY2" fmla="*/ 24633 h 127856"/>
                <a:gd name="connsiteX3" fmla="*/ 135282 w 302119"/>
                <a:gd name="connsiteY3" fmla="*/ 5583 h 127856"/>
                <a:gd name="connsiteX4" fmla="*/ 178146 w 302119"/>
                <a:gd name="connsiteY4" fmla="*/ 820 h 127856"/>
                <a:gd name="connsiteX5" fmla="*/ 227360 w 302119"/>
                <a:gd name="connsiteY5" fmla="*/ 10344 h 127856"/>
                <a:gd name="connsiteX6" fmla="*/ 244821 w 302119"/>
                <a:gd name="connsiteY6" fmla="*/ 26219 h 127856"/>
                <a:gd name="connsiteX7" fmla="*/ 286095 w 302119"/>
                <a:gd name="connsiteY7" fmla="*/ 51618 h 127856"/>
                <a:gd name="connsiteX8" fmla="*/ 301971 w 302119"/>
                <a:gd name="connsiteY8" fmla="*/ 81782 h 127856"/>
                <a:gd name="connsiteX9" fmla="*/ 278158 w 302119"/>
                <a:gd name="connsiteY9" fmla="*/ 83374 h 127856"/>
                <a:gd name="connsiteX10" fmla="*/ 233708 w 302119"/>
                <a:gd name="connsiteY10" fmla="*/ 108770 h 127856"/>
                <a:gd name="connsiteX11" fmla="*/ 168620 w 302119"/>
                <a:gd name="connsiteY11" fmla="*/ 127820 h 127856"/>
                <a:gd name="connsiteX12" fmla="*/ 82895 w 302119"/>
                <a:gd name="connsiteY12" fmla="*/ 116708 h 127856"/>
                <a:gd name="connsiteX13" fmla="*/ 24158 w 302119"/>
                <a:gd name="connsiteY13" fmla="*/ 92894 h 127856"/>
                <a:gd name="connsiteX14" fmla="*/ 345 w 302119"/>
                <a:gd name="connsiteY14" fmla="*/ 83370 h 127856"/>
                <a:gd name="connsiteX0" fmla="*/ 345 w 302108"/>
                <a:gd name="connsiteY0" fmla="*/ 83370 h 127856"/>
                <a:gd name="connsiteX1" fmla="*/ 43209 w 302108"/>
                <a:gd name="connsiteY1" fmla="*/ 45269 h 127856"/>
                <a:gd name="connsiteX2" fmla="*/ 79720 w 302108"/>
                <a:gd name="connsiteY2" fmla="*/ 24633 h 127856"/>
                <a:gd name="connsiteX3" fmla="*/ 135282 w 302108"/>
                <a:gd name="connsiteY3" fmla="*/ 5583 h 127856"/>
                <a:gd name="connsiteX4" fmla="*/ 178146 w 302108"/>
                <a:gd name="connsiteY4" fmla="*/ 820 h 127856"/>
                <a:gd name="connsiteX5" fmla="*/ 227360 w 302108"/>
                <a:gd name="connsiteY5" fmla="*/ 10344 h 127856"/>
                <a:gd name="connsiteX6" fmla="*/ 249583 w 302108"/>
                <a:gd name="connsiteY6" fmla="*/ 26219 h 127856"/>
                <a:gd name="connsiteX7" fmla="*/ 286095 w 302108"/>
                <a:gd name="connsiteY7" fmla="*/ 51618 h 127856"/>
                <a:gd name="connsiteX8" fmla="*/ 301971 w 302108"/>
                <a:gd name="connsiteY8" fmla="*/ 81782 h 127856"/>
                <a:gd name="connsiteX9" fmla="*/ 278158 w 302108"/>
                <a:gd name="connsiteY9" fmla="*/ 83374 h 127856"/>
                <a:gd name="connsiteX10" fmla="*/ 233708 w 302108"/>
                <a:gd name="connsiteY10" fmla="*/ 108770 h 127856"/>
                <a:gd name="connsiteX11" fmla="*/ 168620 w 302108"/>
                <a:gd name="connsiteY11" fmla="*/ 127820 h 127856"/>
                <a:gd name="connsiteX12" fmla="*/ 82895 w 302108"/>
                <a:gd name="connsiteY12" fmla="*/ 116708 h 127856"/>
                <a:gd name="connsiteX13" fmla="*/ 24158 w 302108"/>
                <a:gd name="connsiteY13" fmla="*/ 92894 h 127856"/>
                <a:gd name="connsiteX14" fmla="*/ 345 w 302108"/>
                <a:gd name="connsiteY14" fmla="*/ 83370 h 127856"/>
                <a:gd name="connsiteX0" fmla="*/ 345 w 300542"/>
                <a:gd name="connsiteY0" fmla="*/ 83370 h 127856"/>
                <a:gd name="connsiteX1" fmla="*/ 43209 w 300542"/>
                <a:gd name="connsiteY1" fmla="*/ 45269 h 127856"/>
                <a:gd name="connsiteX2" fmla="*/ 79720 w 300542"/>
                <a:gd name="connsiteY2" fmla="*/ 24633 h 127856"/>
                <a:gd name="connsiteX3" fmla="*/ 135282 w 300542"/>
                <a:gd name="connsiteY3" fmla="*/ 5583 h 127856"/>
                <a:gd name="connsiteX4" fmla="*/ 178146 w 300542"/>
                <a:gd name="connsiteY4" fmla="*/ 820 h 127856"/>
                <a:gd name="connsiteX5" fmla="*/ 227360 w 300542"/>
                <a:gd name="connsiteY5" fmla="*/ 10344 h 127856"/>
                <a:gd name="connsiteX6" fmla="*/ 249583 w 300542"/>
                <a:gd name="connsiteY6" fmla="*/ 26219 h 127856"/>
                <a:gd name="connsiteX7" fmla="*/ 286095 w 300542"/>
                <a:gd name="connsiteY7" fmla="*/ 51618 h 127856"/>
                <a:gd name="connsiteX8" fmla="*/ 300384 w 300542"/>
                <a:gd name="connsiteY8" fmla="*/ 77020 h 127856"/>
                <a:gd name="connsiteX9" fmla="*/ 278158 w 300542"/>
                <a:gd name="connsiteY9" fmla="*/ 83374 h 127856"/>
                <a:gd name="connsiteX10" fmla="*/ 233708 w 300542"/>
                <a:gd name="connsiteY10" fmla="*/ 108770 h 127856"/>
                <a:gd name="connsiteX11" fmla="*/ 168620 w 300542"/>
                <a:gd name="connsiteY11" fmla="*/ 127820 h 127856"/>
                <a:gd name="connsiteX12" fmla="*/ 82895 w 300542"/>
                <a:gd name="connsiteY12" fmla="*/ 116708 h 127856"/>
                <a:gd name="connsiteX13" fmla="*/ 24158 w 300542"/>
                <a:gd name="connsiteY13" fmla="*/ 92894 h 127856"/>
                <a:gd name="connsiteX14" fmla="*/ 345 w 300542"/>
                <a:gd name="connsiteY14" fmla="*/ 83370 h 127856"/>
                <a:gd name="connsiteX0" fmla="*/ 345 w 300429"/>
                <a:gd name="connsiteY0" fmla="*/ 83370 h 127856"/>
                <a:gd name="connsiteX1" fmla="*/ 43209 w 300429"/>
                <a:gd name="connsiteY1" fmla="*/ 45269 h 127856"/>
                <a:gd name="connsiteX2" fmla="*/ 79720 w 300429"/>
                <a:gd name="connsiteY2" fmla="*/ 24633 h 127856"/>
                <a:gd name="connsiteX3" fmla="*/ 135282 w 300429"/>
                <a:gd name="connsiteY3" fmla="*/ 5583 h 127856"/>
                <a:gd name="connsiteX4" fmla="*/ 178146 w 300429"/>
                <a:gd name="connsiteY4" fmla="*/ 820 h 127856"/>
                <a:gd name="connsiteX5" fmla="*/ 227360 w 300429"/>
                <a:gd name="connsiteY5" fmla="*/ 10344 h 127856"/>
                <a:gd name="connsiteX6" fmla="*/ 249583 w 300429"/>
                <a:gd name="connsiteY6" fmla="*/ 26219 h 127856"/>
                <a:gd name="connsiteX7" fmla="*/ 282920 w 300429"/>
                <a:gd name="connsiteY7" fmla="*/ 46856 h 127856"/>
                <a:gd name="connsiteX8" fmla="*/ 300384 w 300429"/>
                <a:gd name="connsiteY8" fmla="*/ 77020 h 127856"/>
                <a:gd name="connsiteX9" fmla="*/ 278158 w 300429"/>
                <a:gd name="connsiteY9" fmla="*/ 83374 h 127856"/>
                <a:gd name="connsiteX10" fmla="*/ 233708 w 300429"/>
                <a:gd name="connsiteY10" fmla="*/ 108770 h 127856"/>
                <a:gd name="connsiteX11" fmla="*/ 168620 w 300429"/>
                <a:gd name="connsiteY11" fmla="*/ 127820 h 127856"/>
                <a:gd name="connsiteX12" fmla="*/ 82895 w 300429"/>
                <a:gd name="connsiteY12" fmla="*/ 116708 h 127856"/>
                <a:gd name="connsiteX13" fmla="*/ 24158 w 300429"/>
                <a:gd name="connsiteY13" fmla="*/ 92894 h 127856"/>
                <a:gd name="connsiteX14" fmla="*/ 345 w 300429"/>
                <a:gd name="connsiteY14" fmla="*/ 83370 h 127856"/>
                <a:gd name="connsiteX0" fmla="*/ 345 w 300429"/>
                <a:gd name="connsiteY0" fmla="*/ 83370 h 127856"/>
                <a:gd name="connsiteX1" fmla="*/ 43209 w 300429"/>
                <a:gd name="connsiteY1" fmla="*/ 45269 h 127856"/>
                <a:gd name="connsiteX2" fmla="*/ 79720 w 300429"/>
                <a:gd name="connsiteY2" fmla="*/ 24633 h 127856"/>
                <a:gd name="connsiteX3" fmla="*/ 135282 w 300429"/>
                <a:gd name="connsiteY3" fmla="*/ 5583 h 127856"/>
                <a:gd name="connsiteX4" fmla="*/ 178146 w 300429"/>
                <a:gd name="connsiteY4" fmla="*/ 820 h 127856"/>
                <a:gd name="connsiteX5" fmla="*/ 227360 w 300429"/>
                <a:gd name="connsiteY5" fmla="*/ 10344 h 127856"/>
                <a:gd name="connsiteX6" fmla="*/ 249583 w 300429"/>
                <a:gd name="connsiteY6" fmla="*/ 23044 h 127856"/>
                <a:gd name="connsiteX7" fmla="*/ 282920 w 300429"/>
                <a:gd name="connsiteY7" fmla="*/ 46856 h 127856"/>
                <a:gd name="connsiteX8" fmla="*/ 300384 w 300429"/>
                <a:gd name="connsiteY8" fmla="*/ 77020 h 127856"/>
                <a:gd name="connsiteX9" fmla="*/ 278158 w 300429"/>
                <a:gd name="connsiteY9" fmla="*/ 83374 h 127856"/>
                <a:gd name="connsiteX10" fmla="*/ 233708 w 300429"/>
                <a:gd name="connsiteY10" fmla="*/ 108770 h 127856"/>
                <a:gd name="connsiteX11" fmla="*/ 168620 w 300429"/>
                <a:gd name="connsiteY11" fmla="*/ 127820 h 127856"/>
                <a:gd name="connsiteX12" fmla="*/ 82895 w 300429"/>
                <a:gd name="connsiteY12" fmla="*/ 116708 h 127856"/>
                <a:gd name="connsiteX13" fmla="*/ 24158 w 300429"/>
                <a:gd name="connsiteY13" fmla="*/ 92894 h 127856"/>
                <a:gd name="connsiteX14" fmla="*/ 345 w 300429"/>
                <a:gd name="connsiteY14" fmla="*/ 83370 h 127856"/>
                <a:gd name="connsiteX0" fmla="*/ 345 w 300429"/>
                <a:gd name="connsiteY0" fmla="*/ 83250 h 127736"/>
                <a:gd name="connsiteX1" fmla="*/ 43209 w 300429"/>
                <a:gd name="connsiteY1" fmla="*/ 45149 h 127736"/>
                <a:gd name="connsiteX2" fmla="*/ 81307 w 300429"/>
                <a:gd name="connsiteY2" fmla="*/ 18163 h 127736"/>
                <a:gd name="connsiteX3" fmla="*/ 135282 w 300429"/>
                <a:gd name="connsiteY3" fmla="*/ 5463 h 127736"/>
                <a:gd name="connsiteX4" fmla="*/ 178146 w 300429"/>
                <a:gd name="connsiteY4" fmla="*/ 700 h 127736"/>
                <a:gd name="connsiteX5" fmla="*/ 227360 w 300429"/>
                <a:gd name="connsiteY5" fmla="*/ 10224 h 127736"/>
                <a:gd name="connsiteX6" fmla="*/ 249583 w 300429"/>
                <a:gd name="connsiteY6" fmla="*/ 22924 h 127736"/>
                <a:gd name="connsiteX7" fmla="*/ 282920 w 300429"/>
                <a:gd name="connsiteY7" fmla="*/ 46736 h 127736"/>
                <a:gd name="connsiteX8" fmla="*/ 300384 w 300429"/>
                <a:gd name="connsiteY8" fmla="*/ 76900 h 127736"/>
                <a:gd name="connsiteX9" fmla="*/ 278158 w 300429"/>
                <a:gd name="connsiteY9" fmla="*/ 83254 h 127736"/>
                <a:gd name="connsiteX10" fmla="*/ 233708 w 300429"/>
                <a:gd name="connsiteY10" fmla="*/ 108650 h 127736"/>
                <a:gd name="connsiteX11" fmla="*/ 168620 w 300429"/>
                <a:gd name="connsiteY11" fmla="*/ 127700 h 127736"/>
                <a:gd name="connsiteX12" fmla="*/ 82895 w 300429"/>
                <a:gd name="connsiteY12" fmla="*/ 116588 h 127736"/>
                <a:gd name="connsiteX13" fmla="*/ 24158 w 300429"/>
                <a:gd name="connsiteY13" fmla="*/ 92774 h 127736"/>
                <a:gd name="connsiteX14" fmla="*/ 345 w 300429"/>
                <a:gd name="connsiteY14" fmla="*/ 83250 h 127736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509 h 127995"/>
                <a:gd name="connsiteX1" fmla="*/ 43209 w 300429"/>
                <a:gd name="connsiteY1" fmla="*/ 45408 h 127995"/>
                <a:gd name="connsiteX2" fmla="*/ 81307 w 300429"/>
                <a:gd name="connsiteY2" fmla="*/ 18422 h 127995"/>
                <a:gd name="connsiteX3" fmla="*/ 135282 w 300429"/>
                <a:gd name="connsiteY3" fmla="*/ 2547 h 127995"/>
                <a:gd name="connsiteX4" fmla="*/ 178146 w 300429"/>
                <a:gd name="connsiteY4" fmla="*/ 959 h 127995"/>
                <a:gd name="connsiteX5" fmla="*/ 227360 w 300429"/>
                <a:gd name="connsiteY5" fmla="*/ 10483 h 127995"/>
                <a:gd name="connsiteX6" fmla="*/ 249583 w 300429"/>
                <a:gd name="connsiteY6" fmla="*/ 23183 h 127995"/>
                <a:gd name="connsiteX7" fmla="*/ 282920 w 300429"/>
                <a:gd name="connsiteY7" fmla="*/ 46995 h 127995"/>
                <a:gd name="connsiteX8" fmla="*/ 300384 w 300429"/>
                <a:gd name="connsiteY8" fmla="*/ 77159 h 127995"/>
                <a:gd name="connsiteX9" fmla="*/ 278158 w 300429"/>
                <a:gd name="connsiteY9" fmla="*/ 83513 h 127995"/>
                <a:gd name="connsiteX10" fmla="*/ 233708 w 300429"/>
                <a:gd name="connsiteY10" fmla="*/ 108909 h 127995"/>
                <a:gd name="connsiteX11" fmla="*/ 168620 w 300429"/>
                <a:gd name="connsiteY11" fmla="*/ 127959 h 127995"/>
                <a:gd name="connsiteX12" fmla="*/ 82895 w 300429"/>
                <a:gd name="connsiteY12" fmla="*/ 116847 h 127995"/>
                <a:gd name="connsiteX13" fmla="*/ 24158 w 300429"/>
                <a:gd name="connsiteY13" fmla="*/ 93033 h 127995"/>
                <a:gd name="connsiteX14" fmla="*/ 345 w 300429"/>
                <a:gd name="connsiteY14" fmla="*/ 83509 h 127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0429" h="127995">
                  <a:moveTo>
                    <a:pt x="345" y="83509"/>
                  </a:moveTo>
                  <a:cubicBezTo>
                    <a:pt x="3520" y="75572"/>
                    <a:pt x="29715" y="56256"/>
                    <a:pt x="43209" y="45408"/>
                  </a:cubicBezTo>
                  <a:cubicBezTo>
                    <a:pt x="56703" y="34560"/>
                    <a:pt x="42942" y="41440"/>
                    <a:pt x="81307" y="18422"/>
                  </a:cubicBezTo>
                  <a:cubicBezTo>
                    <a:pt x="124434" y="-3009"/>
                    <a:pt x="122317" y="3869"/>
                    <a:pt x="135282" y="2547"/>
                  </a:cubicBezTo>
                  <a:cubicBezTo>
                    <a:pt x="148247" y="1225"/>
                    <a:pt x="126024" y="-1423"/>
                    <a:pt x="178146" y="959"/>
                  </a:cubicBezTo>
                  <a:cubicBezTo>
                    <a:pt x="193756" y="1753"/>
                    <a:pt x="215454" y="6779"/>
                    <a:pt x="227360" y="10483"/>
                  </a:cubicBezTo>
                  <a:cubicBezTo>
                    <a:pt x="239266" y="14187"/>
                    <a:pt x="240323" y="17098"/>
                    <a:pt x="249583" y="23183"/>
                  </a:cubicBezTo>
                  <a:cubicBezTo>
                    <a:pt x="258843" y="29268"/>
                    <a:pt x="274453" y="37999"/>
                    <a:pt x="282920" y="46995"/>
                  </a:cubicBezTo>
                  <a:cubicBezTo>
                    <a:pt x="291387" y="55991"/>
                    <a:pt x="301178" y="71073"/>
                    <a:pt x="300384" y="77159"/>
                  </a:cubicBezTo>
                  <a:cubicBezTo>
                    <a:pt x="299590" y="83245"/>
                    <a:pt x="288741" y="77957"/>
                    <a:pt x="278158" y="83513"/>
                  </a:cubicBezTo>
                  <a:cubicBezTo>
                    <a:pt x="267575" y="89069"/>
                    <a:pt x="251964" y="101501"/>
                    <a:pt x="233708" y="108909"/>
                  </a:cubicBezTo>
                  <a:cubicBezTo>
                    <a:pt x="215452" y="116317"/>
                    <a:pt x="198518" y="128753"/>
                    <a:pt x="168620" y="127959"/>
                  </a:cubicBezTo>
                  <a:cubicBezTo>
                    <a:pt x="138722" y="127165"/>
                    <a:pt x="106972" y="122668"/>
                    <a:pt x="82895" y="116847"/>
                  </a:cubicBezTo>
                  <a:cubicBezTo>
                    <a:pt x="58818" y="111026"/>
                    <a:pt x="31566" y="97266"/>
                    <a:pt x="24158" y="93033"/>
                  </a:cubicBezTo>
                  <a:cubicBezTo>
                    <a:pt x="16750" y="88800"/>
                    <a:pt x="-2830" y="91447"/>
                    <a:pt x="345" y="83509"/>
                  </a:cubicBez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1545C21-6902-4517-BECB-0811226CA6C2}"/>
                </a:ext>
              </a:extLst>
            </p:cNvPr>
            <p:cNvSpPr/>
            <p:nvPr/>
          </p:nvSpPr>
          <p:spPr>
            <a:xfrm flipH="1">
              <a:off x="3935918" y="2911732"/>
              <a:ext cx="272201" cy="244928"/>
            </a:xfrm>
            <a:custGeom>
              <a:avLst/>
              <a:gdLst>
                <a:gd name="connsiteX0" fmla="*/ 13527 w 147543"/>
                <a:gd name="connsiteY0" fmla="*/ 8840 h 124154"/>
                <a:gd name="connsiteX1" fmla="*/ 827 w 147543"/>
                <a:gd name="connsiteY1" fmla="*/ 58053 h 124154"/>
                <a:gd name="connsiteX2" fmla="*/ 19877 w 147543"/>
                <a:gd name="connsiteY2" fmla="*/ 118378 h 124154"/>
                <a:gd name="connsiteX3" fmla="*/ 78615 w 147543"/>
                <a:gd name="connsiteY3" fmla="*/ 121553 h 124154"/>
                <a:gd name="connsiteX4" fmla="*/ 126240 w 147543"/>
                <a:gd name="connsiteY4" fmla="*/ 116790 h 124154"/>
                <a:gd name="connsiteX5" fmla="*/ 143702 w 147543"/>
                <a:gd name="connsiteY5" fmla="*/ 91390 h 124154"/>
                <a:gd name="connsiteX6" fmla="*/ 146877 w 147543"/>
                <a:gd name="connsiteY6" fmla="*/ 37415 h 124154"/>
                <a:gd name="connsiteX7" fmla="*/ 134177 w 147543"/>
                <a:gd name="connsiteY7" fmla="*/ 8840 h 124154"/>
                <a:gd name="connsiteX8" fmla="*/ 99252 w 147543"/>
                <a:gd name="connsiteY8" fmla="*/ 903 h 124154"/>
                <a:gd name="connsiteX9" fmla="*/ 13527 w 147543"/>
                <a:gd name="connsiteY9" fmla="*/ 8840 h 124154"/>
                <a:gd name="connsiteX0" fmla="*/ 13527 w 147543"/>
                <a:gd name="connsiteY0" fmla="*/ 8840 h 137082"/>
                <a:gd name="connsiteX1" fmla="*/ 827 w 147543"/>
                <a:gd name="connsiteY1" fmla="*/ 58053 h 137082"/>
                <a:gd name="connsiteX2" fmla="*/ 19877 w 147543"/>
                <a:gd name="connsiteY2" fmla="*/ 118378 h 137082"/>
                <a:gd name="connsiteX3" fmla="*/ 84762 w 147543"/>
                <a:gd name="connsiteY3" fmla="*/ 137074 h 137082"/>
                <a:gd name="connsiteX4" fmla="*/ 126240 w 147543"/>
                <a:gd name="connsiteY4" fmla="*/ 116790 h 137082"/>
                <a:gd name="connsiteX5" fmla="*/ 143702 w 147543"/>
                <a:gd name="connsiteY5" fmla="*/ 91390 h 137082"/>
                <a:gd name="connsiteX6" fmla="*/ 146877 w 147543"/>
                <a:gd name="connsiteY6" fmla="*/ 37415 h 137082"/>
                <a:gd name="connsiteX7" fmla="*/ 134177 w 147543"/>
                <a:gd name="connsiteY7" fmla="*/ 8840 h 137082"/>
                <a:gd name="connsiteX8" fmla="*/ 99252 w 147543"/>
                <a:gd name="connsiteY8" fmla="*/ 903 h 137082"/>
                <a:gd name="connsiteX9" fmla="*/ 13527 w 147543"/>
                <a:gd name="connsiteY9" fmla="*/ 8840 h 137082"/>
                <a:gd name="connsiteX0" fmla="*/ 13527 w 147543"/>
                <a:gd name="connsiteY0" fmla="*/ 4221 h 141776"/>
                <a:gd name="connsiteX1" fmla="*/ 827 w 147543"/>
                <a:gd name="connsiteY1" fmla="*/ 62747 h 141776"/>
                <a:gd name="connsiteX2" fmla="*/ 19877 w 147543"/>
                <a:gd name="connsiteY2" fmla="*/ 123072 h 141776"/>
                <a:gd name="connsiteX3" fmla="*/ 84762 w 147543"/>
                <a:gd name="connsiteY3" fmla="*/ 141768 h 141776"/>
                <a:gd name="connsiteX4" fmla="*/ 126240 w 147543"/>
                <a:gd name="connsiteY4" fmla="*/ 121484 h 141776"/>
                <a:gd name="connsiteX5" fmla="*/ 143702 w 147543"/>
                <a:gd name="connsiteY5" fmla="*/ 96084 h 141776"/>
                <a:gd name="connsiteX6" fmla="*/ 146877 w 147543"/>
                <a:gd name="connsiteY6" fmla="*/ 42109 h 141776"/>
                <a:gd name="connsiteX7" fmla="*/ 134177 w 147543"/>
                <a:gd name="connsiteY7" fmla="*/ 13534 h 141776"/>
                <a:gd name="connsiteX8" fmla="*/ 99252 w 147543"/>
                <a:gd name="connsiteY8" fmla="*/ 5597 h 141776"/>
                <a:gd name="connsiteX9" fmla="*/ 13527 w 147543"/>
                <a:gd name="connsiteY9" fmla="*/ 4221 h 141776"/>
                <a:gd name="connsiteX0" fmla="*/ 21951 w 146745"/>
                <a:gd name="connsiteY0" fmla="*/ 11110 h 136249"/>
                <a:gd name="connsiteX1" fmla="*/ 29 w 146745"/>
                <a:gd name="connsiteY1" fmla="*/ 57220 h 136249"/>
                <a:gd name="connsiteX2" fmla="*/ 19079 w 146745"/>
                <a:gd name="connsiteY2" fmla="*/ 117545 h 136249"/>
                <a:gd name="connsiteX3" fmla="*/ 83964 w 146745"/>
                <a:gd name="connsiteY3" fmla="*/ 136241 h 136249"/>
                <a:gd name="connsiteX4" fmla="*/ 125442 w 146745"/>
                <a:gd name="connsiteY4" fmla="*/ 115957 h 136249"/>
                <a:gd name="connsiteX5" fmla="*/ 142904 w 146745"/>
                <a:gd name="connsiteY5" fmla="*/ 90557 h 136249"/>
                <a:gd name="connsiteX6" fmla="*/ 146079 w 146745"/>
                <a:gd name="connsiteY6" fmla="*/ 36582 h 136249"/>
                <a:gd name="connsiteX7" fmla="*/ 133379 w 146745"/>
                <a:gd name="connsiteY7" fmla="*/ 8007 h 136249"/>
                <a:gd name="connsiteX8" fmla="*/ 98454 w 146745"/>
                <a:gd name="connsiteY8" fmla="*/ 70 h 136249"/>
                <a:gd name="connsiteX9" fmla="*/ 21951 w 146745"/>
                <a:gd name="connsiteY9" fmla="*/ 11110 h 136249"/>
                <a:gd name="connsiteX0" fmla="*/ 18850 w 146718"/>
                <a:gd name="connsiteY0" fmla="*/ 5021 h 139471"/>
                <a:gd name="connsiteX1" fmla="*/ 2 w 146718"/>
                <a:gd name="connsiteY1" fmla="*/ 60442 h 139471"/>
                <a:gd name="connsiteX2" fmla="*/ 19052 w 146718"/>
                <a:gd name="connsiteY2" fmla="*/ 120767 h 139471"/>
                <a:gd name="connsiteX3" fmla="*/ 83937 w 146718"/>
                <a:gd name="connsiteY3" fmla="*/ 139463 h 139471"/>
                <a:gd name="connsiteX4" fmla="*/ 125415 w 146718"/>
                <a:gd name="connsiteY4" fmla="*/ 119179 h 139471"/>
                <a:gd name="connsiteX5" fmla="*/ 142877 w 146718"/>
                <a:gd name="connsiteY5" fmla="*/ 93779 h 139471"/>
                <a:gd name="connsiteX6" fmla="*/ 146052 w 146718"/>
                <a:gd name="connsiteY6" fmla="*/ 39804 h 139471"/>
                <a:gd name="connsiteX7" fmla="*/ 133352 w 146718"/>
                <a:gd name="connsiteY7" fmla="*/ 11229 h 139471"/>
                <a:gd name="connsiteX8" fmla="*/ 98427 w 146718"/>
                <a:gd name="connsiteY8" fmla="*/ 3292 h 139471"/>
                <a:gd name="connsiteX9" fmla="*/ 18850 w 146718"/>
                <a:gd name="connsiteY9" fmla="*/ 5021 h 139471"/>
                <a:gd name="connsiteX0" fmla="*/ 18848 w 146493"/>
                <a:gd name="connsiteY0" fmla="*/ 4734 h 139184"/>
                <a:gd name="connsiteX1" fmla="*/ 0 w 146493"/>
                <a:gd name="connsiteY1" fmla="*/ 60155 h 139184"/>
                <a:gd name="connsiteX2" fmla="*/ 19050 w 146493"/>
                <a:gd name="connsiteY2" fmla="*/ 120480 h 139184"/>
                <a:gd name="connsiteX3" fmla="*/ 83935 w 146493"/>
                <a:gd name="connsiteY3" fmla="*/ 139176 h 139184"/>
                <a:gd name="connsiteX4" fmla="*/ 125413 w 146493"/>
                <a:gd name="connsiteY4" fmla="*/ 118892 h 139184"/>
                <a:gd name="connsiteX5" fmla="*/ 142875 w 146493"/>
                <a:gd name="connsiteY5" fmla="*/ 93492 h 139184"/>
                <a:gd name="connsiteX6" fmla="*/ 146050 w 146493"/>
                <a:gd name="connsiteY6" fmla="*/ 39517 h 139184"/>
                <a:gd name="connsiteX7" fmla="*/ 136423 w 146493"/>
                <a:gd name="connsiteY7" fmla="*/ 4734 h 139184"/>
                <a:gd name="connsiteX8" fmla="*/ 98425 w 146493"/>
                <a:gd name="connsiteY8" fmla="*/ 3005 h 139184"/>
                <a:gd name="connsiteX9" fmla="*/ 18848 w 146493"/>
                <a:gd name="connsiteY9" fmla="*/ 4734 h 139184"/>
                <a:gd name="connsiteX0" fmla="*/ 18848 w 146493"/>
                <a:gd name="connsiteY0" fmla="*/ 4734 h 139786"/>
                <a:gd name="connsiteX1" fmla="*/ 0 w 146493"/>
                <a:gd name="connsiteY1" fmla="*/ 60155 h 139786"/>
                <a:gd name="connsiteX2" fmla="*/ 19050 w 146493"/>
                <a:gd name="connsiteY2" fmla="*/ 120480 h 139786"/>
                <a:gd name="connsiteX3" fmla="*/ 83935 w 146493"/>
                <a:gd name="connsiteY3" fmla="*/ 139176 h 139786"/>
                <a:gd name="connsiteX4" fmla="*/ 125413 w 146493"/>
                <a:gd name="connsiteY4" fmla="*/ 131307 h 139786"/>
                <a:gd name="connsiteX5" fmla="*/ 142875 w 146493"/>
                <a:gd name="connsiteY5" fmla="*/ 93492 h 139786"/>
                <a:gd name="connsiteX6" fmla="*/ 146050 w 146493"/>
                <a:gd name="connsiteY6" fmla="*/ 39517 h 139786"/>
                <a:gd name="connsiteX7" fmla="*/ 136423 w 146493"/>
                <a:gd name="connsiteY7" fmla="*/ 4734 h 139786"/>
                <a:gd name="connsiteX8" fmla="*/ 98425 w 146493"/>
                <a:gd name="connsiteY8" fmla="*/ 3005 h 139786"/>
                <a:gd name="connsiteX9" fmla="*/ 18848 w 146493"/>
                <a:gd name="connsiteY9" fmla="*/ 4734 h 139786"/>
                <a:gd name="connsiteX0" fmla="*/ 21485 w 149130"/>
                <a:gd name="connsiteY0" fmla="*/ 4734 h 139569"/>
                <a:gd name="connsiteX1" fmla="*/ 2637 w 149130"/>
                <a:gd name="connsiteY1" fmla="*/ 60155 h 139569"/>
                <a:gd name="connsiteX2" fmla="*/ 9393 w 149130"/>
                <a:gd name="connsiteY2" fmla="*/ 129793 h 139569"/>
                <a:gd name="connsiteX3" fmla="*/ 86572 w 149130"/>
                <a:gd name="connsiteY3" fmla="*/ 139176 h 139569"/>
                <a:gd name="connsiteX4" fmla="*/ 128050 w 149130"/>
                <a:gd name="connsiteY4" fmla="*/ 131307 h 139569"/>
                <a:gd name="connsiteX5" fmla="*/ 145512 w 149130"/>
                <a:gd name="connsiteY5" fmla="*/ 93492 h 139569"/>
                <a:gd name="connsiteX6" fmla="*/ 148687 w 149130"/>
                <a:gd name="connsiteY6" fmla="*/ 39517 h 139569"/>
                <a:gd name="connsiteX7" fmla="*/ 139060 w 149130"/>
                <a:gd name="connsiteY7" fmla="*/ 4734 h 139569"/>
                <a:gd name="connsiteX8" fmla="*/ 101062 w 149130"/>
                <a:gd name="connsiteY8" fmla="*/ 3005 h 139569"/>
                <a:gd name="connsiteX9" fmla="*/ 21485 w 149130"/>
                <a:gd name="connsiteY9" fmla="*/ 4734 h 139569"/>
                <a:gd name="connsiteX0" fmla="*/ 25946 w 153591"/>
                <a:gd name="connsiteY0" fmla="*/ 4734 h 139569"/>
                <a:gd name="connsiteX1" fmla="*/ 951 w 153591"/>
                <a:gd name="connsiteY1" fmla="*/ 60155 h 139569"/>
                <a:gd name="connsiteX2" fmla="*/ 13854 w 153591"/>
                <a:gd name="connsiteY2" fmla="*/ 129793 h 139569"/>
                <a:gd name="connsiteX3" fmla="*/ 91033 w 153591"/>
                <a:gd name="connsiteY3" fmla="*/ 139176 h 139569"/>
                <a:gd name="connsiteX4" fmla="*/ 132511 w 153591"/>
                <a:gd name="connsiteY4" fmla="*/ 131307 h 139569"/>
                <a:gd name="connsiteX5" fmla="*/ 149973 w 153591"/>
                <a:gd name="connsiteY5" fmla="*/ 93492 h 139569"/>
                <a:gd name="connsiteX6" fmla="*/ 153148 w 153591"/>
                <a:gd name="connsiteY6" fmla="*/ 39517 h 139569"/>
                <a:gd name="connsiteX7" fmla="*/ 143521 w 153591"/>
                <a:gd name="connsiteY7" fmla="*/ 4734 h 139569"/>
                <a:gd name="connsiteX8" fmla="*/ 105523 w 153591"/>
                <a:gd name="connsiteY8" fmla="*/ 3005 h 139569"/>
                <a:gd name="connsiteX9" fmla="*/ 25946 w 153591"/>
                <a:gd name="connsiteY9" fmla="*/ 4734 h 139569"/>
                <a:gd name="connsiteX0" fmla="*/ 25948 w 156424"/>
                <a:gd name="connsiteY0" fmla="*/ 4734 h 139569"/>
                <a:gd name="connsiteX1" fmla="*/ 953 w 156424"/>
                <a:gd name="connsiteY1" fmla="*/ 60155 h 139569"/>
                <a:gd name="connsiteX2" fmla="*/ 13856 w 156424"/>
                <a:gd name="connsiteY2" fmla="*/ 129793 h 139569"/>
                <a:gd name="connsiteX3" fmla="*/ 91035 w 156424"/>
                <a:gd name="connsiteY3" fmla="*/ 139176 h 139569"/>
                <a:gd name="connsiteX4" fmla="*/ 132513 w 156424"/>
                <a:gd name="connsiteY4" fmla="*/ 131307 h 139569"/>
                <a:gd name="connsiteX5" fmla="*/ 149975 w 156424"/>
                <a:gd name="connsiteY5" fmla="*/ 93492 h 139569"/>
                <a:gd name="connsiteX6" fmla="*/ 156222 w 156424"/>
                <a:gd name="connsiteY6" fmla="*/ 58139 h 139569"/>
                <a:gd name="connsiteX7" fmla="*/ 143523 w 156424"/>
                <a:gd name="connsiteY7" fmla="*/ 4734 h 139569"/>
                <a:gd name="connsiteX8" fmla="*/ 105525 w 156424"/>
                <a:gd name="connsiteY8" fmla="*/ 3005 h 139569"/>
                <a:gd name="connsiteX9" fmla="*/ 25948 w 156424"/>
                <a:gd name="connsiteY9" fmla="*/ 4734 h 139569"/>
                <a:gd name="connsiteX0" fmla="*/ 26319 w 156795"/>
                <a:gd name="connsiteY0" fmla="*/ 4734 h 139491"/>
                <a:gd name="connsiteX1" fmla="*/ 1324 w 156795"/>
                <a:gd name="connsiteY1" fmla="*/ 60155 h 139491"/>
                <a:gd name="connsiteX2" fmla="*/ 12923 w 156795"/>
                <a:gd name="connsiteY2" fmla="*/ 125021 h 139491"/>
                <a:gd name="connsiteX3" fmla="*/ 91406 w 156795"/>
                <a:gd name="connsiteY3" fmla="*/ 139176 h 139491"/>
                <a:gd name="connsiteX4" fmla="*/ 132884 w 156795"/>
                <a:gd name="connsiteY4" fmla="*/ 131307 h 139491"/>
                <a:gd name="connsiteX5" fmla="*/ 150346 w 156795"/>
                <a:gd name="connsiteY5" fmla="*/ 93492 h 139491"/>
                <a:gd name="connsiteX6" fmla="*/ 156593 w 156795"/>
                <a:gd name="connsiteY6" fmla="*/ 58139 h 139491"/>
                <a:gd name="connsiteX7" fmla="*/ 143894 w 156795"/>
                <a:gd name="connsiteY7" fmla="*/ 4734 h 139491"/>
                <a:gd name="connsiteX8" fmla="*/ 105896 w 156795"/>
                <a:gd name="connsiteY8" fmla="*/ 3005 h 139491"/>
                <a:gd name="connsiteX9" fmla="*/ 26319 w 156795"/>
                <a:gd name="connsiteY9" fmla="*/ 4734 h 139491"/>
                <a:gd name="connsiteX0" fmla="*/ 25999 w 156475"/>
                <a:gd name="connsiteY0" fmla="*/ 4734 h 139491"/>
                <a:gd name="connsiteX1" fmla="*/ 1004 w 156475"/>
                <a:gd name="connsiteY1" fmla="*/ 60155 h 139491"/>
                <a:gd name="connsiteX2" fmla="*/ 12603 w 156475"/>
                <a:gd name="connsiteY2" fmla="*/ 125021 h 139491"/>
                <a:gd name="connsiteX3" fmla="*/ 80658 w 156475"/>
                <a:gd name="connsiteY3" fmla="*/ 139176 h 139491"/>
                <a:gd name="connsiteX4" fmla="*/ 132564 w 156475"/>
                <a:gd name="connsiteY4" fmla="*/ 131307 h 139491"/>
                <a:gd name="connsiteX5" fmla="*/ 150026 w 156475"/>
                <a:gd name="connsiteY5" fmla="*/ 93492 h 139491"/>
                <a:gd name="connsiteX6" fmla="*/ 156273 w 156475"/>
                <a:gd name="connsiteY6" fmla="*/ 58139 h 139491"/>
                <a:gd name="connsiteX7" fmla="*/ 143574 w 156475"/>
                <a:gd name="connsiteY7" fmla="*/ 4734 h 139491"/>
                <a:gd name="connsiteX8" fmla="*/ 105576 w 156475"/>
                <a:gd name="connsiteY8" fmla="*/ 3005 h 139491"/>
                <a:gd name="connsiteX9" fmla="*/ 25999 w 156475"/>
                <a:gd name="connsiteY9" fmla="*/ 4734 h 139491"/>
                <a:gd name="connsiteX0" fmla="*/ 25999 w 156466"/>
                <a:gd name="connsiteY0" fmla="*/ 4734 h 139208"/>
                <a:gd name="connsiteX1" fmla="*/ 1004 w 156466"/>
                <a:gd name="connsiteY1" fmla="*/ 60155 h 139208"/>
                <a:gd name="connsiteX2" fmla="*/ 12603 w 156466"/>
                <a:gd name="connsiteY2" fmla="*/ 125021 h 139208"/>
                <a:gd name="connsiteX3" fmla="*/ 80658 w 156466"/>
                <a:gd name="connsiteY3" fmla="*/ 139176 h 139208"/>
                <a:gd name="connsiteX4" fmla="*/ 133867 w 156466"/>
                <a:gd name="connsiteY4" fmla="*/ 127728 h 139208"/>
                <a:gd name="connsiteX5" fmla="*/ 150026 w 156466"/>
                <a:gd name="connsiteY5" fmla="*/ 93492 h 139208"/>
                <a:gd name="connsiteX6" fmla="*/ 156273 w 156466"/>
                <a:gd name="connsiteY6" fmla="*/ 58139 h 139208"/>
                <a:gd name="connsiteX7" fmla="*/ 143574 w 156466"/>
                <a:gd name="connsiteY7" fmla="*/ 4734 h 139208"/>
                <a:gd name="connsiteX8" fmla="*/ 105576 w 156466"/>
                <a:gd name="connsiteY8" fmla="*/ 3005 h 139208"/>
                <a:gd name="connsiteX9" fmla="*/ 25999 w 156466"/>
                <a:gd name="connsiteY9" fmla="*/ 4734 h 139208"/>
                <a:gd name="connsiteX0" fmla="*/ 25999 w 156466"/>
                <a:gd name="connsiteY0" fmla="*/ 10093 h 144567"/>
                <a:gd name="connsiteX1" fmla="*/ 1004 w 156466"/>
                <a:gd name="connsiteY1" fmla="*/ 65514 h 144567"/>
                <a:gd name="connsiteX2" fmla="*/ 12603 w 156466"/>
                <a:gd name="connsiteY2" fmla="*/ 130380 h 144567"/>
                <a:gd name="connsiteX3" fmla="*/ 80658 w 156466"/>
                <a:gd name="connsiteY3" fmla="*/ 144535 h 144567"/>
                <a:gd name="connsiteX4" fmla="*/ 133867 w 156466"/>
                <a:gd name="connsiteY4" fmla="*/ 133087 h 144567"/>
                <a:gd name="connsiteX5" fmla="*/ 150026 w 156466"/>
                <a:gd name="connsiteY5" fmla="*/ 98851 h 144567"/>
                <a:gd name="connsiteX6" fmla="*/ 156273 w 156466"/>
                <a:gd name="connsiteY6" fmla="*/ 63498 h 144567"/>
                <a:gd name="connsiteX7" fmla="*/ 143574 w 156466"/>
                <a:gd name="connsiteY7" fmla="*/ 10093 h 144567"/>
                <a:gd name="connsiteX8" fmla="*/ 89934 w 156466"/>
                <a:gd name="connsiteY8" fmla="*/ 14 h 144567"/>
                <a:gd name="connsiteX9" fmla="*/ 25999 w 156466"/>
                <a:gd name="connsiteY9" fmla="*/ 10093 h 144567"/>
                <a:gd name="connsiteX0" fmla="*/ 25999 w 156530"/>
                <a:gd name="connsiteY0" fmla="*/ 10232 h 144706"/>
                <a:gd name="connsiteX1" fmla="*/ 1004 w 156530"/>
                <a:gd name="connsiteY1" fmla="*/ 65653 h 144706"/>
                <a:gd name="connsiteX2" fmla="*/ 12603 w 156530"/>
                <a:gd name="connsiteY2" fmla="*/ 130519 h 144706"/>
                <a:gd name="connsiteX3" fmla="*/ 80658 w 156530"/>
                <a:gd name="connsiteY3" fmla="*/ 144674 h 144706"/>
                <a:gd name="connsiteX4" fmla="*/ 133867 w 156530"/>
                <a:gd name="connsiteY4" fmla="*/ 133226 h 144706"/>
                <a:gd name="connsiteX5" fmla="*/ 150026 w 156530"/>
                <a:gd name="connsiteY5" fmla="*/ 98990 h 144706"/>
                <a:gd name="connsiteX6" fmla="*/ 156273 w 156530"/>
                <a:gd name="connsiteY6" fmla="*/ 63637 h 144706"/>
                <a:gd name="connsiteX7" fmla="*/ 142270 w 156530"/>
                <a:gd name="connsiteY7" fmla="*/ 12618 h 144706"/>
                <a:gd name="connsiteX8" fmla="*/ 89934 w 156530"/>
                <a:gd name="connsiteY8" fmla="*/ 153 h 144706"/>
                <a:gd name="connsiteX9" fmla="*/ 25999 w 156530"/>
                <a:gd name="connsiteY9" fmla="*/ 10232 h 144706"/>
                <a:gd name="connsiteX0" fmla="*/ 25999 w 156530"/>
                <a:gd name="connsiteY0" fmla="*/ 10232 h 144706"/>
                <a:gd name="connsiteX1" fmla="*/ 1004 w 156530"/>
                <a:gd name="connsiteY1" fmla="*/ 65653 h 144706"/>
                <a:gd name="connsiteX2" fmla="*/ 12603 w 156530"/>
                <a:gd name="connsiteY2" fmla="*/ 130519 h 144706"/>
                <a:gd name="connsiteX3" fmla="*/ 80658 w 156530"/>
                <a:gd name="connsiteY3" fmla="*/ 144674 h 144706"/>
                <a:gd name="connsiteX4" fmla="*/ 133867 w 156530"/>
                <a:gd name="connsiteY4" fmla="*/ 133226 h 144706"/>
                <a:gd name="connsiteX5" fmla="*/ 150026 w 156530"/>
                <a:gd name="connsiteY5" fmla="*/ 98990 h 144706"/>
                <a:gd name="connsiteX6" fmla="*/ 156273 w 156530"/>
                <a:gd name="connsiteY6" fmla="*/ 63637 h 144706"/>
                <a:gd name="connsiteX7" fmla="*/ 142270 w 156530"/>
                <a:gd name="connsiteY7" fmla="*/ 12618 h 144706"/>
                <a:gd name="connsiteX8" fmla="*/ 89934 w 156530"/>
                <a:gd name="connsiteY8" fmla="*/ 153 h 144706"/>
                <a:gd name="connsiteX9" fmla="*/ 25999 w 156530"/>
                <a:gd name="connsiteY9" fmla="*/ 10232 h 144706"/>
                <a:gd name="connsiteX0" fmla="*/ 25999 w 156961"/>
                <a:gd name="connsiteY0" fmla="*/ 10232 h 144702"/>
                <a:gd name="connsiteX1" fmla="*/ 1004 w 156961"/>
                <a:gd name="connsiteY1" fmla="*/ 65653 h 144702"/>
                <a:gd name="connsiteX2" fmla="*/ 12603 w 156961"/>
                <a:gd name="connsiteY2" fmla="*/ 130519 h 144702"/>
                <a:gd name="connsiteX3" fmla="*/ 80658 w 156961"/>
                <a:gd name="connsiteY3" fmla="*/ 144674 h 144702"/>
                <a:gd name="connsiteX4" fmla="*/ 133867 w 156961"/>
                <a:gd name="connsiteY4" fmla="*/ 133226 h 144702"/>
                <a:gd name="connsiteX5" fmla="*/ 152633 w 156961"/>
                <a:gd name="connsiteY5" fmla="*/ 102569 h 144702"/>
                <a:gd name="connsiteX6" fmla="*/ 156273 w 156961"/>
                <a:gd name="connsiteY6" fmla="*/ 63637 h 144702"/>
                <a:gd name="connsiteX7" fmla="*/ 142270 w 156961"/>
                <a:gd name="connsiteY7" fmla="*/ 12618 h 144702"/>
                <a:gd name="connsiteX8" fmla="*/ 89934 w 156961"/>
                <a:gd name="connsiteY8" fmla="*/ 153 h 144702"/>
                <a:gd name="connsiteX9" fmla="*/ 25999 w 156961"/>
                <a:gd name="connsiteY9" fmla="*/ 10232 h 144702"/>
                <a:gd name="connsiteX0" fmla="*/ 25999 w 157373"/>
                <a:gd name="connsiteY0" fmla="*/ 10232 h 144706"/>
                <a:gd name="connsiteX1" fmla="*/ 1004 w 157373"/>
                <a:gd name="connsiteY1" fmla="*/ 65653 h 144706"/>
                <a:gd name="connsiteX2" fmla="*/ 12603 w 157373"/>
                <a:gd name="connsiteY2" fmla="*/ 130519 h 144706"/>
                <a:gd name="connsiteX3" fmla="*/ 80658 w 157373"/>
                <a:gd name="connsiteY3" fmla="*/ 144674 h 144706"/>
                <a:gd name="connsiteX4" fmla="*/ 133867 w 157373"/>
                <a:gd name="connsiteY4" fmla="*/ 133226 h 144706"/>
                <a:gd name="connsiteX5" fmla="*/ 153937 w 157373"/>
                <a:gd name="connsiteY5" fmla="*/ 98990 h 144706"/>
                <a:gd name="connsiteX6" fmla="*/ 156273 w 157373"/>
                <a:gd name="connsiteY6" fmla="*/ 63637 h 144706"/>
                <a:gd name="connsiteX7" fmla="*/ 142270 w 157373"/>
                <a:gd name="connsiteY7" fmla="*/ 12618 h 144706"/>
                <a:gd name="connsiteX8" fmla="*/ 89934 w 157373"/>
                <a:gd name="connsiteY8" fmla="*/ 153 h 144706"/>
                <a:gd name="connsiteX9" fmla="*/ 25999 w 157373"/>
                <a:gd name="connsiteY9" fmla="*/ 10232 h 144706"/>
                <a:gd name="connsiteX0" fmla="*/ 25999 w 157688"/>
                <a:gd name="connsiteY0" fmla="*/ 10232 h 144706"/>
                <a:gd name="connsiteX1" fmla="*/ 1004 w 157688"/>
                <a:gd name="connsiteY1" fmla="*/ 65653 h 144706"/>
                <a:gd name="connsiteX2" fmla="*/ 12603 w 157688"/>
                <a:gd name="connsiteY2" fmla="*/ 130519 h 144706"/>
                <a:gd name="connsiteX3" fmla="*/ 80658 w 157688"/>
                <a:gd name="connsiteY3" fmla="*/ 144674 h 144706"/>
                <a:gd name="connsiteX4" fmla="*/ 127350 w 157688"/>
                <a:gd name="connsiteY4" fmla="*/ 133226 h 144706"/>
                <a:gd name="connsiteX5" fmla="*/ 153937 w 157688"/>
                <a:gd name="connsiteY5" fmla="*/ 98990 h 144706"/>
                <a:gd name="connsiteX6" fmla="*/ 156273 w 157688"/>
                <a:gd name="connsiteY6" fmla="*/ 63637 h 144706"/>
                <a:gd name="connsiteX7" fmla="*/ 142270 w 157688"/>
                <a:gd name="connsiteY7" fmla="*/ 12618 h 144706"/>
                <a:gd name="connsiteX8" fmla="*/ 89934 w 157688"/>
                <a:gd name="connsiteY8" fmla="*/ 153 h 144706"/>
                <a:gd name="connsiteX9" fmla="*/ 25999 w 157688"/>
                <a:gd name="connsiteY9" fmla="*/ 10232 h 144706"/>
                <a:gd name="connsiteX0" fmla="*/ 25999 w 157688"/>
                <a:gd name="connsiteY0" fmla="*/ 10232 h 144966"/>
                <a:gd name="connsiteX1" fmla="*/ 1004 w 157688"/>
                <a:gd name="connsiteY1" fmla="*/ 65653 h 144966"/>
                <a:gd name="connsiteX2" fmla="*/ 12603 w 157688"/>
                <a:gd name="connsiteY2" fmla="*/ 123361 h 144966"/>
                <a:gd name="connsiteX3" fmla="*/ 80658 w 157688"/>
                <a:gd name="connsiteY3" fmla="*/ 144674 h 144966"/>
                <a:gd name="connsiteX4" fmla="*/ 127350 w 157688"/>
                <a:gd name="connsiteY4" fmla="*/ 133226 h 144966"/>
                <a:gd name="connsiteX5" fmla="*/ 153937 w 157688"/>
                <a:gd name="connsiteY5" fmla="*/ 98990 h 144966"/>
                <a:gd name="connsiteX6" fmla="*/ 156273 w 157688"/>
                <a:gd name="connsiteY6" fmla="*/ 63637 h 144966"/>
                <a:gd name="connsiteX7" fmla="*/ 142270 w 157688"/>
                <a:gd name="connsiteY7" fmla="*/ 12618 h 144966"/>
                <a:gd name="connsiteX8" fmla="*/ 89934 w 157688"/>
                <a:gd name="connsiteY8" fmla="*/ 153 h 144966"/>
                <a:gd name="connsiteX9" fmla="*/ 25999 w 157688"/>
                <a:gd name="connsiteY9" fmla="*/ 10232 h 144966"/>
                <a:gd name="connsiteX0" fmla="*/ 25999 w 157688"/>
                <a:gd name="connsiteY0" fmla="*/ 10232 h 144966"/>
                <a:gd name="connsiteX1" fmla="*/ 1004 w 157688"/>
                <a:gd name="connsiteY1" fmla="*/ 65653 h 144966"/>
                <a:gd name="connsiteX2" fmla="*/ 12603 w 157688"/>
                <a:gd name="connsiteY2" fmla="*/ 123361 h 144966"/>
                <a:gd name="connsiteX3" fmla="*/ 80658 w 157688"/>
                <a:gd name="connsiteY3" fmla="*/ 144674 h 144966"/>
                <a:gd name="connsiteX4" fmla="*/ 127350 w 157688"/>
                <a:gd name="connsiteY4" fmla="*/ 133226 h 144966"/>
                <a:gd name="connsiteX5" fmla="*/ 153937 w 157688"/>
                <a:gd name="connsiteY5" fmla="*/ 98990 h 144966"/>
                <a:gd name="connsiteX6" fmla="*/ 156273 w 157688"/>
                <a:gd name="connsiteY6" fmla="*/ 63637 h 144966"/>
                <a:gd name="connsiteX7" fmla="*/ 142270 w 157688"/>
                <a:gd name="connsiteY7" fmla="*/ 12618 h 144966"/>
                <a:gd name="connsiteX8" fmla="*/ 89934 w 157688"/>
                <a:gd name="connsiteY8" fmla="*/ 153 h 144966"/>
                <a:gd name="connsiteX9" fmla="*/ 25999 w 157688"/>
                <a:gd name="connsiteY9" fmla="*/ 10232 h 144966"/>
                <a:gd name="connsiteX0" fmla="*/ 25932 w 157621"/>
                <a:gd name="connsiteY0" fmla="*/ 10232 h 140513"/>
                <a:gd name="connsiteX1" fmla="*/ 937 w 157621"/>
                <a:gd name="connsiteY1" fmla="*/ 65653 h 140513"/>
                <a:gd name="connsiteX2" fmla="*/ 12536 w 157621"/>
                <a:gd name="connsiteY2" fmla="*/ 123361 h 140513"/>
                <a:gd name="connsiteX3" fmla="*/ 77984 w 157621"/>
                <a:gd name="connsiteY3" fmla="*/ 139903 h 140513"/>
                <a:gd name="connsiteX4" fmla="*/ 127283 w 157621"/>
                <a:gd name="connsiteY4" fmla="*/ 133226 h 140513"/>
                <a:gd name="connsiteX5" fmla="*/ 153870 w 157621"/>
                <a:gd name="connsiteY5" fmla="*/ 98990 h 140513"/>
                <a:gd name="connsiteX6" fmla="*/ 156206 w 157621"/>
                <a:gd name="connsiteY6" fmla="*/ 63637 h 140513"/>
                <a:gd name="connsiteX7" fmla="*/ 142203 w 157621"/>
                <a:gd name="connsiteY7" fmla="*/ 12618 h 140513"/>
                <a:gd name="connsiteX8" fmla="*/ 89867 w 157621"/>
                <a:gd name="connsiteY8" fmla="*/ 153 h 140513"/>
                <a:gd name="connsiteX9" fmla="*/ 25932 w 157621"/>
                <a:gd name="connsiteY9" fmla="*/ 10232 h 140513"/>
                <a:gd name="connsiteX0" fmla="*/ 25932 w 157621"/>
                <a:gd name="connsiteY0" fmla="*/ 10232 h 140152"/>
                <a:gd name="connsiteX1" fmla="*/ 937 w 157621"/>
                <a:gd name="connsiteY1" fmla="*/ 65653 h 140152"/>
                <a:gd name="connsiteX2" fmla="*/ 12536 w 157621"/>
                <a:gd name="connsiteY2" fmla="*/ 123361 h 140152"/>
                <a:gd name="connsiteX3" fmla="*/ 77984 w 157621"/>
                <a:gd name="connsiteY3" fmla="*/ 139903 h 140152"/>
                <a:gd name="connsiteX4" fmla="*/ 127283 w 157621"/>
                <a:gd name="connsiteY4" fmla="*/ 130841 h 140152"/>
                <a:gd name="connsiteX5" fmla="*/ 153870 w 157621"/>
                <a:gd name="connsiteY5" fmla="*/ 98990 h 140152"/>
                <a:gd name="connsiteX6" fmla="*/ 156206 w 157621"/>
                <a:gd name="connsiteY6" fmla="*/ 63637 h 140152"/>
                <a:gd name="connsiteX7" fmla="*/ 142203 w 157621"/>
                <a:gd name="connsiteY7" fmla="*/ 12618 h 140152"/>
                <a:gd name="connsiteX8" fmla="*/ 89867 w 157621"/>
                <a:gd name="connsiteY8" fmla="*/ 153 h 140152"/>
                <a:gd name="connsiteX9" fmla="*/ 25932 w 157621"/>
                <a:gd name="connsiteY9" fmla="*/ 10232 h 140152"/>
                <a:gd name="connsiteX0" fmla="*/ 25932 w 157620"/>
                <a:gd name="connsiteY0" fmla="*/ 10232 h 140152"/>
                <a:gd name="connsiteX1" fmla="*/ 937 w 157620"/>
                <a:gd name="connsiteY1" fmla="*/ 65653 h 140152"/>
                <a:gd name="connsiteX2" fmla="*/ 12536 w 157620"/>
                <a:gd name="connsiteY2" fmla="*/ 123361 h 140152"/>
                <a:gd name="connsiteX3" fmla="*/ 77984 w 157620"/>
                <a:gd name="connsiteY3" fmla="*/ 139903 h 140152"/>
                <a:gd name="connsiteX4" fmla="*/ 127283 w 157620"/>
                <a:gd name="connsiteY4" fmla="*/ 130841 h 140152"/>
                <a:gd name="connsiteX5" fmla="*/ 153870 w 157620"/>
                <a:gd name="connsiteY5" fmla="*/ 98990 h 140152"/>
                <a:gd name="connsiteX6" fmla="*/ 156206 w 157620"/>
                <a:gd name="connsiteY6" fmla="*/ 60059 h 140152"/>
                <a:gd name="connsiteX7" fmla="*/ 142203 w 157620"/>
                <a:gd name="connsiteY7" fmla="*/ 12618 h 140152"/>
                <a:gd name="connsiteX8" fmla="*/ 89867 w 157620"/>
                <a:gd name="connsiteY8" fmla="*/ 153 h 140152"/>
                <a:gd name="connsiteX9" fmla="*/ 25932 w 157620"/>
                <a:gd name="connsiteY9" fmla="*/ 10232 h 140152"/>
                <a:gd name="connsiteX0" fmla="*/ 25932 w 159605"/>
                <a:gd name="connsiteY0" fmla="*/ 10232 h 140152"/>
                <a:gd name="connsiteX1" fmla="*/ 937 w 159605"/>
                <a:gd name="connsiteY1" fmla="*/ 65653 h 140152"/>
                <a:gd name="connsiteX2" fmla="*/ 12536 w 159605"/>
                <a:gd name="connsiteY2" fmla="*/ 123361 h 140152"/>
                <a:gd name="connsiteX3" fmla="*/ 77984 w 159605"/>
                <a:gd name="connsiteY3" fmla="*/ 139903 h 140152"/>
                <a:gd name="connsiteX4" fmla="*/ 127283 w 159605"/>
                <a:gd name="connsiteY4" fmla="*/ 130841 h 140152"/>
                <a:gd name="connsiteX5" fmla="*/ 153870 w 159605"/>
                <a:gd name="connsiteY5" fmla="*/ 98990 h 140152"/>
                <a:gd name="connsiteX6" fmla="*/ 158813 w 159605"/>
                <a:gd name="connsiteY6" fmla="*/ 60059 h 140152"/>
                <a:gd name="connsiteX7" fmla="*/ 142203 w 159605"/>
                <a:gd name="connsiteY7" fmla="*/ 12618 h 140152"/>
                <a:gd name="connsiteX8" fmla="*/ 89867 w 159605"/>
                <a:gd name="connsiteY8" fmla="*/ 153 h 140152"/>
                <a:gd name="connsiteX9" fmla="*/ 25932 w 159605"/>
                <a:gd name="connsiteY9" fmla="*/ 10232 h 140152"/>
                <a:gd name="connsiteX0" fmla="*/ 25932 w 158846"/>
                <a:gd name="connsiteY0" fmla="*/ 10232 h 140152"/>
                <a:gd name="connsiteX1" fmla="*/ 937 w 158846"/>
                <a:gd name="connsiteY1" fmla="*/ 65653 h 140152"/>
                <a:gd name="connsiteX2" fmla="*/ 12536 w 158846"/>
                <a:gd name="connsiteY2" fmla="*/ 123361 h 140152"/>
                <a:gd name="connsiteX3" fmla="*/ 77984 w 158846"/>
                <a:gd name="connsiteY3" fmla="*/ 139903 h 140152"/>
                <a:gd name="connsiteX4" fmla="*/ 127283 w 158846"/>
                <a:gd name="connsiteY4" fmla="*/ 130841 h 140152"/>
                <a:gd name="connsiteX5" fmla="*/ 153870 w 158846"/>
                <a:gd name="connsiteY5" fmla="*/ 98990 h 140152"/>
                <a:gd name="connsiteX6" fmla="*/ 158813 w 158846"/>
                <a:gd name="connsiteY6" fmla="*/ 60059 h 140152"/>
                <a:gd name="connsiteX7" fmla="*/ 142203 w 158846"/>
                <a:gd name="connsiteY7" fmla="*/ 12618 h 140152"/>
                <a:gd name="connsiteX8" fmla="*/ 89867 w 158846"/>
                <a:gd name="connsiteY8" fmla="*/ 153 h 140152"/>
                <a:gd name="connsiteX9" fmla="*/ 25932 w 158846"/>
                <a:gd name="connsiteY9" fmla="*/ 10232 h 140152"/>
                <a:gd name="connsiteX0" fmla="*/ 29469 w 162383"/>
                <a:gd name="connsiteY0" fmla="*/ 10152 h 140072"/>
                <a:gd name="connsiteX1" fmla="*/ 563 w 162383"/>
                <a:gd name="connsiteY1" fmla="*/ 57223 h 140072"/>
                <a:gd name="connsiteX2" fmla="*/ 16073 w 162383"/>
                <a:gd name="connsiteY2" fmla="*/ 123281 h 140072"/>
                <a:gd name="connsiteX3" fmla="*/ 81521 w 162383"/>
                <a:gd name="connsiteY3" fmla="*/ 139823 h 140072"/>
                <a:gd name="connsiteX4" fmla="*/ 130820 w 162383"/>
                <a:gd name="connsiteY4" fmla="*/ 130761 h 140072"/>
                <a:gd name="connsiteX5" fmla="*/ 157407 w 162383"/>
                <a:gd name="connsiteY5" fmla="*/ 98910 h 140072"/>
                <a:gd name="connsiteX6" fmla="*/ 162350 w 162383"/>
                <a:gd name="connsiteY6" fmla="*/ 59979 h 140072"/>
                <a:gd name="connsiteX7" fmla="*/ 145740 w 162383"/>
                <a:gd name="connsiteY7" fmla="*/ 12538 h 140072"/>
                <a:gd name="connsiteX8" fmla="*/ 93404 w 162383"/>
                <a:gd name="connsiteY8" fmla="*/ 73 h 140072"/>
                <a:gd name="connsiteX9" fmla="*/ 29469 w 162383"/>
                <a:gd name="connsiteY9" fmla="*/ 10152 h 140072"/>
                <a:gd name="connsiteX0" fmla="*/ 29319 w 162233"/>
                <a:gd name="connsiteY0" fmla="*/ 10152 h 140334"/>
                <a:gd name="connsiteX1" fmla="*/ 413 w 162233"/>
                <a:gd name="connsiteY1" fmla="*/ 57223 h 140334"/>
                <a:gd name="connsiteX2" fmla="*/ 17227 w 162233"/>
                <a:gd name="connsiteY2" fmla="*/ 118510 h 140334"/>
                <a:gd name="connsiteX3" fmla="*/ 81371 w 162233"/>
                <a:gd name="connsiteY3" fmla="*/ 139823 h 140334"/>
                <a:gd name="connsiteX4" fmla="*/ 130670 w 162233"/>
                <a:gd name="connsiteY4" fmla="*/ 130761 h 140334"/>
                <a:gd name="connsiteX5" fmla="*/ 157257 w 162233"/>
                <a:gd name="connsiteY5" fmla="*/ 98910 h 140334"/>
                <a:gd name="connsiteX6" fmla="*/ 162200 w 162233"/>
                <a:gd name="connsiteY6" fmla="*/ 59979 h 140334"/>
                <a:gd name="connsiteX7" fmla="*/ 145590 w 162233"/>
                <a:gd name="connsiteY7" fmla="*/ 12538 h 140334"/>
                <a:gd name="connsiteX8" fmla="*/ 93254 w 162233"/>
                <a:gd name="connsiteY8" fmla="*/ 73 h 140334"/>
                <a:gd name="connsiteX9" fmla="*/ 29319 w 162233"/>
                <a:gd name="connsiteY9" fmla="*/ 10152 h 140334"/>
                <a:gd name="connsiteX0" fmla="*/ 29319 w 167435"/>
                <a:gd name="connsiteY0" fmla="*/ 10152 h 140334"/>
                <a:gd name="connsiteX1" fmla="*/ 413 w 167435"/>
                <a:gd name="connsiteY1" fmla="*/ 57223 h 140334"/>
                <a:gd name="connsiteX2" fmla="*/ 17227 w 167435"/>
                <a:gd name="connsiteY2" fmla="*/ 118510 h 140334"/>
                <a:gd name="connsiteX3" fmla="*/ 81371 w 167435"/>
                <a:gd name="connsiteY3" fmla="*/ 139823 h 140334"/>
                <a:gd name="connsiteX4" fmla="*/ 130670 w 167435"/>
                <a:gd name="connsiteY4" fmla="*/ 130761 h 140334"/>
                <a:gd name="connsiteX5" fmla="*/ 157257 w 167435"/>
                <a:gd name="connsiteY5" fmla="*/ 98910 h 140334"/>
                <a:gd name="connsiteX6" fmla="*/ 167414 w 167435"/>
                <a:gd name="connsiteY6" fmla="*/ 58786 h 140334"/>
                <a:gd name="connsiteX7" fmla="*/ 145590 w 167435"/>
                <a:gd name="connsiteY7" fmla="*/ 12538 h 140334"/>
                <a:gd name="connsiteX8" fmla="*/ 93254 w 167435"/>
                <a:gd name="connsiteY8" fmla="*/ 73 h 140334"/>
                <a:gd name="connsiteX9" fmla="*/ 29319 w 167435"/>
                <a:gd name="connsiteY9" fmla="*/ 10152 h 140334"/>
                <a:gd name="connsiteX0" fmla="*/ 29319 w 167678"/>
                <a:gd name="connsiteY0" fmla="*/ 10152 h 140294"/>
                <a:gd name="connsiteX1" fmla="*/ 413 w 167678"/>
                <a:gd name="connsiteY1" fmla="*/ 57223 h 140294"/>
                <a:gd name="connsiteX2" fmla="*/ 17227 w 167678"/>
                <a:gd name="connsiteY2" fmla="*/ 118510 h 140294"/>
                <a:gd name="connsiteX3" fmla="*/ 81371 w 167678"/>
                <a:gd name="connsiteY3" fmla="*/ 139823 h 140294"/>
                <a:gd name="connsiteX4" fmla="*/ 130670 w 167678"/>
                <a:gd name="connsiteY4" fmla="*/ 130761 h 140294"/>
                <a:gd name="connsiteX5" fmla="*/ 155953 w 167678"/>
                <a:gd name="connsiteY5" fmla="*/ 102489 h 140294"/>
                <a:gd name="connsiteX6" fmla="*/ 167414 w 167678"/>
                <a:gd name="connsiteY6" fmla="*/ 58786 h 140294"/>
                <a:gd name="connsiteX7" fmla="*/ 145590 w 167678"/>
                <a:gd name="connsiteY7" fmla="*/ 12538 h 140294"/>
                <a:gd name="connsiteX8" fmla="*/ 93254 w 167678"/>
                <a:gd name="connsiteY8" fmla="*/ 73 h 140294"/>
                <a:gd name="connsiteX9" fmla="*/ 29319 w 167678"/>
                <a:gd name="connsiteY9" fmla="*/ 10152 h 140294"/>
                <a:gd name="connsiteX0" fmla="*/ 29319 w 167678"/>
                <a:gd name="connsiteY0" fmla="*/ 10540 h 140682"/>
                <a:gd name="connsiteX1" fmla="*/ 413 w 167678"/>
                <a:gd name="connsiteY1" fmla="*/ 57611 h 140682"/>
                <a:gd name="connsiteX2" fmla="*/ 17227 w 167678"/>
                <a:gd name="connsiteY2" fmla="*/ 118898 h 140682"/>
                <a:gd name="connsiteX3" fmla="*/ 81371 w 167678"/>
                <a:gd name="connsiteY3" fmla="*/ 140211 h 140682"/>
                <a:gd name="connsiteX4" fmla="*/ 130670 w 167678"/>
                <a:gd name="connsiteY4" fmla="*/ 131149 h 140682"/>
                <a:gd name="connsiteX5" fmla="*/ 155953 w 167678"/>
                <a:gd name="connsiteY5" fmla="*/ 102877 h 140682"/>
                <a:gd name="connsiteX6" fmla="*/ 167414 w 167678"/>
                <a:gd name="connsiteY6" fmla="*/ 59174 h 140682"/>
                <a:gd name="connsiteX7" fmla="*/ 145590 w 167678"/>
                <a:gd name="connsiteY7" fmla="*/ 12926 h 140682"/>
                <a:gd name="connsiteX8" fmla="*/ 93254 w 167678"/>
                <a:gd name="connsiteY8" fmla="*/ 461 h 140682"/>
                <a:gd name="connsiteX9" fmla="*/ 64636 w 167678"/>
                <a:gd name="connsiteY9" fmla="*/ 3421 h 140682"/>
                <a:gd name="connsiteX10" fmla="*/ 29319 w 167678"/>
                <a:gd name="connsiteY10" fmla="*/ 10540 h 140682"/>
                <a:gd name="connsiteX0" fmla="*/ 29319 w 167678"/>
                <a:gd name="connsiteY0" fmla="*/ 10540 h 140682"/>
                <a:gd name="connsiteX1" fmla="*/ 413 w 167678"/>
                <a:gd name="connsiteY1" fmla="*/ 57611 h 140682"/>
                <a:gd name="connsiteX2" fmla="*/ 17227 w 167678"/>
                <a:gd name="connsiteY2" fmla="*/ 118898 h 140682"/>
                <a:gd name="connsiteX3" fmla="*/ 81371 w 167678"/>
                <a:gd name="connsiteY3" fmla="*/ 140211 h 140682"/>
                <a:gd name="connsiteX4" fmla="*/ 130670 w 167678"/>
                <a:gd name="connsiteY4" fmla="*/ 131149 h 140682"/>
                <a:gd name="connsiteX5" fmla="*/ 155953 w 167678"/>
                <a:gd name="connsiteY5" fmla="*/ 102877 h 140682"/>
                <a:gd name="connsiteX6" fmla="*/ 167414 w 167678"/>
                <a:gd name="connsiteY6" fmla="*/ 59174 h 140682"/>
                <a:gd name="connsiteX7" fmla="*/ 145590 w 167678"/>
                <a:gd name="connsiteY7" fmla="*/ 12926 h 140682"/>
                <a:gd name="connsiteX8" fmla="*/ 102379 w 167678"/>
                <a:gd name="connsiteY8" fmla="*/ 461 h 140682"/>
                <a:gd name="connsiteX9" fmla="*/ 64636 w 167678"/>
                <a:gd name="connsiteY9" fmla="*/ 3421 h 140682"/>
                <a:gd name="connsiteX10" fmla="*/ 29319 w 167678"/>
                <a:gd name="connsiteY10" fmla="*/ 10540 h 140682"/>
                <a:gd name="connsiteX0" fmla="*/ 29319 w 167678"/>
                <a:gd name="connsiteY0" fmla="*/ 9523 h 139665"/>
                <a:gd name="connsiteX1" fmla="*/ 413 w 167678"/>
                <a:gd name="connsiteY1" fmla="*/ 56594 h 139665"/>
                <a:gd name="connsiteX2" fmla="*/ 17227 w 167678"/>
                <a:gd name="connsiteY2" fmla="*/ 117881 h 139665"/>
                <a:gd name="connsiteX3" fmla="*/ 81371 w 167678"/>
                <a:gd name="connsiteY3" fmla="*/ 139194 h 139665"/>
                <a:gd name="connsiteX4" fmla="*/ 130670 w 167678"/>
                <a:gd name="connsiteY4" fmla="*/ 130132 h 139665"/>
                <a:gd name="connsiteX5" fmla="*/ 155953 w 167678"/>
                <a:gd name="connsiteY5" fmla="*/ 101860 h 139665"/>
                <a:gd name="connsiteX6" fmla="*/ 167414 w 167678"/>
                <a:gd name="connsiteY6" fmla="*/ 58157 h 139665"/>
                <a:gd name="connsiteX7" fmla="*/ 145590 w 167678"/>
                <a:gd name="connsiteY7" fmla="*/ 11909 h 139665"/>
                <a:gd name="connsiteX8" fmla="*/ 110200 w 167678"/>
                <a:gd name="connsiteY8" fmla="*/ 637 h 139665"/>
                <a:gd name="connsiteX9" fmla="*/ 64636 w 167678"/>
                <a:gd name="connsiteY9" fmla="*/ 2404 h 139665"/>
                <a:gd name="connsiteX10" fmla="*/ 29319 w 167678"/>
                <a:gd name="connsiteY10" fmla="*/ 9523 h 139665"/>
                <a:gd name="connsiteX0" fmla="*/ 29319 w 167678"/>
                <a:gd name="connsiteY0" fmla="*/ 9436 h 139578"/>
                <a:gd name="connsiteX1" fmla="*/ 413 w 167678"/>
                <a:gd name="connsiteY1" fmla="*/ 56507 h 139578"/>
                <a:gd name="connsiteX2" fmla="*/ 17227 w 167678"/>
                <a:gd name="connsiteY2" fmla="*/ 117794 h 139578"/>
                <a:gd name="connsiteX3" fmla="*/ 81371 w 167678"/>
                <a:gd name="connsiteY3" fmla="*/ 139107 h 139578"/>
                <a:gd name="connsiteX4" fmla="*/ 130670 w 167678"/>
                <a:gd name="connsiteY4" fmla="*/ 130045 h 139578"/>
                <a:gd name="connsiteX5" fmla="*/ 155953 w 167678"/>
                <a:gd name="connsiteY5" fmla="*/ 101773 h 139578"/>
                <a:gd name="connsiteX6" fmla="*/ 167414 w 167678"/>
                <a:gd name="connsiteY6" fmla="*/ 58070 h 139578"/>
                <a:gd name="connsiteX7" fmla="*/ 145590 w 167678"/>
                <a:gd name="connsiteY7" fmla="*/ 10629 h 139578"/>
                <a:gd name="connsiteX8" fmla="*/ 110200 w 167678"/>
                <a:gd name="connsiteY8" fmla="*/ 550 h 139578"/>
                <a:gd name="connsiteX9" fmla="*/ 64636 w 167678"/>
                <a:gd name="connsiteY9" fmla="*/ 2317 h 139578"/>
                <a:gd name="connsiteX10" fmla="*/ 29319 w 167678"/>
                <a:gd name="connsiteY10" fmla="*/ 9436 h 139578"/>
                <a:gd name="connsiteX0" fmla="*/ 29319 w 167678"/>
                <a:gd name="connsiteY0" fmla="*/ 9854 h 139996"/>
                <a:gd name="connsiteX1" fmla="*/ 413 w 167678"/>
                <a:gd name="connsiteY1" fmla="*/ 56925 h 139996"/>
                <a:gd name="connsiteX2" fmla="*/ 17227 w 167678"/>
                <a:gd name="connsiteY2" fmla="*/ 118212 h 139996"/>
                <a:gd name="connsiteX3" fmla="*/ 81371 w 167678"/>
                <a:gd name="connsiteY3" fmla="*/ 139525 h 139996"/>
                <a:gd name="connsiteX4" fmla="*/ 130670 w 167678"/>
                <a:gd name="connsiteY4" fmla="*/ 130463 h 139996"/>
                <a:gd name="connsiteX5" fmla="*/ 155953 w 167678"/>
                <a:gd name="connsiteY5" fmla="*/ 102191 h 139996"/>
                <a:gd name="connsiteX6" fmla="*/ 167414 w 167678"/>
                <a:gd name="connsiteY6" fmla="*/ 58488 h 139996"/>
                <a:gd name="connsiteX7" fmla="*/ 145590 w 167678"/>
                <a:gd name="connsiteY7" fmla="*/ 11047 h 139996"/>
                <a:gd name="connsiteX8" fmla="*/ 110200 w 167678"/>
                <a:gd name="connsiteY8" fmla="*/ 968 h 139996"/>
                <a:gd name="connsiteX9" fmla="*/ 59422 w 167678"/>
                <a:gd name="connsiteY9" fmla="*/ 1542 h 139996"/>
                <a:gd name="connsiteX10" fmla="*/ 29319 w 167678"/>
                <a:gd name="connsiteY10" fmla="*/ 9854 h 139996"/>
                <a:gd name="connsiteX0" fmla="*/ 29203 w 167562"/>
                <a:gd name="connsiteY0" fmla="*/ 9854 h 140203"/>
                <a:gd name="connsiteX1" fmla="*/ 297 w 167562"/>
                <a:gd name="connsiteY1" fmla="*/ 56925 h 140203"/>
                <a:gd name="connsiteX2" fmla="*/ 18415 w 167562"/>
                <a:gd name="connsiteY2" fmla="*/ 114633 h 140203"/>
                <a:gd name="connsiteX3" fmla="*/ 81255 w 167562"/>
                <a:gd name="connsiteY3" fmla="*/ 139525 h 140203"/>
                <a:gd name="connsiteX4" fmla="*/ 130554 w 167562"/>
                <a:gd name="connsiteY4" fmla="*/ 130463 h 140203"/>
                <a:gd name="connsiteX5" fmla="*/ 155837 w 167562"/>
                <a:gd name="connsiteY5" fmla="*/ 102191 h 140203"/>
                <a:gd name="connsiteX6" fmla="*/ 167298 w 167562"/>
                <a:gd name="connsiteY6" fmla="*/ 58488 h 140203"/>
                <a:gd name="connsiteX7" fmla="*/ 145474 w 167562"/>
                <a:gd name="connsiteY7" fmla="*/ 11047 h 140203"/>
                <a:gd name="connsiteX8" fmla="*/ 110084 w 167562"/>
                <a:gd name="connsiteY8" fmla="*/ 968 h 140203"/>
                <a:gd name="connsiteX9" fmla="*/ 59306 w 167562"/>
                <a:gd name="connsiteY9" fmla="*/ 1542 h 140203"/>
                <a:gd name="connsiteX10" fmla="*/ 29203 w 167562"/>
                <a:gd name="connsiteY10" fmla="*/ 9854 h 140203"/>
                <a:gd name="connsiteX0" fmla="*/ 29165 w 167524"/>
                <a:gd name="connsiteY0" fmla="*/ 9854 h 138033"/>
                <a:gd name="connsiteX1" fmla="*/ 259 w 167524"/>
                <a:gd name="connsiteY1" fmla="*/ 56925 h 138033"/>
                <a:gd name="connsiteX2" fmla="*/ 18377 w 167524"/>
                <a:gd name="connsiteY2" fmla="*/ 114633 h 138033"/>
                <a:gd name="connsiteX3" fmla="*/ 73396 w 167524"/>
                <a:gd name="connsiteY3" fmla="*/ 137139 h 138033"/>
                <a:gd name="connsiteX4" fmla="*/ 130516 w 167524"/>
                <a:gd name="connsiteY4" fmla="*/ 130463 h 138033"/>
                <a:gd name="connsiteX5" fmla="*/ 155799 w 167524"/>
                <a:gd name="connsiteY5" fmla="*/ 102191 h 138033"/>
                <a:gd name="connsiteX6" fmla="*/ 167260 w 167524"/>
                <a:gd name="connsiteY6" fmla="*/ 58488 h 138033"/>
                <a:gd name="connsiteX7" fmla="*/ 145436 w 167524"/>
                <a:gd name="connsiteY7" fmla="*/ 11047 h 138033"/>
                <a:gd name="connsiteX8" fmla="*/ 110046 w 167524"/>
                <a:gd name="connsiteY8" fmla="*/ 968 h 138033"/>
                <a:gd name="connsiteX9" fmla="*/ 59268 w 167524"/>
                <a:gd name="connsiteY9" fmla="*/ 1542 h 138033"/>
                <a:gd name="connsiteX10" fmla="*/ 29165 w 167524"/>
                <a:gd name="connsiteY10" fmla="*/ 9854 h 138033"/>
                <a:gd name="connsiteX0" fmla="*/ 29165 w 167524"/>
                <a:gd name="connsiteY0" fmla="*/ 9854 h 138033"/>
                <a:gd name="connsiteX1" fmla="*/ 259 w 167524"/>
                <a:gd name="connsiteY1" fmla="*/ 56925 h 138033"/>
                <a:gd name="connsiteX2" fmla="*/ 18377 w 167524"/>
                <a:gd name="connsiteY2" fmla="*/ 114633 h 138033"/>
                <a:gd name="connsiteX3" fmla="*/ 73396 w 167524"/>
                <a:gd name="connsiteY3" fmla="*/ 137139 h 138033"/>
                <a:gd name="connsiteX4" fmla="*/ 130516 w 167524"/>
                <a:gd name="connsiteY4" fmla="*/ 130463 h 138033"/>
                <a:gd name="connsiteX5" fmla="*/ 155799 w 167524"/>
                <a:gd name="connsiteY5" fmla="*/ 102191 h 138033"/>
                <a:gd name="connsiteX6" fmla="*/ 167260 w 167524"/>
                <a:gd name="connsiteY6" fmla="*/ 58488 h 138033"/>
                <a:gd name="connsiteX7" fmla="*/ 145436 w 167524"/>
                <a:gd name="connsiteY7" fmla="*/ 11047 h 138033"/>
                <a:gd name="connsiteX8" fmla="*/ 110046 w 167524"/>
                <a:gd name="connsiteY8" fmla="*/ 968 h 138033"/>
                <a:gd name="connsiteX9" fmla="*/ 59268 w 167524"/>
                <a:gd name="connsiteY9" fmla="*/ 1542 h 138033"/>
                <a:gd name="connsiteX10" fmla="*/ 29165 w 167524"/>
                <a:gd name="connsiteY10" fmla="*/ 9854 h 138033"/>
                <a:gd name="connsiteX0" fmla="*/ 29165 w 167633"/>
                <a:gd name="connsiteY0" fmla="*/ 9854 h 138033"/>
                <a:gd name="connsiteX1" fmla="*/ 259 w 167633"/>
                <a:gd name="connsiteY1" fmla="*/ 56925 h 138033"/>
                <a:gd name="connsiteX2" fmla="*/ 18377 w 167633"/>
                <a:gd name="connsiteY2" fmla="*/ 114633 h 138033"/>
                <a:gd name="connsiteX3" fmla="*/ 73396 w 167633"/>
                <a:gd name="connsiteY3" fmla="*/ 137139 h 138033"/>
                <a:gd name="connsiteX4" fmla="*/ 130516 w 167633"/>
                <a:gd name="connsiteY4" fmla="*/ 130463 h 138033"/>
                <a:gd name="connsiteX5" fmla="*/ 157102 w 167633"/>
                <a:gd name="connsiteY5" fmla="*/ 102191 h 138033"/>
                <a:gd name="connsiteX6" fmla="*/ 167260 w 167633"/>
                <a:gd name="connsiteY6" fmla="*/ 58488 h 138033"/>
                <a:gd name="connsiteX7" fmla="*/ 145436 w 167633"/>
                <a:gd name="connsiteY7" fmla="*/ 11047 h 138033"/>
                <a:gd name="connsiteX8" fmla="*/ 110046 w 167633"/>
                <a:gd name="connsiteY8" fmla="*/ 968 h 138033"/>
                <a:gd name="connsiteX9" fmla="*/ 59268 w 167633"/>
                <a:gd name="connsiteY9" fmla="*/ 1542 h 138033"/>
                <a:gd name="connsiteX10" fmla="*/ 29165 w 167633"/>
                <a:gd name="connsiteY10" fmla="*/ 9854 h 13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33" h="138033">
                  <a:moveTo>
                    <a:pt x="29165" y="9854"/>
                  </a:moveTo>
                  <a:cubicBezTo>
                    <a:pt x="19330" y="19084"/>
                    <a:pt x="2057" y="39462"/>
                    <a:pt x="259" y="56925"/>
                  </a:cubicBezTo>
                  <a:cubicBezTo>
                    <a:pt x="-1539" y="74388"/>
                    <a:pt x="6188" y="101264"/>
                    <a:pt x="18377" y="114633"/>
                  </a:cubicBezTo>
                  <a:cubicBezTo>
                    <a:pt x="30567" y="128002"/>
                    <a:pt x="54706" y="134501"/>
                    <a:pt x="73396" y="137139"/>
                  </a:cubicBezTo>
                  <a:cubicBezTo>
                    <a:pt x="92086" y="139777"/>
                    <a:pt x="116565" y="136288"/>
                    <a:pt x="130516" y="130463"/>
                  </a:cubicBezTo>
                  <a:cubicBezTo>
                    <a:pt x="144467" y="124638"/>
                    <a:pt x="150978" y="114187"/>
                    <a:pt x="157102" y="102191"/>
                  </a:cubicBezTo>
                  <a:cubicBezTo>
                    <a:pt x="163226" y="90195"/>
                    <a:pt x="169204" y="73679"/>
                    <a:pt x="167260" y="58488"/>
                  </a:cubicBezTo>
                  <a:cubicBezTo>
                    <a:pt x="165316" y="43297"/>
                    <a:pt x="153373" y="17132"/>
                    <a:pt x="145436" y="11047"/>
                  </a:cubicBezTo>
                  <a:cubicBezTo>
                    <a:pt x="137499" y="4962"/>
                    <a:pt x="124407" y="2552"/>
                    <a:pt x="110046" y="968"/>
                  </a:cubicBezTo>
                  <a:cubicBezTo>
                    <a:pt x="95685" y="-616"/>
                    <a:pt x="69924" y="-138"/>
                    <a:pt x="59268" y="1542"/>
                  </a:cubicBezTo>
                  <a:cubicBezTo>
                    <a:pt x="48612" y="3222"/>
                    <a:pt x="39000" y="624"/>
                    <a:pt x="29165" y="985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57150">
              <a:gradFill flip="none" rotWithShape="1">
                <a:gsLst>
                  <a:gs pos="81000">
                    <a:srgbClr val="321704"/>
                  </a:gs>
                  <a:gs pos="50000">
                    <a:schemeClr val="accent2">
                      <a:lumMod val="50000"/>
                    </a:schemeClr>
                  </a:gs>
                  <a:gs pos="21000">
                    <a:schemeClr val="accent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EE5E594-68E6-413F-98F2-9AE405EC2BAA}"/>
                </a:ext>
              </a:extLst>
            </p:cNvPr>
            <p:cNvSpPr/>
            <p:nvPr/>
          </p:nvSpPr>
          <p:spPr>
            <a:xfrm flipH="1">
              <a:off x="4046619" y="3016401"/>
              <a:ext cx="47641" cy="4596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CE736FA-E1AF-4268-8E71-10D6DBE0CA8F}"/>
                </a:ext>
              </a:extLst>
            </p:cNvPr>
            <p:cNvSpPr/>
            <p:nvPr/>
          </p:nvSpPr>
          <p:spPr>
            <a:xfrm flipH="1">
              <a:off x="4095839" y="2962892"/>
              <a:ext cx="47641" cy="45961"/>
            </a:xfrm>
            <a:prstGeom prst="ellipse">
              <a:avLst/>
            </a:prstGeom>
            <a:gradFill>
              <a:gsLst>
                <a:gs pos="81000">
                  <a:schemeClr val="accent1">
                    <a:lumMod val="40000"/>
                    <a:lumOff val="60000"/>
                  </a:schemeClr>
                </a:gs>
                <a:gs pos="50000">
                  <a:schemeClr val="accent1">
                    <a:lumMod val="20000"/>
                    <a:lumOff val="80000"/>
                  </a:schemeClr>
                </a:gs>
                <a:gs pos="21000">
                  <a:schemeClr val="bg1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B39732D7-F9FE-45AF-A905-DFECD4188303}"/>
              </a:ext>
            </a:extLst>
          </p:cNvPr>
          <p:cNvSpPr/>
          <p:nvPr/>
        </p:nvSpPr>
        <p:spPr>
          <a:xfrm>
            <a:off x="1516951" y="622214"/>
            <a:ext cx="3899338" cy="2821090"/>
          </a:xfrm>
          <a:custGeom>
            <a:avLst/>
            <a:gdLst>
              <a:gd name="connsiteX0" fmla="*/ 140679 w 3772635"/>
              <a:gd name="connsiteY0" fmla="*/ 2890354 h 3029576"/>
              <a:gd name="connsiteX1" fmla="*/ 256293 w 3772635"/>
              <a:gd name="connsiteY1" fmla="*/ 2837802 h 3029576"/>
              <a:gd name="connsiteX2" fmla="*/ 287824 w 3772635"/>
              <a:gd name="connsiteY2" fmla="*/ 2301774 h 3029576"/>
              <a:gd name="connsiteX3" fmla="*/ 350886 w 3772635"/>
              <a:gd name="connsiteY3" fmla="*/ 1692174 h 3029576"/>
              <a:gd name="connsiteX4" fmla="*/ 739769 w 3772635"/>
              <a:gd name="connsiteY4" fmla="*/ 1376864 h 3029576"/>
              <a:gd name="connsiteX5" fmla="*/ 886914 w 3772635"/>
              <a:gd name="connsiteY5" fmla="*/ 1082574 h 3029576"/>
              <a:gd name="connsiteX6" fmla="*/ 1275796 w 3772635"/>
              <a:gd name="connsiteY6" fmla="*/ 725223 h 3029576"/>
              <a:gd name="connsiteX7" fmla="*/ 1328348 w 3772635"/>
              <a:gd name="connsiteY7" fmla="*/ 578078 h 3029576"/>
              <a:gd name="connsiteX8" fmla="*/ 1422941 w 3772635"/>
              <a:gd name="connsiteY8" fmla="*/ 777774 h 3029576"/>
              <a:gd name="connsiteX9" fmla="*/ 1738252 w 3772635"/>
              <a:gd name="connsiteY9" fmla="*/ 935429 h 3029576"/>
              <a:gd name="connsiteX10" fmla="*/ 2169176 w 3772635"/>
              <a:gd name="connsiteY10" fmla="*/ 1114105 h 3029576"/>
              <a:gd name="connsiteX11" fmla="*/ 2295300 w 3772635"/>
              <a:gd name="connsiteY11" fmla="*/ 1103595 h 3029576"/>
              <a:gd name="connsiteX12" fmla="*/ 2589589 w 3772635"/>
              <a:gd name="connsiteY12" fmla="*/ 1313802 h 3029576"/>
              <a:gd name="connsiteX13" fmla="*/ 2915410 w 3772635"/>
              <a:gd name="connsiteY13" fmla="*/ 1587071 h 3029576"/>
              <a:gd name="connsiteX14" fmla="*/ 3251741 w 3772635"/>
              <a:gd name="connsiteY14" fmla="*/ 1692174 h 3029576"/>
              <a:gd name="connsiteX15" fmla="*/ 3556541 w 3772635"/>
              <a:gd name="connsiteY15" fmla="*/ 2165140 h 3029576"/>
              <a:gd name="connsiteX16" fmla="*/ 3609093 w 3772635"/>
              <a:gd name="connsiteY16" fmla="*/ 2627595 h 3029576"/>
              <a:gd name="connsiteX17" fmla="*/ 3588072 w 3772635"/>
              <a:gd name="connsiteY17" fmla="*/ 2900864 h 3029576"/>
              <a:gd name="connsiteX18" fmla="*/ 3630114 w 3772635"/>
              <a:gd name="connsiteY18" fmla="*/ 3016478 h 3029576"/>
              <a:gd name="connsiteX19" fmla="*/ 3724707 w 3772635"/>
              <a:gd name="connsiteY19" fmla="*/ 2606574 h 3029576"/>
              <a:gd name="connsiteX20" fmla="*/ 3766748 w 3772635"/>
              <a:gd name="connsiteY20" fmla="*/ 1923402 h 3029576"/>
              <a:gd name="connsiteX21" fmla="*/ 3598583 w 3772635"/>
              <a:gd name="connsiteY21" fmla="*/ 777774 h 3029576"/>
              <a:gd name="connsiteX22" fmla="*/ 2715714 w 3772635"/>
              <a:gd name="connsiteY22" fmla="*/ 126133 h 3029576"/>
              <a:gd name="connsiteX23" fmla="*/ 1937948 w 3772635"/>
              <a:gd name="connsiteY23" fmla="*/ 9 h 3029576"/>
              <a:gd name="connsiteX24" fmla="*/ 1181203 w 3772635"/>
              <a:gd name="connsiteY24" fmla="*/ 126133 h 3029576"/>
              <a:gd name="connsiteX25" fmla="*/ 1076100 w 3772635"/>
              <a:gd name="connsiteY25" fmla="*/ 52560 h 3029576"/>
              <a:gd name="connsiteX26" fmla="*/ 1044569 w 3772635"/>
              <a:gd name="connsiteY26" fmla="*/ 189195 h 3029576"/>
              <a:gd name="connsiteX27" fmla="*/ 960486 w 3772635"/>
              <a:gd name="connsiteY27" fmla="*/ 136643 h 3029576"/>
              <a:gd name="connsiteX28" fmla="*/ 960486 w 3772635"/>
              <a:gd name="connsiteY28" fmla="*/ 241747 h 3029576"/>
              <a:gd name="connsiteX29" fmla="*/ 781810 w 3772635"/>
              <a:gd name="connsiteY29" fmla="*/ 388892 h 3029576"/>
              <a:gd name="connsiteX30" fmla="*/ 466500 w 3772635"/>
              <a:gd name="connsiteY30" fmla="*/ 578078 h 3029576"/>
              <a:gd name="connsiteX31" fmla="*/ 67107 w 3772635"/>
              <a:gd name="connsiteY31" fmla="*/ 1240229 h 3029576"/>
              <a:gd name="connsiteX32" fmla="*/ 4045 w 3772635"/>
              <a:gd name="connsiteY32" fmla="*/ 2091567 h 3029576"/>
              <a:gd name="connsiteX33" fmla="*/ 140679 w 3772635"/>
              <a:gd name="connsiteY33" fmla="*/ 2890354 h 3029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772635" h="3029576">
                <a:moveTo>
                  <a:pt x="140679" y="2890354"/>
                </a:moveTo>
                <a:cubicBezTo>
                  <a:pt x="182720" y="3014726"/>
                  <a:pt x="231769" y="2935899"/>
                  <a:pt x="256293" y="2837802"/>
                </a:cubicBezTo>
                <a:cubicBezTo>
                  <a:pt x="280817" y="2739705"/>
                  <a:pt x="272059" y="2492712"/>
                  <a:pt x="287824" y="2301774"/>
                </a:cubicBezTo>
                <a:cubicBezTo>
                  <a:pt x="303589" y="2110836"/>
                  <a:pt x="275562" y="1846326"/>
                  <a:pt x="350886" y="1692174"/>
                </a:cubicBezTo>
                <a:cubicBezTo>
                  <a:pt x="426210" y="1538022"/>
                  <a:pt x="650431" y="1478464"/>
                  <a:pt x="739769" y="1376864"/>
                </a:cubicBezTo>
                <a:cubicBezTo>
                  <a:pt x="829107" y="1275264"/>
                  <a:pt x="797576" y="1191181"/>
                  <a:pt x="886914" y="1082574"/>
                </a:cubicBezTo>
                <a:cubicBezTo>
                  <a:pt x="976252" y="973967"/>
                  <a:pt x="1202224" y="809306"/>
                  <a:pt x="1275796" y="725223"/>
                </a:cubicBezTo>
                <a:cubicBezTo>
                  <a:pt x="1349368" y="641140"/>
                  <a:pt x="1303824" y="569320"/>
                  <a:pt x="1328348" y="578078"/>
                </a:cubicBezTo>
                <a:cubicBezTo>
                  <a:pt x="1352872" y="586836"/>
                  <a:pt x="1354624" y="718215"/>
                  <a:pt x="1422941" y="777774"/>
                </a:cubicBezTo>
                <a:cubicBezTo>
                  <a:pt x="1491258" y="837332"/>
                  <a:pt x="1613880" y="879374"/>
                  <a:pt x="1738252" y="935429"/>
                </a:cubicBezTo>
                <a:cubicBezTo>
                  <a:pt x="1862624" y="991484"/>
                  <a:pt x="2076335" y="1086077"/>
                  <a:pt x="2169176" y="1114105"/>
                </a:cubicBezTo>
                <a:cubicBezTo>
                  <a:pt x="2262017" y="1142133"/>
                  <a:pt x="2225231" y="1070312"/>
                  <a:pt x="2295300" y="1103595"/>
                </a:cubicBezTo>
                <a:cubicBezTo>
                  <a:pt x="2365369" y="1136878"/>
                  <a:pt x="2486237" y="1233223"/>
                  <a:pt x="2589589" y="1313802"/>
                </a:cubicBezTo>
                <a:cubicBezTo>
                  <a:pt x="2692941" y="1394381"/>
                  <a:pt x="2805051" y="1524009"/>
                  <a:pt x="2915410" y="1587071"/>
                </a:cubicBezTo>
                <a:cubicBezTo>
                  <a:pt x="3025769" y="1650133"/>
                  <a:pt x="3144886" y="1595829"/>
                  <a:pt x="3251741" y="1692174"/>
                </a:cubicBezTo>
                <a:cubicBezTo>
                  <a:pt x="3358596" y="1788519"/>
                  <a:pt x="3496982" y="2009236"/>
                  <a:pt x="3556541" y="2165140"/>
                </a:cubicBezTo>
                <a:cubicBezTo>
                  <a:pt x="3616100" y="2321043"/>
                  <a:pt x="3603838" y="2504974"/>
                  <a:pt x="3609093" y="2627595"/>
                </a:cubicBezTo>
                <a:cubicBezTo>
                  <a:pt x="3614348" y="2750216"/>
                  <a:pt x="3584569" y="2836050"/>
                  <a:pt x="3588072" y="2900864"/>
                </a:cubicBezTo>
                <a:cubicBezTo>
                  <a:pt x="3591575" y="2965678"/>
                  <a:pt x="3607342" y="3065526"/>
                  <a:pt x="3630114" y="3016478"/>
                </a:cubicBezTo>
                <a:cubicBezTo>
                  <a:pt x="3652886" y="2967430"/>
                  <a:pt x="3701935" y="2788753"/>
                  <a:pt x="3724707" y="2606574"/>
                </a:cubicBezTo>
                <a:cubicBezTo>
                  <a:pt x="3747479" y="2424395"/>
                  <a:pt x="3787769" y="2228202"/>
                  <a:pt x="3766748" y="1923402"/>
                </a:cubicBezTo>
                <a:cubicBezTo>
                  <a:pt x="3745727" y="1618602"/>
                  <a:pt x="3773755" y="1077319"/>
                  <a:pt x="3598583" y="777774"/>
                </a:cubicBezTo>
                <a:cubicBezTo>
                  <a:pt x="3423411" y="478229"/>
                  <a:pt x="2992486" y="255760"/>
                  <a:pt x="2715714" y="126133"/>
                </a:cubicBezTo>
                <a:cubicBezTo>
                  <a:pt x="2438942" y="-3494"/>
                  <a:pt x="2193700" y="9"/>
                  <a:pt x="1937948" y="9"/>
                </a:cubicBezTo>
                <a:cubicBezTo>
                  <a:pt x="1682196" y="9"/>
                  <a:pt x="1324844" y="117375"/>
                  <a:pt x="1181203" y="126133"/>
                </a:cubicBezTo>
                <a:cubicBezTo>
                  <a:pt x="1037562" y="134891"/>
                  <a:pt x="1098872" y="42050"/>
                  <a:pt x="1076100" y="52560"/>
                </a:cubicBezTo>
                <a:cubicBezTo>
                  <a:pt x="1053328" y="63070"/>
                  <a:pt x="1063838" y="175181"/>
                  <a:pt x="1044569" y="189195"/>
                </a:cubicBezTo>
                <a:cubicBezTo>
                  <a:pt x="1025300" y="203209"/>
                  <a:pt x="974500" y="127884"/>
                  <a:pt x="960486" y="136643"/>
                </a:cubicBezTo>
                <a:cubicBezTo>
                  <a:pt x="946472" y="145402"/>
                  <a:pt x="990265" y="199705"/>
                  <a:pt x="960486" y="241747"/>
                </a:cubicBezTo>
                <a:cubicBezTo>
                  <a:pt x="930707" y="283788"/>
                  <a:pt x="864141" y="332837"/>
                  <a:pt x="781810" y="388892"/>
                </a:cubicBezTo>
                <a:cubicBezTo>
                  <a:pt x="699479" y="444947"/>
                  <a:pt x="585617" y="436189"/>
                  <a:pt x="466500" y="578078"/>
                </a:cubicBezTo>
                <a:cubicBezTo>
                  <a:pt x="347383" y="719967"/>
                  <a:pt x="144183" y="987981"/>
                  <a:pt x="67107" y="1240229"/>
                </a:cubicBezTo>
                <a:cubicBezTo>
                  <a:pt x="-9969" y="1492477"/>
                  <a:pt x="-2962" y="1816546"/>
                  <a:pt x="4045" y="2091567"/>
                </a:cubicBezTo>
                <a:cubicBezTo>
                  <a:pt x="11052" y="2366588"/>
                  <a:pt x="98638" y="2765982"/>
                  <a:pt x="140679" y="289035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3A532C8-A02D-40AF-AE9A-100903497437}"/>
                  </a:ext>
                </a:extLst>
              </p14:cNvPr>
              <p14:cNvContentPartPr/>
              <p14:nvPr/>
            </p14:nvContentPartPr>
            <p14:xfrm>
              <a:off x="1639769" y="3834163"/>
              <a:ext cx="73920" cy="739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3A532C8-A02D-40AF-AE9A-10090349743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35463" y="3829878"/>
                <a:ext cx="81814" cy="817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CDE163C2-D4EB-4471-A67A-693B53FA2D4F}"/>
                  </a:ext>
                </a:extLst>
              </p14:cNvPr>
              <p14:cNvContentPartPr/>
              <p14:nvPr/>
            </p14:nvContentPartPr>
            <p14:xfrm>
              <a:off x="4246409" y="4906243"/>
              <a:ext cx="240" cy="2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CDE163C2-D4EB-4471-A67A-693B53FA2D4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43529" y="4903363"/>
                <a:ext cx="5520" cy="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37A8773-F17B-4550-9103-F47610ED7C4E}"/>
                  </a:ext>
                </a:extLst>
              </p14:cNvPr>
              <p14:cNvContentPartPr/>
              <p14:nvPr/>
            </p14:nvContentPartPr>
            <p14:xfrm>
              <a:off x="2470169" y="5263603"/>
              <a:ext cx="4320" cy="2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37A8773-F17B-4550-9103-F47610ED7C4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67441" y="5260723"/>
                <a:ext cx="9322" cy="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13126EEA-6666-486E-AE01-1872DF7818B6}"/>
                  </a:ext>
                </a:extLst>
              </p14:cNvPr>
              <p14:cNvContentPartPr/>
              <p14:nvPr/>
            </p14:nvContentPartPr>
            <p14:xfrm>
              <a:off x="5057875" y="4064626"/>
              <a:ext cx="240" cy="2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13126EEA-6666-486E-AE01-1872DF7818B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54995" y="4061746"/>
                <a:ext cx="5520" cy="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C4C26C29-F71A-41F0-A4AA-C056DCC75E29}"/>
                  </a:ext>
                </a:extLst>
              </p14:cNvPr>
              <p14:cNvContentPartPr/>
              <p14:nvPr/>
            </p14:nvContentPartPr>
            <p14:xfrm>
              <a:off x="5478355" y="3497026"/>
              <a:ext cx="240" cy="2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C4C26C29-F71A-41F0-A4AA-C056DCC75E2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75475" y="3494146"/>
                <a:ext cx="5520" cy="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2D9D393-2055-458B-991C-FEB0A0CAF0B4}"/>
                  </a:ext>
                </a:extLst>
              </p14:cNvPr>
              <p14:cNvContentPartPr/>
              <p14:nvPr/>
            </p14:nvContentPartPr>
            <p14:xfrm>
              <a:off x="6561346" y="2924060"/>
              <a:ext cx="240" cy="2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2D9D393-2055-458B-991C-FEB0A0CAF0B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58466" y="2921180"/>
                <a:ext cx="5520" cy="5520"/>
              </a:xfrm>
              <a:prstGeom prst="rect">
                <a:avLst/>
              </a:prstGeom>
            </p:spPr>
          </p:pic>
        </mc:Fallback>
      </mc:AlternateContent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9CE4081D-3F71-4778-A17E-EC02ECAA41BA}"/>
              </a:ext>
            </a:extLst>
          </p:cNvPr>
          <p:cNvSpPr/>
          <p:nvPr/>
        </p:nvSpPr>
        <p:spPr>
          <a:xfrm>
            <a:off x="3466620" y="4457999"/>
            <a:ext cx="266467" cy="384494"/>
          </a:xfrm>
          <a:custGeom>
            <a:avLst/>
            <a:gdLst>
              <a:gd name="connsiteX0" fmla="*/ 8665 w 151422"/>
              <a:gd name="connsiteY0" fmla="*/ 19082 h 323971"/>
              <a:gd name="connsiteX1" fmla="*/ 27715 w 151422"/>
              <a:gd name="connsiteY1" fmla="*/ 184182 h 323971"/>
              <a:gd name="connsiteX2" fmla="*/ 2315 w 151422"/>
              <a:gd name="connsiteY2" fmla="*/ 266732 h 323971"/>
              <a:gd name="connsiteX3" fmla="*/ 97565 w 151422"/>
              <a:gd name="connsiteY3" fmla="*/ 323882 h 323971"/>
              <a:gd name="connsiteX4" fmla="*/ 142015 w 151422"/>
              <a:gd name="connsiteY4" fmla="*/ 254032 h 323971"/>
              <a:gd name="connsiteX5" fmla="*/ 148365 w 151422"/>
              <a:gd name="connsiteY5" fmla="*/ 165132 h 323971"/>
              <a:gd name="connsiteX6" fmla="*/ 103915 w 151422"/>
              <a:gd name="connsiteY6" fmla="*/ 165132 h 323971"/>
              <a:gd name="connsiteX7" fmla="*/ 122965 w 151422"/>
              <a:gd name="connsiteY7" fmla="*/ 19082 h 323971"/>
              <a:gd name="connsiteX8" fmla="*/ 8665 w 151422"/>
              <a:gd name="connsiteY8" fmla="*/ 19082 h 323971"/>
              <a:gd name="connsiteX0" fmla="*/ 8665 w 149776"/>
              <a:gd name="connsiteY0" fmla="*/ 19273 h 324162"/>
              <a:gd name="connsiteX1" fmla="*/ 27715 w 149776"/>
              <a:gd name="connsiteY1" fmla="*/ 184373 h 324162"/>
              <a:gd name="connsiteX2" fmla="*/ 2315 w 149776"/>
              <a:gd name="connsiteY2" fmla="*/ 266923 h 324162"/>
              <a:gd name="connsiteX3" fmla="*/ 97565 w 149776"/>
              <a:gd name="connsiteY3" fmla="*/ 324073 h 324162"/>
              <a:gd name="connsiteX4" fmla="*/ 142015 w 149776"/>
              <a:gd name="connsiteY4" fmla="*/ 254223 h 324162"/>
              <a:gd name="connsiteX5" fmla="*/ 148365 w 149776"/>
              <a:gd name="connsiteY5" fmla="*/ 165323 h 324162"/>
              <a:gd name="connsiteX6" fmla="*/ 126140 w 149776"/>
              <a:gd name="connsiteY6" fmla="*/ 162148 h 324162"/>
              <a:gd name="connsiteX7" fmla="*/ 122965 w 149776"/>
              <a:gd name="connsiteY7" fmla="*/ 19273 h 324162"/>
              <a:gd name="connsiteX8" fmla="*/ 8665 w 149776"/>
              <a:gd name="connsiteY8" fmla="*/ 19273 h 324162"/>
              <a:gd name="connsiteX0" fmla="*/ 8665 w 172412"/>
              <a:gd name="connsiteY0" fmla="*/ 19273 h 324162"/>
              <a:gd name="connsiteX1" fmla="*/ 27715 w 172412"/>
              <a:gd name="connsiteY1" fmla="*/ 184373 h 324162"/>
              <a:gd name="connsiteX2" fmla="*/ 2315 w 172412"/>
              <a:gd name="connsiteY2" fmla="*/ 266923 h 324162"/>
              <a:gd name="connsiteX3" fmla="*/ 97565 w 172412"/>
              <a:gd name="connsiteY3" fmla="*/ 324073 h 324162"/>
              <a:gd name="connsiteX4" fmla="*/ 142015 w 172412"/>
              <a:gd name="connsiteY4" fmla="*/ 254223 h 324162"/>
              <a:gd name="connsiteX5" fmla="*/ 172178 w 172412"/>
              <a:gd name="connsiteY5" fmla="*/ 230411 h 324162"/>
              <a:gd name="connsiteX6" fmla="*/ 126140 w 172412"/>
              <a:gd name="connsiteY6" fmla="*/ 162148 h 324162"/>
              <a:gd name="connsiteX7" fmla="*/ 122965 w 172412"/>
              <a:gd name="connsiteY7" fmla="*/ 19273 h 324162"/>
              <a:gd name="connsiteX8" fmla="*/ 8665 w 172412"/>
              <a:gd name="connsiteY8" fmla="*/ 19273 h 324162"/>
              <a:gd name="connsiteX0" fmla="*/ 8665 w 173404"/>
              <a:gd name="connsiteY0" fmla="*/ 19273 h 324085"/>
              <a:gd name="connsiteX1" fmla="*/ 27715 w 173404"/>
              <a:gd name="connsiteY1" fmla="*/ 184373 h 324085"/>
              <a:gd name="connsiteX2" fmla="*/ 2315 w 173404"/>
              <a:gd name="connsiteY2" fmla="*/ 266923 h 324085"/>
              <a:gd name="connsiteX3" fmla="*/ 97565 w 173404"/>
              <a:gd name="connsiteY3" fmla="*/ 324073 h 324085"/>
              <a:gd name="connsiteX4" fmla="*/ 154715 w 173404"/>
              <a:gd name="connsiteY4" fmla="*/ 271685 h 324085"/>
              <a:gd name="connsiteX5" fmla="*/ 172178 w 173404"/>
              <a:gd name="connsiteY5" fmla="*/ 230411 h 324085"/>
              <a:gd name="connsiteX6" fmla="*/ 126140 w 173404"/>
              <a:gd name="connsiteY6" fmla="*/ 162148 h 324085"/>
              <a:gd name="connsiteX7" fmla="*/ 122965 w 173404"/>
              <a:gd name="connsiteY7" fmla="*/ 19273 h 324085"/>
              <a:gd name="connsiteX8" fmla="*/ 8665 w 173404"/>
              <a:gd name="connsiteY8" fmla="*/ 19273 h 324085"/>
              <a:gd name="connsiteX0" fmla="*/ 8190 w 173062"/>
              <a:gd name="connsiteY0" fmla="*/ 19273 h 328847"/>
              <a:gd name="connsiteX1" fmla="*/ 27240 w 173062"/>
              <a:gd name="connsiteY1" fmla="*/ 184373 h 328847"/>
              <a:gd name="connsiteX2" fmla="*/ 1840 w 173062"/>
              <a:gd name="connsiteY2" fmla="*/ 266923 h 328847"/>
              <a:gd name="connsiteX3" fmla="*/ 87565 w 173062"/>
              <a:gd name="connsiteY3" fmla="*/ 328836 h 328847"/>
              <a:gd name="connsiteX4" fmla="*/ 154240 w 173062"/>
              <a:gd name="connsiteY4" fmla="*/ 271685 h 328847"/>
              <a:gd name="connsiteX5" fmla="*/ 171703 w 173062"/>
              <a:gd name="connsiteY5" fmla="*/ 230411 h 328847"/>
              <a:gd name="connsiteX6" fmla="*/ 125665 w 173062"/>
              <a:gd name="connsiteY6" fmla="*/ 162148 h 328847"/>
              <a:gd name="connsiteX7" fmla="*/ 122490 w 173062"/>
              <a:gd name="connsiteY7" fmla="*/ 19273 h 328847"/>
              <a:gd name="connsiteX8" fmla="*/ 8190 w 173062"/>
              <a:gd name="connsiteY8" fmla="*/ 19273 h 328847"/>
              <a:gd name="connsiteX0" fmla="*/ 8190 w 172630"/>
              <a:gd name="connsiteY0" fmla="*/ 19273 h 328989"/>
              <a:gd name="connsiteX1" fmla="*/ 27240 w 172630"/>
              <a:gd name="connsiteY1" fmla="*/ 184373 h 328989"/>
              <a:gd name="connsiteX2" fmla="*/ 1840 w 172630"/>
              <a:gd name="connsiteY2" fmla="*/ 266923 h 328989"/>
              <a:gd name="connsiteX3" fmla="*/ 87565 w 172630"/>
              <a:gd name="connsiteY3" fmla="*/ 328836 h 328989"/>
              <a:gd name="connsiteX4" fmla="*/ 151065 w 172630"/>
              <a:gd name="connsiteY4" fmla="*/ 282797 h 328989"/>
              <a:gd name="connsiteX5" fmla="*/ 171703 w 172630"/>
              <a:gd name="connsiteY5" fmla="*/ 230411 h 328989"/>
              <a:gd name="connsiteX6" fmla="*/ 125665 w 172630"/>
              <a:gd name="connsiteY6" fmla="*/ 162148 h 328989"/>
              <a:gd name="connsiteX7" fmla="*/ 122490 w 172630"/>
              <a:gd name="connsiteY7" fmla="*/ 19273 h 328989"/>
              <a:gd name="connsiteX8" fmla="*/ 8190 w 172630"/>
              <a:gd name="connsiteY8" fmla="*/ 19273 h 328989"/>
              <a:gd name="connsiteX0" fmla="*/ 8190 w 164001"/>
              <a:gd name="connsiteY0" fmla="*/ 19273 h 328979"/>
              <a:gd name="connsiteX1" fmla="*/ 27240 w 164001"/>
              <a:gd name="connsiteY1" fmla="*/ 184373 h 328979"/>
              <a:gd name="connsiteX2" fmla="*/ 1840 w 164001"/>
              <a:gd name="connsiteY2" fmla="*/ 266923 h 328979"/>
              <a:gd name="connsiteX3" fmla="*/ 87565 w 164001"/>
              <a:gd name="connsiteY3" fmla="*/ 328836 h 328979"/>
              <a:gd name="connsiteX4" fmla="*/ 151065 w 164001"/>
              <a:gd name="connsiteY4" fmla="*/ 282797 h 328979"/>
              <a:gd name="connsiteX5" fmla="*/ 162178 w 164001"/>
              <a:gd name="connsiteY5" fmla="*/ 244698 h 328979"/>
              <a:gd name="connsiteX6" fmla="*/ 125665 w 164001"/>
              <a:gd name="connsiteY6" fmla="*/ 162148 h 328979"/>
              <a:gd name="connsiteX7" fmla="*/ 122490 w 164001"/>
              <a:gd name="connsiteY7" fmla="*/ 19273 h 328979"/>
              <a:gd name="connsiteX8" fmla="*/ 8190 w 164001"/>
              <a:gd name="connsiteY8" fmla="*/ 19273 h 328979"/>
              <a:gd name="connsiteX0" fmla="*/ 8190 w 164117"/>
              <a:gd name="connsiteY0" fmla="*/ 20836 h 330542"/>
              <a:gd name="connsiteX1" fmla="*/ 27240 w 164117"/>
              <a:gd name="connsiteY1" fmla="*/ 185936 h 330542"/>
              <a:gd name="connsiteX2" fmla="*/ 1840 w 164117"/>
              <a:gd name="connsiteY2" fmla="*/ 268486 h 330542"/>
              <a:gd name="connsiteX3" fmla="*/ 87565 w 164117"/>
              <a:gd name="connsiteY3" fmla="*/ 330399 h 330542"/>
              <a:gd name="connsiteX4" fmla="*/ 151065 w 164117"/>
              <a:gd name="connsiteY4" fmla="*/ 284360 h 330542"/>
              <a:gd name="connsiteX5" fmla="*/ 162178 w 164117"/>
              <a:gd name="connsiteY5" fmla="*/ 246261 h 330542"/>
              <a:gd name="connsiteX6" fmla="*/ 124078 w 164117"/>
              <a:gd name="connsiteY6" fmla="*/ 189111 h 330542"/>
              <a:gd name="connsiteX7" fmla="*/ 122490 w 164117"/>
              <a:gd name="connsiteY7" fmla="*/ 20836 h 330542"/>
              <a:gd name="connsiteX8" fmla="*/ 8190 w 164117"/>
              <a:gd name="connsiteY8" fmla="*/ 20836 h 330542"/>
              <a:gd name="connsiteX0" fmla="*/ 8190 w 164117"/>
              <a:gd name="connsiteY0" fmla="*/ 6507 h 316213"/>
              <a:gd name="connsiteX1" fmla="*/ 27240 w 164117"/>
              <a:gd name="connsiteY1" fmla="*/ 171607 h 316213"/>
              <a:gd name="connsiteX2" fmla="*/ 1840 w 164117"/>
              <a:gd name="connsiteY2" fmla="*/ 254157 h 316213"/>
              <a:gd name="connsiteX3" fmla="*/ 87565 w 164117"/>
              <a:gd name="connsiteY3" fmla="*/ 316070 h 316213"/>
              <a:gd name="connsiteX4" fmla="*/ 151065 w 164117"/>
              <a:gd name="connsiteY4" fmla="*/ 270031 h 316213"/>
              <a:gd name="connsiteX5" fmla="*/ 162178 w 164117"/>
              <a:gd name="connsiteY5" fmla="*/ 231932 h 316213"/>
              <a:gd name="connsiteX6" fmla="*/ 124078 w 164117"/>
              <a:gd name="connsiteY6" fmla="*/ 174782 h 316213"/>
              <a:gd name="connsiteX7" fmla="*/ 122490 w 164117"/>
              <a:gd name="connsiteY7" fmla="*/ 6507 h 316213"/>
              <a:gd name="connsiteX8" fmla="*/ 74865 w 164117"/>
              <a:gd name="connsiteY8" fmla="*/ 31908 h 316213"/>
              <a:gd name="connsiteX9" fmla="*/ 8190 w 164117"/>
              <a:gd name="connsiteY9" fmla="*/ 6507 h 316213"/>
              <a:gd name="connsiteX0" fmla="*/ 8190 w 164117"/>
              <a:gd name="connsiteY0" fmla="*/ 6307 h 316013"/>
              <a:gd name="connsiteX1" fmla="*/ 27240 w 164117"/>
              <a:gd name="connsiteY1" fmla="*/ 171407 h 316013"/>
              <a:gd name="connsiteX2" fmla="*/ 1840 w 164117"/>
              <a:gd name="connsiteY2" fmla="*/ 253957 h 316013"/>
              <a:gd name="connsiteX3" fmla="*/ 87565 w 164117"/>
              <a:gd name="connsiteY3" fmla="*/ 315870 h 316013"/>
              <a:gd name="connsiteX4" fmla="*/ 151065 w 164117"/>
              <a:gd name="connsiteY4" fmla="*/ 269831 h 316013"/>
              <a:gd name="connsiteX5" fmla="*/ 162178 w 164117"/>
              <a:gd name="connsiteY5" fmla="*/ 231732 h 316013"/>
              <a:gd name="connsiteX6" fmla="*/ 124078 w 164117"/>
              <a:gd name="connsiteY6" fmla="*/ 174582 h 316013"/>
              <a:gd name="connsiteX7" fmla="*/ 143128 w 164117"/>
              <a:gd name="connsiteY7" fmla="*/ 23769 h 316013"/>
              <a:gd name="connsiteX8" fmla="*/ 74865 w 164117"/>
              <a:gd name="connsiteY8" fmla="*/ 31708 h 316013"/>
              <a:gd name="connsiteX9" fmla="*/ 8190 w 164117"/>
              <a:gd name="connsiteY9" fmla="*/ 6307 h 316013"/>
              <a:gd name="connsiteX0" fmla="*/ 9787 w 164127"/>
              <a:gd name="connsiteY0" fmla="*/ 8349 h 302180"/>
              <a:gd name="connsiteX1" fmla="*/ 27250 w 164127"/>
              <a:gd name="connsiteY1" fmla="*/ 157574 h 302180"/>
              <a:gd name="connsiteX2" fmla="*/ 1850 w 164127"/>
              <a:gd name="connsiteY2" fmla="*/ 240124 h 302180"/>
              <a:gd name="connsiteX3" fmla="*/ 87575 w 164127"/>
              <a:gd name="connsiteY3" fmla="*/ 302037 h 302180"/>
              <a:gd name="connsiteX4" fmla="*/ 151075 w 164127"/>
              <a:gd name="connsiteY4" fmla="*/ 255998 h 302180"/>
              <a:gd name="connsiteX5" fmla="*/ 162188 w 164127"/>
              <a:gd name="connsiteY5" fmla="*/ 217899 h 302180"/>
              <a:gd name="connsiteX6" fmla="*/ 124088 w 164127"/>
              <a:gd name="connsiteY6" fmla="*/ 160749 h 302180"/>
              <a:gd name="connsiteX7" fmla="*/ 143138 w 164127"/>
              <a:gd name="connsiteY7" fmla="*/ 9936 h 302180"/>
              <a:gd name="connsiteX8" fmla="*/ 74875 w 164127"/>
              <a:gd name="connsiteY8" fmla="*/ 17875 h 302180"/>
              <a:gd name="connsiteX9" fmla="*/ 9787 w 164127"/>
              <a:gd name="connsiteY9" fmla="*/ 8349 h 302180"/>
              <a:gd name="connsiteX0" fmla="*/ 9387 w 163727"/>
              <a:gd name="connsiteY0" fmla="*/ 8349 h 302180"/>
              <a:gd name="connsiteX1" fmla="*/ 31612 w 163727"/>
              <a:gd name="connsiteY1" fmla="*/ 157574 h 302180"/>
              <a:gd name="connsiteX2" fmla="*/ 1450 w 163727"/>
              <a:gd name="connsiteY2" fmla="*/ 240124 h 302180"/>
              <a:gd name="connsiteX3" fmla="*/ 87175 w 163727"/>
              <a:gd name="connsiteY3" fmla="*/ 302037 h 302180"/>
              <a:gd name="connsiteX4" fmla="*/ 150675 w 163727"/>
              <a:gd name="connsiteY4" fmla="*/ 255998 h 302180"/>
              <a:gd name="connsiteX5" fmla="*/ 161788 w 163727"/>
              <a:gd name="connsiteY5" fmla="*/ 217899 h 302180"/>
              <a:gd name="connsiteX6" fmla="*/ 123688 w 163727"/>
              <a:gd name="connsiteY6" fmla="*/ 160749 h 302180"/>
              <a:gd name="connsiteX7" fmla="*/ 142738 w 163727"/>
              <a:gd name="connsiteY7" fmla="*/ 9936 h 302180"/>
              <a:gd name="connsiteX8" fmla="*/ 74475 w 163727"/>
              <a:gd name="connsiteY8" fmla="*/ 17875 h 302180"/>
              <a:gd name="connsiteX9" fmla="*/ 9387 w 163727"/>
              <a:gd name="connsiteY9" fmla="*/ 8349 h 302180"/>
              <a:gd name="connsiteX0" fmla="*/ 9387 w 163842"/>
              <a:gd name="connsiteY0" fmla="*/ 8349 h 302180"/>
              <a:gd name="connsiteX1" fmla="*/ 31612 w 163842"/>
              <a:gd name="connsiteY1" fmla="*/ 157574 h 302180"/>
              <a:gd name="connsiteX2" fmla="*/ 1450 w 163842"/>
              <a:gd name="connsiteY2" fmla="*/ 240124 h 302180"/>
              <a:gd name="connsiteX3" fmla="*/ 87175 w 163842"/>
              <a:gd name="connsiteY3" fmla="*/ 302037 h 302180"/>
              <a:gd name="connsiteX4" fmla="*/ 150675 w 163842"/>
              <a:gd name="connsiteY4" fmla="*/ 255998 h 302180"/>
              <a:gd name="connsiteX5" fmla="*/ 161788 w 163842"/>
              <a:gd name="connsiteY5" fmla="*/ 217899 h 302180"/>
              <a:gd name="connsiteX6" fmla="*/ 122101 w 163842"/>
              <a:gd name="connsiteY6" fmla="*/ 159162 h 302180"/>
              <a:gd name="connsiteX7" fmla="*/ 142738 w 163842"/>
              <a:gd name="connsiteY7" fmla="*/ 9936 h 302180"/>
              <a:gd name="connsiteX8" fmla="*/ 74475 w 163842"/>
              <a:gd name="connsiteY8" fmla="*/ 17875 h 302180"/>
              <a:gd name="connsiteX9" fmla="*/ 9387 w 163842"/>
              <a:gd name="connsiteY9" fmla="*/ 8349 h 302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3842" h="302180">
                <a:moveTo>
                  <a:pt x="9387" y="8349"/>
                </a:moveTo>
                <a:cubicBezTo>
                  <a:pt x="2243" y="31632"/>
                  <a:pt x="32935" y="118945"/>
                  <a:pt x="31612" y="157574"/>
                </a:cubicBezTo>
                <a:cubicBezTo>
                  <a:pt x="30289" y="196203"/>
                  <a:pt x="-7810" y="216047"/>
                  <a:pt x="1450" y="240124"/>
                </a:cubicBezTo>
                <a:cubicBezTo>
                  <a:pt x="10710" y="264201"/>
                  <a:pt x="62304" y="299391"/>
                  <a:pt x="87175" y="302037"/>
                </a:cubicBezTo>
                <a:cubicBezTo>
                  <a:pt x="112046" y="304683"/>
                  <a:pt x="138240" y="270021"/>
                  <a:pt x="150675" y="255998"/>
                </a:cubicBezTo>
                <a:cubicBezTo>
                  <a:pt x="163110" y="241975"/>
                  <a:pt x="166550" y="234038"/>
                  <a:pt x="161788" y="217899"/>
                </a:cubicBezTo>
                <a:cubicBezTo>
                  <a:pt x="157026" y="201760"/>
                  <a:pt x="126334" y="183504"/>
                  <a:pt x="122101" y="159162"/>
                </a:cubicBezTo>
                <a:cubicBezTo>
                  <a:pt x="117868" y="134820"/>
                  <a:pt x="150676" y="33484"/>
                  <a:pt x="142738" y="9936"/>
                </a:cubicBezTo>
                <a:cubicBezTo>
                  <a:pt x="134800" y="-13612"/>
                  <a:pt x="93525" y="17875"/>
                  <a:pt x="74475" y="17875"/>
                </a:cubicBezTo>
                <a:cubicBezTo>
                  <a:pt x="55425" y="17875"/>
                  <a:pt x="16531" y="-14934"/>
                  <a:pt x="9387" y="8349"/>
                </a:cubicBezTo>
                <a:close/>
              </a:path>
            </a:pathLst>
          </a:custGeom>
          <a:gradFill flip="none" rotWithShape="1">
            <a:gsLst>
              <a:gs pos="72000">
                <a:srgbClr val="F9D1B5"/>
              </a:gs>
              <a:gs pos="96000">
                <a:srgbClr val="FCE4D4"/>
              </a:gs>
              <a:gs pos="5000">
                <a:schemeClr val="accent2">
                  <a:lumMod val="20000"/>
                  <a:lumOff val="80000"/>
                </a:schemeClr>
              </a:gs>
              <a:gs pos="50000">
                <a:srgbClr val="F6C3A0"/>
              </a:gs>
              <a:gs pos="24000">
                <a:srgbClr val="FAD6BE"/>
              </a:gs>
            </a:gsLst>
            <a:lin ang="0" scaled="1"/>
            <a:tileRect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36FE03E-4BD4-4C7C-8267-DF3DC322F500}"/>
              </a:ext>
            </a:extLst>
          </p:cNvPr>
          <p:cNvGrpSpPr/>
          <p:nvPr/>
        </p:nvGrpSpPr>
        <p:grpSpPr>
          <a:xfrm>
            <a:off x="1584667" y="3185817"/>
            <a:ext cx="3795891" cy="1496597"/>
            <a:chOff x="1184953" y="3072093"/>
            <a:chExt cx="3795891" cy="1496597"/>
          </a:xfrm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4847CF33-BB42-4F08-B081-838896C0BB1E}"/>
                </a:ext>
              </a:extLst>
            </p:cNvPr>
            <p:cNvSpPr/>
            <p:nvPr/>
          </p:nvSpPr>
          <p:spPr>
            <a:xfrm>
              <a:off x="1184953" y="3072093"/>
              <a:ext cx="3795891" cy="1461787"/>
            </a:xfrm>
            <a:custGeom>
              <a:avLst/>
              <a:gdLst>
                <a:gd name="connsiteX0" fmla="*/ 63359 w 3912681"/>
                <a:gd name="connsiteY0" fmla="*/ 39711 h 1526339"/>
                <a:gd name="connsiteX1" fmla="*/ 435892 w 3912681"/>
                <a:gd name="connsiteY1" fmla="*/ 361444 h 1526339"/>
                <a:gd name="connsiteX2" fmla="*/ 1028559 w 3912681"/>
                <a:gd name="connsiteY2" fmla="*/ 903311 h 1526339"/>
                <a:gd name="connsiteX3" fmla="*/ 1705892 w 3912681"/>
                <a:gd name="connsiteY3" fmla="*/ 1377444 h 1526339"/>
                <a:gd name="connsiteX4" fmla="*/ 1731292 w 3912681"/>
                <a:gd name="connsiteY4" fmla="*/ 1199644 h 1526339"/>
                <a:gd name="connsiteX5" fmla="*/ 1849825 w 3912681"/>
                <a:gd name="connsiteY5" fmla="*/ 1148844 h 1526339"/>
                <a:gd name="connsiteX6" fmla="*/ 1866759 w 3912681"/>
                <a:gd name="connsiteY6" fmla="*/ 1352044 h 1526339"/>
                <a:gd name="connsiteX7" fmla="*/ 2264692 w 3912681"/>
                <a:gd name="connsiteY7" fmla="*/ 1436711 h 1526339"/>
                <a:gd name="connsiteX8" fmla="*/ 2273159 w 3912681"/>
                <a:gd name="connsiteY8" fmla="*/ 1157311 h 1526339"/>
                <a:gd name="connsiteX9" fmla="*/ 2383225 w 3912681"/>
                <a:gd name="connsiteY9" fmla="*/ 1148844 h 1526339"/>
                <a:gd name="connsiteX10" fmla="*/ 2366292 w 3912681"/>
                <a:gd name="connsiteY10" fmla="*/ 1385911 h 1526339"/>
                <a:gd name="connsiteX11" fmla="*/ 2882759 w 3912681"/>
                <a:gd name="connsiteY11" fmla="*/ 1275844 h 1526339"/>
                <a:gd name="connsiteX12" fmla="*/ 3712492 w 3912681"/>
                <a:gd name="connsiteY12" fmla="*/ 293711 h 1526339"/>
                <a:gd name="connsiteX13" fmla="*/ 3822559 w 3912681"/>
                <a:gd name="connsiteY13" fmla="*/ 22778 h 1526339"/>
                <a:gd name="connsiteX14" fmla="*/ 3907225 w 3912681"/>
                <a:gd name="connsiteY14" fmla="*/ 73578 h 1526339"/>
                <a:gd name="connsiteX15" fmla="*/ 3661692 w 3912681"/>
                <a:gd name="connsiteY15" fmla="*/ 539244 h 1526339"/>
                <a:gd name="connsiteX16" fmla="*/ 2891225 w 3912681"/>
                <a:gd name="connsiteY16" fmla="*/ 1377444 h 1526339"/>
                <a:gd name="connsiteX17" fmla="*/ 2332425 w 3912681"/>
                <a:gd name="connsiteY17" fmla="*/ 1479044 h 1526339"/>
                <a:gd name="connsiteX18" fmla="*/ 1680492 w 3912681"/>
                <a:gd name="connsiteY18" fmla="*/ 1470578 h 1526339"/>
                <a:gd name="connsiteX19" fmla="*/ 791492 w 3912681"/>
                <a:gd name="connsiteY19" fmla="*/ 810178 h 1526339"/>
                <a:gd name="connsiteX20" fmla="*/ 181892 w 3912681"/>
                <a:gd name="connsiteY20" fmla="*/ 225978 h 1526339"/>
                <a:gd name="connsiteX21" fmla="*/ 12559 w 3912681"/>
                <a:gd name="connsiteY21" fmla="*/ 124378 h 1526339"/>
                <a:gd name="connsiteX22" fmla="*/ 63359 w 3912681"/>
                <a:gd name="connsiteY22" fmla="*/ 39711 h 1526339"/>
                <a:gd name="connsiteX0" fmla="*/ 43658 w 3892980"/>
                <a:gd name="connsiteY0" fmla="*/ 39711 h 1526339"/>
                <a:gd name="connsiteX1" fmla="*/ 416191 w 3892980"/>
                <a:gd name="connsiteY1" fmla="*/ 361444 h 1526339"/>
                <a:gd name="connsiteX2" fmla="*/ 1008858 w 3892980"/>
                <a:gd name="connsiteY2" fmla="*/ 903311 h 1526339"/>
                <a:gd name="connsiteX3" fmla="*/ 1686191 w 3892980"/>
                <a:gd name="connsiteY3" fmla="*/ 1377444 h 1526339"/>
                <a:gd name="connsiteX4" fmla="*/ 1711591 w 3892980"/>
                <a:gd name="connsiteY4" fmla="*/ 1199644 h 1526339"/>
                <a:gd name="connsiteX5" fmla="*/ 1830124 w 3892980"/>
                <a:gd name="connsiteY5" fmla="*/ 1148844 h 1526339"/>
                <a:gd name="connsiteX6" fmla="*/ 1847058 w 3892980"/>
                <a:gd name="connsiteY6" fmla="*/ 1352044 h 1526339"/>
                <a:gd name="connsiteX7" fmla="*/ 2244991 w 3892980"/>
                <a:gd name="connsiteY7" fmla="*/ 1436711 h 1526339"/>
                <a:gd name="connsiteX8" fmla="*/ 2253458 w 3892980"/>
                <a:gd name="connsiteY8" fmla="*/ 1157311 h 1526339"/>
                <a:gd name="connsiteX9" fmla="*/ 2363524 w 3892980"/>
                <a:gd name="connsiteY9" fmla="*/ 1148844 h 1526339"/>
                <a:gd name="connsiteX10" fmla="*/ 2346591 w 3892980"/>
                <a:gd name="connsiteY10" fmla="*/ 1385911 h 1526339"/>
                <a:gd name="connsiteX11" fmla="*/ 2863058 w 3892980"/>
                <a:gd name="connsiteY11" fmla="*/ 1275844 h 1526339"/>
                <a:gd name="connsiteX12" fmla="*/ 3692791 w 3892980"/>
                <a:gd name="connsiteY12" fmla="*/ 293711 h 1526339"/>
                <a:gd name="connsiteX13" fmla="*/ 3802858 w 3892980"/>
                <a:gd name="connsiteY13" fmla="*/ 22778 h 1526339"/>
                <a:gd name="connsiteX14" fmla="*/ 3887524 w 3892980"/>
                <a:gd name="connsiteY14" fmla="*/ 73578 h 1526339"/>
                <a:gd name="connsiteX15" fmla="*/ 3641991 w 3892980"/>
                <a:gd name="connsiteY15" fmla="*/ 539244 h 1526339"/>
                <a:gd name="connsiteX16" fmla="*/ 2871524 w 3892980"/>
                <a:gd name="connsiteY16" fmla="*/ 1377444 h 1526339"/>
                <a:gd name="connsiteX17" fmla="*/ 2312724 w 3892980"/>
                <a:gd name="connsiteY17" fmla="*/ 1479044 h 1526339"/>
                <a:gd name="connsiteX18" fmla="*/ 1660791 w 3892980"/>
                <a:gd name="connsiteY18" fmla="*/ 1470578 h 1526339"/>
                <a:gd name="connsiteX19" fmla="*/ 771791 w 3892980"/>
                <a:gd name="connsiteY19" fmla="*/ 810178 h 1526339"/>
                <a:gd name="connsiteX20" fmla="*/ 162191 w 3892980"/>
                <a:gd name="connsiteY20" fmla="*/ 225978 h 1526339"/>
                <a:gd name="connsiteX21" fmla="*/ 22491 w 3892980"/>
                <a:gd name="connsiteY21" fmla="*/ 137078 h 1526339"/>
                <a:gd name="connsiteX22" fmla="*/ 43658 w 3892980"/>
                <a:gd name="connsiteY22" fmla="*/ 39711 h 1526339"/>
                <a:gd name="connsiteX0" fmla="*/ 64905 w 3876127"/>
                <a:gd name="connsiteY0" fmla="*/ 18544 h 1526339"/>
                <a:gd name="connsiteX1" fmla="*/ 399338 w 3876127"/>
                <a:gd name="connsiteY1" fmla="*/ 361444 h 1526339"/>
                <a:gd name="connsiteX2" fmla="*/ 992005 w 3876127"/>
                <a:gd name="connsiteY2" fmla="*/ 903311 h 1526339"/>
                <a:gd name="connsiteX3" fmla="*/ 1669338 w 3876127"/>
                <a:gd name="connsiteY3" fmla="*/ 1377444 h 1526339"/>
                <a:gd name="connsiteX4" fmla="*/ 1694738 w 3876127"/>
                <a:gd name="connsiteY4" fmla="*/ 1199644 h 1526339"/>
                <a:gd name="connsiteX5" fmla="*/ 1813271 w 3876127"/>
                <a:gd name="connsiteY5" fmla="*/ 1148844 h 1526339"/>
                <a:gd name="connsiteX6" fmla="*/ 1830205 w 3876127"/>
                <a:gd name="connsiteY6" fmla="*/ 1352044 h 1526339"/>
                <a:gd name="connsiteX7" fmla="*/ 2228138 w 3876127"/>
                <a:gd name="connsiteY7" fmla="*/ 1436711 h 1526339"/>
                <a:gd name="connsiteX8" fmla="*/ 2236605 w 3876127"/>
                <a:gd name="connsiteY8" fmla="*/ 1157311 h 1526339"/>
                <a:gd name="connsiteX9" fmla="*/ 2346671 w 3876127"/>
                <a:gd name="connsiteY9" fmla="*/ 1148844 h 1526339"/>
                <a:gd name="connsiteX10" fmla="*/ 2329738 w 3876127"/>
                <a:gd name="connsiteY10" fmla="*/ 1385911 h 1526339"/>
                <a:gd name="connsiteX11" fmla="*/ 2846205 w 3876127"/>
                <a:gd name="connsiteY11" fmla="*/ 1275844 h 1526339"/>
                <a:gd name="connsiteX12" fmla="*/ 3675938 w 3876127"/>
                <a:gd name="connsiteY12" fmla="*/ 293711 h 1526339"/>
                <a:gd name="connsiteX13" fmla="*/ 3786005 w 3876127"/>
                <a:gd name="connsiteY13" fmla="*/ 22778 h 1526339"/>
                <a:gd name="connsiteX14" fmla="*/ 3870671 w 3876127"/>
                <a:gd name="connsiteY14" fmla="*/ 73578 h 1526339"/>
                <a:gd name="connsiteX15" fmla="*/ 3625138 w 3876127"/>
                <a:gd name="connsiteY15" fmla="*/ 539244 h 1526339"/>
                <a:gd name="connsiteX16" fmla="*/ 2854671 w 3876127"/>
                <a:gd name="connsiteY16" fmla="*/ 1377444 h 1526339"/>
                <a:gd name="connsiteX17" fmla="*/ 2295871 w 3876127"/>
                <a:gd name="connsiteY17" fmla="*/ 1479044 h 1526339"/>
                <a:gd name="connsiteX18" fmla="*/ 1643938 w 3876127"/>
                <a:gd name="connsiteY18" fmla="*/ 1470578 h 1526339"/>
                <a:gd name="connsiteX19" fmla="*/ 754938 w 3876127"/>
                <a:gd name="connsiteY19" fmla="*/ 810178 h 1526339"/>
                <a:gd name="connsiteX20" fmla="*/ 145338 w 3876127"/>
                <a:gd name="connsiteY20" fmla="*/ 225978 h 1526339"/>
                <a:gd name="connsiteX21" fmla="*/ 5638 w 3876127"/>
                <a:gd name="connsiteY21" fmla="*/ 137078 h 1526339"/>
                <a:gd name="connsiteX22" fmla="*/ 64905 w 3876127"/>
                <a:gd name="connsiteY22" fmla="*/ 18544 h 1526339"/>
                <a:gd name="connsiteX0" fmla="*/ 54569 w 3865791"/>
                <a:gd name="connsiteY0" fmla="*/ 18544 h 1526339"/>
                <a:gd name="connsiteX1" fmla="*/ 389002 w 3865791"/>
                <a:gd name="connsiteY1" fmla="*/ 361444 h 1526339"/>
                <a:gd name="connsiteX2" fmla="*/ 981669 w 3865791"/>
                <a:gd name="connsiteY2" fmla="*/ 903311 h 1526339"/>
                <a:gd name="connsiteX3" fmla="*/ 1659002 w 3865791"/>
                <a:gd name="connsiteY3" fmla="*/ 1377444 h 1526339"/>
                <a:gd name="connsiteX4" fmla="*/ 1684402 w 3865791"/>
                <a:gd name="connsiteY4" fmla="*/ 1199644 h 1526339"/>
                <a:gd name="connsiteX5" fmla="*/ 1802935 w 3865791"/>
                <a:gd name="connsiteY5" fmla="*/ 1148844 h 1526339"/>
                <a:gd name="connsiteX6" fmla="*/ 1819869 w 3865791"/>
                <a:gd name="connsiteY6" fmla="*/ 1352044 h 1526339"/>
                <a:gd name="connsiteX7" fmla="*/ 2217802 w 3865791"/>
                <a:gd name="connsiteY7" fmla="*/ 1436711 h 1526339"/>
                <a:gd name="connsiteX8" fmla="*/ 2226269 w 3865791"/>
                <a:gd name="connsiteY8" fmla="*/ 1157311 h 1526339"/>
                <a:gd name="connsiteX9" fmla="*/ 2336335 w 3865791"/>
                <a:gd name="connsiteY9" fmla="*/ 1148844 h 1526339"/>
                <a:gd name="connsiteX10" fmla="*/ 2319402 w 3865791"/>
                <a:gd name="connsiteY10" fmla="*/ 1385911 h 1526339"/>
                <a:gd name="connsiteX11" fmla="*/ 2835869 w 3865791"/>
                <a:gd name="connsiteY11" fmla="*/ 1275844 h 1526339"/>
                <a:gd name="connsiteX12" fmla="*/ 3665602 w 3865791"/>
                <a:gd name="connsiteY12" fmla="*/ 293711 h 1526339"/>
                <a:gd name="connsiteX13" fmla="*/ 3775669 w 3865791"/>
                <a:gd name="connsiteY13" fmla="*/ 22778 h 1526339"/>
                <a:gd name="connsiteX14" fmla="*/ 3860335 w 3865791"/>
                <a:gd name="connsiteY14" fmla="*/ 73578 h 1526339"/>
                <a:gd name="connsiteX15" fmla="*/ 3614802 w 3865791"/>
                <a:gd name="connsiteY15" fmla="*/ 539244 h 1526339"/>
                <a:gd name="connsiteX16" fmla="*/ 2844335 w 3865791"/>
                <a:gd name="connsiteY16" fmla="*/ 1377444 h 1526339"/>
                <a:gd name="connsiteX17" fmla="*/ 2285535 w 3865791"/>
                <a:gd name="connsiteY17" fmla="*/ 1479044 h 1526339"/>
                <a:gd name="connsiteX18" fmla="*/ 1633602 w 3865791"/>
                <a:gd name="connsiteY18" fmla="*/ 1470578 h 1526339"/>
                <a:gd name="connsiteX19" fmla="*/ 744602 w 3865791"/>
                <a:gd name="connsiteY19" fmla="*/ 810178 h 1526339"/>
                <a:gd name="connsiteX20" fmla="*/ 135002 w 3865791"/>
                <a:gd name="connsiteY20" fmla="*/ 225978 h 1526339"/>
                <a:gd name="connsiteX21" fmla="*/ 8002 w 3865791"/>
                <a:gd name="connsiteY21" fmla="*/ 111678 h 1526339"/>
                <a:gd name="connsiteX22" fmla="*/ 54569 w 3865791"/>
                <a:gd name="connsiteY22" fmla="*/ 18544 h 1526339"/>
                <a:gd name="connsiteX0" fmla="*/ 31567 w 3842789"/>
                <a:gd name="connsiteY0" fmla="*/ 18544 h 1526339"/>
                <a:gd name="connsiteX1" fmla="*/ 366000 w 3842789"/>
                <a:gd name="connsiteY1" fmla="*/ 361444 h 1526339"/>
                <a:gd name="connsiteX2" fmla="*/ 958667 w 3842789"/>
                <a:gd name="connsiteY2" fmla="*/ 903311 h 1526339"/>
                <a:gd name="connsiteX3" fmla="*/ 1636000 w 3842789"/>
                <a:gd name="connsiteY3" fmla="*/ 1377444 h 1526339"/>
                <a:gd name="connsiteX4" fmla="*/ 1661400 w 3842789"/>
                <a:gd name="connsiteY4" fmla="*/ 1199644 h 1526339"/>
                <a:gd name="connsiteX5" fmla="*/ 1779933 w 3842789"/>
                <a:gd name="connsiteY5" fmla="*/ 1148844 h 1526339"/>
                <a:gd name="connsiteX6" fmla="*/ 1796867 w 3842789"/>
                <a:gd name="connsiteY6" fmla="*/ 1352044 h 1526339"/>
                <a:gd name="connsiteX7" fmla="*/ 2194800 w 3842789"/>
                <a:gd name="connsiteY7" fmla="*/ 1436711 h 1526339"/>
                <a:gd name="connsiteX8" fmla="*/ 2203267 w 3842789"/>
                <a:gd name="connsiteY8" fmla="*/ 1157311 h 1526339"/>
                <a:gd name="connsiteX9" fmla="*/ 2313333 w 3842789"/>
                <a:gd name="connsiteY9" fmla="*/ 1148844 h 1526339"/>
                <a:gd name="connsiteX10" fmla="*/ 2296400 w 3842789"/>
                <a:gd name="connsiteY10" fmla="*/ 1385911 h 1526339"/>
                <a:gd name="connsiteX11" fmla="*/ 2812867 w 3842789"/>
                <a:gd name="connsiteY11" fmla="*/ 1275844 h 1526339"/>
                <a:gd name="connsiteX12" fmla="*/ 3642600 w 3842789"/>
                <a:gd name="connsiteY12" fmla="*/ 293711 h 1526339"/>
                <a:gd name="connsiteX13" fmla="*/ 3752667 w 3842789"/>
                <a:gd name="connsiteY13" fmla="*/ 22778 h 1526339"/>
                <a:gd name="connsiteX14" fmla="*/ 3837333 w 3842789"/>
                <a:gd name="connsiteY14" fmla="*/ 73578 h 1526339"/>
                <a:gd name="connsiteX15" fmla="*/ 3591800 w 3842789"/>
                <a:gd name="connsiteY15" fmla="*/ 539244 h 1526339"/>
                <a:gd name="connsiteX16" fmla="*/ 2821333 w 3842789"/>
                <a:gd name="connsiteY16" fmla="*/ 1377444 h 1526339"/>
                <a:gd name="connsiteX17" fmla="*/ 2262533 w 3842789"/>
                <a:gd name="connsiteY17" fmla="*/ 1479044 h 1526339"/>
                <a:gd name="connsiteX18" fmla="*/ 1610600 w 3842789"/>
                <a:gd name="connsiteY18" fmla="*/ 1470578 h 1526339"/>
                <a:gd name="connsiteX19" fmla="*/ 721600 w 3842789"/>
                <a:gd name="connsiteY19" fmla="*/ 810178 h 1526339"/>
                <a:gd name="connsiteX20" fmla="*/ 112000 w 3842789"/>
                <a:gd name="connsiteY20" fmla="*/ 225978 h 1526339"/>
                <a:gd name="connsiteX21" fmla="*/ 23100 w 3842789"/>
                <a:gd name="connsiteY21" fmla="*/ 120145 h 1526339"/>
                <a:gd name="connsiteX22" fmla="*/ 31567 w 3842789"/>
                <a:gd name="connsiteY22" fmla="*/ 18544 h 1526339"/>
                <a:gd name="connsiteX0" fmla="*/ 31998 w 3843220"/>
                <a:gd name="connsiteY0" fmla="*/ 18544 h 1526339"/>
                <a:gd name="connsiteX1" fmla="*/ 366431 w 3843220"/>
                <a:gd name="connsiteY1" fmla="*/ 361444 h 1526339"/>
                <a:gd name="connsiteX2" fmla="*/ 959098 w 3843220"/>
                <a:gd name="connsiteY2" fmla="*/ 903311 h 1526339"/>
                <a:gd name="connsiteX3" fmla="*/ 1636431 w 3843220"/>
                <a:gd name="connsiteY3" fmla="*/ 1377444 h 1526339"/>
                <a:gd name="connsiteX4" fmla="*/ 1661831 w 3843220"/>
                <a:gd name="connsiteY4" fmla="*/ 1199644 h 1526339"/>
                <a:gd name="connsiteX5" fmla="*/ 1780364 w 3843220"/>
                <a:gd name="connsiteY5" fmla="*/ 1148844 h 1526339"/>
                <a:gd name="connsiteX6" fmla="*/ 1797298 w 3843220"/>
                <a:gd name="connsiteY6" fmla="*/ 1352044 h 1526339"/>
                <a:gd name="connsiteX7" fmla="*/ 2195231 w 3843220"/>
                <a:gd name="connsiteY7" fmla="*/ 1436711 h 1526339"/>
                <a:gd name="connsiteX8" fmla="*/ 2203698 w 3843220"/>
                <a:gd name="connsiteY8" fmla="*/ 1157311 h 1526339"/>
                <a:gd name="connsiteX9" fmla="*/ 2313764 w 3843220"/>
                <a:gd name="connsiteY9" fmla="*/ 1148844 h 1526339"/>
                <a:gd name="connsiteX10" fmla="*/ 2296831 w 3843220"/>
                <a:gd name="connsiteY10" fmla="*/ 1385911 h 1526339"/>
                <a:gd name="connsiteX11" fmla="*/ 2813298 w 3843220"/>
                <a:gd name="connsiteY11" fmla="*/ 1275844 h 1526339"/>
                <a:gd name="connsiteX12" fmla="*/ 3643031 w 3843220"/>
                <a:gd name="connsiteY12" fmla="*/ 293711 h 1526339"/>
                <a:gd name="connsiteX13" fmla="*/ 3753098 w 3843220"/>
                <a:gd name="connsiteY13" fmla="*/ 22778 h 1526339"/>
                <a:gd name="connsiteX14" fmla="*/ 3837764 w 3843220"/>
                <a:gd name="connsiteY14" fmla="*/ 73578 h 1526339"/>
                <a:gd name="connsiteX15" fmla="*/ 3592231 w 3843220"/>
                <a:gd name="connsiteY15" fmla="*/ 539244 h 1526339"/>
                <a:gd name="connsiteX16" fmla="*/ 2821764 w 3843220"/>
                <a:gd name="connsiteY16" fmla="*/ 1377444 h 1526339"/>
                <a:gd name="connsiteX17" fmla="*/ 2262964 w 3843220"/>
                <a:gd name="connsiteY17" fmla="*/ 1479044 h 1526339"/>
                <a:gd name="connsiteX18" fmla="*/ 1611031 w 3843220"/>
                <a:gd name="connsiteY18" fmla="*/ 1470578 h 1526339"/>
                <a:gd name="connsiteX19" fmla="*/ 722031 w 3843220"/>
                <a:gd name="connsiteY19" fmla="*/ 810178 h 1526339"/>
                <a:gd name="connsiteX20" fmla="*/ 120898 w 3843220"/>
                <a:gd name="connsiteY20" fmla="*/ 276778 h 1526339"/>
                <a:gd name="connsiteX21" fmla="*/ 23531 w 3843220"/>
                <a:gd name="connsiteY21" fmla="*/ 120145 h 1526339"/>
                <a:gd name="connsiteX22" fmla="*/ 31998 w 3843220"/>
                <a:gd name="connsiteY22" fmla="*/ 18544 h 1526339"/>
                <a:gd name="connsiteX0" fmla="*/ 47414 w 3858636"/>
                <a:gd name="connsiteY0" fmla="*/ 18544 h 1526339"/>
                <a:gd name="connsiteX1" fmla="*/ 381847 w 3858636"/>
                <a:gd name="connsiteY1" fmla="*/ 361444 h 1526339"/>
                <a:gd name="connsiteX2" fmla="*/ 974514 w 3858636"/>
                <a:gd name="connsiteY2" fmla="*/ 903311 h 1526339"/>
                <a:gd name="connsiteX3" fmla="*/ 1651847 w 3858636"/>
                <a:gd name="connsiteY3" fmla="*/ 1377444 h 1526339"/>
                <a:gd name="connsiteX4" fmla="*/ 1677247 w 3858636"/>
                <a:gd name="connsiteY4" fmla="*/ 1199644 h 1526339"/>
                <a:gd name="connsiteX5" fmla="*/ 1795780 w 3858636"/>
                <a:gd name="connsiteY5" fmla="*/ 1148844 h 1526339"/>
                <a:gd name="connsiteX6" fmla="*/ 1812714 w 3858636"/>
                <a:gd name="connsiteY6" fmla="*/ 1352044 h 1526339"/>
                <a:gd name="connsiteX7" fmla="*/ 2210647 w 3858636"/>
                <a:gd name="connsiteY7" fmla="*/ 1436711 h 1526339"/>
                <a:gd name="connsiteX8" fmla="*/ 2219114 w 3858636"/>
                <a:gd name="connsiteY8" fmla="*/ 1157311 h 1526339"/>
                <a:gd name="connsiteX9" fmla="*/ 2329180 w 3858636"/>
                <a:gd name="connsiteY9" fmla="*/ 1148844 h 1526339"/>
                <a:gd name="connsiteX10" fmla="*/ 2312247 w 3858636"/>
                <a:gd name="connsiteY10" fmla="*/ 1385911 h 1526339"/>
                <a:gd name="connsiteX11" fmla="*/ 2828714 w 3858636"/>
                <a:gd name="connsiteY11" fmla="*/ 1275844 h 1526339"/>
                <a:gd name="connsiteX12" fmla="*/ 3658447 w 3858636"/>
                <a:gd name="connsiteY12" fmla="*/ 293711 h 1526339"/>
                <a:gd name="connsiteX13" fmla="*/ 3768514 w 3858636"/>
                <a:gd name="connsiteY13" fmla="*/ 22778 h 1526339"/>
                <a:gd name="connsiteX14" fmla="*/ 3853180 w 3858636"/>
                <a:gd name="connsiteY14" fmla="*/ 73578 h 1526339"/>
                <a:gd name="connsiteX15" fmla="*/ 3607647 w 3858636"/>
                <a:gd name="connsiteY15" fmla="*/ 539244 h 1526339"/>
                <a:gd name="connsiteX16" fmla="*/ 2837180 w 3858636"/>
                <a:gd name="connsiteY16" fmla="*/ 1377444 h 1526339"/>
                <a:gd name="connsiteX17" fmla="*/ 2278380 w 3858636"/>
                <a:gd name="connsiteY17" fmla="*/ 1479044 h 1526339"/>
                <a:gd name="connsiteX18" fmla="*/ 1626447 w 3858636"/>
                <a:gd name="connsiteY18" fmla="*/ 1470578 h 1526339"/>
                <a:gd name="connsiteX19" fmla="*/ 737447 w 3858636"/>
                <a:gd name="connsiteY19" fmla="*/ 810178 h 1526339"/>
                <a:gd name="connsiteX20" fmla="*/ 64348 w 3858636"/>
                <a:gd name="connsiteY20" fmla="*/ 170945 h 1526339"/>
                <a:gd name="connsiteX21" fmla="*/ 38947 w 3858636"/>
                <a:gd name="connsiteY21" fmla="*/ 120145 h 1526339"/>
                <a:gd name="connsiteX22" fmla="*/ 47414 w 3858636"/>
                <a:gd name="connsiteY22" fmla="*/ 18544 h 1526339"/>
                <a:gd name="connsiteX0" fmla="*/ 53357 w 3864579"/>
                <a:gd name="connsiteY0" fmla="*/ 18544 h 1526339"/>
                <a:gd name="connsiteX1" fmla="*/ 387790 w 3864579"/>
                <a:gd name="connsiteY1" fmla="*/ 361444 h 1526339"/>
                <a:gd name="connsiteX2" fmla="*/ 980457 w 3864579"/>
                <a:gd name="connsiteY2" fmla="*/ 903311 h 1526339"/>
                <a:gd name="connsiteX3" fmla="*/ 1657790 w 3864579"/>
                <a:gd name="connsiteY3" fmla="*/ 1377444 h 1526339"/>
                <a:gd name="connsiteX4" fmla="*/ 1683190 w 3864579"/>
                <a:gd name="connsiteY4" fmla="*/ 1199644 h 1526339"/>
                <a:gd name="connsiteX5" fmla="*/ 1801723 w 3864579"/>
                <a:gd name="connsiteY5" fmla="*/ 1148844 h 1526339"/>
                <a:gd name="connsiteX6" fmla="*/ 1818657 w 3864579"/>
                <a:gd name="connsiteY6" fmla="*/ 1352044 h 1526339"/>
                <a:gd name="connsiteX7" fmla="*/ 2216590 w 3864579"/>
                <a:gd name="connsiteY7" fmla="*/ 1436711 h 1526339"/>
                <a:gd name="connsiteX8" fmla="*/ 2225057 w 3864579"/>
                <a:gd name="connsiteY8" fmla="*/ 1157311 h 1526339"/>
                <a:gd name="connsiteX9" fmla="*/ 2335123 w 3864579"/>
                <a:gd name="connsiteY9" fmla="*/ 1148844 h 1526339"/>
                <a:gd name="connsiteX10" fmla="*/ 2318190 w 3864579"/>
                <a:gd name="connsiteY10" fmla="*/ 1385911 h 1526339"/>
                <a:gd name="connsiteX11" fmla="*/ 2834657 w 3864579"/>
                <a:gd name="connsiteY11" fmla="*/ 1275844 h 1526339"/>
                <a:gd name="connsiteX12" fmla="*/ 3664390 w 3864579"/>
                <a:gd name="connsiteY12" fmla="*/ 293711 h 1526339"/>
                <a:gd name="connsiteX13" fmla="*/ 3774457 w 3864579"/>
                <a:gd name="connsiteY13" fmla="*/ 22778 h 1526339"/>
                <a:gd name="connsiteX14" fmla="*/ 3859123 w 3864579"/>
                <a:gd name="connsiteY14" fmla="*/ 73578 h 1526339"/>
                <a:gd name="connsiteX15" fmla="*/ 3613590 w 3864579"/>
                <a:gd name="connsiteY15" fmla="*/ 539244 h 1526339"/>
                <a:gd name="connsiteX16" fmla="*/ 2843123 w 3864579"/>
                <a:gd name="connsiteY16" fmla="*/ 1377444 h 1526339"/>
                <a:gd name="connsiteX17" fmla="*/ 2284323 w 3864579"/>
                <a:gd name="connsiteY17" fmla="*/ 1479044 h 1526339"/>
                <a:gd name="connsiteX18" fmla="*/ 1632390 w 3864579"/>
                <a:gd name="connsiteY18" fmla="*/ 1470578 h 1526339"/>
                <a:gd name="connsiteX19" fmla="*/ 743390 w 3864579"/>
                <a:gd name="connsiteY19" fmla="*/ 810178 h 1526339"/>
                <a:gd name="connsiteX20" fmla="*/ 70291 w 3864579"/>
                <a:gd name="connsiteY20" fmla="*/ 170945 h 1526339"/>
                <a:gd name="connsiteX21" fmla="*/ 27957 w 3864579"/>
                <a:gd name="connsiteY21" fmla="*/ 103211 h 1526339"/>
                <a:gd name="connsiteX22" fmla="*/ 53357 w 3864579"/>
                <a:gd name="connsiteY22" fmla="*/ 18544 h 1526339"/>
                <a:gd name="connsiteX0" fmla="*/ 60465 w 3871687"/>
                <a:gd name="connsiteY0" fmla="*/ 18544 h 1526339"/>
                <a:gd name="connsiteX1" fmla="*/ 394898 w 3871687"/>
                <a:gd name="connsiteY1" fmla="*/ 361444 h 1526339"/>
                <a:gd name="connsiteX2" fmla="*/ 987565 w 3871687"/>
                <a:gd name="connsiteY2" fmla="*/ 903311 h 1526339"/>
                <a:gd name="connsiteX3" fmla="*/ 1664898 w 3871687"/>
                <a:gd name="connsiteY3" fmla="*/ 1377444 h 1526339"/>
                <a:gd name="connsiteX4" fmla="*/ 1690298 w 3871687"/>
                <a:gd name="connsiteY4" fmla="*/ 1199644 h 1526339"/>
                <a:gd name="connsiteX5" fmla="*/ 1808831 w 3871687"/>
                <a:gd name="connsiteY5" fmla="*/ 1148844 h 1526339"/>
                <a:gd name="connsiteX6" fmla="*/ 1825765 w 3871687"/>
                <a:gd name="connsiteY6" fmla="*/ 1352044 h 1526339"/>
                <a:gd name="connsiteX7" fmla="*/ 2223698 w 3871687"/>
                <a:gd name="connsiteY7" fmla="*/ 1436711 h 1526339"/>
                <a:gd name="connsiteX8" fmla="*/ 2232165 w 3871687"/>
                <a:gd name="connsiteY8" fmla="*/ 1157311 h 1526339"/>
                <a:gd name="connsiteX9" fmla="*/ 2342231 w 3871687"/>
                <a:gd name="connsiteY9" fmla="*/ 1148844 h 1526339"/>
                <a:gd name="connsiteX10" fmla="*/ 2325298 w 3871687"/>
                <a:gd name="connsiteY10" fmla="*/ 1385911 h 1526339"/>
                <a:gd name="connsiteX11" fmla="*/ 2841765 w 3871687"/>
                <a:gd name="connsiteY11" fmla="*/ 1275844 h 1526339"/>
                <a:gd name="connsiteX12" fmla="*/ 3671498 w 3871687"/>
                <a:gd name="connsiteY12" fmla="*/ 293711 h 1526339"/>
                <a:gd name="connsiteX13" fmla="*/ 3781565 w 3871687"/>
                <a:gd name="connsiteY13" fmla="*/ 22778 h 1526339"/>
                <a:gd name="connsiteX14" fmla="*/ 3866231 w 3871687"/>
                <a:gd name="connsiteY14" fmla="*/ 73578 h 1526339"/>
                <a:gd name="connsiteX15" fmla="*/ 3620698 w 3871687"/>
                <a:gd name="connsiteY15" fmla="*/ 539244 h 1526339"/>
                <a:gd name="connsiteX16" fmla="*/ 2850231 w 3871687"/>
                <a:gd name="connsiteY16" fmla="*/ 1377444 h 1526339"/>
                <a:gd name="connsiteX17" fmla="*/ 2291431 w 3871687"/>
                <a:gd name="connsiteY17" fmla="*/ 1479044 h 1526339"/>
                <a:gd name="connsiteX18" fmla="*/ 1639498 w 3871687"/>
                <a:gd name="connsiteY18" fmla="*/ 1470578 h 1526339"/>
                <a:gd name="connsiteX19" fmla="*/ 750498 w 3871687"/>
                <a:gd name="connsiteY19" fmla="*/ 810178 h 1526339"/>
                <a:gd name="connsiteX20" fmla="*/ 77399 w 3871687"/>
                <a:gd name="connsiteY20" fmla="*/ 170945 h 1526339"/>
                <a:gd name="connsiteX21" fmla="*/ 18132 w 3871687"/>
                <a:gd name="connsiteY21" fmla="*/ 98978 h 1526339"/>
                <a:gd name="connsiteX22" fmla="*/ 60465 w 3871687"/>
                <a:gd name="connsiteY22" fmla="*/ 18544 h 1526339"/>
                <a:gd name="connsiteX0" fmla="*/ 51028 w 3862250"/>
                <a:gd name="connsiteY0" fmla="*/ 18544 h 1526339"/>
                <a:gd name="connsiteX1" fmla="*/ 385461 w 3862250"/>
                <a:gd name="connsiteY1" fmla="*/ 361444 h 1526339"/>
                <a:gd name="connsiteX2" fmla="*/ 978128 w 3862250"/>
                <a:gd name="connsiteY2" fmla="*/ 903311 h 1526339"/>
                <a:gd name="connsiteX3" fmla="*/ 1655461 w 3862250"/>
                <a:gd name="connsiteY3" fmla="*/ 1377444 h 1526339"/>
                <a:gd name="connsiteX4" fmla="*/ 1680861 w 3862250"/>
                <a:gd name="connsiteY4" fmla="*/ 1199644 h 1526339"/>
                <a:gd name="connsiteX5" fmla="*/ 1799394 w 3862250"/>
                <a:gd name="connsiteY5" fmla="*/ 1148844 h 1526339"/>
                <a:gd name="connsiteX6" fmla="*/ 1816328 w 3862250"/>
                <a:gd name="connsiteY6" fmla="*/ 1352044 h 1526339"/>
                <a:gd name="connsiteX7" fmla="*/ 2214261 w 3862250"/>
                <a:gd name="connsiteY7" fmla="*/ 1436711 h 1526339"/>
                <a:gd name="connsiteX8" fmla="*/ 2222728 w 3862250"/>
                <a:gd name="connsiteY8" fmla="*/ 1157311 h 1526339"/>
                <a:gd name="connsiteX9" fmla="*/ 2332794 w 3862250"/>
                <a:gd name="connsiteY9" fmla="*/ 1148844 h 1526339"/>
                <a:gd name="connsiteX10" fmla="*/ 2315861 w 3862250"/>
                <a:gd name="connsiteY10" fmla="*/ 1385911 h 1526339"/>
                <a:gd name="connsiteX11" fmla="*/ 2832328 w 3862250"/>
                <a:gd name="connsiteY11" fmla="*/ 1275844 h 1526339"/>
                <a:gd name="connsiteX12" fmla="*/ 3662061 w 3862250"/>
                <a:gd name="connsiteY12" fmla="*/ 293711 h 1526339"/>
                <a:gd name="connsiteX13" fmla="*/ 3772128 w 3862250"/>
                <a:gd name="connsiteY13" fmla="*/ 22778 h 1526339"/>
                <a:gd name="connsiteX14" fmla="*/ 3856794 w 3862250"/>
                <a:gd name="connsiteY14" fmla="*/ 73578 h 1526339"/>
                <a:gd name="connsiteX15" fmla="*/ 3611261 w 3862250"/>
                <a:gd name="connsiteY15" fmla="*/ 539244 h 1526339"/>
                <a:gd name="connsiteX16" fmla="*/ 2840794 w 3862250"/>
                <a:gd name="connsiteY16" fmla="*/ 1377444 h 1526339"/>
                <a:gd name="connsiteX17" fmla="*/ 2281994 w 3862250"/>
                <a:gd name="connsiteY17" fmla="*/ 1479044 h 1526339"/>
                <a:gd name="connsiteX18" fmla="*/ 1630061 w 3862250"/>
                <a:gd name="connsiteY18" fmla="*/ 1470578 h 1526339"/>
                <a:gd name="connsiteX19" fmla="*/ 741061 w 3862250"/>
                <a:gd name="connsiteY19" fmla="*/ 810178 h 1526339"/>
                <a:gd name="connsiteX20" fmla="*/ 84895 w 3862250"/>
                <a:gd name="connsiteY20" fmla="*/ 183645 h 1526339"/>
                <a:gd name="connsiteX21" fmla="*/ 8695 w 3862250"/>
                <a:gd name="connsiteY21" fmla="*/ 98978 h 1526339"/>
                <a:gd name="connsiteX22" fmla="*/ 51028 w 3862250"/>
                <a:gd name="connsiteY22" fmla="*/ 18544 h 1526339"/>
                <a:gd name="connsiteX0" fmla="*/ 49217 w 3860439"/>
                <a:gd name="connsiteY0" fmla="*/ 18544 h 1526339"/>
                <a:gd name="connsiteX1" fmla="*/ 383650 w 3860439"/>
                <a:gd name="connsiteY1" fmla="*/ 361444 h 1526339"/>
                <a:gd name="connsiteX2" fmla="*/ 976317 w 3860439"/>
                <a:gd name="connsiteY2" fmla="*/ 903311 h 1526339"/>
                <a:gd name="connsiteX3" fmla="*/ 1653650 w 3860439"/>
                <a:gd name="connsiteY3" fmla="*/ 1377444 h 1526339"/>
                <a:gd name="connsiteX4" fmla="*/ 1679050 w 3860439"/>
                <a:gd name="connsiteY4" fmla="*/ 1199644 h 1526339"/>
                <a:gd name="connsiteX5" fmla="*/ 1797583 w 3860439"/>
                <a:gd name="connsiteY5" fmla="*/ 1148844 h 1526339"/>
                <a:gd name="connsiteX6" fmla="*/ 1814517 w 3860439"/>
                <a:gd name="connsiteY6" fmla="*/ 1352044 h 1526339"/>
                <a:gd name="connsiteX7" fmla="*/ 2212450 w 3860439"/>
                <a:gd name="connsiteY7" fmla="*/ 1436711 h 1526339"/>
                <a:gd name="connsiteX8" fmla="*/ 2220917 w 3860439"/>
                <a:gd name="connsiteY8" fmla="*/ 1157311 h 1526339"/>
                <a:gd name="connsiteX9" fmla="*/ 2330983 w 3860439"/>
                <a:gd name="connsiteY9" fmla="*/ 1148844 h 1526339"/>
                <a:gd name="connsiteX10" fmla="*/ 2314050 w 3860439"/>
                <a:gd name="connsiteY10" fmla="*/ 1385911 h 1526339"/>
                <a:gd name="connsiteX11" fmla="*/ 2830517 w 3860439"/>
                <a:gd name="connsiteY11" fmla="*/ 1275844 h 1526339"/>
                <a:gd name="connsiteX12" fmla="*/ 3660250 w 3860439"/>
                <a:gd name="connsiteY12" fmla="*/ 293711 h 1526339"/>
                <a:gd name="connsiteX13" fmla="*/ 3770317 w 3860439"/>
                <a:gd name="connsiteY13" fmla="*/ 22778 h 1526339"/>
                <a:gd name="connsiteX14" fmla="*/ 3854983 w 3860439"/>
                <a:gd name="connsiteY14" fmla="*/ 73578 h 1526339"/>
                <a:gd name="connsiteX15" fmla="*/ 3609450 w 3860439"/>
                <a:gd name="connsiteY15" fmla="*/ 539244 h 1526339"/>
                <a:gd name="connsiteX16" fmla="*/ 2838983 w 3860439"/>
                <a:gd name="connsiteY16" fmla="*/ 1377444 h 1526339"/>
                <a:gd name="connsiteX17" fmla="*/ 2280183 w 3860439"/>
                <a:gd name="connsiteY17" fmla="*/ 1479044 h 1526339"/>
                <a:gd name="connsiteX18" fmla="*/ 1628250 w 3860439"/>
                <a:gd name="connsiteY18" fmla="*/ 1470578 h 1526339"/>
                <a:gd name="connsiteX19" fmla="*/ 739250 w 3860439"/>
                <a:gd name="connsiteY19" fmla="*/ 810178 h 1526339"/>
                <a:gd name="connsiteX20" fmla="*/ 100017 w 3860439"/>
                <a:gd name="connsiteY20" fmla="*/ 179412 h 1526339"/>
                <a:gd name="connsiteX21" fmla="*/ 6884 w 3860439"/>
                <a:gd name="connsiteY21" fmla="*/ 98978 h 1526339"/>
                <a:gd name="connsiteX22" fmla="*/ 49217 w 3860439"/>
                <a:gd name="connsiteY22" fmla="*/ 18544 h 1526339"/>
                <a:gd name="connsiteX0" fmla="*/ 44136 w 3855358"/>
                <a:gd name="connsiteY0" fmla="*/ 18544 h 1526339"/>
                <a:gd name="connsiteX1" fmla="*/ 171135 w 3855358"/>
                <a:gd name="connsiteY1" fmla="*/ 132844 h 1526339"/>
                <a:gd name="connsiteX2" fmla="*/ 378569 w 3855358"/>
                <a:gd name="connsiteY2" fmla="*/ 361444 h 1526339"/>
                <a:gd name="connsiteX3" fmla="*/ 971236 w 3855358"/>
                <a:gd name="connsiteY3" fmla="*/ 903311 h 1526339"/>
                <a:gd name="connsiteX4" fmla="*/ 1648569 w 3855358"/>
                <a:gd name="connsiteY4" fmla="*/ 1377444 h 1526339"/>
                <a:gd name="connsiteX5" fmla="*/ 1673969 w 3855358"/>
                <a:gd name="connsiteY5" fmla="*/ 1199644 h 1526339"/>
                <a:gd name="connsiteX6" fmla="*/ 1792502 w 3855358"/>
                <a:gd name="connsiteY6" fmla="*/ 1148844 h 1526339"/>
                <a:gd name="connsiteX7" fmla="*/ 1809436 w 3855358"/>
                <a:gd name="connsiteY7" fmla="*/ 1352044 h 1526339"/>
                <a:gd name="connsiteX8" fmla="*/ 2207369 w 3855358"/>
                <a:gd name="connsiteY8" fmla="*/ 1436711 h 1526339"/>
                <a:gd name="connsiteX9" fmla="*/ 2215836 w 3855358"/>
                <a:gd name="connsiteY9" fmla="*/ 1157311 h 1526339"/>
                <a:gd name="connsiteX10" fmla="*/ 2325902 w 3855358"/>
                <a:gd name="connsiteY10" fmla="*/ 1148844 h 1526339"/>
                <a:gd name="connsiteX11" fmla="*/ 2308969 w 3855358"/>
                <a:gd name="connsiteY11" fmla="*/ 1385911 h 1526339"/>
                <a:gd name="connsiteX12" fmla="*/ 2825436 w 3855358"/>
                <a:gd name="connsiteY12" fmla="*/ 1275844 h 1526339"/>
                <a:gd name="connsiteX13" fmla="*/ 3655169 w 3855358"/>
                <a:gd name="connsiteY13" fmla="*/ 293711 h 1526339"/>
                <a:gd name="connsiteX14" fmla="*/ 3765236 w 3855358"/>
                <a:gd name="connsiteY14" fmla="*/ 22778 h 1526339"/>
                <a:gd name="connsiteX15" fmla="*/ 3849902 w 3855358"/>
                <a:gd name="connsiteY15" fmla="*/ 73578 h 1526339"/>
                <a:gd name="connsiteX16" fmla="*/ 3604369 w 3855358"/>
                <a:gd name="connsiteY16" fmla="*/ 539244 h 1526339"/>
                <a:gd name="connsiteX17" fmla="*/ 2833902 w 3855358"/>
                <a:gd name="connsiteY17" fmla="*/ 1377444 h 1526339"/>
                <a:gd name="connsiteX18" fmla="*/ 2275102 w 3855358"/>
                <a:gd name="connsiteY18" fmla="*/ 1479044 h 1526339"/>
                <a:gd name="connsiteX19" fmla="*/ 1623169 w 3855358"/>
                <a:gd name="connsiteY19" fmla="*/ 1470578 h 1526339"/>
                <a:gd name="connsiteX20" fmla="*/ 734169 w 3855358"/>
                <a:gd name="connsiteY20" fmla="*/ 810178 h 1526339"/>
                <a:gd name="connsiteX21" fmla="*/ 94936 w 3855358"/>
                <a:gd name="connsiteY21" fmla="*/ 179412 h 1526339"/>
                <a:gd name="connsiteX22" fmla="*/ 1803 w 3855358"/>
                <a:gd name="connsiteY22" fmla="*/ 98978 h 1526339"/>
                <a:gd name="connsiteX23" fmla="*/ 44136 w 3855358"/>
                <a:gd name="connsiteY23" fmla="*/ 18544 h 1526339"/>
                <a:gd name="connsiteX0" fmla="*/ 44214 w 3855436"/>
                <a:gd name="connsiteY0" fmla="*/ 18544 h 1526339"/>
                <a:gd name="connsiteX1" fmla="*/ 179679 w 3855436"/>
                <a:gd name="connsiteY1" fmla="*/ 128611 h 1526339"/>
                <a:gd name="connsiteX2" fmla="*/ 378647 w 3855436"/>
                <a:gd name="connsiteY2" fmla="*/ 361444 h 1526339"/>
                <a:gd name="connsiteX3" fmla="*/ 971314 w 3855436"/>
                <a:gd name="connsiteY3" fmla="*/ 903311 h 1526339"/>
                <a:gd name="connsiteX4" fmla="*/ 1648647 w 3855436"/>
                <a:gd name="connsiteY4" fmla="*/ 1377444 h 1526339"/>
                <a:gd name="connsiteX5" fmla="*/ 1674047 w 3855436"/>
                <a:gd name="connsiteY5" fmla="*/ 1199644 h 1526339"/>
                <a:gd name="connsiteX6" fmla="*/ 1792580 w 3855436"/>
                <a:gd name="connsiteY6" fmla="*/ 1148844 h 1526339"/>
                <a:gd name="connsiteX7" fmla="*/ 1809514 w 3855436"/>
                <a:gd name="connsiteY7" fmla="*/ 1352044 h 1526339"/>
                <a:gd name="connsiteX8" fmla="*/ 2207447 w 3855436"/>
                <a:gd name="connsiteY8" fmla="*/ 1436711 h 1526339"/>
                <a:gd name="connsiteX9" fmla="*/ 2215914 w 3855436"/>
                <a:gd name="connsiteY9" fmla="*/ 1157311 h 1526339"/>
                <a:gd name="connsiteX10" fmla="*/ 2325980 w 3855436"/>
                <a:gd name="connsiteY10" fmla="*/ 1148844 h 1526339"/>
                <a:gd name="connsiteX11" fmla="*/ 2309047 w 3855436"/>
                <a:gd name="connsiteY11" fmla="*/ 1385911 h 1526339"/>
                <a:gd name="connsiteX12" fmla="*/ 2825514 w 3855436"/>
                <a:gd name="connsiteY12" fmla="*/ 1275844 h 1526339"/>
                <a:gd name="connsiteX13" fmla="*/ 3655247 w 3855436"/>
                <a:gd name="connsiteY13" fmla="*/ 293711 h 1526339"/>
                <a:gd name="connsiteX14" fmla="*/ 3765314 w 3855436"/>
                <a:gd name="connsiteY14" fmla="*/ 22778 h 1526339"/>
                <a:gd name="connsiteX15" fmla="*/ 3849980 w 3855436"/>
                <a:gd name="connsiteY15" fmla="*/ 73578 h 1526339"/>
                <a:gd name="connsiteX16" fmla="*/ 3604447 w 3855436"/>
                <a:gd name="connsiteY16" fmla="*/ 539244 h 1526339"/>
                <a:gd name="connsiteX17" fmla="*/ 2833980 w 3855436"/>
                <a:gd name="connsiteY17" fmla="*/ 1377444 h 1526339"/>
                <a:gd name="connsiteX18" fmla="*/ 2275180 w 3855436"/>
                <a:gd name="connsiteY18" fmla="*/ 1479044 h 1526339"/>
                <a:gd name="connsiteX19" fmla="*/ 1623247 w 3855436"/>
                <a:gd name="connsiteY19" fmla="*/ 1470578 h 1526339"/>
                <a:gd name="connsiteX20" fmla="*/ 734247 w 3855436"/>
                <a:gd name="connsiteY20" fmla="*/ 810178 h 1526339"/>
                <a:gd name="connsiteX21" fmla="*/ 95014 w 3855436"/>
                <a:gd name="connsiteY21" fmla="*/ 179412 h 1526339"/>
                <a:gd name="connsiteX22" fmla="*/ 1881 w 3855436"/>
                <a:gd name="connsiteY22" fmla="*/ 98978 h 1526339"/>
                <a:gd name="connsiteX23" fmla="*/ 44214 w 3855436"/>
                <a:gd name="connsiteY23" fmla="*/ 18544 h 1526339"/>
                <a:gd name="connsiteX0" fmla="*/ 44214 w 3855436"/>
                <a:gd name="connsiteY0" fmla="*/ 18544 h 1526339"/>
                <a:gd name="connsiteX1" fmla="*/ 179679 w 3855436"/>
                <a:gd name="connsiteY1" fmla="*/ 128611 h 1526339"/>
                <a:gd name="connsiteX2" fmla="*/ 404047 w 3855436"/>
                <a:gd name="connsiteY2" fmla="*/ 336044 h 1526339"/>
                <a:gd name="connsiteX3" fmla="*/ 971314 w 3855436"/>
                <a:gd name="connsiteY3" fmla="*/ 903311 h 1526339"/>
                <a:gd name="connsiteX4" fmla="*/ 1648647 w 3855436"/>
                <a:gd name="connsiteY4" fmla="*/ 1377444 h 1526339"/>
                <a:gd name="connsiteX5" fmla="*/ 1674047 w 3855436"/>
                <a:gd name="connsiteY5" fmla="*/ 1199644 h 1526339"/>
                <a:gd name="connsiteX6" fmla="*/ 1792580 w 3855436"/>
                <a:gd name="connsiteY6" fmla="*/ 1148844 h 1526339"/>
                <a:gd name="connsiteX7" fmla="*/ 1809514 w 3855436"/>
                <a:gd name="connsiteY7" fmla="*/ 1352044 h 1526339"/>
                <a:gd name="connsiteX8" fmla="*/ 2207447 w 3855436"/>
                <a:gd name="connsiteY8" fmla="*/ 1436711 h 1526339"/>
                <a:gd name="connsiteX9" fmla="*/ 2215914 w 3855436"/>
                <a:gd name="connsiteY9" fmla="*/ 1157311 h 1526339"/>
                <a:gd name="connsiteX10" fmla="*/ 2325980 w 3855436"/>
                <a:gd name="connsiteY10" fmla="*/ 1148844 h 1526339"/>
                <a:gd name="connsiteX11" fmla="*/ 2309047 w 3855436"/>
                <a:gd name="connsiteY11" fmla="*/ 1385911 h 1526339"/>
                <a:gd name="connsiteX12" fmla="*/ 2825514 w 3855436"/>
                <a:gd name="connsiteY12" fmla="*/ 1275844 h 1526339"/>
                <a:gd name="connsiteX13" fmla="*/ 3655247 w 3855436"/>
                <a:gd name="connsiteY13" fmla="*/ 293711 h 1526339"/>
                <a:gd name="connsiteX14" fmla="*/ 3765314 w 3855436"/>
                <a:gd name="connsiteY14" fmla="*/ 22778 h 1526339"/>
                <a:gd name="connsiteX15" fmla="*/ 3849980 w 3855436"/>
                <a:gd name="connsiteY15" fmla="*/ 73578 h 1526339"/>
                <a:gd name="connsiteX16" fmla="*/ 3604447 w 3855436"/>
                <a:gd name="connsiteY16" fmla="*/ 539244 h 1526339"/>
                <a:gd name="connsiteX17" fmla="*/ 2833980 w 3855436"/>
                <a:gd name="connsiteY17" fmla="*/ 1377444 h 1526339"/>
                <a:gd name="connsiteX18" fmla="*/ 2275180 w 3855436"/>
                <a:gd name="connsiteY18" fmla="*/ 1479044 h 1526339"/>
                <a:gd name="connsiteX19" fmla="*/ 1623247 w 3855436"/>
                <a:gd name="connsiteY19" fmla="*/ 1470578 h 1526339"/>
                <a:gd name="connsiteX20" fmla="*/ 734247 w 3855436"/>
                <a:gd name="connsiteY20" fmla="*/ 810178 h 1526339"/>
                <a:gd name="connsiteX21" fmla="*/ 95014 w 3855436"/>
                <a:gd name="connsiteY21" fmla="*/ 179412 h 1526339"/>
                <a:gd name="connsiteX22" fmla="*/ 1881 w 3855436"/>
                <a:gd name="connsiteY22" fmla="*/ 98978 h 1526339"/>
                <a:gd name="connsiteX23" fmla="*/ 44214 w 3855436"/>
                <a:gd name="connsiteY23" fmla="*/ 18544 h 1526339"/>
                <a:gd name="connsiteX0" fmla="*/ 44214 w 3855436"/>
                <a:gd name="connsiteY0" fmla="*/ 18544 h 1526339"/>
                <a:gd name="connsiteX1" fmla="*/ 179679 w 3855436"/>
                <a:gd name="connsiteY1" fmla="*/ 128611 h 1526339"/>
                <a:gd name="connsiteX2" fmla="*/ 404047 w 3855436"/>
                <a:gd name="connsiteY2" fmla="*/ 336044 h 1526339"/>
                <a:gd name="connsiteX3" fmla="*/ 967081 w 3855436"/>
                <a:gd name="connsiteY3" fmla="*/ 886378 h 1526339"/>
                <a:gd name="connsiteX4" fmla="*/ 1648647 w 3855436"/>
                <a:gd name="connsiteY4" fmla="*/ 1377444 h 1526339"/>
                <a:gd name="connsiteX5" fmla="*/ 1674047 w 3855436"/>
                <a:gd name="connsiteY5" fmla="*/ 1199644 h 1526339"/>
                <a:gd name="connsiteX6" fmla="*/ 1792580 w 3855436"/>
                <a:gd name="connsiteY6" fmla="*/ 1148844 h 1526339"/>
                <a:gd name="connsiteX7" fmla="*/ 1809514 w 3855436"/>
                <a:gd name="connsiteY7" fmla="*/ 1352044 h 1526339"/>
                <a:gd name="connsiteX8" fmla="*/ 2207447 w 3855436"/>
                <a:gd name="connsiteY8" fmla="*/ 1436711 h 1526339"/>
                <a:gd name="connsiteX9" fmla="*/ 2215914 w 3855436"/>
                <a:gd name="connsiteY9" fmla="*/ 1157311 h 1526339"/>
                <a:gd name="connsiteX10" fmla="*/ 2325980 w 3855436"/>
                <a:gd name="connsiteY10" fmla="*/ 1148844 h 1526339"/>
                <a:gd name="connsiteX11" fmla="*/ 2309047 w 3855436"/>
                <a:gd name="connsiteY11" fmla="*/ 1385911 h 1526339"/>
                <a:gd name="connsiteX12" fmla="*/ 2825514 w 3855436"/>
                <a:gd name="connsiteY12" fmla="*/ 1275844 h 1526339"/>
                <a:gd name="connsiteX13" fmla="*/ 3655247 w 3855436"/>
                <a:gd name="connsiteY13" fmla="*/ 293711 h 1526339"/>
                <a:gd name="connsiteX14" fmla="*/ 3765314 w 3855436"/>
                <a:gd name="connsiteY14" fmla="*/ 22778 h 1526339"/>
                <a:gd name="connsiteX15" fmla="*/ 3849980 w 3855436"/>
                <a:gd name="connsiteY15" fmla="*/ 73578 h 1526339"/>
                <a:gd name="connsiteX16" fmla="*/ 3604447 w 3855436"/>
                <a:gd name="connsiteY16" fmla="*/ 539244 h 1526339"/>
                <a:gd name="connsiteX17" fmla="*/ 2833980 w 3855436"/>
                <a:gd name="connsiteY17" fmla="*/ 1377444 h 1526339"/>
                <a:gd name="connsiteX18" fmla="*/ 2275180 w 3855436"/>
                <a:gd name="connsiteY18" fmla="*/ 1479044 h 1526339"/>
                <a:gd name="connsiteX19" fmla="*/ 1623247 w 3855436"/>
                <a:gd name="connsiteY19" fmla="*/ 1470578 h 1526339"/>
                <a:gd name="connsiteX20" fmla="*/ 734247 w 3855436"/>
                <a:gd name="connsiteY20" fmla="*/ 810178 h 1526339"/>
                <a:gd name="connsiteX21" fmla="*/ 95014 w 3855436"/>
                <a:gd name="connsiteY21" fmla="*/ 179412 h 1526339"/>
                <a:gd name="connsiteX22" fmla="*/ 1881 w 3855436"/>
                <a:gd name="connsiteY22" fmla="*/ 98978 h 1526339"/>
                <a:gd name="connsiteX23" fmla="*/ 44214 w 3855436"/>
                <a:gd name="connsiteY23" fmla="*/ 18544 h 1526339"/>
                <a:gd name="connsiteX0" fmla="*/ 44214 w 3855436"/>
                <a:gd name="connsiteY0" fmla="*/ 18544 h 1526339"/>
                <a:gd name="connsiteX1" fmla="*/ 179679 w 3855436"/>
                <a:gd name="connsiteY1" fmla="*/ 128611 h 1526339"/>
                <a:gd name="connsiteX2" fmla="*/ 404047 w 3855436"/>
                <a:gd name="connsiteY2" fmla="*/ 336044 h 1526339"/>
                <a:gd name="connsiteX3" fmla="*/ 933214 w 3855436"/>
                <a:gd name="connsiteY3" fmla="*/ 856745 h 1526339"/>
                <a:gd name="connsiteX4" fmla="*/ 1648647 w 3855436"/>
                <a:gd name="connsiteY4" fmla="*/ 1377444 h 1526339"/>
                <a:gd name="connsiteX5" fmla="*/ 1674047 w 3855436"/>
                <a:gd name="connsiteY5" fmla="*/ 1199644 h 1526339"/>
                <a:gd name="connsiteX6" fmla="*/ 1792580 w 3855436"/>
                <a:gd name="connsiteY6" fmla="*/ 1148844 h 1526339"/>
                <a:gd name="connsiteX7" fmla="*/ 1809514 w 3855436"/>
                <a:gd name="connsiteY7" fmla="*/ 1352044 h 1526339"/>
                <a:gd name="connsiteX8" fmla="*/ 2207447 w 3855436"/>
                <a:gd name="connsiteY8" fmla="*/ 1436711 h 1526339"/>
                <a:gd name="connsiteX9" fmla="*/ 2215914 w 3855436"/>
                <a:gd name="connsiteY9" fmla="*/ 1157311 h 1526339"/>
                <a:gd name="connsiteX10" fmla="*/ 2325980 w 3855436"/>
                <a:gd name="connsiteY10" fmla="*/ 1148844 h 1526339"/>
                <a:gd name="connsiteX11" fmla="*/ 2309047 w 3855436"/>
                <a:gd name="connsiteY11" fmla="*/ 1385911 h 1526339"/>
                <a:gd name="connsiteX12" fmla="*/ 2825514 w 3855436"/>
                <a:gd name="connsiteY12" fmla="*/ 1275844 h 1526339"/>
                <a:gd name="connsiteX13" fmla="*/ 3655247 w 3855436"/>
                <a:gd name="connsiteY13" fmla="*/ 293711 h 1526339"/>
                <a:gd name="connsiteX14" fmla="*/ 3765314 w 3855436"/>
                <a:gd name="connsiteY14" fmla="*/ 22778 h 1526339"/>
                <a:gd name="connsiteX15" fmla="*/ 3849980 w 3855436"/>
                <a:gd name="connsiteY15" fmla="*/ 73578 h 1526339"/>
                <a:gd name="connsiteX16" fmla="*/ 3604447 w 3855436"/>
                <a:gd name="connsiteY16" fmla="*/ 539244 h 1526339"/>
                <a:gd name="connsiteX17" fmla="*/ 2833980 w 3855436"/>
                <a:gd name="connsiteY17" fmla="*/ 1377444 h 1526339"/>
                <a:gd name="connsiteX18" fmla="*/ 2275180 w 3855436"/>
                <a:gd name="connsiteY18" fmla="*/ 1479044 h 1526339"/>
                <a:gd name="connsiteX19" fmla="*/ 1623247 w 3855436"/>
                <a:gd name="connsiteY19" fmla="*/ 1470578 h 1526339"/>
                <a:gd name="connsiteX20" fmla="*/ 734247 w 3855436"/>
                <a:gd name="connsiteY20" fmla="*/ 810178 h 1526339"/>
                <a:gd name="connsiteX21" fmla="*/ 95014 w 3855436"/>
                <a:gd name="connsiteY21" fmla="*/ 179412 h 1526339"/>
                <a:gd name="connsiteX22" fmla="*/ 1881 w 3855436"/>
                <a:gd name="connsiteY22" fmla="*/ 98978 h 1526339"/>
                <a:gd name="connsiteX23" fmla="*/ 44214 w 3855436"/>
                <a:gd name="connsiteY23" fmla="*/ 18544 h 1526339"/>
                <a:gd name="connsiteX0" fmla="*/ 44214 w 3855436"/>
                <a:gd name="connsiteY0" fmla="*/ 18544 h 1526339"/>
                <a:gd name="connsiteX1" fmla="*/ 179679 w 3855436"/>
                <a:gd name="connsiteY1" fmla="*/ 128611 h 1526339"/>
                <a:gd name="connsiteX2" fmla="*/ 404047 w 3855436"/>
                <a:gd name="connsiteY2" fmla="*/ 336044 h 1526339"/>
                <a:gd name="connsiteX3" fmla="*/ 933214 w 3855436"/>
                <a:gd name="connsiteY3" fmla="*/ 856745 h 1526339"/>
                <a:gd name="connsiteX4" fmla="*/ 1238012 w 3855436"/>
                <a:gd name="connsiteY4" fmla="*/ 1051478 h 1526339"/>
                <a:gd name="connsiteX5" fmla="*/ 1648647 w 3855436"/>
                <a:gd name="connsiteY5" fmla="*/ 1377444 h 1526339"/>
                <a:gd name="connsiteX6" fmla="*/ 1674047 w 3855436"/>
                <a:gd name="connsiteY6" fmla="*/ 1199644 h 1526339"/>
                <a:gd name="connsiteX7" fmla="*/ 1792580 w 3855436"/>
                <a:gd name="connsiteY7" fmla="*/ 1148844 h 1526339"/>
                <a:gd name="connsiteX8" fmla="*/ 1809514 w 3855436"/>
                <a:gd name="connsiteY8" fmla="*/ 1352044 h 1526339"/>
                <a:gd name="connsiteX9" fmla="*/ 2207447 w 3855436"/>
                <a:gd name="connsiteY9" fmla="*/ 1436711 h 1526339"/>
                <a:gd name="connsiteX10" fmla="*/ 2215914 w 3855436"/>
                <a:gd name="connsiteY10" fmla="*/ 1157311 h 1526339"/>
                <a:gd name="connsiteX11" fmla="*/ 2325980 w 3855436"/>
                <a:gd name="connsiteY11" fmla="*/ 1148844 h 1526339"/>
                <a:gd name="connsiteX12" fmla="*/ 2309047 w 3855436"/>
                <a:gd name="connsiteY12" fmla="*/ 1385911 h 1526339"/>
                <a:gd name="connsiteX13" fmla="*/ 2825514 w 3855436"/>
                <a:gd name="connsiteY13" fmla="*/ 1275844 h 1526339"/>
                <a:gd name="connsiteX14" fmla="*/ 3655247 w 3855436"/>
                <a:gd name="connsiteY14" fmla="*/ 293711 h 1526339"/>
                <a:gd name="connsiteX15" fmla="*/ 3765314 w 3855436"/>
                <a:gd name="connsiteY15" fmla="*/ 22778 h 1526339"/>
                <a:gd name="connsiteX16" fmla="*/ 3849980 w 3855436"/>
                <a:gd name="connsiteY16" fmla="*/ 73578 h 1526339"/>
                <a:gd name="connsiteX17" fmla="*/ 3604447 w 3855436"/>
                <a:gd name="connsiteY17" fmla="*/ 539244 h 1526339"/>
                <a:gd name="connsiteX18" fmla="*/ 2833980 w 3855436"/>
                <a:gd name="connsiteY18" fmla="*/ 1377444 h 1526339"/>
                <a:gd name="connsiteX19" fmla="*/ 2275180 w 3855436"/>
                <a:gd name="connsiteY19" fmla="*/ 1479044 h 1526339"/>
                <a:gd name="connsiteX20" fmla="*/ 1623247 w 3855436"/>
                <a:gd name="connsiteY20" fmla="*/ 1470578 h 1526339"/>
                <a:gd name="connsiteX21" fmla="*/ 734247 w 3855436"/>
                <a:gd name="connsiteY21" fmla="*/ 810178 h 1526339"/>
                <a:gd name="connsiteX22" fmla="*/ 95014 w 3855436"/>
                <a:gd name="connsiteY22" fmla="*/ 179412 h 1526339"/>
                <a:gd name="connsiteX23" fmla="*/ 1881 w 3855436"/>
                <a:gd name="connsiteY23" fmla="*/ 98978 h 1526339"/>
                <a:gd name="connsiteX24" fmla="*/ 44214 w 3855436"/>
                <a:gd name="connsiteY24" fmla="*/ 18544 h 1526339"/>
                <a:gd name="connsiteX0" fmla="*/ 44214 w 3855436"/>
                <a:gd name="connsiteY0" fmla="*/ 18544 h 1526339"/>
                <a:gd name="connsiteX1" fmla="*/ 179679 w 3855436"/>
                <a:gd name="connsiteY1" fmla="*/ 128611 h 1526339"/>
                <a:gd name="connsiteX2" fmla="*/ 404047 w 3855436"/>
                <a:gd name="connsiteY2" fmla="*/ 336044 h 1526339"/>
                <a:gd name="connsiteX3" fmla="*/ 933214 w 3855436"/>
                <a:gd name="connsiteY3" fmla="*/ 856745 h 1526339"/>
                <a:gd name="connsiteX4" fmla="*/ 1242245 w 3855436"/>
                <a:gd name="connsiteY4" fmla="*/ 1038778 h 1526339"/>
                <a:gd name="connsiteX5" fmla="*/ 1648647 w 3855436"/>
                <a:gd name="connsiteY5" fmla="*/ 1377444 h 1526339"/>
                <a:gd name="connsiteX6" fmla="*/ 1674047 w 3855436"/>
                <a:gd name="connsiteY6" fmla="*/ 1199644 h 1526339"/>
                <a:gd name="connsiteX7" fmla="*/ 1792580 w 3855436"/>
                <a:gd name="connsiteY7" fmla="*/ 1148844 h 1526339"/>
                <a:gd name="connsiteX8" fmla="*/ 1809514 w 3855436"/>
                <a:gd name="connsiteY8" fmla="*/ 1352044 h 1526339"/>
                <a:gd name="connsiteX9" fmla="*/ 2207447 w 3855436"/>
                <a:gd name="connsiteY9" fmla="*/ 1436711 h 1526339"/>
                <a:gd name="connsiteX10" fmla="*/ 2215914 w 3855436"/>
                <a:gd name="connsiteY10" fmla="*/ 1157311 h 1526339"/>
                <a:gd name="connsiteX11" fmla="*/ 2325980 w 3855436"/>
                <a:gd name="connsiteY11" fmla="*/ 1148844 h 1526339"/>
                <a:gd name="connsiteX12" fmla="*/ 2309047 w 3855436"/>
                <a:gd name="connsiteY12" fmla="*/ 1385911 h 1526339"/>
                <a:gd name="connsiteX13" fmla="*/ 2825514 w 3855436"/>
                <a:gd name="connsiteY13" fmla="*/ 1275844 h 1526339"/>
                <a:gd name="connsiteX14" fmla="*/ 3655247 w 3855436"/>
                <a:gd name="connsiteY14" fmla="*/ 293711 h 1526339"/>
                <a:gd name="connsiteX15" fmla="*/ 3765314 w 3855436"/>
                <a:gd name="connsiteY15" fmla="*/ 22778 h 1526339"/>
                <a:gd name="connsiteX16" fmla="*/ 3849980 w 3855436"/>
                <a:gd name="connsiteY16" fmla="*/ 73578 h 1526339"/>
                <a:gd name="connsiteX17" fmla="*/ 3604447 w 3855436"/>
                <a:gd name="connsiteY17" fmla="*/ 539244 h 1526339"/>
                <a:gd name="connsiteX18" fmla="*/ 2833980 w 3855436"/>
                <a:gd name="connsiteY18" fmla="*/ 1377444 h 1526339"/>
                <a:gd name="connsiteX19" fmla="*/ 2275180 w 3855436"/>
                <a:gd name="connsiteY19" fmla="*/ 1479044 h 1526339"/>
                <a:gd name="connsiteX20" fmla="*/ 1623247 w 3855436"/>
                <a:gd name="connsiteY20" fmla="*/ 1470578 h 1526339"/>
                <a:gd name="connsiteX21" fmla="*/ 734247 w 3855436"/>
                <a:gd name="connsiteY21" fmla="*/ 810178 h 1526339"/>
                <a:gd name="connsiteX22" fmla="*/ 95014 w 3855436"/>
                <a:gd name="connsiteY22" fmla="*/ 179412 h 1526339"/>
                <a:gd name="connsiteX23" fmla="*/ 1881 w 3855436"/>
                <a:gd name="connsiteY23" fmla="*/ 98978 h 1526339"/>
                <a:gd name="connsiteX24" fmla="*/ 44214 w 3855436"/>
                <a:gd name="connsiteY24" fmla="*/ 18544 h 1526339"/>
                <a:gd name="connsiteX0" fmla="*/ 44214 w 3855436"/>
                <a:gd name="connsiteY0" fmla="*/ 18544 h 1526339"/>
                <a:gd name="connsiteX1" fmla="*/ 179679 w 3855436"/>
                <a:gd name="connsiteY1" fmla="*/ 128611 h 1526339"/>
                <a:gd name="connsiteX2" fmla="*/ 404047 w 3855436"/>
                <a:gd name="connsiteY2" fmla="*/ 336044 h 1526339"/>
                <a:gd name="connsiteX3" fmla="*/ 933214 w 3855436"/>
                <a:gd name="connsiteY3" fmla="*/ 856745 h 1526339"/>
                <a:gd name="connsiteX4" fmla="*/ 1377711 w 3855436"/>
                <a:gd name="connsiteY4" fmla="*/ 1127678 h 1526339"/>
                <a:gd name="connsiteX5" fmla="*/ 1648647 w 3855436"/>
                <a:gd name="connsiteY5" fmla="*/ 1377444 h 1526339"/>
                <a:gd name="connsiteX6" fmla="*/ 1674047 w 3855436"/>
                <a:gd name="connsiteY6" fmla="*/ 1199644 h 1526339"/>
                <a:gd name="connsiteX7" fmla="*/ 1792580 w 3855436"/>
                <a:gd name="connsiteY7" fmla="*/ 1148844 h 1526339"/>
                <a:gd name="connsiteX8" fmla="*/ 1809514 w 3855436"/>
                <a:gd name="connsiteY8" fmla="*/ 1352044 h 1526339"/>
                <a:gd name="connsiteX9" fmla="*/ 2207447 w 3855436"/>
                <a:gd name="connsiteY9" fmla="*/ 1436711 h 1526339"/>
                <a:gd name="connsiteX10" fmla="*/ 2215914 w 3855436"/>
                <a:gd name="connsiteY10" fmla="*/ 1157311 h 1526339"/>
                <a:gd name="connsiteX11" fmla="*/ 2325980 w 3855436"/>
                <a:gd name="connsiteY11" fmla="*/ 1148844 h 1526339"/>
                <a:gd name="connsiteX12" fmla="*/ 2309047 w 3855436"/>
                <a:gd name="connsiteY12" fmla="*/ 1385911 h 1526339"/>
                <a:gd name="connsiteX13" fmla="*/ 2825514 w 3855436"/>
                <a:gd name="connsiteY13" fmla="*/ 1275844 h 1526339"/>
                <a:gd name="connsiteX14" fmla="*/ 3655247 w 3855436"/>
                <a:gd name="connsiteY14" fmla="*/ 293711 h 1526339"/>
                <a:gd name="connsiteX15" fmla="*/ 3765314 w 3855436"/>
                <a:gd name="connsiteY15" fmla="*/ 22778 h 1526339"/>
                <a:gd name="connsiteX16" fmla="*/ 3849980 w 3855436"/>
                <a:gd name="connsiteY16" fmla="*/ 73578 h 1526339"/>
                <a:gd name="connsiteX17" fmla="*/ 3604447 w 3855436"/>
                <a:gd name="connsiteY17" fmla="*/ 539244 h 1526339"/>
                <a:gd name="connsiteX18" fmla="*/ 2833980 w 3855436"/>
                <a:gd name="connsiteY18" fmla="*/ 1377444 h 1526339"/>
                <a:gd name="connsiteX19" fmla="*/ 2275180 w 3855436"/>
                <a:gd name="connsiteY19" fmla="*/ 1479044 h 1526339"/>
                <a:gd name="connsiteX20" fmla="*/ 1623247 w 3855436"/>
                <a:gd name="connsiteY20" fmla="*/ 1470578 h 1526339"/>
                <a:gd name="connsiteX21" fmla="*/ 734247 w 3855436"/>
                <a:gd name="connsiteY21" fmla="*/ 810178 h 1526339"/>
                <a:gd name="connsiteX22" fmla="*/ 95014 w 3855436"/>
                <a:gd name="connsiteY22" fmla="*/ 179412 h 1526339"/>
                <a:gd name="connsiteX23" fmla="*/ 1881 w 3855436"/>
                <a:gd name="connsiteY23" fmla="*/ 98978 h 1526339"/>
                <a:gd name="connsiteX24" fmla="*/ 44214 w 3855436"/>
                <a:gd name="connsiteY24" fmla="*/ 18544 h 1526339"/>
                <a:gd name="connsiteX0" fmla="*/ 44686 w 3855908"/>
                <a:gd name="connsiteY0" fmla="*/ 18544 h 1526339"/>
                <a:gd name="connsiteX1" fmla="*/ 180151 w 3855908"/>
                <a:gd name="connsiteY1" fmla="*/ 128611 h 1526339"/>
                <a:gd name="connsiteX2" fmla="*/ 404519 w 3855908"/>
                <a:gd name="connsiteY2" fmla="*/ 336044 h 1526339"/>
                <a:gd name="connsiteX3" fmla="*/ 933686 w 3855908"/>
                <a:gd name="connsiteY3" fmla="*/ 856745 h 1526339"/>
                <a:gd name="connsiteX4" fmla="*/ 1378183 w 3855908"/>
                <a:gd name="connsiteY4" fmla="*/ 1127678 h 1526339"/>
                <a:gd name="connsiteX5" fmla="*/ 1649119 w 3855908"/>
                <a:gd name="connsiteY5" fmla="*/ 1377444 h 1526339"/>
                <a:gd name="connsiteX6" fmla="*/ 1674519 w 3855908"/>
                <a:gd name="connsiteY6" fmla="*/ 1199644 h 1526339"/>
                <a:gd name="connsiteX7" fmla="*/ 1793052 w 3855908"/>
                <a:gd name="connsiteY7" fmla="*/ 1148844 h 1526339"/>
                <a:gd name="connsiteX8" fmla="*/ 1809986 w 3855908"/>
                <a:gd name="connsiteY8" fmla="*/ 1352044 h 1526339"/>
                <a:gd name="connsiteX9" fmla="*/ 2207919 w 3855908"/>
                <a:gd name="connsiteY9" fmla="*/ 1436711 h 1526339"/>
                <a:gd name="connsiteX10" fmla="*/ 2216386 w 3855908"/>
                <a:gd name="connsiteY10" fmla="*/ 1157311 h 1526339"/>
                <a:gd name="connsiteX11" fmla="*/ 2326452 w 3855908"/>
                <a:gd name="connsiteY11" fmla="*/ 1148844 h 1526339"/>
                <a:gd name="connsiteX12" fmla="*/ 2309519 w 3855908"/>
                <a:gd name="connsiteY12" fmla="*/ 1385911 h 1526339"/>
                <a:gd name="connsiteX13" fmla="*/ 2825986 w 3855908"/>
                <a:gd name="connsiteY13" fmla="*/ 1275844 h 1526339"/>
                <a:gd name="connsiteX14" fmla="*/ 3655719 w 3855908"/>
                <a:gd name="connsiteY14" fmla="*/ 293711 h 1526339"/>
                <a:gd name="connsiteX15" fmla="*/ 3765786 w 3855908"/>
                <a:gd name="connsiteY15" fmla="*/ 22778 h 1526339"/>
                <a:gd name="connsiteX16" fmla="*/ 3850452 w 3855908"/>
                <a:gd name="connsiteY16" fmla="*/ 73578 h 1526339"/>
                <a:gd name="connsiteX17" fmla="*/ 3604919 w 3855908"/>
                <a:gd name="connsiteY17" fmla="*/ 539244 h 1526339"/>
                <a:gd name="connsiteX18" fmla="*/ 2834452 w 3855908"/>
                <a:gd name="connsiteY18" fmla="*/ 1377444 h 1526339"/>
                <a:gd name="connsiteX19" fmla="*/ 2275652 w 3855908"/>
                <a:gd name="connsiteY19" fmla="*/ 1479044 h 1526339"/>
                <a:gd name="connsiteX20" fmla="*/ 1623719 w 3855908"/>
                <a:gd name="connsiteY20" fmla="*/ 1470578 h 1526339"/>
                <a:gd name="connsiteX21" fmla="*/ 734719 w 3855908"/>
                <a:gd name="connsiteY21" fmla="*/ 810178 h 1526339"/>
                <a:gd name="connsiteX22" fmla="*/ 103952 w 3855908"/>
                <a:gd name="connsiteY22" fmla="*/ 179412 h 1526339"/>
                <a:gd name="connsiteX23" fmla="*/ 2353 w 3855908"/>
                <a:gd name="connsiteY23" fmla="*/ 98978 h 1526339"/>
                <a:gd name="connsiteX24" fmla="*/ 44686 w 3855908"/>
                <a:gd name="connsiteY24" fmla="*/ 18544 h 1526339"/>
                <a:gd name="connsiteX0" fmla="*/ 45429 w 3856651"/>
                <a:gd name="connsiteY0" fmla="*/ 18544 h 1526339"/>
                <a:gd name="connsiteX1" fmla="*/ 180894 w 3856651"/>
                <a:gd name="connsiteY1" fmla="*/ 128611 h 1526339"/>
                <a:gd name="connsiteX2" fmla="*/ 405262 w 3856651"/>
                <a:gd name="connsiteY2" fmla="*/ 336044 h 1526339"/>
                <a:gd name="connsiteX3" fmla="*/ 934429 w 3856651"/>
                <a:gd name="connsiteY3" fmla="*/ 856745 h 1526339"/>
                <a:gd name="connsiteX4" fmla="*/ 1378926 w 3856651"/>
                <a:gd name="connsiteY4" fmla="*/ 1127678 h 1526339"/>
                <a:gd name="connsiteX5" fmla="*/ 1649862 w 3856651"/>
                <a:gd name="connsiteY5" fmla="*/ 1377444 h 1526339"/>
                <a:gd name="connsiteX6" fmla="*/ 1675262 w 3856651"/>
                <a:gd name="connsiteY6" fmla="*/ 1199644 h 1526339"/>
                <a:gd name="connsiteX7" fmla="*/ 1793795 w 3856651"/>
                <a:gd name="connsiteY7" fmla="*/ 1148844 h 1526339"/>
                <a:gd name="connsiteX8" fmla="*/ 1810729 w 3856651"/>
                <a:gd name="connsiteY8" fmla="*/ 1352044 h 1526339"/>
                <a:gd name="connsiteX9" fmla="*/ 2208662 w 3856651"/>
                <a:gd name="connsiteY9" fmla="*/ 1436711 h 1526339"/>
                <a:gd name="connsiteX10" fmla="*/ 2217129 w 3856651"/>
                <a:gd name="connsiteY10" fmla="*/ 1157311 h 1526339"/>
                <a:gd name="connsiteX11" fmla="*/ 2327195 w 3856651"/>
                <a:gd name="connsiteY11" fmla="*/ 1148844 h 1526339"/>
                <a:gd name="connsiteX12" fmla="*/ 2310262 w 3856651"/>
                <a:gd name="connsiteY12" fmla="*/ 1385911 h 1526339"/>
                <a:gd name="connsiteX13" fmla="*/ 2826729 w 3856651"/>
                <a:gd name="connsiteY13" fmla="*/ 1275844 h 1526339"/>
                <a:gd name="connsiteX14" fmla="*/ 3656462 w 3856651"/>
                <a:gd name="connsiteY14" fmla="*/ 293711 h 1526339"/>
                <a:gd name="connsiteX15" fmla="*/ 3766529 w 3856651"/>
                <a:gd name="connsiteY15" fmla="*/ 22778 h 1526339"/>
                <a:gd name="connsiteX16" fmla="*/ 3851195 w 3856651"/>
                <a:gd name="connsiteY16" fmla="*/ 73578 h 1526339"/>
                <a:gd name="connsiteX17" fmla="*/ 3605662 w 3856651"/>
                <a:gd name="connsiteY17" fmla="*/ 539244 h 1526339"/>
                <a:gd name="connsiteX18" fmla="*/ 2835195 w 3856651"/>
                <a:gd name="connsiteY18" fmla="*/ 1377444 h 1526339"/>
                <a:gd name="connsiteX19" fmla="*/ 2276395 w 3856651"/>
                <a:gd name="connsiteY19" fmla="*/ 1479044 h 1526339"/>
                <a:gd name="connsiteX20" fmla="*/ 1624462 w 3856651"/>
                <a:gd name="connsiteY20" fmla="*/ 1470578 h 1526339"/>
                <a:gd name="connsiteX21" fmla="*/ 735462 w 3856651"/>
                <a:gd name="connsiteY21" fmla="*/ 810178 h 1526339"/>
                <a:gd name="connsiteX22" fmla="*/ 117395 w 3856651"/>
                <a:gd name="connsiteY22" fmla="*/ 179412 h 1526339"/>
                <a:gd name="connsiteX23" fmla="*/ 3096 w 3856651"/>
                <a:gd name="connsiteY23" fmla="*/ 98978 h 1526339"/>
                <a:gd name="connsiteX24" fmla="*/ 45429 w 3856651"/>
                <a:gd name="connsiteY24" fmla="*/ 18544 h 1526339"/>
                <a:gd name="connsiteX0" fmla="*/ 45429 w 3856651"/>
                <a:gd name="connsiteY0" fmla="*/ 18544 h 1526339"/>
                <a:gd name="connsiteX1" fmla="*/ 180894 w 3856651"/>
                <a:gd name="connsiteY1" fmla="*/ 128611 h 1526339"/>
                <a:gd name="connsiteX2" fmla="*/ 405262 w 3856651"/>
                <a:gd name="connsiteY2" fmla="*/ 336044 h 1526339"/>
                <a:gd name="connsiteX3" fmla="*/ 934429 w 3856651"/>
                <a:gd name="connsiteY3" fmla="*/ 856745 h 1526339"/>
                <a:gd name="connsiteX4" fmla="*/ 1378926 w 3856651"/>
                <a:gd name="connsiteY4" fmla="*/ 1127678 h 1526339"/>
                <a:gd name="connsiteX5" fmla="*/ 1649862 w 3856651"/>
                <a:gd name="connsiteY5" fmla="*/ 1377444 h 1526339"/>
                <a:gd name="connsiteX6" fmla="*/ 1675262 w 3856651"/>
                <a:gd name="connsiteY6" fmla="*/ 1199644 h 1526339"/>
                <a:gd name="connsiteX7" fmla="*/ 1793795 w 3856651"/>
                <a:gd name="connsiteY7" fmla="*/ 1148844 h 1526339"/>
                <a:gd name="connsiteX8" fmla="*/ 1810729 w 3856651"/>
                <a:gd name="connsiteY8" fmla="*/ 1352044 h 1526339"/>
                <a:gd name="connsiteX9" fmla="*/ 2208662 w 3856651"/>
                <a:gd name="connsiteY9" fmla="*/ 1436711 h 1526339"/>
                <a:gd name="connsiteX10" fmla="*/ 2217129 w 3856651"/>
                <a:gd name="connsiteY10" fmla="*/ 1157311 h 1526339"/>
                <a:gd name="connsiteX11" fmla="*/ 2327195 w 3856651"/>
                <a:gd name="connsiteY11" fmla="*/ 1148844 h 1526339"/>
                <a:gd name="connsiteX12" fmla="*/ 2310262 w 3856651"/>
                <a:gd name="connsiteY12" fmla="*/ 1385911 h 1526339"/>
                <a:gd name="connsiteX13" fmla="*/ 2826729 w 3856651"/>
                <a:gd name="connsiteY13" fmla="*/ 1275844 h 1526339"/>
                <a:gd name="connsiteX14" fmla="*/ 3656462 w 3856651"/>
                <a:gd name="connsiteY14" fmla="*/ 293711 h 1526339"/>
                <a:gd name="connsiteX15" fmla="*/ 3766529 w 3856651"/>
                <a:gd name="connsiteY15" fmla="*/ 22778 h 1526339"/>
                <a:gd name="connsiteX16" fmla="*/ 3851195 w 3856651"/>
                <a:gd name="connsiteY16" fmla="*/ 73578 h 1526339"/>
                <a:gd name="connsiteX17" fmla="*/ 3605662 w 3856651"/>
                <a:gd name="connsiteY17" fmla="*/ 539244 h 1526339"/>
                <a:gd name="connsiteX18" fmla="*/ 2835195 w 3856651"/>
                <a:gd name="connsiteY18" fmla="*/ 1377444 h 1526339"/>
                <a:gd name="connsiteX19" fmla="*/ 2276395 w 3856651"/>
                <a:gd name="connsiteY19" fmla="*/ 1479044 h 1526339"/>
                <a:gd name="connsiteX20" fmla="*/ 1624462 w 3856651"/>
                <a:gd name="connsiteY20" fmla="*/ 1470578 h 1526339"/>
                <a:gd name="connsiteX21" fmla="*/ 735462 w 3856651"/>
                <a:gd name="connsiteY21" fmla="*/ 810178 h 1526339"/>
                <a:gd name="connsiteX22" fmla="*/ 451828 w 3856651"/>
                <a:gd name="connsiteY22" fmla="*/ 471511 h 1526339"/>
                <a:gd name="connsiteX23" fmla="*/ 117395 w 3856651"/>
                <a:gd name="connsiteY23" fmla="*/ 179412 h 1526339"/>
                <a:gd name="connsiteX24" fmla="*/ 3096 w 3856651"/>
                <a:gd name="connsiteY24" fmla="*/ 98978 h 1526339"/>
                <a:gd name="connsiteX25" fmla="*/ 45429 w 3856651"/>
                <a:gd name="connsiteY25" fmla="*/ 18544 h 1526339"/>
                <a:gd name="connsiteX0" fmla="*/ 45429 w 3856651"/>
                <a:gd name="connsiteY0" fmla="*/ 18544 h 1527268"/>
                <a:gd name="connsiteX1" fmla="*/ 180894 w 3856651"/>
                <a:gd name="connsiteY1" fmla="*/ 128611 h 1527268"/>
                <a:gd name="connsiteX2" fmla="*/ 405262 w 3856651"/>
                <a:gd name="connsiteY2" fmla="*/ 336044 h 1527268"/>
                <a:gd name="connsiteX3" fmla="*/ 934429 w 3856651"/>
                <a:gd name="connsiteY3" fmla="*/ 856745 h 1527268"/>
                <a:gd name="connsiteX4" fmla="*/ 1378926 w 3856651"/>
                <a:gd name="connsiteY4" fmla="*/ 1127678 h 1527268"/>
                <a:gd name="connsiteX5" fmla="*/ 1649862 w 3856651"/>
                <a:gd name="connsiteY5" fmla="*/ 1377444 h 1527268"/>
                <a:gd name="connsiteX6" fmla="*/ 1675262 w 3856651"/>
                <a:gd name="connsiteY6" fmla="*/ 1199644 h 1527268"/>
                <a:gd name="connsiteX7" fmla="*/ 1793795 w 3856651"/>
                <a:gd name="connsiteY7" fmla="*/ 1148844 h 1527268"/>
                <a:gd name="connsiteX8" fmla="*/ 1810729 w 3856651"/>
                <a:gd name="connsiteY8" fmla="*/ 1352044 h 1527268"/>
                <a:gd name="connsiteX9" fmla="*/ 2208662 w 3856651"/>
                <a:gd name="connsiteY9" fmla="*/ 1436711 h 1527268"/>
                <a:gd name="connsiteX10" fmla="*/ 2217129 w 3856651"/>
                <a:gd name="connsiteY10" fmla="*/ 1157311 h 1527268"/>
                <a:gd name="connsiteX11" fmla="*/ 2327195 w 3856651"/>
                <a:gd name="connsiteY11" fmla="*/ 1148844 h 1527268"/>
                <a:gd name="connsiteX12" fmla="*/ 2310262 w 3856651"/>
                <a:gd name="connsiteY12" fmla="*/ 1385911 h 1527268"/>
                <a:gd name="connsiteX13" fmla="*/ 2826729 w 3856651"/>
                <a:gd name="connsiteY13" fmla="*/ 1275844 h 1527268"/>
                <a:gd name="connsiteX14" fmla="*/ 3656462 w 3856651"/>
                <a:gd name="connsiteY14" fmla="*/ 293711 h 1527268"/>
                <a:gd name="connsiteX15" fmla="*/ 3766529 w 3856651"/>
                <a:gd name="connsiteY15" fmla="*/ 22778 h 1527268"/>
                <a:gd name="connsiteX16" fmla="*/ 3851195 w 3856651"/>
                <a:gd name="connsiteY16" fmla="*/ 73578 h 1527268"/>
                <a:gd name="connsiteX17" fmla="*/ 3605662 w 3856651"/>
                <a:gd name="connsiteY17" fmla="*/ 539244 h 1527268"/>
                <a:gd name="connsiteX18" fmla="*/ 2835195 w 3856651"/>
                <a:gd name="connsiteY18" fmla="*/ 1377444 h 1527268"/>
                <a:gd name="connsiteX19" fmla="*/ 2276395 w 3856651"/>
                <a:gd name="connsiteY19" fmla="*/ 1479044 h 1527268"/>
                <a:gd name="connsiteX20" fmla="*/ 1624462 w 3856651"/>
                <a:gd name="connsiteY20" fmla="*/ 1470578 h 1527268"/>
                <a:gd name="connsiteX21" fmla="*/ 782029 w 3856651"/>
                <a:gd name="connsiteY21" fmla="*/ 797478 h 1527268"/>
                <a:gd name="connsiteX22" fmla="*/ 451828 w 3856651"/>
                <a:gd name="connsiteY22" fmla="*/ 471511 h 1527268"/>
                <a:gd name="connsiteX23" fmla="*/ 117395 w 3856651"/>
                <a:gd name="connsiteY23" fmla="*/ 179412 h 1527268"/>
                <a:gd name="connsiteX24" fmla="*/ 3096 w 3856651"/>
                <a:gd name="connsiteY24" fmla="*/ 98978 h 1527268"/>
                <a:gd name="connsiteX25" fmla="*/ 45429 w 3856651"/>
                <a:gd name="connsiteY25" fmla="*/ 18544 h 1527268"/>
                <a:gd name="connsiteX0" fmla="*/ 45429 w 3856651"/>
                <a:gd name="connsiteY0" fmla="*/ 18544 h 1506091"/>
                <a:gd name="connsiteX1" fmla="*/ 180894 w 3856651"/>
                <a:gd name="connsiteY1" fmla="*/ 128611 h 1506091"/>
                <a:gd name="connsiteX2" fmla="*/ 405262 w 3856651"/>
                <a:gd name="connsiteY2" fmla="*/ 336044 h 1506091"/>
                <a:gd name="connsiteX3" fmla="*/ 934429 w 3856651"/>
                <a:gd name="connsiteY3" fmla="*/ 856745 h 1506091"/>
                <a:gd name="connsiteX4" fmla="*/ 1378926 w 3856651"/>
                <a:gd name="connsiteY4" fmla="*/ 1127678 h 1506091"/>
                <a:gd name="connsiteX5" fmla="*/ 1649862 w 3856651"/>
                <a:gd name="connsiteY5" fmla="*/ 1377444 h 1506091"/>
                <a:gd name="connsiteX6" fmla="*/ 1675262 w 3856651"/>
                <a:gd name="connsiteY6" fmla="*/ 1199644 h 1506091"/>
                <a:gd name="connsiteX7" fmla="*/ 1793795 w 3856651"/>
                <a:gd name="connsiteY7" fmla="*/ 1148844 h 1506091"/>
                <a:gd name="connsiteX8" fmla="*/ 1810729 w 3856651"/>
                <a:gd name="connsiteY8" fmla="*/ 1352044 h 1506091"/>
                <a:gd name="connsiteX9" fmla="*/ 2208662 w 3856651"/>
                <a:gd name="connsiteY9" fmla="*/ 1436711 h 1506091"/>
                <a:gd name="connsiteX10" fmla="*/ 2217129 w 3856651"/>
                <a:gd name="connsiteY10" fmla="*/ 1157311 h 1506091"/>
                <a:gd name="connsiteX11" fmla="*/ 2327195 w 3856651"/>
                <a:gd name="connsiteY11" fmla="*/ 1148844 h 1506091"/>
                <a:gd name="connsiteX12" fmla="*/ 2310262 w 3856651"/>
                <a:gd name="connsiteY12" fmla="*/ 1385911 h 1506091"/>
                <a:gd name="connsiteX13" fmla="*/ 2826729 w 3856651"/>
                <a:gd name="connsiteY13" fmla="*/ 1275844 h 1506091"/>
                <a:gd name="connsiteX14" fmla="*/ 3656462 w 3856651"/>
                <a:gd name="connsiteY14" fmla="*/ 293711 h 1506091"/>
                <a:gd name="connsiteX15" fmla="*/ 3766529 w 3856651"/>
                <a:gd name="connsiteY15" fmla="*/ 22778 h 1506091"/>
                <a:gd name="connsiteX16" fmla="*/ 3851195 w 3856651"/>
                <a:gd name="connsiteY16" fmla="*/ 73578 h 1506091"/>
                <a:gd name="connsiteX17" fmla="*/ 3605662 w 3856651"/>
                <a:gd name="connsiteY17" fmla="*/ 539244 h 1506091"/>
                <a:gd name="connsiteX18" fmla="*/ 2835195 w 3856651"/>
                <a:gd name="connsiteY18" fmla="*/ 1377444 h 1506091"/>
                <a:gd name="connsiteX19" fmla="*/ 2276395 w 3856651"/>
                <a:gd name="connsiteY19" fmla="*/ 1479044 h 1506091"/>
                <a:gd name="connsiteX20" fmla="*/ 1624462 w 3856651"/>
                <a:gd name="connsiteY20" fmla="*/ 1470578 h 1506091"/>
                <a:gd name="connsiteX21" fmla="*/ 1163028 w 3856651"/>
                <a:gd name="connsiteY21" fmla="*/ 1089577 h 1506091"/>
                <a:gd name="connsiteX22" fmla="*/ 782029 w 3856651"/>
                <a:gd name="connsiteY22" fmla="*/ 797478 h 1506091"/>
                <a:gd name="connsiteX23" fmla="*/ 451828 w 3856651"/>
                <a:gd name="connsiteY23" fmla="*/ 471511 h 1506091"/>
                <a:gd name="connsiteX24" fmla="*/ 117395 w 3856651"/>
                <a:gd name="connsiteY24" fmla="*/ 179412 h 1506091"/>
                <a:gd name="connsiteX25" fmla="*/ 3096 w 3856651"/>
                <a:gd name="connsiteY25" fmla="*/ 98978 h 1506091"/>
                <a:gd name="connsiteX26" fmla="*/ 45429 w 3856651"/>
                <a:gd name="connsiteY26" fmla="*/ 18544 h 1506091"/>
                <a:gd name="connsiteX0" fmla="*/ 45429 w 3856651"/>
                <a:gd name="connsiteY0" fmla="*/ 18544 h 1506091"/>
                <a:gd name="connsiteX1" fmla="*/ 180894 w 3856651"/>
                <a:gd name="connsiteY1" fmla="*/ 128611 h 1506091"/>
                <a:gd name="connsiteX2" fmla="*/ 405262 w 3856651"/>
                <a:gd name="connsiteY2" fmla="*/ 336044 h 1506091"/>
                <a:gd name="connsiteX3" fmla="*/ 934429 w 3856651"/>
                <a:gd name="connsiteY3" fmla="*/ 856745 h 1506091"/>
                <a:gd name="connsiteX4" fmla="*/ 1378926 w 3856651"/>
                <a:gd name="connsiteY4" fmla="*/ 1127678 h 1506091"/>
                <a:gd name="connsiteX5" fmla="*/ 1649862 w 3856651"/>
                <a:gd name="connsiteY5" fmla="*/ 1377444 h 1506091"/>
                <a:gd name="connsiteX6" fmla="*/ 1675262 w 3856651"/>
                <a:gd name="connsiteY6" fmla="*/ 1199644 h 1506091"/>
                <a:gd name="connsiteX7" fmla="*/ 1793795 w 3856651"/>
                <a:gd name="connsiteY7" fmla="*/ 1148844 h 1506091"/>
                <a:gd name="connsiteX8" fmla="*/ 1810729 w 3856651"/>
                <a:gd name="connsiteY8" fmla="*/ 1352044 h 1506091"/>
                <a:gd name="connsiteX9" fmla="*/ 2208662 w 3856651"/>
                <a:gd name="connsiteY9" fmla="*/ 1436711 h 1506091"/>
                <a:gd name="connsiteX10" fmla="*/ 2217129 w 3856651"/>
                <a:gd name="connsiteY10" fmla="*/ 1157311 h 1506091"/>
                <a:gd name="connsiteX11" fmla="*/ 2327195 w 3856651"/>
                <a:gd name="connsiteY11" fmla="*/ 1148844 h 1506091"/>
                <a:gd name="connsiteX12" fmla="*/ 2310262 w 3856651"/>
                <a:gd name="connsiteY12" fmla="*/ 1385911 h 1506091"/>
                <a:gd name="connsiteX13" fmla="*/ 2826729 w 3856651"/>
                <a:gd name="connsiteY13" fmla="*/ 1275844 h 1506091"/>
                <a:gd name="connsiteX14" fmla="*/ 3656462 w 3856651"/>
                <a:gd name="connsiteY14" fmla="*/ 293711 h 1506091"/>
                <a:gd name="connsiteX15" fmla="*/ 3766529 w 3856651"/>
                <a:gd name="connsiteY15" fmla="*/ 22778 h 1506091"/>
                <a:gd name="connsiteX16" fmla="*/ 3851195 w 3856651"/>
                <a:gd name="connsiteY16" fmla="*/ 73578 h 1506091"/>
                <a:gd name="connsiteX17" fmla="*/ 3605662 w 3856651"/>
                <a:gd name="connsiteY17" fmla="*/ 539244 h 1506091"/>
                <a:gd name="connsiteX18" fmla="*/ 2835195 w 3856651"/>
                <a:gd name="connsiteY18" fmla="*/ 1377444 h 1506091"/>
                <a:gd name="connsiteX19" fmla="*/ 2276395 w 3856651"/>
                <a:gd name="connsiteY19" fmla="*/ 1479044 h 1506091"/>
                <a:gd name="connsiteX20" fmla="*/ 1624462 w 3856651"/>
                <a:gd name="connsiteY20" fmla="*/ 1470578 h 1506091"/>
                <a:gd name="connsiteX21" fmla="*/ 1163028 w 3856651"/>
                <a:gd name="connsiteY21" fmla="*/ 1089577 h 1506091"/>
                <a:gd name="connsiteX22" fmla="*/ 782029 w 3856651"/>
                <a:gd name="connsiteY22" fmla="*/ 797478 h 1506091"/>
                <a:gd name="connsiteX23" fmla="*/ 451828 w 3856651"/>
                <a:gd name="connsiteY23" fmla="*/ 471511 h 1506091"/>
                <a:gd name="connsiteX24" fmla="*/ 117395 w 3856651"/>
                <a:gd name="connsiteY24" fmla="*/ 179412 h 1506091"/>
                <a:gd name="connsiteX25" fmla="*/ 3096 w 3856651"/>
                <a:gd name="connsiteY25" fmla="*/ 98978 h 1506091"/>
                <a:gd name="connsiteX26" fmla="*/ 45429 w 3856651"/>
                <a:gd name="connsiteY26" fmla="*/ 18544 h 1506091"/>
                <a:gd name="connsiteX0" fmla="*/ 45429 w 3856651"/>
                <a:gd name="connsiteY0" fmla="*/ 18544 h 1506091"/>
                <a:gd name="connsiteX1" fmla="*/ 180894 w 3856651"/>
                <a:gd name="connsiteY1" fmla="*/ 128611 h 1506091"/>
                <a:gd name="connsiteX2" fmla="*/ 405262 w 3856651"/>
                <a:gd name="connsiteY2" fmla="*/ 336044 h 1506091"/>
                <a:gd name="connsiteX3" fmla="*/ 934429 w 3856651"/>
                <a:gd name="connsiteY3" fmla="*/ 856745 h 1506091"/>
                <a:gd name="connsiteX4" fmla="*/ 1378926 w 3856651"/>
                <a:gd name="connsiteY4" fmla="*/ 1127678 h 1506091"/>
                <a:gd name="connsiteX5" fmla="*/ 1649862 w 3856651"/>
                <a:gd name="connsiteY5" fmla="*/ 1377444 h 1506091"/>
                <a:gd name="connsiteX6" fmla="*/ 1675262 w 3856651"/>
                <a:gd name="connsiteY6" fmla="*/ 1199644 h 1506091"/>
                <a:gd name="connsiteX7" fmla="*/ 1793795 w 3856651"/>
                <a:gd name="connsiteY7" fmla="*/ 1148844 h 1506091"/>
                <a:gd name="connsiteX8" fmla="*/ 1810729 w 3856651"/>
                <a:gd name="connsiteY8" fmla="*/ 1352044 h 1506091"/>
                <a:gd name="connsiteX9" fmla="*/ 2208662 w 3856651"/>
                <a:gd name="connsiteY9" fmla="*/ 1436711 h 1506091"/>
                <a:gd name="connsiteX10" fmla="*/ 2217129 w 3856651"/>
                <a:gd name="connsiteY10" fmla="*/ 1157311 h 1506091"/>
                <a:gd name="connsiteX11" fmla="*/ 2327195 w 3856651"/>
                <a:gd name="connsiteY11" fmla="*/ 1148844 h 1506091"/>
                <a:gd name="connsiteX12" fmla="*/ 2310262 w 3856651"/>
                <a:gd name="connsiteY12" fmla="*/ 1385911 h 1506091"/>
                <a:gd name="connsiteX13" fmla="*/ 2826729 w 3856651"/>
                <a:gd name="connsiteY13" fmla="*/ 1275844 h 1506091"/>
                <a:gd name="connsiteX14" fmla="*/ 3656462 w 3856651"/>
                <a:gd name="connsiteY14" fmla="*/ 293711 h 1506091"/>
                <a:gd name="connsiteX15" fmla="*/ 3766529 w 3856651"/>
                <a:gd name="connsiteY15" fmla="*/ 22778 h 1506091"/>
                <a:gd name="connsiteX16" fmla="*/ 3851195 w 3856651"/>
                <a:gd name="connsiteY16" fmla="*/ 73578 h 1506091"/>
                <a:gd name="connsiteX17" fmla="*/ 3605662 w 3856651"/>
                <a:gd name="connsiteY17" fmla="*/ 539244 h 1506091"/>
                <a:gd name="connsiteX18" fmla="*/ 2835195 w 3856651"/>
                <a:gd name="connsiteY18" fmla="*/ 1377444 h 1506091"/>
                <a:gd name="connsiteX19" fmla="*/ 2276395 w 3856651"/>
                <a:gd name="connsiteY19" fmla="*/ 1479044 h 1506091"/>
                <a:gd name="connsiteX20" fmla="*/ 1624462 w 3856651"/>
                <a:gd name="connsiteY20" fmla="*/ 1470578 h 1506091"/>
                <a:gd name="connsiteX21" fmla="*/ 1163028 w 3856651"/>
                <a:gd name="connsiteY21" fmla="*/ 1089577 h 1506091"/>
                <a:gd name="connsiteX22" fmla="*/ 782029 w 3856651"/>
                <a:gd name="connsiteY22" fmla="*/ 797478 h 1506091"/>
                <a:gd name="connsiteX23" fmla="*/ 451828 w 3856651"/>
                <a:gd name="connsiteY23" fmla="*/ 471511 h 1506091"/>
                <a:gd name="connsiteX24" fmla="*/ 117395 w 3856651"/>
                <a:gd name="connsiteY24" fmla="*/ 179412 h 1506091"/>
                <a:gd name="connsiteX25" fmla="*/ 3096 w 3856651"/>
                <a:gd name="connsiteY25" fmla="*/ 98978 h 1506091"/>
                <a:gd name="connsiteX26" fmla="*/ 45429 w 3856651"/>
                <a:gd name="connsiteY26" fmla="*/ 18544 h 1506091"/>
                <a:gd name="connsiteX0" fmla="*/ 45429 w 3856651"/>
                <a:gd name="connsiteY0" fmla="*/ 18544 h 1506091"/>
                <a:gd name="connsiteX1" fmla="*/ 180894 w 3856651"/>
                <a:gd name="connsiteY1" fmla="*/ 128611 h 1506091"/>
                <a:gd name="connsiteX2" fmla="*/ 405262 w 3856651"/>
                <a:gd name="connsiteY2" fmla="*/ 336044 h 1506091"/>
                <a:gd name="connsiteX3" fmla="*/ 934429 w 3856651"/>
                <a:gd name="connsiteY3" fmla="*/ 856745 h 1506091"/>
                <a:gd name="connsiteX4" fmla="*/ 1378926 w 3856651"/>
                <a:gd name="connsiteY4" fmla="*/ 1127678 h 1506091"/>
                <a:gd name="connsiteX5" fmla="*/ 1649862 w 3856651"/>
                <a:gd name="connsiteY5" fmla="*/ 1377444 h 1506091"/>
                <a:gd name="connsiteX6" fmla="*/ 1675262 w 3856651"/>
                <a:gd name="connsiteY6" fmla="*/ 1199644 h 1506091"/>
                <a:gd name="connsiteX7" fmla="*/ 1793795 w 3856651"/>
                <a:gd name="connsiteY7" fmla="*/ 1148844 h 1506091"/>
                <a:gd name="connsiteX8" fmla="*/ 1810729 w 3856651"/>
                <a:gd name="connsiteY8" fmla="*/ 1352044 h 1506091"/>
                <a:gd name="connsiteX9" fmla="*/ 2208662 w 3856651"/>
                <a:gd name="connsiteY9" fmla="*/ 1436711 h 1506091"/>
                <a:gd name="connsiteX10" fmla="*/ 2217129 w 3856651"/>
                <a:gd name="connsiteY10" fmla="*/ 1157311 h 1506091"/>
                <a:gd name="connsiteX11" fmla="*/ 2327195 w 3856651"/>
                <a:gd name="connsiteY11" fmla="*/ 1148844 h 1506091"/>
                <a:gd name="connsiteX12" fmla="*/ 2310262 w 3856651"/>
                <a:gd name="connsiteY12" fmla="*/ 1385911 h 1506091"/>
                <a:gd name="connsiteX13" fmla="*/ 2826729 w 3856651"/>
                <a:gd name="connsiteY13" fmla="*/ 1275844 h 1506091"/>
                <a:gd name="connsiteX14" fmla="*/ 3656462 w 3856651"/>
                <a:gd name="connsiteY14" fmla="*/ 293711 h 1506091"/>
                <a:gd name="connsiteX15" fmla="*/ 3766529 w 3856651"/>
                <a:gd name="connsiteY15" fmla="*/ 22778 h 1506091"/>
                <a:gd name="connsiteX16" fmla="*/ 3851195 w 3856651"/>
                <a:gd name="connsiteY16" fmla="*/ 73578 h 1506091"/>
                <a:gd name="connsiteX17" fmla="*/ 3605662 w 3856651"/>
                <a:gd name="connsiteY17" fmla="*/ 539244 h 1506091"/>
                <a:gd name="connsiteX18" fmla="*/ 2835195 w 3856651"/>
                <a:gd name="connsiteY18" fmla="*/ 1377444 h 1506091"/>
                <a:gd name="connsiteX19" fmla="*/ 2276395 w 3856651"/>
                <a:gd name="connsiteY19" fmla="*/ 1479044 h 1506091"/>
                <a:gd name="connsiteX20" fmla="*/ 1624462 w 3856651"/>
                <a:gd name="connsiteY20" fmla="*/ 1470578 h 1506091"/>
                <a:gd name="connsiteX21" fmla="*/ 1163028 w 3856651"/>
                <a:gd name="connsiteY21" fmla="*/ 1089577 h 1506091"/>
                <a:gd name="connsiteX22" fmla="*/ 782029 w 3856651"/>
                <a:gd name="connsiteY22" fmla="*/ 797478 h 1506091"/>
                <a:gd name="connsiteX23" fmla="*/ 451828 w 3856651"/>
                <a:gd name="connsiteY23" fmla="*/ 471511 h 1506091"/>
                <a:gd name="connsiteX24" fmla="*/ 117395 w 3856651"/>
                <a:gd name="connsiteY24" fmla="*/ 179412 h 1506091"/>
                <a:gd name="connsiteX25" fmla="*/ 3096 w 3856651"/>
                <a:gd name="connsiteY25" fmla="*/ 98978 h 1506091"/>
                <a:gd name="connsiteX26" fmla="*/ 45429 w 3856651"/>
                <a:gd name="connsiteY26" fmla="*/ 18544 h 1506091"/>
                <a:gd name="connsiteX0" fmla="*/ 45429 w 3856651"/>
                <a:gd name="connsiteY0" fmla="*/ 18544 h 1506091"/>
                <a:gd name="connsiteX1" fmla="*/ 180894 w 3856651"/>
                <a:gd name="connsiteY1" fmla="*/ 128611 h 1506091"/>
                <a:gd name="connsiteX2" fmla="*/ 405262 w 3856651"/>
                <a:gd name="connsiteY2" fmla="*/ 336044 h 1506091"/>
                <a:gd name="connsiteX3" fmla="*/ 934429 w 3856651"/>
                <a:gd name="connsiteY3" fmla="*/ 856745 h 1506091"/>
                <a:gd name="connsiteX4" fmla="*/ 1378926 w 3856651"/>
                <a:gd name="connsiteY4" fmla="*/ 1127678 h 1506091"/>
                <a:gd name="connsiteX5" fmla="*/ 1649862 w 3856651"/>
                <a:gd name="connsiteY5" fmla="*/ 1377444 h 1506091"/>
                <a:gd name="connsiteX6" fmla="*/ 1675262 w 3856651"/>
                <a:gd name="connsiteY6" fmla="*/ 1199644 h 1506091"/>
                <a:gd name="connsiteX7" fmla="*/ 1793795 w 3856651"/>
                <a:gd name="connsiteY7" fmla="*/ 1148844 h 1506091"/>
                <a:gd name="connsiteX8" fmla="*/ 1810729 w 3856651"/>
                <a:gd name="connsiteY8" fmla="*/ 1352044 h 1506091"/>
                <a:gd name="connsiteX9" fmla="*/ 2208662 w 3856651"/>
                <a:gd name="connsiteY9" fmla="*/ 1436711 h 1506091"/>
                <a:gd name="connsiteX10" fmla="*/ 2217129 w 3856651"/>
                <a:gd name="connsiteY10" fmla="*/ 1157311 h 1506091"/>
                <a:gd name="connsiteX11" fmla="*/ 2327195 w 3856651"/>
                <a:gd name="connsiteY11" fmla="*/ 1148844 h 1506091"/>
                <a:gd name="connsiteX12" fmla="*/ 2310262 w 3856651"/>
                <a:gd name="connsiteY12" fmla="*/ 1385911 h 1506091"/>
                <a:gd name="connsiteX13" fmla="*/ 2826729 w 3856651"/>
                <a:gd name="connsiteY13" fmla="*/ 1275844 h 1506091"/>
                <a:gd name="connsiteX14" fmla="*/ 3656462 w 3856651"/>
                <a:gd name="connsiteY14" fmla="*/ 293711 h 1506091"/>
                <a:gd name="connsiteX15" fmla="*/ 3766529 w 3856651"/>
                <a:gd name="connsiteY15" fmla="*/ 22778 h 1506091"/>
                <a:gd name="connsiteX16" fmla="*/ 3851195 w 3856651"/>
                <a:gd name="connsiteY16" fmla="*/ 73578 h 1506091"/>
                <a:gd name="connsiteX17" fmla="*/ 3605662 w 3856651"/>
                <a:gd name="connsiteY17" fmla="*/ 539244 h 1506091"/>
                <a:gd name="connsiteX18" fmla="*/ 2835195 w 3856651"/>
                <a:gd name="connsiteY18" fmla="*/ 1377444 h 1506091"/>
                <a:gd name="connsiteX19" fmla="*/ 2276395 w 3856651"/>
                <a:gd name="connsiteY19" fmla="*/ 1479044 h 1506091"/>
                <a:gd name="connsiteX20" fmla="*/ 1624462 w 3856651"/>
                <a:gd name="connsiteY20" fmla="*/ 1470578 h 1506091"/>
                <a:gd name="connsiteX21" fmla="*/ 1163028 w 3856651"/>
                <a:gd name="connsiteY21" fmla="*/ 1089577 h 1506091"/>
                <a:gd name="connsiteX22" fmla="*/ 782029 w 3856651"/>
                <a:gd name="connsiteY22" fmla="*/ 797478 h 1506091"/>
                <a:gd name="connsiteX23" fmla="*/ 451828 w 3856651"/>
                <a:gd name="connsiteY23" fmla="*/ 471511 h 1506091"/>
                <a:gd name="connsiteX24" fmla="*/ 117395 w 3856651"/>
                <a:gd name="connsiteY24" fmla="*/ 179412 h 1506091"/>
                <a:gd name="connsiteX25" fmla="*/ 3096 w 3856651"/>
                <a:gd name="connsiteY25" fmla="*/ 98978 h 1506091"/>
                <a:gd name="connsiteX26" fmla="*/ 45429 w 3856651"/>
                <a:gd name="connsiteY26" fmla="*/ 18544 h 1506091"/>
                <a:gd name="connsiteX0" fmla="*/ 45429 w 3856651"/>
                <a:gd name="connsiteY0" fmla="*/ 18544 h 1494697"/>
                <a:gd name="connsiteX1" fmla="*/ 180894 w 3856651"/>
                <a:gd name="connsiteY1" fmla="*/ 128611 h 1494697"/>
                <a:gd name="connsiteX2" fmla="*/ 405262 w 3856651"/>
                <a:gd name="connsiteY2" fmla="*/ 336044 h 1494697"/>
                <a:gd name="connsiteX3" fmla="*/ 934429 w 3856651"/>
                <a:gd name="connsiteY3" fmla="*/ 856745 h 1494697"/>
                <a:gd name="connsiteX4" fmla="*/ 1378926 w 3856651"/>
                <a:gd name="connsiteY4" fmla="*/ 1127678 h 1494697"/>
                <a:gd name="connsiteX5" fmla="*/ 1649862 w 3856651"/>
                <a:gd name="connsiteY5" fmla="*/ 1377444 h 1494697"/>
                <a:gd name="connsiteX6" fmla="*/ 1675262 w 3856651"/>
                <a:gd name="connsiteY6" fmla="*/ 1199644 h 1494697"/>
                <a:gd name="connsiteX7" fmla="*/ 1793795 w 3856651"/>
                <a:gd name="connsiteY7" fmla="*/ 1148844 h 1494697"/>
                <a:gd name="connsiteX8" fmla="*/ 1810729 w 3856651"/>
                <a:gd name="connsiteY8" fmla="*/ 1352044 h 1494697"/>
                <a:gd name="connsiteX9" fmla="*/ 2208662 w 3856651"/>
                <a:gd name="connsiteY9" fmla="*/ 1436711 h 1494697"/>
                <a:gd name="connsiteX10" fmla="*/ 2217129 w 3856651"/>
                <a:gd name="connsiteY10" fmla="*/ 1157311 h 1494697"/>
                <a:gd name="connsiteX11" fmla="*/ 2327195 w 3856651"/>
                <a:gd name="connsiteY11" fmla="*/ 1148844 h 1494697"/>
                <a:gd name="connsiteX12" fmla="*/ 2310262 w 3856651"/>
                <a:gd name="connsiteY12" fmla="*/ 1385911 h 1494697"/>
                <a:gd name="connsiteX13" fmla="*/ 2826729 w 3856651"/>
                <a:gd name="connsiteY13" fmla="*/ 1275844 h 1494697"/>
                <a:gd name="connsiteX14" fmla="*/ 3656462 w 3856651"/>
                <a:gd name="connsiteY14" fmla="*/ 293711 h 1494697"/>
                <a:gd name="connsiteX15" fmla="*/ 3766529 w 3856651"/>
                <a:gd name="connsiteY15" fmla="*/ 22778 h 1494697"/>
                <a:gd name="connsiteX16" fmla="*/ 3851195 w 3856651"/>
                <a:gd name="connsiteY16" fmla="*/ 73578 h 1494697"/>
                <a:gd name="connsiteX17" fmla="*/ 3605662 w 3856651"/>
                <a:gd name="connsiteY17" fmla="*/ 539244 h 1494697"/>
                <a:gd name="connsiteX18" fmla="*/ 2835195 w 3856651"/>
                <a:gd name="connsiteY18" fmla="*/ 1377444 h 1494697"/>
                <a:gd name="connsiteX19" fmla="*/ 2276395 w 3856651"/>
                <a:gd name="connsiteY19" fmla="*/ 1479044 h 1494697"/>
                <a:gd name="connsiteX20" fmla="*/ 1624462 w 3856651"/>
                <a:gd name="connsiteY20" fmla="*/ 1470578 h 1494697"/>
                <a:gd name="connsiteX21" fmla="*/ 1429728 w 3856651"/>
                <a:gd name="connsiteY21" fmla="*/ 1254678 h 1494697"/>
                <a:gd name="connsiteX22" fmla="*/ 1163028 w 3856651"/>
                <a:gd name="connsiteY22" fmla="*/ 1089577 h 1494697"/>
                <a:gd name="connsiteX23" fmla="*/ 782029 w 3856651"/>
                <a:gd name="connsiteY23" fmla="*/ 797478 h 1494697"/>
                <a:gd name="connsiteX24" fmla="*/ 451828 w 3856651"/>
                <a:gd name="connsiteY24" fmla="*/ 471511 h 1494697"/>
                <a:gd name="connsiteX25" fmla="*/ 117395 w 3856651"/>
                <a:gd name="connsiteY25" fmla="*/ 179412 h 1494697"/>
                <a:gd name="connsiteX26" fmla="*/ 3096 w 3856651"/>
                <a:gd name="connsiteY26" fmla="*/ 98978 h 1494697"/>
                <a:gd name="connsiteX27" fmla="*/ 45429 w 3856651"/>
                <a:gd name="connsiteY27" fmla="*/ 18544 h 1494697"/>
                <a:gd name="connsiteX0" fmla="*/ 45429 w 3856651"/>
                <a:gd name="connsiteY0" fmla="*/ 18544 h 1494697"/>
                <a:gd name="connsiteX1" fmla="*/ 180894 w 3856651"/>
                <a:gd name="connsiteY1" fmla="*/ 128611 h 1494697"/>
                <a:gd name="connsiteX2" fmla="*/ 405262 w 3856651"/>
                <a:gd name="connsiteY2" fmla="*/ 336044 h 1494697"/>
                <a:gd name="connsiteX3" fmla="*/ 934429 w 3856651"/>
                <a:gd name="connsiteY3" fmla="*/ 856745 h 1494697"/>
                <a:gd name="connsiteX4" fmla="*/ 1290026 w 3856651"/>
                <a:gd name="connsiteY4" fmla="*/ 1081111 h 1494697"/>
                <a:gd name="connsiteX5" fmla="*/ 1649862 w 3856651"/>
                <a:gd name="connsiteY5" fmla="*/ 1377444 h 1494697"/>
                <a:gd name="connsiteX6" fmla="*/ 1675262 w 3856651"/>
                <a:gd name="connsiteY6" fmla="*/ 1199644 h 1494697"/>
                <a:gd name="connsiteX7" fmla="*/ 1793795 w 3856651"/>
                <a:gd name="connsiteY7" fmla="*/ 1148844 h 1494697"/>
                <a:gd name="connsiteX8" fmla="*/ 1810729 w 3856651"/>
                <a:gd name="connsiteY8" fmla="*/ 1352044 h 1494697"/>
                <a:gd name="connsiteX9" fmla="*/ 2208662 w 3856651"/>
                <a:gd name="connsiteY9" fmla="*/ 1436711 h 1494697"/>
                <a:gd name="connsiteX10" fmla="*/ 2217129 w 3856651"/>
                <a:gd name="connsiteY10" fmla="*/ 1157311 h 1494697"/>
                <a:gd name="connsiteX11" fmla="*/ 2327195 w 3856651"/>
                <a:gd name="connsiteY11" fmla="*/ 1148844 h 1494697"/>
                <a:gd name="connsiteX12" fmla="*/ 2310262 w 3856651"/>
                <a:gd name="connsiteY12" fmla="*/ 1385911 h 1494697"/>
                <a:gd name="connsiteX13" fmla="*/ 2826729 w 3856651"/>
                <a:gd name="connsiteY13" fmla="*/ 1275844 h 1494697"/>
                <a:gd name="connsiteX14" fmla="*/ 3656462 w 3856651"/>
                <a:gd name="connsiteY14" fmla="*/ 293711 h 1494697"/>
                <a:gd name="connsiteX15" fmla="*/ 3766529 w 3856651"/>
                <a:gd name="connsiteY15" fmla="*/ 22778 h 1494697"/>
                <a:gd name="connsiteX16" fmla="*/ 3851195 w 3856651"/>
                <a:gd name="connsiteY16" fmla="*/ 73578 h 1494697"/>
                <a:gd name="connsiteX17" fmla="*/ 3605662 w 3856651"/>
                <a:gd name="connsiteY17" fmla="*/ 539244 h 1494697"/>
                <a:gd name="connsiteX18" fmla="*/ 2835195 w 3856651"/>
                <a:gd name="connsiteY18" fmla="*/ 1377444 h 1494697"/>
                <a:gd name="connsiteX19" fmla="*/ 2276395 w 3856651"/>
                <a:gd name="connsiteY19" fmla="*/ 1479044 h 1494697"/>
                <a:gd name="connsiteX20" fmla="*/ 1624462 w 3856651"/>
                <a:gd name="connsiteY20" fmla="*/ 1470578 h 1494697"/>
                <a:gd name="connsiteX21" fmla="*/ 1429728 w 3856651"/>
                <a:gd name="connsiteY21" fmla="*/ 1254678 h 1494697"/>
                <a:gd name="connsiteX22" fmla="*/ 1163028 w 3856651"/>
                <a:gd name="connsiteY22" fmla="*/ 1089577 h 1494697"/>
                <a:gd name="connsiteX23" fmla="*/ 782029 w 3856651"/>
                <a:gd name="connsiteY23" fmla="*/ 797478 h 1494697"/>
                <a:gd name="connsiteX24" fmla="*/ 451828 w 3856651"/>
                <a:gd name="connsiteY24" fmla="*/ 471511 h 1494697"/>
                <a:gd name="connsiteX25" fmla="*/ 117395 w 3856651"/>
                <a:gd name="connsiteY25" fmla="*/ 179412 h 1494697"/>
                <a:gd name="connsiteX26" fmla="*/ 3096 w 3856651"/>
                <a:gd name="connsiteY26" fmla="*/ 98978 h 1494697"/>
                <a:gd name="connsiteX27" fmla="*/ 45429 w 3856651"/>
                <a:gd name="connsiteY27" fmla="*/ 18544 h 1494697"/>
                <a:gd name="connsiteX0" fmla="*/ 45429 w 3856651"/>
                <a:gd name="connsiteY0" fmla="*/ 18544 h 1494147"/>
                <a:gd name="connsiteX1" fmla="*/ 180894 w 3856651"/>
                <a:gd name="connsiteY1" fmla="*/ 128611 h 1494147"/>
                <a:gd name="connsiteX2" fmla="*/ 405262 w 3856651"/>
                <a:gd name="connsiteY2" fmla="*/ 336044 h 1494147"/>
                <a:gd name="connsiteX3" fmla="*/ 934429 w 3856651"/>
                <a:gd name="connsiteY3" fmla="*/ 856745 h 1494147"/>
                <a:gd name="connsiteX4" fmla="*/ 1290026 w 3856651"/>
                <a:gd name="connsiteY4" fmla="*/ 1081111 h 1494147"/>
                <a:gd name="connsiteX5" fmla="*/ 1649862 w 3856651"/>
                <a:gd name="connsiteY5" fmla="*/ 1377444 h 1494147"/>
                <a:gd name="connsiteX6" fmla="*/ 1675262 w 3856651"/>
                <a:gd name="connsiteY6" fmla="*/ 1199644 h 1494147"/>
                <a:gd name="connsiteX7" fmla="*/ 1793795 w 3856651"/>
                <a:gd name="connsiteY7" fmla="*/ 1148844 h 1494147"/>
                <a:gd name="connsiteX8" fmla="*/ 1810729 w 3856651"/>
                <a:gd name="connsiteY8" fmla="*/ 1352044 h 1494147"/>
                <a:gd name="connsiteX9" fmla="*/ 2208662 w 3856651"/>
                <a:gd name="connsiteY9" fmla="*/ 1436711 h 1494147"/>
                <a:gd name="connsiteX10" fmla="*/ 2217129 w 3856651"/>
                <a:gd name="connsiteY10" fmla="*/ 1157311 h 1494147"/>
                <a:gd name="connsiteX11" fmla="*/ 2327195 w 3856651"/>
                <a:gd name="connsiteY11" fmla="*/ 1148844 h 1494147"/>
                <a:gd name="connsiteX12" fmla="*/ 2310262 w 3856651"/>
                <a:gd name="connsiteY12" fmla="*/ 1385911 h 1494147"/>
                <a:gd name="connsiteX13" fmla="*/ 2826729 w 3856651"/>
                <a:gd name="connsiteY13" fmla="*/ 1275844 h 1494147"/>
                <a:gd name="connsiteX14" fmla="*/ 3656462 w 3856651"/>
                <a:gd name="connsiteY14" fmla="*/ 293711 h 1494147"/>
                <a:gd name="connsiteX15" fmla="*/ 3766529 w 3856651"/>
                <a:gd name="connsiteY15" fmla="*/ 22778 h 1494147"/>
                <a:gd name="connsiteX16" fmla="*/ 3851195 w 3856651"/>
                <a:gd name="connsiteY16" fmla="*/ 73578 h 1494147"/>
                <a:gd name="connsiteX17" fmla="*/ 3605662 w 3856651"/>
                <a:gd name="connsiteY17" fmla="*/ 539244 h 1494147"/>
                <a:gd name="connsiteX18" fmla="*/ 2835195 w 3856651"/>
                <a:gd name="connsiteY18" fmla="*/ 1377444 h 1494147"/>
                <a:gd name="connsiteX19" fmla="*/ 2276395 w 3856651"/>
                <a:gd name="connsiteY19" fmla="*/ 1479044 h 1494147"/>
                <a:gd name="connsiteX20" fmla="*/ 1624462 w 3856651"/>
                <a:gd name="connsiteY20" fmla="*/ 1470578 h 1494147"/>
                <a:gd name="connsiteX21" fmla="*/ 1404328 w 3856651"/>
                <a:gd name="connsiteY21" fmla="*/ 1263144 h 1494147"/>
                <a:gd name="connsiteX22" fmla="*/ 1163028 w 3856651"/>
                <a:gd name="connsiteY22" fmla="*/ 1089577 h 1494147"/>
                <a:gd name="connsiteX23" fmla="*/ 782029 w 3856651"/>
                <a:gd name="connsiteY23" fmla="*/ 797478 h 1494147"/>
                <a:gd name="connsiteX24" fmla="*/ 451828 w 3856651"/>
                <a:gd name="connsiteY24" fmla="*/ 471511 h 1494147"/>
                <a:gd name="connsiteX25" fmla="*/ 117395 w 3856651"/>
                <a:gd name="connsiteY25" fmla="*/ 179412 h 1494147"/>
                <a:gd name="connsiteX26" fmla="*/ 3096 w 3856651"/>
                <a:gd name="connsiteY26" fmla="*/ 98978 h 1494147"/>
                <a:gd name="connsiteX27" fmla="*/ 45429 w 3856651"/>
                <a:gd name="connsiteY27" fmla="*/ 18544 h 1494147"/>
                <a:gd name="connsiteX0" fmla="*/ 45429 w 3856651"/>
                <a:gd name="connsiteY0" fmla="*/ 18544 h 1494147"/>
                <a:gd name="connsiteX1" fmla="*/ 180894 w 3856651"/>
                <a:gd name="connsiteY1" fmla="*/ 128611 h 1494147"/>
                <a:gd name="connsiteX2" fmla="*/ 405262 w 3856651"/>
                <a:gd name="connsiteY2" fmla="*/ 336044 h 1494147"/>
                <a:gd name="connsiteX3" fmla="*/ 934429 w 3856651"/>
                <a:gd name="connsiteY3" fmla="*/ 856745 h 1494147"/>
                <a:gd name="connsiteX4" fmla="*/ 1294259 w 3856651"/>
                <a:gd name="connsiteY4" fmla="*/ 1102278 h 1494147"/>
                <a:gd name="connsiteX5" fmla="*/ 1649862 w 3856651"/>
                <a:gd name="connsiteY5" fmla="*/ 1377444 h 1494147"/>
                <a:gd name="connsiteX6" fmla="*/ 1675262 w 3856651"/>
                <a:gd name="connsiteY6" fmla="*/ 1199644 h 1494147"/>
                <a:gd name="connsiteX7" fmla="*/ 1793795 w 3856651"/>
                <a:gd name="connsiteY7" fmla="*/ 1148844 h 1494147"/>
                <a:gd name="connsiteX8" fmla="*/ 1810729 w 3856651"/>
                <a:gd name="connsiteY8" fmla="*/ 1352044 h 1494147"/>
                <a:gd name="connsiteX9" fmla="*/ 2208662 w 3856651"/>
                <a:gd name="connsiteY9" fmla="*/ 1436711 h 1494147"/>
                <a:gd name="connsiteX10" fmla="*/ 2217129 w 3856651"/>
                <a:gd name="connsiteY10" fmla="*/ 1157311 h 1494147"/>
                <a:gd name="connsiteX11" fmla="*/ 2327195 w 3856651"/>
                <a:gd name="connsiteY11" fmla="*/ 1148844 h 1494147"/>
                <a:gd name="connsiteX12" fmla="*/ 2310262 w 3856651"/>
                <a:gd name="connsiteY12" fmla="*/ 1385911 h 1494147"/>
                <a:gd name="connsiteX13" fmla="*/ 2826729 w 3856651"/>
                <a:gd name="connsiteY13" fmla="*/ 1275844 h 1494147"/>
                <a:gd name="connsiteX14" fmla="*/ 3656462 w 3856651"/>
                <a:gd name="connsiteY14" fmla="*/ 293711 h 1494147"/>
                <a:gd name="connsiteX15" fmla="*/ 3766529 w 3856651"/>
                <a:gd name="connsiteY15" fmla="*/ 22778 h 1494147"/>
                <a:gd name="connsiteX16" fmla="*/ 3851195 w 3856651"/>
                <a:gd name="connsiteY16" fmla="*/ 73578 h 1494147"/>
                <a:gd name="connsiteX17" fmla="*/ 3605662 w 3856651"/>
                <a:gd name="connsiteY17" fmla="*/ 539244 h 1494147"/>
                <a:gd name="connsiteX18" fmla="*/ 2835195 w 3856651"/>
                <a:gd name="connsiteY18" fmla="*/ 1377444 h 1494147"/>
                <a:gd name="connsiteX19" fmla="*/ 2276395 w 3856651"/>
                <a:gd name="connsiteY19" fmla="*/ 1479044 h 1494147"/>
                <a:gd name="connsiteX20" fmla="*/ 1624462 w 3856651"/>
                <a:gd name="connsiteY20" fmla="*/ 1470578 h 1494147"/>
                <a:gd name="connsiteX21" fmla="*/ 1404328 w 3856651"/>
                <a:gd name="connsiteY21" fmla="*/ 1263144 h 1494147"/>
                <a:gd name="connsiteX22" fmla="*/ 1163028 w 3856651"/>
                <a:gd name="connsiteY22" fmla="*/ 1089577 h 1494147"/>
                <a:gd name="connsiteX23" fmla="*/ 782029 w 3856651"/>
                <a:gd name="connsiteY23" fmla="*/ 797478 h 1494147"/>
                <a:gd name="connsiteX24" fmla="*/ 451828 w 3856651"/>
                <a:gd name="connsiteY24" fmla="*/ 471511 h 1494147"/>
                <a:gd name="connsiteX25" fmla="*/ 117395 w 3856651"/>
                <a:gd name="connsiteY25" fmla="*/ 179412 h 1494147"/>
                <a:gd name="connsiteX26" fmla="*/ 3096 w 3856651"/>
                <a:gd name="connsiteY26" fmla="*/ 98978 h 1494147"/>
                <a:gd name="connsiteX27" fmla="*/ 45429 w 3856651"/>
                <a:gd name="connsiteY27" fmla="*/ 18544 h 1494147"/>
                <a:gd name="connsiteX0" fmla="*/ 45429 w 3856651"/>
                <a:gd name="connsiteY0" fmla="*/ 18544 h 1486579"/>
                <a:gd name="connsiteX1" fmla="*/ 180894 w 3856651"/>
                <a:gd name="connsiteY1" fmla="*/ 128611 h 1486579"/>
                <a:gd name="connsiteX2" fmla="*/ 405262 w 3856651"/>
                <a:gd name="connsiteY2" fmla="*/ 336044 h 1486579"/>
                <a:gd name="connsiteX3" fmla="*/ 934429 w 3856651"/>
                <a:gd name="connsiteY3" fmla="*/ 856745 h 1486579"/>
                <a:gd name="connsiteX4" fmla="*/ 1294259 w 3856651"/>
                <a:gd name="connsiteY4" fmla="*/ 1102278 h 1486579"/>
                <a:gd name="connsiteX5" fmla="*/ 1649862 w 3856651"/>
                <a:gd name="connsiteY5" fmla="*/ 1377444 h 1486579"/>
                <a:gd name="connsiteX6" fmla="*/ 1675262 w 3856651"/>
                <a:gd name="connsiteY6" fmla="*/ 1199644 h 1486579"/>
                <a:gd name="connsiteX7" fmla="*/ 1793795 w 3856651"/>
                <a:gd name="connsiteY7" fmla="*/ 1148844 h 1486579"/>
                <a:gd name="connsiteX8" fmla="*/ 1810729 w 3856651"/>
                <a:gd name="connsiteY8" fmla="*/ 1352044 h 1486579"/>
                <a:gd name="connsiteX9" fmla="*/ 2208662 w 3856651"/>
                <a:gd name="connsiteY9" fmla="*/ 1436711 h 1486579"/>
                <a:gd name="connsiteX10" fmla="*/ 2217129 w 3856651"/>
                <a:gd name="connsiteY10" fmla="*/ 1157311 h 1486579"/>
                <a:gd name="connsiteX11" fmla="*/ 2327195 w 3856651"/>
                <a:gd name="connsiteY11" fmla="*/ 1148844 h 1486579"/>
                <a:gd name="connsiteX12" fmla="*/ 2310262 w 3856651"/>
                <a:gd name="connsiteY12" fmla="*/ 1385911 h 1486579"/>
                <a:gd name="connsiteX13" fmla="*/ 2826729 w 3856651"/>
                <a:gd name="connsiteY13" fmla="*/ 1275844 h 1486579"/>
                <a:gd name="connsiteX14" fmla="*/ 3656462 w 3856651"/>
                <a:gd name="connsiteY14" fmla="*/ 293711 h 1486579"/>
                <a:gd name="connsiteX15" fmla="*/ 3766529 w 3856651"/>
                <a:gd name="connsiteY15" fmla="*/ 22778 h 1486579"/>
                <a:gd name="connsiteX16" fmla="*/ 3851195 w 3856651"/>
                <a:gd name="connsiteY16" fmla="*/ 73578 h 1486579"/>
                <a:gd name="connsiteX17" fmla="*/ 3605662 w 3856651"/>
                <a:gd name="connsiteY17" fmla="*/ 539244 h 1486579"/>
                <a:gd name="connsiteX18" fmla="*/ 2835195 w 3856651"/>
                <a:gd name="connsiteY18" fmla="*/ 1377444 h 1486579"/>
                <a:gd name="connsiteX19" fmla="*/ 2276395 w 3856651"/>
                <a:gd name="connsiteY19" fmla="*/ 1479044 h 1486579"/>
                <a:gd name="connsiteX20" fmla="*/ 1624462 w 3856651"/>
                <a:gd name="connsiteY20" fmla="*/ 1470578 h 1486579"/>
                <a:gd name="connsiteX21" fmla="*/ 1552494 w 3856651"/>
                <a:gd name="connsiteY21" fmla="*/ 1402844 h 1486579"/>
                <a:gd name="connsiteX22" fmla="*/ 1404328 w 3856651"/>
                <a:gd name="connsiteY22" fmla="*/ 1263144 h 1486579"/>
                <a:gd name="connsiteX23" fmla="*/ 1163028 w 3856651"/>
                <a:gd name="connsiteY23" fmla="*/ 1089577 h 1486579"/>
                <a:gd name="connsiteX24" fmla="*/ 782029 w 3856651"/>
                <a:gd name="connsiteY24" fmla="*/ 797478 h 1486579"/>
                <a:gd name="connsiteX25" fmla="*/ 451828 w 3856651"/>
                <a:gd name="connsiteY25" fmla="*/ 471511 h 1486579"/>
                <a:gd name="connsiteX26" fmla="*/ 117395 w 3856651"/>
                <a:gd name="connsiteY26" fmla="*/ 179412 h 1486579"/>
                <a:gd name="connsiteX27" fmla="*/ 3096 w 3856651"/>
                <a:gd name="connsiteY27" fmla="*/ 98978 h 1486579"/>
                <a:gd name="connsiteX28" fmla="*/ 45429 w 3856651"/>
                <a:gd name="connsiteY28" fmla="*/ 18544 h 1486579"/>
                <a:gd name="connsiteX0" fmla="*/ 45429 w 3856651"/>
                <a:gd name="connsiteY0" fmla="*/ 18544 h 1486579"/>
                <a:gd name="connsiteX1" fmla="*/ 180894 w 3856651"/>
                <a:gd name="connsiteY1" fmla="*/ 128611 h 1486579"/>
                <a:gd name="connsiteX2" fmla="*/ 405262 w 3856651"/>
                <a:gd name="connsiteY2" fmla="*/ 336044 h 1486579"/>
                <a:gd name="connsiteX3" fmla="*/ 934429 w 3856651"/>
                <a:gd name="connsiteY3" fmla="*/ 856745 h 1486579"/>
                <a:gd name="connsiteX4" fmla="*/ 1294259 w 3856651"/>
                <a:gd name="connsiteY4" fmla="*/ 1102278 h 1486579"/>
                <a:gd name="connsiteX5" fmla="*/ 1649862 w 3856651"/>
                <a:gd name="connsiteY5" fmla="*/ 1377444 h 1486579"/>
                <a:gd name="connsiteX6" fmla="*/ 1675262 w 3856651"/>
                <a:gd name="connsiteY6" fmla="*/ 1199644 h 1486579"/>
                <a:gd name="connsiteX7" fmla="*/ 1793795 w 3856651"/>
                <a:gd name="connsiteY7" fmla="*/ 1148844 h 1486579"/>
                <a:gd name="connsiteX8" fmla="*/ 1810729 w 3856651"/>
                <a:gd name="connsiteY8" fmla="*/ 1352044 h 1486579"/>
                <a:gd name="connsiteX9" fmla="*/ 2208662 w 3856651"/>
                <a:gd name="connsiteY9" fmla="*/ 1436711 h 1486579"/>
                <a:gd name="connsiteX10" fmla="*/ 2217129 w 3856651"/>
                <a:gd name="connsiteY10" fmla="*/ 1157311 h 1486579"/>
                <a:gd name="connsiteX11" fmla="*/ 2327195 w 3856651"/>
                <a:gd name="connsiteY11" fmla="*/ 1148844 h 1486579"/>
                <a:gd name="connsiteX12" fmla="*/ 2310262 w 3856651"/>
                <a:gd name="connsiteY12" fmla="*/ 1385911 h 1486579"/>
                <a:gd name="connsiteX13" fmla="*/ 2826729 w 3856651"/>
                <a:gd name="connsiteY13" fmla="*/ 1275844 h 1486579"/>
                <a:gd name="connsiteX14" fmla="*/ 3656462 w 3856651"/>
                <a:gd name="connsiteY14" fmla="*/ 293711 h 1486579"/>
                <a:gd name="connsiteX15" fmla="*/ 3766529 w 3856651"/>
                <a:gd name="connsiteY15" fmla="*/ 22778 h 1486579"/>
                <a:gd name="connsiteX16" fmla="*/ 3851195 w 3856651"/>
                <a:gd name="connsiteY16" fmla="*/ 73578 h 1486579"/>
                <a:gd name="connsiteX17" fmla="*/ 3605662 w 3856651"/>
                <a:gd name="connsiteY17" fmla="*/ 539244 h 1486579"/>
                <a:gd name="connsiteX18" fmla="*/ 2835195 w 3856651"/>
                <a:gd name="connsiteY18" fmla="*/ 1377444 h 1486579"/>
                <a:gd name="connsiteX19" fmla="*/ 2276395 w 3856651"/>
                <a:gd name="connsiteY19" fmla="*/ 1479044 h 1486579"/>
                <a:gd name="connsiteX20" fmla="*/ 1717596 w 3856651"/>
                <a:gd name="connsiteY20" fmla="*/ 1470578 h 1486579"/>
                <a:gd name="connsiteX21" fmla="*/ 1552494 w 3856651"/>
                <a:gd name="connsiteY21" fmla="*/ 1402844 h 1486579"/>
                <a:gd name="connsiteX22" fmla="*/ 1404328 w 3856651"/>
                <a:gd name="connsiteY22" fmla="*/ 1263144 h 1486579"/>
                <a:gd name="connsiteX23" fmla="*/ 1163028 w 3856651"/>
                <a:gd name="connsiteY23" fmla="*/ 1089577 h 1486579"/>
                <a:gd name="connsiteX24" fmla="*/ 782029 w 3856651"/>
                <a:gd name="connsiteY24" fmla="*/ 797478 h 1486579"/>
                <a:gd name="connsiteX25" fmla="*/ 451828 w 3856651"/>
                <a:gd name="connsiteY25" fmla="*/ 471511 h 1486579"/>
                <a:gd name="connsiteX26" fmla="*/ 117395 w 3856651"/>
                <a:gd name="connsiteY26" fmla="*/ 179412 h 1486579"/>
                <a:gd name="connsiteX27" fmla="*/ 3096 w 3856651"/>
                <a:gd name="connsiteY27" fmla="*/ 98978 h 1486579"/>
                <a:gd name="connsiteX28" fmla="*/ 45429 w 3856651"/>
                <a:gd name="connsiteY28" fmla="*/ 18544 h 1486579"/>
                <a:gd name="connsiteX0" fmla="*/ 45429 w 3856651"/>
                <a:gd name="connsiteY0" fmla="*/ 18544 h 1486579"/>
                <a:gd name="connsiteX1" fmla="*/ 180894 w 3856651"/>
                <a:gd name="connsiteY1" fmla="*/ 128611 h 1486579"/>
                <a:gd name="connsiteX2" fmla="*/ 405262 w 3856651"/>
                <a:gd name="connsiteY2" fmla="*/ 336044 h 1486579"/>
                <a:gd name="connsiteX3" fmla="*/ 934429 w 3856651"/>
                <a:gd name="connsiteY3" fmla="*/ 839812 h 1486579"/>
                <a:gd name="connsiteX4" fmla="*/ 1294259 w 3856651"/>
                <a:gd name="connsiteY4" fmla="*/ 1102278 h 1486579"/>
                <a:gd name="connsiteX5" fmla="*/ 1649862 w 3856651"/>
                <a:gd name="connsiteY5" fmla="*/ 1377444 h 1486579"/>
                <a:gd name="connsiteX6" fmla="*/ 1675262 w 3856651"/>
                <a:gd name="connsiteY6" fmla="*/ 1199644 h 1486579"/>
                <a:gd name="connsiteX7" fmla="*/ 1793795 w 3856651"/>
                <a:gd name="connsiteY7" fmla="*/ 1148844 h 1486579"/>
                <a:gd name="connsiteX8" fmla="*/ 1810729 w 3856651"/>
                <a:gd name="connsiteY8" fmla="*/ 1352044 h 1486579"/>
                <a:gd name="connsiteX9" fmla="*/ 2208662 w 3856651"/>
                <a:gd name="connsiteY9" fmla="*/ 1436711 h 1486579"/>
                <a:gd name="connsiteX10" fmla="*/ 2217129 w 3856651"/>
                <a:gd name="connsiteY10" fmla="*/ 1157311 h 1486579"/>
                <a:gd name="connsiteX11" fmla="*/ 2327195 w 3856651"/>
                <a:gd name="connsiteY11" fmla="*/ 1148844 h 1486579"/>
                <a:gd name="connsiteX12" fmla="*/ 2310262 w 3856651"/>
                <a:gd name="connsiteY12" fmla="*/ 1385911 h 1486579"/>
                <a:gd name="connsiteX13" fmla="*/ 2826729 w 3856651"/>
                <a:gd name="connsiteY13" fmla="*/ 1275844 h 1486579"/>
                <a:gd name="connsiteX14" fmla="*/ 3656462 w 3856651"/>
                <a:gd name="connsiteY14" fmla="*/ 293711 h 1486579"/>
                <a:gd name="connsiteX15" fmla="*/ 3766529 w 3856651"/>
                <a:gd name="connsiteY15" fmla="*/ 22778 h 1486579"/>
                <a:gd name="connsiteX16" fmla="*/ 3851195 w 3856651"/>
                <a:gd name="connsiteY16" fmla="*/ 73578 h 1486579"/>
                <a:gd name="connsiteX17" fmla="*/ 3605662 w 3856651"/>
                <a:gd name="connsiteY17" fmla="*/ 539244 h 1486579"/>
                <a:gd name="connsiteX18" fmla="*/ 2835195 w 3856651"/>
                <a:gd name="connsiteY18" fmla="*/ 1377444 h 1486579"/>
                <a:gd name="connsiteX19" fmla="*/ 2276395 w 3856651"/>
                <a:gd name="connsiteY19" fmla="*/ 1479044 h 1486579"/>
                <a:gd name="connsiteX20" fmla="*/ 1717596 w 3856651"/>
                <a:gd name="connsiteY20" fmla="*/ 1470578 h 1486579"/>
                <a:gd name="connsiteX21" fmla="*/ 1552494 w 3856651"/>
                <a:gd name="connsiteY21" fmla="*/ 1402844 h 1486579"/>
                <a:gd name="connsiteX22" fmla="*/ 1404328 w 3856651"/>
                <a:gd name="connsiteY22" fmla="*/ 1263144 h 1486579"/>
                <a:gd name="connsiteX23" fmla="*/ 1163028 w 3856651"/>
                <a:gd name="connsiteY23" fmla="*/ 1089577 h 1486579"/>
                <a:gd name="connsiteX24" fmla="*/ 782029 w 3856651"/>
                <a:gd name="connsiteY24" fmla="*/ 797478 h 1486579"/>
                <a:gd name="connsiteX25" fmla="*/ 451828 w 3856651"/>
                <a:gd name="connsiteY25" fmla="*/ 471511 h 1486579"/>
                <a:gd name="connsiteX26" fmla="*/ 117395 w 3856651"/>
                <a:gd name="connsiteY26" fmla="*/ 179412 h 1486579"/>
                <a:gd name="connsiteX27" fmla="*/ 3096 w 3856651"/>
                <a:gd name="connsiteY27" fmla="*/ 98978 h 1486579"/>
                <a:gd name="connsiteX28" fmla="*/ 45429 w 3856651"/>
                <a:gd name="connsiteY28" fmla="*/ 18544 h 1486579"/>
                <a:gd name="connsiteX0" fmla="*/ 45429 w 3856651"/>
                <a:gd name="connsiteY0" fmla="*/ 18544 h 1486579"/>
                <a:gd name="connsiteX1" fmla="*/ 180894 w 3856651"/>
                <a:gd name="connsiteY1" fmla="*/ 128611 h 1486579"/>
                <a:gd name="connsiteX2" fmla="*/ 405262 w 3856651"/>
                <a:gd name="connsiteY2" fmla="*/ 336044 h 1486579"/>
                <a:gd name="connsiteX3" fmla="*/ 934429 w 3856651"/>
                <a:gd name="connsiteY3" fmla="*/ 839812 h 1486579"/>
                <a:gd name="connsiteX4" fmla="*/ 1294259 w 3856651"/>
                <a:gd name="connsiteY4" fmla="*/ 1102278 h 1486579"/>
                <a:gd name="connsiteX5" fmla="*/ 1649862 w 3856651"/>
                <a:gd name="connsiteY5" fmla="*/ 1377444 h 1486579"/>
                <a:gd name="connsiteX6" fmla="*/ 1675262 w 3856651"/>
                <a:gd name="connsiteY6" fmla="*/ 1199644 h 1486579"/>
                <a:gd name="connsiteX7" fmla="*/ 1793795 w 3856651"/>
                <a:gd name="connsiteY7" fmla="*/ 1148844 h 1486579"/>
                <a:gd name="connsiteX8" fmla="*/ 1810729 w 3856651"/>
                <a:gd name="connsiteY8" fmla="*/ 1352044 h 1486579"/>
                <a:gd name="connsiteX9" fmla="*/ 2208662 w 3856651"/>
                <a:gd name="connsiteY9" fmla="*/ 1436711 h 1486579"/>
                <a:gd name="connsiteX10" fmla="*/ 2217129 w 3856651"/>
                <a:gd name="connsiteY10" fmla="*/ 1157311 h 1486579"/>
                <a:gd name="connsiteX11" fmla="*/ 2327195 w 3856651"/>
                <a:gd name="connsiteY11" fmla="*/ 1148844 h 1486579"/>
                <a:gd name="connsiteX12" fmla="*/ 2310262 w 3856651"/>
                <a:gd name="connsiteY12" fmla="*/ 1385911 h 1486579"/>
                <a:gd name="connsiteX13" fmla="*/ 2826729 w 3856651"/>
                <a:gd name="connsiteY13" fmla="*/ 1275844 h 1486579"/>
                <a:gd name="connsiteX14" fmla="*/ 3656462 w 3856651"/>
                <a:gd name="connsiteY14" fmla="*/ 293711 h 1486579"/>
                <a:gd name="connsiteX15" fmla="*/ 3766529 w 3856651"/>
                <a:gd name="connsiteY15" fmla="*/ 22778 h 1486579"/>
                <a:gd name="connsiteX16" fmla="*/ 3851195 w 3856651"/>
                <a:gd name="connsiteY16" fmla="*/ 73578 h 1486579"/>
                <a:gd name="connsiteX17" fmla="*/ 3605662 w 3856651"/>
                <a:gd name="connsiteY17" fmla="*/ 539244 h 1486579"/>
                <a:gd name="connsiteX18" fmla="*/ 2835195 w 3856651"/>
                <a:gd name="connsiteY18" fmla="*/ 1377444 h 1486579"/>
                <a:gd name="connsiteX19" fmla="*/ 2276395 w 3856651"/>
                <a:gd name="connsiteY19" fmla="*/ 1479044 h 1486579"/>
                <a:gd name="connsiteX20" fmla="*/ 1717596 w 3856651"/>
                <a:gd name="connsiteY20" fmla="*/ 1470578 h 1486579"/>
                <a:gd name="connsiteX21" fmla="*/ 1552494 w 3856651"/>
                <a:gd name="connsiteY21" fmla="*/ 1402844 h 1486579"/>
                <a:gd name="connsiteX22" fmla="*/ 1404328 w 3856651"/>
                <a:gd name="connsiteY22" fmla="*/ 1263144 h 1486579"/>
                <a:gd name="connsiteX23" fmla="*/ 1163028 w 3856651"/>
                <a:gd name="connsiteY23" fmla="*/ 1089577 h 1486579"/>
                <a:gd name="connsiteX24" fmla="*/ 803196 w 3856651"/>
                <a:gd name="connsiteY24" fmla="*/ 793245 h 1486579"/>
                <a:gd name="connsiteX25" fmla="*/ 451828 w 3856651"/>
                <a:gd name="connsiteY25" fmla="*/ 471511 h 1486579"/>
                <a:gd name="connsiteX26" fmla="*/ 117395 w 3856651"/>
                <a:gd name="connsiteY26" fmla="*/ 179412 h 1486579"/>
                <a:gd name="connsiteX27" fmla="*/ 3096 w 3856651"/>
                <a:gd name="connsiteY27" fmla="*/ 98978 h 1486579"/>
                <a:gd name="connsiteX28" fmla="*/ 45429 w 3856651"/>
                <a:gd name="connsiteY28" fmla="*/ 18544 h 1486579"/>
                <a:gd name="connsiteX0" fmla="*/ 45429 w 3856651"/>
                <a:gd name="connsiteY0" fmla="*/ 18544 h 1486579"/>
                <a:gd name="connsiteX1" fmla="*/ 180894 w 3856651"/>
                <a:gd name="connsiteY1" fmla="*/ 128611 h 1486579"/>
                <a:gd name="connsiteX2" fmla="*/ 405262 w 3856651"/>
                <a:gd name="connsiteY2" fmla="*/ 336044 h 1486579"/>
                <a:gd name="connsiteX3" fmla="*/ 934429 w 3856651"/>
                <a:gd name="connsiteY3" fmla="*/ 839812 h 1486579"/>
                <a:gd name="connsiteX4" fmla="*/ 1294259 w 3856651"/>
                <a:gd name="connsiteY4" fmla="*/ 1102278 h 1486579"/>
                <a:gd name="connsiteX5" fmla="*/ 1649862 w 3856651"/>
                <a:gd name="connsiteY5" fmla="*/ 1377444 h 1486579"/>
                <a:gd name="connsiteX6" fmla="*/ 1675262 w 3856651"/>
                <a:gd name="connsiteY6" fmla="*/ 1199644 h 1486579"/>
                <a:gd name="connsiteX7" fmla="*/ 1793795 w 3856651"/>
                <a:gd name="connsiteY7" fmla="*/ 1148844 h 1486579"/>
                <a:gd name="connsiteX8" fmla="*/ 1810729 w 3856651"/>
                <a:gd name="connsiteY8" fmla="*/ 1352044 h 1486579"/>
                <a:gd name="connsiteX9" fmla="*/ 2208662 w 3856651"/>
                <a:gd name="connsiteY9" fmla="*/ 1436711 h 1486579"/>
                <a:gd name="connsiteX10" fmla="*/ 2217129 w 3856651"/>
                <a:gd name="connsiteY10" fmla="*/ 1157311 h 1486579"/>
                <a:gd name="connsiteX11" fmla="*/ 2327195 w 3856651"/>
                <a:gd name="connsiteY11" fmla="*/ 1148844 h 1486579"/>
                <a:gd name="connsiteX12" fmla="*/ 2310262 w 3856651"/>
                <a:gd name="connsiteY12" fmla="*/ 1385911 h 1486579"/>
                <a:gd name="connsiteX13" fmla="*/ 2826729 w 3856651"/>
                <a:gd name="connsiteY13" fmla="*/ 1275844 h 1486579"/>
                <a:gd name="connsiteX14" fmla="*/ 3656462 w 3856651"/>
                <a:gd name="connsiteY14" fmla="*/ 293711 h 1486579"/>
                <a:gd name="connsiteX15" fmla="*/ 3766529 w 3856651"/>
                <a:gd name="connsiteY15" fmla="*/ 22778 h 1486579"/>
                <a:gd name="connsiteX16" fmla="*/ 3851195 w 3856651"/>
                <a:gd name="connsiteY16" fmla="*/ 73578 h 1486579"/>
                <a:gd name="connsiteX17" fmla="*/ 3605662 w 3856651"/>
                <a:gd name="connsiteY17" fmla="*/ 539244 h 1486579"/>
                <a:gd name="connsiteX18" fmla="*/ 2835195 w 3856651"/>
                <a:gd name="connsiteY18" fmla="*/ 1377444 h 1486579"/>
                <a:gd name="connsiteX19" fmla="*/ 2276395 w 3856651"/>
                <a:gd name="connsiteY19" fmla="*/ 1479044 h 1486579"/>
                <a:gd name="connsiteX20" fmla="*/ 1717596 w 3856651"/>
                <a:gd name="connsiteY20" fmla="*/ 1470578 h 1486579"/>
                <a:gd name="connsiteX21" fmla="*/ 1552494 w 3856651"/>
                <a:gd name="connsiteY21" fmla="*/ 1402844 h 1486579"/>
                <a:gd name="connsiteX22" fmla="*/ 1404328 w 3856651"/>
                <a:gd name="connsiteY22" fmla="*/ 1263144 h 1486579"/>
                <a:gd name="connsiteX23" fmla="*/ 1116462 w 3856651"/>
                <a:gd name="connsiteY23" fmla="*/ 1068410 h 1486579"/>
                <a:gd name="connsiteX24" fmla="*/ 803196 w 3856651"/>
                <a:gd name="connsiteY24" fmla="*/ 793245 h 1486579"/>
                <a:gd name="connsiteX25" fmla="*/ 451828 w 3856651"/>
                <a:gd name="connsiteY25" fmla="*/ 471511 h 1486579"/>
                <a:gd name="connsiteX26" fmla="*/ 117395 w 3856651"/>
                <a:gd name="connsiteY26" fmla="*/ 179412 h 1486579"/>
                <a:gd name="connsiteX27" fmla="*/ 3096 w 3856651"/>
                <a:gd name="connsiteY27" fmla="*/ 98978 h 1486579"/>
                <a:gd name="connsiteX28" fmla="*/ 45429 w 3856651"/>
                <a:gd name="connsiteY28" fmla="*/ 18544 h 1486579"/>
                <a:gd name="connsiteX0" fmla="*/ 45429 w 3856651"/>
                <a:gd name="connsiteY0" fmla="*/ 18544 h 1486579"/>
                <a:gd name="connsiteX1" fmla="*/ 180894 w 3856651"/>
                <a:gd name="connsiteY1" fmla="*/ 128611 h 1486579"/>
                <a:gd name="connsiteX2" fmla="*/ 405262 w 3856651"/>
                <a:gd name="connsiteY2" fmla="*/ 336044 h 1486579"/>
                <a:gd name="connsiteX3" fmla="*/ 934429 w 3856651"/>
                <a:gd name="connsiteY3" fmla="*/ 839812 h 1486579"/>
                <a:gd name="connsiteX4" fmla="*/ 1294259 w 3856651"/>
                <a:gd name="connsiteY4" fmla="*/ 1102278 h 1486579"/>
                <a:gd name="connsiteX5" fmla="*/ 1649862 w 3856651"/>
                <a:gd name="connsiteY5" fmla="*/ 1377444 h 1486579"/>
                <a:gd name="connsiteX6" fmla="*/ 1675262 w 3856651"/>
                <a:gd name="connsiteY6" fmla="*/ 1199644 h 1486579"/>
                <a:gd name="connsiteX7" fmla="*/ 1793795 w 3856651"/>
                <a:gd name="connsiteY7" fmla="*/ 1148844 h 1486579"/>
                <a:gd name="connsiteX8" fmla="*/ 1810729 w 3856651"/>
                <a:gd name="connsiteY8" fmla="*/ 1352044 h 1486579"/>
                <a:gd name="connsiteX9" fmla="*/ 2208662 w 3856651"/>
                <a:gd name="connsiteY9" fmla="*/ 1436711 h 1486579"/>
                <a:gd name="connsiteX10" fmla="*/ 2217129 w 3856651"/>
                <a:gd name="connsiteY10" fmla="*/ 1157311 h 1486579"/>
                <a:gd name="connsiteX11" fmla="*/ 2327195 w 3856651"/>
                <a:gd name="connsiteY11" fmla="*/ 1148844 h 1486579"/>
                <a:gd name="connsiteX12" fmla="*/ 2310262 w 3856651"/>
                <a:gd name="connsiteY12" fmla="*/ 1385911 h 1486579"/>
                <a:gd name="connsiteX13" fmla="*/ 2826729 w 3856651"/>
                <a:gd name="connsiteY13" fmla="*/ 1275844 h 1486579"/>
                <a:gd name="connsiteX14" fmla="*/ 3656462 w 3856651"/>
                <a:gd name="connsiteY14" fmla="*/ 293711 h 1486579"/>
                <a:gd name="connsiteX15" fmla="*/ 3766529 w 3856651"/>
                <a:gd name="connsiteY15" fmla="*/ 22778 h 1486579"/>
                <a:gd name="connsiteX16" fmla="*/ 3851195 w 3856651"/>
                <a:gd name="connsiteY16" fmla="*/ 73578 h 1486579"/>
                <a:gd name="connsiteX17" fmla="*/ 3605662 w 3856651"/>
                <a:gd name="connsiteY17" fmla="*/ 539244 h 1486579"/>
                <a:gd name="connsiteX18" fmla="*/ 2835195 w 3856651"/>
                <a:gd name="connsiteY18" fmla="*/ 1377444 h 1486579"/>
                <a:gd name="connsiteX19" fmla="*/ 2276395 w 3856651"/>
                <a:gd name="connsiteY19" fmla="*/ 1479044 h 1486579"/>
                <a:gd name="connsiteX20" fmla="*/ 1717596 w 3856651"/>
                <a:gd name="connsiteY20" fmla="*/ 1470578 h 1486579"/>
                <a:gd name="connsiteX21" fmla="*/ 1552494 w 3856651"/>
                <a:gd name="connsiteY21" fmla="*/ 1402844 h 1486579"/>
                <a:gd name="connsiteX22" fmla="*/ 1404328 w 3856651"/>
                <a:gd name="connsiteY22" fmla="*/ 1263144 h 1486579"/>
                <a:gd name="connsiteX23" fmla="*/ 1129162 w 3856651"/>
                <a:gd name="connsiteY23" fmla="*/ 1055710 h 1486579"/>
                <a:gd name="connsiteX24" fmla="*/ 803196 w 3856651"/>
                <a:gd name="connsiteY24" fmla="*/ 793245 h 1486579"/>
                <a:gd name="connsiteX25" fmla="*/ 451828 w 3856651"/>
                <a:gd name="connsiteY25" fmla="*/ 471511 h 1486579"/>
                <a:gd name="connsiteX26" fmla="*/ 117395 w 3856651"/>
                <a:gd name="connsiteY26" fmla="*/ 179412 h 1486579"/>
                <a:gd name="connsiteX27" fmla="*/ 3096 w 3856651"/>
                <a:gd name="connsiteY27" fmla="*/ 98978 h 1486579"/>
                <a:gd name="connsiteX28" fmla="*/ 45429 w 3856651"/>
                <a:gd name="connsiteY28" fmla="*/ 18544 h 1486579"/>
                <a:gd name="connsiteX0" fmla="*/ 45429 w 3856651"/>
                <a:gd name="connsiteY0" fmla="*/ 18544 h 1486579"/>
                <a:gd name="connsiteX1" fmla="*/ 180894 w 3856651"/>
                <a:gd name="connsiteY1" fmla="*/ 128611 h 1486579"/>
                <a:gd name="connsiteX2" fmla="*/ 405262 w 3856651"/>
                <a:gd name="connsiteY2" fmla="*/ 336044 h 1486579"/>
                <a:gd name="connsiteX3" fmla="*/ 934429 w 3856651"/>
                <a:gd name="connsiteY3" fmla="*/ 839812 h 1486579"/>
                <a:gd name="connsiteX4" fmla="*/ 1294259 w 3856651"/>
                <a:gd name="connsiteY4" fmla="*/ 1102278 h 1486579"/>
                <a:gd name="connsiteX5" fmla="*/ 1649862 w 3856651"/>
                <a:gd name="connsiteY5" fmla="*/ 1377444 h 1486579"/>
                <a:gd name="connsiteX6" fmla="*/ 1675262 w 3856651"/>
                <a:gd name="connsiteY6" fmla="*/ 1199644 h 1486579"/>
                <a:gd name="connsiteX7" fmla="*/ 1793795 w 3856651"/>
                <a:gd name="connsiteY7" fmla="*/ 1148844 h 1486579"/>
                <a:gd name="connsiteX8" fmla="*/ 1810729 w 3856651"/>
                <a:gd name="connsiteY8" fmla="*/ 1352044 h 1486579"/>
                <a:gd name="connsiteX9" fmla="*/ 2208662 w 3856651"/>
                <a:gd name="connsiteY9" fmla="*/ 1436711 h 1486579"/>
                <a:gd name="connsiteX10" fmla="*/ 2217129 w 3856651"/>
                <a:gd name="connsiteY10" fmla="*/ 1157311 h 1486579"/>
                <a:gd name="connsiteX11" fmla="*/ 2327195 w 3856651"/>
                <a:gd name="connsiteY11" fmla="*/ 1148844 h 1486579"/>
                <a:gd name="connsiteX12" fmla="*/ 2310262 w 3856651"/>
                <a:gd name="connsiteY12" fmla="*/ 1385911 h 1486579"/>
                <a:gd name="connsiteX13" fmla="*/ 2826729 w 3856651"/>
                <a:gd name="connsiteY13" fmla="*/ 1275844 h 1486579"/>
                <a:gd name="connsiteX14" fmla="*/ 3656462 w 3856651"/>
                <a:gd name="connsiteY14" fmla="*/ 293711 h 1486579"/>
                <a:gd name="connsiteX15" fmla="*/ 3766529 w 3856651"/>
                <a:gd name="connsiteY15" fmla="*/ 22778 h 1486579"/>
                <a:gd name="connsiteX16" fmla="*/ 3851195 w 3856651"/>
                <a:gd name="connsiteY16" fmla="*/ 73578 h 1486579"/>
                <a:gd name="connsiteX17" fmla="*/ 3605662 w 3856651"/>
                <a:gd name="connsiteY17" fmla="*/ 539244 h 1486579"/>
                <a:gd name="connsiteX18" fmla="*/ 2835195 w 3856651"/>
                <a:gd name="connsiteY18" fmla="*/ 1377444 h 1486579"/>
                <a:gd name="connsiteX19" fmla="*/ 2276395 w 3856651"/>
                <a:gd name="connsiteY19" fmla="*/ 1479044 h 1486579"/>
                <a:gd name="connsiteX20" fmla="*/ 1717596 w 3856651"/>
                <a:gd name="connsiteY20" fmla="*/ 1470578 h 1486579"/>
                <a:gd name="connsiteX21" fmla="*/ 1552494 w 3856651"/>
                <a:gd name="connsiteY21" fmla="*/ 1402844 h 1486579"/>
                <a:gd name="connsiteX22" fmla="*/ 1404328 w 3856651"/>
                <a:gd name="connsiteY22" fmla="*/ 1263144 h 1486579"/>
                <a:gd name="connsiteX23" fmla="*/ 1133395 w 3856651"/>
                <a:gd name="connsiteY23" fmla="*/ 1064176 h 1486579"/>
                <a:gd name="connsiteX24" fmla="*/ 803196 w 3856651"/>
                <a:gd name="connsiteY24" fmla="*/ 793245 h 1486579"/>
                <a:gd name="connsiteX25" fmla="*/ 451828 w 3856651"/>
                <a:gd name="connsiteY25" fmla="*/ 471511 h 1486579"/>
                <a:gd name="connsiteX26" fmla="*/ 117395 w 3856651"/>
                <a:gd name="connsiteY26" fmla="*/ 179412 h 1486579"/>
                <a:gd name="connsiteX27" fmla="*/ 3096 w 3856651"/>
                <a:gd name="connsiteY27" fmla="*/ 98978 h 1486579"/>
                <a:gd name="connsiteX28" fmla="*/ 45429 w 3856651"/>
                <a:gd name="connsiteY28" fmla="*/ 18544 h 1486579"/>
                <a:gd name="connsiteX0" fmla="*/ 45429 w 3856651"/>
                <a:gd name="connsiteY0" fmla="*/ 18544 h 1486579"/>
                <a:gd name="connsiteX1" fmla="*/ 180894 w 3856651"/>
                <a:gd name="connsiteY1" fmla="*/ 128611 h 1486579"/>
                <a:gd name="connsiteX2" fmla="*/ 405262 w 3856651"/>
                <a:gd name="connsiteY2" fmla="*/ 336044 h 1486579"/>
                <a:gd name="connsiteX3" fmla="*/ 959829 w 3856651"/>
                <a:gd name="connsiteY3" fmla="*/ 844046 h 1486579"/>
                <a:gd name="connsiteX4" fmla="*/ 1294259 w 3856651"/>
                <a:gd name="connsiteY4" fmla="*/ 1102278 h 1486579"/>
                <a:gd name="connsiteX5" fmla="*/ 1649862 w 3856651"/>
                <a:gd name="connsiteY5" fmla="*/ 1377444 h 1486579"/>
                <a:gd name="connsiteX6" fmla="*/ 1675262 w 3856651"/>
                <a:gd name="connsiteY6" fmla="*/ 1199644 h 1486579"/>
                <a:gd name="connsiteX7" fmla="*/ 1793795 w 3856651"/>
                <a:gd name="connsiteY7" fmla="*/ 1148844 h 1486579"/>
                <a:gd name="connsiteX8" fmla="*/ 1810729 w 3856651"/>
                <a:gd name="connsiteY8" fmla="*/ 1352044 h 1486579"/>
                <a:gd name="connsiteX9" fmla="*/ 2208662 w 3856651"/>
                <a:gd name="connsiteY9" fmla="*/ 1436711 h 1486579"/>
                <a:gd name="connsiteX10" fmla="*/ 2217129 w 3856651"/>
                <a:gd name="connsiteY10" fmla="*/ 1157311 h 1486579"/>
                <a:gd name="connsiteX11" fmla="*/ 2327195 w 3856651"/>
                <a:gd name="connsiteY11" fmla="*/ 1148844 h 1486579"/>
                <a:gd name="connsiteX12" fmla="*/ 2310262 w 3856651"/>
                <a:gd name="connsiteY12" fmla="*/ 1385911 h 1486579"/>
                <a:gd name="connsiteX13" fmla="*/ 2826729 w 3856651"/>
                <a:gd name="connsiteY13" fmla="*/ 1275844 h 1486579"/>
                <a:gd name="connsiteX14" fmla="*/ 3656462 w 3856651"/>
                <a:gd name="connsiteY14" fmla="*/ 293711 h 1486579"/>
                <a:gd name="connsiteX15" fmla="*/ 3766529 w 3856651"/>
                <a:gd name="connsiteY15" fmla="*/ 22778 h 1486579"/>
                <a:gd name="connsiteX16" fmla="*/ 3851195 w 3856651"/>
                <a:gd name="connsiteY16" fmla="*/ 73578 h 1486579"/>
                <a:gd name="connsiteX17" fmla="*/ 3605662 w 3856651"/>
                <a:gd name="connsiteY17" fmla="*/ 539244 h 1486579"/>
                <a:gd name="connsiteX18" fmla="*/ 2835195 w 3856651"/>
                <a:gd name="connsiteY18" fmla="*/ 1377444 h 1486579"/>
                <a:gd name="connsiteX19" fmla="*/ 2276395 w 3856651"/>
                <a:gd name="connsiteY19" fmla="*/ 1479044 h 1486579"/>
                <a:gd name="connsiteX20" fmla="*/ 1717596 w 3856651"/>
                <a:gd name="connsiteY20" fmla="*/ 1470578 h 1486579"/>
                <a:gd name="connsiteX21" fmla="*/ 1552494 w 3856651"/>
                <a:gd name="connsiteY21" fmla="*/ 1402844 h 1486579"/>
                <a:gd name="connsiteX22" fmla="*/ 1404328 w 3856651"/>
                <a:gd name="connsiteY22" fmla="*/ 1263144 h 1486579"/>
                <a:gd name="connsiteX23" fmla="*/ 1133395 w 3856651"/>
                <a:gd name="connsiteY23" fmla="*/ 1064176 h 1486579"/>
                <a:gd name="connsiteX24" fmla="*/ 803196 w 3856651"/>
                <a:gd name="connsiteY24" fmla="*/ 793245 h 1486579"/>
                <a:gd name="connsiteX25" fmla="*/ 451828 w 3856651"/>
                <a:gd name="connsiteY25" fmla="*/ 471511 h 1486579"/>
                <a:gd name="connsiteX26" fmla="*/ 117395 w 3856651"/>
                <a:gd name="connsiteY26" fmla="*/ 179412 h 1486579"/>
                <a:gd name="connsiteX27" fmla="*/ 3096 w 3856651"/>
                <a:gd name="connsiteY27" fmla="*/ 98978 h 1486579"/>
                <a:gd name="connsiteX28" fmla="*/ 45429 w 3856651"/>
                <a:gd name="connsiteY28" fmla="*/ 18544 h 1486579"/>
                <a:gd name="connsiteX0" fmla="*/ 38422 w 3858110"/>
                <a:gd name="connsiteY0" fmla="*/ 39711 h 1486579"/>
                <a:gd name="connsiteX1" fmla="*/ 182353 w 3858110"/>
                <a:gd name="connsiteY1" fmla="*/ 128611 h 1486579"/>
                <a:gd name="connsiteX2" fmla="*/ 406721 w 3858110"/>
                <a:gd name="connsiteY2" fmla="*/ 336044 h 1486579"/>
                <a:gd name="connsiteX3" fmla="*/ 961288 w 3858110"/>
                <a:gd name="connsiteY3" fmla="*/ 844046 h 1486579"/>
                <a:gd name="connsiteX4" fmla="*/ 1295718 w 3858110"/>
                <a:gd name="connsiteY4" fmla="*/ 1102278 h 1486579"/>
                <a:gd name="connsiteX5" fmla="*/ 1651321 w 3858110"/>
                <a:gd name="connsiteY5" fmla="*/ 1377444 h 1486579"/>
                <a:gd name="connsiteX6" fmla="*/ 1676721 w 3858110"/>
                <a:gd name="connsiteY6" fmla="*/ 1199644 h 1486579"/>
                <a:gd name="connsiteX7" fmla="*/ 1795254 w 3858110"/>
                <a:gd name="connsiteY7" fmla="*/ 1148844 h 1486579"/>
                <a:gd name="connsiteX8" fmla="*/ 1812188 w 3858110"/>
                <a:gd name="connsiteY8" fmla="*/ 1352044 h 1486579"/>
                <a:gd name="connsiteX9" fmla="*/ 2210121 w 3858110"/>
                <a:gd name="connsiteY9" fmla="*/ 1436711 h 1486579"/>
                <a:gd name="connsiteX10" fmla="*/ 2218588 w 3858110"/>
                <a:gd name="connsiteY10" fmla="*/ 1157311 h 1486579"/>
                <a:gd name="connsiteX11" fmla="*/ 2328654 w 3858110"/>
                <a:gd name="connsiteY11" fmla="*/ 1148844 h 1486579"/>
                <a:gd name="connsiteX12" fmla="*/ 2311721 w 3858110"/>
                <a:gd name="connsiteY12" fmla="*/ 1385911 h 1486579"/>
                <a:gd name="connsiteX13" fmla="*/ 2828188 w 3858110"/>
                <a:gd name="connsiteY13" fmla="*/ 1275844 h 1486579"/>
                <a:gd name="connsiteX14" fmla="*/ 3657921 w 3858110"/>
                <a:gd name="connsiteY14" fmla="*/ 293711 h 1486579"/>
                <a:gd name="connsiteX15" fmla="*/ 3767988 w 3858110"/>
                <a:gd name="connsiteY15" fmla="*/ 22778 h 1486579"/>
                <a:gd name="connsiteX16" fmla="*/ 3852654 w 3858110"/>
                <a:gd name="connsiteY16" fmla="*/ 73578 h 1486579"/>
                <a:gd name="connsiteX17" fmla="*/ 3607121 w 3858110"/>
                <a:gd name="connsiteY17" fmla="*/ 539244 h 1486579"/>
                <a:gd name="connsiteX18" fmla="*/ 2836654 w 3858110"/>
                <a:gd name="connsiteY18" fmla="*/ 1377444 h 1486579"/>
                <a:gd name="connsiteX19" fmla="*/ 2277854 w 3858110"/>
                <a:gd name="connsiteY19" fmla="*/ 1479044 h 1486579"/>
                <a:gd name="connsiteX20" fmla="*/ 1719055 w 3858110"/>
                <a:gd name="connsiteY20" fmla="*/ 1470578 h 1486579"/>
                <a:gd name="connsiteX21" fmla="*/ 1553953 w 3858110"/>
                <a:gd name="connsiteY21" fmla="*/ 1402844 h 1486579"/>
                <a:gd name="connsiteX22" fmla="*/ 1405787 w 3858110"/>
                <a:gd name="connsiteY22" fmla="*/ 1263144 h 1486579"/>
                <a:gd name="connsiteX23" fmla="*/ 1134854 w 3858110"/>
                <a:gd name="connsiteY23" fmla="*/ 1064176 h 1486579"/>
                <a:gd name="connsiteX24" fmla="*/ 804655 w 3858110"/>
                <a:gd name="connsiteY24" fmla="*/ 793245 h 1486579"/>
                <a:gd name="connsiteX25" fmla="*/ 453287 w 3858110"/>
                <a:gd name="connsiteY25" fmla="*/ 471511 h 1486579"/>
                <a:gd name="connsiteX26" fmla="*/ 118854 w 3858110"/>
                <a:gd name="connsiteY26" fmla="*/ 179412 h 1486579"/>
                <a:gd name="connsiteX27" fmla="*/ 4555 w 3858110"/>
                <a:gd name="connsiteY27" fmla="*/ 98978 h 1486579"/>
                <a:gd name="connsiteX28" fmla="*/ 38422 w 3858110"/>
                <a:gd name="connsiteY28" fmla="*/ 39711 h 1486579"/>
                <a:gd name="connsiteX0" fmla="*/ 38697 w 3858385"/>
                <a:gd name="connsiteY0" fmla="*/ 39711 h 1486579"/>
                <a:gd name="connsiteX1" fmla="*/ 195328 w 3858385"/>
                <a:gd name="connsiteY1" fmla="*/ 137077 h 1486579"/>
                <a:gd name="connsiteX2" fmla="*/ 406996 w 3858385"/>
                <a:gd name="connsiteY2" fmla="*/ 336044 h 1486579"/>
                <a:gd name="connsiteX3" fmla="*/ 961563 w 3858385"/>
                <a:gd name="connsiteY3" fmla="*/ 844046 h 1486579"/>
                <a:gd name="connsiteX4" fmla="*/ 1295993 w 3858385"/>
                <a:gd name="connsiteY4" fmla="*/ 1102278 h 1486579"/>
                <a:gd name="connsiteX5" fmla="*/ 1651596 w 3858385"/>
                <a:gd name="connsiteY5" fmla="*/ 1377444 h 1486579"/>
                <a:gd name="connsiteX6" fmla="*/ 1676996 w 3858385"/>
                <a:gd name="connsiteY6" fmla="*/ 1199644 h 1486579"/>
                <a:gd name="connsiteX7" fmla="*/ 1795529 w 3858385"/>
                <a:gd name="connsiteY7" fmla="*/ 1148844 h 1486579"/>
                <a:gd name="connsiteX8" fmla="*/ 1812463 w 3858385"/>
                <a:gd name="connsiteY8" fmla="*/ 1352044 h 1486579"/>
                <a:gd name="connsiteX9" fmla="*/ 2210396 w 3858385"/>
                <a:gd name="connsiteY9" fmla="*/ 1436711 h 1486579"/>
                <a:gd name="connsiteX10" fmla="*/ 2218863 w 3858385"/>
                <a:gd name="connsiteY10" fmla="*/ 1157311 h 1486579"/>
                <a:gd name="connsiteX11" fmla="*/ 2328929 w 3858385"/>
                <a:gd name="connsiteY11" fmla="*/ 1148844 h 1486579"/>
                <a:gd name="connsiteX12" fmla="*/ 2311996 w 3858385"/>
                <a:gd name="connsiteY12" fmla="*/ 1385911 h 1486579"/>
                <a:gd name="connsiteX13" fmla="*/ 2828463 w 3858385"/>
                <a:gd name="connsiteY13" fmla="*/ 1275844 h 1486579"/>
                <a:gd name="connsiteX14" fmla="*/ 3658196 w 3858385"/>
                <a:gd name="connsiteY14" fmla="*/ 293711 h 1486579"/>
                <a:gd name="connsiteX15" fmla="*/ 3768263 w 3858385"/>
                <a:gd name="connsiteY15" fmla="*/ 22778 h 1486579"/>
                <a:gd name="connsiteX16" fmla="*/ 3852929 w 3858385"/>
                <a:gd name="connsiteY16" fmla="*/ 73578 h 1486579"/>
                <a:gd name="connsiteX17" fmla="*/ 3607396 w 3858385"/>
                <a:gd name="connsiteY17" fmla="*/ 539244 h 1486579"/>
                <a:gd name="connsiteX18" fmla="*/ 2836929 w 3858385"/>
                <a:gd name="connsiteY18" fmla="*/ 1377444 h 1486579"/>
                <a:gd name="connsiteX19" fmla="*/ 2278129 w 3858385"/>
                <a:gd name="connsiteY19" fmla="*/ 1479044 h 1486579"/>
                <a:gd name="connsiteX20" fmla="*/ 1719330 w 3858385"/>
                <a:gd name="connsiteY20" fmla="*/ 1470578 h 1486579"/>
                <a:gd name="connsiteX21" fmla="*/ 1554228 w 3858385"/>
                <a:gd name="connsiteY21" fmla="*/ 1402844 h 1486579"/>
                <a:gd name="connsiteX22" fmla="*/ 1406062 w 3858385"/>
                <a:gd name="connsiteY22" fmla="*/ 1263144 h 1486579"/>
                <a:gd name="connsiteX23" fmla="*/ 1135129 w 3858385"/>
                <a:gd name="connsiteY23" fmla="*/ 1064176 h 1486579"/>
                <a:gd name="connsiteX24" fmla="*/ 804930 w 3858385"/>
                <a:gd name="connsiteY24" fmla="*/ 793245 h 1486579"/>
                <a:gd name="connsiteX25" fmla="*/ 453562 w 3858385"/>
                <a:gd name="connsiteY25" fmla="*/ 471511 h 1486579"/>
                <a:gd name="connsiteX26" fmla="*/ 119129 w 3858385"/>
                <a:gd name="connsiteY26" fmla="*/ 179412 h 1486579"/>
                <a:gd name="connsiteX27" fmla="*/ 4830 w 3858385"/>
                <a:gd name="connsiteY27" fmla="*/ 98978 h 1486579"/>
                <a:gd name="connsiteX28" fmla="*/ 38697 w 3858385"/>
                <a:gd name="connsiteY28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06902 w 3858291"/>
                <a:gd name="connsiteY2" fmla="*/ 336044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51502 w 3858291"/>
                <a:gd name="connsiteY5" fmla="*/ 1377444 h 1486579"/>
                <a:gd name="connsiteX6" fmla="*/ 1676902 w 3858291"/>
                <a:gd name="connsiteY6" fmla="*/ 1199644 h 1486579"/>
                <a:gd name="connsiteX7" fmla="*/ 1795435 w 3858291"/>
                <a:gd name="connsiteY7" fmla="*/ 1148844 h 1486579"/>
                <a:gd name="connsiteX8" fmla="*/ 1812369 w 3858291"/>
                <a:gd name="connsiteY8" fmla="*/ 1352044 h 1486579"/>
                <a:gd name="connsiteX9" fmla="*/ 2210302 w 3858291"/>
                <a:gd name="connsiteY9" fmla="*/ 1436711 h 1486579"/>
                <a:gd name="connsiteX10" fmla="*/ 2218769 w 3858291"/>
                <a:gd name="connsiteY10" fmla="*/ 1157311 h 1486579"/>
                <a:gd name="connsiteX11" fmla="*/ 2328835 w 3858291"/>
                <a:gd name="connsiteY11" fmla="*/ 1148844 h 1486579"/>
                <a:gd name="connsiteX12" fmla="*/ 2311902 w 3858291"/>
                <a:gd name="connsiteY12" fmla="*/ 1385911 h 1486579"/>
                <a:gd name="connsiteX13" fmla="*/ 2828369 w 3858291"/>
                <a:gd name="connsiteY13" fmla="*/ 1275844 h 1486579"/>
                <a:gd name="connsiteX14" fmla="*/ 3658102 w 3858291"/>
                <a:gd name="connsiteY14" fmla="*/ 293711 h 1486579"/>
                <a:gd name="connsiteX15" fmla="*/ 3768169 w 3858291"/>
                <a:gd name="connsiteY15" fmla="*/ 22778 h 1486579"/>
                <a:gd name="connsiteX16" fmla="*/ 3852835 w 3858291"/>
                <a:gd name="connsiteY16" fmla="*/ 73578 h 1486579"/>
                <a:gd name="connsiteX17" fmla="*/ 3607302 w 3858291"/>
                <a:gd name="connsiteY17" fmla="*/ 539244 h 1486579"/>
                <a:gd name="connsiteX18" fmla="*/ 2836835 w 3858291"/>
                <a:gd name="connsiteY18" fmla="*/ 1377444 h 1486579"/>
                <a:gd name="connsiteX19" fmla="*/ 2278035 w 3858291"/>
                <a:gd name="connsiteY19" fmla="*/ 1479044 h 1486579"/>
                <a:gd name="connsiteX20" fmla="*/ 1719236 w 3858291"/>
                <a:gd name="connsiteY20" fmla="*/ 1470578 h 1486579"/>
                <a:gd name="connsiteX21" fmla="*/ 1554134 w 3858291"/>
                <a:gd name="connsiteY21" fmla="*/ 1402844 h 1486579"/>
                <a:gd name="connsiteX22" fmla="*/ 1405968 w 3858291"/>
                <a:gd name="connsiteY22" fmla="*/ 1263144 h 1486579"/>
                <a:gd name="connsiteX23" fmla="*/ 1135035 w 3858291"/>
                <a:gd name="connsiteY23" fmla="*/ 1064176 h 1486579"/>
                <a:gd name="connsiteX24" fmla="*/ 804836 w 3858291"/>
                <a:gd name="connsiteY24" fmla="*/ 793245 h 1486579"/>
                <a:gd name="connsiteX25" fmla="*/ 453468 w 3858291"/>
                <a:gd name="connsiteY25" fmla="*/ 471511 h 1486579"/>
                <a:gd name="connsiteX26" fmla="*/ 119035 w 3858291"/>
                <a:gd name="connsiteY26" fmla="*/ 179412 h 1486579"/>
                <a:gd name="connsiteX27" fmla="*/ 4736 w 3858291"/>
                <a:gd name="connsiteY27" fmla="*/ 98978 h 1486579"/>
                <a:gd name="connsiteX28" fmla="*/ 38603 w 3858291"/>
                <a:gd name="connsiteY28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51502 w 3858291"/>
                <a:gd name="connsiteY5" fmla="*/ 1377444 h 1486579"/>
                <a:gd name="connsiteX6" fmla="*/ 1676902 w 3858291"/>
                <a:gd name="connsiteY6" fmla="*/ 1199644 h 1486579"/>
                <a:gd name="connsiteX7" fmla="*/ 1795435 w 3858291"/>
                <a:gd name="connsiteY7" fmla="*/ 1148844 h 1486579"/>
                <a:gd name="connsiteX8" fmla="*/ 1812369 w 3858291"/>
                <a:gd name="connsiteY8" fmla="*/ 1352044 h 1486579"/>
                <a:gd name="connsiteX9" fmla="*/ 2210302 w 3858291"/>
                <a:gd name="connsiteY9" fmla="*/ 1436711 h 1486579"/>
                <a:gd name="connsiteX10" fmla="*/ 2218769 w 3858291"/>
                <a:gd name="connsiteY10" fmla="*/ 1157311 h 1486579"/>
                <a:gd name="connsiteX11" fmla="*/ 2328835 w 3858291"/>
                <a:gd name="connsiteY11" fmla="*/ 1148844 h 1486579"/>
                <a:gd name="connsiteX12" fmla="*/ 2311902 w 3858291"/>
                <a:gd name="connsiteY12" fmla="*/ 1385911 h 1486579"/>
                <a:gd name="connsiteX13" fmla="*/ 2828369 w 3858291"/>
                <a:gd name="connsiteY13" fmla="*/ 1275844 h 1486579"/>
                <a:gd name="connsiteX14" fmla="*/ 3658102 w 3858291"/>
                <a:gd name="connsiteY14" fmla="*/ 293711 h 1486579"/>
                <a:gd name="connsiteX15" fmla="*/ 3768169 w 3858291"/>
                <a:gd name="connsiteY15" fmla="*/ 22778 h 1486579"/>
                <a:gd name="connsiteX16" fmla="*/ 3852835 w 3858291"/>
                <a:gd name="connsiteY16" fmla="*/ 73578 h 1486579"/>
                <a:gd name="connsiteX17" fmla="*/ 3607302 w 3858291"/>
                <a:gd name="connsiteY17" fmla="*/ 539244 h 1486579"/>
                <a:gd name="connsiteX18" fmla="*/ 2836835 w 3858291"/>
                <a:gd name="connsiteY18" fmla="*/ 1377444 h 1486579"/>
                <a:gd name="connsiteX19" fmla="*/ 2278035 w 3858291"/>
                <a:gd name="connsiteY19" fmla="*/ 1479044 h 1486579"/>
                <a:gd name="connsiteX20" fmla="*/ 1719236 w 3858291"/>
                <a:gd name="connsiteY20" fmla="*/ 1470578 h 1486579"/>
                <a:gd name="connsiteX21" fmla="*/ 1554134 w 3858291"/>
                <a:gd name="connsiteY21" fmla="*/ 1402844 h 1486579"/>
                <a:gd name="connsiteX22" fmla="*/ 1405968 w 3858291"/>
                <a:gd name="connsiteY22" fmla="*/ 1263144 h 1486579"/>
                <a:gd name="connsiteX23" fmla="*/ 1135035 w 3858291"/>
                <a:gd name="connsiteY23" fmla="*/ 1064176 h 1486579"/>
                <a:gd name="connsiteX24" fmla="*/ 804836 w 3858291"/>
                <a:gd name="connsiteY24" fmla="*/ 793245 h 1486579"/>
                <a:gd name="connsiteX25" fmla="*/ 453468 w 3858291"/>
                <a:gd name="connsiteY25" fmla="*/ 471511 h 1486579"/>
                <a:gd name="connsiteX26" fmla="*/ 119035 w 3858291"/>
                <a:gd name="connsiteY26" fmla="*/ 179412 h 1486579"/>
                <a:gd name="connsiteX27" fmla="*/ 4736 w 3858291"/>
                <a:gd name="connsiteY27" fmla="*/ 98978 h 1486579"/>
                <a:gd name="connsiteX28" fmla="*/ 38603 w 3858291"/>
                <a:gd name="connsiteY28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51502 w 3858291"/>
                <a:gd name="connsiteY5" fmla="*/ 1377444 h 1486579"/>
                <a:gd name="connsiteX6" fmla="*/ 1676902 w 3858291"/>
                <a:gd name="connsiteY6" fmla="*/ 1199644 h 1486579"/>
                <a:gd name="connsiteX7" fmla="*/ 1795435 w 3858291"/>
                <a:gd name="connsiteY7" fmla="*/ 1148844 h 1486579"/>
                <a:gd name="connsiteX8" fmla="*/ 1812369 w 3858291"/>
                <a:gd name="connsiteY8" fmla="*/ 1352044 h 1486579"/>
                <a:gd name="connsiteX9" fmla="*/ 2210302 w 3858291"/>
                <a:gd name="connsiteY9" fmla="*/ 1436711 h 1486579"/>
                <a:gd name="connsiteX10" fmla="*/ 2218769 w 3858291"/>
                <a:gd name="connsiteY10" fmla="*/ 1157311 h 1486579"/>
                <a:gd name="connsiteX11" fmla="*/ 2328835 w 3858291"/>
                <a:gd name="connsiteY11" fmla="*/ 1148844 h 1486579"/>
                <a:gd name="connsiteX12" fmla="*/ 2311902 w 3858291"/>
                <a:gd name="connsiteY12" fmla="*/ 1385911 h 1486579"/>
                <a:gd name="connsiteX13" fmla="*/ 2828369 w 3858291"/>
                <a:gd name="connsiteY13" fmla="*/ 1275844 h 1486579"/>
                <a:gd name="connsiteX14" fmla="*/ 3658102 w 3858291"/>
                <a:gd name="connsiteY14" fmla="*/ 293711 h 1486579"/>
                <a:gd name="connsiteX15" fmla="*/ 3768169 w 3858291"/>
                <a:gd name="connsiteY15" fmla="*/ 22778 h 1486579"/>
                <a:gd name="connsiteX16" fmla="*/ 3852835 w 3858291"/>
                <a:gd name="connsiteY16" fmla="*/ 73578 h 1486579"/>
                <a:gd name="connsiteX17" fmla="*/ 3607302 w 3858291"/>
                <a:gd name="connsiteY17" fmla="*/ 539244 h 1486579"/>
                <a:gd name="connsiteX18" fmla="*/ 2836835 w 3858291"/>
                <a:gd name="connsiteY18" fmla="*/ 1377444 h 1486579"/>
                <a:gd name="connsiteX19" fmla="*/ 2278035 w 3858291"/>
                <a:gd name="connsiteY19" fmla="*/ 1479044 h 1486579"/>
                <a:gd name="connsiteX20" fmla="*/ 1719236 w 3858291"/>
                <a:gd name="connsiteY20" fmla="*/ 1470578 h 1486579"/>
                <a:gd name="connsiteX21" fmla="*/ 1554134 w 3858291"/>
                <a:gd name="connsiteY21" fmla="*/ 1402844 h 1486579"/>
                <a:gd name="connsiteX22" fmla="*/ 1401735 w 3858291"/>
                <a:gd name="connsiteY22" fmla="*/ 1267378 h 1486579"/>
                <a:gd name="connsiteX23" fmla="*/ 1135035 w 3858291"/>
                <a:gd name="connsiteY23" fmla="*/ 1064176 h 1486579"/>
                <a:gd name="connsiteX24" fmla="*/ 804836 w 3858291"/>
                <a:gd name="connsiteY24" fmla="*/ 793245 h 1486579"/>
                <a:gd name="connsiteX25" fmla="*/ 453468 w 3858291"/>
                <a:gd name="connsiteY25" fmla="*/ 471511 h 1486579"/>
                <a:gd name="connsiteX26" fmla="*/ 119035 w 3858291"/>
                <a:gd name="connsiteY26" fmla="*/ 179412 h 1486579"/>
                <a:gd name="connsiteX27" fmla="*/ 4736 w 3858291"/>
                <a:gd name="connsiteY27" fmla="*/ 98978 h 1486579"/>
                <a:gd name="connsiteX28" fmla="*/ 38603 w 3858291"/>
                <a:gd name="connsiteY28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64202 w 3858291"/>
                <a:gd name="connsiteY5" fmla="*/ 1368978 h 1486579"/>
                <a:gd name="connsiteX6" fmla="*/ 1676902 w 3858291"/>
                <a:gd name="connsiteY6" fmla="*/ 1199644 h 1486579"/>
                <a:gd name="connsiteX7" fmla="*/ 1795435 w 3858291"/>
                <a:gd name="connsiteY7" fmla="*/ 1148844 h 1486579"/>
                <a:gd name="connsiteX8" fmla="*/ 1812369 w 3858291"/>
                <a:gd name="connsiteY8" fmla="*/ 1352044 h 1486579"/>
                <a:gd name="connsiteX9" fmla="*/ 2210302 w 3858291"/>
                <a:gd name="connsiteY9" fmla="*/ 1436711 h 1486579"/>
                <a:gd name="connsiteX10" fmla="*/ 2218769 w 3858291"/>
                <a:gd name="connsiteY10" fmla="*/ 1157311 h 1486579"/>
                <a:gd name="connsiteX11" fmla="*/ 2328835 w 3858291"/>
                <a:gd name="connsiteY11" fmla="*/ 1148844 h 1486579"/>
                <a:gd name="connsiteX12" fmla="*/ 2311902 w 3858291"/>
                <a:gd name="connsiteY12" fmla="*/ 1385911 h 1486579"/>
                <a:gd name="connsiteX13" fmla="*/ 2828369 w 3858291"/>
                <a:gd name="connsiteY13" fmla="*/ 1275844 h 1486579"/>
                <a:gd name="connsiteX14" fmla="*/ 3658102 w 3858291"/>
                <a:gd name="connsiteY14" fmla="*/ 293711 h 1486579"/>
                <a:gd name="connsiteX15" fmla="*/ 3768169 w 3858291"/>
                <a:gd name="connsiteY15" fmla="*/ 22778 h 1486579"/>
                <a:gd name="connsiteX16" fmla="*/ 3852835 w 3858291"/>
                <a:gd name="connsiteY16" fmla="*/ 73578 h 1486579"/>
                <a:gd name="connsiteX17" fmla="*/ 3607302 w 3858291"/>
                <a:gd name="connsiteY17" fmla="*/ 539244 h 1486579"/>
                <a:gd name="connsiteX18" fmla="*/ 2836835 w 3858291"/>
                <a:gd name="connsiteY18" fmla="*/ 1377444 h 1486579"/>
                <a:gd name="connsiteX19" fmla="*/ 2278035 w 3858291"/>
                <a:gd name="connsiteY19" fmla="*/ 1479044 h 1486579"/>
                <a:gd name="connsiteX20" fmla="*/ 1719236 w 3858291"/>
                <a:gd name="connsiteY20" fmla="*/ 1470578 h 1486579"/>
                <a:gd name="connsiteX21" fmla="*/ 1554134 w 3858291"/>
                <a:gd name="connsiteY21" fmla="*/ 1402844 h 1486579"/>
                <a:gd name="connsiteX22" fmla="*/ 1401735 w 3858291"/>
                <a:gd name="connsiteY22" fmla="*/ 1267378 h 1486579"/>
                <a:gd name="connsiteX23" fmla="*/ 1135035 w 3858291"/>
                <a:gd name="connsiteY23" fmla="*/ 1064176 h 1486579"/>
                <a:gd name="connsiteX24" fmla="*/ 804836 w 3858291"/>
                <a:gd name="connsiteY24" fmla="*/ 793245 h 1486579"/>
                <a:gd name="connsiteX25" fmla="*/ 453468 w 3858291"/>
                <a:gd name="connsiteY25" fmla="*/ 471511 h 1486579"/>
                <a:gd name="connsiteX26" fmla="*/ 119035 w 3858291"/>
                <a:gd name="connsiteY26" fmla="*/ 179412 h 1486579"/>
                <a:gd name="connsiteX27" fmla="*/ 4736 w 3858291"/>
                <a:gd name="connsiteY27" fmla="*/ 98978 h 1486579"/>
                <a:gd name="connsiteX28" fmla="*/ 38603 w 3858291"/>
                <a:gd name="connsiteY28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64202 w 3858291"/>
                <a:gd name="connsiteY5" fmla="*/ 1377445 h 1486579"/>
                <a:gd name="connsiteX6" fmla="*/ 1676902 w 3858291"/>
                <a:gd name="connsiteY6" fmla="*/ 1199644 h 1486579"/>
                <a:gd name="connsiteX7" fmla="*/ 1795435 w 3858291"/>
                <a:gd name="connsiteY7" fmla="*/ 1148844 h 1486579"/>
                <a:gd name="connsiteX8" fmla="*/ 1812369 w 3858291"/>
                <a:gd name="connsiteY8" fmla="*/ 1352044 h 1486579"/>
                <a:gd name="connsiteX9" fmla="*/ 2210302 w 3858291"/>
                <a:gd name="connsiteY9" fmla="*/ 1436711 h 1486579"/>
                <a:gd name="connsiteX10" fmla="*/ 2218769 w 3858291"/>
                <a:gd name="connsiteY10" fmla="*/ 1157311 h 1486579"/>
                <a:gd name="connsiteX11" fmla="*/ 2328835 w 3858291"/>
                <a:gd name="connsiteY11" fmla="*/ 1148844 h 1486579"/>
                <a:gd name="connsiteX12" fmla="*/ 2311902 w 3858291"/>
                <a:gd name="connsiteY12" fmla="*/ 1385911 h 1486579"/>
                <a:gd name="connsiteX13" fmla="*/ 2828369 w 3858291"/>
                <a:gd name="connsiteY13" fmla="*/ 1275844 h 1486579"/>
                <a:gd name="connsiteX14" fmla="*/ 3658102 w 3858291"/>
                <a:gd name="connsiteY14" fmla="*/ 293711 h 1486579"/>
                <a:gd name="connsiteX15" fmla="*/ 3768169 w 3858291"/>
                <a:gd name="connsiteY15" fmla="*/ 22778 h 1486579"/>
                <a:gd name="connsiteX16" fmla="*/ 3852835 w 3858291"/>
                <a:gd name="connsiteY16" fmla="*/ 73578 h 1486579"/>
                <a:gd name="connsiteX17" fmla="*/ 3607302 w 3858291"/>
                <a:gd name="connsiteY17" fmla="*/ 539244 h 1486579"/>
                <a:gd name="connsiteX18" fmla="*/ 2836835 w 3858291"/>
                <a:gd name="connsiteY18" fmla="*/ 1377444 h 1486579"/>
                <a:gd name="connsiteX19" fmla="*/ 2278035 w 3858291"/>
                <a:gd name="connsiteY19" fmla="*/ 1479044 h 1486579"/>
                <a:gd name="connsiteX20" fmla="*/ 1719236 w 3858291"/>
                <a:gd name="connsiteY20" fmla="*/ 1470578 h 1486579"/>
                <a:gd name="connsiteX21" fmla="*/ 1554134 w 3858291"/>
                <a:gd name="connsiteY21" fmla="*/ 1402844 h 1486579"/>
                <a:gd name="connsiteX22" fmla="*/ 1401735 w 3858291"/>
                <a:gd name="connsiteY22" fmla="*/ 1267378 h 1486579"/>
                <a:gd name="connsiteX23" fmla="*/ 1135035 w 3858291"/>
                <a:gd name="connsiteY23" fmla="*/ 1064176 h 1486579"/>
                <a:gd name="connsiteX24" fmla="*/ 804836 w 3858291"/>
                <a:gd name="connsiteY24" fmla="*/ 793245 h 1486579"/>
                <a:gd name="connsiteX25" fmla="*/ 453468 w 3858291"/>
                <a:gd name="connsiteY25" fmla="*/ 471511 h 1486579"/>
                <a:gd name="connsiteX26" fmla="*/ 119035 w 3858291"/>
                <a:gd name="connsiteY26" fmla="*/ 179412 h 1486579"/>
                <a:gd name="connsiteX27" fmla="*/ 4736 w 3858291"/>
                <a:gd name="connsiteY27" fmla="*/ 98978 h 1486579"/>
                <a:gd name="connsiteX28" fmla="*/ 38603 w 3858291"/>
                <a:gd name="connsiteY28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59968 w 3858291"/>
                <a:gd name="connsiteY5" fmla="*/ 1385912 h 1486579"/>
                <a:gd name="connsiteX6" fmla="*/ 1676902 w 3858291"/>
                <a:gd name="connsiteY6" fmla="*/ 1199644 h 1486579"/>
                <a:gd name="connsiteX7" fmla="*/ 1795435 w 3858291"/>
                <a:gd name="connsiteY7" fmla="*/ 1148844 h 1486579"/>
                <a:gd name="connsiteX8" fmla="*/ 1812369 w 3858291"/>
                <a:gd name="connsiteY8" fmla="*/ 1352044 h 1486579"/>
                <a:gd name="connsiteX9" fmla="*/ 2210302 w 3858291"/>
                <a:gd name="connsiteY9" fmla="*/ 1436711 h 1486579"/>
                <a:gd name="connsiteX10" fmla="*/ 2218769 w 3858291"/>
                <a:gd name="connsiteY10" fmla="*/ 1157311 h 1486579"/>
                <a:gd name="connsiteX11" fmla="*/ 2328835 w 3858291"/>
                <a:gd name="connsiteY11" fmla="*/ 1148844 h 1486579"/>
                <a:gd name="connsiteX12" fmla="*/ 2311902 w 3858291"/>
                <a:gd name="connsiteY12" fmla="*/ 1385911 h 1486579"/>
                <a:gd name="connsiteX13" fmla="*/ 2828369 w 3858291"/>
                <a:gd name="connsiteY13" fmla="*/ 1275844 h 1486579"/>
                <a:gd name="connsiteX14" fmla="*/ 3658102 w 3858291"/>
                <a:gd name="connsiteY14" fmla="*/ 293711 h 1486579"/>
                <a:gd name="connsiteX15" fmla="*/ 3768169 w 3858291"/>
                <a:gd name="connsiteY15" fmla="*/ 22778 h 1486579"/>
                <a:gd name="connsiteX16" fmla="*/ 3852835 w 3858291"/>
                <a:gd name="connsiteY16" fmla="*/ 73578 h 1486579"/>
                <a:gd name="connsiteX17" fmla="*/ 3607302 w 3858291"/>
                <a:gd name="connsiteY17" fmla="*/ 539244 h 1486579"/>
                <a:gd name="connsiteX18" fmla="*/ 2836835 w 3858291"/>
                <a:gd name="connsiteY18" fmla="*/ 1377444 h 1486579"/>
                <a:gd name="connsiteX19" fmla="*/ 2278035 w 3858291"/>
                <a:gd name="connsiteY19" fmla="*/ 1479044 h 1486579"/>
                <a:gd name="connsiteX20" fmla="*/ 1719236 w 3858291"/>
                <a:gd name="connsiteY20" fmla="*/ 1470578 h 1486579"/>
                <a:gd name="connsiteX21" fmla="*/ 1554134 w 3858291"/>
                <a:gd name="connsiteY21" fmla="*/ 1402844 h 1486579"/>
                <a:gd name="connsiteX22" fmla="*/ 1401735 w 3858291"/>
                <a:gd name="connsiteY22" fmla="*/ 1267378 h 1486579"/>
                <a:gd name="connsiteX23" fmla="*/ 1135035 w 3858291"/>
                <a:gd name="connsiteY23" fmla="*/ 1064176 h 1486579"/>
                <a:gd name="connsiteX24" fmla="*/ 804836 w 3858291"/>
                <a:gd name="connsiteY24" fmla="*/ 793245 h 1486579"/>
                <a:gd name="connsiteX25" fmla="*/ 453468 w 3858291"/>
                <a:gd name="connsiteY25" fmla="*/ 471511 h 1486579"/>
                <a:gd name="connsiteX26" fmla="*/ 119035 w 3858291"/>
                <a:gd name="connsiteY26" fmla="*/ 179412 h 1486579"/>
                <a:gd name="connsiteX27" fmla="*/ 4736 w 3858291"/>
                <a:gd name="connsiteY27" fmla="*/ 98978 h 1486579"/>
                <a:gd name="connsiteX28" fmla="*/ 38603 w 3858291"/>
                <a:gd name="connsiteY28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59968 w 3858291"/>
                <a:gd name="connsiteY5" fmla="*/ 1385912 h 1486579"/>
                <a:gd name="connsiteX6" fmla="*/ 1685369 w 3858291"/>
                <a:gd name="connsiteY6" fmla="*/ 1174244 h 1486579"/>
                <a:gd name="connsiteX7" fmla="*/ 1795435 w 3858291"/>
                <a:gd name="connsiteY7" fmla="*/ 1148844 h 1486579"/>
                <a:gd name="connsiteX8" fmla="*/ 1812369 w 3858291"/>
                <a:gd name="connsiteY8" fmla="*/ 1352044 h 1486579"/>
                <a:gd name="connsiteX9" fmla="*/ 2210302 w 3858291"/>
                <a:gd name="connsiteY9" fmla="*/ 1436711 h 1486579"/>
                <a:gd name="connsiteX10" fmla="*/ 2218769 w 3858291"/>
                <a:gd name="connsiteY10" fmla="*/ 1157311 h 1486579"/>
                <a:gd name="connsiteX11" fmla="*/ 2328835 w 3858291"/>
                <a:gd name="connsiteY11" fmla="*/ 1148844 h 1486579"/>
                <a:gd name="connsiteX12" fmla="*/ 2311902 w 3858291"/>
                <a:gd name="connsiteY12" fmla="*/ 1385911 h 1486579"/>
                <a:gd name="connsiteX13" fmla="*/ 2828369 w 3858291"/>
                <a:gd name="connsiteY13" fmla="*/ 1275844 h 1486579"/>
                <a:gd name="connsiteX14" fmla="*/ 3658102 w 3858291"/>
                <a:gd name="connsiteY14" fmla="*/ 293711 h 1486579"/>
                <a:gd name="connsiteX15" fmla="*/ 3768169 w 3858291"/>
                <a:gd name="connsiteY15" fmla="*/ 22778 h 1486579"/>
                <a:gd name="connsiteX16" fmla="*/ 3852835 w 3858291"/>
                <a:gd name="connsiteY16" fmla="*/ 73578 h 1486579"/>
                <a:gd name="connsiteX17" fmla="*/ 3607302 w 3858291"/>
                <a:gd name="connsiteY17" fmla="*/ 539244 h 1486579"/>
                <a:gd name="connsiteX18" fmla="*/ 2836835 w 3858291"/>
                <a:gd name="connsiteY18" fmla="*/ 1377444 h 1486579"/>
                <a:gd name="connsiteX19" fmla="*/ 2278035 w 3858291"/>
                <a:gd name="connsiteY19" fmla="*/ 1479044 h 1486579"/>
                <a:gd name="connsiteX20" fmla="*/ 1719236 w 3858291"/>
                <a:gd name="connsiteY20" fmla="*/ 1470578 h 1486579"/>
                <a:gd name="connsiteX21" fmla="*/ 1554134 w 3858291"/>
                <a:gd name="connsiteY21" fmla="*/ 1402844 h 1486579"/>
                <a:gd name="connsiteX22" fmla="*/ 1401735 w 3858291"/>
                <a:gd name="connsiteY22" fmla="*/ 1267378 h 1486579"/>
                <a:gd name="connsiteX23" fmla="*/ 1135035 w 3858291"/>
                <a:gd name="connsiteY23" fmla="*/ 1064176 h 1486579"/>
                <a:gd name="connsiteX24" fmla="*/ 804836 w 3858291"/>
                <a:gd name="connsiteY24" fmla="*/ 793245 h 1486579"/>
                <a:gd name="connsiteX25" fmla="*/ 453468 w 3858291"/>
                <a:gd name="connsiteY25" fmla="*/ 471511 h 1486579"/>
                <a:gd name="connsiteX26" fmla="*/ 119035 w 3858291"/>
                <a:gd name="connsiteY26" fmla="*/ 179412 h 1486579"/>
                <a:gd name="connsiteX27" fmla="*/ 4736 w 3858291"/>
                <a:gd name="connsiteY27" fmla="*/ 98978 h 1486579"/>
                <a:gd name="connsiteX28" fmla="*/ 38603 w 3858291"/>
                <a:gd name="connsiteY28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59968 w 3858291"/>
                <a:gd name="connsiteY5" fmla="*/ 1385912 h 1486579"/>
                <a:gd name="connsiteX6" fmla="*/ 1685369 w 3858291"/>
                <a:gd name="connsiteY6" fmla="*/ 1174244 h 1486579"/>
                <a:gd name="connsiteX7" fmla="*/ 1753102 w 3858291"/>
                <a:gd name="connsiteY7" fmla="*/ 1153077 h 1486579"/>
                <a:gd name="connsiteX8" fmla="*/ 1812369 w 3858291"/>
                <a:gd name="connsiteY8" fmla="*/ 1352044 h 1486579"/>
                <a:gd name="connsiteX9" fmla="*/ 2210302 w 3858291"/>
                <a:gd name="connsiteY9" fmla="*/ 1436711 h 1486579"/>
                <a:gd name="connsiteX10" fmla="*/ 2218769 w 3858291"/>
                <a:gd name="connsiteY10" fmla="*/ 1157311 h 1486579"/>
                <a:gd name="connsiteX11" fmla="*/ 2328835 w 3858291"/>
                <a:gd name="connsiteY11" fmla="*/ 1148844 h 1486579"/>
                <a:gd name="connsiteX12" fmla="*/ 2311902 w 3858291"/>
                <a:gd name="connsiteY12" fmla="*/ 1385911 h 1486579"/>
                <a:gd name="connsiteX13" fmla="*/ 2828369 w 3858291"/>
                <a:gd name="connsiteY13" fmla="*/ 1275844 h 1486579"/>
                <a:gd name="connsiteX14" fmla="*/ 3658102 w 3858291"/>
                <a:gd name="connsiteY14" fmla="*/ 293711 h 1486579"/>
                <a:gd name="connsiteX15" fmla="*/ 3768169 w 3858291"/>
                <a:gd name="connsiteY15" fmla="*/ 22778 h 1486579"/>
                <a:gd name="connsiteX16" fmla="*/ 3852835 w 3858291"/>
                <a:gd name="connsiteY16" fmla="*/ 73578 h 1486579"/>
                <a:gd name="connsiteX17" fmla="*/ 3607302 w 3858291"/>
                <a:gd name="connsiteY17" fmla="*/ 539244 h 1486579"/>
                <a:gd name="connsiteX18" fmla="*/ 2836835 w 3858291"/>
                <a:gd name="connsiteY18" fmla="*/ 1377444 h 1486579"/>
                <a:gd name="connsiteX19" fmla="*/ 2278035 w 3858291"/>
                <a:gd name="connsiteY19" fmla="*/ 1479044 h 1486579"/>
                <a:gd name="connsiteX20" fmla="*/ 1719236 w 3858291"/>
                <a:gd name="connsiteY20" fmla="*/ 1470578 h 1486579"/>
                <a:gd name="connsiteX21" fmla="*/ 1554134 w 3858291"/>
                <a:gd name="connsiteY21" fmla="*/ 1402844 h 1486579"/>
                <a:gd name="connsiteX22" fmla="*/ 1401735 w 3858291"/>
                <a:gd name="connsiteY22" fmla="*/ 1267378 h 1486579"/>
                <a:gd name="connsiteX23" fmla="*/ 1135035 w 3858291"/>
                <a:gd name="connsiteY23" fmla="*/ 1064176 h 1486579"/>
                <a:gd name="connsiteX24" fmla="*/ 804836 w 3858291"/>
                <a:gd name="connsiteY24" fmla="*/ 793245 h 1486579"/>
                <a:gd name="connsiteX25" fmla="*/ 453468 w 3858291"/>
                <a:gd name="connsiteY25" fmla="*/ 471511 h 1486579"/>
                <a:gd name="connsiteX26" fmla="*/ 119035 w 3858291"/>
                <a:gd name="connsiteY26" fmla="*/ 179412 h 1486579"/>
                <a:gd name="connsiteX27" fmla="*/ 4736 w 3858291"/>
                <a:gd name="connsiteY27" fmla="*/ 98978 h 1486579"/>
                <a:gd name="connsiteX28" fmla="*/ 38603 w 3858291"/>
                <a:gd name="connsiteY28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59968 w 3858291"/>
                <a:gd name="connsiteY5" fmla="*/ 1385912 h 1486579"/>
                <a:gd name="connsiteX6" fmla="*/ 1685369 w 3858291"/>
                <a:gd name="connsiteY6" fmla="*/ 1174244 h 1486579"/>
                <a:gd name="connsiteX7" fmla="*/ 1765802 w 3858291"/>
                <a:gd name="connsiteY7" fmla="*/ 1161544 h 1486579"/>
                <a:gd name="connsiteX8" fmla="*/ 1812369 w 3858291"/>
                <a:gd name="connsiteY8" fmla="*/ 1352044 h 1486579"/>
                <a:gd name="connsiteX9" fmla="*/ 2210302 w 3858291"/>
                <a:gd name="connsiteY9" fmla="*/ 1436711 h 1486579"/>
                <a:gd name="connsiteX10" fmla="*/ 2218769 w 3858291"/>
                <a:gd name="connsiteY10" fmla="*/ 1157311 h 1486579"/>
                <a:gd name="connsiteX11" fmla="*/ 2328835 w 3858291"/>
                <a:gd name="connsiteY11" fmla="*/ 1148844 h 1486579"/>
                <a:gd name="connsiteX12" fmla="*/ 2311902 w 3858291"/>
                <a:gd name="connsiteY12" fmla="*/ 1385911 h 1486579"/>
                <a:gd name="connsiteX13" fmla="*/ 2828369 w 3858291"/>
                <a:gd name="connsiteY13" fmla="*/ 1275844 h 1486579"/>
                <a:gd name="connsiteX14" fmla="*/ 3658102 w 3858291"/>
                <a:gd name="connsiteY14" fmla="*/ 293711 h 1486579"/>
                <a:gd name="connsiteX15" fmla="*/ 3768169 w 3858291"/>
                <a:gd name="connsiteY15" fmla="*/ 22778 h 1486579"/>
                <a:gd name="connsiteX16" fmla="*/ 3852835 w 3858291"/>
                <a:gd name="connsiteY16" fmla="*/ 73578 h 1486579"/>
                <a:gd name="connsiteX17" fmla="*/ 3607302 w 3858291"/>
                <a:gd name="connsiteY17" fmla="*/ 539244 h 1486579"/>
                <a:gd name="connsiteX18" fmla="*/ 2836835 w 3858291"/>
                <a:gd name="connsiteY18" fmla="*/ 1377444 h 1486579"/>
                <a:gd name="connsiteX19" fmla="*/ 2278035 w 3858291"/>
                <a:gd name="connsiteY19" fmla="*/ 1479044 h 1486579"/>
                <a:gd name="connsiteX20" fmla="*/ 1719236 w 3858291"/>
                <a:gd name="connsiteY20" fmla="*/ 1470578 h 1486579"/>
                <a:gd name="connsiteX21" fmla="*/ 1554134 w 3858291"/>
                <a:gd name="connsiteY21" fmla="*/ 1402844 h 1486579"/>
                <a:gd name="connsiteX22" fmla="*/ 1401735 w 3858291"/>
                <a:gd name="connsiteY22" fmla="*/ 1267378 h 1486579"/>
                <a:gd name="connsiteX23" fmla="*/ 1135035 w 3858291"/>
                <a:gd name="connsiteY23" fmla="*/ 1064176 h 1486579"/>
                <a:gd name="connsiteX24" fmla="*/ 804836 w 3858291"/>
                <a:gd name="connsiteY24" fmla="*/ 793245 h 1486579"/>
                <a:gd name="connsiteX25" fmla="*/ 453468 w 3858291"/>
                <a:gd name="connsiteY25" fmla="*/ 471511 h 1486579"/>
                <a:gd name="connsiteX26" fmla="*/ 119035 w 3858291"/>
                <a:gd name="connsiteY26" fmla="*/ 179412 h 1486579"/>
                <a:gd name="connsiteX27" fmla="*/ 4736 w 3858291"/>
                <a:gd name="connsiteY27" fmla="*/ 98978 h 1486579"/>
                <a:gd name="connsiteX28" fmla="*/ 38603 w 3858291"/>
                <a:gd name="connsiteY28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59968 w 3858291"/>
                <a:gd name="connsiteY5" fmla="*/ 1385912 h 1486579"/>
                <a:gd name="connsiteX6" fmla="*/ 1685369 w 3858291"/>
                <a:gd name="connsiteY6" fmla="*/ 1174244 h 1486579"/>
                <a:gd name="connsiteX7" fmla="*/ 1765802 w 3858291"/>
                <a:gd name="connsiteY7" fmla="*/ 1161544 h 1486579"/>
                <a:gd name="connsiteX8" fmla="*/ 1812369 w 3858291"/>
                <a:gd name="connsiteY8" fmla="*/ 1352044 h 1486579"/>
                <a:gd name="connsiteX9" fmla="*/ 1829302 w 3858291"/>
                <a:gd name="connsiteY9" fmla="*/ 1390144 h 1486579"/>
                <a:gd name="connsiteX10" fmla="*/ 2210302 w 3858291"/>
                <a:gd name="connsiteY10" fmla="*/ 1436711 h 1486579"/>
                <a:gd name="connsiteX11" fmla="*/ 2218769 w 3858291"/>
                <a:gd name="connsiteY11" fmla="*/ 1157311 h 1486579"/>
                <a:gd name="connsiteX12" fmla="*/ 2328835 w 3858291"/>
                <a:gd name="connsiteY12" fmla="*/ 1148844 h 1486579"/>
                <a:gd name="connsiteX13" fmla="*/ 2311902 w 3858291"/>
                <a:gd name="connsiteY13" fmla="*/ 1385911 h 1486579"/>
                <a:gd name="connsiteX14" fmla="*/ 2828369 w 3858291"/>
                <a:gd name="connsiteY14" fmla="*/ 1275844 h 1486579"/>
                <a:gd name="connsiteX15" fmla="*/ 3658102 w 3858291"/>
                <a:gd name="connsiteY15" fmla="*/ 293711 h 1486579"/>
                <a:gd name="connsiteX16" fmla="*/ 3768169 w 3858291"/>
                <a:gd name="connsiteY16" fmla="*/ 22778 h 1486579"/>
                <a:gd name="connsiteX17" fmla="*/ 3852835 w 3858291"/>
                <a:gd name="connsiteY17" fmla="*/ 73578 h 1486579"/>
                <a:gd name="connsiteX18" fmla="*/ 3607302 w 3858291"/>
                <a:gd name="connsiteY18" fmla="*/ 539244 h 1486579"/>
                <a:gd name="connsiteX19" fmla="*/ 2836835 w 3858291"/>
                <a:gd name="connsiteY19" fmla="*/ 1377444 h 1486579"/>
                <a:gd name="connsiteX20" fmla="*/ 2278035 w 3858291"/>
                <a:gd name="connsiteY20" fmla="*/ 1479044 h 1486579"/>
                <a:gd name="connsiteX21" fmla="*/ 1719236 w 3858291"/>
                <a:gd name="connsiteY21" fmla="*/ 1470578 h 1486579"/>
                <a:gd name="connsiteX22" fmla="*/ 1554134 w 3858291"/>
                <a:gd name="connsiteY22" fmla="*/ 1402844 h 1486579"/>
                <a:gd name="connsiteX23" fmla="*/ 1401735 w 3858291"/>
                <a:gd name="connsiteY23" fmla="*/ 1267378 h 1486579"/>
                <a:gd name="connsiteX24" fmla="*/ 1135035 w 3858291"/>
                <a:gd name="connsiteY24" fmla="*/ 1064176 h 1486579"/>
                <a:gd name="connsiteX25" fmla="*/ 804836 w 3858291"/>
                <a:gd name="connsiteY25" fmla="*/ 793245 h 1486579"/>
                <a:gd name="connsiteX26" fmla="*/ 453468 w 3858291"/>
                <a:gd name="connsiteY26" fmla="*/ 471511 h 1486579"/>
                <a:gd name="connsiteX27" fmla="*/ 119035 w 3858291"/>
                <a:gd name="connsiteY27" fmla="*/ 179412 h 1486579"/>
                <a:gd name="connsiteX28" fmla="*/ 4736 w 3858291"/>
                <a:gd name="connsiteY28" fmla="*/ 98978 h 1486579"/>
                <a:gd name="connsiteX29" fmla="*/ 38603 w 3858291"/>
                <a:gd name="connsiteY29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59968 w 3858291"/>
                <a:gd name="connsiteY5" fmla="*/ 1385912 h 1486579"/>
                <a:gd name="connsiteX6" fmla="*/ 1685369 w 3858291"/>
                <a:gd name="connsiteY6" fmla="*/ 1174244 h 1486579"/>
                <a:gd name="connsiteX7" fmla="*/ 1765802 w 3858291"/>
                <a:gd name="connsiteY7" fmla="*/ 1161544 h 1486579"/>
                <a:gd name="connsiteX8" fmla="*/ 1778503 w 3858291"/>
                <a:gd name="connsiteY8" fmla="*/ 1368978 h 1486579"/>
                <a:gd name="connsiteX9" fmla="*/ 1829302 w 3858291"/>
                <a:gd name="connsiteY9" fmla="*/ 1390144 h 1486579"/>
                <a:gd name="connsiteX10" fmla="*/ 2210302 w 3858291"/>
                <a:gd name="connsiteY10" fmla="*/ 1436711 h 1486579"/>
                <a:gd name="connsiteX11" fmla="*/ 2218769 w 3858291"/>
                <a:gd name="connsiteY11" fmla="*/ 1157311 h 1486579"/>
                <a:gd name="connsiteX12" fmla="*/ 2328835 w 3858291"/>
                <a:gd name="connsiteY12" fmla="*/ 1148844 h 1486579"/>
                <a:gd name="connsiteX13" fmla="*/ 2311902 w 3858291"/>
                <a:gd name="connsiteY13" fmla="*/ 1385911 h 1486579"/>
                <a:gd name="connsiteX14" fmla="*/ 2828369 w 3858291"/>
                <a:gd name="connsiteY14" fmla="*/ 1275844 h 1486579"/>
                <a:gd name="connsiteX15" fmla="*/ 3658102 w 3858291"/>
                <a:gd name="connsiteY15" fmla="*/ 293711 h 1486579"/>
                <a:gd name="connsiteX16" fmla="*/ 3768169 w 3858291"/>
                <a:gd name="connsiteY16" fmla="*/ 22778 h 1486579"/>
                <a:gd name="connsiteX17" fmla="*/ 3852835 w 3858291"/>
                <a:gd name="connsiteY17" fmla="*/ 73578 h 1486579"/>
                <a:gd name="connsiteX18" fmla="*/ 3607302 w 3858291"/>
                <a:gd name="connsiteY18" fmla="*/ 539244 h 1486579"/>
                <a:gd name="connsiteX19" fmla="*/ 2836835 w 3858291"/>
                <a:gd name="connsiteY19" fmla="*/ 1377444 h 1486579"/>
                <a:gd name="connsiteX20" fmla="*/ 2278035 w 3858291"/>
                <a:gd name="connsiteY20" fmla="*/ 1479044 h 1486579"/>
                <a:gd name="connsiteX21" fmla="*/ 1719236 w 3858291"/>
                <a:gd name="connsiteY21" fmla="*/ 1470578 h 1486579"/>
                <a:gd name="connsiteX22" fmla="*/ 1554134 w 3858291"/>
                <a:gd name="connsiteY22" fmla="*/ 1402844 h 1486579"/>
                <a:gd name="connsiteX23" fmla="*/ 1401735 w 3858291"/>
                <a:gd name="connsiteY23" fmla="*/ 1267378 h 1486579"/>
                <a:gd name="connsiteX24" fmla="*/ 1135035 w 3858291"/>
                <a:gd name="connsiteY24" fmla="*/ 1064176 h 1486579"/>
                <a:gd name="connsiteX25" fmla="*/ 804836 w 3858291"/>
                <a:gd name="connsiteY25" fmla="*/ 793245 h 1486579"/>
                <a:gd name="connsiteX26" fmla="*/ 453468 w 3858291"/>
                <a:gd name="connsiteY26" fmla="*/ 471511 h 1486579"/>
                <a:gd name="connsiteX27" fmla="*/ 119035 w 3858291"/>
                <a:gd name="connsiteY27" fmla="*/ 179412 h 1486579"/>
                <a:gd name="connsiteX28" fmla="*/ 4736 w 3858291"/>
                <a:gd name="connsiteY28" fmla="*/ 98978 h 1486579"/>
                <a:gd name="connsiteX29" fmla="*/ 38603 w 3858291"/>
                <a:gd name="connsiteY29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59968 w 3858291"/>
                <a:gd name="connsiteY5" fmla="*/ 1385912 h 1486579"/>
                <a:gd name="connsiteX6" fmla="*/ 1685369 w 3858291"/>
                <a:gd name="connsiteY6" fmla="*/ 1174244 h 1486579"/>
                <a:gd name="connsiteX7" fmla="*/ 1765802 w 3858291"/>
                <a:gd name="connsiteY7" fmla="*/ 1161544 h 1486579"/>
                <a:gd name="connsiteX8" fmla="*/ 1782737 w 3858291"/>
                <a:gd name="connsiteY8" fmla="*/ 1368978 h 1486579"/>
                <a:gd name="connsiteX9" fmla="*/ 1829302 w 3858291"/>
                <a:gd name="connsiteY9" fmla="*/ 1390144 h 1486579"/>
                <a:gd name="connsiteX10" fmla="*/ 2210302 w 3858291"/>
                <a:gd name="connsiteY10" fmla="*/ 1436711 h 1486579"/>
                <a:gd name="connsiteX11" fmla="*/ 2218769 w 3858291"/>
                <a:gd name="connsiteY11" fmla="*/ 1157311 h 1486579"/>
                <a:gd name="connsiteX12" fmla="*/ 2328835 w 3858291"/>
                <a:gd name="connsiteY12" fmla="*/ 1148844 h 1486579"/>
                <a:gd name="connsiteX13" fmla="*/ 2311902 w 3858291"/>
                <a:gd name="connsiteY13" fmla="*/ 1385911 h 1486579"/>
                <a:gd name="connsiteX14" fmla="*/ 2828369 w 3858291"/>
                <a:gd name="connsiteY14" fmla="*/ 1275844 h 1486579"/>
                <a:gd name="connsiteX15" fmla="*/ 3658102 w 3858291"/>
                <a:gd name="connsiteY15" fmla="*/ 293711 h 1486579"/>
                <a:gd name="connsiteX16" fmla="*/ 3768169 w 3858291"/>
                <a:gd name="connsiteY16" fmla="*/ 22778 h 1486579"/>
                <a:gd name="connsiteX17" fmla="*/ 3852835 w 3858291"/>
                <a:gd name="connsiteY17" fmla="*/ 73578 h 1486579"/>
                <a:gd name="connsiteX18" fmla="*/ 3607302 w 3858291"/>
                <a:gd name="connsiteY18" fmla="*/ 539244 h 1486579"/>
                <a:gd name="connsiteX19" fmla="*/ 2836835 w 3858291"/>
                <a:gd name="connsiteY19" fmla="*/ 1377444 h 1486579"/>
                <a:gd name="connsiteX20" fmla="*/ 2278035 w 3858291"/>
                <a:gd name="connsiteY20" fmla="*/ 1479044 h 1486579"/>
                <a:gd name="connsiteX21" fmla="*/ 1719236 w 3858291"/>
                <a:gd name="connsiteY21" fmla="*/ 1470578 h 1486579"/>
                <a:gd name="connsiteX22" fmla="*/ 1554134 w 3858291"/>
                <a:gd name="connsiteY22" fmla="*/ 1402844 h 1486579"/>
                <a:gd name="connsiteX23" fmla="*/ 1401735 w 3858291"/>
                <a:gd name="connsiteY23" fmla="*/ 1267378 h 1486579"/>
                <a:gd name="connsiteX24" fmla="*/ 1135035 w 3858291"/>
                <a:gd name="connsiteY24" fmla="*/ 1064176 h 1486579"/>
                <a:gd name="connsiteX25" fmla="*/ 804836 w 3858291"/>
                <a:gd name="connsiteY25" fmla="*/ 793245 h 1486579"/>
                <a:gd name="connsiteX26" fmla="*/ 453468 w 3858291"/>
                <a:gd name="connsiteY26" fmla="*/ 471511 h 1486579"/>
                <a:gd name="connsiteX27" fmla="*/ 119035 w 3858291"/>
                <a:gd name="connsiteY27" fmla="*/ 179412 h 1486579"/>
                <a:gd name="connsiteX28" fmla="*/ 4736 w 3858291"/>
                <a:gd name="connsiteY28" fmla="*/ 98978 h 1486579"/>
                <a:gd name="connsiteX29" fmla="*/ 38603 w 3858291"/>
                <a:gd name="connsiteY29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72668 w 3858291"/>
                <a:gd name="connsiteY5" fmla="*/ 1398612 h 1486579"/>
                <a:gd name="connsiteX6" fmla="*/ 1685369 w 3858291"/>
                <a:gd name="connsiteY6" fmla="*/ 1174244 h 1486579"/>
                <a:gd name="connsiteX7" fmla="*/ 1765802 w 3858291"/>
                <a:gd name="connsiteY7" fmla="*/ 1161544 h 1486579"/>
                <a:gd name="connsiteX8" fmla="*/ 1782737 w 3858291"/>
                <a:gd name="connsiteY8" fmla="*/ 1368978 h 1486579"/>
                <a:gd name="connsiteX9" fmla="*/ 1829302 w 3858291"/>
                <a:gd name="connsiteY9" fmla="*/ 1390144 h 1486579"/>
                <a:gd name="connsiteX10" fmla="*/ 2210302 w 3858291"/>
                <a:gd name="connsiteY10" fmla="*/ 1436711 h 1486579"/>
                <a:gd name="connsiteX11" fmla="*/ 2218769 w 3858291"/>
                <a:gd name="connsiteY11" fmla="*/ 1157311 h 1486579"/>
                <a:gd name="connsiteX12" fmla="*/ 2328835 w 3858291"/>
                <a:gd name="connsiteY12" fmla="*/ 1148844 h 1486579"/>
                <a:gd name="connsiteX13" fmla="*/ 2311902 w 3858291"/>
                <a:gd name="connsiteY13" fmla="*/ 1385911 h 1486579"/>
                <a:gd name="connsiteX14" fmla="*/ 2828369 w 3858291"/>
                <a:gd name="connsiteY14" fmla="*/ 1275844 h 1486579"/>
                <a:gd name="connsiteX15" fmla="*/ 3658102 w 3858291"/>
                <a:gd name="connsiteY15" fmla="*/ 293711 h 1486579"/>
                <a:gd name="connsiteX16" fmla="*/ 3768169 w 3858291"/>
                <a:gd name="connsiteY16" fmla="*/ 22778 h 1486579"/>
                <a:gd name="connsiteX17" fmla="*/ 3852835 w 3858291"/>
                <a:gd name="connsiteY17" fmla="*/ 73578 h 1486579"/>
                <a:gd name="connsiteX18" fmla="*/ 3607302 w 3858291"/>
                <a:gd name="connsiteY18" fmla="*/ 539244 h 1486579"/>
                <a:gd name="connsiteX19" fmla="*/ 2836835 w 3858291"/>
                <a:gd name="connsiteY19" fmla="*/ 1377444 h 1486579"/>
                <a:gd name="connsiteX20" fmla="*/ 2278035 w 3858291"/>
                <a:gd name="connsiteY20" fmla="*/ 1479044 h 1486579"/>
                <a:gd name="connsiteX21" fmla="*/ 1719236 w 3858291"/>
                <a:gd name="connsiteY21" fmla="*/ 1470578 h 1486579"/>
                <a:gd name="connsiteX22" fmla="*/ 1554134 w 3858291"/>
                <a:gd name="connsiteY22" fmla="*/ 1402844 h 1486579"/>
                <a:gd name="connsiteX23" fmla="*/ 1401735 w 3858291"/>
                <a:gd name="connsiteY23" fmla="*/ 1267378 h 1486579"/>
                <a:gd name="connsiteX24" fmla="*/ 1135035 w 3858291"/>
                <a:gd name="connsiteY24" fmla="*/ 1064176 h 1486579"/>
                <a:gd name="connsiteX25" fmla="*/ 804836 w 3858291"/>
                <a:gd name="connsiteY25" fmla="*/ 793245 h 1486579"/>
                <a:gd name="connsiteX26" fmla="*/ 453468 w 3858291"/>
                <a:gd name="connsiteY26" fmla="*/ 471511 h 1486579"/>
                <a:gd name="connsiteX27" fmla="*/ 119035 w 3858291"/>
                <a:gd name="connsiteY27" fmla="*/ 179412 h 1486579"/>
                <a:gd name="connsiteX28" fmla="*/ 4736 w 3858291"/>
                <a:gd name="connsiteY28" fmla="*/ 98978 h 1486579"/>
                <a:gd name="connsiteX29" fmla="*/ 38603 w 3858291"/>
                <a:gd name="connsiteY29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43034 w 3858291"/>
                <a:gd name="connsiteY5" fmla="*/ 1381678 h 1486579"/>
                <a:gd name="connsiteX6" fmla="*/ 1685369 w 3858291"/>
                <a:gd name="connsiteY6" fmla="*/ 1174244 h 1486579"/>
                <a:gd name="connsiteX7" fmla="*/ 1765802 w 3858291"/>
                <a:gd name="connsiteY7" fmla="*/ 1161544 h 1486579"/>
                <a:gd name="connsiteX8" fmla="*/ 1782737 w 3858291"/>
                <a:gd name="connsiteY8" fmla="*/ 1368978 h 1486579"/>
                <a:gd name="connsiteX9" fmla="*/ 1829302 w 3858291"/>
                <a:gd name="connsiteY9" fmla="*/ 1390144 h 1486579"/>
                <a:gd name="connsiteX10" fmla="*/ 2210302 w 3858291"/>
                <a:gd name="connsiteY10" fmla="*/ 1436711 h 1486579"/>
                <a:gd name="connsiteX11" fmla="*/ 2218769 w 3858291"/>
                <a:gd name="connsiteY11" fmla="*/ 1157311 h 1486579"/>
                <a:gd name="connsiteX12" fmla="*/ 2328835 w 3858291"/>
                <a:gd name="connsiteY12" fmla="*/ 1148844 h 1486579"/>
                <a:gd name="connsiteX13" fmla="*/ 2311902 w 3858291"/>
                <a:gd name="connsiteY13" fmla="*/ 1385911 h 1486579"/>
                <a:gd name="connsiteX14" fmla="*/ 2828369 w 3858291"/>
                <a:gd name="connsiteY14" fmla="*/ 1275844 h 1486579"/>
                <a:gd name="connsiteX15" fmla="*/ 3658102 w 3858291"/>
                <a:gd name="connsiteY15" fmla="*/ 293711 h 1486579"/>
                <a:gd name="connsiteX16" fmla="*/ 3768169 w 3858291"/>
                <a:gd name="connsiteY16" fmla="*/ 22778 h 1486579"/>
                <a:gd name="connsiteX17" fmla="*/ 3852835 w 3858291"/>
                <a:gd name="connsiteY17" fmla="*/ 73578 h 1486579"/>
                <a:gd name="connsiteX18" fmla="*/ 3607302 w 3858291"/>
                <a:gd name="connsiteY18" fmla="*/ 539244 h 1486579"/>
                <a:gd name="connsiteX19" fmla="*/ 2836835 w 3858291"/>
                <a:gd name="connsiteY19" fmla="*/ 1377444 h 1486579"/>
                <a:gd name="connsiteX20" fmla="*/ 2278035 w 3858291"/>
                <a:gd name="connsiteY20" fmla="*/ 1479044 h 1486579"/>
                <a:gd name="connsiteX21" fmla="*/ 1719236 w 3858291"/>
                <a:gd name="connsiteY21" fmla="*/ 1470578 h 1486579"/>
                <a:gd name="connsiteX22" fmla="*/ 1554134 w 3858291"/>
                <a:gd name="connsiteY22" fmla="*/ 1402844 h 1486579"/>
                <a:gd name="connsiteX23" fmla="*/ 1401735 w 3858291"/>
                <a:gd name="connsiteY23" fmla="*/ 1267378 h 1486579"/>
                <a:gd name="connsiteX24" fmla="*/ 1135035 w 3858291"/>
                <a:gd name="connsiteY24" fmla="*/ 1064176 h 1486579"/>
                <a:gd name="connsiteX25" fmla="*/ 804836 w 3858291"/>
                <a:gd name="connsiteY25" fmla="*/ 793245 h 1486579"/>
                <a:gd name="connsiteX26" fmla="*/ 453468 w 3858291"/>
                <a:gd name="connsiteY26" fmla="*/ 471511 h 1486579"/>
                <a:gd name="connsiteX27" fmla="*/ 119035 w 3858291"/>
                <a:gd name="connsiteY27" fmla="*/ 179412 h 1486579"/>
                <a:gd name="connsiteX28" fmla="*/ 4736 w 3858291"/>
                <a:gd name="connsiteY28" fmla="*/ 98978 h 1486579"/>
                <a:gd name="connsiteX29" fmla="*/ 38603 w 3858291"/>
                <a:gd name="connsiteY29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51500 w 3858291"/>
                <a:gd name="connsiteY5" fmla="*/ 1394378 h 1486579"/>
                <a:gd name="connsiteX6" fmla="*/ 1685369 w 3858291"/>
                <a:gd name="connsiteY6" fmla="*/ 1174244 h 1486579"/>
                <a:gd name="connsiteX7" fmla="*/ 1765802 w 3858291"/>
                <a:gd name="connsiteY7" fmla="*/ 1161544 h 1486579"/>
                <a:gd name="connsiteX8" fmla="*/ 1782737 w 3858291"/>
                <a:gd name="connsiteY8" fmla="*/ 1368978 h 1486579"/>
                <a:gd name="connsiteX9" fmla="*/ 1829302 w 3858291"/>
                <a:gd name="connsiteY9" fmla="*/ 1390144 h 1486579"/>
                <a:gd name="connsiteX10" fmla="*/ 2210302 w 3858291"/>
                <a:gd name="connsiteY10" fmla="*/ 1436711 h 1486579"/>
                <a:gd name="connsiteX11" fmla="*/ 2218769 w 3858291"/>
                <a:gd name="connsiteY11" fmla="*/ 1157311 h 1486579"/>
                <a:gd name="connsiteX12" fmla="*/ 2328835 w 3858291"/>
                <a:gd name="connsiteY12" fmla="*/ 1148844 h 1486579"/>
                <a:gd name="connsiteX13" fmla="*/ 2311902 w 3858291"/>
                <a:gd name="connsiteY13" fmla="*/ 1385911 h 1486579"/>
                <a:gd name="connsiteX14" fmla="*/ 2828369 w 3858291"/>
                <a:gd name="connsiteY14" fmla="*/ 1275844 h 1486579"/>
                <a:gd name="connsiteX15" fmla="*/ 3658102 w 3858291"/>
                <a:gd name="connsiteY15" fmla="*/ 293711 h 1486579"/>
                <a:gd name="connsiteX16" fmla="*/ 3768169 w 3858291"/>
                <a:gd name="connsiteY16" fmla="*/ 22778 h 1486579"/>
                <a:gd name="connsiteX17" fmla="*/ 3852835 w 3858291"/>
                <a:gd name="connsiteY17" fmla="*/ 73578 h 1486579"/>
                <a:gd name="connsiteX18" fmla="*/ 3607302 w 3858291"/>
                <a:gd name="connsiteY18" fmla="*/ 539244 h 1486579"/>
                <a:gd name="connsiteX19" fmla="*/ 2836835 w 3858291"/>
                <a:gd name="connsiteY19" fmla="*/ 1377444 h 1486579"/>
                <a:gd name="connsiteX20" fmla="*/ 2278035 w 3858291"/>
                <a:gd name="connsiteY20" fmla="*/ 1479044 h 1486579"/>
                <a:gd name="connsiteX21" fmla="*/ 1719236 w 3858291"/>
                <a:gd name="connsiteY21" fmla="*/ 1470578 h 1486579"/>
                <a:gd name="connsiteX22" fmla="*/ 1554134 w 3858291"/>
                <a:gd name="connsiteY22" fmla="*/ 1402844 h 1486579"/>
                <a:gd name="connsiteX23" fmla="*/ 1401735 w 3858291"/>
                <a:gd name="connsiteY23" fmla="*/ 1267378 h 1486579"/>
                <a:gd name="connsiteX24" fmla="*/ 1135035 w 3858291"/>
                <a:gd name="connsiteY24" fmla="*/ 1064176 h 1486579"/>
                <a:gd name="connsiteX25" fmla="*/ 804836 w 3858291"/>
                <a:gd name="connsiteY25" fmla="*/ 793245 h 1486579"/>
                <a:gd name="connsiteX26" fmla="*/ 453468 w 3858291"/>
                <a:gd name="connsiteY26" fmla="*/ 471511 h 1486579"/>
                <a:gd name="connsiteX27" fmla="*/ 119035 w 3858291"/>
                <a:gd name="connsiteY27" fmla="*/ 179412 h 1486579"/>
                <a:gd name="connsiteX28" fmla="*/ 4736 w 3858291"/>
                <a:gd name="connsiteY28" fmla="*/ 98978 h 1486579"/>
                <a:gd name="connsiteX29" fmla="*/ 38603 w 3858291"/>
                <a:gd name="connsiteY29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51500 w 3858291"/>
                <a:gd name="connsiteY5" fmla="*/ 1394378 h 1486579"/>
                <a:gd name="connsiteX6" fmla="*/ 1693835 w 3858291"/>
                <a:gd name="connsiteY6" fmla="*/ 1364744 h 1486579"/>
                <a:gd name="connsiteX7" fmla="*/ 1685369 w 3858291"/>
                <a:gd name="connsiteY7" fmla="*/ 1174244 h 1486579"/>
                <a:gd name="connsiteX8" fmla="*/ 1765802 w 3858291"/>
                <a:gd name="connsiteY8" fmla="*/ 1161544 h 1486579"/>
                <a:gd name="connsiteX9" fmla="*/ 1782737 w 3858291"/>
                <a:gd name="connsiteY9" fmla="*/ 1368978 h 1486579"/>
                <a:gd name="connsiteX10" fmla="*/ 1829302 w 3858291"/>
                <a:gd name="connsiteY10" fmla="*/ 1390144 h 1486579"/>
                <a:gd name="connsiteX11" fmla="*/ 2210302 w 3858291"/>
                <a:gd name="connsiteY11" fmla="*/ 1436711 h 1486579"/>
                <a:gd name="connsiteX12" fmla="*/ 2218769 w 3858291"/>
                <a:gd name="connsiteY12" fmla="*/ 1157311 h 1486579"/>
                <a:gd name="connsiteX13" fmla="*/ 2328835 w 3858291"/>
                <a:gd name="connsiteY13" fmla="*/ 1148844 h 1486579"/>
                <a:gd name="connsiteX14" fmla="*/ 2311902 w 3858291"/>
                <a:gd name="connsiteY14" fmla="*/ 1385911 h 1486579"/>
                <a:gd name="connsiteX15" fmla="*/ 2828369 w 3858291"/>
                <a:gd name="connsiteY15" fmla="*/ 1275844 h 1486579"/>
                <a:gd name="connsiteX16" fmla="*/ 3658102 w 3858291"/>
                <a:gd name="connsiteY16" fmla="*/ 293711 h 1486579"/>
                <a:gd name="connsiteX17" fmla="*/ 3768169 w 3858291"/>
                <a:gd name="connsiteY17" fmla="*/ 22778 h 1486579"/>
                <a:gd name="connsiteX18" fmla="*/ 3852835 w 3858291"/>
                <a:gd name="connsiteY18" fmla="*/ 73578 h 1486579"/>
                <a:gd name="connsiteX19" fmla="*/ 3607302 w 3858291"/>
                <a:gd name="connsiteY19" fmla="*/ 539244 h 1486579"/>
                <a:gd name="connsiteX20" fmla="*/ 2836835 w 3858291"/>
                <a:gd name="connsiteY20" fmla="*/ 1377444 h 1486579"/>
                <a:gd name="connsiteX21" fmla="*/ 2278035 w 3858291"/>
                <a:gd name="connsiteY21" fmla="*/ 1479044 h 1486579"/>
                <a:gd name="connsiteX22" fmla="*/ 1719236 w 3858291"/>
                <a:gd name="connsiteY22" fmla="*/ 1470578 h 1486579"/>
                <a:gd name="connsiteX23" fmla="*/ 1554134 w 3858291"/>
                <a:gd name="connsiteY23" fmla="*/ 1402844 h 1486579"/>
                <a:gd name="connsiteX24" fmla="*/ 1401735 w 3858291"/>
                <a:gd name="connsiteY24" fmla="*/ 1267378 h 1486579"/>
                <a:gd name="connsiteX25" fmla="*/ 1135035 w 3858291"/>
                <a:gd name="connsiteY25" fmla="*/ 1064176 h 1486579"/>
                <a:gd name="connsiteX26" fmla="*/ 804836 w 3858291"/>
                <a:gd name="connsiteY26" fmla="*/ 793245 h 1486579"/>
                <a:gd name="connsiteX27" fmla="*/ 453468 w 3858291"/>
                <a:gd name="connsiteY27" fmla="*/ 471511 h 1486579"/>
                <a:gd name="connsiteX28" fmla="*/ 119035 w 3858291"/>
                <a:gd name="connsiteY28" fmla="*/ 179412 h 1486579"/>
                <a:gd name="connsiteX29" fmla="*/ 4736 w 3858291"/>
                <a:gd name="connsiteY29" fmla="*/ 98978 h 1486579"/>
                <a:gd name="connsiteX30" fmla="*/ 38603 w 3858291"/>
                <a:gd name="connsiteY30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30334 w 3858291"/>
                <a:gd name="connsiteY5" fmla="*/ 1368978 h 1486579"/>
                <a:gd name="connsiteX6" fmla="*/ 1693835 w 3858291"/>
                <a:gd name="connsiteY6" fmla="*/ 1364744 h 1486579"/>
                <a:gd name="connsiteX7" fmla="*/ 1685369 w 3858291"/>
                <a:gd name="connsiteY7" fmla="*/ 1174244 h 1486579"/>
                <a:gd name="connsiteX8" fmla="*/ 1765802 w 3858291"/>
                <a:gd name="connsiteY8" fmla="*/ 1161544 h 1486579"/>
                <a:gd name="connsiteX9" fmla="*/ 1782737 w 3858291"/>
                <a:gd name="connsiteY9" fmla="*/ 1368978 h 1486579"/>
                <a:gd name="connsiteX10" fmla="*/ 1829302 w 3858291"/>
                <a:gd name="connsiteY10" fmla="*/ 1390144 h 1486579"/>
                <a:gd name="connsiteX11" fmla="*/ 2210302 w 3858291"/>
                <a:gd name="connsiteY11" fmla="*/ 1436711 h 1486579"/>
                <a:gd name="connsiteX12" fmla="*/ 2218769 w 3858291"/>
                <a:gd name="connsiteY12" fmla="*/ 1157311 h 1486579"/>
                <a:gd name="connsiteX13" fmla="*/ 2328835 w 3858291"/>
                <a:gd name="connsiteY13" fmla="*/ 1148844 h 1486579"/>
                <a:gd name="connsiteX14" fmla="*/ 2311902 w 3858291"/>
                <a:gd name="connsiteY14" fmla="*/ 1385911 h 1486579"/>
                <a:gd name="connsiteX15" fmla="*/ 2828369 w 3858291"/>
                <a:gd name="connsiteY15" fmla="*/ 1275844 h 1486579"/>
                <a:gd name="connsiteX16" fmla="*/ 3658102 w 3858291"/>
                <a:gd name="connsiteY16" fmla="*/ 293711 h 1486579"/>
                <a:gd name="connsiteX17" fmla="*/ 3768169 w 3858291"/>
                <a:gd name="connsiteY17" fmla="*/ 22778 h 1486579"/>
                <a:gd name="connsiteX18" fmla="*/ 3852835 w 3858291"/>
                <a:gd name="connsiteY18" fmla="*/ 73578 h 1486579"/>
                <a:gd name="connsiteX19" fmla="*/ 3607302 w 3858291"/>
                <a:gd name="connsiteY19" fmla="*/ 539244 h 1486579"/>
                <a:gd name="connsiteX20" fmla="*/ 2836835 w 3858291"/>
                <a:gd name="connsiteY20" fmla="*/ 1377444 h 1486579"/>
                <a:gd name="connsiteX21" fmla="*/ 2278035 w 3858291"/>
                <a:gd name="connsiteY21" fmla="*/ 1479044 h 1486579"/>
                <a:gd name="connsiteX22" fmla="*/ 1719236 w 3858291"/>
                <a:gd name="connsiteY22" fmla="*/ 1470578 h 1486579"/>
                <a:gd name="connsiteX23" fmla="*/ 1554134 w 3858291"/>
                <a:gd name="connsiteY23" fmla="*/ 1402844 h 1486579"/>
                <a:gd name="connsiteX24" fmla="*/ 1401735 w 3858291"/>
                <a:gd name="connsiteY24" fmla="*/ 1267378 h 1486579"/>
                <a:gd name="connsiteX25" fmla="*/ 1135035 w 3858291"/>
                <a:gd name="connsiteY25" fmla="*/ 1064176 h 1486579"/>
                <a:gd name="connsiteX26" fmla="*/ 804836 w 3858291"/>
                <a:gd name="connsiteY26" fmla="*/ 793245 h 1486579"/>
                <a:gd name="connsiteX27" fmla="*/ 453468 w 3858291"/>
                <a:gd name="connsiteY27" fmla="*/ 471511 h 1486579"/>
                <a:gd name="connsiteX28" fmla="*/ 119035 w 3858291"/>
                <a:gd name="connsiteY28" fmla="*/ 179412 h 1486579"/>
                <a:gd name="connsiteX29" fmla="*/ 4736 w 3858291"/>
                <a:gd name="connsiteY29" fmla="*/ 98978 h 1486579"/>
                <a:gd name="connsiteX30" fmla="*/ 38603 w 3858291"/>
                <a:gd name="connsiteY30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30334 w 3858291"/>
                <a:gd name="connsiteY5" fmla="*/ 1368978 h 1486579"/>
                <a:gd name="connsiteX6" fmla="*/ 1693835 w 3858291"/>
                <a:gd name="connsiteY6" fmla="*/ 1364744 h 1486579"/>
                <a:gd name="connsiteX7" fmla="*/ 1685369 w 3858291"/>
                <a:gd name="connsiteY7" fmla="*/ 1174244 h 1486579"/>
                <a:gd name="connsiteX8" fmla="*/ 1765802 w 3858291"/>
                <a:gd name="connsiteY8" fmla="*/ 1161544 h 1486579"/>
                <a:gd name="connsiteX9" fmla="*/ 1782737 w 3858291"/>
                <a:gd name="connsiteY9" fmla="*/ 1368978 h 1486579"/>
                <a:gd name="connsiteX10" fmla="*/ 1829302 w 3858291"/>
                <a:gd name="connsiteY10" fmla="*/ 1390144 h 1486579"/>
                <a:gd name="connsiteX11" fmla="*/ 2210302 w 3858291"/>
                <a:gd name="connsiteY11" fmla="*/ 1436711 h 1486579"/>
                <a:gd name="connsiteX12" fmla="*/ 2218769 w 3858291"/>
                <a:gd name="connsiteY12" fmla="*/ 1157311 h 1486579"/>
                <a:gd name="connsiteX13" fmla="*/ 2328835 w 3858291"/>
                <a:gd name="connsiteY13" fmla="*/ 1148844 h 1486579"/>
                <a:gd name="connsiteX14" fmla="*/ 2311902 w 3858291"/>
                <a:gd name="connsiteY14" fmla="*/ 1385911 h 1486579"/>
                <a:gd name="connsiteX15" fmla="*/ 2828369 w 3858291"/>
                <a:gd name="connsiteY15" fmla="*/ 1275844 h 1486579"/>
                <a:gd name="connsiteX16" fmla="*/ 3658102 w 3858291"/>
                <a:gd name="connsiteY16" fmla="*/ 293711 h 1486579"/>
                <a:gd name="connsiteX17" fmla="*/ 3768169 w 3858291"/>
                <a:gd name="connsiteY17" fmla="*/ 22778 h 1486579"/>
                <a:gd name="connsiteX18" fmla="*/ 3852835 w 3858291"/>
                <a:gd name="connsiteY18" fmla="*/ 73578 h 1486579"/>
                <a:gd name="connsiteX19" fmla="*/ 3607302 w 3858291"/>
                <a:gd name="connsiteY19" fmla="*/ 539244 h 1486579"/>
                <a:gd name="connsiteX20" fmla="*/ 2836835 w 3858291"/>
                <a:gd name="connsiteY20" fmla="*/ 1377444 h 1486579"/>
                <a:gd name="connsiteX21" fmla="*/ 2278035 w 3858291"/>
                <a:gd name="connsiteY21" fmla="*/ 1479044 h 1486579"/>
                <a:gd name="connsiteX22" fmla="*/ 1719236 w 3858291"/>
                <a:gd name="connsiteY22" fmla="*/ 1470578 h 1486579"/>
                <a:gd name="connsiteX23" fmla="*/ 1554134 w 3858291"/>
                <a:gd name="connsiteY23" fmla="*/ 1402844 h 1486579"/>
                <a:gd name="connsiteX24" fmla="*/ 1401735 w 3858291"/>
                <a:gd name="connsiteY24" fmla="*/ 1267378 h 1486579"/>
                <a:gd name="connsiteX25" fmla="*/ 1135035 w 3858291"/>
                <a:gd name="connsiteY25" fmla="*/ 1064176 h 1486579"/>
                <a:gd name="connsiteX26" fmla="*/ 804836 w 3858291"/>
                <a:gd name="connsiteY26" fmla="*/ 793245 h 1486579"/>
                <a:gd name="connsiteX27" fmla="*/ 453468 w 3858291"/>
                <a:gd name="connsiteY27" fmla="*/ 471511 h 1486579"/>
                <a:gd name="connsiteX28" fmla="*/ 119035 w 3858291"/>
                <a:gd name="connsiteY28" fmla="*/ 179412 h 1486579"/>
                <a:gd name="connsiteX29" fmla="*/ 4736 w 3858291"/>
                <a:gd name="connsiteY29" fmla="*/ 98978 h 1486579"/>
                <a:gd name="connsiteX30" fmla="*/ 38603 w 3858291"/>
                <a:gd name="connsiteY30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30334 w 3858291"/>
                <a:gd name="connsiteY5" fmla="*/ 1368978 h 1486579"/>
                <a:gd name="connsiteX6" fmla="*/ 1693835 w 3858291"/>
                <a:gd name="connsiteY6" fmla="*/ 1364744 h 1486579"/>
                <a:gd name="connsiteX7" fmla="*/ 1685369 w 3858291"/>
                <a:gd name="connsiteY7" fmla="*/ 1174244 h 1486579"/>
                <a:gd name="connsiteX8" fmla="*/ 1765802 w 3858291"/>
                <a:gd name="connsiteY8" fmla="*/ 1161544 h 1486579"/>
                <a:gd name="connsiteX9" fmla="*/ 1782737 w 3858291"/>
                <a:gd name="connsiteY9" fmla="*/ 1368978 h 1486579"/>
                <a:gd name="connsiteX10" fmla="*/ 1829302 w 3858291"/>
                <a:gd name="connsiteY10" fmla="*/ 1390144 h 1486579"/>
                <a:gd name="connsiteX11" fmla="*/ 2210302 w 3858291"/>
                <a:gd name="connsiteY11" fmla="*/ 1436711 h 1486579"/>
                <a:gd name="connsiteX12" fmla="*/ 2218769 w 3858291"/>
                <a:gd name="connsiteY12" fmla="*/ 1157311 h 1486579"/>
                <a:gd name="connsiteX13" fmla="*/ 2328835 w 3858291"/>
                <a:gd name="connsiteY13" fmla="*/ 1148844 h 1486579"/>
                <a:gd name="connsiteX14" fmla="*/ 2311902 w 3858291"/>
                <a:gd name="connsiteY14" fmla="*/ 1385911 h 1486579"/>
                <a:gd name="connsiteX15" fmla="*/ 2828369 w 3858291"/>
                <a:gd name="connsiteY15" fmla="*/ 1275844 h 1486579"/>
                <a:gd name="connsiteX16" fmla="*/ 3658102 w 3858291"/>
                <a:gd name="connsiteY16" fmla="*/ 293711 h 1486579"/>
                <a:gd name="connsiteX17" fmla="*/ 3768169 w 3858291"/>
                <a:gd name="connsiteY17" fmla="*/ 22778 h 1486579"/>
                <a:gd name="connsiteX18" fmla="*/ 3852835 w 3858291"/>
                <a:gd name="connsiteY18" fmla="*/ 73578 h 1486579"/>
                <a:gd name="connsiteX19" fmla="*/ 3607302 w 3858291"/>
                <a:gd name="connsiteY19" fmla="*/ 539244 h 1486579"/>
                <a:gd name="connsiteX20" fmla="*/ 2836835 w 3858291"/>
                <a:gd name="connsiteY20" fmla="*/ 1377444 h 1486579"/>
                <a:gd name="connsiteX21" fmla="*/ 2278035 w 3858291"/>
                <a:gd name="connsiteY21" fmla="*/ 1479044 h 1486579"/>
                <a:gd name="connsiteX22" fmla="*/ 1719236 w 3858291"/>
                <a:gd name="connsiteY22" fmla="*/ 1470578 h 1486579"/>
                <a:gd name="connsiteX23" fmla="*/ 1554134 w 3858291"/>
                <a:gd name="connsiteY23" fmla="*/ 1402844 h 1486579"/>
                <a:gd name="connsiteX24" fmla="*/ 1401735 w 3858291"/>
                <a:gd name="connsiteY24" fmla="*/ 1267378 h 1486579"/>
                <a:gd name="connsiteX25" fmla="*/ 1135035 w 3858291"/>
                <a:gd name="connsiteY25" fmla="*/ 1064176 h 1486579"/>
                <a:gd name="connsiteX26" fmla="*/ 804836 w 3858291"/>
                <a:gd name="connsiteY26" fmla="*/ 793245 h 1486579"/>
                <a:gd name="connsiteX27" fmla="*/ 453468 w 3858291"/>
                <a:gd name="connsiteY27" fmla="*/ 471511 h 1486579"/>
                <a:gd name="connsiteX28" fmla="*/ 119035 w 3858291"/>
                <a:gd name="connsiteY28" fmla="*/ 179412 h 1486579"/>
                <a:gd name="connsiteX29" fmla="*/ 4736 w 3858291"/>
                <a:gd name="connsiteY29" fmla="*/ 98978 h 1486579"/>
                <a:gd name="connsiteX30" fmla="*/ 38603 w 3858291"/>
                <a:gd name="connsiteY30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30334 w 3858291"/>
                <a:gd name="connsiteY5" fmla="*/ 1368978 h 1486579"/>
                <a:gd name="connsiteX6" fmla="*/ 1693835 w 3858291"/>
                <a:gd name="connsiteY6" fmla="*/ 1364744 h 1486579"/>
                <a:gd name="connsiteX7" fmla="*/ 1685369 w 3858291"/>
                <a:gd name="connsiteY7" fmla="*/ 1174244 h 1486579"/>
                <a:gd name="connsiteX8" fmla="*/ 1765802 w 3858291"/>
                <a:gd name="connsiteY8" fmla="*/ 1161544 h 1486579"/>
                <a:gd name="connsiteX9" fmla="*/ 1782737 w 3858291"/>
                <a:gd name="connsiteY9" fmla="*/ 1385911 h 1486579"/>
                <a:gd name="connsiteX10" fmla="*/ 1829302 w 3858291"/>
                <a:gd name="connsiteY10" fmla="*/ 1390144 h 1486579"/>
                <a:gd name="connsiteX11" fmla="*/ 2210302 w 3858291"/>
                <a:gd name="connsiteY11" fmla="*/ 1436711 h 1486579"/>
                <a:gd name="connsiteX12" fmla="*/ 2218769 w 3858291"/>
                <a:gd name="connsiteY12" fmla="*/ 1157311 h 1486579"/>
                <a:gd name="connsiteX13" fmla="*/ 2328835 w 3858291"/>
                <a:gd name="connsiteY13" fmla="*/ 1148844 h 1486579"/>
                <a:gd name="connsiteX14" fmla="*/ 2311902 w 3858291"/>
                <a:gd name="connsiteY14" fmla="*/ 1385911 h 1486579"/>
                <a:gd name="connsiteX15" fmla="*/ 2828369 w 3858291"/>
                <a:gd name="connsiteY15" fmla="*/ 1275844 h 1486579"/>
                <a:gd name="connsiteX16" fmla="*/ 3658102 w 3858291"/>
                <a:gd name="connsiteY16" fmla="*/ 293711 h 1486579"/>
                <a:gd name="connsiteX17" fmla="*/ 3768169 w 3858291"/>
                <a:gd name="connsiteY17" fmla="*/ 22778 h 1486579"/>
                <a:gd name="connsiteX18" fmla="*/ 3852835 w 3858291"/>
                <a:gd name="connsiteY18" fmla="*/ 73578 h 1486579"/>
                <a:gd name="connsiteX19" fmla="*/ 3607302 w 3858291"/>
                <a:gd name="connsiteY19" fmla="*/ 539244 h 1486579"/>
                <a:gd name="connsiteX20" fmla="*/ 2836835 w 3858291"/>
                <a:gd name="connsiteY20" fmla="*/ 1377444 h 1486579"/>
                <a:gd name="connsiteX21" fmla="*/ 2278035 w 3858291"/>
                <a:gd name="connsiteY21" fmla="*/ 1479044 h 1486579"/>
                <a:gd name="connsiteX22" fmla="*/ 1719236 w 3858291"/>
                <a:gd name="connsiteY22" fmla="*/ 1470578 h 1486579"/>
                <a:gd name="connsiteX23" fmla="*/ 1554134 w 3858291"/>
                <a:gd name="connsiteY23" fmla="*/ 1402844 h 1486579"/>
                <a:gd name="connsiteX24" fmla="*/ 1401735 w 3858291"/>
                <a:gd name="connsiteY24" fmla="*/ 1267378 h 1486579"/>
                <a:gd name="connsiteX25" fmla="*/ 1135035 w 3858291"/>
                <a:gd name="connsiteY25" fmla="*/ 1064176 h 1486579"/>
                <a:gd name="connsiteX26" fmla="*/ 804836 w 3858291"/>
                <a:gd name="connsiteY26" fmla="*/ 793245 h 1486579"/>
                <a:gd name="connsiteX27" fmla="*/ 453468 w 3858291"/>
                <a:gd name="connsiteY27" fmla="*/ 471511 h 1486579"/>
                <a:gd name="connsiteX28" fmla="*/ 119035 w 3858291"/>
                <a:gd name="connsiteY28" fmla="*/ 179412 h 1486579"/>
                <a:gd name="connsiteX29" fmla="*/ 4736 w 3858291"/>
                <a:gd name="connsiteY29" fmla="*/ 98978 h 1486579"/>
                <a:gd name="connsiteX30" fmla="*/ 38603 w 3858291"/>
                <a:gd name="connsiteY30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30334 w 3858291"/>
                <a:gd name="connsiteY5" fmla="*/ 1368978 h 1486579"/>
                <a:gd name="connsiteX6" fmla="*/ 1693835 w 3858291"/>
                <a:gd name="connsiteY6" fmla="*/ 1364744 h 1486579"/>
                <a:gd name="connsiteX7" fmla="*/ 1685369 w 3858291"/>
                <a:gd name="connsiteY7" fmla="*/ 1174244 h 1486579"/>
                <a:gd name="connsiteX8" fmla="*/ 1765802 w 3858291"/>
                <a:gd name="connsiteY8" fmla="*/ 1161544 h 1486579"/>
                <a:gd name="connsiteX9" fmla="*/ 1782737 w 3858291"/>
                <a:gd name="connsiteY9" fmla="*/ 1385911 h 1486579"/>
                <a:gd name="connsiteX10" fmla="*/ 1833536 w 3858291"/>
                <a:gd name="connsiteY10" fmla="*/ 1394377 h 1486579"/>
                <a:gd name="connsiteX11" fmla="*/ 2210302 w 3858291"/>
                <a:gd name="connsiteY11" fmla="*/ 1436711 h 1486579"/>
                <a:gd name="connsiteX12" fmla="*/ 2218769 w 3858291"/>
                <a:gd name="connsiteY12" fmla="*/ 1157311 h 1486579"/>
                <a:gd name="connsiteX13" fmla="*/ 2328835 w 3858291"/>
                <a:gd name="connsiteY13" fmla="*/ 1148844 h 1486579"/>
                <a:gd name="connsiteX14" fmla="*/ 2311902 w 3858291"/>
                <a:gd name="connsiteY14" fmla="*/ 1385911 h 1486579"/>
                <a:gd name="connsiteX15" fmla="*/ 2828369 w 3858291"/>
                <a:gd name="connsiteY15" fmla="*/ 1275844 h 1486579"/>
                <a:gd name="connsiteX16" fmla="*/ 3658102 w 3858291"/>
                <a:gd name="connsiteY16" fmla="*/ 293711 h 1486579"/>
                <a:gd name="connsiteX17" fmla="*/ 3768169 w 3858291"/>
                <a:gd name="connsiteY17" fmla="*/ 22778 h 1486579"/>
                <a:gd name="connsiteX18" fmla="*/ 3852835 w 3858291"/>
                <a:gd name="connsiteY18" fmla="*/ 73578 h 1486579"/>
                <a:gd name="connsiteX19" fmla="*/ 3607302 w 3858291"/>
                <a:gd name="connsiteY19" fmla="*/ 539244 h 1486579"/>
                <a:gd name="connsiteX20" fmla="*/ 2836835 w 3858291"/>
                <a:gd name="connsiteY20" fmla="*/ 1377444 h 1486579"/>
                <a:gd name="connsiteX21" fmla="*/ 2278035 w 3858291"/>
                <a:gd name="connsiteY21" fmla="*/ 1479044 h 1486579"/>
                <a:gd name="connsiteX22" fmla="*/ 1719236 w 3858291"/>
                <a:gd name="connsiteY22" fmla="*/ 1470578 h 1486579"/>
                <a:gd name="connsiteX23" fmla="*/ 1554134 w 3858291"/>
                <a:gd name="connsiteY23" fmla="*/ 1402844 h 1486579"/>
                <a:gd name="connsiteX24" fmla="*/ 1401735 w 3858291"/>
                <a:gd name="connsiteY24" fmla="*/ 1267378 h 1486579"/>
                <a:gd name="connsiteX25" fmla="*/ 1135035 w 3858291"/>
                <a:gd name="connsiteY25" fmla="*/ 1064176 h 1486579"/>
                <a:gd name="connsiteX26" fmla="*/ 804836 w 3858291"/>
                <a:gd name="connsiteY26" fmla="*/ 793245 h 1486579"/>
                <a:gd name="connsiteX27" fmla="*/ 453468 w 3858291"/>
                <a:gd name="connsiteY27" fmla="*/ 471511 h 1486579"/>
                <a:gd name="connsiteX28" fmla="*/ 119035 w 3858291"/>
                <a:gd name="connsiteY28" fmla="*/ 179412 h 1486579"/>
                <a:gd name="connsiteX29" fmla="*/ 4736 w 3858291"/>
                <a:gd name="connsiteY29" fmla="*/ 98978 h 1486579"/>
                <a:gd name="connsiteX30" fmla="*/ 38603 w 3858291"/>
                <a:gd name="connsiteY30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30334 w 3858291"/>
                <a:gd name="connsiteY5" fmla="*/ 1368978 h 1486579"/>
                <a:gd name="connsiteX6" fmla="*/ 1693835 w 3858291"/>
                <a:gd name="connsiteY6" fmla="*/ 1364744 h 1486579"/>
                <a:gd name="connsiteX7" fmla="*/ 1685369 w 3858291"/>
                <a:gd name="connsiteY7" fmla="*/ 1174244 h 1486579"/>
                <a:gd name="connsiteX8" fmla="*/ 1765802 w 3858291"/>
                <a:gd name="connsiteY8" fmla="*/ 1161544 h 1486579"/>
                <a:gd name="connsiteX9" fmla="*/ 1782737 w 3858291"/>
                <a:gd name="connsiteY9" fmla="*/ 1385911 h 1486579"/>
                <a:gd name="connsiteX10" fmla="*/ 1833536 w 3858291"/>
                <a:gd name="connsiteY10" fmla="*/ 1394377 h 1486579"/>
                <a:gd name="connsiteX11" fmla="*/ 2197602 w 3858291"/>
                <a:gd name="connsiteY11" fmla="*/ 1419777 h 1486579"/>
                <a:gd name="connsiteX12" fmla="*/ 2218769 w 3858291"/>
                <a:gd name="connsiteY12" fmla="*/ 1157311 h 1486579"/>
                <a:gd name="connsiteX13" fmla="*/ 2328835 w 3858291"/>
                <a:gd name="connsiteY13" fmla="*/ 1148844 h 1486579"/>
                <a:gd name="connsiteX14" fmla="*/ 2311902 w 3858291"/>
                <a:gd name="connsiteY14" fmla="*/ 1385911 h 1486579"/>
                <a:gd name="connsiteX15" fmla="*/ 2828369 w 3858291"/>
                <a:gd name="connsiteY15" fmla="*/ 1275844 h 1486579"/>
                <a:gd name="connsiteX16" fmla="*/ 3658102 w 3858291"/>
                <a:gd name="connsiteY16" fmla="*/ 293711 h 1486579"/>
                <a:gd name="connsiteX17" fmla="*/ 3768169 w 3858291"/>
                <a:gd name="connsiteY17" fmla="*/ 22778 h 1486579"/>
                <a:gd name="connsiteX18" fmla="*/ 3852835 w 3858291"/>
                <a:gd name="connsiteY18" fmla="*/ 73578 h 1486579"/>
                <a:gd name="connsiteX19" fmla="*/ 3607302 w 3858291"/>
                <a:gd name="connsiteY19" fmla="*/ 539244 h 1486579"/>
                <a:gd name="connsiteX20" fmla="*/ 2836835 w 3858291"/>
                <a:gd name="connsiteY20" fmla="*/ 1377444 h 1486579"/>
                <a:gd name="connsiteX21" fmla="*/ 2278035 w 3858291"/>
                <a:gd name="connsiteY21" fmla="*/ 1479044 h 1486579"/>
                <a:gd name="connsiteX22" fmla="*/ 1719236 w 3858291"/>
                <a:gd name="connsiteY22" fmla="*/ 1470578 h 1486579"/>
                <a:gd name="connsiteX23" fmla="*/ 1554134 w 3858291"/>
                <a:gd name="connsiteY23" fmla="*/ 1402844 h 1486579"/>
                <a:gd name="connsiteX24" fmla="*/ 1401735 w 3858291"/>
                <a:gd name="connsiteY24" fmla="*/ 1267378 h 1486579"/>
                <a:gd name="connsiteX25" fmla="*/ 1135035 w 3858291"/>
                <a:gd name="connsiteY25" fmla="*/ 1064176 h 1486579"/>
                <a:gd name="connsiteX26" fmla="*/ 804836 w 3858291"/>
                <a:gd name="connsiteY26" fmla="*/ 793245 h 1486579"/>
                <a:gd name="connsiteX27" fmla="*/ 453468 w 3858291"/>
                <a:gd name="connsiteY27" fmla="*/ 471511 h 1486579"/>
                <a:gd name="connsiteX28" fmla="*/ 119035 w 3858291"/>
                <a:gd name="connsiteY28" fmla="*/ 179412 h 1486579"/>
                <a:gd name="connsiteX29" fmla="*/ 4736 w 3858291"/>
                <a:gd name="connsiteY29" fmla="*/ 98978 h 1486579"/>
                <a:gd name="connsiteX30" fmla="*/ 38603 w 3858291"/>
                <a:gd name="connsiteY30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30334 w 3858291"/>
                <a:gd name="connsiteY5" fmla="*/ 1368978 h 1486579"/>
                <a:gd name="connsiteX6" fmla="*/ 1693835 w 3858291"/>
                <a:gd name="connsiteY6" fmla="*/ 1364744 h 1486579"/>
                <a:gd name="connsiteX7" fmla="*/ 1685369 w 3858291"/>
                <a:gd name="connsiteY7" fmla="*/ 1174244 h 1486579"/>
                <a:gd name="connsiteX8" fmla="*/ 1765802 w 3858291"/>
                <a:gd name="connsiteY8" fmla="*/ 1161544 h 1486579"/>
                <a:gd name="connsiteX9" fmla="*/ 1782737 w 3858291"/>
                <a:gd name="connsiteY9" fmla="*/ 1385911 h 1486579"/>
                <a:gd name="connsiteX10" fmla="*/ 1833536 w 3858291"/>
                <a:gd name="connsiteY10" fmla="*/ 1394377 h 1486579"/>
                <a:gd name="connsiteX11" fmla="*/ 2197602 w 3858291"/>
                <a:gd name="connsiteY11" fmla="*/ 1419777 h 1486579"/>
                <a:gd name="connsiteX12" fmla="*/ 2218769 w 3858291"/>
                <a:gd name="connsiteY12" fmla="*/ 1157311 h 1486579"/>
                <a:gd name="connsiteX13" fmla="*/ 2328835 w 3858291"/>
                <a:gd name="connsiteY13" fmla="*/ 1148844 h 1486579"/>
                <a:gd name="connsiteX14" fmla="*/ 2311902 w 3858291"/>
                <a:gd name="connsiteY14" fmla="*/ 1385911 h 1486579"/>
                <a:gd name="connsiteX15" fmla="*/ 2828369 w 3858291"/>
                <a:gd name="connsiteY15" fmla="*/ 1275844 h 1486579"/>
                <a:gd name="connsiteX16" fmla="*/ 3658102 w 3858291"/>
                <a:gd name="connsiteY16" fmla="*/ 293711 h 1486579"/>
                <a:gd name="connsiteX17" fmla="*/ 3768169 w 3858291"/>
                <a:gd name="connsiteY17" fmla="*/ 22778 h 1486579"/>
                <a:gd name="connsiteX18" fmla="*/ 3852835 w 3858291"/>
                <a:gd name="connsiteY18" fmla="*/ 73578 h 1486579"/>
                <a:gd name="connsiteX19" fmla="*/ 3607302 w 3858291"/>
                <a:gd name="connsiteY19" fmla="*/ 539244 h 1486579"/>
                <a:gd name="connsiteX20" fmla="*/ 2836835 w 3858291"/>
                <a:gd name="connsiteY20" fmla="*/ 1377444 h 1486579"/>
                <a:gd name="connsiteX21" fmla="*/ 2278035 w 3858291"/>
                <a:gd name="connsiteY21" fmla="*/ 1479044 h 1486579"/>
                <a:gd name="connsiteX22" fmla="*/ 1719236 w 3858291"/>
                <a:gd name="connsiteY22" fmla="*/ 1470578 h 1486579"/>
                <a:gd name="connsiteX23" fmla="*/ 1554134 w 3858291"/>
                <a:gd name="connsiteY23" fmla="*/ 1402844 h 1486579"/>
                <a:gd name="connsiteX24" fmla="*/ 1401735 w 3858291"/>
                <a:gd name="connsiteY24" fmla="*/ 1267378 h 1486579"/>
                <a:gd name="connsiteX25" fmla="*/ 1135035 w 3858291"/>
                <a:gd name="connsiteY25" fmla="*/ 1064176 h 1486579"/>
                <a:gd name="connsiteX26" fmla="*/ 804836 w 3858291"/>
                <a:gd name="connsiteY26" fmla="*/ 793245 h 1486579"/>
                <a:gd name="connsiteX27" fmla="*/ 453468 w 3858291"/>
                <a:gd name="connsiteY27" fmla="*/ 471511 h 1486579"/>
                <a:gd name="connsiteX28" fmla="*/ 119035 w 3858291"/>
                <a:gd name="connsiteY28" fmla="*/ 179412 h 1486579"/>
                <a:gd name="connsiteX29" fmla="*/ 4736 w 3858291"/>
                <a:gd name="connsiteY29" fmla="*/ 98978 h 1486579"/>
                <a:gd name="connsiteX30" fmla="*/ 38603 w 3858291"/>
                <a:gd name="connsiteY30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30334 w 3858291"/>
                <a:gd name="connsiteY5" fmla="*/ 1368978 h 1486579"/>
                <a:gd name="connsiteX6" fmla="*/ 1693835 w 3858291"/>
                <a:gd name="connsiteY6" fmla="*/ 1364744 h 1486579"/>
                <a:gd name="connsiteX7" fmla="*/ 1685369 w 3858291"/>
                <a:gd name="connsiteY7" fmla="*/ 1174244 h 1486579"/>
                <a:gd name="connsiteX8" fmla="*/ 1765802 w 3858291"/>
                <a:gd name="connsiteY8" fmla="*/ 1161544 h 1486579"/>
                <a:gd name="connsiteX9" fmla="*/ 1782737 w 3858291"/>
                <a:gd name="connsiteY9" fmla="*/ 1385911 h 1486579"/>
                <a:gd name="connsiteX10" fmla="*/ 1833536 w 3858291"/>
                <a:gd name="connsiteY10" fmla="*/ 1394377 h 1486579"/>
                <a:gd name="connsiteX11" fmla="*/ 2197602 w 3858291"/>
                <a:gd name="connsiteY11" fmla="*/ 1419777 h 1486579"/>
                <a:gd name="connsiteX12" fmla="*/ 2218769 w 3858291"/>
                <a:gd name="connsiteY12" fmla="*/ 1157311 h 1486579"/>
                <a:gd name="connsiteX13" fmla="*/ 2328835 w 3858291"/>
                <a:gd name="connsiteY13" fmla="*/ 1148844 h 1486579"/>
                <a:gd name="connsiteX14" fmla="*/ 2311902 w 3858291"/>
                <a:gd name="connsiteY14" fmla="*/ 1385911 h 1486579"/>
                <a:gd name="connsiteX15" fmla="*/ 2828369 w 3858291"/>
                <a:gd name="connsiteY15" fmla="*/ 1275844 h 1486579"/>
                <a:gd name="connsiteX16" fmla="*/ 3658102 w 3858291"/>
                <a:gd name="connsiteY16" fmla="*/ 293711 h 1486579"/>
                <a:gd name="connsiteX17" fmla="*/ 3768169 w 3858291"/>
                <a:gd name="connsiteY17" fmla="*/ 22778 h 1486579"/>
                <a:gd name="connsiteX18" fmla="*/ 3852835 w 3858291"/>
                <a:gd name="connsiteY18" fmla="*/ 73578 h 1486579"/>
                <a:gd name="connsiteX19" fmla="*/ 3607302 w 3858291"/>
                <a:gd name="connsiteY19" fmla="*/ 539244 h 1486579"/>
                <a:gd name="connsiteX20" fmla="*/ 2836835 w 3858291"/>
                <a:gd name="connsiteY20" fmla="*/ 1377444 h 1486579"/>
                <a:gd name="connsiteX21" fmla="*/ 2278035 w 3858291"/>
                <a:gd name="connsiteY21" fmla="*/ 1479044 h 1486579"/>
                <a:gd name="connsiteX22" fmla="*/ 1719236 w 3858291"/>
                <a:gd name="connsiteY22" fmla="*/ 1470578 h 1486579"/>
                <a:gd name="connsiteX23" fmla="*/ 1554134 w 3858291"/>
                <a:gd name="connsiteY23" fmla="*/ 1402844 h 1486579"/>
                <a:gd name="connsiteX24" fmla="*/ 1401735 w 3858291"/>
                <a:gd name="connsiteY24" fmla="*/ 1267378 h 1486579"/>
                <a:gd name="connsiteX25" fmla="*/ 1135035 w 3858291"/>
                <a:gd name="connsiteY25" fmla="*/ 1064176 h 1486579"/>
                <a:gd name="connsiteX26" fmla="*/ 804836 w 3858291"/>
                <a:gd name="connsiteY26" fmla="*/ 793245 h 1486579"/>
                <a:gd name="connsiteX27" fmla="*/ 453468 w 3858291"/>
                <a:gd name="connsiteY27" fmla="*/ 471511 h 1486579"/>
                <a:gd name="connsiteX28" fmla="*/ 119035 w 3858291"/>
                <a:gd name="connsiteY28" fmla="*/ 179412 h 1486579"/>
                <a:gd name="connsiteX29" fmla="*/ 4736 w 3858291"/>
                <a:gd name="connsiteY29" fmla="*/ 98978 h 1486579"/>
                <a:gd name="connsiteX30" fmla="*/ 38603 w 3858291"/>
                <a:gd name="connsiteY30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30334 w 3858291"/>
                <a:gd name="connsiteY5" fmla="*/ 1368978 h 1486579"/>
                <a:gd name="connsiteX6" fmla="*/ 1693835 w 3858291"/>
                <a:gd name="connsiteY6" fmla="*/ 1364744 h 1486579"/>
                <a:gd name="connsiteX7" fmla="*/ 1685369 w 3858291"/>
                <a:gd name="connsiteY7" fmla="*/ 1174244 h 1486579"/>
                <a:gd name="connsiteX8" fmla="*/ 1765802 w 3858291"/>
                <a:gd name="connsiteY8" fmla="*/ 1161544 h 1486579"/>
                <a:gd name="connsiteX9" fmla="*/ 1782737 w 3858291"/>
                <a:gd name="connsiteY9" fmla="*/ 1385911 h 1486579"/>
                <a:gd name="connsiteX10" fmla="*/ 1833536 w 3858291"/>
                <a:gd name="connsiteY10" fmla="*/ 1394377 h 1486579"/>
                <a:gd name="connsiteX11" fmla="*/ 2146802 w 3858291"/>
                <a:gd name="connsiteY11" fmla="*/ 1415544 h 1486579"/>
                <a:gd name="connsiteX12" fmla="*/ 2218769 w 3858291"/>
                <a:gd name="connsiteY12" fmla="*/ 1157311 h 1486579"/>
                <a:gd name="connsiteX13" fmla="*/ 2328835 w 3858291"/>
                <a:gd name="connsiteY13" fmla="*/ 1148844 h 1486579"/>
                <a:gd name="connsiteX14" fmla="*/ 2311902 w 3858291"/>
                <a:gd name="connsiteY14" fmla="*/ 1385911 h 1486579"/>
                <a:gd name="connsiteX15" fmla="*/ 2828369 w 3858291"/>
                <a:gd name="connsiteY15" fmla="*/ 1275844 h 1486579"/>
                <a:gd name="connsiteX16" fmla="*/ 3658102 w 3858291"/>
                <a:gd name="connsiteY16" fmla="*/ 293711 h 1486579"/>
                <a:gd name="connsiteX17" fmla="*/ 3768169 w 3858291"/>
                <a:gd name="connsiteY17" fmla="*/ 22778 h 1486579"/>
                <a:gd name="connsiteX18" fmla="*/ 3852835 w 3858291"/>
                <a:gd name="connsiteY18" fmla="*/ 73578 h 1486579"/>
                <a:gd name="connsiteX19" fmla="*/ 3607302 w 3858291"/>
                <a:gd name="connsiteY19" fmla="*/ 539244 h 1486579"/>
                <a:gd name="connsiteX20" fmla="*/ 2836835 w 3858291"/>
                <a:gd name="connsiteY20" fmla="*/ 1377444 h 1486579"/>
                <a:gd name="connsiteX21" fmla="*/ 2278035 w 3858291"/>
                <a:gd name="connsiteY21" fmla="*/ 1479044 h 1486579"/>
                <a:gd name="connsiteX22" fmla="*/ 1719236 w 3858291"/>
                <a:gd name="connsiteY22" fmla="*/ 1470578 h 1486579"/>
                <a:gd name="connsiteX23" fmla="*/ 1554134 w 3858291"/>
                <a:gd name="connsiteY23" fmla="*/ 1402844 h 1486579"/>
                <a:gd name="connsiteX24" fmla="*/ 1401735 w 3858291"/>
                <a:gd name="connsiteY24" fmla="*/ 1267378 h 1486579"/>
                <a:gd name="connsiteX25" fmla="*/ 1135035 w 3858291"/>
                <a:gd name="connsiteY25" fmla="*/ 1064176 h 1486579"/>
                <a:gd name="connsiteX26" fmla="*/ 804836 w 3858291"/>
                <a:gd name="connsiteY26" fmla="*/ 793245 h 1486579"/>
                <a:gd name="connsiteX27" fmla="*/ 453468 w 3858291"/>
                <a:gd name="connsiteY27" fmla="*/ 471511 h 1486579"/>
                <a:gd name="connsiteX28" fmla="*/ 119035 w 3858291"/>
                <a:gd name="connsiteY28" fmla="*/ 179412 h 1486579"/>
                <a:gd name="connsiteX29" fmla="*/ 4736 w 3858291"/>
                <a:gd name="connsiteY29" fmla="*/ 98978 h 1486579"/>
                <a:gd name="connsiteX30" fmla="*/ 38603 w 3858291"/>
                <a:gd name="connsiteY30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30334 w 3858291"/>
                <a:gd name="connsiteY5" fmla="*/ 1368978 h 1486579"/>
                <a:gd name="connsiteX6" fmla="*/ 1693835 w 3858291"/>
                <a:gd name="connsiteY6" fmla="*/ 1364744 h 1486579"/>
                <a:gd name="connsiteX7" fmla="*/ 1685369 w 3858291"/>
                <a:gd name="connsiteY7" fmla="*/ 1174244 h 1486579"/>
                <a:gd name="connsiteX8" fmla="*/ 1765802 w 3858291"/>
                <a:gd name="connsiteY8" fmla="*/ 1161544 h 1486579"/>
                <a:gd name="connsiteX9" fmla="*/ 1782737 w 3858291"/>
                <a:gd name="connsiteY9" fmla="*/ 1385911 h 1486579"/>
                <a:gd name="connsiteX10" fmla="*/ 1833536 w 3858291"/>
                <a:gd name="connsiteY10" fmla="*/ 1394377 h 1486579"/>
                <a:gd name="connsiteX11" fmla="*/ 2146802 w 3858291"/>
                <a:gd name="connsiteY11" fmla="*/ 1415544 h 1486579"/>
                <a:gd name="connsiteX12" fmla="*/ 2218769 w 3858291"/>
                <a:gd name="connsiteY12" fmla="*/ 1157311 h 1486579"/>
                <a:gd name="connsiteX13" fmla="*/ 2328835 w 3858291"/>
                <a:gd name="connsiteY13" fmla="*/ 1148844 h 1486579"/>
                <a:gd name="connsiteX14" fmla="*/ 2311902 w 3858291"/>
                <a:gd name="connsiteY14" fmla="*/ 1385911 h 1486579"/>
                <a:gd name="connsiteX15" fmla="*/ 2828369 w 3858291"/>
                <a:gd name="connsiteY15" fmla="*/ 1275844 h 1486579"/>
                <a:gd name="connsiteX16" fmla="*/ 3658102 w 3858291"/>
                <a:gd name="connsiteY16" fmla="*/ 293711 h 1486579"/>
                <a:gd name="connsiteX17" fmla="*/ 3768169 w 3858291"/>
                <a:gd name="connsiteY17" fmla="*/ 22778 h 1486579"/>
                <a:gd name="connsiteX18" fmla="*/ 3852835 w 3858291"/>
                <a:gd name="connsiteY18" fmla="*/ 73578 h 1486579"/>
                <a:gd name="connsiteX19" fmla="*/ 3607302 w 3858291"/>
                <a:gd name="connsiteY19" fmla="*/ 539244 h 1486579"/>
                <a:gd name="connsiteX20" fmla="*/ 2836835 w 3858291"/>
                <a:gd name="connsiteY20" fmla="*/ 1377444 h 1486579"/>
                <a:gd name="connsiteX21" fmla="*/ 2278035 w 3858291"/>
                <a:gd name="connsiteY21" fmla="*/ 1479044 h 1486579"/>
                <a:gd name="connsiteX22" fmla="*/ 1719236 w 3858291"/>
                <a:gd name="connsiteY22" fmla="*/ 1470578 h 1486579"/>
                <a:gd name="connsiteX23" fmla="*/ 1554134 w 3858291"/>
                <a:gd name="connsiteY23" fmla="*/ 1402844 h 1486579"/>
                <a:gd name="connsiteX24" fmla="*/ 1401735 w 3858291"/>
                <a:gd name="connsiteY24" fmla="*/ 1267378 h 1486579"/>
                <a:gd name="connsiteX25" fmla="*/ 1135035 w 3858291"/>
                <a:gd name="connsiteY25" fmla="*/ 1064176 h 1486579"/>
                <a:gd name="connsiteX26" fmla="*/ 804836 w 3858291"/>
                <a:gd name="connsiteY26" fmla="*/ 793245 h 1486579"/>
                <a:gd name="connsiteX27" fmla="*/ 453468 w 3858291"/>
                <a:gd name="connsiteY27" fmla="*/ 471511 h 1486579"/>
                <a:gd name="connsiteX28" fmla="*/ 119035 w 3858291"/>
                <a:gd name="connsiteY28" fmla="*/ 179412 h 1486579"/>
                <a:gd name="connsiteX29" fmla="*/ 4736 w 3858291"/>
                <a:gd name="connsiteY29" fmla="*/ 98978 h 1486579"/>
                <a:gd name="connsiteX30" fmla="*/ 38603 w 3858291"/>
                <a:gd name="connsiteY30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30334 w 3858291"/>
                <a:gd name="connsiteY5" fmla="*/ 1368978 h 1486579"/>
                <a:gd name="connsiteX6" fmla="*/ 1693835 w 3858291"/>
                <a:gd name="connsiteY6" fmla="*/ 1364744 h 1486579"/>
                <a:gd name="connsiteX7" fmla="*/ 1685369 w 3858291"/>
                <a:gd name="connsiteY7" fmla="*/ 1174244 h 1486579"/>
                <a:gd name="connsiteX8" fmla="*/ 1765802 w 3858291"/>
                <a:gd name="connsiteY8" fmla="*/ 1161544 h 1486579"/>
                <a:gd name="connsiteX9" fmla="*/ 1782737 w 3858291"/>
                <a:gd name="connsiteY9" fmla="*/ 1385911 h 1486579"/>
                <a:gd name="connsiteX10" fmla="*/ 1833536 w 3858291"/>
                <a:gd name="connsiteY10" fmla="*/ 1394377 h 1486579"/>
                <a:gd name="connsiteX11" fmla="*/ 2146802 w 3858291"/>
                <a:gd name="connsiteY11" fmla="*/ 1415544 h 1486579"/>
                <a:gd name="connsiteX12" fmla="*/ 2206069 w 3858291"/>
                <a:gd name="connsiteY12" fmla="*/ 1360511 h 1486579"/>
                <a:gd name="connsiteX13" fmla="*/ 2218769 w 3858291"/>
                <a:gd name="connsiteY13" fmla="*/ 1157311 h 1486579"/>
                <a:gd name="connsiteX14" fmla="*/ 2328835 w 3858291"/>
                <a:gd name="connsiteY14" fmla="*/ 1148844 h 1486579"/>
                <a:gd name="connsiteX15" fmla="*/ 2311902 w 3858291"/>
                <a:gd name="connsiteY15" fmla="*/ 1385911 h 1486579"/>
                <a:gd name="connsiteX16" fmla="*/ 2828369 w 3858291"/>
                <a:gd name="connsiteY16" fmla="*/ 1275844 h 1486579"/>
                <a:gd name="connsiteX17" fmla="*/ 3658102 w 3858291"/>
                <a:gd name="connsiteY17" fmla="*/ 293711 h 1486579"/>
                <a:gd name="connsiteX18" fmla="*/ 3768169 w 3858291"/>
                <a:gd name="connsiteY18" fmla="*/ 22778 h 1486579"/>
                <a:gd name="connsiteX19" fmla="*/ 3852835 w 3858291"/>
                <a:gd name="connsiteY19" fmla="*/ 73578 h 1486579"/>
                <a:gd name="connsiteX20" fmla="*/ 3607302 w 3858291"/>
                <a:gd name="connsiteY20" fmla="*/ 539244 h 1486579"/>
                <a:gd name="connsiteX21" fmla="*/ 2836835 w 3858291"/>
                <a:gd name="connsiteY21" fmla="*/ 1377444 h 1486579"/>
                <a:gd name="connsiteX22" fmla="*/ 2278035 w 3858291"/>
                <a:gd name="connsiteY22" fmla="*/ 1479044 h 1486579"/>
                <a:gd name="connsiteX23" fmla="*/ 1719236 w 3858291"/>
                <a:gd name="connsiteY23" fmla="*/ 1470578 h 1486579"/>
                <a:gd name="connsiteX24" fmla="*/ 1554134 w 3858291"/>
                <a:gd name="connsiteY24" fmla="*/ 1402844 h 1486579"/>
                <a:gd name="connsiteX25" fmla="*/ 1401735 w 3858291"/>
                <a:gd name="connsiteY25" fmla="*/ 1267378 h 1486579"/>
                <a:gd name="connsiteX26" fmla="*/ 1135035 w 3858291"/>
                <a:gd name="connsiteY26" fmla="*/ 1064176 h 1486579"/>
                <a:gd name="connsiteX27" fmla="*/ 804836 w 3858291"/>
                <a:gd name="connsiteY27" fmla="*/ 793245 h 1486579"/>
                <a:gd name="connsiteX28" fmla="*/ 453468 w 3858291"/>
                <a:gd name="connsiteY28" fmla="*/ 471511 h 1486579"/>
                <a:gd name="connsiteX29" fmla="*/ 119035 w 3858291"/>
                <a:gd name="connsiteY29" fmla="*/ 179412 h 1486579"/>
                <a:gd name="connsiteX30" fmla="*/ 4736 w 3858291"/>
                <a:gd name="connsiteY30" fmla="*/ 98978 h 1486579"/>
                <a:gd name="connsiteX31" fmla="*/ 38603 w 3858291"/>
                <a:gd name="connsiteY31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30334 w 3858291"/>
                <a:gd name="connsiteY5" fmla="*/ 1368978 h 1486579"/>
                <a:gd name="connsiteX6" fmla="*/ 1693835 w 3858291"/>
                <a:gd name="connsiteY6" fmla="*/ 1364744 h 1486579"/>
                <a:gd name="connsiteX7" fmla="*/ 1685369 w 3858291"/>
                <a:gd name="connsiteY7" fmla="*/ 1174244 h 1486579"/>
                <a:gd name="connsiteX8" fmla="*/ 1765802 w 3858291"/>
                <a:gd name="connsiteY8" fmla="*/ 1161544 h 1486579"/>
                <a:gd name="connsiteX9" fmla="*/ 1782737 w 3858291"/>
                <a:gd name="connsiteY9" fmla="*/ 1385911 h 1486579"/>
                <a:gd name="connsiteX10" fmla="*/ 1829303 w 3858291"/>
                <a:gd name="connsiteY10" fmla="*/ 1407077 h 1486579"/>
                <a:gd name="connsiteX11" fmla="*/ 2146802 w 3858291"/>
                <a:gd name="connsiteY11" fmla="*/ 1415544 h 1486579"/>
                <a:gd name="connsiteX12" fmla="*/ 2206069 w 3858291"/>
                <a:gd name="connsiteY12" fmla="*/ 1360511 h 1486579"/>
                <a:gd name="connsiteX13" fmla="*/ 2218769 w 3858291"/>
                <a:gd name="connsiteY13" fmla="*/ 1157311 h 1486579"/>
                <a:gd name="connsiteX14" fmla="*/ 2328835 w 3858291"/>
                <a:gd name="connsiteY14" fmla="*/ 1148844 h 1486579"/>
                <a:gd name="connsiteX15" fmla="*/ 2311902 w 3858291"/>
                <a:gd name="connsiteY15" fmla="*/ 1385911 h 1486579"/>
                <a:gd name="connsiteX16" fmla="*/ 2828369 w 3858291"/>
                <a:gd name="connsiteY16" fmla="*/ 1275844 h 1486579"/>
                <a:gd name="connsiteX17" fmla="*/ 3658102 w 3858291"/>
                <a:gd name="connsiteY17" fmla="*/ 293711 h 1486579"/>
                <a:gd name="connsiteX18" fmla="*/ 3768169 w 3858291"/>
                <a:gd name="connsiteY18" fmla="*/ 22778 h 1486579"/>
                <a:gd name="connsiteX19" fmla="*/ 3852835 w 3858291"/>
                <a:gd name="connsiteY19" fmla="*/ 73578 h 1486579"/>
                <a:gd name="connsiteX20" fmla="*/ 3607302 w 3858291"/>
                <a:gd name="connsiteY20" fmla="*/ 539244 h 1486579"/>
                <a:gd name="connsiteX21" fmla="*/ 2836835 w 3858291"/>
                <a:gd name="connsiteY21" fmla="*/ 1377444 h 1486579"/>
                <a:gd name="connsiteX22" fmla="*/ 2278035 w 3858291"/>
                <a:gd name="connsiteY22" fmla="*/ 1479044 h 1486579"/>
                <a:gd name="connsiteX23" fmla="*/ 1719236 w 3858291"/>
                <a:gd name="connsiteY23" fmla="*/ 1470578 h 1486579"/>
                <a:gd name="connsiteX24" fmla="*/ 1554134 w 3858291"/>
                <a:gd name="connsiteY24" fmla="*/ 1402844 h 1486579"/>
                <a:gd name="connsiteX25" fmla="*/ 1401735 w 3858291"/>
                <a:gd name="connsiteY25" fmla="*/ 1267378 h 1486579"/>
                <a:gd name="connsiteX26" fmla="*/ 1135035 w 3858291"/>
                <a:gd name="connsiteY26" fmla="*/ 1064176 h 1486579"/>
                <a:gd name="connsiteX27" fmla="*/ 804836 w 3858291"/>
                <a:gd name="connsiteY27" fmla="*/ 793245 h 1486579"/>
                <a:gd name="connsiteX28" fmla="*/ 453468 w 3858291"/>
                <a:gd name="connsiteY28" fmla="*/ 471511 h 1486579"/>
                <a:gd name="connsiteX29" fmla="*/ 119035 w 3858291"/>
                <a:gd name="connsiteY29" fmla="*/ 179412 h 1486579"/>
                <a:gd name="connsiteX30" fmla="*/ 4736 w 3858291"/>
                <a:gd name="connsiteY30" fmla="*/ 98978 h 1486579"/>
                <a:gd name="connsiteX31" fmla="*/ 38603 w 3858291"/>
                <a:gd name="connsiteY31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30334 w 3858291"/>
                <a:gd name="connsiteY5" fmla="*/ 1368978 h 1486579"/>
                <a:gd name="connsiteX6" fmla="*/ 1693835 w 3858291"/>
                <a:gd name="connsiteY6" fmla="*/ 1364744 h 1486579"/>
                <a:gd name="connsiteX7" fmla="*/ 1685369 w 3858291"/>
                <a:gd name="connsiteY7" fmla="*/ 1174244 h 1486579"/>
                <a:gd name="connsiteX8" fmla="*/ 1765802 w 3858291"/>
                <a:gd name="connsiteY8" fmla="*/ 1161544 h 1486579"/>
                <a:gd name="connsiteX9" fmla="*/ 1782737 w 3858291"/>
                <a:gd name="connsiteY9" fmla="*/ 1385911 h 1486579"/>
                <a:gd name="connsiteX10" fmla="*/ 1829303 w 3858291"/>
                <a:gd name="connsiteY10" fmla="*/ 1407077 h 1486579"/>
                <a:gd name="connsiteX11" fmla="*/ 2146802 w 3858291"/>
                <a:gd name="connsiteY11" fmla="*/ 1415544 h 1486579"/>
                <a:gd name="connsiteX12" fmla="*/ 2206069 w 3858291"/>
                <a:gd name="connsiteY12" fmla="*/ 1360511 h 1486579"/>
                <a:gd name="connsiteX13" fmla="*/ 2231469 w 3858291"/>
                <a:gd name="connsiteY13" fmla="*/ 1191178 h 1486579"/>
                <a:gd name="connsiteX14" fmla="*/ 2328835 w 3858291"/>
                <a:gd name="connsiteY14" fmla="*/ 1148844 h 1486579"/>
                <a:gd name="connsiteX15" fmla="*/ 2311902 w 3858291"/>
                <a:gd name="connsiteY15" fmla="*/ 1385911 h 1486579"/>
                <a:gd name="connsiteX16" fmla="*/ 2828369 w 3858291"/>
                <a:gd name="connsiteY16" fmla="*/ 1275844 h 1486579"/>
                <a:gd name="connsiteX17" fmla="*/ 3658102 w 3858291"/>
                <a:gd name="connsiteY17" fmla="*/ 293711 h 1486579"/>
                <a:gd name="connsiteX18" fmla="*/ 3768169 w 3858291"/>
                <a:gd name="connsiteY18" fmla="*/ 22778 h 1486579"/>
                <a:gd name="connsiteX19" fmla="*/ 3852835 w 3858291"/>
                <a:gd name="connsiteY19" fmla="*/ 73578 h 1486579"/>
                <a:gd name="connsiteX20" fmla="*/ 3607302 w 3858291"/>
                <a:gd name="connsiteY20" fmla="*/ 539244 h 1486579"/>
                <a:gd name="connsiteX21" fmla="*/ 2836835 w 3858291"/>
                <a:gd name="connsiteY21" fmla="*/ 1377444 h 1486579"/>
                <a:gd name="connsiteX22" fmla="*/ 2278035 w 3858291"/>
                <a:gd name="connsiteY22" fmla="*/ 1479044 h 1486579"/>
                <a:gd name="connsiteX23" fmla="*/ 1719236 w 3858291"/>
                <a:gd name="connsiteY23" fmla="*/ 1470578 h 1486579"/>
                <a:gd name="connsiteX24" fmla="*/ 1554134 w 3858291"/>
                <a:gd name="connsiteY24" fmla="*/ 1402844 h 1486579"/>
                <a:gd name="connsiteX25" fmla="*/ 1401735 w 3858291"/>
                <a:gd name="connsiteY25" fmla="*/ 1267378 h 1486579"/>
                <a:gd name="connsiteX26" fmla="*/ 1135035 w 3858291"/>
                <a:gd name="connsiteY26" fmla="*/ 1064176 h 1486579"/>
                <a:gd name="connsiteX27" fmla="*/ 804836 w 3858291"/>
                <a:gd name="connsiteY27" fmla="*/ 793245 h 1486579"/>
                <a:gd name="connsiteX28" fmla="*/ 453468 w 3858291"/>
                <a:gd name="connsiteY28" fmla="*/ 471511 h 1486579"/>
                <a:gd name="connsiteX29" fmla="*/ 119035 w 3858291"/>
                <a:gd name="connsiteY29" fmla="*/ 179412 h 1486579"/>
                <a:gd name="connsiteX30" fmla="*/ 4736 w 3858291"/>
                <a:gd name="connsiteY30" fmla="*/ 98978 h 1486579"/>
                <a:gd name="connsiteX31" fmla="*/ 38603 w 3858291"/>
                <a:gd name="connsiteY31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30334 w 3858291"/>
                <a:gd name="connsiteY5" fmla="*/ 1368978 h 1486579"/>
                <a:gd name="connsiteX6" fmla="*/ 1693835 w 3858291"/>
                <a:gd name="connsiteY6" fmla="*/ 1364744 h 1486579"/>
                <a:gd name="connsiteX7" fmla="*/ 1685369 w 3858291"/>
                <a:gd name="connsiteY7" fmla="*/ 1174244 h 1486579"/>
                <a:gd name="connsiteX8" fmla="*/ 1765802 w 3858291"/>
                <a:gd name="connsiteY8" fmla="*/ 1161544 h 1486579"/>
                <a:gd name="connsiteX9" fmla="*/ 1782737 w 3858291"/>
                <a:gd name="connsiteY9" fmla="*/ 1385911 h 1486579"/>
                <a:gd name="connsiteX10" fmla="*/ 1829303 w 3858291"/>
                <a:gd name="connsiteY10" fmla="*/ 1407077 h 1486579"/>
                <a:gd name="connsiteX11" fmla="*/ 2146802 w 3858291"/>
                <a:gd name="connsiteY11" fmla="*/ 1415544 h 1486579"/>
                <a:gd name="connsiteX12" fmla="*/ 2206069 w 3858291"/>
                <a:gd name="connsiteY12" fmla="*/ 1360511 h 1486579"/>
                <a:gd name="connsiteX13" fmla="*/ 2231469 w 3858291"/>
                <a:gd name="connsiteY13" fmla="*/ 1191178 h 1486579"/>
                <a:gd name="connsiteX14" fmla="*/ 2328835 w 3858291"/>
                <a:gd name="connsiteY14" fmla="*/ 1182711 h 1486579"/>
                <a:gd name="connsiteX15" fmla="*/ 2311902 w 3858291"/>
                <a:gd name="connsiteY15" fmla="*/ 1385911 h 1486579"/>
                <a:gd name="connsiteX16" fmla="*/ 2828369 w 3858291"/>
                <a:gd name="connsiteY16" fmla="*/ 1275844 h 1486579"/>
                <a:gd name="connsiteX17" fmla="*/ 3658102 w 3858291"/>
                <a:gd name="connsiteY17" fmla="*/ 293711 h 1486579"/>
                <a:gd name="connsiteX18" fmla="*/ 3768169 w 3858291"/>
                <a:gd name="connsiteY18" fmla="*/ 22778 h 1486579"/>
                <a:gd name="connsiteX19" fmla="*/ 3852835 w 3858291"/>
                <a:gd name="connsiteY19" fmla="*/ 73578 h 1486579"/>
                <a:gd name="connsiteX20" fmla="*/ 3607302 w 3858291"/>
                <a:gd name="connsiteY20" fmla="*/ 539244 h 1486579"/>
                <a:gd name="connsiteX21" fmla="*/ 2836835 w 3858291"/>
                <a:gd name="connsiteY21" fmla="*/ 1377444 h 1486579"/>
                <a:gd name="connsiteX22" fmla="*/ 2278035 w 3858291"/>
                <a:gd name="connsiteY22" fmla="*/ 1479044 h 1486579"/>
                <a:gd name="connsiteX23" fmla="*/ 1719236 w 3858291"/>
                <a:gd name="connsiteY23" fmla="*/ 1470578 h 1486579"/>
                <a:gd name="connsiteX24" fmla="*/ 1554134 w 3858291"/>
                <a:gd name="connsiteY24" fmla="*/ 1402844 h 1486579"/>
                <a:gd name="connsiteX25" fmla="*/ 1401735 w 3858291"/>
                <a:gd name="connsiteY25" fmla="*/ 1267378 h 1486579"/>
                <a:gd name="connsiteX26" fmla="*/ 1135035 w 3858291"/>
                <a:gd name="connsiteY26" fmla="*/ 1064176 h 1486579"/>
                <a:gd name="connsiteX27" fmla="*/ 804836 w 3858291"/>
                <a:gd name="connsiteY27" fmla="*/ 793245 h 1486579"/>
                <a:gd name="connsiteX28" fmla="*/ 453468 w 3858291"/>
                <a:gd name="connsiteY28" fmla="*/ 471511 h 1486579"/>
                <a:gd name="connsiteX29" fmla="*/ 119035 w 3858291"/>
                <a:gd name="connsiteY29" fmla="*/ 179412 h 1486579"/>
                <a:gd name="connsiteX30" fmla="*/ 4736 w 3858291"/>
                <a:gd name="connsiteY30" fmla="*/ 98978 h 1486579"/>
                <a:gd name="connsiteX31" fmla="*/ 38603 w 3858291"/>
                <a:gd name="connsiteY31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30334 w 3858291"/>
                <a:gd name="connsiteY5" fmla="*/ 1368978 h 1486579"/>
                <a:gd name="connsiteX6" fmla="*/ 1693835 w 3858291"/>
                <a:gd name="connsiteY6" fmla="*/ 1364744 h 1486579"/>
                <a:gd name="connsiteX7" fmla="*/ 1685369 w 3858291"/>
                <a:gd name="connsiteY7" fmla="*/ 1174244 h 1486579"/>
                <a:gd name="connsiteX8" fmla="*/ 1765802 w 3858291"/>
                <a:gd name="connsiteY8" fmla="*/ 1161544 h 1486579"/>
                <a:gd name="connsiteX9" fmla="*/ 1782737 w 3858291"/>
                <a:gd name="connsiteY9" fmla="*/ 1385911 h 1486579"/>
                <a:gd name="connsiteX10" fmla="*/ 1829303 w 3858291"/>
                <a:gd name="connsiteY10" fmla="*/ 1407077 h 1486579"/>
                <a:gd name="connsiteX11" fmla="*/ 2146802 w 3858291"/>
                <a:gd name="connsiteY11" fmla="*/ 1415544 h 1486579"/>
                <a:gd name="connsiteX12" fmla="*/ 2206069 w 3858291"/>
                <a:gd name="connsiteY12" fmla="*/ 1360511 h 1486579"/>
                <a:gd name="connsiteX13" fmla="*/ 2231469 w 3858291"/>
                <a:gd name="connsiteY13" fmla="*/ 1191178 h 1486579"/>
                <a:gd name="connsiteX14" fmla="*/ 2328835 w 3858291"/>
                <a:gd name="connsiteY14" fmla="*/ 1182711 h 1486579"/>
                <a:gd name="connsiteX15" fmla="*/ 2358469 w 3858291"/>
                <a:gd name="connsiteY15" fmla="*/ 1394377 h 1486579"/>
                <a:gd name="connsiteX16" fmla="*/ 2828369 w 3858291"/>
                <a:gd name="connsiteY16" fmla="*/ 1275844 h 1486579"/>
                <a:gd name="connsiteX17" fmla="*/ 3658102 w 3858291"/>
                <a:gd name="connsiteY17" fmla="*/ 293711 h 1486579"/>
                <a:gd name="connsiteX18" fmla="*/ 3768169 w 3858291"/>
                <a:gd name="connsiteY18" fmla="*/ 22778 h 1486579"/>
                <a:gd name="connsiteX19" fmla="*/ 3852835 w 3858291"/>
                <a:gd name="connsiteY19" fmla="*/ 73578 h 1486579"/>
                <a:gd name="connsiteX20" fmla="*/ 3607302 w 3858291"/>
                <a:gd name="connsiteY20" fmla="*/ 539244 h 1486579"/>
                <a:gd name="connsiteX21" fmla="*/ 2836835 w 3858291"/>
                <a:gd name="connsiteY21" fmla="*/ 1377444 h 1486579"/>
                <a:gd name="connsiteX22" fmla="*/ 2278035 w 3858291"/>
                <a:gd name="connsiteY22" fmla="*/ 1479044 h 1486579"/>
                <a:gd name="connsiteX23" fmla="*/ 1719236 w 3858291"/>
                <a:gd name="connsiteY23" fmla="*/ 1470578 h 1486579"/>
                <a:gd name="connsiteX24" fmla="*/ 1554134 w 3858291"/>
                <a:gd name="connsiteY24" fmla="*/ 1402844 h 1486579"/>
                <a:gd name="connsiteX25" fmla="*/ 1401735 w 3858291"/>
                <a:gd name="connsiteY25" fmla="*/ 1267378 h 1486579"/>
                <a:gd name="connsiteX26" fmla="*/ 1135035 w 3858291"/>
                <a:gd name="connsiteY26" fmla="*/ 1064176 h 1486579"/>
                <a:gd name="connsiteX27" fmla="*/ 804836 w 3858291"/>
                <a:gd name="connsiteY27" fmla="*/ 793245 h 1486579"/>
                <a:gd name="connsiteX28" fmla="*/ 453468 w 3858291"/>
                <a:gd name="connsiteY28" fmla="*/ 471511 h 1486579"/>
                <a:gd name="connsiteX29" fmla="*/ 119035 w 3858291"/>
                <a:gd name="connsiteY29" fmla="*/ 179412 h 1486579"/>
                <a:gd name="connsiteX30" fmla="*/ 4736 w 3858291"/>
                <a:gd name="connsiteY30" fmla="*/ 98978 h 1486579"/>
                <a:gd name="connsiteX31" fmla="*/ 38603 w 3858291"/>
                <a:gd name="connsiteY31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30334 w 3858291"/>
                <a:gd name="connsiteY5" fmla="*/ 1368978 h 1486579"/>
                <a:gd name="connsiteX6" fmla="*/ 1693835 w 3858291"/>
                <a:gd name="connsiteY6" fmla="*/ 1364744 h 1486579"/>
                <a:gd name="connsiteX7" fmla="*/ 1685369 w 3858291"/>
                <a:gd name="connsiteY7" fmla="*/ 1174244 h 1486579"/>
                <a:gd name="connsiteX8" fmla="*/ 1765802 w 3858291"/>
                <a:gd name="connsiteY8" fmla="*/ 1161544 h 1486579"/>
                <a:gd name="connsiteX9" fmla="*/ 1782737 w 3858291"/>
                <a:gd name="connsiteY9" fmla="*/ 1385911 h 1486579"/>
                <a:gd name="connsiteX10" fmla="*/ 1829303 w 3858291"/>
                <a:gd name="connsiteY10" fmla="*/ 1407077 h 1486579"/>
                <a:gd name="connsiteX11" fmla="*/ 2146802 w 3858291"/>
                <a:gd name="connsiteY11" fmla="*/ 1415544 h 1486579"/>
                <a:gd name="connsiteX12" fmla="*/ 2206069 w 3858291"/>
                <a:gd name="connsiteY12" fmla="*/ 1360511 h 1486579"/>
                <a:gd name="connsiteX13" fmla="*/ 2231469 w 3858291"/>
                <a:gd name="connsiteY13" fmla="*/ 1191178 h 1486579"/>
                <a:gd name="connsiteX14" fmla="*/ 2328835 w 3858291"/>
                <a:gd name="connsiteY14" fmla="*/ 1182711 h 1486579"/>
                <a:gd name="connsiteX15" fmla="*/ 2345769 w 3858291"/>
                <a:gd name="connsiteY15" fmla="*/ 1402844 h 1486579"/>
                <a:gd name="connsiteX16" fmla="*/ 2828369 w 3858291"/>
                <a:gd name="connsiteY16" fmla="*/ 1275844 h 1486579"/>
                <a:gd name="connsiteX17" fmla="*/ 3658102 w 3858291"/>
                <a:gd name="connsiteY17" fmla="*/ 293711 h 1486579"/>
                <a:gd name="connsiteX18" fmla="*/ 3768169 w 3858291"/>
                <a:gd name="connsiteY18" fmla="*/ 22778 h 1486579"/>
                <a:gd name="connsiteX19" fmla="*/ 3852835 w 3858291"/>
                <a:gd name="connsiteY19" fmla="*/ 73578 h 1486579"/>
                <a:gd name="connsiteX20" fmla="*/ 3607302 w 3858291"/>
                <a:gd name="connsiteY20" fmla="*/ 539244 h 1486579"/>
                <a:gd name="connsiteX21" fmla="*/ 2836835 w 3858291"/>
                <a:gd name="connsiteY21" fmla="*/ 1377444 h 1486579"/>
                <a:gd name="connsiteX22" fmla="*/ 2278035 w 3858291"/>
                <a:gd name="connsiteY22" fmla="*/ 1479044 h 1486579"/>
                <a:gd name="connsiteX23" fmla="*/ 1719236 w 3858291"/>
                <a:gd name="connsiteY23" fmla="*/ 1470578 h 1486579"/>
                <a:gd name="connsiteX24" fmla="*/ 1554134 w 3858291"/>
                <a:gd name="connsiteY24" fmla="*/ 1402844 h 1486579"/>
                <a:gd name="connsiteX25" fmla="*/ 1401735 w 3858291"/>
                <a:gd name="connsiteY25" fmla="*/ 1267378 h 1486579"/>
                <a:gd name="connsiteX26" fmla="*/ 1135035 w 3858291"/>
                <a:gd name="connsiteY26" fmla="*/ 1064176 h 1486579"/>
                <a:gd name="connsiteX27" fmla="*/ 804836 w 3858291"/>
                <a:gd name="connsiteY27" fmla="*/ 793245 h 1486579"/>
                <a:gd name="connsiteX28" fmla="*/ 453468 w 3858291"/>
                <a:gd name="connsiteY28" fmla="*/ 471511 h 1486579"/>
                <a:gd name="connsiteX29" fmla="*/ 119035 w 3858291"/>
                <a:gd name="connsiteY29" fmla="*/ 179412 h 1486579"/>
                <a:gd name="connsiteX30" fmla="*/ 4736 w 3858291"/>
                <a:gd name="connsiteY30" fmla="*/ 98978 h 1486579"/>
                <a:gd name="connsiteX31" fmla="*/ 38603 w 3858291"/>
                <a:gd name="connsiteY31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30334 w 3858291"/>
                <a:gd name="connsiteY5" fmla="*/ 1368978 h 1486579"/>
                <a:gd name="connsiteX6" fmla="*/ 1693835 w 3858291"/>
                <a:gd name="connsiteY6" fmla="*/ 1364744 h 1486579"/>
                <a:gd name="connsiteX7" fmla="*/ 1685369 w 3858291"/>
                <a:gd name="connsiteY7" fmla="*/ 1174244 h 1486579"/>
                <a:gd name="connsiteX8" fmla="*/ 1765802 w 3858291"/>
                <a:gd name="connsiteY8" fmla="*/ 1161544 h 1486579"/>
                <a:gd name="connsiteX9" fmla="*/ 1782737 w 3858291"/>
                <a:gd name="connsiteY9" fmla="*/ 1385911 h 1486579"/>
                <a:gd name="connsiteX10" fmla="*/ 1829303 w 3858291"/>
                <a:gd name="connsiteY10" fmla="*/ 1407077 h 1486579"/>
                <a:gd name="connsiteX11" fmla="*/ 2146802 w 3858291"/>
                <a:gd name="connsiteY11" fmla="*/ 1415544 h 1486579"/>
                <a:gd name="connsiteX12" fmla="*/ 2206069 w 3858291"/>
                <a:gd name="connsiteY12" fmla="*/ 1360511 h 1486579"/>
                <a:gd name="connsiteX13" fmla="*/ 2231469 w 3858291"/>
                <a:gd name="connsiteY13" fmla="*/ 1191178 h 1486579"/>
                <a:gd name="connsiteX14" fmla="*/ 2320369 w 3858291"/>
                <a:gd name="connsiteY14" fmla="*/ 1186944 h 1486579"/>
                <a:gd name="connsiteX15" fmla="*/ 2345769 w 3858291"/>
                <a:gd name="connsiteY15" fmla="*/ 1402844 h 1486579"/>
                <a:gd name="connsiteX16" fmla="*/ 2828369 w 3858291"/>
                <a:gd name="connsiteY16" fmla="*/ 1275844 h 1486579"/>
                <a:gd name="connsiteX17" fmla="*/ 3658102 w 3858291"/>
                <a:gd name="connsiteY17" fmla="*/ 293711 h 1486579"/>
                <a:gd name="connsiteX18" fmla="*/ 3768169 w 3858291"/>
                <a:gd name="connsiteY18" fmla="*/ 22778 h 1486579"/>
                <a:gd name="connsiteX19" fmla="*/ 3852835 w 3858291"/>
                <a:gd name="connsiteY19" fmla="*/ 73578 h 1486579"/>
                <a:gd name="connsiteX20" fmla="*/ 3607302 w 3858291"/>
                <a:gd name="connsiteY20" fmla="*/ 539244 h 1486579"/>
                <a:gd name="connsiteX21" fmla="*/ 2836835 w 3858291"/>
                <a:gd name="connsiteY21" fmla="*/ 1377444 h 1486579"/>
                <a:gd name="connsiteX22" fmla="*/ 2278035 w 3858291"/>
                <a:gd name="connsiteY22" fmla="*/ 1479044 h 1486579"/>
                <a:gd name="connsiteX23" fmla="*/ 1719236 w 3858291"/>
                <a:gd name="connsiteY23" fmla="*/ 1470578 h 1486579"/>
                <a:gd name="connsiteX24" fmla="*/ 1554134 w 3858291"/>
                <a:gd name="connsiteY24" fmla="*/ 1402844 h 1486579"/>
                <a:gd name="connsiteX25" fmla="*/ 1401735 w 3858291"/>
                <a:gd name="connsiteY25" fmla="*/ 1267378 h 1486579"/>
                <a:gd name="connsiteX26" fmla="*/ 1135035 w 3858291"/>
                <a:gd name="connsiteY26" fmla="*/ 1064176 h 1486579"/>
                <a:gd name="connsiteX27" fmla="*/ 804836 w 3858291"/>
                <a:gd name="connsiteY27" fmla="*/ 793245 h 1486579"/>
                <a:gd name="connsiteX28" fmla="*/ 453468 w 3858291"/>
                <a:gd name="connsiteY28" fmla="*/ 471511 h 1486579"/>
                <a:gd name="connsiteX29" fmla="*/ 119035 w 3858291"/>
                <a:gd name="connsiteY29" fmla="*/ 179412 h 1486579"/>
                <a:gd name="connsiteX30" fmla="*/ 4736 w 3858291"/>
                <a:gd name="connsiteY30" fmla="*/ 98978 h 1486579"/>
                <a:gd name="connsiteX31" fmla="*/ 38603 w 3858291"/>
                <a:gd name="connsiteY31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30334 w 3858291"/>
                <a:gd name="connsiteY5" fmla="*/ 1368978 h 1486579"/>
                <a:gd name="connsiteX6" fmla="*/ 1693835 w 3858291"/>
                <a:gd name="connsiteY6" fmla="*/ 1364744 h 1486579"/>
                <a:gd name="connsiteX7" fmla="*/ 1685369 w 3858291"/>
                <a:gd name="connsiteY7" fmla="*/ 1174244 h 1486579"/>
                <a:gd name="connsiteX8" fmla="*/ 1765802 w 3858291"/>
                <a:gd name="connsiteY8" fmla="*/ 1161544 h 1486579"/>
                <a:gd name="connsiteX9" fmla="*/ 1782737 w 3858291"/>
                <a:gd name="connsiteY9" fmla="*/ 1385911 h 1486579"/>
                <a:gd name="connsiteX10" fmla="*/ 1829303 w 3858291"/>
                <a:gd name="connsiteY10" fmla="*/ 1407077 h 1486579"/>
                <a:gd name="connsiteX11" fmla="*/ 2193369 w 3858291"/>
                <a:gd name="connsiteY11" fmla="*/ 1415544 h 1486579"/>
                <a:gd name="connsiteX12" fmla="*/ 2206069 w 3858291"/>
                <a:gd name="connsiteY12" fmla="*/ 1360511 h 1486579"/>
                <a:gd name="connsiteX13" fmla="*/ 2231469 w 3858291"/>
                <a:gd name="connsiteY13" fmla="*/ 1191178 h 1486579"/>
                <a:gd name="connsiteX14" fmla="*/ 2320369 w 3858291"/>
                <a:gd name="connsiteY14" fmla="*/ 1186944 h 1486579"/>
                <a:gd name="connsiteX15" fmla="*/ 2345769 w 3858291"/>
                <a:gd name="connsiteY15" fmla="*/ 1402844 h 1486579"/>
                <a:gd name="connsiteX16" fmla="*/ 2828369 w 3858291"/>
                <a:gd name="connsiteY16" fmla="*/ 1275844 h 1486579"/>
                <a:gd name="connsiteX17" fmla="*/ 3658102 w 3858291"/>
                <a:gd name="connsiteY17" fmla="*/ 293711 h 1486579"/>
                <a:gd name="connsiteX18" fmla="*/ 3768169 w 3858291"/>
                <a:gd name="connsiteY18" fmla="*/ 22778 h 1486579"/>
                <a:gd name="connsiteX19" fmla="*/ 3852835 w 3858291"/>
                <a:gd name="connsiteY19" fmla="*/ 73578 h 1486579"/>
                <a:gd name="connsiteX20" fmla="*/ 3607302 w 3858291"/>
                <a:gd name="connsiteY20" fmla="*/ 539244 h 1486579"/>
                <a:gd name="connsiteX21" fmla="*/ 2836835 w 3858291"/>
                <a:gd name="connsiteY21" fmla="*/ 1377444 h 1486579"/>
                <a:gd name="connsiteX22" fmla="*/ 2278035 w 3858291"/>
                <a:gd name="connsiteY22" fmla="*/ 1479044 h 1486579"/>
                <a:gd name="connsiteX23" fmla="*/ 1719236 w 3858291"/>
                <a:gd name="connsiteY23" fmla="*/ 1470578 h 1486579"/>
                <a:gd name="connsiteX24" fmla="*/ 1554134 w 3858291"/>
                <a:gd name="connsiteY24" fmla="*/ 1402844 h 1486579"/>
                <a:gd name="connsiteX25" fmla="*/ 1401735 w 3858291"/>
                <a:gd name="connsiteY25" fmla="*/ 1267378 h 1486579"/>
                <a:gd name="connsiteX26" fmla="*/ 1135035 w 3858291"/>
                <a:gd name="connsiteY26" fmla="*/ 1064176 h 1486579"/>
                <a:gd name="connsiteX27" fmla="*/ 804836 w 3858291"/>
                <a:gd name="connsiteY27" fmla="*/ 793245 h 1486579"/>
                <a:gd name="connsiteX28" fmla="*/ 453468 w 3858291"/>
                <a:gd name="connsiteY28" fmla="*/ 471511 h 1486579"/>
                <a:gd name="connsiteX29" fmla="*/ 119035 w 3858291"/>
                <a:gd name="connsiteY29" fmla="*/ 179412 h 1486579"/>
                <a:gd name="connsiteX30" fmla="*/ 4736 w 3858291"/>
                <a:gd name="connsiteY30" fmla="*/ 98978 h 1486579"/>
                <a:gd name="connsiteX31" fmla="*/ 38603 w 3858291"/>
                <a:gd name="connsiteY31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30334 w 3858291"/>
                <a:gd name="connsiteY5" fmla="*/ 1368978 h 1486579"/>
                <a:gd name="connsiteX6" fmla="*/ 1693835 w 3858291"/>
                <a:gd name="connsiteY6" fmla="*/ 1364744 h 1486579"/>
                <a:gd name="connsiteX7" fmla="*/ 1685369 w 3858291"/>
                <a:gd name="connsiteY7" fmla="*/ 1174244 h 1486579"/>
                <a:gd name="connsiteX8" fmla="*/ 1765802 w 3858291"/>
                <a:gd name="connsiteY8" fmla="*/ 1161544 h 1486579"/>
                <a:gd name="connsiteX9" fmla="*/ 1782737 w 3858291"/>
                <a:gd name="connsiteY9" fmla="*/ 1385911 h 1486579"/>
                <a:gd name="connsiteX10" fmla="*/ 1829303 w 3858291"/>
                <a:gd name="connsiteY10" fmla="*/ 1407077 h 1486579"/>
                <a:gd name="connsiteX11" fmla="*/ 2193369 w 3858291"/>
                <a:gd name="connsiteY11" fmla="*/ 1415544 h 1486579"/>
                <a:gd name="connsiteX12" fmla="*/ 2239936 w 3858291"/>
                <a:gd name="connsiteY12" fmla="*/ 1356277 h 1486579"/>
                <a:gd name="connsiteX13" fmla="*/ 2231469 w 3858291"/>
                <a:gd name="connsiteY13" fmla="*/ 1191178 h 1486579"/>
                <a:gd name="connsiteX14" fmla="*/ 2320369 w 3858291"/>
                <a:gd name="connsiteY14" fmla="*/ 1186944 h 1486579"/>
                <a:gd name="connsiteX15" fmla="*/ 2345769 w 3858291"/>
                <a:gd name="connsiteY15" fmla="*/ 1402844 h 1486579"/>
                <a:gd name="connsiteX16" fmla="*/ 2828369 w 3858291"/>
                <a:gd name="connsiteY16" fmla="*/ 1275844 h 1486579"/>
                <a:gd name="connsiteX17" fmla="*/ 3658102 w 3858291"/>
                <a:gd name="connsiteY17" fmla="*/ 293711 h 1486579"/>
                <a:gd name="connsiteX18" fmla="*/ 3768169 w 3858291"/>
                <a:gd name="connsiteY18" fmla="*/ 22778 h 1486579"/>
                <a:gd name="connsiteX19" fmla="*/ 3852835 w 3858291"/>
                <a:gd name="connsiteY19" fmla="*/ 73578 h 1486579"/>
                <a:gd name="connsiteX20" fmla="*/ 3607302 w 3858291"/>
                <a:gd name="connsiteY20" fmla="*/ 539244 h 1486579"/>
                <a:gd name="connsiteX21" fmla="*/ 2836835 w 3858291"/>
                <a:gd name="connsiteY21" fmla="*/ 1377444 h 1486579"/>
                <a:gd name="connsiteX22" fmla="*/ 2278035 w 3858291"/>
                <a:gd name="connsiteY22" fmla="*/ 1479044 h 1486579"/>
                <a:gd name="connsiteX23" fmla="*/ 1719236 w 3858291"/>
                <a:gd name="connsiteY23" fmla="*/ 1470578 h 1486579"/>
                <a:gd name="connsiteX24" fmla="*/ 1554134 w 3858291"/>
                <a:gd name="connsiteY24" fmla="*/ 1402844 h 1486579"/>
                <a:gd name="connsiteX25" fmla="*/ 1401735 w 3858291"/>
                <a:gd name="connsiteY25" fmla="*/ 1267378 h 1486579"/>
                <a:gd name="connsiteX26" fmla="*/ 1135035 w 3858291"/>
                <a:gd name="connsiteY26" fmla="*/ 1064176 h 1486579"/>
                <a:gd name="connsiteX27" fmla="*/ 804836 w 3858291"/>
                <a:gd name="connsiteY27" fmla="*/ 793245 h 1486579"/>
                <a:gd name="connsiteX28" fmla="*/ 453468 w 3858291"/>
                <a:gd name="connsiteY28" fmla="*/ 471511 h 1486579"/>
                <a:gd name="connsiteX29" fmla="*/ 119035 w 3858291"/>
                <a:gd name="connsiteY29" fmla="*/ 179412 h 1486579"/>
                <a:gd name="connsiteX30" fmla="*/ 4736 w 3858291"/>
                <a:gd name="connsiteY30" fmla="*/ 98978 h 1486579"/>
                <a:gd name="connsiteX31" fmla="*/ 38603 w 3858291"/>
                <a:gd name="connsiteY31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30334 w 3858291"/>
                <a:gd name="connsiteY5" fmla="*/ 1368978 h 1486579"/>
                <a:gd name="connsiteX6" fmla="*/ 1693835 w 3858291"/>
                <a:gd name="connsiteY6" fmla="*/ 1364744 h 1486579"/>
                <a:gd name="connsiteX7" fmla="*/ 1685369 w 3858291"/>
                <a:gd name="connsiteY7" fmla="*/ 1174244 h 1486579"/>
                <a:gd name="connsiteX8" fmla="*/ 1765802 w 3858291"/>
                <a:gd name="connsiteY8" fmla="*/ 1161544 h 1486579"/>
                <a:gd name="connsiteX9" fmla="*/ 1782737 w 3858291"/>
                <a:gd name="connsiteY9" fmla="*/ 1385911 h 1486579"/>
                <a:gd name="connsiteX10" fmla="*/ 1829303 w 3858291"/>
                <a:gd name="connsiteY10" fmla="*/ 1407077 h 1486579"/>
                <a:gd name="connsiteX11" fmla="*/ 2193369 w 3858291"/>
                <a:gd name="connsiteY11" fmla="*/ 1415544 h 1486579"/>
                <a:gd name="connsiteX12" fmla="*/ 2239936 w 3858291"/>
                <a:gd name="connsiteY12" fmla="*/ 1356277 h 1486579"/>
                <a:gd name="connsiteX13" fmla="*/ 2231469 w 3858291"/>
                <a:gd name="connsiteY13" fmla="*/ 1191178 h 1486579"/>
                <a:gd name="connsiteX14" fmla="*/ 2320369 w 3858291"/>
                <a:gd name="connsiteY14" fmla="*/ 1186944 h 1486579"/>
                <a:gd name="connsiteX15" fmla="*/ 2345769 w 3858291"/>
                <a:gd name="connsiteY15" fmla="*/ 1402844 h 1486579"/>
                <a:gd name="connsiteX16" fmla="*/ 2828369 w 3858291"/>
                <a:gd name="connsiteY16" fmla="*/ 1275844 h 1486579"/>
                <a:gd name="connsiteX17" fmla="*/ 3658102 w 3858291"/>
                <a:gd name="connsiteY17" fmla="*/ 293711 h 1486579"/>
                <a:gd name="connsiteX18" fmla="*/ 3768169 w 3858291"/>
                <a:gd name="connsiteY18" fmla="*/ 22778 h 1486579"/>
                <a:gd name="connsiteX19" fmla="*/ 3852835 w 3858291"/>
                <a:gd name="connsiteY19" fmla="*/ 73578 h 1486579"/>
                <a:gd name="connsiteX20" fmla="*/ 3607302 w 3858291"/>
                <a:gd name="connsiteY20" fmla="*/ 539244 h 1486579"/>
                <a:gd name="connsiteX21" fmla="*/ 2836835 w 3858291"/>
                <a:gd name="connsiteY21" fmla="*/ 1377444 h 1486579"/>
                <a:gd name="connsiteX22" fmla="*/ 2278035 w 3858291"/>
                <a:gd name="connsiteY22" fmla="*/ 1479044 h 1486579"/>
                <a:gd name="connsiteX23" fmla="*/ 1719236 w 3858291"/>
                <a:gd name="connsiteY23" fmla="*/ 1470578 h 1486579"/>
                <a:gd name="connsiteX24" fmla="*/ 1554134 w 3858291"/>
                <a:gd name="connsiteY24" fmla="*/ 1402844 h 1486579"/>
                <a:gd name="connsiteX25" fmla="*/ 1401735 w 3858291"/>
                <a:gd name="connsiteY25" fmla="*/ 1267378 h 1486579"/>
                <a:gd name="connsiteX26" fmla="*/ 1135035 w 3858291"/>
                <a:gd name="connsiteY26" fmla="*/ 1064176 h 1486579"/>
                <a:gd name="connsiteX27" fmla="*/ 804836 w 3858291"/>
                <a:gd name="connsiteY27" fmla="*/ 793245 h 1486579"/>
                <a:gd name="connsiteX28" fmla="*/ 453468 w 3858291"/>
                <a:gd name="connsiteY28" fmla="*/ 471511 h 1486579"/>
                <a:gd name="connsiteX29" fmla="*/ 119035 w 3858291"/>
                <a:gd name="connsiteY29" fmla="*/ 179412 h 1486579"/>
                <a:gd name="connsiteX30" fmla="*/ 4736 w 3858291"/>
                <a:gd name="connsiteY30" fmla="*/ 98978 h 1486579"/>
                <a:gd name="connsiteX31" fmla="*/ 38603 w 3858291"/>
                <a:gd name="connsiteY31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30334 w 3858291"/>
                <a:gd name="connsiteY5" fmla="*/ 1368978 h 1486579"/>
                <a:gd name="connsiteX6" fmla="*/ 1693835 w 3858291"/>
                <a:gd name="connsiteY6" fmla="*/ 1364744 h 1486579"/>
                <a:gd name="connsiteX7" fmla="*/ 1685369 w 3858291"/>
                <a:gd name="connsiteY7" fmla="*/ 1174244 h 1486579"/>
                <a:gd name="connsiteX8" fmla="*/ 1765802 w 3858291"/>
                <a:gd name="connsiteY8" fmla="*/ 1161544 h 1486579"/>
                <a:gd name="connsiteX9" fmla="*/ 1782737 w 3858291"/>
                <a:gd name="connsiteY9" fmla="*/ 1385911 h 1486579"/>
                <a:gd name="connsiteX10" fmla="*/ 1829303 w 3858291"/>
                <a:gd name="connsiteY10" fmla="*/ 1407077 h 1486579"/>
                <a:gd name="connsiteX11" fmla="*/ 2193369 w 3858291"/>
                <a:gd name="connsiteY11" fmla="*/ 1415544 h 1486579"/>
                <a:gd name="connsiteX12" fmla="*/ 2239936 w 3858291"/>
                <a:gd name="connsiteY12" fmla="*/ 1356277 h 1486579"/>
                <a:gd name="connsiteX13" fmla="*/ 2252636 w 3858291"/>
                <a:gd name="connsiteY13" fmla="*/ 1195412 h 1486579"/>
                <a:gd name="connsiteX14" fmla="*/ 2320369 w 3858291"/>
                <a:gd name="connsiteY14" fmla="*/ 1186944 h 1486579"/>
                <a:gd name="connsiteX15" fmla="*/ 2345769 w 3858291"/>
                <a:gd name="connsiteY15" fmla="*/ 1402844 h 1486579"/>
                <a:gd name="connsiteX16" fmla="*/ 2828369 w 3858291"/>
                <a:gd name="connsiteY16" fmla="*/ 1275844 h 1486579"/>
                <a:gd name="connsiteX17" fmla="*/ 3658102 w 3858291"/>
                <a:gd name="connsiteY17" fmla="*/ 293711 h 1486579"/>
                <a:gd name="connsiteX18" fmla="*/ 3768169 w 3858291"/>
                <a:gd name="connsiteY18" fmla="*/ 22778 h 1486579"/>
                <a:gd name="connsiteX19" fmla="*/ 3852835 w 3858291"/>
                <a:gd name="connsiteY19" fmla="*/ 73578 h 1486579"/>
                <a:gd name="connsiteX20" fmla="*/ 3607302 w 3858291"/>
                <a:gd name="connsiteY20" fmla="*/ 539244 h 1486579"/>
                <a:gd name="connsiteX21" fmla="*/ 2836835 w 3858291"/>
                <a:gd name="connsiteY21" fmla="*/ 1377444 h 1486579"/>
                <a:gd name="connsiteX22" fmla="*/ 2278035 w 3858291"/>
                <a:gd name="connsiteY22" fmla="*/ 1479044 h 1486579"/>
                <a:gd name="connsiteX23" fmla="*/ 1719236 w 3858291"/>
                <a:gd name="connsiteY23" fmla="*/ 1470578 h 1486579"/>
                <a:gd name="connsiteX24" fmla="*/ 1554134 w 3858291"/>
                <a:gd name="connsiteY24" fmla="*/ 1402844 h 1486579"/>
                <a:gd name="connsiteX25" fmla="*/ 1401735 w 3858291"/>
                <a:gd name="connsiteY25" fmla="*/ 1267378 h 1486579"/>
                <a:gd name="connsiteX26" fmla="*/ 1135035 w 3858291"/>
                <a:gd name="connsiteY26" fmla="*/ 1064176 h 1486579"/>
                <a:gd name="connsiteX27" fmla="*/ 804836 w 3858291"/>
                <a:gd name="connsiteY27" fmla="*/ 793245 h 1486579"/>
                <a:gd name="connsiteX28" fmla="*/ 453468 w 3858291"/>
                <a:gd name="connsiteY28" fmla="*/ 471511 h 1486579"/>
                <a:gd name="connsiteX29" fmla="*/ 119035 w 3858291"/>
                <a:gd name="connsiteY29" fmla="*/ 179412 h 1486579"/>
                <a:gd name="connsiteX30" fmla="*/ 4736 w 3858291"/>
                <a:gd name="connsiteY30" fmla="*/ 98978 h 1486579"/>
                <a:gd name="connsiteX31" fmla="*/ 38603 w 3858291"/>
                <a:gd name="connsiteY31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30334 w 3858291"/>
                <a:gd name="connsiteY5" fmla="*/ 1368978 h 1486579"/>
                <a:gd name="connsiteX6" fmla="*/ 1693835 w 3858291"/>
                <a:gd name="connsiteY6" fmla="*/ 1364744 h 1486579"/>
                <a:gd name="connsiteX7" fmla="*/ 1685369 w 3858291"/>
                <a:gd name="connsiteY7" fmla="*/ 1174244 h 1486579"/>
                <a:gd name="connsiteX8" fmla="*/ 1765802 w 3858291"/>
                <a:gd name="connsiteY8" fmla="*/ 1161544 h 1486579"/>
                <a:gd name="connsiteX9" fmla="*/ 1782737 w 3858291"/>
                <a:gd name="connsiteY9" fmla="*/ 1385911 h 1486579"/>
                <a:gd name="connsiteX10" fmla="*/ 1829303 w 3858291"/>
                <a:gd name="connsiteY10" fmla="*/ 1407077 h 1486579"/>
                <a:gd name="connsiteX11" fmla="*/ 2193369 w 3858291"/>
                <a:gd name="connsiteY11" fmla="*/ 1415544 h 1486579"/>
                <a:gd name="connsiteX12" fmla="*/ 2239936 w 3858291"/>
                <a:gd name="connsiteY12" fmla="*/ 1356277 h 1486579"/>
                <a:gd name="connsiteX13" fmla="*/ 2252636 w 3858291"/>
                <a:gd name="connsiteY13" fmla="*/ 1195412 h 1486579"/>
                <a:gd name="connsiteX14" fmla="*/ 2337302 w 3858291"/>
                <a:gd name="connsiteY14" fmla="*/ 1186944 h 1486579"/>
                <a:gd name="connsiteX15" fmla="*/ 2345769 w 3858291"/>
                <a:gd name="connsiteY15" fmla="*/ 1402844 h 1486579"/>
                <a:gd name="connsiteX16" fmla="*/ 2828369 w 3858291"/>
                <a:gd name="connsiteY16" fmla="*/ 1275844 h 1486579"/>
                <a:gd name="connsiteX17" fmla="*/ 3658102 w 3858291"/>
                <a:gd name="connsiteY17" fmla="*/ 293711 h 1486579"/>
                <a:gd name="connsiteX18" fmla="*/ 3768169 w 3858291"/>
                <a:gd name="connsiteY18" fmla="*/ 22778 h 1486579"/>
                <a:gd name="connsiteX19" fmla="*/ 3852835 w 3858291"/>
                <a:gd name="connsiteY19" fmla="*/ 73578 h 1486579"/>
                <a:gd name="connsiteX20" fmla="*/ 3607302 w 3858291"/>
                <a:gd name="connsiteY20" fmla="*/ 539244 h 1486579"/>
                <a:gd name="connsiteX21" fmla="*/ 2836835 w 3858291"/>
                <a:gd name="connsiteY21" fmla="*/ 1377444 h 1486579"/>
                <a:gd name="connsiteX22" fmla="*/ 2278035 w 3858291"/>
                <a:gd name="connsiteY22" fmla="*/ 1479044 h 1486579"/>
                <a:gd name="connsiteX23" fmla="*/ 1719236 w 3858291"/>
                <a:gd name="connsiteY23" fmla="*/ 1470578 h 1486579"/>
                <a:gd name="connsiteX24" fmla="*/ 1554134 w 3858291"/>
                <a:gd name="connsiteY24" fmla="*/ 1402844 h 1486579"/>
                <a:gd name="connsiteX25" fmla="*/ 1401735 w 3858291"/>
                <a:gd name="connsiteY25" fmla="*/ 1267378 h 1486579"/>
                <a:gd name="connsiteX26" fmla="*/ 1135035 w 3858291"/>
                <a:gd name="connsiteY26" fmla="*/ 1064176 h 1486579"/>
                <a:gd name="connsiteX27" fmla="*/ 804836 w 3858291"/>
                <a:gd name="connsiteY27" fmla="*/ 793245 h 1486579"/>
                <a:gd name="connsiteX28" fmla="*/ 453468 w 3858291"/>
                <a:gd name="connsiteY28" fmla="*/ 471511 h 1486579"/>
                <a:gd name="connsiteX29" fmla="*/ 119035 w 3858291"/>
                <a:gd name="connsiteY29" fmla="*/ 179412 h 1486579"/>
                <a:gd name="connsiteX30" fmla="*/ 4736 w 3858291"/>
                <a:gd name="connsiteY30" fmla="*/ 98978 h 1486579"/>
                <a:gd name="connsiteX31" fmla="*/ 38603 w 3858291"/>
                <a:gd name="connsiteY31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30334 w 3858291"/>
                <a:gd name="connsiteY5" fmla="*/ 1368978 h 1486579"/>
                <a:gd name="connsiteX6" fmla="*/ 1693835 w 3858291"/>
                <a:gd name="connsiteY6" fmla="*/ 1364744 h 1486579"/>
                <a:gd name="connsiteX7" fmla="*/ 1685369 w 3858291"/>
                <a:gd name="connsiteY7" fmla="*/ 1174244 h 1486579"/>
                <a:gd name="connsiteX8" fmla="*/ 1765802 w 3858291"/>
                <a:gd name="connsiteY8" fmla="*/ 1161544 h 1486579"/>
                <a:gd name="connsiteX9" fmla="*/ 1782737 w 3858291"/>
                <a:gd name="connsiteY9" fmla="*/ 1385911 h 1486579"/>
                <a:gd name="connsiteX10" fmla="*/ 1829303 w 3858291"/>
                <a:gd name="connsiteY10" fmla="*/ 1407077 h 1486579"/>
                <a:gd name="connsiteX11" fmla="*/ 2193369 w 3858291"/>
                <a:gd name="connsiteY11" fmla="*/ 1415544 h 1486579"/>
                <a:gd name="connsiteX12" fmla="*/ 2239936 w 3858291"/>
                <a:gd name="connsiteY12" fmla="*/ 1356277 h 1486579"/>
                <a:gd name="connsiteX13" fmla="*/ 2252636 w 3858291"/>
                <a:gd name="connsiteY13" fmla="*/ 1195412 h 1486579"/>
                <a:gd name="connsiteX14" fmla="*/ 2337302 w 3858291"/>
                <a:gd name="connsiteY14" fmla="*/ 1186944 h 1486579"/>
                <a:gd name="connsiteX15" fmla="*/ 2379636 w 3858291"/>
                <a:gd name="connsiteY15" fmla="*/ 1402844 h 1486579"/>
                <a:gd name="connsiteX16" fmla="*/ 2828369 w 3858291"/>
                <a:gd name="connsiteY16" fmla="*/ 1275844 h 1486579"/>
                <a:gd name="connsiteX17" fmla="*/ 3658102 w 3858291"/>
                <a:gd name="connsiteY17" fmla="*/ 293711 h 1486579"/>
                <a:gd name="connsiteX18" fmla="*/ 3768169 w 3858291"/>
                <a:gd name="connsiteY18" fmla="*/ 22778 h 1486579"/>
                <a:gd name="connsiteX19" fmla="*/ 3852835 w 3858291"/>
                <a:gd name="connsiteY19" fmla="*/ 73578 h 1486579"/>
                <a:gd name="connsiteX20" fmla="*/ 3607302 w 3858291"/>
                <a:gd name="connsiteY20" fmla="*/ 539244 h 1486579"/>
                <a:gd name="connsiteX21" fmla="*/ 2836835 w 3858291"/>
                <a:gd name="connsiteY21" fmla="*/ 1377444 h 1486579"/>
                <a:gd name="connsiteX22" fmla="*/ 2278035 w 3858291"/>
                <a:gd name="connsiteY22" fmla="*/ 1479044 h 1486579"/>
                <a:gd name="connsiteX23" fmla="*/ 1719236 w 3858291"/>
                <a:gd name="connsiteY23" fmla="*/ 1470578 h 1486579"/>
                <a:gd name="connsiteX24" fmla="*/ 1554134 w 3858291"/>
                <a:gd name="connsiteY24" fmla="*/ 1402844 h 1486579"/>
                <a:gd name="connsiteX25" fmla="*/ 1401735 w 3858291"/>
                <a:gd name="connsiteY25" fmla="*/ 1267378 h 1486579"/>
                <a:gd name="connsiteX26" fmla="*/ 1135035 w 3858291"/>
                <a:gd name="connsiteY26" fmla="*/ 1064176 h 1486579"/>
                <a:gd name="connsiteX27" fmla="*/ 804836 w 3858291"/>
                <a:gd name="connsiteY27" fmla="*/ 793245 h 1486579"/>
                <a:gd name="connsiteX28" fmla="*/ 453468 w 3858291"/>
                <a:gd name="connsiteY28" fmla="*/ 471511 h 1486579"/>
                <a:gd name="connsiteX29" fmla="*/ 119035 w 3858291"/>
                <a:gd name="connsiteY29" fmla="*/ 179412 h 1486579"/>
                <a:gd name="connsiteX30" fmla="*/ 4736 w 3858291"/>
                <a:gd name="connsiteY30" fmla="*/ 98978 h 1486579"/>
                <a:gd name="connsiteX31" fmla="*/ 38603 w 3858291"/>
                <a:gd name="connsiteY31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30334 w 3858291"/>
                <a:gd name="connsiteY5" fmla="*/ 1368978 h 1486579"/>
                <a:gd name="connsiteX6" fmla="*/ 1693835 w 3858291"/>
                <a:gd name="connsiteY6" fmla="*/ 1364744 h 1486579"/>
                <a:gd name="connsiteX7" fmla="*/ 1685369 w 3858291"/>
                <a:gd name="connsiteY7" fmla="*/ 1174244 h 1486579"/>
                <a:gd name="connsiteX8" fmla="*/ 1765802 w 3858291"/>
                <a:gd name="connsiteY8" fmla="*/ 1161544 h 1486579"/>
                <a:gd name="connsiteX9" fmla="*/ 1782737 w 3858291"/>
                <a:gd name="connsiteY9" fmla="*/ 1385911 h 1486579"/>
                <a:gd name="connsiteX10" fmla="*/ 1829303 w 3858291"/>
                <a:gd name="connsiteY10" fmla="*/ 1407077 h 1486579"/>
                <a:gd name="connsiteX11" fmla="*/ 2193369 w 3858291"/>
                <a:gd name="connsiteY11" fmla="*/ 1415544 h 1486579"/>
                <a:gd name="connsiteX12" fmla="*/ 2239936 w 3858291"/>
                <a:gd name="connsiteY12" fmla="*/ 1356277 h 1486579"/>
                <a:gd name="connsiteX13" fmla="*/ 2252636 w 3858291"/>
                <a:gd name="connsiteY13" fmla="*/ 1195412 h 1486579"/>
                <a:gd name="connsiteX14" fmla="*/ 2337302 w 3858291"/>
                <a:gd name="connsiteY14" fmla="*/ 1186944 h 1486579"/>
                <a:gd name="connsiteX15" fmla="*/ 2366936 w 3858291"/>
                <a:gd name="connsiteY15" fmla="*/ 1411311 h 1486579"/>
                <a:gd name="connsiteX16" fmla="*/ 2828369 w 3858291"/>
                <a:gd name="connsiteY16" fmla="*/ 1275844 h 1486579"/>
                <a:gd name="connsiteX17" fmla="*/ 3658102 w 3858291"/>
                <a:gd name="connsiteY17" fmla="*/ 293711 h 1486579"/>
                <a:gd name="connsiteX18" fmla="*/ 3768169 w 3858291"/>
                <a:gd name="connsiteY18" fmla="*/ 22778 h 1486579"/>
                <a:gd name="connsiteX19" fmla="*/ 3852835 w 3858291"/>
                <a:gd name="connsiteY19" fmla="*/ 73578 h 1486579"/>
                <a:gd name="connsiteX20" fmla="*/ 3607302 w 3858291"/>
                <a:gd name="connsiteY20" fmla="*/ 539244 h 1486579"/>
                <a:gd name="connsiteX21" fmla="*/ 2836835 w 3858291"/>
                <a:gd name="connsiteY21" fmla="*/ 1377444 h 1486579"/>
                <a:gd name="connsiteX22" fmla="*/ 2278035 w 3858291"/>
                <a:gd name="connsiteY22" fmla="*/ 1479044 h 1486579"/>
                <a:gd name="connsiteX23" fmla="*/ 1719236 w 3858291"/>
                <a:gd name="connsiteY23" fmla="*/ 1470578 h 1486579"/>
                <a:gd name="connsiteX24" fmla="*/ 1554134 w 3858291"/>
                <a:gd name="connsiteY24" fmla="*/ 1402844 h 1486579"/>
                <a:gd name="connsiteX25" fmla="*/ 1401735 w 3858291"/>
                <a:gd name="connsiteY25" fmla="*/ 1267378 h 1486579"/>
                <a:gd name="connsiteX26" fmla="*/ 1135035 w 3858291"/>
                <a:gd name="connsiteY26" fmla="*/ 1064176 h 1486579"/>
                <a:gd name="connsiteX27" fmla="*/ 804836 w 3858291"/>
                <a:gd name="connsiteY27" fmla="*/ 793245 h 1486579"/>
                <a:gd name="connsiteX28" fmla="*/ 453468 w 3858291"/>
                <a:gd name="connsiteY28" fmla="*/ 471511 h 1486579"/>
                <a:gd name="connsiteX29" fmla="*/ 119035 w 3858291"/>
                <a:gd name="connsiteY29" fmla="*/ 179412 h 1486579"/>
                <a:gd name="connsiteX30" fmla="*/ 4736 w 3858291"/>
                <a:gd name="connsiteY30" fmla="*/ 98978 h 1486579"/>
                <a:gd name="connsiteX31" fmla="*/ 38603 w 3858291"/>
                <a:gd name="connsiteY31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30334 w 3858291"/>
                <a:gd name="connsiteY5" fmla="*/ 1368978 h 1486579"/>
                <a:gd name="connsiteX6" fmla="*/ 1693835 w 3858291"/>
                <a:gd name="connsiteY6" fmla="*/ 1364744 h 1486579"/>
                <a:gd name="connsiteX7" fmla="*/ 1685369 w 3858291"/>
                <a:gd name="connsiteY7" fmla="*/ 1174244 h 1486579"/>
                <a:gd name="connsiteX8" fmla="*/ 1765802 w 3858291"/>
                <a:gd name="connsiteY8" fmla="*/ 1161544 h 1486579"/>
                <a:gd name="connsiteX9" fmla="*/ 1782737 w 3858291"/>
                <a:gd name="connsiteY9" fmla="*/ 1385911 h 1486579"/>
                <a:gd name="connsiteX10" fmla="*/ 1829303 w 3858291"/>
                <a:gd name="connsiteY10" fmla="*/ 1407077 h 1486579"/>
                <a:gd name="connsiteX11" fmla="*/ 2193369 w 3858291"/>
                <a:gd name="connsiteY11" fmla="*/ 1415544 h 1486579"/>
                <a:gd name="connsiteX12" fmla="*/ 2239936 w 3858291"/>
                <a:gd name="connsiteY12" fmla="*/ 1356277 h 1486579"/>
                <a:gd name="connsiteX13" fmla="*/ 2252636 w 3858291"/>
                <a:gd name="connsiteY13" fmla="*/ 1195412 h 1486579"/>
                <a:gd name="connsiteX14" fmla="*/ 2337302 w 3858291"/>
                <a:gd name="connsiteY14" fmla="*/ 1186944 h 1486579"/>
                <a:gd name="connsiteX15" fmla="*/ 2366936 w 3858291"/>
                <a:gd name="connsiteY15" fmla="*/ 1411311 h 1486579"/>
                <a:gd name="connsiteX16" fmla="*/ 2460069 w 3858291"/>
                <a:gd name="connsiteY16" fmla="*/ 1419778 h 1486579"/>
                <a:gd name="connsiteX17" fmla="*/ 2828369 w 3858291"/>
                <a:gd name="connsiteY17" fmla="*/ 1275844 h 1486579"/>
                <a:gd name="connsiteX18" fmla="*/ 3658102 w 3858291"/>
                <a:gd name="connsiteY18" fmla="*/ 293711 h 1486579"/>
                <a:gd name="connsiteX19" fmla="*/ 3768169 w 3858291"/>
                <a:gd name="connsiteY19" fmla="*/ 22778 h 1486579"/>
                <a:gd name="connsiteX20" fmla="*/ 3852835 w 3858291"/>
                <a:gd name="connsiteY20" fmla="*/ 73578 h 1486579"/>
                <a:gd name="connsiteX21" fmla="*/ 3607302 w 3858291"/>
                <a:gd name="connsiteY21" fmla="*/ 539244 h 1486579"/>
                <a:gd name="connsiteX22" fmla="*/ 2836835 w 3858291"/>
                <a:gd name="connsiteY22" fmla="*/ 1377444 h 1486579"/>
                <a:gd name="connsiteX23" fmla="*/ 2278035 w 3858291"/>
                <a:gd name="connsiteY23" fmla="*/ 1479044 h 1486579"/>
                <a:gd name="connsiteX24" fmla="*/ 1719236 w 3858291"/>
                <a:gd name="connsiteY24" fmla="*/ 1470578 h 1486579"/>
                <a:gd name="connsiteX25" fmla="*/ 1554134 w 3858291"/>
                <a:gd name="connsiteY25" fmla="*/ 1402844 h 1486579"/>
                <a:gd name="connsiteX26" fmla="*/ 1401735 w 3858291"/>
                <a:gd name="connsiteY26" fmla="*/ 1267378 h 1486579"/>
                <a:gd name="connsiteX27" fmla="*/ 1135035 w 3858291"/>
                <a:gd name="connsiteY27" fmla="*/ 1064176 h 1486579"/>
                <a:gd name="connsiteX28" fmla="*/ 804836 w 3858291"/>
                <a:gd name="connsiteY28" fmla="*/ 793245 h 1486579"/>
                <a:gd name="connsiteX29" fmla="*/ 453468 w 3858291"/>
                <a:gd name="connsiteY29" fmla="*/ 471511 h 1486579"/>
                <a:gd name="connsiteX30" fmla="*/ 119035 w 3858291"/>
                <a:gd name="connsiteY30" fmla="*/ 179412 h 1486579"/>
                <a:gd name="connsiteX31" fmla="*/ 4736 w 3858291"/>
                <a:gd name="connsiteY31" fmla="*/ 98978 h 1486579"/>
                <a:gd name="connsiteX32" fmla="*/ 38603 w 3858291"/>
                <a:gd name="connsiteY32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30334 w 3858291"/>
                <a:gd name="connsiteY5" fmla="*/ 1368978 h 1486579"/>
                <a:gd name="connsiteX6" fmla="*/ 1693835 w 3858291"/>
                <a:gd name="connsiteY6" fmla="*/ 1364744 h 1486579"/>
                <a:gd name="connsiteX7" fmla="*/ 1685369 w 3858291"/>
                <a:gd name="connsiteY7" fmla="*/ 1174244 h 1486579"/>
                <a:gd name="connsiteX8" fmla="*/ 1765802 w 3858291"/>
                <a:gd name="connsiteY8" fmla="*/ 1161544 h 1486579"/>
                <a:gd name="connsiteX9" fmla="*/ 1782737 w 3858291"/>
                <a:gd name="connsiteY9" fmla="*/ 1385911 h 1486579"/>
                <a:gd name="connsiteX10" fmla="*/ 1829303 w 3858291"/>
                <a:gd name="connsiteY10" fmla="*/ 1407077 h 1486579"/>
                <a:gd name="connsiteX11" fmla="*/ 2193369 w 3858291"/>
                <a:gd name="connsiteY11" fmla="*/ 1415544 h 1486579"/>
                <a:gd name="connsiteX12" fmla="*/ 2239936 w 3858291"/>
                <a:gd name="connsiteY12" fmla="*/ 1356277 h 1486579"/>
                <a:gd name="connsiteX13" fmla="*/ 2252636 w 3858291"/>
                <a:gd name="connsiteY13" fmla="*/ 1195412 h 1486579"/>
                <a:gd name="connsiteX14" fmla="*/ 2337302 w 3858291"/>
                <a:gd name="connsiteY14" fmla="*/ 1186944 h 1486579"/>
                <a:gd name="connsiteX15" fmla="*/ 2333069 w 3858291"/>
                <a:gd name="connsiteY15" fmla="*/ 1390144 h 1486579"/>
                <a:gd name="connsiteX16" fmla="*/ 2460069 w 3858291"/>
                <a:gd name="connsiteY16" fmla="*/ 1419778 h 1486579"/>
                <a:gd name="connsiteX17" fmla="*/ 2828369 w 3858291"/>
                <a:gd name="connsiteY17" fmla="*/ 1275844 h 1486579"/>
                <a:gd name="connsiteX18" fmla="*/ 3658102 w 3858291"/>
                <a:gd name="connsiteY18" fmla="*/ 293711 h 1486579"/>
                <a:gd name="connsiteX19" fmla="*/ 3768169 w 3858291"/>
                <a:gd name="connsiteY19" fmla="*/ 22778 h 1486579"/>
                <a:gd name="connsiteX20" fmla="*/ 3852835 w 3858291"/>
                <a:gd name="connsiteY20" fmla="*/ 73578 h 1486579"/>
                <a:gd name="connsiteX21" fmla="*/ 3607302 w 3858291"/>
                <a:gd name="connsiteY21" fmla="*/ 539244 h 1486579"/>
                <a:gd name="connsiteX22" fmla="*/ 2836835 w 3858291"/>
                <a:gd name="connsiteY22" fmla="*/ 1377444 h 1486579"/>
                <a:gd name="connsiteX23" fmla="*/ 2278035 w 3858291"/>
                <a:gd name="connsiteY23" fmla="*/ 1479044 h 1486579"/>
                <a:gd name="connsiteX24" fmla="*/ 1719236 w 3858291"/>
                <a:gd name="connsiteY24" fmla="*/ 1470578 h 1486579"/>
                <a:gd name="connsiteX25" fmla="*/ 1554134 w 3858291"/>
                <a:gd name="connsiteY25" fmla="*/ 1402844 h 1486579"/>
                <a:gd name="connsiteX26" fmla="*/ 1401735 w 3858291"/>
                <a:gd name="connsiteY26" fmla="*/ 1267378 h 1486579"/>
                <a:gd name="connsiteX27" fmla="*/ 1135035 w 3858291"/>
                <a:gd name="connsiteY27" fmla="*/ 1064176 h 1486579"/>
                <a:gd name="connsiteX28" fmla="*/ 804836 w 3858291"/>
                <a:gd name="connsiteY28" fmla="*/ 793245 h 1486579"/>
                <a:gd name="connsiteX29" fmla="*/ 453468 w 3858291"/>
                <a:gd name="connsiteY29" fmla="*/ 471511 h 1486579"/>
                <a:gd name="connsiteX30" fmla="*/ 119035 w 3858291"/>
                <a:gd name="connsiteY30" fmla="*/ 179412 h 1486579"/>
                <a:gd name="connsiteX31" fmla="*/ 4736 w 3858291"/>
                <a:gd name="connsiteY31" fmla="*/ 98978 h 1486579"/>
                <a:gd name="connsiteX32" fmla="*/ 38603 w 3858291"/>
                <a:gd name="connsiteY32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30334 w 3858291"/>
                <a:gd name="connsiteY5" fmla="*/ 1368978 h 1486579"/>
                <a:gd name="connsiteX6" fmla="*/ 1693835 w 3858291"/>
                <a:gd name="connsiteY6" fmla="*/ 1364744 h 1486579"/>
                <a:gd name="connsiteX7" fmla="*/ 1685369 w 3858291"/>
                <a:gd name="connsiteY7" fmla="*/ 1174244 h 1486579"/>
                <a:gd name="connsiteX8" fmla="*/ 1765802 w 3858291"/>
                <a:gd name="connsiteY8" fmla="*/ 1161544 h 1486579"/>
                <a:gd name="connsiteX9" fmla="*/ 1782737 w 3858291"/>
                <a:gd name="connsiteY9" fmla="*/ 1385911 h 1486579"/>
                <a:gd name="connsiteX10" fmla="*/ 1829303 w 3858291"/>
                <a:gd name="connsiteY10" fmla="*/ 1407077 h 1486579"/>
                <a:gd name="connsiteX11" fmla="*/ 2193369 w 3858291"/>
                <a:gd name="connsiteY11" fmla="*/ 1415544 h 1486579"/>
                <a:gd name="connsiteX12" fmla="*/ 2239936 w 3858291"/>
                <a:gd name="connsiteY12" fmla="*/ 1356277 h 1486579"/>
                <a:gd name="connsiteX13" fmla="*/ 2252636 w 3858291"/>
                <a:gd name="connsiteY13" fmla="*/ 1195412 h 1486579"/>
                <a:gd name="connsiteX14" fmla="*/ 2311902 w 3858291"/>
                <a:gd name="connsiteY14" fmla="*/ 1182711 h 1486579"/>
                <a:gd name="connsiteX15" fmla="*/ 2333069 w 3858291"/>
                <a:gd name="connsiteY15" fmla="*/ 1390144 h 1486579"/>
                <a:gd name="connsiteX16" fmla="*/ 2460069 w 3858291"/>
                <a:gd name="connsiteY16" fmla="*/ 1419778 h 1486579"/>
                <a:gd name="connsiteX17" fmla="*/ 2828369 w 3858291"/>
                <a:gd name="connsiteY17" fmla="*/ 1275844 h 1486579"/>
                <a:gd name="connsiteX18" fmla="*/ 3658102 w 3858291"/>
                <a:gd name="connsiteY18" fmla="*/ 293711 h 1486579"/>
                <a:gd name="connsiteX19" fmla="*/ 3768169 w 3858291"/>
                <a:gd name="connsiteY19" fmla="*/ 22778 h 1486579"/>
                <a:gd name="connsiteX20" fmla="*/ 3852835 w 3858291"/>
                <a:gd name="connsiteY20" fmla="*/ 73578 h 1486579"/>
                <a:gd name="connsiteX21" fmla="*/ 3607302 w 3858291"/>
                <a:gd name="connsiteY21" fmla="*/ 539244 h 1486579"/>
                <a:gd name="connsiteX22" fmla="*/ 2836835 w 3858291"/>
                <a:gd name="connsiteY22" fmla="*/ 1377444 h 1486579"/>
                <a:gd name="connsiteX23" fmla="*/ 2278035 w 3858291"/>
                <a:gd name="connsiteY23" fmla="*/ 1479044 h 1486579"/>
                <a:gd name="connsiteX24" fmla="*/ 1719236 w 3858291"/>
                <a:gd name="connsiteY24" fmla="*/ 1470578 h 1486579"/>
                <a:gd name="connsiteX25" fmla="*/ 1554134 w 3858291"/>
                <a:gd name="connsiteY25" fmla="*/ 1402844 h 1486579"/>
                <a:gd name="connsiteX26" fmla="*/ 1401735 w 3858291"/>
                <a:gd name="connsiteY26" fmla="*/ 1267378 h 1486579"/>
                <a:gd name="connsiteX27" fmla="*/ 1135035 w 3858291"/>
                <a:gd name="connsiteY27" fmla="*/ 1064176 h 1486579"/>
                <a:gd name="connsiteX28" fmla="*/ 804836 w 3858291"/>
                <a:gd name="connsiteY28" fmla="*/ 793245 h 1486579"/>
                <a:gd name="connsiteX29" fmla="*/ 453468 w 3858291"/>
                <a:gd name="connsiteY29" fmla="*/ 471511 h 1486579"/>
                <a:gd name="connsiteX30" fmla="*/ 119035 w 3858291"/>
                <a:gd name="connsiteY30" fmla="*/ 179412 h 1486579"/>
                <a:gd name="connsiteX31" fmla="*/ 4736 w 3858291"/>
                <a:gd name="connsiteY31" fmla="*/ 98978 h 1486579"/>
                <a:gd name="connsiteX32" fmla="*/ 38603 w 3858291"/>
                <a:gd name="connsiteY32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961469 w 3858291"/>
                <a:gd name="connsiteY3" fmla="*/ 844046 h 1486579"/>
                <a:gd name="connsiteX4" fmla="*/ 1295899 w 3858291"/>
                <a:gd name="connsiteY4" fmla="*/ 1102278 h 1486579"/>
                <a:gd name="connsiteX5" fmla="*/ 1630334 w 3858291"/>
                <a:gd name="connsiteY5" fmla="*/ 1368978 h 1486579"/>
                <a:gd name="connsiteX6" fmla="*/ 1693835 w 3858291"/>
                <a:gd name="connsiteY6" fmla="*/ 1364744 h 1486579"/>
                <a:gd name="connsiteX7" fmla="*/ 1685369 w 3858291"/>
                <a:gd name="connsiteY7" fmla="*/ 1174244 h 1486579"/>
                <a:gd name="connsiteX8" fmla="*/ 1765802 w 3858291"/>
                <a:gd name="connsiteY8" fmla="*/ 1161544 h 1486579"/>
                <a:gd name="connsiteX9" fmla="*/ 1782737 w 3858291"/>
                <a:gd name="connsiteY9" fmla="*/ 1385911 h 1486579"/>
                <a:gd name="connsiteX10" fmla="*/ 1829303 w 3858291"/>
                <a:gd name="connsiteY10" fmla="*/ 1407077 h 1486579"/>
                <a:gd name="connsiteX11" fmla="*/ 2193369 w 3858291"/>
                <a:gd name="connsiteY11" fmla="*/ 1415544 h 1486579"/>
                <a:gd name="connsiteX12" fmla="*/ 2239936 w 3858291"/>
                <a:gd name="connsiteY12" fmla="*/ 1356277 h 1486579"/>
                <a:gd name="connsiteX13" fmla="*/ 2252636 w 3858291"/>
                <a:gd name="connsiteY13" fmla="*/ 1195412 h 1486579"/>
                <a:gd name="connsiteX14" fmla="*/ 2311902 w 3858291"/>
                <a:gd name="connsiteY14" fmla="*/ 1182711 h 1486579"/>
                <a:gd name="connsiteX15" fmla="*/ 2333069 w 3858291"/>
                <a:gd name="connsiteY15" fmla="*/ 1390144 h 1486579"/>
                <a:gd name="connsiteX16" fmla="*/ 2460069 w 3858291"/>
                <a:gd name="connsiteY16" fmla="*/ 1419778 h 1486579"/>
                <a:gd name="connsiteX17" fmla="*/ 2828369 w 3858291"/>
                <a:gd name="connsiteY17" fmla="*/ 1275844 h 1486579"/>
                <a:gd name="connsiteX18" fmla="*/ 3658102 w 3858291"/>
                <a:gd name="connsiteY18" fmla="*/ 293711 h 1486579"/>
                <a:gd name="connsiteX19" fmla="*/ 3768169 w 3858291"/>
                <a:gd name="connsiteY19" fmla="*/ 22778 h 1486579"/>
                <a:gd name="connsiteX20" fmla="*/ 3852835 w 3858291"/>
                <a:gd name="connsiteY20" fmla="*/ 73578 h 1486579"/>
                <a:gd name="connsiteX21" fmla="*/ 3607302 w 3858291"/>
                <a:gd name="connsiteY21" fmla="*/ 539244 h 1486579"/>
                <a:gd name="connsiteX22" fmla="*/ 2836835 w 3858291"/>
                <a:gd name="connsiteY22" fmla="*/ 1377444 h 1486579"/>
                <a:gd name="connsiteX23" fmla="*/ 2278035 w 3858291"/>
                <a:gd name="connsiteY23" fmla="*/ 1479044 h 1486579"/>
                <a:gd name="connsiteX24" fmla="*/ 1719236 w 3858291"/>
                <a:gd name="connsiteY24" fmla="*/ 1470578 h 1486579"/>
                <a:gd name="connsiteX25" fmla="*/ 1554134 w 3858291"/>
                <a:gd name="connsiteY25" fmla="*/ 1402844 h 1486579"/>
                <a:gd name="connsiteX26" fmla="*/ 1401735 w 3858291"/>
                <a:gd name="connsiteY26" fmla="*/ 1267378 h 1486579"/>
                <a:gd name="connsiteX27" fmla="*/ 1135035 w 3858291"/>
                <a:gd name="connsiteY27" fmla="*/ 1064176 h 1486579"/>
                <a:gd name="connsiteX28" fmla="*/ 745569 w 3858291"/>
                <a:gd name="connsiteY28" fmla="*/ 844045 h 1486579"/>
                <a:gd name="connsiteX29" fmla="*/ 453468 w 3858291"/>
                <a:gd name="connsiteY29" fmla="*/ 471511 h 1486579"/>
                <a:gd name="connsiteX30" fmla="*/ 119035 w 3858291"/>
                <a:gd name="connsiteY30" fmla="*/ 179412 h 1486579"/>
                <a:gd name="connsiteX31" fmla="*/ 4736 w 3858291"/>
                <a:gd name="connsiteY31" fmla="*/ 98978 h 1486579"/>
                <a:gd name="connsiteX32" fmla="*/ 38603 w 3858291"/>
                <a:gd name="connsiteY32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766735 w 3858291"/>
                <a:gd name="connsiteY3" fmla="*/ 759378 h 1486579"/>
                <a:gd name="connsiteX4" fmla="*/ 961469 w 3858291"/>
                <a:gd name="connsiteY4" fmla="*/ 844046 h 1486579"/>
                <a:gd name="connsiteX5" fmla="*/ 1295899 w 3858291"/>
                <a:gd name="connsiteY5" fmla="*/ 1102278 h 1486579"/>
                <a:gd name="connsiteX6" fmla="*/ 1630334 w 3858291"/>
                <a:gd name="connsiteY6" fmla="*/ 1368978 h 1486579"/>
                <a:gd name="connsiteX7" fmla="*/ 1693835 w 3858291"/>
                <a:gd name="connsiteY7" fmla="*/ 1364744 h 1486579"/>
                <a:gd name="connsiteX8" fmla="*/ 1685369 w 3858291"/>
                <a:gd name="connsiteY8" fmla="*/ 1174244 h 1486579"/>
                <a:gd name="connsiteX9" fmla="*/ 1765802 w 3858291"/>
                <a:gd name="connsiteY9" fmla="*/ 1161544 h 1486579"/>
                <a:gd name="connsiteX10" fmla="*/ 1782737 w 3858291"/>
                <a:gd name="connsiteY10" fmla="*/ 1385911 h 1486579"/>
                <a:gd name="connsiteX11" fmla="*/ 1829303 w 3858291"/>
                <a:gd name="connsiteY11" fmla="*/ 1407077 h 1486579"/>
                <a:gd name="connsiteX12" fmla="*/ 2193369 w 3858291"/>
                <a:gd name="connsiteY12" fmla="*/ 1415544 h 1486579"/>
                <a:gd name="connsiteX13" fmla="*/ 2239936 w 3858291"/>
                <a:gd name="connsiteY13" fmla="*/ 1356277 h 1486579"/>
                <a:gd name="connsiteX14" fmla="*/ 2252636 w 3858291"/>
                <a:gd name="connsiteY14" fmla="*/ 1195412 h 1486579"/>
                <a:gd name="connsiteX15" fmla="*/ 2311902 w 3858291"/>
                <a:gd name="connsiteY15" fmla="*/ 1182711 h 1486579"/>
                <a:gd name="connsiteX16" fmla="*/ 2333069 w 3858291"/>
                <a:gd name="connsiteY16" fmla="*/ 1390144 h 1486579"/>
                <a:gd name="connsiteX17" fmla="*/ 2460069 w 3858291"/>
                <a:gd name="connsiteY17" fmla="*/ 1419778 h 1486579"/>
                <a:gd name="connsiteX18" fmla="*/ 2828369 w 3858291"/>
                <a:gd name="connsiteY18" fmla="*/ 1275844 h 1486579"/>
                <a:gd name="connsiteX19" fmla="*/ 3658102 w 3858291"/>
                <a:gd name="connsiteY19" fmla="*/ 293711 h 1486579"/>
                <a:gd name="connsiteX20" fmla="*/ 3768169 w 3858291"/>
                <a:gd name="connsiteY20" fmla="*/ 22778 h 1486579"/>
                <a:gd name="connsiteX21" fmla="*/ 3852835 w 3858291"/>
                <a:gd name="connsiteY21" fmla="*/ 73578 h 1486579"/>
                <a:gd name="connsiteX22" fmla="*/ 3607302 w 3858291"/>
                <a:gd name="connsiteY22" fmla="*/ 539244 h 1486579"/>
                <a:gd name="connsiteX23" fmla="*/ 2836835 w 3858291"/>
                <a:gd name="connsiteY23" fmla="*/ 1377444 h 1486579"/>
                <a:gd name="connsiteX24" fmla="*/ 2278035 w 3858291"/>
                <a:gd name="connsiteY24" fmla="*/ 1479044 h 1486579"/>
                <a:gd name="connsiteX25" fmla="*/ 1719236 w 3858291"/>
                <a:gd name="connsiteY25" fmla="*/ 1470578 h 1486579"/>
                <a:gd name="connsiteX26" fmla="*/ 1554134 w 3858291"/>
                <a:gd name="connsiteY26" fmla="*/ 1402844 h 1486579"/>
                <a:gd name="connsiteX27" fmla="*/ 1401735 w 3858291"/>
                <a:gd name="connsiteY27" fmla="*/ 1267378 h 1486579"/>
                <a:gd name="connsiteX28" fmla="*/ 1135035 w 3858291"/>
                <a:gd name="connsiteY28" fmla="*/ 1064176 h 1486579"/>
                <a:gd name="connsiteX29" fmla="*/ 745569 w 3858291"/>
                <a:gd name="connsiteY29" fmla="*/ 844045 h 1486579"/>
                <a:gd name="connsiteX30" fmla="*/ 453468 w 3858291"/>
                <a:gd name="connsiteY30" fmla="*/ 471511 h 1486579"/>
                <a:gd name="connsiteX31" fmla="*/ 119035 w 3858291"/>
                <a:gd name="connsiteY31" fmla="*/ 179412 h 1486579"/>
                <a:gd name="connsiteX32" fmla="*/ 4736 w 3858291"/>
                <a:gd name="connsiteY32" fmla="*/ 98978 h 1486579"/>
                <a:gd name="connsiteX33" fmla="*/ 38603 w 3858291"/>
                <a:gd name="connsiteY33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766735 w 3858291"/>
                <a:gd name="connsiteY3" fmla="*/ 759378 h 1486579"/>
                <a:gd name="connsiteX4" fmla="*/ 969936 w 3858291"/>
                <a:gd name="connsiteY4" fmla="*/ 894846 h 1486579"/>
                <a:gd name="connsiteX5" fmla="*/ 1295899 w 3858291"/>
                <a:gd name="connsiteY5" fmla="*/ 1102278 h 1486579"/>
                <a:gd name="connsiteX6" fmla="*/ 1630334 w 3858291"/>
                <a:gd name="connsiteY6" fmla="*/ 1368978 h 1486579"/>
                <a:gd name="connsiteX7" fmla="*/ 1693835 w 3858291"/>
                <a:gd name="connsiteY7" fmla="*/ 1364744 h 1486579"/>
                <a:gd name="connsiteX8" fmla="*/ 1685369 w 3858291"/>
                <a:gd name="connsiteY8" fmla="*/ 1174244 h 1486579"/>
                <a:gd name="connsiteX9" fmla="*/ 1765802 w 3858291"/>
                <a:gd name="connsiteY9" fmla="*/ 1161544 h 1486579"/>
                <a:gd name="connsiteX10" fmla="*/ 1782737 w 3858291"/>
                <a:gd name="connsiteY10" fmla="*/ 1385911 h 1486579"/>
                <a:gd name="connsiteX11" fmla="*/ 1829303 w 3858291"/>
                <a:gd name="connsiteY11" fmla="*/ 1407077 h 1486579"/>
                <a:gd name="connsiteX12" fmla="*/ 2193369 w 3858291"/>
                <a:gd name="connsiteY12" fmla="*/ 1415544 h 1486579"/>
                <a:gd name="connsiteX13" fmla="*/ 2239936 w 3858291"/>
                <a:gd name="connsiteY13" fmla="*/ 1356277 h 1486579"/>
                <a:gd name="connsiteX14" fmla="*/ 2252636 w 3858291"/>
                <a:gd name="connsiteY14" fmla="*/ 1195412 h 1486579"/>
                <a:gd name="connsiteX15" fmla="*/ 2311902 w 3858291"/>
                <a:gd name="connsiteY15" fmla="*/ 1182711 h 1486579"/>
                <a:gd name="connsiteX16" fmla="*/ 2333069 w 3858291"/>
                <a:gd name="connsiteY16" fmla="*/ 1390144 h 1486579"/>
                <a:gd name="connsiteX17" fmla="*/ 2460069 w 3858291"/>
                <a:gd name="connsiteY17" fmla="*/ 1419778 h 1486579"/>
                <a:gd name="connsiteX18" fmla="*/ 2828369 w 3858291"/>
                <a:gd name="connsiteY18" fmla="*/ 1275844 h 1486579"/>
                <a:gd name="connsiteX19" fmla="*/ 3658102 w 3858291"/>
                <a:gd name="connsiteY19" fmla="*/ 293711 h 1486579"/>
                <a:gd name="connsiteX20" fmla="*/ 3768169 w 3858291"/>
                <a:gd name="connsiteY20" fmla="*/ 22778 h 1486579"/>
                <a:gd name="connsiteX21" fmla="*/ 3852835 w 3858291"/>
                <a:gd name="connsiteY21" fmla="*/ 73578 h 1486579"/>
                <a:gd name="connsiteX22" fmla="*/ 3607302 w 3858291"/>
                <a:gd name="connsiteY22" fmla="*/ 539244 h 1486579"/>
                <a:gd name="connsiteX23" fmla="*/ 2836835 w 3858291"/>
                <a:gd name="connsiteY23" fmla="*/ 1377444 h 1486579"/>
                <a:gd name="connsiteX24" fmla="*/ 2278035 w 3858291"/>
                <a:gd name="connsiteY24" fmla="*/ 1479044 h 1486579"/>
                <a:gd name="connsiteX25" fmla="*/ 1719236 w 3858291"/>
                <a:gd name="connsiteY25" fmla="*/ 1470578 h 1486579"/>
                <a:gd name="connsiteX26" fmla="*/ 1554134 w 3858291"/>
                <a:gd name="connsiteY26" fmla="*/ 1402844 h 1486579"/>
                <a:gd name="connsiteX27" fmla="*/ 1401735 w 3858291"/>
                <a:gd name="connsiteY27" fmla="*/ 1267378 h 1486579"/>
                <a:gd name="connsiteX28" fmla="*/ 1135035 w 3858291"/>
                <a:gd name="connsiteY28" fmla="*/ 1064176 h 1486579"/>
                <a:gd name="connsiteX29" fmla="*/ 745569 w 3858291"/>
                <a:gd name="connsiteY29" fmla="*/ 844045 h 1486579"/>
                <a:gd name="connsiteX30" fmla="*/ 453468 w 3858291"/>
                <a:gd name="connsiteY30" fmla="*/ 471511 h 1486579"/>
                <a:gd name="connsiteX31" fmla="*/ 119035 w 3858291"/>
                <a:gd name="connsiteY31" fmla="*/ 179412 h 1486579"/>
                <a:gd name="connsiteX32" fmla="*/ 4736 w 3858291"/>
                <a:gd name="connsiteY32" fmla="*/ 98978 h 1486579"/>
                <a:gd name="connsiteX33" fmla="*/ 38603 w 3858291"/>
                <a:gd name="connsiteY33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766735 w 3858291"/>
                <a:gd name="connsiteY3" fmla="*/ 780545 h 1486579"/>
                <a:gd name="connsiteX4" fmla="*/ 969936 w 3858291"/>
                <a:gd name="connsiteY4" fmla="*/ 894846 h 1486579"/>
                <a:gd name="connsiteX5" fmla="*/ 1295899 w 3858291"/>
                <a:gd name="connsiteY5" fmla="*/ 1102278 h 1486579"/>
                <a:gd name="connsiteX6" fmla="*/ 1630334 w 3858291"/>
                <a:gd name="connsiteY6" fmla="*/ 1368978 h 1486579"/>
                <a:gd name="connsiteX7" fmla="*/ 1693835 w 3858291"/>
                <a:gd name="connsiteY7" fmla="*/ 1364744 h 1486579"/>
                <a:gd name="connsiteX8" fmla="*/ 1685369 w 3858291"/>
                <a:gd name="connsiteY8" fmla="*/ 1174244 h 1486579"/>
                <a:gd name="connsiteX9" fmla="*/ 1765802 w 3858291"/>
                <a:gd name="connsiteY9" fmla="*/ 1161544 h 1486579"/>
                <a:gd name="connsiteX10" fmla="*/ 1782737 w 3858291"/>
                <a:gd name="connsiteY10" fmla="*/ 1385911 h 1486579"/>
                <a:gd name="connsiteX11" fmla="*/ 1829303 w 3858291"/>
                <a:gd name="connsiteY11" fmla="*/ 1407077 h 1486579"/>
                <a:gd name="connsiteX12" fmla="*/ 2193369 w 3858291"/>
                <a:gd name="connsiteY12" fmla="*/ 1415544 h 1486579"/>
                <a:gd name="connsiteX13" fmla="*/ 2239936 w 3858291"/>
                <a:gd name="connsiteY13" fmla="*/ 1356277 h 1486579"/>
                <a:gd name="connsiteX14" fmla="*/ 2252636 w 3858291"/>
                <a:gd name="connsiteY14" fmla="*/ 1195412 h 1486579"/>
                <a:gd name="connsiteX15" fmla="*/ 2311902 w 3858291"/>
                <a:gd name="connsiteY15" fmla="*/ 1182711 h 1486579"/>
                <a:gd name="connsiteX16" fmla="*/ 2333069 w 3858291"/>
                <a:gd name="connsiteY16" fmla="*/ 1390144 h 1486579"/>
                <a:gd name="connsiteX17" fmla="*/ 2460069 w 3858291"/>
                <a:gd name="connsiteY17" fmla="*/ 1419778 h 1486579"/>
                <a:gd name="connsiteX18" fmla="*/ 2828369 w 3858291"/>
                <a:gd name="connsiteY18" fmla="*/ 1275844 h 1486579"/>
                <a:gd name="connsiteX19" fmla="*/ 3658102 w 3858291"/>
                <a:gd name="connsiteY19" fmla="*/ 293711 h 1486579"/>
                <a:gd name="connsiteX20" fmla="*/ 3768169 w 3858291"/>
                <a:gd name="connsiteY20" fmla="*/ 22778 h 1486579"/>
                <a:gd name="connsiteX21" fmla="*/ 3852835 w 3858291"/>
                <a:gd name="connsiteY21" fmla="*/ 73578 h 1486579"/>
                <a:gd name="connsiteX22" fmla="*/ 3607302 w 3858291"/>
                <a:gd name="connsiteY22" fmla="*/ 539244 h 1486579"/>
                <a:gd name="connsiteX23" fmla="*/ 2836835 w 3858291"/>
                <a:gd name="connsiteY23" fmla="*/ 1377444 h 1486579"/>
                <a:gd name="connsiteX24" fmla="*/ 2278035 w 3858291"/>
                <a:gd name="connsiteY24" fmla="*/ 1479044 h 1486579"/>
                <a:gd name="connsiteX25" fmla="*/ 1719236 w 3858291"/>
                <a:gd name="connsiteY25" fmla="*/ 1470578 h 1486579"/>
                <a:gd name="connsiteX26" fmla="*/ 1554134 w 3858291"/>
                <a:gd name="connsiteY26" fmla="*/ 1402844 h 1486579"/>
                <a:gd name="connsiteX27" fmla="*/ 1401735 w 3858291"/>
                <a:gd name="connsiteY27" fmla="*/ 1267378 h 1486579"/>
                <a:gd name="connsiteX28" fmla="*/ 1135035 w 3858291"/>
                <a:gd name="connsiteY28" fmla="*/ 1064176 h 1486579"/>
                <a:gd name="connsiteX29" fmla="*/ 745569 w 3858291"/>
                <a:gd name="connsiteY29" fmla="*/ 844045 h 1486579"/>
                <a:gd name="connsiteX30" fmla="*/ 453468 w 3858291"/>
                <a:gd name="connsiteY30" fmla="*/ 471511 h 1486579"/>
                <a:gd name="connsiteX31" fmla="*/ 119035 w 3858291"/>
                <a:gd name="connsiteY31" fmla="*/ 179412 h 1486579"/>
                <a:gd name="connsiteX32" fmla="*/ 4736 w 3858291"/>
                <a:gd name="connsiteY32" fmla="*/ 98978 h 1486579"/>
                <a:gd name="connsiteX33" fmla="*/ 38603 w 3858291"/>
                <a:gd name="connsiteY33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804835 w 3858291"/>
                <a:gd name="connsiteY3" fmla="*/ 805945 h 1486579"/>
                <a:gd name="connsiteX4" fmla="*/ 969936 w 3858291"/>
                <a:gd name="connsiteY4" fmla="*/ 894846 h 1486579"/>
                <a:gd name="connsiteX5" fmla="*/ 1295899 w 3858291"/>
                <a:gd name="connsiteY5" fmla="*/ 1102278 h 1486579"/>
                <a:gd name="connsiteX6" fmla="*/ 1630334 w 3858291"/>
                <a:gd name="connsiteY6" fmla="*/ 1368978 h 1486579"/>
                <a:gd name="connsiteX7" fmla="*/ 1693835 w 3858291"/>
                <a:gd name="connsiteY7" fmla="*/ 1364744 h 1486579"/>
                <a:gd name="connsiteX8" fmla="*/ 1685369 w 3858291"/>
                <a:gd name="connsiteY8" fmla="*/ 1174244 h 1486579"/>
                <a:gd name="connsiteX9" fmla="*/ 1765802 w 3858291"/>
                <a:gd name="connsiteY9" fmla="*/ 1161544 h 1486579"/>
                <a:gd name="connsiteX10" fmla="*/ 1782737 w 3858291"/>
                <a:gd name="connsiteY10" fmla="*/ 1385911 h 1486579"/>
                <a:gd name="connsiteX11" fmla="*/ 1829303 w 3858291"/>
                <a:gd name="connsiteY11" fmla="*/ 1407077 h 1486579"/>
                <a:gd name="connsiteX12" fmla="*/ 2193369 w 3858291"/>
                <a:gd name="connsiteY12" fmla="*/ 1415544 h 1486579"/>
                <a:gd name="connsiteX13" fmla="*/ 2239936 w 3858291"/>
                <a:gd name="connsiteY13" fmla="*/ 1356277 h 1486579"/>
                <a:gd name="connsiteX14" fmla="*/ 2252636 w 3858291"/>
                <a:gd name="connsiteY14" fmla="*/ 1195412 h 1486579"/>
                <a:gd name="connsiteX15" fmla="*/ 2311902 w 3858291"/>
                <a:gd name="connsiteY15" fmla="*/ 1182711 h 1486579"/>
                <a:gd name="connsiteX16" fmla="*/ 2333069 w 3858291"/>
                <a:gd name="connsiteY16" fmla="*/ 1390144 h 1486579"/>
                <a:gd name="connsiteX17" fmla="*/ 2460069 w 3858291"/>
                <a:gd name="connsiteY17" fmla="*/ 1419778 h 1486579"/>
                <a:gd name="connsiteX18" fmla="*/ 2828369 w 3858291"/>
                <a:gd name="connsiteY18" fmla="*/ 1275844 h 1486579"/>
                <a:gd name="connsiteX19" fmla="*/ 3658102 w 3858291"/>
                <a:gd name="connsiteY19" fmla="*/ 293711 h 1486579"/>
                <a:gd name="connsiteX20" fmla="*/ 3768169 w 3858291"/>
                <a:gd name="connsiteY20" fmla="*/ 22778 h 1486579"/>
                <a:gd name="connsiteX21" fmla="*/ 3852835 w 3858291"/>
                <a:gd name="connsiteY21" fmla="*/ 73578 h 1486579"/>
                <a:gd name="connsiteX22" fmla="*/ 3607302 w 3858291"/>
                <a:gd name="connsiteY22" fmla="*/ 539244 h 1486579"/>
                <a:gd name="connsiteX23" fmla="*/ 2836835 w 3858291"/>
                <a:gd name="connsiteY23" fmla="*/ 1377444 h 1486579"/>
                <a:gd name="connsiteX24" fmla="*/ 2278035 w 3858291"/>
                <a:gd name="connsiteY24" fmla="*/ 1479044 h 1486579"/>
                <a:gd name="connsiteX25" fmla="*/ 1719236 w 3858291"/>
                <a:gd name="connsiteY25" fmla="*/ 1470578 h 1486579"/>
                <a:gd name="connsiteX26" fmla="*/ 1554134 w 3858291"/>
                <a:gd name="connsiteY26" fmla="*/ 1402844 h 1486579"/>
                <a:gd name="connsiteX27" fmla="*/ 1401735 w 3858291"/>
                <a:gd name="connsiteY27" fmla="*/ 1267378 h 1486579"/>
                <a:gd name="connsiteX28" fmla="*/ 1135035 w 3858291"/>
                <a:gd name="connsiteY28" fmla="*/ 1064176 h 1486579"/>
                <a:gd name="connsiteX29" fmla="*/ 745569 w 3858291"/>
                <a:gd name="connsiteY29" fmla="*/ 844045 h 1486579"/>
                <a:gd name="connsiteX30" fmla="*/ 453468 w 3858291"/>
                <a:gd name="connsiteY30" fmla="*/ 471511 h 1486579"/>
                <a:gd name="connsiteX31" fmla="*/ 119035 w 3858291"/>
                <a:gd name="connsiteY31" fmla="*/ 179412 h 1486579"/>
                <a:gd name="connsiteX32" fmla="*/ 4736 w 3858291"/>
                <a:gd name="connsiteY32" fmla="*/ 98978 h 1486579"/>
                <a:gd name="connsiteX33" fmla="*/ 38603 w 3858291"/>
                <a:gd name="connsiteY33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19602 w 3858291"/>
                <a:gd name="connsiteY2" fmla="*/ 365678 h 1486579"/>
                <a:gd name="connsiteX3" fmla="*/ 567769 w 3858291"/>
                <a:gd name="connsiteY3" fmla="*/ 496911 h 1486579"/>
                <a:gd name="connsiteX4" fmla="*/ 804835 w 3858291"/>
                <a:gd name="connsiteY4" fmla="*/ 805945 h 1486579"/>
                <a:gd name="connsiteX5" fmla="*/ 969936 w 3858291"/>
                <a:gd name="connsiteY5" fmla="*/ 894846 h 1486579"/>
                <a:gd name="connsiteX6" fmla="*/ 1295899 w 3858291"/>
                <a:gd name="connsiteY6" fmla="*/ 1102278 h 1486579"/>
                <a:gd name="connsiteX7" fmla="*/ 1630334 w 3858291"/>
                <a:gd name="connsiteY7" fmla="*/ 1368978 h 1486579"/>
                <a:gd name="connsiteX8" fmla="*/ 1693835 w 3858291"/>
                <a:gd name="connsiteY8" fmla="*/ 1364744 h 1486579"/>
                <a:gd name="connsiteX9" fmla="*/ 1685369 w 3858291"/>
                <a:gd name="connsiteY9" fmla="*/ 1174244 h 1486579"/>
                <a:gd name="connsiteX10" fmla="*/ 1765802 w 3858291"/>
                <a:gd name="connsiteY10" fmla="*/ 1161544 h 1486579"/>
                <a:gd name="connsiteX11" fmla="*/ 1782737 w 3858291"/>
                <a:gd name="connsiteY11" fmla="*/ 1385911 h 1486579"/>
                <a:gd name="connsiteX12" fmla="*/ 1829303 w 3858291"/>
                <a:gd name="connsiteY12" fmla="*/ 1407077 h 1486579"/>
                <a:gd name="connsiteX13" fmla="*/ 2193369 w 3858291"/>
                <a:gd name="connsiteY13" fmla="*/ 1415544 h 1486579"/>
                <a:gd name="connsiteX14" fmla="*/ 2239936 w 3858291"/>
                <a:gd name="connsiteY14" fmla="*/ 1356277 h 1486579"/>
                <a:gd name="connsiteX15" fmla="*/ 2252636 w 3858291"/>
                <a:gd name="connsiteY15" fmla="*/ 1195412 h 1486579"/>
                <a:gd name="connsiteX16" fmla="*/ 2311902 w 3858291"/>
                <a:gd name="connsiteY16" fmla="*/ 1182711 h 1486579"/>
                <a:gd name="connsiteX17" fmla="*/ 2333069 w 3858291"/>
                <a:gd name="connsiteY17" fmla="*/ 1390144 h 1486579"/>
                <a:gd name="connsiteX18" fmla="*/ 2460069 w 3858291"/>
                <a:gd name="connsiteY18" fmla="*/ 1419778 h 1486579"/>
                <a:gd name="connsiteX19" fmla="*/ 2828369 w 3858291"/>
                <a:gd name="connsiteY19" fmla="*/ 1275844 h 1486579"/>
                <a:gd name="connsiteX20" fmla="*/ 3658102 w 3858291"/>
                <a:gd name="connsiteY20" fmla="*/ 293711 h 1486579"/>
                <a:gd name="connsiteX21" fmla="*/ 3768169 w 3858291"/>
                <a:gd name="connsiteY21" fmla="*/ 22778 h 1486579"/>
                <a:gd name="connsiteX22" fmla="*/ 3852835 w 3858291"/>
                <a:gd name="connsiteY22" fmla="*/ 73578 h 1486579"/>
                <a:gd name="connsiteX23" fmla="*/ 3607302 w 3858291"/>
                <a:gd name="connsiteY23" fmla="*/ 539244 h 1486579"/>
                <a:gd name="connsiteX24" fmla="*/ 2836835 w 3858291"/>
                <a:gd name="connsiteY24" fmla="*/ 1377444 h 1486579"/>
                <a:gd name="connsiteX25" fmla="*/ 2278035 w 3858291"/>
                <a:gd name="connsiteY25" fmla="*/ 1479044 h 1486579"/>
                <a:gd name="connsiteX26" fmla="*/ 1719236 w 3858291"/>
                <a:gd name="connsiteY26" fmla="*/ 1470578 h 1486579"/>
                <a:gd name="connsiteX27" fmla="*/ 1554134 w 3858291"/>
                <a:gd name="connsiteY27" fmla="*/ 1402844 h 1486579"/>
                <a:gd name="connsiteX28" fmla="*/ 1401735 w 3858291"/>
                <a:gd name="connsiteY28" fmla="*/ 1267378 h 1486579"/>
                <a:gd name="connsiteX29" fmla="*/ 1135035 w 3858291"/>
                <a:gd name="connsiteY29" fmla="*/ 1064176 h 1486579"/>
                <a:gd name="connsiteX30" fmla="*/ 745569 w 3858291"/>
                <a:gd name="connsiteY30" fmla="*/ 844045 h 1486579"/>
                <a:gd name="connsiteX31" fmla="*/ 453468 w 3858291"/>
                <a:gd name="connsiteY31" fmla="*/ 471511 h 1486579"/>
                <a:gd name="connsiteX32" fmla="*/ 119035 w 3858291"/>
                <a:gd name="connsiteY32" fmla="*/ 179412 h 1486579"/>
                <a:gd name="connsiteX33" fmla="*/ 4736 w 3858291"/>
                <a:gd name="connsiteY33" fmla="*/ 98978 h 1486579"/>
                <a:gd name="connsiteX34" fmla="*/ 38603 w 3858291"/>
                <a:gd name="connsiteY34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32302 w 3858291"/>
                <a:gd name="connsiteY2" fmla="*/ 365678 h 1486579"/>
                <a:gd name="connsiteX3" fmla="*/ 567769 w 3858291"/>
                <a:gd name="connsiteY3" fmla="*/ 496911 h 1486579"/>
                <a:gd name="connsiteX4" fmla="*/ 804835 w 3858291"/>
                <a:gd name="connsiteY4" fmla="*/ 805945 h 1486579"/>
                <a:gd name="connsiteX5" fmla="*/ 969936 w 3858291"/>
                <a:gd name="connsiteY5" fmla="*/ 894846 h 1486579"/>
                <a:gd name="connsiteX6" fmla="*/ 1295899 w 3858291"/>
                <a:gd name="connsiteY6" fmla="*/ 1102278 h 1486579"/>
                <a:gd name="connsiteX7" fmla="*/ 1630334 w 3858291"/>
                <a:gd name="connsiteY7" fmla="*/ 1368978 h 1486579"/>
                <a:gd name="connsiteX8" fmla="*/ 1693835 w 3858291"/>
                <a:gd name="connsiteY8" fmla="*/ 1364744 h 1486579"/>
                <a:gd name="connsiteX9" fmla="*/ 1685369 w 3858291"/>
                <a:gd name="connsiteY9" fmla="*/ 1174244 h 1486579"/>
                <a:gd name="connsiteX10" fmla="*/ 1765802 w 3858291"/>
                <a:gd name="connsiteY10" fmla="*/ 1161544 h 1486579"/>
                <a:gd name="connsiteX11" fmla="*/ 1782737 w 3858291"/>
                <a:gd name="connsiteY11" fmla="*/ 1385911 h 1486579"/>
                <a:gd name="connsiteX12" fmla="*/ 1829303 w 3858291"/>
                <a:gd name="connsiteY12" fmla="*/ 1407077 h 1486579"/>
                <a:gd name="connsiteX13" fmla="*/ 2193369 w 3858291"/>
                <a:gd name="connsiteY13" fmla="*/ 1415544 h 1486579"/>
                <a:gd name="connsiteX14" fmla="*/ 2239936 w 3858291"/>
                <a:gd name="connsiteY14" fmla="*/ 1356277 h 1486579"/>
                <a:gd name="connsiteX15" fmla="*/ 2252636 w 3858291"/>
                <a:gd name="connsiteY15" fmla="*/ 1195412 h 1486579"/>
                <a:gd name="connsiteX16" fmla="*/ 2311902 w 3858291"/>
                <a:gd name="connsiteY16" fmla="*/ 1182711 h 1486579"/>
                <a:gd name="connsiteX17" fmla="*/ 2333069 w 3858291"/>
                <a:gd name="connsiteY17" fmla="*/ 1390144 h 1486579"/>
                <a:gd name="connsiteX18" fmla="*/ 2460069 w 3858291"/>
                <a:gd name="connsiteY18" fmla="*/ 1419778 h 1486579"/>
                <a:gd name="connsiteX19" fmla="*/ 2828369 w 3858291"/>
                <a:gd name="connsiteY19" fmla="*/ 1275844 h 1486579"/>
                <a:gd name="connsiteX20" fmla="*/ 3658102 w 3858291"/>
                <a:gd name="connsiteY20" fmla="*/ 293711 h 1486579"/>
                <a:gd name="connsiteX21" fmla="*/ 3768169 w 3858291"/>
                <a:gd name="connsiteY21" fmla="*/ 22778 h 1486579"/>
                <a:gd name="connsiteX22" fmla="*/ 3852835 w 3858291"/>
                <a:gd name="connsiteY22" fmla="*/ 73578 h 1486579"/>
                <a:gd name="connsiteX23" fmla="*/ 3607302 w 3858291"/>
                <a:gd name="connsiteY23" fmla="*/ 539244 h 1486579"/>
                <a:gd name="connsiteX24" fmla="*/ 2836835 w 3858291"/>
                <a:gd name="connsiteY24" fmla="*/ 1377444 h 1486579"/>
                <a:gd name="connsiteX25" fmla="*/ 2278035 w 3858291"/>
                <a:gd name="connsiteY25" fmla="*/ 1479044 h 1486579"/>
                <a:gd name="connsiteX26" fmla="*/ 1719236 w 3858291"/>
                <a:gd name="connsiteY26" fmla="*/ 1470578 h 1486579"/>
                <a:gd name="connsiteX27" fmla="*/ 1554134 w 3858291"/>
                <a:gd name="connsiteY27" fmla="*/ 1402844 h 1486579"/>
                <a:gd name="connsiteX28" fmla="*/ 1401735 w 3858291"/>
                <a:gd name="connsiteY28" fmla="*/ 1267378 h 1486579"/>
                <a:gd name="connsiteX29" fmla="*/ 1135035 w 3858291"/>
                <a:gd name="connsiteY29" fmla="*/ 1064176 h 1486579"/>
                <a:gd name="connsiteX30" fmla="*/ 745569 w 3858291"/>
                <a:gd name="connsiteY30" fmla="*/ 844045 h 1486579"/>
                <a:gd name="connsiteX31" fmla="*/ 453468 w 3858291"/>
                <a:gd name="connsiteY31" fmla="*/ 471511 h 1486579"/>
                <a:gd name="connsiteX32" fmla="*/ 119035 w 3858291"/>
                <a:gd name="connsiteY32" fmla="*/ 179412 h 1486579"/>
                <a:gd name="connsiteX33" fmla="*/ 4736 w 3858291"/>
                <a:gd name="connsiteY33" fmla="*/ 98978 h 1486579"/>
                <a:gd name="connsiteX34" fmla="*/ 38603 w 3858291"/>
                <a:gd name="connsiteY34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32302 w 3858291"/>
                <a:gd name="connsiteY2" fmla="*/ 365678 h 1486579"/>
                <a:gd name="connsiteX3" fmla="*/ 567769 w 3858291"/>
                <a:gd name="connsiteY3" fmla="*/ 496911 h 1486579"/>
                <a:gd name="connsiteX4" fmla="*/ 804835 w 3858291"/>
                <a:gd name="connsiteY4" fmla="*/ 805945 h 1486579"/>
                <a:gd name="connsiteX5" fmla="*/ 969936 w 3858291"/>
                <a:gd name="connsiteY5" fmla="*/ 894846 h 1486579"/>
                <a:gd name="connsiteX6" fmla="*/ 1295899 w 3858291"/>
                <a:gd name="connsiteY6" fmla="*/ 1081112 h 1486579"/>
                <a:gd name="connsiteX7" fmla="*/ 1630334 w 3858291"/>
                <a:gd name="connsiteY7" fmla="*/ 1368978 h 1486579"/>
                <a:gd name="connsiteX8" fmla="*/ 1693835 w 3858291"/>
                <a:gd name="connsiteY8" fmla="*/ 1364744 h 1486579"/>
                <a:gd name="connsiteX9" fmla="*/ 1685369 w 3858291"/>
                <a:gd name="connsiteY9" fmla="*/ 1174244 h 1486579"/>
                <a:gd name="connsiteX10" fmla="*/ 1765802 w 3858291"/>
                <a:gd name="connsiteY10" fmla="*/ 1161544 h 1486579"/>
                <a:gd name="connsiteX11" fmla="*/ 1782737 w 3858291"/>
                <a:gd name="connsiteY11" fmla="*/ 1385911 h 1486579"/>
                <a:gd name="connsiteX12" fmla="*/ 1829303 w 3858291"/>
                <a:gd name="connsiteY12" fmla="*/ 1407077 h 1486579"/>
                <a:gd name="connsiteX13" fmla="*/ 2193369 w 3858291"/>
                <a:gd name="connsiteY13" fmla="*/ 1415544 h 1486579"/>
                <a:gd name="connsiteX14" fmla="*/ 2239936 w 3858291"/>
                <a:gd name="connsiteY14" fmla="*/ 1356277 h 1486579"/>
                <a:gd name="connsiteX15" fmla="*/ 2252636 w 3858291"/>
                <a:gd name="connsiteY15" fmla="*/ 1195412 h 1486579"/>
                <a:gd name="connsiteX16" fmla="*/ 2311902 w 3858291"/>
                <a:gd name="connsiteY16" fmla="*/ 1182711 h 1486579"/>
                <a:gd name="connsiteX17" fmla="*/ 2333069 w 3858291"/>
                <a:gd name="connsiteY17" fmla="*/ 1390144 h 1486579"/>
                <a:gd name="connsiteX18" fmla="*/ 2460069 w 3858291"/>
                <a:gd name="connsiteY18" fmla="*/ 1419778 h 1486579"/>
                <a:gd name="connsiteX19" fmla="*/ 2828369 w 3858291"/>
                <a:gd name="connsiteY19" fmla="*/ 1275844 h 1486579"/>
                <a:gd name="connsiteX20" fmla="*/ 3658102 w 3858291"/>
                <a:gd name="connsiteY20" fmla="*/ 293711 h 1486579"/>
                <a:gd name="connsiteX21" fmla="*/ 3768169 w 3858291"/>
                <a:gd name="connsiteY21" fmla="*/ 22778 h 1486579"/>
                <a:gd name="connsiteX22" fmla="*/ 3852835 w 3858291"/>
                <a:gd name="connsiteY22" fmla="*/ 73578 h 1486579"/>
                <a:gd name="connsiteX23" fmla="*/ 3607302 w 3858291"/>
                <a:gd name="connsiteY23" fmla="*/ 539244 h 1486579"/>
                <a:gd name="connsiteX24" fmla="*/ 2836835 w 3858291"/>
                <a:gd name="connsiteY24" fmla="*/ 1377444 h 1486579"/>
                <a:gd name="connsiteX25" fmla="*/ 2278035 w 3858291"/>
                <a:gd name="connsiteY25" fmla="*/ 1479044 h 1486579"/>
                <a:gd name="connsiteX26" fmla="*/ 1719236 w 3858291"/>
                <a:gd name="connsiteY26" fmla="*/ 1470578 h 1486579"/>
                <a:gd name="connsiteX27" fmla="*/ 1554134 w 3858291"/>
                <a:gd name="connsiteY27" fmla="*/ 1402844 h 1486579"/>
                <a:gd name="connsiteX28" fmla="*/ 1401735 w 3858291"/>
                <a:gd name="connsiteY28" fmla="*/ 1267378 h 1486579"/>
                <a:gd name="connsiteX29" fmla="*/ 1135035 w 3858291"/>
                <a:gd name="connsiteY29" fmla="*/ 1064176 h 1486579"/>
                <a:gd name="connsiteX30" fmla="*/ 745569 w 3858291"/>
                <a:gd name="connsiteY30" fmla="*/ 844045 h 1486579"/>
                <a:gd name="connsiteX31" fmla="*/ 453468 w 3858291"/>
                <a:gd name="connsiteY31" fmla="*/ 471511 h 1486579"/>
                <a:gd name="connsiteX32" fmla="*/ 119035 w 3858291"/>
                <a:gd name="connsiteY32" fmla="*/ 179412 h 1486579"/>
                <a:gd name="connsiteX33" fmla="*/ 4736 w 3858291"/>
                <a:gd name="connsiteY33" fmla="*/ 98978 h 1486579"/>
                <a:gd name="connsiteX34" fmla="*/ 38603 w 3858291"/>
                <a:gd name="connsiteY34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32302 w 3858291"/>
                <a:gd name="connsiteY2" fmla="*/ 365678 h 1486579"/>
                <a:gd name="connsiteX3" fmla="*/ 567769 w 3858291"/>
                <a:gd name="connsiteY3" fmla="*/ 496911 h 1486579"/>
                <a:gd name="connsiteX4" fmla="*/ 804835 w 3858291"/>
                <a:gd name="connsiteY4" fmla="*/ 805945 h 1486579"/>
                <a:gd name="connsiteX5" fmla="*/ 969936 w 3858291"/>
                <a:gd name="connsiteY5" fmla="*/ 894846 h 1486579"/>
                <a:gd name="connsiteX6" fmla="*/ 1295899 w 3858291"/>
                <a:gd name="connsiteY6" fmla="*/ 1093812 h 1486579"/>
                <a:gd name="connsiteX7" fmla="*/ 1630334 w 3858291"/>
                <a:gd name="connsiteY7" fmla="*/ 1368978 h 1486579"/>
                <a:gd name="connsiteX8" fmla="*/ 1693835 w 3858291"/>
                <a:gd name="connsiteY8" fmla="*/ 1364744 h 1486579"/>
                <a:gd name="connsiteX9" fmla="*/ 1685369 w 3858291"/>
                <a:gd name="connsiteY9" fmla="*/ 1174244 h 1486579"/>
                <a:gd name="connsiteX10" fmla="*/ 1765802 w 3858291"/>
                <a:gd name="connsiteY10" fmla="*/ 1161544 h 1486579"/>
                <a:gd name="connsiteX11" fmla="*/ 1782737 w 3858291"/>
                <a:gd name="connsiteY11" fmla="*/ 1385911 h 1486579"/>
                <a:gd name="connsiteX12" fmla="*/ 1829303 w 3858291"/>
                <a:gd name="connsiteY12" fmla="*/ 1407077 h 1486579"/>
                <a:gd name="connsiteX13" fmla="*/ 2193369 w 3858291"/>
                <a:gd name="connsiteY13" fmla="*/ 1415544 h 1486579"/>
                <a:gd name="connsiteX14" fmla="*/ 2239936 w 3858291"/>
                <a:gd name="connsiteY14" fmla="*/ 1356277 h 1486579"/>
                <a:gd name="connsiteX15" fmla="*/ 2252636 w 3858291"/>
                <a:gd name="connsiteY15" fmla="*/ 1195412 h 1486579"/>
                <a:gd name="connsiteX16" fmla="*/ 2311902 w 3858291"/>
                <a:gd name="connsiteY16" fmla="*/ 1182711 h 1486579"/>
                <a:gd name="connsiteX17" fmla="*/ 2333069 w 3858291"/>
                <a:gd name="connsiteY17" fmla="*/ 1390144 h 1486579"/>
                <a:gd name="connsiteX18" fmla="*/ 2460069 w 3858291"/>
                <a:gd name="connsiteY18" fmla="*/ 1419778 h 1486579"/>
                <a:gd name="connsiteX19" fmla="*/ 2828369 w 3858291"/>
                <a:gd name="connsiteY19" fmla="*/ 1275844 h 1486579"/>
                <a:gd name="connsiteX20" fmla="*/ 3658102 w 3858291"/>
                <a:gd name="connsiteY20" fmla="*/ 293711 h 1486579"/>
                <a:gd name="connsiteX21" fmla="*/ 3768169 w 3858291"/>
                <a:gd name="connsiteY21" fmla="*/ 22778 h 1486579"/>
                <a:gd name="connsiteX22" fmla="*/ 3852835 w 3858291"/>
                <a:gd name="connsiteY22" fmla="*/ 73578 h 1486579"/>
                <a:gd name="connsiteX23" fmla="*/ 3607302 w 3858291"/>
                <a:gd name="connsiteY23" fmla="*/ 539244 h 1486579"/>
                <a:gd name="connsiteX24" fmla="*/ 2836835 w 3858291"/>
                <a:gd name="connsiteY24" fmla="*/ 1377444 h 1486579"/>
                <a:gd name="connsiteX25" fmla="*/ 2278035 w 3858291"/>
                <a:gd name="connsiteY25" fmla="*/ 1479044 h 1486579"/>
                <a:gd name="connsiteX26" fmla="*/ 1719236 w 3858291"/>
                <a:gd name="connsiteY26" fmla="*/ 1470578 h 1486579"/>
                <a:gd name="connsiteX27" fmla="*/ 1554134 w 3858291"/>
                <a:gd name="connsiteY27" fmla="*/ 1402844 h 1486579"/>
                <a:gd name="connsiteX28" fmla="*/ 1401735 w 3858291"/>
                <a:gd name="connsiteY28" fmla="*/ 1267378 h 1486579"/>
                <a:gd name="connsiteX29" fmla="*/ 1135035 w 3858291"/>
                <a:gd name="connsiteY29" fmla="*/ 1064176 h 1486579"/>
                <a:gd name="connsiteX30" fmla="*/ 745569 w 3858291"/>
                <a:gd name="connsiteY30" fmla="*/ 844045 h 1486579"/>
                <a:gd name="connsiteX31" fmla="*/ 453468 w 3858291"/>
                <a:gd name="connsiteY31" fmla="*/ 471511 h 1486579"/>
                <a:gd name="connsiteX32" fmla="*/ 119035 w 3858291"/>
                <a:gd name="connsiteY32" fmla="*/ 179412 h 1486579"/>
                <a:gd name="connsiteX33" fmla="*/ 4736 w 3858291"/>
                <a:gd name="connsiteY33" fmla="*/ 98978 h 1486579"/>
                <a:gd name="connsiteX34" fmla="*/ 38603 w 3858291"/>
                <a:gd name="connsiteY34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32302 w 3858291"/>
                <a:gd name="connsiteY2" fmla="*/ 365678 h 1486579"/>
                <a:gd name="connsiteX3" fmla="*/ 567769 w 3858291"/>
                <a:gd name="connsiteY3" fmla="*/ 496911 h 1486579"/>
                <a:gd name="connsiteX4" fmla="*/ 804835 w 3858291"/>
                <a:gd name="connsiteY4" fmla="*/ 805945 h 1486579"/>
                <a:gd name="connsiteX5" fmla="*/ 969936 w 3858291"/>
                <a:gd name="connsiteY5" fmla="*/ 894846 h 1486579"/>
                <a:gd name="connsiteX6" fmla="*/ 1295899 w 3858291"/>
                <a:gd name="connsiteY6" fmla="*/ 1093812 h 1486579"/>
                <a:gd name="connsiteX7" fmla="*/ 1630334 w 3858291"/>
                <a:gd name="connsiteY7" fmla="*/ 1368978 h 1486579"/>
                <a:gd name="connsiteX8" fmla="*/ 1693835 w 3858291"/>
                <a:gd name="connsiteY8" fmla="*/ 1364744 h 1486579"/>
                <a:gd name="connsiteX9" fmla="*/ 1685369 w 3858291"/>
                <a:gd name="connsiteY9" fmla="*/ 1174244 h 1486579"/>
                <a:gd name="connsiteX10" fmla="*/ 1765802 w 3858291"/>
                <a:gd name="connsiteY10" fmla="*/ 1161544 h 1486579"/>
                <a:gd name="connsiteX11" fmla="*/ 1782737 w 3858291"/>
                <a:gd name="connsiteY11" fmla="*/ 1385911 h 1486579"/>
                <a:gd name="connsiteX12" fmla="*/ 1829303 w 3858291"/>
                <a:gd name="connsiteY12" fmla="*/ 1407077 h 1486579"/>
                <a:gd name="connsiteX13" fmla="*/ 2193369 w 3858291"/>
                <a:gd name="connsiteY13" fmla="*/ 1415544 h 1486579"/>
                <a:gd name="connsiteX14" fmla="*/ 2239936 w 3858291"/>
                <a:gd name="connsiteY14" fmla="*/ 1356277 h 1486579"/>
                <a:gd name="connsiteX15" fmla="*/ 2252636 w 3858291"/>
                <a:gd name="connsiteY15" fmla="*/ 1195412 h 1486579"/>
                <a:gd name="connsiteX16" fmla="*/ 2311902 w 3858291"/>
                <a:gd name="connsiteY16" fmla="*/ 1182711 h 1486579"/>
                <a:gd name="connsiteX17" fmla="*/ 2333069 w 3858291"/>
                <a:gd name="connsiteY17" fmla="*/ 1390144 h 1486579"/>
                <a:gd name="connsiteX18" fmla="*/ 2388103 w 3858291"/>
                <a:gd name="connsiteY18" fmla="*/ 1419778 h 1486579"/>
                <a:gd name="connsiteX19" fmla="*/ 2828369 w 3858291"/>
                <a:gd name="connsiteY19" fmla="*/ 1275844 h 1486579"/>
                <a:gd name="connsiteX20" fmla="*/ 3658102 w 3858291"/>
                <a:gd name="connsiteY20" fmla="*/ 293711 h 1486579"/>
                <a:gd name="connsiteX21" fmla="*/ 3768169 w 3858291"/>
                <a:gd name="connsiteY21" fmla="*/ 22778 h 1486579"/>
                <a:gd name="connsiteX22" fmla="*/ 3852835 w 3858291"/>
                <a:gd name="connsiteY22" fmla="*/ 73578 h 1486579"/>
                <a:gd name="connsiteX23" fmla="*/ 3607302 w 3858291"/>
                <a:gd name="connsiteY23" fmla="*/ 539244 h 1486579"/>
                <a:gd name="connsiteX24" fmla="*/ 2836835 w 3858291"/>
                <a:gd name="connsiteY24" fmla="*/ 1377444 h 1486579"/>
                <a:gd name="connsiteX25" fmla="*/ 2278035 w 3858291"/>
                <a:gd name="connsiteY25" fmla="*/ 1479044 h 1486579"/>
                <a:gd name="connsiteX26" fmla="*/ 1719236 w 3858291"/>
                <a:gd name="connsiteY26" fmla="*/ 1470578 h 1486579"/>
                <a:gd name="connsiteX27" fmla="*/ 1554134 w 3858291"/>
                <a:gd name="connsiteY27" fmla="*/ 1402844 h 1486579"/>
                <a:gd name="connsiteX28" fmla="*/ 1401735 w 3858291"/>
                <a:gd name="connsiteY28" fmla="*/ 1267378 h 1486579"/>
                <a:gd name="connsiteX29" fmla="*/ 1135035 w 3858291"/>
                <a:gd name="connsiteY29" fmla="*/ 1064176 h 1486579"/>
                <a:gd name="connsiteX30" fmla="*/ 745569 w 3858291"/>
                <a:gd name="connsiteY30" fmla="*/ 844045 h 1486579"/>
                <a:gd name="connsiteX31" fmla="*/ 453468 w 3858291"/>
                <a:gd name="connsiteY31" fmla="*/ 471511 h 1486579"/>
                <a:gd name="connsiteX32" fmla="*/ 119035 w 3858291"/>
                <a:gd name="connsiteY32" fmla="*/ 179412 h 1486579"/>
                <a:gd name="connsiteX33" fmla="*/ 4736 w 3858291"/>
                <a:gd name="connsiteY33" fmla="*/ 98978 h 1486579"/>
                <a:gd name="connsiteX34" fmla="*/ 38603 w 3858291"/>
                <a:gd name="connsiteY34" fmla="*/ 39711 h 1486579"/>
                <a:gd name="connsiteX0" fmla="*/ 38603 w 3858291"/>
                <a:gd name="connsiteY0" fmla="*/ 39711 h 1486579"/>
                <a:gd name="connsiteX1" fmla="*/ 191000 w 3858291"/>
                <a:gd name="connsiteY1" fmla="*/ 149777 h 1486579"/>
                <a:gd name="connsiteX2" fmla="*/ 432302 w 3858291"/>
                <a:gd name="connsiteY2" fmla="*/ 365678 h 1486579"/>
                <a:gd name="connsiteX3" fmla="*/ 567769 w 3858291"/>
                <a:gd name="connsiteY3" fmla="*/ 496911 h 1486579"/>
                <a:gd name="connsiteX4" fmla="*/ 804835 w 3858291"/>
                <a:gd name="connsiteY4" fmla="*/ 805945 h 1486579"/>
                <a:gd name="connsiteX5" fmla="*/ 969936 w 3858291"/>
                <a:gd name="connsiteY5" fmla="*/ 894846 h 1486579"/>
                <a:gd name="connsiteX6" fmla="*/ 1295899 w 3858291"/>
                <a:gd name="connsiteY6" fmla="*/ 1093812 h 1486579"/>
                <a:gd name="connsiteX7" fmla="*/ 1630334 w 3858291"/>
                <a:gd name="connsiteY7" fmla="*/ 1368978 h 1486579"/>
                <a:gd name="connsiteX8" fmla="*/ 1693835 w 3858291"/>
                <a:gd name="connsiteY8" fmla="*/ 1364744 h 1486579"/>
                <a:gd name="connsiteX9" fmla="*/ 1685369 w 3858291"/>
                <a:gd name="connsiteY9" fmla="*/ 1174244 h 1486579"/>
                <a:gd name="connsiteX10" fmla="*/ 1765802 w 3858291"/>
                <a:gd name="connsiteY10" fmla="*/ 1161544 h 1486579"/>
                <a:gd name="connsiteX11" fmla="*/ 1782737 w 3858291"/>
                <a:gd name="connsiteY11" fmla="*/ 1385911 h 1486579"/>
                <a:gd name="connsiteX12" fmla="*/ 1829303 w 3858291"/>
                <a:gd name="connsiteY12" fmla="*/ 1407077 h 1486579"/>
                <a:gd name="connsiteX13" fmla="*/ 2193369 w 3858291"/>
                <a:gd name="connsiteY13" fmla="*/ 1415544 h 1486579"/>
                <a:gd name="connsiteX14" fmla="*/ 2239936 w 3858291"/>
                <a:gd name="connsiteY14" fmla="*/ 1356277 h 1486579"/>
                <a:gd name="connsiteX15" fmla="*/ 2252636 w 3858291"/>
                <a:gd name="connsiteY15" fmla="*/ 1195412 h 1486579"/>
                <a:gd name="connsiteX16" fmla="*/ 2311902 w 3858291"/>
                <a:gd name="connsiteY16" fmla="*/ 1182711 h 1486579"/>
                <a:gd name="connsiteX17" fmla="*/ 2333069 w 3858291"/>
                <a:gd name="connsiteY17" fmla="*/ 1377444 h 1486579"/>
                <a:gd name="connsiteX18" fmla="*/ 2388103 w 3858291"/>
                <a:gd name="connsiteY18" fmla="*/ 1419778 h 1486579"/>
                <a:gd name="connsiteX19" fmla="*/ 2828369 w 3858291"/>
                <a:gd name="connsiteY19" fmla="*/ 1275844 h 1486579"/>
                <a:gd name="connsiteX20" fmla="*/ 3658102 w 3858291"/>
                <a:gd name="connsiteY20" fmla="*/ 293711 h 1486579"/>
                <a:gd name="connsiteX21" fmla="*/ 3768169 w 3858291"/>
                <a:gd name="connsiteY21" fmla="*/ 22778 h 1486579"/>
                <a:gd name="connsiteX22" fmla="*/ 3852835 w 3858291"/>
                <a:gd name="connsiteY22" fmla="*/ 73578 h 1486579"/>
                <a:gd name="connsiteX23" fmla="*/ 3607302 w 3858291"/>
                <a:gd name="connsiteY23" fmla="*/ 539244 h 1486579"/>
                <a:gd name="connsiteX24" fmla="*/ 2836835 w 3858291"/>
                <a:gd name="connsiteY24" fmla="*/ 1377444 h 1486579"/>
                <a:gd name="connsiteX25" fmla="*/ 2278035 w 3858291"/>
                <a:gd name="connsiteY25" fmla="*/ 1479044 h 1486579"/>
                <a:gd name="connsiteX26" fmla="*/ 1719236 w 3858291"/>
                <a:gd name="connsiteY26" fmla="*/ 1470578 h 1486579"/>
                <a:gd name="connsiteX27" fmla="*/ 1554134 w 3858291"/>
                <a:gd name="connsiteY27" fmla="*/ 1402844 h 1486579"/>
                <a:gd name="connsiteX28" fmla="*/ 1401735 w 3858291"/>
                <a:gd name="connsiteY28" fmla="*/ 1267378 h 1486579"/>
                <a:gd name="connsiteX29" fmla="*/ 1135035 w 3858291"/>
                <a:gd name="connsiteY29" fmla="*/ 1064176 h 1486579"/>
                <a:gd name="connsiteX30" fmla="*/ 745569 w 3858291"/>
                <a:gd name="connsiteY30" fmla="*/ 844045 h 1486579"/>
                <a:gd name="connsiteX31" fmla="*/ 453468 w 3858291"/>
                <a:gd name="connsiteY31" fmla="*/ 471511 h 1486579"/>
                <a:gd name="connsiteX32" fmla="*/ 119035 w 3858291"/>
                <a:gd name="connsiteY32" fmla="*/ 179412 h 1486579"/>
                <a:gd name="connsiteX33" fmla="*/ 4736 w 3858291"/>
                <a:gd name="connsiteY33" fmla="*/ 98978 h 1486579"/>
                <a:gd name="connsiteX34" fmla="*/ 38603 w 3858291"/>
                <a:gd name="connsiteY34" fmla="*/ 39711 h 1486579"/>
                <a:gd name="connsiteX0" fmla="*/ 38603 w 3858291"/>
                <a:gd name="connsiteY0" fmla="*/ 39711 h 1488145"/>
                <a:gd name="connsiteX1" fmla="*/ 191000 w 3858291"/>
                <a:gd name="connsiteY1" fmla="*/ 149777 h 1488145"/>
                <a:gd name="connsiteX2" fmla="*/ 432302 w 3858291"/>
                <a:gd name="connsiteY2" fmla="*/ 365678 h 1488145"/>
                <a:gd name="connsiteX3" fmla="*/ 567769 w 3858291"/>
                <a:gd name="connsiteY3" fmla="*/ 496911 h 1488145"/>
                <a:gd name="connsiteX4" fmla="*/ 804835 w 3858291"/>
                <a:gd name="connsiteY4" fmla="*/ 805945 h 1488145"/>
                <a:gd name="connsiteX5" fmla="*/ 969936 w 3858291"/>
                <a:gd name="connsiteY5" fmla="*/ 894846 h 1488145"/>
                <a:gd name="connsiteX6" fmla="*/ 1295899 w 3858291"/>
                <a:gd name="connsiteY6" fmla="*/ 1093812 h 1488145"/>
                <a:gd name="connsiteX7" fmla="*/ 1630334 w 3858291"/>
                <a:gd name="connsiteY7" fmla="*/ 1368978 h 1488145"/>
                <a:gd name="connsiteX8" fmla="*/ 1693835 w 3858291"/>
                <a:gd name="connsiteY8" fmla="*/ 1364744 h 1488145"/>
                <a:gd name="connsiteX9" fmla="*/ 1685369 w 3858291"/>
                <a:gd name="connsiteY9" fmla="*/ 1174244 h 1488145"/>
                <a:gd name="connsiteX10" fmla="*/ 1765802 w 3858291"/>
                <a:gd name="connsiteY10" fmla="*/ 1161544 h 1488145"/>
                <a:gd name="connsiteX11" fmla="*/ 1782737 w 3858291"/>
                <a:gd name="connsiteY11" fmla="*/ 1385911 h 1488145"/>
                <a:gd name="connsiteX12" fmla="*/ 1829303 w 3858291"/>
                <a:gd name="connsiteY12" fmla="*/ 1407077 h 1488145"/>
                <a:gd name="connsiteX13" fmla="*/ 2193369 w 3858291"/>
                <a:gd name="connsiteY13" fmla="*/ 1415544 h 1488145"/>
                <a:gd name="connsiteX14" fmla="*/ 2239936 w 3858291"/>
                <a:gd name="connsiteY14" fmla="*/ 1356277 h 1488145"/>
                <a:gd name="connsiteX15" fmla="*/ 2252636 w 3858291"/>
                <a:gd name="connsiteY15" fmla="*/ 1195412 h 1488145"/>
                <a:gd name="connsiteX16" fmla="*/ 2311902 w 3858291"/>
                <a:gd name="connsiteY16" fmla="*/ 1182711 h 1488145"/>
                <a:gd name="connsiteX17" fmla="*/ 2333069 w 3858291"/>
                <a:gd name="connsiteY17" fmla="*/ 1377444 h 1488145"/>
                <a:gd name="connsiteX18" fmla="*/ 2388103 w 3858291"/>
                <a:gd name="connsiteY18" fmla="*/ 1419778 h 1488145"/>
                <a:gd name="connsiteX19" fmla="*/ 2828369 w 3858291"/>
                <a:gd name="connsiteY19" fmla="*/ 1275844 h 1488145"/>
                <a:gd name="connsiteX20" fmla="*/ 3658102 w 3858291"/>
                <a:gd name="connsiteY20" fmla="*/ 293711 h 1488145"/>
                <a:gd name="connsiteX21" fmla="*/ 3768169 w 3858291"/>
                <a:gd name="connsiteY21" fmla="*/ 22778 h 1488145"/>
                <a:gd name="connsiteX22" fmla="*/ 3852835 w 3858291"/>
                <a:gd name="connsiteY22" fmla="*/ 73578 h 1488145"/>
                <a:gd name="connsiteX23" fmla="*/ 3607302 w 3858291"/>
                <a:gd name="connsiteY23" fmla="*/ 539244 h 1488145"/>
                <a:gd name="connsiteX24" fmla="*/ 2832601 w 3858291"/>
                <a:gd name="connsiteY24" fmla="*/ 1356278 h 1488145"/>
                <a:gd name="connsiteX25" fmla="*/ 2278035 w 3858291"/>
                <a:gd name="connsiteY25" fmla="*/ 1479044 h 1488145"/>
                <a:gd name="connsiteX26" fmla="*/ 1719236 w 3858291"/>
                <a:gd name="connsiteY26" fmla="*/ 1470578 h 1488145"/>
                <a:gd name="connsiteX27" fmla="*/ 1554134 w 3858291"/>
                <a:gd name="connsiteY27" fmla="*/ 1402844 h 1488145"/>
                <a:gd name="connsiteX28" fmla="*/ 1401735 w 3858291"/>
                <a:gd name="connsiteY28" fmla="*/ 1267378 h 1488145"/>
                <a:gd name="connsiteX29" fmla="*/ 1135035 w 3858291"/>
                <a:gd name="connsiteY29" fmla="*/ 1064176 h 1488145"/>
                <a:gd name="connsiteX30" fmla="*/ 745569 w 3858291"/>
                <a:gd name="connsiteY30" fmla="*/ 844045 h 1488145"/>
                <a:gd name="connsiteX31" fmla="*/ 453468 w 3858291"/>
                <a:gd name="connsiteY31" fmla="*/ 471511 h 1488145"/>
                <a:gd name="connsiteX32" fmla="*/ 119035 w 3858291"/>
                <a:gd name="connsiteY32" fmla="*/ 179412 h 1488145"/>
                <a:gd name="connsiteX33" fmla="*/ 4736 w 3858291"/>
                <a:gd name="connsiteY33" fmla="*/ 98978 h 1488145"/>
                <a:gd name="connsiteX34" fmla="*/ 38603 w 3858291"/>
                <a:gd name="connsiteY34" fmla="*/ 39711 h 1488145"/>
                <a:gd name="connsiteX0" fmla="*/ 38603 w 3858291"/>
                <a:gd name="connsiteY0" fmla="*/ 39711 h 1488145"/>
                <a:gd name="connsiteX1" fmla="*/ 191000 w 3858291"/>
                <a:gd name="connsiteY1" fmla="*/ 149777 h 1488145"/>
                <a:gd name="connsiteX2" fmla="*/ 432302 w 3858291"/>
                <a:gd name="connsiteY2" fmla="*/ 365678 h 1488145"/>
                <a:gd name="connsiteX3" fmla="*/ 567769 w 3858291"/>
                <a:gd name="connsiteY3" fmla="*/ 496911 h 1488145"/>
                <a:gd name="connsiteX4" fmla="*/ 804835 w 3858291"/>
                <a:gd name="connsiteY4" fmla="*/ 805945 h 1488145"/>
                <a:gd name="connsiteX5" fmla="*/ 969936 w 3858291"/>
                <a:gd name="connsiteY5" fmla="*/ 894846 h 1488145"/>
                <a:gd name="connsiteX6" fmla="*/ 1295899 w 3858291"/>
                <a:gd name="connsiteY6" fmla="*/ 1093812 h 1488145"/>
                <a:gd name="connsiteX7" fmla="*/ 1630334 w 3858291"/>
                <a:gd name="connsiteY7" fmla="*/ 1368978 h 1488145"/>
                <a:gd name="connsiteX8" fmla="*/ 1693835 w 3858291"/>
                <a:gd name="connsiteY8" fmla="*/ 1364744 h 1488145"/>
                <a:gd name="connsiteX9" fmla="*/ 1685369 w 3858291"/>
                <a:gd name="connsiteY9" fmla="*/ 1174244 h 1488145"/>
                <a:gd name="connsiteX10" fmla="*/ 1765802 w 3858291"/>
                <a:gd name="connsiteY10" fmla="*/ 1161544 h 1488145"/>
                <a:gd name="connsiteX11" fmla="*/ 1782737 w 3858291"/>
                <a:gd name="connsiteY11" fmla="*/ 1385911 h 1488145"/>
                <a:gd name="connsiteX12" fmla="*/ 1829303 w 3858291"/>
                <a:gd name="connsiteY12" fmla="*/ 1407077 h 1488145"/>
                <a:gd name="connsiteX13" fmla="*/ 2193369 w 3858291"/>
                <a:gd name="connsiteY13" fmla="*/ 1415544 h 1488145"/>
                <a:gd name="connsiteX14" fmla="*/ 2239936 w 3858291"/>
                <a:gd name="connsiteY14" fmla="*/ 1356277 h 1488145"/>
                <a:gd name="connsiteX15" fmla="*/ 2252636 w 3858291"/>
                <a:gd name="connsiteY15" fmla="*/ 1195412 h 1488145"/>
                <a:gd name="connsiteX16" fmla="*/ 2311902 w 3858291"/>
                <a:gd name="connsiteY16" fmla="*/ 1182711 h 1488145"/>
                <a:gd name="connsiteX17" fmla="*/ 2333069 w 3858291"/>
                <a:gd name="connsiteY17" fmla="*/ 1377444 h 1488145"/>
                <a:gd name="connsiteX18" fmla="*/ 2388103 w 3858291"/>
                <a:gd name="connsiteY18" fmla="*/ 1419778 h 1488145"/>
                <a:gd name="connsiteX19" fmla="*/ 2828369 w 3858291"/>
                <a:gd name="connsiteY19" fmla="*/ 1275844 h 1488145"/>
                <a:gd name="connsiteX20" fmla="*/ 3658102 w 3858291"/>
                <a:gd name="connsiteY20" fmla="*/ 293711 h 1488145"/>
                <a:gd name="connsiteX21" fmla="*/ 3768169 w 3858291"/>
                <a:gd name="connsiteY21" fmla="*/ 22778 h 1488145"/>
                <a:gd name="connsiteX22" fmla="*/ 3852835 w 3858291"/>
                <a:gd name="connsiteY22" fmla="*/ 73578 h 1488145"/>
                <a:gd name="connsiteX23" fmla="*/ 3607302 w 3858291"/>
                <a:gd name="connsiteY23" fmla="*/ 539244 h 1488145"/>
                <a:gd name="connsiteX24" fmla="*/ 2832601 w 3858291"/>
                <a:gd name="connsiteY24" fmla="*/ 1356278 h 1488145"/>
                <a:gd name="connsiteX25" fmla="*/ 2278035 w 3858291"/>
                <a:gd name="connsiteY25" fmla="*/ 1479044 h 1488145"/>
                <a:gd name="connsiteX26" fmla="*/ 1719236 w 3858291"/>
                <a:gd name="connsiteY26" fmla="*/ 1470578 h 1488145"/>
                <a:gd name="connsiteX27" fmla="*/ 1554134 w 3858291"/>
                <a:gd name="connsiteY27" fmla="*/ 1402844 h 1488145"/>
                <a:gd name="connsiteX28" fmla="*/ 1401735 w 3858291"/>
                <a:gd name="connsiteY28" fmla="*/ 1267378 h 1488145"/>
                <a:gd name="connsiteX29" fmla="*/ 1135035 w 3858291"/>
                <a:gd name="connsiteY29" fmla="*/ 1064176 h 1488145"/>
                <a:gd name="connsiteX30" fmla="*/ 745569 w 3858291"/>
                <a:gd name="connsiteY30" fmla="*/ 844045 h 1488145"/>
                <a:gd name="connsiteX31" fmla="*/ 453468 w 3858291"/>
                <a:gd name="connsiteY31" fmla="*/ 471511 h 1488145"/>
                <a:gd name="connsiteX32" fmla="*/ 119035 w 3858291"/>
                <a:gd name="connsiteY32" fmla="*/ 179412 h 1488145"/>
                <a:gd name="connsiteX33" fmla="*/ 4736 w 3858291"/>
                <a:gd name="connsiteY33" fmla="*/ 98978 h 1488145"/>
                <a:gd name="connsiteX34" fmla="*/ 38603 w 3858291"/>
                <a:gd name="connsiteY34" fmla="*/ 39711 h 1488145"/>
                <a:gd name="connsiteX0" fmla="*/ 38603 w 3858291"/>
                <a:gd name="connsiteY0" fmla="*/ 39711 h 1488145"/>
                <a:gd name="connsiteX1" fmla="*/ 191000 w 3858291"/>
                <a:gd name="connsiteY1" fmla="*/ 149777 h 1488145"/>
                <a:gd name="connsiteX2" fmla="*/ 432302 w 3858291"/>
                <a:gd name="connsiteY2" fmla="*/ 365678 h 1488145"/>
                <a:gd name="connsiteX3" fmla="*/ 567769 w 3858291"/>
                <a:gd name="connsiteY3" fmla="*/ 496911 h 1488145"/>
                <a:gd name="connsiteX4" fmla="*/ 804835 w 3858291"/>
                <a:gd name="connsiteY4" fmla="*/ 805945 h 1488145"/>
                <a:gd name="connsiteX5" fmla="*/ 969936 w 3858291"/>
                <a:gd name="connsiteY5" fmla="*/ 894846 h 1488145"/>
                <a:gd name="connsiteX6" fmla="*/ 1295899 w 3858291"/>
                <a:gd name="connsiteY6" fmla="*/ 1093812 h 1488145"/>
                <a:gd name="connsiteX7" fmla="*/ 1630334 w 3858291"/>
                <a:gd name="connsiteY7" fmla="*/ 1368978 h 1488145"/>
                <a:gd name="connsiteX8" fmla="*/ 1693835 w 3858291"/>
                <a:gd name="connsiteY8" fmla="*/ 1364744 h 1488145"/>
                <a:gd name="connsiteX9" fmla="*/ 1685369 w 3858291"/>
                <a:gd name="connsiteY9" fmla="*/ 1174244 h 1488145"/>
                <a:gd name="connsiteX10" fmla="*/ 1765802 w 3858291"/>
                <a:gd name="connsiteY10" fmla="*/ 1161544 h 1488145"/>
                <a:gd name="connsiteX11" fmla="*/ 1782737 w 3858291"/>
                <a:gd name="connsiteY11" fmla="*/ 1385911 h 1488145"/>
                <a:gd name="connsiteX12" fmla="*/ 1829303 w 3858291"/>
                <a:gd name="connsiteY12" fmla="*/ 1407077 h 1488145"/>
                <a:gd name="connsiteX13" fmla="*/ 2193369 w 3858291"/>
                <a:gd name="connsiteY13" fmla="*/ 1415544 h 1488145"/>
                <a:gd name="connsiteX14" fmla="*/ 2239936 w 3858291"/>
                <a:gd name="connsiteY14" fmla="*/ 1356277 h 1488145"/>
                <a:gd name="connsiteX15" fmla="*/ 2252636 w 3858291"/>
                <a:gd name="connsiteY15" fmla="*/ 1195412 h 1488145"/>
                <a:gd name="connsiteX16" fmla="*/ 2311902 w 3858291"/>
                <a:gd name="connsiteY16" fmla="*/ 1182711 h 1488145"/>
                <a:gd name="connsiteX17" fmla="*/ 2333069 w 3858291"/>
                <a:gd name="connsiteY17" fmla="*/ 1377444 h 1488145"/>
                <a:gd name="connsiteX18" fmla="*/ 2388103 w 3858291"/>
                <a:gd name="connsiteY18" fmla="*/ 1419778 h 1488145"/>
                <a:gd name="connsiteX19" fmla="*/ 2828369 w 3858291"/>
                <a:gd name="connsiteY19" fmla="*/ 1275844 h 1488145"/>
                <a:gd name="connsiteX20" fmla="*/ 3099302 w 3858291"/>
                <a:gd name="connsiteY20" fmla="*/ 920244 h 1488145"/>
                <a:gd name="connsiteX21" fmla="*/ 3658102 w 3858291"/>
                <a:gd name="connsiteY21" fmla="*/ 293711 h 1488145"/>
                <a:gd name="connsiteX22" fmla="*/ 3768169 w 3858291"/>
                <a:gd name="connsiteY22" fmla="*/ 22778 h 1488145"/>
                <a:gd name="connsiteX23" fmla="*/ 3852835 w 3858291"/>
                <a:gd name="connsiteY23" fmla="*/ 73578 h 1488145"/>
                <a:gd name="connsiteX24" fmla="*/ 3607302 w 3858291"/>
                <a:gd name="connsiteY24" fmla="*/ 539244 h 1488145"/>
                <a:gd name="connsiteX25" fmla="*/ 2832601 w 3858291"/>
                <a:gd name="connsiteY25" fmla="*/ 1356278 h 1488145"/>
                <a:gd name="connsiteX26" fmla="*/ 2278035 w 3858291"/>
                <a:gd name="connsiteY26" fmla="*/ 1479044 h 1488145"/>
                <a:gd name="connsiteX27" fmla="*/ 1719236 w 3858291"/>
                <a:gd name="connsiteY27" fmla="*/ 1470578 h 1488145"/>
                <a:gd name="connsiteX28" fmla="*/ 1554134 w 3858291"/>
                <a:gd name="connsiteY28" fmla="*/ 1402844 h 1488145"/>
                <a:gd name="connsiteX29" fmla="*/ 1401735 w 3858291"/>
                <a:gd name="connsiteY29" fmla="*/ 1267378 h 1488145"/>
                <a:gd name="connsiteX30" fmla="*/ 1135035 w 3858291"/>
                <a:gd name="connsiteY30" fmla="*/ 1064176 h 1488145"/>
                <a:gd name="connsiteX31" fmla="*/ 745569 w 3858291"/>
                <a:gd name="connsiteY31" fmla="*/ 844045 h 1488145"/>
                <a:gd name="connsiteX32" fmla="*/ 453468 w 3858291"/>
                <a:gd name="connsiteY32" fmla="*/ 471511 h 1488145"/>
                <a:gd name="connsiteX33" fmla="*/ 119035 w 3858291"/>
                <a:gd name="connsiteY33" fmla="*/ 179412 h 1488145"/>
                <a:gd name="connsiteX34" fmla="*/ 4736 w 3858291"/>
                <a:gd name="connsiteY34" fmla="*/ 98978 h 1488145"/>
                <a:gd name="connsiteX35" fmla="*/ 38603 w 3858291"/>
                <a:gd name="connsiteY35" fmla="*/ 39711 h 1488145"/>
                <a:gd name="connsiteX0" fmla="*/ 38603 w 3858291"/>
                <a:gd name="connsiteY0" fmla="*/ 39711 h 1488145"/>
                <a:gd name="connsiteX1" fmla="*/ 191000 w 3858291"/>
                <a:gd name="connsiteY1" fmla="*/ 149777 h 1488145"/>
                <a:gd name="connsiteX2" fmla="*/ 432302 w 3858291"/>
                <a:gd name="connsiteY2" fmla="*/ 365678 h 1488145"/>
                <a:gd name="connsiteX3" fmla="*/ 567769 w 3858291"/>
                <a:gd name="connsiteY3" fmla="*/ 496911 h 1488145"/>
                <a:gd name="connsiteX4" fmla="*/ 804835 w 3858291"/>
                <a:gd name="connsiteY4" fmla="*/ 805945 h 1488145"/>
                <a:gd name="connsiteX5" fmla="*/ 969936 w 3858291"/>
                <a:gd name="connsiteY5" fmla="*/ 894846 h 1488145"/>
                <a:gd name="connsiteX6" fmla="*/ 1295899 w 3858291"/>
                <a:gd name="connsiteY6" fmla="*/ 1093812 h 1488145"/>
                <a:gd name="connsiteX7" fmla="*/ 1630334 w 3858291"/>
                <a:gd name="connsiteY7" fmla="*/ 1368978 h 1488145"/>
                <a:gd name="connsiteX8" fmla="*/ 1693835 w 3858291"/>
                <a:gd name="connsiteY8" fmla="*/ 1364744 h 1488145"/>
                <a:gd name="connsiteX9" fmla="*/ 1685369 w 3858291"/>
                <a:gd name="connsiteY9" fmla="*/ 1174244 h 1488145"/>
                <a:gd name="connsiteX10" fmla="*/ 1765802 w 3858291"/>
                <a:gd name="connsiteY10" fmla="*/ 1161544 h 1488145"/>
                <a:gd name="connsiteX11" fmla="*/ 1782737 w 3858291"/>
                <a:gd name="connsiteY11" fmla="*/ 1385911 h 1488145"/>
                <a:gd name="connsiteX12" fmla="*/ 1829303 w 3858291"/>
                <a:gd name="connsiteY12" fmla="*/ 1407077 h 1488145"/>
                <a:gd name="connsiteX13" fmla="*/ 2193369 w 3858291"/>
                <a:gd name="connsiteY13" fmla="*/ 1415544 h 1488145"/>
                <a:gd name="connsiteX14" fmla="*/ 2239936 w 3858291"/>
                <a:gd name="connsiteY14" fmla="*/ 1356277 h 1488145"/>
                <a:gd name="connsiteX15" fmla="*/ 2252636 w 3858291"/>
                <a:gd name="connsiteY15" fmla="*/ 1195412 h 1488145"/>
                <a:gd name="connsiteX16" fmla="*/ 2311902 w 3858291"/>
                <a:gd name="connsiteY16" fmla="*/ 1182711 h 1488145"/>
                <a:gd name="connsiteX17" fmla="*/ 2333069 w 3858291"/>
                <a:gd name="connsiteY17" fmla="*/ 1377444 h 1488145"/>
                <a:gd name="connsiteX18" fmla="*/ 2388103 w 3858291"/>
                <a:gd name="connsiteY18" fmla="*/ 1419778 h 1488145"/>
                <a:gd name="connsiteX19" fmla="*/ 2828369 w 3858291"/>
                <a:gd name="connsiteY19" fmla="*/ 1275844 h 1488145"/>
                <a:gd name="connsiteX20" fmla="*/ 3099302 w 3858291"/>
                <a:gd name="connsiteY20" fmla="*/ 920244 h 1488145"/>
                <a:gd name="connsiteX21" fmla="*/ 3391402 w 3858291"/>
                <a:gd name="connsiteY21" fmla="*/ 551944 h 1488145"/>
                <a:gd name="connsiteX22" fmla="*/ 3658102 w 3858291"/>
                <a:gd name="connsiteY22" fmla="*/ 293711 h 1488145"/>
                <a:gd name="connsiteX23" fmla="*/ 3768169 w 3858291"/>
                <a:gd name="connsiteY23" fmla="*/ 22778 h 1488145"/>
                <a:gd name="connsiteX24" fmla="*/ 3852835 w 3858291"/>
                <a:gd name="connsiteY24" fmla="*/ 73578 h 1488145"/>
                <a:gd name="connsiteX25" fmla="*/ 3607302 w 3858291"/>
                <a:gd name="connsiteY25" fmla="*/ 539244 h 1488145"/>
                <a:gd name="connsiteX26" fmla="*/ 2832601 w 3858291"/>
                <a:gd name="connsiteY26" fmla="*/ 1356278 h 1488145"/>
                <a:gd name="connsiteX27" fmla="*/ 2278035 w 3858291"/>
                <a:gd name="connsiteY27" fmla="*/ 1479044 h 1488145"/>
                <a:gd name="connsiteX28" fmla="*/ 1719236 w 3858291"/>
                <a:gd name="connsiteY28" fmla="*/ 1470578 h 1488145"/>
                <a:gd name="connsiteX29" fmla="*/ 1554134 w 3858291"/>
                <a:gd name="connsiteY29" fmla="*/ 1402844 h 1488145"/>
                <a:gd name="connsiteX30" fmla="*/ 1401735 w 3858291"/>
                <a:gd name="connsiteY30" fmla="*/ 1267378 h 1488145"/>
                <a:gd name="connsiteX31" fmla="*/ 1135035 w 3858291"/>
                <a:gd name="connsiteY31" fmla="*/ 1064176 h 1488145"/>
                <a:gd name="connsiteX32" fmla="*/ 745569 w 3858291"/>
                <a:gd name="connsiteY32" fmla="*/ 844045 h 1488145"/>
                <a:gd name="connsiteX33" fmla="*/ 453468 w 3858291"/>
                <a:gd name="connsiteY33" fmla="*/ 471511 h 1488145"/>
                <a:gd name="connsiteX34" fmla="*/ 119035 w 3858291"/>
                <a:gd name="connsiteY34" fmla="*/ 179412 h 1488145"/>
                <a:gd name="connsiteX35" fmla="*/ 4736 w 3858291"/>
                <a:gd name="connsiteY35" fmla="*/ 98978 h 1488145"/>
                <a:gd name="connsiteX36" fmla="*/ 38603 w 3858291"/>
                <a:gd name="connsiteY36" fmla="*/ 39711 h 1488145"/>
                <a:gd name="connsiteX0" fmla="*/ 38603 w 3858291"/>
                <a:gd name="connsiteY0" fmla="*/ 39711 h 1488145"/>
                <a:gd name="connsiteX1" fmla="*/ 191000 w 3858291"/>
                <a:gd name="connsiteY1" fmla="*/ 149777 h 1488145"/>
                <a:gd name="connsiteX2" fmla="*/ 432302 w 3858291"/>
                <a:gd name="connsiteY2" fmla="*/ 365678 h 1488145"/>
                <a:gd name="connsiteX3" fmla="*/ 567769 w 3858291"/>
                <a:gd name="connsiteY3" fmla="*/ 496911 h 1488145"/>
                <a:gd name="connsiteX4" fmla="*/ 804835 w 3858291"/>
                <a:gd name="connsiteY4" fmla="*/ 805945 h 1488145"/>
                <a:gd name="connsiteX5" fmla="*/ 969936 w 3858291"/>
                <a:gd name="connsiteY5" fmla="*/ 894846 h 1488145"/>
                <a:gd name="connsiteX6" fmla="*/ 1295899 w 3858291"/>
                <a:gd name="connsiteY6" fmla="*/ 1093812 h 1488145"/>
                <a:gd name="connsiteX7" fmla="*/ 1630334 w 3858291"/>
                <a:gd name="connsiteY7" fmla="*/ 1368978 h 1488145"/>
                <a:gd name="connsiteX8" fmla="*/ 1693835 w 3858291"/>
                <a:gd name="connsiteY8" fmla="*/ 1364744 h 1488145"/>
                <a:gd name="connsiteX9" fmla="*/ 1685369 w 3858291"/>
                <a:gd name="connsiteY9" fmla="*/ 1174244 h 1488145"/>
                <a:gd name="connsiteX10" fmla="*/ 1765802 w 3858291"/>
                <a:gd name="connsiteY10" fmla="*/ 1161544 h 1488145"/>
                <a:gd name="connsiteX11" fmla="*/ 1782737 w 3858291"/>
                <a:gd name="connsiteY11" fmla="*/ 1385911 h 1488145"/>
                <a:gd name="connsiteX12" fmla="*/ 1829303 w 3858291"/>
                <a:gd name="connsiteY12" fmla="*/ 1407077 h 1488145"/>
                <a:gd name="connsiteX13" fmla="*/ 2193369 w 3858291"/>
                <a:gd name="connsiteY13" fmla="*/ 1415544 h 1488145"/>
                <a:gd name="connsiteX14" fmla="*/ 2239936 w 3858291"/>
                <a:gd name="connsiteY14" fmla="*/ 1356277 h 1488145"/>
                <a:gd name="connsiteX15" fmla="*/ 2252636 w 3858291"/>
                <a:gd name="connsiteY15" fmla="*/ 1195412 h 1488145"/>
                <a:gd name="connsiteX16" fmla="*/ 2311902 w 3858291"/>
                <a:gd name="connsiteY16" fmla="*/ 1182711 h 1488145"/>
                <a:gd name="connsiteX17" fmla="*/ 2333069 w 3858291"/>
                <a:gd name="connsiteY17" fmla="*/ 1377444 h 1488145"/>
                <a:gd name="connsiteX18" fmla="*/ 2388103 w 3858291"/>
                <a:gd name="connsiteY18" fmla="*/ 1419778 h 1488145"/>
                <a:gd name="connsiteX19" fmla="*/ 2828369 w 3858291"/>
                <a:gd name="connsiteY19" fmla="*/ 1275844 h 1488145"/>
                <a:gd name="connsiteX20" fmla="*/ 3099302 w 3858291"/>
                <a:gd name="connsiteY20" fmla="*/ 920244 h 1488145"/>
                <a:gd name="connsiteX21" fmla="*/ 3391402 w 3858291"/>
                <a:gd name="connsiteY21" fmla="*/ 551944 h 1488145"/>
                <a:gd name="connsiteX22" fmla="*/ 3658102 w 3858291"/>
                <a:gd name="connsiteY22" fmla="*/ 293711 h 1488145"/>
                <a:gd name="connsiteX23" fmla="*/ 3768169 w 3858291"/>
                <a:gd name="connsiteY23" fmla="*/ 22778 h 1488145"/>
                <a:gd name="connsiteX24" fmla="*/ 3852835 w 3858291"/>
                <a:gd name="connsiteY24" fmla="*/ 73578 h 1488145"/>
                <a:gd name="connsiteX25" fmla="*/ 3607302 w 3858291"/>
                <a:gd name="connsiteY25" fmla="*/ 539244 h 1488145"/>
                <a:gd name="connsiteX26" fmla="*/ 3107769 w 3858291"/>
                <a:gd name="connsiteY26" fmla="*/ 1021844 h 1488145"/>
                <a:gd name="connsiteX27" fmla="*/ 2832601 w 3858291"/>
                <a:gd name="connsiteY27" fmla="*/ 1356278 h 1488145"/>
                <a:gd name="connsiteX28" fmla="*/ 2278035 w 3858291"/>
                <a:gd name="connsiteY28" fmla="*/ 1479044 h 1488145"/>
                <a:gd name="connsiteX29" fmla="*/ 1719236 w 3858291"/>
                <a:gd name="connsiteY29" fmla="*/ 1470578 h 1488145"/>
                <a:gd name="connsiteX30" fmla="*/ 1554134 w 3858291"/>
                <a:gd name="connsiteY30" fmla="*/ 1402844 h 1488145"/>
                <a:gd name="connsiteX31" fmla="*/ 1401735 w 3858291"/>
                <a:gd name="connsiteY31" fmla="*/ 1267378 h 1488145"/>
                <a:gd name="connsiteX32" fmla="*/ 1135035 w 3858291"/>
                <a:gd name="connsiteY32" fmla="*/ 1064176 h 1488145"/>
                <a:gd name="connsiteX33" fmla="*/ 745569 w 3858291"/>
                <a:gd name="connsiteY33" fmla="*/ 844045 h 1488145"/>
                <a:gd name="connsiteX34" fmla="*/ 453468 w 3858291"/>
                <a:gd name="connsiteY34" fmla="*/ 471511 h 1488145"/>
                <a:gd name="connsiteX35" fmla="*/ 119035 w 3858291"/>
                <a:gd name="connsiteY35" fmla="*/ 179412 h 1488145"/>
                <a:gd name="connsiteX36" fmla="*/ 4736 w 3858291"/>
                <a:gd name="connsiteY36" fmla="*/ 98978 h 1488145"/>
                <a:gd name="connsiteX37" fmla="*/ 38603 w 3858291"/>
                <a:gd name="connsiteY37" fmla="*/ 39711 h 1488145"/>
                <a:gd name="connsiteX0" fmla="*/ 38603 w 3858291"/>
                <a:gd name="connsiteY0" fmla="*/ 39711 h 1488145"/>
                <a:gd name="connsiteX1" fmla="*/ 191000 w 3858291"/>
                <a:gd name="connsiteY1" fmla="*/ 149777 h 1488145"/>
                <a:gd name="connsiteX2" fmla="*/ 432302 w 3858291"/>
                <a:gd name="connsiteY2" fmla="*/ 365678 h 1488145"/>
                <a:gd name="connsiteX3" fmla="*/ 567769 w 3858291"/>
                <a:gd name="connsiteY3" fmla="*/ 496911 h 1488145"/>
                <a:gd name="connsiteX4" fmla="*/ 804835 w 3858291"/>
                <a:gd name="connsiteY4" fmla="*/ 805945 h 1488145"/>
                <a:gd name="connsiteX5" fmla="*/ 969936 w 3858291"/>
                <a:gd name="connsiteY5" fmla="*/ 894846 h 1488145"/>
                <a:gd name="connsiteX6" fmla="*/ 1295899 w 3858291"/>
                <a:gd name="connsiteY6" fmla="*/ 1093812 h 1488145"/>
                <a:gd name="connsiteX7" fmla="*/ 1630334 w 3858291"/>
                <a:gd name="connsiteY7" fmla="*/ 1368978 h 1488145"/>
                <a:gd name="connsiteX8" fmla="*/ 1693835 w 3858291"/>
                <a:gd name="connsiteY8" fmla="*/ 1364744 h 1488145"/>
                <a:gd name="connsiteX9" fmla="*/ 1685369 w 3858291"/>
                <a:gd name="connsiteY9" fmla="*/ 1174244 h 1488145"/>
                <a:gd name="connsiteX10" fmla="*/ 1765802 w 3858291"/>
                <a:gd name="connsiteY10" fmla="*/ 1161544 h 1488145"/>
                <a:gd name="connsiteX11" fmla="*/ 1782737 w 3858291"/>
                <a:gd name="connsiteY11" fmla="*/ 1385911 h 1488145"/>
                <a:gd name="connsiteX12" fmla="*/ 1829303 w 3858291"/>
                <a:gd name="connsiteY12" fmla="*/ 1407077 h 1488145"/>
                <a:gd name="connsiteX13" fmla="*/ 2193369 w 3858291"/>
                <a:gd name="connsiteY13" fmla="*/ 1415544 h 1488145"/>
                <a:gd name="connsiteX14" fmla="*/ 2239936 w 3858291"/>
                <a:gd name="connsiteY14" fmla="*/ 1356277 h 1488145"/>
                <a:gd name="connsiteX15" fmla="*/ 2252636 w 3858291"/>
                <a:gd name="connsiteY15" fmla="*/ 1195412 h 1488145"/>
                <a:gd name="connsiteX16" fmla="*/ 2311902 w 3858291"/>
                <a:gd name="connsiteY16" fmla="*/ 1182711 h 1488145"/>
                <a:gd name="connsiteX17" fmla="*/ 2333069 w 3858291"/>
                <a:gd name="connsiteY17" fmla="*/ 1377444 h 1488145"/>
                <a:gd name="connsiteX18" fmla="*/ 2388103 w 3858291"/>
                <a:gd name="connsiteY18" fmla="*/ 1419778 h 1488145"/>
                <a:gd name="connsiteX19" fmla="*/ 2828369 w 3858291"/>
                <a:gd name="connsiteY19" fmla="*/ 1275844 h 1488145"/>
                <a:gd name="connsiteX20" fmla="*/ 3099302 w 3858291"/>
                <a:gd name="connsiteY20" fmla="*/ 920244 h 1488145"/>
                <a:gd name="connsiteX21" fmla="*/ 3391402 w 3858291"/>
                <a:gd name="connsiteY21" fmla="*/ 551944 h 1488145"/>
                <a:gd name="connsiteX22" fmla="*/ 3658102 w 3858291"/>
                <a:gd name="connsiteY22" fmla="*/ 293711 h 1488145"/>
                <a:gd name="connsiteX23" fmla="*/ 3768169 w 3858291"/>
                <a:gd name="connsiteY23" fmla="*/ 22778 h 1488145"/>
                <a:gd name="connsiteX24" fmla="*/ 3852835 w 3858291"/>
                <a:gd name="connsiteY24" fmla="*/ 73578 h 1488145"/>
                <a:gd name="connsiteX25" fmla="*/ 3607302 w 3858291"/>
                <a:gd name="connsiteY25" fmla="*/ 539244 h 1488145"/>
                <a:gd name="connsiteX26" fmla="*/ 3340602 w 3858291"/>
                <a:gd name="connsiteY26" fmla="*/ 712811 h 1488145"/>
                <a:gd name="connsiteX27" fmla="*/ 3107769 w 3858291"/>
                <a:gd name="connsiteY27" fmla="*/ 1021844 h 1488145"/>
                <a:gd name="connsiteX28" fmla="*/ 2832601 w 3858291"/>
                <a:gd name="connsiteY28" fmla="*/ 1356278 h 1488145"/>
                <a:gd name="connsiteX29" fmla="*/ 2278035 w 3858291"/>
                <a:gd name="connsiteY29" fmla="*/ 1479044 h 1488145"/>
                <a:gd name="connsiteX30" fmla="*/ 1719236 w 3858291"/>
                <a:gd name="connsiteY30" fmla="*/ 1470578 h 1488145"/>
                <a:gd name="connsiteX31" fmla="*/ 1554134 w 3858291"/>
                <a:gd name="connsiteY31" fmla="*/ 1402844 h 1488145"/>
                <a:gd name="connsiteX32" fmla="*/ 1401735 w 3858291"/>
                <a:gd name="connsiteY32" fmla="*/ 1267378 h 1488145"/>
                <a:gd name="connsiteX33" fmla="*/ 1135035 w 3858291"/>
                <a:gd name="connsiteY33" fmla="*/ 1064176 h 1488145"/>
                <a:gd name="connsiteX34" fmla="*/ 745569 w 3858291"/>
                <a:gd name="connsiteY34" fmla="*/ 844045 h 1488145"/>
                <a:gd name="connsiteX35" fmla="*/ 453468 w 3858291"/>
                <a:gd name="connsiteY35" fmla="*/ 471511 h 1488145"/>
                <a:gd name="connsiteX36" fmla="*/ 119035 w 3858291"/>
                <a:gd name="connsiteY36" fmla="*/ 179412 h 1488145"/>
                <a:gd name="connsiteX37" fmla="*/ 4736 w 3858291"/>
                <a:gd name="connsiteY37" fmla="*/ 98978 h 1488145"/>
                <a:gd name="connsiteX38" fmla="*/ 38603 w 3858291"/>
                <a:gd name="connsiteY38" fmla="*/ 39711 h 1488145"/>
                <a:gd name="connsiteX0" fmla="*/ 38603 w 3860352"/>
                <a:gd name="connsiteY0" fmla="*/ 36766 h 1485200"/>
                <a:gd name="connsiteX1" fmla="*/ 191000 w 3860352"/>
                <a:gd name="connsiteY1" fmla="*/ 146832 h 1485200"/>
                <a:gd name="connsiteX2" fmla="*/ 432302 w 3860352"/>
                <a:gd name="connsiteY2" fmla="*/ 362733 h 1485200"/>
                <a:gd name="connsiteX3" fmla="*/ 567769 w 3860352"/>
                <a:gd name="connsiteY3" fmla="*/ 493966 h 1485200"/>
                <a:gd name="connsiteX4" fmla="*/ 804835 w 3860352"/>
                <a:gd name="connsiteY4" fmla="*/ 803000 h 1485200"/>
                <a:gd name="connsiteX5" fmla="*/ 969936 w 3860352"/>
                <a:gd name="connsiteY5" fmla="*/ 891901 h 1485200"/>
                <a:gd name="connsiteX6" fmla="*/ 1295899 w 3860352"/>
                <a:gd name="connsiteY6" fmla="*/ 1090867 h 1485200"/>
                <a:gd name="connsiteX7" fmla="*/ 1630334 w 3860352"/>
                <a:gd name="connsiteY7" fmla="*/ 1366033 h 1485200"/>
                <a:gd name="connsiteX8" fmla="*/ 1693835 w 3860352"/>
                <a:gd name="connsiteY8" fmla="*/ 1361799 h 1485200"/>
                <a:gd name="connsiteX9" fmla="*/ 1685369 w 3860352"/>
                <a:gd name="connsiteY9" fmla="*/ 1171299 h 1485200"/>
                <a:gd name="connsiteX10" fmla="*/ 1765802 w 3860352"/>
                <a:gd name="connsiteY10" fmla="*/ 1158599 h 1485200"/>
                <a:gd name="connsiteX11" fmla="*/ 1782737 w 3860352"/>
                <a:gd name="connsiteY11" fmla="*/ 1382966 h 1485200"/>
                <a:gd name="connsiteX12" fmla="*/ 1829303 w 3860352"/>
                <a:gd name="connsiteY12" fmla="*/ 1404132 h 1485200"/>
                <a:gd name="connsiteX13" fmla="*/ 2193369 w 3860352"/>
                <a:gd name="connsiteY13" fmla="*/ 1412599 h 1485200"/>
                <a:gd name="connsiteX14" fmla="*/ 2239936 w 3860352"/>
                <a:gd name="connsiteY14" fmla="*/ 1353332 h 1485200"/>
                <a:gd name="connsiteX15" fmla="*/ 2252636 w 3860352"/>
                <a:gd name="connsiteY15" fmla="*/ 1192467 h 1485200"/>
                <a:gd name="connsiteX16" fmla="*/ 2311902 w 3860352"/>
                <a:gd name="connsiteY16" fmla="*/ 1179766 h 1485200"/>
                <a:gd name="connsiteX17" fmla="*/ 2333069 w 3860352"/>
                <a:gd name="connsiteY17" fmla="*/ 1374499 h 1485200"/>
                <a:gd name="connsiteX18" fmla="*/ 2388103 w 3860352"/>
                <a:gd name="connsiteY18" fmla="*/ 1416833 h 1485200"/>
                <a:gd name="connsiteX19" fmla="*/ 2828369 w 3860352"/>
                <a:gd name="connsiteY19" fmla="*/ 1272899 h 1485200"/>
                <a:gd name="connsiteX20" fmla="*/ 3099302 w 3860352"/>
                <a:gd name="connsiteY20" fmla="*/ 917299 h 1485200"/>
                <a:gd name="connsiteX21" fmla="*/ 3391402 w 3860352"/>
                <a:gd name="connsiteY21" fmla="*/ 548999 h 1485200"/>
                <a:gd name="connsiteX22" fmla="*/ 3658102 w 3860352"/>
                <a:gd name="connsiteY22" fmla="*/ 290766 h 1485200"/>
                <a:gd name="connsiteX23" fmla="*/ 3768169 w 3860352"/>
                <a:gd name="connsiteY23" fmla="*/ 19833 h 1485200"/>
                <a:gd name="connsiteX24" fmla="*/ 3852835 w 3860352"/>
                <a:gd name="connsiteY24" fmla="*/ 70633 h 1485200"/>
                <a:gd name="connsiteX25" fmla="*/ 3569202 w 3860352"/>
                <a:gd name="connsiteY25" fmla="*/ 468566 h 1485200"/>
                <a:gd name="connsiteX26" fmla="*/ 3340602 w 3860352"/>
                <a:gd name="connsiteY26" fmla="*/ 709866 h 1485200"/>
                <a:gd name="connsiteX27" fmla="*/ 3107769 w 3860352"/>
                <a:gd name="connsiteY27" fmla="*/ 1018899 h 1485200"/>
                <a:gd name="connsiteX28" fmla="*/ 2832601 w 3860352"/>
                <a:gd name="connsiteY28" fmla="*/ 1353333 h 1485200"/>
                <a:gd name="connsiteX29" fmla="*/ 2278035 w 3860352"/>
                <a:gd name="connsiteY29" fmla="*/ 1476099 h 1485200"/>
                <a:gd name="connsiteX30" fmla="*/ 1719236 w 3860352"/>
                <a:gd name="connsiteY30" fmla="*/ 1467633 h 1485200"/>
                <a:gd name="connsiteX31" fmla="*/ 1554134 w 3860352"/>
                <a:gd name="connsiteY31" fmla="*/ 1399899 h 1485200"/>
                <a:gd name="connsiteX32" fmla="*/ 1401735 w 3860352"/>
                <a:gd name="connsiteY32" fmla="*/ 1264433 h 1485200"/>
                <a:gd name="connsiteX33" fmla="*/ 1135035 w 3860352"/>
                <a:gd name="connsiteY33" fmla="*/ 1061231 h 1485200"/>
                <a:gd name="connsiteX34" fmla="*/ 745569 w 3860352"/>
                <a:gd name="connsiteY34" fmla="*/ 841100 h 1485200"/>
                <a:gd name="connsiteX35" fmla="*/ 453468 w 3860352"/>
                <a:gd name="connsiteY35" fmla="*/ 468566 h 1485200"/>
                <a:gd name="connsiteX36" fmla="*/ 119035 w 3860352"/>
                <a:gd name="connsiteY36" fmla="*/ 176467 h 1485200"/>
                <a:gd name="connsiteX37" fmla="*/ 4736 w 3860352"/>
                <a:gd name="connsiteY37" fmla="*/ 96033 h 1485200"/>
                <a:gd name="connsiteX38" fmla="*/ 38603 w 3860352"/>
                <a:gd name="connsiteY38" fmla="*/ 36766 h 1485200"/>
                <a:gd name="connsiteX0" fmla="*/ 38603 w 3853219"/>
                <a:gd name="connsiteY0" fmla="*/ 31208 h 1479642"/>
                <a:gd name="connsiteX1" fmla="*/ 191000 w 3853219"/>
                <a:gd name="connsiteY1" fmla="*/ 141274 h 1479642"/>
                <a:gd name="connsiteX2" fmla="*/ 432302 w 3853219"/>
                <a:gd name="connsiteY2" fmla="*/ 357175 h 1479642"/>
                <a:gd name="connsiteX3" fmla="*/ 567769 w 3853219"/>
                <a:gd name="connsiteY3" fmla="*/ 488408 h 1479642"/>
                <a:gd name="connsiteX4" fmla="*/ 804835 w 3853219"/>
                <a:gd name="connsiteY4" fmla="*/ 797442 h 1479642"/>
                <a:gd name="connsiteX5" fmla="*/ 969936 w 3853219"/>
                <a:gd name="connsiteY5" fmla="*/ 886343 h 1479642"/>
                <a:gd name="connsiteX6" fmla="*/ 1295899 w 3853219"/>
                <a:gd name="connsiteY6" fmla="*/ 1085309 h 1479642"/>
                <a:gd name="connsiteX7" fmla="*/ 1630334 w 3853219"/>
                <a:gd name="connsiteY7" fmla="*/ 1360475 h 1479642"/>
                <a:gd name="connsiteX8" fmla="*/ 1693835 w 3853219"/>
                <a:gd name="connsiteY8" fmla="*/ 1356241 h 1479642"/>
                <a:gd name="connsiteX9" fmla="*/ 1685369 w 3853219"/>
                <a:gd name="connsiteY9" fmla="*/ 1165741 h 1479642"/>
                <a:gd name="connsiteX10" fmla="*/ 1765802 w 3853219"/>
                <a:gd name="connsiteY10" fmla="*/ 1153041 h 1479642"/>
                <a:gd name="connsiteX11" fmla="*/ 1782737 w 3853219"/>
                <a:gd name="connsiteY11" fmla="*/ 1377408 h 1479642"/>
                <a:gd name="connsiteX12" fmla="*/ 1829303 w 3853219"/>
                <a:gd name="connsiteY12" fmla="*/ 1398574 h 1479642"/>
                <a:gd name="connsiteX13" fmla="*/ 2193369 w 3853219"/>
                <a:gd name="connsiteY13" fmla="*/ 1407041 h 1479642"/>
                <a:gd name="connsiteX14" fmla="*/ 2239936 w 3853219"/>
                <a:gd name="connsiteY14" fmla="*/ 1347774 h 1479642"/>
                <a:gd name="connsiteX15" fmla="*/ 2252636 w 3853219"/>
                <a:gd name="connsiteY15" fmla="*/ 1186909 h 1479642"/>
                <a:gd name="connsiteX16" fmla="*/ 2311902 w 3853219"/>
                <a:gd name="connsiteY16" fmla="*/ 1174208 h 1479642"/>
                <a:gd name="connsiteX17" fmla="*/ 2333069 w 3853219"/>
                <a:gd name="connsiteY17" fmla="*/ 1368941 h 1479642"/>
                <a:gd name="connsiteX18" fmla="*/ 2388103 w 3853219"/>
                <a:gd name="connsiteY18" fmla="*/ 1411275 h 1479642"/>
                <a:gd name="connsiteX19" fmla="*/ 2828369 w 3853219"/>
                <a:gd name="connsiteY19" fmla="*/ 1267341 h 1479642"/>
                <a:gd name="connsiteX20" fmla="*/ 3099302 w 3853219"/>
                <a:gd name="connsiteY20" fmla="*/ 911741 h 1479642"/>
                <a:gd name="connsiteX21" fmla="*/ 3391402 w 3853219"/>
                <a:gd name="connsiteY21" fmla="*/ 543441 h 1479642"/>
                <a:gd name="connsiteX22" fmla="*/ 3658102 w 3853219"/>
                <a:gd name="connsiteY22" fmla="*/ 285208 h 1479642"/>
                <a:gd name="connsiteX23" fmla="*/ 3768169 w 3853219"/>
                <a:gd name="connsiteY23" fmla="*/ 14275 h 1479642"/>
                <a:gd name="connsiteX24" fmla="*/ 3852835 w 3853219"/>
                <a:gd name="connsiteY24" fmla="*/ 65075 h 1479642"/>
                <a:gd name="connsiteX25" fmla="*/ 3734301 w 3853219"/>
                <a:gd name="connsiteY25" fmla="*/ 297907 h 1479642"/>
                <a:gd name="connsiteX26" fmla="*/ 3569202 w 3853219"/>
                <a:gd name="connsiteY26" fmla="*/ 463008 h 1479642"/>
                <a:gd name="connsiteX27" fmla="*/ 3340602 w 3853219"/>
                <a:gd name="connsiteY27" fmla="*/ 704308 h 1479642"/>
                <a:gd name="connsiteX28" fmla="*/ 3107769 w 3853219"/>
                <a:gd name="connsiteY28" fmla="*/ 1013341 h 1479642"/>
                <a:gd name="connsiteX29" fmla="*/ 2832601 w 3853219"/>
                <a:gd name="connsiteY29" fmla="*/ 1347775 h 1479642"/>
                <a:gd name="connsiteX30" fmla="*/ 2278035 w 3853219"/>
                <a:gd name="connsiteY30" fmla="*/ 1470541 h 1479642"/>
                <a:gd name="connsiteX31" fmla="*/ 1719236 w 3853219"/>
                <a:gd name="connsiteY31" fmla="*/ 1462075 h 1479642"/>
                <a:gd name="connsiteX32" fmla="*/ 1554134 w 3853219"/>
                <a:gd name="connsiteY32" fmla="*/ 1394341 h 1479642"/>
                <a:gd name="connsiteX33" fmla="*/ 1401735 w 3853219"/>
                <a:gd name="connsiteY33" fmla="*/ 1258875 h 1479642"/>
                <a:gd name="connsiteX34" fmla="*/ 1135035 w 3853219"/>
                <a:gd name="connsiteY34" fmla="*/ 1055673 h 1479642"/>
                <a:gd name="connsiteX35" fmla="*/ 745569 w 3853219"/>
                <a:gd name="connsiteY35" fmla="*/ 835542 h 1479642"/>
                <a:gd name="connsiteX36" fmla="*/ 453468 w 3853219"/>
                <a:gd name="connsiteY36" fmla="*/ 463008 h 1479642"/>
                <a:gd name="connsiteX37" fmla="*/ 119035 w 3853219"/>
                <a:gd name="connsiteY37" fmla="*/ 170909 h 1479642"/>
                <a:gd name="connsiteX38" fmla="*/ 4736 w 3853219"/>
                <a:gd name="connsiteY38" fmla="*/ 90475 h 1479642"/>
                <a:gd name="connsiteX39" fmla="*/ 38603 w 3853219"/>
                <a:gd name="connsiteY39" fmla="*/ 31208 h 1479642"/>
                <a:gd name="connsiteX0" fmla="*/ 38603 w 3840597"/>
                <a:gd name="connsiteY0" fmla="*/ 32324 h 1480758"/>
                <a:gd name="connsiteX1" fmla="*/ 191000 w 3840597"/>
                <a:gd name="connsiteY1" fmla="*/ 142390 h 1480758"/>
                <a:gd name="connsiteX2" fmla="*/ 432302 w 3840597"/>
                <a:gd name="connsiteY2" fmla="*/ 358291 h 1480758"/>
                <a:gd name="connsiteX3" fmla="*/ 567769 w 3840597"/>
                <a:gd name="connsiteY3" fmla="*/ 489524 h 1480758"/>
                <a:gd name="connsiteX4" fmla="*/ 804835 w 3840597"/>
                <a:gd name="connsiteY4" fmla="*/ 798558 h 1480758"/>
                <a:gd name="connsiteX5" fmla="*/ 969936 w 3840597"/>
                <a:gd name="connsiteY5" fmla="*/ 887459 h 1480758"/>
                <a:gd name="connsiteX6" fmla="*/ 1295899 w 3840597"/>
                <a:gd name="connsiteY6" fmla="*/ 1086425 h 1480758"/>
                <a:gd name="connsiteX7" fmla="*/ 1630334 w 3840597"/>
                <a:gd name="connsiteY7" fmla="*/ 1361591 h 1480758"/>
                <a:gd name="connsiteX8" fmla="*/ 1693835 w 3840597"/>
                <a:gd name="connsiteY8" fmla="*/ 1357357 h 1480758"/>
                <a:gd name="connsiteX9" fmla="*/ 1685369 w 3840597"/>
                <a:gd name="connsiteY9" fmla="*/ 1166857 h 1480758"/>
                <a:gd name="connsiteX10" fmla="*/ 1765802 w 3840597"/>
                <a:gd name="connsiteY10" fmla="*/ 1154157 h 1480758"/>
                <a:gd name="connsiteX11" fmla="*/ 1782737 w 3840597"/>
                <a:gd name="connsiteY11" fmla="*/ 1378524 h 1480758"/>
                <a:gd name="connsiteX12" fmla="*/ 1829303 w 3840597"/>
                <a:gd name="connsiteY12" fmla="*/ 1399690 h 1480758"/>
                <a:gd name="connsiteX13" fmla="*/ 2193369 w 3840597"/>
                <a:gd name="connsiteY13" fmla="*/ 1408157 h 1480758"/>
                <a:gd name="connsiteX14" fmla="*/ 2239936 w 3840597"/>
                <a:gd name="connsiteY14" fmla="*/ 1348890 h 1480758"/>
                <a:gd name="connsiteX15" fmla="*/ 2252636 w 3840597"/>
                <a:gd name="connsiteY15" fmla="*/ 1188025 h 1480758"/>
                <a:gd name="connsiteX16" fmla="*/ 2311902 w 3840597"/>
                <a:gd name="connsiteY16" fmla="*/ 1175324 h 1480758"/>
                <a:gd name="connsiteX17" fmla="*/ 2333069 w 3840597"/>
                <a:gd name="connsiteY17" fmla="*/ 1370057 h 1480758"/>
                <a:gd name="connsiteX18" fmla="*/ 2388103 w 3840597"/>
                <a:gd name="connsiteY18" fmla="*/ 1412391 h 1480758"/>
                <a:gd name="connsiteX19" fmla="*/ 2828369 w 3840597"/>
                <a:gd name="connsiteY19" fmla="*/ 1268457 h 1480758"/>
                <a:gd name="connsiteX20" fmla="*/ 3099302 w 3840597"/>
                <a:gd name="connsiteY20" fmla="*/ 912857 h 1480758"/>
                <a:gd name="connsiteX21" fmla="*/ 3391402 w 3840597"/>
                <a:gd name="connsiteY21" fmla="*/ 544557 h 1480758"/>
                <a:gd name="connsiteX22" fmla="*/ 3658102 w 3840597"/>
                <a:gd name="connsiteY22" fmla="*/ 286324 h 1480758"/>
                <a:gd name="connsiteX23" fmla="*/ 3768169 w 3840597"/>
                <a:gd name="connsiteY23" fmla="*/ 15391 h 1480758"/>
                <a:gd name="connsiteX24" fmla="*/ 3840135 w 3840597"/>
                <a:gd name="connsiteY24" fmla="*/ 61958 h 1480758"/>
                <a:gd name="connsiteX25" fmla="*/ 3734301 w 3840597"/>
                <a:gd name="connsiteY25" fmla="*/ 299023 h 1480758"/>
                <a:gd name="connsiteX26" fmla="*/ 3569202 w 3840597"/>
                <a:gd name="connsiteY26" fmla="*/ 464124 h 1480758"/>
                <a:gd name="connsiteX27" fmla="*/ 3340602 w 3840597"/>
                <a:gd name="connsiteY27" fmla="*/ 705424 h 1480758"/>
                <a:gd name="connsiteX28" fmla="*/ 3107769 w 3840597"/>
                <a:gd name="connsiteY28" fmla="*/ 1014457 h 1480758"/>
                <a:gd name="connsiteX29" fmla="*/ 2832601 w 3840597"/>
                <a:gd name="connsiteY29" fmla="*/ 1348891 h 1480758"/>
                <a:gd name="connsiteX30" fmla="*/ 2278035 w 3840597"/>
                <a:gd name="connsiteY30" fmla="*/ 1471657 h 1480758"/>
                <a:gd name="connsiteX31" fmla="*/ 1719236 w 3840597"/>
                <a:gd name="connsiteY31" fmla="*/ 1463191 h 1480758"/>
                <a:gd name="connsiteX32" fmla="*/ 1554134 w 3840597"/>
                <a:gd name="connsiteY32" fmla="*/ 1395457 h 1480758"/>
                <a:gd name="connsiteX33" fmla="*/ 1401735 w 3840597"/>
                <a:gd name="connsiteY33" fmla="*/ 1259991 h 1480758"/>
                <a:gd name="connsiteX34" fmla="*/ 1135035 w 3840597"/>
                <a:gd name="connsiteY34" fmla="*/ 1056789 h 1480758"/>
                <a:gd name="connsiteX35" fmla="*/ 745569 w 3840597"/>
                <a:gd name="connsiteY35" fmla="*/ 836658 h 1480758"/>
                <a:gd name="connsiteX36" fmla="*/ 453468 w 3840597"/>
                <a:gd name="connsiteY36" fmla="*/ 464124 h 1480758"/>
                <a:gd name="connsiteX37" fmla="*/ 119035 w 3840597"/>
                <a:gd name="connsiteY37" fmla="*/ 172025 h 1480758"/>
                <a:gd name="connsiteX38" fmla="*/ 4736 w 3840597"/>
                <a:gd name="connsiteY38" fmla="*/ 91591 h 1480758"/>
                <a:gd name="connsiteX39" fmla="*/ 38603 w 3840597"/>
                <a:gd name="connsiteY39" fmla="*/ 32324 h 1480758"/>
                <a:gd name="connsiteX0" fmla="*/ 38603 w 3841477"/>
                <a:gd name="connsiteY0" fmla="*/ 15701 h 1464135"/>
                <a:gd name="connsiteX1" fmla="*/ 191000 w 3841477"/>
                <a:gd name="connsiteY1" fmla="*/ 125767 h 1464135"/>
                <a:gd name="connsiteX2" fmla="*/ 432302 w 3841477"/>
                <a:gd name="connsiteY2" fmla="*/ 341668 h 1464135"/>
                <a:gd name="connsiteX3" fmla="*/ 567769 w 3841477"/>
                <a:gd name="connsiteY3" fmla="*/ 472901 h 1464135"/>
                <a:gd name="connsiteX4" fmla="*/ 804835 w 3841477"/>
                <a:gd name="connsiteY4" fmla="*/ 781935 h 1464135"/>
                <a:gd name="connsiteX5" fmla="*/ 969936 w 3841477"/>
                <a:gd name="connsiteY5" fmla="*/ 870836 h 1464135"/>
                <a:gd name="connsiteX6" fmla="*/ 1295899 w 3841477"/>
                <a:gd name="connsiteY6" fmla="*/ 1069802 h 1464135"/>
                <a:gd name="connsiteX7" fmla="*/ 1630334 w 3841477"/>
                <a:gd name="connsiteY7" fmla="*/ 1344968 h 1464135"/>
                <a:gd name="connsiteX8" fmla="*/ 1693835 w 3841477"/>
                <a:gd name="connsiteY8" fmla="*/ 1340734 h 1464135"/>
                <a:gd name="connsiteX9" fmla="*/ 1685369 w 3841477"/>
                <a:gd name="connsiteY9" fmla="*/ 1150234 h 1464135"/>
                <a:gd name="connsiteX10" fmla="*/ 1765802 w 3841477"/>
                <a:gd name="connsiteY10" fmla="*/ 1137534 h 1464135"/>
                <a:gd name="connsiteX11" fmla="*/ 1782737 w 3841477"/>
                <a:gd name="connsiteY11" fmla="*/ 1361901 h 1464135"/>
                <a:gd name="connsiteX12" fmla="*/ 1829303 w 3841477"/>
                <a:gd name="connsiteY12" fmla="*/ 1383067 h 1464135"/>
                <a:gd name="connsiteX13" fmla="*/ 2193369 w 3841477"/>
                <a:gd name="connsiteY13" fmla="*/ 1391534 h 1464135"/>
                <a:gd name="connsiteX14" fmla="*/ 2239936 w 3841477"/>
                <a:gd name="connsiteY14" fmla="*/ 1332267 h 1464135"/>
                <a:gd name="connsiteX15" fmla="*/ 2252636 w 3841477"/>
                <a:gd name="connsiteY15" fmla="*/ 1171402 h 1464135"/>
                <a:gd name="connsiteX16" fmla="*/ 2311902 w 3841477"/>
                <a:gd name="connsiteY16" fmla="*/ 1158701 h 1464135"/>
                <a:gd name="connsiteX17" fmla="*/ 2333069 w 3841477"/>
                <a:gd name="connsiteY17" fmla="*/ 1353434 h 1464135"/>
                <a:gd name="connsiteX18" fmla="*/ 2388103 w 3841477"/>
                <a:gd name="connsiteY18" fmla="*/ 1395768 h 1464135"/>
                <a:gd name="connsiteX19" fmla="*/ 2828369 w 3841477"/>
                <a:gd name="connsiteY19" fmla="*/ 1251834 h 1464135"/>
                <a:gd name="connsiteX20" fmla="*/ 3099302 w 3841477"/>
                <a:gd name="connsiteY20" fmla="*/ 896234 h 1464135"/>
                <a:gd name="connsiteX21" fmla="*/ 3391402 w 3841477"/>
                <a:gd name="connsiteY21" fmla="*/ 527934 h 1464135"/>
                <a:gd name="connsiteX22" fmla="*/ 3658102 w 3841477"/>
                <a:gd name="connsiteY22" fmla="*/ 269701 h 1464135"/>
                <a:gd name="connsiteX23" fmla="*/ 3785103 w 3841477"/>
                <a:gd name="connsiteY23" fmla="*/ 19934 h 1464135"/>
                <a:gd name="connsiteX24" fmla="*/ 3840135 w 3841477"/>
                <a:gd name="connsiteY24" fmla="*/ 45335 h 1464135"/>
                <a:gd name="connsiteX25" fmla="*/ 3734301 w 3841477"/>
                <a:gd name="connsiteY25" fmla="*/ 282400 h 1464135"/>
                <a:gd name="connsiteX26" fmla="*/ 3569202 w 3841477"/>
                <a:gd name="connsiteY26" fmla="*/ 447501 h 1464135"/>
                <a:gd name="connsiteX27" fmla="*/ 3340602 w 3841477"/>
                <a:gd name="connsiteY27" fmla="*/ 688801 h 1464135"/>
                <a:gd name="connsiteX28" fmla="*/ 3107769 w 3841477"/>
                <a:gd name="connsiteY28" fmla="*/ 997834 h 1464135"/>
                <a:gd name="connsiteX29" fmla="*/ 2832601 w 3841477"/>
                <a:gd name="connsiteY29" fmla="*/ 1332268 h 1464135"/>
                <a:gd name="connsiteX30" fmla="*/ 2278035 w 3841477"/>
                <a:gd name="connsiteY30" fmla="*/ 1455034 h 1464135"/>
                <a:gd name="connsiteX31" fmla="*/ 1719236 w 3841477"/>
                <a:gd name="connsiteY31" fmla="*/ 1446568 h 1464135"/>
                <a:gd name="connsiteX32" fmla="*/ 1554134 w 3841477"/>
                <a:gd name="connsiteY32" fmla="*/ 1378834 h 1464135"/>
                <a:gd name="connsiteX33" fmla="*/ 1401735 w 3841477"/>
                <a:gd name="connsiteY33" fmla="*/ 1243368 h 1464135"/>
                <a:gd name="connsiteX34" fmla="*/ 1135035 w 3841477"/>
                <a:gd name="connsiteY34" fmla="*/ 1040166 h 1464135"/>
                <a:gd name="connsiteX35" fmla="*/ 745569 w 3841477"/>
                <a:gd name="connsiteY35" fmla="*/ 820035 h 1464135"/>
                <a:gd name="connsiteX36" fmla="*/ 453468 w 3841477"/>
                <a:gd name="connsiteY36" fmla="*/ 447501 h 1464135"/>
                <a:gd name="connsiteX37" fmla="*/ 119035 w 3841477"/>
                <a:gd name="connsiteY37" fmla="*/ 155402 h 1464135"/>
                <a:gd name="connsiteX38" fmla="*/ 4736 w 3841477"/>
                <a:gd name="connsiteY38" fmla="*/ 74968 h 1464135"/>
                <a:gd name="connsiteX39" fmla="*/ 38603 w 3841477"/>
                <a:gd name="connsiteY39" fmla="*/ 15701 h 1464135"/>
                <a:gd name="connsiteX0" fmla="*/ 38603 w 3841477"/>
                <a:gd name="connsiteY0" fmla="*/ 15701 h 1462256"/>
                <a:gd name="connsiteX1" fmla="*/ 191000 w 3841477"/>
                <a:gd name="connsiteY1" fmla="*/ 125767 h 1462256"/>
                <a:gd name="connsiteX2" fmla="*/ 432302 w 3841477"/>
                <a:gd name="connsiteY2" fmla="*/ 341668 h 1462256"/>
                <a:gd name="connsiteX3" fmla="*/ 567769 w 3841477"/>
                <a:gd name="connsiteY3" fmla="*/ 472901 h 1462256"/>
                <a:gd name="connsiteX4" fmla="*/ 804835 w 3841477"/>
                <a:gd name="connsiteY4" fmla="*/ 781935 h 1462256"/>
                <a:gd name="connsiteX5" fmla="*/ 969936 w 3841477"/>
                <a:gd name="connsiteY5" fmla="*/ 870836 h 1462256"/>
                <a:gd name="connsiteX6" fmla="*/ 1295899 w 3841477"/>
                <a:gd name="connsiteY6" fmla="*/ 1069802 h 1462256"/>
                <a:gd name="connsiteX7" fmla="*/ 1630334 w 3841477"/>
                <a:gd name="connsiteY7" fmla="*/ 1344968 h 1462256"/>
                <a:gd name="connsiteX8" fmla="*/ 1693835 w 3841477"/>
                <a:gd name="connsiteY8" fmla="*/ 1340734 h 1462256"/>
                <a:gd name="connsiteX9" fmla="*/ 1685369 w 3841477"/>
                <a:gd name="connsiteY9" fmla="*/ 1150234 h 1462256"/>
                <a:gd name="connsiteX10" fmla="*/ 1765802 w 3841477"/>
                <a:gd name="connsiteY10" fmla="*/ 1137534 h 1462256"/>
                <a:gd name="connsiteX11" fmla="*/ 1782737 w 3841477"/>
                <a:gd name="connsiteY11" fmla="*/ 1361901 h 1462256"/>
                <a:gd name="connsiteX12" fmla="*/ 1829303 w 3841477"/>
                <a:gd name="connsiteY12" fmla="*/ 1383067 h 1462256"/>
                <a:gd name="connsiteX13" fmla="*/ 2193369 w 3841477"/>
                <a:gd name="connsiteY13" fmla="*/ 1391534 h 1462256"/>
                <a:gd name="connsiteX14" fmla="*/ 2239936 w 3841477"/>
                <a:gd name="connsiteY14" fmla="*/ 1332267 h 1462256"/>
                <a:gd name="connsiteX15" fmla="*/ 2252636 w 3841477"/>
                <a:gd name="connsiteY15" fmla="*/ 1171402 h 1462256"/>
                <a:gd name="connsiteX16" fmla="*/ 2311902 w 3841477"/>
                <a:gd name="connsiteY16" fmla="*/ 1158701 h 1462256"/>
                <a:gd name="connsiteX17" fmla="*/ 2333069 w 3841477"/>
                <a:gd name="connsiteY17" fmla="*/ 1353434 h 1462256"/>
                <a:gd name="connsiteX18" fmla="*/ 2388103 w 3841477"/>
                <a:gd name="connsiteY18" fmla="*/ 1395768 h 1462256"/>
                <a:gd name="connsiteX19" fmla="*/ 2828369 w 3841477"/>
                <a:gd name="connsiteY19" fmla="*/ 1251834 h 1462256"/>
                <a:gd name="connsiteX20" fmla="*/ 3099302 w 3841477"/>
                <a:gd name="connsiteY20" fmla="*/ 896234 h 1462256"/>
                <a:gd name="connsiteX21" fmla="*/ 3391402 w 3841477"/>
                <a:gd name="connsiteY21" fmla="*/ 527934 h 1462256"/>
                <a:gd name="connsiteX22" fmla="*/ 3658102 w 3841477"/>
                <a:gd name="connsiteY22" fmla="*/ 269701 h 1462256"/>
                <a:gd name="connsiteX23" fmla="*/ 3785103 w 3841477"/>
                <a:gd name="connsiteY23" fmla="*/ 19934 h 1462256"/>
                <a:gd name="connsiteX24" fmla="*/ 3840135 w 3841477"/>
                <a:gd name="connsiteY24" fmla="*/ 45335 h 1462256"/>
                <a:gd name="connsiteX25" fmla="*/ 3734301 w 3841477"/>
                <a:gd name="connsiteY25" fmla="*/ 282400 h 1462256"/>
                <a:gd name="connsiteX26" fmla="*/ 3569202 w 3841477"/>
                <a:gd name="connsiteY26" fmla="*/ 447501 h 1462256"/>
                <a:gd name="connsiteX27" fmla="*/ 3340602 w 3841477"/>
                <a:gd name="connsiteY27" fmla="*/ 688801 h 1462256"/>
                <a:gd name="connsiteX28" fmla="*/ 3107769 w 3841477"/>
                <a:gd name="connsiteY28" fmla="*/ 997834 h 1462256"/>
                <a:gd name="connsiteX29" fmla="*/ 2786034 w 3841477"/>
                <a:gd name="connsiteY29" fmla="*/ 1357668 h 1462256"/>
                <a:gd name="connsiteX30" fmla="*/ 2278035 w 3841477"/>
                <a:gd name="connsiteY30" fmla="*/ 1455034 h 1462256"/>
                <a:gd name="connsiteX31" fmla="*/ 1719236 w 3841477"/>
                <a:gd name="connsiteY31" fmla="*/ 1446568 h 1462256"/>
                <a:gd name="connsiteX32" fmla="*/ 1554134 w 3841477"/>
                <a:gd name="connsiteY32" fmla="*/ 1378834 h 1462256"/>
                <a:gd name="connsiteX33" fmla="*/ 1401735 w 3841477"/>
                <a:gd name="connsiteY33" fmla="*/ 1243368 h 1462256"/>
                <a:gd name="connsiteX34" fmla="*/ 1135035 w 3841477"/>
                <a:gd name="connsiteY34" fmla="*/ 1040166 h 1462256"/>
                <a:gd name="connsiteX35" fmla="*/ 745569 w 3841477"/>
                <a:gd name="connsiteY35" fmla="*/ 820035 h 1462256"/>
                <a:gd name="connsiteX36" fmla="*/ 453468 w 3841477"/>
                <a:gd name="connsiteY36" fmla="*/ 447501 h 1462256"/>
                <a:gd name="connsiteX37" fmla="*/ 119035 w 3841477"/>
                <a:gd name="connsiteY37" fmla="*/ 155402 h 1462256"/>
                <a:gd name="connsiteX38" fmla="*/ 4736 w 3841477"/>
                <a:gd name="connsiteY38" fmla="*/ 74968 h 1462256"/>
                <a:gd name="connsiteX39" fmla="*/ 38603 w 3841477"/>
                <a:gd name="connsiteY39" fmla="*/ 15701 h 1462256"/>
                <a:gd name="connsiteX0" fmla="*/ 38603 w 3841477"/>
                <a:gd name="connsiteY0" fmla="*/ 15701 h 1462256"/>
                <a:gd name="connsiteX1" fmla="*/ 191000 w 3841477"/>
                <a:gd name="connsiteY1" fmla="*/ 125767 h 1462256"/>
                <a:gd name="connsiteX2" fmla="*/ 432302 w 3841477"/>
                <a:gd name="connsiteY2" fmla="*/ 341668 h 1462256"/>
                <a:gd name="connsiteX3" fmla="*/ 567769 w 3841477"/>
                <a:gd name="connsiteY3" fmla="*/ 472901 h 1462256"/>
                <a:gd name="connsiteX4" fmla="*/ 804835 w 3841477"/>
                <a:gd name="connsiteY4" fmla="*/ 781935 h 1462256"/>
                <a:gd name="connsiteX5" fmla="*/ 969936 w 3841477"/>
                <a:gd name="connsiteY5" fmla="*/ 870836 h 1462256"/>
                <a:gd name="connsiteX6" fmla="*/ 1295899 w 3841477"/>
                <a:gd name="connsiteY6" fmla="*/ 1069802 h 1462256"/>
                <a:gd name="connsiteX7" fmla="*/ 1630334 w 3841477"/>
                <a:gd name="connsiteY7" fmla="*/ 1344968 h 1462256"/>
                <a:gd name="connsiteX8" fmla="*/ 1693835 w 3841477"/>
                <a:gd name="connsiteY8" fmla="*/ 1340734 h 1462256"/>
                <a:gd name="connsiteX9" fmla="*/ 1685369 w 3841477"/>
                <a:gd name="connsiteY9" fmla="*/ 1150234 h 1462256"/>
                <a:gd name="connsiteX10" fmla="*/ 1765802 w 3841477"/>
                <a:gd name="connsiteY10" fmla="*/ 1137534 h 1462256"/>
                <a:gd name="connsiteX11" fmla="*/ 1782737 w 3841477"/>
                <a:gd name="connsiteY11" fmla="*/ 1361901 h 1462256"/>
                <a:gd name="connsiteX12" fmla="*/ 1829303 w 3841477"/>
                <a:gd name="connsiteY12" fmla="*/ 1383067 h 1462256"/>
                <a:gd name="connsiteX13" fmla="*/ 2193369 w 3841477"/>
                <a:gd name="connsiteY13" fmla="*/ 1391534 h 1462256"/>
                <a:gd name="connsiteX14" fmla="*/ 2239936 w 3841477"/>
                <a:gd name="connsiteY14" fmla="*/ 1332267 h 1462256"/>
                <a:gd name="connsiteX15" fmla="*/ 2252636 w 3841477"/>
                <a:gd name="connsiteY15" fmla="*/ 1171402 h 1462256"/>
                <a:gd name="connsiteX16" fmla="*/ 2311902 w 3841477"/>
                <a:gd name="connsiteY16" fmla="*/ 1158701 h 1462256"/>
                <a:gd name="connsiteX17" fmla="*/ 2333069 w 3841477"/>
                <a:gd name="connsiteY17" fmla="*/ 1353434 h 1462256"/>
                <a:gd name="connsiteX18" fmla="*/ 2388103 w 3841477"/>
                <a:gd name="connsiteY18" fmla="*/ 1395768 h 1462256"/>
                <a:gd name="connsiteX19" fmla="*/ 2718302 w 3841477"/>
                <a:gd name="connsiteY19" fmla="*/ 1294167 h 1462256"/>
                <a:gd name="connsiteX20" fmla="*/ 3099302 w 3841477"/>
                <a:gd name="connsiteY20" fmla="*/ 896234 h 1462256"/>
                <a:gd name="connsiteX21" fmla="*/ 3391402 w 3841477"/>
                <a:gd name="connsiteY21" fmla="*/ 527934 h 1462256"/>
                <a:gd name="connsiteX22" fmla="*/ 3658102 w 3841477"/>
                <a:gd name="connsiteY22" fmla="*/ 269701 h 1462256"/>
                <a:gd name="connsiteX23" fmla="*/ 3785103 w 3841477"/>
                <a:gd name="connsiteY23" fmla="*/ 19934 h 1462256"/>
                <a:gd name="connsiteX24" fmla="*/ 3840135 w 3841477"/>
                <a:gd name="connsiteY24" fmla="*/ 45335 h 1462256"/>
                <a:gd name="connsiteX25" fmla="*/ 3734301 w 3841477"/>
                <a:gd name="connsiteY25" fmla="*/ 282400 h 1462256"/>
                <a:gd name="connsiteX26" fmla="*/ 3569202 w 3841477"/>
                <a:gd name="connsiteY26" fmla="*/ 447501 h 1462256"/>
                <a:gd name="connsiteX27" fmla="*/ 3340602 w 3841477"/>
                <a:gd name="connsiteY27" fmla="*/ 688801 h 1462256"/>
                <a:gd name="connsiteX28" fmla="*/ 3107769 w 3841477"/>
                <a:gd name="connsiteY28" fmla="*/ 997834 h 1462256"/>
                <a:gd name="connsiteX29" fmla="*/ 2786034 w 3841477"/>
                <a:gd name="connsiteY29" fmla="*/ 1357668 h 1462256"/>
                <a:gd name="connsiteX30" fmla="*/ 2278035 w 3841477"/>
                <a:gd name="connsiteY30" fmla="*/ 1455034 h 1462256"/>
                <a:gd name="connsiteX31" fmla="*/ 1719236 w 3841477"/>
                <a:gd name="connsiteY31" fmla="*/ 1446568 h 1462256"/>
                <a:gd name="connsiteX32" fmla="*/ 1554134 w 3841477"/>
                <a:gd name="connsiteY32" fmla="*/ 1378834 h 1462256"/>
                <a:gd name="connsiteX33" fmla="*/ 1401735 w 3841477"/>
                <a:gd name="connsiteY33" fmla="*/ 1243368 h 1462256"/>
                <a:gd name="connsiteX34" fmla="*/ 1135035 w 3841477"/>
                <a:gd name="connsiteY34" fmla="*/ 1040166 h 1462256"/>
                <a:gd name="connsiteX35" fmla="*/ 745569 w 3841477"/>
                <a:gd name="connsiteY35" fmla="*/ 820035 h 1462256"/>
                <a:gd name="connsiteX36" fmla="*/ 453468 w 3841477"/>
                <a:gd name="connsiteY36" fmla="*/ 447501 h 1462256"/>
                <a:gd name="connsiteX37" fmla="*/ 119035 w 3841477"/>
                <a:gd name="connsiteY37" fmla="*/ 155402 h 1462256"/>
                <a:gd name="connsiteX38" fmla="*/ 4736 w 3841477"/>
                <a:gd name="connsiteY38" fmla="*/ 74968 h 1462256"/>
                <a:gd name="connsiteX39" fmla="*/ 38603 w 3841477"/>
                <a:gd name="connsiteY39" fmla="*/ 15701 h 1462256"/>
                <a:gd name="connsiteX0" fmla="*/ 38603 w 3841477"/>
                <a:gd name="connsiteY0" fmla="*/ 15701 h 1462882"/>
                <a:gd name="connsiteX1" fmla="*/ 191000 w 3841477"/>
                <a:gd name="connsiteY1" fmla="*/ 125767 h 1462882"/>
                <a:gd name="connsiteX2" fmla="*/ 432302 w 3841477"/>
                <a:gd name="connsiteY2" fmla="*/ 341668 h 1462882"/>
                <a:gd name="connsiteX3" fmla="*/ 567769 w 3841477"/>
                <a:gd name="connsiteY3" fmla="*/ 472901 h 1462882"/>
                <a:gd name="connsiteX4" fmla="*/ 804835 w 3841477"/>
                <a:gd name="connsiteY4" fmla="*/ 781935 h 1462882"/>
                <a:gd name="connsiteX5" fmla="*/ 969936 w 3841477"/>
                <a:gd name="connsiteY5" fmla="*/ 870836 h 1462882"/>
                <a:gd name="connsiteX6" fmla="*/ 1295899 w 3841477"/>
                <a:gd name="connsiteY6" fmla="*/ 1069802 h 1462882"/>
                <a:gd name="connsiteX7" fmla="*/ 1630334 w 3841477"/>
                <a:gd name="connsiteY7" fmla="*/ 1344968 h 1462882"/>
                <a:gd name="connsiteX8" fmla="*/ 1693835 w 3841477"/>
                <a:gd name="connsiteY8" fmla="*/ 1340734 h 1462882"/>
                <a:gd name="connsiteX9" fmla="*/ 1685369 w 3841477"/>
                <a:gd name="connsiteY9" fmla="*/ 1150234 h 1462882"/>
                <a:gd name="connsiteX10" fmla="*/ 1765802 w 3841477"/>
                <a:gd name="connsiteY10" fmla="*/ 1137534 h 1462882"/>
                <a:gd name="connsiteX11" fmla="*/ 1782737 w 3841477"/>
                <a:gd name="connsiteY11" fmla="*/ 1361901 h 1462882"/>
                <a:gd name="connsiteX12" fmla="*/ 1829303 w 3841477"/>
                <a:gd name="connsiteY12" fmla="*/ 1383067 h 1462882"/>
                <a:gd name="connsiteX13" fmla="*/ 2193369 w 3841477"/>
                <a:gd name="connsiteY13" fmla="*/ 1391534 h 1462882"/>
                <a:gd name="connsiteX14" fmla="*/ 2239936 w 3841477"/>
                <a:gd name="connsiteY14" fmla="*/ 1332267 h 1462882"/>
                <a:gd name="connsiteX15" fmla="*/ 2252636 w 3841477"/>
                <a:gd name="connsiteY15" fmla="*/ 1171402 h 1462882"/>
                <a:gd name="connsiteX16" fmla="*/ 2311902 w 3841477"/>
                <a:gd name="connsiteY16" fmla="*/ 1158701 h 1462882"/>
                <a:gd name="connsiteX17" fmla="*/ 2333069 w 3841477"/>
                <a:gd name="connsiteY17" fmla="*/ 1353434 h 1462882"/>
                <a:gd name="connsiteX18" fmla="*/ 2388103 w 3841477"/>
                <a:gd name="connsiteY18" fmla="*/ 1395768 h 1462882"/>
                <a:gd name="connsiteX19" fmla="*/ 2718302 w 3841477"/>
                <a:gd name="connsiteY19" fmla="*/ 1294167 h 1462882"/>
                <a:gd name="connsiteX20" fmla="*/ 3099302 w 3841477"/>
                <a:gd name="connsiteY20" fmla="*/ 896234 h 1462882"/>
                <a:gd name="connsiteX21" fmla="*/ 3391402 w 3841477"/>
                <a:gd name="connsiteY21" fmla="*/ 527934 h 1462882"/>
                <a:gd name="connsiteX22" fmla="*/ 3658102 w 3841477"/>
                <a:gd name="connsiteY22" fmla="*/ 269701 h 1462882"/>
                <a:gd name="connsiteX23" fmla="*/ 3785103 w 3841477"/>
                <a:gd name="connsiteY23" fmla="*/ 19934 h 1462882"/>
                <a:gd name="connsiteX24" fmla="*/ 3840135 w 3841477"/>
                <a:gd name="connsiteY24" fmla="*/ 45335 h 1462882"/>
                <a:gd name="connsiteX25" fmla="*/ 3734301 w 3841477"/>
                <a:gd name="connsiteY25" fmla="*/ 282400 h 1462882"/>
                <a:gd name="connsiteX26" fmla="*/ 3569202 w 3841477"/>
                <a:gd name="connsiteY26" fmla="*/ 447501 h 1462882"/>
                <a:gd name="connsiteX27" fmla="*/ 3340602 w 3841477"/>
                <a:gd name="connsiteY27" fmla="*/ 688801 h 1462882"/>
                <a:gd name="connsiteX28" fmla="*/ 3107769 w 3841477"/>
                <a:gd name="connsiteY28" fmla="*/ 997834 h 1462882"/>
                <a:gd name="connsiteX29" fmla="*/ 2764867 w 3841477"/>
                <a:gd name="connsiteY29" fmla="*/ 1349201 h 1462882"/>
                <a:gd name="connsiteX30" fmla="*/ 2278035 w 3841477"/>
                <a:gd name="connsiteY30" fmla="*/ 1455034 h 1462882"/>
                <a:gd name="connsiteX31" fmla="*/ 1719236 w 3841477"/>
                <a:gd name="connsiteY31" fmla="*/ 1446568 h 1462882"/>
                <a:gd name="connsiteX32" fmla="*/ 1554134 w 3841477"/>
                <a:gd name="connsiteY32" fmla="*/ 1378834 h 1462882"/>
                <a:gd name="connsiteX33" fmla="*/ 1401735 w 3841477"/>
                <a:gd name="connsiteY33" fmla="*/ 1243368 h 1462882"/>
                <a:gd name="connsiteX34" fmla="*/ 1135035 w 3841477"/>
                <a:gd name="connsiteY34" fmla="*/ 1040166 h 1462882"/>
                <a:gd name="connsiteX35" fmla="*/ 745569 w 3841477"/>
                <a:gd name="connsiteY35" fmla="*/ 820035 h 1462882"/>
                <a:gd name="connsiteX36" fmla="*/ 453468 w 3841477"/>
                <a:gd name="connsiteY36" fmla="*/ 447501 h 1462882"/>
                <a:gd name="connsiteX37" fmla="*/ 119035 w 3841477"/>
                <a:gd name="connsiteY37" fmla="*/ 155402 h 1462882"/>
                <a:gd name="connsiteX38" fmla="*/ 4736 w 3841477"/>
                <a:gd name="connsiteY38" fmla="*/ 74968 h 1462882"/>
                <a:gd name="connsiteX39" fmla="*/ 38603 w 3841477"/>
                <a:gd name="connsiteY39" fmla="*/ 15701 h 1462882"/>
                <a:gd name="connsiteX0" fmla="*/ 38603 w 3841477"/>
                <a:gd name="connsiteY0" fmla="*/ 15701 h 1462256"/>
                <a:gd name="connsiteX1" fmla="*/ 191000 w 3841477"/>
                <a:gd name="connsiteY1" fmla="*/ 125767 h 1462256"/>
                <a:gd name="connsiteX2" fmla="*/ 432302 w 3841477"/>
                <a:gd name="connsiteY2" fmla="*/ 341668 h 1462256"/>
                <a:gd name="connsiteX3" fmla="*/ 567769 w 3841477"/>
                <a:gd name="connsiteY3" fmla="*/ 472901 h 1462256"/>
                <a:gd name="connsiteX4" fmla="*/ 804835 w 3841477"/>
                <a:gd name="connsiteY4" fmla="*/ 781935 h 1462256"/>
                <a:gd name="connsiteX5" fmla="*/ 969936 w 3841477"/>
                <a:gd name="connsiteY5" fmla="*/ 870836 h 1462256"/>
                <a:gd name="connsiteX6" fmla="*/ 1295899 w 3841477"/>
                <a:gd name="connsiteY6" fmla="*/ 1069802 h 1462256"/>
                <a:gd name="connsiteX7" fmla="*/ 1630334 w 3841477"/>
                <a:gd name="connsiteY7" fmla="*/ 1344968 h 1462256"/>
                <a:gd name="connsiteX8" fmla="*/ 1693835 w 3841477"/>
                <a:gd name="connsiteY8" fmla="*/ 1340734 h 1462256"/>
                <a:gd name="connsiteX9" fmla="*/ 1685369 w 3841477"/>
                <a:gd name="connsiteY9" fmla="*/ 1150234 h 1462256"/>
                <a:gd name="connsiteX10" fmla="*/ 1765802 w 3841477"/>
                <a:gd name="connsiteY10" fmla="*/ 1137534 h 1462256"/>
                <a:gd name="connsiteX11" fmla="*/ 1782737 w 3841477"/>
                <a:gd name="connsiteY11" fmla="*/ 1361901 h 1462256"/>
                <a:gd name="connsiteX12" fmla="*/ 1829303 w 3841477"/>
                <a:gd name="connsiteY12" fmla="*/ 1383067 h 1462256"/>
                <a:gd name="connsiteX13" fmla="*/ 2193369 w 3841477"/>
                <a:gd name="connsiteY13" fmla="*/ 1391534 h 1462256"/>
                <a:gd name="connsiteX14" fmla="*/ 2239936 w 3841477"/>
                <a:gd name="connsiteY14" fmla="*/ 1332267 h 1462256"/>
                <a:gd name="connsiteX15" fmla="*/ 2252636 w 3841477"/>
                <a:gd name="connsiteY15" fmla="*/ 1171402 h 1462256"/>
                <a:gd name="connsiteX16" fmla="*/ 2311902 w 3841477"/>
                <a:gd name="connsiteY16" fmla="*/ 1158701 h 1462256"/>
                <a:gd name="connsiteX17" fmla="*/ 2333069 w 3841477"/>
                <a:gd name="connsiteY17" fmla="*/ 1353434 h 1462256"/>
                <a:gd name="connsiteX18" fmla="*/ 2388103 w 3841477"/>
                <a:gd name="connsiteY18" fmla="*/ 1395768 h 1462256"/>
                <a:gd name="connsiteX19" fmla="*/ 2718302 w 3841477"/>
                <a:gd name="connsiteY19" fmla="*/ 1294167 h 1462256"/>
                <a:gd name="connsiteX20" fmla="*/ 3099302 w 3841477"/>
                <a:gd name="connsiteY20" fmla="*/ 896234 h 1462256"/>
                <a:gd name="connsiteX21" fmla="*/ 3391402 w 3841477"/>
                <a:gd name="connsiteY21" fmla="*/ 527934 h 1462256"/>
                <a:gd name="connsiteX22" fmla="*/ 3658102 w 3841477"/>
                <a:gd name="connsiteY22" fmla="*/ 269701 h 1462256"/>
                <a:gd name="connsiteX23" fmla="*/ 3785103 w 3841477"/>
                <a:gd name="connsiteY23" fmla="*/ 19934 h 1462256"/>
                <a:gd name="connsiteX24" fmla="*/ 3840135 w 3841477"/>
                <a:gd name="connsiteY24" fmla="*/ 45335 h 1462256"/>
                <a:gd name="connsiteX25" fmla="*/ 3734301 w 3841477"/>
                <a:gd name="connsiteY25" fmla="*/ 282400 h 1462256"/>
                <a:gd name="connsiteX26" fmla="*/ 3569202 w 3841477"/>
                <a:gd name="connsiteY26" fmla="*/ 447501 h 1462256"/>
                <a:gd name="connsiteX27" fmla="*/ 3340602 w 3841477"/>
                <a:gd name="connsiteY27" fmla="*/ 688801 h 1462256"/>
                <a:gd name="connsiteX28" fmla="*/ 3107769 w 3841477"/>
                <a:gd name="connsiteY28" fmla="*/ 997834 h 1462256"/>
                <a:gd name="connsiteX29" fmla="*/ 2752167 w 3841477"/>
                <a:gd name="connsiteY29" fmla="*/ 1357667 h 1462256"/>
                <a:gd name="connsiteX30" fmla="*/ 2278035 w 3841477"/>
                <a:gd name="connsiteY30" fmla="*/ 1455034 h 1462256"/>
                <a:gd name="connsiteX31" fmla="*/ 1719236 w 3841477"/>
                <a:gd name="connsiteY31" fmla="*/ 1446568 h 1462256"/>
                <a:gd name="connsiteX32" fmla="*/ 1554134 w 3841477"/>
                <a:gd name="connsiteY32" fmla="*/ 1378834 h 1462256"/>
                <a:gd name="connsiteX33" fmla="*/ 1401735 w 3841477"/>
                <a:gd name="connsiteY33" fmla="*/ 1243368 h 1462256"/>
                <a:gd name="connsiteX34" fmla="*/ 1135035 w 3841477"/>
                <a:gd name="connsiteY34" fmla="*/ 1040166 h 1462256"/>
                <a:gd name="connsiteX35" fmla="*/ 745569 w 3841477"/>
                <a:gd name="connsiteY35" fmla="*/ 820035 h 1462256"/>
                <a:gd name="connsiteX36" fmla="*/ 453468 w 3841477"/>
                <a:gd name="connsiteY36" fmla="*/ 447501 h 1462256"/>
                <a:gd name="connsiteX37" fmla="*/ 119035 w 3841477"/>
                <a:gd name="connsiteY37" fmla="*/ 155402 h 1462256"/>
                <a:gd name="connsiteX38" fmla="*/ 4736 w 3841477"/>
                <a:gd name="connsiteY38" fmla="*/ 74968 h 1462256"/>
                <a:gd name="connsiteX39" fmla="*/ 38603 w 3841477"/>
                <a:gd name="connsiteY39" fmla="*/ 15701 h 1462256"/>
                <a:gd name="connsiteX0" fmla="*/ 38603 w 3841477"/>
                <a:gd name="connsiteY0" fmla="*/ 15701 h 1476600"/>
                <a:gd name="connsiteX1" fmla="*/ 191000 w 3841477"/>
                <a:gd name="connsiteY1" fmla="*/ 125767 h 1476600"/>
                <a:gd name="connsiteX2" fmla="*/ 432302 w 3841477"/>
                <a:gd name="connsiteY2" fmla="*/ 341668 h 1476600"/>
                <a:gd name="connsiteX3" fmla="*/ 567769 w 3841477"/>
                <a:gd name="connsiteY3" fmla="*/ 472901 h 1476600"/>
                <a:gd name="connsiteX4" fmla="*/ 804835 w 3841477"/>
                <a:gd name="connsiteY4" fmla="*/ 781935 h 1476600"/>
                <a:gd name="connsiteX5" fmla="*/ 969936 w 3841477"/>
                <a:gd name="connsiteY5" fmla="*/ 870836 h 1476600"/>
                <a:gd name="connsiteX6" fmla="*/ 1295899 w 3841477"/>
                <a:gd name="connsiteY6" fmla="*/ 1069802 h 1476600"/>
                <a:gd name="connsiteX7" fmla="*/ 1630334 w 3841477"/>
                <a:gd name="connsiteY7" fmla="*/ 1344968 h 1476600"/>
                <a:gd name="connsiteX8" fmla="*/ 1693835 w 3841477"/>
                <a:gd name="connsiteY8" fmla="*/ 1340734 h 1476600"/>
                <a:gd name="connsiteX9" fmla="*/ 1685369 w 3841477"/>
                <a:gd name="connsiteY9" fmla="*/ 1150234 h 1476600"/>
                <a:gd name="connsiteX10" fmla="*/ 1765802 w 3841477"/>
                <a:gd name="connsiteY10" fmla="*/ 1137534 h 1476600"/>
                <a:gd name="connsiteX11" fmla="*/ 1782737 w 3841477"/>
                <a:gd name="connsiteY11" fmla="*/ 1361901 h 1476600"/>
                <a:gd name="connsiteX12" fmla="*/ 1829303 w 3841477"/>
                <a:gd name="connsiteY12" fmla="*/ 1383067 h 1476600"/>
                <a:gd name="connsiteX13" fmla="*/ 2193369 w 3841477"/>
                <a:gd name="connsiteY13" fmla="*/ 1391534 h 1476600"/>
                <a:gd name="connsiteX14" fmla="*/ 2239936 w 3841477"/>
                <a:gd name="connsiteY14" fmla="*/ 1332267 h 1476600"/>
                <a:gd name="connsiteX15" fmla="*/ 2252636 w 3841477"/>
                <a:gd name="connsiteY15" fmla="*/ 1171402 h 1476600"/>
                <a:gd name="connsiteX16" fmla="*/ 2311902 w 3841477"/>
                <a:gd name="connsiteY16" fmla="*/ 1158701 h 1476600"/>
                <a:gd name="connsiteX17" fmla="*/ 2333069 w 3841477"/>
                <a:gd name="connsiteY17" fmla="*/ 1353434 h 1476600"/>
                <a:gd name="connsiteX18" fmla="*/ 2388103 w 3841477"/>
                <a:gd name="connsiteY18" fmla="*/ 1395768 h 1476600"/>
                <a:gd name="connsiteX19" fmla="*/ 2718302 w 3841477"/>
                <a:gd name="connsiteY19" fmla="*/ 1294167 h 1476600"/>
                <a:gd name="connsiteX20" fmla="*/ 3099302 w 3841477"/>
                <a:gd name="connsiteY20" fmla="*/ 896234 h 1476600"/>
                <a:gd name="connsiteX21" fmla="*/ 3391402 w 3841477"/>
                <a:gd name="connsiteY21" fmla="*/ 527934 h 1476600"/>
                <a:gd name="connsiteX22" fmla="*/ 3658102 w 3841477"/>
                <a:gd name="connsiteY22" fmla="*/ 269701 h 1476600"/>
                <a:gd name="connsiteX23" fmla="*/ 3785103 w 3841477"/>
                <a:gd name="connsiteY23" fmla="*/ 19934 h 1476600"/>
                <a:gd name="connsiteX24" fmla="*/ 3840135 w 3841477"/>
                <a:gd name="connsiteY24" fmla="*/ 45335 h 1476600"/>
                <a:gd name="connsiteX25" fmla="*/ 3734301 w 3841477"/>
                <a:gd name="connsiteY25" fmla="*/ 282400 h 1476600"/>
                <a:gd name="connsiteX26" fmla="*/ 3569202 w 3841477"/>
                <a:gd name="connsiteY26" fmla="*/ 447501 h 1476600"/>
                <a:gd name="connsiteX27" fmla="*/ 3340602 w 3841477"/>
                <a:gd name="connsiteY27" fmla="*/ 688801 h 1476600"/>
                <a:gd name="connsiteX28" fmla="*/ 3107769 w 3841477"/>
                <a:gd name="connsiteY28" fmla="*/ 997834 h 1476600"/>
                <a:gd name="connsiteX29" fmla="*/ 2574367 w 3841477"/>
                <a:gd name="connsiteY29" fmla="*/ 1438100 h 1476600"/>
                <a:gd name="connsiteX30" fmla="*/ 2278035 w 3841477"/>
                <a:gd name="connsiteY30" fmla="*/ 1455034 h 1476600"/>
                <a:gd name="connsiteX31" fmla="*/ 1719236 w 3841477"/>
                <a:gd name="connsiteY31" fmla="*/ 1446568 h 1476600"/>
                <a:gd name="connsiteX32" fmla="*/ 1554134 w 3841477"/>
                <a:gd name="connsiteY32" fmla="*/ 1378834 h 1476600"/>
                <a:gd name="connsiteX33" fmla="*/ 1401735 w 3841477"/>
                <a:gd name="connsiteY33" fmla="*/ 1243368 h 1476600"/>
                <a:gd name="connsiteX34" fmla="*/ 1135035 w 3841477"/>
                <a:gd name="connsiteY34" fmla="*/ 1040166 h 1476600"/>
                <a:gd name="connsiteX35" fmla="*/ 745569 w 3841477"/>
                <a:gd name="connsiteY35" fmla="*/ 820035 h 1476600"/>
                <a:gd name="connsiteX36" fmla="*/ 453468 w 3841477"/>
                <a:gd name="connsiteY36" fmla="*/ 447501 h 1476600"/>
                <a:gd name="connsiteX37" fmla="*/ 119035 w 3841477"/>
                <a:gd name="connsiteY37" fmla="*/ 155402 h 1476600"/>
                <a:gd name="connsiteX38" fmla="*/ 4736 w 3841477"/>
                <a:gd name="connsiteY38" fmla="*/ 74968 h 1476600"/>
                <a:gd name="connsiteX39" fmla="*/ 38603 w 3841477"/>
                <a:gd name="connsiteY39" fmla="*/ 15701 h 1476600"/>
                <a:gd name="connsiteX0" fmla="*/ 38603 w 3841477"/>
                <a:gd name="connsiteY0" fmla="*/ 15701 h 1476600"/>
                <a:gd name="connsiteX1" fmla="*/ 191000 w 3841477"/>
                <a:gd name="connsiteY1" fmla="*/ 125767 h 1476600"/>
                <a:gd name="connsiteX2" fmla="*/ 432302 w 3841477"/>
                <a:gd name="connsiteY2" fmla="*/ 341668 h 1476600"/>
                <a:gd name="connsiteX3" fmla="*/ 567769 w 3841477"/>
                <a:gd name="connsiteY3" fmla="*/ 472901 h 1476600"/>
                <a:gd name="connsiteX4" fmla="*/ 804835 w 3841477"/>
                <a:gd name="connsiteY4" fmla="*/ 781935 h 1476600"/>
                <a:gd name="connsiteX5" fmla="*/ 969936 w 3841477"/>
                <a:gd name="connsiteY5" fmla="*/ 870836 h 1476600"/>
                <a:gd name="connsiteX6" fmla="*/ 1295899 w 3841477"/>
                <a:gd name="connsiteY6" fmla="*/ 1069802 h 1476600"/>
                <a:gd name="connsiteX7" fmla="*/ 1630334 w 3841477"/>
                <a:gd name="connsiteY7" fmla="*/ 1344968 h 1476600"/>
                <a:gd name="connsiteX8" fmla="*/ 1693835 w 3841477"/>
                <a:gd name="connsiteY8" fmla="*/ 1340734 h 1476600"/>
                <a:gd name="connsiteX9" fmla="*/ 1685369 w 3841477"/>
                <a:gd name="connsiteY9" fmla="*/ 1150234 h 1476600"/>
                <a:gd name="connsiteX10" fmla="*/ 1765802 w 3841477"/>
                <a:gd name="connsiteY10" fmla="*/ 1137534 h 1476600"/>
                <a:gd name="connsiteX11" fmla="*/ 1782737 w 3841477"/>
                <a:gd name="connsiteY11" fmla="*/ 1361901 h 1476600"/>
                <a:gd name="connsiteX12" fmla="*/ 1829303 w 3841477"/>
                <a:gd name="connsiteY12" fmla="*/ 1383067 h 1476600"/>
                <a:gd name="connsiteX13" fmla="*/ 2193369 w 3841477"/>
                <a:gd name="connsiteY13" fmla="*/ 1391534 h 1476600"/>
                <a:gd name="connsiteX14" fmla="*/ 2239936 w 3841477"/>
                <a:gd name="connsiteY14" fmla="*/ 1332267 h 1476600"/>
                <a:gd name="connsiteX15" fmla="*/ 2252636 w 3841477"/>
                <a:gd name="connsiteY15" fmla="*/ 1171402 h 1476600"/>
                <a:gd name="connsiteX16" fmla="*/ 2311902 w 3841477"/>
                <a:gd name="connsiteY16" fmla="*/ 1158701 h 1476600"/>
                <a:gd name="connsiteX17" fmla="*/ 2333069 w 3841477"/>
                <a:gd name="connsiteY17" fmla="*/ 1353434 h 1476600"/>
                <a:gd name="connsiteX18" fmla="*/ 2379636 w 3841477"/>
                <a:gd name="connsiteY18" fmla="*/ 1383068 h 1476600"/>
                <a:gd name="connsiteX19" fmla="*/ 2718302 w 3841477"/>
                <a:gd name="connsiteY19" fmla="*/ 1294167 h 1476600"/>
                <a:gd name="connsiteX20" fmla="*/ 3099302 w 3841477"/>
                <a:gd name="connsiteY20" fmla="*/ 896234 h 1476600"/>
                <a:gd name="connsiteX21" fmla="*/ 3391402 w 3841477"/>
                <a:gd name="connsiteY21" fmla="*/ 527934 h 1476600"/>
                <a:gd name="connsiteX22" fmla="*/ 3658102 w 3841477"/>
                <a:gd name="connsiteY22" fmla="*/ 269701 h 1476600"/>
                <a:gd name="connsiteX23" fmla="*/ 3785103 w 3841477"/>
                <a:gd name="connsiteY23" fmla="*/ 19934 h 1476600"/>
                <a:gd name="connsiteX24" fmla="*/ 3840135 w 3841477"/>
                <a:gd name="connsiteY24" fmla="*/ 45335 h 1476600"/>
                <a:gd name="connsiteX25" fmla="*/ 3734301 w 3841477"/>
                <a:gd name="connsiteY25" fmla="*/ 282400 h 1476600"/>
                <a:gd name="connsiteX26" fmla="*/ 3569202 w 3841477"/>
                <a:gd name="connsiteY26" fmla="*/ 447501 h 1476600"/>
                <a:gd name="connsiteX27" fmla="*/ 3340602 w 3841477"/>
                <a:gd name="connsiteY27" fmla="*/ 688801 h 1476600"/>
                <a:gd name="connsiteX28" fmla="*/ 3107769 w 3841477"/>
                <a:gd name="connsiteY28" fmla="*/ 997834 h 1476600"/>
                <a:gd name="connsiteX29" fmla="*/ 2574367 w 3841477"/>
                <a:gd name="connsiteY29" fmla="*/ 1438100 h 1476600"/>
                <a:gd name="connsiteX30" fmla="*/ 2278035 w 3841477"/>
                <a:gd name="connsiteY30" fmla="*/ 1455034 h 1476600"/>
                <a:gd name="connsiteX31" fmla="*/ 1719236 w 3841477"/>
                <a:gd name="connsiteY31" fmla="*/ 1446568 h 1476600"/>
                <a:gd name="connsiteX32" fmla="*/ 1554134 w 3841477"/>
                <a:gd name="connsiteY32" fmla="*/ 1378834 h 1476600"/>
                <a:gd name="connsiteX33" fmla="*/ 1401735 w 3841477"/>
                <a:gd name="connsiteY33" fmla="*/ 1243368 h 1476600"/>
                <a:gd name="connsiteX34" fmla="*/ 1135035 w 3841477"/>
                <a:gd name="connsiteY34" fmla="*/ 1040166 h 1476600"/>
                <a:gd name="connsiteX35" fmla="*/ 745569 w 3841477"/>
                <a:gd name="connsiteY35" fmla="*/ 820035 h 1476600"/>
                <a:gd name="connsiteX36" fmla="*/ 453468 w 3841477"/>
                <a:gd name="connsiteY36" fmla="*/ 447501 h 1476600"/>
                <a:gd name="connsiteX37" fmla="*/ 119035 w 3841477"/>
                <a:gd name="connsiteY37" fmla="*/ 155402 h 1476600"/>
                <a:gd name="connsiteX38" fmla="*/ 4736 w 3841477"/>
                <a:gd name="connsiteY38" fmla="*/ 74968 h 1476600"/>
                <a:gd name="connsiteX39" fmla="*/ 38603 w 3841477"/>
                <a:gd name="connsiteY39" fmla="*/ 15701 h 1476600"/>
                <a:gd name="connsiteX0" fmla="*/ 38603 w 3841477"/>
                <a:gd name="connsiteY0" fmla="*/ 15701 h 1457705"/>
                <a:gd name="connsiteX1" fmla="*/ 191000 w 3841477"/>
                <a:gd name="connsiteY1" fmla="*/ 125767 h 1457705"/>
                <a:gd name="connsiteX2" fmla="*/ 432302 w 3841477"/>
                <a:gd name="connsiteY2" fmla="*/ 341668 h 1457705"/>
                <a:gd name="connsiteX3" fmla="*/ 567769 w 3841477"/>
                <a:gd name="connsiteY3" fmla="*/ 472901 h 1457705"/>
                <a:gd name="connsiteX4" fmla="*/ 804835 w 3841477"/>
                <a:gd name="connsiteY4" fmla="*/ 781935 h 1457705"/>
                <a:gd name="connsiteX5" fmla="*/ 969936 w 3841477"/>
                <a:gd name="connsiteY5" fmla="*/ 870836 h 1457705"/>
                <a:gd name="connsiteX6" fmla="*/ 1295899 w 3841477"/>
                <a:gd name="connsiteY6" fmla="*/ 1069802 h 1457705"/>
                <a:gd name="connsiteX7" fmla="*/ 1630334 w 3841477"/>
                <a:gd name="connsiteY7" fmla="*/ 1344968 h 1457705"/>
                <a:gd name="connsiteX8" fmla="*/ 1693835 w 3841477"/>
                <a:gd name="connsiteY8" fmla="*/ 1340734 h 1457705"/>
                <a:gd name="connsiteX9" fmla="*/ 1685369 w 3841477"/>
                <a:gd name="connsiteY9" fmla="*/ 1150234 h 1457705"/>
                <a:gd name="connsiteX10" fmla="*/ 1765802 w 3841477"/>
                <a:gd name="connsiteY10" fmla="*/ 1137534 h 1457705"/>
                <a:gd name="connsiteX11" fmla="*/ 1782737 w 3841477"/>
                <a:gd name="connsiteY11" fmla="*/ 1361901 h 1457705"/>
                <a:gd name="connsiteX12" fmla="*/ 1829303 w 3841477"/>
                <a:gd name="connsiteY12" fmla="*/ 1383067 h 1457705"/>
                <a:gd name="connsiteX13" fmla="*/ 2193369 w 3841477"/>
                <a:gd name="connsiteY13" fmla="*/ 1391534 h 1457705"/>
                <a:gd name="connsiteX14" fmla="*/ 2239936 w 3841477"/>
                <a:gd name="connsiteY14" fmla="*/ 1332267 h 1457705"/>
                <a:gd name="connsiteX15" fmla="*/ 2252636 w 3841477"/>
                <a:gd name="connsiteY15" fmla="*/ 1171402 h 1457705"/>
                <a:gd name="connsiteX16" fmla="*/ 2311902 w 3841477"/>
                <a:gd name="connsiteY16" fmla="*/ 1158701 h 1457705"/>
                <a:gd name="connsiteX17" fmla="*/ 2333069 w 3841477"/>
                <a:gd name="connsiteY17" fmla="*/ 1353434 h 1457705"/>
                <a:gd name="connsiteX18" fmla="*/ 2379636 w 3841477"/>
                <a:gd name="connsiteY18" fmla="*/ 1383068 h 1457705"/>
                <a:gd name="connsiteX19" fmla="*/ 2718302 w 3841477"/>
                <a:gd name="connsiteY19" fmla="*/ 1294167 h 1457705"/>
                <a:gd name="connsiteX20" fmla="*/ 3099302 w 3841477"/>
                <a:gd name="connsiteY20" fmla="*/ 896234 h 1457705"/>
                <a:gd name="connsiteX21" fmla="*/ 3391402 w 3841477"/>
                <a:gd name="connsiteY21" fmla="*/ 527934 h 1457705"/>
                <a:gd name="connsiteX22" fmla="*/ 3658102 w 3841477"/>
                <a:gd name="connsiteY22" fmla="*/ 269701 h 1457705"/>
                <a:gd name="connsiteX23" fmla="*/ 3785103 w 3841477"/>
                <a:gd name="connsiteY23" fmla="*/ 19934 h 1457705"/>
                <a:gd name="connsiteX24" fmla="*/ 3840135 w 3841477"/>
                <a:gd name="connsiteY24" fmla="*/ 45335 h 1457705"/>
                <a:gd name="connsiteX25" fmla="*/ 3734301 w 3841477"/>
                <a:gd name="connsiteY25" fmla="*/ 282400 h 1457705"/>
                <a:gd name="connsiteX26" fmla="*/ 3569202 w 3841477"/>
                <a:gd name="connsiteY26" fmla="*/ 447501 h 1457705"/>
                <a:gd name="connsiteX27" fmla="*/ 3340602 w 3841477"/>
                <a:gd name="connsiteY27" fmla="*/ 688801 h 1457705"/>
                <a:gd name="connsiteX28" fmla="*/ 3107769 w 3841477"/>
                <a:gd name="connsiteY28" fmla="*/ 997834 h 1457705"/>
                <a:gd name="connsiteX29" fmla="*/ 2591300 w 3841477"/>
                <a:gd name="connsiteY29" fmla="*/ 1395766 h 1457705"/>
                <a:gd name="connsiteX30" fmla="*/ 2278035 w 3841477"/>
                <a:gd name="connsiteY30" fmla="*/ 1455034 h 1457705"/>
                <a:gd name="connsiteX31" fmla="*/ 1719236 w 3841477"/>
                <a:gd name="connsiteY31" fmla="*/ 1446568 h 1457705"/>
                <a:gd name="connsiteX32" fmla="*/ 1554134 w 3841477"/>
                <a:gd name="connsiteY32" fmla="*/ 1378834 h 1457705"/>
                <a:gd name="connsiteX33" fmla="*/ 1401735 w 3841477"/>
                <a:gd name="connsiteY33" fmla="*/ 1243368 h 1457705"/>
                <a:gd name="connsiteX34" fmla="*/ 1135035 w 3841477"/>
                <a:gd name="connsiteY34" fmla="*/ 1040166 h 1457705"/>
                <a:gd name="connsiteX35" fmla="*/ 745569 w 3841477"/>
                <a:gd name="connsiteY35" fmla="*/ 820035 h 1457705"/>
                <a:gd name="connsiteX36" fmla="*/ 453468 w 3841477"/>
                <a:gd name="connsiteY36" fmla="*/ 447501 h 1457705"/>
                <a:gd name="connsiteX37" fmla="*/ 119035 w 3841477"/>
                <a:gd name="connsiteY37" fmla="*/ 155402 h 1457705"/>
                <a:gd name="connsiteX38" fmla="*/ 4736 w 3841477"/>
                <a:gd name="connsiteY38" fmla="*/ 74968 h 1457705"/>
                <a:gd name="connsiteX39" fmla="*/ 38603 w 3841477"/>
                <a:gd name="connsiteY39" fmla="*/ 15701 h 1457705"/>
                <a:gd name="connsiteX0" fmla="*/ 38603 w 3841477"/>
                <a:gd name="connsiteY0" fmla="*/ 15701 h 1457705"/>
                <a:gd name="connsiteX1" fmla="*/ 191000 w 3841477"/>
                <a:gd name="connsiteY1" fmla="*/ 125767 h 1457705"/>
                <a:gd name="connsiteX2" fmla="*/ 432302 w 3841477"/>
                <a:gd name="connsiteY2" fmla="*/ 341668 h 1457705"/>
                <a:gd name="connsiteX3" fmla="*/ 567769 w 3841477"/>
                <a:gd name="connsiteY3" fmla="*/ 472901 h 1457705"/>
                <a:gd name="connsiteX4" fmla="*/ 804835 w 3841477"/>
                <a:gd name="connsiteY4" fmla="*/ 781935 h 1457705"/>
                <a:gd name="connsiteX5" fmla="*/ 969936 w 3841477"/>
                <a:gd name="connsiteY5" fmla="*/ 870836 h 1457705"/>
                <a:gd name="connsiteX6" fmla="*/ 1295899 w 3841477"/>
                <a:gd name="connsiteY6" fmla="*/ 1069802 h 1457705"/>
                <a:gd name="connsiteX7" fmla="*/ 1630334 w 3841477"/>
                <a:gd name="connsiteY7" fmla="*/ 1344968 h 1457705"/>
                <a:gd name="connsiteX8" fmla="*/ 1693835 w 3841477"/>
                <a:gd name="connsiteY8" fmla="*/ 1340734 h 1457705"/>
                <a:gd name="connsiteX9" fmla="*/ 1685369 w 3841477"/>
                <a:gd name="connsiteY9" fmla="*/ 1150234 h 1457705"/>
                <a:gd name="connsiteX10" fmla="*/ 1765802 w 3841477"/>
                <a:gd name="connsiteY10" fmla="*/ 1137534 h 1457705"/>
                <a:gd name="connsiteX11" fmla="*/ 1782737 w 3841477"/>
                <a:gd name="connsiteY11" fmla="*/ 1361901 h 1457705"/>
                <a:gd name="connsiteX12" fmla="*/ 1829303 w 3841477"/>
                <a:gd name="connsiteY12" fmla="*/ 1383067 h 1457705"/>
                <a:gd name="connsiteX13" fmla="*/ 2193369 w 3841477"/>
                <a:gd name="connsiteY13" fmla="*/ 1391534 h 1457705"/>
                <a:gd name="connsiteX14" fmla="*/ 2239936 w 3841477"/>
                <a:gd name="connsiteY14" fmla="*/ 1332267 h 1457705"/>
                <a:gd name="connsiteX15" fmla="*/ 2252636 w 3841477"/>
                <a:gd name="connsiteY15" fmla="*/ 1171402 h 1457705"/>
                <a:gd name="connsiteX16" fmla="*/ 2311902 w 3841477"/>
                <a:gd name="connsiteY16" fmla="*/ 1158701 h 1457705"/>
                <a:gd name="connsiteX17" fmla="*/ 2333069 w 3841477"/>
                <a:gd name="connsiteY17" fmla="*/ 1353434 h 1457705"/>
                <a:gd name="connsiteX18" fmla="*/ 2379636 w 3841477"/>
                <a:gd name="connsiteY18" fmla="*/ 1383068 h 1457705"/>
                <a:gd name="connsiteX19" fmla="*/ 2718302 w 3841477"/>
                <a:gd name="connsiteY19" fmla="*/ 1294167 h 1457705"/>
                <a:gd name="connsiteX20" fmla="*/ 3099302 w 3841477"/>
                <a:gd name="connsiteY20" fmla="*/ 896234 h 1457705"/>
                <a:gd name="connsiteX21" fmla="*/ 3391402 w 3841477"/>
                <a:gd name="connsiteY21" fmla="*/ 527934 h 1457705"/>
                <a:gd name="connsiteX22" fmla="*/ 3658102 w 3841477"/>
                <a:gd name="connsiteY22" fmla="*/ 269701 h 1457705"/>
                <a:gd name="connsiteX23" fmla="*/ 3785103 w 3841477"/>
                <a:gd name="connsiteY23" fmla="*/ 19934 h 1457705"/>
                <a:gd name="connsiteX24" fmla="*/ 3840135 w 3841477"/>
                <a:gd name="connsiteY24" fmla="*/ 45335 h 1457705"/>
                <a:gd name="connsiteX25" fmla="*/ 3734301 w 3841477"/>
                <a:gd name="connsiteY25" fmla="*/ 282400 h 1457705"/>
                <a:gd name="connsiteX26" fmla="*/ 3569202 w 3841477"/>
                <a:gd name="connsiteY26" fmla="*/ 447501 h 1457705"/>
                <a:gd name="connsiteX27" fmla="*/ 3340602 w 3841477"/>
                <a:gd name="connsiteY27" fmla="*/ 688801 h 1457705"/>
                <a:gd name="connsiteX28" fmla="*/ 3107769 w 3841477"/>
                <a:gd name="connsiteY28" fmla="*/ 997834 h 1457705"/>
                <a:gd name="connsiteX29" fmla="*/ 2591300 w 3841477"/>
                <a:gd name="connsiteY29" fmla="*/ 1395766 h 1457705"/>
                <a:gd name="connsiteX30" fmla="*/ 2278035 w 3841477"/>
                <a:gd name="connsiteY30" fmla="*/ 1455034 h 1457705"/>
                <a:gd name="connsiteX31" fmla="*/ 1719236 w 3841477"/>
                <a:gd name="connsiteY31" fmla="*/ 1446568 h 1457705"/>
                <a:gd name="connsiteX32" fmla="*/ 1554134 w 3841477"/>
                <a:gd name="connsiteY32" fmla="*/ 1378834 h 1457705"/>
                <a:gd name="connsiteX33" fmla="*/ 1401735 w 3841477"/>
                <a:gd name="connsiteY33" fmla="*/ 1243368 h 1457705"/>
                <a:gd name="connsiteX34" fmla="*/ 1135035 w 3841477"/>
                <a:gd name="connsiteY34" fmla="*/ 1040166 h 1457705"/>
                <a:gd name="connsiteX35" fmla="*/ 745569 w 3841477"/>
                <a:gd name="connsiteY35" fmla="*/ 820035 h 1457705"/>
                <a:gd name="connsiteX36" fmla="*/ 453468 w 3841477"/>
                <a:gd name="connsiteY36" fmla="*/ 447501 h 1457705"/>
                <a:gd name="connsiteX37" fmla="*/ 119035 w 3841477"/>
                <a:gd name="connsiteY37" fmla="*/ 155402 h 1457705"/>
                <a:gd name="connsiteX38" fmla="*/ 4736 w 3841477"/>
                <a:gd name="connsiteY38" fmla="*/ 74968 h 1457705"/>
                <a:gd name="connsiteX39" fmla="*/ 38603 w 3841477"/>
                <a:gd name="connsiteY39" fmla="*/ 15701 h 1457705"/>
                <a:gd name="connsiteX0" fmla="*/ 38603 w 3841477"/>
                <a:gd name="connsiteY0" fmla="*/ 15701 h 1457705"/>
                <a:gd name="connsiteX1" fmla="*/ 191000 w 3841477"/>
                <a:gd name="connsiteY1" fmla="*/ 125767 h 1457705"/>
                <a:gd name="connsiteX2" fmla="*/ 432302 w 3841477"/>
                <a:gd name="connsiteY2" fmla="*/ 341668 h 1457705"/>
                <a:gd name="connsiteX3" fmla="*/ 567769 w 3841477"/>
                <a:gd name="connsiteY3" fmla="*/ 472901 h 1457705"/>
                <a:gd name="connsiteX4" fmla="*/ 804835 w 3841477"/>
                <a:gd name="connsiteY4" fmla="*/ 781935 h 1457705"/>
                <a:gd name="connsiteX5" fmla="*/ 969936 w 3841477"/>
                <a:gd name="connsiteY5" fmla="*/ 870836 h 1457705"/>
                <a:gd name="connsiteX6" fmla="*/ 1295899 w 3841477"/>
                <a:gd name="connsiteY6" fmla="*/ 1069802 h 1457705"/>
                <a:gd name="connsiteX7" fmla="*/ 1630334 w 3841477"/>
                <a:gd name="connsiteY7" fmla="*/ 1344968 h 1457705"/>
                <a:gd name="connsiteX8" fmla="*/ 1693835 w 3841477"/>
                <a:gd name="connsiteY8" fmla="*/ 1340734 h 1457705"/>
                <a:gd name="connsiteX9" fmla="*/ 1685369 w 3841477"/>
                <a:gd name="connsiteY9" fmla="*/ 1150234 h 1457705"/>
                <a:gd name="connsiteX10" fmla="*/ 1765802 w 3841477"/>
                <a:gd name="connsiteY10" fmla="*/ 1137534 h 1457705"/>
                <a:gd name="connsiteX11" fmla="*/ 1782737 w 3841477"/>
                <a:gd name="connsiteY11" fmla="*/ 1361901 h 1457705"/>
                <a:gd name="connsiteX12" fmla="*/ 1829303 w 3841477"/>
                <a:gd name="connsiteY12" fmla="*/ 1383067 h 1457705"/>
                <a:gd name="connsiteX13" fmla="*/ 2193369 w 3841477"/>
                <a:gd name="connsiteY13" fmla="*/ 1391534 h 1457705"/>
                <a:gd name="connsiteX14" fmla="*/ 2239936 w 3841477"/>
                <a:gd name="connsiteY14" fmla="*/ 1332267 h 1457705"/>
                <a:gd name="connsiteX15" fmla="*/ 2252636 w 3841477"/>
                <a:gd name="connsiteY15" fmla="*/ 1171402 h 1457705"/>
                <a:gd name="connsiteX16" fmla="*/ 2311902 w 3841477"/>
                <a:gd name="connsiteY16" fmla="*/ 1158701 h 1457705"/>
                <a:gd name="connsiteX17" fmla="*/ 2333069 w 3841477"/>
                <a:gd name="connsiteY17" fmla="*/ 1353434 h 1457705"/>
                <a:gd name="connsiteX18" fmla="*/ 2379636 w 3841477"/>
                <a:gd name="connsiteY18" fmla="*/ 1383068 h 1457705"/>
                <a:gd name="connsiteX19" fmla="*/ 2718302 w 3841477"/>
                <a:gd name="connsiteY19" fmla="*/ 1294167 h 1457705"/>
                <a:gd name="connsiteX20" fmla="*/ 3099302 w 3841477"/>
                <a:gd name="connsiteY20" fmla="*/ 896234 h 1457705"/>
                <a:gd name="connsiteX21" fmla="*/ 3391402 w 3841477"/>
                <a:gd name="connsiteY21" fmla="*/ 527934 h 1457705"/>
                <a:gd name="connsiteX22" fmla="*/ 3658102 w 3841477"/>
                <a:gd name="connsiteY22" fmla="*/ 269701 h 1457705"/>
                <a:gd name="connsiteX23" fmla="*/ 3785103 w 3841477"/>
                <a:gd name="connsiteY23" fmla="*/ 19934 h 1457705"/>
                <a:gd name="connsiteX24" fmla="*/ 3840135 w 3841477"/>
                <a:gd name="connsiteY24" fmla="*/ 45335 h 1457705"/>
                <a:gd name="connsiteX25" fmla="*/ 3734301 w 3841477"/>
                <a:gd name="connsiteY25" fmla="*/ 282400 h 1457705"/>
                <a:gd name="connsiteX26" fmla="*/ 3569202 w 3841477"/>
                <a:gd name="connsiteY26" fmla="*/ 447501 h 1457705"/>
                <a:gd name="connsiteX27" fmla="*/ 3340602 w 3841477"/>
                <a:gd name="connsiteY27" fmla="*/ 688801 h 1457705"/>
                <a:gd name="connsiteX28" fmla="*/ 3107769 w 3841477"/>
                <a:gd name="connsiteY28" fmla="*/ 997834 h 1457705"/>
                <a:gd name="connsiteX29" fmla="*/ 2591300 w 3841477"/>
                <a:gd name="connsiteY29" fmla="*/ 1395766 h 1457705"/>
                <a:gd name="connsiteX30" fmla="*/ 2278035 w 3841477"/>
                <a:gd name="connsiteY30" fmla="*/ 1455034 h 1457705"/>
                <a:gd name="connsiteX31" fmla="*/ 1719236 w 3841477"/>
                <a:gd name="connsiteY31" fmla="*/ 1446568 h 1457705"/>
                <a:gd name="connsiteX32" fmla="*/ 1554134 w 3841477"/>
                <a:gd name="connsiteY32" fmla="*/ 1378834 h 1457705"/>
                <a:gd name="connsiteX33" fmla="*/ 1401735 w 3841477"/>
                <a:gd name="connsiteY33" fmla="*/ 1243368 h 1457705"/>
                <a:gd name="connsiteX34" fmla="*/ 1135035 w 3841477"/>
                <a:gd name="connsiteY34" fmla="*/ 1040166 h 1457705"/>
                <a:gd name="connsiteX35" fmla="*/ 745569 w 3841477"/>
                <a:gd name="connsiteY35" fmla="*/ 820035 h 1457705"/>
                <a:gd name="connsiteX36" fmla="*/ 453468 w 3841477"/>
                <a:gd name="connsiteY36" fmla="*/ 447501 h 1457705"/>
                <a:gd name="connsiteX37" fmla="*/ 119035 w 3841477"/>
                <a:gd name="connsiteY37" fmla="*/ 155402 h 1457705"/>
                <a:gd name="connsiteX38" fmla="*/ 4736 w 3841477"/>
                <a:gd name="connsiteY38" fmla="*/ 74968 h 1457705"/>
                <a:gd name="connsiteX39" fmla="*/ 38603 w 3841477"/>
                <a:gd name="connsiteY39" fmla="*/ 15701 h 1457705"/>
                <a:gd name="connsiteX0" fmla="*/ 38603 w 3841477"/>
                <a:gd name="connsiteY0" fmla="*/ 15701 h 1455853"/>
                <a:gd name="connsiteX1" fmla="*/ 191000 w 3841477"/>
                <a:gd name="connsiteY1" fmla="*/ 125767 h 1455853"/>
                <a:gd name="connsiteX2" fmla="*/ 432302 w 3841477"/>
                <a:gd name="connsiteY2" fmla="*/ 341668 h 1455853"/>
                <a:gd name="connsiteX3" fmla="*/ 567769 w 3841477"/>
                <a:gd name="connsiteY3" fmla="*/ 472901 h 1455853"/>
                <a:gd name="connsiteX4" fmla="*/ 804835 w 3841477"/>
                <a:gd name="connsiteY4" fmla="*/ 781935 h 1455853"/>
                <a:gd name="connsiteX5" fmla="*/ 969936 w 3841477"/>
                <a:gd name="connsiteY5" fmla="*/ 870836 h 1455853"/>
                <a:gd name="connsiteX6" fmla="*/ 1295899 w 3841477"/>
                <a:gd name="connsiteY6" fmla="*/ 1069802 h 1455853"/>
                <a:gd name="connsiteX7" fmla="*/ 1630334 w 3841477"/>
                <a:gd name="connsiteY7" fmla="*/ 1344968 h 1455853"/>
                <a:gd name="connsiteX8" fmla="*/ 1693835 w 3841477"/>
                <a:gd name="connsiteY8" fmla="*/ 1340734 h 1455853"/>
                <a:gd name="connsiteX9" fmla="*/ 1685369 w 3841477"/>
                <a:gd name="connsiteY9" fmla="*/ 1150234 h 1455853"/>
                <a:gd name="connsiteX10" fmla="*/ 1765802 w 3841477"/>
                <a:gd name="connsiteY10" fmla="*/ 1137534 h 1455853"/>
                <a:gd name="connsiteX11" fmla="*/ 1782737 w 3841477"/>
                <a:gd name="connsiteY11" fmla="*/ 1361901 h 1455853"/>
                <a:gd name="connsiteX12" fmla="*/ 1829303 w 3841477"/>
                <a:gd name="connsiteY12" fmla="*/ 1383067 h 1455853"/>
                <a:gd name="connsiteX13" fmla="*/ 2193369 w 3841477"/>
                <a:gd name="connsiteY13" fmla="*/ 1391534 h 1455853"/>
                <a:gd name="connsiteX14" fmla="*/ 2239936 w 3841477"/>
                <a:gd name="connsiteY14" fmla="*/ 1332267 h 1455853"/>
                <a:gd name="connsiteX15" fmla="*/ 2252636 w 3841477"/>
                <a:gd name="connsiteY15" fmla="*/ 1171402 h 1455853"/>
                <a:gd name="connsiteX16" fmla="*/ 2311902 w 3841477"/>
                <a:gd name="connsiteY16" fmla="*/ 1158701 h 1455853"/>
                <a:gd name="connsiteX17" fmla="*/ 2333069 w 3841477"/>
                <a:gd name="connsiteY17" fmla="*/ 1353434 h 1455853"/>
                <a:gd name="connsiteX18" fmla="*/ 2379636 w 3841477"/>
                <a:gd name="connsiteY18" fmla="*/ 1383068 h 1455853"/>
                <a:gd name="connsiteX19" fmla="*/ 2718302 w 3841477"/>
                <a:gd name="connsiteY19" fmla="*/ 1294167 h 1455853"/>
                <a:gd name="connsiteX20" fmla="*/ 3099302 w 3841477"/>
                <a:gd name="connsiteY20" fmla="*/ 896234 h 1455853"/>
                <a:gd name="connsiteX21" fmla="*/ 3391402 w 3841477"/>
                <a:gd name="connsiteY21" fmla="*/ 527934 h 1455853"/>
                <a:gd name="connsiteX22" fmla="*/ 3658102 w 3841477"/>
                <a:gd name="connsiteY22" fmla="*/ 269701 h 1455853"/>
                <a:gd name="connsiteX23" fmla="*/ 3785103 w 3841477"/>
                <a:gd name="connsiteY23" fmla="*/ 19934 h 1455853"/>
                <a:gd name="connsiteX24" fmla="*/ 3840135 w 3841477"/>
                <a:gd name="connsiteY24" fmla="*/ 45335 h 1455853"/>
                <a:gd name="connsiteX25" fmla="*/ 3734301 w 3841477"/>
                <a:gd name="connsiteY25" fmla="*/ 282400 h 1455853"/>
                <a:gd name="connsiteX26" fmla="*/ 3569202 w 3841477"/>
                <a:gd name="connsiteY26" fmla="*/ 447501 h 1455853"/>
                <a:gd name="connsiteX27" fmla="*/ 3340602 w 3841477"/>
                <a:gd name="connsiteY27" fmla="*/ 688801 h 1455853"/>
                <a:gd name="connsiteX28" fmla="*/ 3107769 w 3841477"/>
                <a:gd name="connsiteY28" fmla="*/ 997834 h 1455853"/>
                <a:gd name="connsiteX29" fmla="*/ 2565900 w 3841477"/>
                <a:gd name="connsiteY29" fmla="*/ 1429632 h 1455853"/>
                <a:gd name="connsiteX30" fmla="*/ 2278035 w 3841477"/>
                <a:gd name="connsiteY30" fmla="*/ 1455034 h 1455853"/>
                <a:gd name="connsiteX31" fmla="*/ 1719236 w 3841477"/>
                <a:gd name="connsiteY31" fmla="*/ 1446568 h 1455853"/>
                <a:gd name="connsiteX32" fmla="*/ 1554134 w 3841477"/>
                <a:gd name="connsiteY32" fmla="*/ 1378834 h 1455853"/>
                <a:gd name="connsiteX33" fmla="*/ 1401735 w 3841477"/>
                <a:gd name="connsiteY33" fmla="*/ 1243368 h 1455853"/>
                <a:gd name="connsiteX34" fmla="*/ 1135035 w 3841477"/>
                <a:gd name="connsiteY34" fmla="*/ 1040166 h 1455853"/>
                <a:gd name="connsiteX35" fmla="*/ 745569 w 3841477"/>
                <a:gd name="connsiteY35" fmla="*/ 820035 h 1455853"/>
                <a:gd name="connsiteX36" fmla="*/ 453468 w 3841477"/>
                <a:gd name="connsiteY36" fmla="*/ 447501 h 1455853"/>
                <a:gd name="connsiteX37" fmla="*/ 119035 w 3841477"/>
                <a:gd name="connsiteY37" fmla="*/ 155402 h 1455853"/>
                <a:gd name="connsiteX38" fmla="*/ 4736 w 3841477"/>
                <a:gd name="connsiteY38" fmla="*/ 74968 h 1455853"/>
                <a:gd name="connsiteX39" fmla="*/ 38603 w 3841477"/>
                <a:gd name="connsiteY39" fmla="*/ 15701 h 1455853"/>
                <a:gd name="connsiteX0" fmla="*/ 38603 w 3841477"/>
                <a:gd name="connsiteY0" fmla="*/ 15701 h 1455853"/>
                <a:gd name="connsiteX1" fmla="*/ 191000 w 3841477"/>
                <a:gd name="connsiteY1" fmla="*/ 125767 h 1455853"/>
                <a:gd name="connsiteX2" fmla="*/ 432302 w 3841477"/>
                <a:gd name="connsiteY2" fmla="*/ 341668 h 1455853"/>
                <a:gd name="connsiteX3" fmla="*/ 567769 w 3841477"/>
                <a:gd name="connsiteY3" fmla="*/ 472901 h 1455853"/>
                <a:gd name="connsiteX4" fmla="*/ 804835 w 3841477"/>
                <a:gd name="connsiteY4" fmla="*/ 781935 h 1455853"/>
                <a:gd name="connsiteX5" fmla="*/ 969936 w 3841477"/>
                <a:gd name="connsiteY5" fmla="*/ 870836 h 1455853"/>
                <a:gd name="connsiteX6" fmla="*/ 1295899 w 3841477"/>
                <a:gd name="connsiteY6" fmla="*/ 1069802 h 1455853"/>
                <a:gd name="connsiteX7" fmla="*/ 1630334 w 3841477"/>
                <a:gd name="connsiteY7" fmla="*/ 1344968 h 1455853"/>
                <a:gd name="connsiteX8" fmla="*/ 1693835 w 3841477"/>
                <a:gd name="connsiteY8" fmla="*/ 1340734 h 1455853"/>
                <a:gd name="connsiteX9" fmla="*/ 1685369 w 3841477"/>
                <a:gd name="connsiteY9" fmla="*/ 1150234 h 1455853"/>
                <a:gd name="connsiteX10" fmla="*/ 1765802 w 3841477"/>
                <a:gd name="connsiteY10" fmla="*/ 1137534 h 1455853"/>
                <a:gd name="connsiteX11" fmla="*/ 1782737 w 3841477"/>
                <a:gd name="connsiteY11" fmla="*/ 1361901 h 1455853"/>
                <a:gd name="connsiteX12" fmla="*/ 1829303 w 3841477"/>
                <a:gd name="connsiteY12" fmla="*/ 1383067 h 1455853"/>
                <a:gd name="connsiteX13" fmla="*/ 2193369 w 3841477"/>
                <a:gd name="connsiteY13" fmla="*/ 1391534 h 1455853"/>
                <a:gd name="connsiteX14" fmla="*/ 2239936 w 3841477"/>
                <a:gd name="connsiteY14" fmla="*/ 1332267 h 1455853"/>
                <a:gd name="connsiteX15" fmla="*/ 2252636 w 3841477"/>
                <a:gd name="connsiteY15" fmla="*/ 1171402 h 1455853"/>
                <a:gd name="connsiteX16" fmla="*/ 2311902 w 3841477"/>
                <a:gd name="connsiteY16" fmla="*/ 1158701 h 1455853"/>
                <a:gd name="connsiteX17" fmla="*/ 2333069 w 3841477"/>
                <a:gd name="connsiteY17" fmla="*/ 1353434 h 1455853"/>
                <a:gd name="connsiteX18" fmla="*/ 2379636 w 3841477"/>
                <a:gd name="connsiteY18" fmla="*/ 1383068 h 1455853"/>
                <a:gd name="connsiteX19" fmla="*/ 2718302 w 3841477"/>
                <a:gd name="connsiteY19" fmla="*/ 1294167 h 1455853"/>
                <a:gd name="connsiteX20" fmla="*/ 3099302 w 3841477"/>
                <a:gd name="connsiteY20" fmla="*/ 896234 h 1455853"/>
                <a:gd name="connsiteX21" fmla="*/ 3391402 w 3841477"/>
                <a:gd name="connsiteY21" fmla="*/ 527934 h 1455853"/>
                <a:gd name="connsiteX22" fmla="*/ 3658102 w 3841477"/>
                <a:gd name="connsiteY22" fmla="*/ 269701 h 1455853"/>
                <a:gd name="connsiteX23" fmla="*/ 3785103 w 3841477"/>
                <a:gd name="connsiteY23" fmla="*/ 19934 h 1455853"/>
                <a:gd name="connsiteX24" fmla="*/ 3840135 w 3841477"/>
                <a:gd name="connsiteY24" fmla="*/ 45335 h 1455853"/>
                <a:gd name="connsiteX25" fmla="*/ 3734301 w 3841477"/>
                <a:gd name="connsiteY25" fmla="*/ 282400 h 1455853"/>
                <a:gd name="connsiteX26" fmla="*/ 3569202 w 3841477"/>
                <a:gd name="connsiteY26" fmla="*/ 447501 h 1455853"/>
                <a:gd name="connsiteX27" fmla="*/ 3340602 w 3841477"/>
                <a:gd name="connsiteY27" fmla="*/ 688801 h 1455853"/>
                <a:gd name="connsiteX28" fmla="*/ 3107769 w 3841477"/>
                <a:gd name="connsiteY28" fmla="*/ 997834 h 1455853"/>
                <a:gd name="connsiteX29" fmla="*/ 2565900 w 3841477"/>
                <a:gd name="connsiteY29" fmla="*/ 1429632 h 1455853"/>
                <a:gd name="connsiteX30" fmla="*/ 2278035 w 3841477"/>
                <a:gd name="connsiteY30" fmla="*/ 1455034 h 1455853"/>
                <a:gd name="connsiteX31" fmla="*/ 1719236 w 3841477"/>
                <a:gd name="connsiteY31" fmla="*/ 1446568 h 1455853"/>
                <a:gd name="connsiteX32" fmla="*/ 1554134 w 3841477"/>
                <a:gd name="connsiteY32" fmla="*/ 1378834 h 1455853"/>
                <a:gd name="connsiteX33" fmla="*/ 1401735 w 3841477"/>
                <a:gd name="connsiteY33" fmla="*/ 1243368 h 1455853"/>
                <a:gd name="connsiteX34" fmla="*/ 1135035 w 3841477"/>
                <a:gd name="connsiteY34" fmla="*/ 1040166 h 1455853"/>
                <a:gd name="connsiteX35" fmla="*/ 745569 w 3841477"/>
                <a:gd name="connsiteY35" fmla="*/ 820035 h 1455853"/>
                <a:gd name="connsiteX36" fmla="*/ 453468 w 3841477"/>
                <a:gd name="connsiteY36" fmla="*/ 447501 h 1455853"/>
                <a:gd name="connsiteX37" fmla="*/ 119035 w 3841477"/>
                <a:gd name="connsiteY37" fmla="*/ 155402 h 1455853"/>
                <a:gd name="connsiteX38" fmla="*/ 4736 w 3841477"/>
                <a:gd name="connsiteY38" fmla="*/ 74968 h 1455853"/>
                <a:gd name="connsiteX39" fmla="*/ 38603 w 3841477"/>
                <a:gd name="connsiteY39" fmla="*/ 15701 h 1455853"/>
                <a:gd name="connsiteX0" fmla="*/ 38603 w 3841477"/>
                <a:gd name="connsiteY0" fmla="*/ 15701 h 1455034"/>
                <a:gd name="connsiteX1" fmla="*/ 191000 w 3841477"/>
                <a:gd name="connsiteY1" fmla="*/ 125767 h 1455034"/>
                <a:gd name="connsiteX2" fmla="*/ 432302 w 3841477"/>
                <a:gd name="connsiteY2" fmla="*/ 341668 h 1455034"/>
                <a:gd name="connsiteX3" fmla="*/ 567769 w 3841477"/>
                <a:gd name="connsiteY3" fmla="*/ 472901 h 1455034"/>
                <a:gd name="connsiteX4" fmla="*/ 804835 w 3841477"/>
                <a:gd name="connsiteY4" fmla="*/ 781935 h 1455034"/>
                <a:gd name="connsiteX5" fmla="*/ 969936 w 3841477"/>
                <a:gd name="connsiteY5" fmla="*/ 870836 h 1455034"/>
                <a:gd name="connsiteX6" fmla="*/ 1295899 w 3841477"/>
                <a:gd name="connsiteY6" fmla="*/ 1069802 h 1455034"/>
                <a:gd name="connsiteX7" fmla="*/ 1630334 w 3841477"/>
                <a:gd name="connsiteY7" fmla="*/ 1344968 h 1455034"/>
                <a:gd name="connsiteX8" fmla="*/ 1693835 w 3841477"/>
                <a:gd name="connsiteY8" fmla="*/ 1340734 h 1455034"/>
                <a:gd name="connsiteX9" fmla="*/ 1685369 w 3841477"/>
                <a:gd name="connsiteY9" fmla="*/ 1150234 h 1455034"/>
                <a:gd name="connsiteX10" fmla="*/ 1765802 w 3841477"/>
                <a:gd name="connsiteY10" fmla="*/ 1137534 h 1455034"/>
                <a:gd name="connsiteX11" fmla="*/ 1782737 w 3841477"/>
                <a:gd name="connsiteY11" fmla="*/ 1361901 h 1455034"/>
                <a:gd name="connsiteX12" fmla="*/ 1829303 w 3841477"/>
                <a:gd name="connsiteY12" fmla="*/ 1383067 h 1455034"/>
                <a:gd name="connsiteX13" fmla="*/ 2193369 w 3841477"/>
                <a:gd name="connsiteY13" fmla="*/ 1391534 h 1455034"/>
                <a:gd name="connsiteX14" fmla="*/ 2239936 w 3841477"/>
                <a:gd name="connsiteY14" fmla="*/ 1332267 h 1455034"/>
                <a:gd name="connsiteX15" fmla="*/ 2252636 w 3841477"/>
                <a:gd name="connsiteY15" fmla="*/ 1171402 h 1455034"/>
                <a:gd name="connsiteX16" fmla="*/ 2311902 w 3841477"/>
                <a:gd name="connsiteY16" fmla="*/ 1158701 h 1455034"/>
                <a:gd name="connsiteX17" fmla="*/ 2333069 w 3841477"/>
                <a:gd name="connsiteY17" fmla="*/ 1353434 h 1455034"/>
                <a:gd name="connsiteX18" fmla="*/ 2379636 w 3841477"/>
                <a:gd name="connsiteY18" fmla="*/ 1383068 h 1455034"/>
                <a:gd name="connsiteX19" fmla="*/ 2718302 w 3841477"/>
                <a:gd name="connsiteY19" fmla="*/ 1294167 h 1455034"/>
                <a:gd name="connsiteX20" fmla="*/ 3099302 w 3841477"/>
                <a:gd name="connsiteY20" fmla="*/ 896234 h 1455034"/>
                <a:gd name="connsiteX21" fmla="*/ 3391402 w 3841477"/>
                <a:gd name="connsiteY21" fmla="*/ 527934 h 1455034"/>
                <a:gd name="connsiteX22" fmla="*/ 3658102 w 3841477"/>
                <a:gd name="connsiteY22" fmla="*/ 269701 h 1455034"/>
                <a:gd name="connsiteX23" fmla="*/ 3785103 w 3841477"/>
                <a:gd name="connsiteY23" fmla="*/ 19934 h 1455034"/>
                <a:gd name="connsiteX24" fmla="*/ 3840135 w 3841477"/>
                <a:gd name="connsiteY24" fmla="*/ 45335 h 1455034"/>
                <a:gd name="connsiteX25" fmla="*/ 3734301 w 3841477"/>
                <a:gd name="connsiteY25" fmla="*/ 282400 h 1455034"/>
                <a:gd name="connsiteX26" fmla="*/ 3569202 w 3841477"/>
                <a:gd name="connsiteY26" fmla="*/ 447501 h 1455034"/>
                <a:gd name="connsiteX27" fmla="*/ 3340602 w 3841477"/>
                <a:gd name="connsiteY27" fmla="*/ 688801 h 1455034"/>
                <a:gd name="connsiteX28" fmla="*/ 3107769 w 3841477"/>
                <a:gd name="connsiteY28" fmla="*/ 997834 h 1455034"/>
                <a:gd name="connsiteX29" fmla="*/ 2565900 w 3841477"/>
                <a:gd name="connsiteY29" fmla="*/ 1429632 h 1455034"/>
                <a:gd name="connsiteX30" fmla="*/ 2278035 w 3841477"/>
                <a:gd name="connsiteY30" fmla="*/ 1455034 h 1455034"/>
                <a:gd name="connsiteX31" fmla="*/ 1719236 w 3841477"/>
                <a:gd name="connsiteY31" fmla="*/ 1446568 h 1455034"/>
                <a:gd name="connsiteX32" fmla="*/ 1554134 w 3841477"/>
                <a:gd name="connsiteY32" fmla="*/ 1378834 h 1455034"/>
                <a:gd name="connsiteX33" fmla="*/ 1401735 w 3841477"/>
                <a:gd name="connsiteY33" fmla="*/ 1243368 h 1455034"/>
                <a:gd name="connsiteX34" fmla="*/ 1135035 w 3841477"/>
                <a:gd name="connsiteY34" fmla="*/ 1040166 h 1455034"/>
                <a:gd name="connsiteX35" fmla="*/ 745569 w 3841477"/>
                <a:gd name="connsiteY35" fmla="*/ 820035 h 1455034"/>
                <a:gd name="connsiteX36" fmla="*/ 453468 w 3841477"/>
                <a:gd name="connsiteY36" fmla="*/ 447501 h 1455034"/>
                <a:gd name="connsiteX37" fmla="*/ 119035 w 3841477"/>
                <a:gd name="connsiteY37" fmla="*/ 155402 h 1455034"/>
                <a:gd name="connsiteX38" fmla="*/ 4736 w 3841477"/>
                <a:gd name="connsiteY38" fmla="*/ 74968 h 1455034"/>
                <a:gd name="connsiteX39" fmla="*/ 38603 w 3841477"/>
                <a:gd name="connsiteY39" fmla="*/ 15701 h 1455034"/>
                <a:gd name="connsiteX0" fmla="*/ 38603 w 3841477"/>
                <a:gd name="connsiteY0" fmla="*/ 15701 h 1455034"/>
                <a:gd name="connsiteX1" fmla="*/ 191000 w 3841477"/>
                <a:gd name="connsiteY1" fmla="*/ 125767 h 1455034"/>
                <a:gd name="connsiteX2" fmla="*/ 432302 w 3841477"/>
                <a:gd name="connsiteY2" fmla="*/ 341668 h 1455034"/>
                <a:gd name="connsiteX3" fmla="*/ 567769 w 3841477"/>
                <a:gd name="connsiteY3" fmla="*/ 472901 h 1455034"/>
                <a:gd name="connsiteX4" fmla="*/ 804835 w 3841477"/>
                <a:gd name="connsiteY4" fmla="*/ 781935 h 1455034"/>
                <a:gd name="connsiteX5" fmla="*/ 969936 w 3841477"/>
                <a:gd name="connsiteY5" fmla="*/ 870836 h 1455034"/>
                <a:gd name="connsiteX6" fmla="*/ 1295899 w 3841477"/>
                <a:gd name="connsiteY6" fmla="*/ 1069802 h 1455034"/>
                <a:gd name="connsiteX7" fmla="*/ 1630334 w 3841477"/>
                <a:gd name="connsiteY7" fmla="*/ 1344968 h 1455034"/>
                <a:gd name="connsiteX8" fmla="*/ 1693835 w 3841477"/>
                <a:gd name="connsiteY8" fmla="*/ 1340734 h 1455034"/>
                <a:gd name="connsiteX9" fmla="*/ 1685369 w 3841477"/>
                <a:gd name="connsiteY9" fmla="*/ 1150234 h 1455034"/>
                <a:gd name="connsiteX10" fmla="*/ 1765802 w 3841477"/>
                <a:gd name="connsiteY10" fmla="*/ 1137534 h 1455034"/>
                <a:gd name="connsiteX11" fmla="*/ 1782737 w 3841477"/>
                <a:gd name="connsiteY11" fmla="*/ 1361901 h 1455034"/>
                <a:gd name="connsiteX12" fmla="*/ 1829303 w 3841477"/>
                <a:gd name="connsiteY12" fmla="*/ 1383067 h 1455034"/>
                <a:gd name="connsiteX13" fmla="*/ 2193369 w 3841477"/>
                <a:gd name="connsiteY13" fmla="*/ 1391534 h 1455034"/>
                <a:gd name="connsiteX14" fmla="*/ 2239936 w 3841477"/>
                <a:gd name="connsiteY14" fmla="*/ 1332267 h 1455034"/>
                <a:gd name="connsiteX15" fmla="*/ 2252636 w 3841477"/>
                <a:gd name="connsiteY15" fmla="*/ 1171402 h 1455034"/>
                <a:gd name="connsiteX16" fmla="*/ 2311902 w 3841477"/>
                <a:gd name="connsiteY16" fmla="*/ 1158701 h 1455034"/>
                <a:gd name="connsiteX17" fmla="*/ 2333069 w 3841477"/>
                <a:gd name="connsiteY17" fmla="*/ 1353434 h 1455034"/>
                <a:gd name="connsiteX18" fmla="*/ 2379636 w 3841477"/>
                <a:gd name="connsiteY18" fmla="*/ 1383068 h 1455034"/>
                <a:gd name="connsiteX19" fmla="*/ 2578602 w 3841477"/>
                <a:gd name="connsiteY19" fmla="*/ 1340733 h 1455034"/>
                <a:gd name="connsiteX20" fmla="*/ 3099302 w 3841477"/>
                <a:gd name="connsiteY20" fmla="*/ 896234 h 1455034"/>
                <a:gd name="connsiteX21" fmla="*/ 3391402 w 3841477"/>
                <a:gd name="connsiteY21" fmla="*/ 527934 h 1455034"/>
                <a:gd name="connsiteX22" fmla="*/ 3658102 w 3841477"/>
                <a:gd name="connsiteY22" fmla="*/ 269701 h 1455034"/>
                <a:gd name="connsiteX23" fmla="*/ 3785103 w 3841477"/>
                <a:gd name="connsiteY23" fmla="*/ 19934 h 1455034"/>
                <a:gd name="connsiteX24" fmla="*/ 3840135 w 3841477"/>
                <a:gd name="connsiteY24" fmla="*/ 45335 h 1455034"/>
                <a:gd name="connsiteX25" fmla="*/ 3734301 w 3841477"/>
                <a:gd name="connsiteY25" fmla="*/ 282400 h 1455034"/>
                <a:gd name="connsiteX26" fmla="*/ 3569202 w 3841477"/>
                <a:gd name="connsiteY26" fmla="*/ 447501 h 1455034"/>
                <a:gd name="connsiteX27" fmla="*/ 3340602 w 3841477"/>
                <a:gd name="connsiteY27" fmla="*/ 688801 h 1455034"/>
                <a:gd name="connsiteX28" fmla="*/ 3107769 w 3841477"/>
                <a:gd name="connsiteY28" fmla="*/ 997834 h 1455034"/>
                <a:gd name="connsiteX29" fmla="*/ 2565900 w 3841477"/>
                <a:gd name="connsiteY29" fmla="*/ 1429632 h 1455034"/>
                <a:gd name="connsiteX30" fmla="*/ 2278035 w 3841477"/>
                <a:gd name="connsiteY30" fmla="*/ 1455034 h 1455034"/>
                <a:gd name="connsiteX31" fmla="*/ 1719236 w 3841477"/>
                <a:gd name="connsiteY31" fmla="*/ 1446568 h 1455034"/>
                <a:gd name="connsiteX32" fmla="*/ 1554134 w 3841477"/>
                <a:gd name="connsiteY32" fmla="*/ 1378834 h 1455034"/>
                <a:gd name="connsiteX33" fmla="*/ 1401735 w 3841477"/>
                <a:gd name="connsiteY33" fmla="*/ 1243368 h 1455034"/>
                <a:gd name="connsiteX34" fmla="*/ 1135035 w 3841477"/>
                <a:gd name="connsiteY34" fmla="*/ 1040166 h 1455034"/>
                <a:gd name="connsiteX35" fmla="*/ 745569 w 3841477"/>
                <a:gd name="connsiteY35" fmla="*/ 820035 h 1455034"/>
                <a:gd name="connsiteX36" fmla="*/ 453468 w 3841477"/>
                <a:gd name="connsiteY36" fmla="*/ 447501 h 1455034"/>
                <a:gd name="connsiteX37" fmla="*/ 119035 w 3841477"/>
                <a:gd name="connsiteY37" fmla="*/ 155402 h 1455034"/>
                <a:gd name="connsiteX38" fmla="*/ 4736 w 3841477"/>
                <a:gd name="connsiteY38" fmla="*/ 74968 h 1455034"/>
                <a:gd name="connsiteX39" fmla="*/ 38603 w 3841477"/>
                <a:gd name="connsiteY39" fmla="*/ 15701 h 1455034"/>
                <a:gd name="connsiteX0" fmla="*/ 38603 w 3841477"/>
                <a:gd name="connsiteY0" fmla="*/ 15701 h 1455034"/>
                <a:gd name="connsiteX1" fmla="*/ 191000 w 3841477"/>
                <a:gd name="connsiteY1" fmla="*/ 125767 h 1455034"/>
                <a:gd name="connsiteX2" fmla="*/ 432302 w 3841477"/>
                <a:gd name="connsiteY2" fmla="*/ 341668 h 1455034"/>
                <a:gd name="connsiteX3" fmla="*/ 567769 w 3841477"/>
                <a:gd name="connsiteY3" fmla="*/ 472901 h 1455034"/>
                <a:gd name="connsiteX4" fmla="*/ 804835 w 3841477"/>
                <a:gd name="connsiteY4" fmla="*/ 781935 h 1455034"/>
                <a:gd name="connsiteX5" fmla="*/ 969936 w 3841477"/>
                <a:gd name="connsiteY5" fmla="*/ 870836 h 1455034"/>
                <a:gd name="connsiteX6" fmla="*/ 1295899 w 3841477"/>
                <a:gd name="connsiteY6" fmla="*/ 1069802 h 1455034"/>
                <a:gd name="connsiteX7" fmla="*/ 1630334 w 3841477"/>
                <a:gd name="connsiteY7" fmla="*/ 1344968 h 1455034"/>
                <a:gd name="connsiteX8" fmla="*/ 1693835 w 3841477"/>
                <a:gd name="connsiteY8" fmla="*/ 1340734 h 1455034"/>
                <a:gd name="connsiteX9" fmla="*/ 1685369 w 3841477"/>
                <a:gd name="connsiteY9" fmla="*/ 1150234 h 1455034"/>
                <a:gd name="connsiteX10" fmla="*/ 1765802 w 3841477"/>
                <a:gd name="connsiteY10" fmla="*/ 1137534 h 1455034"/>
                <a:gd name="connsiteX11" fmla="*/ 1782737 w 3841477"/>
                <a:gd name="connsiteY11" fmla="*/ 1361901 h 1455034"/>
                <a:gd name="connsiteX12" fmla="*/ 1829303 w 3841477"/>
                <a:gd name="connsiteY12" fmla="*/ 1383067 h 1455034"/>
                <a:gd name="connsiteX13" fmla="*/ 2193369 w 3841477"/>
                <a:gd name="connsiteY13" fmla="*/ 1391534 h 1455034"/>
                <a:gd name="connsiteX14" fmla="*/ 2239936 w 3841477"/>
                <a:gd name="connsiteY14" fmla="*/ 1332267 h 1455034"/>
                <a:gd name="connsiteX15" fmla="*/ 2252636 w 3841477"/>
                <a:gd name="connsiteY15" fmla="*/ 1171402 h 1455034"/>
                <a:gd name="connsiteX16" fmla="*/ 2311902 w 3841477"/>
                <a:gd name="connsiteY16" fmla="*/ 1158701 h 1455034"/>
                <a:gd name="connsiteX17" fmla="*/ 2333069 w 3841477"/>
                <a:gd name="connsiteY17" fmla="*/ 1353434 h 1455034"/>
                <a:gd name="connsiteX18" fmla="*/ 2379636 w 3841477"/>
                <a:gd name="connsiteY18" fmla="*/ 1383068 h 1455034"/>
                <a:gd name="connsiteX19" fmla="*/ 2578602 w 3841477"/>
                <a:gd name="connsiteY19" fmla="*/ 1340733 h 1455034"/>
                <a:gd name="connsiteX20" fmla="*/ 3099302 w 3841477"/>
                <a:gd name="connsiteY20" fmla="*/ 896234 h 1455034"/>
                <a:gd name="connsiteX21" fmla="*/ 3391402 w 3841477"/>
                <a:gd name="connsiteY21" fmla="*/ 527934 h 1455034"/>
                <a:gd name="connsiteX22" fmla="*/ 3658102 w 3841477"/>
                <a:gd name="connsiteY22" fmla="*/ 269701 h 1455034"/>
                <a:gd name="connsiteX23" fmla="*/ 3785103 w 3841477"/>
                <a:gd name="connsiteY23" fmla="*/ 19934 h 1455034"/>
                <a:gd name="connsiteX24" fmla="*/ 3840135 w 3841477"/>
                <a:gd name="connsiteY24" fmla="*/ 45335 h 1455034"/>
                <a:gd name="connsiteX25" fmla="*/ 3734301 w 3841477"/>
                <a:gd name="connsiteY25" fmla="*/ 282400 h 1455034"/>
                <a:gd name="connsiteX26" fmla="*/ 3569202 w 3841477"/>
                <a:gd name="connsiteY26" fmla="*/ 447501 h 1455034"/>
                <a:gd name="connsiteX27" fmla="*/ 3340602 w 3841477"/>
                <a:gd name="connsiteY27" fmla="*/ 688801 h 1455034"/>
                <a:gd name="connsiteX28" fmla="*/ 3107769 w 3841477"/>
                <a:gd name="connsiteY28" fmla="*/ 997834 h 1455034"/>
                <a:gd name="connsiteX29" fmla="*/ 2565900 w 3841477"/>
                <a:gd name="connsiteY29" fmla="*/ 1429632 h 1455034"/>
                <a:gd name="connsiteX30" fmla="*/ 2278035 w 3841477"/>
                <a:gd name="connsiteY30" fmla="*/ 1455034 h 1455034"/>
                <a:gd name="connsiteX31" fmla="*/ 1719236 w 3841477"/>
                <a:gd name="connsiteY31" fmla="*/ 1446568 h 1455034"/>
                <a:gd name="connsiteX32" fmla="*/ 1554134 w 3841477"/>
                <a:gd name="connsiteY32" fmla="*/ 1378834 h 1455034"/>
                <a:gd name="connsiteX33" fmla="*/ 1401735 w 3841477"/>
                <a:gd name="connsiteY33" fmla="*/ 1243368 h 1455034"/>
                <a:gd name="connsiteX34" fmla="*/ 1135035 w 3841477"/>
                <a:gd name="connsiteY34" fmla="*/ 1040166 h 1455034"/>
                <a:gd name="connsiteX35" fmla="*/ 745569 w 3841477"/>
                <a:gd name="connsiteY35" fmla="*/ 820035 h 1455034"/>
                <a:gd name="connsiteX36" fmla="*/ 453468 w 3841477"/>
                <a:gd name="connsiteY36" fmla="*/ 447501 h 1455034"/>
                <a:gd name="connsiteX37" fmla="*/ 119035 w 3841477"/>
                <a:gd name="connsiteY37" fmla="*/ 155402 h 1455034"/>
                <a:gd name="connsiteX38" fmla="*/ 4736 w 3841477"/>
                <a:gd name="connsiteY38" fmla="*/ 74968 h 1455034"/>
                <a:gd name="connsiteX39" fmla="*/ 38603 w 3841477"/>
                <a:gd name="connsiteY39" fmla="*/ 15701 h 1455034"/>
                <a:gd name="connsiteX0" fmla="*/ 38603 w 3841477"/>
                <a:gd name="connsiteY0" fmla="*/ 15701 h 1455034"/>
                <a:gd name="connsiteX1" fmla="*/ 191000 w 3841477"/>
                <a:gd name="connsiteY1" fmla="*/ 125767 h 1455034"/>
                <a:gd name="connsiteX2" fmla="*/ 432302 w 3841477"/>
                <a:gd name="connsiteY2" fmla="*/ 341668 h 1455034"/>
                <a:gd name="connsiteX3" fmla="*/ 567769 w 3841477"/>
                <a:gd name="connsiteY3" fmla="*/ 472901 h 1455034"/>
                <a:gd name="connsiteX4" fmla="*/ 804835 w 3841477"/>
                <a:gd name="connsiteY4" fmla="*/ 781935 h 1455034"/>
                <a:gd name="connsiteX5" fmla="*/ 969936 w 3841477"/>
                <a:gd name="connsiteY5" fmla="*/ 870836 h 1455034"/>
                <a:gd name="connsiteX6" fmla="*/ 1295899 w 3841477"/>
                <a:gd name="connsiteY6" fmla="*/ 1069802 h 1455034"/>
                <a:gd name="connsiteX7" fmla="*/ 1630334 w 3841477"/>
                <a:gd name="connsiteY7" fmla="*/ 1344968 h 1455034"/>
                <a:gd name="connsiteX8" fmla="*/ 1693835 w 3841477"/>
                <a:gd name="connsiteY8" fmla="*/ 1340734 h 1455034"/>
                <a:gd name="connsiteX9" fmla="*/ 1685369 w 3841477"/>
                <a:gd name="connsiteY9" fmla="*/ 1150234 h 1455034"/>
                <a:gd name="connsiteX10" fmla="*/ 1765802 w 3841477"/>
                <a:gd name="connsiteY10" fmla="*/ 1137534 h 1455034"/>
                <a:gd name="connsiteX11" fmla="*/ 1782737 w 3841477"/>
                <a:gd name="connsiteY11" fmla="*/ 1361901 h 1455034"/>
                <a:gd name="connsiteX12" fmla="*/ 1829303 w 3841477"/>
                <a:gd name="connsiteY12" fmla="*/ 1383067 h 1455034"/>
                <a:gd name="connsiteX13" fmla="*/ 2193369 w 3841477"/>
                <a:gd name="connsiteY13" fmla="*/ 1391534 h 1455034"/>
                <a:gd name="connsiteX14" fmla="*/ 2239936 w 3841477"/>
                <a:gd name="connsiteY14" fmla="*/ 1332267 h 1455034"/>
                <a:gd name="connsiteX15" fmla="*/ 2252636 w 3841477"/>
                <a:gd name="connsiteY15" fmla="*/ 1171402 h 1455034"/>
                <a:gd name="connsiteX16" fmla="*/ 2311902 w 3841477"/>
                <a:gd name="connsiteY16" fmla="*/ 1158701 h 1455034"/>
                <a:gd name="connsiteX17" fmla="*/ 2333069 w 3841477"/>
                <a:gd name="connsiteY17" fmla="*/ 1353434 h 1455034"/>
                <a:gd name="connsiteX18" fmla="*/ 2379636 w 3841477"/>
                <a:gd name="connsiteY18" fmla="*/ 1383068 h 1455034"/>
                <a:gd name="connsiteX19" fmla="*/ 2578602 w 3841477"/>
                <a:gd name="connsiteY19" fmla="*/ 1340733 h 1455034"/>
                <a:gd name="connsiteX20" fmla="*/ 3099302 w 3841477"/>
                <a:gd name="connsiteY20" fmla="*/ 896234 h 1455034"/>
                <a:gd name="connsiteX21" fmla="*/ 3391402 w 3841477"/>
                <a:gd name="connsiteY21" fmla="*/ 527934 h 1455034"/>
                <a:gd name="connsiteX22" fmla="*/ 3658102 w 3841477"/>
                <a:gd name="connsiteY22" fmla="*/ 269701 h 1455034"/>
                <a:gd name="connsiteX23" fmla="*/ 3785103 w 3841477"/>
                <a:gd name="connsiteY23" fmla="*/ 19934 h 1455034"/>
                <a:gd name="connsiteX24" fmla="*/ 3840135 w 3841477"/>
                <a:gd name="connsiteY24" fmla="*/ 45335 h 1455034"/>
                <a:gd name="connsiteX25" fmla="*/ 3734301 w 3841477"/>
                <a:gd name="connsiteY25" fmla="*/ 282400 h 1455034"/>
                <a:gd name="connsiteX26" fmla="*/ 3569202 w 3841477"/>
                <a:gd name="connsiteY26" fmla="*/ 447501 h 1455034"/>
                <a:gd name="connsiteX27" fmla="*/ 3340602 w 3841477"/>
                <a:gd name="connsiteY27" fmla="*/ 688801 h 1455034"/>
                <a:gd name="connsiteX28" fmla="*/ 3107769 w 3841477"/>
                <a:gd name="connsiteY28" fmla="*/ 997834 h 1455034"/>
                <a:gd name="connsiteX29" fmla="*/ 2565900 w 3841477"/>
                <a:gd name="connsiteY29" fmla="*/ 1429632 h 1455034"/>
                <a:gd name="connsiteX30" fmla="*/ 2278035 w 3841477"/>
                <a:gd name="connsiteY30" fmla="*/ 1455034 h 1455034"/>
                <a:gd name="connsiteX31" fmla="*/ 1719236 w 3841477"/>
                <a:gd name="connsiteY31" fmla="*/ 1446568 h 1455034"/>
                <a:gd name="connsiteX32" fmla="*/ 1554134 w 3841477"/>
                <a:gd name="connsiteY32" fmla="*/ 1378834 h 1455034"/>
                <a:gd name="connsiteX33" fmla="*/ 1401735 w 3841477"/>
                <a:gd name="connsiteY33" fmla="*/ 1243368 h 1455034"/>
                <a:gd name="connsiteX34" fmla="*/ 1135035 w 3841477"/>
                <a:gd name="connsiteY34" fmla="*/ 1040166 h 1455034"/>
                <a:gd name="connsiteX35" fmla="*/ 745569 w 3841477"/>
                <a:gd name="connsiteY35" fmla="*/ 820035 h 1455034"/>
                <a:gd name="connsiteX36" fmla="*/ 453468 w 3841477"/>
                <a:gd name="connsiteY36" fmla="*/ 447501 h 1455034"/>
                <a:gd name="connsiteX37" fmla="*/ 119035 w 3841477"/>
                <a:gd name="connsiteY37" fmla="*/ 155402 h 1455034"/>
                <a:gd name="connsiteX38" fmla="*/ 4736 w 3841477"/>
                <a:gd name="connsiteY38" fmla="*/ 74968 h 1455034"/>
                <a:gd name="connsiteX39" fmla="*/ 38603 w 3841477"/>
                <a:gd name="connsiteY39" fmla="*/ 15701 h 1455034"/>
                <a:gd name="connsiteX0" fmla="*/ 38603 w 3841477"/>
                <a:gd name="connsiteY0" fmla="*/ 15701 h 1455034"/>
                <a:gd name="connsiteX1" fmla="*/ 191000 w 3841477"/>
                <a:gd name="connsiteY1" fmla="*/ 125767 h 1455034"/>
                <a:gd name="connsiteX2" fmla="*/ 432302 w 3841477"/>
                <a:gd name="connsiteY2" fmla="*/ 341668 h 1455034"/>
                <a:gd name="connsiteX3" fmla="*/ 567769 w 3841477"/>
                <a:gd name="connsiteY3" fmla="*/ 472901 h 1455034"/>
                <a:gd name="connsiteX4" fmla="*/ 804835 w 3841477"/>
                <a:gd name="connsiteY4" fmla="*/ 781935 h 1455034"/>
                <a:gd name="connsiteX5" fmla="*/ 969936 w 3841477"/>
                <a:gd name="connsiteY5" fmla="*/ 870836 h 1455034"/>
                <a:gd name="connsiteX6" fmla="*/ 1295899 w 3841477"/>
                <a:gd name="connsiteY6" fmla="*/ 1069802 h 1455034"/>
                <a:gd name="connsiteX7" fmla="*/ 1630334 w 3841477"/>
                <a:gd name="connsiteY7" fmla="*/ 1344968 h 1455034"/>
                <a:gd name="connsiteX8" fmla="*/ 1693835 w 3841477"/>
                <a:gd name="connsiteY8" fmla="*/ 1340734 h 1455034"/>
                <a:gd name="connsiteX9" fmla="*/ 1685369 w 3841477"/>
                <a:gd name="connsiteY9" fmla="*/ 1150234 h 1455034"/>
                <a:gd name="connsiteX10" fmla="*/ 1765802 w 3841477"/>
                <a:gd name="connsiteY10" fmla="*/ 1137534 h 1455034"/>
                <a:gd name="connsiteX11" fmla="*/ 1782737 w 3841477"/>
                <a:gd name="connsiteY11" fmla="*/ 1361901 h 1455034"/>
                <a:gd name="connsiteX12" fmla="*/ 1829303 w 3841477"/>
                <a:gd name="connsiteY12" fmla="*/ 1383067 h 1455034"/>
                <a:gd name="connsiteX13" fmla="*/ 2193369 w 3841477"/>
                <a:gd name="connsiteY13" fmla="*/ 1391534 h 1455034"/>
                <a:gd name="connsiteX14" fmla="*/ 2239936 w 3841477"/>
                <a:gd name="connsiteY14" fmla="*/ 1332267 h 1455034"/>
                <a:gd name="connsiteX15" fmla="*/ 2252636 w 3841477"/>
                <a:gd name="connsiteY15" fmla="*/ 1171402 h 1455034"/>
                <a:gd name="connsiteX16" fmla="*/ 2311902 w 3841477"/>
                <a:gd name="connsiteY16" fmla="*/ 1158701 h 1455034"/>
                <a:gd name="connsiteX17" fmla="*/ 2333069 w 3841477"/>
                <a:gd name="connsiteY17" fmla="*/ 1353434 h 1455034"/>
                <a:gd name="connsiteX18" fmla="*/ 2379636 w 3841477"/>
                <a:gd name="connsiteY18" fmla="*/ 1383068 h 1455034"/>
                <a:gd name="connsiteX19" fmla="*/ 2578602 w 3841477"/>
                <a:gd name="connsiteY19" fmla="*/ 1340733 h 1455034"/>
                <a:gd name="connsiteX20" fmla="*/ 3099302 w 3841477"/>
                <a:gd name="connsiteY20" fmla="*/ 896234 h 1455034"/>
                <a:gd name="connsiteX21" fmla="*/ 3391402 w 3841477"/>
                <a:gd name="connsiteY21" fmla="*/ 527934 h 1455034"/>
                <a:gd name="connsiteX22" fmla="*/ 3658102 w 3841477"/>
                <a:gd name="connsiteY22" fmla="*/ 269701 h 1455034"/>
                <a:gd name="connsiteX23" fmla="*/ 3785103 w 3841477"/>
                <a:gd name="connsiteY23" fmla="*/ 19934 h 1455034"/>
                <a:gd name="connsiteX24" fmla="*/ 3840135 w 3841477"/>
                <a:gd name="connsiteY24" fmla="*/ 45335 h 1455034"/>
                <a:gd name="connsiteX25" fmla="*/ 3734301 w 3841477"/>
                <a:gd name="connsiteY25" fmla="*/ 282400 h 1455034"/>
                <a:gd name="connsiteX26" fmla="*/ 3569202 w 3841477"/>
                <a:gd name="connsiteY26" fmla="*/ 447501 h 1455034"/>
                <a:gd name="connsiteX27" fmla="*/ 3340602 w 3841477"/>
                <a:gd name="connsiteY27" fmla="*/ 688801 h 1455034"/>
                <a:gd name="connsiteX28" fmla="*/ 3107769 w 3841477"/>
                <a:gd name="connsiteY28" fmla="*/ 997834 h 1455034"/>
                <a:gd name="connsiteX29" fmla="*/ 2565900 w 3841477"/>
                <a:gd name="connsiteY29" fmla="*/ 1429632 h 1455034"/>
                <a:gd name="connsiteX30" fmla="*/ 2278035 w 3841477"/>
                <a:gd name="connsiteY30" fmla="*/ 1455034 h 1455034"/>
                <a:gd name="connsiteX31" fmla="*/ 1719236 w 3841477"/>
                <a:gd name="connsiteY31" fmla="*/ 1446568 h 1455034"/>
                <a:gd name="connsiteX32" fmla="*/ 1554134 w 3841477"/>
                <a:gd name="connsiteY32" fmla="*/ 1378834 h 1455034"/>
                <a:gd name="connsiteX33" fmla="*/ 1401735 w 3841477"/>
                <a:gd name="connsiteY33" fmla="*/ 1243368 h 1455034"/>
                <a:gd name="connsiteX34" fmla="*/ 1135035 w 3841477"/>
                <a:gd name="connsiteY34" fmla="*/ 1040166 h 1455034"/>
                <a:gd name="connsiteX35" fmla="*/ 745569 w 3841477"/>
                <a:gd name="connsiteY35" fmla="*/ 820035 h 1455034"/>
                <a:gd name="connsiteX36" fmla="*/ 453468 w 3841477"/>
                <a:gd name="connsiteY36" fmla="*/ 447501 h 1455034"/>
                <a:gd name="connsiteX37" fmla="*/ 119035 w 3841477"/>
                <a:gd name="connsiteY37" fmla="*/ 155402 h 1455034"/>
                <a:gd name="connsiteX38" fmla="*/ 4736 w 3841477"/>
                <a:gd name="connsiteY38" fmla="*/ 74968 h 1455034"/>
                <a:gd name="connsiteX39" fmla="*/ 38603 w 3841477"/>
                <a:gd name="connsiteY39" fmla="*/ 15701 h 1455034"/>
                <a:gd name="connsiteX0" fmla="*/ 38603 w 3841477"/>
                <a:gd name="connsiteY0" fmla="*/ 15701 h 1455034"/>
                <a:gd name="connsiteX1" fmla="*/ 191000 w 3841477"/>
                <a:gd name="connsiteY1" fmla="*/ 125767 h 1455034"/>
                <a:gd name="connsiteX2" fmla="*/ 432302 w 3841477"/>
                <a:gd name="connsiteY2" fmla="*/ 341668 h 1455034"/>
                <a:gd name="connsiteX3" fmla="*/ 567769 w 3841477"/>
                <a:gd name="connsiteY3" fmla="*/ 472901 h 1455034"/>
                <a:gd name="connsiteX4" fmla="*/ 804835 w 3841477"/>
                <a:gd name="connsiteY4" fmla="*/ 781935 h 1455034"/>
                <a:gd name="connsiteX5" fmla="*/ 969936 w 3841477"/>
                <a:gd name="connsiteY5" fmla="*/ 870836 h 1455034"/>
                <a:gd name="connsiteX6" fmla="*/ 1295899 w 3841477"/>
                <a:gd name="connsiteY6" fmla="*/ 1069802 h 1455034"/>
                <a:gd name="connsiteX7" fmla="*/ 1630334 w 3841477"/>
                <a:gd name="connsiteY7" fmla="*/ 1344968 h 1455034"/>
                <a:gd name="connsiteX8" fmla="*/ 1693835 w 3841477"/>
                <a:gd name="connsiteY8" fmla="*/ 1340734 h 1455034"/>
                <a:gd name="connsiteX9" fmla="*/ 1685369 w 3841477"/>
                <a:gd name="connsiteY9" fmla="*/ 1150234 h 1455034"/>
                <a:gd name="connsiteX10" fmla="*/ 1765802 w 3841477"/>
                <a:gd name="connsiteY10" fmla="*/ 1137534 h 1455034"/>
                <a:gd name="connsiteX11" fmla="*/ 1782737 w 3841477"/>
                <a:gd name="connsiteY11" fmla="*/ 1361901 h 1455034"/>
                <a:gd name="connsiteX12" fmla="*/ 1829303 w 3841477"/>
                <a:gd name="connsiteY12" fmla="*/ 1383067 h 1455034"/>
                <a:gd name="connsiteX13" fmla="*/ 2193369 w 3841477"/>
                <a:gd name="connsiteY13" fmla="*/ 1391534 h 1455034"/>
                <a:gd name="connsiteX14" fmla="*/ 2239936 w 3841477"/>
                <a:gd name="connsiteY14" fmla="*/ 1332267 h 1455034"/>
                <a:gd name="connsiteX15" fmla="*/ 2252636 w 3841477"/>
                <a:gd name="connsiteY15" fmla="*/ 1171402 h 1455034"/>
                <a:gd name="connsiteX16" fmla="*/ 2311902 w 3841477"/>
                <a:gd name="connsiteY16" fmla="*/ 1158701 h 1455034"/>
                <a:gd name="connsiteX17" fmla="*/ 2333069 w 3841477"/>
                <a:gd name="connsiteY17" fmla="*/ 1353434 h 1455034"/>
                <a:gd name="connsiteX18" fmla="*/ 2379636 w 3841477"/>
                <a:gd name="connsiteY18" fmla="*/ 1383068 h 1455034"/>
                <a:gd name="connsiteX19" fmla="*/ 2582835 w 3841477"/>
                <a:gd name="connsiteY19" fmla="*/ 1349199 h 1455034"/>
                <a:gd name="connsiteX20" fmla="*/ 3099302 w 3841477"/>
                <a:gd name="connsiteY20" fmla="*/ 896234 h 1455034"/>
                <a:gd name="connsiteX21" fmla="*/ 3391402 w 3841477"/>
                <a:gd name="connsiteY21" fmla="*/ 527934 h 1455034"/>
                <a:gd name="connsiteX22" fmla="*/ 3658102 w 3841477"/>
                <a:gd name="connsiteY22" fmla="*/ 269701 h 1455034"/>
                <a:gd name="connsiteX23" fmla="*/ 3785103 w 3841477"/>
                <a:gd name="connsiteY23" fmla="*/ 19934 h 1455034"/>
                <a:gd name="connsiteX24" fmla="*/ 3840135 w 3841477"/>
                <a:gd name="connsiteY24" fmla="*/ 45335 h 1455034"/>
                <a:gd name="connsiteX25" fmla="*/ 3734301 w 3841477"/>
                <a:gd name="connsiteY25" fmla="*/ 282400 h 1455034"/>
                <a:gd name="connsiteX26" fmla="*/ 3569202 w 3841477"/>
                <a:gd name="connsiteY26" fmla="*/ 447501 h 1455034"/>
                <a:gd name="connsiteX27" fmla="*/ 3340602 w 3841477"/>
                <a:gd name="connsiteY27" fmla="*/ 688801 h 1455034"/>
                <a:gd name="connsiteX28" fmla="*/ 3107769 w 3841477"/>
                <a:gd name="connsiteY28" fmla="*/ 997834 h 1455034"/>
                <a:gd name="connsiteX29" fmla="*/ 2565900 w 3841477"/>
                <a:gd name="connsiteY29" fmla="*/ 1429632 h 1455034"/>
                <a:gd name="connsiteX30" fmla="*/ 2278035 w 3841477"/>
                <a:gd name="connsiteY30" fmla="*/ 1455034 h 1455034"/>
                <a:gd name="connsiteX31" fmla="*/ 1719236 w 3841477"/>
                <a:gd name="connsiteY31" fmla="*/ 1446568 h 1455034"/>
                <a:gd name="connsiteX32" fmla="*/ 1554134 w 3841477"/>
                <a:gd name="connsiteY32" fmla="*/ 1378834 h 1455034"/>
                <a:gd name="connsiteX33" fmla="*/ 1401735 w 3841477"/>
                <a:gd name="connsiteY33" fmla="*/ 1243368 h 1455034"/>
                <a:gd name="connsiteX34" fmla="*/ 1135035 w 3841477"/>
                <a:gd name="connsiteY34" fmla="*/ 1040166 h 1455034"/>
                <a:gd name="connsiteX35" fmla="*/ 745569 w 3841477"/>
                <a:gd name="connsiteY35" fmla="*/ 820035 h 1455034"/>
                <a:gd name="connsiteX36" fmla="*/ 453468 w 3841477"/>
                <a:gd name="connsiteY36" fmla="*/ 447501 h 1455034"/>
                <a:gd name="connsiteX37" fmla="*/ 119035 w 3841477"/>
                <a:gd name="connsiteY37" fmla="*/ 155402 h 1455034"/>
                <a:gd name="connsiteX38" fmla="*/ 4736 w 3841477"/>
                <a:gd name="connsiteY38" fmla="*/ 74968 h 1455034"/>
                <a:gd name="connsiteX39" fmla="*/ 38603 w 3841477"/>
                <a:gd name="connsiteY39" fmla="*/ 15701 h 1455034"/>
                <a:gd name="connsiteX0" fmla="*/ 38603 w 3841477"/>
                <a:gd name="connsiteY0" fmla="*/ 15701 h 1455034"/>
                <a:gd name="connsiteX1" fmla="*/ 191000 w 3841477"/>
                <a:gd name="connsiteY1" fmla="*/ 125767 h 1455034"/>
                <a:gd name="connsiteX2" fmla="*/ 432302 w 3841477"/>
                <a:gd name="connsiteY2" fmla="*/ 341668 h 1455034"/>
                <a:gd name="connsiteX3" fmla="*/ 567769 w 3841477"/>
                <a:gd name="connsiteY3" fmla="*/ 472901 h 1455034"/>
                <a:gd name="connsiteX4" fmla="*/ 804835 w 3841477"/>
                <a:gd name="connsiteY4" fmla="*/ 781935 h 1455034"/>
                <a:gd name="connsiteX5" fmla="*/ 969936 w 3841477"/>
                <a:gd name="connsiteY5" fmla="*/ 870836 h 1455034"/>
                <a:gd name="connsiteX6" fmla="*/ 1295899 w 3841477"/>
                <a:gd name="connsiteY6" fmla="*/ 1069802 h 1455034"/>
                <a:gd name="connsiteX7" fmla="*/ 1630334 w 3841477"/>
                <a:gd name="connsiteY7" fmla="*/ 1344968 h 1455034"/>
                <a:gd name="connsiteX8" fmla="*/ 1693835 w 3841477"/>
                <a:gd name="connsiteY8" fmla="*/ 1340734 h 1455034"/>
                <a:gd name="connsiteX9" fmla="*/ 1685369 w 3841477"/>
                <a:gd name="connsiteY9" fmla="*/ 1150234 h 1455034"/>
                <a:gd name="connsiteX10" fmla="*/ 1765802 w 3841477"/>
                <a:gd name="connsiteY10" fmla="*/ 1137534 h 1455034"/>
                <a:gd name="connsiteX11" fmla="*/ 1782737 w 3841477"/>
                <a:gd name="connsiteY11" fmla="*/ 1361901 h 1455034"/>
                <a:gd name="connsiteX12" fmla="*/ 1829303 w 3841477"/>
                <a:gd name="connsiteY12" fmla="*/ 1383067 h 1455034"/>
                <a:gd name="connsiteX13" fmla="*/ 2193369 w 3841477"/>
                <a:gd name="connsiteY13" fmla="*/ 1391534 h 1455034"/>
                <a:gd name="connsiteX14" fmla="*/ 2239936 w 3841477"/>
                <a:gd name="connsiteY14" fmla="*/ 1332267 h 1455034"/>
                <a:gd name="connsiteX15" fmla="*/ 2252636 w 3841477"/>
                <a:gd name="connsiteY15" fmla="*/ 1171402 h 1455034"/>
                <a:gd name="connsiteX16" fmla="*/ 2311902 w 3841477"/>
                <a:gd name="connsiteY16" fmla="*/ 1158701 h 1455034"/>
                <a:gd name="connsiteX17" fmla="*/ 2333069 w 3841477"/>
                <a:gd name="connsiteY17" fmla="*/ 1353434 h 1455034"/>
                <a:gd name="connsiteX18" fmla="*/ 2379636 w 3841477"/>
                <a:gd name="connsiteY18" fmla="*/ 1383068 h 1455034"/>
                <a:gd name="connsiteX19" fmla="*/ 2582835 w 3841477"/>
                <a:gd name="connsiteY19" fmla="*/ 1349199 h 1455034"/>
                <a:gd name="connsiteX20" fmla="*/ 3099302 w 3841477"/>
                <a:gd name="connsiteY20" fmla="*/ 896234 h 1455034"/>
                <a:gd name="connsiteX21" fmla="*/ 3391402 w 3841477"/>
                <a:gd name="connsiteY21" fmla="*/ 527934 h 1455034"/>
                <a:gd name="connsiteX22" fmla="*/ 3658102 w 3841477"/>
                <a:gd name="connsiteY22" fmla="*/ 269701 h 1455034"/>
                <a:gd name="connsiteX23" fmla="*/ 3785103 w 3841477"/>
                <a:gd name="connsiteY23" fmla="*/ 19934 h 1455034"/>
                <a:gd name="connsiteX24" fmla="*/ 3840135 w 3841477"/>
                <a:gd name="connsiteY24" fmla="*/ 45335 h 1455034"/>
                <a:gd name="connsiteX25" fmla="*/ 3734301 w 3841477"/>
                <a:gd name="connsiteY25" fmla="*/ 282400 h 1455034"/>
                <a:gd name="connsiteX26" fmla="*/ 3569202 w 3841477"/>
                <a:gd name="connsiteY26" fmla="*/ 447501 h 1455034"/>
                <a:gd name="connsiteX27" fmla="*/ 3340602 w 3841477"/>
                <a:gd name="connsiteY27" fmla="*/ 688801 h 1455034"/>
                <a:gd name="connsiteX28" fmla="*/ 3107769 w 3841477"/>
                <a:gd name="connsiteY28" fmla="*/ 997834 h 1455034"/>
                <a:gd name="connsiteX29" fmla="*/ 2565900 w 3841477"/>
                <a:gd name="connsiteY29" fmla="*/ 1429632 h 1455034"/>
                <a:gd name="connsiteX30" fmla="*/ 2278035 w 3841477"/>
                <a:gd name="connsiteY30" fmla="*/ 1455034 h 1455034"/>
                <a:gd name="connsiteX31" fmla="*/ 1719236 w 3841477"/>
                <a:gd name="connsiteY31" fmla="*/ 1446568 h 1455034"/>
                <a:gd name="connsiteX32" fmla="*/ 1579534 w 3841477"/>
                <a:gd name="connsiteY32" fmla="*/ 1374601 h 1455034"/>
                <a:gd name="connsiteX33" fmla="*/ 1401735 w 3841477"/>
                <a:gd name="connsiteY33" fmla="*/ 1243368 h 1455034"/>
                <a:gd name="connsiteX34" fmla="*/ 1135035 w 3841477"/>
                <a:gd name="connsiteY34" fmla="*/ 1040166 h 1455034"/>
                <a:gd name="connsiteX35" fmla="*/ 745569 w 3841477"/>
                <a:gd name="connsiteY35" fmla="*/ 820035 h 1455034"/>
                <a:gd name="connsiteX36" fmla="*/ 453468 w 3841477"/>
                <a:gd name="connsiteY36" fmla="*/ 447501 h 1455034"/>
                <a:gd name="connsiteX37" fmla="*/ 119035 w 3841477"/>
                <a:gd name="connsiteY37" fmla="*/ 155402 h 1455034"/>
                <a:gd name="connsiteX38" fmla="*/ 4736 w 3841477"/>
                <a:gd name="connsiteY38" fmla="*/ 74968 h 1455034"/>
                <a:gd name="connsiteX39" fmla="*/ 38603 w 3841477"/>
                <a:gd name="connsiteY39" fmla="*/ 15701 h 1455034"/>
                <a:gd name="connsiteX0" fmla="*/ 38603 w 3841477"/>
                <a:gd name="connsiteY0" fmla="*/ 15701 h 1455034"/>
                <a:gd name="connsiteX1" fmla="*/ 191000 w 3841477"/>
                <a:gd name="connsiteY1" fmla="*/ 125767 h 1455034"/>
                <a:gd name="connsiteX2" fmla="*/ 432302 w 3841477"/>
                <a:gd name="connsiteY2" fmla="*/ 341668 h 1455034"/>
                <a:gd name="connsiteX3" fmla="*/ 567769 w 3841477"/>
                <a:gd name="connsiteY3" fmla="*/ 472901 h 1455034"/>
                <a:gd name="connsiteX4" fmla="*/ 804835 w 3841477"/>
                <a:gd name="connsiteY4" fmla="*/ 781935 h 1455034"/>
                <a:gd name="connsiteX5" fmla="*/ 969936 w 3841477"/>
                <a:gd name="connsiteY5" fmla="*/ 870836 h 1455034"/>
                <a:gd name="connsiteX6" fmla="*/ 1295899 w 3841477"/>
                <a:gd name="connsiteY6" fmla="*/ 1069802 h 1455034"/>
                <a:gd name="connsiteX7" fmla="*/ 1630334 w 3841477"/>
                <a:gd name="connsiteY7" fmla="*/ 1344968 h 1455034"/>
                <a:gd name="connsiteX8" fmla="*/ 1693835 w 3841477"/>
                <a:gd name="connsiteY8" fmla="*/ 1340734 h 1455034"/>
                <a:gd name="connsiteX9" fmla="*/ 1685369 w 3841477"/>
                <a:gd name="connsiteY9" fmla="*/ 1150234 h 1455034"/>
                <a:gd name="connsiteX10" fmla="*/ 1765802 w 3841477"/>
                <a:gd name="connsiteY10" fmla="*/ 1137534 h 1455034"/>
                <a:gd name="connsiteX11" fmla="*/ 1782737 w 3841477"/>
                <a:gd name="connsiteY11" fmla="*/ 1361901 h 1455034"/>
                <a:gd name="connsiteX12" fmla="*/ 1829303 w 3841477"/>
                <a:gd name="connsiteY12" fmla="*/ 1383067 h 1455034"/>
                <a:gd name="connsiteX13" fmla="*/ 2193369 w 3841477"/>
                <a:gd name="connsiteY13" fmla="*/ 1391534 h 1455034"/>
                <a:gd name="connsiteX14" fmla="*/ 2239936 w 3841477"/>
                <a:gd name="connsiteY14" fmla="*/ 1332267 h 1455034"/>
                <a:gd name="connsiteX15" fmla="*/ 2252636 w 3841477"/>
                <a:gd name="connsiteY15" fmla="*/ 1171402 h 1455034"/>
                <a:gd name="connsiteX16" fmla="*/ 2311902 w 3841477"/>
                <a:gd name="connsiteY16" fmla="*/ 1158701 h 1455034"/>
                <a:gd name="connsiteX17" fmla="*/ 2333069 w 3841477"/>
                <a:gd name="connsiteY17" fmla="*/ 1353434 h 1455034"/>
                <a:gd name="connsiteX18" fmla="*/ 2379636 w 3841477"/>
                <a:gd name="connsiteY18" fmla="*/ 1383068 h 1455034"/>
                <a:gd name="connsiteX19" fmla="*/ 2582835 w 3841477"/>
                <a:gd name="connsiteY19" fmla="*/ 1349199 h 1455034"/>
                <a:gd name="connsiteX20" fmla="*/ 3099302 w 3841477"/>
                <a:gd name="connsiteY20" fmla="*/ 896234 h 1455034"/>
                <a:gd name="connsiteX21" fmla="*/ 3391402 w 3841477"/>
                <a:gd name="connsiteY21" fmla="*/ 527934 h 1455034"/>
                <a:gd name="connsiteX22" fmla="*/ 3658102 w 3841477"/>
                <a:gd name="connsiteY22" fmla="*/ 269701 h 1455034"/>
                <a:gd name="connsiteX23" fmla="*/ 3785103 w 3841477"/>
                <a:gd name="connsiteY23" fmla="*/ 19934 h 1455034"/>
                <a:gd name="connsiteX24" fmla="*/ 3840135 w 3841477"/>
                <a:gd name="connsiteY24" fmla="*/ 45335 h 1455034"/>
                <a:gd name="connsiteX25" fmla="*/ 3734301 w 3841477"/>
                <a:gd name="connsiteY25" fmla="*/ 282400 h 1455034"/>
                <a:gd name="connsiteX26" fmla="*/ 3569202 w 3841477"/>
                <a:gd name="connsiteY26" fmla="*/ 447501 h 1455034"/>
                <a:gd name="connsiteX27" fmla="*/ 3340602 w 3841477"/>
                <a:gd name="connsiteY27" fmla="*/ 688801 h 1455034"/>
                <a:gd name="connsiteX28" fmla="*/ 3107769 w 3841477"/>
                <a:gd name="connsiteY28" fmla="*/ 997834 h 1455034"/>
                <a:gd name="connsiteX29" fmla="*/ 2565900 w 3841477"/>
                <a:gd name="connsiteY29" fmla="*/ 1429632 h 1455034"/>
                <a:gd name="connsiteX30" fmla="*/ 2278035 w 3841477"/>
                <a:gd name="connsiteY30" fmla="*/ 1455034 h 1455034"/>
                <a:gd name="connsiteX31" fmla="*/ 1719236 w 3841477"/>
                <a:gd name="connsiteY31" fmla="*/ 1446568 h 1455034"/>
                <a:gd name="connsiteX32" fmla="*/ 1579534 w 3841477"/>
                <a:gd name="connsiteY32" fmla="*/ 1374601 h 1455034"/>
                <a:gd name="connsiteX33" fmla="*/ 1405969 w 3841477"/>
                <a:gd name="connsiteY33" fmla="*/ 1222201 h 1455034"/>
                <a:gd name="connsiteX34" fmla="*/ 1135035 w 3841477"/>
                <a:gd name="connsiteY34" fmla="*/ 1040166 h 1455034"/>
                <a:gd name="connsiteX35" fmla="*/ 745569 w 3841477"/>
                <a:gd name="connsiteY35" fmla="*/ 820035 h 1455034"/>
                <a:gd name="connsiteX36" fmla="*/ 453468 w 3841477"/>
                <a:gd name="connsiteY36" fmla="*/ 447501 h 1455034"/>
                <a:gd name="connsiteX37" fmla="*/ 119035 w 3841477"/>
                <a:gd name="connsiteY37" fmla="*/ 155402 h 1455034"/>
                <a:gd name="connsiteX38" fmla="*/ 4736 w 3841477"/>
                <a:gd name="connsiteY38" fmla="*/ 74968 h 1455034"/>
                <a:gd name="connsiteX39" fmla="*/ 38603 w 3841477"/>
                <a:gd name="connsiteY39" fmla="*/ 15701 h 1455034"/>
                <a:gd name="connsiteX0" fmla="*/ 38603 w 3841477"/>
                <a:gd name="connsiteY0" fmla="*/ 15701 h 1455034"/>
                <a:gd name="connsiteX1" fmla="*/ 191000 w 3841477"/>
                <a:gd name="connsiteY1" fmla="*/ 125767 h 1455034"/>
                <a:gd name="connsiteX2" fmla="*/ 432302 w 3841477"/>
                <a:gd name="connsiteY2" fmla="*/ 341668 h 1455034"/>
                <a:gd name="connsiteX3" fmla="*/ 567769 w 3841477"/>
                <a:gd name="connsiteY3" fmla="*/ 472901 h 1455034"/>
                <a:gd name="connsiteX4" fmla="*/ 804835 w 3841477"/>
                <a:gd name="connsiteY4" fmla="*/ 781935 h 1455034"/>
                <a:gd name="connsiteX5" fmla="*/ 969936 w 3841477"/>
                <a:gd name="connsiteY5" fmla="*/ 870836 h 1455034"/>
                <a:gd name="connsiteX6" fmla="*/ 1295899 w 3841477"/>
                <a:gd name="connsiteY6" fmla="*/ 1069802 h 1455034"/>
                <a:gd name="connsiteX7" fmla="*/ 1630334 w 3841477"/>
                <a:gd name="connsiteY7" fmla="*/ 1344968 h 1455034"/>
                <a:gd name="connsiteX8" fmla="*/ 1693835 w 3841477"/>
                <a:gd name="connsiteY8" fmla="*/ 1340734 h 1455034"/>
                <a:gd name="connsiteX9" fmla="*/ 1685369 w 3841477"/>
                <a:gd name="connsiteY9" fmla="*/ 1150234 h 1455034"/>
                <a:gd name="connsiteX10" fmla="*/ 1765802 w 3841477"/>
                <a:gd name="connsiteY10" fmla="*/ 1137534 h 1455034"/>
                <a:gd name="connsiteX11" fmla="*/ 1782737 w 3841477"/>
                <a:gd name="connsiteY11" fmla="*/ 1361901 h 1455034"/>
                <a:gd name="connsiteX12" fmla="*/ 1829303 w 3841477"/>
                <a:gd name="connsiteY12" fmla="*/ 1383067 h 1455034"/>
                <a:gd name="connsiteX13" fmla="*/ 2193369 w 3841477"/>
                <a:gd name="connsiteY13" fmla="*/ 1391534 h 1455034"/>
                <a:gd name="connsiteX14" fmla="*/ 2239936 w 3841477"/>
                <a:gd name="connsiteY14" fmla="*/ 1332267 h 1455034"/>
                <a:gd name="connsiteX15" fmla="*/ 2252636 w 3841477"/>
                <a:gd name="connsiteY15" fmla="*/ 1171402 h 1455034"/>
                <a:gd name="connsiteX16" fmla="*/ 2311902 w 3841477"/>
                <a:gd name="connsiteY16" fmla="*/ 1158701 h 1455034"/>
                <a:gd name="connsiteX17" fmla="*/ 2333069 w 3841477"/>
                <a:gd name="connsiteY17" fmla="*/ 1353434 h 1455034"/>
                <a:gd name="connsiteX18" fmla="*/ 2379636 w 3841477"/>
                <a:gd name="connsiteY18" fmla="*/ 1383068 h 1455034"/>
                <a:gd name="connsiteX19" fmla="*/ 2582835 w 3841477"/>
                <a:gd name="connsiteY19" fmla="*/ 1349199 h 1455034"/>
                <a:gd name="connsiteX20" fmla="*/ 3099302 w 3841477"/>
                <a:gd name="connsiteY20" fmla="*/ 896234 h 1455034"/>
                <a:gd name="connsiteX21" fmla="*/ 3391402 w 3841477"/>
                <a:gd name="connsiteY21" fmla="*/ 527934 h 1455034"/>
                <a:gd name="connsiteX22" fmla="*/ 3658102 w 3841477"/>
                <a:gd name="connsiteY22" fmla="*/ 269701 h 1455034"/>
                <a:gd name="connsiteX23" fmla="*/ 3785103 w 3841477"/>
                <a:gd name="connsiteY23" fmla="*/ 19934 h 1455034"/>
                <a:gd name="connsiteX24" fmla="*/ 3840135 w 3841477"/>
                <a:gd name="connsiteY24" fmla="*/ 45335 h 1455034"/>
                <a:gd name="connsiteX25" fmla="*/ 3734301 w 3841477"/>
                <a:gd name="connsiteY25" fmla="*/ 282400 h 1455034"/>
                <a:gd name="connsiteX26" fmla="*/ 3569202 w 3841477"/>
                <a:gd name="connsiteY26" fmla="*/ 447501 h 1455034"/>
                <a:gd name="connsiteX27" fmla="*/ 3340602 w 3841477"/>
                <a:gd name="connsiteY27" fmla="*/ 688801 h 1455034"/>
                <a:gd name="connsiteX28" fmla="*/ 3107769 w 3841477"/>
                <a:gd name="connsiteY28" fmla="*/ 997834 h 1455034"/>
                <a:gd name="connsiteX29" fmla="*/ 2565900 w 3841477"/>
                <a:gd name="connsiteY29" fmla="*/ 1429632 h 1455034"/>
                <a:gd name="connsiteX30" fmla="*/ 2278035 w 3841477"/>
                <a:gd name="connsiteY30" fmla="*/ 1455034 h 1455034"/>
                <a:gd name="connsiteX31" fmla="*/ 1719236 w 3841477"/>
                <a:gd name="connsiteY31" fmla="*/ 1446568 h 1455034"/>
                <a:gd name="connsiteX32" fmla="*/ 1579534 w 3841477"/>
                <a:gd name="connsiteY32" fmla="*/ 1374601 h 1455034"/>
                <a:gd name="connsiteX33" fmla="*/ 1405969 w 3841477"/>
                <a:gd name="connsiteY33" fmla="*/ 1222201 h 1455034"/>
                <a:gd name="connsiteX34" fmla="*/ 1143502 w 3841477"/>
                <a:gd name="connsiteY34" fmla="*/ 1035933 h 1455034"/>
                <a:gd name="connsiteX35" fmla="*/ 745569 w 3841477"/>
                <a:gd name="connsiteY35" fmla="*/ 820035 h 1455034"/>
                <a:gd name="connsiteX36" fmla="*/ 453468 w 3841477"/>
                <a:gd name="connsiteY36" fmla="*/ 447501 h 1455034"/>
                <a:gd name="connsiteX37" fmla="*/ 119035 w 3841477"/>
                <a:gd name="connsiteY37" fmla="*/ 155402 h 1455034"/>
                <a:gd name="connsiteX38" fmla="*/ 4736 w 3841477"/>
                <a:gd name="connsiteY38" fmla="*/ 74968 h 1455034"/>
                <a:gd name="connsiteX39" fmla="*/ 38603 w 3841477"/>
                <a:gd name="connsiteY39" fmla="*/ 15701 h 1455034"/>
                <a:gd name="connsiteX0" fmla="*/ 38603 w 3841477"/>
                <a:gd name="connsiteY0" fmla="*/ 15701 h 1455034"/>
                <a:gd name="connsiteX1" fmla="*/ 191000 w 3841477"/>
                <a:gd name="connsiteY1" fmla="*/ 125767 h 1455034"/>
                <a:gd name="connsiteX2" fmla="*/ 432302 w 3841477"/>
                <a:gd name="connsiteY2" fmla="*/ 341668 h 1455034"/>
                <a:gd name="connsiteX3" fmla="*/ 567769 w 3841477"/>
                <a:gd name="connsiteY3" fmla="*/ 472901 h 1455034"/>
                <a:gd name="connsiteX4" fmla="*/ 804835 w 3841477"/>
                <a:gd name="connsiteY4" fmla="*/ 781935 h 1455034"/>
                <a:gd name="connsiteX5" fmla="*/ 969936 w 3841477"/>
                <a:gd name="connsiteY5" fmla="*/ 870836 h 1455034"/>
                <a:gd name="connsiteX6" fmla="*/ 1295899 w 3841477"/>
                <a:gd name="connsiteY6" fmla="*/ 1069802 h 1455034"/>
                <a:gd name="connsiteX7" fmla="*/ 1630334 w 3841477"/>
                <a:gd name="connsiteY7" fmla="*/ 1344968 h 1455034"/>
                <a:gd name="connsiteX8" fmla="*/ 1693835 w 3841477"/>
                <a:gd name="connsiteY8" fmla="*/ 1340734 h 1455034"/>
                <a:gd name="connsiteX9" fmla="*/ 1685369 w 3841477"/>
                <a:gd name="connsiteY9" fmla="*/ 1150234 h 1455034"/>
                <a:gd name="connsiteX10" fmla="*/ 1765802 w 3841477"/>
                <a:gd name="connsiteY10" fmla="*/ 1137534 h 1455034"/>
                <a:gd name="connsiteX11" fmla="*/ 1782737 w 3841477"/>
                <a:gd name="connsiteY11" fmla="*/ 1361901 h 1455034"/>
                <a:gd name="connsiteX12" fmla="*/ 1829303 w 3841477"/>
                <a:gd name="connsiteY12" fmla="*/ 1383067 h 1455034"/>
                <a:gd name="connsiteX13" fmla="*/ 2193369 w 3841477"/>
                <a:gd name="connsiteY13" fmla="*/ 1391534 h 1455034"/>
                <a:gd name="connsiteX14" fmla="*/ 2239936 w 3841477"/>
                <a:gd name="connsiteY14" fmla="*/ 1332267 h 1455034"/>
                <a:gd name="connsiteX15" fmla="*/ 2252636 w 3841477"/>
                <a:gd name="connsiteY15" fmla="*/ 1171402 h 1455034"/>
                <a:gd name="connsiteX16" fmla="*/ 2311902 w 3841477"/>
                <a:gd name="connsiteY16" fmla="*/ 1158701 h 1455034"/>
                <a:gd name="connsiteX17" fmla="*/ 2333069 w 3841477"/>
                <a:gd name="connsiteY17" fmla="*/ 1353434 h 1455034"/>
                <a:gd name="connsiteX18" fmla="*/ 2379636 w 3841477"/>
                <a:gd name="connsiteY18" fmla="*/ 1383068 h 1455034"/>
                <a:gd name="connsiteX19" fmla="*/ 2582835 w 3841477"/>
                <a:gd name="connsiteY19" fmla="*/ 1349199 h 1455034"/>
                <a:gd name="connsiteX20" fmla="*/ 3099302 w 3841477"/>
                <a:gd name="connsiteY20" fmla="*/ 896234 h 1455034"/>
                <a:gd name="connsiteX21" fmla="*/ 3391402 w 3841477"/>
                <a:gd name="connsiteY21" fmla="*/ 527934 h 1455034"/>
                <a:gd name="connsiteX22" fmla="*/ 3658102 w 3841477"/>
                <a:gd name="connsiteY22" fmla="*/ 269701 h 1455034"/>
                <a:gd name="connsiteX23" fmla="*/ 3785103 w 3841477"/>
                <a:gd name="connsiteY23" fmla="*/ 19934 h 1455034"/>
                <a:gd name="connsiteX24" fmla="*/ 3840135 w 3841477"/>
                <a:gd name="connsiteY24" fmla="*/ 45335 h 1455034"/>
                <a:gd name="connsiteX25" fmla="*/ 3734301 w 3841477"/>
                <a:gd name="connsiteY25" fmla="*/ 282400 h 1455034"/>
                <a:gd name="connsiteX26" fmla="*/ 3569202 w 3841477"/>
                <a:gd name="connsiteY26" fmla="*/ 447501 h 1455034"/>
                <a:gd name="connsiteX27" fmla="*/ 3340602 w 3841477"/>
                <a:gd name="connsiteY27" fmla="*/ 688801 h 1455034"/>
                <a:gd name="connsiteX28" fmla="*/ 3107769 w 3841477"/>
                <a:gd name="connsiteY28" fmla="*/ 997834 h 1455034"/>
                <a:gd name="connsiteX29" fmla="*/ 2565900 w 3841477"/>
                <a:gd name="connsiteY29" fmla="*/ 1429632 h 1455034"/>
                <a:gd name="connsiteX30" fmla="*/ 2278035 w 3841477"/>
                <a:gd name="connsiteY30" fmla="*/ 1455034 h 1455034"/>
                <a:gd name="connsiteX31" fmla="*/ 1719236 w 3841477"/>
                <a:gd name="connsiteY31" fmla="*/ 1446568 h 1455034"/>
                <a:gd name="connsiteX32" fmla="*/ 1579534 w 3841477"/>
                <a:gd name="connsiteY32" fmla="*/ 1374601 h 1455034"/>
                <a:gd name="connsiteX33" fmla="*/ 1405969 w 3841477"/>
                <a:gd name="connsiteY33" fmla="*/ 1222201 h 1455034"/>
                <a:gd name="connsiteX34" fmla="*/ 1143502 w 3841477"/>
                <a:gd name="connsiteY34" fmla="*/ 1035933 h 1455034"/>
                <a:gd name="connsiteX35" fmla="*/ 775202 w 3841477"/>
                <a:gd name="connsiteY35" fmla="*/ 820035 h 1455034"/>
                <a:gd name="connsiteX36" fmla="*/ 453468 w 3841477"/>
                <a:gd name="connsiteY36" fmla="*/ 447501 h 1455034"/>
                <a:gd name="connsiteX37" fmla="*/ 119035 w 3841477"/>
                <a:gd name="connsiteY37" fmla="*/ 155402 h 1455034"/>
                <a:gd name="connsiteX38" fmla="*/ 4736 w 3841477"/>
                <a:gd name="connsiteY38" fmla="*/ 74968 h 1455034"/>
                <a:gd name="connsiteX39" fmla="*/ 38603 w 3841477"/>
                <a:gd name="connsiteY39" fmla="*/ 15701 h 1455034"/>
                <a:gd name="connsiteX0" fmla="*/ 38603 w 3841477"/>
                <a:gd name="connsiteY0" fmla="*/ 15701 h 1455034"/>
                <a:gd name="connsiteX1" fmla="*/ 191000 w 3841477"/>
                <a:gd name="connsiteY1" fmla="*/ 125767 h 1455034"/>
                <a:gd name="connsiteX2" fmla="*/ 432302 w 3841477"/>
                <a:gd name="connsiteY2" fmla="*/ 341668 h 1455034"/>
                <a:gd name="connsiteX3" fmla="*/ 567769 w 3841477"/>
                <a:gd name="connsiteY3" fmla="*/ 472901 h 1455034"/>
                <a:gd name="connsiteX4" fmla="*/ 804835 w 3841477"/>
                <a:gd name="connsiteY4" fmla="*/ 781935 h 1455034"/>
                <a:gd name="connsiteX5" fmla="*/ 969936 w 3841477"/>
                <a:gd name="connsiteY5" fmla="*/ 870836 h 1455034"/>
                <a:gd name="connsiteX6" fmla="*/ 1295899 w 3841477"/>
                <a:gd name="connsiteY6" fmla="*/ 1069802 h 1455034"/>
                <a:gd name="connsiteX7" fmla="*/ 1630334 w 3841477"/>
                <a:gd name="connsiteY7" fmla="*/ 1344968 h 1455034"/>
                <a:gd name="connsiteX8" fmla="*/ 1693835 w 3841477"/>
                <a:gd name="connsiteY8" fmla="*/ 1340734 h 1455034"/>
                <a:gd name="connsiteX9" fmla="*/ 1685369 w 3841477"/>
                <a:gd name="connsiteY9" fmla="*/ 1150234 h 1455034"/>
                <a:gd name="connsiteX10" fmla="*/ 1765802 w 3841477"/>
                <a:gd name="connsiteY10" fmla="*/ 1137534 h 1455034"/>
                <a:gd name="connsiteX11" fmla="*/ 1782737 w 3841477"/>
                <a:gd name="connsiteY11" fmla="*/ 1361901 h 1455034"/>
                <a:gd name="connsiteX12" fmla="*/ 1829303 w 3841477"/>
                <a:gd name="connsiteY12" fmla="*/ 1383067 h 1455034"/>
                <a:gd name="connsiteX13" fmla="*/ 2193369 w 3841477"/>
                <a:gd name="connsiteY13" fmla="*/ 1391534 h 1455034"/>
                <a:gd name="connsiteX14" fmla="*/ 2239936 w 3841477"/>
                <a:gd name="connsiteY14" fmla="*/ 1332267 h 1455034"/>
                <a:gd name="connsiteX15" fmla="*/ 2252636 w 3841477"/>
                <a:gd name="connsiteY15" fmla="*/ 1171402 h 1455034"/>
                <a:gd name="connsiteX16" fmla="*/ 2311902 w 3841477"/>
                <a:gd name="connsiteY16" fmla="*/ 1158701 h 1455034"/>
                <a:gd name="connsiteX17" fmla="*/ 2333069 w 3841477"/>
                <a:gd name="connsiteY17" fmla="*/ 1353434 h 1455034"/>
                <a:gd name="connsiteX18" fmla="*/ 2379636 w 3841477"/>
                <a:gd name="connsiteY18" fmla="*/ 1383068 h 1455034"/>
                <a:gd name="connsiteX19" fmla="*/ 2582835 w 3841477"/>
                <a:gd name="connsiteY19" fmla="*/ 1349199 h 1455034"/>
                <a:gd name="connsiteX20" fmla="*/ 3099302 w 3841477"/>
                <a:gd name="connsiteY20" fmla="*/ 896234 h 1455034"/>
                <a:gd name="connsiteX21" fmla="*/ 3391402 w 3841477"/>
                <a:gd name="connsiteY21" fmla="*/ 527934 h 1455034"/>
                <a:gd name="connsiteX22" fmla="*/ 3658102 w 3841477"/>
                <a:gd name="connsiteY22" fmla="*/ 269701 h 1455034"/>
                <a:gd name="connsiteX23" fmla="*/ 3785103 w 3841477"/>
                <a:gd name="connsiteY23" fmla="*/ 19934 h 1455034"/>
                <a:gd name="connsiteX24" fmla="*/ 3840135 w 3841477"/>
                <a:gd name="connsiteY24" fmla="*/ 45335 h 1455034"/>
                <a:gd name="connsiteX25" fmla="*/ 3734301 w 3841477"/>
                <a:gd name="connsiteY25" fmla="*/ 282400 h 1455034"/>
                <a:gd name="connsiteX26" fmla="*/ 3569202 w 3841477"/>
                <a:gd name="connsiteY26" fmla="*/ 447501 h 1455034"/>
                <a:gd name="connsiteX27" fmla="*/ 3340602 w 3841477"/>
                <a:gd name="connsiteY27" fmla="*/ 688801 h 1455034"/>
                <a:gd name="connsiteX28" fmla="*/ 3107769 w 3841477"/>
                <a:gd name="connsiteY28" fmla="*/ 997834 h 1455034"/>
                <a:gd name="connsiteX29" fmla="*/ 2565900 w 3841477"/>
                <a:gd name="connsiteY29" fmla="*/ 1429632 h 1455034"/>
                <a:gd name="connsiteX30" fmla="*/ 2278035 w 3841477"/>
                <a:gd name="connsiteY30" fmla="*/ 1455034 h 1455034"/>
                <a:gd name="connsiteX31" fmla="*/ 1719236 w 3841477"/>
                <a:gd name="connsiteY31" fmla="*/ 1446568 h 1455034"/>
                <a:gd name="connsiteX32" fmla="*/ 1579534 w 3841477"/>
                <a:gd name="connsiteY32" fmla="*/ 1374601 h 1455034"/>
                <a:gd name="connsiteX33" fmla="*/ 1405969 w 3841477"/>
                <a:gd name="connsiteY33" fmla="*/ 1222201 h 1455034"/>
                <a:gd name="connsiteX34" fmla="*/ 1143502 w 3841477"/>
                <a:gd name="connsiteY34" fmla="*/ 1035933 h 1455034"/>
                <a:gd name="connsiteX35" fmla="*/ 775202 w 3841477"/>
                <a:gd name="connsiteY35" fmla="*/ 820035 h 1455034"/>
                <a:gd name="connsiteX36" fmla="*/ 466168 w 3841477"/>
                <a:gd name="connsiteY36" fmla="*/ 447501 h 1455034"/>
                <a:gd name="connsiteX37" fmla="*/ 119035 w 3841477"/>
                <a:gd name="connsiteY37" fmla="*/ 155402 h 1455034"/>
                <a:gd name="connsiteX38" fmla="*/ 4736 w 3841477"/>
                <a:gd name="connsiteY38" fmla="*/ 74968 h 1455034"/>
                <a:gd name="connsiteX39" fmla="*/ 38603 w 3841477"/>
                <a:gd name="connsiteY39" fmla="*/ 15701 h 1455034"/>
                <a:gd name="connsiteX0" fmla="*/ 38603 w 3841477"/>
                <a:gd name="connsiteY0" fmla="*/ 15701 h 1455034"/>
                <a:gd name="connsiteX1" fmla="*/ 191000 w 3841477"/>
                <a:gd name="connsiteY1" fmla="*/ 125767 h 1455034"/>
                <a:gd name="connsiteX2" fmla="*/ 432302 w 3841477"/>
                <a:gd name="connsiteY2" fmla="*/ 341668 h 1455034"/>
                <a:gd name="connsiteX3" fmla="*/ 567769 w 3841477"/>
                <a:gd name="connsiteY3" fmla="*/ 472901 h 1455034"/>
                <a:gd name="connsiteX4" fmla="*/ 804835 w 3841477"/>
                <a:gd name="connsiteY4" fmla="*/ 781935 h 1455034"/>
                <a:gd name="connsiteX5" fmla="*/ 969936 w 3841477"/>
                <a:gd name="connsiteY5" fmla="*/ 870836 h 1455034"/>
                <a:gd name="connsiteX6" fmla="*/ 1295899 w 3841477"/>
                <a:gd name="connsiteY6" fmla="*/ 1069802 h 1455034"/>
                <a:gd name="connsiteX7" fmla="*/ 1630334 w 3841477"/>
                <a:gd name="connsiteY7" fmla="*/ 1344968 h 1455034"/>
                <a:gd name="connsiteX8" fmla="*/ 1693835 w 3841477"/>
                <a:gd name="connsiteY8" fmla="*/ 1340734 h 1455034"/>
                <a:gd name="connsiteX9" fmla="*/ 1685369 w 3841477"/>
                <a:gd name="connsiteY9" fmla="*/ 1150234 h 1455034"/>
                <a:gd name="connsiteX10" fmla="*/ 1765802 w 3841477"/>
                <a:gd name="connsiteY10" fmla="*/ 1137534 h 1455034"/>
                <a:gd name="connsiteX11" fmla="*/ 1782737 w 3841477"/>
                <a:gd name="connsiteY11" fmla="*/ 1361901 h 1455034"/>
                <a:gd name="connsiteX12" fmla="*/ 1829303 w 3841477"/>
                <a:gd name="connsiteY12" fmla="*/ 1383067 h 1455034"/>
                <a:gd name="connsiteX13" fmla="*/ 2193369 w 3841477"/>
                <a:gd name="connsiteY13" fmla="*/ 1391534 h 1455034"/>
                <a:gd name="connsiteX14" fmla="*/ 2239936 w 3841477"/>
                <a:gd name="connsiteY14" fmla="*/ 1332267 h 1455034"/>
                <a:gd name="connsiteX15" fmla="*/ 2252636 w 3841477"/>
                <a:gd name="connsiteY15" fmla="*/ 1171402 h 1455034"/>
                <a:gd name="connsiteX16" fmla="*/ 2311902 w 3841477"/>
                <a:gd name="connsiteY16" fmla="*/ 1158701 h 1455034"/>
                <a:gd name="connsiteX17" fmla="*/ 2333069 w 3841477"/>
                <a:gd name="connsiteY17" fmla="*/ 1353434 h 1455034"/>
                <a:gd name="connsiteX18" fmla="*/ 2379636 w 3841477"/>
                <a:gd name="connsiteY18" fmla="*/ 1383068 h 1455034"/>
                <a:gd name="connsiteX19" fmla="*/ 2582835 w 3841477"/>
                <a:gd name="connsiteY19" fmla="*/ 1349199 h 1455034"/>
                <a:gd name="connsiteX20" fmla="*/ 3099302 w 3841477"/>
                <a:gd name="connsiteY20" fmla="*/ 896234 h 1455034"/>
                <a:gd name="connsiteX21" fmla="*/ 3391402 w 3841477"/>
                <a:gd name="connsiteY21" fmla="*/ 527934 h 1455034"/>
                <a:gd name="connsiteX22" fmla="*/ 3658102 w 3841477"/>
                <a:gd name="connsiteY22" fmla="*/ 269701 h 1455034"/>
                <a:gd name="connsiteX23" fmla="*/ 3785103 w 3841477"/>
                <a:gd name="connsiteY23" fmla="*/ 19934 h 1455034"/>
                <a:gd name="connsiteX24" fmla="*/ 3840135 w 3841477"/>
                <a:gd name="connsiteY24" fmla="*/ 45335 h 1455034"/>
                <a:gd name="connsiteX25" fmla="*/ 3734301 w 3841477"/>
                <a:gd name="connsiteY25" fmla="*/ 282400 h 1455034"/>
                <a:gd name="connsiteX26" fmla="*/ 3569202 w 3841477"/>
                <a:gd name="connsiteY26" fmla="*/ 447501 h 1455034"/>
                <a:gd name="connsiteX27" fmla="*/ 3340602 w 3841477"/>
                <a:gd name="connsiteY27" fmla="*/ 688801 h 1455034"/>
                <a:gd name="connsiteX28" fmla="*/ 3107769 w 3841477"/>
                <a:gd name="connsiteY28" fmla="*/ 997834 h 1455034"/>
                <a:gd name="connsiteX29" fmla="*/ 2565900 w 3841477"/>
                <a:gd name="connsiteY29" fmla="*/ 1429632 h 1455034"/>
                <a:gd name="connsiteX30" fmla="*/ 2278035 w 3841477"/>
                <a:gd name="connsiteY30" fmla="*/ 1455034 h 1455034"/>
                <a:gd name="connsiteX31" fmla="*/ 1736169 w 3841477"/>
                <a:gd name="connsiteY31" fmla="*/ 1446568 h 1455034"/>
                <a:gd name="connsiteX32" fmla="*/ 1579534 w 3841477"/>
                <a:gd name="connsiteY32" fmla="*/ 1374601 h 1455034"/>
                <a:gd name="connsiteX33" fmla="*/ 1405969 w 3841477"/>
                <a:gd name="connsiteY33" fmla="*/ 1222201 h 1455034"/>
                <a:gd name="connsiteX34" fmla="*/ 1143502 w 3841477"/>
                <a:gd name="connsiteY34" fmla="*/ 1035933 h 1455034"/>
                <a:gd name="connsiteX35" fmla="*/ 775202 w 3841477"/>
                <a:gd name="connsiteY35" fmla="*/ 820035 h 1455034"/>
                <a:gd name="connsiteX36" fmla="*/ 466168 w 3841477"/>
                <a:gd name="connsiteY36" fmla="*/ 447501 h 1455034"/>
                <a:gd name="connsiteX37" fmla="*/ 119035 w 3841477"/>
                <a:gd name="connsiteY37" fmla="*/ 155402 h 1455034"/>
                <a:gd name="connsiteX38" fmla="*/ 4736 w 3841477"/>
                <a:gd name="connsiteY38" fmla="*/ 74968 h 1455034"/>
                <a:gd name="connsiteX39" fmla="*/ 38603 w 3841477"/>
                <a:gd name="connsiteY39" fmla="*/ 15701 h 1455034"/>
                <a:gd name="connsiteX0" fmla="*/ 38603 w 3841477"/>
                <a:gd name="connsiteY0" fmla="*/ 15701 h 1474801"/>
                <a:gd name="connsiteX1" fmla="*/ 191000 w 3841477"/>
                <a:gd name="connsiteY1" fmla="*/ 125767 h 1474801"/>
                <a:gd name="connsiteX2" fmla="*/ 432302 w 3841477"/>
                <a:gd name="connsiteY2" fmla="*/ 341668 h 1474801"/>
                <a:gd name="connsiteX3" fmla="*/ 567769 w 3841477"/>
                <a:gd name="connsiteY3" fmla="*/ 472901 h 1474801"/>
                <a:gd name="connsiteX4" fmla="*/ 804835 w 3841477"/>
                <a:gd name="connsiteY4" fmla="*/ 781935 h 1474801"/>
                <a:gd name="connsiteX5" fmla="*/ 969936 w 3841477"/>
                <a:gd name="connsiteY5" fmla="*/ 870836 h 1474801"/>
                <a:gd name="connsiteX6" fmla="*/ 1295899 w 3841477"/>
                <a:gd name="connsiteY6" fmla="*/ 1069802 h 1474801"/>
                <a:gd name="connsiteX7" fmla="*/ 1630334 w 3841477"/>
                <a:gd name="connsiteY7" fmla="*/ 1344968 h 1474801"/>
                <a:gd name="connsiteX8" fmla="*/ 1693835 w 3841477"/>
                <a:gd name="connsiteY8" fmla="*/ 1340734 h 1474801"/>
                <a:gd name="connsiteX9" fmla="*/ 1685369 w 3841477"/>
                <a:gd name="connsiteY9" fmla="*/ 1150234 h 1474801"/>
                <a:gd name="connsiteX10" fmla="*/ 1765802 w 3841477"/>
                <a:gd name="connsiteY10" fmla="*/ 1137534 h 1474801"/>
                <a:gd name="connsiteX11" fmla="*/ 1782737 w 3841477"/>
                <a:gd name="connsiteY11" fmla="*/ 1361901 h 1474801"/>
                <a:gd name="connsiteX12" fmla="*/ 1829303 w 3841477"/>
                <a:gd name="connsiteY12" fmla="*/ 1383067 h 1474801"/>
                <a:gd name="connsiteX13" fmla="*/ 2193369 w 3841477"/>
                <a:gd name="connsiteY13" fmla="*/ 1391534 h 1474801"/>
                <a:gd name="connsiteX14" fmla="*/ 2239936 w 3841477"/>
                <a:gd name="connsiteY14" fmla="*/ 1332267 h 1474801"/>
                <a:gd name="connsiteX15" fmla="*/ 2252636 w 3841477"/>
                <a:gd name="connsiteY15" fmla="*/ 1171402 h 1474801"/>
                <a:gd name="connsiteX16" fmla="*/ 2311902 w 3841477"/>
                <a:gd name="connsiteY16" fmla="*/ 1158701 h 1474801"/>
                <a:gd name="connsiteX17" fmla="*/ 2333069 w 3841477"/>
                <a:gd name="connsiteY17" fmla="*/ 1353434 h 1474801"/>
                <a:gd name="connsiteX18" fmla="*/ 2379636 w 3841477"/>
                <a:gd name="connsiteY18" fmla="*/ 1383068 h 1474801"/>
                <a:gd name="connsiteX19" fmla="*/ 2582835 w 3841477"/>
                <a:gd name="connsiteY19" fmla="*/ 1349199 h 1474801"/>
                <a:gd name="connsiteX20" fmla="*/ 3099302 w 3841477"/>
                <a:gd name="connsiteY20" fmla="*/ 896234 h 1474801"/>
                <a:gd name="connsiteX21" fmla="*/ 3391402 w 3841477"/>
                <a:gd name="connsiteY21" fmla="*/ 527934 h 1474801"/>
                <a:gd name="connsiteX22" fmla="*/ 3658102 w 3841477"/>
                <a:gd name="connsiteY22" fmla="*/ 269701 h 1474801"/>
                <a:gd name="connsiteX23" fmla="*/ 3785103 w 3841477"/>
                <a:gd name="connsiteY23" fmla="*/ 19934 h 1474801"/>
                <a:gd name="connsiteX24" fmla="*/ 3840135 w 3841477"/>
                <a:gd name="connsiteY24" fmla="*/ 45335 h 1474801"/>
                <a:gd name="connsiteX25" fmla="*/ 3734301 w 3841477"/>
                <a:gd name="connsiteY25" fmla="*/ 282400 h 1474801"/>
                <a:gd name="connsiteX26" fmla="*/ 3569202 w 3841477"/>
                <a:gd name="connsiteY26" fmla="*/ 447501 h 1474801"/>
                <a:gd name="connsiteX27" fmla="*/ 3340602 w 3841477"/>
                <a:gd name="connsiteY27" fmla="*/ 688801 h 1474801"/>
                <a:gd name="connsiteX28" fmla="*/ 3107769 w 3841477"/>
                <a:gd name="connsiteY28" fmla="*/ 997834 h 1474801"/>
                <a:gd name="connsiteX29" fmla="*/ 2565900 w 3841477"/>
                <a:gd name="connsiteY29" fmla="*/ 1429632 h 1474801"/>
                <a:gd name="connsiteX30" fmla="*/ 2201835 w 3841477"/>
                <a:gd name="connsiteY30" fmla="*/ 1463500 h 1474801"/>
                <a:gd name="connsiteX31" fmla="*/ 1736169 w 3841477"/>
                <a:gd name="connsiteY31" fmla="*/ 1446568 h 1474801"/>
                <a:gd name="connsiteX32" fmla="*/ 1579534 w 3841477"/>
                <a:gd name="connsiteY32" fmla="*/ 1374601 h 1474801"/>
                <a:gd name="connsiteX33" fmla="*/ 1405969 w 3841477"/>
                <a:gd name="connsiteY33" fmla="*/ 1222201 h 1474801"/>
                <a:gd name="connsiteX34" fmla="*/ 1143502 w 3841477"/>
                <a:gd name="connsiteY34" fmla="*/ 1035933 h 1474801"/>
                <a:gd name="connsiteX35" fmla="*/ 775202 w 3841477"/>
                <a:gd name="connsiteY35" fmla="*/ 820035 h 1474801"/>
                <a:gd name="connsiteX36" fmla="*/ 466168 w 3841477"/>
                <a:gd name="connsiteY36" fmla="*/ 447501 h 1474801"/>
                <a:gd name="connsiteX37" fmla="*/ 119035 w 3841477"/>
                <a:gd name="connsiteY37" fmla="*/ 155402 h 1474801"/>
                <a:gd name="connsiteX38" fmla="*/ 4736 w 3841477"/>
                <a:gd name="connsiteY38" fmla="*/ 74968 h 1474801"/>
                <a:gd name="connsiteX39" fmla="*/ 38603 w 3841477"/>
                <a:gd name="connsiteY39" fmla="*/ 15701 h 1474801"/>
                <a:gd name="connsiteX0" fmla="*/ 38603 w 3841477"/>
                <a:gd name="connsiteY0" fmla="*/ 15701 h 1474801"/>
                <a:gd name="connsiteX1" fmla="*/ 191000 w 3841477"/>
                <a:gd name="connsiteY1" fmla="*/ 125767 h 1474801"/>
                <a:gd name="connsiteX2" fmla="*/ 432302 w 3841477"/>
                <a:gd name="connsiteY2" fmla="*/ 341668 h 1474801"/>
                <a:gd name="connsiteX3" fmla="*/ 567769 w 3841477"/>
                <a:gd name="connsiteY3" fmla="*/ 472901 h 1474801"/>
                <a:gd name="connsiteX4" fmla="*/ 804835 w 3841477"/>
                <a:gd name="connsiteY4" fmla="*/ 781935 h 1474801"/>
                <a:gd name="connsiteX5" fmla="*/ 969936 w 3841477"/>
                <a:gd name="connsiteY5" fmla="*/ 870836 h 1474801"/>
                <a:gd name="connsiteX6" fmla="*/ 1295899 w 3841477"/>
                <a:gd name="connsiteY6" fmla="*/ 1069802 h 1474801"/>
                <a:gd name="connsiteX7" fmla="*/ 1630334 w 3841477"/>
                <a:gd name="connsiteY7" fmla="*/ 1344968 h 1474801"/>
                <a:gd name="connsiteX8" fmla="*/ 1693835 w 3841477"/>
                <a:gd name="connsiteY8" fmla="*/ 1340734 h 1474801"/>
                <a:gd name="connsiteX9" fmla="*/ 1685369 w 3841477"/>
                <a:gd name="connsiteY9" fmla="*/ 1150234 h 1474801"/>
                <a:gd name="connsiteX10" fmla="*/ 1765802 w 3841477"/>
                <a:gd name="connsiteY10" fmla="*/ 1137534 h 1474801"/>
                <a:gd name="connsiteX11" fmla="*/ 1782737 w 3841477"/>
                <a:gd name="connsiteY11" fmla="*/ 1361901 h 1474801"/>
                <a:gd name="connsiteX12" fmla="*/ 1829303 w 3841477"/>
                <a:gd name="connsiteY12" fmla="*/ 1383067 h 1474801"/>
                <a:gd name="connsiteX13" fmla="*/ 2193369 w 3841477"/>
                <a:gd name="connsiteY13" fmla="*/ 1391534 h 1474801"/>
                <a:gd name="connsiteX14" fmla="*/ 2239936 w 3841477"/>
                <a:gd name="connsiteY14" fmla="*/ 1332267 h 1474801"/>
                <a:gd name="connsiteX15" fmla="*/ 2252636 w 3841477"/>
                <a:gd name="connsiteY15" fmla="*/ 1171402 h 1474801"/>
                <a:gd name="connsiteX16" fmla="*/ 2311902 w 3841477"/>
                <a:gd name="connsiteY16" fmla="*/ 1158701 h 1474801"/>
                <a:gd name="connsiteX17" fmla="*/ 2333069 w 3841477"/>
                <a:gd name="connsiteY17" fmla="*/ 1353434 h 1474801"/>
                <a:gd name="connsiteX18" fmla="*/ 2379636 w 3841477"/>
                <a:gd name="connsiteY18" fmla="*/ 1383068 h 1474801"/>
                <a:gd name="connsiteX19" fmla="*/ 2582835 w 3841477"/>
                <a:gd name="connsiteY19" fmla="*/ 1349199 h 1474801"/>
                <a:gd name="connsiteX20" fmla="*/ 3099302 w 3841477"/>
                <a:gd name="connsiteY20" fmla="*/ 896234 h 1474801"/>
                <a:gd name="connsiteX21" fmla="*/ 3391402 w 3841477"/>
                <a:gd name="connsiteY21" fmla="*/ 527934 h 1474801"/>
                <a:gd name="connsiteX22" fmla="*/ 3658102 w 3841477"/>
                <a:gd name="connsiteY22" fmla="*/ 269701 h 1474801"/>
                <a:gd name="connsiteX23" fmla="*/ 3785103 w 3841477"/>
                <a:gd name="connsiteY23" fmla="*/ 19934 h 1474801"/>
                <a:gd name="connsiteX24" fmla="*/ 3840135 w 3841477"/>
                <a:gd name="connsiteY24" fmla="*/ 45335 h 1474801"/>
                <a:gd name="connsiteX25" fmla="*/ 3734301 w 3841477"/>
                <a:gd name="connsiteY25" fmla="*/ 282400 h 1474801"/>
                <a:gd name="connsiteX26" fmla="*/ 3569202 w 3841477"/>
                <a:gd name="connsiteY26" fmla="*/ 447501 h 1474801"/>
                <a:gd name="connsiteX27" fmla="*/ 3340602 w 3841477"/>
                <a:gd name="connsiteY27" fmla="*/ 688801 h 1474801"/>
                <a:gd name="connsiteX28" fmla="*/ 3107769 w 3841477"/>
                <a:gd name="connsiteY28" fmla="*/ 997834 h 1474801"/>
                <a:gd name="connsiteX29" fmla="*/ 2565900 w 3841477"/>
                <a:gd name="connsiteY29" fmla="*/ 1429632 h 1474801"/>
                <a:gd name="connsiteX30" fmla="*/ 2201835 w 3841477"/>
                <a:gd name="connsiteY30" fmla="*/ 1463500 h 1474801"/>
                <a:gd name="connsiteX31" fmla="*/ 1736169 w 3841477"/>
                <a:gd name="connsiteY31" fmla="*/ 1446568 h 1474801"/>
                <a:gd name="connsiteX32" fmla="*/ 1579534 w 3841477"/>
                <a:gd name="connsiteY32" fmla="*/ 1374601 h 1474801"/>
                <a:gd name="connsiteX33" fmla="*/ 1405969 w 3841477"/>
                <a:gd name="connsiteY33" fmla="*/ 1222201 h 1474801"/>
                <a:gd name="connsiteX34" fmla="*/ 1143502 w 3841477"/>
                <a:gd name="connsiteY34" fmla="*/ 1035933 h 1474801"/>
                <a:gd name="connsiteX35" fmla="*/ 775202 w 3841477"/>
                <a:gd name="connsiteY35" fmla="*/ 820035 h 1474801"/>
                <a:gd name="connsiteX36" fmla="*/ 466168 w 3841477"/>
                <a:gd name="connsiteY36" fmla="*/ 447501 h 1474801"/>
                <a:gd name="connsiteX37" fmla="*/ 119035 w 3841477"/>
                <a:gd name="connsiteY37" fmla="*/ 155402 h 1474801"/>
                <a:gd name="connsiteX38" fmla="*/ 4736 w 3841477"/>
                <a:gd name="connsiteY38" fmla="*/ 74968 h 1474801"/>
                <a:gd name="connsiteX39" fmla="*/ 38603 w 3841477"/>
                <a:gd name="connsiteY39" fmla="*/ 15701 h 1474801"/>
                <a:gd name="connsiteX0" fmla="*/ 38603 w 3841477"/>
                <a:gd name="connsiteY0" fmla="*/ 15701 h 1472711"/>
                <a:gd name="connsiteX1" fmla="*/ 191000 w 3841477"/>
                <a:gd name="connsiteY1" fmla="*/ 125767 h 1472711"/>
                <a:gd name="connsiteX2" fmla="*/ 432302 w 3841477"/>
                <a:gd name="connsiteY2" fmla="*/ 341668 h 1472711"/>
                <a:gd name="connsiteX3" fmla="*/ 567769 w 3841477"/>
                <a:gd name="connsiteY3" fmla="*/ 472901 h 1472711"/>
                <a:gd name="connsiteX4" fmla="*/ 804835 w 3841477"/>
                <a:gd name="connsiteY4" fmla="*/ 781935 h 1472711"/>
                <a:gd name="connsiteX5" fmla="*/ 969936 w 3841477"/>
                <a:gd name="connsiteY5" fmla="*/ 870836 h 1472711"/>
                <a:gd name="connsiteX6" fmla="*/ 1295899 w 3841477"/>
                <a:gd name="connsiteY6" fmla="*/ 1069802 h 1472711"/>
                <a:gd name="connsiteX7" fmla="*/ 1630334 w 3841477"/>
                <a:gd name="connsiteY7" fmla="*/ 1344968 h 1472711"/>
                <a:gd name="connsiteX8" fmla="*/ 1693835 w 3841477"/>
                <a:gd name="connsiteY8" fmla="*/ 1340734 h 1472711"/>
                <a:gd name="connsiteX9" fmla="*/ 1685369 w 3841477"/>
                <a:gd name="connsiteY9" fmla="*/ 1150234 h 1472711"/>
                <a:gd name="connsiteX10" fmla="*/ 1765802 w 3841477"/>
                <a:gd name="connsiteY10" fmla="*/ 1137534 h 1472711"/>
                <a:gd name="connsiteX11" fmla="*/ 1782737 w 3841477"/>
                <a:gd name="connsiteY11" fmla="*/ 1361901 h 1472711"/>
                <a:gd name="connsiteX12" fmla="*/ 1829303 w 3841477"/>
                <a:gd name="connsiteY12" fmla="*/ 1383067 h 1472711"/>
                <a:gd name="connsiteX13" fmla="*/ 2193369 w 3841477"/>
                <a:gd name="connsiteY13" fmla="*/ 1391534 h 1472711"/>
                <a:gd name="connsiteX14" fmla="*/ 2239936 w 3841477"/>
                <a:gd name="connsiteY14" fmla="*/ 1332267 h 1472711"/>
                <a:gd name="connsiteX15" fmla="*/ 2252636 w 3841477"/>
                <a:gd name="connsiteY15" fmla="*/ 1171402 h 1472711"/>
                <a:gd name="connsiteX16" fmla="*/ 2311902 w 3841477"/>
                <a:gd name="connsiteY16" fmla="*/ 1158701 h 1472711"/>
                <a:gd name="connsiteX17" fmla="*/ 2333069 w 3841477"/>
                <a:gd name="connsiteY17" fmla="*/ 1353434 h 1472711"/>
                <a:gd name="connsiteX18" fmla="*/ 2379636 w 3841477"/>
                <a:gd name="connsiteY18" fmla="*/ 1383068 h 1472711"/>
                <a:gd name="connsiteX19" fmla="*/ 2582835 w 3841477"/>
                <a:gd name="connsiteY19" fmla="*/ 1349199 h 1472711"/>
                <a:gd name="connsiteX20" fmla="*/ 3099302 w 3841477"/>
                <a:gd name="connsiteY20" fmla="*/ 896234 h 1472711"/>
                <a:gd name="connsiteX21" fmla="*/ 3391402 w 3841477"/>
                <a:gd name="connsiteY21" fmla="*/ 527934 h 1472711"/>
                <a:gd name="connsiteX22" fmla="*/ 3658102 w 3841477"/>
                <a:gd name="connsiteY22" fmla="*/ 269701 h 1472711"/>
                <a:gd name="connsiteX23" fmla="*/ 3785103 w 3841477"/>
                <a:gd name="connsiteY23" fmla="*/ 19934 h 1472711"/>
                <a:gd name="connsiteX24" fmla="*/ 3840135 w 3841477"/>
                <a:gd name="connsiteY24" fmla="*/ 45335 h 1472711"/>
                <a:gd name="connsiteX25" fmla="*/ 3734301 w 3841477"/>
                <a:gd name="connsiteY25" fmla="*/ 282400 h 1472711"/>
                <a:gd name="connsiteX26" fmla="*/ 3569202 w 3841477"/>
                <a:gd name="connsiteY26" fmla="*/ 447501 h 1472711"/>
                <a:gd name="connsiteX27" fmla="*/ 3340602 w 3841477"/>
                <a:gd name="connsiteY27" fmla="*/ 688801 h 1472711"/>
                <a:gd name="connsiteX28" fmla="*/ 3107769 w 3841477"/>
                <a:gd name="connsiteY28" fmla="*/ 997834 h 1472711"/>
                <a:gd name="connsiteX29" fmla="*/ 2565900 w 3841477"/>
                <a:gd name="connsiteY29" fmla="*/ 1429632 h 1472711"/>
                <a:gd name="connsiteX30" fmla="*/ 2121401 w 3841477"/>
                <a:gd name="connsiteY30" fmla="*/ 1459267 h 1472711"/>
                <a:gd name="connsiteX31" fmla="*/ 1736169 w 3841477"/>
                <a:gd name="connsiteY31" fmla="*/ 1446568 h 1472711"/>
                <a:gd name="connsiteX32" fmla="*/ 1579534 w 3841477"/>
                <a:gd name="connsiteY32" fmla="*/ 1374601 h 1472711"/>
                <a:gd name="connsiteX33" fmla="*/ 1405969 w 3841477"/>
                <a:gd name="connsiteY33" fmla="*/ 1222201 h 1472711"/>
                <a:gd name="connsiteX34" fmla="*/ 1143502 w 3841477"/>
                <a:gd name="connsiteY34" fmla="*/ 1035933 h 1472711"/>
                <a:gd name="connsiteX35" fmla="*/ 775202 w 3841477"/>
                <a:gd name="connsiteY35" fmla="*/ 820035 h 1472711"/>
                <a:gd name="connsiteX36" fmla="*/ 466168 w 3841477"/>
                <a:gd name="connsiteY36" fmla="*/ 447501 h 1472711"/>
                <a:gd name="connsiteX37" fmla="*/ 119035 w 3841477"/>
                <a:gd name="connsiteY37" fmla="*/ 155402 h 1472711"/>
                <a:gd name="connsiteX38" fmla="*/ 4736 w 3841477"/>
                <a:gd name="connsiteY38" fmla="*/ 74968 h 1472711"/>
                <a:gd name="connsiteX39" fmla="*/ 38603 w 3841477"/>
                <a:gd name="connsiteY39" fmla="*/ 15701 h 1472711"/>
                <a:gd name="connsiteX0" fmla="*/ 38603 w 3841477"/>
                <a:gd name="connsiteY0" fmla="*/ 15701 h 1472711"/>
                <a:gd name="connsiteX1" fmla="*/ 191000 w 3841477"/>
                <a:gd name="connsiteY1" fmla="*/ 125767 h 1472711"/>
                <a:gd name="connsiteX2" fmla="*/ 432302 w 3841477"/>
                <a:gd name="connsiteY2" fmla="*/ 341668 h 1472711"/>
                <a:gd name="connsiteX3" fmla="*/ 567769 w 3841477"/>
                <a:gd name="connsiteY3" fmla="*/ 472901 h 1472711"/>
                <a:gd name="connsiteX4" fmla="*/ 804835 w 3841477"/>
                <a:gd name="connsiteY4" fmla="*/ 781935 h 1472711"/>
                <a:gd name="connsiteX5" fmla="*/ 969936 w 3841477"/>
                <a:gd name="connsiteY5" fmla="*/ 870836 h 1472711"/>
                <a:gd name="connsiteX6" fmla="*/ 1295899 w 3841477"/>
                <a:gd name="connsiteY6" fmla="*/ 1069802 h 1472711"/>
                <a:gd name="connsiteX7" fmla="*/ 1630334 w 3841477"/>
                <a:gd name="connsiteY7" fmla="*/ 1344968 h 1472711"/>
                <a:gd name="connsiteX8" fmla="*/ 1693835 w 3841477"/>
                <a:gd name="connsiteY8" fmla="*/ 1340734 h 1472711"/>
                <a:gd name="connsiteX9" fmla="*/ 1685369 w 3841477"/>
                <a:gd name="connsiteY9" fmla="*/ 1150234 h 1472711"/>
                <a:gd name="connsiteX10" fmla="*/ 1765802 w 3841477"/>
                <a:gd name="connsiteY10" fmla="*/ 1137534 h 1472711"/>
                <a:gd name="connsiteX11" fmla="*/ 1782737 w 3841477"/>
                <a:gd name="connsiteY11" fmla="*/ 1361901 h 1472711"/>
                <a:gd name="connsiteX12" fmla="*/ 1829303 w 3841477"/>
                <a:gd name="connsiteY12" fmla="*/ 1383067 h 1472711"/>
                <a:gd name="connsiteX13" fmla="*/ 2193369 w 3841477"/>
                <a:gd name="connsiteY13" fmla="*/ 1391534 h 1472711"/>
                <a:gd name="connsiteX14" fmla="*/ 2239936 w 3841477"/>
                <a:gd name="connsiteY14" fmla="*/ 1332267 h 1472711"/>
                <a:gd name="connsiteX15" fmla="*/ 2252636 w 3841477"/>
                <a:gd name="connsiteY15" fmla="*/ 1171402 h 1472711"/>
                <a:gd name="connsiteX16" fmla="*/ 2311902 w 3841477"/>
                <a:gd name="connsiteY16" fmla="*/ 1158701 h 1472711"/>
                <a:gd name="connsiteX17" fmla="*/ 2333069 w 3841477"/>
                <a:gd name="connsiteY17" fmla="*/ 1353434 h 1472711"/>
                <a:gd name="connsiteX18" fmla="*/ 2379636 w 3841477"/>
                <a:gd name="connsiteY18" fmla="*/ 1404235 h 1472711"/>
                <a:gd name="connsiteX19" fmla="*/ 2582835 w 3841477"/>
                <a:gd name="connsiteY19" fmla="*/ 1349199 h 1472711"/>
                <a:gd name="connsiteX20" fmla="*/ 3099302 w 3841477"/>
                <a:gd name="connsiteY20" fmla="*/ 896234 h 1472711"/>
                <a:gd name="connsiteX21" fmla="*/ 3391402 w 3841477"/>
                <a:gd name="connsiteY21" fmla="*/ 527934 h 1472711"/>
                <a:gd name="connsiteX22" fmla="*/ 3658102 w 3841477"/>
                <a:gd name="connsiteY22" fmla="*/ 269701 h 1472711"/>
                <a:gd name="connsiteX23" fmla="*/ 3785103 w 3841477"/>
                <a:gd name="connsiteY23" fmla="*/ 19934 h 1472711"/>
                <a:gd name="connsiteX24" fmla="*/ 3840135 w 3841477"/>
                <a:gd name="connsiteY24" fmla="*/ 45335 h 1472711"/>
                <a:gd name="connsiteX25" fmla="*/ 3734301 w 3841477"/>
                <a:gd name="connsiteY25" fmla="*/ 282400 h 1472711"/>
                <a:gd name="connsiteX26" fmla="*/ 3569202 w 3841477"/>
                <a:gd name="connsiteY26" fmla="*/ 447501 h 1472711"/>
                <a:gd name="connsiteX27" fmla="*/ 3340602 w 3841477"/>
                <a:gd name="connsiteY27" fmla="*/ 688801 h 1472711"/>
                <a:gd name="connsiteX28" fmla="*/ 3107769 w 3841477"/>
                <a:gd name="connsiteY28" fmla="*/ 997834 h 1472711"/>
                <a:gd name="connsiteX29" fmla="*/ 2565900 w 3841477"/>
                <a:gd name="connsiteY29" fmla="*/ 1429632 h 1472711"/>
                <a:gd name="connsiteX30" fmla="*/ 2121401 w 3841477"/>
                <a:gd name="connsiteY30" fmla="*/ 1459267 h 1472711"/>
                <a:gd name="connsiteX31" fmla="*/ 1736169 w 3841477"/>
                <a:gd name="connsiteY31" fmla="*/ 1446568 h 1472711"/>
                <a:gd name="connsiteX32" fmla="*/ 1579534 w 3841477"/>
                <a:gd name="connsiteY32" fmla="*/ 1374601 h 1472711"/>
                <a:gd name="connsiteX33" fmla="*/ 1405969 w 3841477"/>
                <a:gd name="connsiteY33" fmla="*/ 1222201 h 1472711"/>
                <a:gd name="connsiteX34" fmla="*/ 1143502 w 3841477"/>
                <a:gd name="connsiteY34" fmla="*/ 1035933 h 1472711"/>
                <a:gd name="connsiteX35" fmla="*/ 775202 w 3841477"/>
                <a:gd name="connsiteY35" fmla="*/ 820035 h 1472711"/>
                <a:gd name="connsiteX36" fmla="*/ 466168 w 3841477"/>
                <a:gd name="connsiteY36" fmla="*/ 447501 h 1472711"/>
                <a:gd name="connsiteX37" fmla="*/ 119035 w 3841477"/>
                <a:gd name="connsiteY37" fmla="*/ 155402 h 1472711"/>
                <a:gd name="connsiteX38" fmla="*/ 4736 w 3841477"/>
                <a:gd name="connsiteY38" fmla="*/ 74968 h 1472711"/>
                <a:gd name="connsiteX39" fmla="*/ 38603 w 3841477"/>
                <a:gd name="connsiteY39" fmla="*/ 15701 h 1472711"/>
                <a:gd name="connsiteX0" fmla="*/ 38603 w 3841477"/>
                <a:gd name="connsiteY0" fmla="*/ 15701 h 1472711"/>
                <a:gd name="connsiteX1" fmla="*/ 191000 w 3841477"/>
                <a:gd name="connsiteY1" fmla="*/ 125767 h 1472711"/>
                <a:gd name="connsiteX2" fmla="*/ 432302 w 3841477"/>
                <a:gd name="connsiteY2" fmla="*/ 341668 h 1472711"/>
                <a:gd name="connsiteX3" fmla="*/ 567769 w 3841477"/>
                <a:gd name="connsiteY3" fmla="*/ 472901 h 1472711"/>
                <a:gd name="connsiteX4" fmla="*/ 804835 w 3841477"/>
                <a:gd name="connsiteY4" fmla="*/ 781935 h 1472711"/>
                <a:gd name="connsiteX5" fmla="*/ 969936 w 3841477"/>
                <a:gd name="connsiteY5" fmla="*/ 870836 h 1472711"/>
                <a:gd name="connsiteX6" fmla="*/ 1295899 w 3841477"/>
                <a:gd name="connsiteY6" fmla="*/ 1069802 h 1472711"/>
                <a:gd name="connsiteX7" fmla="*/ 1630334 w 3841477"/>
                <a:gd name="connsiteY7" fmla="*/ 1344968 h 1472711"/>
                <a:gd name="connsiteX8" fmla="*/ 1693835 w 3841477"/>
                <a:gd name="connsiteY8" fmla="*/ 1340734 h 1472711"/>
                <a:gd name="connsiteX9" fmla="*/ 1685369 w 3841477"/>
                <a:gd name="connsiteY9" fmla="*/ 1150234 h 1472711"/>
                <a:gd name="connsiteX10" fmla="*/ 1765802 w 3841477"/>
                <a:gd name="connsiteY10" fmla="*/ 1137534 h 1472711"/>
                <a:gd name="connsiteX11" fmla="*/ 1782737 w 3841477"/>
                <a:gd name="connsiteY11" fmla="*/ 1361901 h 1472711"/>
                <a:gd name="connsiteX12" fmla="*/ 1829303 w 3841477"/>
                <a:gd name="connsiteY12" fmla="*/ 1383067 h 1472711"/>
                <a:gd name="connsiteX13" fmla="*/ 2193369 w 3841477"/>
                <a:gd name="connsiteY13" fmla="*/ 1391534 h 1472711"/>
                <a:gd name="connsiteX14" fmla="*/ 2239936 w 3841477"/>
                <a:gd name="connsiteY14" fmla="*/ 1332267 h 1472711"/>
                <a:gd name="connsiteX15" fmla="*/ 2252636 w 3841477"/>
                <a:gd name="connsiteY15" fmla="*/ 1171402 h 1472711"/>
                <a:gd name="connsiteX16" fmla="*/ 2311902 w 3841477"/>
                <a:gd name="connsiteY16" fmla="*/ 1158701 h 1472711"/>
                <a:gd name="connsiteX17" fmla="*/ 2333069 w 3841477"/>
                <a:gd name="connsiteY17" fmla="*/ 1353434 h 1472711"/>
                <a:gd name="connsiteX18" fmla="*/ 2379636 w 3841477"/>
                <a:gd name="connsiteY18" fmla="*/ 1404235 h 1472711"/>
                <a:gd name="connsiteX19" fmla="*/ 2582835 w 3841477"/>
                <a:gd name="connsiteY19" fmla="*/ 1349199 h 1472711"/>
                <a:gd name="connsiteX20" fmla="*/ 3099302 w 3841477"/>
                <a:gd name="connsiteY20" fmla="*/ 896234 h 1472711"/>
                <a:gd name="connsiteX21" fmla="*/ 3391402 w 3841477"/>
                <a:gd name="connsiteY21" fmla="*/ 527934 h 1472711"/>
                <a:gd name="connsiteX22" fmla="*/ 3658102 w 3841477"/>
                <a:gd name="connsiteY22" fmla="*/ 269701 h 1472711"/>
                <a:gd name="connsiteX23" fmla="*/ 3785103 w 3841477"/>
                <a:gd name="connsiteY23" fmla="*/ 19934 h 1472711"/>
                <a:gd name="connsiteX24" fmla="*/ 3840135 w 3841477"/>
                <a:gd name="connsiteY24" fmla="*/ 45335 h 1472711"/>
                <a:gd name="connsiteX25" fmla="*/ 3734301 w 3841477"/>
                <a:gd name="connsiteY25" fmla="*/ 282400 h 1472711"/>
                <a:gd name="connsiteX26" fmla="*/ 3569202 w 3841477"/>
                <a:gd name="connsiteY26" fmla="*/ 447501 h 1472711"/>
                <a:gd name="connsiteX27" fmla="*/ 3340602 w 3841477"/>
                <a:gd name="connsiteY27" fmla="*/ 688801 h 1472711"/>
                <a:gd name="connsiteX28" fmla="*/ 3107769 w 3841477"/>
                <a:gd name="connsiteY28" fmla="*/ 997834 h 1472711"/>
                <a:gd name="connsiteX29" fmla="*/ 2565900 w 3841477"/>
                <a:gd name="connsiteY29" fmla="*/ 1429632 h 1472711"/>
                <a:gd name="connsiteX30" fmla="*/ 2121401 w 3841477"/>
                <a:gd name="connsiteY30" fmla="*/ 1459267 h 1472711"/>
                <a:gd name="connsiteX31" fmla="*/ 1736169 w 3841477"/>
                <a:gd name="connsiteY31" fmla="*/ 1446568 h 1472711"/>
                <a:gd name="connsiteX32" fmla="*/ 1579534 w 3841477"/>
                <a:gd name="connsiteY32" fmla="*/ 1374601 h 1472711"/>
                <a:gd name="connsiteX33" fmla="*/ 1405969 w 3841477"/>
                <a:gd name="connsiteY33" fmla="*/ 1222201 h 1472711"/>
                <a:gd name="connsiteX34" fmla="*/ 1143502 w 3841477"/>
                <a:gd name="connsiteY34" fmla="*/ 1035933 h 1472711"/>
                <a:gd name="connsiteX35" fmla="*/ 775202 w 3841477"/>
                <a:gd name="connsiteY35" fmla="*/ 820035 h 1472711"/>
                <a:gd name="connsiteX36" fmla="*/ 466168 w 3841477"/>
                <a:gd name="connsiteY36" fmla="*/ 447501 h 1472711"/>
                <a:gd name="connsiteX37" fmla="*/ 119035 w 3841477"/>
                <a:gd name="connsiteY37" fmla="*/ 155402 h 1472711"/>
                <a:gd name="connsiteX38" fmla="*/ 4736 w 3841477"/>
                <a:gd name="connsiteY38" fmla="*/ 74968 h 1472711"/>
                <a:gd name="connsiteX39" fmla="*/ 38603 w 3841477"/>
                <a:gd name="connsiteY39" fmla="*/ 15701 h 1472711"/>
                <a:gd name="connsiteX0" fmla="*/ 38603 w 3841477"/>
                <a:gd name="connsiteY0" fmla="*/ 15701 h 1472711"/>
                <a:gd name="connsiteX1" fmla="*/ 191000 w 3841477"/>
                <a:gd name="connsiteY1" fmla="*/ 125767 h 1472711"/>
                <a:gd name="connsiteX2" fmla="*/ 432302 w 3841477"/>
                <a:gd name="connsiteY2" fmla="*/ 341668 h 1472711"/>
                <a:gd name="connsiteX3" fmla="*/ 567769 w 3841477"/>
                <a:gd name="connsiteY3" fmla="*/ 472901 h 1472711"/>
                <a:gd name="connsiteX4" fmla="*/ 804835 w 3841477"/>
                <a:gd name="connsiteY4" fmla="*/ 781935 h 1472711"/>
                <a:gd name="connsiteX5" fmla="*/ 969936 w 3841477"/>
                <a:gd name="connsiteY5" fmla="*/ 870836 h 1472711"/>
                <a:gd name="connsiteX6" fmla="*/ 1295899 w 3841477"/>
                <a:gd name="connsiteY6" fmla="*/ 1069802 h 1472711"/>
                <a:gd name="connsiteX7" fmla="*/ 1630334 w 3841477"/>
                <a:gd name="connsiteY7" fmla="*/ 1344968 h 1472711"/>
                <a:gd name="connsiteX8" fmla="*/ 1693835 w 3841477"/>
                <a:gd name="connsiteY8" fmla="*/ 1340734 h 1472711"/>
                <a:gd name="connsiteX9" fmla="*/ 1685369 w 3841477"/>
                <a:gd name="connsiteY9" fmla="*/ 1150234 h 1472711"/>
                <a:gd name="connsiteX10" fmla="*/ 1765802 w 3841477"/>
                <a:gd name="connsiteY10" fmla="*/ 1137534 h 1472711"/>
                <a:gd name="connsiteX11" fmla="*/ 1782737 w 3841477"/>
                <a:gd name="connsiteY11" fmla="*/ 1361901 h 1472711"/>
                <a:gd name="connsiteX12" fmla="*/ 1829303 w 3841477"/>
                <a:gd name="connsiteY12" fmla="*/ 1383067 h 1472711"/>
                <a:gd name="connsiteX13" fmla="*/ 2193369 w 3841477"/>
                <a:gd name="connsiteY13" fmla="*/ 1391534 h 1472711"/>
                <a:gd name="connsiteX14" fmla="*/ 2239936 w 3841477"/>
                <a:gd name="connsiteY14" fmla="*/ 1332267 h 1472711"/>
                <a:gd name="connsiteX15" fmla="*/ 2252636 w 3841477"/>
                <a:gd name="connsiteY15" fmla="*/ 1171402 h 1472711"/>
                <a:gd name="connsiteX16" fmla="*/ 2311902 w 3841477"/>
                <a:gd name="connsiteY16" fmla="*/ 1158701 h 1472711"/>
                <a:gd name="connsiteX17" fmla="*/ 2328835 w 3841477"/>
                <a:gd name="connsiteY17" fmla="*/ 1344968 h 1472711"/>
                <a:gd name="connsiteX18" fmla="*/ 2379636 w 3841477"/>
                <a:gd name="connsiteY18" fmla="*/ 1404235 h 1472711"/>
                <a:gd name="connsiteX19" fmla="*/ 2582835 w 3841477"/>
                <a:gd name="connsiteY19" fmla="*/ 1349199 h 1472711"/>
                <a:gd name="connsiteX20" fmla="*/ 3099302 w 3841477"/>
                <a:gd name="connsiteY20" fmla="*/ 896234 h 1472711"/>
                <a:gd name="connsiteX21" fmla="*/ 3391402 w 3841477"/>
                <a:gd name="connsiteY21" fmla="*/ 527934 h 1472711"/>
                <a:gd name="connsiteX22" fmla="*/ 3658102 w 3841477"/>
                <a:gd name="connsiteY22" fmla="*/ 269701 h 1472711"/>
                <a:gd name="connsiteX23" fmla="*/ 3785103 w 3841477"/>
                <a:gd name="connsiteY23" fmla="*/ 19934 h 1472711"/>
                <a:gd name="connsiteX24" fmla="*/ 3840135 w 3841477"/>
                <a:gd name="connsiteY24" fmla="*/ 45335 h 1472711"/>
                <a:gd name="connsiteX25" fmla="*/ 3734301 w 3841477"/>
                <a:gd name="connsiteY25" fmla="*/ 282400 h 1472711"/>
                <a:gd name="connsiteX26" fmla="*/ 3569202 w 3841477"/>
                <a:gd name="connsiteY26" fmla="*/ 447501 h 1472711"/>
                <a:gd name="connsiteX27" fmla="*/ 3340602 w 3841477"/>
                <a:gd name="connsiteY27" fmla="*/ 688801 h 1472711"/>
                <a:gd name="connsiteX28" fmla="*/ 3107769 w 3841477"/>
                <a:gd name="connsiteY28" fmla="*/ 997834 h 1472711"/>
                <a:gd name="connsiteX29" fmla="*/ 2565900 w 3841477"/>
                <a:gd name="connsiteY29" fmla="*/ 1429632 h 1472711"/>
                <a:gd name="connsiteX30" fmla="*/ 2121401 w 3841477"/>
                <a:gd name="connsiteY30" fmla="*/ 1459267 h 1472711"/>
                <a:gd name="connsiteX31" fmla="*/ 1736169 w 3841477"/>
                <a:gd name="connsiteY31" fmla="*/ 1446568 h 1472711"/>
                <a:gd name="connsiteX32" fmla="*/ 1579534 w 3841477"/>
                <a:gd name="connsiteY32" fmla="*/ 1374601 h 1472711"/>
                <a:gd name="connsiteX33" fmla="*/ 1405969 w 3841477"/>
                <a:gd name="connsiteY33" fmla="*/ 1222201 h 1472711"/>
                <a:gd name="connsiteX34" fmla="*/ 1143502 w 3841477"/>
                <a:gd name="connsiteY34" fmla="*/ 1035933 h 1472711"/>
                <a:gd name="connsiteX35" fmla="*/ 775202 w 3841477"/>
                <a:gd name="connsiteY35" fmla="*/ 820035 h 1472711"/>
                <a:gd name="connsiteX36" fmla="*/ 466168 w 3841477"/>
                <a:gd name="connsiteY36" fmla="*/ 447501 h 1472711"/>
                <a:gd name="connsiteX37" fmla="*/ 119035 w 3841477"/>
                <a:gd name="connsiteY37" fmla="*/ 155402 h 1472711"/>
                <a:gd name="connsiteX38" fmla="*/ 4736 w 3841477"/>
                <a:gd name="connsiteY38" fmla="*/ 74968 h 1472711"/>
                <a:gd name="connsiteX39" fmla="*/ 38603 w 3841477"/>
                <a:gd name="connsiteY39" fmla="*/ 15701 h 1472711"/>
                <a:gd name="connsiteX0" fmla="*/ 38603 w 3841477"/>
                <a:gd name="connsiteY0" fmla="*/ 15701 h 1472711"/>
                <a:gd name="connsiteX1" fmla="*/ 191000 w 3841477"/>
                <a:gd name="connsiteY1" fmla="*/ 125767 h 1472711"/>
                <a:gd name="connsiteX2" fmla="*/ 432302 w 3841477"/>
                <a:gd name="connsiteY2" fmla="*/ 341668 h 1472711"/>
                <a:gd name="connsiteX3" fmla="*/ 567769 w 3841477"/>
                <a:gd name="connsiteY3" fmla="*/ 472901 h 1472711"/>
                <a:gd name="connsiteX4" fmla="*/ 804835 w 3841477"/>
                <a:gd name="connsiteY4" fmla="*/ 781935 h 1472711"/>
                <a:gd name="connsiteX5" fmla="*/ 969936 w 3841477"/>
                <a:gd name="connsiteY5" fmla="*/ 870836 h 1472711"/>
                <a:gd name="connsiteX6" fmla="*/ 1295899 w 3841477"/>
                <a:gd name="connsiteY6" fmla="*/ 1069802 h 1472711"/>
                <a:gd name="connsiteX7" fmla="*/ 1630334 w 3841477"/>
                <a:gd name="connsiteY7" fmla="*/ 1344968 h 1472711"/>
                <a:gd name="connsiteX8" fmla="*/ 1693835 w 3841477"/>
                <a:gd name="connsiteY8" fmla="*/ 1340734 h 1472711"/>
                <a:gd name="connsiteX9" fmla="*/ 1685369 w 3841477"/>
                <a:gd name="connsiteY9" fmla="*/ 1150234 h 1472711"/>
                <a:gd name="connsiteX10" fmla="*/ 1765802 w 3841477"/>
                <a:gd name="connsiteY10" fmla="*/ 1137534 h 1472711"/>
                <a:gd name="connsiteX11" fmla="*/ 1782737 w 3841477"/>
                <a:gd name="connsiteY11" fmla="*/ 1361901 h 1472711"/>
                <a:gd name="connsiteX12" fmla="*/ 1829303 w 3841477"/>
                <a:gd name="connsiteY12" fmla="*/ 1383067 h 1472711"/>
                <a:gd name="connsiteX13" fmla="*/ 2193369 w 3841477"/>
                <a:gd name="connsiteY13" fmla="*/ 1391534 h 1472711"/>
                <a:gd name="connsiteX14" fmla="*/ 2239936 w 3841477"/>
                <a:gd name="connsiteY14" fmla="*/ 1332267 h 1472711"/>
                <a:gd name="connsiteX15" fmla="*/ 2252636 w 3841477"/>
                <a:gd name="connsiteY15" fmla="*/ 1171402 h 1472711"/>
                <a:gd name="connsiteX16" fmla="*/ 2311902 w 3841477"/>
                <a:gd name="connsiteY16" fmla="*/ 1158701 h 1472711"/>
                <a:gd name="connsiteX17" fmla="*/ 2328835 w 3841477"/>
                <a:gd name="connsiteY17" fmla="*/ 1344968 h 1472711"/>
                <a:gd name="connsiteX18" fmla="*/ 2379636 w 3841477"/>
                <a:gd name="connsiteY18" fmla="*/ 1404235 h 1472711"/>
                <a:gd name="connsiteX19" fmla="*/ 2582835 w 3841477"/>
                <a:gd name="connsiteY19" fmla="*/ 1328032 h 1472711"/>
                <a:gd name="connsiteX20" fmla="*/ 3099302 w 3841477"/>
                <a:gd name="connsiteY20" fmla="*/ 896234 h 1472711"/>
                <a:gd name="connsiteX21" fmla="*/ 3391402 w 3841477"/>
                <a:gd name="connsiteY21" fmla="*/ 527934 h 1472711"/>
                <a:gd name="connsiteX22" fmla="*/ 3658102 w 3841477"/>
                <a:gd name="connsiteY22" fmla="*/ 269701 h 1472711"/>
                <a:gd name="connsiteX23" fmla="*/ 3785103 w 3841477"/>
                <a:gd name="connsiteY23" fmla="*/ 19934 h 1472711"/>
                <a:gd name="connsiteX24" fmla="*/ 3840135 w 3841477"/>
                <a:gd name="connsiteY24" fmla="*/ 45335 h 1472711"/>
                <a:gd name="connsiteX25" fmla="*/ 3734301 w 3841477"/>
                <a:gd name="connsiteY25" fmla="*/ 282400 h 1472711"/>
                <a:gd name="connsiteX26" fmla="*/ 3569202 w 3841477"/>
                <a:gd name="connsiteY26" fmla="*/ 447501 h 1472711"/>
                <a:gd name="connsiteX27" fmla="*/ 3340602 w 3841477"/>
                <a:gd name="connsiteY27" fmla="*/ 688801 h 1472711"/>
                <a:gd name="connsiteX28" fmla="*/ 3107769 w 3841477"/>
                <a:gd name="connsiteY28" fmla="*/ 997834 h 1472711"/>
                <a:gd name="connsiteX29" fmla="*/ 2565900 w 3841477"/>
                <a:gd name="connsiteY29" fmla="*/ 1429632 h 1472711"/>
                <a:gd name="connsiteX30" fmla="*/ 2121401 w 3841477"/>
                <a:gd name="connsiteY30" fmla="*/ 1459267 h 1472711"/>
                <a:gd name="connsiteX31" fmla="*/ 1736169 w 3841477"/>
                <a:gd name="connsiteY31" fmla="*/ 1446568 h 1472711"/>
                <a:gd name="connsiteX32" fmla="*/ 1579534 w 3841477"/>
                <a:gd name="connsiteY32" fmla="*/ 1374601 h 1472711"/>
                <a:gd name="connsiteX33" fmla="*/ 1405969 w 3841477"/>
                <a:gd name="connsiteY33" fmla="*/ 1222201 h 1472711"/>
                <a:gd name="connsiteX34" fmla="*/ 1143502 w 3841477"/>
                <a:gd name="connsiteY34" fmla="*/ 1035933 h 1472711"/>
                <a:gd name="connsiteX35" fmla="*/ 775202 w 3841477"/>
                <a:gd name="connsiteY35" fmla="*/ 820035 h 1472711"/>
                <a:gd name="connsiteX36" fmla="*/ 466168 w 3841477"/>
                <a:gd name="connsiteY36" fmla="*/ 447501 h 1472711"/>
                <a:gd name="connsiteX37" fmla="*/ 119035 w 3841477"/>
                <a:gd name="connsiteY37" fmla="*/ 155402 h 1472711"/>
                <a:gd name="connsiteX38" fmla="*/ 4736 w 3841477"/>
                <a:gd name="connsiteY38" fmla="*/ 74968 h 1472711"/>
                <a:gd name="connsiteX39" fmla="*/ 38603 w 3841477"/>
                <a:gd name="connsiteY39" fmla="*/ 15701 h 1472711"/>
                <a:gd name="connsiteX0" fmla="*/ 38603 w 3841477"/>
                <a:gd name="connsiteY0" fmla="*/ 15701 h 1462861"/>
                <a:gd name="connsiteX1" fmla="*/ 191000 w 3841477"/>
                <a:gd name="connsiteY1" fmla="*/ 125767 h 1462861"/>
                <a:gd name="connsiteX2" fmla="*/ 432302 w 3841477"/>
                <a:gd name="connsiteY2" fmla="*/ 341668 h 1462861"/>
                <a:gd name="connsiteX3" fmla="*/ 567769 w 3841477"/>
                <a:gd name="connsiteY3" fmla="*/ 472901 h 1462861"/>
                <a:gd name="connsiteX4" fmla="*/ 804835 w 3841477"/>
                <a:gd name="connsiteY4" fmla="*/ 781935 h 1462861"/>
                <a:gd name="connsiteX5" fmla="*/ 969936 w 3841477"/>
                <a:gd name="connsiteY5" fmla="*/ 870836 h 1462861"/>
                <a:gd name="connsiteX6" fmla="*/ 1295899 w 3841477"/>
                <a:gd name="connsiteY6" fmla="*/ 1069802 h 1462861"/>
                <a:gd name="connsiteX7" fmla="*/ 1630334 w 3841477"/>
                <a:gd name="connsiteY7" fmla="*/ 1344968 h 1462861"/>
                <a:gd name="connsiteX8" fmla="*/ 1693835 w 3841477"/>
                <a:gd name="connsiteY8" fmla="*/ 1340734 h 1462861"/>
                <a:gd name="connsiteX9" fmla="*/ 1685369 w 3841477"/>
                <a:gd name="connsiteY9" fmla="*/ 1150234 h 1462861"/>
                <a:gd name="connsiteX10" fmla="*/ 1765802 w 3841477"/>
                <a:gd name="connsiteY10" fmla="*/ 1137534 h 1462861"/>
                <a:gd name="connsiteX11" fmla="*/ 1782737 w 3841477"/>
                <a:gd name="connsiteY11" fmla="*/ 1361901 h 1462861"/>
                <a:gd name="connsiteX12" fmla="*/ 1829303 w 3841477"/>
                <a:gd name="connsiteY12" fmla="*/ 1383067 h 1462861"/>
                <a:gd name="connsiteX13" fmla="*/ 2193369 w 3841477"/>
                <a:gd name="connsiteY13" fmla="*/ 1391534 h 1462861"/>
                <a:gd name="connsiteX14" fmla="*/ 2239936 w 3841477"/>
                <a:gd name="connsiteY14" fmla="*/ 1332267 h 1462861"/>
                <a:gd name="connsiteX15" fmla="*/ 2252636 w 3841477"/>
                <a:gd name="connsiteY15" fmla="*/ 1171402 h 1462861"/>
                <a:gd name="connsiteX16" fmla="*/ 2311902 w 3841477"/>
                <a:gd name="connsiteY16" fmla="*/ 1158701 h 1462861"/>
                <a:gd name="connsiteX17" fmla="*/ 2328835 w 3841477"/>
                <a:gd name="connsiteY17" fmla="*/ 1344968 h 1462861"/>
                <a:gd name="connsiteX18" fmla="*/ 2379636 w 3841477"/>
                <a:gd name="connsiteY18" fmla="*/ 1404235 h 1462861"/>
                <a:gd name="connsiteX19" fmla="*/ 2582835 w 3841477"/>
                <a:gd name="connsiteY19" fmla="*/ 1328032 h 1462861"/>
                <a:gd name="connsiteX20" fmla="*/ 3099302 w 3841477"/>
                <a:gd name="connsiteY20" fmla="*/ 896234 h 1462861"/>
                <a:gd name="connsiteX21" fmla="*/ 3391402 w 3841477"/>
                <a:gd name="connsiteY21" fmla="*/ 527934 h 1462861"/>
                <a:gd name="connsiteX22" fmla="*/ 3658102 w 3841477"/>
                <a:gd name="connsiteY22" fmla="*/ 269701 h 1462861"/>
                <a:gd name="connsiteX23" fmla="*/ 3785103 w 3841477"/>
                <a:gd name="connsiteY23" fmla="*/ 19934 h 1462861"/>
                <a:gd name="connsiteX24" fmla="*/ 3840135 w 3841477"/>
                <a:gd name="connsiteY24" fmla="*/ 45335 h 1462861"/>
                <a:gd name="connsiteX25" fmla="*/ 3734301 w 3841477"/>
                <a:gd name="connsiteY25" fmla="*/ 282400 h 1462861"/>
                <a:gd name="connsiteX26" fmla="*/ 3569202 w 3841477"/>
                <a:gd name="connsiteY26" fmla="*/ 447501 h 1462861"/>
                <a:gd name="connsiteX27" fmla="*/ 3340602 w 3841477"/>
                <a:gd name="connsiteY27" fmla="*/ 688801 h 1462861"/>
                <a:gd name="connsiteX28" fmla="*/ 3107769 w 3841477"/>
                <a:gd name="connsiteY28" fmla="*/ 997834 h 1462861"/>
                <a:gd name="connsiteX29" fmla="*/ 2565900 w 3841477"/>
                <a:gd name="connsiteY29" fmla="*/ 1412699 h 1462861"/>
                <a:gd name="connsiteX30" fmla="*/ 2121401 w 3841477"/>
                <a:gd name="connsiteY30" fmla="*/ 1459267 h 1462861"/>
                <a:gd name="connsiteX31" fmla="*/ 1736169 w 3841477"/>
                <a:gd name="connsiteY31" fmla="*/ 1446568 h 1462861"/>
                <a:gd name="connsiteX32" fmla="*/ 1579534 w 3841477"/>
                <a:gd name="connsiteY32" fmla="*/ 1374601 h 1462861"/>
                <a:gd name="connsiteX33" fmla="*/ 1405969 w 3841477"/>
                <a:gd name="connsiteY33" fmla="*/ 1222201 h 1462861"/>
                <a:gd name="connsiteX34" fmla="*/ 1143502 w 3841477"/>
                <a:gd name="connsiteY34" fmla="*/ 1035933 h 1462861"/>
                <a:gd name="connsiteX35" fmla="*/ 775202 w 3841477"/>
                <a:gd name="connsiteY35" fmla="*/ 820035 h 1462861"/>
                <a:gd name="connsiteX36" fmla="*/ 466168 w 3841477"/>
                <a:gd name="connsiteY36" fmla="*/ 447501 h 1462861"/>
                <a:gd name="connsiteX37" fmla="*/ 119035 w 3841477"/>
                <a:gd name="connsiteY37" fmla="*/ 155402 h 1462861"/>
                <a:gd name="connsiteX38" fmla="*/ 4736 w 3841477"/>
                <a:gd name="connsiteY38" fmla="*/ 74968 h 1462861"/>
                <a:gd name="connsiteX39" fmla="*/ 38603 w 3841477"/>
                <a:gd name="connsiteY39" fmla="*/ 15701 h 1462861"/>
                <a:gd name="connsiteX0" fmla="*/ 38603 w 3841477"/>
                <a:gd name="connsiteY0" fmla="*/ 15701 h 1462861"/>
                <a:gd name="connsiteX1" fmla="*/ 191000 w 3841477"/>
                <a:gd name="connsiteY1" fmla="*/ 125767 h 1462861"/>
                <a:gd name="connsiteX2" fmla="*/ 432302 w 3841477"/>
                <a:gd name="connsiteY2" fmla="*/ 341668 h 1462861"/>
                <a:gd name="connsiteX3" fmla="*/ 567769 w 3841477"/>
                <a:gd name="connsiteY3" fmla="*/ 472901 h 1462861"/>
                <a:gd name="connsiteX4" fmla="*/ 804835 w 3841477"/>
                <a:gd name="connsiteY4" fmla="*/ 781935 h 1462861"/>
                <a:gd name="connsiteX5" fmla="*/ 969936 w 3841477"/>
                <a:gd name="connsiteY5" fmla="*/ 870836 h 1462861"/>
                <a:gd name="connsiteX6" fmla="*/ 1295899 w 3841477"/>
                <a:gd name="connsiteY6" fmla="*/ 1069802 h 1462861"/>
                <a:gd name="connsiteX7" fmla="*/ 1630334 w 3841477"/>
                <a:gd name="connsiteY7" fmla="*/ 1344968 h 1462861"/>
                <a:gd name="connsiteX8" fmla="*/ 1693835 w 3841477"/>
                <a:gd name="connsiteY8" fmla="*/ 1340734 h 1462861"/>
                <a:gd name="connsiteX9" fmla="*/ 1685369 w 3841477"/>
                <a:gd name="connsiteY9" fmla="*/ 1150234 h 1462861"/>
                <a:gd name="connsiteX10" fmla="*/ 1765802 w 3841477"/>
                <a:gd name="connsiteY10" fmla="*/ 1137534 h 1462861"/>
                <a:gd name="connsiteX11" fmla="*/ 1782737 w 3841477"/>
                <a:gd name="connsiteY11" fmla="*/ 1361901 h 1462861"/>
                <a:gd name="connsiteX12" fmla="*/ 1829303 w 3841477"/>
                <a:gd name="connsiteY12" fmla="*/ 1383067 h 1462861"/>
                <a:gd name="connsiteX13" fmla="*/ 2193369 w 3841477"/>
                <a:gd name="connsiteY13" fmla="*/ 1391534 h 1462861"/>
                <a:gd name="connsiteX14" fmla="*/ 2239936 w 3841477"/>
                <a:gd name="connsiteY14" fmla="*/ 1332267 h 1462861"/>
                <a:gd name="connsiteX15" fmla="*/ 2252636 w 3841477"/>
                <a:gd name="connsiteY15" fmla="*/ 1171402 h 1462861"/>
                <a:gd name="connsiteX16" fmla="*/ 2311902 w 3841477"/>
                <a:gd name="connsiteY16" fmla="*/ 1158701 h 1462861"/>
                <a:gd name="connsiteX17" fmla="*/ 2328835 w 3841477"/>
                <a:gd name="connsiteY17" fmla="*/ 1344968 h 1462861"/>
                <a:gd name="connsiteX18" fmla="*/ 2379636 w 3841477"/>
                <a:gd name="connsiteY18" fmla="*/ 1404235 h 1462861"/>
                <a:gd name="connsiteX19" fmla="*/ 2582835 w 3841477"/>
                <a:gd name="connsiteY19" fmla="*/ 1328032 h 1462861"/>
                <a:gd name="connsiteX20" fmla="*/ 3099302 w 3841477"/>
                <a:gd name="connsiteY20" fmla="*/ 896234 h 1462861"/>
                <a:gd name="connsiteX21" fmla="*/ 3391402 w 3841477"/>
                <a:gd name="connsiteY21" fmla="*/ 527934 h 1462861"/>
                <a:gd name="connsiteX22" fmla="*/ 3658102 w 3841477"/>
                <a:gd name="connsiteY22" fmla="*/ 269701 h 1462861"/>
                <a:gd name="connsiteX23" fmla="*/ 3785103 w 3841477"/>
                <a:gd name="connsiteY23" fmla="*/ 19934 h 1462861"/>
                <a:gd name="connsiteX24" fmla="*/ 3840135 w 3841477"/>
                <a:gd name="connsiteY24" fmla="*/ 45335 h 1462861"/>
                <a:gd name="connsiteX25" fmla="*/ 3734301 w 3841477"/>
                <a:gd name="connsiteY25" fmla="*/ 282400 h 1462861"/>
                <a:gd name="connsiteX26" fmla="*/ 3569202 w 3841477"/>
                <a:gd name="connsiteY26" fmla="*/ 447501 h 1462861"/>
                <a:gd name="connsiteX27" fmla="*/ 3340602 w 3841477"/>
                <a:gd name="connsiteY27" fmla="*/ 688801 h 1462861"/>
                <a:gd name="connsiteX28" fmla="*/ 3107769 w 3841477"/>
                <a:gd name="connsiteY28" fmla="*/ 997834 h 1462861"/>
                <a:gd name="connsiteX29" fmla="*/ 2565900 w 3841477"/>
                <a:gd name="connsiteY29" fmla="*/ 1412699 h 1462861"/>
                <a:gd name="connsiteX30" fmla="*/ 2121401 w 3841477"/>
                <a:gd name="connsiteY30" fmla="*/ 1459267 h 1462861"/>
                <a:gd name="connsiteX31" fmla="*/ 1736169 w 3841477"/>
                <a:gd name="connsiteY31" fmla="*/ 1446568 h 1462861"/>
                <a:gd name="connsiteX32" fmla="*/ 1579534 w 3841477"/>
                <a:gd name="connsiteY32" fmla="*/ 1374601 h 1462861"/>
                <a:gd name="connsiteX33" fmla="*/ 1405969 w 3841477"/>
                <a:gd name="connsiteY33" fmla="*/ 1222201 h 1462861"/>
                <a:gd name="connsiteX34" fmla="*/ 1143502 w 3841477"/>
                <a:gd name="connsiteY34" fmla="*/ 1035933 h 1462861"/>
                <a:gd name="connsiteX35" fmla="*/ 775202 w 3841477"/>
                <a:gd name="connsiteY35" fmla="*/ 820035 h 1462861"/>
                <a:gd name="connsiteX36" fmla="*/ 466168 w 3841477"/>
                <a:gd name="connsiteY36" fmla="*/ 447501 h 1462861"/>
                <a:gd name="connsiteX37" fmla="*/ 119035 w 3841477"/>
                <a:gd name="connsiteY37" fmla="*/ 155402 h 1462861"/>
                <a:gd name="connsiteX38" fmla="*/ 4736 w 3841477"/>
                <a:gd name="connsiteY38" fmla="*/ 74968 h 1462861"/>
                <a:gd name="connsiteX39" fmla="*/ 38603 w 3841477"/>
                <a:gd name="connsiteY39" fmla="*/ 15701 h 1462861"/>
                <a:gd name="connsiteX0" fmla="*/ 38603 w 3841477"/>
                <a:gd name="connsiteY0" fmla="*/ 15701 h 1462861"/>
                <a:gd name="connsiteX1" fmla="*/ 191000 w 3841477"/>
                <a:gd name="connsiteY1" fmla="*/ 125767 h 1462861"/>
                <a:gd name="connsiteX2" fmla="*/ 432302 w 3841477"/>
                <a:gd name="connsiteY2" fmla="*/ 341668 h 1462861"/>
                <a:gd name="connsiteX3" fmla="*/ 567769 w 3841477"/>
                <a:gd name="connsiteY3" fmla="*/ 472901 h 1462861"/>
                <a:gd name="connsiteX4" fmla="*/ 804835 w 3841477"/>
                <a:gd name="connsiteY4" fmla="*/ 781935 h 1462861"/>
                <a:gd name="connsiteX5" fmla="*/ 969936 w 3841477"/>
                <a:gd name="connsiteY5" fmla="*/ 870836 h 1462861"/>
                <a:gd name="connsiteX6" fmla="*/ 1295899 w 3841477"/>
                <a:gd name="connsiteY6" fmla="*/ 1069802 h 1462861"/>
                <a:gd name="connsiteX7" fmla="*/ 1630334 w 3841477"/>
                <a:gd name="connsiteY7" fmla="*/ 1344968 h 1462861"/>
                <a:gd name="connsiteX8" fmla="*/ 1693835 w 3841477"/>
                <a:gd name="connsiteY8" fmla="*/ 1340734 h 1462861"/>
                <a:gd name="connsiteX9" fmla="*/ 1685369 w 3841477"/>
                <a:gd name="connsiteY9" fmla="*/ 1150234 h 1462861"/>
                <a:gd name="connsiteX10" fmla="*/ 1765802 w 3841477"/>
                <a:gd name="connsiteY10" fmla="*/ 1137534 h 1462861"/>
                <a:gd name="connsiteX11" fmla="*/ 1782737 w 3841477"/>
                <a:gd name="connsiteY11" fmla="*/ 1361901 h 1462861"/>
                <a:gd name="connsiteX12" fmla="*/ 1829303 w 3841477"/>
                <a:gd name="connsiteY12" fmla="*/ 1383067 h 1462861"/>
                <a:gd name="connsiteX13" fmla="*/ 2193369 w 3841477"/>
                <a:gd name="connsiteY13" fmla="*/ 1391534 h 1462861"/>
                <a:gd name="connsiteX14" fmla="*/ 2239936 w 3841477"/>
                <a:gd name="connsiteY14" fmla="*/ 1332267 h 1462861"/>
                <a:gd name="connsiteX15" fmla="*/ 2252636 w 3841477"/>
                <a:gd name="connsiteY15" fmla="*/ 1171402 h 1462861"/>
                <a:gd name="connsiteX16" fmla="*/ 2311902 w 3841477"/>
                <a:gd name="connsiteY16" fmla="*/ 1158701 h 1462861"/>
                <a:gd name="connsiteX17" fmla="*/ 2328835 w 3841477"/>
                <a:gd name="connsiteY17" fmla="*/ 1344968 h 1462861"/>
                <a:gd name="connsiteX18" fmla="*/ 2379636 w 3841477"/>
                <a:gd name="connsiteY18" fmla="*/ 1404235 h 1462861"/>
                <a:gd name="connsiteX19" fmla="*/ 2582835 w 3841477"/>
                <a:gd name="connsiteY19" fmla="*/ 1328032 h 1462861"/>
                <a:gd name="connsiteX20" fmla="*/ 3099302 w 3841477"/>
                <a:gd name="connsiteY20" fmla="*/ 896234 h 1462861"/>
                <a:gd name="connsiteX21" fmla="*/ 3391402 w 3841477"/>
                <a:gd name="connsiteY21" fmla="*/ 527934 h 1462861"/>
                <a:gd name="connsiteX22" fmla="*/ 3658102 w 3841477"/>
                <a:gd name="connsiteY22" fmla="*/ 269701 h 1462861"/>
                <a:gd name="connsiteX23" fmla="*/ 3785103 w 3841477"/>
                <a:gd name="connsiteY23" fmla="*/ 19934 h 1462861"/>
                <a:gd name="connsiteX24" fmla="*/ 3840135 w 3841477"/>
                <a:gd name="connsiteY24" fmla="*/ 45335 h 1462861"/>
                <a:gd name="connsiteX25" fmla="*/ 3734301 w 3841477"/>
                <a:gd name="connsiteY25" fmla="*/ 282400 h 1462861"/>
                <a:gd name="connsiteX26" fmla="*/ 3569202 w 3841477"/>
                <a:gd name="connsiteY26" fmla="*/ 447501 h 1462861"/>
                <a:gd name="connsiteX27" fmla="*/ 3340602 w 3841477"/>
                <a:gd name="connsiteY27" fmla="*/ 688801 h 1462861"/>
                <a:gd name="connsiteX28" fmla="*/ 3107769 w 3841477"/>
                <a:gd name="connsiteY28" fmla="*/ 997834 h 1462861"/>
                <a:gd name="connsiteX29" fmla="*/ 2565900 w 3841477"/>
                <a:gd name="connsiteY29" fmla="*/ 1412699 h 1462861"/>
                <a:gd name="connsiteX30" fmla="*/ 2121401 w 3841477"/>
                <a:gd name="connsiteY30" fmla="*/ 1459267 h 1462861"/>
                <a:gd name="connsiteX31" fmla="*/ 1736169 w 3841477"/>
                <a:gd name="connsiteY31" fmla="*/ 1446568 h 1462861"/>
                <a:gd name="connsiteX32" fmla="*/ 1579534 w 3841477"/>
                <a:gd name="connsiteY32" fmla="*/ 1374601 h 1462861"/>
                <a:gd name="connsiteX33" fmla="*/ 1405969 w 3841477"/>
                <a:gd name="connsiteY33" fmla="*/ 1222201 h 1462861"/>
                <a:gd name="connsiteX34" fmla="*/ 1143502 w 3841477"/>
                <a:gd name="connsiteY34" fmla="*/ 1035933 h 1462861"/>
                <a:gd name="connsiteX35" fmla="*/ 775202 w 3841477"/>
                <a:gd name="connsiteY35" fmla="*/ 820035 h 1462861"/>
                <a:gd name="connsiteX36" fmla="*/ 466168 w 3841477"/>
                <a:gd name="connsiteY36" fmla="*/ 447501 h 1462861"/>
                <a:gd name="connsiteX37" fmla="*/ 119035 w 3841477"/>
                <a:gd name="connsiteY37" fmla="*/ 155402 h 1462861"/>
                <a:gd name="connsiteX38" fmla="*/ 4736 w 3841477"/>
                <a:gd name="connsiteY38" fmla="*/ 74968 h 1462861"/>
                <a:gd name="connsiteX39" fmla="*/ 38603 w 3841477"/>
                <a:gd name="connsiteY39" fmla="*/ 15701 h 1462861"/>
                <a:gd name="connsiteX0" fmla="*/ 38603 w 3841477"/>
                <a:gd name="connsiteY0" fmla="*/ 15701 h 1462861"/>
                <a:gd name="connsiteX1" fmla="*/ 191000 w 3841477"/>
                <a:gd name="connsiteY1" fmla="*/ 125767 h 1462861"/>
                <a:gd name="connsiteX2" fmla="*/ 432302 w 3841477"/>
                <a:gd name="connsiteY2" fmla="*/ 341668 h 1462861"/>
                <a:gd name="connsiteX3" fmla="*/ 567769 w 3841477"/>
                <a:gd name="connsiteY3" fmla="*/ 472901 h 1462861"/>
                <a:gd name="connsiteX4" fmla="*/ 804835 w 3841477"/>
                <a:gd name="connsiteY4" fmla="*/ 781935 h 1462861"/>
                <a:gd name="connsiteX5" fmla="*/ 969936 w 3841477"/>
                <a:gd name="connsiteY5" fmla="*/ 870836 h 1462861"/>
                <a:gd name="connsiteX6" fmla="*/ 1295899 w 3841477"/>
                <a:gd name="connsiteY6" fmla="*/ 1069802 h 1462861"/>
                <a:gd name="connsiteX7" fmla="*/ 1630334 w 3841477"/>
                <a:gd name="connsiteY7" fmla="*/ 1344968 h 1462861"/>
                <a:gd name="connsiteX8" fmla="*/ 1693835 w 3841477"/>
                <a:gd name="connsiteY8" fmla="*/ 1340734 h 1462861"/>
                <a:gd name="connsiteX9" fmla="*/ 1685369 w 3841477"/>
                <a:gd name="connsiteY9" fmla="*/ 1150234 h 1462861"/>
                <a:gd name="connsiteX10" fmla="*/ 1765802 w 3841477"/>
                <a:gd name="connsiteY10" fmla="*/ 1137534 h 1462861"/>
                <a:gd name="connsiteX11" fmla="*/ 1782737 w 3841477"/>
                <a:gd name="connsiteY11" fmla="*/ 1361901 h 1462861"/>
                <a:gd name="connsiteX12" fmla="*/ 1829303 w 3841477"/>
                <a:gd name="connsiteY12" fmla="*/ 1383067 h 1462861"/>
                <a:gd name="connsiteX13" fmla="*/ 2193369 w 3841477"/>
                <a:gd name="connsiteY13" fmla="*/ 1391534 h 1462861"/>
                <a:gd name="connsiteX14" fmla="*/ 2239936 w 3841477"/>
                <a:gd name="connsiteY14" fmla="*/ 1332267 h 1462861"/>
                <a:gd name="connsiteX15" fmla="*/ 2252636 w 3841477"/>
                <a:gd name="connsiteY15" fmla="*/ 1171402 h 1462861"/>
                <a:gd name="connsiteX16" fmla="*/ 2311902 w 3841477"/>
                <a:gd name="connsiteY16" fmla="*/ 1158701 h 1462861"/>
                <a:gd name="connsiteX17" fmla="*/ 2328835 w 3841477"/>
                <a:gd name="connsiteY17" fmla="*/ 1344968 h 1462861"/>
                <a:gd name="connsiteX18" fmla="*/ 2379636 w 3841477"/>
                <a:gd name="connsiteY18" fmla="*/ 1404235 h 1462861"/>
                <a:gd name="connsiteX19" fmla="*/ 2582835 w 3841477"/>
                <a:gd name="connsiteY19" fmla="*/ 1328032 h 1462861"/>
                <a:gd name="connsiteX20" fmla="*/ 3099302 w 3841477"/>
                <a:gd name="connsiteY20" fmla="*/ 896234 h 1462861"/>
                <a:gd name="connsiteX21" fmla="*/ 3391402 w 3841477"/>
                <a:gd name="connsiteY21" fmla="*/ 527934 h 1462861"/>
                <a:gd name="connsiteX22" fmla="*/ 3658102 w 3841477"/>
                <a:gd name="connsiteY22" fmla="*/ 269701 h 1462861"/>
                <a:gd name="connsiteX23" fmla="*/ 3785103 w 3841477"/>
                <a:gd name="connsiteY23" fmla="*/ 19934 h 1462861"/>
                <a:gd name="connsiteX24" fmla="*/ 3840135 w 3841477"/>
                <a:gd name="connsiteY24" fmla="*/ 45335 h 1462861"/>
                <a:gd name="connsiteX25" fmla="*/ 3734301 w 3841477"/>
                <a:gd name="connsiteY25" fmla="*/ 282400 h 1462861"/>
                <a:gd name="connsiteX26" fmla="*/ 3569202 w 3841477"/>
                <a:gd name="connsiteY26" fmla="*/ 447501 h 1462861"/>
                <a:gd name="connsiteX27" fmla="*/ 3340602 w 3841477"/>
                <a:gd name="connsiteY27" fmla="*/ 688801 h 1462861"/>
                <a:gd name="connsiteX28" fmla="*/ 3107769 w 3841477"/>
                <a:gd name="connsiteY28" fmla="*/ 997834 h 1462861"/>
                <a:gd name="connsiteX29" fmla="*/ 2565900 w 3841477"/>
                <a:gd name="connsiteY29" fmla="*/ 1412699 h 1462861"/>
                <a:gd name="connsiteX30" fmla="*/ 2121401 w 3841477"/>
                <a:gd name="connsiteY30" fmla="*/ 1459267 h 1462861"/>
                <a:gd name="connsiteX31" fmla="*/ 1736169 w 3841477"/>
                <a:gd name="connsiteY31" fmla="*/ 1446568 h 1462861"/>
                <a:gd name="connsiteX32" fmla="*/ 1579534 w 3841477"/>
                <a:gd name="connsiteY32" fmla="*/ 1374601 h 1462861"/>
                <a:gd name="connsiteX33" fmla="*/ 1405969 w 3841477"/>
                <a:gd name="connsiteY33" fmla="*/ 1222201 h 1462861"/>
                <a:gd name="connsiteX34" fmla="*/ 1143502 w 3841477"/>
                <a:gd name="connsiteY34" fmla="*/ 1035933 h 1462861"/>
                <a:gd name="connsiteX35" fmla="*/ 775202 w 3841477"/>
                <a:gd name="connsiteY35" fmla="*/ 820035 h 1462861"/>
                <a:gd name="connsiteX36" fmla="*/ 466168 w 3841477"/>
                <a:gd name="connsiteY36" fmla="*/ 447501 h 1462861"/>
                <a:gd name="connsiteX37" fmla="*/ 119035 w 3841477"/>
                <a:gd name="connsiteY37" fmla="*/ 155402 h 1462861"/>
                <a:gd name="connsiteX38" fmla="*/ 4736 w 3841477"/>
                <a:gd name="connsiteY38" fmla="*/ 74968 h 1462861"/>
                <a:gd name="connsiteX39" fmla="*/ 38603 w 3841477"/>
                <a:gd name="connsiteY39" fmla="*/ 15701 h 1462861"/>
                <a:gd name="connsiteX0" fmla="*/ 19344 w 3822218"/>
                <a:gd name="connsiteY0" fmla="*/ 15701 h 1462861"/>
                <a:gd name="connsiteX1" fmla="*/ 171741 w 3822218"/>
                <a:gd name="connsiteY1" fmla="*/ 125767 h 1462861"/>
                <a:gd name="connsiteX2" fmla="*/ 413043 w 3822218"/>
                <a:gd name="connsiteY2" fmla="*/ 341668 h 1462861"/>
                <a:gd name="connsiteX3" fmla="*/ 548510 w 3822218"/>
                <a:gd name="connsiteY3" fmla="*/ 472901 h 1462861"/>
                <a:gd name="connsiteX4" fmla="*/ 785576 w 3822218"/>
                <a:gd name="connsiteY4" fmla="*/ 781935 h 1462861"/>
                <a:gd name="connsiteX5" fmla="*/ 950677 w 3822218"/>
                <a:gd name="connsiteY5" fmla="*/ 870836 h 1462861"/>
                <a:gd name="connsiteX6" fmla="*/ 1276640 w 3822218"/>
                <a:gd name="connsiteY6" fmla="*/ 1069802 h 1462861"/>
                <a:gd name="connsiteX7" fmla="*/ 1611075 w 3822218"/>
                <a:gd name="connsiteY7" fmla="*/ 1344968 h 1462861"/>
                <a:gd name="connsiteX8" fmla="*/ 1674576 w 3822218"/>
                <a:gd name="connsiteY8" fmla="*/ 1340734 h 1462861"/>
                <a:gd name="connsiteX9" fmla="*/ 1666110 w 3822218"/>
                <a:gd name="connsiteY9" fmla="*/ 1150234 h 1462861"/>
                <a:gd name="connsiteX10" fmla="*/ 1746543 w 3822218"/>
                <a:gd name="connsiteY10" fmla="*/ 1137534 h 1462861"/>
                <a:gd name="connsiteX11" fmla="*/ 1763478 w 3822218"/>
                <a:gd name="connsiteY11" fmla="*/ 1361901 h 1462861"/>
                <a:gd name="connsiteX12" fmla="*/ 1810044 w 3822218"/>
                <a:gd name="connsiteY12" fmla="*/ 1383067 h 1462861"/>
                <a:gd name="connsiteX13" fmla="*/ 2174110 w 3822218"/>
                <a:gd name="connsiteY13" fmla="*/ 1391534 h 1462861"/>
                <a:gd name="connsiteX14" fmla="*/ 2220677 w 3822218"/>
                <a:gd name="connsiteY14" fmla="*/ 1332267 h 1462861"/>
                <a:gd name="connsiteX15" fmla="*/ 2233377 w 3822218"/>
                <a:gd name="connsiteY15" fmla="*/ 1171402 h 1462861"/>
                <a:gd name="connsiteX16" fmla="*/ 2292643 w 3822218"/>
                <a:gd name="connsiteY16" fmla="*/ 1158701 h 1462861"/>
                <a:gd name="connsiteX17" fmla="*/ 2309576 w 3822218"/>
                <a:gd name="connsiteY17" fmla="*/ 1344968 h 1462861"/>
                <a:gd name="connsiteX18" fmla="*/ 2360377 w 3822218"/>
                <a:gd name="connsiteY18" fmla="*/ 1404235 h 1462861"/>
                <a:gd name="connsiteX19" fmla="*/ 2563576 w 3822218"/>
                <a:gd name="connsiteY19" fmla="*/ 1328032 h 1462861"/>
                <a:gd name="connsiteX20" fmla="*/ 3080043 w 3822218"/>
                <a:gd name="connsiteY20" fmla="*/ 896234 h 1462861"/>
                <a:gd name="connsiteX21" fmla="*/ 3372143 w 3822218"/>
                <a:gd name="connsiteY21" fmla="*/ 527934 h 1462861"/>
                <a:gd name="connsiteX22" fmla="*/ 3638843 w 3822218"/>
                <a:gd name="connsiteY22" fmla="*/ 269701 h 1462861"/>
                <a:gd name="connsiteX23" fmla="*/ 3765844 w 3822218"/>
                <a:gd name="connsiteY23" fmla="*/ 19934 h 1462861"/>
                <a:gd name="connsiteX24" fmla="*/ 3820876 w 3822218"/>
                <a:gd name="connsiteY24" fmla="*/ 45335 h 1462861"/>
                <a:gd name="connsiteX25" fmla="*/ 3715042 w 3822218"/>
                <a:gd name="connsiteY25" fmla="*/ 282400 h 1462861"/>
                <a:gd name="connsiteX26" fmla="*/ 3549943 w 3822218"/>
                <a:gd name="connsiteY26" fmla="*/ 447501 h 1462861"/>
                <a:gd name="connsiteX27" fmla="*/ 3321343 w 3822218"/>
                <a:gd name="connsiteY27" fmla="*/ 688801 h 1462861"/>
                <a:gd name="connsiteX28" fmla="*/ 3088510 w 3822218"/>
                <a:gd name="connsiteY28" fmla="*/ 997834 h 1462861"/>
                <a:gd name="connsiteX29" fmla="*/ 2546641 w 3822218"/>
                <a:gd name="connsiteY29" fmla="*/ 1412699 h 1462861"/>
                <a:gd name="connsiteX30" fmla="*/ 2102142 w 3822218"/>
                <a:gd name="connsiteY30" fmla="*/ 1459267 h 1462861"/>
                <a:gd name="connsiteX31" fmla="*/ 1716910 w 3822218"/>
                <a:gd name="connsiteY31" fmla="*/ 1446568 h 1462861"/>
                <a:gd name="connsiteX32" fmla="*/ 1560275 w 3822218"/>
                <a:gd name="connsiteY32" fmla="*/ 1374601 h 1462861"/>
                <a:gd name="connsiteX33" fmla="*/ 1386710 w 3822218"/>
                <a:gd name="connsiteY33" fmla="*/ 1222201 h 1462861"/>
                <a:gd name="connsiteX34" fmla="*/ 1124243 w 3822218"/>
                <a:gd name="connsiteY34" fmla="*/ 1035933 h 1462861"/>
                <a:gd name="connsiteX35" fmla="*/ 755943 w 3822218"/>
                <a:gd name="connsiteY35" fmla="*/ 820035 h 1462861"/>
                <a:gd name="connsiteX36" fmla="*/ 446909 w 3822218"/>
                <a:gd name="connsiteY36" fmla="*/ 447501 h 1462861"/>
                <a:gd name="connsiteX37" fmla="*/ 99776 w 3822218"/>
                <a:gd name="connsiteY37" fmla="*/ 155402 h 1462861"/>
                <a:gd name="connsiteX38" fmla="*/ 10877 w 3822218"/>
                <a:gd name="connsiteY38" fmla="*/ 120688 h 1462861"/>
                <a:gd name="connsiteX39" fmla="*/ 19344 w 3822218"/>
                <a:gd name="connsiteY39" fmla="*/ 15701 h 1462861"/>
                <a:gd name="connsiteX0" fmla="*/ 19344 w 3822218"/>
                <a:gd name="connsiteY0" fmla="*/ 15701 h 1462861"/>
                <a:gd name="connsiteX1" fmla="*/ 171741 w 3822218"/>
                <a:gd name="connsiteY1" fmla="*/ 125767 h 1462861"/>
                <a:gd name="connsiteX2" fmla="*/ 413043 w 3822218"/>
                <a:gd name="connsiteY2" fmla="*/ 341668 h 1462861"/>
                <a:gd name="connsiteX3" fmla="*/ 548510 w 3822218"/>
                <a:gd name="connsiteY3" fmla="*/ 472901 h 1462861"/>
                <a:gd name="connsiteX4" fmla="*/ 785576 w 3822218"/>
                <a:gd name="connsiteY4" fmla="*/ 781935 h 1462861"/>
                <a:gd name="connsiteX5" fmla="*/ 950677 w 3822218"/>
                <a:gd name="connsiteY5" fmla="*/ 870836 h 1462861"/>
                <a:gd name="connsiteX6" fmla="*/ 1276640 w 3822218"/>
                <a:gd name="connsiteY6" fmla="*/ 1069802 h 1462861"/>
                <a:gd name="connsiteX7" fmla="*/ 1611075 w 3822218"/>
                <a:gd name="connsiteY7" fmla="*/ 1344968 h 1462861"/>
                <a:gd name="connsiteX8" fmla="*/ 1674576 w 3822218"/>
                <a:gd name="connsiteY8" fmla="*/ 1340734 h 1462861"/>
                <a:gd name="connsiteX9" fmla="*/ 1666110 w 3822218"/>
                <a:gd name="connsiteY9" fmla="*/ 1150234 h 1462861"/>
                <a:gd name="connsiteX10" fmla="*/ 1746543 w 3822218"/>
                <a:gd name="connsiteY10" fmla="*/ 1137534 h 1462861"/>
                <a:gd name="connsiteX11" fmla="*/ 1763478 w 3822218"/>
                <a:gd name="connsiteY11" fmla="*/ 1361901 h 1462861"/>
                <a:gd name="connsiteX12" fmla="*/ 1810044 w 3822218"/>
                <a:gd name="connsiteY12" fmla="*/ 1383067 h 1462861"/>
                <a:gd name="connsiteX13" fmla="*/ 2174110 w 3822218"/>
                <a:gd name="connsiteY13" fmla="*/ 1391534 h 1462861"/>
                <a:gd name="connsiteX14" fmla="*/ 2220677 w 3822218"/>
                <a:gd name="connsiteY14" fmla="*/ 1332267 h 1462861"/>
                <a:gd name="connsiteX15" fmla="*/ 2233377 w 3822218"/>
                <a:gd name="connsiteY15" fmla="*/ 1171402 h 1462861"/>
                <a:gd name="connsiteX16" fmla="*/ 2292643 w 3822218"/>
                <a:gd name="connsiteY16" fmla="*/ 1158701 h 1462861"/>
                <a:gd name="connsiteX17" fmla="*/ 2309576 w 3822218"/>
                <a:gd name="connsiteY17" fmla="*/ 1344968 h 1462861"/>
                <a:gd name="connsiteX18" fmla="*/ 2360377 w 3822218"/>
                <a:gd name="connsiteY18" fmla="*/ 1404235 h 1462861"/>
                <a:gd name="connsiteX19" fmla="*/ 2563576 w 3822218"/>
                <a:gd name="connsiteY19" fmla="*/ 1328032 h 1462861"/>
                <a:gd name="connsiteX20" fmla="*/ 3080043 w 3822218"/>
                <a:gd name="connsiteY20" fmla="*/ 896234 h 1462861"/>
                <a:gd name="connsiteX21" fmla="*/ 3372143 w 3822218"/>
                <a:gd name="connsiteY21" fmla="*/ 527934 h 1462861"/>
                <a:gd name="connsiteX22" fmla="*/ 3638843 w 3822218"/>
                <a:gd name="connsiteY22" fmla="*/ 269701 h 1462861"/>
                <a:gd name="connsiteX23" fmla="*/ 3765844 w 3822218"/>
                <a:gd name="connsiteY23" fmla="*/ 19934 h 1462861"/>
                <a:gd name="connsiteX24" fmla="*/ 3820876 w 3822218"/>
                <a:gd name="connsiteY24" fmla="*/ 45335 h 1462861"/>
                <a:gd name="connsiteX25" fmla="*/ 3715042 w 3822218"/>
                <a:gd name="connsiteY25" fmla="*/ 282400 h 1462861"/>
                <a:gd name="connsiteX26" fmla="*/ 3549943 w 3822218"/>
                <a:gd name="connsiteY26" fmla="*/ 447501 h 1462861"/>
                <a:gd name="connsiteX27" fmla="*/ 3321343 w 3822218"/>
                <a:gd name="connsiteY27" fmla="*/ 688801 h 1462861"/>
                <a:gd name="connsiteX28" fmla="*/ 3088510 w 3822218"/>
                <a:gd name="connsiteY28" fmla="*/ 997834 h 1462861"/>
                <a:gd name="connsiteX29" fmla="*/ 2546641 w 3822218"/>
                <a:gd name="connsiteY29" fmla="*/ 1412699 h 1462861"/>
                <a:gd name="connsiteX30" fmla="*/ 2102142 w 3822218"/>
                <a:gd name="connsiteY30" fmla="*/ 1459267 h 1462861"/>
                <a:gd name="connsiteX31" fmla="*/ 1716910 w 3822218"/>
                <a:gd name="connsiteY31" fmla="*/ 1446568 h 1462861"/>
                <a:gd name="connsiteX32" fmla="*/ 1560275 w 3822218"/>
                <a:gd name="connsiteY32" fmla="*/ 1374601 h 1462861"/>
                <a:gd name="connsiteX33" fmla="*/ 1386710 w 3822218"/>
                <a:gd name="connsiteY33" fmla="*/ 1222201 h 1462861"/>
                <a:gd name="connsiteX34" fmla="*/ 1124243 w 3822218"/>
                <a:gd name="connsiteY34" fmla="*/ 1035933 h 1462861"/>
                <a:gd name="connsiteX35" fmla="*/ 755943 w 3822218"/>
                <a:gd name="connsiteY35" fmla="*/ 820035 h 1462861"/>
                <a:gd name="connsiteX36" fmla="*/ 446909 w 3822218"/>
                <a:gd name="connsiteY36" fmla="*/ 447501 h 1462861"/>
                <a:gd name="connsiteX37" fmla="*/ 99776 w 3822218"/>
                <a:gd name="connsiteY37" fmla="*/ 155402 h 1462861"/>
                <a:gd name="connsiteX38" fmla="*/ 10877 w 3822218"/>
                <a:gd name="connsiteY38" fmla="*/ 105448 h 1462861"/>
                <a:gd name="connsiteX39" fmla="*/ 19344 w 3822218"/>
                <a:gd name="connsiteY39" fmla="*/ 15701 h 1462861"/>
                <a:gd name="connsiteX0" fmla="*/ 21548 w 3824422"/>
                <a:gd name="connsiteY0" fmla="*/ 15701 h 1462861"/>
                <a:gd name="connsiteX1" fmla="*/ 209505 w 3824422"/>
                <a:gd name="connsiteY1" fmla="*/ 110527 h 1462861"/>
                <a:gd name="connsiteX2" fmla="*/ 415247 w 3824422"/>
                <a:gd name="connsiteY2" fmla="*/ 341668 h 1462861"/>
                <a:gd name="connsiteX3" fmla="*/ 550714 w 3824422"/>
                <a:gd name="connsiteY3" fmla="*/ 472901 h 1462861"/>
                <a:gd name="connsiteX4" fmla="*/ 787780 w 3824422"/>
                <a:gd name="connsiteY4" fmla="*/ 781935 h 1462861"/>
                <a:gd name="connsiteX5" fmla="*/ 952881 w 3824422"/>
                <a:gd name="connsiteY5" fmla="*/ 870836 h 1462861"/>
                <a:gd name="connsiteX6" fmla="*/ 1278844 w 3824422"/>
                <a:gd name="connsiteY6" fmla="*/ 1069802 h 1462861"/>
                <a:gd name="connsiteX7" fmla="*/ 1613279 w 3824422"/>
                <a:gd name="connsiteY7" fmla="*/ 1344968 h 1462861"/>
                <a:gd name="connsiteX8" fmla="*/ 1676780 w 3824422"/>
                <a:gd name="connsiteY8" fmla="*/ 1340734 h 1462861"/>
                <a:gd name="connsiteX9" fmla="*/ 1668314 w 3824422"/>
                <a:gd name="connsiteY9" fmla="*/ 1150234 h 1462861"/>
                <a:gd name="connsiteX10" fmla="*/ 1748747 w 3824422"/>
                <a:gd name="connsiteY10" fmla="*/ 1137534 h 1462861"/>
                <a:gd name="connsiteX11" fmla="*/ 1765682 w 3824422"/>
                <a:gd name="connsiteY11" fmla="*/ 1361901 h 1462861"/>
                <a:gd name="connsiteX12" fmla="*/ 1812248 w 3824422"/>
                <a:gd name="connsiteY12" fmla="*/ 1383067 h 1462861"/>
                <a:gd name="connsiteX13" fmla="*/ 2176314 w 3824422"/>
                <a:gd name="connsiteY13" fmla="*/ 1391534 h 1462861"/>
                <a:gd name="connsiteX14" fmla="*/ 2222881 w 3824422"/>
                <a:gd name="connsiteY14" fmla="*/ 1332267 h 1462861"/>
                <a:gd name="connsiteX15" fmla="*/ 2235581 w 3824422"/>
                <a:gd name="connsiteY15" fmla="*/ 1171402 h 1462861"/>
                <a:gd name="connsiteX16" fmla="*/ 2294847 w 3824422"/>
                <a:gd name="connsiteY16" fmla="*/ 1158701 h 1462861"/>
                <a:gd name="connsiteX17" fmla="*/ 2311780 w 3824422"/>
                <a:gd name="connsiteY17" fmla="*/ 1344968 h 1462861"/>
                <a:gd name="connsiteX18" fmla="*/ 2362581 w 3824422"/>
                <a:gd name="connsiteY18" fmla="*/ 1404235 h 1462861"/>
                <a:gd name="connsiteX19" fmla="*/ 2565780 w 3824422"/>
                <a:gd name="connsiteY19" fmla="*/ 1328032 h 1462861"/>
                <a:gd name="connsiteX20" fmla="*/ 3082247 w 3824422"/>
                <a:gd name="connsiteY20" fmla="*/ 896234 h 1462861"/>
                <a:gd name="connsiteX21" fmla="*/ 3374347 w 3824422"/>
                <a:gd name="connsiteY21" fmla="*/ 527934 h 1462861"/>
                <a:gd name="connsiteX22" fmla="*/ 3641047 w 3824422"/>
                <a:gd name="connsiteY22" fmla="*/ 269701 h 1462861"/>
                <a:gd name="connsiteX23" fmla="*/ 3768048 w 3824422"/>
                <a:gd name="connsiteY23" fmla="*/ 19934 h 1462861"/>
                <a:gd name="connsiteX24" fmla="*/ 3823080 w 3824422"/>
                <a:gd name="connsiteY24" fmla="*/ 45335 h 1462861"/>
                <a:gd name="connsiteX25" fmla="*/ 3717246 w 3824422"/>
                <a:gd name="connsiteY25" fmla="*/ 282400 h 1462861"/>
                <a:gd name="connsiteX26" fmla="*/ 3552147 w 3824422"/>
                <a:gd name="connsiteY26" fmla="*/ 447501 h 1462861"/>
                <a:gd name="connsiteX27" fmla="*/ 3323547 w 3824422"/>
                <a:gd name="connsiteY27" fmla="*/ 688801 h 1462861"/>
                <a:gd name="connsiteX28" fmla="*/ 3090714 w 3824422"/>
                <a:gd name="connsiteY28" fmla="*/ 997834 h 1462861"/>
                <a:gd name="connsiteX29" fmla="*/ 2548845 w 3824422"/>
                <a:gd name="connsiteY29" fmla="*/ 1412699 h 1462861"/>
                <a:gd name="connsiteX30" fmla="*/ 2104346 w 3824422"/>
                <a:gd name="connsiteY30" fmla="*/ 1459267 h 1462861"/>
                <a:gd name="connsiteX31" fmla="*/ 1719114 w 3824422"/>
                <a:gd name="connsiteY31" fmla="*/ 1446568 h 1462861"/>
                <a:gd name="connsiteX32" fmla="*/ 1562479 w 3824422"/>
                <a:gd name="connsiteY32" fmla="*/ 1374601 h 1462861"/>
                <a:gd name="connsiteX33" fmla="*/ 1388914 w 3824422"/>
                <a:gd name="connsiteY33" fmla="*/ 1222201 h 1462861"/>
                <a:gd name="connsiteX34" fmla="*/ 1126447 w 3824422"/>
                <a:gd name="connsiteY34" fmla="*/ 1035933 h 1462861"/>
                <a:gd name="connsiteX35" fmla="*/ 758147 w 3824422"/>
                <a:gd name="connsiteY35" fmla="*/ 820035 h 1462861"/>
                <a:gd name="connsiteX36" fmla="*/ 449113 w 3824422"/>
                <a:gd name="connsiteY36" fmla="*/ 447501 h 1462861"/>
                <a:gd name="connsiteX37" fmla="*/ 101980 w 3824422"/>
                <a:gd name="connsiteY37" fmla="*/ 155402 h 1462861"/>
                <a:gd name="connsiteX38" fmla="*/ 13081 w 3824422"/>
                <a:gd name="connsiteY38" fmla="*/ 105448 h 1462861"/>
                <a:gd name="connsiteX39" fmla="*/ 21548 w 3824422"/>
                <a:gd name="connsiteY39" fmla="*/ 15701 h 1462861"/>
                <a:gd name="connsiteX0" fmla="*/ 21548 w 3824422"/>
                <a:gd name="connsiteY0" fmla="*/ 15701 h 1462861"/>
                <a:gd name="connsiteX1" fmla="*/ 209505 w 3824422"/>
                <a:gd name="connsiteY1" fmla="*/ 135927 h 1462861"/>
                <a:gd name="connsiteX2" fmla="*/ 415247 w 3824422"/>
                <a:gd name="connsiteY2" fmla="*/ 341668 h 1462861"/>
                <a:gd name="connsiteX3" fmla="*/ 550714 w 3824422"/>
                <a:gd name="connsiteY3" fmla="*/ 472901 h 1462861"/>
                <a:gd name="connsiteX4" fmla="*/ 787780 w 3824422"/>
                <a:gd name="connsiteY4" fmla="*/ 781935 h 1462861"/>
                <a:gd name="connsiteX5" fmla="*/ 952881 w 3824422"/>
                <a:gd name="connsiteY5" fmla="*/ 870836 h 1462861"/>
                <a:gd name="connsiteX6" fmla="*/ 1278844 w 3824422"/>
                <a:gd name="connsiteY6" fmla="*/ 1069802 h 1462861"/>
                <a:gd name="connsiteX7" fmla="*/ 1613279 w 3824422"/>
                <a:gd name="connsiteY7" fmla="*/ 1344968 h 1462861"/>
                <a:gd name="connsiteX8" fmla="*/ 1676780 w 3824422"/>
                <a:gd name="connsiteY8" fmla="*/ 1340734 h 1462861"/>
                <a:gd name="connsiteX9" fmla="*/ 1668314 w 3824422"/>
                <a:gd name="connsiteY9" fmla="*/ 1150234 h 1462861"/>
                <a:gd name="connsiteX10" fmla="*/ 1748747 w 3824422"/>
                <a:gd name="connsiteY10" fmla="*/ 1137534 h 1462861"/>
                <a:gd name="connsiteX11" fmla="*/ 1765682 w 3824422"/>
                <a:gd name="connsiteY11" fmla="*/ 1361901 h 1462861"/>
                <a:gd name="connsiteX12" fmla="*/ 1812248 w 3824422"/>
                <a:gd name="connsiteY12" fmla="*/ 1383067 h 1462861"/>
                <a:gd name="connsiteX13" fmla="*/ 2176314 w 3824422"/>
                <a:gd name="connsiteY13" fmla="*/ 1391534 h 1462861"/>
                <a:gd name="connsiteX14" fmla="*/ 2222881 w 3824422"/>
                <a:gd name="connsiteY14" fmla="*/ 1332267 h 1462861"/>
                <a:gd name="connsiteX15" fmla="*/ 2235581 w 3824422"/>
                <a:gd name="connsiteY15" fmla="*/ 1171402 h 1462861"/>
                <a:gd name="connsiteX16" fmla="*/ 2294847 w 3824422"/>
                <a:gd name="connsiteY16" fmla="*/ 1158701 h 1462861"/>
                <a:gd name="connsiteX17" fmla="*/ 2311780 w 3824422"/>
                <a:gd name="connsiteY17" fmla="*/ 1344968 h 1462861"/>
                <a:gd name="connsiteX18" fmla="*/ 2362581 w 3824422"/>
                <a:gd name="connsiteY18" fmla="*/ 1404235 h 1462861"/>
                <a:gd name="connsiteX19" fmla="*/ 2565780 w 3824422"/>
                <a:gd name="connsiteY19" fmla="*/ 1328032 h 1462861"/>
                <a:gd name="connsiteX20" fmla="*/ 3082247 w 3824422"/>
                <a:gd name="connsiteY20" fmla="*/ 896234 h 1462861"/>
                <a:gd name="connsiteX21" fmla="*/ 3374347 w 3824422"/>
                <a:gd name="connsiteY21" fmla="*/ 527934 h 1462861"/>
                <a:gd name="connsiteX22" fmla="*/ 3641047 w 3824422"/>
                <a:gd name="connsiteY22" fmla="*/ 269701 h 1462861"/>
                <a:gd name="connsiteX23" fmla="*/ 3768048 w 3824422"/>
                <a:gd name="connsiteY23" fmla="*/ 19934 h 1462861"/>
                <a:gd name="connsiteX24" fmla="*/ 3823080 w 3824422"/>
                <a:gd name="connsiteY24" fmla="*/ 45335 h 1462861"/>
                <a:gd name="connsiteX25" fmla="*/ 3717246 w 3824422"/>
                <a:gd name="connsiteY25" fmla="*/ 282400 h 1462861"/>
                <a:gd name="connsiteX26" fmla="*/ 3552147 w 3824422"/>
                <a:gd name="connsiteY26" fmla="*/ 447501 h 1462861"/>
                <a:gd name="connsiteX27" fmla="*/ 3323547 w 3824422"/>
                <a:gd name="connsiteY27" fmla="*/ 688801 h 1462861"/>
                <a:gd name="connsiteX28" fmla="*/ 3090714 w 3824422"/>
                <a:gd name="connsiteY28" fmla="*/ 997834 h 1462861"/>
                <a:gd name="connsiteX29" fmla="*/ 2548845 w 3824422"/>
                <a:gd name="connsiteY29" fmla="*/ 1412699 h 1462861"/>
                <a:gd name="connsiteX30" fmla="*/ 2104346 w 3824422"/>
                <a:gd name="connsiteY30" fmla="*/ 1459267 h 1462861"/>
                <a:gd name="connsiteX31" fmla="*/ 1719114 w 3824422"/>
                <a:gd name="connsiteY31" fmla="*/ 1446568 h 1462861"/>
                <a:gd name="connsiteX32" fmla="*/ 1562479 w 3824422"/>
                <a:gd name="connsiteY32" fmla="*/ 1374601 h 1462861"/>
                <a:gd name="connsiteX33" fmla="*/ 1388914 w 3824422"/>
                <a:gd name="connsiteY33" fmla="*/ 1222201 h 1462861"/>
                <a:gd name="connsiteX34" fmla="*/ 1126447 w 3824422"/>
                <a:gd name="connsiteY34" fmla="*/ 1035933 h 1462861"/>
                <a:gd name="connsiteX35" fmla="*/ 758147 w 3824422"/>
                <a:gd name="connsiteY35" fmla="*/ 820035 h 1462861"/>
                <a:gd name="connsiteX36" fmla="*/ 449113 w 3824422"/>
                <a:gd name="connsiteY36" fmla="*/ 447501 h 1462861"/>
                <a:gd name="connsiteX37" fmla="*/ 101980 w 3824422"/>
                <a:gd name="connsiteY37" fmla="*/ 155402 h 1462861"/>
                <a:gd name="connsiteX38" fmla="*/ 13081 w 3824422"/>
                <a:gd name="connsiteY38" fmla="*/ 105448 h 1462861"/>
                <a:gd name="connsiteX39" fmla="*/ 21548 w 3824422"/>
                <a:gd name="connsiteY39" fmla="*/ 15701 h 1462861"/>
                <a:gd name="connsiteX0" fmla="*/ 21548 w 3824422"/>
                <a:gd name="connsiteY0" fmla="*/ 15701 h 1462861"/>
                <a:gd name="connsiteX1" fmla="*/ 209505 w 3824422"/>
                <a:gd name="connsiteY1" fmla="*/ 135927 h 1462861"/>
                <a:gd name="connsiteX2" fmla="*/ 455887 w 3824422"/>
                <a:gd name="connsiteY2" fmla="*/ 341668 h 1462861"/>
                <a:gd name="connsiteX3" fmla="*/ 550714 w 3824422"/>
                <a:gd name="connsiteY3" fmla="*/ 472901 h 1462861"/>
                <a:gd name="connsiteX4" fmla="*/ 787780 w 3824422"/>
                <a:gd name="connsiteY4" fmla="*/ 781935 h 1462861"/>
                <a:gd name="connsiteX5" fmla="*/ 952881 w 3824422"/>
                <a:gd name="connsiteY5" fmla="*/ 870836 h 1462861"/>
                <a:gd name="connsiteX6" fmla="*/ 1278844 w 3824422"/>
                <a:gd name="connsiteY6" fmla="*/ 1069802 h 1462861"/>
                <a:gd name="connsiteX7" fmla="*/ 1613279 w 3824422"/>
                <a:gd name="connsiteY7" fmla="*/ 1344968 h 1462861"/>
                <a:gd name="connsiteX8" fmla="*/ 1676780 w 3824422"/>
                <a:gd name="connsiteY8" fmla="*/ 1340734 h 1462861"/>
                <a:gd name="connsiteX9" fmla="*/ 1668314 w 3824422"/>
                <a:gd name="connsiteY9" fmla="*/ 1150234 h 1462861"/>
                <a:gd name="connsiteX10" fmla="*/ 1748747 w 3824422"/>
                <a:gd name="connsiteY10" fmla="*/ 1137534 h 1462861"/>
                <a:gd name="connsiteX11" fmla="*/ 1765682 w 3824422"/>
                <a:gd name="connsiteY11" fmla="*/ 1361901 h 1462861"/>
                <a:gd name="connsiteX12" fmla="*/ 1812248 w 3824422"/>
                <a:gd name="connsiteY12" fmla="*/ 1383067 h 1462861"/>
                <a:gd name="connsiteX13" fmla="*/ 2176314 w 3824422"/>
                <a:gd name="connsiteY13" fmla="*/ 1391534 h 1462861"/>
                <a:gd name="connsiteX14" fmla="*/ 2222881 w 3824422"/>
                <a:gd name="connsiteY14" fmla="*/ 1332267 h 1462861"/>
                <a:gd name="connsiteX15" fmla="*/ 2235581 w 3824422"/>
                <a:gd name="connsiteY15" fmla="*/ 1171402 h 1462861"/>
                <a:gd name="connsiteX16" fmla="*/ 2294847 w 3824422"/>
                <a:gd name="connsiteY16" fmla="*/ 1158701 h 1462861"/>
                <a:gd name="connsiteX17" fmla="*/ 2311780 w 3824422"/>
                <a:gd name="connsiteY17" fmla="*/ 1344968 h 1462861"/>
                <a:gd name="connsiteX18" fmla="*/ 2362581 w 3824422"/>
                <a:gd name="connsiteY18" fmla="*/ 1404235 h 1462861"/>
                <a:gd name="connsiteX19" fmla="*/ 2565780 w 3824422"/>
                <a:gd name="connsiteY19" fmla="*/ 1328032 h 1462861"/>
                <a:gd name="connsiteX20" fmla="*/ 3082247 w 3824422"/>
                <a:gd name="connsiteY20" fmla="*/ 896234 h 1462861"/>
                <a:gd name="connsiteX21" fmla="*/ 3374347 w 3824422"/>
                <a:gd name="connsiteY21" fmla="*/ 527934 h 1462861"/>
                <a:gd name="connsiteX22" fmla="*/ 3641047 w 3824422"/>
                <a:gd name="connsiteY22" fmla="*/ 269701 h 1462861"/>
                <a:gd name="connsiteX23" fmla="*/ 3768048 w 3824422"/>
                <a:gd name="connsiteY23" fmla="*/ 19934 h 1462861"/>
                <a:gd name="connsiteX24" fmla="*/ 3823080 w 3824422"/>
                <a:gd name="connsiteY24" fmla="*/ 45335 h 1462861"/>
                <a:gd name="connsiteX25" fmla="*/ 3717246 w 3824422"/>
                <a:gd name="connsiteY25" fmla="*/ 282400 h 1462861"/>
                <a:gd name="connsiteX26" fmla="*/ 3552147 w 3824422"/>
                <a:gd name="connsiteY26" fmla="*/ 447501 h 1462861"/>
                <a:gd name="connsiteX27" fmla="*/ 3323547 w 3824422"/>
                <a:gd name="connsiteY27" fmla="*/ 688801 h 1462861"/>
                <a:gd name="connsiteX28" fmla="*/ 3090714 w 3824422"/>
                <a:gd name="connsiteY28" fmla="*/ 997834 h 1462861"/>
                <a:gd name="connsiteX29" fmla="*/ 2548845 w 3824422"/>
                <a:gd name="connsiteY29" fmla="*/ 1412699 h 1462861"/>
                <a:gd name="connsiteX30" fmla="*/ 2104346 w 3824422"/>
                <a:gd name="connsiteY30" fmla="*/ 1459267 h 1462861"/>
                <a:gd name="connsiteX31" fmla="*/ 1719114 w 3824422"/>
                <a:gd name="connsiteY31" fmla="*/ 1446568 h 1462861"/>
                <a:gd name="connsiteX32" fmla="*/ 1562479 w 3824422"/>
                <a:gd name="connsiteY32" fmla="*/ 1374601 h 1462861"/>
                <a:gd name="connsiteX33" fmla="*/ 1388914 w 3824422"/>
                <a:gd name="connsiteY33" fmla="*/ 1222201 h 1462861"/>
                <a:gd name="connsiteX34" fmla="*/ 1126447 w 3824422"/>
                <a:gd name="connsiteY34" fmla="*/ 1035933 h 1462861"/>
                <a:gd name="connsiteX35" fmla="*/ 758147 w 3824422"/>
                <a:gd name="connsiteY35" fmla="*/ 820035 h 1462861"/>
                <a:gd name="connsiteX36" fmla="*/ 449113 w 3824422"/>
                <a:gd name="connsiteY36" fmla="*/ 447501 h 1462861"/>
                <a:gd name="connsiteX37" fmla="*/ 101980 w 3824422"/>
                <a:gd name="connsiteY37" fmla="*/ 155402 h 1462861"/>
                <a:gd name="connsiteX38" fmla="*/ 13081 w 3824422"/>
                <a:gd name="connsiteY38" fmla="*/ 105448 h 1462861"/>
                <a:gd name="connsiteX39" fmla="*/ 21548 w 3824422"/>
                <a:gd name="connsiteY39" fmla="*/ 15701 h 1462861"/>
                <a:gd name="connsiteX0" fmla="*/ 21548 w 3824422"/>
                <a:gd name="connsiteY0" fmla="*/ 15701 h 1462861"/>
                <a:gd name="connsiteX1" fmla="*/ 209505 w 3824422"/>
                <a:gd name="connsiteY1" fmla="*/ 135927 h 1462861"/>
                <a:gd name="connsiteX2" fmla="*/ 455887 w 3824422"/>
                <a:gd name="connsiteY2" fmla="*/ 341668 h 1462861"/>
                <a:gd name="connsiteX3" fmla="*/ 565954 w 3824422"/>
                <a:gd name="connsiteY3" fmla="*/ 472901 h 1462861"/>
                <a:gd name="connsiteX4" fmla="*/ 787780 w 3824422"/>
                <a:gd name="connsiteY4" fmla="*/ 781935 h 1462861"/>
                <a:gd name="connsiteX5" fmla="*/ 952881 w 3824422"/>
                <a:gd name="connsiteY5" fmla="*/ 870836 h 1462861"/>
                <a:gd name="connsiteX6" fmla="*/ 1278844 w 3824422"/>
                <a:gd name="connsiteY6" fmla="*/ 1069802 h 1462861"/>
                <a:gd name="connsiteX7" fmla="*/ 1613279 w 3824422"/>
                <a:gd name="connsiteY7" fmla="*/ 1344968 h 1462861"/>
                <a:gd name="connsiteX8" fmla="*/ 1676780 w 3824422"/>
                <a:gd name="connsiteY8" fmla="*/ 1340734 h 1462861"/>
                <a:gd name="connsiteX9" fmla="*/ 1668314 w 3824422"/>
                <a:gd name="connsiteY9" fmla="*/ 1150234 h 1462861"/>
                <a:gd name="connsiteX10" fmla="*/ 1748747 w 3824422"/>
                <a:gd name="connsiteY10" fmla="*/ 1137534 h 1462861"/>
                <a:gd name="connsiteX11" fmla="*/ 1765682 w 3824422"/>
                <a:gd name="connsiteY11" fmla="*/ 1361901 h 1462861"/>
                <a:gd name="connsiteX12" fmla="*/ 1812248 w 3824422"/>
                <a:gd name="connsiteY12" fmla="*/ 1383067 h 1462861"/>
                <a:gd name="connsiteX13" fmla="*/ 2176314 w 3824422"/>
                <a:gd name="connsiteY13" fmla="*/ 1391534 h 1462861"/>
                <a:gd name="connsiteX14" fmla="*/ 2222881 w 3824422"/>
                <a:gd name="connsiteY14" fmla="*/ 1332267 h 1462861"/>
                <a:gd name="connsiteX15" fmla="*/ 2235581 w 3824422"/>
                <a:gd name="connsiteY15" fmla="*/ 1171402 h 1462861"/>
                <a:gd name="connsiteX16" fmla="*/ 2294847 w 3824422"/>
                <a:gd name="connsiteY16" fmla="*/ 1158701 h 1462861"/>
                <a:gd name="connsiteX17" fmla="*/ 2311780 w 3824422"/>
                <a:gd name="connsiteY17" fmla="*/ 1344968 h 1462861"/>
                <a:gd name="connsiteX18" fmla="*/ 2362581 w 3824422"/>
                <a:gd name="connsiteY18" fmla="*/ 1404235 h 1462861"/>
                <a:gd name="connsiteX19" fmla="*/ 2565780 w 3824422"/>
                <a:gd name="connsiteY19" fmla="*/ 1328032 h 1462861"/>
                <a:gd name="connsiteX20" fmla="*/ 3082247 w 3824422"/>
                <a:gd name="connsiteY20" fmla="*/ 896234 h 1462861"/>
                <a:gd name="connsiteX21" fmla="*/ 3374347 w 3824422"/>
                <a:gd name="connsiteY21" fmla="*/ 527934 h 1462861"/>
                <a:gd name="connsiteX22" fmla="*/ 3641047 w 3824422"/>
                <a:gd name="connsiteY22" fmla="*/ 269701 h 1462861"/>
                <a:gd name="connsiteX23" fmla="*/ 3768048 w 3824422"/>
                <a:gd name="connsiteY23" fmla="*/ 19934 h 1462861"/>
                <a:gd name="connsiteX24" fmla="*/ 3823080 w 3824422"/>
                <a:gd name="connsiteY24" fmla="*/ 45335 h 1462861"/>
                <a:gd name="connsiteX25" fmla="*/ 3717246 w 3824422"/>
                <a:gd name="connsiteY25" fmla="*/ 282400 h 1462861"/>
                <a:gd name="connsiteX26" fmla="*/ 3552147 w 3824422"/>
                <a:gd name="connsiteY26" fmla="*/ 447501 h 1462861"/>
                <a:gd name="connsiteX27" fmla="*/ 3323547 w 3824422"/>
                <a:gd name="connsiteY27" fmla="*/ 688801 h 1462861"/>
                <a:gd name="connsiteX28" fmla="*/ 3090714 w 3824422"/>
                <a:gd name="connsiteY28" fmla="*/ 997834 h 1462861"/>
                <a:gd name="connsiteX29" fmla="*/ 2548845 w 3824422"/>
                <a:gd name="connsiteY29" fmla="*/ 1412699 h 1462861"/>
                <a:gd name="connsiteX30" fmla="*/ 2104346 w 3824422"/>
                <a:gd name="connsiteY30" fmla="*/ 1459267 h 1462861"/>
                <a:gd name="connsiteX31" fmla="*/ 1719114 w 3824422"/>
                <a:gd name="connsiteY31" fmla="*/ 1446568 h 1462861"/>
                <a:gd name="connsiteX32" fmla="*/ 1562479 w 3824422"/>
                <a:gd name="connsiteY32" fmla="*/ 1374601 h 1462861"/>
                <a:gd name="connsiteX33" fmla="*/ 1388914 w 3824422"/>
                <a:gd name="connsiteY33" fmla="*/ 1222201 h 1462861"/>
                <a:gd name="connsiteX34" fmla="*/ 1126447 w 3824422"/>
                <a:gd name="connsiteY34" fmla="*/ 1035933 h 1462861"/>
                <a:gd name="connsiteX35" fmla="*/ 758147 w 3824422"/>
                <a:gd name="connsiteY35" fmla="*/ 820035 h 1462861"/>
                <a:gd name="connsiteX36" fmla="*/ 449113 w 3824422"/>
                <a:gd name="connsiteY36" fmla="*/ 447501 h 1462861"/>
                <a:gd name="connsiteX37" fmla="*/ 101980 w 3824422"/>
                <a:gd name="connsiteY37" fmla="*/ 155402 h 1462861"/>
                <a:gd name="connsiteX38" fmla="*/ 13081 w 3824422"/>
                <a:gd name="connsiteY38" fmla="*/ 105448 h 1462861"/>
                <a:gd name="connsiteX39" fmla="*/ 21548 w 3824422"/>
                <a:gd name="connsiteY39" fmla="*/ 15701 h 1462861"/>
                <a:gd name="connsiteX0" fmla="*/ 21548 w 3824422"/>
                <a:gd name="connsiteY0" fmla="*/ 15701 h 1462861"/>
                <a:gd name="connsiteX1" fmla="*/ 209505 w 3824422"/>
                <a:gd name="connsiteY1" fmla="*/ 135927 h 1462861"/>
                <a:gd name="connsiteX2" fmla="*/ 455887 w 3824422"/>
                <a:gd name="connsiteY2" fmla="*/ 341668 h 1462861"/>
                <a:gd name="connsiteX3" fmla="*/ 565954 w 3824422"/>
                <a:gd name="connsiteY3" fmla="*/ 472901 h 1462861"/>
                <a:gd name="connsiteX4" fmla="*/ 813180 w 3824422"/>
                <a:gd name="connsiteY4" fmla="*/ 761615 h 1462861"/>
                <a:gd name="connsiteX5" fmla="*/ 952881 w 3824422"/>
                <a:gd name="connsiteY5" fmla="*/ 870836 h 1462861"/>
                <a:gd name="connsiteX6" fmla="*/ 1278844 w 3824422"/>
                <a:gd name="connsiteY6" fmla="*/ 1069802 h 1462861"/>
                <a:gd name="connsiteX7" fmla="*/ 1613279 w 3824422"/>
                <a:gd name="connsiteY7" fmla="*/ 1344968 h 1462861"/>
                <a:gd name="connsiteX8" fmla="*/ 1676780 w 3824422"/>
                <a:gd name="connsiteY8" fmla="*/ 1340734 h 1462861"/>
                <a:gd name="connsiteX9" fmla="*/ 1668314 w 3824422"/>
                <a:gd name="connsiteY9" fmla="*/ 1150234 h 1462861"/>
                <a:gd name="connsiteX10" fmla="*/ 1748747 w 3824422"/>
                <a:gd name="connsiteY10" fmla="*/ 1137534 h 1462861"/>
                <a:gd name="connsiteX11" fmla="*/ 1765682 w 3824422"/>
                <a:gd name="connsiteY11" fmla="*/ 1361901 h 1462861"/>
                <a:gd name="connsiteX12" fmla="*/ 1812248 w 3824422"/>
                <a:gd name="connsiteY12" fmla="*/ 1383067 h 1462861"/>
                <a:gd name="connsiteX13" fmla="*/ 2176314 w 3824422"/>
                <a:gd name="connsiteY13" fmla="*/ 1391534 h 1462861"/>
                <a:gd name="connsiteX14" fmla="*/ 2222881 w 3824422"/>
                <a:gd name="connsiteY14" fmla="*/ 1332267 h 1462861"/>
                <a:gd name="connsiteX15" fmla="*/ 2235581 w 3824422"/>
                <a:gd name="connsiteY15" fmla="*/ 1171402 h 1462861"/>
                <a:gd name="connsiteX16" fmla="*/ 2294847 w 3824422"/>
                <a:gd name="connsiteY16" fmla="*/ 1158701 h 1462861"/>
                <a:gd name="connsiteX17" fmla="*/ 2311780 w 3824422"/>
                <a:gd name="connsiteY17" fmla="*/ 1344968 h 1462861"/>
                <a:gd name="connsiteX18" fmla="*/ 2362581 w 3824422"/>
                <a:gd name="connsiteY18" fmla="*/ 1404235 h 1462861"/>
                <a:gd name="connsiteX19" fmla="*/ 2565780 w 3824422"/>
                <a:gd name="connsiteY19" fmla="*/ 1328032 h 1462861"/>
                <a:gd name="connsiteX20" fmla="*/ 3082247 w 3824422"/>
                <a:gd name="connsiteY20" fmla="*/ 896234 h 1462861"/>
                <a:gd name="connsiteX21" fmla="*/ 3374347 w 3824422"/>
                <a:gd name="connsiteY21" fmla="*/ 527934 h 1462861"/>
                <a:gd name="connsiteX22" fmla="*/ 3641047 w 3824422"/>
                <a:gd name="connsiteY22" fmla="*/ 269701 h 1462861"/>
                <a:gd name="connsiteX23" fmla="*/ 3768048 w 3824422"/>
                <a:gd name="connsiteY23" fmla="*/ 19934 h 1462861"/>
                <a:gd name="connsiteX24" fmla="*/ 3823080 w 3824422"/>
                <a:gd name="connsiteY24" fmla="*/ 45335 h 1462861"/>
                <a:gd name="connsiteX25" fmla="*/ 3717246 w 3824422"/>
                <a:gd name="connsiteY25" fmla="*/ 282400 h 1462861"/>
                <a:gd name="connsiteX26" fmla="*/ 3552147 w 3824422"/>
                <a:gd name="connsiteY26" fmla="*/ 447501 h 1462861"/>
                <a:gd name="connsiteX27" fmla="*/ 3323547 w 3824422"/>
                <a:gd name="connsiteY27" fmla="*/ 688801 h 1462861"/>
                <a:gd name="connsiteX28" fmla="*/ 3090714 w 3824422"/>
                <a:gd name="connsiteY28" fmla="*/ 997834 h 1462861"/>
                <a:gd name="connsiteX29" fmla="*/ 2548845 w 3824422"/>
                <a:gd name="connsiteY29" fmla="*/ 1412699 h 1462861"/>
                <a:gd name="connsiteX30" fmla="*/ 2104346 w 3824422"/>
                <a:gd name="connsiteY30" fmla="*/ 1459267 h 1462861"/>
                <a:gd name="connsiteX31" fmla="*/ 1719114 w 3824422"/>
                <a:gd name="connsiteY31" fmla="*/ 1446568 h 1462861"/>
                <a:gd name="connsiteX32" fmla="*/ 1562479 w 3824422"/>
                <a:gd name="connsiteY32" fmla="*/ 1374601 h 1462861"/>
                <a:gd name="connsiteX33" fmla="*/ 1388914 w 3824422"/>
                <a:gd name="connsiteY33" fmla="*/ 1222201 h 1462861"/>
                <a:gd name="connsiteX34" fmla="*/ 1126447 w 3824422"/>
                <a:gd name="connsiteY34" fmla="*/ 1035933 h 1462861"/>
                <a:gd name="connsiteX35" fmla="*/ 758147 w 3824422"/>
                <a:gd name="connsiteY35" fmla="*/ 820035 h 1462861"/>
                <a:gd name="connsiteX36" fmla="*/ 449113 w 3824422"/>
                <a:gd name="connsiteY36" fmla="*/ 447501 h 1462861"/>
                <a:gd name="connsiteX37" fmla="*/ 101980 w 3824422"/>
                <a:gd name="connsiteY37" fmla="*/ 155402 h 1462861"/>
                <a:gd name="connsiteX38" fmla="*/ 13081 w 3824422"/>
                <a:gd name="connsiteY38" fmla="*/ 105448 h 1462861"/>
                <a:gd name="connsiteX39" fmla="*/ 21548 w 3824422"/>
                <a:gd name="connsiteY39" fmla="*/ 15701 h 1462861"/>
                <a:gd name="connsiteX0" fmla="*/ 21548 w 3824422"/>
                <a:gd name="connsiteY0" fmla="*/ 15701 h 1462861"/>
                <a:gd name="connsiteX1" fmla="*/ 209505 w 3824422"/>
                <a:gd name="connsiteY1" fmla="*/ 135927 h 1462861"/>
                <a:gd name="connsiteX2" fmla="*/ 455887 w 3824422"/>
                <a:gd name="connsiteY2" fmla="*/ 341668 h 1462861"/>
                <a:gd name="connsiteX3" fmla="*/ 565954 w 3824422"/>
                <a:gd name="connsiteY3" fmla="*/ 472901 h 1462861"/>
                <a:gd name="connsiteX4" fmla="*/ 813180 w 3824422"/>
                <a:gd name="connsiteY4" fmla="*/ 761615 h 1462861"/>
                <a:gd name="connsiteX5" fmla="*/ 1003681 w 3824422"/>
                <a:gd name="connsiteY5" fmla="*/ 896236 h 1462861"/>
                <a:gd name="connsiteX6" fmla="*/ 1278844 w 3824422"/>
                <a:gd name="connsiteY6" fmla="*/ 1069802 h 1462861"/>
                <a:gd name="connsiteX7" fmla="*/ 1613279 w 3824422"/>
                <a:gd name="connsiteY7" fmla="*/ 1344968 h 1462861"/>
                <a:gd name="connsiteX8" fmla="*/ 1676780 w 3824422"/>
                <a:gd name="connsiteY8" fmla="*/ 1340734 h 1462861"/>
                <a:gd name="connsiteX9" fmla="*/ 1668314 w 3824422"/>
                <a:gd name="connsiteY9" fmla="*/ 1150234 h 1462861"/>
                <a:gd name="connsiteX10" fmla="*/ 1748747 w 3824422"/>
                <a:gd name="connsiteY10" fmla="*/ 1137534 h 1462861"/>
                <a:gd name="connsiteX11" fmla="*/ 1765682 w 3824422"/>
                <a:gd name="connsiteY11" fmla="*/ 1361901 h 1462861"/>
                <a:gd name="connsiteX12" fmla="*/ 1812248 w 3824422"/>
                <a:gd name="connsiteY12" fmla="*/ 1383067 h 1462861"/>
                <a:gd name="connsiteX13" fmla="*/ 2176314 w 3824422"/>
                <a:gd name="connsiteY13" fmla="*/ 1391534 h 1462861"/>
                <a:gd name="connsiteX14" fmla="*/ 2222881 w 3824422"/>
                <a:gd name="connsiteY14" fmla="*/ 1332267 h 1462861"/>
                <a:gd name="connsiteX15" fmla="*/ 2235581 w 3824422"/>
                <a:gd name="connsiteY15" fmla="*/ 1171402 h 1462861"/>
                <a:gd name="connsiteX16" fmla="*/ 2294847 w 3824422"/>
                <a:gd name="connsiteY16" fmla="*/ 1158701 h 1462861"/>
                <a:gd name="connsiteX17" fmla="*/ 2311780 w 3824422"/>
                <a:gd name="connsiteY17" fmla="*/ 1344968 h 1462861"/>
                <a:gd name="connsiteX18" fmla="*/ 2362581 w 3824422"/>
                <a:gd name="connsiteY18" fmla="*/ 1404235 h 1462861"/>
                <a:gd name="connsiteX19" fmla="*/ 2565780 w 3824422"/>
                <a:gd name="connsiteY19" fmla="*/ 1328032 h 1462861"/>
                <a:gd name="connsiteX20" fmla="*/ 3082247 w 3824422"/>
                <a:gd name="connsiteY20" fmla="*/ 896234 h 1462861"/>
                <a:gd name="connsiteX21" fmla="*/ 3374347 w 3824422"/>
                <a:gd name="connsiteY21" fmla="*/ 527934 h 1462861"/>
                <a:gd name="connsiteX22" fmla="*/ 3641047 w 3824422"/>
                <a:gd name="connsiteY22" fmla="*/ 269701 h 1462861"/>
                <a:gd name="connsiteX23" fmla="*/ 3768048 w 3824422"/>
                <a:gd name="connsiteY23" fmla="*/ 19934 h 1462861"/>
                <a:gd name="connsiteX24" fmla="*/ 3823080 w 3824422"/>
                <a:gd name="connsiteY24" fmla="*/ 45335 h 1462861"/>
                <a:gd name="connsiteX25" fmla="*/ 3717246 w 3824422"/>
                <a:gd name="connsiteY25" fmla="*/ 282400 h 1462861"/>
                <a:gd name="connsiteX26" fmla="*/ 3552147 w 3824422"/>
                <a:gd name="connsiteY26" fmla="*/ 447501 h 1462861"/>
                <a:gd name="connsiteX27" fmla="*/ 3323547 w 3824422"/>
                <a:gd name="connsiteY27" fmla="*/ 688801 h 1462861"/>
                <a:gd name="connsiteX28" fmla="*/ 3090714 w 3824422"/>
                <a:gd name="connsiteY28" fmla="*/ 997834 h 1462861"/>
                <a:gd name="connsiteX29" fmla="*/ 2548845 w 3824422"/>
                <a:gd name="connsiteY29" fmla="*/ 1412699 h 1462861"/>
                <a:gd name="connsiteX30" fmla="*/ 2104346 w 3824422"/>
                <a:gd name="connsiteY30" fmla="*/ 1459267 h 1462861"/>
                <a:gd name="connsiteX31" fmla="*/ 1719114 w 3824422"/>
                <a:gd name="connsiteY31" fmla="*/ 1446568 h 1462861"/>
                <a:gd name="connsiteX32" fmla="*/ 1562479 w 3824422"/>
                <a:gd name="connsiteY32" fmla="*/ 1374601 h 1462861"/>
                <a:gd name="connsiteX33" fmla="*/ 1388914 w 3824422"/>
                <a:gd name="connsiteY33" fmla="*/ 1222201 h 1462861"/>
                <a:gd name="connsiteX34" fmla="*/ 1126447 w 3824422"/>
                <a:gd name="connsiteY34" fmla="*/ 1035933 h 1462861"/>
                <a:gd name="connsiteX35" fmla="*/ 758147 w 3824422"/>
                <a:gd name="connsiteY35" fmla="*/ 820035 h 1462861"/>
                <a:gd name="connsiteX36" fmla="*/ 449113 w 3824422"/>
                <a:gd name="connsiteY36" fmla="*/ 447501 h 1462861"/>
                <a:gd name="connsiteX37" fmla="*/ 101980 w 3824422"/>
                <a:gd name="connsiteY37" fmla="*/ 155402 h 1462861"/>
                <a:gd name="connsiteX38" fmla="*/ 13081 w 3824422"/>
                <a:gd name="connsiteY38" fmla="*/ 105448 h 1462861"/>
                <a:gd name="connsiteX39" fmla="*/ 21548 w 3824422"/>
                <a:gd name="connsiteY39" fmla="*/ 15701 h 1462861"/>
                <a:gd name="connsiteX0" fmla="*/ 21548 w 3824422"/>
                <a:gd name="connsiteY0" fmla="*/ 15701 h 1462861"/>
                <a:gd name="connsiteX1" fmla="*/ 209505 w 3824422"/>
                <a:gd name="connsiteY1" fmla="*/ 135927 h 1462861"/>
                <a:gd name="connsiteX2" fmla="*/ 455887 w 3824422"/>
                <a:gd name="connsiteY2" fmla="*/ 341668 h 1462861"/>
                <a:gd name="connsiteX3" fmla="*/ 565954 w 3824422"/>
                <a:gd name="connsiteY3" fmla="*/ 472901 h 1462861"/>
                <a:gd name="connsiteX4" fmla="*/ 813180 w 3824422"/>
                <a:gd name="connsiteY4" fmla="*/ 761615 h 1462861"/>
                <a:gd name="connsiteX5" fmla="*/ 1003681 w 3824422"/>
                <a:gd name="connsiteY5" fmla="*/ 896236 h 1462861"/>
                <a:gd name="connsiteX6" fmla="*/ 1294084 w 3824422"/>
                <a:gd name="connsiteY6" fmla="*/ 1054562 h 1462861"/>
                <a:gd name="connsiteX7" fmla="*/ 1613279 w 3824422"/>
                <a:gd name="connsiteY7" fmla="*/ 1344968 h 1462861"/>
                <a:gd name="connsiteX8" fmla="*/ 1676780 w 3824422"/>
                <a:gd name="connsiteY8" fmla="*/ 1340734 h 1462861"/>
                <a:gd name="connsiteX9" fmla="*/ 1668314 w 3824422"/>
                <a:gd name="connsiteY9" fmla="*/ 1150234 h 1462861"/>
                <a:gd name="connsiteX10" fmla="*/ 1748747 w 3824422"/>
                <a:gd name="connsiteY10" fmla="*/ 1137534 h 1462861"/>
                <a:gd name="connsiteX11" fmla="*/ 1765682 w 3824422"/>
                <a:gd name="connsiteY11" fmla="*/ 1361901 h 1462861"/>
                <a:gd name="connsiteX12" fmla="*/ 1812248 w 3824422"/>
                <a:gd name="connsiteY12" fmla="*/ 1383067 h 1462861"/>
                <a:gd name="connsiteX13" fmla="*/ 2176314 w 3824422"/>
                <a:gd name="connsiteY13" fmla="*/ 1391534 h 1462861"/>
                <a:gd name="connsiteX14" fmla="*/ 2222881 w 3824422"/>
                <a:gd name="connsiteY14" fmla="*/ 1332267 h 1462861"/>
                <a:gd name="connsiteX15" fmla="*/ 2235581 w 3824422"/>
                <a:gd name="connsiteY15" fmla="*/ 1171402 h 1462861"/>
                <a:gd name="connsiteX16" fmla="*/ 2294847 w 3824422"/>
                <a:gd name="connsiteY16" fmla="*/ 1158701 h 1462861"/>
                <a:gd name="connsiteX17" fmla="*/ 2311780 w 3824422"/>
                <a:gd name="connsiteY17" fmla="*/ 1344968 h 1462861"/>
                <a:gd name="connsiteX18" fmla="*/ 2362581 w 3824422"/>
                <a:gd name="connsiteY18" fmla="*/ 1404235 h 1462861"/>
                <a:gd name="connsiteX19" fmla="*/ 2565780 w 3824422"/>
                <a:gd name="connsiteY19" fmla="*/ 1328032 h 1462861"/>
                <a:gd name="connsiteX20" fmla="*/ 3082247 w 3824422"/>
                <a:gd name="connsiteY20" fmla="*/ 896234 h 1462861"/>
                <a:gd name="connsiteX21" fmla="*/ 3374347 w 3824422"/>
                <a:gd name="connsiteY21" fmla="*/ 527934 h 1462861"/>
                <a:gd name="connsiteX22" fmla="*/ 3641047 w 3824422"/>
                <a:gd name="connsiteY22" fmla="*/ 269701 h 1462861"/>
                <a:gd name="connsiteX23" fmla="*/ 3768048 w 3824422"/>
                <a:gd name="connsiteY23" fmla="*/ 19934 h 1462861"/>
                <a:gd name="connsiteX24" fmla="*/ 3823080 w 3824422"/>
                <a:gd name="connsiteY24" fmla="*/ 45335 h 1462861"/>
                <a:gd name="connsiteX25" fmla="*/ 3717246 w 3824422"/>
                <a:gd name="connsiteY25" fmla="*/ 282400 h 1462861"/>
                <a:gd name="connsiteX26" fmla="*/ 3552147 w 3824422"/>
                <a:gd name="connsiteY26" fmla="*/ 447501 h 1462861"/>
                <a:gd name="connsiteX27" fmla="*/ 3323547 w 3824422"/>
                <a:gd name="connsiteY27" fmla="*/ 688801 h 1462861"/>
                <a:gd name="connsiteX28" fmla="*/ 3090714 w 3824422"/>
                <a:gd name="connsiteY28" fmla="*/ 997834 h 1462861"/>
                <a:gd name="connsiteX29" fmla="*/ 2548845 w 3824422"/>
                <a:gd name="connsiteY29" fmla="*/ 1412699 h 1462861"/>
                <a:gd name="connsiteX30" fmla="*/ 2104346 w 3824422"/>
                <a:gd name="connsiteY30" fmla="*/ 1459267 h 1462861"/>
                <a:gd name="connsiteX31" fmla="*/ 1719114 w 3824422"/>
                <a:gd name="connsiteY31" fmla="*/ 1446568 h 1462861"/>
                <a:gd name="connsiteX32" fmla="*/ 1562479 w 3824422"/>
                <a:gd name="connsiteY32" fmla="*/ 1374601 h 1462861"/>
                <a:gd name="connsiteX33" fmla="*/ 1388914 w 3824422"/>
                <a:gd name="connsiteY33" fmla="*/ 1222201 h 1462861"/>
                <a:gd name="connsiteX34" fmla="*/ 1126447 w 3824422"/>
                <a:gd name="connsiteY34" fmla="*/ 1035933 h 1462861"/>
                <a:gd name="connsiteX35" fmla="*/ 758147 w 3824422"/>
                <a:gd name="connsiteY35" fmla="*/ 820035 h 1462861"/>
                <a:gd name="connsiteX36" fmla="*/ 449113 w 3824422"/>
                <a:gd name="connsiteY36" fmla="*/ 447501 h 1462861"/>
                <a:gd name="connsiteX37" fmla="*/ 101980 w 3824422"/>
                <a:gd name="connsiteY37" fmla="*/ 155402 h 1462861"/>
                <a:gd name="connsiteX38" fmla="*/ 13081 w 3824422"/>
                <a:gd name="connsiteY38" fmla="*/ 105448 h 1462861"/>
                <a:gd name="connsiteX39" fmla="*/ 21548 w 3824422"/>
                <a:gd name="connsiteY39" fmla="*/ 15701 h 1462861"/>
                <a:gd name="connsiteX0" fmla="*/ 21548 w 3824422"/>
                <a:gd name="connsiteY0" fmla="*/ 15701 h 1462861"/>
                <a:gd name="connsiteX1" fmla="*/ 209505 w 3824422"/>
                <a:gd name="connsiteY1" fmla="*/ 135927 h 1462861"/>
                <a:gd name="connsiteX2" fmla="*/ 455887 w 3824422"/>
                <a:gd name="connsiteY2" fmla="*/ 341668 h 1462861"/>
                <a:gd name="connsiteX3" fmla="*/ 565954 w 3824422"/>
                <a:gd name="connsiteY3" fmla="*/ 472901 h 1462861"/>
                <a:gd name="connsiteX4" fmla="*/ 813180 w 3824422"/>
                <a:gd name="connsiteY4" fmla="*/ 761615 h 1462861"/>
                <a:gd name="connsiteX5" fmla="*/ 1003681 w 3824422"/>
                <a:gd name="connsiteY5" fmla="*/ 896236 h 1462861"/>
                <a:gd name="connsiteX6" fmla="*/ 1294084 w 3824422"/>
                <a:gd name="connsiteY6" fmla="*/ 1054562 h 1462861"/>
                <a:gd name="connsiteX7" fmla="*/ 1613279 w 3824422"/>
                <a:gd name="connsiteY7" fmla="*/ 1344968 h 1462861"/>
                <a:gd name="connsiteX8" fmla="*/ 1676780 w 3824422"/>
                <a:gd name="connsiteY8" fmla="*/ 1340734 h 1462861"/>
                <a:gd name="connsiteX9" fmla="*/ 1668314 w 3824422"/>
                <a:gd name="connsiteY9" fmla="*/ 1150234 h 1462861"/>
                <a:gd name="connsiteX10" fmla="*/ 1748747 w 3824422"/>
                <a:gd name="connsiteY10" fmla="*/ 1137534 h 1462861"/>
                <a:gd name="connsiteX11" fmla="*/ 1765682 w 3824422"/>
                <a:gd name="connsiteY11" fmla="*/ 1361901 h 1462861"/>
                <a:gd name="connsiteX12" fmla="*/ 1812248 w 3824422"/>
                <a:gd name="connsiteY12" fmla="*/ 1383067 h 1462861"/>
                <a:gd name="connsiteX13" fmla="*/ 2176314 w 3824422"/>
                <a:gd name="connsiteY13" fmla="*/ 1391534 h 1462861"/>
                <a:gd name="connsiteX14" fmla="*/ 2222881 w 3824422"/>
                <a:gd name="connsiteY14" fmla="*/ 1332267 h 1462861"/>
                <a:gd name="connsiteX15" fmla="*/ 2235581 w 3824422"/>
                <a:gd name="connsiteY15" fmla="*/ 1171402 h 1462861"/>
                <a:gd name="connsiteX16" fmla="*/ 2294847 w 3824422"/>
                <a:gd name="connsiteY16" fmla="*/ 1158701 h 1462861"/>
                <a:gd name="connsiteX17" fmla="*/ 2311780 w 3824422"/>
                <a:gd name="connsiteY17" fmla="*/ 1344968 h 1462861"/>
                <a:gd name="connsiteX18" fmla="*/ 2362581 w 3824422"/>
                <a:gd name="connsiteY18" fmla="*/ 1404235 h 1462861"/>
                <a:gd name="connsiteX19" fmla="*/ 2565780 w 3824422"/>
                <a:gd name="connsiteY19" fmla="*/ 1328032 h 1462861"/>
                <a:gd name="connsiteX20" fmla="*/ 3082247 w 3824422"/>
                <a:gd name="connsiteY20" fmla="*/ 896234 h 1462861"/>
                <a:gd name="connsiteX21" fmla="*/ 3374347 w 3824422"/>
                <a:gd name="connsiteY21" fmla="*/ 527934 h 1462861"/>
                <a:gd name="connsiteX22" fmla="*/ 3641047 w 3824422"/>
                <a:gd name="connsiteY22" fmla="*/ 269701 h 1462861"/>
                <a:gd name="connsiteX23" fmla="*/ 3768048 w 3824422"/>
                <a:gd name="connsiteY23" fmla="*/ 19934 h 1462861"/>
                <a:gd name="connsiteX24" fmla="*/ 3823080 w 3824422"/>
                <a:gd name="connsiteY24" fmla="*/ 45335 h 1462861"/>
                <a:gd name="connsiteX25" fmla="*/ 3717246 w 3824422"/>
                <a:gd name="connsiteY25" fmla="*/ 282400 h 1462861"/>
                <a:gd name="connsiteX26" fmla="*/ 3552147 w 3824422"/>
                <a:gd name="connsiteY26" fmla="*/ 447501 h 1462861"/>
                <a:gd name="connsiteX27" fmla="*/ 3323547 w 3824422"/>
                <a:gd name="connsiteY27" fmla="*/ 688801 h 1462861"/>
                <a:gd name="connsiteX28" fmla="*/ 3090714 w 3824422"/>
                <a:gd name="connsiteY28" fmla="*/ 997834 h 1462861"/>
                <a:gd name="connsiteX29" fmla="*/ 2548845 w 3824422"/>
                <a:gd name="connsiteY29" fmla="*/ 1412699 h 1462861"/>
                <a:gd name="connsiteX30" fmla="*/ 2104346 w 3824422"/>
                <a:gd name="connsiteY30" fmla="*/ 1459267 h 1462861"/>
                <a:gd name="connsiteX31" fmla="*/ 1719114 w 3824422"/>
                <a:gd name="connsiteY31" fmla="*/ 1446568 h 1462861"/>
                <a:gd name="connsiteX32" fmla="*/ 1562479 w 3824422"/>
                <a:gd name="connsiteY32" fmla="*/ 1374601 h 1462861"/>
                <a:gd name="connsiteX33" fmla="*/ 1388914 w 3824422"/>
                <a:gd name="connsiteY33" fmla="*/ 1222201 h 1462861"/>
                <a:gd name="connsiteX34" fmla="*/ 999447 w 3824422"/>
                <a:gd name="connsiteY34" fmla="*/ 985133 h 1462861"/>
                <a:gd name="connsiteX35" fmla="*/ 758147 w 3824422"/>
                <a:gd name="connsiteY35" fmla="*/ 820035 h 1462861"/>
                <a:gd name="connsiteX36" fmla="*/ 449113 w 3824422"/>
                <a:gd name="connsiteY36" fmla="*/ 447501 h 1462861"/>
                <a:gd name="connsiteX37" fmla="*/ 101980 w 3824422"/>
                <a:gd name="connsiteY37" fmla="*/ 155402 h 1462861"/>
                <a:gd name="connsiteX38" fmla="*/ 13081 w 3824422"/>
                <a:gd name="connsiteY38" fmla="*/ 105448 h 1462861"/>
                <a:gd name="connsiteX39" fmla="*/ 21548 w 3824422"/>
                <a:gd name="connsiteY39" fmla="*/ 15701 h 1462861"/>
                <a:gd name="connsiteX0" fmla="*/ 21548 w 3824422"/>
                <a:gd name="connsiteY0" fmla="*/ 15701 h 1462861"/>
                <a:gd name="connsiteX1" fmla="*/ 209505 w 3824422"/>
                <a:gd name="connsiteY1" fmla="*/ 135927 h 1462861"/>
                <a:gd name="connsiteX2" fmla="*/ 455887 w 3824422"/>
                <a:gd name="connsiteY2" fmla="*/ 341668 h 1462861"/>
                <a:gd name="connsiteX3" fmla="*/ 565954 w 3824422"/>
                <a:gd name="connsiteY3" fmla="*/ 472901 h 1462861"/>
                <a:gd name="connsiteX4" fmla="*/ 813180 w 3824422"/>
                <a:gd name="connsiteY4" fmla="*/ 761615 h 1462861"/>
                <a:gd name="connsiteX5" fmla="*/ 1003681 w 3824422"/>
                <a:gd name="connsiteY5" fmla="*/ 896236 h 1462861"/>
                <a:gd name="connsiteX6" fmla="*/ 1294084 w 3824422"/>
                <a:gd name="connsiteY6" fmla="*/ 1054562 h 1462861"/>
                <a:gd name="connsiteX7" fmla="*/ 1613279 w 3824422"/>
                <a:gd name="connsiteY7" fmla="*/ 1344968 h 1462861"/>
                <a:gd name="connsiteX8" fmla="*/ 1676780 w 3824422"/>
                <a:gd name="connsiteY8" fmla="*/ 1340734 h 1462861"/>
                <a:gd name="connsiteX9" fmla="*/ 1668314 w 3824422"/>
                <a:gd name="connsiteY9" fmla="*/ 1150234 h 1462861"/>
                <a:gd name="connsiteX10" fmla="*/ 1748747 w 3824422"/>
                <a:gd name="connsiteY10" fmla="*/ 1137534 h 1462861"/>
                <a:gd name="connsiteX11" fmla="*/ 1765682 w 3824422"/>
                <a:gd name="connsiteY11" fmla="*/ 1361901 h 1462861"/>
                <a:gd name="connsiteX12" fmla="*/ 1812248 w 3824422"/>
                <a:gd name="connsiteY12" fmla="*/ 1383067 h 1462861"/>
                <a:gd name="connsiteX13" fmla="*/ 2176314 w 3824422"/>
                <a:gd name="connsiteY13" fmla="*/ 1391534 h 1462861"/>
                <a:gd name="connsiteX14" fmla="*/ 2222881 w 3824422"/>
                <a:gd name="connsiteY14" fmla="*/ 1332267 h 1462861"/>
                <a:gd name="connsiteX15" fmla="*/ 2235581 w 3824422"/>
                <a:gd name="connsiteY15" fmla="*/ 1171402 h 1462861"/>
                <a:gd name="connsiteX16" fmla="*/ 2294847 w 3824422"/>
                <a:gd name="connsiteY16" fmla="*/ 1158701 h 1462861"/>
                <a:gd name="connsiteX17" fmla="*/ 2311780 w 3824422"/>
                <a:gd name="connsiteY17" fmla="*/ 1344968 h 1462861"/>
                <a:gd name="connsiteX18" fmla="*/ 2362581 w 3824422"/>
                <a:gd name="connsiteY18" fmla="*/ 1404235 h 1462861"/>
                <a:gd name="connsiteX19" fmla="*/ 2565780 w 3824422"/>
                <a:gd name="connsiteY19" fmla="*/ 1328032 h 1462861"/>
                <a:gd name="connsiteX20" fmla="*/ 3082247 w 3824422"/>
                <a:gd name="connsiteY20" fmla="*/ 896234 h 1462861"/>
                <a:gd name="connsiteX21" fmla="*/ 3374347 w 3824422"/>
                <a:gd name="connsiteY21" fmla="*/ 527934 h 1462861"/>
                <a:gd name="connsiteX22" fmla="*/ 3641047 w 3824422"/>
                <a:gd name="connsiteY22" fmla="*/ 269701 h 1462861"/>
                <a:gd name="connsiteX23" fmla="*/ 3768048 w 3824422"/>
                <a:gd name="connsiteY23" fmla="*/ 19934 h 1462861"/>
                <a:gd name="connsiteX24" fmla="*/ 3823080 w 3824422"/>
                <a:gd name="connsiteY24" fmla="*/ 45335 h 1462861"/>
                <a:gd name="connsiteX25" fmla="*/ 3717246 w 3824422"/>
                <a:gd name="connsiteY25" fmla="*/ 282400 h 1462861"/>
                <a:gd name="connsiteX26" fmla="*/ 3552147 w 3824422"/>
                <a:gd name="connsiteY26" fmla="*/ 447501 h 1462861"/>
                <a:gd name="connsiteX27" fmla="*/ 3323547 w 3824422"/>
                <a:gd name="connsiteY27" fmla="*/ 688801 h 1462861"/>
                <a:gd name="connsiteX28" fmla="*/ 3090714 w 3824422"/>
                <a:gd name="connsiteY28" fmla="*/ 997834 h 1462861"/>
                <a:gd name="connsiteX29" fmla="*/ 2548845 w 3824422"/>
                <a:gd name="connsiteY29" fmla="*/ 1412699 h 1462861"/>
                <a:gd name="connsiteX30" fmla="*/ 2104346 w 3824422"/>
                <a:gd name="connsiteY30" fmla="*/ 1459267 h 1462861"/>
                <a:gd name="connsiteX31" fmla="*/ 1719114 w 3824422"/>
                <a:gd name="connsiteY31" fmla="*/ 1446568 h 1462861"/>
                <a:gd name="connsiteX32" fmla="*/ 1562479 w 3824422"/>
                <a:gd name="connsiteY32" fmla="*/ 1374601 h 1462861"/>
                <a:gd name="connsiteX33" fmla="*/ 1388914 w 3824422"/>
                <a:gd name="connsiteY33" fmla="*/ 1222201 h 1462861"/>
                <a:gd name="connsiteX34" fmla="*/ 1238206 w 3824422"/>
                <a:gd name="connsiteY34" fmla="*/ 1092661 h 1462861"/>
                <a:gd name="connsiteX35" fmla="*/ 999447 w 3824422"/>
                <a:gd name="connsiteY35" fmla="*/ 985133 h 1462861"/>
                <a:gd name="connsiteX36" fmla="*/ 758147 w 3824422"/>
                <a:gd name="connsiteY36" fmla="*/ 820035 h 1462861"/>
                <a:gd name="connsiteX37" fmla="*/ 449113 w 3824422"/>
                <a:gd name="connsiteY37" fmla="*/ 447501 h 1462861"/>
                <a:gd name="connsiteX38" fmla="*/ 101980 w 3824422"/>
                <a:gd name="connsiteY38" fmla="*/ 155402 h 1462861"/>
                <a:gd name="connsiteX39" fmla="*/ 13081 w 3824422"/>
                <a:gd name="connsiteY39" fmla="*/ 105448 h 1462861"/>
                <a:gd name="connsiteX40" fmla="*/ 21548 w 3824422"/>
                <a:gd name="connsiteY40" fmla="*/ 15701 h 1462861"/>
                <a:gd name="connsiteX0" fmla="*/ 21548 w 3824422"/>
                <a:gd name="connsiteY0" fmla="*/ 15701 h 1462861"/>
                <a:gd name="connsiteX1" fmla="*/ 209505 w 3824422"/>
                <a:gd name="connsiteY1" fmla="*/ 135927 h 1462861"/>
                <a:gd name="connsiteX2" fmla="*/ 455887 w 3824422"/>
                <a:gd name="connsiteY2" fmla="*/ 341668 h 1462861"/>
                <a:gd name="connsiteX3" fmla="*/ 565954 w 3824422"/>
                <a:gd name="connsiteY3" fmla="*/ 472901 h 1462861"/>
                <a:gd name="connsiteX4" fmla="*/ 813180 w 3824422"/>
                <a:gd name="connsiteY4" fmla="*/ 761615 h 1462861"/>
                <a:gd name="connsiteX5" fmla="*/ 1003681 w 3824422"/>
                <a:gd name="connsiteY5" fmla="*/ 896236 h 1462861"/>
                <a:gd name="connsiteX6" fmla="*/ 1294084 w 3824422"/>
                <a:gd name="connsiteY6" fmla="*/ 1054562 h 1462861"/>
                <a:gd name="connsiteX7" fmla="*/ 1613279 w 3824422"/>
                <a:gd name="connsiteY7" fmla="*/ 1344968 h 1462861"/>
                <a:gd name="connsiteX8" fmla="*/ 1676780 w 3824422"/>
                <a:gd name="connsiteY8" fmla="*/ 1340734 h 1462861"/>
                <a:gd name="connsiteX9" fmla="*/ 1668314 w 3824422"/>
                <a:gd name="connsiteY9" fmla="*/ 1150234 h 1462861"/>
                <a:gd name="connsiteX10" fmla="*/ 1748747 w 3824422"/>
                <a:gd name="connsiteY10" fmla="*/ 1137534 h 1462861"/>
                <a:gd name="connsiteX11" fmla="*/ 1765682 w 3824422"/>
                <a:gd name="connsiteY11" fmla="*/ 1361901 h 1462861"/>
                <a:gd name="connsiteX12" fmla="*/ 1812248 w 3824422"/>
                <a:gd name="connsiteY12" fmla="*/ 1383067 h 1462861"/>
                <a:gd name="connsiteX13" fmla="*/ 2176314 w 3824422"/>
                <a:gd name="connsiteY13" fmla="*/ 1391534 h 1462861"/>
                <a:gd name="connsiteX14" fmla="*/ 2222881 w 3824422"/>
                <a:gd name="connsiteY14" fmla="*/ 1332267 h 1462861"/>
                <a:gd name="connsiteX15" fmla="*/ 2235581 w 3824422"/>
                <a:gd name="connsiteY15" fmla="*/ 1171402 h 1462861"/>
                <a:gd name="connsiteX16" fmla="*/ 2294847 w 3824422"/>
                <a:gd name="connsiteY16" fmla="*/ 1158701 h 1462861"/>
                <a:gd name="connsiteX17" fmla="*/ 2311780 w 3824422"/>
                <a:gd name="connsiteY17" fmla="*/ 1344968 h 1462861"/>
                <a:gd name="connsiteX18" fmla="*/ 2362581 w 3824422"/>
                <a:gd name="connsiteY18" fmla="*/ 1404235 h 1462861"/>
                <a:gd name="connsiteX19" fmla="*/ 2565780 w 3824422"/>
                <a:gd name="connsiteY19" fmla="*/ 1328032 h 1462861"/>
                <a:gd name="connsiteX20" fmla="*/ 3082247 w 3824422"/>
                <a:gd name="connsiteY20" fmla="*/ 896234 h 1462861"/>
                <a:gd name="connsiteX21" fmla="*/ 3374347 w 3824422"/>
                <a:gd name="connsiteY21" fmla="*/ 527934 h 1462861"/>
                <a:gd name="connsiteX22" fmla="*/ 3641047 w 3824422"/>
                <a:gd name="connsiteY22" fmla="*/ 269701 h 1462861"/>
                <a:gd name="connsiteX23" fmla="*/ 3768048 w 3824422"/>
                <a:gd name="connsiteY23" fmla="*/ 19934 h 1462861"/>
                <a:gd name="connsiteX24" fmla="*/ 3823080 w 3824422"/>
                <a:gd name="connsiteY24" fmla="*/ 45335 h 1462861"/>
                <a:gd name="connsiteX25" fmla="*/ 3717246 w 3824422"/>
                <a:gd name="connsiteY25" fmla="*/ 282400 h 1462861"/>
                <a:gd name="connsiteX26" fmla="*/ 3552147 w 3824422"/>
                <a:gd name="connsiteY26" fmla="*/ 447501 h 1462861"/>
                <a:gd name="connsiteX27" fmla="*/ 3323547 w 3824422"/>
                <a:gd name="connsiteY27" fmla="*/ 688801 h 1462861"/>
                <a:gd name="connsiteX28" fmla="*/ 3090714 w 3824422"/>
                <a:gd name="connsiteY28" fmla="*/ 997834 h 1462861"/>
                <a:gd name="connsiteX29" fmla="*/ 2548845 w 3824422"/>
                <a:gd name="connsiteY29" fmla="*/ 1412699 h 1462861"/>
                <a:gd name="connsiteX30" fmla="*/ 2104346 w 3824422"/>
                <a:gd name="connsiteY30" fmla="*/ 1459267 h 1462861"/>
                <a:gd name="connsiteX31" fmla="*/ 1719114 w 3824422"/>
                <a:gd name="connsiteY31" fmla="*/ 1446568 h 1462861"/>
                <a:gd name="connsiteX32" fmla="*/ 1562479 w 3824422"/>
                <a:gd name="connsiteY32" fmla="*/ 1374601 h 1462861"/>
                <a:gd name="connsiteX33" fmla="*/ 1388914 w 3824422"/>
                <a:gd name="connsiteY33" fmla="*/ 1222201 h 1462861"/>
                <a:gd name="connsiteX34" fmla="*/ 1217886 w 3824422"/>
                <a:gd name="connsiteY34" fmla="*/ 1123141 h 1462861"/>
                <a:gd name="connsiteX35" fmla="*/ 999447 w 3824422"/>
                <a:gd name="connsiteY35" fmla="*/ 985133 h 1462861"/>
                <a:gd name="connsiteX36" fmla="*/ 758147 w 3824422"/>
                <a:gd name="connsiteY36" fmla="*/ 820035 h 1462861"/>
                <a:gd name="connsiteX37" fmla="*/ 449113 w 3824422"/>
                <a:gd name="connsiteY37" fmla="*/ 447501 h 1462861"/>
                <a:gd name="connsiteX38" fmla="*/ 101980 w 3824422"/>
                <a:gd name="connsiteY38" fmla="*/ 155402 h 1462861"/>
                <a:gd name="connsiteX39" fmla="*/ 13081 w 3824422"/>
                <a:gd name="connsiteY39" fmla="*/ 105448 h 1462861"/>
                <a:gd name="connsiteX40" fmla="*/ 21548 w 3824422"/>
                <a:gd name="connsiteY40" fmla="*/ 15701 h 1462861"/>
                <a:gd name="connsiteX0" fmla="*/ 21548 w 3824422"/>
                <a:gd name="connsiteY0" fmla="*/ 15701 h 1462861"/>
                <a:gd name="connsiteX1" fmla="*/ 209505 w 3824422"/>
                <a:gd name="connsiteY1" fmla="*/ 135927 h 1462861"/>
                <a:gd name="connsiteX2" fmla="*/ 455887 w 3824422"/>
                <a:gd name="connsiteY2" fmla="*/ 341668 h 1462861"/>
                <a:gd name="connsiteX3" fmla="*/ 565954 w 3824422"/>
                <a:gd name="connsiteY3" fmla="*/ 472901 h 1462861"/>
                <a:gd name="connsiteX4" fmla="*/ 813180 w 3824422"/>
                <a:gd name="connsiteY4" fmla="*/ 761615 h 1462861"/>
                <a:gd name="connsiteX5" fmla="*/ 1003681 w 3824422"/>
                <a:gd name="connsiteY5" fmla="*/ 896236 h 1462861"/>
                <a:gd name="connsiteX6" fmla="*/ 1294084 w 3824422"/>
                <a:gd name="connsiteY6" fmla="*/ 1054562 h 1462861"/>
                <a:gd name="connsiteX7" fmla="*/ 1613279 w 3824422"/>
                <a:gd name="connsiteY7" fmla="*/ 1344968 h 1462861"/>
                <a:gd name="connsiteX8" fmla="*/ 1676780 w 3824422"/>
                <a:gd name="connsiteY8" fmla="*/ 1340734 h 1462861"/>
                <a:gd name="connsiteX9" fmla="*/ 1668314 w 3824422"/>
                <a:gd name="connsiteY9" fmla="*/ 1150234 h 1462861"/>
                <a:gd name="connsiteX10" fmla="*/ 1748747 w 3824422"/>
                <a:gd name="connsiteY10" fmla="*/ 1137534 h 1462861"/>
                <a:gd name="connsiteX11" fmla="*/ 1765682 w 3824422"/>
                <a:gd name="connsiteY11" fmla="*/ 1361901 h 1462861"/>
                <a:gd name="connsiteX12" fmla="*/ 1812248 w 3824422"/>
                <a:gd name="connsiteY12" fmla="*/ 1383067 h 1462861"/>
                <a:gd name="connsiteX13" fmla="*/ 2176314 w 3824422"/>
                <a:gd name="connsiteY13" fmla="*/ 1391534 h 1462861"/>
                <a:gd name="connsiteX14" fmla="*/ 2222881 w 3824422"/>
                <a:gd name="connsiteY14" fmla="*/ 1332267 h 1462861"/>
                <a:gd name="connsiteX15" fmla="*/ 2235581 w 3824422"/>
                <a:gd name="connsiteY15" fmla="*/ 1171402 h 1462861"/>
                <a:gd name="connsiteX16" fmla="*/ 2294847 w 3824422"/>
                <a:gd name="connsiteY16" fmla="*/ 1158701 h 1462861"/>
                <a:gd name="connsiteX17" fmla="*/ 2311780 w 3824422"/>
                <a:gd name="connsiteY17" fmla="*/ 1344968 h 1462861"/>
                <a:gd name="connsiteX18" fmla="*/ 2362581 w 3824422"/>
                <a:gd name="connsiteY18" fmla="*/ 1404235 h 1462861"/>
                <a:gd name="connsiteX19" fmla="*/ 2565780 w 3824422"/>
                <a:gd name="connsiteY19" fmla="*/ 1328032 h 1462861"/>
                <a:gd name="connsiteX20" fmla="*/ 3082247 w 3824422"/>
                <a:gd name="connsiteY20" fmla="*/ 896234 h 1462861"/>
                <a:gd name="connsiteX21" fmla="*/ 3374347 w 3824422"/>
                <a:gd name="connsiteY21" fmla="*/ 527934 h 1462861"/>
                <a:gd name="connsiteX22" fmla="*/ 3641047 w 3824422"/>
                <a:gd name="connsiteY22" fmla="*/ 269701 h 1462861"/>
                <a:gd name="connsiteX23" fmla="*/ 3768048 w 3824422"/>
                <a:gd name="connsiteY23" fmla="*/ 19934 h 1462861"/>
                <a:gd name="connsiteX24" fmla="*/ 3823080 w 3824422"/>
                <a:gd name="connsiteY24" fmla="*/ 45335 h 1462861"/>
                <a:gd name="connsiteX25" fmla="*/ 3717246 w 3824422"/>
                <a:gd name="connsiteY25" fmla="*/ 282400 h 1462861"/>
                <a:gd name="connsiteX26" fmla="*/ 3552147 w 3824422"/>
                <a:gd name="connsiteY26" fmla="*/ 447501 h 1462861"/>
                <a:gd name="connsiteX27" fmla="*/ 3323547 w 3824422"/>
                <a:gd name="connsiteY27" fmla="*/ 688801 h 1462861"/>
                <a:gd name="connsiteX28" fmla="*/ 3090714 w 3824422"/>
                <a:gd name="connsiteY28" fmla="*/ 997834 h 1462861"/>
                <a:gd name="connsiteX29" fmla="*/ 2548845 w 3824422"/>
                <a:gd name="connsiteY29" fmla="*/ 1412699 h 1462861"/>
                <a:gd name="connsiteX30" fmla="*/ 2104346 w 3824422"/>
                <a:gd name="connsiteY30" fmla="*/ 1459267 h 1462861"/>
                <a:gd name="connsiteX31" fmla="*/ 1719114 w 3824422"/>
                <a:gd name="connsiteY31" fmla="*/ 1446568 h 1462861"/>
                <a:gd name="connsiteX32" fmla="*/ 1562479 w 3824422"/>
                <a:gd name="connsiteY32" fmla="*/ 1374601 h 1462861"/>
                <a:gd name="connsiteX33" fmla="*/ 1388914 w 3824422"/>
                <a:gd name="connsiteY33" fmla="*/ 1222201 h 1462861"/>
                <a:gd name="connsiteX34" fmla="*/ 1243286 w 3824422"/>
                <a:gd name="connsiteY34" fmla="*/ 1097741 h 1462861"/>
                <a:gd name="connsiteX35" fmla="*/ 999447 w 3824422"/>
                <a:gd name="connsiteY35" fmla="*/ 985133 h 1462861"/>
                <a:gd name="connsiteX36" fmla="*/ 758147 w 3824422"/>
                <a:gd name="connsiteY36" fmla="*/ 820035 h 1462861"/>
                <a:gd name="connsiteX37" fmla="*/ 449113 w 3824422"/>
                <a:gd name="connsiteY37" fmla="*/ 447501 h 1462861"/>
                <a:gd name="connsiteX38" fmla="*/ 101980 w 3824422"/>
                <a:gd name="connsiteY38" fmla="*/ 155402 h 1462861"/>
                <a:gd name="connsiteX39" fmla="*/ 13081 w 3824422"/>
                <a:gd name="connsiteY39" fmla="*/ 105448 h 1462861"/>
                <a:gd name="connsiteX40" fmla="*/ 21548 w 3824422"/>
                <a:gd name="connsiteY40" fmla="*/ 15701 h 1462861"/>
                <a:gd name="connsiteX0" fmla="*/ 21548 w 3824422"/>
                <a:gd name="connsiteY0" fmla="*/ 15701 h 1462861"/>
                <a:gd name="connsiteX1" fmla="*/ 209505 w 3824422"/>
                <a:gd name="connsiteY1" fmla="*/ 135927 h 1462861"/>
                <a:gd name="connsiteX2" fmla="*/ 455887 w 3824422"/>
                <a:gd name="connsiteY2" fmla="*/ 341668 h 1462861"/>
                <a:gd name="connsiteX3" fmla="*/ 565954 w 3824422"/>
                <a:gd name="connsiteY3" fmla="*/ 472901 h 1462861"/>
                <a:gd name="connsiteX4" fmla="*/ 813180 w 3824422"/>
                <a:gd name="connsiteY4" fmla="*/ 761615 h 1462861"/>
                <a:gd name="connsiteX5" fmla="*/ 1003681 w 3824422"/>
                <a:gd name="connsiteY5" fmla="*/ 896236 h 1462861"/>
                <a:gd name="connsiteX6" fmla="*/ 1294084 w 3824422"/>
                <a:gd name="connsiteY6" fmla="*/ 1054562 h 1462861"/>
                <a:gd name="connsiteX7" fmla="*/ 1613279 w 3824422"/>
                <a:gd name="connsiteY7" fmla="*/ 1344968 h 1462861"/>
                <a:gd name="connsiteX8" fmla="*/ 1676780 w 3824422"/>
                <a:gd name="connsiteY8" fmla="*/ 1340734 h 1462861"/>
                <a:gd name="connsiteX9" fmla="*/ 1668314 w 3824422"/>
                <a:gd name="connsiteY9" fmla="*/ 1150234 h 1462861"/>
                <a:gd name="connsiteX10" fmla="*/ 1748747 w 3824422"/>
                <a:gd name="connsiteY10" fmla="*/ 1137534 h 1462861"/>
                <a:gd name="connsiteX11" fmla="*/ 1765682 w 3824422"/>
                <a:gd name="connsiteY11" fmla="*/ 1361901 h 1462861"/>
                <a:gd name="connsiteX12" fmla="*/ 1812248 w 3824422"/>
                <a:gd name="connsiteY12" fmla="*/ 1383067 h 1462861"/>
                <a:gd name="connsiteX13" fmla="*/ 2176314 w 3824422"/>
                <a:gd name="connsiteY13" fmla="*/ 1391534 h 1462861"/>
                <a:gd name="connsiteX14" fmla="*/ 2222881 w 3824422"/>
                <a:gd name="connsiteY14" fmla="*/ 1332267 h 1462861"/>
                <a:gd name="connsiteX15" fmla="*/ 2235581 w 3824422"/>
                <a:gd name="connsiteY15" fmla="*/ 1171402 h 1462861"/>
                <a:gd name="connsiteX16" fmla="*/ 2294847 w 3824422"/>
                <a:gd name="connsiteY16" fmla="*/ 1158701 h 1462861"/>
                <a:gd name="connsiteX17" fmla="*/ 2311780 w 3824422"/>
                <a:gd name="connsiteY17" fmla="*/ 1344968 h 1462861"/>
                <a:gd name="connsiteX18" fmla="*/ 2362581 w 3824422"/>
                <a:gd name="connsiteY18" fmla="*/ 1404235 h 1462861"/>
                <a:gd name="connsiteX19" fmla="*/ 2565780 w 3824422"/>
                <a:gd name="connsiteY19" fmla="*/ 1328032 h 1462861"/>
                <a:gd name="connsiteX20" fmla="*/ 3082247 w 3824422"/>
                <a:gd name="connsiteY20" fmla="*/ 896234 h 1462861"/>
                <a:gd name="connsiteX21" fmla="*/ 3374347 w 3824422"/>
                <a:gd name="connsiteY21" fmla="*/ 527934 h 1462861"/>
                <a:gd name="connsiteX22" fmla="*/ 3641047 w 3824422"/>
                <a:gd name="connsiteY22" fmla="*/ 269701 h 1462861"/>
                <a:gd name="connsiteX23" fmla="*/ 3768048 w 3824422"/>
                <a:gd name="connsiteY23" fmla="*/ 19934 h 1462861"/>
                <a:gd name="connsiteX24" fmla="*/ 3823080 w 3824422"/>
                <a:gd name="connsiteY24" fmla="*/ 45335 h 1462861"/>
                <a:gd name="connsiteX25" fmla="*/ 3717246 w 3824422"/>
                <a:gd name="connsiteY25" fmla="*/ 282400 h 1462861"/>
                <a:gd name="connsiteX26" fmla="*/ 3552147 w 3824422"/>
                <a:gd name="connsiteY26" fmla="*/ 447501 h 1462861"/>
                <a:gd name="connsiteX27" fmla="*/ 3323547 w 3824422"/>
                <a:gd name="connsiteY27" fmla="*/ 688801 h 1462861"/>
                <a:gd name="connsiteX28" fmla="*/ 3090714 w 3824422"/>
                <a:gd name="connsiteY28" fmla="*/ 997834 h 1462861"/>
                <a:gd name="connsiteX29" fmla="*/ 2548845 w 3824422"/>
                <a:gd name="connsiteY29" fmla="*/ 1412699 h 1462861"/>
                <a:gd name="connsiteX30" fmla="*/ 2104346 w 3824422"/>
                <a:gd name="connsiteY30" fmla="*/ 1459267 h 1462861"/>
                <a:gd name="connsiteX31" fmla="*/ 1719114 w 3824422"/>
                <a:gd name="connsiteY31" fmla="*/ 1446568 h 1462861"/>
                <a:gd name="connsiteX32" fmla="*/ 1562479 w 3824422"/>
                <a:gd name="connsiteY32" fmla="*/ 1374601 h 1462861"/>
                <a:gd name="connsiteX33" fmla="*/ 1388914 w 3824422"/>
                <a:gd name="connsiteY33" fmla="*/ 1222201 h 1462861"/>
                <a:gd name="connsiteX34" fmla="*/ 1243286 w 3824422"/>
                <a:gd name="connsiteY34" fmla="*/ 1097741 h 1462861"/>
                <a:gd name="connsiteX35" fmla="*/ 1019767 w 3824422"/>
                <a:gd name="connsiteY35" fmla="*/ 990213 h 1462861"/>
                <a:gd name="connsiteX36" fmla="*/ 758147 w 3824422"/>
                <a:gd name="connsiteY36" fmla="*/ 820035 h 1462861"/>
                <a:gd name="connsiteX37" fmla="*/ 449113 w 3824422"/>
                <a:gd name="connsiteY37" fmla="*/ 447501 h 1462861"/>
                <a:gd name="connsiteX38" fmla="*/ 101980 w 3824422"/>
                <a:gd name="connsiteY38" fmla="*/ 155402 h 1462861"/>
                <a:gd name="connsiteX39" fmla="*/ 13081 w 3824422"/>
                <a:gd name="connsiteY39" fmla="*/ 105448 h 1462861"/>
                <a:gd name="connsiteX40" fmla="*/ 21548 w 3824422"/>
                <a:gd name="connsiteY40" fmla="*/ 15701 h 1462861"/>
                <a:gd name="connsiteX0" fmla="*/ 21548 w 3824422"/>
                <a:gd name="connsiteY0" fmla="*/ 15701 h 1462861"/>
                <a:gd name="connsiteX1" fmla="*/ 209505 w 3824422"/>
                <a:gd name="connsiteY1" fmla="*/ 135927 h 1462861"/>
                <a:gd name="connsiteX2" fmla="*/ 455887 w 3824422"/>
                <a:gd name="connsiteY2" fmla="*/ 341668 h 1462861"/>
                <a:gd name="connsiteX3" fmla="*/ 565954 w 3824422"/>
                <a:gd name="connsiteY3" fmla="*/ 472901 h 1462861"/>
                <a:gd name="connsiteX4" fmla="*/ 813180 w 3824422"/>
                <a:gd name="connsiteY4" fmla="*/ 761615 h 1462861"/>
                <a:gd name="connsiteX5" fmla="*/ 1003681 w 3824422"/>
                <a:gd name="connsiteY5" fmla="*/ 896236 h 1462861"/>
                <a:gd name="connsiteX6" fmla="*/ 1294084 w 3824422"/>
                <a:gd name="connsiteY6" fmla="*/ 1054562 h 1462861"/>
                <a:gd name="connsiteX7" fmla="*/ 1613279 w 3824422"/>
                <a:gd name="connsiteY7" fmla="*/ 1344968 h 1462861"/>
                <a:gd name="connsiteX8" fmla="*/ 1676780 w 3824422"/>
                <a:gd name="connsiteY8" fmla="*/ 1340734 h 1462861"/>
                <a:gd name="connsiteX9" fmla="*/ 1668314 w 3824422"/>
                <a:gd name="connsiteY9" fmla="*/ 1150234 h 1462861"/>
                <a:gd name="connsiteX10" fmla="*/ 1748747 w 3824422"/>
                <a:gd name="connsiteY10" fmla="*/ 1137534 h 1462861"/>
                <a:gd name="connsiteX11" fmla="*/ 1765682 w 3824422"/>
                <a:gd name="connsiteY11" fmla="*/ 1361901 h 1462861"/>
                <a:gd name="connsiteX12" fmla="*/ 1812248 w 3824422"/>
                <a:gd name="connsiteY12" fmla="*/ 1383067 h 1462861"/>
                <a:gd name="connsiteX13" fmla="*/ 2176314 w 3824422"/>
                <a:gd name="connsiteY13" fmla="*/ 1391534 h 1462861"/>
                <a:gd name="connsiteX14" fmla="*/ 2222881 w 3824422"/>
                <a:gd name="connsiteY14" fmla="*/ 1332267 h 1462861"/>
                <a:gd name="connsiteX15" fmla="*/ 2235581 w 3824422"/>
                <a:gd name="connsiteY15" fmla="*/ 1171402 h 1462861"/>
                <a:gd name="connsiteX16" fmla="*/ 2294847 w 3824422"/>
                <a:gd name="connsiteY16" fmla="*/ 1158701 h 1462861"/>
                <a:gd name="connsiteX17" fmla="*/ 2311780 w 3824422"/>
                <a:gd name="connsiteY17" fmla="*/ 1344968 h 1462861"/>
                <a:gd name="connsiteX18" fmla="*/ 2362581 w 3824422"/>
                <a:gd name="connsiteY18" fmla="*/ 1404235 h 1462861"/>
                <a:gd name="connsiteX19" fmla="*/ 2565780 w 3824422"/>
                <a:gd name="connsiteY19" fmla="*/ 1328032 h 1462861"/>
                <a:gd name="connsiteX20" fmla="*/ 3082247 w 3824422"/>
                <a:gd name="connsiteY20" fmla="*/ 896234 h 1462861"/>
                <a:gd name="connsiteX21" fmla="*/ 3374347 w 3824422"/>
                <a:gd name="connsiteY21" fmla="*/ 527934 h 1462861"/>
                <a:gd name="connsiteX22" fmla="*/ 3641047 w 3824422"/>
                <a:gd name="connsiteY22" fmla="*/ 269701 h 1462861"/>
                <a:gd name="connsiteX23" fmla="*/ 3768048 w 3824422"/>
                <a:gd name="connsiteY23" fmla="*/ 19934 h 1462861"/>
                <a:gd name="connsiteX24" fmla="*/ 3823080 w 3824422"/>
                <a:gd name="connsiteY24" fmla="*/ 45335 h 1462861"/>
                <a:gd name="connsiteX25" fmla="*/ 3717246 w 3824422"/>
                <a:gd name="connsiteY25" fmla="*/ 282400 h 1462861"/>
                <a:gd name="connsiteX26" fmla="*/ 3552147 w 3824422"/>
                <a:gd name="connsiteY26" fmla="*/ 447501 h 1462861"/>
                <a:gd name="connsiteX27" fmla="*/ 3323547 w 3824422"/>
                <a:gd name="connsiteY27" fmla="*/ 688801 h 1462861"/>
                <a:gd name="connsiteX28" fmla="*/ 3090714 w 3824422"/>
                <a:gd name="connsiteY28" fmla="*/ 997834 h 1462861"/>
                <a:gd name="connsiteX29" fmla="*/ 2548845 w 3824422"/>
                <a:gd name="connsiteY29" fmla="*/ 1412699 h 1462861"/>
                <a:gd name="connsiteX30" fmla="*/ 2104346 w 3824422"/>
                <a:gd name="connsiteY30" fmla="*/ 1459267 h 1462861"/>
                <a:gd name="connsiteX31" fmla="*/ 1719114 w 3824422"/>
                <a:gd name="connsiteY31" fmla="*/ 1446568 h 1462861"/>
                <a:gd name="connsiteX32" fmla="*/ 1562479 w 3824422"/>
                <a:gd name="connsiteY32" fmla="*/ 1374601 h 1462861"/>
                <a:gd name="connsiteX33" fmla="*/ 1388914 w 3824422"/>
                <a:gd name="connsiteY33" fmla="*/ 1222201 h 1462861"/>
                <a:gd name="connsiteX34" fmla="*/ 1243286 w 3824422"/>
                <a:gd name="connsiteY34" fmla="*/ 1097741 h 1462861"/>
                <a:gd name="connsiteX35" fmla="*/ 1019767 w 3824422"/>
                <a:gd name="connsiteY35" fmla="*/ 990213 h 1462861"/>
                <a:gd name="connsiteX36" fmla="*/ 758147 w 3824422"/>
                <a:gd name="connsiteY36" fmla="*/ 820035 h 1462861"/>
                <a:gd name="connsiteX37" fmla="*/ 449113 w 3824422"/>
                <a:gd name="connsiteY37" fmla="*/ 447501 h 1462861"/>
                <a:gd name="connsiteX38" fmla="*/ 101980 w 3824422"/>
                <a:gd name="connsiteY38" fmla="*/ 155402 h 1462861"/>
                <a:gd name="connsiteX39" fmla="*/ 13081 w 3824422"/>
                <a:gd name="connsiteY39" fmla="*/ 105448 h 1462861"/>
                <a:gd name="connsiteX40" fmla="*/ 21548 w 3824422"/>
                <a:gd name="connsiteY40" fmla="*/ 15701 h 1462861"/>
                <a:gd name="connsiteX0" fmla="*/ 21548 w 3824422"/>
                <a:gd name="connsiteY0" fmla="*/ 15701 h 1462861"/>
                <a:gd name="connsiteX1" fmla="*/ 209505 w 3824422"/>
                <a:gd name="connsiteY1" fmla="*/ 135927 h 1462861"/>
                <a:gd name="connsiteX2" fmla="*/ 455887 w 3824422"/>
                <a:gd name="connsiteY2" fmla="*/ 341668 h 1462861"/>
                <a:gd name="connsiteX3" fmla="*/ 565954 w 3824422"/>
                <a:gd name="connsiteY3" fmla="*/ 472901 h 1462861"/>
                <a:gd name="connsiteX4" fmla="*/ 813180 w 3824422"/>
                <a:gd name="connsiteY4" fmla="*/ 761615 h 1462861"/>
                <a:gd name="connsiteX5" fmla="*/ 1003681 w 3824422"/>
                <a:gd name="connsiteY5" fmla="*/ 896236 h 1462861"/>
                <a:gd name="connsiteX6" fmla="*/ 1294084 w 3824422"/>
                <a:gd name="connsiteY6" fmla="*/ 1054562 h 1462861"/>
                <a:gd name="connsiteX7" fmla="*/ 1613279 w 3824422"/>
                <a:gd name="connsiteY7" fmla="*/ 1344968 h 1462861"/>
                <a:gd name="connsiteX8" fmla="*/ 1676780 w 3824422"/>
                <a:gd name="connsiteY8" fmla="*/ 1340734 h 1462861"/>
                <a:gd name="connsiteX9" fmla="*/ 1668314 w 3824422"/>
                <a:gd name="connsiteY9" fmla="*/ 1150234 h 1462861"/>
                <a:gd name="connsiteX10" fmla="*/ 1748747 w 3824422"/>
                <a:gd name="connsiteY10" fmla="*/ 1137534 h 1462861"/>
                <a:gd name="connsiteX11" fmla="*/ 1765682 w 3824422"/>
                <a:gd name="connsiteY11" fmla="*/ 1361901 h 1462861"/>
                <a:gd name="connsiteX12" fmla="*/ 1812248 w 3824422"/>
                <a:gd name="connsiteY12" fmla="*/ 1383067 h 1462861"/>
                <a:gd name="connsiteX13" fmla="*/ 2176314 w 3824422"/>
                <a:gd name="connsiteY13" fmla="*/ 1391534 h 1462861"/>
                <a:gd name="connsiteX14" fmla="*/ 2222881 w 3824422"/>
                <a:gd name="connsiteY14" fmla="*/ 1332267 h 1462861"/>
                <a:gd name="connsiteX15" fmla="*/ 2235581 w 3824422"/>
                <a:gd name="connsiteY15" fmla="*/ 1171402 h 1462861"/>
                <a:gd name="connsiteX16" fmla="*/ 2294847 w 3824422"/>
                <a:gd name="connsiteY16" fmla="*/ 1158701 h 1462861"/>
                <a:gd name="connsiteX17" fmla="*/ 2311780 w 3824422"/>
                <a:gd name="connsiteY17" fmla="*/ 1344968 h 1462861"/>
                <a:gd name="connsiteX18" fmla="*/ 2362581 w 3824422"/>
                <a:gd name="connsiteY18" fmla="*/ 1404235 h 1462861"/>
                <a:gd name="connsiteX19" fmla="*/ 2565780 w 3824422"/>
                <a:gd name="connsiteY19" fmla="*/ 1328032 h 1462861"/>
                <a:gd name="connsiteX20" fmla="*/ 3082247 w 3824422"/>
                <a:gd name="connsiteY20" fmla="*/ 896234 h 1462861"/>
                <a:gd name="connsiteX21" fmla="*/ 3374347 w 3824422"/>
                <a:gd name="connsiteY21" fmla="*/ 527934 h 1462861"/>
                <a:gd name="connsiteX22" fmla="*/ 3641047 w 3824422"/>
                <a:gd name="connsiteY22" fmla="*/ 269701 h 1462861"/>
                <a:gd name="connsiteX23" fmla="*/ 3768048 w 3824422"/>
                <a:gd name="connsiteY23" fmla="*/ 19934 h 1462861"/>
                <a:gd name="connsiteX24" fmla="*/ 3823080 w 3824422"/>
                <a:gd name="connsiteY24" fmla="*/ 45335 h 1462861"/>
                <a:gd name="connsiteX25" fmla="*/ 3717246 w 3824422"/>
                <a:gd name="connsiteY25" fmla="*/ 282400 h 1462861"/>
                <a:gd name="connsiteX26" fmla="*/ 3552147 w 3824422"/>
                <a:gd name="connsiteY26" fmla="*/ 447501 h 1462861"/>
                <a:gd name="connsiteX27" fmla="*/ 3323547 w 3824422"/>
                <a:gd name="connsiteY27" fmla="*/ 688801 h 1462861"/>
                <a:gd name="connsiteX28" fmla="*/ 3090714 w 3824422"/>
                <a:gd name="connsiteY28" fmla="*/ 997834 h 1462861"/>
                <a:gd name="connsiteX29" fmla="*/ 2548845 w 3824422"/>
                <a:gd name="connsiteY29" fmla="*/ 1412699 h 1462861"/>
                <a:gd name="connsiteX30" fmla="*/ 2104346 w 3824422"/>
                <a:gd name="connsiteY30" fmla="*/ 1459267 h 1462861"/>
                <a:gd name="connsiteX31" fmla="*/ 1719114 w 3824422"/>
                <a:gd name="connsiteY31" fmla="*/ 1446568 h 1462861"/>
                <a:gd name="connsiteX32" fmla="*/ 1562479 w 3824422"/>
                <a:gd name="connsiteY32" fmla="*/ 1374601 h 1462861"/>
                <a:gd name="connsiteX33" fmla="*/ 1378754 w 3824422"/>
                <a:gd name="connsiteY33" fmla="*/ 1232361 h 1462861"/>
                <a:gd name="connsiteX34" fmla="*/ 1243286 w 3824422"/>
                <a:gd name="connsiteY34" fmla="*/ 1097741 h 1462861"/>
                <a:gd name="connsiteX35" fmla="*/ 1019767 w 3824422"/>
                <a:gd name="connsiteY35" fmla="*/ 990213 h 1462861"/>
                <a:gd name="connsiteX36" fmla="*/ 758147 w 3824422"/>
                <a:gd name="connsiteY36" fmla="*/ 820035 h 1462861"/>
                <a:gd name="connsiteX37" fmla="*/ 449113 w 3824422"/>
                <a:gd name="connsiteY37" fmla="*/ 447501 h 1462861"/>
                <a:gd name="connsiteX38" fmla="*/ 101980 w 3824422"/>
                <a:gd name="connsiteY38" fmla="*/ 155402 h 1462861"/>
                <a:gd name="connsiteX39" fmla="*/ 13081 w 3824422"/>
                <a:gd name="connsiteY39" fmla="*/ 105448 h 1462861"/>
                <a:gd name="connsiteX40" fmla="*/ 21548 w 3824422"/>
                <a:gd name="connsiteY40" fmla="*/ 15701 h 1462861"/>
                <a:gd name="connsiteX0" fmla="*/ 21548 w 3824422"/>
                <a:gd name="connsiteY0" fmla="*/ 15701 h 1462861"/>
                <a:gd name="connsiteX1" fmla="*/ 209505 w 3824422"/>
                <a:gd name="connsiteY1" fmla="*/ 135927 h 1462861"/>
                <a:gd name="connsiteX2" fmla="*/ 455887 w 3824422"/>
                <a:gd name="connsiteY2" fmla="*/ 341668 h 1462861"/>
                <a:gd name="connsiteX3" fmla="*/ 565954 w 3824422"/>
                <a:gd name="connsiteY3" fmla="*/ 472901 h 1462861"/>
                <a:gd name="connsiteX4" fmla="*/ 813180 w 3824422"/>
                <a:gd name="connsiteY4" fmla="*/ 761615 h 1462861"/>
                <a:gd name="connsiteX5" fmla="*/ 1003681 w 3824422"/>
                <a:gd name="connsiteY5" fmla="*/ 896236 h 1462861"/>
                <a:gd name="connsiteX6" fmla="*/ 1294084 w 3824422"/>
                <a:gd name="connsiteY6" fmla="*/ 1054562 h 1462861"/>
                <a:gd name="connsiteX7" fmla="*/ 1613279 w 3824422"/>
                <a:gd name="connsiteY7" fmla="*/ 1344968 h 1462861"/>
                <a:gd name="connsiteX8" fmla="*/ 1676780 w 3824422"/>
                <a:gd name="connsiteY8" fmla="*/ 1340734 h 1462861"/>
                <a:gd name="connsiteX9" fmla="*/ 1668314 w 3824422"/>
                <a:gd name="connsiteY9" fmla="*/ 1150234 h 1462861"/>
                <a:gd name="connsiteX10" fmla="*/ 1748747 w 3824422"/>
                <a:gd name="connsiteY10" fmla="*/ 1137534 h 1462861"/>
                <a:gd name="connsiteX11" fmla="*/ 1765682 w 3824422"/>
                <a:gd name="connsiteY11" fmla="*/ 1361901 h 1462861"/>
                <a:gd name="connsiteX12" fmla="*/ 1812248 w 3824422"/>
                <a:gd name="connsiteY12" fmla="*/ 1383067 h 1462861"/>
                <a:gd name="connsiteX13" fmla="*/ 2176314 w 3824422"/>
                <a:gd name="connsiteY13" fmla="*/ 1391534 h 1462861"/>
                <a:gd name="connsiteX14" fmla="*/ 2222881 w 3824422"/>
                <a:gd name="connsiteY14" fmla="*/ 1332267 h 1462861"/>
                <a:gd name="connsiteX15" fmla="*/ 2235581 w 3824422"/>
                <a:gd name="connsiteY15" fmla="*/ 1171402 h 1462861"/>
                <a:gd name="connsiteX16" fmla="*/ 2294847 w 3824422"/>
                <a:gd name="connsiteY16" fmla="*/ 1158701 h 1462861"/>
                <a:gd name="connsiteX17" fmla="*/ 2311780 w 3824422"/>
                <a:gd name="connsiteY17" fmla="*/ 1344968 h 1462861"/>
                <a:gd name="connsiteX18" fmla="*/ 2362581 w 3824422"/>
                <a:gd name="connsiteY18" fmla="*/ 1404235 h 1462861"/>
                <a:gd name="connsiteX19" fmla="*/ 2565780 w 3824422"/>
                <a:gd name="connsiteY19" fmla="*/ 1328032 h 1462861"/>
                <a:gd name="connsiteX20" fmla="*/ 3082247 w 3824422"/>
                <a:gd name="connsiteY20" fmla="*/ 896234 h 1462861"/>
                <a:gd name="connsiteX21" fmla="*/ 3374347 w 3824422"/>
                <a:gd name="connsiteY21" fmla="*/ 527934 h 1462861"/>
                <a:gd name="connsiteX22" fmla="*/ 3641047 w 3824422"/>
                <a:gd name="connsiteY22" fmla="*/ 269701 h 1462861"/>
                <a:gd name="connsiteX23" fmla="*/ 3768048 w 3824422"/>
                <a:gd name="connsiteY23" fmla="*/ 19934 h 1462861"/>
                <a:gd name="connsiteX24" fmla="*/ 3823080 w 3824422"/>
                <a:gd name="connsiteY24" fmla="*/ 45335 h 1462861"/>
                <a:gd name="connsiteX25" fmla="*/ 3717246 w 3824422"/>
                <a:gd name="connsiteY25" fmla="*/ 282400 h 1462861"/>
                <a:gd name="connsiteX26" fmla="*/ 3552147 w 3824422"/>
                <a:gd name="connsiteY26" fmla="*/ 447501 h 1462861"/>
                <a:gd name="connsiteX27" fmla="*/ 3323547 w 3824422"/>
                <a:gd name="connsiteY27" fmla="*/ 688801 h 1462861"/>
                <a:gd name="connsiteX28" fmla="*/ 3090714 w 3824422"/>
                <a:gd name="connsiteY28" fmla="*/ 997834 h 1462861"/>
                <a:gd name="connsiteX29" fmla="*/ 2548845 w 3824422"/>
                <a:gd name="connsiteY29" fmla="*/ 1412699 h 1462861"/>
                <a:gd name="connsiteX30" fmla="*/ 2104346 w 3824422"/>
                <a:gd name="connsiteY30" fmla="*/ 1459267 h 1462861"/>
                <a:gd name="connsiteX31" fmla="*/ 1719114 w 3824422"/>
                <a:gd name="connsiteY31" fmla="*/ 1446568 h 1462861"/>
                <a:gd name="connsiteX32" fmla="*/ 1562479 w 3824422"/>
                <a:gd name="connsiteY32" fmla="*/ 1389841 h 1462861"/>
                <a:gd name="connsiteX33" fmla="*/ 1378754 w 3824422"/>
                <a:gd name="connsiteY33" fmla="*/ 1232361 h 1462861"/>
                <a:gd name="connsiteX34" fmla="*/ 1243286 w 3824422"/>
                <a:gd name="connsiteY34" fmla="*/ 1097741 h 1462861"/>
                <a:gd name="connsiteX35" fmla="*/ 1019767 w 3824422"/>
                <a:gd name="connsiteY35" fmla="*/ 990213 h 1462861"/>
                <a:gd name="connsiteX36" fmla="*/ 758147 w 3824422"/>
                <a:gd name="connsiteY36" fmla="*/ 820035 h 1462861"/>
                <a:gd name="connsiteX37" fmla="*/ 449113 w 3824422"/>
                <a:gd name="connsiteY37" fmla="*/ 447501 h 1462861"/>
                <a:gd name="connsiteX38" fmla="*/ 101980 w 3824422"/>
                <a:gd name="connsiteY38" fmla="*/ 155402 h 1462861"/>
                <a:gd name="connsiteX39" fmla="*/ 13081 w 3824422"/>
                <a:gd name="connsiteY39" fmla="*/ 105448 h 1462861"/>
                <a:gd name="connsiteX40" fmla="*/ 21548 w 3824422"/>
                <a:gd name="connsiteY40" fmla="*/ 15701 h 1462861"/>
                <a:gd name="connsiteX0" fmla="*/ 21548 w 3824422"/>
                <a:gd name="connsiteY0" fmla="*/ 15701 h 1462861"/>
                <a:gd name="connsiteX1" fmla="*/ 209505 w 3824422"/>
                <a:gd name="connsiteY1" fmla="*/ 135927 h 1462861"/>
                <a:gd name="connsiteX2" fmla="*/ 455887 w 3824422"/>
                <a:gd name="connsiteY2" fmla="*/ 341668 h 1462861"/>
                <a:gd name="connsiteX3" fmla="*/ 565954 w 3824422"/>
                <a:gd name="connsiteY3" fmla="*/ 472901 h 1462861"/>
                <a:gd name="connsiteX4" fmla="*/ 813180 w 3824422"/>
                <a:gd name="connsiteY4" fmla="*/ 761615 h 1462861"/>
                <a:gd name="connsiteX5" fmla="*/ 1003681 w 3824422"/>
                <a:gd name="connsiteY5" fmla="*/ 896236 h 1462861"/>
                <a:gd name="connsiteX6" fmla="*/ 1294084 w 3824422"/>
                <a:gd name="connsiteY6" fmla="*/ 1054562 h 1462861"/>
                <a:gd name="connsiteX7" fmla="*/ 1613279 w 3824422"/>
                <a:gd name="connsiteY7" fmla="*/ 1344968 h 1462861"/>
                <a:gd name="connsiteX8" fmla="*/ 1676780 w 3824422"/>
                <a:gd name="connsiteY8" fmla="*/ 1340734 h 1462861"/>
                <a:gd name="connsiteX9" fmla="*/ 1668314 w 3824422"/>
                <a:gd name="connsiteY9" fmla="*/ 1150234 h 1462861"/>
                <a:gd name="connsiteX10" fmla="*/ 1748747 w 3824422"/>
                <a:gd name="connsiteY10" fmla="*/ 1137534 h 1462861"/>
                <a:gd name="connsiteX11" fmla="*/ 1765682 w 3824422"/>
                <a:gd name="connsiteY11" fmla="*/ 1361901 h 1462861"/>
                <a:gd name="connsiteX12" fmla="*/ 1812248 w 3824422"/>
                <a:gd name="connsiteY12" fmla="*/ 1383067 h 1462861"/>
                <a:gd name="connsiteX13" fmla="*/ 2176314 w 3824422"/>
                <a:gd name="connsiteY13" fmla="*/ 1391534 h 1462861"/>
                <a:gd name="connsiteX14" fmla="*/ 2222881 w 3824422"/>
                <a:gd name="connsiteY14" fmla="*/ 1332267 h 1462861"/>
                <a:gd name="connsiteX15" fmla="*/ 2235581 w 3824422"/>
                <a:gd name="connsiteY15" fmla="*/ 1171402 h 1462861"/>
                <a:gd name="connsiteX16" fmla="*/ 2294847 w 3824422"/>
                <a:gd name="connsiteY16" fmla="*/ 1158701 h 1462861"/>
                <a:gd name="connsiteX17" fmla="*/ 2311780 w 3824422"/>
                <a:gd name="connsiteY17" fmla="*/ 1344968 h 1462861"/>
                <a:gd name="connsiteX18" fmla="*/ 2362581 w 3824422"/>
                <a:gd name="connsiteY18" fmla="*/ 1404235 h 1462861"/>
                <a:gd name="connsiteX19" fmla="*/ 2565780 w 3824422"/>
                <a:gd name="connsiteY19" fmla="*/ 1328032 h 1462861"/>
                <a:gd name="connsiteX20" fmla="*/ 3082247 w 3824422"/>
                <a:gd name="connsiteY20" fmla="*/ 896234 h 1462861"/>
                <a:gd name="connsiteX21" fmla="*/ 3374347 w 3824422"/>
                <a:gd name="connsiteY21" fmla="*/ 527934 h 1462861"/>
                <a:gd name="connsiteX22" fmla="*/ 3641047 w 3824422"/>
                <a:gd name="connsiteY22" fmla="*/ 269701 h 1462861"/>
                <a:gd name="connsiteX23" fmla="*/ 3768048 w 3824422"/>
                <a:gd name="connsiteY23" fmla="*/ 19934 h 1462861"/>
                <a:gd name="connsiteX24" fmla="*/ 3823080 w 3824422"/>
                <a:gd name="connsiteY24" fmla="*/ 45335 h 1462861"/>
                <a:gd name="connsiteX25" fmla="*/ 3717246 w 3824422"/>
                <a:gd name="connsiteY25" fmla="*/ 282400 h 1462861"/>
                <a:gd name="connsiteX26" fmla="*/ 3552147 w 3824422"/>
                <a:gd name="connsiteY26" fmla="*/ 447501 h 1462861"/>
                <a:gd name="connsiteX27" fmla="*/ 3323547 w 3824422"/>
                <a:gd name="connsiteY27" fmla="*/ 688801 h 1462861"/>
                <a:gd name="connsiteX28" fmla="*/ 3090714 w 3824422"/>
                <a:gd name="connsiteY28" fmla="*/ 997834 h 1462861"/>
                <a:gd name="connsiteX29" fmla="*/ 2548845 w 3824422"/>
                <a:gd name="connsiteY29" fmla="*/ 1412699 h 1462861"/>
                <a:gd name="connsiteX30" fmla="*/ 2104346 w 3824422"/>
                <a:gd name="connsiteY30" fmla="*/ 1459267 h 1462861"/>
                <a:gd name="connsiteX31" fmla="*/ 1719114 w 3824422"/>
                <a:gd name="connsiteY31" fmla="*/ 1446568 h 1462861"/>
                <a:gd name="connsiteX32" fmla="*/ 1562479 w 3824422"/>
                <a:gd name="connsiteY32" fmla="*/ 1389841 h 1462861"/>
                <a:gd name="connsiteX33" fmla="*/ 1378754 w 3824422"/>
                <a:gd name="connsiteY33" fmla="*/ 1232361 h 1462861"/>
                <a:gd name="connsiteX34" fmla="*/ 1243286 w 3824422"/>
                <a:gd name="connsiteY34" fmla="*/ 1097741 h 1462861"/>
                <a:gd name="connsiteX35" fmla="*/ 1019767 w 3824422"/>
                <a:gd name="connsiteY35" fmla="*/ 990213 h 1462861"/>
                <a:gd name="connsiteX36" fmla="*/ 758147 w 3824422"/>
                <a:gd name="connsiteY36" fmla="*/ 820035 h 1462861"/>
                <a:gd name="connsiteX37" fmla="*/ 449113 w 3824422"/>
                <a:gd name="connsiteY37" fmla="*/ 447501 h 1462861"/>
                <a:gd name="connsiteX38" fmla="*/ 101980 w 3824422"/>
                <a:gd name="connsiteY38" fmla="*/ 155402 h 1462861"/>
                <a:gd name="connsiteX39" fmla="*/ 13081 w 3824422"/>
                <a:gd name="connsiteY39" fmla="*/ 105448 h 1462861"/>
                <a:gd name="connsiteX40" fmla="*/ 21548 w 3824422"/>
                <a:gd name="connsiteY40" fmla="*/ 15701 h 1462861"/>
                <a:gd name="connsiteX0" fmla="*/ 21548 w 3824422"/>
                <a:gd name="connsiteY0" fmla="*/ 15701 h 1465091"/>
                <a:gd name="connsiteX1" fmla="*/ 209505 w 3824422"/>
                <a:gd name="connsiteY1" fmla="*/ 135927 h 1465091"/>
                <a:gd name="connsiteX2" fmla="*/ 455887 w 3824422"/>
                <a:gd name="connsiteY2" fmla="*/ 341668 h 1465091"/>
                <a:gd name="connsiteX3" fmla="*/ 565954 w 3824422"/>
                <a:gd name="connsiteY3" fmla="*/ 472901 h 1465091"/>
                <a:gd name="connsiteX4" fmla="*/ 813180 w 3824422"/>
                <a:gd name="connsiteY4" fmla="*/ 761615 h 1465091"/>
                <a:gd name="connsiteX5" fmla="*/ 1003681 w 3824422"/>
                <a:gd name="connsiteY5" fmla="*/ 896236 h 1465091"/>
                <a:gd name="connsiteX6" fmla="*/ 1294084 w 3824422"/>
                <a:gd name="connsiteY6" fmla="*/ 1054562 h 1465091"/>
                <a:gd name="connsiteX7" fmla="*/ 1613279 w 3824422"/>
                <a:gd name="connsiteY7" fmla="*/ 1344968 h 1465091"/>
                <a:gd name="connsiteX8" fmla="*/ 1676780 w 3824422"/>
                <a:gd name="connsiteY8" fmla="*/ 1340734 h 1465091"/>
                <a:gd name="connsiteX9" fmla="*/ 1668314 w 3824422"/>
                <a:gd name="connsiteY9" fmla="*/ 1150234 h 1465091"/>
                <a:gd name="connsiteX10" fmla="*/ 1748747 w 3824422"/>
                <a:gd name="connsiteY10" fmla="*/ 1137534 h 1465091"/>
                <a:gd name="connsiteX11" fmla="*/ 1765682 w 3824422"/>
                <a:gd name="connsiteY11" fmla="*/ 1361901 h 1465091"/>
                <a:gd name="connsiteX12" fmla="*/ 1812248 w 3824422"/>
                <a:gd name="connsiteY12" fmla="*/ 1383067 h 1465091"/>
                <a:gd name="connsiteX13" fmla="*/ 2176314 w 3824422"/>
                <a:gd name="connsiteY13" fmla="*/ 1391534 h 1465091"/>
                <a:gd name="connsiteX14" fmla="*/ 2222881 w 3824422"/>
                <a:gd name="connsiteY14" fmla="*/ 1332267 h 1465091"/>
                <a:gd name="connsiteX15" fmla="*/ 2235581 w 3824422"/>
                <a:gd name="connsiteY15" fmla="*/ 1171402 h 1465091"/>
                <a:gd name="connsiteX16" fmla="*/ 2294847 w 3824422"/>
                <a:gd name="connsiteY16" fmla="*/ 1158701 h 1465091"/>
                <a:gd name="connsiteX17" fmla="*/ 2311780 w 3824422"/>
                <a:gd name="connsiteY17" fmla="*/ 1344968 h 1465091"/>
                <a:gd name="connsiteX18" fmla="*/ 2362581 w 3824422"/>
                <a:gd name="connsiteY18" fmla="*/ 1404235 h 1465091"/>
                <a:gd name="connsiteX19" fmla="*/ 2565780 w 3824422"/>
                <a:gd name="connsiteY19" fmla="*/ 1328032 h 1465091"/>
                <a:gd name="connsiteX20" fmla="*/ 3082247 w 3824422"/>
                <a:gd name="connsiteY20" fmla="*/ 896234 h 1465091"/>
                <a:gd name="connsiteX21" fmla="*/ 3374347 w 3824422"/>
                <a:gd name="connsiteY21" fmla="*/ 527934 h 1465091"/>
                <a:gd name="connsiteX22" fmla="*/ 3641047 w 3824422"/>
                <a:gd name="connsiteY22" fmla="*/ 269701 h 1465091"/>
                <a:gd name="connsiteX23" fmla="*/ 3768048 w 3824422"/>
                <a:gd name="connsiteY23" fmla="*/ 19934 h 1465091"/>
                <a:gd name="connsiteX24" fmla="*/ 3823080 w 3824422"/>
                <a:gd name="connsiteY24" fmla="*/ 45335 h 1465091"/>
                <a:gd name="connsiteX25" fmla="*/ 3717246 w 3824422"/>
                <a:gd name="connsiteY25" fmla="*/ 282400 h 1465091"/>
                <a:gd name="connsiteX26" fmla="*/ 3552147 w 3824422"/>
                <a:gd name="connsiteY26" fmla="*/ 447501 h 1465091"/>
                <a:gd name="connsiteX27" fmla="*/ 3323547 w 3824422"/>
                <a:gd name="connsiteY27" fmla="*/ 688801 h 1465091"/>
                <a:gd name="connsiteX28" fmla="*/ 3090714 w 3824422"/>
                <a:gd name="connsiteY28" fmla="*/ 997834 h 1465091"/>
                <a:gd name="connsiteX29" fmla="*/ 2548845 w 3824422"/>
                <a:gd name="connsiteY29" fmla="*/ 1412699 h 1465091"/>
                <a:gd name="connsiteX30" fmla="*/ 2104346 w 3824422"/>
                <a:gd name="connsiteY30" fmla="*/ 1459267 h 1465091"/>
                <a:gd name="connsiteX31" fmla="*/ 1714034 w 3824422"/>
                <a:gd name="connsiteY31" fmla="*/ 1456728 h 1465091"/>
                <a:gd name="connsiteX32" fmla="*/ 1562479 w 3824422"/>
                <a:gd name="connsiteY32" fmla="*/ 1389841 h 1465091"/>
                <a:gd name="connsiteX33" fmla="*/ 1378754 w 3824422"/>
                <a:gd name="connsiteY33" fmla="*/ 1232361 h 1465091"/>
                <a:gd name="connsiteX34" fmla="*/ 1243286 w 3824422"/>
                <a:gd name="connsiteY34" fmla="*/ 1097741 h 1465091"/>
                <a:gd name="connsiteX35" fmla="*/ 1019767 w 3824422"/>
                <a:gd name="connsiteY35" fmla="*/ 990213 h 1465091"/>
                <a:gd name="connsiteX36" fmla="*/ 758147 w 3824422"/>
                <a:gd name="connsiteY36" fmla="*/ 820035 h 1465091"/>
                <a:gd name="connsiteX37" fmla="*/ 449113 w 3824422"/>
                <a:gd name="connsiteY37" fmla="*/ 447501 h 1465091"/>
                <a:gd name="connsiteX38" fmla="*/ 101980 w 3824422"/>
                <a:gd name="connsiteY38" fmla="*/ 155402 h 1465091"/>
                <a:gd name="connsiteX39" fmla="*/ 13081 w 3824422"/>
                <a:gd name="connsiteY39" fmla="*/ 105448 h 1465091"/>
                <a:gd name="connsiteX40" fmla="*/ 21548 w 3824422"/>
                <a:gd name="connsiteY40" fmla="*/ 15701 h 1465091"/>
                <a:gd name="connsiteX0" fmla="*/ 21548 w 3824422"/>
                <a:gd name="connsiteY0" fmla="*/ 15701 h 1476848"/>
                <a:gd name="connsiteX1" fmla="*/ 209505 w 3824422"/>
                <a:gd name="connsiteY1" fmla="*/ 135927 h 1476848"/>
                <a:gd name="connsiteX2" fmla="*/ 455887 w 3824422"/>
                <a:gd name="connsiteY2" fmla="*/ 341668 h 1476848"/>
                <a:gd name="connsiteX3" fmla="*/ 565954 w 3824422"/>
                <a:gd name="connsiteY3" fmla="*/ 472901 h 1476848"/>
                <a:gd name="connsiteX4" fmla="*/ 813180 w 3824422"/>
                <a:gd name="connsiteY4" fmla="*/ 761615 h 1476848"/>
                <a:gd name="connsiteX5" fmla="*/ 1003681 w 3824422"/>
                <a:gd name="connsiteY5" fmla="*/ 896236 h 1476848"/>
                <a:gd name="connsiteX6" fmla="*/ 1294084 w 3824422"/>
                <a:gd name="connsiteY6" fmla="*/ 1054562 h 1476848"/>
                <a:gd name="connsiteX7" fmla="*/ 1613279 w 3824422"/>
                <a:gd name="connsiteY7" fmla="*/ 1344968 h 1476848"/>
                <a:gd name="connsiteX8" fmla="*/ 1676780 w 3824422"/>
                <a:gd name="connsiteY8" fmla="*/ 1340734 h 1476848"/>
                <a:gd name="connsiteX9" fmla="*/ 1668314 w 3824422"/>
                <a:gd name="connsiteY9" fmla="*/ 1150234 h 1476848"/>
                <a:gd name="connsiteX10" fmla="*/ 1748747 w 3824422"/>
                <a:gd name="connsiteY10" fmla="*/ 1137534 h 1476848"/>
                <a:gd name="connsiteX11" fmla="*/ 1765682 w 3824422"/>
                <a:gd name="connsiteY11" fmla="*/ 1361901 h 1476848"/>
                <a:gd name="connsiteX12" fmla="*/ 1812248 w 3824422"/>
                <a:gd name="connsiteY12" fmla="*/ 1383067 h 1476848"/>
                <a:gd name="connsiteX13" fmla="*/ 2176314 w 3824422"/>
                <a:gd name="connsiteY13" fmla="*/ 1391534 h 1476848"/>
                <a:gd name="connsiteX14" fmla="*/ 2222881 w 3824422"/>
                <a:gd name="connsiteY14" fmla="*/ 1332267 h 1476848"/>
                <a:gd name="connsiteX15" fmla="*/ 2235581 w 3824422"/>
                <a:gd name="connsiteY15" fmla="*/ 1171402 h 1476848"/>
                <a:gd name="connsiteX16" fmla="*/ 2294847 w 3824422"/>
                <a:gd name="connsiteY16" fmla="*/ 1158701 h 1476848"/>
                <a:gd name="connsiteX17" fmla="*/ 2311780 w 3824422"/>
                <a:gd name="connsiteY17" fmla="*/ 1344968 h 1476848"/>
                <a:gd name="connsiteX18" fmla="*/ 2362581 w 3824422"/>
                <a:gd name="connsiteY18" fmla="*/ 1404235 h 1476848"/>
                <a:gd name="connsiteX19" fmla="*/ 2565780 w 3824422"/>
                <a:gd name="connsiteY19" fmla="*/ 1328032 h 1476848"/>
                <a:gd name="connsiteX20" fmla="*/ 3082247 w 3824422"/>
                <a:gd name="connsiteY20" fmla="*/ 896234 h 1476848"/>
                <a:gd name="connsiteX21" fmla="*/ 3374347 w 3824422"/>
                <a:gd name="connsiteY21" fmla="*/ 527934 h 1476848"/>
                <a:gd name="connsiteX22" fmla="*/ 3641047 w 3824422"/>
                <a:gd name="connsiteY22" fmla="*/ 269701 h 1476848"/>
                <a:gd name="connsiteX23" fmla="*/ 3768048 w 3824422"/>
                <a:gd name="connsiteY23" fmla="*/ 19934 h 1476848"/>
                <a:gd name="connsiteX24" fmla="*/ 3823080 w 3824422"/>
                <a:gd name="connsiteY24" fmla="*/ 45335 h 1476848"/>
                <a:gd name="connsiteX25" fmla="*/ 3717246 w 3824422"/>
                <a:gd name="connsiteY25" fmla="*/ 282400 h 1476848"/>
                <a:gd name="connsiteX26" fmla="*/ 3552147 w 3824422"/>
                <a:gd name="connsiteY26" fmla="*/ 447501 h 1476848"/>
                <a:gd name="connsiteX27" fmla="*/ 3323547 w 3824422"/>
                <a:gd name="connsiteY27" fmla="*/ 688801 h 1476848"/>
                <a:gd name="connsiteX28" fmla="*/ 3090714 w 3824422"/>
                <a:gd name="connsiteY28" fmla="*/ 997834 h 1476848"/>
                <a:gd name="connsiteX29" fmla="*/ 2548845 w 3824422"/>
                <a:gd name="connsiteY29" fmla="*/ 1412699 h 1476848"/>
                <a:gd name="connsiteX30" fmla="*/ 2114506 w 3824422"/>
                <a:gd name="connsiteY30" fmla="*/ 1474507 h 1476848"/>
                <a:gd name="connsiteX31" fmla="*/ 1714034 w 3824422"/>
                <a:gd name="connsiteY31" fmla="*/ 1456728 h 1476848"/>
                <a:gd name="connsiteX32" fmla="*/ 1562479 w 3824422"/>
                <a:gd name="connsiteY32" fmla="*/ 1389841 h 1476848"/>
                <a:gd name="connsiteX33" fmla="*/ 1378754 w 3824422"/>
                <a:gd name="connsiteY33" fmla="*/ 1232361 h 1476848"/>
                <a:gd name="connsiteX34" fmla="*/ 1243286 w 3824422"/>
                <a:gd name="connsiteY34" fmla="*/ 1097741 h 1476848"/>
                <a:gd name="connsiteX35" fmla="*/ 1019767 w 3824422"/>
                <a:gd name="connsiteY35" fmla="*/ 990213 h 1476848"/>
                <a:gd name="connsiteX36" fmla="*/ 758147 w 3824422"/>
                <a:gd name="connsiteY36" fmla="*/ 820035 h 1476848"/>
                <a:gd name="connsiteX37" fmla="*/ 449113 w 3824422"/>
                <a:gd name="connsiteY37" fmla="*/ 447501 h 1476848"/>
                <a:gd name="connsiteX38" fmla="*/ 101980 w 3824422"/>
                <a:gd name="connsiteY38" fmla="*/ 155402 h 1476848"/>
                <a:gd name="connsiteX39" fmla="*/ 13081 w 3824422"/>
                <a:gd name="connsiteY39" fmla="*/ 105448 h 1476848"/>
                <a:gd name="connsiteX40" fmla="*/ 21548 w 3824422"/>
                <a:gd name="connsiteY40" fmla="*/ 15701 h 1476848"/>
                <a:gd name="connsiteX0" fmla="*/ 21548 w 3824422"/>
                <a:gd name="connsiteY0" fmla="*/ 15701 h 1485041"/>
                <a:gd name="connsiteX1" fmla="*/ 209505 w 3824422"/>
                <a:gd name="connsiteY1" fmla="*/ 135927 h 1485041"/>
                <a:gd name="connsiteX2" fmla="*/ 455887 w 3824422"/>
                <a:gd name="connsiteY2" fmla="*/ 341668 h 1485041"/>
                <a:gd name="connsiteX3" fmla="*/ 565954 w 3824422"/>
                <a:gd name="connsiteY3" fmla="*/ 472901 h 1485041"/>
                <a:gd name="connsiteX4" fmla="*/ 813180 w 3824422"/>
                <a:gd name="connsiteY4" fmla="*/ 761615 h 1485041"/>
                <a:gd name="connsiteX5" fmla="*/ 1003681 w 3824422"/>
                <a:gd name="connsiteY5" fmla="*/ 896236 h 1485041"/>
                <a:gd name="connsiteX6" fmla="*/ 1294084 w 3824422"/>
                <a:gd name="connsiteY6" fmla="*/ 1054562 h 1485041"/>
                <a:gd name="connsiteX7" fmla="*/ 1613279 w 3824422"/>
                <a:gd name="connsiteY7" fmla="*/ 1344968 h 1485041"/>
                <a:gd name="connsiteX8" fmla="*/ 1676780 w 3824422"/>
                <a:gd name="connsiteY8" fmla="*/ 1340734 h 1485041"/>
                <a:gd name="connsiteX9" fmla="*/ 1668314 w 3824422"/>
                <a:gd name="connsiteY9" fmla="*/ 1150234 h 1485041"/>
                <a:gd name="connsiteX10" fmla="*/ 1748747 w 3824422"/>
                <a:gd name="connsiteY10" fmla="*/ 1137534 h 1485041"/>
                <a:gd name="connsiteX11" fmla="*/ 1765682 w 3824422"/>
                <a:gd name="connsiteY11" fmla="*/ 1361901 h 1485041"/>
                <a:gd name="connsiteX12" fmla="*/ 1812248 w 3824422"/>
                <a:gd name="connsiteY12" fmla="*/ 1383067 h 1485041"/>
                <a:gd name="connsiteX13" fmla="*/ 2176314 w 3824422"/>
                <a:gd name="connsiteY13" fmla="*/ 1391534 h 1485041"/>
                <a:gd name="connsiteX14" fmla="*/ 2222881 w 3824422"/>
                <a:gd name="connsiteY14" fmla="*/ 1332267 h 1485041"/>
                <a:gd name="connsiteX15" fmla="*/ 2235581 w 3824422"/>
                <a:gd name="connsiteY15" fmla="*/ 1171402 h 1485041"/>
                <a:gd name="connsiteX16" fmla="*/ 2294847 w 3824422"/>
                <a:gd name="connsiteY16" fmla="*/ 1158701 h 1485041"/>
                <a:gd name="connsiteX17" fmla="*/ 2311780 w 3824422"/>
                <a:gd name="connsiteY17" fmla="*/ 1344968 h 1485041"/>
                <a:gd name="connsiteX18" fmla="*/ 2362581 w 3824422"/>
                <a:gd name="connsiteY18" fmla="*/ 1404235 h 1485041"/>
                <a:gd name="connsiteX19" fmla="*/ 2565780 w 3824422"/>
                <a:gd name="connsiteY19" fmla="*/ 1328032 h 1485041"/>
                <a:gd name="connsiteX20" fmla="*/ 3082247 w 3824422"/>
                <a:gd name="connsiteY20" fmla="*/ 896234 h 1485041"/>
                <a:gd name="connsiteX21" fmla="*/ 3374347 w 3824422"/>
                <a:gd name="connsiteY21" fmla="*/ 527934 h 1485041"/>
                <a:gd name="connsiteX22" fmla="*/ 3641047 w 3824422"/>
                <a:gd name="connsiteY22" fmla="*/ 269701 h 1485041"/>
                <a:gd name="connsiteX23" fmla="*/ 3768048 w 3824422"/>
                <a:gd name="connsiteY23" fmla="*/ 19934 h 1485041"/>
                <a:gd name="connsiteX24" fmla="*/ 3823080 w 3824422"/>
                <a:gd name="connsiteY24" fmla="*/ 45335 h 1485041"/>
                <a:gd name="connsiteX25" fmla="*/ 3717246 w 3824422"/>
                <a:gd name="connsiteY25" fmla="*/ 282400 h 1485041"/>
                <a:gd name="connsiteX26" fmla="*/ 3552147 w 3824422"/>
                <a:gd name="connsiteY26" fmla="*/ 447501 h 1485041"/>
                <a:gd name="connsiteX27" fmla="*/ 3323547 w 3824422"/>
                <a:gd name="connsiteY27" fmla="*/ 688801 h 1485041"/>
                <a:gd name="connsiteX28" fmla="*/ 3090714 w 3824422"/>
                <a:gd name="connsiteY28" fmla="*/ 997834 h 1485041"/>
                <a:gd name="connsiteX29" fmla="*/ 2559005 w 3824422"/>
                <a:gd name="connsiteY29" fmla="*/ 1438099 h 1485041"/>
                <a:gd name="connsiteX30" fmla="*/ 2114506 w 3824422"/>
                <a:gd name="connsiteY30" fmla="*/ 1474507 h 1485041"/>
                <a:gd name="connsiteX31" fmla="*/ 1714034 w 3824422"/>
                <a:gd name="connsiteY31" fmla="*/ 1456728 h 1485041"/>
                <a:gd name="connsiteX32" fmla="*/ 1562479 w 3824422"/>
                <a:gd name="connsiteY32" fmla="*/ 1389841 h 1485041"/>
                <a:gd name="connsiteX33" fmla="*/ 1378754 w 3824422"/>
                <a:gd name="connsiteY33" fmla="*/ 1232361 h 1485041"/>
                <a:gd name="connsiteX34" fmla="*/ 1243286 w 3824422"/>
                <a:gd name="connsiteY34" fmla="*/ 1097741 h 1485041"/>
                <a:gd name="connsiteX35" fmla="*/ 1019767 w 3824422"/>
                <a:gd name="connsiteY35" fmla="*/ 990213 h 1485041"/>
                <a:gd name="connsiteX36" fmla="*/ 758147 w 3824422"/>
                <a:gd name="connsiteY36" fmla="*/ 820035 h 1485041"/>
                <a:gd name="connsiteX37" fmla="*/ 449113 w 3824422"/>
                <a:gd name="connsiteY37" fmla="*/ 447501 h 1485041"/>
                <a:gd name="connsiteX38" fmla="*/ 101980 w 3824422"/>
                <a:gd name="connsiteY38" fmla="*/ 155402 h 1485041"/>
                <a:gd name="connsiteX39" fmla="*/ 13081 w 3824422"/>
                <a:gd name="connsiteY39" fmla="*/ 105448 h 1485041"/>
                <a:gd name="connsiteX40" fmla="*/ 21548 w 3824422"/>
                <a:gd name="connsiteY40" fmla="*/ 15701 h 1485041"/>
                <a:gd name="connsiteX0" fmla="*/ 21548 w 3824422"/>
                <a:gd name="connsiteY0" fmla="*/ 15701 h 1485041"/>
                <a:gd name="connsiteX1" fmla="*/ 209505 w 3824422"/>
                <a:gd name="connsiteY1" fmla="*/ 135927 h 1485041"/>
                <a:gd name="connsiteX2" fmla="*/ 455887 w 3824422"/>
                <a:gd name="connsiteY2" fmla="*/ 341668 h 1485041"/>
                <a:gd name="connsiteX3" fmla="*/ 565954 w 3824422"/>
                <a:gd name="connsiteY3" fmla="*/ 472901 h 1485041"/>
                <a:gd name="connsiteX4" fmla="*/ 813180 w 3824422"/>
                <a:gd name="connsiteY4" fmla="*/ 761615 h 1485041"/>
                <a:gd name="connsiteX5" fmla="*/ 1003681 w 3824422"/>
                <a:gd name="connsiteY5" fmla="*/ 896236 h 1485041"/>
                <a:gd name="connsiteX6" fmla="*/ 1294084 w 3824422"/>
                <a:gd name="connsiteY6" fmla="*/ 1054562 h 1485041"/>
                <a:gd name="connsiteX7" fmla="*/ 1613279 w 3824422"/>
                <a:gd name="connsiteY7" fmla="*/ 1344968 h 1485041"/>
                <a:gd name="connsiteX8" fmla="*/ 1676780 w 3824422"/>
                <a:gd name="connsiteY8" fmla="*/ 1340734 h 1485041"/>
                <a:gd name="connsiteX9" fmla="*/ 1668314 w 3824422"/>
                <a:gd name="connsiteY9" fmla="*/ 1150234 h 1485041"/>
                <a:gd name="connsiteX10" fmla="*/ 1748747 w 3824422"/>
                <a:gd name="connsiteY10" fmla="*/ 1137534 h 1485041"/>
                <a:gd name="connsiteX11" fmla="*/ 1765682 w 3824422"/>
                <a:gd name="connsiteY11" fmla="*/ 1361901 h 1485041"/>
                <a:gd name="connsiteX12" fmla="*/ 1812248 w 3824422"/>
                <a:gd name="connsiteY12" fmla="*/ 1383067 h 1485041"/>
                <a:gd name="connsiteX13" fmla="*/ 2176314 w 3824422"/>
                <a:gd name="connsiteY13" fmla="*/ 1391534 h 1485041"/>
                <a:gd name="connsiteX14" fmla="*/ 2222881 w 3824422"/>
                <a:gd name="connsiteY14" fmla="*/ 1332267 h 1485041"/>
                <a:gd name="connsiteX15" fmla="*/ 2235581 w 3824422"/>
                <a:gd name="connsiteY15" fmla="*/ 1171402 h 1485041"/>
                <a:gd name="connsiteX16" fmla="*/ 2294847 w 3824422"/>
                <a:gd name="connsiteY16" fmla="*/ 1158701 h 1485041"/>
                <a:gd name="connsiteX17" fmla="*/ 2311780 w 3824422"/>
                <a:gd name="connsiteY17" fmla="*/ 1344968 h 1485041"/>
                <a:gd name="connsiteX18" fmla="*/ 2377821 w 3824422"/>
                <a:gd name="connsiteY18" fmla="*/ 1394075 h 1485041"/>
                <a:gd name="connsiteX19" fmla="*/ 2565780 w 3824422"/>
                <a:gd name="connsiteY19" fmla="*/ 1328032 h 1485041"/>
                <a:gd name="connsiteX20" fmla="*/ 3082247 w 3824422"/>
                <a:gd name="connsiteY20" fmla="*/ 896234 h 1485041"/>
                <a:gd name="connsiteX21" fmla="*/ 3374347 w 3824422"/>
                <a:gd name="connsiteY21" fmla="*/ 527934 h 1485041"/>
                <a:gd name="connsiteX22" fmla="*/ 3641047 w 3824422"/>
                <a:gd name="connsiteY22" fmla="*/ 269701 h 1485041"/>
                <a:gd name="connsiteX23" fmla="*/ 3768048 w 3824422"/>
                <a:gd name="connsiteY23" fmla="*/ 19934 h 1485041"/>
                <a:gd name="connsiteX24" fmla="*/ 3823080 w 3824422"/>
                <a:gd name="connsiteY24" fmla="*/ 45335 h 1485041"/>
                <a:gd name="connsiteX25" fmla="*/ 3717246 w 3824422"/>
                <a:gd name="connsiteY25" fmla="*/ 282400 h 1485041"/>
                <a:gd name="connsiteX26" fmla="*/ 3552147 w 3824422"/>
                <a:gd name="connsiteY26" fmla="*/ 447501 h 1485041"/>
                <a:gd name="connsiteX27" fmla="*/ 3323547 w 3824422"/>
                <a:gd name="connsiteY27" fmla="*/ 688801 h 1485041"/>
                <a:gd name="connsiteX28" fmla="*/ 3090714 w 3824422"/>
                <a:gd name="connsiteY28" fmla="*/ 997834 h 1485041"/>
                <a:gd name="connsiteX29" fmla="*/ 2559005 w 3824422"/>
                <a:gd name="connsiteY29" fmla="*/ 1438099 h 1485041"/>
                <a:gd name="connsiteX30" fmla="*/ 2114506 w 3824422"/>
                <a:gd name="connsiteY30" fmla="*/ 1474507 h 1485041"/>
                <a:gd name="connsiteX31" fmla="*/ 1714034 w 3824422"/>
                <a:gd name="connsiteY31" fmla="*/ 1456728 h 1485041"/>
                <a:gd name="connsiteX32" fmla="*/ 1562479 w 3824422"/>
                <a:gd name="connsiteY32" fmla="*/ 1389841 h 1485041"/>
                <a:gd name="connsiteX33" fmla="*/ 1378754 w 3824422"/>
                <a:gd name="connsiteY33" fmla="*/ 1232361 h 1485041"/>
                <a:gd name="connsiteX34" fmla="*/ 1243286 w 3824422"/>
                <a:gd name="connsiteY34" fmla="*/ 1097741 h 1485041"/>
                <a:gd name="connsiteX35" fmla="*/ 1019767 w 3824422"/>
                <a:gd name="connsiteY35" fmla="*/ 990213 h 1485041"/>
                <a:gd name="connsiteX36" fmla="*/ 758147 w 3824422"/>
                <a:gd name="connsiteY36" fmla="*/ 820035 h 1485041"/>
                <a:gd name="connsiteX37" fmla="*/ 449113 w 3824422"/>
                <a:gd name="connsiteY37" fmla="*/ 447501 h 1485041"/>
                <a:gd name="connsiteX38" fmla="*/ 101980 w 3824422"/>
                <a:gd name="connsiteY38" fmla="*/ 155402 h 1485041"/>
                <a:gd name="connsiteX39" fmla="*/ 13081 w 3824422"/>
                <a:gd name="connsiteY39" fmla="*/ 105448 h 1485041"/>
                <a:gd name="connsiteX40" fmla="*/ 21548 w 3824422"/>
                <a:gd name="connsiteY40" fmla="*/ 15701 h 1485041"/>
                <a:gd name="connsiteX0" fmla="*/ 21548 w 3824422"/>
                <a:gd name="connsiteY0" fmla="*/ 15701 h 1485041"/>
                <a:gd name="connsiteX1" fmla="*/ 209505 w 3824422"/>
                <a:gd name="connsiteY1" fmla="*/ 135927 h 1485041"/>
                <a:gd name="connsiteX2" fmla="*/ 455887 w 3824422"/>
                <a:gd name="connsiteY2" fmla="*/ 341668 h 1485041"/>
                <a:gd name="connsiteX3" fmla="*/ 565954 w 3824422"/>
                <a:gd name="connsiteY3" fmla="*/ 472901 h 1485041"/>
                <a:gd name="connsiteX4" fmla="*/ 813180 w 3824422"/>
                <a:gd name="connsiteY4" fmla="*/ 761615 h 1485041"/>
                <a:gd name="connsiteX5" fmla="*/ 1003681 w 3824422"/>
                <a:gd name="connsiteY5" fmla="*/ 896236 h 1485041"/>
                <a:gd name="connsiteX6" fmla="*/ 1294084 w 3824422"/>
                <a:gd name="connsiteY6" fmla="*/ 1054562 h 1485041"/>
                <a:gd name="connsiteX7" fmla="*/ 1613279 w 3824422"/>
                <a:gd name="connsiteY7" fmla="*/ 1344968 h 1485041"/>
                <a:gd name="connsiteX8" fmla="*/ 1676780 w 3824422"/>
                <a:gd name="connsiteY8" fmla="*/ 1340734 h 1485041"/>
                <a:gd name="connsiteX9" fmla="*/ 1668314 w 3824422"/>
                <a:gd name="connsiteY9" fmla="*/ 1150234 h 1485041"/>
                <a:gd name="connsiteX10" fmla="*/ 1748747 w 3824422"/>
                <a:gd name="connsiteY10" fmla="*/ 1137534 h 1485041"/>
                <a:gd name="connsiteX11" fmla="*/ 1765682 w 3824422"/>
                <a:gd name="connsiteY11" fmla="*/ 1361901 h 1485041"/>
                <a:gd name="connsiteX12" fmla="*/ 1812248 w 3824422"/>
                <a:gd name="connsiteY12" fmla="*/ 1383067 h 1485041"/>
                <a:gd name="connsiteX13" fmla="*/ 2176314 w 3824422"/>
                <a:gd name="connsiteY13" fmla="*/ 1391534 h 1485041"/>
                <a:gd name="connsiteX14" fmla="*/ 2222881 w 3824422"/>
                <a:gd name="connsiteY14" fmla="*/ 1332267 h 1485041"/>
                <a:gd name="connsiteX15" fmla="*/ 2235581 w 3824422"/>
                <a:gd name="connsiteY15" fmla="*/ 1171402 h 1485041"/>
                <a:gd name="connsiteX16" fmla="*/ 2294847 w 3824422"/>
                <a:gd name="connsiteY16" fmla="*/ 1158701 h 1485041"/>
                <a:gd name="connsiteX17" fmla="*/ 2311780 w 3824422"/>
                <a:gd name="connsiteY17" fmla="*/ 1344968 h 1485041"/>
                <a:gd name="connsiteX18" fmla="*/ 2377821 w 3824422"/>
                <a:gd name="connsiteY18" fmla="*/ 1394075 h 1485041"/>
                <a:gd name="connsiteX19" fmla="*/ 2581020 w 3824422"/>
                <a:gd name="connsiteY19" fmla="*/ 1322952 h 1485041"/>
                <a:gd name="connsiteX20" fmla="*/ 3082247 w 3824422"/>
                <a:gd name="connsiteY20" fmla="*/ 896234 h 1485041"/>
                <a:gd name="connsiteX21" fmla="*/ 3374347 w 3824422"/>
                <a:gd name="connsiteY21" fmla="*/ 527934 h 1485041"/>
                <a:gd name="connsiteX22" fmla="*/ 3641047 w 3824422"/>
                <a:gd name="connsiteY22" fmla="*/ 269701 h 1485041"/>
                <a:gd name="connsiteX23" fmla="*/ 3768048 w 3824422"/>
                <a:gd name="connsiteY23" fmla="*/ 19934 h 1485041"/>
                <a:gd name="connsiteX24" fmla="*/ 3823080 w 3824422"/>
                <a:gd name="connsiteY24" fmla="*/ 45335 h 1485041"/>
                <a:gd name="connsiteX25" fmla="*/ 3717246 w 3824422"/>
                <a:gd name="connsiteY25" fmla="*/ 282400 h 1485041"/>
                <a:gd name="connsiteX26" fmla="*/ 3552147 w 3824422"/>
                <a:gd name="connsiteY26" fmla="*/ 447501 h 1485041"/>
                <a:gd name="connsiteX27" fmla="*/ 3323547 w 3824422"/>
                <a:gd name="connsiteY27" fmla="*/ 688801 h 1485041"/>
                <a:gd name="connsiteX28" fmla="*/ 3090714 w 3824422"/>
                <a:gd name="connsiteY28" fmla="*/ 997834 h 1485041"/>
                <a:gd name="connsiteX29" fmla="*/ 2559005 w 3824422"/>
                <a:gd name="connsiteY29" fmla="*/ 1438099 h 1485041"/>
                <a:gd name="connsiteX30" fmla="*/ 2114506 w 3824422"/>
                <a:gd name="connsiteY30" fmla="*/ 1474507 h 1485041"/>
                <a:gd name="connsiteX31" fmla="*/ 1714034 w 3824422"/>
                <a:gd name="connsiteY31" fmla="*/ 1456728 h 1485041"/>
                <a:gd name="connsiteX32" fmla="*/ 1562479 w 3824422"/>
                <a:gd name="connsiteY32" fmla="*/ 1389841 h 1485041"/>
                <a:gd name="connsiteX33" fmla="*/ 1378754 w 3824422"/>
                <a:gd name="connsiteY33" fmla="*/ 1232361 h 1485041"/>
                <a:gd name="connsiteX34" fmla="*/ 1243286 w 3824422"/>
                <a:gd name="connsiteY34" fmla="*/ 1097741 h 1485041"/>
                <a:gd name="connsiteX35" fmla="*/ 1019767 w 3824422"/>
                <a:gd name="connsiteY35" fmla="*/ 990213 h 1485041"/>
                <a:gd name="connsiteX36" fmla="*/ 758147 w 3824422"/>
                <a:gd name="connsiteY36" fmla="*/ 820035 h 1485041"/>
                <a:gd name="connsiteX37" fmla="*/ 449113 w 3824422"/>
                <a:gd name="connsiteY37" fmla="*/ 447501 h 1485041"/>
                <a:gd name="connsiteX38" fmla="*/ 101980 w 3824422"/>
                <a:gd name="connsiteY38" fmla="*/ 155402 h 1485041"/>
                <a:gd name="connsiteX39" fmla="*/ 13081 w 3824422"/>
                <a:gd name="connsiteY39" fmla="*/ 105448 h 1485041"/>
                <a:gd name="connsiteX40" fmla="*/ 21548 w 3824422"/>
                <a:gd name="connsiteY40" fmla="*/ 15701 h 1485041"/>
                <a:gd name="connsiteX0" fmla="*/ 21548 w 3824422"/>
                <a:gd name="connsiteY0" fmla="*/ 15701 h 1485041"/>
                <a:gd name="connsiteX1" fmla="*/ 209505 w 3824422"/>
                <a:gd name="connsiteY1" fmla="*/ 135927 h 1485041"/>
                <a:gd name="connsiteX2" fmla="*/ 455887 w 3824422"/>
                <a:gd name="connsiteY2" fmla="*/ 341668 h 1485041"/>
                <a:gd name="connsiteX3" fmla="*/ 565954 w 3824422"/>
                <a:gd name="connsiteY3" fmla="*/ 472901 h 1485041"/>
                <a:gd name="connsiteX4" fmla="*/ 813180 w 3824422"/>
                <a:gd name="connsiteY4" fmla="*/ 761615 h 1485041"/>
                <a:gd name="connsiteX5" fmla="*/ 1003681 w 3824422"/>
                <a:gd name="connsiteY5" fmla="*/ 896236 h 1485041"/>
                <a:gd name="connsiteX6" fmla="*/ 1294084 w 3824422"/>
                <a:gd name="connsiteY6" fmla="*/ 1054562 h 1485041"/>
                <a:gd name="connsiteX7" fmla="*/ 1613279 w 3824422"/>
                <a:gd name="connsiteY7" fmla="*/ 1344968 h 1485041"/>
                <a:gd name="connsiteX8" fmla="*/ 1676780 w 3824422"/>
                <a:gd name="connsiteY8" fmla="*/ 1340734 h 1485041"/>
                <a:gd name="connsiteX9" fmla="*/ 1668314 w 3824422"/>
                <a:gd name="connsiteY9" fmla="*/ 1150234 h 1485041"/>
                <a:gd name="connsiteX10" fmla="*/ 1748747 w 3824422"/>
                <a:gd name="connsiteY10" fmla="*/ 1137534 h 1485041"/>
                <a:gd name="connsiteX11" fmla="*/ 1765682 w 3824422"/>
                <a:gd name="connsiteY11" fmla="*/ 1361901 h 1485041"/>
                <a:gd name="connsiteX12" fmla="*/ 1812248 w 3824422"/>
                <a:gd name="connsiteY12" fmla="*/ 1383067 h 1485041"/>
                <a:gd name="connsiteX13" fmla="*/ 2176314 w 3824422"/>
                <a:gd name="connsiteY13" fmla="*/ 1391534 h 1485041"/>
                <a:gd name="connsiteX14" fmla="*/ 2222881 w 3824422"/>
                <a:gd name="connsiteY14" fmla="*/ 1332267 h 1485041"/>
                <a:gd name="connsiteX15" fmla="*/ 2235581 w 3824422"/>
                <a:gd name="connsiteY15" fmla="*/ 1171402 h 1485041"/>
                <a:gd name="connsiteX16" fmla="*/ 2294847 w 3824422"/>
                <a:gd name="connsiteY16" fmla="*/ 1158701 h 1485041"/>
                <a:gd name="connsiteX17" fmla="*/ 2311780 w 3824422"/>
                <a:gd name="connsiteY17" fmla="*/ 1344968 h 1485041"/>
                <a:gd name="connsiteX18" fmla="*/ 2377821 w 3824422"/>
                <a:gd name="connsiteY18" fmla="*/ 1394075 h 1485041"/>
                <a:gd name="connsiteX19" fmla="*/ 2586100 w 3824422"/>
                <a:gd name="connsiteY19" fmla="*/ 1312792 h 1485041"/>
                <a:gd name="connsiteX20" fmla="*/ 3082247 w 3824422"/>
                <a:gd name="connsiteY20" fmla="*/ 896234 h 1485041"/>
                <a:gd name="connsiteX21" fmla="*/ 3374347 w 3824422"/>
                <a:gd name="connsiteY21" fmla="*/ 527934 h 1485041"/>
                <a:gd name="connsiteX22" fmla="*/ 3641047 w 3824422"/>
                <a:gd name="connsiteY22" fmla="*/ 269701 h 1485041"/>
                <a:gd name="connsiteX23" fmla="*/ 3768048 w 3824422"/>
                <a:gd name="connsiteY23" fmla="*/ 19934 h 1485041"/>
                <a:gd name="connsiteX24" fmla="*/ 3823080 w 3824422"/>
                <a:gd name="connsiteY24" fmla="*/ 45335 h 1485041"/>
                <a:gd name="connsiteX25" fmla="*/ 3717246 w 3824422"/>
                <a:gd name="connsiteY25" fmla="*/ 282400 h 1485041"/>
                <a:gd name="connsiteX26" fmla="*/ 3552147 w 3824422"/>
                <a:gd name="connsiteY26" fmla="*/ 447501 h 1485041"/>
                <a:gd name="connsiteX27" fmla="*/ 3323547 w 3824422"/>
                <a:gd name="connsiteY27" fmla="*/ 688801 h 1485041"/>
                <a:gd name="connsiteX28" fmla="*/ 3090714 w 3824422"/>
                <a:gd name="connsiteY28" fmla="*/ 997834 h 1485041"/>
                <a:gd name="connsiteX29" fmla="*/ 2559005 w 3824422"/>
                <a:gd name="connsiteY29" fmla="*/ 1438099 h 1485041"/>
                <a:gd name="connsiteX30" fmla="*/ 2114506 w 3824422"/>
                <a:gd name="connsiteY30" fmla="*/ 1474507 h 1485041"/>
                <a:gd name="connsiteX31" fmla="*/ 1714034 w 3824422"/>
                <a:gd name="connsiteY31" fmla="*/ 1456728 h 1485041"/>
                <a:gd name="connsiteX32" fmla="*/ 1562479 w 3824422"/>
                <a:gd name="connsiteY32" fmla="*/ 1389841 h 1485041"/>
                <a:gd name="connsiteX33" fmla="*/ 1378754 w 3824422"/>
                <a:gd name="connsiteY33" fmla="*/ 1232361 h 1485041"/>
                <a:gd name="connsiteX34" fmla="*/ 1243286 w 3824422"/>
                <a:gd name="connsiteY34" fmla="*/ 1097741 h 1485041"/>
                <a:gd name="connsiteX35" fmla="*/ 1019767 w 3824422"/>
                <a:gd name="connsiteY35" fmla="*/ 990213 h 1485041"/>
                <a:gd name="connsiteX36" fmla="*/ 758147 w 3824422"/>
                <a:gd name="connsiteY36" fmla="*/ 820035 h 1485041"/>
                <a:gd name="connsiteX37" fmla="*/ 449113 w 3824422"/>
                <a:gd name="connsiteY37" fmla="*/ 447501 h 1485041"/>
                <a:gd name="connsiteX38" fmla="*/ 101980 w 3824422"/>
                <a:gd name="connsiteY38" fmla="*/ 155402 h 1485041"/>
                <a:gd name="connsiteX39" fmla="*/ 13081 w 3824422"/>
                <a:gd name="connsiteY39" fmla="*/ 105448 h 1485041"/>
                <a:gd name="connsiteX40" fmla="*/ 21548 w 3824422"/>
                <a:gd name="connsiteY40" fmla="*/ 15701 h 1485041"/>
                <a:gd name="connsiteX0" fmla="*/ 21548 w 3824422"/>
                <a:gd name="connsiteY0" fmla="*/ 15701 h 1485041"/>
                <a:gd name="connsiteX1" fmla="*/ 209505 w 3824422"/>
                <a:gd name="connsiteY1" fmla="*/ 135927 h 1485041"/>
                <a:gd name="connsiteX2" fmla="*/ 455887 w 3824422"/>
                <a:gd name="connsiteY2" fmla="*/ 341668 h 1485041"/>
                <a:gd name="connsiteX3" fmla="*/ 565954 w 3824422"/>
                <a:gd name="connsiteY3" fmla="*/ 472901 h 1485041"/>
                <a:gd name="connsiteX4" fmla="*/ 813180 w 3824422"/>
                <a:gd name="connsiteY4" fmla="*/ 761615 h 1485041"/>
                <a:gd name="connsiteX5" fmla="*/ 1003681 w 3824422"/>
                <a:gd name="connsiteY5" fmla="*/ 896236 h 1485041"/>
                <a:gd name="connsiteX6" fmla="*/ 1294084 w 3824422"/>
                <a:gd name="connsiteY6" fmla="*/ 1054562 h 1485041"/>
                <a:gd name="connsiteX7" fmla="*/ 1613279 w 3824422"/>
                <a:gd name="connsiteY7" fmla="*/ 1344968 h 1485041"/>
                <a:gd name="connsiteX8" fmla="*/ 1676780 w 3824422"/>
                <a:gd name="connsiteY8" fmla="*/ 1340734 h 1485041"/>
                <a:gd name="connsiteX9" fmla="*/ 1668314 w 3824422"/>
                <a:gd name="connsiteY9" fmla="*/ 1150234 h 1485041"/>
                <a:gd name="connsiteX10" fmla="*/ 1748747 w 3824422"/>
                <a:gd name="connsiteY10" fmla="*/ 1137534 h 1485041"/>
                <a:gd name="connsiteX11" fmla="*/ 1765682 w 3824422"/>
                <a:gd name="connsiteY11" fmla="*/ 1361901 h 1485041"/>
                <a:gd name="connsiteX12" fmla="*/ 1812248 w 3824422"/>
                <a:gd name="connsiteY12" fmla="*/ 1383067 h 1485041"/>
                <a:gd name="connsiteX13" fmla="*/ 2176314 w 3824422"/>
                <a:gd name="connsiteY13" fmla="*/ 1391534 h 1485041"/>
                <a:gd name="connsiteX14" fmla="*/ 2222881 w 3824422"/>
                <a:gd name="connsiteY14" fmla="*/ 1332267 h 1485041"/>
                <a:gd name="connsiteX15" fmla="*/ 2235581 w 3824422"/>
                <a:gd name="connsiteY15" fmla="*/ 1171402 h 1485041"/>
                <a:gd name="connsiteX16" fmla="*/ 2294847 w 3824422"/>
                <a:gd name="connsiteY16" fmla="*/ 1158701 h 1485041"/>
                <a:gd name="connsiteX17" fmla="*/ 2311780 w 3824422"/>
                <a:gd name="connsiteY17" fmla="*/ 1344968 h 1485041"/>
                <a:gd name="connsiteX18" fmla="*/ 2377821 w 3824422"/>
                <a:gd name="connsiteY18" fmla="*/ 1394075 h 1485041"/>
                <a:gd name="connsiteX19" fmla="*/ 2586100 w 3824422"/>
                <a:gd name="connsiteY19" fmla="*/ 1312792 h 1485041"/>
                <a:gd name="connsiteX20" fmla="*/ 3067007 w 3824422"/>
                <a:gd name="connsiteY20" fmla="*/ 891154 h 1485041"/>
                <a:gd name="connsiteX21" fmla="*/ 3374347 w 3824422"/>
                <a:gd name="connsiteY21" fmla="*/ 527934 h 1485041"/>
                <a:gd name="connsiteX22" fmla="*/ 3641047 w 3824422"/>
                <a:gd name="connsiteY22" fmla="*/ 269701 h 1485041"/>
                <a:gd name="connsiteX23" fmla="*/ 3768048 w 3824422"/>
                <a:gd name="connsiteY23" fmla="*/ 19934 h 1485041"/>
                <a:gd name="connsiteX24" fmla="*/ 3823080 w 3824422"/>
                <a:gd name="connsiteY24" fmla="*/ 45335 h 1485041"/>
                <a:gd name="connsiteX25" fmla="*/ 3717246 w 3824422"/>
                <a:gd name="connsiteY25" fmla="*/ 282400 h 1485041"/>
                <a:gd name="connsiteX26" fmla="*/ 3552147 w 3824422"/>
                <a:gd name="connsiteY26" fmla="*/ 447501 h 1485041"/>
                <a:gd name="connsiteX27" fmla="*/ 3323547 w 3824422"/>
                <a:gd name="connsiteY27" fmla="*/ 688801 h 1485041"/>
                <a:gd name="connsiteX28" fmla="*/ 3090714 w 3824422"/>
                <a:gd name="connsiteY28" fmla="*/ 997834 h 1485041"/>
                <a:gd name="connsiteX29" fmla="*/ 2559005 w 3824422"/>
                <a:gd name="connsiteY29" fmla="*/ 1438099 h 1485041"/>
                <a:gd name="connsiteX30" fmla="*/ 2114506 w 3824422"/>
                <a:gd name="connsiteY30" fmla="*/ 1474507 h 1485041"/>
                <a:gd name="connsiteX31" fmla="*/ 1714034 w 3824422"/>
                <a:gd name="connsiteY31" fmla="*/ 1456728 h 1485041"/>
                <a:gd name="connsiteX32" fmla="*/ 1562479 w 3824422"/>
                <a:gd name="connsiteY32" fmla="*/ 1389841 h 1485041"/>
                <a:gd name="connsiteX33" fmla="*/ 1378754 w 3824422"/>
                <a:gd name="connsiteY33" fmla="*/ 1232361 h 1485041"/>
                <a:gd name="connsiteX34" fmla="*/ 1243286 w 3824422"/>
                <a:gd name="connsiteY34" fmla="*/ 1097741 h 1485041"/>
                <a:gd name="connsiteX35" fmla="*/ 1019767 w 3824422"/>
                <a:gd name="connsiteY35" fmla="*/ 990213 h 1485041"/>
                <a:gd name="connsiteX36" fmla="*/ 758147 w 3824422"/>
                <a:gd name="connsiteY36" fmla="*/ 820035 h 1485041"/>
                <a:gd name="connsiteX37" fmla="*/ 449113 w 3824422"/>
                <a:gd name="connsiteY37" fmla="*/ 447501 h 1485041"/>
                <a:gd name="connsiteX38" fmla="*/ 101980 w 3824422"/>
                <a:gd name="connsiteY38" fmla="*/ 155402 h 1485041"/>
                <a:gd name="connsiteX39" fmla="*/ 13081 w 3824422"/>
                <a:gd name="connsiteY39" fmla="*/ 105448 h 1485041"/>
                <a:gd name="connsiteX40" fmla="*/ 21548 w 3824422"/>
                <a:gd name="connsiteY40" fmla="*/ 15701 h 1485041"/>
                <a:gd name="connsiteX0" fmla="*/ 21548 w 3824422"/>
                <a:gd name="connsiteY0" fmla="*/ 15701 h 1485041"/>
                <a:gd name="connsiteX1" fmla="*/ 209505 w 3824422"/>
                <a:gd name="connsiteY1" fmla="*/ 135927 h 1485041"/>
                <a:gd name="connsiteX2" fmla="*/ 455887 w 3824422"/>
                <a:gd name="connsiteY2" fmla="*/ 341668 h 1485041"/>
                <a:gd name="connsiteX3" fmla="*/ 565954 w 3824422"/>
                <a:gd name="connsiteY3" fmla="*/ 472901 h 1485041"/>
                <a:gd name="connsiteX4" fmla="*/ 813180 w 3824422"/>
                <a:gd name="connsiteY4" fmla="*/ 761615 h 1485041"/>
                <a:gd name="connsiteX5" fmla="*/ 1003681 w 3824422"/>
                <a:gd name="connsiteY5" fmla="*/ 896236 h 1485041"/>
                <a:gd name="connsiteX6" fmla="*/ 1294084 w 3824422"/>
                <a:gd name="connsiteY6" fmla="*/ 1054562 h 1485041"/>
                <a:gd name="connsiteX7" fmla="*/ 1613279 w 3824422"/>
                <a:gd name="connsiteY7" fmla="*/ 1344968 h 1485041"/>
                <a:gd name="connsiteX8" fmla="*/ 1676780 w 3824422"/>
                <a:gd name="connsiteY8" fmla="*/ 1340734 h 1485041"/>
                <a:gd name="connsiteX9" fmla="*/ 1668314 w 3824422"/>
                <a:gd name="connsiteY9" fmla="*/ 1150234 h 1485041"/>
                <a:gd name="connsiteX10" fmla="*/ 1748747 w 3824422"/>
                <a:gd name="connsiteY10" fmla="*/ 1137534 h 1485041"/>
                <a:gd name="connsiteX11" fmla="*/ 1765682 w 3824422"/>
                <a:gd name="connsiteY11" fmla="*/ 1361901 h 1485041"/>
                <a:gd name="connsiteX12" fmla="*/ 1812248 w 3824422"/>
                <a:gd name="connsiteY12" fmla="*/ 1383067 h 1485041"/>
                <a:gd name="connsiteX13" fmla="*/ 2176314 w 3824422"/>
                <a:gd name="connsiteY13" fmla="*/ 1391534 h 1485041"/>
                <a:gd name="connsiteX14" fmla="*/ 2222881 w 3824422"/>
                <a:gd name="connsiteY14" fmla="*/ 1332267 h 1485041"/>
                <a:gd name="connsiteX15" fmla="*/ 2235581 w 3824422"/>
                <a:gd name="connsiteY15" fmla="*/ 1171402 h 1485041"/>
                <a:gd name="connsiteX16" fmla="*/ 2294847 w 3824422"/>
                <a:gd name="connsiteY16" fmla="*/ 1158701 h 1485041"/>
                <a:gd name="connsiteX17" fmla="*/ 2311780 w 3824422"/>
                <a:gd name="connsiteY17" fmla="*/ 1344968 h 1485041"/>
                <a:gd name="connsiteX18" fmla="*/ 2377821 w 3824422"/>
                <a:gd name="connsiteY18" fmla="*/ 1394075 h 1485041"/>
                <a:gd name="connsiteX19" fmla="*/ 2586100 w 3824422"/>
                <a:gd name="connsiteY19" fmla="*/ 1312792 h 1485041"/>
                <a:gd name="connsiteX20" fmla="*/ 3067007 w 3824422"/>
                <a:gd name="connsiteY20" fmla="*/ 891154 h 1485041"/>
                <a:gd name="connsiteX21" fmla="*/ 3374347 w 3824422"/>
                <a:gd name="connsiteY21" fmla="*/ 527934 h 1485041"/>
                <a:gd name="connsiteX22" fmla="*/ 3641047 w 3824422"/>
                <a:gd name="connsiteY22" fmla="*/ 269701 h 1485041"/>
                <a:gd name="connsiteX23" fmla="*/ 3768048 w 3824422"/>
                <a:gd name="connsiteY23" fmla="*/ 19934 h 1485041"/>
                <a:gd name="connsiteX24" fmla="*/ 3823080 w 3824422"/>
                <a:gd name="connsiteY24" fmla="*/ 45335 h 1485041"/>
                <a:gd name="connsiteX25" fmla="*/ 3717246 w 3824422"/>
                <a:gd name="connsiteY25" fmla="*/ 282400 h 1485041"/>
                <a:gd name="connsiteX26" fmla="*/ 3552147 w 3824422"/>
                <a:gd name="connsiteY26" fmla="*/ 447501 h 1485041"/>
                <a:gd name="connsiteX27" fmla="*/ 3323547 w 3824422"/>
                <a:gd name="connsiteY27" fmla="*/ 688801 h 1485041"/>
                <a:gd name="connsiteX28" fmla="*/ 3090714 w 3824422"/>
                <a:gd name="connsiteY28" fmla="*/ 997834 h 1485041"/>
                <a:gd name="connsiteX29" fmla="*/ 2559005 w 3824422"/>
                <a:gd name="connsiteY29" fmla="*/ 1438099 h 1485041"/>
                <a:gd name="connsiteX30" fmla="*/ 2114506 w 3824422"/>
                <a:gd name="connsiteY30" fmla="*/ 1474507 h 1485041"/>
                <a:gd name="connsiteX31" fmla="*/ 1714034 w 3824422"/>
                <a:gd name="connsiteY31" fmla="*/ 1456728 h 1485041"/>
                <a:gd name="connsiteX32" fmla="*/ 1562479 w 3824422"/>
                <a:gd name="connsiteY32" fmla="*/ 1389841 h 1485041"/>
                <a:gd name="connsiteX33" fmla="*/ 1378754 w 3824422"/>
                <a:gd name="connsiteY33" fmla="*/ 1232361 h 1485041"/>
                <a:gd name="connsiteX34" fmla="*/ 1233126 w 3824422"/>
                <a:gd name="connsiteY34" fmla="*/ 1107900 h 1485041"/>
                <a:gd name="connsiteX35" fmla="*/ 1019767 w 3824422"/>
                <a:gd name="connsiteY35" fmla="*/ 990213 h 1485041"/>
                <a:gd name="connsiteX36" fmla="*/ 758147 w 3824422"/>
                <a:gd name="connsiteY36" fmla="*/ 820035 h 1485041"/>
                <a:gd name="connsiteX37" fmla="*/ 449113 w 3824422"/>
                <a:gd name="connsiteY37" fmla="*/ 447501 h 1485041"/>
                <a:gd name="connsiteX38" fmla="*/ 101980 w 3824422"/>
                <a:gd name="connsiteY38" fmla="*/ 155402 h 1485041"/>
                <a:gd name="connsiteX39" fmla="*/ 13081 w 3824422"/>
                <a:gd name="connsiteY39" fmla="*/ 105448 h 1485041"/>
                <a:gd name="connsiteX40" fmla="*/ 21548 w 3824422"/>
                <a:gd name="connsiteY40" fmla="*/ 15701 h 1485041"/>
                <a:gd name="connsiteX0" fmla="*/ 21548 w 3824422"/>
                <a:gd name="connsiteY0" fmla="*/ 15701 h 1476511"/>
                <a:gd name="connsiteX1" fmla="*/ 209505 w 3824422"/>
                <a:gd name="connsiteY1" fmla="*/ 135927 h 1476511"/>
                <a:gd name="connsiteX2" fmla="*/ 455887 w 3824422"/>
                <a:gd name="connsiteY2" fmla="*/ 341668 h 1476511"/>
                <a:gd name="connsiteX3" fmla="*/ 565954 w 3824422"/>
                <a:gd name="connsiteY3" fmla="*/ 472901 h 1476511"/>
                <a:gd name="connsiteX4" fmla="*/ 813180 w 3824422"/>
                <a:gd name="connsiteY4" fmla="*/ 761615 h 1476511"/>
                <a:gd name="connsiteX5" fmla="*/ 1003681 w 3824422"/>
                <a:gd name="connsiteY5" fmla="*/ 896236 h 1476511"/>
                <a:gd name="connsiteX6" fmla="*/ 1294084 w 3824422"/>
                <a:gd name="connsiteY6" fmla="*/ 1054562 h 1476511"/>
                <a:gd name="connsiteX7" fmla="*/ 1613279 w 3824422"/>
                <a:gd name="connsiteY7" fmla="*/ 1344968 h 1476511"/>
                <a:gd name="connsiteX8" fmla="*/ 1676780 w 3824422"/>
                <a:gd name="connsiteY8" fmla="*/ 1340734 h 1476511"/>
                <a:gd name="connsiteX9" fmla="*/ 1668314 w 3824422"/>
                <a:gd name="connsiteY9" fmla="*/ 1150234 h 1476511"/>
                <a:gd name="connsiteX10" fmla="*/ 1748747 w 3824422"/>
                <a:gd name="connsiteY10" fmla="*/ 1137534 h 1476511"/>
                <a:gd name="connsiteX11" fmla="*/ 1765682 w 3824422"/>
                <a:gd name="connsiteY11" fmla="*/ 1361901 h 1476511"/>
                <a:gd name="connsiteX12" fmla="*/ 1812248 w 3824422"/>
                <a:gd name="connsiteY12" fmla="*/ 1383067 h 1476511"/>
                <a:gd name="connsiteX13" fmla="*/ 2176314 w 3824422"/>
                <a:gd name="connsiteY13" fmla="*/ 1391534 h 1476511"/>
                <a:gd name="connsiteX14" fmla="*/ 2222881 w 3824422"/>
                <a:gd name="connsiteY14" fmla="*/ 1332267 h 1476511"/>
                <a:gd name="connsiteX15" fmla="*/ 2235581 w 3824422"/>
                <a:gd name="connsiteY15" fmla="*/ 1171402 h 1476511"/>
                <a:gd name="connsiteX16" fmla="*/ 2294847 w 3824422"/>
                <a:gd name="connsiteY16" fmla="*/ 1158701 h 1476511"/>
                <a:gd name="connsiteX17" fmla="*/ 2311780 w 3824422"/>
                <a:gd name="connsiteY17" fmla="*/ 1344968 h 1476511"/>
                <a:gd name="connsiteX18" fmla="*/ 2377821 w 3824422"/>
                <a:gd name="connsiteY18" fmla="*/ 1394075 h 1476511"/>
                <a:gd name="connsiteX19" fmla="*/ 2586100 w 3824422"/>
                <a:gd name="connsiteY19" fmla="*/ 1312792 h 1476511"/>
                <a:gd name="connsiteX20" fmla="*/ 3067007 w 3824422"/>
                <a:gd name="connsiteY20" fmla="*/ 891154 h 1476511"/>
                <a:gd name="connsiteX21" fmla="*/ 3374347 w 3824422"/>
                <a:gd name="connsiteY21" fmla="*/ 527934 h 1476511"/>
                <a:gd name="connsiteX22" fmla="*/ 3641047 w 3824422"/>
                <a:gd name="connsiteY22" fmla="*/ 269701 h 1476511"/>
                <a:gd name="connsiteX23" fmla="*/ 3768048 w 3824422"/>
                <a:gd name="connsiteY23" fmla="*/ 19934 h 1476511"/>
                <a:gd name="connsiteX24" fmla="*/ 3823080 w 3824422"/>
                <a:gd name="connsiteY24" fmla="*/ 45335 h 1476511"/>
                <a:gd name="connsiteX25" fmla="*/ 3717246 w 3824422"/>
                <a:gd name="connsiteY25" fmla="*/ 282400 h 1476511"/>
                <a:gd name="connsiteX26" fmla="*/ 3552147 w 3824422"/>
                <a:gd name="connsiteY26" fmla="*/ 447501 h 1476511"/>
                <a:gd name="connsiteX27" fmla="*/ 3323547 w 3824422"/>
                <a:gd name="connsiteY27" fmla="*/ 688801 h 1476511"/>
                <a:gd name="connsiteX28" fmla="*/ 3090714 w 3824422"/>
                <a:gd name="connsiteY28" fmla="*/ 997834 h 1476511"/>
                <a:gd name="connsiteX29" fmla="*/ 2559005 w 3824422"/>
                <a:gd name="connsiteY29" fmla="*/ 1417779 h 1476511"/>
                <a:gd name="connsiteX30" fmla="*/ 2114506 w 3824422"/>
                <a:gd name="connsiteY30" fmla="*/ 1474507 h 1476511"/>
                <a:gd name="connsiteX31" fmla="*/ 1714034 w 3824422"/>
                <a:gd name="connsiteY31" fmla="*/ 1456728 h 1476511"/>
                <a:gd name="connsiteX32" fmla="*/ 1562479 w 3824422"/>
                <a:gd name="connsiteY32" fmla="*/ 1389841 h 1476511"/>
                <a:gd name="connsiteX33" fmla="*/ 1378754 w 3824422"/>
                <a:gd name="connsiteY33" fmla="*/ 1232361 h 1476511"/>
                <a:gd name="connsiteX34" fmla="*/ 1233126 w 3824422"/>
                <a:gd name="connsiteY34" fmla="*/ 1107900 h 1476511"/>
                <a:gd name="connsiteX35" fmla="*/ 1019767 w 3824422"/>
                <a:gd name="connsiteY35" fmla="*/ 990213 h 1476511"/>
                <a:gd name="connsiteX36" fmla="*/ 758147 w 3824422"/>
                <a:gd name="connsiteY36" fmla="*/ 820035 h 1476511"/>
                <a:gd name="connsiteX37" fmla="*/ 449113 w 3824422"/>
                <a:gd name="connsiteY37" fmla="*/ 447501 h 1476511"/>
                <a:gd name="connsiteX38" fmla="*/ 101980 w 3824422"/>
                <a:gd name="connsiteY38" fmla="*/ 155402 h 1476511"/>
                <a:gd name="connsiteX39" fmla="*/ 13081 w 3824422"/>
                <a:gd name="connsiteY39" fmla="*/ 105448 h 1476511"/>
                <a:gd name="connsiteX40" fmla="*/ 21548 w 3824422"/>
                <a:gd name="connsiteY40" fmla="*/ 15701 h 1476511"/>
                <a:gd name="connsiteX0" fmla="*/ 21548 w 3824422"/>
                <a:gd name="connsiteY0" fmla="*/ 15701 h 1476823"/>
                <a:gd name="connsiteX1" fmla="*/ 209505 w 3824422"/>
                <a:gd name="connsiteY1" fmla="*/ 135927 h 1476823"/>
                <a:gd name="connsiteX2" fmla="*/ 455887 w 3824422"/>
                <a:gd name="connsiteY2" fmla="*/ 341668 h 1476823"/>
                <a:gd name="connsiteX3" fmla="*/ 565954 w 3824422"/>
                <a:gd name="connsiteY3" fmla="*/ 472901 h 1476823"/>
                <a:gd name="connsiteX4" fmla="*/ 813180 w 3824422"/>
                <a:gd name="connsiteY4" fmla="*/ 761615 h 1476823"/>
                <a:gd name="connsiteX5" fmla="*/ 1003681 w 3824422"/>
                <a:gd name="connsiteY5" fmla="*/ 896236 h 1476823"/>
                <a:gd name="connsiteX6" fmla="*/ 1294084 w 3824422"/>
                <a:gd name="connsiteY6" fmla="*/ 1054562 h 1476823"/>
                <a:gd name="connsiteX7" fmla="*/ 1613279 w 3824422"/>
                <a:gd name="connsiteY7" fmla="*/ 1344968 h 1476823"/>
                <a:gd name="connsiteX8" fmla="*/ 1676780 w 3824422"/>
                <a:gd name="connsiteY8" fmla="*/ 1340734 h 1476823"/>
                <a:gd name="connsiteX9" fmla="*/ 1668314 w 3824422"/>
                <a:gd name="connsiteY9" fmla="*/ 1150234 h 1476823"/>
                <a:gd name="connsiteX10" fmla="*/ 1748747 w 3824422"/>
                <a:gd name="connsiteY10" fmla="*/ 1137534 h 1476823"/>
                <a:gd name="connsiteX11" fmla="*/ 1765682 w 3824422"/>
                <a:gd name="connsiteY11" fmla="*/ 1361901 h 1476823"/>
                <a:gd name="connsiteX12" fmla="*/ 1812248 w 3824422"/>
                <a:gd name="connsiteY12" fmla="*/ 1383067 h 1476823"/>
                <a:gd name="connsiteX13" fmla="*/ 2176314 w 3824422"/>
                <a:gd name="connsiteY13" fmla="*/ 1391534 h 1476823"/>
                <a:gd name="connsiteX14" fmla="*/ 2222881 w 3824422"/>
                <a:gd name="connsiteY14" fmla="*/ 1332267 h 1476823"/>
                <a:gd name="connsiteX15" fmla="*/ 2235581 w 3824422"/>
                <a:gd name="connsiteY15" fmla="*/ 1171402 h 1476823"/>
                <a:gd name="connsiteX16" fmla="*/ 2294847 w 3824422"/>
                <a:gd name="connsiteY16" fmla="*/ 1158701 h 1476823"/>
                <a:gd name="connsiteX17" fmla="*/ 2311780 w 3824422"/>
                <a:gd name="connsiteY17" fmla="*/ 1344968 h 1476823"/>
                <a:gd name="connsiteX18" fmla="*/ 2377821 w 3824422"/>
                <a:gd name="connsiteY18" fmla="*/ 1394075 h 1476823"/>
                <a:gd name="connsiteX19" fmla="*/ 2586100 w 3824422"/>
                <a:gd name="connsiteY19" fmla="*/ 1312792 h 1476823"/>
                <a:gd name="connsiteX20" fmla="*/ 3067007 w 3824422"/>
                <a:gd name="connsiteY20" fmla="*/ 891154 h 1476823"/>
                <a:gd name="connsiteX21" fmla="*/ 3374347 w 3824422"/>
                <a:gd name="connsiteY21" fmla="*/ 527934 h 1476823"/>
                <a:gd name="connsiteX22" fmla="*/ 3641047 w 3824422"/>
                <a:gd name="connsiteY22" fmla="*/ 269701 h 1476823"/>
                <a:gd name="connsiteX23" fmla="*/ 3768048 w 3824422"/>
                <a:gd name="connsiteY23" fmla="*/ 19934 h 1476823"/>
                <a:gd name="connsiteX24" fmla="*/ 3823080 w 3824422"/>
                <a:gd name="connsiteY24" fmla="*/ 45335 h 1476823"/>
                <a:gd name="connsiteX25" fmla="*/ 3717246 w 3824422"/>
                <a:gd name="connsiteY25" fmla="*/ 282400 h 1476823"/>
                <a:gd name="connsiteX26" fmla="*/ 3552147 w 3824422"/>
                <a:gd name="connsiteY26" fmla="*/ 447501 h 1476823"/>
                <a:gd name="connsiteX27" fmla="*/ 3323547 w 3824422"/>
                <a:gd name="connsiteY27" fmla="*/ 688801 h 1476823"/>
                <a:gd name="connsiteX28" fmla="*/ 3090714 w 3824422"/>
                <a:gd name="connsiteY28" fmla="*/ 997834 h 1476823"/>
                <a:gd name="connsiteX29" fmla="*/ 2538685 w 3824422"/>
                <a:gd name="connsiteY29" fmla="*/ 1422859 h 1476823"/>
                <a:gd name="connsiteX30" fmla="*/ 2114506 w 3824422"/>
                <a:gd name="connsiteY30" fmla="*/ 1474507 h 1476823"/>
                <a:gd name="connsiteX31" fmla="*/ 1714034 w 3824422"/>
                <a:gd name="connsiteY31" fmla="*/ 1456728 h 1476823"/>
                <a:gd name="connsiteX32" fmla="*/ 1562479 w 3824422"/>
                <a:gd name="connsiteY32" fmla="*/ 1389841 h 1476823"/>
                <a:gd name="connsiteX33" fmla="*/ 1378754 w 3824422"/>
                <a:gd name="connsiteY33" fmla="*/ 1232361 h 1476823"/>
                <a:gd name="connsiteX34" fmla="*/ 1233126 w 3824422"/>
                <a:gd name="connsiteY34" fmla="*/ 1107900 h 1476823"/>
                <a:gd name="connsiteX35" fmla="*/ 1019767 w 3824422"/>
                <a:gd name="connsiteY35" fmla="*/ 990213 h 1476823"/>
                <a:gd name="connsiteX36" fmla="*/ 758147 w 3824422"/>
                <a:gd name="connsiteY36" fmla="*/ 820035 h 1476823"/>
                <a:gd name="connsiteX37" fmla="*/ 449113 w 3824422"/>
                <a:gd name="connsiteY37" fmla="*/ 447501 h 1476823"/>
                <a:gd name="connsiteX38" fmla="*/ 101980 w 3824422"/>
                <a:gd name="connsiteY38" fmla="*/ 155402 h 1476823"/>
                <a:gd name="connsiteX39" fmla="*/ 13081 w 3824422"/>
                <a:gd name="connsiteY39" fmla="*/ 105448 h 1476823"/>
                <a:gd name="connsiteX40" fmla="*/ 21548 w 3824422"/>
                <a:gd name="connsiteY40" fmla="*/ 15701 h 1476823"/>
                <a:gd name="connsiteX0" fmla="*/ 21548 w 3824422"/>
                <a:gd name="connsiteY0" fmla="*/ 15701 h 1476823"/>
                <a:gd name="connsiteX1" fmla="*/ 209505 w 3824422"/>
                <a:gd name="connsiteY1" fmla="*/ 135927 h 1476823"/>
                <a:gd name="connsiteX2" fmla="*/ 455887 w 3824422"/>
                <a:gd name="connsiteY2" fmla="*/ 341668 h 1476823"/>
                <a:gd name="connsiteX3" fmla="*/ 565954 w 3824422"/>
                <a:gd name="connsiteY3" fmla="*/ 472901 h 1476823"/>
                <a:gd name="connsiteX4" fmla="*/ 813180 w 3824422"/>
                <a:gd name="connsiteY4" fmla="*/ 761615 h 1476823"/>
                <a:gd name="connsiteX5" fmla="*/ 1003681 w 3824422"/>
                <a:gd name="connsiteY5" fmla="*/ 896236 h 1476823"/>
                <a:gd name="connsiteX6" fmla="*/ 1294084 w 3824422"/>
                <a:gd name="connsiteY6" fmla="*/ 1054562 h 1476823"/>
                <a:gd name="connsiteX7" fmla="*/ 1613279 w 3824422"/>
                <a:gd name="connsiteY7" fmla="*/ 1344968 h 1476823"/>
                <a:gd name="connsiteX8" fmla="*/ 1676780 w 3824422"/>
                <a:gd name="connsiteY8" fmla="*/ 1340734 h 1476823"/>
                <a:gd name="connsiteX9" fmla="*/ 1668314 w 3824422"/>
                <a:gd name="connsiteY9" fmla="*/ 1150234 h 1476823"/>
                <a:gd name="connsiteX10" fmla="*/ 1748747 w 3824422"/>
                <a:gd name="connsiteY10" fmla="*/ 1137534 h 1476823"/>
                <a:gd name="connsiteX11" fmla="*/ 1765682 w 3824422"/>
                <a:gd name="connsiteY11" fmla="*/ 1361901 h 1476823"/>
                <a:gd name="connsiteX12" fmla="*/ 1812248 w 3824422"/>
                <a:gd name="connsiteY12" fmla="*/ 1383067 h 1476823"/>
                <a:gd name="connsiteX13" fmla="*/ 2176314 w 3824422"/>
                <a:gd name="connsiteY13" fmla="*/ 1391534 h 1476823"/>
                <a:gd name="connsiteX14" fmla="*/ 2222881 w 3824422"/>
                <a:gd name="connsiteY14" fmla="*/ 1332267 h 1476823"/>
                <a:gd name="connsiteX15" fmla="*/ 2235581 w 3824422"/>
                <a:gd name="connsiteY15" fmla="*/ 1171402 h 1476823"/>
                <a:gd name="connsiteX16" fmla="*/ 2294847 w 3824422"/>
                <a:gd name="connsiteY16" fmla="*/ 1158701 h 1476823"/>
                <a:gd name="connsiteX17" fmla="*/ 2311780 w 3824422"/>
                <a:gd name="connsiteY17" fmla="*/ 1344968 h 1476823"/>
                <a:gd name="connsiteX18" fmla="*/ 2377821 w 3824422"/>
                <a:gd name="connsiteY18" fmla="*/ 1394075 h 1476823"/>
                <a:gd name="connsiteX19" fmla="*/ 2586100 w 3824422"/>
                <a:gd name="connsiteY19" fmla="*/ 1312792 h 1476823"/>
                <a:gd name="connsiteX20" fmla="*/ 3067007 w 3824422"/>
                <a:gd name="connsiteY20" fmla="*/ 891154 h 1476823"/>
                <a:gd name="connsiteX21" fmla="*/ 3374347 w 3824422"/>
                <a:gd name="connsiteY21" fmla="*/ 527934 h 1476823"/>
                <a:gd name="connsiteX22" fmla="*/ 3641047 w 3824422"/>
                <a:gd name="connsiteY22" fmla="*/ 269701 h 1476823"/>
                <a:gd name="connsiteX23" fmla="*/ 3768048 w 3824422"/>
                <a:gd name="connsiteY23" fmla="*/ 19934 h 1476823"/>
                <a:gd name="connsiteX24" fmla="*/ 3823080 w 3824422"/>
                <a:gd name="connsiteY24" fmla="*/ 45335 h 1476823"/>
                <a:gd name="connsiteX25" fmla="*/ 3717246 w 3824422"/>
                <a:gd name="connsiteY25" fmla="*/ 282400 h 1476823"/>
                <a:gd name="connsiteX26" fmla="*/ 3552147 w 3824422"/>
                <a:gd name="connsiteY26" fmla="*/ 447501 h 1476823"/>
                <a:gd name="connsiteX27" fmla="*/ 3323547 w 3824422"/>
                <a:gd name="connsiteY27" fmla="*/ 688801 h 1476823"/>
                <a:gd name="connsiteX28" fmla="*/ 3090714 w 3824422"/>
                <a:gd name="connsiteY28" fmla="*/ 997834 h 1476823"/>
                <a:gd name="connsiteX29" fmla="*/ 2538685 w 3824422"/>
                <a:gd name="connsiteY29" fmla="*/ 1422859 h 1476823"/>
                <a:gd name="connsiteX30" fmla="*/ 2114506 w 3824422"/>
                <a:gd name="connsiteY30" fmla="*/ 1474507 h 1476823"/>
                <a:gd name="connsiteX31" fmla="*/ 1714034 w 3824422"/>
                <a:gd name="connsiteY31" fmla="*/ 1456728 h 1476823"/>
                <a:gd name="connsiteX32" fmla="*/ 1562479 w 3824422"/>
                <a:gd name="connsiteY32" fmla="*/ 1389841 h 1476823"/>
                <a:gd name="connsiteX33" fmla="*/ 1378754 w 3824422"/>
                <a:gd name="connsiteY33" fmla="*/ 1232361 h 1476823"/>
                <a:gd name="connsiteX34" fmla="*/ 1233126 w 3824422"/>
                <a:gd name="connsiteY34" fmla="*/ 1107900 h 1476823"/>
                <a:gd name="connsiteX35" fmla="*/ 1019767 w 3824422"/>
                <a:gd name="connsiteY35" fmla="*/ 990213 h 1476823"/>
                <a:gd name="connsiteX36" fmla="*/ 758147 w 3824422"/>
                <a:gd name="connsiteY36" fmla="*/ 820035 h 1476823"/>
                <a:gd name="connsiteX37" fmla="*/ 449113 w 3824422"/>
                <a:gd name="connsiteY37" fmla="*/ 447501 h 1476823"/>
                <a:gd name="connsiteX38" fmla="*/ 101980 w 3824422"/>
                <a:gd name="connsiteY38" fmla="*/ 155402 h 1476823"/>
                <a:gd name="connsiteX39" fmla="*/ 13081 w 3824422"/>
                <a:gd name="connsiteY39" fmla="*/ 105448 h 1476823"/>
                <a:gd name="connsiteX40" fmla="*/ 21548 w 3824422"/>
                <a:gd name="connsiteY40" fmla="*/ 15701 h 1476823"/>
                <a:gd name="connsiteX0" fmla="*/ 21548 w 3824422"/>
                <a:gd name="connsiteY0" fmla="*/ 15701 h 1476823"/>
                <a:gd name="connsiteX1" fmla="*/ 209505 w 3824422"/>
                <a:gd name="connsiteY1" fmla="*/ 135927 h 1476823"/>
                <a:gd name="connsiteX2" fmla="*/ 455887 w 3824422"/>
                <a:gd name="connsiteY2" fmla="*/ 341668 h 1476823"/>
                <a:gd name="connsiteX3" fmla="*/ 565954 w 3824422"/>
                <a:gd name="connsiteY3" fmla="*/ 472901 h 1476823"/>
                <a:gd name="connsiteX4" fmla="*/ 813180 w 3824422"/>
                <a:gd name="connsiteY4" fmla="*/ 761615 h 1476823"/>
                <a:gd name="connsiteX5" fmla="*/ 1003681 w 3824422"/>
                <a:gd name="connsiteY5" fmla="*/ 896236 h 1476823"/>
                <a:gd name="connsiteX6" fmla="*/ 1294084 w 3824422"/>
                <a:gd name="connsiteY6" fmla="*/ 1054562 h 1476823"/>
                <a:gd name="connsiteX7" fmla="*/ 1613279 w 3824422"/>
                <a:gd name="connsiteY7" fmla="*/ 1344968 h 1476823"/>
                <a:gd name="connsiteX8" fmla="*/ 1676780 w 3824422"/>
                <a:gd name="connsiteY8" fmla="*/ 1340734 h 1476823"/>
                <a:gd name="connsiteX9" fmla="*/ 1668314 w 3824422"/>
                <a:gd name="connsiteY9" fmla="*/ 1150234 h 1476823"/>
                <a:gd name="connsiteX10" fmla="*/ 1748747 w 3824422"/>
                <a:gd name="connsiteY10" fmla="*/ 1137534 h 1476823"/>
                <a:gd name="connsiteX11" fmla="*/ 1765682 w 3824422"/>
                <a:gd name="connsiteY11" fmla="*/ 1361901 h 1476823"/>
                <a:gd name="connsiteX12" fmla="*/ 1812248 w 3824422"/>
                <a:gd name="connsiteY12" fmla="*/ 1383067 h 1476823"/>
                <a:gd name="connsiteX13" fmla="*/ 2176314 w 3824422"/>
                <a:gd name="connsiteY13" fmla="*/ 1391534 h 1476823"/>
                <a:gd name="connsiteX14" fmla="*/ 2222881 w 3824422"/>
                <a:gd name="connsiteY14" fmla="*/ 1332267 h 1476823"/>
                <a:gd name="connsiteX15" fmla="*/ 2235581 w 3824422"/>
                <a:gd name="connsiteY15" fmla="*/ 1171402 h 1476823"/>
                <a:gd name="connsiteX16" fmla="*/ 2294847 w 3824422"/>
                <a:gd name="connsiteY16" fmla="*/ 1158701 h 1476823"/>
                <a:gd name="connsiteX17" fmla="*/ 2311780 w 3824422"/>
                <a:gd name="connsiteY17" fmla="*/ 1344968 h 1476823"/>
                <a:gd name="connsiteX18" fmla="*/ 2377821 w 3824422"/>
                <a:gd name="connsiteY18" fmla="*/ 1394075 h 1476823"/>
                <a:gd name="connsiteX19" fmla="*/ 2570860 w 3824422"/>
                <a:gd name="connsiteY19" fmla="*/ 1307712 h 1476823"/>
                <a:gd name="connsiteX20" fmla="*/ 3067007 w 3824422"/>
                <a:gd name="connsiteY20" fmla="*/ 891154 h 1476823"/>
                <a:gd name="connsiteX21" fmla="*/ 3374347 w 3824422"/>
                <a:gd name="connsiteY21" fmla="*/ 527934 h 1476823"/>
                <a:gd name="connsiteX22" fmla="*/ 3641047 w 3824422"/>
                <a:gd name="connsiteY22" fmla="*/ 269701 h 1476823"/>
                <a:gd name="connsiteX23" fmla="*/ 3768048 w 3824422"/>
                <a:gd name="connsiteY23" fmla="*/ 19934 h 1476823"/>
                <a:gd name="connsiteX24" fmla="*/ 3823080 w 3824422"/>
                <a:gd name="connsiteY24" fmla="*/ 45335 h 1476823"/>
                <a:gd name="connsiteX25" fmla="*/ 3717246 w 3824422"/>
                <a:gd name="connsiteY25" fmla="*/ 282400 h 1476823"/>
                <a:gd name="connsiteX26" fmla="*/ 3552147 w 3824422"/>
                <a:gd name="connsiteY26" fmla="*/ 447501 h 1476823"/>
                <a:gd name="connsiteX27" fmla="*/ 3323547 w 3824422"/>
                <a:gd name="connsiteY27" fmla="*/ 688801 h 1476823"/>
                <a:gd name="connsiteX28" fmla="*/ 3090714 w 3824422"/>
                <a:gd name="connsiteY28" fmla="*/ 997834 h 1476823"/>
                <a:gd name="connsiteX29" fmla="*/ 2538685 w 3824422"/>
                <a:gd name="connsiteY29" fmla="*/ 1422859 h 1476823"/>
                <a:gd name="connsiteX30" fmla="*/ 2114506 w 3824422"/>
                <a:gd name="connsiteY30" fmla="*/ 1474507 h 1476823"/>
                <a:gd name="connsiteX31" fmla="*/ 1714034 w 3824422"/>
                <a:gd name="connsiteY31" fmla="*/ 1456728 h 1476823"/>
                <a:gd name="connsiteX32" fmla="*/ 1562479 w 3824422"/>
                <a:gd name="connsiteY32" fmla="*/ 1389841 h 1476823"/>
                <a:gd name="connsiteX33" fmla="*/ 1378754 w 3824422"/>
                <a:gd name="connsiteY33" fmla="*/ 1232361 h 1476823"/>
                <a:gd name="connsiteX34" fmla="*/ 1233126 w 3824422"/>
                <a:gd name="connsiteY34" fmla="*/ 1107900 h 1476823"/>
                <a:gd name="connsiteX35" fmla="*/ 1019767 w 3824422"/>
                <a:gd name="connsiteY35" fmla="*/ 990213 h 1476823"/>
                <a:gd name="connsiteX36" fmla="*/ 758147 w 3824422"/>
                <a:gd name="connsiteY36" fmla="*/ 820035 h 1476823"/>
                <a:gd name="connsiteX37" fmla="*/ 449113 w 3824422"/>
                <a:gd name="connsiteY37" fmla="*/ 447501 h 1476823"/>
                <a:gd name="connsiteX38" fmla="*/ 101980 w 3824422"/>
                <a:gd name="connsiteY38" fmla="*/ 155402 h 1476823"/>
                <a:gd name="connsiteX39" fmla="*/ 13081 w 3824422"/>
                <a:gd name="connsiteY39" fmla="*/ 105448 h 1476823"/>
                <a:gd name="connsiteX40" fmla="*/ 21548 w 3824422"/>
                <a:gd name="connsiteY40" fmla="*/ 15701 h 1476823"/>
                <a:gd name="connsiteX0" fmla="*/ 21548 w 3824422"/>
                <a:gd name="connsiteY0" fmla="*/ 15701 h 1476823"/>
                <a:gd name="connsiteX1" fmla="*/ 209505 w 3824422"/>
                <a:gd name="connsiteY1" fmla="*/ 135927 h 1476823"/>
                <a:gd name="connsiteX2" fmla="*/ 455887 w 3824422"/>
                <a:gd name="connsiteY2" fmla="*/ 341668 h 1476823"/>
                <a:gd name="connsiteX3" fmla="*/ 565954 w 3824422"/>
                <a:gd name="connsiteY3" fmla="*/ 472901 h 1476823"/>
                <a:gd name="connsiteX4" fmla="*/ 813180 w 3824422"/>
                <a:gd name="connsiteY4" fmla="*/ 761615 h 1476823"/>
                <a:gd name="connsiteX5" fmla="*/ 1003681 w 3824422"/>
                <a:gd name="connsiteY5" fmla="*/ 896236 h 1476823"/>
                <a:gd name="connsiteX6" fmla="*/ 1294084 w 3824422"/>
                <a:gd name="connsiteY6" fmla="*/ 1054562 h 1476823"/>
                <a:gd name="connsiteX7" fmla="*/ 1613279 w 3824422"/>
                <a:gd name="connsiteY7" fmla="*/ 1344968 h 1476823"/>
                <a:gd name="connsiteX8" fmla="*/ 1676780 w 3824422"/>
                <a:gd name="connsiteY8" fmla="*/ 1340734 h 1476823"/>
                <a:gd name="connsiteX9" fmla="*/ 1668314 w 3824422"/>
                <a:gd name="connsiteY9" fmla="*/ 1150234 h 1476823"/>
                <a:gd name="connsiteX10" fmla="*/ 1748747 w 3824422"/>
                <a:gd name="connsiteY10" fmla="*/ 1137534 h 1476823"/>
                <a:gd name="connsiteX11" fmla="*/ 1765682 w 3824422"/>
                <a:gd name="connsiteY11" fmla="*/ 1361901 h 1476823"/>
                <a:gd name="connsiteX12" fmla="*/ 1812248 w 3824422"/>
                <a:gd name="connsiteY12" fmla="*/ 1383067 h 1476823"/>
                <a:gd name="connsiteX13" fmla="*/ 2176314 w 3824422"/>
                <a:gd name="connsiteY13" fmla="*/ 1391534 h 1476823"/>
                <a:gd name="connsiteX14" fmla="*/ 2222881 w 3824422"/>
                <a:gd name="connsiteY14" fmla="*/ 1332267 h 1476823"/>
                <a:gd name="connsiteX15" fmla="*/ 2235581 w 3824422"/>
                <a:gd name="connsiteY15" fmla="*/ 1171402 h 1476823"/>
                <a:gd name="connsiteX16" fmla="*/ 2294847 w 3824422"/>
                <a:gd name="connsiteY16" fmla="*/ 1158701 h 1476823"/>
                <a:gd name="connsiteX17" fmla="*/ 2311780 w 3824422"/>
                <a:gd name="connsiteY17" fmla="*/ 1344968 h 1476823"/>
                <a:gd name="connsiteX18" fmla="*/ 2377821 w 3824422"/>
                <a:gd name="connsiteY18" fmla="*/ 1394075 h 1476823"/>
                <a:gd name="connsiteX19" fmla="*/ 2570860 w 3824422"/>
                <a:gd name="connsiteY19" fmla="*/ 1307712 h 1476823"/>
                <a:gd name="connsiteX20" fmla="*/ 2807926 w 3824422"/>
                <a:gd name="connsiteY20" fmla="*/ 1143460 h 1476823"/>
                <a:gd name="connsiteX21" fmla="*/ 3067007 w 3824422"/>
                <a:gd name="connsiteY21" fmla="*/ 891154 h 1476823"/>
                <a:gd name="connsiteX22" fmla="*/ 3374347 w 3824422"/>
                <a:gd name="connsiteY22" fmla="*/ 527934 h 1476823"/>
                <a:gd name="connsiteX23" fmla="*/ 3641047 w 3824422"/>
                <a:gd name="connsiteY23" fmla="*/ 269701 h 1476823"/>
                <a:gd name="connsiteX24" fmla="*/ 3768048 w 3824422"/>
                <a:gd name="connsiteY24" fmla="*/ 19934 h 1476823"/>
                <a:gd name="connsiteX25" fmla="*/ 3823080 w 3824422"/>
                <a:gd name="connsiteY25" fmla="*/ 45335 h 1476823"/>
                <a:gd name="connsiteX26" fmla="*/ 3717246 w 3824422"/>
                <a:gd name="connsiteY26" fmla="*/ 282400 h 1476823"/>
                <a:gd name="connsiteX27" fmla="*/ 3552147 w 3824422"/>
                <a:gd name="connsiteY27" fmla="*/ 447501 h 1476823"/>
                <a:gd name="connsiteX28" fmla="*/ 3323547 w 3824422"/>
                <a:gd name="connsiteY28" fmla="*/ 688801 h 1476823"/>
                <a:gd name="connsiteX29" fmla="*/ 3090714 w 3824422"/>
                <a:gd name="connsiteY29" fmla="*/ 997834 h 1476823"/>
                <a:gd name="connsiteX30" fmla="*/ 2538685 w 3824422"/>
                <a:gd name="connsiteY30" fmla="*/ 1422859 h 1476823"/>
                <a:gd name="connsiteX31" fmla="*/ 2114506 w 3824422"/>
                <a:gd name="connsiteY31" fmla="*/ 1474507 h 1476823"/>
                <a:gd name="connsiteX32" fmla="*/ 1714034 w 3824422"/>
                <a:gd name="connsiteY32" fmla="*/ 1456728 h 1476823"/>
                <a:gd name="connsiteX33" fmla="*/ 1562479 w 3824422"/>
                <a:gd name="connsiteY33" fmla="*/ 1389841 h 1476823"/>
                <a:gd name="connsiteX34" fmla="*/ 1378754 w 3824422"/>
                <a:gd name="connsiteY34" fmla="*/ 1232361 h 1476823"/>
                <a:gd name="connsiteX35" fmla="*/ 1233126 w 3824422"/>
                <a:gd name="connsiteY35" fmla="*/ 1107900 h 1476823"/>
                <a:gd name="connsiteX36" fmla="*/ 1019767 w 3824422"/>
                <a:gd name="connsiteY36" fmla="*/ 990213 h 1476823"/>
                <a:gd name="connsiteX37" fmla="*/ 758147 w 3824422"/>
                <a:gd name="connsiteY37" fmla="*/ 820035 h 1476823"/>
                <a:gd name="connsiteX38" fmla="*/ 449113 w 3824422"/>
                <a:gd name="connsiteY38" fmla="*/ 447501 h 1476823"/>
                <a:gd name="connsiteX39" fmla="*/ 101980 w 3824422"/>
                <a:gd name="connsiteY39" fmla="*/ 155402 h 1476823"/>
                <a:gd name="connsiteX40" fmla="*/ 13081 w 3824422"/>
                <a:gd name="connsiteY40" fmla="*/ 105448 h 1476823"/>
                <a:gd name="connsiteX41" fmla="*/ 21548 w 3824422"/>
                <a:gd name="connsiteY41" fmla="*/ 15701 h 1476823"/>
                <a:gd name="connsiteX0" fmla="*/ 21548 w 3824422"/>
                <a:gd name="connsiteY0" fmla="*/ 15701 h 1476823"/>
                <a:gd name="connsiteX1" fmla="*/ 209505 w 3824422"/>
                <a:gd name="connsiteY1" fmla="*/ 135927 h 1476823"/>
                <a:gd name="connsiteX2" fmla="*/ 455887 w 3824422"/>
                <a:gd name="connsiteY2" fmla="*/ 341668 h 1476823"/>
                <a:gd name="connsiteX3" fmla="*/ 565954 w 3824422"/>
                <a:gd name="connsiteY3" fmla="*/ 472901 h 1476823"/>
                <a:gd name="connsiteX4" fmla="*/ 813180 w 3824422"/>
                <a:gd name="connsiteY4" fmla="*/ 761615 h 1476823"/>
                <a:gd name="connsiteX5" fmla="*/ 1003681 w 3824422"/>
                <a:gd name="connsiteY5" fmla="*/ 896236 h 1476823"/>
                <a:gd name="connsiteX6" fmla="*/ 1294084 w 3824422"/>
                <a:gd name="connsiteY6" fmla="*/ 1054562 h 1476823"/>
                <a:gd name="connsiteX7" fmla="*/ 1613279 w 3824422"/>
                <a:gd name="connsiteY7" fmla="*/ 1344968 h 1476823"/>
                <a:gd name="connsiteX8" fmla="*/ 1676780 w 3824422"/>
                <a:gd name="connsiteY8" fmla="*/ 1340734 h 1476823"/>
                <a:gd name="connsiteX9" fmla="*/ 1668314 w 3824422"/>
                <a:gd name="connsiteY9" fmla="*/ 1150234 h 1476823"/>
                <a:gd name="connsiteX10" fmla="*/ 1748747 w 3824422"/>
                <a:gd name="connsiteY10" fmla="*/ 1137534 h 1476823"/>
                <a:gd name="connsiteX11" fmla="*/ 1765682 w 3824422"/>
                <a:gd name="connsiteY11" fmla="*/ 1361901 h 1476823"/>
                <a:gd name="connsiteX12" fmla="*/ 1812248 w 3824422"/>
                <a:gd name="connsiteY12" fmla="*/ 1383067 h 1476823"/>
                <a:gd name="connsiteX13" fmla="*/ 2176314 w 3824422"/>
                <a:gd name="connsiteY13" fmla="*/ 1391534 h 1476823"/>
                <a:gd name="connsiteX14" fmla="*/ 2222881 w 3824422"/>
                <a:gd name="connsiteY14" fmla="*/ 1332267 h 1476823"/>
                <a:gd name="connsiteX15" fmla="*/ 2235581 w 3824422"/>
                <a:gd name="connsiteY15" fmla="*/ 1171402 h 1476823"/>
                <a:gd name="connsiteX16" fmla="*/ 2294847 w 3824422"/>
                <a:gd name="connsiteY16" fmla="*/ 1158701 h 1476823"/>
                <a:gd name="connsiteX17" fmla="*/ 2311780 w 3824422"/>
                <a:gd name="connsiteY17" fmla="*/ 1344968 h 1476823"/>
                <a:gd name="connsiteX18" fmla="*/ 2377821 w 3824422"/>
                <a:gd name="connsiteY18" fmla="*/ 1394075 h 1476823"/>
                <a:gd name="connsiteX19" fmla="*/ 2570860 w 3824422"/>
                <a:gd name="connsiteY19" fmla="*/ 1307712 h 1476823"/>
                <a:gd name="connsiteX20" fmla="*/ 2807926 w 3824422"/>
                <a:gd name="connsiteY20" fmla="*/ 1143460 h 1476823"/>
                <a:gd name="connsiteX21" fmla="*/ 3067007 w 3824422"/>
                <a:gd name="connsiteY21" fmla="*/ 891154 h 1476823"/>
                <a:gd name="connsiteX22" fmla="*/ 3374347 w 3824422"/>
                <a:gd name="connsiteY22" fmla="*/ 527934 h 1476823"/>
                <a:gd name="connsiteX23" fmla="*/ 3641047 w 3824422"/>
                <a:gd name="connsiteY23" fmla="*/ 269701 h 1476823"/>
                <a:gd name="connsiteX24" fmla="*/ 3768048 w 3824422"/>
                <a:gd name="connsiteY24" fmla="*/ 19934 h 1476823"/>
                <a:gd name="connsiteX25" fmla="*/ 3823080 w 3824422"/>
                <a:gd name="connsiteY25" fmla="*/ 45335 h 1476823"/>
                <a:gd name="connsiteX26" fmla="*/ 3717246 w 3824422"/>
                <a:gd name="connsiteY26" fmla="*/ 282400 h 1476823"/>
                <a:gd name="connsiteX27" fmla="*/ 3552147 w 3824422"/>
                <a:gd name="connsiteY27" fmla="*/ 447501 h 1476823"/>
                <a:gd name="connsiteX28" fmla="*/ 3338787 w 3824422"/>
                <a:gd name="connsiteY28" fmla="*/ 704041 h 1476823"/>
                <a:gd name="connsiteX29" fmla="*/ 3090714 w 3824422"/>
                <a:gd name="connsiteY29" fmla="*/ 997834 h 1476823"/>
                <a:gd name="connsiteX30" fmla="*/ 2538685 w 3824422"/>
                <a:gd name="connsiteY30" fmla="*/ 1422859 h 1476823"/>
                <a:gd name="connsiteX31" fmla="*/ 2114506 w 3824422"/>
                <a:gd name="connsiteY31" fmla="*/ 1474507 h 1476823"/>
                <a:gd name="connsiteX32" fmla="*/ 1714034 w 3824422"/>
                <a:gd name="connsiteY32" fmla="*/ 1456728 h 1476823"/>
                <a:gd name="connsiteX33" fmla="*/ 1562479 w 3824422"/>
                <a:gd name="connsiteY33" fmla="*/ 1389841 h 1476823"/>
                <a:gd name="connsiteX34" fmla="*/ 1378754 w 3824422"/>
                <a:gd name="connsiteY34" fmla="*/ 1232361 h 1476823"/>
                <a:gd name="connsiteX35" fmla="*/ 1233126 w 3824422"/>
                <a:gd name="connsiteY35" fmla="*/ 1107900 h 1476823"/>
                <a:gd name="connsiteX36" fmla="*/ 1019767 w 3824422"/>
                <a:gd name="connsiteY36" fmla="*/ 990213 h 1476823"/>
                <a:gd name="connsiteX37" fmla="*/ 758147 w 3824422"/>
                <a:gd name="connsiteY37" fmla="*/ 820035 h 1476823"/>
                <a:gd name="connsiteX38" fmla="*/ 449113 w 3824422"/>
                <a:gd name="connsiteY38" fmla="*/ 447501 h 1476823"/>
                <a:gd name="connsiteX39" fmla="*/ 101980 w 3824422"/>
                <a:gd name="connsiteY39" fmla="*/ 155402 h 1476823"/>
                <a:gd name="connsiteX40" fmla="*/ 13081 w 3824422"/>
                <a:gd name="connsiteY40" fmla="*/ 105448 h 1476823"/>
                <a:gd name="connsiteX41" fmla="*/ 21548 w 3824422"/>
                <a:gd name="connsiteY41" fmla="*/ 15701 h 1476823"/>
                <a:gd name="connsiteX0" fmla="*/ 21548 w 3824422"/>
                <a:gd name="connsiteY0" fmla="*/ 15701 h 1476823"/>
                <a:gd name="connsiteX1" fmla="*/ 209505 w 3824422"/>
                <a:gd name="connsiteY1" fmla="*/ 135927 h 1476823"/>
                <a:gd name="connsiteX2" fmla="*/ 455887 w 3824422"/>
                <a:gd name="connsiteY2" fmla="*/ 341668 h 1476823"/>
                <a:gd name="connsiteX3" fmla="*/ 565954 w 3824422"/>
                <a:gd name="connsiteY3" fmla="*/ 472901 h 1476823"/>
                <a:gd name="connsiteX4" fmla="*/ 813180 w 3824422"/>
                <a:gd name="connsiteY4" fmla="*/ 761615 h 1476823"/>
                <a:gd name="connsiteX5" fmla="*/ 1003681 w 3824422"/>
                <a:gd name="connsiteY5" fmla="*/ 896236 h 1476823"/>
                <a:gd name="connsiteX6" fmla="*/ 1294084 w 3824422"/>
                <a:gd name="connsiteY6" fmla="*/ 1054562 h 1476823"/>
                <a:gd name="connsiteX7" fmla="*/ 1613279 w 3824422"/>
                <a:gd name="connsiteY7" fmla="*/ 1344968 h 1476823"/>
                <a:gd name="connsiteX8" fmla="*/ 1676780 w 3824422"/>
                <a:gd name="connsiteY8" fmla="*/ 1340734 h 1476823"/>
                <a:gd name="connsiteX9" fmla="*/ 1668314 w 3824422"/>
                <a:gd name="connsiteY9" fmla="*/ 1150234 h 1476823"/>
                <a:gd name="connsiteX10" fmla="*/ 1748747 w 3824422"/>
                <a:gd name="connsiteY10" fmla="*/ 1137534 h 1476823"/>
                <a:gd name="connsiteX11" fmla="*/ 1765682 w 3824422"/>
                <a:gd name="connsiteY11" fmla="*/ 1361901 h 1476823"/>
                <a:gd name="connsiteX12" fmla="*/ 1812248 w 3824422"/>
                <a:gd name="connsiteY12" fmla="*/ 1383067 h 1476823"/>
                <a:gd name="connsiteX13" fmla="*/ 2176314 w 3824422"/>
                <a:gd name="connsiteY13" fmla="*/ 1391534 h 1476823"/>
                <a:gd name="connsiteX14" fmla="*/ 2222881 w 3824422"/>
                <a:gd name="connsiteY14" fmla="*/ 1332267 h 1476823"/>
                <a:gd name="connsiteX15" fmla="*/ 2235581 w 3824422"/>
                <a:gd name="connsiteY15" fmla="*/ 1171402 h 1476823"/>
                <a:gd name="connsiteX16" fmla="*/ 2294847 w 3824422"/>
                <a:gd name="connsiteY16" fmla="*/ 1158701 h 1476823"/>
                <a:gd name="connsiteX17" fmla="*/ 2311780 w 3824422"/>
                <a:gd name="connsiteY17" fmla="*/ 1344968 h 1476823"/>
                <a:gd name="connsiteX18" fmla="*/ 2377821 w 3824422"/>
                <a:gd name="connsiteY18" fmla="*/ 1394075 h 1476823"/>
                <a:gd name="connsiteX19" fmla="*/ 2570860 w 3824422"/>
                <a:gd name="connsiteY19" fmla="*/ 1307712 h 1476823"/>
                <a:gd name="connsiteX20" fmla="*/ 2807926 w 3824422"/>
                <a:gd name="connsiteY20" fmla="*/ 1143460 h 1476823"/>
                <a:gd name="connsiteX21" fmla="*/ 3067007 w 3824422"/>
                <a:gd name="connsiteY21" fmla="*/ 891154 h 1476823"/>
                <a:gd name="connsiteX22" fmla="*/ 3374347 w 3824422"/>
                <a:gd name="connsiteY22" fmla="*/ 527934 h 1476823"/>
                <a:gd name="connsiteX23" fmla="*/ 3641047 w 3824422"/>
                <a:gd name="connsiteY23" fmla="*/ 269701 h 1476823"/>
                <a:gd name="connsiteX24" fmla="*/ 3768048 w 3824422"/>
                <a:gd name="connsiteY24" fmla="*/ 19934 h 1476823"/>
                <a:gd name="connsiteX25" fmla="*/ 3823080 w 3824422"/>
                <a:gd name="connsiteY25" fmla="*/ 45335 h 1476823"/>
                <a:gd name="connsiteX26" fmla="*/ 3717246 w 3824422"/>
                <a:gd name="connsiteY26" fmla="*/ 282400 h 1476823"/>
                <a:gd name="connsiteX27" fmla="*/ 3567387 w 3824422"/>
                <a:gd name="connsiteY27" fmla="*/ 447501 h 1476823"/>
                <a:gd name="connsiteX28" fmla="*/ 3338787 w 3824422"/>
                <a:gd name="connsiteY28" fmla="*/ 704041 h 1476823"/>
                <a:gd name="connsiteX29" fmla="*/ 3090714 w 3824422"/>
                <a:gd name="connsiteY29" fmla="*/ 997834 h 1476823"/>
                <a:gd name="connsiteX30" fmla="*/ 2538685 w 3824422"/>
                <a:gd name="connsiteY30" fmla="*/ 1422859 h 1476823"/>
                <a:gd name="connsiteX31" fmla="*/ 2114506 w 3824422"/>
                <a:gd name="connsiteY31" fmla="*/ 1474507 h 1476823"/>
                <a:gd name="connsiteX32" fmla="*/ 1714034 w 3824422"/>
                <a:gd name="connsiteY32" fmla="*/ 1456728 h 1476823"/>
                <a:gd name="connsiteX33" fmla="*/ 1562479 w 3824422"/>
                <a:gd name="connsiteY33" fmla="*/ 1389841 h 1476823"/>
                <a:gd name="connsiteX34" fmla="*/ 1378754 w 3824422"/>
                <a:gd name="connsiteY34" fmla="*/ 1232361 h 1476823"/>
                <a:gd name="connsiteX35" fmla="*/ 1233126 w 3824422"/>
                <a:gd name="connsiteY35" fmla="*/ 1107900 h 1476823"/>
                <a:gd name="connsiteX36" fmla="*/ 1019767 w 3824422"/>
                <a:gd name="connsiteY36" fmla="*/ 990213 h 1476823"/>
                <a:gd name="connsiteX37" fmla="*/ 758147 w 3824422"/>
                <a:gd name="connsiteY37" fmla="*/ 820035 h 1476823"/>
                <a:gd name="connsiteX38" fmla="*/ 449113 w 3824422"/>
                <a:gd name="connsiteY38" fmla="*/ 447501 h 1476823"/>
                <a:gd name="connsiteX39" fmla="*/ 101980 w 3824422"/>
                <a:gd name="connsiteY39" fmla="*/ 155402 h 1476823"/>
                <a:gd name="connsiteX40" fmla="*/ 13081 w 3824422"/>
                <a:gd name="connsiteY40" fmla="*/ 105448 h 1476823"/>
                <a:gd name="connsiteX41" fmla="*/ 21548 w 3824422"/>
                <a:gd name="connsiteY41" fmla="*/ 15701 h 1476823"/>
                <a:gd name="connsiteX0" fmla="*/ 21548 w 3795891"/>
                <a:gd name="connsiteY0" fmla="*/ 1308 h 1462430"/>
                <a:gd name="connsiteX1" fmla="*/ 209505 w 3795891"/>
                <a:gd name="connsiteY1" fmla="*/ 121534 h 1462430"/>
                <a:gd name="connsiteX2" fmla="*/ 455887 w 3795891"/>
                <a:gd name="connsiteY2" fmla="*/ 327275 h 1462430"/>
                <a:gd name="connsiteX3" fmla="*/ 565954 w 3795891"/>
                <a:gd name="connsiteY3" fmla="*/ 458508 h 1462430"/>
                <a:gd name="connsiteX4" fmla="*/ 813180 w 3795891"/>
                <a:gd name="connsiteY4" fmla="*/ 747222 h 1462430"/>
                <a:gd name="connsiteX5" fmla="*/ 1003681 w 3795891"/>
                <a:gd name="connsiteY5" fmla="*/ 881843 h 1462430"/>
                <a:gd name="connsiteX6" fmla="*/ 1294084 w 3795891"/>
                <a:gd name="connsiteY6" fmla="*/ 1040169 h 1462430"/>
                <a:gd name="connsiteX7" fmla="*/ 1613279 w 3795891"/>
                <a:gd name="connsiteY7" fmla="*/ 1330575 h 1462430"/>
                <a:gd name="connsiteX8" fmla="*/ 1676780 w 3795891"/>
                <a:gd name="connsiteY8" fmla="*/ 1326341 h 1462430"/>
                <a:gd name="connsiteX9" fmla="*/ 1668314 w 3795891"/>
                <a:gd name="connsiteY9" fmla="*/ 1135841 h 1462430"/>
                <a:gd name="connsiteX10" fmla="*/ 1748747 w 3795891"/>
                <a:gd name="connsiteY10" fmla="*/ 1123141 h 1462430"/>
                <a:gd name="connsiteX11" fmla="*/ 1765682 w 3795891"/>
                <a:gd name="connsiteY11" fmla="*/ 1347508 h 1462430"/>
                <a:gd name="connsiteX12" fmla="*/ 1812248 w 3795891"/>
                <a:gd name="connsiteY12" fmla="*/ 1368674 h 1462430"/>
                <a:gd name="connsiteX13" fmla="*/ 2176314 w 3795891"/>
                <a:gd name="connsiteY13" fmla="*/ 1377141 h 1462430"/>
                <a:gd name="connsiteX14" fmla="*/ 2222881 w 3795891"/>
                <a:gd name="connsiteY14" fmla="*/ 1317874 h 1462430"/>
                <a:gd name="connsiteX15" fmla="*/ 2235581 w 3795891"/>
                <a:gd name="connsiteY15" fmla="*/ 1157009 h 1462430"/>
                <a:gd name="connsiteX16" fmla="*/ 2294847 w 3795891"/>
                <a:gd name="connsiteY16" fmla="*/ 1144308 h 1462430"/>
                <a:gd name="connsiteX17" fmla="*/ 2311780 w 3795891"/>
                <a:gd name="connsiteY17" fmla="*/ 1330575 h 1462430"/>
                <a:gd name="connsiteX18" fmla="*/ 2377821 w 3795891"/>
                <a:gd name="connsiteY18" fmla="*/ 1379682 h 1462430"/>
                <a:gd name="connsiteX19" fmla="*/ 2570860 w 3795891"/>
                <a:gd name="connsiteY19" fmla="*/ 1293319 h 1462430"/>
                <a:gd name="connsiteX20" fmla="*/ 2807926 w 3795891"/>
                <a:gd name="connsiteY20" fmla="*/ 1129067 h 1462430"/>
                <a:gd name="connsiteX21" fmla="*/ 3067007 w 3795891"/>
                <a:gd name="connsiteY21" fmla="*/ 876761 h 1462430"/>
                <a:gd name="connsiteX22" fmla="*/ 3374347 w 3795891"/>
                <a:gd name="connsiteY22" fmla="*/ 513541 h 1462430"/>
                <a:gd name="connsiteX23" fmla="*/ 3641047 w 3795891"/>
                <a:gd name="connsiteY23" fmla="*/ 255308 h 1462430"/>
                <a:gd name="connsiteX24" fmla="*/ 3768048 w 3795891"/>
                <a:gd name="connsiteY24" fmla="*/ 5541 h 1462430"/>
                <a:gd name="connsiteX25" fmla="*/ 3792600 w 3795891"/>
                <a:gd name="connsiteY25" fmla="*/ 96982 h 1462430"/>
                <a:gd name="connsiteX26" fmla="*/ 3717246 w 3795891"/>
                <a:gd name="connsiteY26" fmla="*/ 268007 h 1462430"/>
                <a:gd name="connsiteX27" fmla="*/ 3567387 w 3795891"/>
                <a:gd name="connsiteY27" fmla="*/ 433108 h 1462430"/>
                <a:gd name="connsiteX28" fmla="*/ 3338787 w 3795891"/>
                <a:gd name="connsiteY28" fmla="*/ 689648 h 1462430"/>
                <a:gd name="connsiteX29" fmla="*/ 3090714 w 3795891"/>
                <a:gd name="connsiteY29" fmla="*/ 983441 h 1462430"/>
                <a:gd name="connsiteX30" fmla="*/ 2538685 w 3795891"/>
                <a:gd name="connsiteY30" fmla="*/ 1408466 h 1462430"/>
                <a:gd name="connsiteX31" fmla="*/ 2114506 w 3795891"/>
                <a:gd name="connsiteY31" fmla="*/ 1460114 h 1462430"/>
                <a:gd name="connsiteX32" fmla="*/ 1714034 w 3795891"/>
                <a:gd name="connsiteY32" fmla="*/ 1442335 h 1462430"/>
                <a:gd name="connsiteX33" fmla="*/ 1562479 w 3795891"/>
                <a:gd name="connsiteY33" fmla="*/ 1375448 h 1462430"/>
                <a:gd name="connsiteX34" fmla="*/ 1378754 w 3795891"/>
                <a:gd name="connsiteY34" fmla="*/ 1217968 h 1462430"/>
                <a:gd name="connsiteX35" fmla="*/ 1233126 w 3795891"/>
                <a:gd name="connsiteY35" fmla="*/ 1093507 h 1462430"/>
                <a:gd name="connsiteX36" fmla="*/ 1019767 w 3795891"/>
                <a:gd name="connsiteY36" fmla="*/ 975820 h 1462430"/>
                <a:gd name="connsiteX37" fmla="*/ 758147 w 3795891"/>
                <a:gd name="connsiteY37" fmla="*/ 805642 h 1462430"/>
                <a:gd name="connsiteX38" fmla="*/ 449113 w 3795891"/>
                <a:gd name="connsiteY38" fmla="*/ 433108 h 1462430"/>
                <a:gd name="connsiteX39" fmla="*/ 101980 w 3795891"/>
                <a:gd name="connsiteY39" fmla="*/ 141009 h 1462430"/>
                <a:gd name="connsiteX40" fmla="*/ 13081 w 3795891"/>
                <a:gd name="connsiteY40" fmla="*/ 91055 h 1462430"/>
                <a:gd name="connsiteX41" fmla="*/ 21548 w 3795891"/>
                <a:gd name="connsiteY41" fmla="*/ 1308 h 1462430"/>
                <a:gd name="connsiteX0" fmla="*/ 21548 w 3795891"/>
                <a:gd name="connsiteY0" fmla="*/ 1308 h 1462430"/>
                <a:gd name="connsiteX1" fmla="*/ 209505 w 3795891"/>
                <a:gd name="connsiteY1" fmla="*/ 121534 h 1462430"/>
                <a:gd name="connsiteX2" fmla="*/ 455887 w 3795891"/>
                <a:gd name="connsiteY2" fmla="*/ 327275 h 1462430"/>
                <a:gd name="connsiteX3" fmla="*/ 565954 w 3795891"/>
                <a:gd name="connsiteY3" fmla="*/ 458508 h 1462430"/>
                <a:gd name="connsiteX4" fmla="*/ 813180 w 3795891"/>
                <a:gd name="connsiteY4" fmla="*/ 747222 h 1462430"/>
                <a:gd name="connsiteX5" fmla="*/ 1003681 w 3795891"/>
                <a:gd name="connsiteY5" fmla="*/ 881843 h 1462430"/>
                <a:gd name="connsiteX6" fmla="*/ 1294084 w 3795891"/>
                <a:gd name="connsiteY6" fmla="*/ 1040169 h 1462430"/>
                <a:gd name="connsiteX7" fmla="*/ 1613279 w 3795891"/>
                <a:gd name="connsiteY7" fmla="*/ 1330575 h 1462430"/>
                <a:gd name="connsiteX8" fmla="*/ 1676780 w 3795891"/>
                <a:gd name="connsiteY8" fmla="*/ 1326341 h 1462430"/>
                <a:gd name="connsiteX9" fmla="*/ 1668314 w 3795891"/>
                <a:gd name="connsiteY9" fmla="*/ 1135841 h 1462430"/>
                <a:gd name="connsiteX10" fmla="*/ 1748747 w 3795891"/>
                <a:gd name="connsiteY10" fmla="*/ 1123141 h 1462430"/>
                <a:gd name="connsiteX11" fmla="*/ 1765682 w 3795891"/>
                <a:gd name="connsiteY11" fmla="*/ 1347508 h 1462430"/>
                <a:gd name="connsiteX12" fmla="*/ 1812248 w 3795891"/>
                <a:gd name="connsiteY12" fmla="*/ 1368674 h 1462430"/>
                <a:gd name="connsiteX13" fmla="*/ 2176314 w 3795891"/>
                <a:gd name="connsiteY13" fmla="*/ 1377141 h 1462430"/>
                <a:gd name="connsiteX14" fmla="*/ 2222881 w 3795891"/>
                <a:gd name="connsiteY14" fmla="*/ 1317874 h 1462430"/>
                <a:gd name="connsiteX15" fmla="*/ 2235581 w 3795891"/>
                <a:gd name="connsiteY15" fmla="*/ 1157009 h 1462430"/>
                <a:gd name="connsiteX16" fmla="*/ 2294847 w 3795891"/>
                <a:gd name="connsiteY16" fmla="*/ 1144308 h 1462430"/>
                <a:gd name="connsiteX17" fmla="*/ 2311780 w 3795891"/>
                <a:gd name="connsiteY17" fmla="*/ 1330575 h 1462430"/>
                <a:gd name="connsiteX18" fmla="*/ 2377821 w 3795891"/>
                <a:gd name="connsiteY18" fmla="*/ 1379682 h 1462430"/>
                <a:gd name="connsiteX19" fmla="*/ 2570860 w 3795891"/>
                <a:gd name="connsiteY19" fmla="*/ 1293319 h 1462430"/>
                <a:gd name="connsiteX20" fmla="*/ 2807926 w 3795891"/>
                <a:gd name="connsiteY20" fmla="*/ 1129067 h 1462430"/>
                <a:gd name="connsiteX21" fmla="*/ 3067007 w 3795891"/>
                <a:gd name="connsiteY21" fmla="*/ 876761 h 1462430"/>
                <a:gd name="connsiteX22" fmla="*/ 3399747 w 3795891"/>
                <a:gd name="connsiteY22" fmla="*/ 513541 h 1462430"/>
                <a:gd name="connsiteX23" fmla="*/ 3641047 w 3795891"/>
                <a:gd name="connsiteY23" fmla="*/ 255308 h 1462430"/>
                <a:gd name="connsiteX24" fmla="*/ 3768048 w 3795891"/>
                <a:gd name="connsiteY24" fmla="*/ 5541 h 1462430"/>
                <a:gd name="connsiteX25" fmla="*/ 3792600 w 3795891"/>
                <a:gd name="connsiteY25" fmla="*/ 96982 h 1462430"/>
                <a:gd name="connsiteX26" fmla="*/ 3717246 w 3795891"/>
                <a:gd name="connsiteY26" fmla="*/ 268007 h 1462430"/>
                <a:gd name="connsiteX27" fmla="*/ 3567387 w 3795891"/>
                <a:gd name="connsiteY27" fmla="*/ 433108 h 1462430"/>
                <a:gd name="connsiteX28" fmla="*/ 3338787 w 3795891"/>
                <a:gd name="connsiteY28" fmla="*/ 689648 h 1462430"/>
                <a:gd name="connsiteX29" fmla="*/ 3090714 w 3795891"/>
                <a:gd name="connsiteY29" fmla="*/ 983441 h 1462430"/>
                <a:gd name="connsiteX30" fmla="*/ 2538685 w 3795891"/>
                <a:gd name="connsiteY30" fmla="*/ 1408466 h 1462430"/>
                <a:gd name="connsiteX31" fmla="*/ 2114506 w 3795891"/>
                <a:gd name="connsiteY31" fmla="*/ 1460114 h 1462430"/>
                <a:gd name="connsiteX32" fmla="*/ 1714034 w 3795891"/>
                <a:gd name="connsiteY32" fmla="*/ 1442335 h 1462430"/>
                <a:gd name="connsiteX33" fmla="*/ 1562479 w 3795891"/>
                <a:gd name="connsiteY33" fmla="*/ 1375448 h 1462430"/>
                <a:gd name="connsiteX34" fmla="*/ 1378754 w 3795891"/>
                <a:gd name="connsiteY34" fmla="*/ 1217968 h 1462430"/>
                <a:gd name="connsiteX35" fmla="*/ 1233126 w 3795891"/>
                <a:gd name="connsiteY35" fmla="*/ 1093507 h 1462430"/>
                <a:gd name="connsiteX36" fmla="*/ 1019767 w 3795891"/>
                <a:gd name="connsiteY36" fmla="*/ 975820 h 1462430"/>
                <a:gd name="connsiteX37" fmla="*/ 758147 w 3795891"/>
                <a:gd name="connsiteY37" fmla="*/ 805642 h 1462430"/>
                <a:gd name="connsiteX38" fmla="*/ 449113 w 3795891"/>
                <a:gd name="connsiteY38" fmla="*/ 433108 h 1462430"/>
                <a:gd name="connsiteX39" fmla="*/ 101980 w 3795891"/>
                <a:gd name="connsiteY39" fmla="*/ 141009 h 1462430"/>
                <a:gd name="connsiteX40" fmla="*/ 13081 w 3795891"/>
                <a:gd name="connsiteY40" fmla="*/ 91055 h 1462430"/>
                <a:gd name="connsiteX41" fmla="*/ 21548 w 3795891"/>
                <a:gd name="connsiteY41" fmla="*/ 1308 h 1462430"/>
                <a:gd name="connsiteX0" fmla="*/ 21548 w 3795891"/>
                <a:gd name="connsiteY0" fmla="*/ 1308 h 1462430"/>
                <a:gd name="connsiteX1" fmla="*/ 209505 w 3795891"/>
                <a:gd name="connsiteY1" fmla="*/ 121534 h 1462430"/>
                <a:gd name="connsiteX2" fmla="*/ 455887 w 3795891"/>
                <a:gd name="connsiteY2" fmla="*/ 327275 h 1462430"/>
                <a:gd name="connsiteX3" fmla="*/ 565954 w 3795891"/>
                <a:gd name="connsiteY3" fmla="*/ 458508 h 1462430"/>
                <a:gd name="connsiteX4" fmla="*/ 813180 w 3795891"/>
                <a:gd name="connsiteY4" fmla="*/ 747222 h 1462430"/>
                <a:gd name="connsiteX5" fmla="*/ 1003681 w 3795891"/>
                <a:gd name="connsiteY5" fmla="*/ 881843 h 1462430"/>
                <a:gd name="connsiteX6" fmla="*/ 1294084 w 3795891"/>
                <a:gd name="connsiteY6" fmla="*/ 1040169 h 1462430"/>
                <a:gd name="connsiteX7" fmla="*/ 1613279 w 3795891"/>
                <a:gd name="connsiteY7" fmla="*/ 1330575 h 1462430"/>
                <a:gd name="connsiteX8" fmla="*/ 1676780 w 3795891"/>
                <a:gd name="connsiteY8" fmla="*/ 1326341 h 1462430"/>
                <a:gd name="connsiteX9" fmla="*/ 1668314 w 3795891"/>
                <a:gd name="connsiteY9" fmla="*/ 1135841 h 1462430"/>
                <a:gd name="connsiteX10" fmla="*/ 1748747 w 3795891"/>
                <a:gd name="connsiteY10" fmla="*/ 1123141 h 1462430"/>
                <a:gd name="connsiteX11" fmla="*/ 1765682 w 3795891"/>
                <a:gd name="connsiteY11" fmla="*/ 1347508 h 1462430"/>
                <a:gd name="connsiteX12" fmla="*/ 1812248 w 3795891"/>
                <a:gd name="connsiteY12" fmla="*/ 1368674 h 1462430"/>
                <a:gd name="connsiteX13" fmla="*/ 2176314 w 3795891"/>
                <a:gd name="connsiteY13" fmla="*/ 1377141 h 1462430"/>
                <a:gd name="connsiteX14" fmla="*/ 2222881 w 3795891"/>
                <a:gd name="connsiteY14" fmla="*/ 1317874 h 1462430"/>
                <a:gd name="connsiteX15" fmla="*/ 2235581 w 3795891"/>
                <a:gd name="connsiteY15" fmla="*/ 1157009 h 1462430"/>
                <a:gd name="connsiteX16" fmla="*/ 2294847 w 3795891"/>
                <a:gd name="connsiteY16" fmla="*/ 1144308 h 1462430"/>
                <a:gd name="connsiteX17" fmla="*/ 2311780 w 3795891"/>
                <a:gd name="connsiteY17" fmla="*/ 1330575 h 1462430"/>
                <a:gd name="connsiteX18" fmla="*/ 2377821 w 3795891"/>
                <a:gd name="connsiteY18" fmla="*/ 1379682 h 1462430"/>
                <a:gd name="connsiteX19" fmla="*/ 2570860 w 3795891"/>
                <a:gd name="connsiteY19" fmla="*/ 1293319 h 1462430"/>
                <a:gd name="connsiteX20" fmla="*/ 2807926 w 3795891"/>
                <a:gd name="connsiteY20" fmla="*/ 1129067 h 1462430"/>
                <a:gd name="connsiteX21" fmla="*/ 3056847 w 3795891"/>
                <a:gd name="connsiteY21" fmla="*/ 907241 h 1462430"/>
                <a:gd name="connsiteX22" fmla="*/ 3399747 w 3795891"/>
                <a:gd name="connsiteY22" fmla="*/ 513541 h 1462430"/>
                <a:gd name="connsiteX23" fmla="*/ 3641047 w 3795891"/>
                <a:gd name="connsiteY23" fmla="*/ 255308 h 1462430"/>
                <a:gd name="connsiteX24" fmla="*/ 3768048 w 3795891"/>
                <a:gd name="connsiteY24" fmla="*/ 5541 h 1462430"/>
                <a:gd name="connsiteX25" fmla="*/ 3792600 w 3795891"/>
                <a:gd name="connsiteY25" fmla="*/ 96982 h 1462430"/>
                <a:gd name="connsiteX26" fmla="*/ 3717246 w 3795891"/>
                <a:gd name="connsiteY26" fmla="*/ 268007 h 1462430"/>
                <a:gd name="connsiteX27" fmla="*/ 3567387 w 3795891"/>
                <a:gd name="connsiteY27" fmla="*/ 433108 h 1462430"/>
                <a:gd name="connsiteX28" fmla="*/ 3338787 w 3795891"/>
                <a:gd name="connsiteY28" fmla="*/ 689648 h 1462430"/>
                <a:gd name="connsiteX29" fmla="*/ 3090714 w 3795891"/>
                <a:gd name="connsiteY29" fmla="*/ 983441 h 1462430"/>
                <a:gd name="connsiteX30" fmla="*/ 2538685 w 3795891"/>
                <a:gd name="connsiteY30" fmla="*/ 1408466 h 1462430"/>
                <a:gd name="connsiteX31" fmla="*/ 2114506 w 3795891"/>
                <a:gd name="connsiteY31" fmla="*/ 1460114 h 1462430"/>
                <a:gd name="connsiteX32" fmla="*/ 1714034 w 3795891"/>
                <a:gd name="connsiteY32" fmla="*/ 1442335 h 1462430"/>
                <a:gd name="connsiteX33" fmla="*/ 1562479 w 3795891"/>
                <a:gd name="connsiteY33" fmla="*/ 1375448 h 1462430"/>
                <a:gd name="connsiteX34" fmla="*/ 1378754 w 3795891"/>
                <a:gd name="connsiteY34" fmla="*/ 1217968 h 1462430"/>
                <a:gd name="connsiteX35" fmla="*/ 1233126 w 3795891"/>
                <a:gd name="connsiteY35" fmla="*/ 1093507 h 1462430"/>
                <a:gd name="connsiteX36" fmla="*/ 1019767 w 3795891"/>
                <a:gd name="connsiteY36" fmla="*/ 975820 h 1462430"/>
                <a:gd name="connsiteX37" fmla="*/ 758147 w 3795891"/>
                <a:gd name="connsiteY37" fmla="*/ 805642 h 1462430"/>
                <a:gd name="connsiteX38" fmla="*/ 449113 w 3795891"/>
                <a:gd name="connsiteY38" fmla="*/ 433108 h 1462430"/>
                <a:gd name="connsiteX39" fmla="*/ 101980 w 3795891"/>
                <a:gd name="connsiteY39" fmla="*/ 141009 h 1462430"/>
                <a:gd name="connsiteX40" fmla="*/ 13081 w 3795891"/>
                <a:gd name="connsiteY40" fmla="*/ 91055 h 1462430"/>
                <a:gd name="connsiteX41" fmla="*/ 21548 w 3795891"/>
                <a:gd name="connsiteY41" fmla="*/ 1308 h 1462430"/>
                <a:gd name="connsiteX0" fmla="*/ 21548 w 3795891"/>
                <a:gd name="connsiteY0" fmla="*/ 1308 h 1462430"/>
                <a:gd name="connsiteX1" fmla="*/ 209505 w 3795891"/>
                <a:gd name="connsiteY1" fmla="*/ 121534 h 1462430"/>
                <a:gd name="connsiteX2" fmla="*/ 455887 w 3795891"/>
                <a:gd name="connsiteY2" fmla="*/ 327275 h 1462430"/>
                <a:gd name="connsiteX3" fmla="*/ 565954 w 3795891"/>
                <a:gd name="connsiteY3" fmla="*/ 458508 h 1462430"/>
                <a:gd name="connsiteX4" fmla="*/ 813180 w 3795891"/>
                <a:gd name="connsiteY4" fmla="*/ 747222 h 1462430"/>
                <a:gd name="connsiteX5" fmla="*/ 1003681 w 3795891"/>
                <a:gd name="connsiteY5" fmla="*/ 881843 h 1462430"/>
                <a:gd name="connsiteX6" fmla="*/ 1294084 w 3795891"/>
                <a:gd name="connsiteY6" fmla="*/ 1040169 h 1462430"/>
                <a:gd name="connsiteX7" fmla="*/ 1613279 w 3795891"/>
                <a:gd name="connsiteY7" fmla="*/ 1330575 h 1462430"/>
                <a:gd name="connsiteX8" fmla="*/ 1676780 w 3795891"/>
                <a:gd name="connsiteY8" fmla="*/ 1326341 h 1462430"/>
                <a:gd name="connsiteX9" fmla="*/ 1668314 w 3795891"/>
                <a:gd name="connsiteY9" fmla="*/ 1135841 h 1462430"/>
                <a:gd name="connsiteX10" fmla="*/ 1748747 w 3795891"/>
                <a:gd name="connsiteY10" fmla="*/ 1123141 h 1462430"/>
                <a:gd name="connsiteX11" fmla="*/ 1765682 w 3795891"/>
                <a:gd name="connsiteY11" fmla="*/ 1347508 h 1462430"/>
                <a:gd name="connsiteX12" fmla="*/ 1812248 w 3795891"/>
                <a:gd name="connsiteY12" fmla="*/ 1368674 h 1462430"/>
                <a:gd name="connsiteX13" fmla="*/ 2176314 w 3795891"/>
                <a:gd name="connsiteY13" fmla="*/ 1377141 h 1462430"/>
                <a:gd name="connsiteX14" fmla="*/ 2222881 w 3795891"/>
                <a:gd name="connsiteY14" fmla="*/ 1317874 h 1462430"/>
                <a:gd name="connsiteX15" fmla="*/ 2235581 w 3795891"/>
                <a:gd name="connsiteY15" fmla="*/ 1157009 h 1462430"/>
                <a:gd name="connsiteX16" fmla="*/ 2294847 w 3795891"/>
                <a:gd name="connsiteY16" fmla="*/ 1144308 h 1462430"/>
                <a:gd name="connsiteX17" fmla="*/ 2311780 w 3795891"/>
                <a:gd name="connsiteY17" fmla="*/ 1330575 h 1462430"/>
                <a:gd name="connsiteX18" fmla="*/ 2377821 w 3795891"/>
                <a:gd name="connsiteY18" fmla="*/ 1379682 h 1462430"/>
                <a:gd name="connsiteX19" fmla="*/ 2591180 w 3795891"/>
                <a:gd name="connsiteY19" fmla="*/ 1303479 h 1462430"/>
                <a:gd name="connsiteX20" fmla="*/ 2807926 w 3795891"/>
                <a:gd name="connsiteY20" fmla="*/ 1129067 h 1462430"/>
                <a:gd name="connsiteX21" fmla="*/ 3056847 w 3795891"/>
                <a:gd name="connsiteY21" fmla="*/ 907241 h 1462430"/>
                <a:gd name="connsiteX22" fmla="*/ 3399747 w 3795891"/>
                <a:gd name="connsiteY22" fmla="*/ 513541 h 1462430"/>
                <a:gd name="connsiteX23" fmla="*/ 3641047 w 3795891"/>
                <a:gd name="connsiteY23" fmla="*/ 255308 h 1462430"/>
                <a:gd name="connsiteX24" fmla="*/ 3768048 w 3795891"/>
                <a:gd name="connsiteY24" fmla="*/ 5541 h 1462430"/>
                <a:gd name="connsiteX25" fmla="*/ 3792600 w 3795891"/>
                <a:gd name="connsiteY25" fmla="*/ 96982 h 1462430"/>
                <a:gd name="connsiteX26" fmla="*/ 3717246 w 3795891"/>
                <a:gd name="connsiteY26" fmla="*/ 268007 h 1462430"/>
                <a:gd name="connsiteX27" fmla="*/ 3567387 w 3795891"/>
                <a:gd name="connsiteY27" fmla="*/ 433108 h 1462430"/>
                <a:gd name="connsiteX28" fmla="*/ 3338787 w 3795891"/>
                <a:gd name="connsiteY28" fmla="*/ 689648 h 1462430"/>
                <a:gd name="connsiteX29" fmla="*/ 3090714 w 3795891"/>
                <a:gd name="connsiteY29" fmla="*/ 983441 h 1462430"/>
                <a:gd name="connsiteX30" fmla="*/ 2538685 w 3795891"/>
                <a:gd name="connsiteY30" fmla="*/ 1408466 h 1462430"/>
                <a:gd name="connsiteX31" fmla="*/ 2114506 w 3795891"/>
                <a:gd name="connsiteY31" fmla="*/ 1460114 h 1462430"/>
                <a:gd name="connsiteX32" fmla="*/ 1714034 w 3795891"/>
                <a:gd name="connsiteY32" fmla="*/ 1442335 h 1462430"/>
                <a:gd name="connsiteX33" fmla="*/ 1562479 w 3795891"/>
                <a:gd name="connsiteY33" fmla="*/ 1375448 h 1462430"/>
                <a:gd name="connsiteX34" fmla="*/ 1378754 w 3795891"/>
                <a:gd name="connsiteY34" fmla="*/ 1217968 h 1462430"/>
                <a:gd name="connsiteX35" fmla="*/ 1233126 w 3795891"/>
                <a:gd name="connsiteY35" fmla="*/ 1093507 h 1462430"/>
                <a:gd name="connsiteX36" fmla="*/ 1019767 w 3795891"/>
                <a:gd name="connsiteY36" fmla="*/ 975820 h 1462430"/>
                <a:gd name="connsiteX37" fmla="*/ 758147 w 3795891"/>
                <a:gd name="connsiteY37" fmla="*/ 805642 h 1462430"/>
                <a:gd name="connsiteX38" fmla="*/ 449113 w 3795891"/>
                <a:gd name="connsiteY38" fmla="*/ 433108 h 1462430"/>
                <a:gd name="connsiteX39" fmla="*/ 101980 w 3795891"/>
                <a:gd name="connsiteY39" fmla="*/ 141009 h 1462430"/>
                <a:gd name="connsiteX40" fmla="*/ 13081 w 3795891"/>
                <a:gd name="connsiteY40" fmla="*/ 91055 h 1462430"/>
                <a:gd name="connsiteX41" fmla="*/ 21548 w 3795891"/>
                <a:gd name="connsiteY41" fmla="*/ 1308 h 1462430"/>
                <a:gd name="connsiteX0" fmla="*/ 21548 w 3795891"/>
                <a:gd name="connsiteY0" fmla="*/ 1308 h 1462430"/>
                <a:gd name="connsiteX1" fmla="*/ 209505 w 3795891"/>
                <a:gd name="connsiteY1" fmla="*/ 121534 h 1462430"/>
                <a:gd name="connsiteX2" fmla="*/ 455887 w 3795891"/>
                <a:gd name="connsiteY2" fmla="*/ 327275 h 1462430"/>
                <a:gd name="connsiteX3" fmla="*/ 565954 w 3795891"/>
                <a:gd name="connsiteY3" fmla="*/ 458508 h 1462430"/>
                <a:gd name="connsiteX4" fmla="*/ 813180 w 3795891"/>
                <a:gd name="connsiteY4" fmla="*/ 747222 h 1462430"/>
                <a:gd name="connsiteX5" fmla="*/ 1003681 w 3795891"/>
                <a:gd name="connsiteY5" fmla="*/ 881843 h 1462430"/>
                <a:gd name="connsiteX6" fmla="*/ 1294084 w 3795891"/>
                <a:gd name="connsiteY6" fmla="*/ 1040169 h 1462430"/>
                <a:gd name="connsiteX7" fmla="*/ 1613279 w 3795891"/>
                <a:gd name="connsiteY7" fmla="*/ 1330575 h 1462430"/>
                <a:gd name="connsiteX8" fmla="*/ 1676780 w 3795891"/>
                <a:gd name="connsiteY8" fmla="*/ 1326341 h 1462430"/>
                <a:gd name="connsiteX9" fmla="*/ 1668314 w 3795891"/>
                <a:gd name="connsiteY9" fmla="*/ 1135841 h 1462430"/>
                <a:gd name="connsiteX10" fmla="*/ 1748747 w 3795891"/>
                <a:gd name="connsiteY10" fmla="*/ 1123141 h 1462430"/>
                <a:gd name="connsiteX11" fmla="*/ 1765682 w 3795891"/>
                <a:gd name="connsiteY11" fmla="*/ 1347508 h 1462430"/>
                <a:gd name="connsiteX12" fmla="*/ 1812248 w 3795891"/>
                <a:gd name="connsiteY12" fmla="*/ 1368674 h 1462430"/>
                <a:gd name="connsiteX13" fmla="*/ 2176314 w 3795891"/>
                <a:gd name="connsiteY13" fmla="*/ 1377141 h 1462430"/>
                <a:gd name="connsiteX14" fmla="*/ 2222881 w 3795891"/>
                <a:gd name="connsiteY14" fmla="*/ 1317874 h 1462430"/>
                <a:gd name="connsiteX15" fmla="*/ 2235581 w 3795891"/>
                <a:gd name="connsiteY15" fmla="*/ 1157009 h 1462430"/>
                <a:gd name="connsiteX16" fmla="*/ 2294847 w 3795891"/>
                <a:gd name="connsiteY16" fmla="*/ 1144308 h 1462430"/>
                <a:gd name="connsiteX17" fmla="*/ 2311780 w 3795891"/>
                <a:gd name="connsiteY17" fmla="*/ 1330575 h 1462430"/>
                <a:gd name="connsiteX18" fmla="*/ 2377821 w 3795891"/>
                <a:gd name="connsiteY18" fmla="*/ 1379682 h 1462430"/>
                <a:gd name="connsiteX19" fmla="*/ 2591180 w 3795891"/>
                <a:gd name="connsiteY19" fmla="*/ 1278079 h 1462430"/>
                <a:gd name="connsiteX20" fmla="*/ 2807926 w 3795891"/>
                <a:gd name="connsiteY20" fmla="*/ 1129067 h 1462430"/>
                <a:gd name="connsiteX21" fmla="*/ 3056847 w 3795891"/>
                <a:gd name="connsiteY21" fmla="*/ 907241 h 1462430"/>
                <a:gd name="connsiteX22" fmla="*/ 3399747 w 3795891"/>
                <a:gd name="connsiteY22" fmla="*/ 513541 h 1462430"/>
                <a:gd name="connsiteX23" fmla="*/ 3641047 w 3795891"/>
                <a:gd name="connsiteY23" fmla="*/ 255308 h 1462430"/>
                <a:gd name="connsiteX24" fmla="*/ 3768048 w 3795891"/>
                <a:gd name="connsiteY24" fmla="*/ 5541 h 1462430"/>
                <a:gd name="connsiteX25" fmla="*/ 3792600 w 3795891"/>
                <a:gd name="connsiteY25" fmla="*/ 96982 h 1462430"/>
                <a:gd name="connsiteX26" fmla="*/ 3717246 w 3795891"/>
                <a:gd name="connsiteY26" fmla="*/ 268007 h 1462430"/>
                <a:gd name="connsiteX27" fmla="*/ 3567387 w 3795891"/>
                <a:gd name="connsiteY27" fmla="*/ 433108 h 1462430"/>
                <a:gd name="connsiteX28" fmla="*/ 3338787 w 3795891"/>
                <a:gd name="connsiteY28" fmla="*/ 689648 h 1462430"/>
                <a:gd name="connsiteX29" fmla="*/ 3090714 w 3795891"/>
                <a:gd name="connsiteY29" fmla="*/ 983441 h 1462430"/>
                <a:gd name="connsiteX30" fmla="*/ 2538685 w 3795891"/>
                <a:gd name="connsiteY30" fmla="*/ 1408466 h 1462430"/>
                <a:gd name="connsiteX31" fmla="*/ 2114506 w 3795891"/>
                <a:gd name="connsiteY31" fmla="*/ 1460114 h 1462430"/>
                <a:gd name="connsiteX32" fmla="*/ 1714034 w 3795891"/>
                <a:gd name="connsiteY32" fmla="*/ 1442335 h 1462430"/>
                <a:gd name="connsiteX33" fmla="*/ 1562479 w 3795891"/>
                <a:gd name="connsiteY33" fmla="*/ 1375448 h 1462430"/>
                <a:gd name="connsiteX34" fmla="*/ 1378754 w 3795891"/>
                <a:gd name="connsiteY34" fmla="*/ 1217968 h 1462430"/>
                <a:gd name="connsiteX35" fmla="*/ 1233126 w 3795891"/>
                <a:gd name="connsiteY35" fmla="*/ 1093507 h 1462430"/>
                <a:gd name="connsiteX36" fmla="*/ 1019767 w 3795891"/>
                <a:gd name="connsiteY36" fmla="*/ 975820 h 1462430"/>
                <a:gd name="connsiteX37" fmla="*/ 758147 w 3795891"/>
                <a:gd name="connsiteY37" fmla="*/ 805642 h 1462430"/>
                <a:gd name="connsiteX38" fmla="*/ 449113 w 3795891"/>
                <a:gd name="connsiteY38" fmla="*/ 433108 h 1462430"/>
                <a:gd name="connsiteX39" fmla="*/ 101980 w 3795891"/>
                <a:gd name="connsiteY39" fmla="*/ 141009 h 1462430"/>
                <a:gd name="connsiteX40" fmla="*/ 13081 w 3795891"/>
                <a:gd name="connsiteY40" fmla="*/ 91055 h 1462430"/>
                <a:gd name="connsiteX41" fmla="*/ 21548 w 3795891"/>
                <a:gd name="connsiteY41" fmla="*/ 1308 h 1462430"/>
                <a:gd name="connsiteX0" fmla="*/ 21548 w 3795891"/>
                <a:gd name="connsiteY0" fmla="*/ 1308 h 1462430"/>
                <a:gd name="connsiteX1" fmla="*/ 209505 w 3795891"/>
                <a:gd name="connsiteY1" fmla="*/ 121534 h 1462430"/>
                <a:gd name="connsiteX2" fmla="*/ 455887 w 3795891"/>
                <a:gd name="connsiteY2" fmla="*/ 327275 h 1462430"/>
                <a:gd name="connsiteX3" fmla="*/ 565954 w 3795891"/>
                <a:gd name="connsiteY3" fmla="*/ 458508 h 1462430"/>
                <a:gd name="connsiteX4" fmla="*/ 813180 w 3795891"/>
                <a:gd name="connsiteY4" fmla="*/ 747222 h 1462430"/>
                <a:gd name="connsiteX5" fmla="*/ 1003681 w 3795891"/>
                <a:gd name="connsiteY5" fmla="*/ 881843 h 1462430"/>
                <a:gd name="connsiteX6" fmla="*/ 1294084 w 3795891"/>
                <a:gd name="connsiteY6" fmla="*/ 1040169 h 1462430"/>
                <a:gd name="connsiteX7" fmla="*/ 1613279 w 3795891"/>
                <a:gd name="connsiteY7" fmla="*/ 1330575 h 1462430"/>
                <a:gd name="connsiteX8" fmla="*/ 1676780 w 3795891"/>
                <a:gd name="connsiteY8" fmla="*/ 1326341 h 1462430"/>
                <a:gd name="connsiteX9" fmla="*/ 1668314 w 3795891"/>
                <a:gd name="connsiteY9" fmla="*/ 1135841 h 1462430"/>
                <a:gd name="connsiteX10" fmla="*/ 1748747 w 3795891"/>
                <a:gd name="connsiteY10" fmla="*/ 1123141 h 1462430"/>
                <a:gd name="connsiteX11" fmla="*/ 1765682 w 3795891"/>
                <a:gd name="connsiteY11" fmla="*/ 1347508 h 1462430"/>
                <a:gd name="connsiteX12" fmla="*/ 1812248 w 3795891"/>
                <a:gd name="connsiteY12" fmla="*/ 1368674 h 1462430"/>
                <a:gd name="connsiteX13" fmla="*/ 2176314 w 3795891"/>
                <a:gd name="connsiteY13" fmla="*/ 1377141 h 1462430"/>
                <a:gd name="connsiteX14" fmla="*/ 2222881 w 3795891"/>
                <a:gd name="connsiteY14" fmla="*/ 1317874 h 1462430"/>
                <a:gd name="connsiteX15" fmla="*/ 2235581 w 3795891"/>
                <a:gd name="connsiteY15" fmla="*/ 1157009 h 1462430"/>
                <a:gd name="connsiteX16" fmla="*/ 2294847 w 3795891"/>
                <a:gd name="connsiteY16" fmla="*/ 1144308 h 1462430"/>
                <a:gd name="connsiteX17" fmla="*/ 2311780 w 3795891"/>
                <a:gd name="connsiteY17" fmla="*/ 1330575 h 1462430"/>
                <a:gd name="connsiteX18" fmla="*/ 2377821 w 3795891"/>
                <a:gd name="connsiteY18" fmla="*/ 1379682 h 1462430"/>
                <a:gd name="connsiteX19" fmla="*/ 2621660 w 3795891"/>
                <a:gd name="connsiteY19" fmla="*/ 1283159 h 1462430"/>
                <a:gd name="connsiteX20" fmla="*/ 2807926 w 3795891"/>
                <a:gd name="connsiteY20" fmla="*/ 1129067 h 1462430"/>
                <a:gd name="connsiteX21" fmla="*/ 3056847 w 3795891"/>
                <a:gd name="connsiteY21" fmla="*/ 907241 h 1462430"/>
                <a:gd name="connsiteX22" fmla="*/ 3399747 w 3795891"/>
                <a:gd name="connsiteY22" fmla="*/ 513541 h 1462430"/>
                <a:gd name="connsiteX23" fmla="*/ 3641047 w 3795891"/>
                <a:gd name="connsiteY23" fmla="*/ 255308 h 1462430"/>
                <a:gd name="connsiteX24" fmla="*/ 3768048 w 3795891"/>
                <a:gd name="connsiteY24" fmla="*/ 5541 h 1462430"/>
                <a:gd name="connsiteX25" fmla="*/ 3792600 w 3795891"/>
                <a:gd name="connsiteY25" fmla="*/ 96982 h 1462430"/>
                <a:gd name="connsiteX26" fmla="*/ 3717246 w 3795891"/>
                <a:gd name="connsiteY26" fmla="*/ 268007 h 1462430"/>
                <a:gd name="connsiteX27" fmla="*/ 3567387 w 3795891"/>
                <a:gd name="connsiteY27" fmla="*/ 433108 h 1462430"/>
                <a:gd name="connsiteX28" fmla="*/ 3338787 w 3795891"/>
                <a:gd name="connsiteY28" fmla="*/ 689648 h 1462430"/>
                <a:gd name="connsiteX29" fmla="*/ 3090714 w 3795891"/>
                <a:gd name="connsiteY29" fmla="*/ 983441 h 1462430"/>
                <a:gd name="connsiteX30" fmla="*/ 2538685 w 3795891"/>
                <a:gd name="connsiteY30" fmla="*/ 1408466 h 1462430"/>
                <a:gd name="connsiteX31" fmla="*/ 2114506 w 3795891"/>
                <a:gd name="connsiteY31" fmla="*/ 1460114 h 1462430"/>
                <a:gd name="connsiteX32" fmla="*/ 1714034 w 3795891"/>
                <a:gd name="connsiteY32" fmla="*/ 1442335 h 1462430"/>
                <a:gd name="connsiteX33" fmla="*/ 1562479 w 3795891"/>
                <a:gd name="connsiteY33" fmla="*/ 1375448 h 1462430"/>
                <a:gd name="connsiteX34" fmla="*/ 1378754 w 3795891"/>
                <a:gd name="connsiteY34" fmla="*/ 1217968 h 1462430"/>
                <a:gd name="connsiteX35" fmla="*/ 1233126 w 3795891"/>
                <a:gd name="connsiteY35" fmla="*/ 1093507 h 1462430"/>
                <a:gd name="connsiteX36" fmla="*/ 1019767 w 3795891"/>
                <a:gd name="connsiteY36" fmla="*/ 975820 h 1462430"/>
                <a:gd name="connsiteX37" fmla="*/ 758147 w 3795891"/>
                <a:gd name="connsiteY37" fmla="*/ 805642 h 1462430"/>
                <a:gd name="connsiteX38" fmla="*/ 449113 w 3795891"/>
                <a:gd name="connsiteY38" fmla="*/ 433108 h 1462430"/>
                <a:gd name="connsiteX39" fmla="*/ 101980 w 3795891"/>
                <a:gd name="connsiteY39" fmla="*/ 141009 h 1462430"/>
                <a:gd name="connsiteX40" fmla="*/ 13081 w 3795891"/>
                <a:gd name="connsiteY40" fmla="*/ 91055 h 1462430"/>
                <a:gd name="connsiteX41" fmla="*/ 21548 w 3795891"/>
                <a:gd name="connsiteY41" fmla="*/ 1308 h 1462430"/>
                <a:gd name="connsiteX0" fmla="*/ 21548 w 3795891"/>
                <a:gd name="connsiteY0" fmla="*/ 1308 h 1462430"/>
                <a:gd name="connsiteX1" fmla="*/ 209505 w 3795891"/>
                <a:gd name="connsiteY1" fmla="*/ 121534 h 1462430"/>
                <a:gd name="connsiteX2" fmla="*/ 455887 w 3795891"/>
                <a:gd name="connsiteY2" fmla="*/ 327275 h 1462430"/>
                <a:gd name="connsiteX3" fmla="*/ 565954 w 3795891"/>
                <a:gd name="connsiteY3" fmla="*/ 458508 h 1462430"/>
                <a:gd name="connsiteX4" fmla="*/ 813180 w 3795891"/>
                <a:gd name="connsiteY4" fmla="*/ 747222 h 1462430"/>
                <a:gd name="connsiteX5" fmla="*/ 1003681 w 3795891"/>
                <a:gd name="connsiteY5" fmla="*/ 881843 h 1462430"/>
                <a:gd name="connsiteX6" fmla="*/ 1294084 w 3795891"/>
                <a:gd name="connsiteY6" fmla="*/ 1040169 h 1462430"/>
                <a:gd name="connsiteX7" fmla="*/ 1613279 w 3795891"/>
                <a:gd name="connsiteY7" fmla="*/ 1330575 h 1462430"/>
                <a:gd name="connsiteX8" fmla="*/ 1676780 w 3795891"/>
                <a:gd name="connsiteY8" fmla="*/ 1326341 h 1462430"/>
                <a:gd name="connsiteX9" fmla="*/ 1668314 w 3795891"/>
                <a:gd name="connsiteY9" fmla="*/ 1135841 h 1462430"/>
                <a:gd name="connsiteX10" fmla="*/ 1748747 w 3795891"/>
                <a:gd name="connsiteY10" fmla="*/ 1123141 h 1462430"/>
                <a:gd name="connsiteX11" fmla="*/ 1765682 w 3795891"/>
                <a:gd name="connsiteY11" fmla="*/ 1347508 h 1462430"/>
                <a:gd name="connsiteX12" fmla="*/ 1812248 w 3795891"/>
                <a:gd name="connsiteY12" fmla="*/ 1368674 h 1462430"/>
                <a:gd name="connsiteX13" fmla="*/ 2176314 w 3795891"/>
                <a:gd name="connsiteY13" fmla="*/ 1377141 h 1462430"/>
                <a:gd name="connsiteX14" fmla="*/ 2222881 w 3795891"/>
                <a:gd name="connsiteY14" fmla="*/ 1317874 h 1462430"/>
                <a:gd name="connsiteX15" fmla="*/ 2235581 w 3795891"/>
                <a:gd name="connsiteY15" fmla="*/ 1157009 h 1462430"/>
                <a:gd name="connsiteX16" fmla="*/ 2294847 w 3795891"/>
                <a:gd name="connsiteY16" fmla="*/ 1144308 h 1462430"/>
                <a:gd name="connsiteX17" fmla="*/ 2311780 w 3795891"/>
                <a:gd name="connsiteY17" fmla="*/ 1330575 h 1462430"/>
                <a:gd name="connsiteX18" fmla="*/ 2377821 w 3795891"/>
                <a:gd name="connsiteY18" fmla="*/ 1379682 h 1462430"/>
                <a:gd name="connsiteX19" fmla="*/ 2621660 w 3795891"/>
                <a:gd name="connsiteY19" fmla="*/ 1283159 h 1462430"/>
                <a:gd name="connsiteX20" fmla="*/ 2807926 w 3795891"/>
                <a:gd name="connsiteY20" fmla="*/ 1129067 h 1462430"/>
                <a:gd name="connsiteX21" fmla="*/ 3056847 w 3795891"/>
                <a:gd name="connsiteY21" fmla="*/ 907241 h 1462430"/>
                <a:gd name="connsiteX22" fmla="*/ 3399747 w 3795891"/>
                <a:gd name="connsiteY22" fmla="*/ 513541 h 1462430"/>
                <a:gd name="connsiteX23" fmla="*/ 3641047 w 3795891"/>
                <a:gd name="connsiteY23" fmla="*/ 255308 h 1462430"/>
                <a:gd name="connsiteX24" fmla="*/ 3768048 w 3795891"/>
                <a:gd name="connsiteY24" fmla="*/ 5541 h 1462430"/>
                <a:gd name="connsiteX25" fmla="*/ 3792600 w 3795891"/>
                <a:gd name="connsiteY25" fmla="*/ 96982 h 1462430"/>
                <a:gd name="connsiteX26" fmla="*/ 3717246 w 3795891"/>
                <a:gd name="connsiteY26" fmla="*/ 268007 h 1462430"/>
                <a:gd name="connsiteX27" fmla="*/ 3567387 w 3795891"/>
                <a:gd name="connsiteY27" fmla="*/ 433108 h 1462430"/>
                <a:gd name="connsiteX28" fmla="*/ 3338787 w 3795891"/>
                <a:gd name="connsiteY28" fmla="*/ 689648 h 1462430"/>
                <a:gd name="connsiteX29" fmla="*/ 3090714 w 3795891"/>
                <a:gd name="connsiteY29" fmla="*/ 983441 h 1462430"/>
                <a:gd name="connsiteX30" fmla="*/ 2538685 w 3795891"/>
                <a:gd name="connsiteY30" fmla="*/ 1408466 h 1462430"/>
                <a:gd name="connsiteX31" fmla="*/ 2114506 w 3795891"/>
                <a:gd name="connsiteY31" fmla="*/ 1460114 h 1462430"/>
                <a:gd name="connsiteX32" fmla="*/ 1714034 w 3795891"/>
                <a:gd name="connsiteY32" fmla="*/ 1442335 h 1462430"/>
                <a:gd name="connsiteX33" fmla="*/ 1562479 w 3795891"/>
                <a:gd name="connsiteY33" fmla="*/ 1375448 h 1462430"/>
                <a:gd name="connsiteX34" fmla="*/ 1378754 w 3795891"/>
                <a:gd name="connsiteY34" fmla="*/ 1217968 h 1462430"/>
                <a:gd name="connsiteX35" fmla="*/ 1233126 w 3795891"/>
                <a:gd name="connsiteY35" fmla="*/ 1093507 h 1462430"/>
                <a:gd name="connsiteX36" fmla="*/ 1019767 w 3795891"/>
                <a:gd name="connsiteY36" fmla="*/ 975820 h 1462430"/>
                <a:gd name="connsiteX37" fmla="*/ 758147 w 3795891"/>
                <a:gd name="connsiteY37" fmla="*/ 805642 h 1462430"/>
                <a:gd name="connsiteX38" fmla="*/ 449113 w 3795891"/>
                <a:gd name="connsiteY38" fmla="*/ 433108 h 1462430"/>
                <a:gd name="connsiteX39" fmla="*/ 101980 w 3795891"/>
                <a:gd name="connsiteY39" fmla="*/ 141009 h 1462430"/>
                <a:gd name="connsiteX40" fmla="*/ 13081 w 3795891"/>
                <a:gd name="connsiteY40" fmla="*/ 91055 h 1462430"/>
                <a:gd name="connsiteX41" fmla="*/ 21548 w 3795891"/>
                <a:gd name="connsiteY41" fmla="*/ 1308 h 1462430"/>
                <a:gd name="connsiteX0" fmla="*/ 21548 w 3795891"/>
                <a:gd name="connsiteY0" fmla="*/ 1308 h 1461787"/>
                <a:gd name="connsiteX1" fmla="*/ 209505 w 3795891"/>
                <a:gd name="connsiteY1" fmla="*/ 121534 h 1461787"/>
                <a:gd name="connsiteX2" fmla="*/ 455887 w 3795891"/>
                <a:gd name="connsiteY2" fmla="*/ 327275 h 1461787"/>
                <a:gd name="connsiteX3" fmla="*/ 565954 w 3795891"/>
                <a:gd name="connsiteY3" fmla="*/ 458508 h 1461787"/>
                <a:gd name="connsiteX4" fmla="*/ 813180 w 3795891"/>
                <a:gd name="connsiteY4" fmla="*/ 747222 h 1461787"/>
                <a:gd name="connsiteX5" fmla="*/ 1003681 w 3795891"/>
                <a:gd name="connsiteY5" fmla="*/ 881843 h 1461787"/>
                <a:gd name="connsiteX6" fmla="*/ 1294084 w 3795891"/>
                <a:gd name="connsiteY6" fmla="*/ 1040169 h 1461787"/>
                <a:gd name="connsiteX7" fmla="*/ 1613279 w 3795891"/>
                <a:gd name="connsiteY7" fmla="*/ 1330575 h 1461787"/>
                <a:gd name="connsiteX8" fmla="*/ 1676780 w 3795891"/>
                <a:gd name="connsiteY8" fmla="*/ 1326341 h 1461787"/>
                <a:gd name="connsiteX9" fmla="*/ 1668314 w 3795891"/>
                <a:gd name="connsiteY9" fmla="*/ 1135841 h 1461787"/>
                <a:gd name="connsiteX10" fmla="*/ 1748747 w 3795891"/>
                <a:gd name="connsiteY10" fmla="*/ 1123141 h 1461787"/>
                <a:gd name="connsiteX11" fmla="*/ 1765682 w 3795891"/>
                <a:gd name="connsiteY11" fmla="*/ 1347508 h 1461787"/>
                <a:gd name="connsiteX12" fmla="*/ 1812248 w 3795891"/>
                <a:gd name="connsiteY12" fmla="*/ 1368674 h 1461787"/>
                <a:gd name="connsiteX13" fmla="*/ 2176314 w 3795891"/>
                <a:gd name="connsiteY13" fmla="*/ 1377141 h 1461787"/>
                <a:gd name="connsiteX14" fmla="*/ 2222881 w 3795891"/>
                <a:gd name="connsiteY14" fmla="*/ 1317874 h 1461787"/>
                <a:gd name="connsiteX15" fmla="*/ 2235581 w 3795891"/>
                <a:gd name="connsiteY15" fmla="*/ 1157009 h 1461787"/>
                <a:gd name="connsiteX16" fmla="*/ 2294847 w 3795891"/>
                <a:gd name="connsiteY16" fmla="*/ 1144308 h 1461787"/>
                <a:gd name="connsiteX17" fmla="*/ 2311780 w 3795891"/>
                <a:gd name="connsiteY17" fmla="*/ 1330575 h 1461787"/>
                <a:gd name="connsiteX18" fmla="*/ 2377821 w 3795891"/>
                <a:gd name="connsiteY18" fmla="*/ 1379682 h 1461787"/>
                <a:gd name="connsiteX19" fmla="*/ 2621660 w 3795891"/>
                <a:gd name="connsiteY19" fmla="*/ 1283159 h 1461787"/>
                <a:gd name="connsiteX20" fmla="*/ 2807926 w 3795891"/>
                <a:gd name="connsiteY20" fmla="*/ 1129067 h 1461787"/>
                <a:gd name="connsiteX21" fmla="*/ 3056847 w 3795891"/>
                <a:gd name="connsiteY21" fmla="*/ 907241 h 1461787"/>
                <a:gd name="connsiteX22" fmla="*/ 3399747 w 3795891"/>
                <a:gd name="connsiteY22" fmla="*/ 513541 h 1461787"/>
                <a:gd name="connsiteX23" fmla="*/ 3641047 w 3795891"/>
                <a:gd name="connsiteY23" fmla="*/ 255308 h 1461787"/>
                <a:gd name="connsiteX24" fmla="*/ 3768048 w 3795891"/>
                <a:gd name="connsiteY24" fmla="*/ 5541 h 1461787"/>
                <a:gd name="connsiteX25" fmla="*/ 3792600 w 3795891"/>
                <a:gd name="connsiteY25" fmla="*/ 96982 h 1461787"/>
                <a:gd name="connsiteX26" fmla="*/ 3717246 w 3795891"/>
                <a:gd name="connsiteY26" fmla="*/ 268007 h 1461787"/>
                <a:gd name="connsiteX27" fmla="*/ 3567387 w 3795891"/>
                <a:gd name="connsiteY27" fmla="*/ 433108 h 1461787"/>
                <a:gd name="connsiteX28" fmla="*/ 3338787 w 3795891"/>
                <a:gd name="connsiteY28" fmla="*/ 689648 h 1461787"/>
                <a:gd name="connsiteX29" fmla="*/ 3090714 w 3795891"/>
                <a:gd name="connsiteY29" fmla="*/ 983441 h 1461787"/>
                <a:gd name="connsiteX30" fmla="*/ 2782527 w 3795891"/>
                <a:gd name="connsiteY30" fmla="*/ 1256066 h 1461787"/>
                <a:gd name="connsiteX31" fmla="*/ 2538685 w 3795891"/>
                <a:gd name="connsiteY31" fmla="*/ 1408466 h 1461787"/>
                <a:gd name="connsiteX32" fmla="*/ 2114506 w 3795891"/>
                <a:gd name="connsiteY32" fmla="*/ 1460114 h 1461787"/>
                <a:gd name="connsiteX33" fmla="*/ 1714034 w 3795891"/>
                <a:gd name="connsiteY33" fmla="*/ 1442335 h 1461787"/>
                <a:gd name="connsiteX34" fmla="*/ 1562479 w 3795891"/>
                <a:gd name="connsiteY34" fmla="*/ 1375448 h 1461787"/>
                <a:gd name="connsiteX35" fmla="*/ 1378754 w 3795891"/>
                <a:gd name="connsiteY35" fmla="*/ 1217968 h 1461787"/>
                <a:gd name="connsiteX36" fmla="*/ 1233126 w 3795891"/>
                <a:gd name="connsiteY36" fmla="*/ 1093507 h 1461787"/>
                <a:gd name="connsiteX37" fmla="*/ 1019767 w 3795891"/>
                <a:gd name="connsiteY37" fmla="*/ 975820 h 1461787"/>
                <a:gd name="connsiteX38" fmla="*/ 758147 w 3795891"/>
                <a:gd name="connsiteY38" fmla="*/ 805642 h 1461787"/>
                <a:gd name="connsiteX39" fmla="*/ 449113 w 3795891"/>
                <a:gd name="connsiteY39" fmla="*/ 433108 h 1461787"/>
                <a:gd name="connsiteX40" fmla="*/ 101980 w 3795891"/>
                <a:gd name="connsiteY40" fmla="*/ 141009 h 1461787"/>
                <a:gd name="connsiteX41" fmla="*/ 13081 w 3795891"/>
                <a:gd name="connsiteY41" fmla="*/ 91055 h 1461787"/>
                <a:gd name="connsiteX42" fmla="*/ 21548 w 3795891"/>
                <a:gd name="connsiteY42" fmla="*/ 1308 h 1461787"/>
                <a:gd name="connsiteX0" fmla="*/ 21548 w 3795891"/>
                <a:gd name="connsiteY0" fmla="*/ 1308 h 1461787"/>
                <a:gd name="connsiteX1" fmla="*/ 209505 w 3795891"/>
                <a:gd name="connsiteY1" fmla="*/ 121534 h 1461787"/>
                <a:gd name="connsiteX2" fmla="*/ 455887 w 3795891"/>
                <a:gd name="connsiteY2" fmla="*/ 327275 h 1461787"/>
                <a:gd name="connsiteX3" fmla="*/ 565954 w 3795891"/>
                <a:gd name="connsiteY3" fmla="*/ 458508 h 1461787"/>
                <a:gd name="connsiteX4" fmla="*/ 813180 w 3795891"/>
                <a:gd name="connsiteY4" fmla="*/ 747222 h 1461787"/>
                <a:gd name="connsiteX5" fmla="*/ 1003681 w 3795891"/>
                <a:gd name="connsiteY5" fmla="*/ 881843 h 1461787"/>
                <a:gd name="connsiteX6" fmla="*/ 1294084 w 3795891"/>
                <a:gd name="connsiteY6" fmla="*/ 1040169 h 1461787"/>
                <a:gd name="connsiteX7" fmla="*/ 1613279 w 3795891"/>
                <a:gd name="connsiteY7" fmla="*/ 1330575 h 1461787"/>
                <a:gd name="connsiteX8" fmla="*/ 1676780 w 3795891"/>
                <a:gd name="connsiteY8" fmla="*/ 1326341 h 1461787"/>
                <a:gd name="connsiteX9" fmla="*/ 1668314 w 3795891"/>
                <a:gd name="connsiteY9" fmla="*/ 1135841 h 1461787"/>
                <a:gd name="connsiteX10" fmla="*/ 1748747 w 3795891"/>
                <a:gd name="connsiteY10" fmla="*/ 1123141 h 1461787"/>
                <a:gd name="connsiteX11" fmla="*/ 1765682 w 3795891"/>
                <a:gd name="connsiteY11" fmla="*/ 1347508 h 1461787"/>
                <a:gd name="connsiteX12" fmla="*/ 1812248 w 3795891"/>
                <a:gd name="connsiteY12" fmla="*/ 1368674 h 1461787"/>
                <a:gd name="connsiteX13" fmla="*/ 2176314 w 3795891"/>
                <a:gd name="connsiteY13" fmla="*/ 1377141 h 1461787"/>
                <a:gd name="connsiteX14" fmla="*/ 2222881 w 3795891"/>
                <a:gd name="connsiteY14" fmla="*/ 1317874 h 1461787"/>
                <a:gd name="connsiteX15" fmla="*/ 2235581 w 3795891"/>
                <a:gd name="connsiteY15" fmla="*/ 1157009 h 1461787"/>
                <a:gd name="connsiteX16" fmla="*/ 2294847 w 3795891"/>
                <a:gd name="connsiteY16" fmla="*/ 1144308 h 1461787"/>
                <a:gd name="connsiteX17" fmla="*/ 2311780 w 3795891"/>
                <a:gd name="connsiteY17" fmla="*/ 1330575 h 1461787"/>
                <a:gd name="connsiteX18" fmla="*/ 2413381 w 3795891"/>
                <a:gd name="connsiteY18" fmla="*/ 1359362 h 1461787"/>
                <a:gd name="connsiteX19" fmla="*/ 2621660 w 3795891"/>
                <a:gd name="connsiteY19" fmla="*/ 1283159 h 1461787"/>
                <a:gd name="connsiteX20" fmla="*/ 2807926 w 3795891"/>
                <a:gd name="connsiteY20" fmla="*/ 1129067 h 1461787"/>
                <a:gd name="connsiteX21" fmla="*/ 3056847 w 3795891"/>
                <a:gd name="connsiteY21" fmla="*/ 907241 h 1461787"/>
                <a:gd name="connsiteX22" fmla="*/ 3399747 w 3795891"/>
                <a:gd name="connsiteY22" fmla="*/ 513541 h 1461787"/>
                <a:gd name="connsiteX23" fmla="*/ 3641047 w 3795891"/>
                <a:gd name="connsiteY23" fmla="*/ 255308 h 1461787"/>
                <a:gd name="connsiteX24" fmla="*/ 3768048 w 3795891"/>
                <a:gd name="connsiteY24" fmla="*/ 5541 h 1461787"/>
                <a:gd name="connsiteX25" fmla="*/ 3792600 w 3795891"/>
                <a:gd name="connsiteY25" fmla="*/ 96982 h 1461787"/>
                <a:gd name="connsiteX26" fmla="*/ 3717246 w 3795891"/>
                <a:gd name="connsiteY26" fmla="*/ 268007 h 1461787"/>
                <a:gd name="connsiteX27" fmla="*/ 3567387 w 3795891"/>
                <a:gd name="connsiteY27" fmla="*/ 433108 h 1461787"/>
                <a:gd name="connsiteX28" fmla="*/ 3338787 w 3795891"/>
                <a:gd name="connsiteY28" fmla="*/ 689648 h 1461787"/>
                <a:gd name="connsiteX29" fmla="*/ 3090714 w 3795891"/>
                <a:gd name="connsiteY29" fmla="*/ 983441 h 1461787"/>
                <a:gd name="connsiteX30" fmla="*/ 2782527 w 3795891"/>
                <a:gd name="connsiteY30" fmla="*/ 1256066 h 1461787"/>
                <a:gd name="connsiteX31" fmla="*/ 2538685 w 3795891"/>
                <a:gd name="connsiteY31" fmla="*/ 1408466 h 1461787"/>
                <a:gd name="connsiteX32" fmla="*/ 2114506 w 3795891"/>
                <a:gd name="connsiteY32" fmla="*/ 1460114 h 1461787"/>
                <a:gd name="connsiteX33" fmla="*/ 1714034 w 3795891"/>
                <a:gd name="connsiteY33" fmla="*/ 1442335 h 1461787"/>
                <a:gd name="connsiteX34" fmla="*/ 1562479 w 3795891"/>
                <a:gd name="connsiteY34" fmla="*/ 1375448 h 1461787"/>
                <a:gd name="connsiteX35" fmla="*/ 1378754 w 3795891"/>
                <a:gd name="connsiteY35" fmla="*/ 1217968 h 1461787"/>
                <a:gd name="connsiteX36" fmla="*/ 1233126 w 3795891"/>
                <a:gd name="connsiteY36" fmla="*/ 1093507 h 1461787"/>
                <a:gd name="connsiteX37" fmla="*/ 1019767 w 3795891"/>
                <a:gd name="connsiteY37" fmla="*/ 975820 h 1461787"/>
                <a:gd name="connsiteX38" fmla="*/ 758147 w 3795891"/>
                <a:gd name="connsiteY38" fmla="*/ 805642 h 1461787"/>
                <a:gd name="connsiteX39" fmla="*/ 449113 w 3795891"/>
                <a:gd name="connsiteY39" fmla="*/ 433108 h 1461787"/>
                <a:gd name="connsiteX40" fmla="*/ 101980 w 3795891"/>
                <a:gd name="connsiteY40" fmla="*/ 141009 h 1461787"/>
                <a:gd name="connsiteX41" fmla="*/ 13081 w 3795891"/>
                <a:gd name="connsiteY41" fmla="*/ 91055 h 1461787"/>
                <a:gd name="connsiteX42" fmla="*/ 21548 w 3795891"/>
                <a:gd name="connsiteY42" fmla="*/ 1308 h 1461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795891" h="1461787">
                  <a:moveTo>
                    <a:pt x="21548" y="1308"/>
                  </a:moveTo>
                  <a:cubicBezTo>
                    <a:pt x="54285" y="6388"/>
                    <a:pt x="153766" y="64384"/>
                    <a:pt x="209505" y="121534"/>
                  </a:cubicBezTo>
                  <a:cubicBezTo>
                    <a:pt x="265244" y="178684"/>
                    <a:pt x="396479" y="271113"/>
                    <a:pt x="455887" y="327275"/>
                  </a:cubicBezTo>
                  <a:cubicBezTo>
                    <a:pt x="515295" y="383437"/>
                    <a:pt x="501749" y="385130"/>
                    <a:pt x="565954" y="458508"/>
                  </a:cubicBezTo>
                  <a:cubicBezTo>
                    <a:pt x="630160" y="531886"/>
                    <a:pt x="741919" y="680900"/>
                    <a:pt x="813180" y="747222"/>
                  </a:cubicBezTo>
                  <a:cubicBezTo>
                    <a:pt x="884441" y="813544"/>
                    <a:pt x="923530" y="833019"/>
                    <a:pt x="1003681" y="881843"/>
                  </a:cubicBezTo>
                  <a:cubicBezTo>
                    <a:pt x="1083832" y="930668"/>
                    <a:pt x="1174845" y="953386"/>
                    <a:pt x="1294084" y="1040169"/>
                  </a:cubicBezTo>
                  <a:cubicBezTo>
                    <a:pt x="1413323" y="1126952"/>
                    <a:pt x="1549496" y="1282880"/>
                    <a:pt x="1613279" y="1330575"/>
                  </a:cubicBezTo>
                  <a:cubicBezTo>
                    <a:pt x="1677062" y="1378270"/>
                    <a:pt x="1671135" y="1363030"/>
                    <a:pt x="1676780" y="1326341"/>
                  </a:cubicBezTo>
                  <a:cubicBezTo>
                    <a:pt x="1682425" y="1289652"/>
                    <a:pt x="1656320" y="1169708"/>
                    <a:pt x="1668314" y="1135841"/>
                  </a:cubicBezTo>
                  <a:cubicBezTo>
                    <a:pt x="1680309" y="1101974"/>
                    <a:pt x="1732519" y="1087863"/>
                    <a:pt x="1748747" y="1123141"/>
                  </a:cubicBezTo>
                  <a:cubicBezTo>
                    <a:pt x="1764975" y="1158419"/>
                    <a:pt x="1755099" y="1306586"/>
                    <a:pt x="1765682" y="1347508"/>
                  </a:cubicBezTo>
                  <a:cubicBezTo>
                    <a:pt x="1776266" y="1388430"/>
                    <a:pt x="1745926" y="1354563"/>
                    <a:pt x="1812248" y="1368674"/>
                  </a:cubicBezTo>
                  <a:cubicBezTo>
                    <a:pt x="1878570" y="1382785"/>
                    <a:pt x="2107875" y="1385608"/>
                    <a:pt x="2176314" y="1377141"/>
                  </a:cubicBezTo>
                  <a:cubicBezTo>
                    <a:pt x="2244753" y="1368674"/>
                    <a:pt x="2210887" y="1360913"/>
                    <a:pt x="2222881" y="1317874"/>
                  </a:cubicBezTo>
                  <a:cubicBezTo>
                    <a:pt x="2234875" y="1274835"/>
                    <a:pt x="2223587" y="1185937"/>
                    <a:pt x="2235581" y="1157009"/>
                  </a:cubicBezTo>
                  <a:cubicBezTo>
                    <a:pt x="2247575" y="1128081"/>
                    <a:pt x="2282147" y="1115380"/>
                    <a:pt x="2294847" y="1144308"/>
                  </a:cubicBezTo>
                  <a:cubicBezTo>
                    <a:pt x="2307547" y="1173236"/>
                    <a:pt x="2292024" y="1294733"/>
                    <a:pt x="2311780" y="1330575"/>
                  </a:cubicBezTo>
                  <a:cubicBezTo>
                    <a:pt x="2331536" y="1366417"/>
                    <a:pt x="2336476" y="1381940"/>
                    <a:pt x="2413381" y="1359362"/>
                  </a:cubicBezTo>
                  <a:cubicBezTo>
                    <a:pt x="2519919" y="1341018"/>
                    <a:pt x="2555903" y="1321541"/>
                    <a:pt x="2621660" y="1283159"/>
                  </a:cubicBezTo>
                  <a:cubicBezTo>
                    <a:pt x="2687417" y="1244777"/>
                    <a:pt x="2725235" y="1198493"/>
                    <a:pt x="2807926" y="1129067"/>
                  </a:cubicBezTo>
                  <a:cubicBezTo>
                    <a:pt x="2890617" y="1059641"/>
                    <a:pt x="2958210" y="1007289"/>
                    <a:pt x="3056847" y="907241"/>
                  </a:cubicBezTo>
                  <a:cubicBezTo>
                    <a:pt x="3155484" y="807193"/>
                    <a:pt x="3306614" y="617963"/>
                    <a:pt x="3399747" y="513541"/>
                  </a:cubicBezTo>
                  <a:cubicBezTo>
                    <a:pt x="3492880" y="409119"/>
                    <a:pt x="3579664" y="339975"/>
                    <a:pt x="3641047" y="255308"/>
                  </a:cubicBezTo>
                  <a:cubicBezTo>
                    <a:pt x="3702431" y="170641"/>
                    <a:pt x="3742789" y="31929"/>
                    <a:pt x="3768048" y="5541"/>
                  </a:cubicBezTo>
                  <a:cubicBezTo>
                    <a:pt x="3793307" y="-20847"/>
                    <a:pt x="3801067" y="53238"/>
                    <a:pt x="3792600" y="96982"/>
                  </a:cubicBezTo>
                  <a:cubicBezTo>
                    <a:pt x="3784133" y="140726"/>
                    <a:pt x="3764518" y="201685"/>
                    <a:pt x="3717246" y="268007"/>
                  </a:cubicBezTo>
                  <a:cubicBezTo>
                    <a:pt x="3669974" y="334329"/>
                    <a:pt x="3630463" y="362835"/>
                    <a:pt x="3567387" y="433108"/>
                  </a:cubicBezTo>
                  <a:cubicBezTo>
                    <a:pt x="3504311" y="503381"/>
                    <a:pt x="3422043" y="609215"/>
                    <a:pt x="3338787" y="689648"/>
                  </a:cubicBezTo>
                  <a:cubicBezTo>
                    <a:pt x="3255532" y="770081"/>
                    <a:pt x="3185117" y="889885"/>
                    <a:pt x="3090714" y="983441"/>
                  </a:cubicBezTo>
                  <a:cubicBezTo>
                    <a:pt x="2996311" y="1076997"/>
                    <a:pt x="2874532" y="1185229"/>
                    <a:pt x="2782527" y="1256066"/>
                  </a:cubicBezTo>
                  <a:cubicBezTo>
                    <a:pt x="2690522" y="1326903"/>
                    <a:pt x="2650022" y="1374458"/>
                    <a:pt x="2538685" y="1408466"/>
                  </a:cubicBezTo>
                  <a:cubicBezTo>
                    <a:pt x="2427348" y="1442474"/>
                    <a:pt x="2251948" y="1454469"/>
                    <a:pt x="2114506" y="1460114"/>
                  </a:cubicBezTo>
                  <a:cubicBezTo>
                    <a:pt x="1977064" y="1465759"/>
                    <a:pt x="1806038" y="1456446"/>
                    <a:pt x="1714034" y="1442335"/>
                  </a:cubicBezTo>
                  <a:cubicBezTo>
                    <a:pt x="1622030" y="1428224"/>
                    <a:pt x="1599168" y="1410020"/>
                    <a:pt x="1562479" y="1375448"/>
                  </a:cubicBezTo>
                  <a:cubicBezTo>
                    <a:pt x="1525790" y="1340876"/>
                    <a:pt x="1437880" y="1261571"/>
                    <a:pt x="1378754" y="1217968"/>
                  </a:cubicBezTo>
                  <a:cubicBezTo>
                    <a:pt x="1319629" y="1174365"/>
                    <a:pt x="1298037" y="1133018"/>
                    <a:pt x="1233126" y="1093507"/>
                  </a:cubicBezTo>
                  <a:cubicBezTo>
                    <a:pt x="1168215" y="1053996"/>
                    <a:pt x="1094697" y="1024644"/>
                    <a:pt x="1019767" y="975820"/>
                  </a:cubicBezTo>
                  <a:cubicBezTo>
                    <a:pt x="853962" y="873797"/>
                    <a:pt x="853256" y="896094"/>
                    <a:pt x="758147" y="805642"/>
                  </a:cubicBezTo>
                  <a:cubicBezTo>
                    <a:pt x="663038" y="715190"/>
                    <a:pt x="552124" y="538236"/>
                    <a:pt x="449113" y="433108"/>
                  </a:cubicBezTo>
                  <a:cubicBezTo>
                    <a:pt x="346102" y="327980"/>
                    <a:pt x="166891" y="203803"/>
                    <a:pt x="101980" y="141009"/>
                  </a:cubicBezTo>
                  <a:cubicBezTo>
                    <a:pt x="37069" y="78215"/>
                    <a:pt x="26486" y="114339"/>
                    <a:pt x="13081" y="91055"/>
                  </a:cubicBezTo>
                  <a:cubicBezTo>
                    <a:pt x="-324" y="67772"/>
                    <a:pt x="-11189" y="-3772"/>
                    <a:pt x="21548" y="1308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66000"/>
              </a:schemeClr>
            </a:solidFill>
            <a:ln>
              <a:solidFill>
                <a:schemeClr val="bg2">
                  <a:lumMod val="75000"/>
                  <a:alpha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EC70E952-FDF1-461B-B3AE-496CB1BBE703}"/>
                </a:ext>
              </a:extLst>
            </p:cNvPr>
            <p:cNvSpPr/>
            <p:nvPr/>
          </p:nvSpPr>
          <p:spPr>
            <a:xfrm>
              <a:off x="2698056" y="4344275"/>
              <a:ext cx="951975" cy="224415"/>
            </a:xfrm>
            <a:custGeom>
              <a:avLst/>
              <a:gdLst>
                <a:gd name="connsiteX0" fmla="*/ 40966 w 418984"/>
                <a:gd name="connsiteY0" fmla="*/ 5687 h 234184"/>
                <a:gd name="connsiteX1" fmla="*/ 10486 w 418984"/>
                <a:gd name="connsiteY1" fmla="*/ 61567 h 234184"/>
                <a:gd name="connsiteX2" fmla="*/ 71446 w 418984"/>
                <a:gd name="connsiteY2" fmla="*/ 203807 h 234184"/>
                <a:gd name="connsiteX3" fmla="*/ 361006 w 418984"/>
                <a:gd name="connsiteY3" fmla="*/ 219047 h 234184"/>
                <a:gd name="connsiteX4" fmla="*/ 391486 w 418984"/>
                <a:gd name="connsiteY4" fmla="*/ 26007 h 234184"/>
                <a:gd name="connsiteX5" fmla="*/ 40966 w 418984"/>
                <a:gd name="connsiteY5" fmla="*/ 5687 h 234184"/>
                <a:gd name="connsiteX0" fmla="*/ 44014 w 422032"/>
                <a:gd name="connsiteY0" fmla="*/ 10041 h 236237"/>
                <a:gd name="connsiteX1" fmla="*/ 8454 w 422032"/>
                <a:gd name="connsiteY1" fmla="*/ 126881 h 236237"/>
                <a:gd name="connsiteX2" fmla="*/ 74494 w 422032"/>
                <a:gd name="connsiteY2" fmla="*/ 208161 h 236237"/>
                <a:gd name="connsiteX3" fmla="*/ 364054 w 422032"/>
                <a:gd name="connsiteY3" fmla="*/ 223401 h 236237"/>
                <a:gd name="connsiteX4" fmla="*/ 394534 w 422032"/>
                <a:gd name="connsiteY4" fmla="*/ 30361 h 236237"/>
                <a:gd name="connsiteX5" fmla="*/ 44014 w 422032"/>
                <a:gd name="connsiteY5" fmla="*/ 10041 h 236237"/>
                <a:gd name="connsiteX0" fmla="*/ 34056 w 439715"/>
                <a:gd name="connsiteY0" fmla="*/ 24664 h 220380"/>
                <a:gd name="connsiteX1" fmla="*/ 23896 w 439715"/>
                <a:gd name="connsiteY1" fmla="*/ 111024 h 220380"/>
                <a:gd name="connsiteX2" fmla="*/ 89936 w 439715"/>
                <a:gd name="connsiteY2" fmla="*/ 192304 h 220380"/>
                <a:gd name="connsiteX3" fmla="*/ 379496 w 439715"/>
                <a:gd name="connsiteY3" fmla="*/ 207544 h 220380"/>
                <a:gd name="connsiteX4" fmla="*/ 409976 w 439715"/>
                <a:gd name="connsiteY4" fmla="*/ 14504 h 220380"/>
                <a:gd name="connsiteX5" fmla="*/ 34056 w 439715"/>
                <a:gd name="connsiteY5" fmla="*/ 24664 h 220380"/>
                <a:gd name="connsiteX0" fmla="*/ 32598 w 425214"/>
                <a:gd name="connsiteY0" fmla="*/ 11127 h 206843"/>
                <a:gd name="connsiteX1" fmla="*/ 22438 w 425214"/>
                <a:gd name="connsiteY1" fmla="*/ 97487 h 206843"/>
                <a:gd name="connsiteX2" fmla="*/ 88478 w 425214"/>
                <a:gd name="connsiteY2" fmla="*/ 178767 h 206843"/>
                <a:gd name="connsiteX3" fmla="*/ 378038 w 425214"/>
                <a:gd name="connsiteY3" fmla="*/ 194007 h 206843"/>
                <a:gd name="connsiteX4" fmla="*/ 388198 w 425214"/>
                <a:gd name="connsiteY4" fmla="*/ 21287 h 206843"/>
                <a:gd name="connsiteX5" fmla="*/ 32598 w 425214"/>
                <a:gd name="connsiteY5" fmla="*/ 11127 h 206843"/>
                <a:gd name="connsiteX0" fmla="*/ 32598 w 425214"/>
                <a:gd name="connsiteY0" fmla="*/ 9638 h 187769"/>
                <a:gd name="connsiteX1" fmla="*/ 22438 w 425214"/>
                <a:gd name="connsiteY1" fmla="*/ 95998 h 187769"/>
                <a:gd name="connsiteX2" fmla="*/ 88478 w 425214"/>
                <a:gd name="connsiteY2" fmla="*/ 177278 h 187769"/>
                <a:gd name="connsiteX3" fmla="*/ 378038 w 425214"/>
                <a:gd name="connsiteY3" fmla="*/ 167118 h 187769"/>
                <a:gd name="connsiteX4" fmla="*/ 388198 w 425214"/>
                <a:gd name="connsiteY4" fmla="*/ 19798 h 187769"/>
                <a:gd name="connsiteX5" fmla="*/ 32598 w 425214"/>
                <a:gd name="connsiteY5" fmla="*/ 9638 h 187769"/>
                <a:gd name="connsiteX0" fmla="*/ 32598 w 418787"/>
                <a:gd name="connsiteY0" fmla="*/ 5431 h 179390"/>
                <a:gd name="connsiteX1" fmla="*/ 22438 w 418787"/>
                <a:gd name="connsiteY1" fmla="*/ 91791 h 179390"/>
                <a:gd name="connsiteX2" fmla="*/ 88478 w 418787"/>
                <a:gd name="connsiteY2" fmla="*/ 173071 h 179390"/>
                <a:gd name="connsiteX3" fmla="*/ 378038 w 418787"/>
                <a:gd name="connsiteY3" fmla="*/ 162911 h 179390"/>
                <a:gd name="connsiteX4" fmla="*/ 398697 w 418787"/>
                <a:gd name="connsiteY4" fmla="*/ 69672 h 179390"/>
                <a:gd name="connsiteX5" fmla="*/ 388198 w 418787"/>
                <a:gd name="connsiteY5" fmla="*/ 15591 h 179390"/>
                <a:gd name="connsiteX6" fmla="*/ 32598 w 418787"/>
                <a:gd name="connsiteY6" fmla="*/ 5431 h 179390"/>
                <a:gd name="connsiteX0" fmla="*/ 25048 w 411237"/>
                <a:gd name="connsiteY0" fmla="*/ 6554 h 179393"/>
                <a:gd name="connsiteX1" fmla="*/ 35208 w 411237"/>
                <a:gd name="connsiteY1" fmla="*/ 108154 h 179393"/>
                <a:gd name="connsiteX2" fmla="*/ 80928 w 411237"/>
                <a:gd name="connsiteY2" fmla="*/ 174194 h 179393"/>
                <a:gd name="connsiteX3" fmla="*/ 370488 w 411237"/>
                <a:gd name="connsiteY3" fmla="*/ 164034 h 179393"/>
                <a:gd name="connsiteX4" fmla="*/ 391147 w 411237"/>
                <a:gd name="connsiteY4" fmla="*/ 70795 h 179393"/>
                <a:gd name="connsiteX5" fmla="*/ 380648 w 411237"/>
                <a:gd name="connsiteY5" fmla="*/ 16714 h 179393"/>
                <a:gd name="connsiteX6" fmla="*/ 25048 w 411237"/>
                <a:gd name="connsiteY6" fmla="*/ 6554 h 179393"/>
                <a:gd name="connsiteX0" fmla="*/ 37839 w 380430"/>
                <a:gd name="connsiteY0" fmla="*/ 7696 h 175455"/>
                <a:gd name="connsiteX1" fmla="*/ 7359 w 380430"/>
                <a:gd name="connsiteY1" fmla="*/ 104216 h 175455"/>
                <a:gd name="connsiteX2" fmla="*/ 53079 w 380430"/>
                <a:gd name="connsiteY2" fmla="*/ 170256 h 175455"/>
                <a:gd name="connsiteX3" fmla="*/ 342639 w 380430"/>
                <a:gd name="connsiteY3" fmla="*/ 160096 h 175455"/>
                <a:gd name="connsiteX4" fmla="*/ 363298 w 380430"/>
                <a:gd name="connsiteY4" fmla="*/ 66857 h 175455"/>
                <a:gd name="connsiteX5" fmla="*/ 352799 w 380430"/>
                <a:gd name="connsiteY5" fmla="*/ 12776 h 175455"/>
                <a:gd name="connsiteX6" fmla="*/ 37839 w 380430"/>
                <a:gd name="connsiteY6" fmla="*/ 7696 h 175455"/>
                <a:gd name="connsiteX0" fmla="*/ 33567 w 387056"/>
                <a:gd name="connsiteY0" fmla="*/ 21841 h 164200"/>
                <a:gd name="connsiteX1" fmla="*/ 13247 w 387056"/>
                <a:gd name="connsiteY1" fmla="*/ 92961 h 164200"/>
                <a:gd name="connsiteX2" fmla="*/ 58967 w 387056"/>
                <a:gd name="connsiteY2" fmla="*/ 159001 h 164200"/>
                <a:gd name="connsiteX3" fmla="*/ 348527 w 387056"/>
                <a:gd name="connsiteY3" fmla="*/ 148841 h 164200"/>
                <a:gd name="connsiteX4" fmla="*/ 369186 w 387056"/>
                <a:gd name="connsiteY4" fmla="*/ 55602 h 164200"/>
                <a:gd name="connsiteX5" fmla="*/ 358687 w 387056"/>
                <a:gd name="connsiteY5" fmla="*/ 1521 h 164200"/>
                <a:gd name="connsiteX6" fmla="*/ 33567 w 387056"/>
                <a:gd name="connsiteY6" fmla="*/ 21841 h 164200"/>
                <a:gd name="connsiteX0" fmla="*/ 39105 w 392594"/>
                <a:gd name="connsiteY0" fmla="*/ 22271 h 162773"/>
                <a:gd name="connsiteX1" fmla="*/ 8625 w 392594"/>
                <a:gd name="connsiteY1" fmla="*/ 118791 h 162773"/>
                <a:gd name="connsiteX2" fmla="*/ 64505 w 392594"/>
                <a:gd name="connsiteY2" fmla="*/ 159431 h 162773"/>
                <a:gd name="connsiteX3" fmla="*/ 354065 w 392594"/>
                <a:gd name="connsiteY3" fmla="*/ 149271 h 162773"/>
                <a:gd name="connsiteX4" fmla="*/ 374724 w 392594"/>
                <a:gd name="connsiteY4" fmla="*/ 56032 h 162773"/>
                <a:gd name="connsiteX5" fmla="*/ 364225 w 392594"/>
                <a:gd name="connsiteY5" fmla="*/ 1951 h 162773"/>
                <a:gd name="connsiteX6" fmla="*/ 39105 w 392594"/>
                <a:gd name="connsiteY6" fmla="*/ 22271 h 162773"/>
                <a:gd name="connsiteX0" fmla="*/ 37149 w 390638"/>
                <a:gd name="connsiteY0" fmla="*/ 22271 h 179042"/>
                <a:gd name="connsiteX1" fmla="*/ 6669 w 390638"/>
                <a:gd name="connsiteY1" fmla="*/ 118791 h 179042"/>
                <a:gd name="connsiteX2" fmla="*/ 62549 w 390638"/>
                <a:gd name="connsiteY2" fmla="*/ 159431 h 179042"/>
                <a:gd name="connsiteX3" fmla="*/ 352109 w 390638"/>
                <a:gd name="connsiteY3" fmla="*/ 149271 h 179042"/>
                <a:gd name="connsiteX4" fmla="*/ 372768 w 390638"/>
                <a:gd name="connsiteY4" fmla="*/ 56032 h 179042"/>
                <a:gd name="connsiteX5" fmla="*/ 362269 w 390638"/>
                <a:gd name="connsiteY5" fmla="*/ 1951 h 179042"/>
                <a:gd name="connsiteX6" fmla="*/ 37149 w 390638"/>
                <a:gd name="connsiteY6" fmla="*/ 22271 h 179042"/>
                <a:gd name="connsiteX0" fmla="*/ 37149 w 390638"/>
                <a:gd name="connsiteY0" fmla="*/ 22271 h 162773"/>
                <a:gd name="connsiteX1" fmla="*/ 6669 w 390638"/>
                <a:gd name="connsiteY1" fmla="*/ 118791 h 162773"/>
                <a:gd name="connsiteX2" fmla="*/ 62549 w 390638"/>
                <a:gd name="connsiteY2" fmla="*/ 159431 h 162773"/>
                <a:gd name="connsiteX3" fmla="*/ 352109 w 390638"/>
                <a:gd name="connsiteY3" fmla="*/ 149271 h 162773"/>
                <a:gd name="connsiteX4" fmla="*/ 372768 w 390638"/>
                <a:gd name="connsiteY4" fmla="*/ 56032 h 162773"/>
                <a:gd name="connsiteX5" fmla="*/ 362269 w 390638"/>
                <a:gd name="connsiteY5" fmla="*/ 1951 h 162773"/>
                <a:gd name="connsiteX6" fmla="*/ 37149 w 390638"/>
                <a:gd name="connsiteY6" fmla="*/ 22271 h 162773"/>
                <a:gd name="connsiteX0" fmla="*/ 43109 w 396598"/>
                <a:gd name="connsiteY0" fmla="*/ 47914 h 188416"/>
                <a:gd name="connsiteX1" fmla="*/ 12629 w 396598"/>
                <a:gd name="connsiteY1" fmla="*/ 144434 h 188416"/>
                <a:gd name="connsiteX2" fmla="*/ 68509 w 396598"/>
                <a:gd name="connsiteY2" fmla="*/ 185074 h 188416"/>
                <a:gd name="connsiteX3" fmla="*/ 358069 w 396598"/>
                <a:gd name="connsiteY3" fmla="*/ 174914 h 188416"/>
                <a:gd name="connsiteX4" fmla="*/ 378728 w 396598"/>
                <a:gd name="connsiteY4" fmla="*/ 81675 h 188416"/>
                <a:gd name="connsiteX5" fmla="*/ 368229 w 396598"/>
                <a:gd name="connsiteY5" fmla="*/ 27594 h 188416"/>
                <a:gd name="connsiteX6" fmla="*/ 43109 w 396598"/>
                <a:gd name="connsiteY6" fmla="*/ 47914 h 188416"/>
                <a:gd name="connsiteX0" fmla="*/ 43109 w 396598"/>
                <a:gd name="connsiteY0" fmla="*/ 39273 h 179775"/>
                <a:gd name="connsiteX1" fmla="*/ 12629 w 396598"/>
                <a:gd name="connsiteY1" fmla="*/ 135793 h 179775"/>
                <a:gd name="connsiteX2" fmla="*/ 68509 w 396598"/>
                <a:gd name="connsiteY2" fmla="*/ 176433 h 179775"/>
                <a:gd name="connsiteX3" fmla="*/ 358069 w 396598"/>
                <a:gd name="connsiteY3" fmla="*/ 166273 h 179775"/>
                <a:gd name="connsiteX4" fmla="*/ 378728 w 396598"/>
                <a:gd name="connsiteY4" fmla="*/ 73034 h 179775"/>
                <a:gd name="connsiteX5" fmla="*/ 368229 w 396598"/>
                <a:gd name="connsiteY5" fmla="*/ 18953 h 179775"/>
                <a:gd name="connsiteX6" fmla="*/ 43109 w 396598"/>
                <a:gd name="connsiteY6" fmla="*/ 39273 h 179775"/>
                <a:gd name="connsiteX0" fmla="*/ 41071 w 394560"/>
                <a:gd name="connsiteY0" fmla="*/ 21773 h 162275"/>
                <a:gd name="connsiteX1" fmla="*/ 10591 w 394560"/>
                <a:gd name="connsiteY1" fmla="*/ 118293 h 162275"/>
                <a:gd name="connsiteX2" fmla="*/ 66471 w 394560"/>
                <a:gd name="connsiteY2" fmla="*/ 158933 h 162275"/>
                <a:gd name="connsiteX3" fmla="*/ 356031 w 394560"/>
                <a:gd name="connsiteY3" fmla="*/ 148773 h 162275"/>
                <a:gd name="connsiteX4" fmla="*/ 376690 w 394560"/>
                <a:gd name="connsiteY4" fmla="*/ 55534 h 162275"/>
                <a:gd name="connsiteX5" fmla="*/ 366191 w 394560"/>
                <a:gd name="connsiteY5" fmla="*/ 1453 h 162275"/>
                <a:gd name="connsiteX6" fmla="*/ 41071 w 394560"/>
                <a:gd name="connsiteY6" fmla="*/ 21773 h 162275"/>
                <a:gd name="connsiteX0" fmla="*/ 41071 w 394560"/>
                <a:gd name="connsiteY0" fmla="*/ 21773 h 173506"/>
                <a:gd name="connsiteX1" fmla="*/ 10591 w 394560"/>
                <a:gd name="connsiteY1" fmla="*/ 118293 h 173506"/>
                <a:gd name="connsiteX2" fmla="*/ 66471 w 394560"/>
                <a:gd name="connsiteY2" fmla="*/ 158933 h 173506"/>
                <a:gd name="connsiteX3" fmla="*/ 356031 w 394560"/>
                <a:gd name="connsiteY3" fmla="*/ 148773 h 173506"/>
                <a:gd name="connsiteX4" fmla="*/ 376690 w 394560"/>
                <a:gd name="connsiteY4" fmla="*/ 55534 h 173506"/>
                <a:gd name="connsiteX5" fmla="*/ 366191 w 394560"/>
                <a:gd name="connsiteY5" fmla="*/ 1453 h 173506"/>
                <a:gd name="connsiteX6" fmla="*/ 41071 w 394560"/>
                <a:gd name="connsiteY6" fmla="*/ 21773 h 173506"/>
                <a:gd name="connsiteX0" fmla="*/ 55454 w 408943"/>
                <a:gd name="connsiteY0" fmla="*/ 21763 h 164555"/>
                <a:gd name="connsiteX1" fmla="*/ 25 w 408943"/>
                <a:gd name="connsiteY1" fmla="*/ 86982 h 164555"/>
                <a:gd name="connsiteX2" fmla="*/ 80854 w 408943"/>
                <a:gd name="connsiteY2" fmla="*/ 158923 h 164555"/>
                <a:gd name="connsiteX3" fmla="*/ 370414 w 408943"/>
                <a:gd name="connsiteY3" fmla="*/ 148763 h 164555"/>
                <a:gd name="connsiteX4" fmla="*/ 391073 w 408943"/>
                <a:gd name="connsiteY4" fmla="*/ 55524 h 164555"/>
                <a:gd name="connsiteX5" fmla="*/ 380574 w 408943"/>
                <a:gd name="connsiteY5" fmla="*/ 1443 h 164555"/>
                <a:gd name="connsiteX6" fmla="*/ 55454 w 408943"/>
                <a:gd name="connsiteY6" fmla="*/ 21763 h 164555"/>
                <a:gd name="connsiteX0" fmla="*/ 55454 w 401499"/>
                <a:gd name="connsiteY0" fmla="*/ 14981 h 157773"/>
                <a:gd name="connsiteX1" fmla="*/ 25 w 401499"/>
                <a:gd name="connsiteY1" fmla="*/ 80200 h 157773"/>
                <a:gd name="connsiteX2" fmla="*/ 80854 w 401499"/>
                <a:gd name="connsiteY2" fmla="*/ 152141 h 157773"/>
                <a:gd name="connsiteX3" fmla="*/ 370414 w 401499"/>
                <a:gd name="connsiteY3" fmla="*/ 141981 h 157773"/>
                <a:gd name="connsiteX4" fmla="*/ 391073 w 401499"/>
                <a:gd name="connsiteY4" fmla="*/ 48742 h 157773"/>
                <a:gd name="connsiteX5" fmla="*/ 319161 w 401499"/>
                <a:gd name="connsiteY5" fmla="*/ 2216 h 157773"/>
                <a:gd name="connsiteX6" fmla="*/ 55454 w 401499"/>
                <a:gd name="connsiteY6" fmla="*/ 14981 h 157773"/>
                <a:gd name="connsiteX0" fmla="*/ 55454 w 404924"/>
                <a:gd name="connsiteY0" fmla="*/ 15057 h 157849"/>
                <a:gd name="connsiteX1" fmla="*/ 25 w 404924"/>
                <a:gd name="connsiteY1" fmla="*/ 80276 h 157849"/>
                <a:gd name="connsiteX2" fmla="*/ 80854 w 404924"/>
                <a:gd name="connsiteY2" fmla="*/ 152217 h 157849"/>
                <a:gd name="connsiteX3" fmla="*/ 370414 w 404924"/>
                <a:gd name="connsiteY3" fmla="*/ 142057 h 157849"/>
                <a:gd name="connsiteX4" fmla="*/ 398749 w 404924"/>
                <a:gd name="connsiteY4" fmla="*/ 49897 h 157849"/>
                <a:gd name="connsiteX5" fmla="*/ 319161 w 404924"/>
                <a:gd name="connsiteY5" fmla="*/ 2292 h 157849"/>
                <a:gd name="connsiteX6" fmla="*/ 55454 w 404924"/>
                <a:gd name="connsiteY6" fmla="*/ 15057 h 157849"/>
                <a:gd name="connsiteX0" fmla="*/ 55454 w 405896"/>
                <a:gd name="connsiteY0" fmla="*/ 16463 h 159255"/>
                <a:gd name="connsiteX1" fmla="*/ 25 w 405896"/>
                <a:gd name="connsiteY1" fmla="*/ 81682 h 159255"/>
                <a:gd name="connsiteX2" fmla="*/ 80854 w 405896"/>
                <a:gd name="connsiteY2" fmla="*/ 153623 h 159255"/>
                <a:gd name="connsiteX3" fmla="*/ 370414 w 405896"/>
                <a:gd name="connsiteY3" fmla="*/ 143463 h 159255"/>
                <a:gd name="connsiteX4" fmla="*/ 400668 w 405896"/>
                <a:gd name="connsiteY4" fmla="*/ 70731 h 159255"/>
                <a:gd name="connsiteX5" fmla="*/ 319161 w 405896"/>
                <a:gd name="connsiteY5" fmla="*/ 3698 h 159255"/>
                <a:gd name="connsiteX6" fmla="*/ 55454 w 405896"/>
                <a:gd name="connsiteY6" fmla="*/ 16463 h 159255"/>
                <a:gd name="connsiteX0" fmla="*/ 55448 w 400740"/>
                <a:gd name="connsiteY0" fmla="*/ 16463 h 158858"/>
                <a:gd name="connsiteX1" fmla="*/ 19 w 400740"/>
                <a:gd name="connsiteY1" fmla="*/ 81682 h 158858"/>
                <a:gd name="connsiteX2" fmla="*/ 80848 w 400740"/>
                <a:gd name="connsiteY2" fmla="*/ 153623 h 158858"/>
                <a:gd name="connsiteX3" fmla="*/ 316672 w 400740"/>
                <a:gd name="connsiteY3" fmla="*/ 142384 h 158858"/>
                <a:gd name="connsiteX4" fmla="*/ 400662 w 400740"/>
                <a:gd name="connsiteY4" fmla="*/ 70731 h 158858"/>
                <a:gd name="connsiteX5" fmla="*/ 319155 w 400740"/>
                <a:gd name="connsiteY5" fmla="*/ 3698 h 158858"/>
                <a:gd name="connsiteX6" fmla="*/ 55448 w 400740"/>
                <a:gd name="connsiteY6" fmla="*/ 16463 h 158858"/>
                <a:gd name="connsiteX0" fmla="*/ 55449 w 400741"/>
                <a:gd name="connsiteY0" fmla="*/ 16463 h 158858"/>
                <a:gd name="connsiteX1" fmla="*/ 20 w 400741"/>
                <a:gd name="connsiteY1" fmla="*/ 81682 h 158858"/>
                <a:gd name="connsiteX2" fmla="*/ 80849 w 400741"/>
                <a:gd name="connsiteY2" fmla="*/ 153623 h 158858"/>
                <a:gd name="connsiteX3" fmla="*/ 341622 w 400741"/>
                <a:gd name="connsiteY3" fmla="*/ 142384 h 158858"/>
                <a:gd name="connsiteX4" fmla="*/ 400663 w 400741"/>
                <a:gd name="connsiteY4" fmla="*/ 70731 h 158858"/>
                <a:gd name="connsiteX5" fmla="*/ 319156 w 400741"/>
                <a:gd name="connsiteY5" fmla="*/ 3698 h 158858"/>
                <a:gd name="connsiteX6" fmla="*/ 55449 w 400741"/>
                <a:gd name="connsiteY6" fmla="*/ 16463 h 158858"/>
                <a:gd name="connsiteX0" fmla="*/ 74632 w 419924"/>
                <a:gd name="connsiteY0" fmla="*/ 16494 h 158809"/>
                <a:gd name="connsiteX1" fmla="*/ 12 w 419924"/>
                <a:gd name="connsiteY1" fmla="*/ 82792 h 158809"/>
                <a:gd name="connsiteX2" fmla="*/ 100032 w 419924"/>
                <a:gd name="connsiteY2" fmla="*/ 153654 h 158809"/>
                <a:gd name="connsiteX3" fmla="*/ 360805 w 419924"/>
                <a:gd name="connsiteY3" fmla="*/ 142415 h 158809"/>
                <a:gd name="connsiteX4" fmla="*/ 419846 w 419924"/>
                <a:gd name="connsiteY4" fmla="*/ 70762 h 158809"/>
                <a:gd name="connsiteX5" fmla="*/ 338339 w 419924"/>
                <a:gd name="connsiteY5" fmla="*/ 3729 h 158809"/>
                <a:gd name="connsiteX6" fmla="*/ 74632 w 419924"/>
                <a:gd name="connsiteY6" fmla="*/ 16494 h 158809"/>
                <a:gd name="connsiteX0" fmla="*/ 74632 w 421839"/>
                <a:gd name="connsiteY0" fmla="*/ 17520 h 159835"/>
                <a:gd name="connsiteX1" fmla="*/ 12 w 421839"/>
                <a:gd name="connsiteY1" fmla="*/ 83818 h 159835"/>
                <a:gd name="connsiteX2" fmla="*/ 100032 w 421839"/>
                <a:gd name="connsiteY2" fmla="*/ 154680 h 159835"/>
                <a:gd name="connsiteX3" fmla="*/ 360805 w 421839"/>
                <a:gd name="connsiteY3" fmla="*/ 143441 h 159835"/>
                <a:gd name="connsiteX4" fmla="*/ 421765 w 421839"/>
                <a:gd name="connsiteY4" fmla="*/ 85820 h 159835"/>
                <a:gd name="connsiteX5" fmla="*/ 338339 w 421839"/>
                <a:gd name="connsiteY5" fmla="*/ 4755 h 159835"/>
                <a:gd name="connsiteX6" fmla="*/ 74632 w 421839"/>
                <a:gd name="connsiteY6" fmla="*/ 17520 h 159835"/>
                <a:gd name="connsiteX0" fmla="*/ 74632 w 421874"/>
                <a:gd name="connsiteY0" fmla="*/ 10985 h 153300"/>
                <a:gd name="connsiteX1" fmla="*/ 12 w 421874"/>
                <a:gd name="connsiteY1" fmla="*/ 77283 h 153300"/>
                <a:gd name="connsiteX2" fmla="*/ 100032 w 421874"/>
                <a:gd name="connsiteY2" fmla="*/ 148145 h 153300"/>
                <a:gd name="connsiteX3" fmla="*/ 360805 w 421874"/>
                <a:gd name="connsiteY3" fmla="*/ 136906 h 153300"/>
                <a:gd name="connsiteX4" fmla="*/ 421765 w 421874"/>
                <a:gd name="connsiteY4" fmla="*/ 79285 h 153300"/>
                <a:gd name="connsiteX5" fmla="*/ 347935 w 421874"/>
                <a:gd name="connsiteY5" fmla="*/ 6855 h 153300"/>
                <a:gd name="connsiteX6" fmla="*/ 74632 w 421874"/>
                <a:gd name="connsiteY6" fmla="*/ 10985 h 153300"/>
                <a:gd name="connsiteX0" fmla="*/ 74632 w 418056"/>
                <a:gd name="connsiteY0" fmla="*/ 9999 h 152314"/>
                <a:gd name="connsiteX1" fmla="*/ 12 w 418056"/>
                <a:gd name="connsiteY1" fmla="*/ 76297 h 152314"/>
                <a:gd name="connsiteX2" fmla="*/ 100032 w 418056"/>
                <a:gd name="connsiteY2" fmla="*/ 147159 h 152314"/>
                <a:gd name="connsiteX3" fmla="*/ 360805 w 418056"/>
                <a:gd name="connsiteY3" fmla="*/ 135920 h 152314"/>
                <a:gd name="connsiteX4" fmla="*/ 417927 w 418056"/>
                <a:gd name="connsiteY4" fmla="*/ 64267 h 152314"/>
                <a:gd name="connsiteX5" fmla="*/ 347935 w 418056"/>
                <a:gd name="connsiteY5" fmla="*/ 5869 h 152314"/>
                <a:gd name="connsiteX6" fmla="*/ 74632 w 418056"/>
                <a:gd name="connsiteY6" fmla="*/ 9999 h 152314"/>
                <a:gd name="connsiteX0" fmla="*/ 74632 w 418056"/>
                <a:gd name="connsiteY0" fmla="*/ 9999 h 152314"/>
                <a:gd name="connsiteX1" fmla="*/ 12 w 418056"/>
                <a:gd name="connsiteY1" fmla="*/ 76297 h 152314"/>
                <a:gd name="connsiteX2" fmla="*/ 100032 w 418056"/>
                <a:gd name="connsiteY2" fmla="*/ 147159 h 152314"/>
                <a:gd name="connsiteX3" fmla="*/ 360805 w 418056"/>
                <a:gd name="connsiteY3" fmla="*/ 135920 h 152314"/>
                <a:gd name="connsiteX4" fmla="*/ 417927 w 418056"/>
                <a:gd name="connsiteY4" fmla="*/ 64267 h 152314"/>
                <a:gd name="connsiteX5" fmla="*/ 347935 w 418056"/>
                <a:gd name="connsiteY5" fmla="*/ 5869 h 152314"/>
                <a:gd name="connsiteX6" fmla="*/ 74632 w 418056"/>
                <a:gd name="connsiteY6" fmla="*/ 9999 h 152314"/>
                <a:gd name="connsiteX0" fmla="*/ 74632 w 417927"/>
                <a:gd name="connsiteY0" fmla="*/ 9999 h 152314"/>
                <a:gd name="connsiteX1" fmla="*/ 12 w 417927"/>
                <a:gd name="connsiteY1" fmla="*/ 76297 h 152314"/>
                <a:gd name="connsiteX2" fmla="*/ 100032 w 417927"/>
                <a:gd name="connsiteY2" fmla="*/ 147159 h 152314"/>
                <a:gd name="connsiteX3" fmla="*/ 360805 w 417927"/>
                <a:gd name="connsiteY3" fmla="*/ 135920 h 152314"/>
                <a:gd name="connsiteX4" fmla="*/ 417927 w 417927"/>
                <a:gd name="connsiteY4" fmla="*/ 64267 h 152314"/>
                <a:gd name="connsiteX5" fmla="*/ 347935 w 417927"/>
                <a:gd name="connsiteY5" fmla="*/ 5869 h 152314"/>
                <a:gd name="connsiteX6" fmla="*/ 74632 w 417927"/>
                <a:gd name="connsiteY6" fmla="*/ 9999 h 152314"/>
                <a:gd name="connsiteX0" fmla="*/ 74632 w 418382"/>
                <a:gd name="connsiteY0" fmla="*/ 9999 h 152314"/>
                <a:gd name="connsiteX1" fmla="*/ 12 w 418382"/>
                <a:gd name="connsiteY1" fmla="*/ 76297 h 152314"/>
                <a:gd name="connsiteX2" fmla="*/ 100032 w 418382"/>
                <a:gd name="connsiteY2" fmla="*/ 147159 h 152314"/>
                <a:gd name="connsiteX3" fmla="*/ 360805 w 418382"/>
                <a:gd name="connsiteY3" fmla="*/ 135920 h 152314"/>
                <a:gd name="connsiteX4" fmla="*/ 417927 w 418382"/>
                <a:gd name="connsiteY4" fmla="*/ 64267 h 152314"/>
                <a:gd name="connsiteX5" fmla="*/ 347935 w 418382"/>
                <a:gd name="connsiteY5" fmla="*/ 5869 h 152314"/>
                <a:gd name="connsiteX6" fmla="*/ 74632 w 418382"/>
                <a:gd name="connsiteY6" fmla="*/ 9999 h 152314"/>
                <a:gd name="connsiteX0" fmla="*/ 74628 w 418067"/>
                <a:gd name="connsiteY0" fmla="*/ 9999 h 204693"/>
                <a:gd name="connsiteX1" fmla="*/ 8 w 418067"/>
                <a:gd name="connsiteY1" fmla="*/ 76297 h 204693"/>
                <a:gd name="connsiteX2" fmla="*/ 100028 w 418067"/>
                <a:gd name="connsiteY2" fmla="*/ 147159 h 204693"/>
                <a:gd name="connsiteX3" fmla="*/ 196524 w 418067"/>
                <a:gd name="connsiteY3" fmla="*/ 204627 h 204693"/>
                <a:gd name="connsiteX4" fmla="*/ 360801 w 418067"/>
                <a:gd name="connsiteY4" fmla="*/ 135920 h 204693"/>
                <a:gd name="connsiteX5" fmla="*/ 417923 w 418067"/>
                <a:gd name="connsiteY5" fmla="*/ 64267 h 204693"/>
                <a:gd name="connsiteX6" fmla="*/ 347931 w 418067"/>
                <a:gd name="connsiteY6" fmla="*/ 5869 h 204693"/>
                <a:gd name="connsiteX7" fmla="*/ 74628 w 418067"/>
                <a:gd name="connsiteY7" fmla="*/ 9999 h 204693"/>
                <a:gd name="connsiteX0" fmla="*/ 74851 w 418290"/>
                <a:gd name="connsiteY0" fmla="*/ 9999 h 205352"/>
                <a:gd name="connsiteX1" fmla="*/ 231 w 418290"/>
                <a:gd name="connsiteY1" fmla="*/ 76297 h 205352"/>
                <a:gd name="connsiteX2" fmla="*/ 90558 w 418290"/>
                <a:gd name="connsiteY2" fmla="*/ 184864 h 205352"/>
                <a:gd name="connsiteX3" fmla="*/ 196747 w 418290"/>
                <a:gd name="connsiteY3" fmla="*/ 204627 h 205352"/>
                <a:gd name="connsiteX4" fmla="*/ 361024 w 418290"/>
                <a:gd name="connsiteY4" fmla="*/ 135920 h 205352"/>
                <a:gd name="connsiteX5" fmla="*/ 418146 w 418290"/>
                <a:gd name="connsiteY5" fmla="*/ 64267 h 205352"/>
                <a:gd name="connsiteX6" fmla="*/ 348154 w 418290"/>
                <a:gd name="connsiteY6" fmla="*/ 5869 h 205352"/>
                <a:gd name="connsiteX7" fmla="*/ 74851 w 418290"/>
                <a:gd name="connsiteY7" fmla="*/ 9999 h 205352"/>
                <a:gd name="connsiteX0" fmla="*/ 74851 w 418220"/>
                <a:gd name="connsiteY0" fmla="*/ 9999 h 212003"/>
                <a:gd name="connsiteX1" fmla="*/ 231 w 418220"/>
                <a:gd name="connsiteY1" fmla="*/ 76297 h 212003"/>
                <a:gd name="connsiteX2" fmla="*/ 90558 w 418220"/>
                <a:gd name="connsiteY2" fmla="*/ 184864 h 212003"/>
                <a:gd name="connsiteX3" fmla="*/ 196747 w 418220"/>
                <a:gd name="connsiteY3" fmla="*/ 204627 h 212003"/>
                <a:gd name="connsiteX4" fmla="*/ 338407 w 418220"/>
                <a:gd name="connsiteY4" fmla="*/ 206618 h 212003"/>
                <a:gd name="connsiteX5" fmla="*/ 418146 w 418220"/>
                <a:gd name="connsiteY5" fmla="*/ 64267 h 212003"/>
                <a:gd name="connsiteX6" fmla="*/ 348154 w 418220"/>
                <a:gd name="connsiteY6" fmla="*/ 5869 h 212003"/>
                <a:gd name="connsiteX7" fmla="*/ 74851 w 418220"/>
                <a:gd name="connsiteY7" fmla="*/ 9999 h 212003"/>
                <a:gd name="connsiteX0" fmla="*/ 74851 w 418218"/>
                <a:gd name="connsiteY0" fmla="*/ 9999 h 208422"/>
                <a:gd name="connsiteX1" fmla="*/ 231 w 418218"/>
                <a:gd name="connsiteY1" fmla="*/ 76297 h 208422"/>
                <a:gd name="connsiteX2" fmla="*/ 90558 w 418218"/>
                <a:gd name="connsiteY2" fmla="*/ 184864 h 208422"/>
                <a:gd name="connsiteX3" fmla="*/ 196747 w 418218"/>
                <a:gd name="connsiteY3" fmla="*/ 204627 h 208422"/>
                <a:gd name="connsiteX4" fmla="*/ 336792 w 418218"/>
                <a:gd name="connsiteY4" fmla="*/ 201905 h 208422"/>
                <a:gd name="connsiteX5" fmla="*/ 418146 w 418218"/>
                <a:gd name="connsiteY5" fmla="*/ 64267 h 208422"/>
                <a:gd name="connsiteX6" fmla="*/ 348154 w 418218"/>
                <a:gd name="connsiteY6" fmla="*/ 5869 h 208422"/>
                <a:gd name="connsiteX7" fmla="*/ 74851 w 418218"/>
                <a:gd name="connsiteY7" fmla="*/ 9999 h 208422"/>
                <a:gd name="connsiteX0" fmla="*/ 63693 w 407060"/>
                <a:gd name="connsiteY0" fmla="*/ 9999 h 208422"/>
                <a:gd name="connsiteX1" fmla="*/ 381 w 407060"/>
                <a:gd name="connsiteY1" fmla="*/ 76297 h 208422"/>
                <a:gd name="connsiteX2" fmla="*/ 79400 w 407060"/>
                <a:gd name="connsiteY2" fmla="*/ 184864 h 208422"/>
                <a:gd name="connsiteX3" fmla="*/ 185589 w 407060"/>
                <a:gd name="connsiteY3" fmla="*/ 204627 h 208422"/>
                <a:gd name="connsiteX4" fmla="*/ 325634 w 407060"/>
                <a:gd name="connsiteY4" fmla="*/ 201905 h 208422"/>
                <a:gd name="connsiteX5" fmla="*/ 406988 w 407060"/>
                <a:gd name="connsiteY5" fmla="*/ 64267 h 208422"/>
                <a:gd name="connsiteX6" fmla="*/ 336996 w 407060"/>
                <a:gd name="connsiteY6" fmla="*/ 5869 h 208422"/>
                <a:gd name="connsiteX7" fmla="*/ 63693 w 407060"/>
                <a:gd name="connsiteY7" fmla="*/ 9999 h 208422"/>
                <a:gd name="connsiteX0" fmla="*/ 44438 w 412037"/>
                <a:gd name="connsiteY0" fmla="*/ 2218 h 247773"/>
                <a:gd name="connsiteX1" fmla="*/ 5358 w 412037"/>
                <a:gd name="connsiteY1" fmla="*/ 115648 h 247773"/>
                <a:gd name="connsiteX2" fmla="*/ 84377 w 412037"/>
                <a:gd name="connsiteY2" fmla="*/ 224215 h 247773"/>
                <a:gd name="connsiteX3" fmla="*/ 190566 w 412037"/>
                <a:gd name="connsiteY3" fmla="*/ 243978 h 247773"/>
                <a:gd name="connsiteX4" fmla="*/ 330611 w 412037"/>
                <a:gd name="connsiteY4" fmla="*/ 241256 h 247773"/>
                <a:gd name="connsiteX5" fmla="*/ 411965 w 412037"/>
                <a:gd name="connsiteY5" fmla="*/ 103618 h 247773"/>
                <a:gd name="connsiteX6" fmla="*/ 341973 w 412037"/>
                <a:gd name="connsiteY6" fmla="*/ 45220 h 247773"/>
                <a:gd name="connsiteX7" fmla="*/ 44438 w 412037"/>
                <a:gd name="connsiteY7" fmla="*/ 2218 h 247773"/>
                <a:gd name="connsiteX0" fmla="*/ 44858 w 412457"/>
                <a:gd name="connsiteY0" fmla="*/ 2991 h 248546"/>
                <a:gd name="connsiteX1" fmla="*/ 5778 w 412457"/>
                <a:gd name="connsiteY1" fmla="*/ 116421 h 248546"/>
                <a:gd name="connsiteX2" fmla="*/ 84797 w 412457"/>
                <a:gd name="connsiteY2" fmla="*/ 224988 h 248546"/>
                <a:gd name="connsiteX3" fmla="*/ 190986 w 412457"/>
                <a:gd name="connsiteY3" fmla="*/ 244751 h 248546"/>
                <a:gd name="connsiteX4" fmla="*/ 331031 w 412457"/>
                <a:gd name="connsiteY4" fmla="*/ 242029 h 248546"/>
                <a:gd name="connsiteX5" fmla="*/ 412385 w 412457"/>
                <a:gd name="connsiteY5" fmla="*/ 104391 h 248546"/>
                <a:gd name="connsiteX6" fmla="*/ 342393 w 412457"/>
                <a:gd name="connsiteY6" fmla="*/ 45993 h 248546"/>
                <a:gd name="connsiteX7" fmla="*/ 44858 w 412457"/>
                <a:gd name="connsiteY7" fmla="*/ 2991 h 248546"/>
                <a:gd name="connsiteX0" fmla="*/ 40504 w 408103"/>
                <a:gd name="connsiteY0" fmla="*/ 119 h 245674"/>
                <a:gd name="connsiteX1" fmla="*/ 1424 w 408103"/>
                <a:gd name="connsiteY1" fmla="*/ 113549 h 245674"/>
                <a:gd name="connsiteX2" fmla="*/ 80443 w 408103"/>
                <a:gd name="connsiteY2" fmla="*/ 222116 h 245674"/>
                <a:gd name="connsiteX3" fmla="*/ 186632 w 408103"/>
                <a:gd name="connsiteY3" fmla="*/ 241879 h 245674"/>
                <a:gd name="connsiteX4" fmla="*/ 326677 w 408103"/>
                <a:gd name="connsiteY4" fmla="*/ 239157 h 245674"/>
                <a:gd name="connsiteX5" fmla="*/ 408031 w 408103"/>
                <a:gd name="connsiteY5" fmla="*/ 101519 h 245674"/>
                <a:gd name="connsiteX6" fmla="*/ 338039 w 408103"/>
                <a:gd name="connsiteY6" fmla="*/ 43121 h 245674"/>
                <a:gd name="connsiteX7" fmla="*/ 172093 w 408103"/>
                <a:gd name="connsiteY7" fmla="*/ 91057 h 245674"/>
                <a:gd name="connsiteX8" fmla="*/ 40504 w 408103"/>
                <a:gd name="connsiteY8" fmla="*/ 119 h 245674"/>
                <a:gd name="connsiteX0" fmla="*/ 40504 w 408103"/>
                <a:gd name="connsiteY0" fmla="*/ 118 h 245673"/>
                <a:gd name="connsiteX1" fmla="*/ 1424 w 408103"/>
                <a:gd name="connsiteY1" fmla="*/ 113548 h 245673"/>
                <a:gd name="connsiteX2" fmla="*/ 80443 w 408103"/>
                <a:gd name="connsiteY2" fmla="*/ 222115 h 245673"/>
                <a:gd name="connsiteX3" fmla="*/ 186632 w 408103"/>
                <a:gd name="connsiteY3" fmla="*/ 241878 h 245673"/>
                <a:gd name="connsiteX4" fmla="*/ 326677 w 408103"/>
                <a:gd name="connsiteY4" fmla="*/ 239156 h 245673"/>
                <a:gd name="connsiteX5" fmla="*/ 408031 w 408103"/>
                <a:gd name="connsiteY5" fmla="*/ 101518 h 245673"/>
                <a:gd name="connsiteX6" fmla="*/ 338039 w 408103"/>
                <a:gd name="connsiteY6" fmla="*/ 43120 h 245673"/>
                <a:gd name="connsiteX7" fmla="*/ 269021 w 408103"/>
                <a:gd name="connsiteY7" fmla="*/ 81629 h 245673"/>
                <a:gd name="connsiteX8" fmla="*/ 172093 w 408103"/>
                <a:gd name="connsiteY8" fmla="*/ 91056 h 245673"/>
                <a:gd name="connsiteX9" fmla="*/ 40504 w 408103"/>
                <a:gd name="connsiteY9" fmla="*/ 118 h 245673"/>
                <a:gd name="connsiteX0" fmla="*/ 40504 w 408103"/>
                <a:gd name="connsiteY0" fmla="*/ 118 h 245673"/>
                <a:gd name="connsiteX1" fmla="*/ 1424 w 408103"/>
                <a:gd name="connsiteY1" fmla="*/ 113548 h 245673"/>
                <a:gd name="connsiteX2" fmla="*/ 80443 w 408103"/>
                <a:gd name="connsiteY2" fmla="*/ 222115 h 245673"/>
                <a:gd name="connsiteX3" fmla="*/ 186632 w 408103"/>
                <a:gd name="connsiteY3" fmla="*/ 241878 h 245673"/>
                <a:gd name="connsiteX4" fmla="*/ 326677 w 408103"/>
                <a:gd name="connsiteY4" fmla="*/ 239156 h 245673"/>
                <a:gd name="connsiteX5" fmla="*/ 408031 w 408103"/>
                <a:gd name="connsiteY5" fmla="*/ 101518 h 245673"/>
                <a:gd name="connsiteX6" fmla="*/ 355809 w 408103"/>
                <a:gd name="connsiteY6" fmla="*/ 33693 h 245673"/>
                <a:gd name="connsiteX7" fmla="*/ 269021 w 408103"/>
                <a:gd name="connsiteY7" fmla="*/ 81629 h 245673"/>
                <a:gd name="connsiteX8" fmla="*/ 172093 w 408103"/>
                <a:gd name="connsiteY8" fmla="*/ 91056 h 245673"/>
                <a:gd name="connsiteX9" fmla="*/ 40504 w 408103"/>
                <a:gd name="connsiteY9" fmla="*/ 118 h 245673"/>
                <a:gd name="connsiteX0" fmla="*/ 40504 w 408103"/>
                <a:gd name="connsiteY0" fmla="*/ 118 h 245673"/>
                <a:gd name="connsiteX1" fmla="*/ 1424 w 408103"/>
                <a:gd name="connsiteY1" fmla="*/ 113548 h 245673"/>
                <a:gd name="connsiteX2" fmla="*/ 80443 w 408103"/>
                <a:gd name="connsiteY2" fmla="*/ 222115 h 245673"/>
                <a:gd name="connsiteX3" fmla="*/ 186632 w 408103"/>
                <a:gd name="connsiteY3" fmla="*/ 241878 h 245673"/>
                <a:gd name="connsiteX4" fmla="*/ 326677 w 408103"/>
                <a:gd name="connsiteY4" fmla="*/ 239156 h 245673"/>
                <a:gd name="connsiteX5" fmla="*/ 408031 w 408103"/>
                <a:gd name="connsiteY5" fmla="*/ 101518 h 245673"/>
                <a:gd name="connsiteX6" fmla="*/ 355809 w 408103"/>
                <a:gd name="connsiteY6" fmla="*/ 33693 h 245673"/>
                <a:gd name="connsiteX7" fmla="*/ 269021 w 408103"/>
                <a:gd name="connsiteY7" fmla="*/ 81629 h 245673"/>
                <a:gd name="connsiteX8" fmla="*/ 172093 w 408103"/>
                <a:gd name="connsiteY8" fmla="*/ 91056 h 245673"/>
                <a:gd name="connsiteX9" fmla="*/ 40504 w 408103"/>
                <a:gd name="connsiteY9" fmla="*/ 118 h 245673"/>
                <a:gd name="connsiteX0" fmla="*/ 40504 w 400039"/>
                <a:gd name="connsiteY0" fmla="*/ 118 h 245673"/>
                <a:gd name="connsiteX1" fmla="*/ 1424 w 400039"/>
                <a:gd name="connsiteY1" fmla="*/ 113548 h 245673"/>
                <a:gd name="connsiteX2" fmla="*/ 80443 w 400039"/>
                <a:gd name="connsiteY2" fmla="*/ 222115 h 245673"/>
                <a:gd name="connsiteX3" fmla="*/ 186632 w 400039"/>
                <a:gd name="connsiteY3" fmla="*/ 241878 h 245673"/>
                <a:gd name="connsiteX4" fmla="*/ 326677 w 400039"/>
                <a:gd name="connsiteY4" fmla="*/ 239156 h 245673"/>
                <a:gd name="connsiteX5" fmla="*/ 399953 w 400039"/>
                <a:gd name="connsiteY5" fmla="*/ 134510 h 245673"/>
                <a:gd name="connsiteX6" fmla="*/ 355809 w 400039"/>
                <a:gd name="connsiteY6" fmla="*/ 33693 h 245673"/>
                <a:gd name="connsiteX7" fmla="*/ 269021 w 400039"/>
                <a:gd name="connsiteY7" fmla="*/ 81629 h 245673"/>
                <a:gd name="connsiteX8" fmla="*/ 172093 w 400039"/>
                <a:gd name="connsiteY8" fmla="*/ 91056 h 245673"/>
                <a:gd name="connsiteX9" fmla="*/ 40504 w 400039"/>
                <a:gd name="connsiteY9" fmla="*/ 118 h 245673"/>
                <a:gd name="connsiteX0" fmla="*/ 40504 w 385549"/>
                <a:gd name="connsiteY0" fmla="*/ 118 h 245673"/>
                <a:gd name="connsiteX1" fmla="*/ 1424 w 385549"/>
                <a:gd name="connsiteY1" fmla="*/ 113548 h 245673"/>
                <a:gd name="connsiteX2" fmla="*/ 80443 w 385549"/>
                <a:gd name="connsiteY2" fmla="*/ 222115 h 245673"/>
                <a:gd name="connsiteX3" fmla="*/ 186632 w 385549"/>
                <a:gd name="connsiteY3" fmla="*/ 241878 h 245673"/>
                <a:gd name="connsiteX4" fmla="*/ 326677 w 385549"/>
                <a:gd name="connsiteY4" fmla="*/ 239156 h 245673"/>
                <a:gd name="connsiteX5" fmla="*/ 385414 w 385549"/>
                <a:gd name="connsiteY5" fmla="*/ 143937 h 245673"/>
                <a:gd name="connsiteX6" fmla="*/ 355809 w 385549"/>
                <a:gd name="connsiteY6" fmla="*/ 33693 h 245673"/>
                <a:gd name="connsiteX7" fmla="*/ 269021 w 385549"/>
                <a:gd name="connsiteY7" fmla="*/ 81629 h 245673"/>
                <a:gd name="connsiteX8" fmla="*/ 172093 w 385549"/>
                <a:gd name="connsiteY8" fmla="*/ 91056 h 245673"/>
                <a:gd name="connsiteX9" fmla="*/ 40504 w 385549"/>
                <a:gd name="connsiteY9" fmla="*/ 118 h 245673"/>
                <a:gd name="connsiteX0" fmla="*/ 40504 w 385549"/>
                <a:gd name="connsiteY0" fmla="*/ 118 h 245673"/>
                <a:gd name="connsiteX1" fmla="*/ 1424 w 385549"/>
                <a:gd name="connsiteY1" fmla="*/ 113548 h 245673"/>
                <a:gd name="connsiteX2" fmla="*/ 80443 w 385549"/>
                <a:gd name="connsiteY2" fmla="*/ 222115 h 245673"/>
                <a:gd name="connsiteX3" fmla="*/ 186632 w 385549"/>
                <a:gd name="connsiteY3" fmla="*/ 241878 h 245673"/>
                <a:gd name="connsiteX4" fmla="*/ 326677 w 385549"/>
                <a:gd name="connsiteY4" fmla="*/ 239156 h 245673"/>
                <a:gd name="connsiteX5" fmla="*/ 385414 w 385549"/>
                <a:gd name="connsiteY5" fmla="*/ 143937 h 245673"/>
                <a:gd name="connsiteX6" fmla="*/ 355809 w 385549"/>
                <a:gd name="connsiteY6" fmla="*/ 33693 h 245673"/>
                <a:gd name="connsiteX7" fmla="*/ 269021 w 385549"/>
                <a:gd name="connsiteY7" fmla="*/ 81629 h 245673"/>
                <a:gd name="connsiteX8" fmla="*/ 172093 w 385549"/>
                <a:gd name="connsiteY8" fmla="*/ 91056 h 245673"/>
                <a:gd name="connsiteX9" fmla="*/ 40504 w 385549"/>
                <a:gd name="connsiteY9" fmla="*/ 118 h 245673"/>
                <a:gd name="connsiteX0" fmla="*/ 40504 w 379132"/>
                <a:gd name="connsiteY0" fmla="*/ 118 h 245673"/>
                <a:gd name="connsiteX1" fmla="*/ 1424 w 379132"/>
                <a:gd name="connsiteY1" fmla="*/ 113548 h 245673"/>
                <a:gd name="connsiteX2" fmla="*/ 80443 w 379132"/>
                <a:gd name="connsiteY2" fmla="*/ 222115 h 245673"/>
                <a:gd name="connsiteX3" fmla="*/ 186632 w 379132"/>
                <a:gd name="connsiteY3" fmla="*/ 241878 h 245673"/>
                <a:gd name="connsiteX4" fmla="*/ 326677 w 379132"/>
                <a:gd name="connsiteY4" fmla="*/ 239156 h 245673"/>
                <a:gd name="connsiteX5" fmla="*/ 378952 w 379132"/>
                <a:gd name="connsiteY5" fmla="*/ 148650 h 245673"/>
                <a:gd name="connsiteX6" fmla="*/ 355809 w 379132"/>
                <a:gd name="connsiteY6" fmla="*/ 33693 h 245673"/>
                <a:gd name="connsiteX7" fmla="*/ 269021 w 379132"/>
                <a:gd name="connsiteY7" fmla="*/ 81629 h 245673"/>
                <a:gd name="connsiteX8" fmla="*/ 172093 w 379132"/>
                <a:gd name="connsiteY8" fmla="*/ 91056 h 245673"/>
                <a:gd name="connsiteX9" fmla="*/ 40504 w 379132"/>
                <a:gd name="connsiteY9" fmla="*/ 118 h 245673"/>
                <a:gd name="connsiteX0" fmla="*/ 40504 w 379132"/>
                <a:gd name="connsiteY0" fmla="*/ 118 h 245673"/>
                <a:gd name="connsiteX1" fmla="*/ 1424 w 379132"/>
                <a:gd name="connsiteY1" fmla="*/ 113548 h 245673"/>
                <a:gd name="connsiteX2" fmla="*/ 80443 w 379132"/>
                <a:gd name="connsiteY2" fmla="*/ 222115 h 245673"/>
                <a:gd name="connsiteX3" fmla="*/ 186632 w 379132"/>
                <a:gd name="connsiteY3" fmla="*/ 241878 h 245673"/>
                <a:gd name="connsiteX4" fmla="*/ 326677 w 379132"/>
                <a:gd name="connsiteY4" fmla="*/ 239156 h 245673"/>
                <a:gd name="connsiteX5" fmla="*/ 378952 w 379132"/>
                <a:gd name="connsiteY5" fmla="*/ 148650 h 245673"/>
                <a:gd name="connsiteX6" fmla="*/ 357424 w 379132"/>
                <a:gd name="connsiteY6" fmla="*/ 57260 h 245673"/>
                <a:gd name="connsiteX7" fmla="*/ 269021 w 379132"/>
                <a:gd name="connsiteY7" fmla="*/ 81629 h 245673"/>
                <a:gd name="connsiteX8" fmla="*/ 172093 w 379132"/>
                <a:gd name="connsiteY8" fmla="*/ 91056 h 245673"/>
                <a:gd name="connsiteX9" fmla="*/ 40504 w 379132"/>
                <a:gd name="connsiteY9" fmla="*/ 118 h 245673"/>
                <a:gd name="connsiteX0" fmla="*/ 39954 w 378582"/>
                <a:gd name="connsiteY0" fmla="*/ 1686 h 247241"/>
                <a:gd name="connsiteX1" fmla="*/ 874 w 378582"/>
                <a:gd name="connsiteY1" fmla="*/ 115116 h 247241"/>
                <a:gd name="connsiteX2" fmla="*/ 79893 w 378582"/>
                <a:gd name="connsiteY2" fmla="*/ 223683 h 247241"/>
                <a:gd name="connsiteX3" fmla="*/ 186082 w 378582"/>
                <a:gd name="connsiteY3" fmla="*/ 243446 h 247241"/>
                <a:gd name="connsiteX4" fmla="*/ 326127 w 378582"/>
                <a:gd name="connsiteY4" fmla="*/ 240724 h 247241"/>
                <a:gd name="connsiteX5" fmla="*/ 378402 w 378582"/>
                <a:gd name="connsiteY5" fmla="*/ 150218 h 247241"/>
                <a:gd name="connsiteX6" fmla="*/ 356874 w 378582"/>
                <a:gd name="connsiteY6" fmla="*/ 58828 h 247241"/>
                <a:gd name="connsiteX7" fmla="*/ 268471 w 378582"/>
                <a:gd name="connsiteY7" fmla="*/ 83197 h 247241"/>
                <a:gd name="connsiteX8" fmla="*/ 171543 w 378582"/>
                <a:gd name="connsiteY8" fmla="*/ 92624 h 247241"/>
                <a:gd name="connsiteX9" fmla="*/ 76231 w 378582"/>
                <a:gd name="connsiteY9" fmla="*/ 50204 h 247241"/>
                <a:gd name="connsiteX10" fmla="*/ 39954 w 378582"/>
                <a:gd name="connsiteY10" fmla="*/ 1686 h 247241"/>
                <a:gd name="connsiteX0" fmla="*/ 39954 w 378582"/>
                <a:gd name="connsiteY0" fmla="*/ 1686 h 244171"/>
                <a:gd name="connsiteX1" fmla="*/ 874 w 378582"/>
                <a:gd name="connsiteY1" fmla="*/ 115116 h 244171"/>
                <a:gd name="connsiteX2" fmla="*/ 79893 w 378582"/>
                <a:gd name="connsiteY2" fmla="*/ 223683 h 244171"/>
                <a:gd name="connsiteX3" fmla="*/ 186082 w 378582"/>
                <a:gd name="connsiteY3" fmla="*/ 243446 h 244171"/>
                <a:gd name="connsiteX4" fmla="*/ 326127 w 378582"/>
                <a:gd name="connsiteY4" fmla="*/ 198306 h 244171"/>
                <a:gd name="connsiteX5" fmla="*/ 378402 w 378582"/>
                <a:gd name="connsiteY5" fmla="*/ 150218 h 244171"/>
                <a:gd name="connsiteX6" fmla="*/ 356874 w 378582"/>
                <a:gd name="connsiteY6" fmla="*/ 58828 h 244171"/>
                <a:gd name="connsiteX7" fmla="*/ 268471 w 378582"/>
                <a:gd name="connsiteY7" fmla="*/ 83197 h 244171"/>
                <a:gd name="connsiteX8" fmla="*/ 171543 w 378582"/>
                <a:gd name="connsiteY8" fmla="*/ 92624 h 244171"/>
                <a:gd name="connsiteX9" fmla="*/ 76231 w 378582"/>
                <a:gd name="connsiteY9" fmla="*/ 50204 h 244171"/>
                <a:gd name="connsiteX10" fmla="*/ 39954 w 378582"/>
                <a:gd name="connsiteY10" fmla="*/ 1686 h 244171"/>
                <a:gd name="connsiteX0" fmla="*/ 39954 w 378598"/>
                <a:gd name="connsiteY0" fmla="*/ 1686 h 244171"/>
                <a:gd name="connsiteX1" fmla="*/ 874 w 378598"/>
                <a:gd name="connsiteY1" fmla="*/ 115116 h 244171"/>
                <a:gd name="connsiteX2" fmla="*/ 79893 w 378598"/>
                <a:gd name="connsiteY2" fmla="*/ 223683 h 244171"/>
                <a:gd name="connsiteX3" fmla="*/ 186082 w 378598"/>
                <a:gd name="connsiteY3" fmla="*/ 243446 h 244171"/>
                <a:gd name="connsiteX4" fmla="*/ 327742 w 378598"/>
                <a:gd name="connsiteY4" fmla="*/ 221873 h 244171"/>
                <a:gd name="connsiteX5" fmla="*/ 378402 w 378598"/>
                <a:gd name="connsiteY5" fmla="*/ 150218 h 244171"/>
                <a:gd name="connsiteX6" fmla="*/ 356874 w 378598"/>
                <a:gd name="connsiteY6" fmla="*/ 58828 h 244171"/>
                <a:gd name="connsiteX7" fmla="*/ 268471 w 378598"/>
                <a:gd name="connsiteY7" fmla="*/ 83197 h 244171"/>
                <a:gd name="connsiteX8" fmla="*/ 171543 w 378598"/>
                <a:gd name="connsiteY8" fmla="*/ 92624 h 244171"/>
                <a:gd name="connsiteX9" fmla="*/ 76231 w 378598"/>
                <a:gd name="connsiteY9" fmla="*/ 50204 h 244171"/>
                <a:gd name="connsiteX10" fmla="*/ 39954 w 378598"/>
                <a:gd name="connsiteY10" fmla="*/ 1686 h 244171"/>
                <a:gd name="connsiteX0" fmla="*/ 39954 w 378582"/>
                <a:gd name="connsiteY0" fmla="*/ 1686 h 244171"/>
                <a:gd name="connsiteX1" fmla="*/ 874 w 378582"/>
                <a:gd name="connsiteY1" fmla="*/ 115116 h 244171"/>
                <a:gd name="connsiteX2" fmla="*/ 79893 w 378582"/>
                <a:gd name="connsiteY2" fmla="*/ 223683 h 244171"/>
                <a:gd name="connsiteX3" fmla="*/ 186082 w 378582"/>
                <a:gd name="connsiteY3" fmla="*/ 243446 h 244171"/>
                <a:gd name="connsiteX4" fmla="*/ 326126 w 378582"/>
                <a:gd name="connsiteY4" fmla="*/ 231300 h 244171"/>
                <a:gd name="connsiteX5" fmla="*/ 378402 w 378582"/>
                <a:gd name="connsiteY5" fmla="*/ 150218 h 244171"/>
                <a:gd name="connsiteX6" fmla="*/ 356874 w 378582"/>
                <a:gd name="connsiteY6" fmla="*/ 58828 h 244171"/>
                <a:gd name="connsiteX7" fmla="*/ 268471 w 378582"/>
                <a:gd name="connsiteY7" fmla="*/ 83197 h 244171"/>
                <a:gd name="connsiteX8" fmla="*/ 171543 w 378582"/>
                <a:gd name="connsiteY8" fmla="*/ 92624 h 244171"/>
                <a:gd name="connsiteX9" fmla="*/ 76231 w 378582"/>
                <a:gd name="connsiteY9" fmla="*/ 50204 h 244171"/>
                <a:gd name="connsiteX10" fmla="*/ 39954 w 378582"/>
                <a:gd name="connsiteY10" fmla="*/ 1686 h 244171"/>
                <a:gd name="connsiteX0" fmla="*/ 39954 w 372204"/>
                <a:gd name="connsiteY0" fmla="*/ 1686 h 244171"/>
                <a:gd name="connsiteX1" fmla="*/ 874 w 372204"/>
                <a:gd name="connsiteY1" fmla="*/ 115116 h 244171"/>
                <a:gd name="connsiteX2" fmla="*/ 79893 w 372204"/>
                <a:gd name="connsiteY2" fmla="*/ 223683 h 244171"/>
                <a:gd name="connsiteX3" fmla="*/ 186082 w 372204"/>
                <a:gd name="connsiteY3" fmla="*/ 243446 h 244171"/>
                <a:gd name="connsiteX4" fmla="*/ 326126 w 372204"/>
                <a:gd name="connsiteY4" fmla="*/ 231300 h 244171"/>
                <a:gd name="connsiteX5" fmla="*/ 371940 w 372204"/>
                <a:gd name="connsiteY5" fmla="*/ 169071 h 244171"/>
                <a:gd name="connsiteX6" fmla="*/ 356874 w 372204"/>
                <a:gd name="connsiteY6" fmla="*/ 58828 h 244171"/>
                <a:gd name="connsiteX7" fmla="*/ 268471 w 372204"/>
                <a:gd name="connsiteY7" fmla="*/ 83197 h 244171"/>
                <a:gd name="connsiteX8" fmla="*/ 171543 w 372204"/>
                <a:gd name="connsiteY8" fmla="*/ 92624 h 244171"/>
                <a:gd name="connsiteX9" fmla="*/ 76231 w 372204"/>
                <a:gd name="connsiteY9" fmla="*/ 50204 h 244171"/>
                <a:gd name="connsiteX10" fmla="*/ 39954 w 372204"/>
                <a:gd name="connsiteY10" fmla="*/ 1686 h 244171"/>
                <a:gd name="connsiteX0" fmla="*/ 30494 w 362744"/>
                <a:gd name="connsiteY0" fmla="*/ 2546 h 244760"/>
                <a:gd name="connsiteX1" fmla="*/ 1107 w 362744"/>
                <a:gd name="connsiteY1" fmla="*/ 134829 h 244760"/>
                <a:gd name="connsiteX2" fmla="*/ 70433 w 362744"/>
                <a:gd name="connsiteY2" fmla="*/ 224543 h 244760"/>
                <a:gd name="connsiteX3" fmla="*/ 176622 w 362744"/>
                <a:gd name="connsiteY3" fmla="*/ 244306 h 244760"/>
                <a:gd name="connsiteX4" fmla="*/ 316666 w 362744"/>
                <a:gd name="connsiteY4" fmla="*/ 232160 h 244760"/>
                <a:gd name="connsiteX5" fmla="*/ 362480 w 362744"/>
                <a:gd name="connsiteY5" fmla="*/ 169931 h 244760"/>
                <a:gd name="connsiteX6" fmla="*/ 347414 w 362744"/>
                <a:gd name="connsiteY6" fmla="*/ 59688 h 244760"/>
                <a:gd name="connsiteX7" fmla="*/ 259011 w 362744"/>
                <a:gd name="connsiteY7" fmla="*/ 84057 h 244760"/>
                <a:gd name="connsiteX8" fmla="*/ 162083 w 362744"/>
                <a:gd name="connsiteY8" fmla="*/ 93484 h 244760"/>
                <a:gd name="connsiteX9" fmla="*/ 66771 w 362744"/>
                <a:gd name="connsiteY9" fmla="*/ 51064 h 244760"/>
                <a:gd name="connsiteX10" fmla="*/ 30494 w 362744"/>
                <a:gd name="connsiteY10" fmla="*/ 2546 h 244760"/>
                <a:gd name="connsiteX0" fmla="*/ 29015 w 362881"/>
                <a:gd name="connsiteY0" fmla="*/ 3746 h 227108"/>
                <a:gd name="connsiteX1" fmla="*/ 1244 w 362881"/>
                <a:gd name="connsiteY1" fmla="*/ 117176 h 227108"/>
                <a:gd name="connsiteX2" fmla="*/ 70570 w 362881"/>
                <a:gd name="connsiteY2" fmla="*/ 206890 h 227108"/>
                <a:gd name="connsiteX3" fmla="*/ 176759 w 362881"/>
                <a:gd name="connsiteY3" fmla="*/ 226653 h 227108"/>
                <a:gd name="connsiteX4" fmla="*/ 316803 w 362881"/>
                <a:gd name="connsiteY4" fmla="*/ 214507 h 227108"/>
                <a:gd name="connsiteX5" fmla="*/ 362617 w 362881"/>
                <a:gd name="connsiteY5" fmla="*/ 152278 h 227108"/>
                <a:gd name="connsiteX6" fmla="*/ 347551 w 362881"/>
                <a:gd name="connsiteY6" fmla="*/ 42035 h 227108"/>
                <a:gd name="connsiteX7" fmla="*/ 259148 w 362881"/>
                <a:gd name="connsiteY7" fmla="*/ 66404 h 227108"/>
                <a:gd name="connsiteX8" fmla="*/ 162220 w 362881"/>
                <a:gd name="connsiteY8" fmla="*/ 75831 h 227108"/>
                <a:gd name="connsiteX9" fmla="*/ 66908 w 362881"/>
                <a:gd name="connsiteY9" fmla="*/ 33411 h 227108"/>
                <a:gd name="connsiteX10" fmla="*/ 29015 w 362881"/>
                <a:gd name="connsiteY10" fmla="*/ 3746 h 227108"/>
                <a:gd name="connsiteX0" fmla="*/ 29015 w 362881"/>
                <a:gd name="connsiteY0" fmla="*/ 2354 h 249282"/>
                <a:gd name="connsiteX1" fmla="*/ 1244 w 362881"/>
                <a:gd name="connsiteY1" fmla="*/ 139350 h 249282"/>
                <a:gd name="connsiteX2" fmla="*/ 70570 w 362881"/>
                <a:gd name="connsiteY2" fmla="*/ 229064 h 249282"/>
                <a:gd name="connsiteX3" fmla="*/ 176759 w 362881"/>
                <a:gd name="connsiteY3" fmla="*/ 248827 h 249282"/>
                <a:gd name="connsiteX4" fmla="*/ 316803 w 362881"/>
                <a:gd name="connsiteY4" fmla="*/ 236681 h 249282"/>
                <a:gd name="connsiteX5" fmla="*/ 362617 w 362881"/>
                <a:gd name="connsiteY5" fmla="*/ 174452 h 249282"/>
                <a:gd name="connsiteX6" fmla="*/ 347551 w 362881"/>
                <a:gd name="connsiteY6" fmla="*/ 64209 h 249282"/>
                <a:gd name="connsiteX7" fmla="*/ 259148 w 362881"/>
                <a:gd name="connsiteY7" fmla="*/ 88578 h 249282"/>
                <a:gd name="connsiteX8" fmla="*/ 162220 w 362881"/>
                <a:gd name="connsiteY8" fmla="*/ 98005 h 249282"/>
                <a:gd name="connsiteX9" fmla="*/ 66908 w 362881"/>
                <a:gd name="connsiteY9" fmla="*/ 55585 h 249282"/>
                <a:gd name="connsiteX10" fmla="*/ 29015 w 362881"/>
                <a:gd name="connsiteY10" fmla="*/ 2354 h 249282"/>
                <a:gd name="connsiteX0" fmla="*/ 29413 w 363279"/>
                <a:gd name="connsiteY0" fmla="*/ 2354 h 249854"/>
                <a:gd name="connsiteX1" fmla="*/ 1642 w 363279"/>
                <a:gd name="connsiteY1" fmla="*/ 139350 h 249854"/>
                <a:gd name="connsiteX2" fmla="*/ 79045 w 363279"/>
                <a:gd name="connsiteY2" fmla="*/ 233778 h 249854"/>
                <a:gd name="connsiteX3" fmla="*/ 177157 w 363279"/>
                <a:gd name="connsiteY3" fmla="*/ 248827 h 249854"/>
                <a:gd name="connsiteX4" fmla="*/ 317201 w 363279"/>
                <a:gd name="connsiteY4" fmla="*/ 236681 h 249854"/>
                <a:gd name="connsiteX5" fmla="*/ 363015 w 363279"/>
                <a:gd name="connsiteY5" fmla="*/ 174452 h 249854"/>
                <a:gd name="connsiteX6" fmla="*/ 347949 w 363279"/>
                <a:gd name="connsiteY6" fmla="*/ 64209 h 249854"/>
                <a:gd name="connsiteX7" fmla="*/ 259546 w 363279"/>
                <a:gd name="connsiteY7" fmla="*/ 88578 h 249854"/>
                <a:gd name="connsiteX8" fmla="*/ 162618 w 363279"/>
                <a:gd name="connsiteY8" fmla="*/ 98005 h 249854"/>
                <a:gd name="connsiteX9" fmla="*/ 67306 w 363279"/>
                <a:gd name="connsiteY9" fmla="*/ 55585 h 249854"/>
                <a:gd name="connsiteX10" fmla="*/ 29413 w 363279"/>
                <a:gd name="connsiteY10" fmla="*/ 2354 h 249854"/>
                <a:gd name="connsiteX0" fmla="*/ 29413 w 363279"/>
                <a:gd name="connsiteY0" fmla="*/ 2354 h 249854"/>
                <a:gd name="connsiteX1" fmla="*/ 1642 w 363279"/>
                <a:gd name="connsiteY1" fmla="*/ 139350 h 249854"/>
                <a:gd name="connsiteX2" fmla="*/ 79045 w 363279"/>
                <a:gd name="connsiteY2" fmla="*/ 233778 h 249854"/>
                <a:gd name="connsiteX3" fmla="*/ 177157 w 363279"/>
                <a:gd name="connsiteY3" fmla="*/ 248827 h 249854"/>
                <a:gd name="connsiteX4" fmla="*/ 317201 w 363279"/>
                <a:gd name="connsiteY4" fmla="*/ 236681 h 249854"/>
                <a:gd name="connsiteX5" fmla="*/ 363015 w 363279"/>
                <a:gd name="connsiteY5" fmla="*/ 174452 h 249854"/>
                <a:gd name="connsiteX6" fmla="*/ 347949 w 363279"/>
                <a:gd name="connsiteY6" fmla="*/ 64209 h 249854"/>
                <a:gd name="connsiteX7" fmla="*/ 259546 w 363279"/>
                <a:gd name="connsiteY7" fmla="*/ 88578 h 249854"/>
                <a:gd name="connsiteX8" fmla="*/ 162618 w 363279"/>
                <a:gd name="connsiteY8" fmla="*/ 98005 h 249854"/>
                <a:gd name="connsiteX9" fmla="*/ 106078 w 363279"/>
                <a:gd name="connsiteY9" fmla="*/ 79151 h 249854"/>
                <a:gd name="connsiteX10" fmla="*/ 67306 w 363279"/>
                <a:gd name="connsiteY10" fmla="*/ 55585 h 249854"/>
                <a:gd name="connsiteX11" fmla="*/ 29413 w 363279"/>
                <a:gd name="connsiteY11" fmla="*/ 2354 h 249854"/>
                <a:gd name="connsiteX0" fmla="*/ 29413 w 363279"/>
                <a:gd name="connsiteY0" fmla="*/ 2354 h 249854"/>
                <a:gd name="connsiteX1" fmla="*/ 1642 w 363279"/>
                <a:gd name="connsiteY1" fmla="*/ 139350 h 249854"/>
                <a:gd name="connsiteX2" fmla="*/ 79045 w 363279"/>
                <a:gd name="connsiteY2" fmla="*/ 233778 h 249854"/>
                <a:gd name="connsiteX3" fmla="*/ 177157 w 363279"/>
                <a:gd name="connsiteY3" fmla="*/ 248827 h 249854"/>
                <a:gd name="connsiteX4" fmla="*/ 317201 w 363279"/>
                <a:gd name="connsiteY4" fmla="*/ 236681 h 249854"/>
                <a:gd name="connsiteX5" fmla="*/ 363015 w 363279"/>
                <a:gd name="connsiteY5" fmla="*/ 174452 h 249854"/>
                <a:gd name="connsiteX6" fmla="*/ 347949 w 363279"/>
                <a:gd name="connsiteY6" fmla="*/ 64209 h 249854"/>
                <a:gd name="connsiteX7" fmla="*/ 259546 w 363279"/>
                <a:gd name="connsiteY7" fmla="*/ 88578 h 249854"/>
                <a:gd name="connsiteX8" fmla="*/ 162618 w 363279"/>
                <a:gd name="connsiteY8" fmla="*/ 98005 h 249854"/>
                <a:gd name="connsiteX9" fmla="*/ 107693 w 363279"/>
                <a:gd name="connsiteY9" fmla="*/ 83864 h 249854"/>
                <a:gd name="connsiteX10" fmla="*/ 67306 w 363279"/>
                <a:gd name="connsiteY10" fmla="*/ 55585 h 249854"/>
                <a:gd name="connsiteX11" fmla="*/ 29413 w 363279"/>
                <a:gd name="connsiteY11" fmla="*/ 2354 h 249854"/>
                <a:gd name="connsiteX0" fmla="*/ 29413 w 363279"/>
                <a:gd name="connsiteY0" fmla="*/ 2354 h 249854"/>
                <a:gd name="connsiteX1" fmla="*/ 1642 w 363279"/>
                <a:gd name="connsiteY1" fmla="*/ 139350 h 249854"/>
                <a:gd name="connsiteX2" fmla="*/ 79045 w 363279"/>
                <a:gd name="connsiteY2" fmla="*/ 233778 h 249854"/>
                <a:gd name="connsiteX3" fmla="*/ 177157 w 363279"/>
                <a:gd name="connsiteY3" fmla="*/ 248827 h 249854"/>
                <a:gd name="connsiteX4" fmla="*/ 317201 w 363279"/>
                <a:gd name="connsiteY4" fmla="*/ 236681 h 249854"/>
                <a:gd name="connsiteX5" fmla="*/ 363015 w 363279"/>
                <a:gd name="connsiteY5" fmla="*/ 174452 h 249854"/>
                <a:gd name="connsiteX6" fmla="*/ 347949 w 363279"/>
                <a:gd name="connsiteY6" fmla="*/ 64209 h 249854"/>
                <a:gd name="connsiteX7" fmla="*/ 319319 w 363279"/>
                <a:gd name="connsiteY7" fmla="*/ 69724 h 249854"/>
                <a:gd name="connsiteX8" fmla="*/ 259546 w 363279"/>
                <a:gd name="connsiteY8" fmla="*/ 88578 h 249854"/>
                <a:gd name="connsiteX9" fmla="*/ 162618 w 363279"/>
                <a:gd name="connsiteY9" fmla="*/ 98005 h 249854"/>
                <a:gd name="connsiteX10" fmla="*/ 107693 w 363279"/>
                <a:gd name="connsiteY10" fmla="*/ 83864 h 249854"/>
                <a:gd name="connsiteX11" fmla="*/ 67306 w 363279"/>
                <a:gd name="connsiteY11" fmla="*/ 55585 h 249854"/>
                <a:gd name="connsiteX12" fmla="*/ 29413 w 363279"/>
                <a:gd name="connsiteY12" fmla="*/ 2354 h 24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279" h="249854">
                  <a:moveTo>
                    <a:pt x="29413" y="2354"/>
                  </a:moveTo>
                  <a:cubicBezTo>
                    <a:pt x="18469" y="16315"/>
                    <a:pt x="-6630" y="100779"/>
                    <a:pt x="1642" y="139350"/>
                  </a:cubicBezTo>
                  <a:cubicBezTo>
                    <a:pt x="9914" y="177921"/>
                    <a:pt x="49793" y="215532"/>
                    <a:pt x="79045" y="233778"/>
                  </a:cubicBezTo>
                  <a:cubicBezTo>
                    <a:pt x="108297" y="252024"/>
                    <a:pt x="133695" y="250700"/>
                    <a:pt x="177157" y="248827"/>
                  </a:cubicBezTo>
                  <a:cubicBezTo>
                    <a:pt x="220619" y="246954"/>
                    <a:pt x="279763" y="250648"/>
                    <a:pt x="317201" y="236681"/>
                  </a:cubicBezTo>
                  <a:cubicBezTo>
                    <a:pt x="354639" y="222714"/>
                    <a:pt x="365160" y="219513"/>
                    <a:pt x="363015" y="174452"/>
                  </a:cubicBezTo>
                  <a:cubicBezTo>
                    <a:pt x="356327" y="112697"/>
                    <a:pt x="355232" y="81664"/>
                    <a:pt x="347949" y="64209"/>
                  </a:cubicBezTo>
                  <a:cubicBezTo>
                    <a:pt x="340666" y="46754"/>
                    <a:pt x="334053" y="65662"/>
                    <a:pt x="319319" y="69724"/>
                  </a:cubicBezTo>
                  <a:cubicBezTo>
                    <a:pt x="304585" y="73786"/>
                    <a:pt x="285663" y="82293"/>
                    <a:pt x="259546" y="88578"/>
                  </a:cubicBezTo>
                  <a:cubicBezTo>
                    <a:pt x="233429" y="94863"/>
                    <a:pt x="189273" y="101933"/>
                    <a:pt x="162618" y="98005"/>
                  </a:cubicBezTo>
                  <a:cubicBezTo>
                    <a:pt x="135963" y="94077"/>
                    <a:pt x="123578" y="90934"/>
                    <a:pt x="107693" y="83864"/>
                  </a:cubicBezTo>
                  <a:cubicBezTo>
                    <a:pt x="91808" y="76794"/>
                    <a:pt x="79006" y="66028"/>
                    <a:pt x="67306" y="55585"/>
                  </a:cubicBezTo>
                  <a:cubicBezTo>
                    <a:pt x="45375" y="40429"/>
                    <a:pt x="40357" y="-11607"/>
                    <a:pt x="29413" y="2354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86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F4204583-AE33-4D2C-80CA-4DE06EDB94CE}"/>
              </a:ext>
            </a:extLst>
          </p:cNvPr>
          <p:cNvSpPr/>
          <p:nvPr/>
        </p:nvSpPr>
        <p:spPr>
          <a:xfrm>
            <a:off x="3747751" y="4272718"/>
            <a:ext cx="762463" cy="494239"/>
          </a:xfrm>
          <a:custGeom>
            <a:avLst/>
            <a:gdLst>
              <a:gd name="connsiteX0" fmla="*/ 781050 w 781050"/>
              <a:gd name="connsiteY0" fmla="*/ 0 h 263761"/>
              <a:gd name="connsiteX1" fmla="*/ 546100 w 781050"/>
              <a:gd name="connsiteY1" fmla="*/ 177800 h 263761"/>
              <a:gd name="connsiteX2" fmla="*/ 336550 w 781050"/>
              <a:gd name="connsiteY2" fmla="*/ 254000 h 263761"/>
              <a:gd name="connsiteX3" fmla="*/ 0 w 781050"/>
              <a:gd name="connsiteY3" fmla="*/ 260350 h 263761"/>
              <a:gd name="connsiteX0" fmla="*/ 781050 w 781050"/>
              <a:gd name="connsiteY0" fmla="*/ 0 h 254423"/>
              <a:gd name="connsiteX1" fmla="*/ 546100 w 781050"/>
              <a:gd name="connsiteY1" fmla="*/ 177800 h 254423"/>
              <a:gd name="connsiteX2" fmla="*/ 336550 w 781050"/>
              <a:gd name="connsiteY2" fmla="*/ 254000 h 254423"/>
              <a:gd name="connsiteX3" fmla="*/ 0 w 781050"/>
              <a:gd name="connsiteY3" fmla="*/ 209550 h 254423"/>
              <a:gd name="connsiteX0" fmla="*/ 711200 w 711200"/>
              <a:gd name="connsiteY0" fmla="*/ 171450 h 444198"/>
              <a:gd name="connsiteX1" fmla="*/ 476250 w 711200"/>
              <a:gd name="connsiteY1" fmla="*/ 349250 h 444198"/>
              <a:gd name="connsiteX2" fmla="*/ 266700 w 711200"/>
              <a:gd name="connsiteY2" fmla="*/ 425450 h 444198"/>
              <a:gd name="connsiteX3" fmla="*/ 0 w 711200"/>
              <a:gd name="connsiteY3" fmla="*/ 0 h 444198"/>
              <a:gd name="connsiteX0" fmla="*/ 711200 w 711200"/>
              <a:gd name="connsiteY0" fmla="*/ 171450 h 464757"/>
              <a:gd name="connsiteX1" fmla="*/ 476250 w 711200"/>
              <a:gd name="connsiteY1" fmla="*/ 349250 h 464757"/>
              <a:gd name="connsiteX2" fmla="*/ 266700 w 711200"/>
              <a:gd name="connsiteY2" fmla="*/ 425450 h 464757"/>
              <a:gd name="connsiteX3" fmla="*/ 50800 w 711200"/>
              <a:gd name="connsiteY3" fmla="*/ 431799 h 464757"/>
              <a:gd name="connsiteX4" fmla="*/ 0 w 711200"/>
              <a:gd name="connsiteY4" fmla="*/ 0 h 464757"/>
              <a:gd name="connsiteX0" fmla="*/ 677396 w 677396"/>
              <a:gd name="connsiteY0" fmla="*/ 171450 h 464757"/>
              <a:gd name="connsiteX1" fmla="*/ 442446 w 677396"/>
              <a:gd name="connsiteY1" fmla="*/ 349250 h 464757"/>
              <a:gd name="connsiteX2" fmla="*/ 232896 w 677396"/>
              <a:gd name="connsiteY2" fmla="*/ 425450 h 464757"/>
              <a:gd name="connsiteX3" fmla="*/ 16996 w 677396"/>
              <a:gd name="connsiteY3" fmla="*/ 431799 h 464757"/>
              <a:gd name="connsiteX4" fmla="*/ 10646 w 677396"/>
              <a:gd name="connsiteY4" fmla="*/ 0 h 464757"/>
              <a:gd name="connsiteX0" fmla="*/ 677396 w 677396"/>
              <a:gd name="connsiteY0" fmla="*/ 171450 h 470917"/>
              <a:gd name="connsiteX1" fmla="*/ 442446 w 677396"/>
              <a:gd name="connsiteY1" fmla="*/ 349250 h 470917"/>
              <a:gd name="connsiteX2" fmla="*/ 245596 w 677396"/>
              <a:gd name="connsiteY2" fmla="*/ 444500 h 470917"/>
              <a:gd name="connsiteX3" fmla="*/ 16996 w 677396"/>
              <a:gd name="connsiteY3" fmla="*/ 431799 h 470917"/>
              <a:gd name="connsiteX4" fmla="*/ 10646 w 677396"/>
              <a:gd name="connsiteY4" fmla="*/ 0 h 470917"/>
              <a:gd name="connsiteX0" fmla="*/ 677396 w 677396"/>
              <a:gd name="connsiteY0" fmla="*/ 171450 h 470917"/>
              <a:gd name="connsiteX1" fmla="*/ 480546 w 677396"/>
              <a:gd name="connsiteY1" fmla="*/ 349250 h 470917"/>
              <a:gd name="connsiteX2" fmla="*/ 245596 w 677396"/>
              <a:gd name="connsiteY2" fmla="*/ 444500 h 470917"/>
              <a:gd name="connsiteX3" fmla="*/ 16996 w 677396"/>
              <a:gd name="connsiteY3" fmla="*/ 431799 h 470917"/>
              <a:gd name="connsiteX4" fmla="*/ 10646 w 677396"/>
              <a:gd name="connsiteY4" fmla="*/ 0 h 470917"/>
              <a:gd name="connsiteX0" fmla="*/ 677396 w 677396"/>
              <a:gd name="connsiteY0" fmla="*/ 171450 h 471898"/>
              <a:gd name="connsiteX1" fmla="*/ 480546 w 677396"/>
              <a:gd name="connsiteY1" fmla="*/ 330200 h 471898"/>
              <a:gd name="connsiteX2" fmla="*/ 245596 w 677396"/>
              <a:gd name="connsiteY2" fmla="*/ 444500 h 471898"/>
              <a:gd name="connsiteX3" fmla="*/ 16996 w 677396"/>
              <a:gd name="connsiteY3" fmla="*/ 431799 h 471898"/>
              <a:gd name="connsiteX4" fmla="*/ 10646 w 677396"/>
              <a:gd name="connsiteY4" fmla="*/ 0 h 471898"/>
              <a:gd name="connsiteX0" fmla="*/ 677396 w 677396"/>
              <a:gd name="connsiteY0" fmla="*/ 171450 h 471898"/>
              <a:gd name="connsiteX1" fmla="*/ 480546 w 677396"/>
              <a:gd name="connsiteY1" fmla="*/ 330200 h 471898"/>
              <a:gd name="connsiteX2" fmla="*/ 245596 w 677396"/>
              <a:gd name="connsiteY2" fmla="*/ 444500 h 471898"/>
              <a:gd name="connsiteX3" fmla="*/ 16996 w 677396"/>
              <a:gd name="connsiteY3" fmla="*/ 431799 h 471898"/>
              <a:gd name="connsiteX4" fmla="*/ 10646 w 677396"/>
              <a:gd name="connsiteY4" fmla="*/ 0 h 471898"/>
              <a:gd name="connsiteX0" fmla="*/ 677396 w 677396"/>
              <a:gd name="connsiteY0" fmla="*/ 171450 h 471898"/>
              <a:gd name="connsiteX1" fmla="*/ 480546 w 677396"/>
              <a:gd name="connsiteY1" fmla="*/ 330200 h 471898"/>
              <a:gd name="connsiteX2" fmla="*/ 245596 w 677396"/>
              <a:gd name="connsiteY2" fmla="*/ 444500 h 471898"/>
              <a:gd name="connsiteX3" fmla="*/ 16996 w 677396"/>
              <a:gd name="connsiteY3" fmla="*/ 431799 h 471898"/>
              <a:gd name="connsiteX4" fmla="*/ 10646 w 677396"/>
              <a:gd name="connsiteY4" fmla="*/ 0 h 471898"/>
              <a:gd name="connsiteX0" fmla="*/ 677396 w 677396"/>
              <a:gd name="connsiteY0" fmla="*/ 171450 h 471898"/>
              <a:gd name="connsiteX1" fmla="*/ 480546 w 677396"/>
              <a:gd name="connsiteY1" fmla="*/ 330200 h 471898"/>
              <a:gd name="connsiteX2" fmla="*/ 245596 w 677396"/>
              <a:gd name="connsiteY2" fmla="*/ 444500 h 471898"/>
              <a:gd name="connsiteX3" fmla="*/ 16996 w 677396"/>
              <a:gd name="connsiteY3" fmla="*/ 431799 h 471898"/>
              <a:gd name="connsiteX4" fmla="*/ 10646 w 677396"/>
              <a:gd name="connsiteY4" fmla="*/ 0 h 471898"/>
              <a:gd name="connsiteX0" fmla="*/ 677396 w 677396"/>
              <a:gd name="connsiteY0" fmla="*/ 171450 h 487937"/>
              <a:gd name="connsiteX1" fmla="*/ 480546 w 677396"/>
              <a:gd name="connsiteY1" fmla="*/ 330200 h 487937"/>
              <a:gd name="connsiteX2" fmla="*/ 245596 w 677396"/>
              <a:gd name="connsiteY2" fmla="*/ 444500 h 487937"/>
              <a:gd name="connsiteX3" fmla="*/ 16996 w 677396"/>
              <a:gd name="connsiteY3" fmla="*/ 431799 h 487937"/>
              <a:gd name="connsiteX4" fmla="*/ 10646 w 677396"/>
              <a:gd name="connsiteY4" fmla="*/ 0 h 487937"/>
              <a:gd name="connsiteX0" fmla="*/ 683746 w 683746"/>
              <a:gd name="connsiteY0" fmla="*/ 184150 h 487937"/>
              <a:gd name="connsiteX1" fmla="*/ 480546 w 683746"/>
              <a:gd name="connsiteY1" fmla="*/ 330200 h 487937"/>
              <a:gd name="connsiteX2" fmla="*/ 245596 w 683746"/>
              <a:gd name="connsiteY2" fmla="*/ 444500 h 487937"/>
              <a:gd name="connsiteX3" fmla="*/ 16996 w 683746"/>
              <a:gd name="connsiteY3" fmla="*/ 431799 h 487937"/>
              <a:gd name="connsiteX4" fmla="*/ 10646 w 683746"/>
              <a:gd name="connsiteY4" fmla="*/ 0 h 487937"/>
              <a:gd name="connsiteX0" fmla="*/ 664696 w 664696"/>
              <a:gd name="connsiteY0" fmla="*/ 222250 h 487937"/>
              <a:gd name="connsiteX1" fmla="*/ 480546 w 664696"/>
              <a:gd name="connsiteY1" fmla="*/ 330200 h 487937"/>
              <a:gd name="connsiteX2" fmla="*/ 245596 w 664696"/>
              <a:gd name="connsiteY2" fmla="*/ 444500 h 487937"/>
              <a:gd name="connsiteX3" fmla="*/ 16996 w 664696"/>
              <a:gd name="connsiteY3" fmla="*/ 431799 h 487937"/>
              <a:gd name="connsiteX4" fmla="*/ 10646 w 664696"/>
              <a:gd name="connsiteY4" fmla="*/ 0 h 487937"/>
              <a:gd name="connsiteX0" fmla="*/ 817096 w 817096"/>
              <a:gd name="connsiteY0" fmla="*/ 107950 h 487937"/>
              <a:gd name="connsiteX1" fmla="*/ 480546 w 817096"/>
              <a:gd name="connsiteY1" fmla="*/ 330200 h 487937"/>
              <a:gd name="connsiteX2" fmla="*/ 245596 w 817096"/>
              <a:gd name="connsiteY2" fmla="*/ 444500 h 487937"/>
              <a:gd name="connsiteX3" fmla="*/ 16996 w 817096"/>
              <a:gd name="connsiteY3" fmla="*/ 431799 h 487937"/>
              <a:gd name="connsiteX4" fmla="*/ 10646 w 817096"/>
              <a:gd name="connsiteY4" fmla="*/ 0 h 487937"/>
              <a:gd name="connsiteX0" fmla="*/ 817096 w 817096"/>
              <a:gd name="connsiteY0" fmla="*/ 107950 h 474643"/>
              <a:gd name="connsiteX1" fmla="*/ 531346 w 817096"/>
              <a:gd name="connsiteY1" fmla="*/ 279400 h 474643"/>
              <a:gd name="connsiteX2" fmla="*/ 245596 w 817096"/>
              <a:gd name="connsiteY2" fmla="*/ 444500 h 474643"/>
              <a:gd name="connsiteX3" fmla="*/ 16996 w 817096"/>
              <a:gd name="connsiteY3" fmla="*/ 431799 h 474643"/>
              <a:gd name="connsiteX4" fmla="*/ 10646 w 817096"/>
              <a:gd name="connsiteY4" fmla="*/ 0 h 474643"/>
              <a:gd name="connsiteX0" fmla="*/ 817096 w 817096"/>
              <a:gd name="connsiteY0" fmla="*/ 107950 h 472907"/>
              <a:gd name="connsiteX1" fmla="*/ 550396 w 817096"/>
              <a:gd name="connsiteY1" fmla="*/ 311150 h 472907"/>
              <a:gd name="connsiteX2" fmla="*/ 245596 w 817096"/>
              <a:gd name="connsiteY2" fmla="*/ 444500 h 472907"/>
              <a:gd name="connsiteX3" fmla="*/ 16996 w 817096"/>
              <a:gd name="connsiteY3" fmla="*/ 431799 h 472907"/>
              <a:gd name="connsiteX4" fmla="*/ 10646 w 817096"/>
              <a:gd name="connsiteY4" fmla="*/ 0 h 472907"/>
              <a:gd name="connsiteX0" fmla="*/ 817096 w 817096"/>
              <a:gd name="connsiteY0" fmla="*/ 107950 h 472907"/>
              <a:gd name="connsiteX1" fmla="*/ 550396 w 817096"/>
              <a:gd name="connsiteY1" fmla="*/ 311150 h 472907"/>
              <a:gd name="connsiteX2" fmla="*/ 245596 w 817096"/>
              <a:gd name="connsiteY2" fmla="*/ 444500 h 472907"/>
              <a:gd name="connsiteX3" fmla="*/ 16996 w 817096"/>
              <a:gd name="connsiteY3" fmla="*/ 431799 h 472907"/>
              <a:gd name="connsiteX4" fmla="*/ 10646 w 817096"/>
              <a:gd name="connsiteY4" fmla="*/ 0 h 472907"/>
              <a:gd name="connsiteX0" fmla="*/ 817096 w 817096"/>
              <a:gd name="connsiteY0" fmla="*/ 107950 h 472907"/>
              <a:gd name="connsiteX1" fmla="*/ 550396 w 817096"/>
              <a:gd name="connsiteY1" fmla="*/ 311150 h 472907"/>
              <a:gd name="connsiteX2" fmla="*/ 245596 w 817096"/>
              <a:gd name="connsiteY2" fmla="*/ 444500 h 472907"/>
              <a:gd name="connsiteX3" fmla="*/ 16996 w 817096"/>
              <a:gd name="connsiteY3" fmla="*/ 431799 h 472907"/>
              <a:gd name="connsiteX4" fmla="*/ 10646 w 817096"/>
              <a:gd name="connsiteY4" fmla="*/ 0 h 472907"/>
              <a:gd name="connsiteX0" fmla="*/ 829796 w 829796"/>
              <a:gd name="connsiteY0" fmla="*/ 114300 h 472907"/>
              <a:gd name="connsiteX1" fmla="*/ 550396 w 829796"/>
              <a:gd name="connsiteY1" fmla="*/ 311150 h 472907"/>
              <a:gd name="connsiteX2" fmla="*/ 245596 w 829796"/>
              <a:gd name="connsiteY2" fmla="*/ 444500 h 472907"/>
              <a:gd name="connsiteX3" fmla="*/ 16996 w 829796"/>
              <a:gd name="connsiteY3" fmla="*/ 431799 h 472907"/>
              <a:gd name="connsiteX4" fmla="*/ 10646 w 829796"/>
              <a:gd name="connsiteY4" fmla="*/ 0 h 472907"/>
              <a:gd name="connsiteX0" fmla="*/ 819150 w 819150"/>
              <a:gd name="connsiteY0" fmla="*/ 114300 h 472907"/>
              <a:gd name="connsiteX1" fmla="*/ 539750 w 819150"/>
              <a:gd name="connsiteY1" fmla="*/ 311150 h 472907"/>
              <a:gd name="connsiteX2" fmla="*/ 234950 w 819150"/>
              <a:gd name="connsiteY2" fmla="*/ 444500 h 472907"/>
              <a:gd name="connsiteX3" fmla="*/ 51442 w 819150"/>
              <a:gd name="connsiteY3" fmla="*/ 431799 h 472907"/>
              <a:gd name="connsiteX4" fmla="*/ 0 w 819150"/>
              <a:gd name="connsiteY4" fmla="*/ 0 h 472907"/>
              <a:gd name="connsiteX0" fmla="*/ 819150 w 819150"/>
              <a:gd name="connsiteY0" fmla="*/ 114300 h 455679"/>
              <a:gd name="connsiteX1" fmla="*/ 539750 w 819150"/>
              <a:gd name="connsiteY1" fmla="*/ 311150 h 455679"/>
              <a:gd name="connsiteX2" fmla="*/ 234950 w 819150"/>
              <a:gd name="connsiteY2" fmla="*/ 444500 h 455679"/>
              <a:gd name="connsiteX3" fmla="*/ 36411 w 819150"/>
              <a:gd name="connsiteY3" fmla="*/ 400049 h 455679"/>
              <a:gd name="connsiteX4" fmla="*/ 0 w 819150"/>
              <a:gd name="connsiteY4" fmla="*/ 0 h 455679"/>
              <a:gd name="connsiteX0" fmla="*/ 819150 w 819150"/>
              <a:gd name="connsiteY0" fmla="*/ 114300 h 431568"/>
              <a:gd name="connsiteX1" fmla="*/ 539750 w 819150"/>
              <a:gd name="connsiteY1" fmla="*/ 311150 h 431568"/>
              <a:gd name="connsiteX2" fmla="*/ 234950 w 819150"/>
              <a:gd name="connsiteY2" fmla="*/ 387350 h 431568"/>
              <a:gd name="connsiteX3" fmla="*/ 36411 w 819150"/>
              <a:gd name="connsiteY3" fmla="*/ 400049 h 431568"/>
              <a:gd name="connsiteX4" fmla="*/ 0 w 819150"/>
              <a:gd name="connsiteY4" fmla="*/ 0 h 431568"/>
              <a:gd name="connsiteX0" fmla="*/ 819150 w 819150"/>
              <a:gd name="connsiteY0" fmla="*/ 114300 h 431568"/>
              <a:gd name="connsiteX1" fmla="*/ 539750 w 819150"/>
              <a:gd name="connsiteY1" fmla="*/ 311150 h 431568"/>
              <a:gd name="connsiteX2" fmla="*/ 234950 w 819150"/>
              <a:gd name="connsiteY2" fmla="*/ 387350 h 431568"/>
              <a:gd name="connsiteX3" fmla="*/ 36411 w 819150"/>
              <a:gd name="connsiteY3" fmla="*/ 400049 h 431568"/>
              <a:gd name="connsiteX4" fmla="*/ 0 w 819150"/>
              <a:gd name="connsiteY4" fmla="*/ 0 h 431568"/>
              <a:gd name="connsiteX0" fmla="*/ 819150 w 819150"/>
              <a:gd name="connsiteY0" fmla="*/ 114300 h 432509"/>
              <a:gd name="connsiteX1" fmla="*/ 584843 w 819150"/>
              <a:gd name="connsiteY1" fmla="*/ 285750 h 432509"/>
              <a:gd name="connsiteX2" fmla="*/ 234950 w 819150"/>
              <a:gd name="connsiteY2" fmla="*/ 387350 h 432509"/>
              <a:gd name="connsiteX3" fmla="*/ 36411 w 819150"/>
              <a:gd name="connsiteY3" fmla="*/ 400049 h 432509"/>
              <a:gd name="connsiteX4" fmla="*/ 0 w 819150"/>
              <a:gd name="connsiteY4" fmla="*/ 0 h 432509"/>
              <a:gd name="connsiteX0" fmla="*/ 819150 w 819150"/>
              <a:gd name="connsiteY0" fmla="*/ 114300 h 440818"/>
              <a:gd name="connsiteX1" fmla="*/ 584843 w 819150"/>
              <a:gd name="connsiteY1" fmla="*/ 285750 h 440818"/>
              <a:gd name="connsiteX2" fmla="*/ 242466 w 819150"/>
              <a:gd name="connsiteY2" fmla="*/ 412750 h 440818"/>
              <a:gd name="connsiteX3" fmla="*/ 36411 w 819150"/>
              <a:gd name="connsiteY3" fmla="*/ 400049 h 440818"/>
              <a:gd name="connsiteX4" fmla="*/ 0 w 819150"/>
              <a:gd name="connsiteY4" fmla="*/ 0 h 440818"/>
              <a:gd name="connsiteX0" fmla="*/ 819150 w 819150"/>
              <a:gd name="connsiteY0" fmla="*/ 114300 h 442893"/>
              <a:gd name="connsiteX1" fmla="*/ 584843 w 819150"/>
              <a:gd name="connsiteY1" fmla="*/ 285750 h 442893"/>
              <a:gd name="connsiteX2" fmla="*/ 242466 w 819150"/>
              <a:gd name="connsiteY2" fmla="*/ 412750 h 442893"/>
              <a:gd name="connsiteX3" fmla="*/ 36411 w 819150"/>
              <a:gd name="connsiteY3" fmla="*/ 400049 h 442893"/>
              <a:gd name="connsiteX4" fmla="*/ 0 w 819150"/>
              <a:gd name="connsiteY4" fmla="*/ 0 h 442893"/>
              <a:gd name="connsiteX0" fmla="*/ 819150 w 819150"/>
              <a:gd name="connsiteY0" fmla="*/ 114300 h 435898"/>
              <a:gd name="connsiteX1" fmla="*/ 584843 w 819150"/>
              <a:gd name="connsiteY1" fmla="*/ 285750 h 435898"/>
              <a:gd name="connsiteX2" fmla="*/ 249981 w 819150"/>
              <a:gd name="connsiteY2" fmla="*/ 393700 h 435898"/>
              <a:gd name="connsiteX3" fmla="*/ 36411 w 819150"/>
              <a:gd name="connsiteY3" fmla="*/ 400049 h 435898"/>
              <a:gd name="connsiteX4" fmla="*/ 0 w 819150"/>
              <a:gd name="connsiteY4" fmla="*/ 0 h 435898"/>
              <a:gd name="connsiteX0" fmla="*/ 819150 w 819150"/>
              <a:gd name="connsiteY0" fmla="*/ 114300 h 442893"/>
              <a:gd name="connsiteX1" fmla="*/ 584843 w 819150"/>
              <a:gd name="connsiteY1" fmla="*/ 285750 h 442893"/>
              <a:gd name="connsiteX2" fmla="*/ 280043 w 819150"/>
              <a:gd name="connsiteY2" fmla="*/ 412750 h 442893"/>
              <a:gd name="connsiteX3" fmla="*/ 36411 w 819150"/>
              <a:gd name="connsiteY3" fmla="*/ 400049 h 442893"/>
              <a:gd name="connsiteX4" fmla="*/ 0 w 819150"/>
              <a:gd name="connsiteY4" fmla="*/ 0 h 442893"/>
              <a:gd name="connsiteX0" fmla="*/ 819150 w 819150"/>
              <a:gd name="connsiteY0" fmla="*/ 114300 h 440818"/>
              <a:gd name="connsiteX1" fmla="*/ 584843 w 819150"/>
              <a:gd name="connsiteY1" fmla="*/ 285750 h 440818"/>
              <a:gd name="connsiteX2" fmla="*/ 280043 w 819150"/>
              <a:gd name="connsiteY2" fmla="*/ 412750 h 440818"/>
              <a:gd name="connsiteX3" fmla="*/ 36411 w 819150"/>
              <a:gd name="connsiteY3" fmla="*/ 400049 h 440818"/>
              <a:gd name="connsiteX4" fmla="*/ 0 w 819150"/>
              <a:gd name="connsiteY4" fmla="*/ 0 h 440818"/>
              <a:gd name="connsiteX0" fmla="*/ 849212 w 849212"/>
              <a:gd name="connsiteY0" fmla="*/ 120650 h 440818"/>
              <a:gd name="connsiteX1" fmla="*/ 584843 w 849212"/>
              <a:gd name="connsiteY1" fmla="*/ 285750 h 440818"/>
              <a:gd name="connsiteX2" fmla="*/ 280043 w 849212"/>
              <a:gd name="connsiteY2" fmla="*/ 412750 h 440818"/>
              <a:gd name="connsiteX3" fmla="*/ 36411 w 849212"/>
              <a:gd name="connsiteY3" fmla="*/ 400049 h 440818"/>
              <a:gd name="connsiteX4" fmla="*/ 0 w 849212"/>
              <a:gd name="connsiteY4" fmla="*/ 0 h 440818"/>
              <a:gd name="connsiteX0" fmla="*/ 849212 w 849212"/>
              <a:gd name="connsiteY0" fmla="*/ 120650 h 440482"/>
              <a:gd name="connsiteX1" fmla="*/ 614904 w 849212"/>
              <a:gd name="connsiteY1" fmla="*/ 292100 h 440482"/>
              <a:gd name="connsiteX2" fmla="*/ 280043 w 849212"/>
              <a:gd name="connsiteY2" fmla="*/ 412750 h 440482"/>
              <a:gd name="connsiteX3" fmla="*/ 36411 w 849212"/>
              <a:gd name="connsiteY3" fmla="*/ 400049 h 440482"/>
              <a:gd name="connsiteX4" fmla="*/ 0 w 849212"/>
              <a:gd name="connsiteY4" fmla="*/ 0 h 440482"/>
              <a:gd name="connsiteX0" fmla="*/ 879274 w 879274"/>
              <a:gd name="connsiteY0" fmla="*/ 133350 h 440482"/>
              <a:gd name="connsiteX1" fmla="*/ 614904 w 879274"/>
              <a:gd name="connsiteY1" fmla="*/ 292100 h 440482"/>
              <a:gd name="connsiteX2" fmla="*/ 280043 w 879274"/>
              <a:gd name="connsiteY2" fmla="*/ 412750 h 440482"/>
              <a:gd name="connsiteX3" fmla="*/ 36411 w 879274"/>
              <a:gd name="connsiteY3" fmla="*/ 400049 h 440482"/>
              <a:gd name="connsiteX4" fmla="*/ 0 w 879274"/>
              <a:gd name="connsiteY4" fmla="*/ 0 h 440482"/>
              <a:gd name="connsiteX0" fmla="*/ 936071 w 936071"/>
              <a:gd name="connsiteY0" fmla="*/ 133350 h 423011"/>
              <a:gd name="connsiteX1" fmla="*/ 671701 w 936071"/>
              <a:gd name="connsiteY1" fmla="*/ 292100 h 423011"/>
              <a:gd name="connsiteX2" fmla="*/ 336840 w 936071"/>
              <a:gd name="connsiteY2" fmla="*/ 412750 h 423011"/>
              <a:gd name="connsiteX3" fmla="*/ 10539 w 936071"/>
              <a:gd name="connsiteY3" fmla="*/ 368299 h 423011"/>
              <a:gd name="connsiteX4" fmla="*/ 56797 w 936071"/>
              <a:gd name="connsiteY4" fmla="*/ 0 h 423011"/>
              <a:gd name="connsiteX0" fmla="*/ 902401 w 902401"/>
              <a:gd name="connsiteY0" fmla="*/ 133350 h 432612"/>
              <a:gd name="connsiteX1" fmla="*/ 638031 w 902401"/>
              <a:gd name="connsiteY1" fmla="*/ 292100 h 432612"/>
              <a:gd name="connsiteX2" fmla="*/ 303170 w 902401"/>
              <a:gd name="connsiteY2" fmla="*/ 412750 h 432612"/>
              <a:gd name="connsiteX3" fmla="*/ 14447 w 902401"/>
              <a:gd name="connsiteY3" fmla="*/ 387349 h 432612"/>
              <a:gd name="connsiteX4" fmla="*/ 23127 w 902401"/>
              <a:gd name="connsiteY4" fmla="*/ 0 h 432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2401" h="432612">
                <a:moveTo>
                  <a:pt x="902401" y="133350"/>
                </a:moveTo>
                <a:cubicBezTo>
                  <a:pt x="821967" y="201083"/>
                  <a:pt x="737903" y="245533"/>
                  <a:pt x="638031" y="292100"/>
                </a:cubicBezTo>
                <a:cubicBezTo>
                  <a:pt x="538159" y="338667"/>
                  <a:pt x="407101" y="396875"/>
                  <a:pt x="303170" y="412750"/>
                </a:cubicBezTo>
                <a:cubicBezTo>
                  <a:pt x="199239" y="428625"/>
                  <a:pt x="58897" y="458257"/>
                  <a:pt x="14447" y="387349"/>
                </a:cubicBezTo>
                <a:cubicBezTo>
                  <a:pt x="-30003" y="316441"/>
                  <a:pt x="44294" y="27517"/>
                  <a:pt x="23127" y="0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872A288A-F376-48C7-91A6-F76EAB16780E}"/>
              </a:ext>
            </a:extLst>
          </p:cNvPr>
          <p:cNvSpPr/>
          <p:nvPr/>
        </p:nvSpPr>
        <p:spPr>
          <a:xfrm rot="21447224">
            <a:off x="4386529" y="3871397"/>
            <a:ext cx="527025" cy="481514"/>
          </a:xfrm>
          <a:custGeom>
            <a:avLst/>
            <a:gdLst>
              <a:gd name="connsiteX0" fmla="*/ 476250 w 476250"/>
              <a:gd name="connsiteY0" fmla="*/ 0 h 451826"/>
              <a:gd name="connsiteX1" fmla="*/ 114300 w 476250"/>
              <a:gd name="connsiteY1" fmla="*/ 381000 h 451826"/>
              <a:gd name="connsiteX2" fmla="*/ 0 w 476250"/>
              <a:gd name="connsiteY2" fmla="*/ 450850 h 451826"/>
              <a:gd name="connsiteX0" fmla="*/ 476250 w 476250"/>
              <a:gd name="connsiteY0" fmla="*/ 0 h 451417"/>
              <a:gd name="connsiteX1" fmla="*/ 158750 w 476250"/>
              <a:gd name="connsiteY1" fmla="*/ 374650 h 451417"/>
              <a:gd name="connsiteX2" fmla="*/ 0 w 476250"/>
              <a:gd name="connsiteY2" fmla="*/ 450850 h 451417"/>
              <a:gd name="connsiteX0" fmla="*/ 476250 w 476250"/>
              <a:gd name="connsiteY0" fmla="*/ 0 h 450968"/>
              <a:gd name="connsiteX1" fmla="*/ 139700 w 476250"/>
              <a:gd name="connsiteY1" fmla="*/ 336550 h 450968"/>
              <a:gd name="connsiteX2" fmla="*/ 0 w 476250"/>
              <a:gd name="connsiteY2" fmla="*/ 450850 h 450968"/>
              <a:gd name="connsiteX0" fmla="*/ 476250 w 476250"/>
              <a:gd name="connsiteY0" fmla="*/ 0 h 451417"/>
              <a:gd name="connsiteX1" fmla="*/ 152400 w 476250"/>
              <a:gd name="connsiteY1" fmla="*/ 374650 h 451417"/>
              <a:gd name="connsiteX2" fmla="*/ 0 w 476250"/>
              <a:gd name="connsiteY2" fmla="*/ 450850 h 451417"/>
              <a:gd name="connsiteX0" fmla="*/ 476250 w 476250"/>
              <a:gd name="connsiteY0" fmla="*/ 0 h 463731"/>
              <a:gd name="connsiteX1" fmla="*/ 152400 w 476250"/>
              <a:gd name="connsiteY1" fmla="*/ 374650 h 463731"/>
              <a:gd name="connsiteX2" fmla="*/ 0 w 476250"/>
              <a:gd name="connsiteY2" fmla="*/ 450850 h 463731"/>
              <a:gd name="connsiteX0" fmla="*/ 476250 w 476250"/>
              <a:gd name="connsiteY0" fmla="*/ 0 h 451010"/>
              <a:gd name="connsiteX1" fmla="*/ 190500 w 476250"/>
              <a:gd name="connsiteY1" fmla="*/ 292100 h 451010"/>
              <a:gd name="connsiteX2" fmla="*/ 0 w 476250"/>
              <a:gd name="connsiteY2" fmla="*/ 450850 h 451010"/>
              <a:gd name="connsiteX0" fmla="*/ 476250 w 476250"/>
              <a:gd name="connsiteY0" fmla="*/ 0 h 451010"/>
              <a:gd name="connsiteX1" fmla="*/ 190500 w 476250"/>
              <a:gd name="connsiteY1" fmla="*/ 292100 h 451010"/>
              <a:gd name="connsiteX2" fmla="*/ 0 w 476250"/>
              <a:gd name="connsiteY2" fmla="*/ 450850 h 451010"/>
              <a:gd name="connsiteX0" fmla="*/ 476250 w 476250"/>
              <a:gd name="connsiteY0" fmla="*/ 0 h 451010"/>
              <a:gd name="connsiteX1" fmla="*/ 190500 w 476250"/>
              <a:gd name="connsiteY1" fmla="*/ 292100 h 451010"/>
              <a:gd name="connsiteX2" fmla="*/ 0 w 476250"/>
              <a:gd name="connsiteY2" fmla="*/ 450850 h 451010"/>
              <a:gd name="connsiteX0" fmla="*/ 476250 w 476250"/>
              <a:gd name="connsiteY0" fmla="*/ 0 h 450909"/>
              <a:gd name="connsiteX1" fmla="*/ 247650 w 476250"/>
              <a:gd name="connsiteY1" fmla="*/ 234950 h 450909"/>
              <a:gd name="connsiteX2" fmla="*/ 0 w 476250"/>
              <a:gd name="connsiteY2" fmla="*/ 450850 h 450909"/>
              <a:gd name="connsiteX0" fmla="*/ 476250 w 476250"/>
              <a:gd name="connsiteY0" fmla="*/ 0 h 450925"/>
              <a:gd name="connsiteX1" fmla="*/ 260350 w 476250"/>
              <a:gd name="connsiteY1" fmla="*/ 254000 h 450925"/>
              <a:gd name="connsiteX2" fmla="*/ 0 w 476250"/>
              <a:gd name="connsiteY2" fmla="*/ 450850 h 450925"/>
              <a:gd name="connsiteX0" fmla="*/ 501650 w 501650"/>
              <a:gd name="connsiteY0" fmla="*/ 0 h 450891"/>
              <a:gd name="connsiteX1" fmla="*/ 260350 w 501650"/>
              <a:gd name="connsiteY1" fmla="*/ 254000 h 450891"/>
              <a:gd name="connsiteX2" fmla="*/ 0 w 501650"/>
              <a:gd name="connsiteY2" fmla="*/ 450850 h 450891"/>
              <a:gd name="connsiteX0" fmla="*/ 501650 w 501650"/>
              <a:gd name="connsiteY0" fmla="*/ 0 h 482643"/>
              <a:gd name="connsiteX1" fmla="*/ 260350 w 501650"/>
              <a:gd name="connsiteY1" fmla="*/ 285750 h 482643"/>
              <a:gd name="connsiteX2" fmla="*/ 0 w 501650"/>
              <a:gd name="connsiteY2" fmla="*/ 482600 h 482643"/>
              <a:gd name="connsiteX0" fmla="*/ 527025 w 527025"/>
              <a:gd name="connsiteY0" fmla="*/ 0 h 481514"/>
              <a:gd name="connsiteX1" fmla="*/ 260350 w 527025"/>
              <a:gd name="connsiteY1" fmla="*/ 284621 h 481514"/>
              <a:gd name="connsiteX2" fmla="*/ 0 w 527025"/>
              <a:gd name="connsiteY2" fmla="*/ 481471 h 481514"/>
              <a:gd name="connsiteX0" fmla="*/ 527025 w 527025"/>
              <a:gd name="connsiteY0" fmla="*/ 0 h 481514"/>
              <a:gd name="connsiteX1" fmla="*/ 260350 w 527025"/>
              <a:gd name="connsiteY1" fmla="*/ 284621 h 481514"/>
              <a:gd name="connsiteX2" fmla="*/ 0 w 527025"/>
              <a:gd name="connsiteY2" fmla="*/ 481471 h 481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7025" h="481514">
                <a:moveTo>
                  <a:pt x="527025" y="0"/>
                </a:moveTo>
                <a:cubicBezTo>
                  <a:pt x="385737" y="152929"/>
                  <a:pt x="348187" y="204376"/>
                  <a:pt x="260350" y="284621"/>
                </a:cubicBezTo>
                <a:cubicBezTo>
                  <a:pt x="172513" y="364866"/>
                  <a:pt x="17462" y="484117"/>
                  <a:pt x="0" y="481471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F09AFD72-C11A-40CE-9CDB-7EC4D816A2AB}"/>
              </a:ext>
            </a:extLst>
          </p:cNvPr>
          <p:cNvSpPr/>
          <p:nvPr/>
        </p:nvSpPr>
        <p:spPr>
          <a:xfrm flipH="1">
            <a:off x="2728199" y="4192775"/>
            <a:ext cx="569474" cy="386776"/>
          </a:xfrm>
          <a:custGeom>
            <a:avLst/>
            <a:gdLst>
              <a:gd name="connsiteX0" fmla="*/ 476250 w 476250"/>
              <a:gd name="connsiteY0" fmla="*/ 0 h 451826"/>
              <a:gd name="connsiteX1" fmla="*/ 114300 w 476250"/>
              <a:gd name="connsiteY1" fmla="*/ 381000 h 451826"/>
              <a:gd name="connsiteX2" fmla="*/ 0 w 476250"/>
              <a:gd name="connsiteY2" fmla="*/ 450850 h 451826"/>
              <a:gd name="connsiteX0" fmla="*/ 476250 w 476250"/>
              <a:gd name="connsiteY0" fmla="*/ 0 h 451417"/>
              <a:gd name="connsiteX1" fmla="*/ 158750 w 476250"/>
              <a:gd name="connsiteY1" fmla="*/ 374650 h 451417"/>
              <a:gd name="connsiteX2" fmla="*/ 0 w 476250"/>
              <a:gd name="connsiteY2" fmla="*/ 450850 h 451417"/>
              <a:gd name="connsiteX0" fmla="*/ 476250 w 476250"/>
              <a:gd name="connsiteY0" fmla="*/ 0 h 450968"/>
              <a:gd name="connsiteX1" fmla="*/ 139700 w 476250"/>
              <a:gd name="connsiteY1" fmla="*/ 336550 h 450968"/>
              <a:gd name="connsiteX2" fmla="*/ 0 w 476250"/>
              <a:gd name="connsiteY2" fmla="*/ 450850 h 450968"/>
              <a:gd name="connsiteX0" fmla="*/ 476250 w 476250"/>
              <a:gd name="connsiteY0" fmla="*/ 0 h 451417"/>
              <a:gd name="connsiteX1" fmla="*/ 152400 w 476250"/>
              <a:gd name="connsiteY1" fmla="*/ 374650 h 451417"/>
              <a:gd name="connsiteX2" fmla="*/ 0 w 476250"/>
              <a:gd name="connsiteY2" fmla="*/ 450850 h 451417"/>
              <a:gd name="connsiteX0" fmla="*/ 476250 w 476250"/>
              <a:gd name="connsiteY0" fmla="*/ 0 h 463731"/>
              <a:gd name="connsiteX1" fmla="*/ 152400 w 476250"/>
              <a:gd name="connsiteY1" fmla="*/ 374650 h 463731"/>
              <a:gd name="connsiteX2" fmla="*/ 0 w 476250"/>
              <a:gd name="connsiteY2" fmla="*/ 450850 h 463731"/>
              <a:gd name="connsiteX0" fmla="*/ 476250 w 476250"/>
              <a:gd name="connsiteY0" fmla="*/ 0 h 451010"/>
              <a:gd name="connsiteX1" fmla="*/ 190500 w 476250"/>
              <a:gd name="connsiteY1" fmla="*/ 292100 h 451010"/>
              <a:gd name="connsiteX2" fmla="*/ 0 w 476250"/>
              <a:gd name="connsiteY2" fmla="*/ 450850 h 451010"/>
              <a:gd name="connsiteX0" fmla="*/ 476250 w 476250"/>
              <a:gd name="connsiteY0" fmla="*/ 0 h 451010"/>
              <a:gd name="connsiteX1" fmla="*/ 190500 w 476250"/>
              <a:gd name="connsiteY1" fmla="*/ 292100 h 451010"/>
              <a:gd name="connsiteX2" fmla="*/ 0 w 476250"/>
              <a:gd name="connsiteY2" fmla="*/ 450850 h 451010"/>
              <a:gd name="connsiteX0" fmla="*/ 476250 w 476250"/>
              <a:gd name="connsiteY0" fmla="*/ 0 h 451010"/>
              <a:gd name="connsiteX1" fmla="*/ 190500 w 476250"/>
              <a:gd name="connsiteY1" fmla="*/ 292100 h 451010"/>
              <a:gd name="connsiteX2" fmla="*/ 0 w 476250"/>
              <a:gd name="connsiteY2" fmla="*/ 450850 h 451010"/>
              <a:gd name="connsiteX0" fmla="*/ 476250 w 476250"/>
              <a:gd name="connsiteY0" fmla="*/ 0 h 450909"/>
              <a:gd name="connsiteX1" fmla="*/ 247650 w 476250"/>
              <a:gd name="connsiteY1" fmla="*/ 234950 h 450909"/>
              <a:gd name="connsiteX2" fmla="*/ 0 w 476250"/>
              <a:gd name="connsiteY2" fmla="*/ 450850 h 450909"/>
              <a:gd name="connsiteX0" fmla="*/ 476250 w 476250"/>
              <a:gd name="connsiteY0" fmla="*/ 0 h 450925"/>
              <a:gd name="connsiteX1" fmla="*/ 260350 w 476250"/>
              <a:gd name="connsiteY1" fmla="*/ 254000 h 450925"/>
              <a:gd name="connsiteX2" fmla="*/ 0 w 476250"/>
              <a:gd name="connsiteY2" fmla="*/ 450850 h 450925"/>
              <a:gd name="connsiteX0" fmla="*/ 501650 w 501650"/>
              <a:gd name="connsiteY0" fmla="*/ 0 h 450891"/>
              <a:gd name="connsiteX1" fmla="*/ 260350 w 501650"/>
              <a:gd name="connsiteY1" fmla="*/ 254000 h 450891"/>
              <a:gd name="connsiteX2" fmla="*/ 0 w 501650"/>
              <a:gd name="connsiteY2" fmla="*/ 450850 h 450891"/>
              <a:gd name="connsiteX0" fmla="*/ 501650 w 501650"/>
              <a:gd name="connsiteY0" fmla="*/ 0 h 482643"/>
              <a:gd name="connsiteX1" fmla="*/ 260350 w 501650"/>
              <a:gd name="connsiteY1" fmla="*/ 285750 h 482643"/>
              <a:gd name="connsiteX2" fmla="*/ 0 w 501650"/>
              <a:gd name="connsiteY2" fmla="*/ 482600 h 482643"/>
              <a:gd name="connsiteX0" fmla="*/ 560822 w 560822"/>
              <a:gd name="connsiteY0" fmla="*/ 0 h 784503"/>
              <a:gd name="connsiteX1" fmla="*/ 319522 w 560822"/>
              <a:gd name="connsiteY1" fmla="*/ 285750 h 784503"/>
              <a:gd name="connsiteX2" fmla="*/ 0 w 560822"/>
              <a:gd name="connsiteY2" fmla="*/ 784490 h 784503"/>
              <a:gd name="connsiteX0" fmla="*/ 560822 w 560822"/>
              <a:gd name="connsiteY0" fmla="*/ 0 h 784490"/>
              <a:gd name="connsiteX1" fmla="*/ 319522 w 560822"/>
              <a:gd name="connsiteY1" fmla="*/ 285750 h 784490"/>
              <a:gd name="connsiteX2" fmla="*/ 184032 w 560822"/>
              <a:gd name="connsiteY2" fmla="*/ 611386 h 784490"/>
              <a:gd name="connsiteX3" fmla="*/ 0 w 560822"/>
              <a:gd name="connsiteY3" fmla="*/ 784490 h 784490"/>
              <a:gd name="connsiteX0" fmla="*/ 560822 w 560822"/>
              <a:gd name="connsiteY0" fmla="*/ 0 h 784490"/>
              <a:gd name="connsiteX1" fmla="*/ 319522 w 560822"/>
              <a:gd name="connsiteY1" fmla="*/ 285750 h 784490"/>
              <a:gd name="connsiteX2" fmla="*/ 164308 w 560822"/>
              <a:gd name="connsiteY2" fmla="*/ 635538 h 784490"/>
              <a:gd name="connsiteX3" fmla="*/ 0 w 560822"/>
              <a:gd name="connsiteY3" fmla="*/ 784490 h 784490"/>
              <a:gd name="connsiteX0" fmla="*/ 731763 w 731763"/>
              <a:gd name="connsiteY0" fmla="*/ 0 h 760339"/>
              <a:gd name="connsiteX1" fmla="*/ 490463 w 731763"/>
              <a:gd name="connsiteY1" fmla="*/ 285750 h 760339"/>
              <a:gd name="connsiteX2" fmla="*/ 335249 w 731763"/>
              <a:gd name="connsiteY2" fmla="*/ 635538 h 760339"/>
              <a:gd name="connsiteX3" fmla="*/ 0 w 731763"/>
              <a:gd name="connsiteY3" fmla="*/ 760339 h 760339"/>
              <a:gd name="connsiteX0" fmla="*/ 692315 w 692315"/>
              <a:gd name="connsiteY0" fmla="*/ 0 h 641914"/>
              <a:gd name="connsiteX1" fmla="*/ 451015 w 692315"/>
              <a:gd name="connsiteY1" fmla="*/ 285750 h 641914"/>
              <a:gd name="connsiteX2" fmla="*/ 295801 w 692315"/>
              <a:gd name="connsiteY2" fmla="*/ 635538 h 641914"/>
              <a:gd name="connsiteX3" fmla="*/ 0 w 692315"/>
              <a:gd name="connsiteY3" fmla="*/ 11650 h 641914"/>
              <a:gd name="connsiteX0" fmla="*/ 692315 w 692315"/>
              <a:gd name="connsiteY0" fmla="*/ 0 h 744209"/>
              <a:gd name="connsiteX1" fmla="*/ 451015 w 692315"/>
              <a:gd name="connsiteY1" fmla="*/ 285750 h 744209"/>
              <a:gd name="connsiteX2" fmla="*/ 295801 w 692315"/>
              <a:gd name="connsiteY2" fmla="*/ 635538 h 744209"/>
              <a:gd name="connsiteX3" fmla="*/ 98562 w 692315"/>
              <a:gd name="connsiteY3" fmla="*/ 707991 h 744209"/>
              <a:gd name="connsiteX4" fmla="*/ 0 w 692315"/>
              <a:gd name="connsiteY4" fmla="*/ 11650 h 744209"/>
              <a:gd name="connsiteX0" fmla="*/ 610539 w 610539"/>
              <a:gd name="connsiteY0" fmla="*/ 0 h 744207"/>
              <a:gd name="connsiteX1" fmla="*/ 369239 w 610539"/>
              <a:gd name="connsiteY1" fmla="*/ 285750 h 744207"/>
              <a:gd name="connsiteX2" fmla="*/ 214025 w 610539"/>
              <a:gd name="connsiteY2" fmla="*/ 635538 h 744207"/>
              <a:gd name="connsiteX3" fmla="*/ 16786 w 610539"/>
              <a:gd name="connsiteY3" fmla="*/ 707991 h 744207"/>
              <a:gd name="connsiteX4" fmla="*/ 16844 w 610539"/>
              <a:gd name="connsiteY4" fmla="*/ 277314 h 744207"/>
              <a:gd name="connsiteX0" fmla="*/ 610539 w 610539"/>
              <a:gd name="connsiteY0" fmla="*/ 0 h 744209"/>
              <a:gd name="connsiteX1" fmla="*/ 369239 w 610539"/>
              <a:gd name="connsiteY1" fmla="*/ 285750 h 744209"/>
              <a:gd name="connsiteX2" fmla="*/ 214025 w 610539"/>
              <a:gd name="connsiteY2" fmla="*/ 635538 h 744209"/>
              <a:gd name="connsiteX3" fmla="*/ 16786 w 610539"/>
              <a:gd name="connsiteY3" fmla="*/ 707992 h 744209"/>
              <a:gd name="connsiteX4" fmla="*/ 16844 w 610539"/>
              <a:gd name="connsiteY4" fmla="*/ 277314 h 744209"/>
              <a:gd name="connsiteX0" fmla="*/ 593695 w 593695"/>
              <a:gd name="connsiteY0" fmla="*/ 0 h 744207"/>
              <a:gd name="connsiteX1" fmla="*/ 352395 w 593695"/>
              <a:gd name="connsiteY1" fmla="*/ 285750 h 744207"/>
              <a:gd name="connsiteX2" fmla="*/ 197181 w 593695"/>
              <a:gd name="connsiteY2" fmla="*/ 635538 h 744207"/>
              <a:gd name="connsiteX3" fmla="*/ 32815 w 593695"/>
              <a:gd name="connsiteY3" fmla="*/ 707992 h 744207"/>
              <a:gd name="connsiteX4" fmla="*/ 0 w 593695"/>
              <a:gd name="connsiteY4" fmla="*/ 277314 h 744207"/>
              <a:gd name="connsiteX0" fmla="*/ 593695 w 593695"/>
              <a:gd name="connsiteY0" fmla="*/ 0 h 744209"/>
              <a:gd name="connsiteX1" fmla="*/ 352395 w 593695"/>
              <a:gd name="connsiteY1" fmla="*/ 285750 h 744209"/>
              <a:gd name="connsiteX2" fmla="*/ 197181 w 593695"/>
              <a:gd name="connsiteY2" fmla="*/ 635538 h 744209"/>
              <a:gd name="connsiteX3" fmla="*/ 32815 w 593695"/>
              <a:gd name="connsiteY3" fmla="*/ 707992 h 744209"/>
              <a:gd name="connsiteX4" fmla="*/ 0 w 593695"/>
              <a:gd name="connsiteY4" fmla="*/ 277314 h 744209"/>
              <a:gd name="connsiteX0" fmla="*/ 578783 w 578783"/>
              <a:gd name="connsiteY0" fmla="*/ 0 h 744207"/>
              <a:gd name="connsiteX1" fmla="*/ 337483 w 578783"/>
              <a:gd name="connsiteY1" fmla="*/ 285750 h 744207"/>
              <a:gd name="connsiteX2" fmla="*/ 182269 w 578783"/>
              <a:gd name="connsiteY2" fmla="*/ 635538 h 744207"/>
              <a:gd name="connsiteX3" fmla="*/ 17903 w 578783"/>
              <a:gd name="connsiteY3" fmla="*/ 707992 h 744207"/>
              <a:gd name="connsiteX4" fmla="*/ 11387 w 578783"/>
              <a:gd name="connsiteY4" fmla="*/ 277314 h 744207"/>
              <a:gd name="connsiteX0" fmla="*/ 578783 w 578783"/>
              <a:gd name="connsiteY0" fmla="*/ 0 h 744209"/>
              <a:gd name="connsiteX1" fmla="*/ 337483 w 578783"/>
              <a:gd name="connsiteY1" fmla="*/ 334052 h 744209"/>
              <a:gd name="connsiteX2" fmla="*/ 182269 w 578783"/>
              <a:gd name="connsiteY2" fmla="*/ 635538 h 744209"/>
              <a:gd name="connsiteX3" fmla="*/ 17903 w 578783"/>
              <a:gd name="connsiteY3" fmla="*/ 707992 h 744209"/>
              <a:gd name="connsiteX4" fmla="*/ 11387 w 578783"/>
              <a:gd name="connsiteY4" fmla="*/ 277314 h 744209"/>
              <a:gd name="connsiteX0" fmla="*/ 578783 w 578783"/>
              <a:gd name="connsiteY0" fmla="*/ 0 h 736623"/>
              <a:gd name="connsiteX1" fmla="*/ 337483 w 578783"/>
              <a:gd name="connsiteY1" fmla="*/ 334052 h 736623"/>
              <a:gd name="connsiteX2" fmla="*/ 175694 w 578783"/>
              <a:gd name="connsiteY2" fmla="*/ 575160 h 736623"/>
              <a:gd name="connsiteX3" fmla="*/ 17903 w 578783"/>
              <a:gd name="connsiteY3" fmla="*/ 707992 h 736623"/>
              <a:gd name="connsiteX4" fmla="*/ 11387 w 578783"/>
              <a:gd name="connsiteY4" fmla="*/ 277314 h 736623"/>
              <a:gd name="connsiteX0" fmla="*/ 578783 w 578783"/>
              <a:gd name="connsiteY0" fmla="*/ 0 h 744209"/>
              <a:gd name="connsiteX1" fmla="*/ 337483 w 578783"/>
              <a:gd name="connsiteY1" fmla="*/ 334052 h 744209"/>
              <a:gd name="connsiteX2" fmla="*/ 162545 w 578783"/>
              <a:gd name="connsiteY2" fmla="*/ 635538 h 744209"/>
              <a:gd name="connsiteX3" fmla="*/ 17903 w 578783"/>
              <a:gd name="connsiteY3" fmla="*/ 707992 h 744209"/>
              <a:gd name="connsiteX4" fmla="*/ 11387 w 578783"/>
              <a:gd name="connsiteY4" fmla="*/ 277314 h 744209"/>
              <a:gd name="connsiteX0" fmla="*/ 578783 w 578783"/>
              <a:gd name="connsiteY0" fmla="*/ 0 h 775476"/>
              <a:gd name="connsiteX1" fmla="*/ 337483 w 578783"/>
              <a:gd name="connsiteY1" fmla="*/ 334052 h 775476"/>
              <a:gd name="connsiteX2" fmla="*/ 162545 w 578783"/>
              <a:gd name="connsiteY2" fmla="*/ 635538 h 775476"/>
              <a:gd name="connsiteX3" fmla="*/ 17903 w 578783"/>
              <a:gd name="connsiteY3" fmla="*/ 744219 h 775476"/>
              <a:gd name="connsiteX4" fmla="*/ 11387 w 578783"/>
              <a:gd name="connsiteY4" fmla="*/ 277314 h 775476"/>
              <a:gd name="connsiteX0" fmla="*/ 598507 w 598507"/>
              <a:gd name="connsiteY0" fmla="*/ 0 h 763402"/>
              <a:gd name="connsiteX1" fmla="*/ 337483 w 598507"/>
              <a:gd name="connsiteY1" fmla="*/ 321976 h 763402"/>
              <a:gd name="connsiteX2" fmla="*/ 162545 w 598507"/>
              <a:gd name="connsiteY2" fmla="*/ 623462 h 763402"/>
              <a:gd name="connsiteX3" fmla="*/ 17903 w 598507"/>
              <a:gd name="connsiteY3" fmla="*/ 732143 h 763402"/>
              <a:gd name="connsiteX4" fmla="*/ 11387 w 598507"/>
              <a:gd name="connsiteY4" fmla="*/ 265238 h 763402"/>
              <a:gd name="connsiteX0" fmla="*/ 598507 w 598507"/>
              <a:gd name="connsiteY0" fmla="*/ 0 h 763400"/>
              <a:gd name="connsiteX1" fmla="*/ 337483 w 598507"/>
              <a:gd name="connsiteY1" fmla="*/ 321976 h 763400"/>
              <a:gd name="connsiteX2" fmla="*/ 162545 w 598507"/>
              <a:gd name="connsiteY2" fmla="*/ 623462 h 763400"/>
              <a:gd name="connsiteX3" fmla="*/ 17903 w 598507"/>
              <a:gd name="connsiteY3" fmla="*/ 732143 h 763400"/>
              <a:gd name="connsiteX4" fmla="*/ 11387 w 598507"/>
              <a:gd name="connsiteY4" fmla="*/ 265238 h 763400"/>
              <a:gd name="connsiteX0" fmla="*/ 598507 w 598507"/>
              <a:gd name="connsiteY0" fmla="*/ 0 h 763402"/>
              <a:gd name="connsiteX1" fmla="*/ 337483 w 598507"/>
              <a:gd name="connsiteY1" fmla="*/ 321976 h 763402"/>
              <a:gd name="connsiteX2" fmla="*/ 162545 w 598507"/>
              <a:gd name="connsiteY2" fmla="*/ 623462 h 763402"/>
              <a:gd name="connsiteX3" fmla="*/ 17903 w 598507"/>
              <a:gd name="connsiteY3" fmla="*/ 732143 h 763402"/>
              <a:gd name="connsiteX4" fmla="*/ 11387 w 598507"/>
              <a:gd name="connsiteY4" fmla="*/ 265238 h 763402"/>
              <a:gd name="connsiteX0" fmla="*/ 598507 w 598507"/>
              <a:gd name="connsiteY0" fmla="*/ 0 h 763400"/>
              <a:gd name="connsiteX1" fmla="*/ 337483 w 598507"/>
              <a:gd name="connsiteY1" fmla="*/ 321976 h 763400"/>
              <a:gd name="connsiteX2" fmla="*/ 162545 w 598507"/>
              <a:gd name="connsiteY2" fmla="*/ 623462 h 763400"/>
              <a:gd name="connsiteX3" fmla="*/ 17903 w 598507"/>
              <a:gd name="connsiteY3" fmla="*/ 732143 h 763400"/>
              <a:gd name="connsiteX4" fmla="*/ 11387 w 598507"/>
              <a:gd name="connsiteY4" fmla="*/ 265238 h 763400"/>
              <a:gd name="connsiteX0" fmla="*/ 598507 w 598507"/>
              <a:gd name="connsiteY0" fmla="*/ 0 h 765490"/>
              <a:gd name="connsiteX1" fmla="*/ 337483 w 598507"/>
              <a:gd name="connsiteY1" fmla="*/ 321976 h 765490"/>
              <a:gd name="connsiteX2" fmla="*/ 261166 w 598507"/>
              <a:gd name="connsiteY2" fmla="*/ 478554 h 765490"/>
              <a:gd name="connsiteX3" fmla="*/ 162545 w 598507"/>
              <a:gd name="connsiteY3" fmla="*/ 623462 h 765490"/>
              <a:gd name="connsiteX4" fmla="*/ 17903 w 598507"/>
              <a:gd name="connsiteY4" fmla="*/ 732143 h 765490"/>
              <a:gd name="connsiteX5" fmla="*/ 11387 w 598507"/>
              <a:gd name="connsiteY5" fmla="*/ 265238 h 765490"/>
              <a:gd name="connsiteX0" fmla="*/ 598507 w 598507"/>
              <a:gd name="connsiteY0" fmla="*/ 0 h 765488"/>
              <a:gd name="connsiteX1" fmla="*/ 337483 w 598507"/>
              <a:gd name="connsiteY1" fmla="*/ 321976 h 765488"/>
              <a:gd name="connsiteX2" fmla="*/ 234867 w 598507"/>
              <a:gd name="connsiteY2" fmla="*/ 478554 h 765488"/>
              <a:gd name="connsiteX3" fmla="*/ 162545 w 598507"/>
              <a:gd name="connsiteY3" fmla="*/ 623462 h 765488"/>
              <a:gd name="connsiteX4" fmla="*/ 17903 w 598507"/>
              <a:gd name="connsiteY4" fmla="*/ 732143 h 765488"/>
              <a:gd name="connsiteX5" fmla="*/ 11387 w 598507"/>
              <a:gd name="connsiteY5" fmla="*/ 265238 h 765488"/>
              <a:gd name="connsiteX0" fmla="*/ 598507 w 598507"/>
              <a:gd name="connsiteY0" fmla="*/ 0 h 771102"/>
              <a:gd name="connsiteX1" fmla="*/ 337483 w 598507"/>
              <a:gd name="connsiteY1" fmla="*/ 321976 h 771102"/>
              <a:gd name="connsiteX2" fmla="*/ 234867 w 598507"/>
              <a:gd name="connsiteY2" fmla="*/ 478554 h 771102"/>
              <a:gd name="connsiteX3" fmla="*/ 129672 w 598507"/>
              <a:gd name="connsiteY3" fmla="*/ 659688 h 771102"/>
              <a:gd name="connsiteX4" fmla="*/ 17903 w 598507"/>
              <a:gd name="connsiteY4" fmla="*/ 732143 h 771102"/>
              <a:gd name="connsiteX5" fmla="*/ 11387 w 598507"/>
              <a:gd name="connsiteY5" fmla="*/ 265238 h 771102"/>
              <a:gd name="connsiteX0" fmla="*/ 587222 w 587222"/>
              <a:gd name="connsiteY0" fmla="*/ 0 h 735522"/>
              <a:gd name="connsiteX1" fmla="*/ 326198 w 587222"/>
              <a:gd name="connsiteY1" fmla="*/ 321976 h 735522"/>
              <a:gd name="connsiteX2" fmla="*/ 223582 w 587222"/>
              <a:gd name="connsiteY2" fmla="*/ 478554 h 735522"/>
              <a:gd name="connsiteX3" fmla="*/ 118387 w 587222"/>
              <a:gd name="connsiteY3" fmla="*/ 659688 h 735522"/>
              <a:gd name="connsiteX4" fmla="*/ 6618 w 587222"/>
              <a:gd name="connsiteY4" fmla="*/ 732143 h 735522"/>
              <a:gd name="connsiteX5" fmla="*/ 19768 w 587222"/>
              <a:gd name="connsiteY5" fmla="*/ 551008 h 735522"/>
              <a:gd name="connsiteX6" fmla="*/ 102 w 587222"/>
              <a:gd name="connsiteY6" fmla="*/ 265238 h 735522"/>
              <a:gd name="connsiteX0" fmla="*/ 589620 w 589620"/>
              <a:gd name="connsiteY0" fmla="*/ 0 h 735522"/>
              <a:gd name="connsiteX1" fmla="*/ 328596 w 589620"/>
              <a:gd name="connsiteY1" fmla="*/ 321976 h 735522"/>
              <a:gd name="connsiteX2" fmla="*/ 225980 w 589620"/>
              <a:gd name="connsiteY2" fmla="*/ 478554 h 735522"/>
              <a:gd name="connsiteX3" fmla="*/ 120785 w 589620"/>
              <a:gd name="connsiteY3" fmla="*/ 659688 h 735522"/>
              <a:gd name="connsiteX4" fmla="*/ 9016 w 589620"/>
              <a:gd name="connsiteY4" fmla="*/ 732143 h 735522"/>
              <a:gd name="connsiteX5" fmla="*/ 9017 w 589620"/>
              <a:gd name="connsiteY5" fmla="*/ 551008 h 735522"/>
              <a:gd name="connsiteX6" fmla="*/ 2500 w 589620"/>
              <a:gd name="connsiteY6" fmla="*/ 265238 h 73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9620" h="735522">
                <a:moveTo>
                  <a:pt x="589620" y="0"/>
                </a:moveTo>
                <a:cubicBezTo>
                  <a:pt x="435183" y="104626"/>
                  <a:pt x="389203" y="242217"/>
                  <a:pt x="328596" y="321976"/>
                </a:cubicBezTo>
                <a:cubicBezTo>
                  <a:pt x="267989" y="401735"/>
                  <a:pt x="255136" y="428306"/>
                  <a:pt x="225980" y="478554"/>
                </a:cubicBezTo>
                <a:cubicBezTo>
                  <a:pt x="196824" y="528802"/>
                  <a:pt x="159137" y="615411"/>
                  <a:pt x="120785" y="659688"/>
                </a:cubicBezTo>
                <a:cubicBezTo>
                  <a:pt x="82433" y="703965"/>
                  <a:pt x="29836" y="748244"/>
                  <a:pt x="9016" y="732143"/>
                </a:cubicBezTo>
                <a:cubicBezTo>
                  <a:pt x="-11804" y="716042"/>
                  <a:pt x="10103" y="628825"/>
                  <a:pt x="9017" y="551008"/>
                </a:cubicBezTo>
                <a:cubicBezTo>
                  <a:pt x="7931" y="473191"/>
                  <a:pt x="1394" y="314879"/>
                  <a:pt x="2500" y="265238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C39569D7-E5C3-4CA1-8919-143A9B473F14}"/>
              </a:ext>
            </a:extLst>
          </p:cNvPr>
          <p:cNvSpPr/>
          <p:nvPr/>
        </p:nvSpPr>
        <p:spPr>
          <a:xfrm>
            <a:off x="1930064" y="3472874"/>
            <a:ext cx="368300" cy="419100"/>
          </a:xfrm>
          <a:custGeom>
            <a:avLst/>
            <a:gdLst>
              <a:gd name="connsiteX0" fmla="*/ 0 w 368300"/>
              <a:gd name="connsiteY0" fmla="*/ 0 h 419100"/>
              <a:gd name="connsiteX1" fmla="*/ 120650 w 368300"/>
              <a:gd name="connsiteY1" fmla="*/ 88900 h 419100"/>
              <a:gd name="connsiteX2" fmla="*/ 209550 w 368300"/>
              <a:gd name="connsiteY2" fmla="*/ 234950 h 419100"/>
              <a:gd name="connsiteX3" fmla="*/ 304800 w 368300"/>
              <a:gd name="connsiteY3" fmla="*/ 336550 h 419100"/>
              <a:gd name="connsiteX4" fmla="*/ 304800 w 368300"/>
              <a:gd name="connsiteY4" fmla="*/ 336550 h 419100"/>
              <a:gd name="connsiteX5" fmla="*/ 368300 w 368300"/>
              <a:gd name="connsiteY5" fmla="*/ 419100 h 419100"/>
              <a:gd name="connsiteX0" fmla="*/ 0 w 368300"/>
              <a:gd name="connsiteY0" fmla="*/ 0 h 419100"/>
              <a:gd name="connsiteX1" fmla="*/ 120650 w 368300"/>
              <a:gd name="connsiteY1" fmla="*/ 114300 h 419100"/>
              <a:gd name="connsiteX2" fmla="*/ 209550 w 368300"/>
              <a:gd name="connsiteY2" fmla="*/ 234950 h 419100"/>
              <a:gd name="connsiteX3" fmla="*/ 304800 w 368300"/>
              <a:gd name="connsiteY3" fmla="*/ 336550 h 419100"/>
              <a:gd name="connsiteX4" fmla="*/ 304800 w 368300"/>
              <a:gd name="connsiteY4" fmla="*/ 336550 h 419100"/>
              <a:gd name="connsiteX5" fmla="*/ 368300 w 368300"/>
              <a:gd name="connsiteY5" fmla="*/ 419100 h 419100"/>
              <a:gd name="connsiteX0" fmla="*/ 0 w 368300"/>
              <a:gd name="connsiteY0" fmla="*/ 0 h 419100"/>
              <a:gd name="connsiteX1" fmla="*/ 120650 w 368300"/>
              <a:gd name="connsiteY1" fmla="*/ 114300 h 419100"/>
              <a:gd name="connsiteX2" fmla="*/ 228600 w 368300"/>
              <a:gd name="connsiteY2" fmla="*/ 241300 h 419100"/>
              <a:gd name="connsiteX3" fmla="*/ 304800 w 368300"/>
              <a:gd name="connsiteY3" fmla="*/ 336550 h 419100"/>
              <a:gd name="connsiteX4" fmla="*/ 304800 w 368300"/>
              <a:gd name="connsiteY4" fmla="*/ 336550 h 419100"/>
              <a:gd name="connsiteX5" fmla="*/ 368300 w 368300"/>
              <a:gd name="connsiteY5" fmla="*/ 419100 h 419100"/>
              <a:gd name="connsiteX0" fmla="*/ 0 w 368300"/>
              <a:gd name="connsiteY0" fmla="*/ 0 h 419100"/>
              <a:gd name="connsiteX1" fmla="*/ 120650 w 368300"/>
              <a:gd name="connsiteY1" fmla="*/ 114300 h 419100"/>
              <a:gd name="connsiteX2" fmla="*/ 228600 w 368300"/>
              <a:gd name="connsiteY2" fmla="*/ 241300 h 419100"/>
              <a:gd name="connsiteX3" fmla="*/ 304800 w 368300"/>
              <a:gd name="connsiteY3" fmla="*/ 336550 h 419100"/>
              <a:gd name="connsiteX4" fmla="*/ 304800 w 368300"/>
              <a:gd name="connsiteY4" fmla="*/ 336550 h 419100"/>
              <a:gd name="connsiteX5" fmla="*/ 368300 w 368300"/>
              <a:gd name="connsiteY5" fmla="*/ 41910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8300" h="419100">
                <a:moveTo>
                  <a:pt x="0" y="0"/>
                </a:moveTo>
                <a:cubicBezTo>
                  <a:pt x="42862" y="24871"/>
                  <a:pt x="82550" y="74083"/>
                  <a:pt x="120650" y="114300"/>
                </a:cubicBezTo>
                <a:cubicBezTo>
                  <a:pt x="158750" y="154517"/>
                  <a:pt x="197908" y="204258"/>
                  <a:pt x="228600" y="241300"/>
                </a:cubicBezTo>
                <a:cubicBezTo>
                  <a:pt x="259292" y="278342"/>
                  <a:pt x="292100" y="320675"/>
                  <a:pt x="304800" y="336550"/>
                </a:cubicBezTo>
                <a:lnTo>
                  <a:pt x="304800" y="336550"/>
                </a:lnTo>
                <a:lnTo>
                  <a:pt x="368300" y="419100"/>
                </a:ln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F350F73-3409-4285-93AC-610373A2F076}"/>
              </a:ext>
            </a:extLst>
          </p:cNvPr>
          <p:cNvGrpSpPr/>
          <p:nvPr/>
        </p:nvGrpSpPr>
        <p:grpSpPr>
          <a:xfrm>
            <a:off x="3062985" y="4763102"/>
            <a:ext cx="1095210" cy="420138"/>
            <a:chOff x="2663271" y="4649378"/>
            <a:chExt cx="1095210" cy="420138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463924-351B-46E2-B604-D144AD9FE116}"/>
                </a:ext>
              </a:extLst>
            </p:cNvPr>
            <p:cNvSpPr/>
            <p:nvPr/>
          </p:nvSpPr>
          <p:spPr>
            <a:xfrm rot="156258">
              <a:off x="2664085" y="4748039"/>
              <a:ext cx="1074621" cy="321477"/>
            </a:xfrm>
            <a:custGeom>
              <a:avLst/>
              <a:gdLst>
                <a:gd name="connsiteX0" fmla="*/ 7239 w 1109882"/>
                <a:gd name="connsiteY0" fmla="*/ 95032 h 333200"/>
                <a:gd name="connsiteX1" fmla="*/ 396705 w 1109882"/>
                <a:gd name="connsiteY1" fmla="*/ 315166 h 333200"/>
                <a:gd name="connsiteX2" fmla="*/ 777705 w 1109882"/>
                <a:gd name="connsiteY2" fmla="*/ 306699 h 333200"/>
                <a:gd name="connsiteX3" fmla="*/ 997839 w 1109882"/>
                <a:gd name="connsiteY3" fmla="*/ 196632 h 333200"/>
                <a:gd name="connsiteX4" fmla="*/ 1099439 w 1109882"/>
                <a:gd name="connsiteY4" fmla="*/ 1899 h 333200"/>
                <a:gd name="connsiteX5" fmla="*/ 752305 w 1109882"/>
                <a:gd name="connsiteY5" fmla="*/ 95032 h 333200"/>
                <a:gd name="connsiteX6" fmla="*/ 7239 w 1109882"/>
                <a:gd name="connsiteY6" fmla="*/ 95032 h 333200"/>
                <a:gd name="connsiteX0" fmla="*/ 7239 w 1109882"/>
                <a:gd name="connsiteY0" fmla="*/ 61189 h 335712"/>
                <a:gd name="connsiteX1" fmla="*/ 396705 w 1109882"/>
                <a:gd name="connsiteY1" fmla="*/ 315190 h 335712"/>
                <a:gd name="connsiteX2" fmla="*/ 777705 w 1109882"/>
                <a:gd name="connsiteY2" fmla="*/ 306723 h 335712"/>
                <a:gd name="connsiteX3" fmla="*/ 997839 w 1109882"/>
                <a:gd name="connsiteY3" fmla="*/ 196656 h 335712"/>
                <a:gd name="connsiteX4" fmla="*/ 1099439 w 1109882"/>
                <a:gd name="connsiteY4" fmla="*/ 1923 h 335712"/>
                <a:gd name="connsiteX5" fmla="*/ 752305 w 1109882"/>
                <a:gd name="connsiteY5" fmla="*/ 95056 h 335712"/>
                <a:gd name="connsiteX6" fmla="*/ 7239 w 1109882"/>
                <a:gd name="connsiteY6" fmla="*/ 61189 h 335712"/>
                <a:gd name="connsiteX0" fmla="*/ 628 w 1103271"/>
                <a:gd name="connsiteY0" fmla="*/ 61751 h 336274"/>
                <a:gd name="connsiteX1" fmla="*/ 390094 w 1103271"/>
                <a:gd name="connsiteY1" fmla="*/ 315752 h 336274"/>
                <a:gd name="connsiteX2" fmla="*/ 771094 w 1103271"/>
                <a:gd name="connsiteY2" fmla="*/ 307285 h 336274"/>
                <a:gd name="connsiteX3" fmla="*/ 991228 w 1103271"/>
                <a:gd name="connsiteY3" fmla="*/ 197218 h 336274"/>
                <a:gd name="connsiteX4" fmla="*/ 1092828 w 1103271"/>
                <a:gd name="connsiteY4" fmla="*/ 2485 h 336274"/>
                <a:gd name="connsiteX5" fmla="*/ 483227 w 1103271"/>
                <a:gd name="connsiteY5" fmla="*/ 70218 h 336274"/>
                <a:gd name="connsiteX6" fmla="*/ 628 w 1103271"/>
                <a:gd name="connsiteY6" fmla="*/ 61751 h 336274"/>
                <a:gd name="connsiteX0" fmla="*/ 628 w 1103271"/>
                <a:gd name="connsiteY0" fmla="*/ 60847 h 335370"/>
                <a:gd name="connsiteX1" fmla="*/ 390094 w 1103271"/>
                <a:gd name="connsiteY1" fmla="*/ 314848 h 335370"/>
                <a:gd name="connsiteX2" fmla="*/ 771094 w 1103271"/>
                <a:gd name="connsiteY2" fmla="*/ 306381 h 335370"/>
                <a:gd name="connsiteX3" fmla="*/ 991228 w 1103271"/>
                <a:gd name="connsiteY3" fmla="*/ 196314 h 335370"/>
                <a:gd name="connsiteX4" fmla="*/ 1092828 w 1103271"/>
                <a:gd name="connsiteY4" fmla="*/ 1581 h 335370"/>
                <a:gd name="connsiteX5" fmla="*/ 483227 w 1103271"/>
                <a:gd name="connsiteY5" fmla="*/ 69314 h 335370"/>
                <a:gd name="connsiteX6" fmla="*/ 628 w 1103271"/>
                <a:gd name="connsiteY6" fmla="*/ 60847 h 335370"/>
                <a:gd name="connsiteX0" fmla="*/ 990 w 1103633"/>
                <a:gd name="connsiteY0" fmla="*/ 60531 h 335054"/>
                <a:gd name="connsiteX1" fmla="*/ 390456 w 1103633"/>
                <a:gd name="connsiteY1" fmla="*/ 314532 h 335054"/>
                <a:gd name="connsiteX2" fmla="*/ 771456 w 1103633"/>
                <a:gd name="connsiteY2" fmla="*/ 306065 h 335054"/>
                <a:gd name="connsiteX3" fmla="*/ 991590 w 1103633"/>
                <a:gd name="connsiteY3" fmla="*/ 195998 h 335054"/>
                <a:gd name="connsiteX4" fmla="*/ 1093190 w 1103633"/>
                <a:gd name="connsiteY4" fmla="*/ 1265 h 335054"/>
                <a:gd name="connsiteX5" fmla="*/ 508989 w 1103633"/>
                <a:gd name="connsiteY5" fmla="*/ 102865 h 335054"/>
                <a:gd name="connsiteX6" fmla="*/ 990 w 1103633"/>
                <a:gd name="connsiteY6" fmla="*/ 60531 h 335054"/>
                <a:gd name="connsiteX0" fmla="*/ 990 w 1103633"/>
                <a:gd name="connsiteY0" fmla="*/ 60939 h 335462"/>
                <a:gd name="connsiteX1" fmla="*/ 390456 w 1103633"/>
                <a:gd name="connsiteY1" fmla="*/ 314940 h 335462"/>
                <a:gd name="connsiteX2" fmla="*/ 771456 w 1103633"/>
                <a:gd name="connsiteY2" fmla="*/ 306473 h 335462"/>
                <a:gd name="connsiteX3" fmla="*/ 991590 w 1103633"/>
                <a:gd name="connsiteY3" fmla="*/ 196406 h 335462"/>
                <a:gd name="connsiteX4" fmla="*/ 1093190 w 1103633"/>
                <a:gd name="connsiteY4" fmla="*/ 1673 h 335462"/>
                <a:gd name="connsiteX5" fmla="*/ 508989 w 1103633"/>
                <a:gd name="connsiteY5" fmla="*/ 103273 h 335462"/>
                <a:gd name="connsiteX6" fmla="*/ 990 w 1103633"/>
                <a:gd name="connsiteY6" fmla="*/ 60939 h 335462"/>
                <a:gd name="connsiteX0" fmla="*/ 990 w 1098903"/>
                <a:gd name="connsiteY0" fmla="*/ 60939 h 334756"/>
                <a:gd name="connsiteX1" fmla="*/ 390456 w 1098903"/>
                <a:gd name="connsiteY1" fmla="*/ 314940 h 334756"/>
                <a:gd name="connsiteX2" fmla="*/ 771456 w 1098903"/>
                <a:gd name="connsiteY2" fmla="*/ 306473 h 334756"/>
                <a:gd name="connsiteX3" fmla="*/ 889990 w 1098903"/>
                <a:gd name="connsiteY3" fmla="*/ 213339 h 334756"/>
                <a:gd name="connsiteX4" fmla="*/ 1093190 w 1098903"/>
                <a:gd name="connsiteY4" fmla="*/ 1673 h 334756"/>
                <a:gd name="connsiteX5" fmla="*/ 508989 w 1098903"/>
                <a:gd name="connsiteY5" fmla="*/ 103273 h 334756"/>
                <a:gd name="connsiteX6" fmla="*/ 990 w 1098903"/>
                <a:gd name="connsiteY6" fmla="*/ 60939 h 334756"/>
                <a:gd name="connsiteX0" fmla="*/ 1780 w 1099693"/>
                <a:gd name="connsiteY0" fmla="*/ 60939 h 323037"/>
                <a:gd name="connsiteX1" fmla="*/ 357380 w 1099693"/>
                <a:gd name="connsiteY1" fmla="*/ 298006 h 323037"/>
                <a:gd name="connsiteX2" fmla="*/ 772246 w 1099693"/>
                <a:gd name="connsiteY2" fmla="*/ 306473 h 323037"/>
                <a:gd name="connsiteX3" fmla="*/ 890780 w 1099693"/>
                <a:gd name="connsiteY3" fmla="*/ 213339 h 323037"/>
                <a:gd name="connsiteX4" fmla="*/ 1093980 w 1099693"/>
                <a:gd name="connsiteY4" fmla="*/ 1673 h 323037"/>
                <a:gd name="connsiteX5" fmla="*/ 509779 w 1099693"/>
                <a:gd name="connsiteY5" fmla="*/ 103273 h 323037"/>
                <a:gd name="connsiteX6" fmla="*/ 1780 w 1099693"/>
                <a:gd name="connsiteY6" fmla="*/ 60939 h 323037"/>
                <a:gd name="connsiteX0" fmla="*/ 1506 w 1099419"/>
                <a:gd name="connsiteY0" fmla="*/ 60939 h 337361"/>
                <a:gd name="connsiteX1" fmla="*/ 357106 w 1099419"/>
                <a:gd name="connsiteY1" fmla="*/ 298006 h 337361"/>
                <a:gd name="connsiteX2" fmla="*/ 771972 w 1099419"/>
                <a:gd name="connsiteY2" fmla="*/ 306473 h 337361"/>
                <a:gd name="connsiteX3" fmla="*/ 890506 w 1099419"/>
                <a:gd name="connsiteY3" fmla="*/ 213339 h 337361"/>
                <a:gd name="connsiteX4" fmla="*/ 1093706 w 1099419"/>
                <a:gd name="connsiteY4" fmla="*/ 1673 h 337361"/>
                <a:gd name="connsiteX5" fmla="*/ 509505 w 1099419"/>
                <a:gd name="connsiteY5" fmla="*/ 103273 h 337361"/>
                <a:gd name="connsiteX6" fmla="*/ 1506 w 1099419"/>
                <a:gd name="connsiteY6" fmla="*/ 60939 h 337361"/>
                <a:gd name="connsiteX0" fmla="*/ 1318 w 1099231"/>
                <a:gd name="connsiteY0" fmla="*/ 60939 h 326221"/>
                <a:gd name="connsiteX1" fmla="*/ 365385 w 1099231"/>
                <a:gd name="connsiteY1" fmla="*/ 281073 h 326221"/>
                <a:gd name="connsiteX2" fmla="*/ 771784 w 1099231"/>
                <a:gd name="connsiteY2" fmla="*/ 306473 h 326221"/>
                <a:gd name="connsiteX3" fmla="*/ 890318 w 1099231"/>
                <a:gd name="connsiteY3" fmla="*/ 213339 h 326221"/>
                <a:gd name="connsiteX4" fmla="*/ 1093518 w 1099231"/>
                <a:gd name="connsiteY4" fmla="*/ 1673 h 326221"/>
                <a:gd name="connsiteX5" fmla="*/ 509317 w 1099231"/>
                <a:gd name="connsiteY5" fmla="*/ 103273 h 326221"/>
                <a:gd name="connsiteX6" fmla="*/ 1318 w 1099231"/>
                <a:gd name="connsiteY6" fmla="*/ 60939 h 326221"/>
                <a:gd name="connsiteX0" fmla="*/ 1439 w 1099970"/>
                <a:gd name="connsiteY0" fmla="*/ 60939 h 314201"/>
                <a:gd name="connsiteX1" fmla="*/ 365506 w 1099970"/>
                <a:gd name="connsiteY1" fmla="*/ 281073 h 314201"/>
                <a:gd name="connsiteX2" fmla="*/ 636439 w 1099970"/>
                <a:gd name="connsiteY2" fmla="*/ 306473 h 314201"/>
                <a:gd name="connsiteX3" fmla="*/ 890439 w 1099970"/>
                <a:gd name="connsiteY3" fmla="*/ 213339 h 314201"/>
                <a:gd name="connsiteX4" fmla="*/ 1093639 w 1099970"/>
                <a:gd name="connsiteY4" fmla="*/ 1673 h 314201"/>
                <a:gd name="connsiteX5" fmla="*/ 509438 w 1099970"/>
                <a:gd name="connsiteY5" fmla="*/ 103273 h 314201"/>
                <a:gd name="connsiteX6" fmla="*/ 1439 w 1099970"/>
                <a:gd name="connsiteY6" fmla="*/ 60939 h 314201"/>
                <a:gd name="connsiteX0" fmla="*/ 1439 w 1099261"/>
                <a:gd name="connsiteY0" fmla="*/ 60939 h 314201"/>
                <a:gd name="connsiteX1" fmla="*/ 365506 w 1099261"/>
                <a:gd name="connsiteY1" fmla="*/ 281073 h 314201"/>
                <a:gd name="connsiteX2" fmla="*/ 636439 w 1099261"/>
                <a:gd name="connsiteY2" fmla="*/ 306473 h 314201"/>
                <a:gd name="connsiteX3" fmla="*/ 865039 w 1099261"/>
                <a:gd name="connsiteY3" fmla="*/ 213339 h 314201"/>
                <a:gd name="connsiteX4" fmla="*/ 1093639 w 1099261"/>
                <a:gd name="connsiteY4" fmla="*/ 1673 h 314201"/>
                <a:gd name="connsiteX5" fmla="*/ 509438 w 1099261"/>
                <a:gd name="connsiteY5" fmla="*/ 103273 h 314201"/>
                <a:gd name="connsiteX6" fmla="*/ 1439 w 1099261"/>
                <a:gd name="connsiteY6" fmla="*/ 60939 h 314201"/>
                <a:gd name="connsiteX0" fmla="*/ 1439 w 1074445"/>
                <a:gd name="connsiteY0" fmla="*/ 44359 h 297621"/>
                <a:gd name="connsiteX1" fmla="*/ 365506 w 1074445"/>
                <a:gd name="connsiteY1" fmla="*/ 264493 h 297621"/>
                <a:gd name="connsiteX2" fmla="*/ 636439 w 1074445"/>
                <a:gd name="connsiteY2" fmla="*/ 289893 h 297621"/>
                <a:gd name="connsiteX3" fmla="*/ 865039 w 1074445"/>
                <a:gd name="connsiteY3" fmla="*/ 196759 h 297621"/>
                <a:gd name="connsiteX4" fmla="*/ 1068239 w 1074445"/>
                <a:gd name="connsiteY4" fmla="*/ 2027 h 297621"/>
                <a:gd name="connsiteX5" fmla="*/ 509438 w 1074445"/>
                <a:gd name="connsiteY5" fmla="*/ 86693 h 297621"/>
                <a:gd name="connsiteX6" fmla="*/ 1439 w 1074445"/>
                <a:gd name="connsiteY6" fmla="*/ 44359 h 297621"/>
                <a:gd name="connsiteX0" fmla="*/ 337 w 1073343"/>
                <a:gd name="connsiteY0" fmla="*/ 44445 h 297707"/>
                <a:gd name="connsiteX1" fmla="*/ 364404 w 1073343"/>
                <a:gd name="connsiteY1" fmla="*/ 264579 h 297707"/>
                <a:gd name="connsiteX2" fmla="*/ 635337 w 1073343"/>
                <a:gd name="connsiteY2" fmla="*/ 289979 h 297707"/>
                <a:gd name="connsiteX3" fmla="*/ 863937 w 1073343"/>
                <a:gd name="connsiteY3" fmla="*/ 196845 h 297707"/>
                <a:gd name="connsiteX4" fmla="*/ 1067137 w 1073343"/>
                <a:gd name="connsiteY4" fmla="*/ 2113 h 297707"/>
                <a:gd name="connsiteX5" fmla="*/ 508336 w 1073343"/>
                <a:gd name="connsiteY5" fmla="*/ 86779 h 297707"/>
                <a:gd name="connsiteX6" fmla="*/ 302734 w 1073343"/>
                <a:gd name="connsiteY6" fmla="*/ 71491 h 297707"/>
                <a:gd name="connsiteX7" fmla="*/ 337 w 1073343"/>
                <a:gd name="connsiteY7" fmla="*/ 44445 h 297707"/>
                <a:gd name="connsiteX0" fmla="*/ 337 w 1073343"/>
                <a:gd name="connsiteY0" fmla="*/ 44636 h 297898"/>
                <a:gd name="connsiteX1" fmla="*/ 364404 w 1073343"/>
                <a:gd name="connsiteY1" fmla="*/ 264770 h 297898"/>
                <a:gd name="connsiteX2" fmla="*/ 635337 w 1073343"/>
                <a:gd name="connsiteY2" fmla="*/ 290170 h 297898"/>
                <a:gd name="connsiteX3" fmla="*/ 863937 w 1073343"/>
                <a:gd name="connsiteY3" fmla="*/ 197036 h 297898"/>
                <a:gd name="connsiteX4" fmla="*/ 1067137 w 1073343"/>
                <a:gd name="connsiteY4" fmla="*/ 2304 h 297898"/>
                <a:gd name="connsiteX5" fmla="*/ 677669 w 1073343"/>
                <a:gd name="connsiteY5" fmla="*/ 78503 h 297898"/>
                <a:gd name="connsiteX6" fmla="*/ 302734 w 1073343"/>
                <a:gd name="connsiteY6" fmla="*/ 71682 h 297898"/>
                <a:gd name="connsiteX7" fmla="*/ 337 w 1073343"/>
                <a:gd name="connsiteY7" fmla="*/ 44636 h 297898"/>
                <a:gd name="connsiteX0" fmla="*/ 337 w 1073343"/>
                <a:gd name="connsiteY0" fmla="*/ 45827 h 299089"/>
                <a:gd name="connsiteX1" fmla="*/ 364404 w 1073343"/>
                <a:gd name="connsiteY1" fmla="*/ 265961 h 299089"/>
                <a:gd name="connsiteX2" fmla="*/ 635337 w 1073343"/>
                <a:gd name="connsiteY2" fmla="*/ 291361 h 299089"/>
                <a:gd name="connsiteX3" fmla="*/ 863937 w 1073343"/>
                <a:gd name="connsiteY3" fmla="*/ 198227 h 299089"/>
                <a:gd name="connsiteX4" fmla="*/ 1067137 w 1073343"/>
                <a:gd name="connsiteY4" fmla="*/ 3495 h 299089"/>
                <a:gd name="connsiteX5" fmla="*/ 677669 w 1073343"/>
                <a:gd name="connsiteY5" fmla="*/ 79694 h 299089"/>
                <a:gd name="connsiteX6" fmla="*/ 302734 w 1073343"/>
                <a:gd name="connsiteY6" fmla="*/ 72873 h 299089"/>
                <a:gd name="connsiteX7" fmla="*/ 337 w 1073343"/>
                <a:gd name="connsiteY7" fmla="*/ 45827 h 299089"/>
                <a:gd name="connsiteX0" fmla="*/ 337 w 1073343"/>
                <a:gd name="connsiteY0" fmla="*/ 44856 h 298118"/>
                <a:gd name="connsiteX1" fmla="*/ 364404 w 1073343"/>
                <a:gd name="connsiteY1" fmla="*/ 264990 h 298118"/>
                <a:gd name="connsiteX2" fmla="*/ 635337 w 1073343"/>
                <a:gd name="connsiteY2" fmla="*/ 290390 h 298118"/>
                <a:gd name="connsiteX3" fmla="*/ 863937 w 1073343"/>
                <a:gd name="connsiteY3" fmla="*/ 197256 h 298118"/>
                <a:gd name="connsiteX4" fmla="*/ 1067137 w 1073343"/>
                <a:gd name="connsiteY4" fmla="*/ 2524 h 298118"/>
                <a:gd name="connsiteX5" fmla="*/ 677669 w 1073343"/>
                <a:gd name="connsiteY5" fmla="*/ 78723 h 298118"/>
                <a:gd name="connsiteX6" fmla="*/ 302734 w 1073343"/>
                <a:gd name="connsiteY6" fmla="*/ 71902 h 298118"/>
                <a:gd name="connsiteX7" fmla="*/ 337 w 1073343"/>
                <a:gd name="connsiteY7" fmla="*/ 44856 h 298118"/>
                <a:gd name="connsiteX0" fmla="*/ 337 w 1073343"/>
                <a:gd name="connsiteY0" fmla="*/ 44540 h 297802"/>
                <a:gd name="connsiteX1" fmla="*/ 364404 w 1073343"/>
                <a:gd name="connsiteY1" fmla="*/ 264674 h 297802"/>
                <a:gd name="connsiteX2" fmla="*/ 635337 w 1073343"/>
                <a:gd name="connsiteY2" fmla="*/ 290074 h 297802"/>
                <a:gd name="connsiteX3" fmla="*/ 863937 w 1073343"/>
                <a:gd name="connsiteY3" fmla="*/ 196940 h 297802"/>
                <a:gd name="connsiteX4" fmla="*/ 1067137 w 1073343"/>
                <a:gd name="connsiteY4" fmla="*/ 2208 h 297802"/>
                <a:gd name="connsiteX5" fmla="*/ 677669 w 1073343"/>
                <a:gd name="connsiteY5" fmla="*/ 78407 h 297802"/>
                <a:gd name="connsiteX6" fmla="*/ 302734 w 1073343"/>
                <a:gd name="connsiteY6" fmla="*/ 46186 h 297802"/>
                <a:gd name="connsiteX7" fmla="*/ 337 w 1073343"/>
                <a:gd name="connsiteY7" fmla="*/ 44540 h 297802"/>
                <a:gd name="connsiteX0" fmla="*/ 337 w 1073343"/>
                <a:gd name="connsiteY0" fmla="*/ 45706 h 298968"/>
                <a:gd name="connsiteX1" fmla="*/ 364404 w 1073343"/>
                <a:gd name="connsiteY1" fmla="*/ 265840 h 298968"/>
                <a:gd name="connsiteX2" fmla="*/ 635337 w 1073343"/>
                <a:gd name="connsiteY2" fmla="*/ 291240 h 298968"/>
                <a:gd name="connsiteX3" fmla="*/ 863937 w 1073343"/>
                <a:gd name="connsiteY3" fmla="*/ 198106 h 298968"/>
                <a:gd name="connsiteX4" fmla="*/ 1067137 w 1073343"/>
                <a:gd name="connsiteY4" fmla="*/ 3374 h 298968"/>
                <a:gd name="connsiteX5" fmla="*/ 677669 w 1073343"/>
                <a:gd name="connsiteY5" fmla="*/ 45706 h 298968"/>
                <a:gd name="connsiteX6" fmla="*/ 302734 w 1073343"/>
                <a:gd name="connsiteY6" fmla="*/ 47352 h 298968"/>
                <a:gd name="connsiteX7" fmla="*/ 337 w 1073343"/>
                <a:gd name="connsiteY7" fmla="*/ 45706 h 298968"/>
                <a:gd name="connsiteX0" fmla="*/ 337 w 1073343"/>
                <a:gd name="connsiteY0" fmla="*/ 45706 h 298968"/>
                <a:gd name="connsiteX1" fmla="*/ 364404 w 1073343"/>
                <a:gd name="connsiteY1" fmla="*/ 265840 h 298968"/>
                <a:gd name="connsiteX2" fmla="*/ 635337 w 1073343"/>
                <a:gd name="connsiteY2" fmla="*/ 291240 h 298968"/>
                <a:gd name="connsiteX3" fmla="*/ 863937 w 1073343"/>
                <a:gd name="connsiteY3" fmla="*/ 198106 h 298968"/>
                <a:gd name="connsiteX4" fmla="*/ 1067137 w 1073343"/>
                <a:gd name="connsiteY4" fmla="*/ 3374 h 298968"/>
                <a:gd name="connsiteX5" fmla="*/ 677669 w 1073343"/>
                <a:gd name="connsiteY5" fmla="*/ 45706 h 298968"/>
                <a:gd name="connsiteX6" fmla="*/ 302734 w 1073343"/>
                <a:gd name="connsiteY6" fmla="*/ 47352 h 298968"/>
                <a:gd name="connsiteX7" fmla="*/ 337 w 1073343"/>
                <a:gd name="connsiteY7" fmla="*/ 45706 h 298968"/>
                <a:gd name="connsiteX0" fmla="*/ 337 w 1073302"/>
                <a:gd name="connsiteY0" fmla="*/ 45706 h 298968"/>
                <a:gd name="connsiteX1" fmla="*/ 364404 w 1073302"/>
                <a:gd name="connsiteY1" fmla="*/ 265840 h 298968"/>
                <a:gd name="connsiteX2" fmla="*/ 643804 w 1073302"/>
                <a:gd name="connsiteY2" fmla="*/ 291240 h 298968"/>
                <a:gd name="connsiteX3" fmla="*/ 863937 w 1073302"/>
                <a:gd name="connsiteY3" fmla="*/ 198106 h 298968"/>
                <a:gd name="connsiteX4" fmla="*/ 1067137 w 1073302"/>
                <a:gd name="connsiteY4" fmla="*/ 3374 h 298968"/>
                <a:gd name="connsiteX5" fmla="*/ 677669 w 1073302"/>
                <a:gd name="connsiteY5" fmla="*/ 45706 h 298968"/>
                <a:gd name="connsiteX6" fmla="*/ 302734 w 1073302"/>
                <a:gd name="connsiteY6" fmla="*/ 47352 h 298968"/>
                <a:gd name="connsiteX7" fmla="*/ 337 w 1073302"/>
                <a:gd name="connsiteY7" fmla="*/ 45706 h 298968"/>
                <a:gd name="connsiteX0" fmla="*/ 337 w 1073565"/>
                <a:gd name="connsiteY0" fmla="*/ 45706 h 299583"/>
                <a:gd name="connsiteX1" fmla="*/ 364404 w 1073565"/>
                <a:gd name="connsiteY1" fmla="*/ 265840 h 299583"/>
                <a:gd name="connsiteX2" fmla="*/ 643804 w 1073565"/>
                <a:gd name="connsiteY2" fmla="*/ 291240 h 299583"/>
                <a:gd name="connsiteX3" fmla="*/ 872404 w 1073565"/>
                <a:gd name="connsiteY3" fmla="*/ 189639 h 299583"/>
                <a:gd name="connsiteX4" fmla="*/ 1067137 w 1073565"/>
                <a:gd name="connsiteY4" fmla="*/ 3374 h 299583"/>
                <a:gd name="connsiteX5" fmla="*/ 677669 w 1073565"/>
                <a:gd name="connsiteY5" fmla="*/ 45706 h 299583"/>
                <a:gd name="connsiteX6" fmla="*/ 302734 w 1073565"/>
                <a:gd name="connsiteY6" fmla="*/ 47352 h 299583"/>
                <a:gd name="connsiteX7" fmla="*/ 337 w 1073565"/>
                <a:gd name="connsiteY7" fmla="*/ 45706 h 299583"/>
                <a:gd name="connsiteX0" fmla="*/ 337 w 1072441"/>
                <a:gd name="connsiteY0" fmla="*/ 70239 h 324116"/>
                <a:gd name="connsiteX1" fmla="*/ 364404 w 1072441"/>
                <a:gd name="connsiteY1" fmla="*/ 290373 h 324116"/>
                <a:gd name="connsiteX2" fmla="*/ 643804 w 1072441"/>
                <a:gd name="connsiteY2" fmla="*/ 315773 h 324116"/>
                <a:gd name="connsiteX3" fmla="*/ 872404 w 1072441"/>
                <a:gd name="connsiteY3" fmla="*/ 214172 h 324116"/>
                <a:gd name="connsiteX4" fmla="*/ 1065982 w 1072441"/>
                <a:gd name="connsiteY4" fmla="*/ 2533 h 324116"/>
                <a:gd name="connsiteX5" fmla="*/ 677669 w 1072441"/>
                <a:gd name="connsiteY5" fmla="*/ 70239 h 324116"/>
                <a:gd name="connsiteX6" fmla="*/ 302734 w 1072441"/>
                <a:gd name="connsiteY6" fmla="*/ 71885 h 324116"/>
                <a:gd name="connsiteX7" fmla="*/ 337 w 1072441"/>
                <a:gd name="connsiteY7" fmla="*/ 70239 h 324116"/>
                <a:gd name="connsiteX0" fmla="*/ 352 w 1072456"/>
                <a:gd name="connsiteY0" fmla="*/ 70239 h 344380"/>
                <a:gd name="connsiteX1" fmla="*/ 365958 w 1072456"/>
                <a:gd name="connsiteY1" fmla="*/ 324206 h 344380"/>
                <a:gd name="connsiteX2" fmla="*/ 643819 w 1072456"/>
                <a:gd name="connsiteY2" fmla="*/ 315773 h 344380"/>
                <a:gd name="connsiteX3" fmla="*/ 872419 w 1072456"/>
                <a:gd name="connsiteY3" fmla="*/ 214172 h 344380"/>
                <a:gd name="connsiteX4" fmla="*/ 1065997 w 1072456"/>
                <a:gd name="connsiteY4" fmla="*/ 2533 h 344380"/>
                <a:gd name="connsiteX5" fmla="*/ 677684 w 1072456"/>
                <a:gd name="connsiteY5" fmla="*/ 70239 h 344380"/>
                <a:gd name="connsiteX6" fmla="*/ 302749 w 1072456"/>
                <a:gd name="connsiteY6" fmla="*/ 71885 h 344380"/>
                <a:gd name="connsiteX7" fmla="*/ 352 w 1072456"/>
                <a:gd name="connsiteY7" fmla="*/ 70239 h 344380"/>
                <a:gd name="connsiteX0" fmla="*/ 352 w 1072456"/>
                <a:gd name="connsiteY0" fmla="*/ 70239 h 344380"/>
                <a:gd name="connsiteX1" fmla="*/ 365958 w 1072456"/>
                <a:gd name="connsiteY1" fmla="*/ 324206 h 344380"/>
                <a:gd name="connsiteX2" fmla="*/ 643819 w 1072456"/>
                <a:gd name="connsiteY2" fmla="*/ 315773 h 344380"/>
                <a:gd name="connsiteX3" fmla="*/ 872419 w 1072456"/>
                <a:gd name="connsiteY3" fmla="*/ 214172 h 344380"/>
                <a:gd name="connsiteX4" fmla="*/ 1065997 w 1072456"/>
                <a:gd name="connsiteY4" fmla="*/ 2533 h 344380"/>
                <a:gd name="connsiteX5" fmla="*/ 677684 w 1072456"/>
                <a:gd name="connsiteY5" fmla="*/ 70239 h 344380"/>
                <a:gd name="connsiteX6" fmla="*/ 302749 w 1072456"/>
                <a:gd name="connsiteY6" fmla="*/ 71885 h 344380"/>
                <a:gd name="connsiteX7" fmla="*/ 352 w 1072456"/>
                <a:gd name="connsiteY7" fmla="*/ 70239 h 344380"/>
                <a:gd name="connsiteX0" fmla="*/ 352 w 1072158"/>
                <a:gd name="connsiteY0" fmla="*/ 70239 h 346645"/>
                <a:gd name="connsiteX1" fmla="*/ 365958 w 1072158"/>
                <a:gd name="connsiteY1" fmla="*/ 324206 h 346645"/>
                <a:gd name="connsiteX2" fmla="*/ 703408 w 1072158"/>
                <a:gd name="connsiteY2" fmla="*/ 321538 h 346645"/>
                <a:gd name="connsiteX3" fmla="*/ 872419 w 1072158"/>
                <a:gd name="connsiteY3" fmla="*/ 214172 h 346645"/>
                <a:gd name="connsiteX4" fmla="*/ 1065997 w 1072158"/>
                <a:gd name="connsiteY4" fmla="*/ 2533 h 346645"/>
                <a:gd name="connsiteX5" fmla="*/ 677684 w 1072158"/>
                <a:gd name="connsiteY5" fmla="*/ 70239 h 346645"/>
                <a:gd name="connsiteX6" fmla="*/ 302749 w 1072158"/>
                <a:gd name="connsiteY6" fmla="*/ 71885 h 346645"/>
                <a:gd name="connsiteX7" fmla="*/ 352 w 1072158"/>
                <a:gd name="connsiteY7" fmla="*/ 70239 h 346645"/>
                <a:gd name="connsiteX0" fmla="*/ 352 w 1072124"/>
                <a:gd name="connsiteY0" fmla="*/ 70239 h 347876"/>
                <a:gd name="connsiteX1" fmla="*/ 365958 w 1072124"/>
                <a:gd name="connsiteY1" fmla="*/ 324206 h 347876"/>
                <a:gd name="connsiteX2" fmla="*/ 703408 w 1072124"/>
                <a:gd name="connsiteY2" fmla="*/ 321538 h 347876"/>
                <a:gd name="connsiteX3" fmla="*/ 871265 w 1072124"/>
                <a:gd name="connsiteY3" fmla="*/ 188799 h 347876"/>
                <a:gd name="connsiteX4" fmla="*/ 1065997 w 1072124"/>
                <a:gd name="connsiteY4" fmla="*/ 2533 h 347876"/>
                <a:gd name="connsiteX5" fmla="*/ 677684 w 1072124"/>
                <a:gd name="connsiteY5" fmla="*/ 70239 h 347876"/>
                <a:gd name="connsiteX6" fmla="*/ 302749 w 1072124"/>
                <a:gd name="connsiteY6" fmla="*/ 71885 h 347876"/>
                <a:gd name="connsiteX7" fmla="*/ 352 w 1072124"/>
                <a:gd name="connsiteY7" fmla="*/ 70239 h 347876"/>
                <a:gd name="connsiteX0" fmla="*/ 352 w 1072124"/>
                <a:gd name="connsiteY0" fmla="*/ 70239 h 347876"/>
                <a:gd name="connsiteX1" fmla="*/ 365958 w 1072124"/>
                <a:gd name="connsiteY1" fmla="*/ 324206 h 347876"/>
                <a:gd name="connsiteX2" fmla="*/ 703408 w 1072124"/>
                <a:gd name="connsiteY2" fmla="*/ 321538 h 347876"/>
                <a:gd name="connsiteX3" fmla="*/ 871265 w 1072124"/>
                <a:gd name="connsiteY3" fmla="*/ 188799 h 347876"/>
                <a:gd name="connsiteX4" fmla="*/ 1065997 w 1072124"/>
                <a:gd name="connsiteY4" fmla="*/ 2533 h 347876"/>
                <a:gd name="connsiteX5" fmla="*/ 677684 w 1072124"/>
                <a:gd name="connsiteY5" fmla="*/ 70239 h 347876"/>
                <a:gd name="connsiteX6" fmla="*/ 302749 w 1072124"/>
                <a:gd name="connsiteY6" fmla="*/ 71885 h 347876"/>
                <a:gd name="connsiteX7" fmla="*/ 352 w 1072124"/>
                <a:gd name="connsiteY7" fmla="*/ 70239 h 347876"/>
                <a:gd name="connsiteX0" fmla="*/ 2884 w 1074656"/>
                <a:gd name="connsiteY0" fmla="*/ 70239 h 339176"/>
                <a:gd name="connsiteX1" fmla="*/ 165023 w 1074656"/>
                <a:gd name="connsiteY1" fmla="*/ 196513 h 339176"/>
                <a:gd name="connsiteX2" fmla="*/ 368490 w 1074656"/>
                <a:gd name="connsiteY2" fmla="*/ 324206 h 339176"/>
                <a:gd name="connsiteX3" fmla="*/ 705940 w 1074656"/>
                <a:gd name="connsiteY3" fmla="*/ 321538 h 339176"/>
                <a:gd name="connsiteX4" fmla="*/ 873797 w 1074656"/>
                <a:gd name="connsiteY4" fmla="*/ 188799 h 339176"/>
                <a:gd name="connsiteX5" fmla="*/ 1068529 w 1074656"/>
                <a:gd name="connsiteY5" fmla="*/ 2533 h 339176"/>
                <a:gd name="connsiteX6" fmla="*/ 680216 w 1074656"/>
                <a:gd name="connsiteY6" fmla="*/ 70239 h 339176"/>
                <a:gd name="connsiteX7" fmla="*/ 305281 w 1074656"/>
                <a:gd name="connsiteY7" fmla="*/ 71885 h 339176"/>
                <a:gd name="connsiteX8" fmla="*/ 2884 w 1074656"/>
                <a:gd name="connsiteY8" fmla="*/ 70239 h 339176"/>
                <a:gd name="connsiteX0" fmla="*/ 2884 w 1074656"/>
                <a:gd name="connsiteY0" fmla="*/ 70239 h 334002"/>
                <a:gd name="connsiteX1" fmla="*/ 165023 w 1074656"/>
                <a:gd name="connsiteY1" fmla="*/ 196513 h 334002"/>
                <a:gd name="connsiteX2" fmla="*/ 401936 w 1074656"/>
                <a:gd name="connsiteY2" fmla="*/ 314209 h 334002"/>
                <a:gd name="connsiteX3" fmla="*/ 705940 w 1074656"/>
                <a:gd name="connsiteY3" fmla="*/ 321538 h 334002"/>
                <a:gd name="connsiteX4" fmla="*/ 873797 w 1074656"/>
                <a:gd name="connsiteY4" fmla="*/ 188799 h 334002"/>
                <a:gd name="connsiteX5" fmla="*/ 1068529 w 1074656"/>
                <a:gd name="connsiteY5" fmla="*/ 2533 h 334002"/>
                <a:gd name="connsiteX6" fmla="*/ 680216 w 1074656"/>
                <a:gd name="connsiteY6" fmla="*/ 70239 h 334002"/>
                <a:gd name="connsiteX7" fmla="*/ 305281 w 1074656"/>
                <a:gd name="connsiteY7" fmla="*/ 71885 h 334002"/>
                <a:gd name="connsiteX8" fmla="*/ 2884 w 1074656"/>
                <a:gd name="connsiteY8" fmla="*/ 70239 h 334002"/>
                <a:gd name="connsiteX0" fmla="*/ 2884 w 1074663"/>
                <a:gd name="connsiteY0" fmla="*/ 70239 h 319427"/>
                <a:gd name="connsiteX1" fmla="*/ 165023 w 1074663"/>
                <a:gd name="connsiteY1" fmla="*/ 196513 h 319427"/>
                <a:gd name="connsiteX2" fmla="*/ 401936 w 1074663"/>
                <a:gd name="connsiteY2" fmla="*/ 314209 h 319427"/>
                <a:gd name="connsiteX3" fmla="*/ 704401 w 1074663"/>
                <a:gd name="connsiteY3" fmla="*/ 287706 h 319427"/>
                <a:gd name="connsiteX4" fmla="*/ 873797 w 1074663"/>
                <a:gd name="connsiteY4" fmla="*/ 188799 h 319427"/>
                <a:gd name="connsiteX5" fmla="*/ 1068529 w 1074663"/>
                <a:gd name="connsiteY5" fmla="*/ 2533 h 319427"/>
                <a:gd name="connsiteX6" fmla="*/ 680216 w 1074663"/>
                <a:gd name="connsiteY6" fmla="*/ 70239 h 319427"/>
                <a:gd name="connsiteX7" fmla="*/ 305281 w 1074663"/>
                <a:gd name="connsiteY7" fmla="*/ 71885 h 319427"/>
                <a:gd name="connsiteX8" fmla="*/ 2884 w 1074663"/>
                <a:gd name="connsiteY8" fmla="*/ 70239 h 319427"/>
                <a:gd name="connsiteX0" fmla="*/ 2884 w 1074621"/>
                <a:gd name="connsiteY0" fmla="*/ 70239 h 321477"/>
                <a:gd name="connsiteX1" fmla="*/ 165023 w 1074621"/>
                <a:gd name="connsiteY1" fmla="*/ 196513 h 321477"/>
                <a:gd name="connsiteX2" fmla="*/ 401936 w 1074621"/>
                <a:gd name="connsiteY2" fmla="*/ 314209 h 321477"/>
                <a:gd name="connsiteX3" fmla="*/ 713243 w 1074621"/>
                <a:gd name="connsiteY3" fmla="*/ 295780 h 321477"/>
                <a:gd name="connsiteX4" fmla="*/ 873797 w 1074621"/>
                <a:gd name="connsiteY4" fmla="*/ 188799 h 321477"/>
                <a:gd name="connsiteX5" fmla="*/ 1068529 w 1074621"/>
                <a:gd name="connsiteY5" fmla="*/ 2533 h 321477"/>
                <a:gd name="connsiteX6" fmla="*/ 680216 w 1074621"/>
                <a:gd name="connsiteY6" fmla="*/ 70239 h 321477"/>
                <a:gd name="connsiteX7" fmla="*/ 305281 w 1074621"/>
                <a:gd name="connsiteY7" fmla="*/ 71885 h 321477"/>
                <a:gd name="connsiteX8" fmla="*/ 2884 w 1074621"/>
                <a:gd name="connsiteY8" fmla="*/ 70239 h 32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4621" h="321477">
                  <a:moveTo>
                    <a:pt x="2884" y="70239"/>
                  </a:moveTo>
                  <a:cubicBezTo>
                    <a:pt x="-20492" y="91010"/>
                    <a:pt x="104089" y="154185"/>
                    <a:pt x="165023" y="196513"/>
                  </a:cubicBezTo>
                  <a:cubicBezTo>
                    <a:pt x="225957" y="238841"/>
                    <a:pt x="310566" y="297665"/>
                    <a:pt x="401936" y="314209"/>
                  </a:cubicBezTo>
                  <a:cubicBezTo>
                    <a:pt x="493306" y="330753"/>
                    <a:pt x="634600" y="316682"/>
                    <a:pt x="713243" y="295780"/>
                  </a:cubicBezTo>
                  <a:cubicBezTo>
                    <a:pt x="791886" y="274878"/>
                    <a:pt x="814583" y="237673"/>
                    <a:pt x="873797" y="188799"/>
                  </a:cubicBezTo>
                  <a:cubicBezTo>
                    <a:pt x="933011" y="139925"/>
                    <a:pt x="1109451" y="19466"/>
                    <a:pt x="1068529" y="2533"/>
                  </a:cubicBezTo>
                  <a:cubicBezTo>
                    <a:pt x="1027607" y="-14400"/>
                    <a:pt x="807424" y="58680"/>
                    <a:pt x="680216" y="70239"/>
                  </a:cubicBezTo>
                  <a:cubicBezTo>
                    <a:pt x="553008" y="81798"/>
                    <a:pt x="389948" y="78941"/>
                    <a:pt x="305281" y="71885"/>
                  </a:cubicBezTo>
                  <a:cubicBezTo>
                    <a:pt x="220614" y="64829"/>
                    <a:pt x="26260" y="49468"/>
                    <a:pt x="2884" y="7023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8B7AE"/>
                </a:gs>
                <a:gs pos="61000">
                  <a:srgbClr val="F48C8C"/>
                </a:gs>
              </a:gsLst>
              <a:lin ang="16200000" scaled="1"/>
              <a:tileRect/>
            </a:gradFill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325B8BA-6AA6-48B0-A9B5-76440E31A097}"/>
                </a:ext>
              </a:extLst>
            </p:cNvPr>
            <p:cNvSpPr/>
            <p:nvPr/>
          </p:nvSpPr>
          <p:spPr>
            <a:xfrm rot="169825">
              <a:off x="2663271" y="4649378"/>
              <a:ext cx="1095210" cy="205641"/>
            </a:xfrm>
            <a:custGeom>
              <a:avLst/>
              <a:gdLst>
                <a:gd name="connsiteX0" fmla="*/ 5466 w 1323291"/>
                <a:gd name="connsiteY0" fmla="*/ 178072 h 203580"/>
                <a:gd name="connsiteX1" fmla="*/ 344133 w 1323291"/>
                <a:gd name="connsiteY1" fmla="*/ 127272 h 203580"/>
                <a:gd name="connsiteX2" fmla="*/ 538866 w 1323291"/>
                <a:gd name="connsiteY2" fmla="*/ 25672 h 203580"/>
                <a:gd name="connsiteX3" fmla="*/ 674333 w 1323291"/>
                <a:gd name="connsiteY3" fmla="*/ 68005 h 203580"/>
                <a:gd name="connsiteX4" fmla="*/ 784400 w 1323291"/>
                <a:gd name="connsiteY4" fmla="*/ 272 h 203580"/>
                <a:gd name="connsiteX5" fmla="*/ 962200 w 1323291"/>
                <a:gd name="connsiteY5" fmla="*/ 42605 h 203580"/>
                <a:gd name="connsiteX6" fmla="*/ 1267000 w 1323291"/>
                <a:gd name="connsiteY6" fmla="*/ 110338 h 203580"/>
                <a:gd name="connsiteX7" fmla="*/ 1283933 w 1323291"/>
                <a:gd name="connsiteY7" fmla="*/ 118805 h 203580"/>
                <a:gd name="connsiteX8" fmla="*/ 852133 w 1323291"/>
                <a:gd name="connsiteY8" fmla="*/ 169605 h 203580"/>
                <a:gd name="connsiteX9" fmla="*/ 801333 w 1323291"/>
                <a:gd name="connsiteY9" fmla="*/ 186538 h 203580"/>
                <a:gd name="connsiteX10" fmla="*/ 716666 w 1323291"/>
                <a:gd name="connsiteY10" fmla="*/ 203472 h 203580"/>
                <a:gd name="connsiteX11" fmla="*/ 640466 w 1323291"/>
                <a:gd name="connsiteY11" fmla="*/ 178072 h 203580"/>
                <a:gd name="connsiteX12" fmla="*/ 5466 w 1323291"/>
                <a:gd name="connsiteY12" fmla="*/ 178072 h 203580"/>
                <a:gd name="connsiteX0" fmla="*/ 3686 w 1321511"/>
                <a:gd name="connsiteY0" fmla="*/ 178072 h 203580"/>
                <a:gd name="connsiteX1" fmla="*/ 342353 w 1321511"/>
                <a:gd name="connsiteY1" fmla="*/ 127272 h 203580"/>
                <a:gd name="connsiteX2" fmla="*/ 537086 w 1321511"/>
                <a:gd name="connsiteY2" fmla="*/ 25672 h 203580"/>
                <a:gd name="connsiteX3" fmla="*/ 672553 w 1321511"/>
                <a:gd name="connsiteY3" fmla="*/ 68005 h 203580"/>
                <a:gd name="connsiteX4" fmla="*/ 782620 w 1321511"/>
                <a:gd name="connsiteY4" fmla="*/ 272 h 203580"/>
                <a:gd name="connsiteX5" fmla="*/ 960420 w 1321511"/>
                <a:gd name="connsiteY5" fmla="*/ 42605 h 203580"/>
                <a:gd name="connsiteX6" fmla="*/ 1265220 w 1321511"/>
                <a:gd name="connsiteY6" fmla="*/ 110338 h 203580"/>
                <a:gd name="connsiteX7" fmla="*/ 1282153 w 1321511"/>
                <a:gd name="connsiteY7" fmla="*/ 118805 h 203580"/>
                <a:gd name="connsiteX8" fmla="*/ 850353 w 1321511"/>
                <a:gd name="connsiteY8" fmla="*/ 169605 h 203580"/>
                <a:gd name="connsiteX9" fmla="*/ 799553 w 1321511"/>
                <a:gd name="connsiteY9" fmla="*/ 186538 h 203580"/>
                <a:gd name="connsiteX10" fmla="*/ 714886 w 1321511"/>
                <a:gd name="connsiteY10" fmla="*/ 203472 h 203580"/>
                <a:gd name="connsiteX11" fmla="*/ 579420 w 1321511"/>
                <a:gd name="connsiteY11" fmla="*/ 195005 h 203580"/>
                <a:gd name="connsiteX12" fmla="*/ 3686 w 1321511"/>
                <a:gd name="connsiteY12" fmla="*/ 178072 h 203580"/>
                <a:gd name="connsiteX0" fmla="*/ 3686 w 1318487"/>
                <a:gd name="connsiteY0" fmla="*/ 178072 h 203570"/>
                <a:gd name="connsiteX1" fmla="*/ 342353 w 1318487"/>
                <a:gd name="connsiteY1" fmla="*/ 127272 h 203570"/>
                <a:gd name="connsiteX2" fmla="*/ 537086 w 1318487"/>
                <a:gd name="connsiteY2" fmla="*/ 25672 h 203570"/>
                <a:gd name="connsiteX3" fmla="*/ 672553 w 1318487"/>
                <a:gd name="connsiteY3" fmla="*/ 68005 h 203570"/>
                <a:gd name="connsiteX4" fmla="*/ 782620 w 1318487"/>
                <a:gd name="connsiteY4" fmla="*/ 272 h 203570"/>
                <a:gd name="connsiteX5" fmla="*/ 960420 w 1318487"/>
                <a:gd name="connsiteY5" fmla="*/ 42605 h 203570"/>
                <a:gd name="connsiteX6" fmla="*/ 1265220 w 1318487"/>
                <a:gd name="connsiteY6" fmla="*/ 110338 h 203570"/>
                <a:gd name="connsiteX7" fmla="*/ 1282153 w 1318487"/>
                <a:gd name="connsiteY7" fmla="*/ 118805 h 203570"/>
                <a:gd name="connsiteX8" fmla="*/ 892686 w 1318487"/>
                <a:gd name="connsiteY8" fmla="*/ 178072 h 203570"/>
                <a:gd name="connsiteX9" fmla="*/ 799553 w 1318487"/>
                <a:gd name="connsiteY9" fmla="*/ 186538 h 203570"/>
                <a:gd name="connsiteX10" fmla="*/ 714886 w 1318487"/>
                <a:gd name="connsiteY10" fmla="*/ 203472 h 203570"/>
                <a:gd name="connsiteX11" fmla="*/ 579420 w 1318487"/>
                <a:gd name="connsiteY11" fmla="*/ 195005 h 203570"/>
                <a:gd name="connsiteX12" fmla="*/ 3686 w 1318487"/>
                <a:gd name="connsiteY12" fmla="*/ 178072 h 203570"/>
                <a:gd name="connsiteX0" fmla="*/ 3686 w 1318487"/>
                <a:gd name="connsiteY0" fmla="*/ 178072 h 212006"/>
                <a:gd name="connsiteX1" fmla="*/ 342353 w 1318487"/>
                <a:gd name="connsiteY1" fmla="*/ 127272 h 212006"/>
                <a:gd name="connsiteX2" fmla="*/ 537086 w 1318487"/>
                <a:gd name="connsiteY2" fmla="*/ 25672 h 212006"/>
                <a:gd name="connsiteX3" fmla="*/ 672553 w 1318487"/>
                <a:gd name="connsiteY3" fmla="*/ 68005 h 212006"/>
                <a:gd name="connsiteX4" fmla="*/ 782620 w 1318487"/>
                <a:gd name="connsiteY4" fmla="*/ 272 h 212006"/>
                <a:gd name="connsiteX5" fmla="*/ 960420 w 1318487"/>
                <a:gd name="connsiteY5" fmla="*/ 42605 h 212006"/>
                <a:gd name="connsiteX6" fmla="*/ 1265220 w 1318487"/>
                <a:gd name="connsiteY6" fmla="*/ 110338 h 212006"/>
                <a:gd name="connsiteX7" fmla="*/ 1282153 w 1318487"/>
                <a:gd name="connsiteY7" fmla="*/ 118805 h 212006"/>
                <a:gd name="connsiteX8" fmla="*/ 892686 w 1318487"/>
                <a:gd name="connsiteY8" fmla="*/ 178072 h 212006"/>
                <a:gd name="connsiteX9" fmla="*/ 799553 w 1318487"/>
                <a:gd name="connsiteY9" fmla="*/ 186538 h 212006"/>
                <a:gd name="connsiteX10" fmla="*/ 697952 w 1318487"/>
                <a:gd name="connsiteY10" fmla="*/ 211939 h 212006"/>
                <a:gd name="connsiteX11" fmla="*/ 579420 w 1318487"/>
                <a:gd name="connsiteY11" fmla="*/ 195005 h 212006"/>
                <a:gd name="connsiteX12" fmla="*/ 3686 w 1318487"/>
                <a:gd name="connsiteY12" fmla="*/ 178072 h 212006"/>
                <a:gd name="connsiteX0" fmla="*/ 1325 w 1316126"/>
                <a:gd name="connsiteY0" fmla="*/ 178072 h 214161"/>
                <a:gd name="connsiteX1" fmla="*/ 339992 w 1316126"/>
                <a:gd name="connsiteY1" fmla="*/ 127272 h 214161"/>
                <a:gd name="connsiteX2" fmla="*/ 534725 w 1316126"/>
                <a:gd name="connsiteY2" fmla="*/ 25672 h 214161"/>
                <a:gd name="connsiteX3" fmla="*/ 670192 w 1316126"/>
                <a:gd name="connsiteY3" fmla="*/ 68005 h 214161"/>
                <a:gd name="connsiteX4" fmla="*/ 780259 w 1316126"/>
                <a:gd name="connsiteY4" fmla="*/ 272 h 214161"/>
                <a:gd name="connsiteX5" fmla="*/ 958059 w 1316126"/>
                <a:gd name="connsiteY5" fmla="*/ 42605 h 214161"/>
                <a:gd name="connsiteX6" fmla="*/ 1262859 w 1316126"/>
                <a:gd name="connsiteY6" fmla="*/ 110338 h 214161"/>
                <a:gd name="connsiteX7" fmla="*/ 1279792 w 1316126"/>
                <a:gd name="connsiteY7" fmla="*/ 118805 h 214161"/>
                <a:gd name="connsiteX8" fmla="*/ 890325 w 1316126"/>
                <a:gd name="connsiteY8" fmla="*/ 178072 h 214161"/>
                <a:gd name="connsiteX9" fmla="*/ 797192 w 1316126"/>
                <a:gd name="connsiteY9" fmla="*/ 186538 h 214161"/>
                <a:gd name="connsiteX10" fmla="*/ 695591 w 1316126"/>
                <a:gd name="connsiteY10" fmla="*/ 211939 h 214161"/>
                <a:gd name="connsiteX11" fmla="*/ 475459 w 1316126"/>
                <a:gd name="connsiteY11" fmla="*/ 211938 h 214161"/>
                <a:gd name="connsiteX12" fmla="*/ 1325 w 1316126"/>
                <a:gd name="connsiteY12" fmla="*/ 178072 h 214161"/>
                <a:gd name="connsiteX0" fmla="*/ 3571 w 1318372"/>
                <a:gd name="connsiteY0" fmla="*/ 178072 h 214161"/>
                <a:gd name="connsiteX1" fmla="*/ 274505 w 1318372"/>
                <a:gd name="connsiteY1" fmla="*/ 101872 h 214161"/>
                <a:gd name="connsiteX2" fmla="*/ 536971 w 1318372"/>
                <a:gd name="connsiteY2" fmla="*/ 25672 h 214161"/>
                <a:gd name="connsiteX3" fmla="*/ 672438 w 1318372"/>
                <a:gd name="connsiteY3" fmla="*/ 68005 h 214161"/>
                <a:gd name="connsiteX4" fmla="*/ 782505 w 1318372"/>
                <a:gd name="connsiteY4" fmla="*/ 272 h 214161"/>
                <a:gd name="connsiteX5" fmla="*/ 960305 w 1318372"/>
                <a:gd name="connsiteY5" fmla="*/ 42605 h 214161"/>
                <a:gd name="connsiteX6" fmla="*/ 1265105 w 1318372"/>
                <a:gd name="connsiteY6" fmla="*/ 110338 h 214161"/>
                <a:gd name="connsiteX7" fmla="*/ 1282038 w 1318372"/>
                <a:gd name="connsiteY7" fmla="*/ 118805 h 214161"/>
                <a:gd name="connsiteX8" fmla="*/ 892571 w 1318372"/>
                <a:gd name="connsiteY8" fmla="*/ 178072 h 214161"/>
                <a:gd name="connsiteX9" fmla="*/ 799438 w 1318372"/>
                <a:gd name="connsiteY9" fmla="*/ 186538 h 214161"/>
                <a:gd name="connsiteX10" fmla="*/ 697837 w 1318372"/>
                <a:gd name="connsiteY10" fmla="*/ 211939 h 214161"/>
                <a:gd name="connsiteX11" fmla="*/ 477705 w 1318372"/>
                <a:gd name="connsiteY11" fmla="*/ 211938 h 214161"/>
                <a:gd name="connsiteX12" fmla="*/ 3571 w 1318372"/>
                <a:gd name="connsiteY12" fmla="*/ 178072 h 214161"/>
                <a:gd name="connsiteX0" fmla="*/ 3571 w 1266951"/>
                <a:gd name="connsiteY0" fmla="*/ 178072 h 214161"/>
                <a:gd name="connsiteX1" fmla="*/ 274505 w 1266951"/>
                <a:gd name="connsiteY1" fmla="*/ 101872 h 214161"/>
                <a:gd name="connsiteX2" fmla="*/ 536971 w 1266951"/>
                <a:gd name="connsiteY2" fmla="*/ 25672 h 214161"/>
                <a:gd name="connsiteX3" fmla="*/ 672438 w 1266951"/>
                <a:gd name="connsiteY3" fmla="*/ 68005 h 214161"/>
                <a:gd name="connsiteX4" fmla="*/ 782505 w 1266951"/>
                <a:gd name="connsiteY4" fmla="*/ 272 h 214161"/>
                <a:gd name="connsiteX5" fmla="*/ 960305 w 1266951"/>
                <a:gd name="connsiteY5" fmla="*/ 42605 h 214161"/>
                <a:gd name="connsiteX6" fmla="*/ 1265105 w 1266951"/>
                <a:gd name="connsiteY6" fmla="*/ 110338 h 214161"/>
                <a:gd name="connsiteX7" fmla="*/ 1078838 w 1266951"/>
                <a:gd name="connsiteY7" fmla="*/ 203472 h 214161"/>
                <a:gd name="connsiteX8" fmla="*/ 892571 w 1266951"/>
                <a:gd name="connsiteY8" fmla="*/ 178072 h 214161"/>
                <a:gd name="connsiteX9" fmla="*/ 799438 w 1266951"/>
                <a:gd name="connsiteY9" fmla="*/ 186538 h 214161"/>
                <a:gd name="connsiteX10" fmla="*/ 697837 w 1266951"/>
                <a:gd name="connsiteY10" fmla="*/ 211939 h 214161"/>
                <a:gd name="connsiteX11" fmla="*/ 477705 w 1266951"/>
                <a:gd name="connsiteY11" fmla="*/ 211938 h 214161"/>
                <a:gd name="connsiteX12" fmla="*/ 3571 w 1266951"/>
                <a:gd name="connsiteY12" fmla="*/ 178072 h 214161"/>
                <a:gd name="connsiteX0" fmla="*/ 3571 w 1317363"/>
                <a:gd name="connsiteY0" fmla="*/ 178177 h 214266"/>
                <a:gd name="connsiteX1" fmla="*/ 274505 w 1317363"/>
                <a:gd name="connsiteY1" fmla="*/ 101977 h 214266"/>
                <a:gd name="connsiteX2" fmla="*/ 536971 w 1317363"/>
                <a:gd name="connsiteY2" fmla="*/ 25777 h 214266"/>
                <a:gd name="connsiteX3" fmla="*/ 672438 w 1317363"/>
                <a:gd name="connsiteY3" fmla="*/ 68110 h 214266"/>
                <a:gd name="connsiteX4" fmla="*/ 782505 w 1317363"/>
                <a:gd name="connsiteY4" fmla="*/ 377 h 214266"/>
                <a:gd name="connsiteX5" fmla="*/ 960305 w 1317363"/>
                <a:gd name="connsiteY5" fmla="*/ 42710 h 214266"/>
                <a:gd name="connsiteX6" fmla="*/ 1315905 w 1317363"/>
                <a:gd name="connsiteY6" fmla="*/ 85043 h 214266"/>
                <a:gd name="connsiteX7" fmla="*/ 1078838 w 1317363"/>
                <a:gd name="connsiteY7" fmla="*/ 203577 h 214266"/>
                <a:gd name="connsiteX8" fmla="*/ 892571 w 1317363"/>
                <a:gd name="connsiteY8" fmla="*/ 178177 h 214266"/>
                <a:gd name="connsiteX9" fmla="*/ 799438 w 1317363"/>
                <a:gd name="connsiteY9" fmla="*/ 186643 h 214266"/>
                <a:gd name="connsiteX10" fmla="*/ 697837 w 1317363"/>
                <a:gd name="connsiteY10" fmla="*/ 212044 h 214266"/>
                <a:gd name="connsiteX11" fmla="*/ 477705 w 1317363"/>
                <a:gd name="connsiteY11" fmla="*/ 212043 h 214266"/>
                <a:gd name="connsiteX12" fmla="*/ 3571 w 1317363"/>
                <a:gd name="connsiteY12" fmla="*/ 178177 h 214266"/>
                <a:gd name="connsiteX0" fmla="*/ 3571 w 1317126"/>
                <a:gd name="connsiteY0" fmla="*/ 178177 h 214266"/>
                <a:gd name="connsiteX1" fmla="*/ 274505 w 1317126"/>
                <a:gd name="connsiteY1" fmla="*/ 101977 h 214266"/>
                <a:gd name="connsiteX2" fmla="*/ 536971 w 1317126"/>
                <a:gd name="connsiteY2" fmla="*/ 25777 h 214266"/>
                <a:gd name="connsiteX3" fmla="*/ 672438 w 1317126"/>
                <a:gd name="connsiteY3" fmla="*/ 68110 h 214266"/>
                <a:gd name="connsiteX4" fmla="*/ 782505 w 1317126"/>
                <a:gd name="connsiteY4" fmla="*/ 377 h 214266"/>
                <a:gd name="connsiteX5" fmla="*/ 960305 w 1317126"/>
                <a:gd name="connsiteY5" fmla="*/ 42710 h 214266"/>
                <a:gd name="connsiteX6" fmla="*/ 1315905 w 1317126"/>
                <a:gd name="connsiteY6" fmla="*/ 85043 h 214266"/>
                <a:gd name="connsiteX7" fmla="*/ 1070371 w 1317126"/>
                <a:gd name="connsiteY7" fmla="*/ 161243 h 214266"/>
                <a:gd name="connsiteX8" fmla="*/ 892571 w 1317126"/>
                <a:gd name="connsiteY8" fmla="*/ 178177 h 214266"/>
                <a:gd name="connsiteX9" fmla="*/ 799438 w 1317126"/>
                <a:gd name="connsiteY9" fmla="*/ 186643 h 214266"/>
                <a:gd name="connsiteX10" fmla="*/ 697837 w 1317126"/>
                <a:gd name="connsiteY10" fmla="*/ 212044 h 214266"/>
                <a:gd name="connsiteX11" fmla="*/ 477705 w 1317126"/>
                <a:gd name="connsiteY11" fmla="*/ 212043 h 214266"/>
                <a:gd name="connsiteX12" fmla="*/ 3571 w 1317126"/>
                <a:gd name="connsiteY12" fmla="*/ 178177 h 214266"/>
                <a:gd name="connsiteX0" fmla="*/ 3571 w 1315905"/>
                <a:gd name="connsiteY0" fmla="*/ 177944 h 214033"/>
                <a:gd name="connsiteX1" fmla="*/ 274505 w 1315905"/>
                <a:gd name="connsiteY1" fmla="*/ 101744 h 214033"/>
                <a:gd name="connsiteX2" fmla="*/ 536971 w 1315905"/>
                <a:gd name="connsiteY2" fmla="*/ 25544 h 214033"/>
                <a:gd name="connsiteX3" fmla="*/ 672438 w 1315905"/>
                <a:gd name="connsiteY3" fmla="*/ 67877 h 214033"/>
                <a:gd name="connsiteX4" fmla="*/ 782505 w 1315905"/>
                <a:gd name="connsiteY4" fmla="*/ 144 h 214033"/>
                <a:gd name="connsiteX5" fmla="*/ 1070371 w 1315905"/>
                <a:gd name="connsiteY5" fmla="*/ 50944 h 214033"/>
                <a:gd name="connsiteX6" fmla="*/ 1315905 w 1315905"/>
                <a:gd name="connsiteY6" fmla="*/ 84810 h 214033"/>
                <a:gd name="connsiteX7" fmla="*/ 1070371 w 1315905"/>
                <a:gd name="connsiteY7" fmla="*/ 161010 h 214033"/>
                <a:gd name="connsiteX8" fmla="*/ 892571 w 1315905"/>
                <a:gd name="connsiteY8" fmla="*/ 177944 h 214033"/>
                <a:gd name="connsiteX9" fmla="*/ 799438 w 1315905"/>
                <a:gd name="connsiteY9" fmla="*/ 186410 h 214033"/>
                <a:gd name="connsiteX10" fmla="*/ 697837 w 1315905"/>
                <a:gd name="connsiteY10" fmla="*/ 211811 h 214033"/>
                <a:gd name="connsiteX11" fmla="*/ 477705 w 1315905"/>
                <a:gd name="connsiteY11" fmla="*/ 211810 h 214033"/>
                <a:gd name="connsiteX12" fmla="*/ 3571 w 1315905"/>
                <a:gd name="connsiteY12" fmla="*/ 177944 h 214033"/>
                <a:gd name="connsiteX0" fmla="*/ 3718 w 1316052"/>
                <a:gd name="connsiteY0" fmla="*/ 177944 h 214033"/>
                <a:gd name="connsiteX1" fmla="*/ 274652 w 1316052"/>
                <a:gd name="connsiteY1" fmla="*/ 101744 h 214033"/>
                <a:gd name="connsiteX2" fmla="*/ 596384 w 1316052"/>
                <a:gd name="connsiteY2" fmla="*/ 17077 h 214033"/>
                <a:gd name="connsiteX3" fmla="*/ 672585 w 1316052"/>
                <a:gd name="connsiteY3" fmla="*/ 67877 h 214033"/>
                <a:gd name="connsiteX4" fmla="*/ 782652 w 1316052"/>
                <a:gd name="connsiteY4" fmla="*/ 144 h 214033"/>
                <a:gd name="connsiteX5" fmla="*/ 1070518 w 1316052"/>
                <a:gd name="connsiteY5" fmla="*/ 50944 h 214033"/>
                <a:gd name="connsiteX6" fmla="*/ 1316052 w 1316052"/>
                <a:gd name="connsiteY6" fmla="*/ 84810 h 214033"/>
                <a:gd name="connsiteX7" fmla="*/ 1070518 w 1316052"/>
                <a:gd name="connsiteY7" fmla="*/ 161010 h 214033"/>
                <a:gd name="connsiteX8" fmla="*/ 892718 w 1316052"/>
                <a:gd name="connsiteY8" fmla="*/ 177944 h 214033"/>
                <a:gd name="connsiteX9" fmla="*/ 799585 w 1316052"/>
                <a:gd name="connsiteY9" fmla="*/ 186410 h 214033"/>
                <a:gd name="connsiteX10" fmla="*/ 697984 w 1316052"/>
                <a:gd name="connsiteY10" fmla="*/ 211811 h 214033"/>
                <a:gd name="connsiteX11" fmla="*/ 477852 w 1316052"/>
                <a:gd name="connsiteY11" fmla="*/ 211810 h 214033"/>
                <a:gd name="connsiteX12" fmla="*/ 3718 w 1316052"/>
                <a:gd name="connsiteY12" fmla="*/ 177944 h 214033"/>
                <a:gd name="connsiteX0" fmla="*/ 3718 w 1316052"/>
                <a:gd name="connsiteY0" fmla="*/ 177839 h 213928"/>
                <a:gd name="connsiteX1" fmla="*/ 274652 w 1316052"/>
                <a:gd name="connsiteY1" fmla="*/ 101639 h 213928"/>
                <a:gd name="connsiteX2" fmla="*/ 596384 w 1316052"/>
                <a:gd name="connsiteY2" fmla="*/ 16972 h 213928"/>
                <a:gd name="connsiteX3" fmla="*/ 714919 w 1316052"/>
                <a:gd name="connsiteY3" fmla="*/ 59305 h 213928"/>
                <a:gd name="connsiteX4" fmla="*/ 782652 w 1316052"/>
                <a:gd name="connsiteY4" fmla="*/ 39 h 213928"/>
                <a:gd name="connsiteX5" fmla="*/ 1070518 w 1316052"/>
                <a:gd name="connsiteY5" fmla="*/ 50839 h 213928"/>
                <a:gd name="connsiteX6" fmla="*/ 1316052 w 1316052"/>
                <a:gd name="connsiteY6" fmla="*/ 84705 h 213928"/>
                <a:gd name="connsiteX7" fmla="*/ 1070518 w 1316052"/>
                <a:gd name="connsiteY7" fmla="*/ 160905 h 213928"/>
                <a:gd name="connsiteX8" fmla="*/ 892718 w 1316052"/>
                <a:gd name="connsiteY8" fmla="*/ 177839 h 213928"/>
                <a:gd name="connsiteX9" fmla="*/ 799585 w 1316052"/>
                <a:gd name="connsiteY9" fmla="*/ 186305 h 213928"/>
                <a:gd name="connsiteX10" fmla="*/ 697984 w 1316052"/>
                <a:gd name="connsiteY10" fmla="*/ 211706 h 213928"/>
                <a:gd name="connsiteX11" fmla="*/ 477852 w 1316052"/>
                <a:gd name="connsiteY11" fmla="*/ 211705 h 213928"/>
                <a:gd name="connsiteX12" fmla="*/ 3718 w 1316052"/>
                <a:gd name="connsiteY12" fmla="*/ 177839 h 213928"/>
                <a:gd name="connsiteX0" fmla="*/ 3718 w 1316052"/>
                <a:gd name="connsiteY0" fmla="*/ 177839 h 213928"/>
                <a:gd name="connsiteX1" fmla="*/ 274652 w 1316052"/>
                <a:gd name="connsiteY1" fmla="*/ 101639 h 213928"/>
                <a:gd name="connsiteX2" fmla="*/ 596384 w 1316052"/>
                <a:gd name="connsiteY2" fmla="*/ 16972 h 213928"/>
                <a:gd name="connsiteX3" fmla="*/ 714919 w 1316052"/>
                <a:gd name="connsiteY3" fmla="*/ 59305 h 213928"/>
                <a:gd name="connsiteX4" fmla="*/ 799585 w 1316052"/>
                <a:gd name="connsiteY4" fmla="*/ 39 h 213928"/>
                <a:gd name="connsiteX5" fmla="*/ 1070518 w 1316052"/>
                <a:gd name="connsiteY5" fmla="*/ 50839 h 213928"/>
                <a:gd name="connsiteX6" fmla="*/ 1316052 w 1316052"/>
                <a:gd name="connsiteY6" fmla="*/ 84705 h 213928"/>
                <a:gd name="connsiteX7" fmla="*/ 1070518 w 1316052"/>
                <a:gd name="connsiteY7" fmla="*/ 160905 h 213928"/>
                <a:gd name="connsiteX8" fmla="*/ 892718 w 1316052"/>
                <a:gd name="connsiteY8" fmla="*/ 177839 h 213928"/>
                <a:gd name="connsiteX9" fmla="*/ 799585 w 1316052"/>
                <a:gd name="connsiteY9" fmla="*/ 186305 h 213928"/>
                <a:gd name="connsiteX10" fmla="*/ 697984 w 1316052"/>
                <a:gd name="connsiteY10" fmla="*/ 211706 h 213928"/>
                <a:gd name="connsiteX11" fmla="*/ 477852 w 1316052"/>
                <a:gd name="connsiteY11" fmla="*/ 211705 h 213928"/>
                <a:gd name="connsiteX12" fmla="*/ 3718 w 1316052"/>
                <a:gd name="connsiteY12" fmla="*/ 177839 h 213928"/>
                <a:gd name="connsiteX0" fmla="*/ 8077 w 1168011"/>
                <a:gd name="connsiteY0" fmla="*/ 152439 h 215798"/>
                <a:gd name="connsiteX1" fmla="*/ 126611 w 1168011"/>
                <a:gd name="connsiteY1" fmla="*/ 101639 h 215798"/>
                <a:gd name="connsiteX2" fmla="*/ 448343 w 1168011"/>
                <a:gd name="connsiteY2" fmla="*/ 16972 h 215798"/>
                <a:gd name="connsiteX3" fmla="*/ 566878 w 1168011"/>
                <a:gd name="connsiteY3" fmla="*/ 59305 h 215798"/>
                <a:gd name="connsiteX4" fmla="*/ 651544 w 1168011"/>
                <a:gd name="connsiteY4" fmla="*/ 39 h 215798"/>
                <a:gd name="connsiteX5" fmla="*/ 922477 w 1168011"/>
                <a:gd name="connsiteY5" fmla="*/ 50839 h 215798"/>
                <a:gd name="connsiteX6" fmla="*/ 1168011 w 1168011"/>
                <a:gd name="connsiteY6" fmla="*/ 84705 h 215798"/>
                <a:gd name="connsiteX7" fmla="*/ 922477 w 1168011"/>
                <a:gd name="connsiteY7" fmla="*/ 160905 h 215798"/>
                <a:gd name="connsiteX8" fmla="*/ 744677 w 1168011"/>
                <a:gd name="connsiteY8" fmla="*/ 177839 h 215798"/>
                <a:gd name="connsiteX9" fmla="*/ 651544 w 1168011"/>
                <a:gd name="connsiteY9" fmla="*/ 186305 h 215798"/>
                <a:gd name="connsiteX10" fmla="*/ 549943 w 1168011"/>
                <a:gd name="connsiteY10" fmla="*/ 211706 h 215798"/>
                <a:gd name="connsiteX11" fmla="*/ 329811 w 1168011"/>
                <a:gd name="connsiteY11" fmla="*/ 211705 h 215798"/>
                <a:gd name="connsiteX12" fmla="*/ 8077 w 1168011"/>
                <a:gd name="connsiteY12" fmla="*/ 152439 h 215798"/>
                <a:gd name="connsiteX0" fmla="*/ 2506 w 1162440"/>
                <a:gd name="connsiteY0" fmla="*/ 152439 h 215798"/>
                <a:gd name="connsiteX1" fmla="*/ 188774 w 1162440"/>
                <a:gd name="connsiteY1" fmla="*/ 93172 h 215798"/>
                <a:gd name="connsiteX2" fmla="*/ 442772 w 1162440"/>
                <a:gd name="connsiteY2" fmla="*/ 16972 h 215798"/>
                <a:gd name="connsiteX3" fmla="*/ 561307 w 1162440"/>
                <a:gd name="connsiteY3" fmla="*/ 59305 h 215798"/>
                <a:gd name="connsiteX4" fmla="*/ 645973 w 1162440"/>
                <a:gd name="connsiteY4" fmla="*/ 39 h 215798"/>
                <a:gd name="connsiteX5" fmla="*/ 916906 w 1162440"/>
                <a:gd name="connsiteY5" fmla="*/ 50839 h 215798"/>
                <a:gd name="connsiteX6" fmla="*/ 1162440 w 1162440"/>
                <a:gd name="connsiteY6" fmla="*/ 84705 h 215798"/>
                <a:gd name="connsiteX7" fmla="*/ 916906 w 1162440"/>
                <a:gd name="connsiteY7" fmla="*/ 160905 h 215798"/>
                <a:gd name="connsiteX8" fmla="*/ 739106 w 1162440"/>
                <a:gd name="connsiteY8" fmla="*/ 177839 h 215798"/>
                <a:gd name="connsiteX9" fmla="*/ 645973 w 1162440"/>
                <a:gd name="connsiteY9" fmla="*/ 186305 h 215798"/>
                <a:gd name="connsiteX10" fmla="*/ 544372 w 1162440"/>
                <a:gd name="connsiteY10" fmla="*/ 211706 h 215798"/>
                <a:gd name="connsiteX11" fmla="*/ 324240 w 1162440"/>
                <a:gd name="connsiteY11" fmla="*/ 211705 h 215798"/>
                <a:gd name="connsiteX12" fmla="*/ 2506 w 1162440"/>
                <a:gd name="connsiteY12" fmla="*/ 152439 h 215798"/>
                <a:gd name="connsiteX0" fmla="*/ 2506 w 1120107"/>
                <a:gd name="connsiteY0" fmla="*/ 152439 h 215798"/>
                <a:gd name="connsiteX1" fmla="*/ 188774 w 1120107"/>
                <a:gd name="connsiteY1" fmla="*/ 93172 h 215798"/>
                <a:gd name="connsiteX2" fmla="*/ 442772 w 1120107"/>
                <a:gd name="connsiteY2" fmla="*/ 16972 h 215798"/>
                <a:gd name="connsiteX3" fmla="*/ 561307 w 1120107"/>
                <a:gd name="connsiteY3" fmla="*/ 59305 h 215798"/>
                <a:gd name="connsiteX4" fmla="*/ 645973 w 1120107"/>
                <a:gd name="connsiteY4" fmla="*/ 39 h 215798"/>
                <a:gd name="connsiteX5" fmla="*/ 916906 w 1120107"/>
                <a:gd name="connsiteY5" fmla="*/ 50839 h 215798"/>
                <a:gd name="connsiteX6" fmla="*/ 1120107 w 1120107"/>
                <a:gd name="connsiteY6" fmla="*/ 93172 h 215798"/>
                <a:gd name="connsiteX7" fmla="*/ 916906 w 1120107"/>
                <a:gd name="connsiteY7" fmla="*/ 160905 h 215798"/>
                <a:gd name="connsiteX8" fmla="*/ 739106 w 1120107"/>
                <a:gd name="connsiteY8" fmla="*/ 177839 h 215798"/>
                <a:gd name="connsiteX9" fmla="*/ 645973 w 1120107"/>
                <a:gd name="connsiteY9" fmla="*/ 186305 h 215798"/>
                <a:gd name="connsiteX10" fmla="*/ 544372 w 1120107"/>
                <a:gd name="connsiteY10" fmla="*/ 211706 h 215798"/>
                <a:gd name="connsiteX11" fmla="*/ 324240 w 1120107"/>
                <a:gd name="connsiteY11" fmla="*/ 211705 h 215798"/>
                <a:gd name="connsiteX12" fmla="*/ 2506 w 1120107"/>
                <a:gd name="connsiteY12" fmla="*/ 152439 h 215798"/>
                <a:gd name="connsiteX0" fmla="*/ 4320 w 1121921"/>
                <a:gd name="connsiteY0" fmla="*/ 152439 h 211773"/>
                <a:gd name="connsiteX1" fmla="*/ 190588 w 1121921"/>
                <a:gd name="connsiteY1" fmla="*/ 93172 h 211773"/>
                <a:gd name="connsiteX2" fmla="*/ 444586 w 1121921"/>
                <a:gd name="connsiteY2" fmla="*/ 16972 h 211773"/>
                <a:gd name="connsiteX3" fmla="*/ 563121 w 1121921"/>
                <a:gd name="connsiteY3" fmla="*/ 59305 h 211773"/>
                <a:gd name="connsiteX4" fmla="*/ 647787 w 1121921"/>
                <a:gd name="connsiteY4" fmla="*/ 39 h 211773"/>
                <a:gd name="connsiteX5" fmla="*/ 918720 w 1121921"/>
                <a:gd name="connsiteY5" fmla="*/ 50839 h 211773"/>
                <a:gd name="connsiteX6" fmla="*/ 1121921 w 1121921"/>
                <a:gd name="connsiteY6" fmla="*/ 93172 h 211773"/>
                <a:gd name="connsiteX7" fmla="*/ 918720 w 1121921"/>
                <a:gd name="connsiteY7" fmla="*/ 160905 h 211773"/>
                <a:gd name="connsiteX8" fmla="*/ 740920 w 1121921"/>
                <a:gd name="connsiteY8" fmla="*/ 177839 h 211773"/>
                <a:gd name="connsiteX9" fmla="*/ 647787 w 1121921"/>
                <a:gd name="connsiteY9" fmla="*/ 186305 h 211773"/>
                <a:gd name="connsiteX10" fmla="*/ 546186 w 1121921"/>
                <a:gd name="connsiteY10" fmla="*/ 211706 h 211773"/>
                <a:gd name="connsiteX11" fmla="*/ 376854 w 1121921"/>
                <a:gd name="connsiteY11" fmla="*/ 177838 h 211773"/>
                <a:gd name="connsiteX12" fmla="*/ 4320 w 1121921"/>
                <a:gd name="connsiteY12" fmla="*/ 152439 h 211773"/>
                <a:gd name="connsiteX0" fmla="*/ 4320 w 1122023"/>
                <a:gd name="connsiteY0" fmla="*/ 152439 h 211773"/>
                <a:gd name="connsiteX1" fmla="*/ 190588 w 1122023"/>
                <a:gd name="connsiteY1" fmla="*/ 93172 h 211773"/>
                <a:gd name="connsiteX2" fmla="*/ 444586 w 1122023"/>
                <a:gd name="connsiteY2" fmla="*/ 16972 h 211773"/>
                <a:gd name="connsiteX3" fmla="*/ 563121 w 1122023"/>
                <a:gd name="connsiteY3" fmla="*/ 59305 h 211773"/>
                <a:gd name="connsiteX4" fmla="*/ 647787 w 1122023"/>
                <a:gd name="connsiteY4" fmla="*/ 39 h 211773"/>
                <a:gd name="connsiteX5" fmla="*/ 918720 w 1122023"/>
                <a:gd name="connsiteY5" fmla="*/ 50839 h 211773"/>
                <a:gd name="connsiteX6" fmla="*/ 1121921 w 1122023"/>
                <a:gd name="connsiteY6" fmla="*/ 93172 h 211773"/>
                <a:gd name="connsiteX7" fmla="*/ 893320 w 1122023"/>
                <a:gd name="connsiteY7" fmla="*/ 152439 h 211773"/>
                <a:gd name="connsiteX8" fmla="*/ 740920 w 1122023"/>
                <a:gd name="connsiteY8" fmla="*/ 177839 h 211773"/>
                <a:gd name="connsiteX9" fmla="*/ 647787 w 1122023"/>
                <a:gd name="connsiteY9" fmla="*/ 186305 h 211773"/>
                <a:gd name="connsiteX10" fmla="*/ 546186 w 1122023"/>
                <a:gd name="connsiteY10" fmla="*/ 211706 h 211773"/>
                <a:gd name="connsiteX11" fmla="*/ 376854 w 1122023"/>
                <a:gd name="connsiteY11" fmla="*/ 177838 h 211773"/>
                <a:gd name="connsiteX12" fmla="*/ 4320 w 1122023"/>
                <a:gd name="connsiteY12" fmla="*/ 152439 h 211773"/>
                <a:gd name="connsiteX0" fmla="*/ 4320 w 1122023"/>
                <a:gd name="connsiteY0" fmla="*/ 152443 h 211777"/>
                <a:gd name="connsiteX1" fmla="*/ 190588 w 1122023"/>
                <a:gd name="connsiteY1" fmla="*/ 93176 h 211777"/>
                <a:gd name="connsiteX2" fmla="*/ 444586 w 1122023"/>
                <a:gd name="connsiteY2" fmla="*/ 16976 h 211777"/>
                <a:gd name="connsiteX3" fmla="*/ 554664 w 1122023"/>
                <a:gd name="connsiteY3" fmla="*/ 59727 h 211777"/>
                <a:gd name="connsiteX4" fmla="*/ 647787 w 1122023"/>
                <a:gd name="connsiteY4" fmla="*/ 43 h 211777"/>
                <a:gd name="connsiteX5" fmla="*/ 918720 w 1122023"/>
                <a:gd name="connsiteY5" fmla="*/ 50843 h 211777"/>
                <a:gd name="connsiteX6" fmla="*/ 1121921 w 1122023"/>
                <a:gd name="connsiteY6" fmla="*/ 93176 h 211777"/>
                <a:gd name="connsiteX7" fmla="*/ 893320 w 1122023"/>
                <a:gd name="connsiteY7" fmla="*/ 152443 h 211777"/>
                <a:gd name="connsiteX8" fmla="*/ 740920 w 1122023"/>
                <a:gd name="connsiteY8" fmla="*/ 177843 h 211777"/>
                <a:gd name="connsiteX9" fmla="*/ 647787 w 1122023"/>
                <a:gd name="connsiteY9" fmla="*/ 186309 h 211777"/>
                <a:gd name="connsiteX10" fmla="*/ 546186 w 1122023"/>
                <a:gd name="connsiteY10" fmla="*/ 211710 h 211777"/>
                <a:gd name="connsiteX11" fmla="*/ 376854 w 1122023"/>
                <a:gd name="connsiteY11" fmla="*/ 177842 h 211777"/>
                <a:gd name="connsiteX12" fmla="*/ 4320 w 1122023"/>
                <a:gd name="connsiteY12" fmla="*/ 152443 h 211777"/>
                <a:gd name="connsiteX0" fmla="*/ 4286 w 1123581"/>
                <a:gd name="connsiteY0" fmla="*/ 163117 h 211777"/>
                <a:gd name="connsiteX1" fmla="*/ 192146 w 1123581"/>
                <a:gd name="connsiteY1" fmla="*/ 93176 h 211777"/>
                <a:gd name="connsiteX2" fmla="*/ 446144 w 1123581"/>
                <a:gd name="connsiteY2" fmla="*/ 16976 h 211777"/>
                <a:gd name="connsiteX3" fmla="*/ 556222 w 1123581"/>
                <a:gd name="connsiteY3" fmla="*/ 59727 h 211777"/>
                <a:gd name="connsiteX4" fmla="*/ 649345 w 1123581"/>
                <a:gd name="connsiteY4" fmla="*/ 43 h 211777"/>
                <a:gd name="connsiteX5" fmla="*/ 920278 w 1123581"/>
                <a:gd name="connsiteY5" fmla="*/ 50843 h 211777"/>
                <a:gd name="connsiteX6" fmla="*/ 1123479 w 1123581"/>
                <a:gd name="connsiteY6" fmla="*/ 93176 h 211777"/>
                <a:gd name="connsiteX7" fmla="*/ 894878 w 1123581"/>
                <a:gd name="connsiteY7" fmla="*/ 152443 h 211777"/>
                <a:gd name="connsiteX8" fmla="*/ 742478 w 1123581"/>
                <a:gd name="connsiteY8" fmla="*/ 177843 h 211777"/>
                <a:gd name="connsiteX9" fmla="*/ 649345 w 1123581"/>
                <a:gd name="connsiteY9" fmla="*/ 186309 h 211777"/>
                <a:gd name="connsiteX10" fmla="*/ 547744 w 1123581"/>
                <a:gd name="connsiteY10" fmla="*/ 211710 h 211777"/>
                <a:gd name="connsiteX11" fmla="*/ 378412 w 1123581"/>
                <a:gd name="connsiteY11" fmla="*/ 177842 h 211777"/>
                <a:gd name="connsiteX12" fmla="*/ 4286 w 1123581"/>
                <a:gd name="connsiteY12" fmla="*/ 163117 h 211777"/>
                <a:gd name="connsiteX0" fmla="*/ 4286 w 1115966"/>
                <a:gd name="connsiteY0" fmla="*/ 163121 h 211781"/>
                <a:gd name="connsiteX1" fmla="*/ 192146 w 1115966"/>
                <a:gd name="connsiteY1" fmla="*/ 93180 h 211781"/>
                <a:gd name="connsiteX2" fmla="*/ 446144 w 1115966"/>
                <a:gd name="connsiteY2" fmla="*/ 16980 h 211781"/>
                <a:gd name="connsiteX3" fmla="*/ 556222 w 1115966"/>
                <a:gd name="connsiteY3" fmla="*/ 59731 h 211781"/>
                <a:gd name="connsiteX4" fmla="*/ 649345 w 1115966"/>
                <a:gd name="connsiteY4" fmla="*/ 47 h 211781"/>
                <a:gd name="connsiteX5" fmla="*/ 920278 w 1115966"/>
                <a:gd name="connsiteY5" fmla="*/ 50847 h 211781"/>
                <a:gd name="connsiteX6" fmla="*/ 1115859 w 1115966"/>
                <a:gd name="connsiteY6" fmla="*/ 110510 h 211781"/>
                <a:gd name="connsiteX7" fmla="*/ 894878 w 1115966"/>
                <a:gd name="connsiteY7" fmla="*/ 152447 h 211781"/>
                <a:gd name="connsiteX8" fmla="*/ 742478 w 1115966"/>
                <a:gd name="connsiteY8" fmla="*/ 177847 h 211781"/>
                <a:gd name="connsiteX9" fmla="*/ 649345 w 1115966"/>
                <a:gd name="connsiteY9" fmla="*/ 186313 h 211781"/>
                <a:gd name="connsiteX10" fmla="*/ 547744 w 1115966"/>
                <a:gd name="connsiteY10" fmla="*/ 211714 h 211781"/>
                <a:gd name="connsiteX11" fmla="*/ 378412 w 1115966"/>
                <a:gd name="connsiteY11" fmla="*/ 177846 h 211781"/>
                <a:gd name="connsiteX12" fmla="*/ 4286 w 1115966"/>
                <a:gd name="connsiteY12" fmla="*/ 163121 h 211781"/>
                <a:gd name="connsiteX0" fmla="*/ 4286 w 1115966"/>
                <a:gd name="connsiteY0" fmla="*/ 163121 h 214435"/>
                <a:gd name="connsiteX1" fmla="*/ 192146 w 1115966"/>
                <a:gd name="connsiteY1" fmla="*/ 93180 h 214435"/>
                <a:gd name="connsiteX2" fmla="*/ 446144 w 1115966"/>
                <a:gd name="connsiteY2" fmla="*/ 16980 h 214435"/>
                <a:gd name="connsiteX3" fmla="*/ 556222 w 1115966"/>
                <a:gd name="connsiteY3" fmla="*/ 59731 h 214435"/>
                <a:gd name="connsiteX4" fmla="*/ 649345 w 1115966"/>
                <a:gd name="connsiteY4" fmla="*/ 47 h 214435"/>
                <a:gd name="connsiteX5" fmla="*/ 920278 w 1115966"/>
                <a:gd name="connsiteY5" fmla="*/ 50847 h 214435"/>
                <a:gd name="connsiteX6" fmla="*/ 1115859 w 1115966"/>
                <a:gd name="connsiteY6" fmla="*/ 110510 h 214435"/>
                <a:gd name="connsiteX7" fmla="*/ 894878 w 1115966"/>
                <a:gd name="connsiteY7" fmla="*/ 152447 h 214435"/>
                <a:gd name="connsiteX8" fmla="*/ 742478 w 1115966"/>
                <a:gd name="connsiteY8" fmla="*/ 177847 h 214435"/>
                <a:gd name="connsiteX9" fmla="*/ 649345 w 1115966"/>
                <a:gd name="connsiteY9" fmla="*/ 186313 h 214435"/>
                <a:gd name="connsiteX10" fmla="*/ 579665 w 1115966"/>
                <a:gd name="connsiteY10" fmla="*/ 214374 h 214435"/>
                <a:gd name="connsiteX11" fmla="*/ 378412 w 1115966"/>
                <a:gd name="connsiteY11" fmla="*/ 177846 h 214435"/>
                <a:gd name="connsiteX12" fmla="*/ 4286 w 1115966"/>
                <a:gd name="connsiteY12" fmla="*/ 163121 h 214435"/>
                <a:gd name="connsiteX0" fmla="*/ 4286 w 1115966"/>
                <a:gd name="connsiteY0" fmla="*/ 163121 h 214416"/>
                <a:gd name="connsiteX1" fmla="*/ 192146 w 1115966"/>
                <a:gd name="connsiteY1" fmla="*/ 93180 h 214416"/>
                <a:gd name="connsiteX2" fmla="*/ 446144 w 1115966"/>
                <a:gd name="connsiteY2" fmla="*/ 16980 h 214416"/>
                <a:gd name="connsiteX3" fmla="*/ 556222 w 1115966"/>
                <a:gd name="connsiteY3" fmla="*/ 59731 h 214416"/>
                <a:gd name="connsiteX4" fmla="*/ 649345 w 1115966"/>
                <a:gd name="connsiteY4" fmla="*/ 47 h 214416"/>
                <a:gd name="connsiteX5" fmla="*/ 920278 w 1115966"/>
                <a:gd name="connsiteY5" fmla="*/ 50847 h 214416"/>
                <a:gd name="connsiteX6" fmla="*/ 1115859 w 1115966"/>
                <a:gd name="connsiteY6" fmla="*/ 110510 h 214416"/>
                <a:gd name="connsiteX7" fmla="*/ 894878 w 1115966"/>
                <a:gd name="connsiteY7" fmla="*/ 152447 h 214416"/>
                <a:gd name="connsiteX8" fmla="*/ 742478 w 1115966"/>
                <a:gd name="connsiteY8" fmla="*/ 177847 h 214416"/>
                <a:gd name="connsiteX9" fmla="*/ 648823 w 1115966"/>
                <a:gd name="connsiteY9" fmla="*/ 175742 h 214416"/>
                <a:gd name="connsiteX10" fmla="*/ 579665 w 1115966"/>
                <a:gd name="connsiteY10" fmla="*/ 214374 h 214416"/>
                <a:gd name="connsiteX11" fmla="*/ 378412 w 1115966"/>
                <a:gd name="connsiteY11" fmla="*/ 177846 h 214416"/>
                <a:gd name="connsiteX12" fmla="*/ 4286 w 1115966"/>
                <a:gd name="connsiteY12" fmla="*/ 163121 h 214416"/>
                <a:gd name="connsiteX0" fmla="*/ 4286 w 1115966"/>
                <a:gd name="connsiteY0" fmla="*/ 163121 h 214429"/>
                <a:gd name="connsiteX1" fmla="*/ 192146 w 1115966"/>
                <a:gd name="connsiteY1" fmla="*/ 93180 h 214429"/>
                <a:gd name="connsiteX2" fmla="*/ 446144 w 1115966"/>
                <a:gd name="connsiteY2" fmla="*/ 16980 h 214429"/>
                <a:gd name="connsiteX3" fmla="*/ 556222 w 1115966"/>
                <a:gd name="connsiteY3" fmla="*/ 59731 h 214429"/>
                <a:gd name="connsiteX4" fmla="*/ 649345 w 1115966"/>
                <a:gd name="connsiteY4" fmla="*/ 47 h 214429"/>
                <a:gd name="connsiteX5" fmla="*/ 920278 w 1115966"/>
                <a:gd name="connsiteY5" fmla="*/ 50847 h 214429"/>
                <a:gd name="connsiteX6" fmla="*/ 1115859 w 1115966"/>
                <a:gd name="connsiteY6" fmla="*/ 110510 h 214429"/>
                <a:gd name="connsiteX7" fmla="*/ 894878 w 1115966"/>
                <a:gd name="connsiteY7" fmla="*/ 152447 h 214429"/>
                <a:gd name="connsiteX8" fmla="*/ 742478 w 1115966"/>
                <a:gd name="connsiteY8" fmla="*/ 177847 h 214429"/>
                <a:gd name="connsiteX9" fmla="*/ 661925 w 1115966"/>
                <a:gd name="connsiteY9" fmla="*/ 183572 h 214429"/>
                <a:gd name="connsiteX10" fmla="*/ 579665 w 1115966"/>
                <a:gd name="connsiteY10" fmla="*/ 214374 h 214429"/>
                <a:gd name="connsiteX11" fmla="*/ 378412 w 1115966"/>
                <a:gd name="connsiteY11" fmla="*/ 177846 h 214429"/>
                <a:gd name="connsiteX12" fmla="*/ 4286 w 1115966"/>
                <a:gd name="connsiteY12" fmla="*/ 163121 h 214429"/>
                <a:gd name="connsiteX0" fmla="*/ 4286 w 1115966"/>
                <a:gd name="connsiteY0" fmla="*/ 163121 h 214434"/>
                <a:gd name="connsiteX1" fmla="*/ 192146 w 1115966"/>
                <a:gd name="connsiteY1" fmla="*/ 93180 h 214434"/>
                <a:gd name="connsiteX2" fmla="*/ 446144 w 1115966"/>
                <a:gd name="connsiteY2" fmla="*/ 16980 h 214434"/>
                <a:gd name="connsiteX3" fmla="*/ 556222 w 1115966"/>
                <a:gd name="connsiteY3" fmla="*/ 59731 h 214434"/>
                <a:gd name="connsiteX4" fmla="*/ 649345 w 1115966"/>
                <a:gd name="connsiteY4" fmla="*/ 47 h 214434"/>
                <a:gd name="connsiteX5" fmla="*/ 920278 w 1115966"/>
                <a:gd name="connsiteY5" fmla="*/ 50847 h 214434"/>
                <a:gd name="connsiteX6" fmla="*/ 1115859 w 1115966"/>
                <a:gd name="connsiteY6" fmla="*/ 110510 h 214434"/>
                <a:gd name="connsiteX7" fmla="*/ 894878 w 1115966"/>
                <a:gd name="connsiteY7" fmla="*/ 152447 h 214434"/>
                <a:gd name="connsiteX8" fmla="*/ 777791 w 1115966"/>
                <a:gd name="connsiteY8" fmla="*/ 163385 h 214434"/>
                <a:gd name="connsiteX9" fmla="*/ 661925 w 1115966"/>
                <a:gd name="connsiteY9" fmla="*/ 183572 h 214434"/>
                <a:gd name="connsiteX10" fmla="*/ 579665 w 1115966"/>
                <a:gd name="connsiteY10" fmla="*/ 214374 h 214434"/>
                <a:gd name="connsiteX11" fmla="*/ 378412 w 1115966"/>
                <a:gd name="connsiteY11" fmla="*/ 177846 h 214434"/>
                <a:gd name="connsiteX12" fmla="*/ 4286 w 1115966"/>
                <a:gd name="connsiteY12" fmla="*/ 163121 h 214434"/>
                <a:gd name="connsiteX0" fmla="*/ 4286 w 1115966"/>
                <a:gd name="connsiteY0" fmla="*/ 163121 h 214434"/>
                <a:gd name="connsiteX1" fmla="*/ 192146 w 1115966"/>
                <a:gd name="connsiteY1" fmla="*/ 93180 h 214434"/>
                <a:gd name="connsiteX2" fmla="*/ 446144 w 1115966"/>
                <a:gd name="connsiteY2" fmla="*/ 16980 h 214434"/>
                <a:gd name="connsiteX3" fmla="*/ 556222 w 1115966"/>
                <a:gd name="connsiteY3" fmla="*/ 59731 h 214434"/>
                <a:gd name="connsiteX4" fmla="*/ 649345 w 1115966"/>
                <a:gd name="connsiteY4" fmla="*/ 47 h 214434"/>
                <a:gd name="connsiteX5" fmla="*/ 920278 w 1115966"/>
                <a:gd name="connsiteY5" fmla="*/ 50847 h 214434"/>
                <a:gd name="connsiteX6" fmla="*/ 1115859 w 1115966"/>
                <a:gd name="connsiteY6" fmla="*/ 110510 h 214434"/>
                <a:gd name="connsiteX7" fmla="*/ 894878 w 1115966"/>
                <a:gd name="connsiteY7" fmla="*/ 152447 h 214434"/>
                <a:gd name="connsiteX8" fmla="*/ 777791 w 1115966"/>
                <a:gd name="connsiteY8" fmla="*/ 163385 h 214434"/>
                <a:gd name="connsiteX9" fmla="*/ 661925 w 1115966"/>
                <a:gd name="connsiteY9" fmla="*/ 183572 h 214434"/>
                <a:gd name="connsiteX10" fmla="*/ 579665 w 1115966"/>
                <a:gd name="connsiteY10" fmla="*/ 214374 h 214434"/>
                <a:gd name="connsiteX11" fmla="*/ 378412 w 1115966"/>
                <a:gd name="connsiteY11" fmla="*/ 177846 h 214434"/>
                <a:gd name="connsiteX12" fmla="*/ 4286 w 1115966"/>
                <a:gd name="connsiteY12" fmla="*/ 163121 h 214434"/>
                <a:gd name="connsiteX0" fmla="*/ 4286 w 1115966"/>
                <a:gd name="connsiteY0" fmla="*/ 163121 h 214480"/>
                <a:gd name="connsiteX1" fmla="*/ 192146 w 1115966"/>
                <a:gd name="connsiteY1" fmla="*/ 93180 h 214480"/>
                <a:gd name="connsiteX2" fmla="*/ 446144 w 1115966"/>
                <a:gd name="connsiteY2" fmla="*/ 16980 h 214480"/>
                <a:gd name="connsiteX3" fmla="*/ 556222 w 1115966"/>
                <a:gd name="connsiteY3" fmla="*/ 59731 h 214480"/>
                <a:gd name="connsiteX4" fmla="*/ 649345 w 1115966"/>
                <a:gd name="connsiteY4" fmla="*/ 47 h 214480"/>
                <a:gd name="connsiteX5" fmla="*/ 920278 w 1115966"/>
                <a:gd name="connsiteY5" fmla="*/ 50847 h 214480"/>
                <a:gd name="connsiteX6" fmla="*/ 1115859 w 1115966"/>
                <a:gd name="connsiteY6" fmla="*/ 110510 h 214480"/>
                <a:gd name="connsiteX7" fmla="*/ 894878 w 1115966"/>
                <a:gd name="connsiteY7" fmla="*/ 152447 h 214480"/>
                <a:gd name="connsiteX8" fmla="*/ 777791 w 1115966"/>
                <a:gd name="connsiteY8" fmla="*/ 163385 h 214480"/>
                <a:gd name="connsiteX9" fmla="*/ 661925 w 1115966"/>
                <a:gd name="connsiteY9" fmla="*/ 183572 h 214480"/>
                <a:gd name="connsiteX10" fmla="*/ 579665 w 1115966"/>
                <a:gd name="connsiteY10" fmla="*/ 214374 h 214480"/>
                <a:gd name="connsiteX11" fmla="*/ 502731 w 1115966"/>
                <a:gd name="connsiteY11" fmla="*/ 187142 h 214480"/>
                <a:gd name="connsiteX12" fmla="*/ 378412 w 1115966"/>
                <a:gd name="connsiteY12" fmla="*/ 177846 h 214480"/>
                <a:gd name="connsiteX13" fmla="*/ 4286 w 1115966"/>
                <a:gd name="connsiteY13" fmla="*/ 163121 h 214480"/>
                <a:gd name="connsiteX0" fmla="*/ 4286 w 1115966"/>
                <a:gd name="connsiteY0" fmla="*/ 163121 h 210587"/>
                <a:gd name="connsiteX1" fmla="*/ 192146 w 1115966"/>
                <a:gd name="connsiteY1" fmla="*/ 93180 h 210587"/>
                <a:gd name="connsiteX2" fmla="*/ 446144 w 1115966"/>
                <a:gd name="connsiteY2" fmla="*/ 16980 h 210587"/>
                <a:gd name="connsiteX3" fmla="*/ 556222 w 1115966"/>
                <a:gd name="connsiteY3" fmla="*/ 59731 h 210587"/>
                <a:gd name="connsiteX4" fmla="*/ 649345 w 1115966"/>
                <a:gd name="connsiteY4" fmla="*/ 47 h 210587"/>
                <a:gd name="connsiteX5" fmla="*/ 920278 w 1115966"/>
                <a:gd name="connsiteY5" fmla="*/ 50847 h 210587"/>
                <a:gd name="connsiteX6" fmla="*/ 1115859 w 1115966"/>
                <a:gd name="connsiteY6" fmla="*/ 110510 h 210587"/>
                <a:gd name="connsiteX7" fmla="*/ 894878 w 1115966"/>
                <a:gd name="connsiteY7" fmla="*/ 152447 h 210587"/>
                <a:gd name="connsiteX8" fmla="*/ 777791 w 1115966"/>
                <a:gd name="connsiteY8" fmla="*/ 163385 h 210587"/>
                <a:gd name="connsiteX9" fmla="*/ 661925 w 1115966"/>
                <a:gd name="connsiteY9" fmla="*/ 183572 h 210587"/>
                <a:gd name="connsiteX10" fmla="*/ 573114 w 1115966"/>
                <a:gd name="connsiteY10" fmla="*/ 210460 h 210587"/>
                <a:gd name="connsiteX11" fmla="*/ 502731 w 1115966"/>
                <a:gd name="connsiteY11" fmla="*/ 187142 h 210587"/>
                <a:gd name="connsiteX12" fmla="*/ 378412 w 1115966"/>
                <a:gd name="connsiteY12" fmla="*/ 177846 h 210587"/>
                <a:gd name="connsiteX13" fmla="*/ 4286 w 1115966"/>
                <a:gd name="connsiteY13" fmla="*/ 163121 h 210587"/>
                <a:gd name="connsiteX0" fmla="*/ 4286 w 1115966"/>
                <a:gd name="connsiteY0" fmla="*/ 163121 h 210587"/>
                <a:gd name="connsiteX1" fmla="*/ 192146 w 1115966"/>
                <a:gd name="connsiteY1" fmla="*/ 93180 h 210587"/>
                <a:gd name="connsiteX2" fmla="*/ 446144 w 1115966"/>
                <a:gd name="connsiteY2" fmla="*/ 16980 h 210587"/>
                <a:gd name="connsiteX3" fmla="*/ 556222 w 1115966"/>
                <a:gd name="connsiteY3" fmla="*/ 59731 h 210587"/>
                <a:gd name="connsiteX4" fmla="*/ 649345 w 1115966"/>
                <a:gd name="connsiteY4" fmla="*/ 47 h 210587"/>
                <a:gd name="connsiteX5" fmla="*/ 920278 w 1115966"/>
                <a:gd name="connsiteY5" fmla="*/ 50847 h 210587"/>
                <a:gd name="connsiteX6" fmla="*/ 1115859 w 1115966"/>
                <a:gd name="connsiteY6" fmla="*/ 110510 h 210587"/>
                <a:gd name="connsiteX7" fmla="*/ 894878 w 1115966"/>
                <a:gd name="connsiteY7" fmla="*/ 152447 h 210587"/>
                <a:gd name="connsiteX8" fmla="*/ 777791 w 1115966"/>
                <a:gd name="connsiteY8" fmla="*/ 163385 h 210587"/>
                <a:gd name="connsiteX9" fmla="*/ 642793 w 1115966"/>
                <a:gd name="connsiteY9" fmla="*/ 182399 h 210587"/>
                <a:gd name="connsiteX10" fmla="*/ 573114 w 1115966"/>
                <a:gd name="connsiteY10" fmla="*/ 210460 h 210587"/>
                <a:gd name="connsiteX11" fmla="*/ 502731 w 1115966"/>
                <a:gd name="connsiteY11" fmla="*/ 187142 h 210587"/>
                <a:gd name="connsiteX12" fmla="*/ 378412 w 1115966"/>
                <a:gd name="connsiteY12" fmla="*/ 177846 h 210587"/>
                <a:gd name="connsiteX13" fmla="*/ 4286 w 1115966"/>
                <a:gd name="connsiteY13" fmla="*/ 163121 h 210587"/>
                <a:gd name="connsiteX0" fmla="*/ 3585 w 1115265"/>
                <a:gd name="connsiteY0" fmla="*/ 163121 h 210587"/>
                <a:gd name="connsiteX1" fmla="*/ 191445 w 1115265"/>
                <a:gd name="connsiteY1" fmla="*/ 93180 h 210587"/>
                <a:gd name="connsiteX2" fmla="*/ 445443 w 1115265"/>
                <a:gd name="connsiteY2" fmla="*/ 16980 h 210587"/>
                <a:gd name="connsiteX3" fmla="*/ 555521 w 1115265"/>
                <a:gd name="connsiteY3" fmla="*/ 59731 h 210587"/>
                <a:gd name="connsiteX4" fmla="*/ 648644 w 1115265"/>
                <a:gd name="connsiteY4" fmla="*/ 47 h 210587"/>
                <a:gd name="connsiteX5" fmla="*/ 919577 w 1115265"/>
                <a:gd name="connsiteY5" fmla="*/ 50847 h 210587"/>
                <a:gd name="connsiteX6" fmla="*/ 1115158 w 1115265"/>
                <a:gd name="connsiteY6" fmla="*/ 110510 h 210587"/>
                <a:gd name="connsiteX7" fmla="*/ 894177 w 1115265"/>
                <a:gd name="connsiteY7" fmla="*/ 152447 h 210587"/>
                <a:gd name="connsiteX8" fmla="*/ 777090 w 1115265"/>
                <a:gd name="connsiteY8" fmla="*/ 163385 h 210587"/>
                <a:gd name="connsiteX9" fmla="*/ 642092 w 1115265"/>
                <a:gd name="connsiteY9" fmla="*/ 182399 h 210587"/>
                <a:gd name="connsiteX10" fmla="*/ 572413 w 1115265"/>
                <a:gd name="connsiteY10" fmla="*/ 210460 h 210587"/>
                <a:gd name="connsiteX11" fmla="*/ 502030 w 1115265"/>
                <a:gd name="connsiteY11" fmla="*/ 187142 h 210587"/>
                <a:gd name="connsiteX12" fmla="*/ 358998 w 1115265"/>
                <a:gd name="connsiteY12" fmla="*/ 185129 h 210587"/>
                <a:gd name="connsiteX13" fmla="*/ 3585 w 1115265"/>
                <a:gd name="connsiteY13" fmla="*/ 163121 h 210587"/>
                <a:gd name="connsiteX0" fmla="*/ 3984 w 1095800"/>
                <a:gd name="connsiteY0" fmla="*/ 179092 h 210587"/>
                <a:gd name="connsiteX1" fmla="*/ 171980 w 1095800"/>
                <a:gd name="connsiteY1" fmla="*/ 93180 h 210587"/>
                <a:gd name="connsiteX2" fmla="*/ 425978 w 1095800"/>
                <a:gd name="connsiteY2" fmla="*/ 16980 h 210587"/>
                <a:gd name="connsiteX3" fmla="*/ 536056 w 1095800"/>
                <a:gd name="connsiteY3" fmla="*/ 59731 h 210587"/>
                <a:gd name="connsiteX4" fmla="*/ 629179 w 1095800"/>
                <a:gd name="connsiteY4" fmla="*/ 47 h 210587"/>
                <a:gd name="connsiteX5" fmla="*/ 900112 w 1095800"/>
                <a:gd name="connsiteY5" fmla="*/ 50847 h 210587"/>
                <a:gd name="connsiteX6" fmla="*/ 1095693 w 1095800"/>
                <a:gd name="connsiteY6" fmla="*/ 110510 h 210587"/>
                <a:gd name="connsiteX7" fmla="*/ 874712 w 1095800"/>
                <a:gd name="connsiteY7" fmla="*/ 152447 h 210587"/>
                <a:gd name="connsiteX8" fmla="*/ 757625 w 1095800"/>
                <a:gd name="connsiteY8" fmla="*/ 163385 h 210587"/>
                <a:gd name="connsiteX9" fmla="*/ 622627 w 1095800"/>
                <a:gd name="connsiteY9" fmla="*/ 182399 h 210587"/>
                <a:gd name="connsiteX10" fmla="*/ 552948 w 1095800"/>
                <a:gd name="connsiteY10" fmla="*/ 210460 h 210587"/>
                <a:gd name="connsiteX11" fmla="*/ 482565 w 1095800"/>
                <a:gd name="connsiteY11" fmla="*/ 187142 h 210587"/>
                <a:gd name="connsiteX12" fmla="*/ 339533 w 1095800"/>
                <a:gd name="connsiteY12" fmla="*/ 185129 h 210587"/>
                <a:gd name="connsiteX13" fmla="*/ 3984 w 1095800"/>
                <a:gd name="connsiteY13" fmla="*/ 179092 h 210587"/>
                <a:gd name="connsiteX0" fmla="*/ 4085 w 1095901"/>
                <a:gd name="connsiteY0" fmla="*/ 179092 h 210587"/>
                <a:gd name="connsiteX1" fmla="*/ 172081 w 1095901"/>
                <a:gd name="connsiteY1" fmla="*/ 93180 h 210587"/>
                <a:gd name="connsiteX2" fmla="*/ 449229 w 1095901"/>
                <a:gd name="connsiteY2" fmla="*/ 13716 h 210587"/>
                <a:gd name="connsiteX3" fmla="*/ 536157 w 1095901"/>
                <a:gd name="connsiteY3" fmla="*/ 59731 h 210587"/>
                <a:gd name="connsiteX4" fmla="*/ 629280 w 1095901"/>
                <a:gd name="connsiteY4" fmla="*/ 47 h 210587"/>
                <a:gd name="connsiteX5" fmla="*/ 900213 w 1095901"/>
                <a:gd name="connsiteY5" fmla="*/ 50847 h 210587"/>
                <a:gd name="connsiteX6" fmla="*/ 1095794 w 1095901"/>
                <a:gd name="connsiteY6" fmla="*/ 110510 h 210587"/>
                <a:gd name="connsiteX7" fmla="*/ 874813 w 1095901"/>
                <a:gd name="connsiteY7" fmla="*/ 152447 h 210587"/>
                <a:gd name="connsiteX8" fmla="*/ 757726 w 1095901"/>
                <a:gd name="connsiteY8" fmla="*/ 163385 h 210587"/>
                <a:gd name="connsiteX9" fmla="*/ 622728 w 1095901"/>
                <a:gd name="connsiteY9" fmla="*/ 182399 h 210587"/>
                <a:gd name="connsiteX10" fmla="*/ 553049 w 1095901"/>
                <a:gd name="connsiteY10" fmla="*/ 210460 h 210587"/>
                <a:gd name="connsiteX11" fmla="*/ 482666 w 1095901"/>
                <a:gd name="connsiteY11" fmla="*/ 187142 h 210587"/>
                <a:gd name="connsiteX12" fmla="*/ 339634 w 1095901"/>
                <a:gd name="connsiteY12" fmla="*/ 185129 h 210587"/>
                <a:gd name="connsiteX13" fmla="*/ 4085 w 1095901"/>
                <a:gd name="connsiteY13" fmla="*/ 179092 h 210587"/>
                <a:gd name="connsiteX0" fmla="*/ 4085 w 1095904"/>
                <a:gd name="connsiteY0" fmla="*/ 173618 h 205113"/>
                <a:gd name="connsiteX1" fmla="*/ 172081 w 1095904"/>
                <a:gd name="connsiteY1" fmla="*/ 87706 h 205113"/>
                <a:gd name="connsiteX2" fmla="*/ 449229 w 1095904"/>
                <a:gd name="connsiteY2" fmla="*/ 8242 h 205113"/>
                <a:gd name="connsiteX3" fmla="*/ 536157 w 1095904"/>
                <a:gd name="connsiteY3" fmla="*/ 54257 h 205113"/>
                <a:gd name="connsiteX4" fmla="*/ 604120 w 1095904"/>
                <a:gd name="connsiteY4" fmla="*/ 55 h 205113"/>
                <a:gd name="connsiteX5" fmla="*/ 900213 w 1095904"/>
                <a:gd name="connsiteY5" fmla="*/ 45373 h 205113"/>
                <a:gd name="connsiteX6" fmla="*/ 1095794 w 1095904"/>
                <a:gd name="connsiteY6" fmla="*/ 105036 h 205113"/>
                <a:gd name="connsiteX7" fmla="*/ 874813 w 1095904"/>
                <a:gd name="connsiteY7" fmla="*/ 146973 h 205113"/>
                <a:gd name="connsiteX8" fmla="*/ 757726 w 1095904"/>
                <a:gd name="connsiteY8" fmla="*/ 157911 h 205113"/>
                <a:gd name="connsiteX9" fmla="*/ 622728 w 1095904"/>
                <a:gd name="connsiteY9" fmla="*/ 176925 h 205113"/>
                <a:gd name="connsiteX10" fmla="*/ 553049 w 1095904"/>
                <a:gd name="connsiteY10" fmla="*/ 204986 h 205113"/>
                <a:gd name="connsiteX11" fmla="*/ 482666 w 1095904"/>
                <a:gd name="connsiteY11" fmla="*/ 181668 h 205113"/>
                <a:gd name="connsiteX12" fmla="*/ 339634 w 1095904"/>
                <a:gd name="connsiteY12" fmla="*/ 179655 h 205113"/>
                <a:gd name="connsiteX13" fmla="*/ 4085 w 1095904"/>
                <a:gd name="connsiteY13" fmla="*/ 173618 h 205113"/>
                <a:gd name="connsiteX0" fmla="*/ 4085 w 1095886"/>
                <a:gd name="connsiteY0" fmla="*/ 174649 h 206144"/>
                <a:gd name="connsiteX1" fmla="*/ 172081 w 1095886"/>
                <a:gd name="connsiteY1" fmla="*/ 88737 h 206144"/>
                <a:gd name="connsiteX2" fmla="*/ 449229 w 1095886"/>
                <a:gd name="connsiteY2" fmla="*/ 9273 h 206144"/>
                <a:gd name="connsiteX3" fmla="*/ 536157 w 1095886"/>
                <a:gd name="connsiteY3" fmla="*/ 55288 h 206144"/>
                <a:gd name="connsiteX4" fmla="*/ 604120 w 1095886"/>
                <a:gd name="connsiteY4" fmla="*/ 1086 h 206144"/>
                <a:gd name="connsiteX5" fmla="*/ 750180 w 1095886"/>
                <a:gd name="connsiteY5" fmla="*/ 21124 h 206144"/>
                <a:gd name="connsiteX6" fmla="*/ 900213 w 1095886"/>
                <a:gd name="connsiteY6" fmla="*/ 46404 h 206144"/>
                <a:gd name="connsiteX7" fmla="*/ 1095794 w 1095886"/>
                <a:gd name="connsiteY7" fmla="*/ 106067 h 206144"/>
                <a:gd name="connsiteX8" fmla="*/ 874813 w 1095886"/>
                <a:gd name="connsiteY8" fmla="*/ 148004 h 206144"/>
                <a:gd name="connsiteX9" fmla="*/ 757726 w 1095886"/>
                <a:gd name="connsiteY9" fmla="*/ 158942 h 206144"/>
                <a:gd name="connsiteX10" fmla="*/ 622728 w 1095886"/>
                <a:gd name="connsiteY10" fmla="*/ 177956 h 206144"/>
                <a:gd name="connsiteX11" fmla="*/ 553049 w 1095886"/>
                <a:gd name="connsiteY11" fmla="*/ 206017 h 206144"/>
                <a:gd name="connsiteX12" fmla="*/ 482666 w 1095886"/>
                <a:gd name="connsiteY12" fmla="*/ 182699 h 206144"/>
                <a:gd name="connsiteX13" fmla="*/ 339634 w 1095886"/>
                <a:gd name="connsiteY13" fmla="*/ 180686 h 206144"/>
                <a:gd name="connsiteX14" fmla="*/ 4085 w 1095886"/>
                <a:gd name="connsiteY14" fmla="*/ 174649 h 206144"/>
                <a:gd name="connsiteX0" fmla="*/ 4085 w 1097480"/>
                <a:gd name="connsiteY0" fmla="*/ 174649 h 206144"/>
                <a:gd name="connsiteX1" fmla="*/ 172081 w 1097480"/>
                <a:gd name="connsiteY1" fmla="*/ 88737 h 206144"/>
                <a:gd name="connsiteX2" fmla="*/ 449229 w 1097480"/>
                <a:gd name="connsiteY2" fmla="*/ 9273 h 206144"/>
                <a:gd name="connsiteX3" fmla="*/ 536157 w 1097480"/>
                <a:gd name="connsiteY3" fmla="*/ 55288 h 206144"/>
                <a:gd name="connsiteX4" fmla="*/ 604120 w 1097480"/>
                <a:gd name="connsiteY4" fmla="*/ 1086 h 206144"/>
                <a:gd name="connsiteX5" fmla="*/ 750180 w 1097480"/>
                <a:gd name="connsiteY5" fmla="*/ 21124 h 206144"/>
                <a:gd name="connsiteX6" fmla="*/ 900213 w 1097480"/>
                <a:gd name="connsiteY6" fmla="*/ 46404 h 206144"/>
                <a:gd name="connsiteX7" fmla="*/ 972763 w 1097480"/>
                <a:gd name="connsiteY7" fmla="*/ 65219 h 206144"/>
                <a:gd name="connsiteX8" fmla="*/ 1095794 w 1097480"/>
                <a:gd name="connsiteY8" fmla="*/ 106067 h 206144"/>
                <a:gd name="connsiteX9" fmla="*/ 874813 w 1097480"/>
                <a:gd name="connsiteY9" fmla="*/ 148004 h 206144"/>
                <a:gd name="connsiteX10" fmla="*/ 757726 w 1097480"/>
                <a:gd name="connsiteY10" fmla="*/ 158942 h 206144"/>
                <a:gd name="connsiteX11" fmla="*/ 622728 w 1097480"/>
                <a:gd name="connsiteY11" fmla="*/ 177956 h 206144"/>
                <a:gd name="connsiteX12" fmla="*/ 553049 w 1097480"/>
                <a:gd name="connsiteY12" fmla="*/ 206017 h 206144"/>
                <a:gd name="connsiteX13" fmla="*/ 482666 w 1097480"/>
                <a:gd name="connsiteY13" fmla="*/ 182699 h 206144"/>
                <a:gd name="connsiteX14" fmla="*/ 339634 w 1097480"/>
                <a:gd name="connsiteY14" fmla="*/ 180686 h 206144"/>
                <a:gd name="connsiteX15" fmla="*/ 4085 w 1097480"/>
                <a:gd name="connsiteY15" fmla="*/ 174649 h 206144"/>
                <a:gd name="connsiteX0" fmla="*/ 4085 w 1097480"/>
                <a:gd name="connsiteY0" fmla="*/ 174649 h 206144"/>
                <a:gd name="connsiteX1" fmla="*/ 172081 w 1097480"/>
                <a:gd name="connsiteY1" fmla="*/ 88737 h 206144"/>
                <a:gd name="connsiteX2" fmla="*/ 449229 w 1097480"/>
                <a:gd name="connsiteY2" fmla="*/ 9273 h 206144"/>
                <a:gd name="connsiteX3" fmla="*/ 536157 w 1097480"/>
                <a:gd name="connsiteY3" fmla="*/ 55288 h 206144"/>
                <a:gd name="connsiteX4" fmla="*/ 604120 w 1097480"/>
                <a:gd name="connsiteY4" fmla="*/ 1086 h 206144"/>
                <a:gd name="connsiteX5" fmla="*/ 750180 w 1097480"/>
                <a:gd name="connsiteY5" fmla="*/ 21124 h 206144"/>
                <a:gd name="connsiteX6" fmla="*/ 894289 w 1097480"/>
                <a:gd name="connsiteY6" fmla="*/ 55175 h 206144"/>
                <a:gd name="connsiteX7" fmla="*/ 972763 w 1097480"/>
                <a:gd name="connsiteY7" fmla="*/ 65219 h 206144"/>
                <a:gd name="connsiteX8" fmla="*/ 1095794 w 1097480"/>
                <a:gd name="connsiteY8" fmla="*/ 106067 h 206144"/>
                <a:gd name="connsiteX9" fmla="*/ 874813 w 1097480"/>
                <a:gd name="connsiteY9" fmla="*/ 148004 h 206144"/>
                <a:gd name="connsiteX10" fmla="*/ 757726 w 1097480"/>
                <a:gd name="connsiteY10" fmla="*/ 158942 h 206144"/>
                <a:gd name="connsiteX11" fmla="*/ 622728 w 1097480"/>
                <a:gd name="connsiteY11" fmla="*/ 177956 h 206144"/>
                <a:gd name="connsiteX12" fmla="*/ 553049 w 1097480"/>
                <a:gd name="connsiteY12" fmla="*/ 206017 h 206144"/>
                <a:gd name="connsiteX13" fmla="*/ 482666 w 1097480"/>
                <a:gd name="connsiteY13" fmla="*/ 182699 h 206144"/>
                <a:gd name="connsiteX14" fmla="*/ 339634 w 1097480"/>
                <a:gd name="connsiteY14" fmla="*/ 180686 h 206144"/>
                <a:gd name="connsiteX15" fmla="*/ 4085 w 1097480"/>
                <a:gd name="connsiteY15" fmla="*/ 174649 h 206144"/>
                <a:gd name="connsiteX0" fmla="*/ 4085 w 1098026"/>
                <a:gd name="connsiteY0" fmla="*/ 174649 h 206144"/>
                <a:gd name="connsiteX1" fmla="*/ 172081 w 1098026"/>
                <a:gd name="connsiteY1" fmla="*/ 88737 h 206144"/>
                <a:gd name="connsiteX2" fmla="*/ 449229 w 1098026"/>
                <a:gd name="connsiteY2" fmla="*/ 9273 h 206144"/>
                <a:gd name="connsiteX3" fmla="*/ 536157 w 1098026"/>
                <a:gd name="connsiteY3" fmla="*/ 55288 h 206144"/>
                <a:gd name="connsiteX4" fmla="*/ 604120 w 1098026"/>
                <a:gd name="connsiteY4" fmla="*/ 1086 h 206144"/>
                <a:gd name="connsiteX5" fmla="*/ 750180 w 1098026"/>
                <a:gd name="connsiteY5" fmla="*/ 21124 h 206144"/>
                <a:gd name="connsiteX6" fmla="*/ 894289 w 1098026"/>
                <a:gd name="connsiteY6" fmla="*/ 55175 h 206144"/>
                <a:gd name="connsiteX7" fmla="*/ 983752 w 1098026"/>
                <a:gd name="connsiteY7" fmla="*/ 73153 h 206144"/>
                <a:gd name="connsiteX8" fmla="*/ 1095794 w 1098026"/>
                <a:gd name="connsiteY8" fmla="*/ 106067 h 206144"/>
                <a:gd name="connsiteX9" fmla="*/ 874813 w 1098026"/>
                <a:gd name="connsiteY9" fmla="*/ 148004 h 206144"/>
                <a:gd name="connsiteX10" fmla="*/ 757726 w 1098026"/>
                <a:gd name="connsiteY10" fmla="*/ 158942 h 206144"/>
                <a:gd name="connsiteX11" fmla="*/ 622728 w 1098026"/>
                <a:gd name="connsiteY11" fmla="*/ 177956 h 206144"/>
                <a:gd name="connsiteX12" fmla="*/ 553049 w 1098026"/>
                <a:gd name="connsiteY12" fmla="*/ 206017 h 206144"/>
                <a:gd name="connsiteX13" fmla="*/ 482666 w 1098026"/>
                <a:gd name="connsiteY13" fmla="*/ 182699 h 206144"/>
                <a:gd name="connsiteX14" fmla="*/ 339634 w 1098026"/>
                <a:gd name="connsiteY14" fmla="*/ 180686 h 206144"/>
                <a:gd name="connsiteX15" fmla="*/ 4085 w 1098026"/>
                <a:gd name="connsiteY15" fmla="*/ 174649 h 206144"/>
                <a:gd name="connsiteX0" fmla="*/ 4085 w 1098294"/>
                <a:gd name="connsiteY0" fmla="*/ 174649 h 206144"/>
                <a:gd name="connsiteX1" fmla="*/ 172081 w 1098294"/>
                <a:gd name="connsiteY1" fmla="*/ 88737 h 206144"/>
                <a:gd name="connsiteX2" fmla="*/ 449229 w 1098294"/>
                <a:gd name="connsiteY2" fmla="*/ 9273 h 206144"/>
                <a:gd name="connsiteX3" fmla="*/ 536157 w 1098294"/>
                <a:gd name="connsiteY3" fmla="*/ 55288 h 206144"/>
                <a:gd name="connsiteX4" fmla="*/ 604120 w 1098294"/>
                <a:gd name="connsiteY4" fmla="*/ 1086 h 206144"/>
                <a:gd name="connsiteX5" fmla="*/ 750180 w 1098294"/>
                <a:gd name="connsiteY5" fmla="*/ 21124 h 206144"/>
                <a:gd name="connsiteX6" fmla="*/ 894289 w 1098294"/>
                <a:gd name="connsiteY6" fmla="*/ 55175 h 206144"/>
                <a:gd name="connsiteX7" fmla="*/ 988399 w 1098294"/>
                <a:gd name="connsiteY7" fmla="*/ 81399 h 206144"/>
                <a:gd name="connsiteX8" fmla="*/ 1095794 w 1098294"/>
                <a:gd name="connsiteY8" fmla="*/ 106067 h 206144"/>
                <a:gd name="connsiteX9" fmla="*/ 874813 w 1098294"/>
                <a:gd name="connsiteY9" fmla="*/ 148004 h 206144"/>
                <a:gd name="connsiteX10" fmla="*/ 757726 w 1098294"/>
                <a:gd name="connsiteY10" fmla="*/ 158942 h 206144"/>
                <a:gd name="connsiteX11" fmla="*/ 622728 w 1098294"/>
                <a:gd name="connsiteY11" fmla="*/ 177956 h 206144"/>
                <a:gd name="connsiteX12" fmla="*/ 553049 w 1098294"/>
                <a:gd name="connsiteY12" fmla="*/ 206017 h 206144"/>
                <a:gd name="connsiteX13" fmla="*/ 482666 w 1098294"/>
                <a:gd name="connsiteY13" fmla="*/ 182699 h 206144"/>
                <a:gd name="connsiteX14" fmla="*/ 339634 w 1098294"/>
                <a:gd name="connsiteY14" fmla="*/ 180686 h 206144"/>
                <a:gd name="connsiteX15" fmla="*/ 4085 w 1098294"/>
                <a:gd name="connsiteY15" fmla="*/ 174649 h 206144"/>
                <a:gd name="connsiteX0" fmla="*/ 4085 w 1098294"/>
                <a:gd name="connsiteY0" fmla="*/ 174649 h 206144"/>
                <a:gd name="connsiteX1" fmla="*/ 172081 w 1098294"/>
                <a:gd name="connsiteY1" fmla="*/ 88737 h 206144"/>
                <a:gd name="connsiteX2" fmla="*/ 449229 w 1098294"/>
                <a:gd name="connsiteY2" fmla="*/ 9273 h 206144"/>
                <a:gd name="connsiteX3" fmla="*/ 536157 w 1098294"/>
                <a:gd name="connsiteY3" fmla="*/ 55288 h 206144"/>
                <a:gd name="connsiteX4" fmla="*/ 604120 w 1098294"/>
                <a:gd name="connsiteY4" fmla="*/ 1086 h 206144"/>
                <a:gd name="connsiteX5" fmla="*/ 750180 w 1098294"/>
                <a:gd name="connsiteY5" fmla="*/ 21124 h 206144"/>
                <a:gd name="connsiteX6" fmla="*/ 887947 w 1098294"/>
                <a:gd name="connsiteY6" fmla="*/ 55488 h 206144"/>
                <a:gd name="connsiteX7" fmla="*/ 988399 w 1098294"/>
                <a:gd name="connsiteY7" fmla="*/ 81399 h 206144"/>
                <a:gd name="connsiteX8" fmla="*/ 1095794 w 1098294"/>
                <a:gd name="connsiteY8" fmla="*/ 106067 h 206144"/>
                <a:gd name="connsiteX9" fmla="*/ 874813 w 1098294"/>
                <a:gd name="connsiteY9" fmla="*/ 148004 h 206144"/>
                <a:gd name="connsiteX10" fmla="*/ 757726 w 1098294"/>
                <a:gd name="connsiteY10" fmla="*/ 158942 h 206144"/>
                <a:gd name="connsiteX11" fmla="*/ 622728 w 1098294"/>
                <a:gd name="connsiteY11" fmla="*/ 177956 h 206144"/>
                <a:gd name="connsiteX12" fmla="*/ 553049 w 1098294"/>
                <a:gd name="connsiteY12" fmla="*/ 206017 h 206144"/>
                <a:gd name="connsiteX13" fmla="*/ 482666 w 1098294"/>
                <a:gd name="connsiteY13" fmla="*/ 182699 h 206144"/>
                <a:gd name="connsiteX14" fmla="*/ 339634 w 1098294"/>
                <a:gd name="connsiteY14" fmla="*/ 180686 h 206144"/>
                <a:gd name="connsiteX15" fmla="*/ 4085 w 1098294"/>
                <a:gd name="connsiteY15" fmla="*/ 174649 h 206144"/>
                <a:gd name="connsiteX0" fmla="*/ 4085 w 1098294"/>
                <a:gd name="connsiteY0" fmla="*/ 174649 h 206144"/>
                <a:gd name="connsiteX1" fmla="*/ 172081 w 1098294"/>
                <a:gd name="connsiteY1" fmla="*/ 88737 h 206144"/>
                <a:gd name="connsiteX2" fmla="*/ 449229 w 1098294"/>
                <a:gd name="connsiteY2" fmla="*/ 9273 h 206144"/>
                <a:gd name="connsiteX3" fmla="*/ 536157 w 1098294"/>
                <a:gd name="connsiteY3" fmla="*/ 55288 h 206144"/>
                <a:gd name="connsiteX4" fmla="*/ 604120 w 1098294"/>
                <a:gd name="connsiteY4" fmla="*/ 1086 h 206144"/>
                <a:gd name="connsiteX5" fmla="*/ 750180 w 1098294"/>
                <a:gd name="connsiteY5" fmla="*/ 21124 h 206144"/>
                <a:gd name="connsiteX6" fmla="*/ 887947 w 1098294"/>
                <a:gd name="connsiteY6" fmla="*/ 55488 h 206144"/>
                <a:gd name="connsiteX7" fmla="*/ 988399 w 1098294"/>
                <a:gd name="connsiteY7" fmla="*/ 81399 h 206144"/>
                <a:gd name="connsiteX8" fmla="*/ 1095794 w 1098294"/>
                <a:gd name="connsiteY8" fmla="*/ 106067 h 206144"/>
                <a:gd name="connsiteX9" fmla="*/ 874813 w 1098294"/>
                <a:gd name="connsiteY9" fmla="*/ 148004 h 206144"/>
                <a:gd name="connsiteX10" fmla="*/ 757726 w 1098294"/>
                <a:gd name="connsiteY10" fmla="*/ 158942 h 206144"/>
                <a:gd name="connsiteX11" fmla="*/ 622728 w 1098294"/>
                <a:gd name="connsiteY11" fmla="*/ 177956 h 206144"/>
                <a:gd name="connsiteX12" fmla="*/ 553049 w 1098294"/>
                <a:gd name="connsiteY12" fmla="*/ 206017 h 206144"/>
                <a:gd name="connsiteX13" fmla="*/ 482666 w 1098294"/>
                <a:gd name="connsiteY13" fmla="*/ 182699 h 206144"/>
                <a:gd name="connsiteX14" fmla="*/ 339634 w 1098294"/>
                <a:gd name="connsiteY14" fmla="*/ 180686 h 206144"/>
                <a:gd name="connsiteX15" fmla="*/ 4085 w 1098294"/>
                <a:gd name="connsiteY15" fmla="*/ 174649 h 206144"/>
                <a:gd name="connsiteX0" fmla="*/ 4085 w 1098294"/>
                <a:gd name="connsiteY0" fmla="*/ 174649 h 206144"/>
                <a:gd name="connsiteX1" fmla="*/ 172081 w 1098294"/>
                <a:gd name="connsiteY1" fmla="*/ 88737 h 206144"/>
                <a:gd name="connsiteX2" fmla="*/ 449229 w 1098294"/>
                <a:gd name="connsiteY2" fmla="*/ 9273 h 206144"/>
                <a:gd name="connsiteX3" fmla="*/ 536157 w 1098294"/>
                <a:gd name="connsiteY3" fmla="*/ 55288 h 206144"/>
                <a:gd name="connsiteX4" fmla="*/ 604120 w 1098294"/>
                <a:gd name="connsiteY4" fmla="*/ 1086 h 206144"/>
                <a:gd name="connsiteX5" fmla="*/ 750180 w 1098294"/>
                <a:gd name="connsiteY5" fmla="*/ 21124 h 206144"/>
                <a:gd name="connsiteX6" fmla="*/ 883928 w 1098294"/>
                <a:gd name="connsiteY6" fmla="*/ 59926 h 206144"/>
                <a:gd name="connsiteX7" fmla="*/ 988399 w 1098294"/>
                <a:gd name="connsiteY7" fmla="*/ 81399 h 206144"/>
                <a:gd name="connsiteX8" fmla="*/ 1095794 w 1098294"/>
                <a:gd name="connsiteY8" fmla="*/ 106067 h 206144"/>
                <a:gd name="connsiteX9" fmla="*/ 874813 w 1098294"/>
                <a:gd name="connsiteY9" fmla="*/ 148004 h 206144"/>
                <a:gd name="connsiteX10" fmla="*/ 757726 w 1098294"/>
                <a:gd name="connsiteY10" fmla="*/ 158942 h 206144"/>
                <a:gd name="connsiteX11" fmla="*/ 622728 w 1098294"/>
                <a:gd name="connsiteY11" fmla="*/ 177956 h 206144"/>
                <a:gd name="connsiteX12" fmla="*/ 553049 w 1098294"/>
                <a:gd name="connsiteY12" fmla="*/ 206017 h 206144"/>
                <a:gd name="connsiteX13" fmla="*/ 482666 w 1098294"/>
                <a:gd name="connsiteY13" fmla="*/ 182699 h 206144"/>
                <a:gd name="connsiteX14" fmla="*/ 339634 w 1098294"/>
                <a:gd name="connsiteY14" fmla="*/ 180686 h 206144"/>
                <a:gd name="connsiteX15" fmla="*/ 4085 w 1098294"/>
                <a:gd name="connsiteY15" fmla="*/ 174649 h 206144"/>
                <a:gd name="connsiteX0" fmla="*/ 4085 w 1098294"/>
                <a:gd name="connsiteY0" fmla="*/ 174034 h 205529"/>
                <a:gd name="connsiteX1" fmla="*/ 172081 w 1098294"/>
                <a:gd name="connsiteY1" fmla="*/ 88122 h 205529"/>
                <a:gd name="connsiteX2" fmla="*/ 449229 w 1098294"/>
                <a:gd name="connsiteY2" fmla="*/ 8658 h 205529"/>
                <a:gd name="connsiteX3" fmla="*/ 536157 w 1098294"/>
                <a:gd name="connsiteY3" fmla="*/ 54673 h 205529"/>
                <a:gd name="connsiteX4" fmla="*/ 604120 w 1098294"/>
                <a:gd name="connsiteY4" fmla="*/ 471 h 205529"/>
                <a:gd name="connsiteX5" fmla="*/ 744258 w 1098294"/>
                <a:gd name="connsiteY5" fmla="*/ 29279 h 205529"/>
                <a:gd name="connsiteX6" fmla="*/ 883928 w 1098294"/>
                <a:gd name="connsiteY6" fmla="*/ 59311 h 205529"/>
                <a:gd name="connsiteX7" fmla="*/ 988399 w 1098294"/>
                <a:gd name="connsiteY7" fmla="*/ 80784 h 205529"/>
                <a:gd name="connsiteX8" fmla="*/ 1095794 w 1098294"/>
                <a:gd name="connsiteY8" fmla="*/ 105452 h 205529"/>
                <a:gd name="connsiteX9" fmla="*/ 874813 w 1098294"/>
                <a:gd name="connsiteY9" fmla="*/ 147389 h 205529"/>
                <a:gd name="connsiteX10" fmla="*/ 757726 w 1098294"/>
                <a:gd name="connsiteY10" fmla="*/ 158327 h 205529"/>
                <a:gd name="connsiteX11" fmla="*/ 622728 w 1098294"/>
                <a:gd name="connsiteY11" fmla="*/ 177341 h 205529"/>
                <a:gd name="connsiteX12" fmla="*/ 553049 w 1098294"/>
                <a:gd name="connsiteY12" fmla="*/ 205402 h 205529"/>
                <a:gd name="connsiteX13" fmla="*/ 482666 w 1098294"/>
                <a:gd name="connsiteY13" fmla="*/ 182084 h 205529"/>
                <a:gd name="connsiteX14" fmla="*/ 339634 w 1098294"/>
                <a:gd name="connsiteY14" fmla="*/ 180071 h 205529"/>
                <a:gd name="connsiteX15" fmla="*/ 4085 w 1098294"/>
                <a:gd name="connsiteY15" fmla="*/ 174034 h 205529"/>
                <a:gd name="connsiteX0" fmla="*/ 4085 w 1098294"/>
                <a:gd name="connsiteY0" fmla="*/ 174146 h 205641"/>
                <a:gd name="connsiteX1" fmla="*/ 172081 w 1098294"/>
                <a:gd name="connsiteY1" fmla="*/ 88234 h 205641"/>
                <a:gd name="connsiteX2" fmla="*/ 449229 w 1098294"/>
                <a:gd name="connsiteY2" fmla="*/ 8770 h 205641"/>
                <a:gd name="connsiteX3" fmla="*/ 536157 w 1098294"/>
                <a:gd name="connsiteY3" fmla="*/ 54785 h 205641"/>
                <a:gd name="connsiteX4" fmla="*/ 604120 w 1098294"/>
                <a:gd name="connsiteY4" fmla="*/ 583 h 205641"/>
                <a:gd name="connsiteX5" fmla="*/ 744153 w 1098294"/>
                <a:gd name="connsiteY5" fmla="*/ 27276 h 205641"/>
                <a:gd name="connsiteX6" fmla="*/ 883928 w 1098294"/>
                <a:gd name="connsiteY6" fmla="*/ 59423 h 205641"/>
                <a:gd name="connsiteX7" fmla="*/ 988399 w 1098294"/>
                <a:gd name="connsiteY7" fmla="*/ 80896 h 205641"/>
                <a:gd name="connsiteX8" fmla="*/ 1095794 w 1098294"/>
                <a:gd name="connsiteY8" fmla="*/ 105564 h 205641"/>
                <a:gd name="connsiteX9" fmla="*/ 874813 w 1098294"/>
                <a:gd name="connsiteY9" fmla="*/ 147501 h 205641"/>
                <a:gd name="connsiteX10" fmla="*/ 757726 w 1098294"/>
                <a:gd name="connsiteY10" fmla="*/ 158439 h 205641"/>
                <a:gd name="connsiteX11" fmla="*/ 622728 w 1098294"/>
                <a:gd name="connsiteY11" fmla="*/ 177453 h 205641"/>
                <a:gd name="connsiteX12" fmla="*/ 553049 w 1098294"/>
                <a:gd name="connsiteY12" fmla="*/ 205514 h 205641"/>
                <a:gd name="connsiteX13" fmla="*/ 482666 w 1098294"/>
                <a:gd name="connsiteY13" fmla="*/ 182196 h 205641"/>
                <a:gd name="connsiteX14" fmla="*/ 339634 w 1098294"/>
                <a:gd name="connsiteY14" fmla="*/ 180183 h 205641"/>
                <a:gd name="connsiteX15" fmla="*/ 4085 w 1098294"/>
                <a:gd name="connsiteY15" fmla="*/ 174146 h 205641"/>
                <a:gd name="connsiteX0" fmla="*/ 3585 w 1097794"/>
                <a:gd name="connsiteY0" fmla="*/ 174146 h 205641"/>
                <a:gd name="connsiteX1" fmla="*/ 171581 w 1097794"/>
                <a:gd name="connsiteY1" fmla="*/ 88234 h 205641"/>
                <a:gd name="connsiteX2" fmla="*/ 322635 w 1097794"/>
                <a:gd name="connsiteY2" fmla="*/ 41735 h 205641"/>
                <a:gd name="connsiteX3" fmla="*/ 448729 w 1097794"/>
                <a:gd name="connsiteY3" fmla="*/ 8770 h 205641"/>
                <a:gd name="connsiteX4" fmla="*/ 535657 w 1097794"/>
                <a:gd name="connsiteY4" fmla="*/ 54785 h 205641"/>
                <a:gd name="connsiteX5" fmla="*/ 603620 w 1097794"/>
                <a:gd name="connsiteY5" fmla="*/ 583 h 205641"/>
                <a:gd name="connsiteX6" fmla="*/ 743653 w 1097794"/>
                <a:gd name="connsiteY6" fmla="*/ 27276 h 205641"/>
                <a:gd name="connsiteX7" fmla="*/ 883428 w 1097794"/>
                <a:gd name="connsiteY7" fmla="*/ 59423 h 205641"/>
                <a:gd name="connsiteX8" fmla="*/ 987899 w 1097794"/>
                <a:gd name="connsiteY8" fmla="*/ 80896 h 205641"/>
                <a:gd name="connsiteX9" fmla="*/ 1095294 w 1097794"/>
                <a:gd name="connsiteY9" fmla="*/ 105564 h 205641"/>
                <a:gd name="connsiteX10" fmla="*/ 874313 w 1097794"/>
                <a:gd name="connsiteY10" fmla="*/ 147501 h 205641"/>
                <a:gd name="connsiteX11" fmla="*/ 757226 w 1097794"/>
                <a:gd name="connsiteY11" fmla="*/ 158439 h 205641"/>
                <a:gd name="connsiteX12" fmla="*/ 622228 w 1097794"/>
                <a:gd name="connsiteY12" fmla="*/ 177453 h 205641"/>
                <a:gd name="connsiteX13" fmla="*/ 552549 w 1097794"/>
                <a:gd name="connsiteY13" fmla="*/ 205514 h 205641"/>
                <a:gd name="connsiteX14" fmla="*/ 482166 w 1097794"/>
                <a:gd name="connsiteY14" fmla="*/ 182196 h 205641"/>
                <a:gd name="connsiteX15" fmla="*/ 339134 w 1097794"/>
                <a:gd name="connsiteY15" fmla="*/ 180183 h 205641"/>
                <a:gd name="connsiteX16" fmla="*/ 3585 w 1097794"/>
                <a:gd name="connsiteY16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78022 w 1104235"/>
                <a:gd name="connsiteY2" fmla="*/ 88234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86792 w 1104235"/>
                <a:gd name="connsiteY2" fmla="*/ 94158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86792 w 1104235"/>
                <a:gd name="connsiteY2" fmla="*/ 94158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86792 w 1104235"/>
                <a:gd name="connsiteY2" fmla="*/ 94158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86792 w 1104235"/>
                <a:gd name="connsiteY2" fmla="*/ 94158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86792 w 1104235"/>
                <a:gd name="connsiteY2" fmla="*/ 94158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214171 w 1104235"/>
                <a:gd name="connsiteY2" fmla="*/ 90684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214171 w 1104235"/>
                <a:gd name="connsiteY2" fmla="*/ 90684 h 205641"/>
                <a:gd name="connsiteX3" fmla="*/ 337532 w 1104235"/>
                <a:gd name="connsiteY3" fmla="*/ 41317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214171 w 1104235"/>
                <a:gd name="connsiteY2" fmla="*/ 90684 h 205641"/>
                <a:gd name="connsiteX3" fmla="*/ 337532 w 1104235"/>
                <a:gd name="connsiteY3" fmla="*/ 41317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214171 w 1104235"/>
                <a:gd name="connsiteY2" fmla="*/ 90684 h 205641"/>
                <a:gd name="connsiteX3" fmla="*/ 350216 w 1104235"/>
                <a:gd name="connsiteY3" fmla="*/ 40690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980 w 1096189"/>
                <a:gd name="connsiteY0" fmla="*/ 174146 h 205641"/>
                <a:gd name="connsiteX1" fmla="*/ 87910 w 1096189"/>
                <a:gd name="connsiteY1" fmla="*/ 127434 h 205641"/>
                <a:gd name="connsiteX2" fmla="*/ 206125 w 1096189"/>
                <a:gd name="connsiteY2" fmla="*/ 90684 h 205641"/>
                <a:gd name="connsiteX3" fmla="*/ 342170 w 1096189"/>
                <a:gd name="connsiteY3" fmla="*/ 40690 h 205641"/>
                <a:gd name="connsiteX4" fmla="*/ 447124 w 1096189"/>
                <a:gd name="connsiteY4" fmla="*/ 8770 h 205641"/>
                <a:gd name="connsiteX5" fmla="*/ 534052 w 1096189"/>
                <a:gd name="connsiteY5" fmla="*/ 54785 h 205641"/>
                <a:gd name="connsiteX6" fmla="*/ 602015 w 1096189"/>
                <a:gd name="connsiteY6" fmla="*/ 583 h 205641"/>
                <a:gd name="connsiteX7" fmla="*/ 742048 w 1096189"/>
                <a:gd name="connsiteY7" fmla="*/ 27276 h 205641"/>
                <a:gd name="connsiteX8" fmla="*/ 881823 w 1096189"/>
                <a:gd name="connsiteY8" fmla="*/ 59423 h 205641"/>
                <a:gd name="connsiteX9" fmla="*/ 986294 w 1096189"/>
                <a:gd name="connsiteY9" fmla="*/ 80896 h 205641"/>
                <a:gd name="connsiteX10" fmla="*/ 1093689 w 1096189"/>
                <a:gd name="connsiteY10" fmla="*/ 105564 h 205641"/>
                <a:gd name="connsiteX11" fmla="*/ 872708 w 1096189"/>
                <a:gd name="connsiteY11" fmla="*/ 147501 h 205641"/>
                <a:gd name="connsiteX12" fmla="*/ 755621 w 1096189"/>
                <a:gd name="connsiteY12" fmla="*/ 158439 h 205641"/>
                <a:gd name="connsiteX13" fmla="*/ 620623 w 1096189"/>
                <a:gd name="connsiteY13" fmla="*/ 177453 h 205641"/>
                <a:gd name="connsiteX14" fmla="*/ 550944 w 1096189"/>
                <a:gd name="connsiteY14" fmla="*/ 205514 h 205641"/>
                <a:gd name="connsiteX15" fmla="*/ 480561 w 1096189"/>
                <a:gd name="connsiteY15" fmla="*/ 182196 h 205641"/>
                <a:gd name="connsiteX16" fmla="*/ 337529 w 1096189"/>
                <a:gd name="connsiteY16" fmla="*/ 180183 h 205641"/>
                <a:gd name="connsiteX17" fmla="*/ 177097 w 1096189"/>
                <a:gd name="connsiteY17" fmla="*/ 173887 h 205641"/>
                <a:gd name="connsiteX18" fmla="*/ 1980 w 1096189"/>
                <a:gd name="connsiteY18" fmla="*/ 174146 h 205641"/>
                <a:gd name="connsiteX0" fmla="*/ 1913 w 1096122"/>
                <a:gd name="connsiteY0" fmla="*/ 174146 h 205641"/>
                <a:gd name="connsiteX1" fmla="*/ 87843 w 1096122"/>
                <a:gd name="connsiteY1" fmla="*/ 127434 h 205641"/>
                <a:gd name="connsiteX2" fmla="*/ 206058 w 1096122"/>
                <a:gd name="connsiteY2" fmla="*/ 90684 h 205641"/>
                <a:gd name="connsiteX3" fmla="*/ 342103 w 1096122"/>
                <a:gd name="connsiteY3" fmla="*/ 40690 h 205641"/>
                <a:gd name="connsiteX4" fmla="*/ 447057 w 1096122"/>
                <a:gd name="connsiteY4" fmla="*/ 8770 h 205641"/>
                <a:gd name="connsiteX5" fmla="*/ 533985 w 1096122"/>
                <a:gd name="connsiteY5" fmla="*/ 54785 h 205641"/>
                <a:gd name="connsiteX6" fmla="*/ 601948 w 1096122"/>
                <a:gd name="connsiteY6" fmla="*/ 583 h 205641"/>
                <a:gd name="connsiteX7" fmla="*/ 741981 w 1096122"/>
                <a:gd name="connsiteY7" fmla="*/ 27276 h 205641"/>
                <a:gd name="connsiteX8" fmla="*/ 881756 w 1096122"/>
                <a:gd name="connsiteY8" fmla="*/ 59423 h 205641"/>
                <a:gd name="connsiteX9" fmla="*/ 986227 w 1096122"/>
                <a:gd name="connsiteY9" fmla="*/ 80896 h 205641"/>
                <a:gd name="connsiteX10" fmla="*/ 1093622 w 1096122"/>
                <a:gd name="connsiteY10" fmla="*/ 105564 h 205641"/>
                <a:gd name="connsiteX11" fmla="*/ 872641 w 1096122"/>
                <a:gd name="connsiteY11" fmla="*/ 147501 h 205641"/>
                <a:gd name="connsiteX12" fmla="*/ 755554 w 1096122"/>
                <a:gd name="connsiteY12" fmla="*/ 158439 h 205641"/>
                <a:gd name="connsiteX13" fmla="*/ 620556 w 1096122"/>
                <a:gd name="connsiteY13" fmla="*/ 177453 h 205641"/>
                <a:gd name="connsiteX14" fmla="*/ 550877 w 1096122"/>
                <a:gd name="connsiteY14" fmla="*/ 205514 h 205641"/>
                <a:gd name="connsiteX15" fmla="*/ 480494 w 1096122"/>
                <a:gd name="connsiteY15" fmla="*/ 182196 h 205641"/>
                <a:gd name="connsiteX16" fmla="*/ 337462 w 1096122"/>
                <a:gd name="connsiteY16" fmla="*/ 180183 h 205641"/>
                <a:gd name="connsiteX17" fmla="*/ 175229 w 1096122"/>
                <a:gd name="connsiteY17" fmla="*/ 180334 h 205641"/>
                <a:gd name="connsiteX18" fmla="*/ 1913 w 1096122"/>
                <a:gd name="connsiteY18" fmla="*/ 174146 h 205641"/>
                <a:gd name="connsiteX0" fmla="*/ 1001 w 1095210"/>
                <a:gd name="connsiteY0" fmla="*/ 174146 h 205641"/>
                <a:gd name="connsiteX1" fmla="*/ 106167 w 1095210"/>
                <a:gd name="connsiteY1" fmla="*/ 130721 h 205641"/>
                <a:gd name="connsiteX2" fmla="*/ 205146 w 1095210"/>
                <a:gd name="connsiteY2" fmla="*/ 90684 h 205641"/>
                <a:gd name="connsiteX3" fmla="*/ 341191 w 1095210"/>
                <a:gd name="connsiteY3" fmla="*/ 40690 h 205641"/>
                <a:gd name="connsiteX4" fmla="*/ 446145 w 1095210"/>
                <a:gd name="connsiteY4" fmla="*/ 8770 h 205641"/>
                <a:gd name="connsiteX5" fmla="*/ 533073 w 1095210"/>
                <a:gd name="connsiteY5" fmla="*/ 54785 h 205641"/>
                <a:gd name="connsiteX6" fmla="*/ 601036 w 1095210"/>
                <a:gd name="connsiteY6" fmla="*/ 583 h 205641"/>
                <a:gd name="connsiteX7" fmla="*/ 741069 w 1095210"/>
                <a:gd name="connsiteY7" fmla="*/ 27276 h 205641"/>
                <a:gd name="connsiteX8" fmla="*/ 880844 w 1095210"/>
                <a:gd name="connsiteY8" fmla="*/ 59423 h 205641"/>
                <a:gd name="connsiteX9" fmla="*/ 985315 w 1095210"/>
                <a:gd name="connsiteY9" fmla="*/ 80896 h 205641"/>
                <a:gd name="connsiteX10" fmla="*/ 1092710 w 1095210"/>
                <a:gd name="connsiteY10" fmla="*/ 105564 h 205641"/>
                <a:gd name="connsiteX11" fmla="*/ 871729 w 1095210"/>
                <a:gd name="connsiteY11" fmla="*/ 147501 h 205641"/>
                <a:gd name="connsiteX12" fmla="*/ 754642 w 1095210"/>
                <a:gd name="connsiteY12" fmla="*/ 158439 h 205641"/>
                <a:gd name="connsiteX13" fmla="*/ 619644 w 1095210"/>
                <a:gd name="connsiteY13" fmla="*/ 177453 h 205641"/>
                <a:gd name="connsiteX14" fmla="*/ 549965 w 1095210"/>
                <a:gd name="connsiteY14" fmla="*/ 205514 h 205641"/>
                <a:gd name="connsiteX15" fmla="*/ 479582 w 1095210"/>
                <a:gd name="connsiteY15" fmla="*/ 182196 h 205641"/>
                <a:gd name="connsiteX16" fmla="*/ 336550 w 1095210"/>
                <a:gd name="connsiteY16" fmla="*/ 180183 h 205641"/>
                <a:gd name="connsiteX17" fmla="*/ 174317 w 1095210"/>
                <a:gd name="connsiteY17" fmla="*/ 180334 h 205641"/>
                <a:gd name="connsiteX18" fmla="*/ 1001 w 1095210"/>
                <a:gd name="connsiteY18" fmla="*/ 174146 h 205641"/>
                <a:gd name="connsiteX0" fmla="*/ 1001 w 1095210"/>
                <a:gd name="connsiteY0" fmla="*/ 174146 h 205641"/>
                <a:gd name="connsiteX1" fmla="*/ 106167 w 1095210"/>
                <a:gd name="connsiteY1" fmla="*/ 130721 h 205641"/>
                <a:gd name="connsiteX2" fmla="*/ 217830 w 1095210"/>
                <a:gd name="connsiteY2" fmla="*/ 90056 h 205641"/>
                <a:gd name="connsiteX3" fmla="*/ 341191 w 1095210"/>
                <a:gd name="connsiteY3" fmla="*/ 40690 h 205641"/>
                <a:gd name="connsiteX4" fmla="*/ 446145 w 1095210"/>
                <a:gd name="connsiteY4" fmla="*/ 8770 h 205641"/>
                <a:gd name="connsiteX5" fmla="*/ 533073 w 1095210"/>
                <a:gd name="connsiteY5" fmla="*/ 54785 h 205641"/>
                <a:gd name="connsiteX6" fmla="*/ 601036 w 1095210"/>
                <a:gd name="connsiteY6" fmla="*/ 583 h 205641"/>
                <a:gd name="connsiteX7" fmla="*/ 741069 w 1095210"/>
                <a:gd name="connsiteY7" fmla="*/ 27276 h 205641"/>
                <a:gd name="connsiteX8" fmla="*/ 880844 w 1095210"/>
                <a:gd name="connsiteY8" fmla="*/ 59423 h 205641"/>
                <a:gd name="connsiteX9" fmla="*/ 985315 w 1095210"/>
                <a:gd name="connsiteY9" fmla="*/ 80896 h 205641"/>
                <a:gd name="connsiteX10" fmla="*/ 1092710 w 1095210"/>
                <a:gd name="connsiteY10" fmla="*/ 105564 h 205641"/>
                <a:gd name="connsiteX11" fmla="*/ 871729 w 1095210"/>
                <a:gd name="connsiteY11" fmla="*/ 147501 h 205641"/>
                <a:gd name="connsiteX12" fmla="*/ 754642 w 1095210"/>
                <a:gd name="connsiteY12" fmla="*/ 158439 h 205641"/>
                <a:gd name="connsiteX13" fmla="*/ 619644 w 1095210"/>
                <a:gd name="connsiteY13" fmla="*/ 177453 h 205641"/>
                <a:gd name="connsiteX14" fmla="*/ 549965 w 1095210"/>
                <a:gd name="connsiteY14" fmla="*/ 205514 h 205641"/>
                <a:gd name="connsiteX15" fmla="*/ 479582 w 1095210"/>
                <a:gd name="connsiteY15" fmla="*/ 182196 h 205641"/>
                <a:gd name="connsiteX16" fmla="*/ 336550 w 1095210"/>
                <a:gd name="connsiteY16" fmla="*/ 180183 h 205641"/>
                <a:gd name="connsiteX17" fmla="*/ 174317 w 1095210"/>
                <a:gd name="connsiteY17" fmla="*/ 180334 h 205641"/>
                <a:gd name="connsiteX18" fmla="*/ 1001 w 1095210"/>
                <a:gd name="connsiteY18" fmla="*/ 174146 h 205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95210" h="205641">
                  <a:moveTo>
                    <a:pt x="1001" y="174146"/>
                  </a:moveTo>
                  <a:cubicBezTo>
                    <a:pt x="-10357" y="165877"/>
                    <a:pt x="78168" y="145040"/>
                    <a:pt x="106167" y="130721"/>
                  </a:cubicBezTo>
                  <a:cubicBezTo>
                    <a:pt x="134166" y="116402"/>
                    <a:pt x="178659" y="105061"/>
                    <a:pt x="217830" y="90056"/>
                  </a:cubicBezTo>
                  <a:cubicBezTo>
                    <a:pt x="257001" y="75051"/>
                    <a:pt x="301656" y="59963"/>
                    <a:pt x="341191" y="40690"/>
                  </a:cubicBezTo>
                  <a:cubicBezTo>
                    <a:pt x="387382" y="27446"/>
                    <a:pt x="414165" y="6421"/>
                    <a:pt x="446145" y="8770"/>
                  </a:cubicBezTo>
                  <a:cubicBezTo>
                    <a:pt x="478125" y="11119"/>
                    <a:pt x="507258" y="56149"/>
                    <a:pt x="533073" y="54785"/>
                  </a:cubicBezTo>
                  <a:cubicBezTo>
                    <a:pt x="558888" y="53421"/>
                    <a:pt x="566370" y="5168"/>
                    <a:pt x="601036" y="583"/>
                  </a:cubicBezTo>
                  <a:cubicBezTo>
                    <a:pt x="635702" y="-4002"/>
                    <a:pt x="691720" y="19723"/>
                    <a:pt x="741069" y="27276"/>
                  </a:cubicBezTo>
                  <a:cubicBezTo>
                    <a:pt x="790418" y="34829"/>
                    <a:pt x="840136" y="50486"/>
                    <a:pt x="880844" y="59423"/>
                  </a:cubicBezTo>
                  <a:cubicBezTo>
                    <a:pt x="921552" y="68360"/>
                    <a:pt x="952718" y="70952"/>
                    <a:pt x="985315" y="80896"/>
                  </a:cubicBezTo>
                  <a:cubicBezTo>
                    <a:pt x="1017912" y="90840"/>
                    <a:pt x="1111641" y="94463"/>
                    <a:pt x="1092710" y="105564"/>
                  </a:cubicBezTo>
                  <a:cubicBezTo>
                    <a:pt x="1073779" y="116665"/>
                    <a:pt x="928074" y="138689"/>
                    <a:pt x="871729" y="147501"/>
                  </a:cubicBezTo>
                  <a:cubicBezTo>
                    <a:pt x="815384" y="156313"/>
                    <a:pt x="796656" y="153447"/>
                    <a:pt x="754642" y="158439"/>
                  </a:cubicBezTo>
                  <a:cubicBezTo>
                    <a:pt x="712628" y="163431"/>
                    <a:pt x="653757" y="169607"/>
                    <a:pt x="619644" y="177453"/>
                  </a:cubicBezTo>
                  <a:cubicBezTo>
                    <a:pt x="585531" y="185299"/>
                    <a:pt x="580673" y="203653"/>
                    <a:pt x="549965" y="205514"/>
                  </a:cubicBezTo>
                  <a:cubicBezTo>
                    <a:pt x="519257" y="207375"/>
                    <a:pt x="513124" y="188284"/>
                    <a:pt x="479582" y="182196"/>
                  </a:cubicBezTo>
                  <a:cubicBezTo>
                    <a:pt x="446040" y="176108"/>
                    <a:pt x="387427" y="180493"/>
                    <a:pt x="336550" y="180183"/>
                  </a:cubicBezTo>
                  <a:cubicBezTo>
                    <a:pt x="285673" y="179873"/>
                    <a:pt x="228464" y="181693"/>
                    <a:pt x="174317" y="180334"/>
                  </a:cubicBezTo>
                  <a:cubicBezTo>
                    <a:pt x="115945" y="180420"/>
                    <a:pt x="12359" y="182415"/>
                    <a:pt x="1001" y="174146"/>
                  </a:cubicBezTo>
                  <a:close/>
                </a:path>
              </a:pathLst>
            </a:custGeom>
            <a:gradFill>
              <a:gsLst>
                <a:gs pos="89000">
                  <a:srgbClr val="F7C6BF"/>
                </a:gs>
                <a:gs pos="52000">
                  <a:srgbClr val="F7A8A5"/>
                </a:gs>
                <a:gs pos="33000">
                  <a:srgbClr val="F6A4A4"/>
                </a:gs>
              </a:gsLst>
              <a:lin ang="16200000" scaled="1"/>
            </a:gradFill>
            <a:ln>
              <a:solidFill>
                <a:srgbClr val="FF65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2DD089E9-EEE2-4DFF-845D-E1DE95F730EE}"/>
              </a:ext>
            </a:extLst>
          </p:cNvPr>
          <p:cNvSpPr/>
          <p:nvPr/>
        </p:nvSpPr>
        <p:spPr>
          <a:xfrm flipH="1">
            <a:off x="2896247" y="4306452"/>
            <a:ext cx="503859" cy="437108"/>
          </a:xfrm>
          <a:custGeom>
            <a:avLst/>
            <a:gdLst>
              <a:gd name="connsiteX0" fmla="*/ 781050 w 781050"/>
              <a:gd name="connsiteY0" fmla="*/ 0 h 263761"/>
              <a:gd name="connsiteX1" fmla="*/ 546100 w 781050"/>
              <a:gd name="connsiteY1" fmla="*/ 177800 h 263761"/>
              <a:gd name="connsiteX2" fmla="*/ 336550 w 781050"/>
              <a:gd name="connsiteY2" fmla="*/ 254000 h 263761"/>
              <a:gd name="connsiteX3" fmla="*/ 0 w 781050"/>
              <a:gd name="connsiteY3" fmla="*/ 260350 h 263761"/>
              <a:gd name="connsiteX0" fmla="*/ 781050 w 781050"/>
              <a:gd name="connsiteY0" fmla="*/ 0 h 254423"/>
              <a:gd name="connsiteX1" fmla="*/ 546100 w 781050"/>
              <a:gd name="connsiteY1" fmla="*/ 177800 h 254423"/>
              <a:gd name="connsiteX2" fmla="*/ 336550 w 781050"/>
              <a:gd name="connsiteY2" fmla="*/ 254000 h 254423"/>
              <a:gd name="connsiteX3" fmla="*/ 0 w 781050"/>
              <a:gd name="connsiteY3" fmla="*/ 209550 h 254423"/>
              <a:gd name="connsiteX0" fmla="*/ 711200 w 711200"/>
              <a:gd name="connsiteY0" fmla="*/ 171450 h 444198"/>
              <a:gd name="connsiteX1" fmla="*/ 476250 w 711200"/>
              <a:gd name="connsiteY1" fmla="*/ 349250 h 444198"/>
              <a:gd name="connsiteX2" fmla="*/ 266700 w 711200"/>
              <a:gd name="connsiteY2" fmla="*/ 425450 h 444198"/>
              <a:gd name="connsiteX3" fmla="*/ 0 w 711200"/>
              <a:gd name="connsiteY3" fmla="*/ 0 h 444198"/>
              <a:gd name="connsiteX0" fmla="*/ 711200 w 711200"/>
              <a:gd name="connsiteY0" fmla="*/ 171450 h 464757"/>
              <a:gd name="connsiteX1" fmla="*/ 476250 w 711200"/>
              <a:gd name="connsiteY1" fmla="*/ 349250 h 464757"/>
              <a:gd name="connsiteX2" fmla="*/ 266700 w 711200"/>
              <a:gd name="connsiteY2" fmla="*/ 425450 h 464757"/>
              <a:gd name="connsiteX3" fmla="*/ 50800 w 711200"/>
              <a:gd name="connsiteY3" fmla="*/ 431799 h 464757"/>
              <a:gd name="connsiteX4" fmla="*/ 0 w 711200"/>
              <a:gd name="connsiteY4" fmla="*/ 0 h 464757"/>
              <a:gd name="connsiteX0" fmla="*/ 677396 w 677396"/>
              <a:gd name="connsiteY0" fmla="*/ 171450 h 464757"/>
              <a:gd name="connsiteX1" fmla="*/ 442446 w 677396"/>
              <a:gd name="connsiteY1" fmla="*/ 349250 h 464757"/>
              <a:gd name="connsiteX2" fmla="*/ 232896 w 677396"/>
              <a:gd name="connsiteY2" fmla="*/ 425450 h 464757"/>
              <a:gd name="connsiteX3" fmla="*/ 16996 w 677396"/>
              <a:gd name="connsiteY3" fmla="*/ 431799 h 464757"/>
              <a:gd name="connsiteX4" fmla="*/ 10646 w 677396"/>
              <a:gd name="connsiteY4" fmla="*/ 0 h 464757"/>
              <a:gd name="connsiteX0" fmla="*/ 677396 w 677396"/>
              <a:gd name="connsiteY0" fmla="*/ 171450 h 470917"/>
              <a:gd name="connsiteX1" fmla="*/ 442446 w 677396"/>
              <a:gd name="connsiteY1" fmla="*/ 349250 h 470917"/>
              <a:gd name="connsiteX2" fmla="*/ 245596 w 677396"/>
              <a:gd name="connsiteY2" fmla="*/ 444500 h 470917"/>
              <a:gd name="connsiteX3" fmla="*/ 16996 w 677396"/>
              <a:gd name="connsiteY3" fmla="*/ 431799 h 470917"/>
              <a:gd name="connsiteX4" fmla="*/ 10646 w 677396"/>
              <a:gd name="connsiteY4" fmla="*/ 0 h 470917"/>
              <a:gd name="connsiteX0" fmla="*/ 677396 w 677396"/>
              <a:gd name="connsiteY0" fmla="*/ 171450 h 470917"/>
              <a:gd name="connsiteX1" fmla="*/ 480546 w 677396"/>
              <a:gd name="connsiteY1" fmla="*/ 349250 h 470917"/>
              <a:gd name="connsiteX2" fmla="*/ 245596 w 677396"/>
              <a:gd name="connsiteY2" fmla="*/ 444500 h 470917"/>
              <a:gd name="connsiteX3" fmla="*/ 16996 w 677396"/>
              <a:gd name="connsiteY3" fmla="*/ 431799 h 470917"/>
              <a:gd name="connsiteX4" fmla="*/ 10646 w 677396"/>
              <a:gd name="connsiteY4" fmla="*/ 0 h 470917"/>
              <a:gd name="connsiteX0" fmla="*/ 677396 w 677396"/>
              <a:gd name="connsiteY0" fmla="*/ 171450 h 471898"/>
              <a:gd name="connsiteX1" fmla="*/ 480546 w 677396"/>
              <a:gd name="connsiteY1" fmla="*/ 330200 h 471898"/>
              <a:gd name="connsiteX2" fmla="*/ 245596 w 677396"/>
              <a:gd name="connsiteY2" fmla="*/ 444500 h 471898"/>
              <a:gd name="connsiteX3" fmla="*/ 16996 w 677396"/>
              <a:gd name="connsiteY3" fmla="*/ 431799 h 471898"/>
              <a:gd name="connsiteX4" fmla="*/ 10646 w 677396"/>
              <a:gd name="connsiteY4" fmla="*/ 0 h 471898"/>
              <a:gd name="connsiteX0" fmla="*/ 677396 w 677396"/>
              <a:gd name="connsiteY0" fmla="*/ 171450 h 471898"/>
              <a:gd name="connsiteX1" fmla="*/ 480546 w 677396"/>
              <a:gd name="connsiteY1" fmla="*/ 330200 h 471898"/>
              <a:gd name="connsiteX2" fmla="*/ 245596 w 677396"/>
              <a:gd name="connsiteY2" fmla="*/ 444500 h 471898"/>
              <a:gd name="connsiteX3" fmla="*/ 16996 w 677396"/>
              <a:gd name="connsiteY3" fmla="*/ 431799 h 471898"/>
              <a:gd name="connsiteX4" fmla="*/ 10646 w 677396"/>
              <a:gd name="connsiteY4" fmla="*/ 0 h 471898"/>
              <a:gd name="connsiteX0" fmla="*/ 677396 w 677396"/>
              <a:gd name="connsiteY0" fmla="*/ 171450 h 471898"/>
              <a:gd name="connsiteX1" fmla="*/ 480546 w 677396"/>
              <a:gd name="connsiteY1" fmla="*/ 330200 h 471898"/>
              <a:gd name="connsiteX2" fmla="*/ 245596 w 677396"/>
              <a:gd name="connsiteY2" fmla="*/ 444500 h 471898"/>
              <a:gd name="connsiteX3" fmla="*/ 16996 w 677396"/>
              <a:gd name="connsiteY3" fmla="*/ 431799 h 471898"/>
              <a:gd name="connsiteX4" fmla="*/ 10646 w 677396"/>
              <a:gd name="connsiteY4" fmla="*/ 0 h 471898"/>
              <a:gd name="connsiteX0" fmla="*/ 677396 w 677396"/>
              <a:gd name="connsiteY0" fmla="*/ 171450 h 471898"/>
              <a:gd name="connsiteX1" fmla="*/ 480546 w 677396"/>
              <a:gd name="connsiteY1" fmla="*/ 330200 h 471898"/>
              <a:gd name="connsiteX2" fmla="*/ 245596 w 677396"/>
              <a:gd name="connsiteY2" fmla="*/ 444500 h 471898"/>
              <a:gd name="connsiteX3" fmla="*/ 16996 w 677396"/>
              <a:gd name="connsiteY3" fmla="*/ 431799 h 471898"/>
              <a:gd name="connsiteX4" fmla="*/ 10646 w 677396"/>
              <a:gd name="connsiteY4" fmla="*/ 0 h 471898"/>
              <a:gd name="connsiteX0" fmla="*/ 677396 w 677396"/>
              <a:gd name="connsiteY0" fmla="*/ 171450 h 487937"/>
              <a:gd name="connsiteX1" fmla="*/ 480546 w 677396"/>
              <a:gd name="connsiteY1" fmla="*/ 330200 h 487937"/>
              <a:gd name="connsiteX2" fmla="*/ 245596 w 677396"/>
              <a:gd name="connsiteY2" fmla="*/ 444500 h 487937"/>
              <a:gd name="connsiteX3" fmla="*/ 16996 w 677396"/>
              <a:gd name="connsiteY3" fmla="*/ 431799 h 487937"/>
              <a:gd name="connsiteX4" fmla="*/ 10646 w 677396"/>
              <a:gd name="connsiteY4" fmla="*/ 0 h 487937"/>
              <a:gd name="connsiteX0" fmla="*/ 683746 w 683746"/>
              <a:gd name="connsiteY0" fmla="*/ 184150 h 487937"/>
              <a:gd name="connsiteX1" fmla="*/ 480546 w 683746"/>
              <a:gd name="connsiteY1" fmla="*/ 330200 h 487937"/>
              <a:gd name="connsiteX2" fmla="*/ 245596 w 683746"/>
              <a:gd name="connsiteY2" fmla="*/ 444500 h 487937"/>
              <a:gd name="connsiteX3" fmla="*/ 16996 w 683746"/>
              <a:gd name="connsiteY3" fmla="*/ 431799 h 487937"/>
              <a:gd name="connsiteX4" fmla="*/ 10646 w 683746"/>
              <a:gd name="connsiteY4" fmla="*/ 0 h 487937"/>
              <a:gd name="connsiteX0" fmla="*/ 664696 w 664696"/>
              <a:gd name="connsiteY0" fmla="*/ 222250 h 487937"/>
              <a:gd name="connsiteX1" fmla="*/ 480546 w 664696"/>
              <a:gd name="connsiteY1" fmla="*/ 330200 h 487937"/>
              <a:gd name="connsiteX2" fmla="*/ 245596 w 664696"/>
              <a:gd name="connsiteY2" fmla="*/ 444500 h 487937"/>
              <a:gd name="connsiteX3" fmla="*/ 16996 w 664696"/>
              <a:gd name="connsiteY3" fmla="*/ 431799 h 487937"/>
              <a:gd name="connsiteX4" fmla="*/ 10646 w 664696"/>
              <a:gd name="connsiteY4" fmla="*/ 0 h 487937"/>
              <a:gd name="connsiteX0" fmla="*/ 817096 w 817096"/>
              <a:gd name="connsiteY0" fmla="*/ 107950 h 487937"/>
              <a:gd name="connsiteX1" fmla="*/ 480546 w 817096"/>
              <a:gd name="connsiteY1" fmla="*/ 330200 h 487937"/>
              <a:gd name="connsiteX2" fmla="*/ 245596 w 817096"/>
              <a:gd name="connsiteY2" fmla="*/ 444500 h 487937"/>
              <a:gd name="connsiteX3" fmla="*/ 16996 w 817096"/>
              <a:gd name="connsiteY3" fmla="*/ 431799 h 487937"/>
              <a:gd name="connsiteX4" fmla="*/ 10646 w 817096"/>
              <a:gd name="connsiteY4" fmla="*/ 0 h 487937"/>
              <a:gd name="connsiteX0" fmla="*/ 817096 w 817096"/>
              <a:gd name="connsiteY0" fmla="*/ 107950 h 474643"/>
              <a:gd name="connsiteX1" fmla="*/ 531346 w 817096"/>
              <a:gd name="connsiteY1" fmla="*/ 279400 h 474643"/>
              <a:gd name="connsiteX2" fmla="*/ 245596 w 817096"/>
              <a:gd name="connsiteY2" fmla="*/ 444500 h 474643"/>
              <a:gd name="connsiteX3" fmla="*/ 16996 w 817096"/>
              <a:gd name="connsiteY3" fmla="*/ 431799 h 474643"/>
              <a:gd name="connsiteX4" fmla="*/ 10646 w 817096"/>
              <a:gd name="connsiteY4" fmla="*/ 0 h 474643"/>
              <a:gd name="connsiteX0" fmla="*/ 817096 w 817096"/>
              <a:gd name="connsiteY0" fmla="*/ 107950 h 472907"/>
              <a:gd name="connsiteX1" fmla="*/ 550396 w 817096"/>
              <a:gd name="connsiteY1" fmla="*/ 311150 h 472907"/>
              <a:gd name="connsiteX2" fmla="*/ 245596 w 817096"/>
              <a:gd name="connsiteY2" fmla="*/ 444500 h 472907"/>
              <a:gd name="connsiteX3" fmla="*/ 16996 w 817096"/>
              <a:gd name="connsiteY3" fmla="*/ 431799 h 472907"/>
              <a:gd name="connsiteX4" fmla="*/ 10646 w 817096"/>
              <a:gd name="connsiteY4" fmla="*/ 0 h 472907"/>
              <a:gd name="connsiteX0" fmla="*/ 817096 w 817096"/>
              <a:gd name="connsiteY0" fmla="*/ 107950 h 472907"/>
              <a:gd name="connsiteX1" fmla="*/ 550396 w 817096"/>
              <a:gd name="connsiteY1" fmla="*/ 311150 h 472907"/>
              <a:gd name="connsiteX2" fmla="*/ 245596 w 817096"/>
              <a:gd name="connsiteY2" fmla="*/ 444500 h 472907"/>
              <a:gd name="connsiteX3" fmla="*/ 16996 w 817096"/>
              <a:gd name="connsiteY3" fmla="*/ 431799 h 472907"/>
              <a:gd name="connsiteX4" fmla="*/ 10646 w 817096"/>
              <a:gd name="connsiteY4" fmla="*/ 0 h 472907"/>
              <a:gd name="connsiteX0" fmla="*/ 817096 w 817096"/>
              <a:gd name="connsiteY0" fmla="*/ 107950 h 472907"/>
              <a:gd name="connsiteX1" fmla="*/ 550396 w 817096"/>
              <a:gd name="connsiteY1" fmla="*/ 311150 h 472907"/>
              <a:gd name="connsiteX2" fmla="*/ 245596 w 817096"/>
              <a:gd name="connsiteY2" fmla="*/ 444500 h 472907"/>
              <a:gd name="connsiteX3" fmla="*/ 16996 w 817096"/>
              <a:gd name="connsiteY3" fmla="*/ 431799 h 472907"/>
              <a:gd name="connsiteX4" fmla="*/ 10646 w 817096"/>
              <a:gd name="connsiteY4" fmla="*/ 0 h 472907"/>
              <a:gd name="connsiteX0" fmla="*/ 829796 w 829796"/>
              <a:gd name="connsiteY0" fmla="*/ 114300 h 472907"/>
              <a:gd name="connsiteX1" fmla="*/ 550396 w 829796"/>
              <a:gd name="connsiteY1" fmla="*/ 311150 h 472907"/>
              <a:gd name="connsiteX2" fmla="*/ 245596 w 829796"/>
              <a:gd name="connsiteY2" fmla="*/ 444500 h 472907"/>
              <a:gd name="connsiteX3" fmla="*/ 16996 w 829796"/>
              <a:gd name="connsiteY3" fmla="*/ 431799 h 472907"/>
              <a:gd name="connsiteX4" fmla="*/ 10646 w 829796"/>
              <a:gd name="connsiteY4" fmla="*/ 0 h 472907"/>
              <a:gd name="connsiteX0" fmla="*/ 819150 w 819150"/>
              <a:gd name="connsiteY0" fmla="*/ 114300 h 472907"/>
              <a:gd name="connsiteX1" fmla="*/ 539750 w 819150"/>
              <a:gd name="connsiteY1" fmla="*/ 311150 h 472907"/>
              <a:gd name="connsiteX2" fmla="*/ 234950 w 819150"/>
              <a:gd name="connsiteY2" fmla="*/ 444500 h 472907"/>
              <a:gd name="connsiteX3" fmla="*/ 51442 w 819150"/>
              <a:gd name="connsiteY3" fmla="*/ 431799 h 472907"/>
              <a:gd name="connsiteX4" fmla="*/ 0 w 819150"/>
              <a:gd name="connsiteY4" fmla="*/ 0 h 472907"/>
              <a:gd name="connsiteX0" fmla="*/ 819150 w 819150"/>
              <a:gd name="connsiteY0" fmla="*/ 114300 h 455679"/>
              <a:gd name="connsiteX1" fmla="*/ 539750 w 819150"/>
              <a:gd name="connsiteY1" fmla="*/ 311150 h 455679"/>
              <a:gd name="connsiteX2" fmla="*/ 234950 w 819150"/>
              <a:gd name="connsiteY2" fmla="*/ 444500 h 455679"/>
              <a:gd name="connsiteX3" fmla="*/ 36411 w 819150"/>
              <a:gd name="connsiteY3" fmla="*/ 400049 h 455679"/>
              <a:gd name="connsiteX4" fmla="*/ 0 w 819150"/>
              <a:gd name="connsiteY4" fmla="*/ 0 h 455679"/>
              <a:gd name="connsiteX0" fmla="*/ 819150 w 819150"/>
              <a:gd name="connsiteY0" fmla="*/ 114300 h 431568"/>
              <a:gd name="connsiteX1" fmla="*/ 539750 w 819150"/>
              <a:gd name="connsiteY1" fmla="*/ 311150 h 431568"/>
              <a:gd name="connsiteX2" fmla="*/ 234950 w 819150"/>
              <a:gd name="connsiteY2" fmla="*/ 387350 h 431568"/>
              <a:gd name="connsiteX3" fmla="*/ 36411 w 819150"/>
              <a:gd name="connsiteY3" fmla="*/ 400049 h 431568"/>
              <a:gd name="connsiteX4" fmla="*/ 0 w 819150"/>
              <a:gd name="connsiteY4" fmla="*/ 0 h 431568"/>
              <a:gd name="connsiteX0" fmla="*/ 819150 w 819150"/>
              <a:gd name="connsiteY0" fmla="*/ 114300 h 431568"/>
              <a:gd name="connsiteX1" fmla="*/ 539750 w 819150"/>
              <a:gd name="connsiteY1" fmla="*/ 311150 h 431568"/>
              <a:gd name="connsiteX2" fmla="*/ 234950 w 819150"/>
              <a:gd name="connsiteY2" fmla="*/ 387350 h 431568"/>
              <a:gd name="connsiteX3" fmla="*/ 36411 w 819150"/>
              <a:gd name="connsiteY3" fmla="*/ 400049 h 431568"/>
              <a:gd name="connsiteX4" fmla="*/ 0 w 819150"/>
              <a:gd name="connsiteY4" fmla="*/ 0 h 431568"/>
              <a:gd name="connsiteX0" fmla="*/ 819150 w 819150"/>
              <a:gd name="connsiteY0" fmla="*/ 114300 h 432509"/>
              <a:gd name="connsiteX1" fmla="*/ 584843 w 819150"/>
              <a:gd name="connsiteY1" fmla="*/ 285750 h 432509"/>
              <a:gd name="connsiteX2" fmla="*/ 234950 w 819150"/>
              <a:gd name="connsiteY2" fmla="*/ 387350 h 432509"/>
              <a:gd name="connsiteX3" fmla="*/ 36411 w 819150"/>
              <a:gd name="connsiteY3" fmla="*/ 400049 h 432509"/>
              <a:gd name="connsiteX4" fmla="*/ 0 w 819150"/>
              <a:gd name="connsiteY4" fmla="*/ 0 h 432509"/>
              <a:gd name="connsiteX0" fmla="*/ 819150 w 819150"/>
              <a:gd name="connsiteY0" fmla="*/ 114300 h 440818"/>
              <a:gd name="connsiteX1" fmla="*/ 584843 w 819150"/>
              <a:gd name="connsiteY1" fmla="*/ 285750 h 440818"/>
              <a:gd name="connsiteX2" fmla="*/ 242466 w 819150"/>
              <a:gd name="connsiteY2" fmla="*/ 412750 h 440818"/>
              <a:gd name="connsiteX3" fmla="*/ 36411 w 819150"/>
              <a:gd name="connsiteY3" fmla="*/ 400049 h 440818"/>
              <a:gd name="connsiteX4" fmla="*/ 0 w 819150"/>
              <a:gd name="connsiteY4" fmla="*/ 0 h 440818"/>
              <a:gd name="connsiteX0" fmla="*/ 819150 w 819150"/>
              <a:gd name="connsiteY0" fmla="*/ 114300 h 442893"/>
              <a:gd name="connsiteX1" fmla="*/ 584843 w 819150"/>
              <a:gd name="connsiteY1" fmla="*/ 285750 h 442893"/>
              <a:gd name="connsiteX2" fmla="*/ 242466 w 819150"/>
              <a:gd name="connsiteY2" fmla="*/ 412750 h 442893"/>
              <a:gd name="connsiteX3" fmla="*/ 36411 w 819150"/>
              <a:gd name="connsiteY3" fmla="*/ 400049 h 442893"/>
              <a:gd name="connsiteX4" fmla="*/ 0 w 819150"/>
              <a:gd name="connsiteY4" fmla="*/ 0 h 442893"/>
              <a:gd name="connsiteX0" fmla="*/ 819150 w 819150"/>
              <a:gd name="connsiteY0" fmla="*/ 114300 h 435898"/>
              <a:gd name="connsiteX1" fmla="*/ 584843 w 819150"/>
              <a:gd name="connsiteY1" fmla="*/ 285750 h 435898"/>
              <a:gd name="connsiteX2" fmla="*/ 249981 w 819150"/>
              <a:gd name="connsiteY2" fmla="*/ 393700 h 435898"/>
              <a:gd name="connsiteX3" fmla="*/ 36411 w 819150"/>
              <a:gd name="connsiteY3" fmla="*/ 400049 h 435898"/>
              <a:gd name="connsiteX4" fmla="*/ 0 w 819150"/>
              <a:gd name="connsiteY4" fmla="*/ 0 h 435898"/>
              <a:gd name="connsiteX0" fmla="*/ 819150 w 819150"/>
              <a:gd name="connsiteY0" fmla="*/ 114300 h 442893"/>
              <a:gd name="connsiteX1" fmla="*/ 584843 w 819150"/>
              <a:gd name="connsiteY1" fmla="*/ 285750 h 442893"/>
              <a:gd name="connsiteX2" fmla="*/ 280043 w 819150"/>
              <a:gd name="connsiteY2" fmla="*/ 412750 h 442893"/>
              <a:gd name="connsiteX3" fmla="*/ 36411 w 819150"/>
              <a:gd name="connsiteY3" fmla="*/ 400049 h 442893"/>
              <a:gd name="connsiteX4" fmla="*/ 0 w 819150"/>
              <a:gd name="connsiteY4" fmla="*/ 0 h 442893"/>
              <a:gd name="connsiteX0" fmla="*/ 819150 w 819150"/>
              <a:gd name="connsiteY0" fmla="*/ 114300 h 440818"/>
              <a:gd name="connsiteX1" fmla="*/ 584843 w 819150"/>
              <a:gd name="connsiteY1" fmla="*/ 285750 h 440818"/>
              <a:gd name="connsiteX2" fmla="*/ 280043 w 819150"/>
              <a:gd name="connsiteY2" fmla="*/ 412750 h 440818"/>
              <a:gd name="connsiteX3" fmla="*/ 36411 w 819150"/>
              <a:gd name="connsiteY3" fmla="*/ 400049 h 440818"/>
              <a:gd name="connsiteX4" fmla="*/ 0 w 819150"/>
              <a:gd name="connsiteY4" fmla="*/ 0 h 440818"/>
              <a:gd name="connsiteX0" fmla="*/ 849212 w 849212"/>
              <a:gd name="connsiteY0" fmla="*/ 120650 h 440818"/>
              <a:gd name="connsiteX1" fmla="*/ 584843 w 849212"/>
              <a:gd name="connsiteY1" fmla="*/ 285750 h 440818"/>
              <a:gd name="connsiteX2" fmla="*/ 280043 w 849212"/>
              <a:gd name="connsiteY2" fmla="*/ 412750 h 440818"/>
              <a:gd name="connsiteX3" fmla="*/ 36411 w 849212"/>
              <a:gd name="connsiteY3" fmla="*/ 400049 h 440818"/>
              <a:gd name="connsiteX4" fmla="*/ 0 w 849212"/>
              <a:gd name="connsiteY4" fmla="*/ 0 h 440818"/>
              <a:gd name="connsiteX0" fmla="*/ 849212 w 849212"/>
              <a:gd name="connsiteY0" fmla="*/ 120650 h 440482"/>
              <a:gd name="connsiteX1" fmla="*/ 614904 w 849212"/>
              <a:gd name="connsiteY1" fmla="*/ 292100 h 440482"/>
              <a:gd name="connsiteX2" fmla="*/ 280043 w 849212"/>
              <a:gd name="connsiteY2" fmla="*/ 412750 h 440482"/>
              <a:gd name="connsiteX3" fmla="*/ 36411 w 849212"/>
              <a:gd name="connsiteY3" fmla="*/ 400049 h 440482"/>
              <a:gd name="connsiteX4" fmla="*/ 0 w 849212"/>
              <a:gd name="connsiteY4" fmla="*/ 0 h 440482"/>
              <a:gd name="connsiteX0" fmla="*/ 879274 w 879274"/>
              <a:gd name="connsiteY0" fmla="*/ 133350 h 440482"/>
              <a:gd name="connsiteX1" fmla="*/ 614904 w 879274"/>
              <a:gd name="connsiteY1" fmla="*/ 292100 h 440482"/>
              <a:gd name="connsiteX2" fmla="*/ 280043 w 879274"/>
              <a:gd name="connsiteY2" fmla="*/ 412750 h 440482"/>
              <a:gd name="connsiteX3" fmla="*/ 36411 w 879274"/>
              <a:gd name="connsiteY3" fmla="*/ 400049 h 440482"/>
              <a:gd name="connsiteX4" fmla="*/ 0 w 879274"/>
              <a:gd name="connsiteY4" fmla="*/ 0 h 440482"/>
              <a:gd name="connsiteX0" fmla="*/ 936071 w 936071"/>
              <a:gd name="connsiteY0" fmla="*/ 133350 h 423011"/>
              <a:gd name="connsiteX1" fmla="*/ 671701 w 936071"/>
              <a:gd name="connsiteY1" fmla="*/ 292100 h 423011"/>
              <a:gd name="connsiteX2" fmla="*/ 336840 w 936071"/>
              <a:gd name="connsiteY2" fmla="*/ 412750 h 423011"/>
              <a:gd name="connsiteX3" fmla="*/ 10539 w 936071"/>
              <a:gd name="connsiteY3" fmla="*/ 368299 h 423011"/>
              <a:gd name="connsiteX4" fmla="*/ 56797 w 936071"/>
              <a:gd name="connsiteY4" fmla="*/ 0 h 423011"/>
              <a:gd name="connsiteX0" fmla="*/ 902401 w 902401"/>
              <a:gd name="connsiteY0" fmla="*/ 133350 h 432612"/>
              <a:gd name="connsiteX1" fmla="*/ 638031 w 902401"/>
              <a:gd name="connsiteY1" fmla="*/ 292100 h 432612"/>
              <a:gd name="connsiteX2" fmla="*/ 303170 w 902401"/>
              <a:gd name="connsiteY2" fmla="*/ 412750 h 432612"/>
              <a:gd name="connsiteX3" fmla="*/ 14447 w 902401"/>
              <a:gd name="connsiteY3" fmla="*/ 387349 h 432612"/>
              <a:gd name="connsiteX4" fmla="*/ 23127 w 902401"/>
              <a:gd name="connsiteY4" fmla="*/ 0 h 432612"/>
              <a:gd name="connsiteX0" fmla="*/ 795832 w 795832"/>
              <a:gd name="connsiteY0" fmla="*/ 311150 h 432612"/>
              <a:gd name="connsiteX1" fmla="*/ 638031 w 795832"/>
              <a:gd name="connsiteY1" fmla="*/ 292100 h 432612"/>
              <a:gd name="connsiteX2" fmla="*/ 303170 w 795832"/>
              <a:gd name="connsiteY2" fmla="*/ 412750 h 432612"/>
              <a:gd name="connsiteX3" fmla="*/ 14447 w 795832"/>
              <a:gd name="connsiteY3" fmla="*/ 387349 h 432612"/>
              <a:gd name="connsiteX4" fmla="*/ 23127 w 795832"/>
              <a:gd name="connsiteY4" fmla="*/ 0 h 432612"/>
              <a:gd name="connsiteX0" fmla="*/ 795832 w 795832"/>
              <a:gd name="connsiteY0" fmla="*/ 311150 h 464725"/>
              <a:gd name="connsiteX1" fmla="*/ 417281 w 795832"/>
              <a:gd name="connsiteY1" fmla="*/ 461433 h 464725"/>
              <a:gd name="connsiteX2" fmla="*/ 303170 w 795832"/>
              <a:gd name="connsiteY2" fmla="*/ 412750 h 464725"/>
              <a:gd name="connsiteX3" fmla="*/ 14447 w 795832"/>
              <a:gd name="connsiteY3" fmla="*/ 387349 h 464725"/>
              <a:gd name="connsiteX4" fmla="*/ 23127 w 795832"/>
              <a:gd name="connsiteY4" fmla="*/ 0 h 464725"/>
              <a:gd name="connsiteX0" fmla="*/ 795832 w 795832"/>
              <a:gd name="connsiteY0" fmla="*/ 311150 h 464725"/>
              <a:gd name="connsiteX1" fmla="*/ 417281 w 795832"/>
              <a:gd name="connsiteY1" fmla="*/ 461433 h 464725"/>
              <a:gd name="connsiteX2" fmla="*/ 303170 w 795832"/>
              <a:gd name="connsiteY2" fmla="*/ 412750 h 464725"/>
              <a:gd name="connsiteX3" fmla="*/ 14447 w 795832"/>
              <a:gd name="connsiteY3" fmla="*/ 387349 h 464725"/>
              <a:gd name="connsiteX4" fmla="*/ 23127 w 795832"/>
              <a:gd name="connsiteY4" fmla="*/ 0 h 464725"/>
              <a:gd name="connsiteX0" fmla="*/ 795832 w 795832"/>
              <a:gd name="connsiteY0" fmla="*/ 311150 h 440894"/>
              <a:gd name="connsiteX1" fmla="*/ 485790 w 795832"/>
              <a:gd name="connsiteY1" fmla="*/ 436033 h 440894"/>
              <a:gd name="connsiteX2" fmla="*/ 303170 w 795832"/>
              <a:gd name="connsiteY2" fmla="*/ 412750 h 440894"/>
              <a:gd name="connsiteX3" fmla="*/ 14447 w 795832"/>
              <a:gd name="connsiteY3" fmla="*/ 387349 h 440894"/>
              <a:gd name="connsiteX4" fmla="*/ 23127 w 795832"/>
              <a:gd name="connsiteY4" fmla="*/ 0 h 440894"/>
              <a:gd name="connsiteX0" fmla="*/ 658815 w 658815"/>
              <a:gd name="connsiteY0" fmla="*/ 82550 h 456919"/>
              <a:gd name="connsiteX1" fmla="*/ 485790 w 658815"/>
              <a:gd name="connsiteY1" fmla="*/ 436033 h 456919"/>
              <a:gd name="connsiteX2" fmla="*/ 303170 w 658815"/>
              <a:gd name="connsiteY2" fmla="*/ 412750 h 456919"/>
              <a:gd name="connsiteX3" fmla="*/ 14447 w 658815"/>
              <a:gd name="connsiteY3" fmla="*/ 387349 h 456919"/>
              <a:gd name="connsiteX4" fmla="*/ 23127 w 658815"/>
              <a:gd name="connsiteY4" fmla="*/ 0 h 456919"/>
              <a:gd name="connsiteX0" fmla="*/ 658815 w 658815"/>
              <a:gd name="connsiteY0" fmla="*/ 82550 h 432612"/>
              <a:gd name="connsiteX1" fmla="*/ 371610 w 658815"/>
              <a:gd name="connsiteY1" fmla="*/ 292100 h 432612"/>
              <a:gd name="connsiteX2" fmla="*/ 303170 w 658815"/>
              <a:gd name="connsiteY2" fmla="*/ 412750 h 432612"/>
              <a:gd name="connsiteX3" fmla="*/ 14447 w 658815"/>
              <a:gd name="connsiteY3" fmla="*/ 387349 h 432612"/>
              <a:gd name="connsiteX4" fmla="*/ 23127 w 658815"/>
              <a:gd name="connsiteY4" fmla="*/ 0 h 432612"/>
              <a:gd name="connsiteX0" fmla="*/ 658815 w 658815"/>
              <a:gd name="connsiteY0" fmla="*/ 82550 h 437006"/>
              <a:gd name="connsiteX1" fmla="*/ 371610 w 658815"/>
              <a:gd name="connsiteY1" fmla="*/ 292100 h 437006"/>
              <a:gd name="connsiteX2" fmla="*/ 188989 w 658815"/>
              <a:gd name="connsiteY2" fmla="*/ 421217 h 437006"/>
              <a:gd name="connsiteX3" fmla="*/ 14447 w 658815"/>
              <a:gd name="connsiteY3" fmla="*/ 387349 h 437006"/>
              <a:gd name="connsiteX4" fmla="*/ 23127 w 658815"/>
              <a:gd name="connsiteY4" fmla="*/ 0 h 437006"/>
              <a:gd name="connsiteX0" fmla="*/ 658815 w 658815"/>
              <a:gd name="connsiteY0" fmla="*/ 82550 h 437006"/>
              <a:gd name="connsiteX1" fmla="*/ 394446 w 658815"/>
              <a:gd name="connsiteY1" fmla="*/ 292100 h 437006"/>
              <a:gd name="connsiteX2" fmla="*/ 188989 w 658815"/>
              <a:gd name="connsiteY2" fmla="*/ 421217 h 437006"/>
              <a:gd name="connsiteX3" fmla="*/ 14447 w 658815"/>
              <a:gd name="connsiteY3" fmla="*/ 387349 h 437006"/>
              <a:gd name="connsiteX4" fmla="*/ 23127 w 658815"/>
              <a:gd name="connsiteY4" fmla="*/ 0 h 437006"/>
              <a:gd name="connsiteX0" fmla="*/ 658815 w 658815"/>
              <a:gd name="connsiteY0" fmla="*/ 82550 h 437006"/>
              <a:gd name="connsiteX1" fmla="*/ 394446 w 658815"/>
              <a:gd name="connsiteY1" fmla="*/ 292100 h 437006"/>
              <a:gd name="connsiteX2" fmla="*/ 188989 w 658815"/>
              <a:gd name="connsiteY2" fmla="*/ 421217 h 437006"/>
              <a:gd name="connsiteX3" fmla="*/ 14447 w 658815"/>
              <a:gd name="connsiteY3" fmla="*/ 387349 h 437006"/>
              <a:gd name="connsiteX4" fmla="*/ 23127 w 658815"/>
              <a:gd name="connsiteY4" fmla="*/ 0 h 437006"/>
              <a:gd name="connsiteX0" fmla="*/ 643590 w 643590"/>
              <a:gd name="connsiteY0" fmla="*/ 107950 h 437006"/>
              <a:gd name="connsiteX1" fmla="*/ 394446 w 643590"/>
              <a:gd name="connsiteY1" fmla="*/ 292100 h 437006"/>
              <a:gd name="connsiteX2" fmla="*/ 188989 w 643590"/>
              <a:gd name="connsiteY2" fmla="*/ 421217 h 437006"/>
              <a:gd name="connsiteX3" fmla="*/ 14447 w 643590"/>
              <a:gd name="connsiteY3" fmla="*/ 387349 h 437006"/>
              <a:gd name="connsiteX4" fmla="*/ 23127 w 643590"/>
              <a:gd name="connsiteY4" fmla="*/ 0 h 437006"/>
              <a:gd name="connsiteX0" fmla="*/ 643590 w 643590"/>
              <a:gd name="connsiteY0" fmla="*/ 107950 h 437006"/>
              <a:gd name="connsiteX1" fmla="*/ 394446 w 643590"/>
              <a:gd name="connsiteY1" fmla="*/ 292100 h 437006"/>
              <a:gd name="connsiteX2" fmla="*/ 188989 w 643590"/>
              <a:gd name="connsiteY2" fmla="*/ 421217 h 437006"/>
              <a:gd name="connsiteX3" fmla="*/ 14447 w 643590"/>
              <a:gd name="connsiteY3" fmla="*/ 387349 h 437006"/>
              <a:gd name="connsiteX4" fmla="*/ 23127 w 643590"/>
              <a:gd name="connsiteY4" fmla="*/ 0 h 437006"/>
              <a:gd name="connsiteX0" fmla="*/ 643590 w 643590"/>
              <a:gd name="connsiteY0" fmla="*/ 107950 h 437006"/>
              <a:gd name="connsiteX1" fmla="*/ 394446 w 643590"/>
              <a:gd name="connsiteY1" fmla="*/ 292100 h 437006"/>
              <a:gd name="connsiteX2" fmla="*/ 188989 w 643590"/>
              <a:gd name="connsiteY2" fmla="*/ 421217 h 437006"/>
              <a:gd name="connsiteX3" fmla="*/ 14447 w 643590"/>
              <a:gd name="connsiteY3" fmla="*/ 387349 h 437006"/>
              <a:gd name="connsiteX4" fmla="*/ 23127 w 643590"/>
              <a:gd name="connsiteY4" fmla="*/ 0 h 437006"/>
              <a:gd name="connsiteX0" fmla="*/ 476126 w 476126"/>
              <a:gd name="connsiteY0" fmla="*/ 218017 h 437006"/>
              <a:gd name="connsiteX1" fmla="*/ 394446 w 476126"/>
              <a:gd name="connsiteY1" fmla="*/ 292100 h 437006"/>
              <a:gd name="connsiteX2" fmla="*/ 188989 w 476126"/>
              <a:gd name="connsiteY2" fmla="*/ 421217 h 437006"/>
              <a:gd name="connsiteX3" fmla="*/ 14447 w 476126"/>
              <a:gd name="connsiteY3" fmla="*/ 387349 h 437006"/>
              <a:gd name="connsiteX4" fmla="*/ 23127 w 476126"/>
              <a:gd name="connsiteY4" fmla="*/ 0 h 437006"/>
              <a:gd name="connsiteX0" fmla="*/ 476126 w 476126"/>
              <a:gd name="connsiteY0" fmla="*/ 218017 h 432064"/>
              <a:gd name="connsiteX1" fmla="*/ 333550 w 476126"/>
              <a:gd name="connsiteY1" fmla="*/ 368300 h 432064"/>
              <a:gd name="connsiteX2" fmla="*/ 188989 w 476126"/>
              <a:gd name="connsiteY2" fmla="*/ 421217 h 432064"/>
              <a:gd name="connsiteX3" fmla="*/ 14447 w 476126"/>
              <a:gd name="connsiteY3" fmla="*/ 387349 h 432064"/>
              <a:gd name="connsiteX4" fmla="*/ 23127 w 476126"/>
              <a:gd name="connsiteY4" fmla="*/ 0 h 432064"/>
              <a:gd name="connsiteX0" fmla="*/ 476126 w 476126"/>
              <a:gd name="connsiteY0" fmla="*/ 218017 h 432064"/>
              <a:gd name="connsiteX1" fmla="*/ 333550 w 476126"/>
              <a:gd name="connsiteY1" fmla="*/ 368300 h 432064"/>
              <a:gd name="connsiteX2" fmla="*/ 188989 w 476126"/>
              <a:gd name="connsiteY2" fmla="*/ 421217 h 432064"/>
              <a:gd name="connsiteX3" fmla="*/ 14447 w 476126"/>
              <a:gd name="connsiteY3" fmla="*/ 387349 h 432064"/>
              <a:gd name="connsiteX4" fmla="*/ 23127 w 476126"/>
              <a:gd name="connsiteY4" fmla="*/ 0 h 432064"/>
              <a:gd name="connsiteX0" fmla="*/ 452999 w 452999"/>
              <a:gd name="connsiteY0" fmla="*/ 218017 h 437108"/>
              <a:gd name="connsiteX1" fmla="*/ 310423 w 452999"/>
              <a:gd name="connsiteY1" fmla="*/ 368300 h 437108"/>
              <a:gd name="connsiteX2" fmla="*/ 165862 w 452999"/>
              <a:gd name="connsiteY2" fmla="*/ 421217 h 437108"/>
              <a:gd name="connsiteX3" fmla="*/ 29380 w 452999"/>
              <a:gd name="connsiteY3" fmla="*/ 395816 h 437108"/>
              <a:gd name="connsiteX4" fmla="*/ 0 w 452999"/>
              <a:gd name="connsiteY4" fmla="*/ 0 h 437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2999" h="437108">
                <a:moveTo>
                  <a:pt x="452999" y="218017"/>
                </a:moveTo>
                <a:cubicBezTo>
                  <a:pt x="304057" y="328083"/>
                  <a:pt x="358279" y="334433"/>
                  <a:pt x="310423" y="368300"/>
                </a:cubicBezTo>
                <a:cubicBezTo>
                  <a:pt x="262567" y="402167"/>
                  <a:pt x="212702" y="416631"/>
                  <a:pt x="165862" y="421217"/>
                </a:cubicBezTo>
                <a:cubicBezTo>
                  <a:pt x="119022" y="425803"/>
                  <a:pt x="73830" y="466724"/>
                  <a:pt x="29380" y="395816"/>
                </a:cubicBezTo>
                <a:cubicBezTo>
                  <a:pt x="-15070" y="324908"/>
                  <a:pt x="21167" y="27517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1B03FFD-5B54-492A-86F4-77083435CFD4}"/>
              </a:ext>
            </a:extLst>
          </p:cNvPr>
          <p:cNvSpPr txBox="1"/>
          <p:nvPr/>
        </p:nvSpPr>
        <p:spPr>
          <a:xfrm>
            <a:off x="1905463" y="4231205"/>
            <a:ext cx="1112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ambient air (21% FiO</a:t>
            </a:r>
            <a:r>
              <a:rPr lang="en-US" sz="1400" baseline="-25000" dirty="0">
                <a:solidFill>
                  <a:srgbClr val="FF0000"/>
                </a:solidFill>
              </a:rPr>
              <a:t>2</a:t>
            </a:r>
            <a:r>
              <a:rPr lang="en-US" sz="1400" dirty="0">
                <a:solidFill>
                  <a:srgbClr val="FF0000"/>
                </a:solidFill>
              </a:rPr>
              <a:t>) </a:t>
            </a: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25081039-7D92-4B53-A216-31624C271A97}"/>
              </a:ext>
            </a:extLst>
          </p:cNvPr>
          <p:cNvSpPr/>
          <p:nvPr/>
        </p:nvSpPr>
        <p:spPr>
          <a:xfrm>
            <a:off x="8073451" y="3342061"/>
            <a:ext cx="741680" cy="604520"/>
          </a:xfrm>
          <a:custGeom>
            <a:avLst/>
            <a:gdLst>
              <a:gd name="connsiteX0" fmla="*/ 741680 w 741680"/>
              <a:gd name="connsiteY0" fmla="*/ 0 h 604520"/>
              <a:gd name="connsiteX1" fmla="*/ 624840 w 741680"/>
              <a:gd name="connsiteY1" fmla="*/ 86360 h 604520"/>
              <a:gd name="connsiteX2" fmla="*/ 462280 w 741680"/>
              <a:gd name="connsiteY2" fmla="*/ 375920 h 604520"/>
              <a:gd name="connsiteX3" fmla="*/ 289560 w 741680"/>
              <a:gd name="connsiteY3" fmla="*/ 563880 h 604520"/>
              <a:gd name="connsiteX4" fmla="*/ 0 w 741680"/>
              <a:gd name="connsiteY4" fmla="*/ 604520 h 60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1680" h="604520">
                <a:moveTo>
                  <a:pt x="741680" y="0"/>
                </a:moveTo>
                <a:cubicBezTo>
                  <a:pt x="706543" y="11853"/>
                  <a:pt x="671407" y="23707"/>
                  <a:pt x="624840" y="86360"/>
                </a:cubicBezTo>
                <a:cubicBezTo>
                  <a:pt x="578273" y="149013"/>
                  <a:pt x="518160" y="296333"/>
                  <a:pt x="462280" y="375920"/>
                </a:cubicBezTo>
                <a:cubicBezTo>
                  <a:pt x="406400" y="455507"/>
                  <a:pt x="366607" y="525780"/>
                  <a:pt x="289560" y="563880"/>
                </a:cubicBezTo>
                <a:cubicBezTo>
                  <a:pt x="212513" y="601980"/>
                  <a:pt x="106256" y="603250"/>
                  <a:pt x="0" y="604520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E15EAB4F-9FFC-4F5F-A1AA-696D6CCF0962}"/>
              </a:ext>
            </a:extLst>
          </p:cNvPr>
          <p:cNvSpPr/>
          <p:nvPr/>
        </p:nvSpPr>
        <p:spPr>
          <a:xfrm>
            <a:off x="6384212" y="3469918"/>
            <a:ext cx="426720" cy="279400"/>
          </a:xfrm>
          <a:custGeom>
            <a:avLst/>
            <a:gdLst>
              <a:gd name="connsiteX0" fmla="*/ 426720 w 426720"/>
              <a:gd name="connsiteY0" fmla="*/ 279400 h 279400"/>
              <a:gd name="connsiteX1" fmla="*/ 208280 w 426720"/>
              <a:gd name="connsiteY1" fmla="*/ 193040 h 279400"/>
              <a:gd name="connsiteX2" fmla="*/ 0 w 426720"/>
              <a:gd name="connsiteY2" fmla="*/ 0 h 279400"/>
              <a:gd name="connsiteX3" fmla="*/ 0 w 426720"/>
              <a:gd name="connsiteY3" fmla="*/ 0 h 27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720" h="279400">
                <a:moveTo>
                  <a:pt x="426720" y="279400"/>
                </a:moveTo>
                <a:cubicBezTo>
                  <a:pt x="353060" y="259503"/>
                  <a:pt x="279400" y="239607"/>
                  <a:pt x="208280" y="193040"/>
                </a:cubicBezTo>
                <a:cubicBezTo>
                  <a:pt x="137160" y="146473"/>
                  <a:pt x="0" y="0"/>
                  <a:pt x="0" y="0"/>
                </a:cubicBezTo>
                <a:lnTo>
                  <a:pt x="0" y="0"/>
                </a:ln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65497CF-2BEE-448C-8638-164184328F2B}"/>
              </a:ext>
            </a:extLst>
          </p:cNvPr>
          <p:cNvSpPr txBox="1"/>
          <p:nvPr/>
        </p:nvSpPr>
        <p:spPr>
          <a:xfrm>
            <a:off x="8073451" y="2852609"/>
            <a:ext cx="1890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100% FiO</a:t>
            </a:r>
            <a:r>
              <a:rPr lang="en-US" sz="1400" baseline="-250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03AC5F36-ADFF-4DA9-A5E6-59F1F44A4F16}"/>
              </a:ext>
            </a:extLst>
          </p:cNvPr>
          <p:cNvGrpSpPr/>
          <p:nvPr/>
        </p:nvGrpSpPr>
        <p:grpSpPr>
          <a:xfrm>
            <a:off x="7199568" y="3716490"/>
            <a:ext cx="203938" cy="372276"/>
            <a:chOff x="6904623" y="3818372"/>
            <a:chExt cx="203938" cy="372276"/>
          </a:xfrm>
        </p:grpSpPr>
        <p:sp>
          <p:nvSpPr>
            <p:cNvPr id="128" name="Parallelogram 127">
              <a:extLst>
                <a:ext uri="{FF2B5EF4-FFF2-40B4-BE49-F238E27FC236}">
                  <a16:creationId xmlns:a16="http://schemas.microsoft.com/office/drawing/2014/main" id="{7D23F0CC-E126-4116-A165-AEACF9707BE3}"/>
                </a:ext>
              </a:extLst>
            </p:cNvPr>
            <p:cNvSpPr/>
            <p:nvPr/>
          </p:nvSpPr>
          <p:spPr>
            <a:xfrm rot="752080">
              <a:off x="6904623" y="3818372"/>
              <a:ext cx="54985" cy="326132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Parallelogram 129">
              <a:extLst>
                <a:ext uri="{FF2B5EF4-FFF2-40B4-BE49-F238E27FC236}">
                  <a16:creationId xmlns:a16="http://schemas.microsoft.com/office/drawing/2014/main" id="{74445DB6-FA36-4F22-8436-28E6808F6C15}"/>
                </a:ext>
              </a:extLst>
            </p:cNvPr>
            <p:cNvSpPr/>
            <p:nvPr/>
          </p:nvSpPr>
          <p:spPr>
            <a:xfrm rot="752080">
              <a:off x="6978649" y="3832973"/>
              <a:ext cx="54985" cy="326132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Parallelogram 130">
              <a:extLst>
                <a:ext uri="{FF2B5EF4-FFF2-40B4-BE49-F238E27FC236}">
                  <a16:creationId xmlns:a16="http://schemas.microsoft.com/office/drawing/2014/main" id="{2FE21FC3-FCAD-45FD-BD43-A0AC336B118C}"/>
                </a:ext>
              </a:extLst>
            </p:cNvPr>
            <p:cNvSpPr/>
            <p:nvPr/>
          </p:nvSpPr>
          <p:spPr>
            <a:xfrm rot="752080">
              <a:off x="7053576" y="3864516"/>
              <a:ext cx="54985" cy="326132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896D2F8-39EB-4B30-91BE-B647AFF181F2}"/>
              </a:ext>
            </a:extLst>
          </p:cNvPr>
          <p:cNvSpPr/>
          <p:nvPr/>
        </p:nvSpPr>
        <p:spPr>
          <a:xfrm rot="576092">
            <a:off x="3173737" y="3988075"/>
            <a:ext cx="287068" cy="464150"/>
          </a:xfrm>
          <a:custGeom>
            <a:avLst/>
            <a:gdLst>
              <a:gd name="connsiteX0" fmla="*/ 238624 w 315502"/>
              <a:gd name="connsiteY0" fmla="*/ 34813 h 366709"/>
              <a:gd name="connsiteX1" fmla="*/ 111624 w 315502"/>
              <a:gd name="connsiteY1" fmla="*/ 9413 h 366709"/>
              <a:gd name="connsiteX2" fmla="*/ 1557 w 315502"/>
              <a:gd name="connsiteY2" fmla="*/ 144880 h 366709"/>
              <a:gd name="connsiteX3" fmla="*/ 52357 w 315502"/>
              <a:gd name="connsiteY3" fmla="*/ 348080 h 366709"/>
              <a:gd name="connsiteX4" fmla="*/ 128557 w 315502"/>
              <a:gd name="connsiteY4" fmla="*/ 356547 h 366709"/>
              <a:gd name="connsiteX5" fmla="*/ 187824 w 315502"/>
              <a:gd name="connsiteY5" fmla="*/ 339613 h 366709"/>
              <a:gd name="connsiteX6" fmla="*/ 314824 w 315502"/>
              <a:gd name="connsiteY6" fmla="*/ 322680 h 366709"/>
              <a:gd name="connsiteX7" fmla="*/ 238624 w 315502"/>
              <a:gd name="connsiteY7" fmla="*/ 221080 h 366709"/>
              <a:gd name="connsiteX8" fmla="*/ 238624 w 315502"/>
              <a:gd name="connsiteY8" fmla="*/ 34813 h 366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5502" h="366709">
                <a:moveTo>
                  <a:pt x="238624" y="34813"/>
                </a:moveTo>
                <a:cubicBezTo>
                  <a:pt x="217457" y="-465"/>
                  <a:pt x="151135" y="-8931"/>
                  <a:pt x="111624" y="9413"/>
                </a:cubicBezTo>
                <a:cubicBezTo>
                  <a:pt x="72113" y="27757"/>
                  <a:pt x="11435" y="88436"/>
                  <a:pt x="1557" y="144880"/>
                </a:cubicBezTo>
                <a:cubicBezTo>
                  <a:pt x="-8321" y="201324"/>
                  <a:pt x="31190" y="312802"/>
                  <a:pt x="52357" y="348080"/>
                </a:cubicBezTo>
                <a:cubicBezTo>
                  <a:pt x="73524" y="383358"/>
                  <a:pt x="105979" y="357958"/>
                  <a:pt x="128557" y="356547"/>
                </a:cubicBezTo>
                <a:cubicBezTo>
                  <a:pt x="151135" y="355136"/>
                  <a:pt x="156779" y="345258"/>
                  <a:pt x="187824" y="339613"/>
                </a:cubicBezTo>
                <a:cubicBezTo>
                  <a:pt x="218868" y="333969"/>
                  <a:pt x="306357" y="342435"/>
                  <a:pt x="314824" y="322680"/>
                </a:cubicBezTo>
                <a:cubicBezTo>
                  <a:pt x="323291" y="302925"/>
                  <a:pt x="249913" y="264824"/>
                  <a:pt x="238624" y="221080"/>
                </a:cubicBezTo>
                <a:cubicBezTo>
                  <a:pt x="227335" y="177336"/>
                  <a:pt x="259791" y="70091"/>
                  <a:pt x="238624" y="34813"/>
                </a:cubicBezTo>
                <a:close/>
              </a:path>
            </a:pathLst>
          </a:custGeom>
          <a:gradFill flip="none" rotWithShape="1">
            <a:gsLst>
              <a:gs pos="71000">
                <a:schemeClr val="accent2">
                  <a:lumMod val="20000"/>
                  <a:lumOff val="80000"/>
                </a:schemeClr>
              </a:gs>
              <a:gs pos="31000">
                <a:srgbClr val="F8CCAE"/>
              </a:gs>
              <a:gs pos="0">
                <a:srgbClr val="F6C3A0"/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35000">
                  <a:schemeClr val="accent2">
                    <a:lumMod val="20000"/>
                    <a:lumOff val="80000"/>
                  </a:schemeClr>
                </a:gs>
                <a:gs pos="65000">
                  <a:schemeClr val="accent2">
                    <a:lumMod val="60000"/>
                    <a:lumOff val="40000"/>
                  </a:schemeClr>
                </a:gs>
                <a:gs pos="83000">
                  <a:schemeClr val="accent2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3F02AC5-1698-4DB1-8BCD-90AD0BDF0362}"/>
              </a:ext>
            </a:extLst>
          </p:cNvPr>
          <p:cNvSpPr/>
          <p:nvPr/>
        </p:nvSpPr>
        <p:spPr>
          <a:xfrm rot="21040209" flipH="1">
            <a:off x="3674969" y="3990242"/>
            <a:ext cx="317994" cy="464150"/>
          </a:xfrm>
          <a:custGeom>
            <a:avLst/>
            <a:gdLst>
              <a:gd name="connsiteX0" fmla="*/ 238624 w 315502"/>
              <a:gd name="connsiteY0" fmla="*/ 34813 h 366709"/>
              <a:gd name="connsiteX1" fmla="*/ 111624 w 315502"/>
              <a:gd name="connsiteY1" fmla="*/ 9413 h 366709"/>
              <a:gd name="connsiteX2" fmla="*/ 1557 w 315502"/>
              <a:gd name="connsiteY2" fmla="*/ 144880 h 366709"/>
              <a:gd name="connsiteX3" fmla="*/ 52357 w 315502"/>
              <a:gd name="connsiteY3" fmla="*/ 348080 h 366709"/>
              <a:gd name="connsiteX4" fmla="*/ 128557 w 315502"/>
              <a:gd name="connsiteY4" fmla="*/ 356547 h 366709"/>
              <a:gd name="connsiteX5" fmla="*/ 187824 w 315502"/>
              <a:gd name="connsiteY5" fmla="*/ 339613 h 366709"/>
              <a:gd name="connsiteX6" fmla="*/ 314824 w 315502"/>
              <a:gd name="connsiteY6" fmla="*/ 322680 h 366709"/>
              <a:gd name="connsiteX7" fmla="*/ 238624 w 315502"/>
              <a:gd name="connsiteY7" fmla="*/ 221080 h 366709"/>
              <a:gd name="connsiteX8" fmla="*/ 238624 w 315502"/>
              <a:gd name="connsiteY8" fmla="*/ 34813 h 366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5502" h="366709">
                <a:moveTo>
                  <a:pt x="238624" y="34813"/>
                </a:moveTo>
                <a:cubicBezTo>
                  <a:pt x="217457" y="-465"/>
                  <a:pt x="151135" y="-8931"/>
                  <a:pt x="111624" y="9413"/>
                </a:cubicBezTo>
                <a:cubicBezTo>
                  <a:pt x="72113" y="27757"/>
                  <a:pt x="11435" y="88436"/>
                  <a:pt x="1557" y="144880"/>
                </a:cubicBezTo>
                <a:cubicBezTo>
                  <a:pt x="-8321" y="201324"/>
                  <a:pt x="31190" y="312802"/>
                  <a:pt x="52357" y="348080"/>
                </a:cubicBezTo>
                <a:cubicBezTo>
                  <a:pt x="73524" y="383358"/>
                  <a:pt x="105979" y="357958"/>
                  <a:pt x="128557" y="356547"/>
                </a:cubicBezTo>
                <a:cubicBezTo>
                  <a:pt x="151135" y="355136"/>
                  <a:pt x="156779" y="345258"/>
                  <a:pt x="187824" y="339613"/>
                </a:cubicBezTo>
                <a:cubicBezTo>
                  <a:pt x="218868" y="333969"/>
                  <a:pt x="306357" y="342435"/>
                  <a:pt x="314824" y="322680"/>
                </a:cubicBezTo>
                <a:cubicBezTo>
                  <a:pt x="323291" y="302925"/>
                  <a:pt x="249913" y="264824"/>
                  <a:pt x="238624" y="221080"/>
                </a:cubicBezTo>
                <a:cubicBezTo>
                  <a:pt x="227335" y="177336"/>
                  <a:pt x="259791" y="70091"/>
                  <a:pt x="238624" y="34813"/>
                </a:cubicBezTo>
                <a:close/>
              </a:path>
            </a:pathLst>
          </a:custGeom>
          <a:gradFill flip="none" rotWithShape="1">
            <a:gsLst>
              <a:gs pos="71000">
                <a:schemeClr val="accent2">
                  <a:lumMod val="20000"/>
                  <a:lumOff val="80000"/>
                </a:schemeClr>
              </a:gs>
              <a:gs pos="31000">
                <a:srgbClr val="F8CCAE"/>
              </a:gs>
              <a:gs pos="0">
                <a:srgbClr val="F6C3A0"/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35000">
                  <a:schemeClr val="accent2">
                    <a:lumMod val="20000"/>
                    <a:lumOff val="80000"/>
                  </a:schemeClr>
                </a:gs>
                <a:gs pos="65000">
                  <a:schemeClr val="accent2">
                    <a:lumMod val="60000"/>
                    <a:lumOff val="40000"/>
                  </a:schemeClr>
                </a:gs>
                <a:gs pos="83000">
                  <a:schemeClr val="accent2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2DB12883-5B9D-4DEA-BB02-6637C4C08CFF}"/>
              </a:ext>
            </a:extLst>
          </p:cNvPr>
          <p:cNvSpPr/>
          <p:nvPr/>
        </p:nvSpPr>
        <p:spPr>
          <a:xfrm>
            <a:off x="2743195" y="3405697"/>
            <a:ext cx="709149" cy="791422"/>
          </a:xfrm>
          <a:custGeom>
            <a:avLst/>
            <a:gdLst>
              <a:gd name="connsiteX0" fmla="*/ 446612 w 709149"/>
              <a:gd name="connsiteY0" fmla="*/ 781361 h 791422"/>
              <a:gd name="connsiteX1" fmla="*/ 573612 w 709149"/>
              <a:gd name="connsiteY1" fmla="*/ 705161 h 791422"/>
              <a:gd name="connsiteX2" fmla="*/ 649812 w 709149"/>
              <a:gd name="connsiteY2" fmla="*/ 603561 h 791422"/>
              <a:gd name="connsiteX3" fmla="*/ 709079 w 709149"/>
              <a:gd name="connsiteY3" fmla="*/ 112495 h 791422"/>
              <a:gd name="connsiteX4" fmla="*/ 658279 w 709149"/>
              <a:gd name="connsiteY4" fmla="*/ 10895 h 791422"/>
              <a:gd name="connsiteX5" fmla="*/ 514346 w 709149"/>
              <a:gd name="connsiteY5" fmla="*/ 36295 h 791422"/>
              <a:gd name="connsiteX6" fmla="*/ 243412 w 709149"/>
              <a:gd name="connsiteY6" fmla="*/ 307228 h 791422"/>
              <a:gd name="connsiteX7" fmla="*/ 31746 w 709149"/>
              <a:gd name="connsiteY7" fmla="*/ 391895 h 791422"/>
              <a:gd name="connsiteX8" fmla="*/ 14812 w 709149"/>
              <a:gd name="connsiteY8" fmla="*/ 544295 h 791422"/>
              <a:gd name="connsiteX9" fmla="*/ 167212 w 709149"/>
              <a:gd name="connsiteY9" fmla="*/ 705161 h 791422"/>
              <a:gd name="connsiteX10" fmla="*/ 294212 w 709149"/>
              <a:gd name="connsiteY10" fmla="*/ 781361 h 791422"/>
              <a:gd name="connsiteX11" fmla="*/ 446612 w 709149"/>
              <a:gd name="connsiteY11" fmla="*/ 781361 h 791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09149" h="791422">
                <a:moveTo>
                  <a:pt x="446612" y="781361"/>
                </a:moveTo>
                <a:cubicBezTo>
                  <a:pt x="493179" y="768661"/>
                  <a:pt x="539745" y="734794"/>
                  <a:pt x="573612" y="705161"/>
                </a:cubicBezTo>
                <a:cubicBezTo>
                  <a:pt x="607479" y="675528"/>
                  <a:pt x="627234" y="702339"/>
                  <a:pt x="649812" y="603561"/>
                </a:cubicBezTo>
                <a:cubicBezTo>
                  <a:pt x="672390" y="504783"/>
                  <a:pt x="707668" y="211273"/>
                  <a:pt x="709079" y="112495"/>
                </a:cubicBezTo>
                <a:cubicBezTo>
                  <a:pt x="710490" y="13717"/>
                  <a:pt x="690735" y="23595"/>
                  <a:pt x="658279" y="10895"/>
                </a:cubicBezTo>
                <a:cubicBezTo>
                  <a:pt x="625824" y="-1805"/>
                  <a:pt x="583490" y="-13094"/>
                  <a:pt x="514346" y="36295"/>
                </a:cubicBezTo>
                <a:cubicBezTo>
                  <a:pt x="445202" y="85684"/>
                  <a:pt x="323845" y="247961"/>
                  <a:pt x="243412" y="307228"/>
                </a:cubicBezTo>
                <a:cubicBezTo>
                  <a:pt x="162979" y="366495"/>
                  <a:pt x="69846" y="352384"/>
                  <a:pt x="31746" y="391895"/>
                </a:cubicBezTo>
                <a:cubicBezTo>
                  <a:pt x="-6354" y="431406"/>
                  <a:pt x="-7766" y="492084"/>
                  <a:pt x="14812" y="544295"/>
                </a:cubicBezTo>
                <a:cubicBezTo>
                  <a:pt x="37390" y="596506"/>
                  <a:pt x="120645" y="665650"/>
                  <a:pt x="167212" y="705161"/>
                </a:cubicBezTo>
                <a:cubicBezTo>
                  <a:pt x="213779" y="744672"/>
                  <a:pt x="251879" y="767250"/>
                  <a:pt x="294212" y="781361"/>
                </a:cubicBezTo>
                <a:cubicBezTo>
                  <a:pt x="336545" y="795472"/>
                  <a:pt x="400045" y="794061"/>
                  <a:pt x="446612" y="781361"/>
                </a:cubicBezTo>
                <a:close/>
              </a:path>
            </a:pathLst>
          </a:custGeom>
          <a:solidFill>
            <a:srgbClr val="F7C6BF"/>
          </a:solidFill>
          <a:ln>
            <a:solidFill>
              <a:srgbClr val="F48C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Freeform: Shape 138">
            <a:extLst>
              <a:ext uri="{FF2B5EF4-FFF2-40B4-BE49-F238E27FC236}">
                <a16:creationId xmlns:a16="http://schemas.microsoft.com/office/drawing/2014/main" id="{CD0F4494-A61E-46EA-BB76-BF3872CEA17F}"/>
              </a:ext>
            </a:extLst>
          </p:cNvPr>
          <p:cNvSpPr/>
          <p:nvPr/>
        </p:nvSpPr>
        <p:spPr>
          <a:xfrm flipH="1">
            <a:off x="3712241" y="3408458"/>
            <a:ext cx="700700" cy="791422"/>
          </a:xfrm>
          <a:custGeom>
            <a:avLst/>
            <a:gdLst>
              <a:gd name="connsiteX0" fmla="*/ 446612 w 709149"/>
              <a:gd name="connsiteY0" fmla="*/ 781361 h 791422"/>
              <a:gd name="connsiteX1" fmla="*/ 573612 w 709149"/>
              <a:gd name="connsiteY1" fmla="*/ 705161 h 791422"/>
              <a:gd name="connsiteX2" fmla="*/ 649812 w 709149"/>
              <a:gd name="connsiteY2" fmla="*/ 603561 h 791422"/>
              <a:gd name="connsiteX3" fmla="*/ 709079 w 709149"/>
              <a:gd name="connsiteY3" fmla="*/ 112495 h 791422"/>
              <a:gd name="connsiteX4" fmla="*/ 658279 w 709149"/>
              <a:gd name="connsiteY4" fmla="*/ 10895 h 791422"/>
              <a:gd name="connsiteX5" fmla="*/ 514346 w 709149"/>
              <a:gd name="connsiteY5" fmla="*/ 36295 h 791422"/>
              <a:gd name="connsiteX6" fmla="*/ 243412 w 709149"/>
              <a:gd name="connsiteY6" fmla="*/ 307228 h 791422"/>
              <a:gd name="connsiteX7" fmla="*/ 31746 w 709149"/>
              <a:gd name="connsiteY7" fmla="*/ 391895 h 791422"/>
              <a:gd name="connsiteX8" fmla="*/ 14812 w 709149"/>
              <a:gd name="connsiteY8" fmla="*/ 544295 h 791422"/>
              <a:gd name="connsiteX9" fmla="*/ 167212 w 709149"/>
              <a:gd name="connsiteY9" fmla="*/ 705161 h 791422"/>
              <a:gd name="connsiteX10" fmla="*/ 294212 w 709149"/>
              <a:gd name="connsiteY10" fmla="*/ 781361 h 791422"/>
              <a:gd name="connsiteX11" fmla="*/ 446612 w 709149"/>
              <a:gd name="connsiteY11" fmla="*/ 781361 h 791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09149" h="791422">
                <a:moveTo>
                  <a:pt x="446612" y="781361"/>
                </a:moveTo>
                <a:cubicBezTo>
                  <a:pt x="493179" y="768661"/>
                  <a:pt x="539745" y="734794"/>
                  <a:pt x="573612" y="705161"/>
                </a:cubicBezTo>
                <a:cubicBezTo>
                  <a:pt x="607479" y="675528"/>
                  <a:pt x="627234" y="702339"/>
                  <a:pt x="649812" y="603561"/>
                </a:cubicBezTo>
                <a:cubicBezTo>
                  <a:pt x="672390" y="504783"/>
                  <a:pt x="707668" y="211273"/>
                  <a:pt x="709079" y="112495"/>
                </a:cubicBezTo>
                <a:cubicBezTo>
                  <a:pt x="710490" y="13717"/>
                  <a:pt x="690735" y="23595"/>
                  <a:pt x="658279" y="10895"/>
                </a:cubicBezTo>
                <a:cubicBezTo>
                  <a:pt x="625824" y="-1805"/>
                  <a:pt x="583490" y="-13094"/>
                  <a:pt x="514346" y="36295"/>
                </a:cubicBezTo>
                <a:cubicBezTo>
                  <a:pt x="445202" y="85684"/>
                  <a:pt x="323845" y="247961"/>
                  <a:pt x="243412" y="307228"/>
                </a:cubicBezTo>
                <a:cubicBezTo>
                  <a:pt x="162979" y="366495"/>
                  <a:pt x="69846" y="352384"/>
                  <a:pt x="31746" y="391895"/>
                </a:cubicBezTo>
                <a:cubicBezTo>
                  <a:pt x="-6354" y="431406"/>
                  <a:pt x="-7766" y="492084"/>
                  <a:pt x="14812" y="544295"/>
                </a:cubicBezTo>
                <a:cubicBezTo>
                  <a:pt x="37390" y="596506"/>
                  <a:pt x="120645" y="665650"/>
                  <a:pt x="167212" y="705161"/>
                </a:cubicBezTo>
                <a:cubicBezTo>
                  <a:pt x="213779" y="744672"/>
                  <a:pt x="251879" y="767250"/>
                  <a:pt x="294212" y="781361"/>
                </a:cubicBezTo>
                <a:cubicBezTo>
                  <a:pt x="336545" y="795472"/>
                  <a:pt x="400045" y="794061"/>
                  <a:pt x="446612" y="781361"/>
                </a:cubicBezTo>
                <a:close/>
              </a:path>
            </a:pathLst>
          </a:custGeom>
          <a:solidFill>
            <a:srgbClr val="F7C6BF"/>
          </a:solidFill>
          <a:ln>
            <a:solidFill>
              <a:srgbClr val="F48C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25D7E7D4-2197-4F6C-A764-587C8946BB7D}"/>
              </a:ext>
            </a:extLst>
          </p:cNvPr>
          <p:cNvSpPr/>
          <p:nvPr/>
        </p:nvSpPr>
        <p:spPr>
          <a:xfrm>
            <a:off x="3179350" y="2498904"/>
            <a:ext cx="846318" cy="2018200"/>
          </a:xfrm>
          <a:custGeom>
            <a:avLst/>
            <a:gdLst>
              <a:gd name="connsiteX0" fmla="*/ 11980 w 466167"/>
              <a:gd name="connsiteY0" fmla="*/ 27794 h 1475594"/>
              <a:gd name="connsiteX1" fmla="*/ 122046 w 466167"/>
              <a:gd name="connsiteY1" fmla="*/ 324128 h 1475594"/>
              <a:gd name="connsiteX2" fmla="*/ 138980 w 466167"/>
              <a:gd name="connsiteY2" fmla="*/ 603528 h 1475594"/>
              <a:gd name="connsiteX3" fmla="*/ 147446 w 466167"/>
              <a:gd name="connsiteY3" fmla="*/ 857528 h 1475594"/>
              <a:gd name="connsiteX4" fmla="*/ 71246 w 466167"/>
              <a:gd name="connsiteY4" fmla="*/ 1187728 h 1475594"/>
              <a:gd name="connsiteX5" fmla="*/ 62780 w 466167"/>
              <a:gd name="connsiteY5" fmla="*/ 1289328 h 1475594"/>
              <a:gd name="connsiteX6" fmla="*/ 189780 w 466167"/>
              <a:gd name="connsiteY6" fmla="*/ 1475594 h 1475594"/>
              <a:gd name="connsiteX7" fmla="*/ 367580 w 466167"/>
              <a:gd name="connsiteY7" fmla="*/ 1289328 h 1475594"/>
              <a:gd name="connsiteX8" fmla="*/ 325246 w 466167"/>
              <a:gd name="connsiteY8" fmla="*/ 1026861 h 1475594"/>
              <a:gd name="connsiteX9" fmla="*/ 308313 w 466167"/>
              <a:gd name="connsiteY9" fmla="*/ 713594 h 1475594"/>
              <a:gd name="connsiteX10" fmla="*/ 325246 w 466167"/>
              <a:gd name="connsiteY10" fmla="*/ 374928 h 1475594"/>
              <a:gd name="connsiteX11" fmla="*/ 401446 w 466167"/>
              <a:gd name="connsiteY11" fmla="*/ 61661 h 1475594"/>
              <a:gd name="connsiteX12" fmla="*/ 443780 w 466167"/>
              <a:gd name="connsiteY12" fmla="*/ 19328 h 1475594"/>
              <a:gd name="connsiteX13" fmla="*/ 11980 w 466167"/>
              <a:gd name="connsiteY13" fmla="*/ 27794 h 1475594"/>
              <a:gd name="connsiteX0" fmla="*/ 11980 w 466167"/>
              <a:gd name="connsiteY0" fmla="*/ 27794 h 1475594"/>
              <a:gd name="connsiteX1" fmla="*/ 122046 w 466167"/>
              <a:gd name="connsiteY1" fmla="*/ 324128 h 1475594"/>
              <a:gd name="connsiteX2" fmla="*/ 138980 w 466167"/>
              <a:gd name="connsiteY2" fmla="*/ 603528 h 1475594"/>
              <a:gd name="connsiteX3" fmla="*/ 147446 w 466167"/>
              <a:gd name="connsiteY3" fmla="*/ 857528 h 1475594"/>
              <a:gd name="connsiteX4" fmla="*/ 71246 w 466167"/>
              <a:gd name="connsiteY4" fmla="*/ 1136928 h 1475594"/>
              <a:gd name="connsiteX5" fmla="*/ 62780 w 466167"/>
              <a:gd name="connsiteY5" fmla="*/ 1289328 h 1475594"/>
              <a:gd name="connsiteX6" fmla="*/ 189780 w 466167"/>
              <a:gd name="connsiteY6" fmla="*/ 1475594 h 1475594"/>
              <a:gd name="connsiteX7" fmla="*/ 367580 w 466167"/>
              <a:gd name="connsiteY7" fmla="*/ 1289328 h 1475594"/>
              <a:gd name="connsiteX8" fmla="*/ 325246 w 466167"/>
              <a:gd name="connsiteY8" fmla="*/ 1026861 h 1475594"/>
              <a:gd name="connsiteX9" fmla="*/ 308313 w 466167"/>
              <a:gd name="connsiteY9" fmla="*/ 713594 h 1475594"/>
              <a:gd name="connsiteX10" fmla="*/ 325246 w 466167"/>
              <a:gd name="connsiteY10" fmla="*/ 374928 h 1475594"/>
              <a:gd name="connsiteX11" fmla="*/ 401446 w 466167"/>
              <a:gd name="connsiteY11" fmla="*/ 61661 h 1475594"/>
              <a:gd name="connsiteX12" fmla="*/ 443780 w 466167"/>
              <a:gd name="connsiteY12" fmla="*/ 19328 h 1475594"/>
              <a:gd name="connsiteX13" fmla="*/ 11980 w 466167"/>
              <a:gd name="connsiteY13" fmla="*/ 27794 h 1475594"/>
              <a:gd name="connsiteX0" fmla="*/ 11980 w 466167"/>
              <a:gd name="connsiteY0" fmla="*/ 27794 h 1475594"/>
              <a:gd name="connsiteX1" fmla="*/ 122046 w 466167"/>
              <a:gd name="connsiteY1" fmla="*/ 324128 h 1475594"/>
              <a:gd name="connsiteX2" fmla="*/ 138980 w 466167"/>
              <a:gd name="connsiteY2" fmla="*/ 603528 h 1475594"/>
              <a:gd name="connsiteX3" fmla="*/ 147446 w 466167"/>
              <a:gd name="connsiteY3" fmla="*/ 857528 h 1475594"/>
              <a:gd name="connsiteX4" fmla="*/ 96646 w 466167"/>
              <a:gd name="connsiteY4" fmla="*/ 1136928 h 1475594"/>
              <a:gd name="connsiteX5" fmla="*/ 62780 w 466167"/>
              <a:gd name="connsiteY5" fmla="*/ 1289328 h 1475594"/>
              <a:gd name="connsiteX6" fmla="*/ 189780 w 466167"/>
              <a:gd name="connsiteY6" fmla="*/ 1475594 h 1475594"/>
              <a:gd name="connsiteX7" fmla="*/ 367580 w 466167"/>
              <a:gd name="connsiteY7" fmla="*/ 1289328 h 1475594"/>
              <a:gd name="connsiteX8" fmla="*/ 325246 w 466167"/>
              <a:gd name="connsiteY8" fmla="*/ 1026861 h 1475594"/>
              <a:gd name="connsiteX9" fmla="*/ 308313 w 466167"/>
              <a:gd name="connsiteY9" fmla="*/ 713594 h 1475594"/>
              <a:gd name="connsiteX10" fmla="*/ 325246 w 466167"/>
              <a:gd name="connsiteY10" fmla="*/ 374928 h 1475594"/>
              <a:gd name="connsiteX11" fmla="*/ 401446 w 466167"/>
              <a:gd name="connsiteY11" fmla="*/ 61661 h 1475594"/>
              <a:gd name="connsiteX12" fmla="*/ 443780 w 466167"/>
              <a:gd name="connsiteY12" fmla="*/ 19328 h 1475594"/>
              <a:gd name="connsiteX13" fmla="*/ 11980 w 466167"/>
              <a:gd name="connsiteY13" fmla="*/ 27794 h 1475594"/>
              <a:gd name="connsiteX0" fmla="*/ 11980 w 466167"/>
              <a:gd name="connsiteY0" fmla="*/ 27794 h 1475594"/>
              <a:gd name="connsiteX1" fmla="*/ 122046 w 466167"/>
              <a:gd name="connsiteY1" fmla="*/ 324128 h 1475594"/>
              <a:gd name="connsiteX2" fmla="*/ 138980 w 466167"/>
              <a:gd name="connsiteY2" fmla="*/ 603528 h 1475594"/>
              <a:gd name="connsiteX3" fmla="*/ 147446 w 466167"/>
              <a:gd name="connsiteY3" fmla="*/ 857528 h 1475594"/>
              <a:gd name="connsiteX4" fmla="*/ 96646 w 466167"/>
              <a:gd name="connsiteY4" fmla="*/ 1136928 h 1475594"/>
              <a:gd name="connsiteX5" fmla="*/ 62780 w 466167"/>
              <a:gd name="connsiteY5" fmla="*/ 1289328 h 1475594"/>
              <a:gd name="connsiteX6" fmla="*/ 257513 w 466167"/>
              <a:gd name="connsiteY6" fmla="*/ 1475594 h 1475594"/>
              <a:gd name="connsiteX7" fmla="*/ 367580 w 466167"/>
              <a:gd name="connsiteY7" fmla="*/ 1289328 h 1475594"/>
              <a:gd name="connsiteX8" fmla="*/ 325246 w 466167"/>
              <a:gd name="connsiteY8" fmla="*/ 1026861 h 1475594"/>
              <a:gd name="connsiteX9" fmla="*/ 308313 w 466167"/>
              <a:gd name="connsiteY9" fmla="*/ 713594 h 1475594"/>
              <a:gd name="connsiteX10" fmla="*/ 325246 w 466167"/>
              <a:gd name="connsiteY10" fmla="*/ 374928 h 1475594"/>
              <a:gd name="connsiteX11" fmla="*/ 401446 w 466167"/>
              <a:gd name="connsiteY11" fmla="*/ 61661 h 1475594"/>
              <a:gd name="connsiteX12" fmla="*/ 443780 w 466167"/>
              <a:gd name="connsiteY12" fmla="*/ 19328 h 1475594"/>
              <a:gd name="connsiteX13" fmla="*/ 11980 w 466167"/>
              <a:gd name="connsiteY13" fmla="*/ 27794 h 1475594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474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289328 h 1492527"/>
              <a:gd name="connsiteX6" fmla="*/ 206713 w 466167"/>
              <a:gd name="connsiteY6" fmla="*/ 1492527 h 1492527"/>
              <a:gd name="connsiteX7" fmla="*/ 367580 w 466167"/>
              <a:gd name="connsiteY7" fmla="*/ 1289328 h 1492527"/>
              <a:gd name="connsiteX8" fmla="*/ 325246 w 466167"/>
              <a:gd name="connsiteY8" fmla="*/ 1026861 h 1492527"/>
              <a:gd name="connsiteX9" fmla="*/ 308313 w 466167"/>
              <a:gd name="connsiteY9" fmla="*/ 713594 h 1492527"/>
              <a:gd name="connsiteX10" fmla="*/ 325246 w 466167"/>
              <a:gd name="connsiteY10" fmla="*/ 374928 h 1492527"/>
              <a:gd name="connsiteX11" fmla="*/ 401446 w 466167"/>
              <a:gd name="connsiteY11" fmla="*/ 61661 h 1492527"/>
              <a:gd name="connsiteX12" fmla="*/ 443780 w 466167"/>
              <a:gd name="connsiteY12" fmla="*/ 19328 h 1492527"/>
              <a:gd name="connsiteX13" fmla="*/ 11980 w 466167"/>
              <a:gd name="connsiteY13" fmla="*/ 27794 h 1492527"/>
              <a:gd name="connsiteX0" fmla="*/ 11980 w 466167"/>
              <a:gd name="connsiteY0" fmla="*/ 27794 h 1493024"/>
              <a:gd name="connsiteX1" fmla="*/ 122046 w 466167"/>
              <a:gd name="connsiteY1" fmla="*/ 324128 h 1493024"/>
              <a:gd name="connsiteX2" fmla="*/ 138980 w 466167"/>
              <a:gd name="connsiteY2" fmla="*/ 603528 h 1493024"/>
              <a:gd name="connsiteX3" fmla="*/ 147446 w 466167"/>
              <a:gd name="connsiteY3" fmla="*/ 857528 h 1493024"/>
              <a:gd name="connsiteX4" fmla="*/ 96646 w 466167"/>
              <a:gd name="connsiteY4" fmla="*/ 1136928 h 1493024"/>
              <a:gd name="connsiteX5" fmla="*/ 62780 w 466167"/>
              <a:gd name="connsiteY5" fmla="*/ 1340128 h 1493024"/>
              <a:gd name="connsiteX6" fmla="*/ 206713 w 466167"/>
              <a:gd name="connsiteY6" fmla="*/ 1492527 h 1493024"/>
              <a:gd name="connsiteX7" fmla="*/ 367580 w 466167"/>
              <a:gd name="connsiteY7" fmla="*/ 1289328 h 1493024"/>
              <a:gd name="connsiteX8" fmla="*/ 325246 w 466167"/>
              <a:gd name="connsiteY8" fmla="*/ 1026861 h 1493024"/>
              <a:gd name="connsiteX9" fmla="*/ 308313 w 466167"/>
              <a:gd name="connsiteY9" fmla="*/ 713594 h 1493024"/>
              <a:gd name="connsiteX10" fmla="*/ 325246 w 466167"/>
              <a:gd name="connsiteY10" fmla="*/ 374928 h 1493024"/>
              <a:gd name="connsiteX11" fmla="*/ 401446 w 466167"/>
              <a:gd name="connsiteY11" fmla="*/ 61661 h 1493024"/>
              <a:gd name="connsiteX12" fmla="*/ 443780 w 466167"/>
              <a:gd name="connsiteY12" fmla="*/ 19328 h 1493024"/>
              <a:gd name="connsiteX13" fmla="*/ 11980 w 466167"/>
              <a:gd name="connsiteY13" fmla="*/ 27794 h 1493024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474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340128 h 1492527"/>
              <a:gd name="connsiteX6" fmla="*/ 206713 w 466167"/>
              <a:gd name="connsiteY6" fmla="*/ 1492527 h 1492527"/>
              <a:gd name="connsiteX7" fmla="*/ 367580 w 466167"/>
              <a:gd name="connsiteY7" fmla="*/ 1340128 h 1492527"/>
              <a:gd name="connsiteX8" fmla="*/ 325246 w 466167"/>
              <a:gd name="connsiteY8" fmla="*/ 1026861 h 1492527"/>
              <a:gd name="connsiteX9" fmla="*/ 308313 w 466167"/>
              <a:gd name="connsiteY9" fmla="*/ 713594 h 1492527"/>
              <a:gd name="connsiteX10" fmla="*/ 325246 w 466167"/>
              <a:gd name="connsiteY10" fmla="*/ 374928 h 1492527"/>
              <a:gd name="connsiteX11" fmla="*/ 401446 w 466167"/>
              <a:gd name="connsiteY11" fmla="*/ 61661 h 1492527"/>
              <a:gd name="connsiteX12" fmla="*/ 443780 w 466167"/>
              <a:gd name="connsiteY12" fmla="*/ 19328 h 1492527"/>
              <a:gd name="connsiteX13" fmla="*/ 11980 w 466167"/>
              <a:gd name="connsiteY13" fmla="*/ 27794 h 1492527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474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340128 h 1492527"/>
              <a:gd name="connsiteX6" fmla="*/ 206713 w 466167"/>
              <a:gd name="connsiteY6" fmla="*/ 1492527 h 1492527"/>
              <a:gd name="connsiteX7" fmla="*/ 367580 w 466167"/>
              <a:gd name="connsiteY7" fmla="*/ 1340128 h 1492527"/>
              <a:gd name="connsiteX8" fmla="*/ 333712 w 466167"/>
              <a:gd name="connsiteY8" fmla="*/ 1179261 h 1492527"/>
              <a:gd name="connsiteX9" fmla="*/ 308313 w 466167"/>
              <a:gd name="connsiteY9" fmla="*/ 713594 h 1492527"/>
              <a:gd name="connsiteX10" fmla="*/ 325246 w 466167"/>
              <a:gd name="connsiteY10" fmla="*/ 374928 h 1492527"/>
              <a:gd name="connsiteX11" fmla="*/ 401446 w 466167"/>
              <a:gd name="connsiteY11" fmla="*/ 61661 h 1492527"/>
              <a:gd name="connsiteX12" fmla="*/ 443780 w 466167"/>
              <a:gd name="connsiteY12" fmla="*/ 19328 h 1492527"/>
              <a:gd name="connsiteX13" fmla="*/ 11980 w 466167"/>
              <a:gd name="connsiteY13" fmla="*/ 27794 h 1492527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220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340128 h 1492527"/>
              <a:gd name="connsiteX6" fmla="*/ 206713 w 466167"/>
              <a:gd name="connsiteY6" fmla="*/ 1492527 h 1492527"/>
              <a:gd name="connsiteX7" fmla="*/ 367580 w 466167"/>
              <a:gd name="connsiteY7" fmla="*/ 1340128 h 1492527"/>
              <a:gd name="connsiteX8" fmla="*/ 333712 w 466167"/>
              <a:gd name="connsiteY8" fmla="*/ 1179261 h 1492527"/>
              <a:gd name="connsiteX9" fmla="*/ 308313 w 466167"/>
              <a:gd name="connsiteY9" fmla="*/ 713594 h 1492527"/>
              <a:gd name="connsiteX10" fmla="*/ 325246 w 466167"/>
              <a:gd name="connsiteY10" fmla="*/ 374928 h 1492527"/>
              <a:gd name="connsiteX11" fmla="*/ 401446 w 466167"/>
              <a:gd name="connsiteY11" fmla="*/ 61661 h 1492527"/>
              <a:gd name="connsiteX12" fmla="*/ 443780 w 466167"/>
              <a:gd name="connsiteY12" fmla="*/ 19328 h 1492527"/>
              <a:gd name="connsiteX13" fmla="*/ 11980 w 466167"/>
              <a:gd name="connsiteY13" fmla="*/ 27794 h 1492527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220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340128 h 1492527"/>
              <a:gd name="connsiteX6" fmla="*/ 206713 w 466167"/>
              <a:gd name="connsiteY6" fmla="*/ 1492527 h 1492527"/>
              <a:gd name="connsiteX7" fmla="*/ 367580 w 466167"/>
              <a:gd name="connsiteY7" fmla="*/ 1340128 h 1492527"/>
              <a:gd name="connsiteX8" fmla="*/ 333712 w 466167"/>
              <a:gd name="connsiteY8" fmla="*/ 1179261 h 1492527"/>
              <a:gd name="connsiteX9" fmla="*/ 291380 w 466167"/>
              <a:gd name="connsiteY9" fmla="*/ 849061 h 1492527"/>
              <a:gd name="connsiteX10" fmla="*/ 325246 w 466167"/>
              <a:gd name="connsiteY10" fmla="*/ 374928 h 1492527"/>
              <a:gd name="connsiteX11" fmla="*/ 401446 w 466167"/>
              <a:gd name="connsiteY11" fmla="*/ 61661 h 1492527"/>
              <a:gd name="connsiteX12" fmla="*/ 443780 w 466167"/>
              <a:gd name="connsiteY12" fmla="*/ 19328 h 1492527"/>
              <a:gd name="connsiteX13" fmla="*/ 11980 w 466167"/>
              <a:gd name="connsiteY13" fmla="*/ 27794 h 1492527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220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340128 h 1492527"/>
              <a:gd name="connsiteX6" fmla="*/ 206713 w 466167"/>
              <a:gd name="connsiteY6" fmla="*/ 1492527 h 1492527"/>
              <a:gd name="connsiteX7" fmla="*/ 367580 w 466167"/>
              <a:gd name="connsiteY7" fmla="*/ 1340128 h 1492527"/>
              <a:gd name="connsiteX8" fmla="*/ 333712 w 466167"/>
              <a:gd name="connsiteY8" fmla="*/ 1179261 h 1492527"/>
              <a:gd name="connsiteX9" fmla="*/ 291380 w 466167"/>
              <a:gd name="connsiteY9" fmla="*/ 849061 h 1492527"/>
              <a:gd name="connsiteX10" fmla="*/ 286643 w 466167"/>
              <a:gd name="connsiteY10" fmla="*/ 598164 h 1492527"/>
              <a:gd name="connsiteX11" fmla="*/ 325246 w 466167"/>
              <a:gd name="connsiteY11" fmla="*/ 374928 h 1492527"/>
              <a:gd name="connsiteX12" fmla="*/ 401446 w 466167"/>
              <a:gd name="connsiteY12" fmla="*/ 61661 h 1492527"/>
              <a:gd name="connsiteX13" fmla="*/ 443780 w 466167"/>
              <a:gd name="connsiteY13" fmla="*/ 19328 h 1492527"/>
              <a:gd name="connsiteX14" fmla="*/ 11980 w 466167"/>
              <a:gd name="connsiteY14" fmla="*/ 27794 h 1492527"/>
              <a:gd name="connsiteX0" fmla="*/ 13052 w 467239"/>
              <a:gd name="connsiteY0" fmla="*/ 31428 h 1496161"/>
              <a:gd name="connsiteX1" fmla="*/ 114652 w 467239"/>
              <a:gd name="connsiteY1" fmla="*/ 378562 h 1496161"/>
              <a:gd name="connsiteX2" fmla="*/ 140052 w 467239"/>
              <a:gd name="connsiteY2" fmla="*/ 607162 h 1496161"/>
              <a:gd name="connsiteX3" fmla="*/ 123118 w 467239"/>
              <a:gd name="connsiteY3" fmla="*/ 861162 h 1496161"/>
              <a:gd name="connsiteX4" fmla="*/ 97718 w 467239"/>
              <a:gd name="connsiteY4" fmla="*/ 1140562 h 1496161"/>
              <a:gd name="connsiteX5" fmla="*/ 63852 w 467239"/>
              <a:gd name="connsiteY5" fmla="*/ 1343762 h 1496161"/>
              <a:gd name="connsiteX6" fmla="*/ 207785 w 467239"/>
              <a:gd name="connsiteY6" fmla="*/ 1496161 h 1496161"/>
              <a:gd name="connsiteX7" fmla="*/ 368652 w 467239"/>
              <a:gd name="connsiteY7" fmla="*/ 1343762 h 1496161"/>
              <a:gd name="connsiteX8" fmla="*/ 334784 w 467239"/>
              <a:gd name="connsiteY8" fmla="*/ 1182895 h 1496161"/>
              <a:gd name="connsiteX9" fmla="*/ 292452 w 467239"/>
              <a:gd name="connsiteY9" fmla="*/ 852695 h 1496161"/>
              <a:gd name="connsiteX10" fmla="*/ 287715 w 467239"/>
              <a:gd name="connsiteY10" fmla="*/ 601798 h 1496161"/>
              <a:gd name="connsiteX11" fmla="*/ 326318 w 467239"/>
              <a:gd name="connsiteY11" fmla="*/ 378562 h 1496161"/>
              <a:gd name="connsiteX12" fmla="*/ 402518 w 467239"/>
              <a:gd name="connsiteY12" fmla="*/ 65295 h 1496161"/>
              <a:gd name="connsiteX13" fmla="*/ 444852 w 467239"/>
              <a:gd name="connsiteY13" fmla="*/ 22962 h 1496161"/>
              <a:gd name="connsiteX14" fmla="*/ 13052 w 467239"/>
              <a:gd name="connsiteY14" fmla="*/ 31428 h 1496161"/>
              <a:gd name="connsiteX0" fmla="*/ 3558 w 395530"/>
              <a:gd name="connsiteY0" fmla="*/ 28053 h 1492786"/>
              <a:gd name="connsiteX1" fmla="*/ 105158 w 395530"/>
              <a:gd name="connsiteY1" fmla="*/ 375187 h 1492786"/>
              <a:gd name="connsiteX2" fmla="*/ 130558 w 395530"/>
              <a:gd name="connsiteY2" fmla="*/ 603787 h 1492786"/>
              <a:gd name="connsiteX3" fmla="*/ 113624 w 395530"/>
              <a:gd name="connsiteY3" fmla="*/ 857787 h 1492786"/>
              <a:gd name="connsiteX4" fmla="*/ 88224 w 395530"/>
              <a:gd name="connsiteY4" fmla="*/ 1137187 h 1492786"/>
              <a:gd name="connsiteX5" fmla="*/ 54358 w 395530"/>
              <a:gd name="connsiteY5" fmla="*/ 1340387 h 1492786"/>
              <a:gd name="connsiteX6" fmla="*/ 198291 w 395530"/>
              <a:gd name="connsiteY6" fmla="*/ 1492786 h 1492786"/>
              <a:gd name="connsiteX7" fmla="*/ 359158 w 395530"/>
              <a:gd name="connsiteY7" fmla="*/ 1340387 h 1492786"/>
              <a:gd name="connsiteX8" fmla="*/ 325290 w 395530"/>
              <a:gd name="connsiteY8" fmla="*/ 1179520 h 1492786"/>
              <a:gd name="connsiteX9" fmla="*/ 282958 w 395530"/>
              <a:gd name="connsiteY9" fmla="*/ 849320 h 1492786"/>
              <a:gd name="connsiteX10" fmla="*/ 278221 w 395530"/>
              <a:gd name="connsiteY10" fmla="*/ 598423 h 1492786"/>
              <a:gd name="connsiteX11" fmla="*/ 316824 w 395530"/>
              <a:gd name="connsiteY11" fmla="*/ 375187 h 1492786"/>
              <a:gd name="connsiteX12" fmla="*/ 393024 w 395530"/>
              <a:gd name="connsiteY12" fmla="*/ 61920 h 1492786"/>
              <a:gd name="connsiteX13" fmla="*/ 249091 w 395530"/>
              <a:gd name="connsiteY13" fmla="*/ 28054 h 1492786"/>
              <a:gd name="connsiteX14" fmla="*/ 3558 w 395530"/>
              <a:gd name="connsiteY14" fmla="*/ 28053 h 1492786"/>
              <a:gd name="connsiteX0" fmla="*/ 3558 w 420592"/>
              <a:gd name="connsiteY0" fmla="*/ 33052 h 1497785"/>
              <a:gd name="connsiteX1" fmla="*/ 105158 w 420592"/>
              <a:gd name="connsiteY1" fmla="*/ 380186 h 1497785"/>
              <a:gd name="connsiteX2" fmla="*/ 130558 w 420592"/>
              <a:gd name="connsiteY2" fmla="*/ 608786 h 1497785"/>
              <a:gd name="connsiteX3" fmla="*/ 113624 w 420592"/>
              <a:gd name="connsiteY3" fmla="*/ 862786 h 1497785"/>
              <a:gd name="connsiteX4" fmla="*/ 88224 w 420592"/>
              <a:gd name="connsiteY4" fmla="*/ 1142186 h 1497785"/>
              <a:gd name="connsiteX5" fmla="*/ 54358 w 420592"/>
              <a:gd name="connsiteY5" fmla="*/ 1345386 h 1497785"/>
              <a:gd name="connsiteX6" fmla="*/ 198291 w 420592"/>
              <a:gd name="connsiteY6" fmla="*/ 1497785 h 1497785"/>
              <a:gd name="connsiteX7" fmla="*/ 359158 w 420592"/>
              <a:gd name="connsiteY7" fmla="*/ 1345386 h 1497785"/>
              <a:gd name="connsiteX8" fmla="*/ 325290 w 420592"/>
              <a:gd name="connsiteY8" fmla="*/ 1184519 h 1497785"/>
              <a:gd name="connsiteX9" fmla="*/ 282958 w 420592"/>
              <a:gd name="connsiteY9" fmla="*/ 854319 h 1497785"/>
              <a:gd name="connsiteX10" fmla="*/ 278221 w 420592"/>
              <a:gd name="connsiteY10" fmla="*/ 603422 h 1497785"/>
              <a:gd name="connsiteX11" fmla="*/ 316824 w 420592"/>
              <a:gd name="connsiteY11" fmla="*/ 380186 h 1497785"/>
              <a:gd name="connsiteX12" fmla="*/ 418424 w 420592"/>
              <a:gd name="connsiteY12" fmla="*/ 24586 h 1497785"/>
              <a:gd name="connsiteX13" fmla="*/ 249091 w 420592"/>
              <a:gd name="connsiteY13" fmla="*/ 33053 h 1497785"/>
              <a:gd name="connsiteX14" fmla="*/ 3558 w 420592"/>
              <a:gd name="connsiteY14" fmla="*/ 33052 h 1497785"/>
              <a:gd name="connsiteX0" fmla="*/ 2335 w 495783"/>
              <a:gd name="connsiteY0" fmla="*/ 17736 h 1533269"/>
              <a:gd name="connsiteX1" fmla="*/ 180135 w 495783"/>
              <a:gd name="connsiteY1" fmla="*/ 415670 h 1533269"/>
              <a:gd name="connsiteX2" fmla="*/ 205535 w 495783"/>
              <a:gd name="connsiteY2" fmla="*/ 644270 h 1533269"/>
              <a:gd name="connsiteX3" fmla="*/ 188601 w 495783"/>
              <a:gd name="connsiteY3" fmla="*/ 898270 h 1533269"/>
              <a:gd name="connsiteX4" fmla="*/ 163201 w 495783"/>
              <a:gd name="connsiteY4" fmla="*/ 1177670 h 1533269"/>
              <a:gd name="connsiteX5" fmla="*/ 129335 w 495783"/>
              <a:gd name="connsiteY5" fmla="*/ 1380870 h 1533269"/>
              <a:gd name="connsiteX6" fmla="*/ 273268 w 495783"/>
              <a:gd name="connsiteY6" fmla="*/ 1533269 h 1533269"/>
              <a:gd name="connsiteX7" fmla="*/ 434135 w 495783"/>
              <a:gd name="connsiteY7" fmla="*/ 1380870 h 1533269"/>
              <a:gd name="connsiteX8" fmla="*/ 400267 w 495783"/>
              <a:gd name="connsiteY8" fmla="*/ 1220003 h 1533269"/>
              <a:gd name="connsiteX9" fmla="*/ 357935 w 495783"/>
              <a:gd name="connsiteY9" fmla="*/ 889803 h 1533269"/>
              <a:gd name="connsiteX10" fmla="*/ 353198 w 495783"/>
              <a:gd name="connsiteY10" fmla="*/ 638906 h 1533269"/>
              <a:gd name="connsiteX11" fmla="*/ 391801 w 495783"/>
              <a:gd name="connsiteY11" fmla="*/ 415670 h 1533269"/>
              <a:gd name="connsiteX12" fmla="*/ 493401 w 495783"/>
              <a:gd name="connsiteY12" fmla="*/ 60070 h 1533269"/>
              <a:gd name="connsiteX13" fmla="*/ 324068 w 495783"/>
              <a:gd name="connsiteY13" fmla="*/ 68537 h 1533269"/>
              <a:gd name="connsiteX14" fmla="*/ 2335 w 495783"/>
              <a:gd name="connsiteY14" fmla="*/ 17736 h 1533269"/>
              <a:gd name="connsiteX0" fmla="*/ 586 w 493129"/>
              <a:gd name="connsiteY0" fmla="*/ 17736 h 1533269"/>
              <a:gd name="connsiteX1" fmla="*/ 178386 w 493129"/>
              <a:gd name="connsiteY1" fmla="*/ 415670 h 1533269"/>
              <a:gd name="connsiteX2" fmla="*/ 203786 w 493129"/>
              <a:gd name="connsiteY2" fmla="*/ 644270 h 1533269"/>
              <a:gd name="connsiteX3" fmla="*/ 186852 w 493129"/>
              <a:gd name="connsiteY3" fmla="*/ 898270 h 1533269"/>
              <a:gd name="connsiteX4" fmla="*/ 161452 w 493129"/>
              <a:gd name="connsiteY4" fmla="*/ 1177670 h 1533269"/>
              <a:gd name="connsiteX5" fmla="*/ 127586 w 493129"/>
              <a:gd name="connsiteY5" fmla="*/ 1380870 h 1533269"/>
              <a:gd name="connsiteX6" fmla="*/ 271519 w 493129"/>
              <a:gd name="connsiteY6" fmla="*/ 1533269 h 1533269"/>
              <a:gd name="connsiteX7" fmla="*/ 432386 w 493129"/>
              <a:gd name="connsiteY7" fmla="*/ 1380870 h 1533269"/>
              <a:gd name="connsiteX8" fmla="*/ 398518 w 493129"/>
              <a:gd name="connsiteY8" fmla="*/ 1220003 h 1533269"/>
              <a:gd name="connsiteX9" fmla="*/ 356186 w 493129"/>
              <a:gd name="connsiteY9" fmla="*/ 889803 h 1533269"/>
              <a:gd name="connsiteX10" fmla="*/ 351449 w 493129"/>
              <a:gd name="connsiteY10" fmla="*/ 638906 h 1533269"/>
              <a:gd name="connsiteX11" fmla="*/ 390052 w 493129"/>
              <a:gd name="connsiteY11" fmla="*/ 415670 h 1533269"/>
              <a:gd name="connsiteX12" fmla="*/ 491652 w 493129"/>
              <a:gd name="connsiteY12" fmla="*/ 60070 h 1533269"/>
              <a:gd name="connsiteX13" fmla="*/ 246119 w 493129"/>
              <a:gd name="connsiteY13" fmla="*/ 68537 h 1533269"/>
              <a:gd name="connsiteX14" fmla="*/ 586 w 493129"/>
              <a:gd name="connsiteY14" fmla="*/ 17736 h 1533269"/>
              <a:gd name="connsiteX0" fmla="*/ 586 w 518387"/>
              <a:gd name="connsiteY0" fmla="*/ 72432 h 1587965"/>
              <a:gd name="connsiteX1" fmla="*/ 178386 w 518387"/>
              <a:gd name="connsiteY1" fmla="*/ 470366 h 1587965"/>
              <a:gd name="connsiteX2" fmla="*/ 203786 w 518387"/>
              <a:gd name="connsiteY2" fmla="*/ 698966 h 1587965"/>
              <a:gd name="connsiteX3" fmla="*/ 186852 w 518387"/>
              <a:gd name="connsiteY3" fmla="*/ 952966 h 1587965"/>
              <a:gd name="connsiteX4" fmla="*/ 161452 w 518387"/>
              <a:gd name="connsiteY4" fmla="*/ 1232366 h 1587965"/>
              <a:gd name="connsiteX5" fmla="*/ 127586 w 518387"/>
              <a:gd name="connsiteY5" fmla="*/ 1435566 h 1587965"/>
              <a:gd name="connsiteX6" fmla="*/ 271519 w 518387"/>
              <a:gd name="connsiteY6" fmla="*/ 1587965 h 1587965"/>
              <a:gd name="connsiteX7" fmla="*/ 432386 w 518387"/>
              <a:gd name="connsiteY7" fmla="*/ 1435566 h 1587965"/>
              <a:gd name="connsiteX8" fmla="*/ 398518 w 518387"/>
              <a:gd name="connsiteY8" fmla="*/ 1274699 h 1587965"/>
              <a:gd name="connsiteX9" fmla="*/ 356186 w 518387"/>
              <a:gd name="connsiteY9" fmla="*/ 944499 h 1587965"/>
              <a:gd name="connsiteX10" fmla="*/ 351449 w 518387"/>
              <a:gd name="connsiteY10" fmla="*/ 693602 h 1587965"/>
              <a:gd name="connsiteX11" fmla="*/ 390052 w 518387"/>
              <a:gd name="connsiteY11" fmla="*/ 470366 h 1587965"/>
              <a:gd name="connsiteX12" fmla="*/ 517052 w 518387"/>
              <a:gd name="connsiteY12" fmla="*/ 13166 h 1587965"/>
              <a:gd name="connsiteX13" fmla="*/ 246119 w 518387"/>
              <a:gd name="connsiteY13" fmla="*/ 123233 h 1587965"/>
              <a:gd name="connsiteX14" fmla="*/ 586 w 518387"/>
              <a:gd name="connsiteY14" fmla="*/ 72432 h 1587965"/>
              <a:gd name="connsiteX0" fmla="*/ 1896 w 519697"/>
              <a:gd name="connsiteY0" fmla="*/ 72432 h 1587965"/>
              <a:gd name="connsiteX1" fmla="*/ 137363 w 519697"/>
              <a:gd name="connsiteY1" fmla="*/ 470366 h 1587965"/>
              <a:gd name="connsiteX2" fmla="*/ 205096 w 519697"/>
              <a:gd name="connsiteY2" fmla="*/ 698966 h 1587965"/>
              <a:gd name="connsiteX3" fmla="*/ 188162 w 519697"/>
              <a:gd name="connsiteY3" fmla="*/ 952966 h 1587965"/>
              <a:gd name="connsiteX4" fmla="*/ 162762 w 519697"/>
              <a:gd name="connsiteY4" fmla="*/ 1232366 h 1587965"/>
              <a:gd name="connsiteX5" fmla="*/ 128896 w 519697"/>
              <a:gd name="connsiteY5" fmla="*/ 1435566 h 1587965"/>
              <a:gd name="connsiteX6" fmla="*/ 272829 w 519697"/>
              <a:gd name="connsiteY6" fmla="*/ 1587965 h 1587965"/>
              <a:gd name="connsiteX7" fmla="*/ 433696 w 519697"/>
              <a:gd name="connsiteY7" fmla="*/ 1435566 h 1587965"/>
              <a:gd name="connsiteX8" fmla="*/ 399828 w 519697"/>
              <a:gd name="connsiteY8" fmla="*/ 1274699 h 1587965"/>
              <a:gd name="connsiteX9" fmla="*/ 357496 w 519697"/>
              <a:gd name="connsiteY9" fmla="*/ 944499 h 1587965"/>
              <a:gd name="connsiteX10" fmla="*/ 352759 w 519697"/>
              <a:gd name="connsiteY10" fmla="*/ 693602 h 1587965"/>
              <a:gd name="connsiteX11" fmla="*/ 391362 w 519697"/>
              <a:gd name="connsiteY11" fmla="*/ 470366 h 1587965"/>
              <a:gd name="connsiteX12" fmla="*/ 518362 w 519697"/>
              <a:gd name="connsiteY12" fmla="*/ 13166 h 1587965"/>
              <a:gd name="connsiteX13" fmla="*/ 247429 w 519697"/>
              <a:gd name="connsiteY13" fmla="*/ 123233 h 1587965"/>
              <a:gd name="connsiteX14" fmla="*/ 1896 w 519697"/>
              <a:gd name="connsiteY14" fmla="*/ 72432 h 1587965"/>
              <a:gd name="connsiteX0" fmla="*/ 1896 w 519697"/>
              <a:gd name="connsiteY0" fmla="*/ 72432 h 1587965"/>
              <a:gd name="connsiteX1" fmla="*/ 137363 w 519697"/>
              <a:gd name="connsiteY1" fmla="*/ 470366 h 1587965"/>
              <a:gd name="connsiteX2" fmla="*/ 205096 w 519697"/>
              <a:gd name="connsiteY2" fmla="*/ 698966 h 1587965"/>
              <a:gd name="connsiteX3" fmla="*/ 188162 w 519697"/>
              <a:gd name="connsiteY3" fmla="*/ 952966 h 1587965"/>
              <a:gd name="connsiteX4" fmla="*/ 162762 w 519697"/>
              <a:gd name="connsiteY4" fmla="*/ 1232366 h 1587965"/>
              <a:gd name="connsiteX5" fmla="*/ 128896 w 519697"/>
              <a:gd name="connsiteY5" fmla="*/ 1435566 h 1587965"/>
              <a:gd name="connsiteX6" fmla="*/ 272829 w 519697"/>
              <a:gd name="connsiteY6" fmla="*/ 1587965 h 1587965"/>
              <a:gd name="connsiteX7" fmla="*/ 433696 w 519697"/>
              <a:gd name="connsiteY7" fmla="*/ 1435566 h 1587965"/>
              <a:gd name="connsiteX8" fmla="*/ 399828 w 519697"/>
              <a:gd name="connsiteY8" fmla="*/ 1274699 h 1587965"/>
              <a:gd name="connsiteX9" fmla="*/ 357496 w 519697"/>
              <a:gd name="connsiteY9" fmla="*/ 944499 h 1587965"/>
              <a:gd name="connsiteX10" fmla="*/ 352759 w 519697"/>
              <a:gd name="connsiteY10" fmla="*/ 693602 h 1587965"/>
              <a:gd name="connsiteX11" fmla="*/ 357495 w 519697"/>
              <a:gd name="connsiteY11" fmla="*/ 470366 h 1587965"/>
              <a:gd name="connsiteX12" fmla="*/ 518362 w 519697"/>
              <a:gd name="connsiteY12" fmla="*/ 13166 h 1587965"/>
              <a:gd name="connsiteX13" fmla="*/ 247429 w 519697"/>
              <a:gd name="connsiteY13" fmla="*/ 123233 h 1587965"/>
              <a:gd name="connsiteX14" fmla="*/ 1896 w 519697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88053 w 519588"/>
              <a:gd name="connsiteY3" fmla="*/ 952966 h 1587965"/>
              <a:gd name="connsiteX4" fmla="*/ 162653 w 519588"/>
              <a:gd name="connsiteY4" fmla="*/ 1232366 h 1587965"/>
              <a:gd name="connsiteX5" fmla="*/ 128787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526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88053 w 519588"/>
              <a:gd name="connsiteY3" fmla="*/ 952966 h 1587965"/>
              <a:gd name="connsiteX4" fmla="*/ 162653 w 519588"/>
              <a:gd name="connsiteY4" fmla="*/ 1232366 h 1587965"/>
              <a:gd name="connsiteX5" fmla="*/ 128787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62653 w 519588"/>
              <a:gd name="connsiteY4" fmla="*/ 1232366 h 1587965"/>
              <a:gd name="connsiteX5" fmla="*/ 128787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62653 w 519588"/>
              <a:gd name="connsiteY4" fmla="*/ 1232366 h 1587965"/>
              <a:gd name="connsiteX5" fmla="*/ 128787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54186 w 519588"/>
              <a:gd name="connsiteY4" fmla="*/ 1240833 h 1587965"/>
              <a:gd name="connsiteX5" fmla="*/ 128787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54186 w 519588"/>
              <a:gd name="connsiteY4" fmla="*/ 1240833 h 1587965"/>
              <a:gd name="connsiteX5" fmla="*/ 120320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54186 w 519588"/>
              <a:gd name="connsiteY4" fmla="*/ 1240833 h 1587965"/>
              <a:gd name="connsiteX5" fmla="*/ 120320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74319 w 519588"/>
              <a:gd name="connsiteY8" fmla="*/ 1257765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54186 w 519588"/>
              <a:gd name="connsiteY4" fmla="*/ 1240833 h 1587965"/>
              <a:gd name="connsiteX5" fmla="*/ 120320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74319 w 519588"/>
              <a:gd name="connsiteY8" fmla="*/ 1257765 h 1587965"/>
              <a:gd name="connsiteX9" fmla="*/ 331987 w 519588"/>
              <a:gd name="connsiteY9" fmla="*/ 927566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54186 w 519588"/>
              <a:gd name="connsiteY4" fmla="*/ 1240833 h 1587965"/>
              <a:gd name="connsiteX5" fmla="*/ 120320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437317 w 519588"/>
              <a:gd name="connsiteY8" fmla="*/ 1328602 h 1587965"/>
              <a:gd name="connsiteX9" fmla="*/ 374319 w 519588"/>
              <a:gd name="connsiteY9" fmla="*/ 1257765 h 1587965"/>
              <a:gd name="connsiteX10" fmla="*/ 331987 w 519588"/>
              <a:gd name="connsiteY10" fmla="*/ 927566 h 1587965"/>
              <a:gd name="connsiteX11" fmla="*/ 327250 w 519588"/>
              <a:gd name="connsiteY11" fmla="*/ 693602 h 1587965"/>
              <a:gd name="connsiteX12" fmla="*/ 357386 w 519588"/>
              <a:gd name="connsiteY12" fmla="*/ 470366 h 1587965"/>
              <a:gd name="connsiteX13" fmla="*/ 518253 w 519588"/>
              <a:gd name="connsiteY13" fmla="*/ 13166 h 1587965"/>
              <a:gd name="connsiteX14" fmla="*/ 247320 w 519588"/>
              <a:gd name="connsiteY14" fmla="*/ 123233 h 1587965"/>
              <a:gd name="connsiteX15" fmla="*/ 1787 w 519588"/>
              <a:gd name="connsiteY15" fmla="*/ 72432 h 1587965"/>
              <a:gd name="connsiteX0" fmla="*/ 1787 w 519588"/>
              <a:gd name="connsiteY0" fmla="*/ 72432 h 1588435"/>
              <a:gd name="connsiteX1" fmla="*/ 137254 w 519588"/>
              <a:gd name="connsiteY1" fmla="*/ 470366 h 1588435"/>
              <a:gd name="connsiteX2" fmla="*/ 154187 w 519588"/>
              <a:gd name="connsiteY2" fmla="*/ 707432 h 1588435"/>
              <a:gd name="connsiteX3" fmla="*/ 154186 w 519588"/>
              <a:gd name="connsiteY3" fmla="*/ 969899 h 1588435"/>
              <a:gd name="connsiteX4" fmla="*/ 154186 w 519588"/>
              <a:gd name="connsiteY4" fmla="*/ 1240833 h 1588435"/>
              <a:gd name="connsiteX5" fmla="*/ 120320 w 519588"/>
              <a:gd name="connsiteY5" fmla="*/ 1435566 h 1588435"/>
              <a:gd name="connsiteX6" fmla="*/ 272720 w 519588"/>
              <a:gd name="connsiteY6" fmla="*/ 1587965 h 1588435"/>
              <a:gd name="connsiteX7" fmla="*/ 399721 w 519588"/>
              <a:gd name="connsiteY7" fmla="*/ 1477900 h 1588435"/>
              <a:gd name="connsiteX8" fmla="*/ 437317 w 519588"/>
              <a:gd name="connsiteY8" fmla="*/ 1328602 h 1588435"/>
              <a:gd name="connsiteX9" fmla="*/ 374319 w 519588"/>
              <a:gd name="connsiteY9" fmla="*/ 1257765 h 1588435"/>
              <a:gd name="connsiteX10" fmla="*/ 331987 w 519588"/>
              <a:gd name="connsiteY10" fmla="*/ 927566 h 1588435"/>
              <a:gd name="connsiteX11" fmla="*/ 327250 w 519588"/>
              <a:gd name="connsiteY11" fmla="*/ 693602 h 1588435"/>
              <a:gd name="connsiteX12" fmla="*/ 357386 w 519588"/>
              <a:gd name="connsiteY12" fmla="*/ 470366 h 1588435"/>
              <a:gd name="connsiteX13" fmla="*/ 518253 w 519588"/>
              <a:gd name="connsiteY13" fmla="*/ 13166 h 1588435"/>
              <a:gd name="connsiteX14" fmla="*/ 247320 w 519588"/>
              <a:gd name="connsiteY14" fmla="*/ 123233 h 1588435"/>
              <a:gd name="connsiteX15" fmla="*/ 1787 w 519588"/>
              <a:gd name="connsiteY15" fmla="*/ 72432 h 1588435"/>
              <a:gd name="connsiteX0" fmla="*/ 1787 w 519588"/>
              <a:gd name="connsiteY0" fmla="*/ 72432 h 1588391"/>
              <a:gd name="connsiteX1" fmla="*/ 137254 w 519588"/>
              <a:gd name="connsiteY1" fmla="*/ 470366 h 1588391"/>
              <a:gd name="connsiteX2" fmla="*/ 154187 w 519588"/>
              <a:gd name="connsiteY2" fmla="*/ 707432 h 1588391"/>
              <a:gd name="connsiteX3" fmla="*/ 154186 w 519588"/>
              <a:gd name="connsiteY3" fmla="*/ 969899 h 1588391"/>
              <a:gd name="connsiteX4" fmla="*/ 154186 w 519588"/>
              <a:gd name="connsiteY4" fmla="*/ 1240833 h 1588391"/>
              <a:gd name="connsiteX5" fmla="*/ 120320 w 519588"/>
              <a:gd name="connsiteY5" fmla="*/ 1435566 h 1588391"/>
              <a:gd name="connsiteX6" fmla="*/ 272720 w 519588"/>
              <a:gd name="connsiteY6" fmla="*/ 1587965 h 1588391"/>
              <a:gd name="connsiteX7" fmla="*/ 399721 w 519588"/>
              <a:gd name="connsiteY7" fmla="*/ 1477900 h 1588391"/>
              <a:gd name="connsiteX8" fmla="*/ 445784 w 519588"/>
              <a:gd name="connsiteY8" fmla="*/ 1379402 h 1588391"/>
              <a:gd name="connsiteX9" fmla="*/ 374319 w 519588"/>
              <a:gd name="connsiteY9" fmla="*/ 1257765 h 1588391"/>
              <a:gd name="connsiteX10" fmla="*/ 331987 w 519588"/>
              <a:gd name="connsiteY10" fmla="*/ 927566 h 1588391"/>
              <a:gd name="connsiteX11" fmla="*/ 327250 w 519588"/>
              <a:gd name="connsiteY11" fmla="*/ 693602 h 1588391"/>
              <a:gd name="connsiteX12" fmla="*/ 357386 w 519588"/>
              <a:gd name="connsiteY12" fmla="*/ 470366 h 1588391"/>
              <a:gd name="connsiteX13" fmla="*/ 518253 w 519588"/>
              <a:gd name="connsiteY13" fmla="*/ 13166 h 1588391"/>
              <a:gd name="connsiteX14" fmla="*/ 247320 w 519588"/>
              <a:gd name="connsiteY14" fmla="*/ 123233 h 1588391"/>
              <a:gd name="connsiteX15" fmla="*/ 1787 w 519588"/>
              <a:gd name="connsiteY15" fmla="*/ 72432 h 1588391"/>
              <a:gd name="connsiteX0" fmla="*/ 1787 w 519588"/>
              <a:gd name="connsiteY0" fmla="*/ 72432 h 1589733"/>
              <a:gd name="connsiteX1" fmla="*/ 137254 w 519588"/>
              <a:gd name="connsiteY1" fmla="*/ 470366 h 1589733"/>
              <a:gd name="connsiteX2" fmla="*/ 154187 w 519588"/>
              <a:gd name="connsiteY2" fmla="*/ 707432 h 1589733"/>
              <a:gd name="connsiteX3" fmla="*/ 154186 w 519588"/>
              <a:gd name="connsiteY3" fmla="*/ 969899 h 1589733"/>
              <a:gd name="connsiteX4" fmla="*/ 154186 w 519588"/>
              <a:gd name="connsiteY4" fmla="*/ 1240833 h 1589733"/>
              <a:gd name="connsiteX5" fmla="*/ 86453 w 519588"/>
              <a:gd name="connsiteY5" fmla="*/ 1384766 h 1589733"/>
              <a:gd name="connsiteX6" fmla="*/ 272720 w 519588"/>
              <a:gd name="connsiteY6" fmla="*/ 1587965 h 1589733"/>
              <a:gd name="connsiteX7" fmla="*/ 399721 w 519588"/>
              <a:gd name="connsiteY7" fmla="*/ 1477900 h 1589733"/>
              <a:gd name="connsiteX8" fmla="*/ 445784 w 519588"/>
              <a:gd name="connsiteY8" fmla="*/ 1379402 h 1589733"/>
              <a:gd name="connsiteX9" fmla="*/ 374319 w 519588"/>
              <a:gd name="connsiteY9" fmla="*/ 1257765 h 1589733"/>
              <a:gd name="connsiteX10" fmla="*/ 331987 w 519588"/>
              <a:gd name="connsiteY10" fmla="*/ 927566 h 1589733"/>
              <a:gd name="connsiteX11" fmla="*/ 327250 w 519588"/>
              <a:gd name="connsiteY11" fmla="*/ 693602 h 1589733"/>
              <a:gd name="connsiteX12" fmla="*/ 357386 w 519588"/>
              <a:gd name="connsiteY12" fmla="*/ 470366 h 1589733"/>
              <a:gd name="connsiteX13" fmla="*/ 518253 w 519588"/>
              <a:gd name="connsiteY13" fmla="*/ 13166 h 1589733"/>
              <a:gd name="connsiteX14" fmla="*/ 247320 w 519588"/>
              <a:gd name="connsiteY14" fmla="*/ 123233 h 1589733"/>
              <a:gd name="connsiteX15" fmla="*/ 1787 w 519588"/>
              <a:gd name="connsiteY15" fmla="*/ 72432 h 1589733"/>
              <a:gd name="connsiteX0" fmla="*/ 1787 w 519588"/>
              <a:gd name="connsiteY0" fmla="*/ 72432 h 1589733"/>
              <a:gd name="connsiteX1" fmla="*/ 137254 w 519588"/>
              <a:gd name="connsiteY1" fmla="*/ 470366 h 1589733"/>
              <a:gd name="connsiteX2" fmla="*/ 154187 w 519588"/>
              <a:gd name="connsiteY2" fmla="*/ 707432 h 1589733"/>
              <a:gd name="connsiteX3" fmla="*/ 154186 w 519588"/>
              <a:gd name="connsiteY3" fmla="*/ 969899 h 1589733"/>
              <a:gd name="connsiteX4" fmla="*/ 128786 w 519588"/>
              <a:gd name="connsiteY4" fmla="*/ 1173100 h 1589733"/>
              <a:gd name="connsiteX5" fmla="*/ 86453 w 519588"/>
              <a:gd name="connsiteY5" fmla="*/ 1384766 h 1589733"/>
              <a:gd name="connsiteX6" fmla="*/ 272720 w 519588"/>
              <a:gd name="connsiteY6" fmla="*/ 1587965 h 1589733"/>
              <a:gd name="connsiteX7" fmla="*/ 399721 w 519588"/>
              <a:gd name="connsiteY7" fmla="*/ 1477900 h 1589733"/>
              <a:gd name="connsiteX8" fmla="*/ 445784 w 519588"/>
              <a:gd name="connsiteY8" fmla="*/ 1379402 h 1589733"/>
              <a:gd name="connsiteX9" fmla="*/ 374319 w 519588"/>
              <a:gd name="connsiteY9" fmla="*/ 1257765 h 1589733"/>
              <a:gd name="connsiteX10" fmla="*/ 331987 w 519588"/>
              <a:gd name="connsiteY10" fmla="*/ 927566 h 1589733"/>
              <a:gd name="connsiteX11" fmla="*/ 327250 w 519588"/>
              <a:gd name="connsiteY11" fmla="*/ 693602 h 1589733"/>
              <a:gd name="connsiteX12" fmla="*/ 357386 w 519588"/>
              <a:gd name="connsiteY12" fmla="*/ 470366 h 1589733"/>
              <a:gd name="connsiteX13" fmla="*/ 518253 w 519588"/>
              <a:gd name="connsiteY13" fmla="*/ 13166 h 1589733"/>
              <a:gd name="connsiteX14" fmla="*/ 247320 w 519588"/>
              <a:gd name="connsiteY14" fmla="*/ 123233 h 1589733"/>
              <a:gd name="connsiteX15" fmla="*/ 1787 w 519588"/>
              <a:gd name="connsiteY15" fmla="*/ 72432 h 1589733"/>
              <a:gd name="connsiteX0" fmla="*/ 1787 w 519588"/>
              <a:gd name="connsiteY0" fmla="*/ 72432 h 1587967"/>
              <a:gd name="connsiteX1" fmla="*/ 137254 w 519588"/>
              <a:gd name="connsiteY1" fmla="*/ 470366 h 1587967"/>
              <a:gd name="connsiteX2" fmla="*/ 154187 w 519588"/>
              <a:gd name="connsiteY2" fmla="*/ 707432 h 1587967"/>
              <a:gd name="connsiteX3" fmla="*/ 154186 w 519588"/>
              <a:gd name="connsiteY3" fmla="*/ 969899 h 1587967"/>
              <a:gd name="connsiteX4" fmla="*/ 128786 w 519588"/>
              <a:gd name="connsiteY4" fmla="*/ 1173100 h 1587967"/>
              <a:gd name="connsiteX5" fmla="*/ 86453 w 519588"/>
              <a:gd name="connsiteY5" fmla="*/ 1384766 h 1587967"/>
              <a:gd name="connsiteX6" fmla="*/ 124050 w 519588"/>
              <a:gd name="connsiteY6" fmla="*/ 1481002 h 1587967"/>
              <a:gd name="connsiteX7" fmla="*/ 272720 w 519588"/>
              <a:gd name="connsiteY7" fmla="*/ 1587965 h 1587967"/>
              <a:gd name="connsiteX8" fmla="*/ 399721 w 519588"/>
              <a:gd name="connsiteY8" fmla="*/ 1477900 h 1587967"/>
              <a:gd name="connsiteX9" fmla="*/ 445784 w 519588"/>
              <a:gd name="connsiteY9" fmla="*/ 1379402 h 1587967"/>
              <a:gd name="connsiteX10" fmla="*/ 374319 w 519588"/>
              <a:gd name="connsiteY10" fmla="*/ 1257765 h 1587967"/>
              <a:gd name="connsiteX11" fmla="*/ 331987 w 519588"/>
              <a:gd name="connsiteY11" fmla="*/ 927566 h 1587967"/>
              <a:gd name="connsiteX12" fmla="*/ 327250 w 519588"/>
              <a:gd name="connsiteY12" fmla="*/ 693602 h 1587967"/>
              <a:gd name="connsiteX13" fmla="*/ 357386 w 519588"/>
              <a:gd name="connsiteY13" fmla="*/ 470366 h 1587967"/>
              <a:gd name="connsiteX14" fmla="*/ 518253 w 519588"/>
              <a:gd name="connsiteY14" fmla="*/ 13166 h 1587967"/>
              <a:gd name="connsiteX15" fmla="*/ 247320 w 519588"/>
              <a:gd name="connsiteY15" fmla="*/ 123233 h 1587967"/>
              <a:gd name="connsiteX16" fmla="*/ 1787 w 519588"/>
              <a:gd name="connsiteY16" fmla="*/ 72432 h 1587967"/>
              <a:gd name="connsiteX0" fmla="*/ 1787 w 519588"/>
              <a:gd name="connsiteY0" fmla="*/ 72432 h 1596434"/>
              <a:gd name="connsiteX1" fmla="*/ 137254 w 519588"/>
              <a:gd name="connsiteY1" fmla="*/ 470366 h 1596434"/>
              <a:gd name="connsiteX2" fmla="*/ 154187 w 519588"/>
              <a:gd name="connsiteY2" fmla="*/ 707432 h 1596434"/>
              <a:gd name="connsiteX3" fmla="*/ 154186 w 519588"/>
              <a:gd name="connsiteY3" fmla="*/ 969899 h 1596434"/>
              <a:gd name="connsiteX4" fmla="*/ 128786 w 519588"/>
              <a:gd name="connsiteY4" fmla="*/ 1173100 h 1596434"/>
              <a:gd name="connsiteX5" fmla="*/ 86453 w 519588"/>
              <a:gd name="connsiteY5" fmla="*/ 1384766 h 1596434"/>
              <a:gd name="connsiteX6" fmla="*/ 124050 w 519588"/>
              <a:gd name="connsiteY6" fmla="*/ 1481002 h 1596434"/>
              <a:gd name="connsiteX7" fmla="*/ 247320 w 519588"/>
              <a:gd name="connsiteY7" fmla="*/ 1596432 h 1596434"/>
              <a:gd name="connsiteX8" fmla="*/ 399721 w 519588"/>
              <a:gd name="connsiteY8" fmla="*/ 1477900 h 1596434"/>
              <a:gd name="connsiteX9" fmla="*/ 445784 w 519588"/>
              <a:gd name="connsiteY9" fmla="*/ 1379402 h 1596434"/>
              <a:gd name="connsiteX10" fmla="*/ 374319 w 519588"/>
              <a:gd name="connsiteY10" fmla="*/ 1257765 h 1596434"/>
              <a:gd name="connsiteX11" fmla="*/ 331987 w 519588"/>
              <a:gd name="connsiteY11" fmla="*/ 927566 h 1596434"/>
              <a:gd name="connsiteX12" fmla="*/ 327250 w 519588"/>
              <a:gd name="connsiteY12" fmla="*/ 693602 h 1596434"/>
              <a:gd name="connsiteX13" fmla="*/ 357386 w 519588"/>
              <a:gd name="connsiteY13" fmla="*/ 470366 h 1596434"/>
              <a:gd name="connsiteX14" fmla="*/ 518253 w 519588"/>
              <a:gd name="connsiteY14" fmla="*/ 13166 h 1596434"/>
              <a:gd name="connsiteX15" fmla="*/ 247320 w 519588"/>
              <a:gd name="connsiteY15" fmla="*/ 123233 h 1596434"/>
              <a:gd name="connsiteX16" fmla="*/ 1787 w 519588"/>
              <a:gd name="connsiteY16" fmla="*/ 72432 h 1596434"/>
              <a:gd name="connsiteX0" fmla="*/ 1787 w 519588"/>
              <a:gd name="connsiteY0" fmla="*/ 72432 h 1596595"/>
              <a:gd name="connsiteX1" fmla="*/ 137254 w 519588"/>
              <a:gd name="connsiteY1" fmla="*/ 470366 h 1596595"/>
              <a:gd name="connsiteX2" fmla="*/ 154187 w 519588"/>
              <a:gd name="connsiteY2" fmla="*/ 707432 h 1596595"/>
              <a:gd name="connsiteX3" fmla="*/ 154186 w 519588"/>
              <a:gd name="connsiteY3" fmla="*/ 969899 h 1596595"/>
              <a:gd name="connsiteX4" fmla="*/ 128786 w 519588"/>
              <a:gd name="connsiteY4" fmla="*/ 1173100 h 1596595"/>
              <a:gd name="connsiteX5" fmla="*/ 86453 w 519588"/>
              <a:gd name="connsiteY5" fmla="*/ 1384766 h 1596595"/>
              <a:gd name="connsiteX6" fmla="*/ 124050 w 519588"/>
              <a:gd name="connsiteY6" fmla="*/ 1481002 h 1596595"/>
              <a:gd name="connsiteX7" fmla="*/ 247320 w 519588"/>
              <a:gd name="connsiteY7" fmla="*/ 1596432 h 1596595"/>
              <a:gd name="connsiteX8" fmla="*/ 391255 w 519588"/>
              <a:gd name="connsiteY8" fmla="*/ 1503300 h 1596595"/>
              <a:gd name="connsiteX9" fmla="*/ 445784 w 519588"/>
              <a:gd name="connsiteY9" fmla="*/ 1379402 h 1596595"/>
              <a:gd name="connsiteX10" fmla="*/ 374319 w 519588"/>
              <a:gd name="connsiteY10" fmla="*/ 1257765 h 1596595"/>
              <a:gd name="connsiteX11" fmla="*/ 331987 w 519588"/>
              <a:gd name="connsiteY11" fmla="*/ 927566 h 1596595"/>
              <a:gd name="connsiteX12" fmla="*/ 327250 w 519588"/>
              <a:gd name="connsiteY12" fmla="*/ 693602 h 1596595"/>
              <a:gd name="connsiteX13" fmla="*/ 357386 w 519588"/>
              <a:gd name="connsiteY13" fmla="*/ 470366 h 1596595"/>
              <a:gd name="connsiteX14" fmla="*/ 518253 w 519588"/>
              <a:gd name="connsiteY14" fmla="*/ 13166 h 1596595"/>
              <a:gd name="connsiteX15" fmla="*/ 247320 w 519588"/>
              <a:gd name="connsiteY15" fmla="*/ 123233 h 1596595"/>
              <a:gd name="connsiteX16" fmla="*/ 1787 w 519588"/>
              <a:gd name="connsiteY16" fmla="*/ 72432 h 1596595"/>
              <a:gd name="connsiteX0" fmla="*/ 1787 w 519588"/>
              <a:gd name="connsiteY0" fmla="*/ 72432 h 1596595"/>
              <a:gd name="connsiteX1" fmla="*/ 137254 w 519588"/>
              <a:gd name="connsiteY1" fmla="*/ 470366 h 1596595"/>
              <a:gd name="connsiteX2" fmla="*/ 154187 w 519588"/>
              <a:gd name="connsiteY2" fmla="*/ 707432 h 1596595"/>
              <a:gd name="connsiteX3" fmla="*/ 154186 w 519588"/>
              <a:gd name="connsiteY3" fmla="*/ 969899 h 1596595"/>
              <a:gd name="connsiteX4" fmla="*/ 128786 w 519588"/>
              <a:gd name="connsiteY4" fmla="*/ 1173100 h 1596595"/>
              <a:gd name="connsiteX5" fmla="*/ 86453 w 519588"/>
              <a:gd name="connsiteY5" fmla="*/ 1384766 h 1596595"/>
              <a:gd name="connsiteX6" fmla="*/ 124050 w 519588"/>
              <a:gd name="connsiteY6" fmla="*/ 1481002 h 1596595"/>
              <a:gd name="connsiteX7" fmla="*/ 247320 w 519588"/>
              <a:gd name="connsiteY7" fmla="*/ 1596432 h 1596595"/>
              <a:gd name="connsiteX8" fmla="*/ 391255 w 519588"/>
              <a:gd name="connsiteY8" fmla="*/ 1503300 h 1596595"/>
              <a:gd name="connsiteX9" fmla="*/ 420384 w 519588"/>
              <a:gd name="connsiteY9" fmla="*/ 1379402 h 1596595"/>
              <a:gd name="connsiteX10" fmla="*/ 374319 w 519588"/>
              <a:gd name="connsiteY10" fmla="*/ 1257765 h 1596595"/>
              <a:gd name="connsiteX11" fmla="*/ 331987 w 519588"/>
              <a:gd name="connsiteY11" fmla="*/ 927566 h 1596595"/>
              <a:gd name="connsiteX12" fmla="*/ 327250 w 519588"/>
              <a:gd name="connsiteY12" fmla="*/ 693602 h 1596595"/>
              <a:gd name="connsiteX13" fmla="*/ 357386 w 519588"/>
              <a:gd name="connsiteY13" fmla="*/ 470366 h 1596595"/>
              <a:gd name="connsiteX14" fmla="*/ 518253 w 519588"/>
              <a:gd name="connsiteY14" fmla="*/ 13166 h 1596595"/>
              <a:gd name="connsiteX15" fmla="*/ 247320 w 519588"/>
              <a:gd name="connsiteY15" fmla="*/ 123233 h 1596595"/>
              <a:gd name="connsiteX16" fmla="*/ 1787 w 519588"/>
              <a:gd name="connsiteY16" fmla="*/ 72432 h 1596595"/>
              <a:gd name="connsiteX0" fmla="*/ 1787 w 519588"/>
              <a:gd name="connsiteY0" fmla="*/ 72432 h 1596595"/>
              <a:gd name="connsiteX1" fmla="*/ 137254 w 519588"/>
              <a:gd name="connsiteY1" fmla="*/ 470366 h 1596595"/>
              <a:gd name="connsiteX2" fmla="*/ 154187 w 519588"/>
              <a:gd name="connsiteY2" fmla="*/ 707432 h 1596595"/>
              <a:gd name="connsiteX3" fmla="*/ 154186 w 519588"/>
              <a:gd name="connsiteY3" fmla="*/ 969899 h 1596595"/>
              <a:gd name="connsiteX4" fmla="*/ 128786 w 519588"/>
              <a:gd name="connsiteY4" fmla="*/ 1173100 h 1596595"/>
              <a:gd name="connsiteX5" fmla="*/ 86453 w 519588"/>
              <a:gd name="connsiteY5" fmla="*/ 1384766 h 1596595"/>
              <a:gd name="connsiteX6" fmla="*/ 124050 w 519588"/>
              <a:gd name="connsiteY6" fmla="*/ 1481002 h 1596595"/>
              <a:gd name="connsiteX7" fmla="*/ 247320 w 519588"/>
              <a:gd name="connsiteY7" fmla="*/ 1596432 h 1596595"/>
              <a:gd name="connsiteX8" fmla="*/ 391255 w 519588"/>
              <a:gd name="connsiteY8" fmla="*/ 1503300 h 1596595"/>
              <a:gd name="connsiteX9" fmla="*/ 420384 w 519588"/>
              <a:gd name="connsiteY9" fmla="*/ 1379402 h 1596595"/>
              <a:gd name="connsiteX10" fmla="*/ 368232 w 519588"/>
              <a:gd name="connsiteY10" fmla="*/ 1206902 h 1596595"/>
              <a:gd name="connsiteX11" fmla="*/ 331987 w 519588"/>
              <a:gd name="connsiteY11" fmla="*/ 927566 h 1596595"/>
              <a:gd name="connsiteX12" fmla="*/ 327250 w 519588"/>
              <a:gd name="connsiteY12" fmla="*/ 693602 h 1596595"/>
              <a:gd name="connsiteX13" fmla="*/ 357386 w 519588"/>
              <a:gd name="connsiteY13" fmla="*/ 470366 h 1596595"/>
              <a:gd name="connsiteX14" fmla="*/ 518253 w 519588"/>
              <a:gd name="connsiteY14" fmla="*/ 13166 h 1596595"/>
              <a:gd name="connsiteX15" fmla="*/ 247320 w 519588"/>
              <a:gd name="connsiteY15" fmla="*/ 123233 h 1596595"/>
              <a:gd name="connsiteX16" fmla="*/ 1787 w 519588"/>
              <a:gd name="connsiteY16" fmla="*/ 72432 h 1596595"/>
              <a:gd name="connsiteX0" fmla="*/ 1787 w 519588"/>
              <a:gd name="connsiteY0" fmla="*/ 72432 h 1596489"/>
              <a:gd name="connsiteX1" fmla="*/ 137254 w 519588"/>
              <a:gd name="connsiteY1" fmla="*/ 470366 h 1596489"/>
              <a:gd name="connsiteX2" fmla="*/ 154187 w 519588"/>
              <a:gd name="connsiteY2" fmla="*/ 707432 h 1596489"/>
              <a:gd name="connsiteX3" fmla="*/ 154186 w 519588"/>
              <a:gd name="connsiteY3" fmla="*/ 969899 h 1596489"/>
              <a:gd name="connsiteX4" fmla="*/ 128786 w 519588"/>
              <a:gd name="connsiteY4" fmla="*/ 1173100 h 1596489"/>
              <a:gd name="connsiteX5" fmla="*/ 86453 w 519588"/>
              <a:gd name="connsiteY5" fmla="*/ 1384766 h 1596489"/>
              <a:gd name="connsiteX6" fmla="*/ 124050 w 519588"/>
              <a:gd name="connsiteY6" fmla="*/ 1481002 h 1596489"/>
              <a:gd name="connsiteX7" fmla="*/ 247320 w 519588"/>
              <a:gd name="connsiteY7" fmla="*/ 1596432 h 1596489"/>
              <a:gd name="connsiteX8" fmla="*/ 366907 w 519588"/>
              <a:gd name="connsiteY8" fmla="*/ 1494824 h 1596489"/>
              <a:gd name="connsiteX9" fmla="*/ 420384 w 519588"/>
              <a:gd name="connsiteY9" fmla="*/ 1379402 h 1596489"/>
              <a:gd name="connsiteX10" fmla="*/ 368232 w 519588"/>
              <a:gd name="connsiteY10" fmla="*/ 1206902 h 1596489"/>
              <a:gd name="connsiteX11" fmla="*/ 331987 w 519588"/>
              <a:gd name="connsiteY11" fmla="*/ 927566 h 1596489"/>
              <a:gd name="connsiteX12" fmla="*/ 327250 w 519588"/>
              <a:gd name="connsiteY12" fmla="*/ 693602 h 1596489"/>
              <a:gd name="connsiteX13" fmla="*/ 357386 w 519588"/>
              <a:gd name="connsiteY13" fmla="*/ 470366 h 1596489"/>
              <a:gd name="connsiteX14" fmla="*/ 518253 w 519588"/>
              <a:gd name="connsiteY14" fmla="*/ 13166 h 1596489"/>
              <a:gd name="connsiteX15" fmla="*/ 247320 w 519588"/>
              <a:gd name="connsiteY15" fmla="*/ 123233 h 1596489"/>
              <a:gd name="connsiteX16" fmla="*/ 1787 w 519588"/>
              <a:gd name="connsiteY16" fmla="*/ 72432 h 1596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588" h="1596489">
                <a:moveTo>
                  <a:pt x="1787" y="72432"/>
                </a:moveTo>
                <a:cubicBezTo>
                  <a:pt x="-16557" y="130288"/>
                  <a:pt x="111854" y="364533"/>
                  <a:pt x="137254" y="470366"/>
                </a:cubicBezTo>
                <a:cubicBezTo>
                  <a:pt x="162654" y="576199"/>
                  <a:pt x="151365" y="624177"/>
                  <a:pt x="154187" y="707432"/>
                </a:cubicBezTo>
                <a:cubicBezTo>
                  <a:pt x="157009" y="790687"/>
                  <a:pt x="158420" y="892288"/>
                  <a:pt x="154186" y="969899"/>
                </a:cubicBezTo>
                <a:cubicBezTo>
                  <a:pt x="149952" y="1047510"/>
                  <a:pt x="140075" y="1103956"/>
                  <a:pt x="128786" y="1173100"/>
                </a:cubicBezTo>
                <a:cubicBezTo>
                  <a:pt x="117497" y="1242244"/>
                  <a:pt x="87242" y="1333449"/>
                  <a:pt x="86453" y="1384766"/>
                </a:cubicBezTo>
                <a:cubicBezTo>
                  <a:pt x="85664" y="1436083"/>
                  <a:pt x="93006" y="1447136"/>
                  <a:pt x="124050" y="1481002"/>
                </a:cubicBezTo>
                <a:cubicBezTo>
                  <a:pt x="155095" y="1514869"/>
                  <a:pt x="206844" y="1594128"/>
                  <a:pt x="247320" y="1596432"/>
                </a:cubicBezTo>
                <a:cubicBezTo>
                  <a:pt x="287796" y="1598736"/>
                  <a:pt x="338063" y="1530996"/>
                  <a:pt x="366907" y="1494824"/>
                </a:cubicBezTo>
                <a:cubicBezTo>
                  <a:pt x="395751" y="1458652"/>
                  <a:pt x="430262" y="1409036"/>
                  <a:pt x="420384" y="1379402"/>
                </a:cubicBezTo>
                <a:cubicBezTo>
                  <a:pt x="410506" y="1349769"/>
                  <a:pt x="382965" y="1282208"/>
                  <a:pt x="368232" y="1206902"/>
                </a:cubicBezTo>
                <a:cubicBezTo>
                  <a:pt x="353499" y="1131596"/>
                  <a:pt x="338817" y="1013116"/>
                  <a:pt x="331987" y="927566"/>
                </a:cubicBezTo>
                <a:cubicBezTo>
                  <a:pt x="325157" y="842016"/>
                  <a:pt x="321606" y="772624"/>
                  <a:pt x="327250" y="693602"/>
                </a:cubicBezTo>
                <a:cubicBezTo>
                  <a:pt x="332894" y="614580"/>
                  <a:pt x="325552" y="583772"/>
                  <a:pt x="357386" y="470366"/>
                </a:cubicBezTo>
                <a:cubicBezTo>
                  <a:pt x="389220" y="356960"/>
                  <a:pt x="498497" y="72433"/>
                  <a:pt x="518253" y="13166"/>
                </a:cubicBezTo>
                <a:cubicBezTo>
                  <a:pt x="538009" y="-46101"/>
                  <a:pt x="333398" y="113355"/>
                  <a:pt x="247320" y="123233"/>
                </a:cubicBezTo>
                <a:cubicBezTo>
                  <a:pt x="161242" y="133111"/>
                  <a:pt x="20131" y="14577"/>
                  <a:pt x="1787" y="72432"/>
                </a:cubicBezTo>
                <a:close/>
              </a:path>
            </a:pathLst>
          </a:custGeom>
          <a:gradFill>
            <a:gsLst>
              <a:gs pos="24000">
                <a:schemeClr val="accent2">
                  <a:lumMod val="20000"/>
                  <a:lumOff val="80000"/>
                </a:schemeClr>
              </a:gs>
              <a:gs pos="81000">
                <a:srgbClr val="F7C39F"/>
              </a:gs>
              <a:gs pos="66000">
                <a:srgbClr val="F9D1B5"/>
              </a:gs>
              <a:gs pos="95000">
                <a:srgbClr val="FAD6BE"/>
              </a:gs>
            </a:gsLst>
            <a:lin ang="5400000" scaled="1"/>
          </a:gradFill>
          <a:ln>
            <a:gradFill flip="none" rotWithShape="1">
              <a:gsLst>
                <a:gs pos="31000">
                  <a:schemeClr val="accent2">
                    <a:lumMod val="20000"/>
                    <a:lumOff val="80000"/>
                  </a:schemeClr>
                </a:gs>
                <a:gs pos="89830">
                  <a:srgbClr val="D57738"/>
                </a:gs>
                <a:gs pos="81000">
                  <a:schemeClr val="accent2">
                    <a:lumMod val="60000"/>
                    <a:lumOff val="40000"/>
                  </a:schemeClr>
                </a:gs>
                <a:gs pos="58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71CC8286-8999-4524-AC0C-428C7B20BB89}"/>
              </a:ext>
            </a:extLst>
          </p:cNvPr>
          <p:cNvSpPr/>
          <p:nvPr/>
        </p:nvSpPr>
        <p:spPr>
          <a:xfrm>
            <a:off x="2964548" y="3671506"/>
            <a:ext cx="272132" cy="370843"/>
          </a:xfrm>
          <a:custGeom>
            <a:avLst/>
            <a:gdLst>
              <a:gd name="connsiteX0" fmla="*/ 259048 w 259048"/>
              <a:gd name="connsiteY0" fmla="*/ 0 h 339024"/>
              <a:gd name="connsiteX1" fmla="*/ 38915 w 259048"/>
              <a:gd name="connsiteY1" fmla="*/ 110066 h 339024"/>
              <a:gd name="connsiteX2" fmla="*/ 5048 w 259048"/>
              <a:gd name="connsiteY2" fmla="*/ 270933 h 339024"/>
              <a:gd name="connsiteX3" fmla="*/ 98181 w 259048"/>
              <a:gd name="connsiteY3" fmla="*/ 338666 h 339024"/>
              <a:gd name="connsiteX4" fmla="*/ 148981 w 259048"/>
              <a:gd name="connsiteY4" fmla="*/ 245533 h 339024"/>
              <a:gd name="connsiteX0" fmla="*/ 373993 w 373993"/>
              <a:gd name="connsiteY0" fmla="*/ 0 h 364424"/>
              <a:gd name="connsiteX1" fmla="*/ 43793 w 373993"/>
              <a:gd name="connsiteY1" fmla="*/ 135466 h 364424"/>
              <a:gd name="connsiteX2" fmla="*/ 9926 w 373993"/>
              <a:gd name="connsiteY2" fmla="*/ 296333 h 364424"/>
              <a:gd name="connsiteX3" fmla="*/ 103059 w 373993"/>
              <a:gd name="connsiteY3" fmla="*/ 364066 h 364424"/>
              <a:gd name="connsiteX4" fmla="*/ 153859 w 373993"/>
              <a:gd name="connsiteY4" fmla="*/ 270933 h 364424"/>
              <a:gd name="connsiteX0" fmla="*/ 367049 w 367049"/>
              <a:gd name="connsiteY0" fmla="*/ 0 h 364424"/>
              <a:gd name="connsiteX1" fmla="*/ 172315 w 367049"/>
              <a:gd name="connsiteY1" fmla="*/ 33866 h 364424"/>
              <a:gd name="connsiteX2" fmla="*/ 36849 w 367049"/>
              <a:gd name="connsiteY2" fmla="*/ 135466 h 364424"/>
              <a:gd name="connsiteX3" fmla="*/ 2982 w 367049"/>
              <a:gd name="connsiteY3" fmla="*/ 296333 h 364424"/>
              <a:gd name="connsiteX4" fmla="*/ 96115 w 367049"/>
              <a:gd name="connsiteY4" fmla="*/ 364066 h 364424"/>
              <a:gd name="connsiteX5" fmla="*/ 146915 w 367049"/>
              <a:gd name="connsiteY5" fmla="*/ 270933 h 364424"/>
              <a:gd name="connsiteX0" fmla="*/ 324716 w 324716"/>
              <a:gd name="connsiteY0" fmla="*/ 0 h 347491"/>
              <a:gd name="connsiteX1" fmla="*/ 172315 w 324716"/>
              <a:gd name="connsiteY1" fmla="*/ 16933 h 347491"/>
              <a:gd name="connsiteX2" fmla="*/ 36849 w 324716"/>
              <a:gd name="connsiteY2" fmla="*/ 118533 h 347491"/>
              <a:gd name="connsiteX3" fmla="*/ 2982 w 324716"/>
              <a:gd name="connsiteY3" fmla="*/ 279400 h 347491"/>
              <a:gd name="connsiteX4" fmla="*/ 96115 w 324716"/>
              <a:gd name="connsiteY4" fmla="*/ 347133 h 347491"/>
              <a:gd name="connsiteX5" fmla="*/ 146915 w 324716"/>
              <a:gd name="connsiteY5" fmla="*/ 254000 h 347491"/>
              <a:gd name="connsiteX0" fmla="*/ 322143 w 322143"/>
              <a:gd name="connsiteY0" fmla="*/ 0 h 347446"/>
              <a:gd name="connsiteX1" fmla="*/ 169742 w 322143"/>
              <a:gd name="connsiteY1" fmla="*/ 16933 h 347446"/>
              <a:gd name="connsiteX2" fmla="*/ 133268 w 322143"/>
              <a:gd name="connsiteY2" fmla="*/ 152300 h 347446"/>
              <a:gd name="connsiteX3" fmla="*/ 409 w 322143"/>
              <a:gd name="connsiteY3" fmla="*/ 279400 h 347446"/>
              <a:gd name="connsiteX4" fmla="*/ 93542 w 322143"/>
              <a:gd name="connsiteY4" fmla="*/ 347133 h 347446"/>
              <a:gd name="connsiteX5" fmla="*/ 144342 w 322143"/>
              <a:gd name="connsiteY5" fmla="*/ 254000 h 347446"/>
              <a:gd name="connsiteX0" fmla="*/ 322143 w 322143"/>
              <a:gd name="connsiteY0" fmla="*/ 0 h 347446"/>
              <a:gd name="connsiteX1" fmla="*/ 199440 w 322143"/>
              <a:gd name="connsiteY1" fmla="*/ 50700 h 347446"/>
              <a:gd name="connsiteX2" fmla="*/ 133268 w 322143"/>
              <a:gd name="connsiteY2" fmla="*/ 152300 h 347446"/>
              <a:gd name="connsiteX3" fmla="*/ 409 w 322143"/>
              <a:gd name="connsiteY3" fmla="*/ 279400 h 347446"/>
              <a:gd name="connsiteX4" fmla="*/ 93542 w 322143"/>
              <a:gd name="connsiteY4" fmla="*/ 347133 h 347446"/>
              <a:gd name="connsiteX5" fmla="*/ 144342 w 322143"/>
              <a:gd name="connsiteY5" fmla="*/ 254000 h 347446"/>
              <a:gd name="connsiteX0" fmla="*/ 322143 w 322143"/>
              <a:gd name="connsiteY0" fmla="*/ 0 h 347446"/>
              <a:gd name="connsiteX1" fmla="*/ 199440 w 322143"/>
              <a:gd name="connsiteY1" fmla="*/ 50700 h 347446"/>
              <a:gd name="connsiteX2" fmla="*/ 133268 w 322143"/>
              <a:gd name="connsiteY2" fmla="*/ 152300 h 347446"/>
              <a:gd name="connsiteX3" fmla="*/ 409 w 322143"/>
              <a:gd name="connsiteY3" fmla="*/ 279400 h 347446"/>
              <a:gd name="connsiteX4" fmla="*/ 93542 w 322143"/>
              <a:gd name="connsiteY4" fmla="*/ 347133 h 347446"/>
              <a:gd name="connsiteX5" fmla="*/ 144342 w 322143"/>
              <a:gd name="connsiteY5" fmla="*/ 254000 h 347446"/>
              <a:gd name="connsiteX0" fmla="*/ 322208 w 322208"/>
              <a:gd name="connsiteY0" fmla="*/ 0 h 347172"/>
              <a:gd name="connsiteX1" fmla="*/ 199505 w 322208"/>
              <a:gd name="connsiteY1" fmla="*/ 50700 h 347172"/>
              <a:gd name="connsiteX2" fmla="*/ 133333 w 322208"/>
              <a:gd name="connsiteY2" fmla="*/ 152300 h 347172"/>
              <a:gd name="connsiteX3" fmla="*/ 474 w 322208"/>
              <a:gd name="connsiteY3" fmla="*/ 279400 h 347172"/>
              <a:gd name="connsiteX4" fmla="*/ 93607 w 322208"/>
              <a:gd name="connsiteY4" fmla="*/ 347133 h 347172"/>
              <a:gd name="connsiteX5" fmla="*/ 213703 w 322208"/>
              <a:gd name="connsiteY5" fmla="*/ 270884 h 347172"/>
              <a:gd name="connsiteX0" fmla="*/ 322244 w 322244"/>
              <a:gd name="connsiteY0" fmla="*/ 0 h 347281"/>
              <a:gd name="connsiteX1" fmla="*/ 199541 w 322244"/>
              <a:gd name="connsiteY1" fmla="*/ 50700 h 347281"/>
              <a:gd name="connsiteX2" fmla="*/ 133369 w 322244"/>
              <a:gd name="connsiteY2" fmla="*/ 152300 h 347281"/>
              <a:gd name="connsiteX3" fmla="*/ 510 w 322244"/>
              <a:gd name="connsiteY3" fmla="*/ 279400 h 347281"/>
              <a:gd name="connsiteX4" fmla="*/ 93643 w 322244"/>
              <a:gd name="connsiteY4" fmla="*/ 347133 h 347281"/>
              <a:gd name="connsiteX5" fmla="*/ 243437 w 322244"/>
              <a:gd name="connsiteY5" fmla="*/ 262442 h 347281"/>
              <a:gd name="connsiteX0" fmla="*/ 321839 w 321839"/>
              <a:gd name="connsiteY0" fmla="*/ 0 h 372555"/>
              <a:gd name="connsiteX1" fmla="*/ 199136 w 321839"/>
              <a:gd name="connsiteY1" fmla="*/ 50700 h 372555"/>
              <a:gd name="connsiteX2" fmla="*/ 132964 w 321839"/>
              <a:gd name="connsiteY2" fmla="*/ 152300 h 372555"/>
              <a:gd name="connsiteX3" fmla="*/ 105 w 321839"/>
              <a:gd name="connsiteY3" fmla="*/ 279400 h 372555"/>
              <a:gd name="connsiteX4" fmla="*/ 113037 w 321839"/>
              <a:gd name="connsiteY4" fmla="*/ 372458 h 372555"/>
              <a:gd name="connsiteX5" fmla="*/ 243032 w 321839"/>
              <a:gd name="connsiteY5" fmla="*/ 262442 h 372555"/>
              <a:gd name="connsiteX0" fmla="*/ 292191 w 292191"/>
              <a:gd name="connsiteY0" fmla="*/ 0 h 372458"/>
              <a:gd name="connsiteX1" fmla="*/ 169488 w 292191"/>
              <a:gd name="connsiteY1" fmla="*/ 50700 h 372458"/>
              <a:gd name="connsiteX2" fmla="*/ 103316 w 292191"/>
              <a:gd name="connsiteY2" fmla="*/ 152300 h 372458"/>
              <a:gd name="connsiteX3" fmla="*/ 155 w 292191"/>
              <a:gd name="connsiteY3" fmla="*/ 262517 h 372458"/>
              <a:gd name="connsiteX4" fmla="*/ 83389 w 292191"/>
              <a:gd name="connsiteY4" fmla="*/ 372458 h 372458"/>
              <a:gd name="connsiteX5" fmla="*/ 213384 w 292191"/>
              <a:gd name="connsiteY5" fmla="*/ 262442 h 372458"/>
              <a:gd name="connsiteX0" fmla="*/ 292191 w 292191"/>
              <a:gd name="connsiteY0" fmla="*/ 0 h 372458"/>
              <a:gd name="connsiteX1" fmla="*/ 162064 w 292191"/>
              <a:gd name="connsiteY1" fmla="*/ 34872 h 372458"/>
              <a:gd name="connsiteX2" fmla="*/ 103316 w 292191"/>
              <a:gd name="connsiteY2" fmla="*/ 152300 h 372458"/>
              <a:gd name="connsiteX3" fmla="*/ 155 w 292191"/>
              <a:gd name="connsiteY3" fmla="*/ 262517 h 372458"/>
              <a:gd name="connsiteX4" fmla="*/ 83389 w 292191"/>
              <a:gd name="connsiteY4" fmla="*/ 372458 h 372458"/>
              <a:gd name="connsiteX5" fmla="*/ 213384 w 292191"/>
              <a:gd name="connsiteY5" fmla="*/ 262442 h 372458"/>
              <a:gd name="connsiteX0" fmla="*/ 318177 w 318177"/>
              <a:gd name="connsiteY0" fmla="*/ 0 h 366127"/>
              <a:gd name="connsiteX1" fmla="*/ 162064 w 318177"/>
              <a:gd name="connsiteY1" fmla="*/ 28541 h 366127"/>
              <a:gd name="connsiteX2" fmla="*/ 103316 w 318177"/>
              <a:gd name="connsiteY2" fmla="*/ 145969 h 366127"/>
              <a:gd name="connsiteX3" fmla="*/ 155 w 318177"/>
              <a:gd name="connsiteY3" fmla="*/ 256186 h 366127"/>
              <a:gd name="connsiteX4" fmla="*/ 83389 w 318177"/>
              <a:gd name="connsiteY4" fmla="*/ 366127 h 366127"/>
              <a:gd name="connsiteX5" fmla="*/ 213384 w 318177"/>
              <a:gd name="connsiteY5" fmla="*/ 256111 h 366127"/>
              <a:gd name="connsiteX0" fmla="*/ 318177 w 318177"/>
              <a:gd name="connsiteY0" fmla="*/ 3527 h 369654"/>
              <a:gd name="connsiteX1" fmla="*/ 215969 w 318177"/>
              <a:gd name="connsiteY1" fmla="*/ 1388 h 369654"/>
              <a:gd name="connsiteX2" fmla="*/ 162064 w 318177"/>
              <a:gd name="connsiteY2" fmla="*/ 32068 h 369654"/>
              <a:gd name="connsiteX3" fmla="*/ 103316 w 318177"/>
              <a:gd name="connsiteY3" fmla="*/ 149496 h 369654"/>
              <a:gd name="connsiteX4" fmla="*/ 155 w 318177"/>
              <a:gd name="connsiteY4" fmla="*/ 259713 h 369654"/>
              <a:gd name="connsiteX5" fmla="*/ 83389 w 318177"/>
              <a:gd name="connsiteY5" fmla="*/ 369654 h 369654"/>
              <a:gd name="connsiteX6" fmla="*/ 213384 w 318177"/>
              <a:gd name="connsiteY6" fmla="*/ 259638 h 369654"/>
              <a:gd name="connsiteX0" fmla="*/ 318179 w 318179"/>
              <a:gd name="connsiteY0" fmla="*/ 3527 h 369748"/>
              <a:gd name="connsiteX1" fmla="*/ 215971 w 318179"/>
              <a:gd name="connsiteY1" fmla="*/ 1388 h 369748"/>
              <a:gd name="connsiteX2" fmla="*/ 162066 w 318179"/>
              <a:gd name="connsiteY2" fmla="*/ 32068 h 369748"/>
              <a:gd name="connsiteX3" fmla="*/ 103318 w 318179"/>
              <a:gd name="connsiteY3" fmla="*/ 149496 h 369748"/>
              <a:gd name="connsiteX4" fmla="*/ 157 w 318179"/>
              <a:gd name="connsiteY4" fmla="*/ 259713 h 369748"/>
              <a:gd name="connsiteX5" fmla="*/ 83391 w 318179"/>
              <a:gd name="connsiteY5" fmla="*/ 369654 h 369748"/>
              <a:gd name="connsiteX6" fmla="*/ 220811 w 318179"/>
              <a:gd name="connsiteY6" fmla="*/ 275466 h 369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8179" h="369748">
                <a:moveTo>
                  <a:pt x="318179" y="3527"/>
                </a:moveTo>
                <a:cubicBezTo>
                  <a:pt x="301144" y="5809"/>
                  <a:pt x="241990" y="-3369"/>
                  <a:pt x="215971" y="1388"/>
                </a:cubicBezTo>
                <a:cubicBezTo>
                  <a:pt x="189952" y="6145"/>
                  <a:pt x="180841" y="10021"/>
                  <a:pt x="162066" y="32068"/>
                </a:cubicBezTo>
                <a:cubicBezTo>
                  <a:pt x="143291" y="54115"/>
                  <a:pt x="130303" y="111555"/>
                  <a:pt x="103318" y="149496"/>
                </a:cubicBezTo>
                <a:cubicBezTo>
                  <a:pt x="76333" y="187437"/>
                  <a:pt x="3478" y="223020"/>
                  <a:pt x="157" y="259713"/>
                </a:cubicBezTo>
                <a:cubicBezTo>
                  <a:pt x="-3164" y="296406"/>
                  <a:pt x="46615" y="367029"/>
                  <a:pt x="83391" y="369654"/>
                </a:cubicBezTo>
                <a:cubicBezTo>
                  <a:pt x="120167" y="372279"/>
                  <a:pt x="207405" y="319916"/>
                  <a:pt x="220811" y="275466"/>
                </a:cubicBezTo>
              </a:path>
            </a:pathLst>
          </a:custGeom>
          <a:noFill/>
          <a:ln w="254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rgbClr val="7030A0"/>
                </a:gs>
                <a:gs pos="87000">
                  <a:srgbClr val="7030A0"/>
                </a:gs>
              </a:gsLst>
              <a:lin ang="5400000" scaled="1"/>
            </a:gra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2284B75E-87F2-4EA8-8EEA-794CB5D2BAC6}"/>
              </a:ext>
            </a:extLst>
          </p:cNvPr>
          <p:cNvSpPr/>
          <p:nvPr/>
        </p:nvSpPr>
        <p:spPr>
          <a:xfrm>
            <a:off x="3169120" y="3663374"/>
            <a:ext cx="137633" cy="475195"/>
          </a:xfrm>
          <a:custGeom>
            <a:avLst/>
            <a:gdLst>
              <a:gd name="connsiteX0" fmla="*/ 59267 w 93182"/>
              <a:gd name="connsiteY0" fmla="*/ 501658 h 501658"/>
              <a:gd name="connsiteX1" fmla="*/ 59267 w 93182"/>
              <a:gd name="connsiteY1" fmla="*/ 281524 h 501658"/>
              <a:gd name="connsiteX2" fmla="*/ 93134 w 93182"/>
              <a:gd name="connsiteY2" fmla="*/ 120658 h 501658"/>
              <a:gd name="connsiteX3" fmla="*/ 50800 w 93182"/>
              <a:gd name="connsiteY3" fmla="*/ 10591 h 501658"/>
              <a:gd name="connsiteX4" fmla="*/ 0 w 93182"/>
              <a:gd name="connsiteY4" fmla="*/ 10591 h 501658"/>
              <a:gd name="connsiteX0" fmla="*/ 74237 w 108152"/>
              <a:gd name="connsiteY0" fmla="*/ 515037 h 515037"/>
              <a:gd name="connsiteX1" fmla="*/ 74237 w 108152"/>
              <a:gd name="connsiteY1" fmla="*/ 294903 h 515037"/>
              <a:gd name="connsiteX2" fmla="*/ 108104 w 108152"/>
              <a:gd name="connsiteY2" fmla="*/ 134037 h 515037"/>
              <a:gd name="connsiteX3" fmla="*/ 65770 w 108152"/>
              <a:gd name="connsiteY3" fmla="*/ 23970 h 515037"/>
              <a:gd name="connsiteX4" fmla="*/ 0 w 108152"/>
              <a:gd name="connsiteY4" fmla="*/ 3814 h 515037"/>
              <a:gd name="connsiteX0" fmla="*/ 74237 w 108152"/>
              <a:gd name="connsiteY0" fmla="*/ 511223 h 511223"/>
              <a:gd name="connsiteX1" fmla="*/ 74237 w 108152"/>
              <a:gd name="connsiteY1" fmla="*/ 291089 h 511223"/>
              <a:gd name="connsiteX2" fmla="*/ 108104 w 108152"/>
              <a:gd name="connsiteY2" fmla="*/ 130223 h 511223"/>
              <a:gd name="connsiteX3" fmla="*/ 65770 w 108152"/>
              <a:gd name="connsiteY3" fmla="*/ 20156 h 511223"/>
              <a:gd name="connsiteX4" fmla="*/ 0 w 108152"/>
              <a:gd name="connsiteY4" fmla="*/ 0 h 511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152" h="511223">
                <a:moveTo>
                  <a:pt x="74237" y="511223"/>
                </a:moveTo>
                <a:cubicBezTo>
                  <a:pt x="71415" y="432906"/>
                  <a:pt x="68593" y="354589"/>
                  <a:pt x="74237" y="291089"/>
                </a:cubicBezTo>
                <a:cubicBezTo>
                  <a:pt x="79881" y="227589"/>
                  <a:pt x="109515" y="175378"/>
                  <a:pt x="108104" y="130223"/>
                </a:cubicBezTo>
                <a:cubicBezTo>
                  <a:pt x="106693" y="85068"/>
                  <a:pt x="83787" y="41860"/>
                  <a:pt x="65770" y="20156"/>
                </a:cubicBezTo>
                <a:cubicBezTo>
                  <a:pt x="47753" y="-1548"/>
                  <a:pt x="42588" y="4264"/>
                  <a:pt x="0" y="0"/>
                </a:cubicBezTo>
              </a:path>
            </a:pathLst>
          </a:cu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rgbClr val="7030A0"/>
                </a:gs>
                <a:gs pos="64000">
                  <a:schemeClr val="accent1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42E1BADA-B0E1-46DE-8A49-E3C92CE10470}"/>
              </a:ext>
            </a:extLst>
          </p:cNvPr>
          <p:cNvSpPr/>
          <p:nvPr/>
        </p:nvSpPr>
        <p:spPr>
          <a:xfrm>
            <a:off x="3269132" y="3666511"/>
            <a:ext cx="117476" cy="422275"/>
          </a:xfrm>
          <a:custGeom>
            <a:avLst/>
            <a:gdLst>
              <a:gd name="connsiteX0" fmla="*/ 82550 w 112836"/>
              <a:gd name="connsiteY0" fmla="*/ 427919 h 427919"/>
              <a:gd name="connsiteX1" fmla="*/ 73025 w 112836"/>
              <a:gd name="connsiteY1" fmla="*/ 294569 h 427919"/>
              <a:gd name="connsiteX2" fmla="*/ 111125 w 112836"/>
              <a:gd name="connsiteY2" fmla="*/ 135819 h 427919"/>
              <a:gd name="connsiteX3" fmla="*/ 101600 w 112836"/>
              <a:gd name="connsiteY3" fmla="*/ 37394 h 427919"/>
              <a:gd name="connsiteX4" fmla="*/ 60325 w 112836"/>
              <a:gd name="connsiteY4" fmla="*/ 2469 h 427919"/>
              <a:gd name="connsiteX5" fmla="*/ 0 w 112836"/>
              <a:gd name="connsiteY5" fmla="*/ 5644 h 427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2836" h="427919">
                <a:moveTo>
                  <a:pt x="82550" y="427919"/>
                </a:moveTo>
                <a:cubicBezTo>
                  <a:pt x="75406" y="385585"/>
                  <a:pt x="68262" y="343252"/>
                  <a:pt x="73025" y="294569"/>
                </a:cubicBezTo>
                <a:cubicBezTo>
                  <a:pt x="77787" y="245886"/>
                  <a:pt x="106363" y="178681"/>
                  <a:pt x="111125" y="135819"/>
                </a:cubicBezTo>
                <a:cubicBezTo>
                  <a:pt x="115888" y="92956"/>
                  <a:pt x="110067" y="59619"/>
                  <a:pt x="101600" y="37394"/>
                </a:cubicBezTo>
                <a:cubicBezTo>
                  <a:pt x="93133" y="15169"/>
                  <a:pt x="77258" y="7761"/>
                  <a:pt x="60325" y="2469"/>
                </a:cubicBezTo>
                <a:cubicBezTo>
                  <a:pt x="43392" y="-2823"/>
                  <a:pt x="21696" y="1410"/>
                  <a:pt x="0" y="5644"/>
                </a:cubicBezTo>
              </a:path>
            </a:pathLst>
          </a:custGeom>
          <a:noFill/>
          <a:ln>
            <a:gradFill>
              <a:gsLst>
                <a:gs pos="0">
                  <a:srgbClr val="7030A0"/>
                </a:gs>
                <a:gs pos="31000">
                  <a:srgbClr val="FF0000"/>
                </a:gs>
              </a:gsLst>
              <a:lin ang="5400000" scaled="1"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F9601E7-821D-4A2B-A80B-B27604ECAE73}"/>
              </a:ext>
            </a:extLst>
          </p:cNvPr>
          <p:cNvSpPr txBox="1"/>
          <p:nvPr/>
        </p:nvSpPr>
        <p:spPr>
          <a:xfrm>
            <a:off x="3635311" y="3578735"/>
            <a:ext cx="854560" cy="568762"/>
          </a:xfrm>
          <a:prstGeom prst="snip1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7030A0"/>
                </a:solidFill>
              </a:rPr>
              <a:t>Effective FiO</a:t>
            </a:r>
            <a:r>
              <a:rPr lang="en-US" sz="1400" baseline="-25000" dirty="0">
                <a:solidFill>
                  <a:srgbClr val="7030A0"/>
                </a:solidFill>
              </a:rPr>
              <a:t>2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E649DEBD-9A60-4E7A-892D-87569C341214}"/>
              </a:ext>
            </a:extLst>
          </p:cNvPr>
          <p:cNvSpPr/>
          <p:nvPr/>
        </p:nvSpPr>
        <p:spPr>
          <a:xfrm flipH="1">
            <a:off x="9909914" y="3333579"/>
            <a:ext cx="2062192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dirty="0"/>
              <a:t>NC delivers 100% FiO</a:t>
            </a:r>
            <a:r>
              <a:rPr lang="en-US" sz="1600" baseline="-25000" dirty="0"/>
              <a:t>2</a:t>
            </a:r>
            <a:r>
              <a:rPr lang="en-US" sz="1600" dirty="0"/>
              <a:t> oxygen at designated flow rates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1FE3D4DC-50CE-4D5F-9B7C-05FDA1133A0C}"/>
              </a:ext>
            </a:extLst>
          </p:cNvPr>
          <p:cNvSpPr/>
          <p:nvPr/>
        </p:nvSpPr>
        <p:spPr>
          <a:xfrm>
            <a:off x="201605" y="5147333"/>
            <a:ext cx="2354048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dirty="0"/>
              <a:t>O</a:t>
            </a:r>
            <a:r>
              <a:rPr lang="en-US" sz="1600" baseline="-25000" dirty="0"/>
              <a:t>2</a:t>
            </a:r>
            <a:r>
              <a:rPr lang="en-US" sz="1600" dirty="0"/>
              <a:t> inspired from the cannula intermixes with ambient air entrained from around the device to create an effective FiO</a:t>
            </a:r>
            <a:r>
              <a:rPr lang="en-US" sz="1600" baseline="-25000" dirty="0"/>
              <a:t>2</a:t>
            </a:r>
            <a:endParaRPr lang="en-US" sz="1600" dirty="0"/>
          </a:p>
        </p:txBody>
      </p:sp>
      <p:sp>
        <p:nvSpPr>
          <p:cNvPr id="7" name="Effective FIO2" hidden="1">
            <a:extLst>
              <a:ext uri="{FF2B5EF4-FFF2-40B4-BE49-F238E27FC236}">
                <a16:creationId xmlns:a16="http://schemas.microsoft.com/office/drawing/2014/main" id="{A0FBDDA3-1F01-4C6D-873B-6ED7A22CBBF0}"/>
              </a:ext>
            </a:extLst>
          </p:cNvPr>
          <p:cNvSpPr/>
          <p:nvPr/>
        </p:nvSpPr>
        <p:spPr>
          <a:xfrm>
            <a:off x="1217827" y="6165804"/>
            <a:ext cx="1177770" cy="27460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effective FiO</a:t>
            </a:r>
            <a:r>
              <a:rPr lang="en-US" sz="1400" baseline="-25000" dirty="0"/>
              <a:t>2</a:t>
            </a:r>
            <a:endParaRPr lang="en-US" sz="1400" dirty="0"/>
          </a:p>
        </p:txBody>
      </p:sp>
      <p:pic>
        <p:nvPicPr>
          <p:cNvPr id="110" name="Graphic 109" descr="Cursor" hidden="1">
            <a:extLst>
              <a:ext uri="{FF2B5EF4-FFF2-40B4-BE49-F238E27FC236}">
                <a16:creationId xmlns:a16="http://schemas.microsoft.com/office/drawing/2014/main" id="{7B3C5728-B053-4BE3-A0DB-2C53F720E4F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03282" y="6219871"/>
            <a:ext cx="249740" cy="263524"/>
          </a:xfrm>
          <a:prstGeom prst="rect">
            <a:avLst/>
          </a:prstGeom>
        </p:spPr>
      </p:pic>
      <p:sp>
        <p:nvSpPr>
          <p:cNvPr id="2" name="1">
            <a:extLst>
              <a:ext uri="{FF2B5EF4-FFF2-40B4-BE49-F238E27FC236}">
                <a16:creationId xmlns:a16="http://schemas.microsoft.com/office/drawing/2014/main" id="{8DD668EF-3A07-4726-8306-BE81BEB8EF14}"/>
              </a:ext>
            </a:extLst>
          </p:cNvPr>
          <p:cNvSpPr/>
          <p:nvPr/>
        </p:nvSpPr>
        <p:spPr>
          <a:xfrm>
            <a:off x="10893882" y="2509675"/>
            <a:ext cx="576856" cy="584775"/>
          </a:xfrm>
          <a:prstGeom prst="ellipse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pic>
        <p:nvPicPr>
          <p:cNvPr id="129" name="Graphic 128" descr="Cursor">
            <a:extLst>
              <a:ext uri="{FF2B5EF4-FFF2-40B4-BE49-F238E27FC236}">
                <a16:creationId xmlns:a16="http://schemas.microsoft.com/office/drawing/2014/main" id="{7B83B240-C56D-4FB6-8B6D-0A11E84DB8B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225998" y="2849082"/>
            <a:ext cx="346628" cy="365760"/>
          </a:xfrm>
          <a:prstGeom prst="rect">
            <a:avLst/>
          </a:prstGeom>
        </p:spPr>
      </p:pic>
      <p:sp>
        <p:nvSpPr>
          <p:cNvPr id="138" name="2">
            <a:extLst>
              <a:ext uri="{FF2B5EF4-FFF2-40B4-BE49-F238E27FC236}">
                <a16:creationId xmlns:a16="http://schemas.microsoft.com/office/drawing/2014/main" id="{59402DE7-BDE5-4236-8C7C-BD705A632A83}"/>
              </a:ext>
            </a:extLst>
          </p:cNvPr>
          <p:cNvSpPr/>
          <p:nvPr/>
        </p:nvSpPr>
        <p:spPr>
          <a:xfrm>
            <a:off x="374303" y="4333492"/>
            <a:ext cx="576856" cy="584775"/>
          </a:xfrm>
          <a:prstGeom prst="ellipse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pic>
        <p:nvPicPr>
          <p:cNvPr id="140" name="Graphic 139" descr="Cursor">
            <a:extLst>
              <a:ext uri="{FF2B5EF4-FFF2-40B4-BE49-F238E27FC236}">
                <a16:creationId xmlns:a16="http://schemas.microsoft.com/office/drawing/2014/main" id="{035C3116-C178-46C1-9A03-6FDA5101BE1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6419" y="4672899"/>
            <a:ext cx="346628" cy="365760"/>
          </a:xfrm>
          <a:prstGeom prst="rect">
            <a:avLst/>
          </a:prstGeom>
        </p:spPr>
      </p:pic>
      <p:sp>
        <p:nvSpPr>
          <p:cNvPr id="141" name="TextBox 140">
            <a:extLst>
              <a:ext uri="{FF2B5EF4-FFF2-40B4-BE49-F238E27FC236}">
                <a16:creationId xmlns:a16="http://schemas.microsoft.com/office/drawing/2014/main" id="{E751FB45-B33A-408D-AF24-8A6859F9345F}"/>
              </a:ext>
            </a:extLst>
          </p:cNvPr>
          <p:cNvSpPr txBox="1"/>
          <p:nvPr/>
        </p:nvSpPr>
        <p:spPr>
          <a:xfrm>
            <a:off x="5459183" y="4964740"/>
            <a:ext cx="60115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2000" dirty="0"/>
              <a:t>Each 1L/min ≈ 3-4% FiO</a:t>
            </a:r>
            <a:r>
              <a:rPr lang="en-US" sz="2000" baseline="-25000" dirty="0"/>
              <a:t>2</a:t>
            </a:r>
            <a:r>
              <a:rPr lang="en-US" sz="2000" dirty="0"/>
              <a:t> (↓ with ↑work of breathing)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8DF4C24-F470-4A7A-807A-EE0A8C018A3F}"/>
              </a:ext>
            </a:extLst>
          </p:cNvPr>
          <p:cNvSpPr txBox="1"/>
          <p:nvPr/>
        </p:nvSpPr>
        <p:spPr>
          <a:xfrm>
            <a:off x="5459183" y="5322605"/>
            <a:ext cx="60263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2000" dirty="0"/>
              <a:t>Ideal at 2-4L/min. 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2000" dirty="0"/>
              <a:t>Max FiO</a:t>
            </a:r>
            <a:r>
              <a:rPr lang="en-US" sz="2000" baseline="-25000" dirty="0"/>
              <a:t>2</a:t>
            </a:r>
            <a:r>
              <a:rPr lang="en-US" sz="2000" dirty="0"/>
              <a:t> ~44% at 6 L/min. Higher flow rates do not significantly ↑ FiO</a:t>
            </a:r>
            <a:r>
              <a:rPr lang="en-US" sz="2000" baseline="-25000" dirty="0"/>
              <a:t>2</a:t>
            </a:r>
            <a:r>
              <a:rPr lang="en-US" sz="2000" dirty="0"/>
              <a:t>.</a:t>
            </a:r>
          </a:p>
        </p:txBody>
      </p:sp>
      <p:sp>
        <p:nvSpPr>
          <p:cNvPr id="104" name="Title 1">
            <a:extLst>
              <a:ext uri="{FF2B5EF4-FFF2-40B4-BE49-F238E27FC236}">
                <a16:creationId xmlns:a16="http://schemas.microsoft.com/office/drawing/2014/main" id="{09332255-E2FA-40DF-A0B7-40D8F9631A71}"/>
              </a:ext>
            </a:extLst>
          </p:cNvPr>
          <p:cNvSpPr txBox="1">
            <a:spLocks/>
          </p:cNvSpPr>
          <p:nvPr/>
        </p:nvSpPr>
        <p:spPr>
          <a:xfrm>
            <a:off x="2941245" y="131785"/>
            <a:ext cx="6832180" cy="66431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latin typeface="+mn-lt"/>
              </a:rPr>
              <a:t>Nasal Cannula</a:t>
            </a:r>
          </a:p>
        </p:txBody>
      </p:sp>
      <p:sp>
        <p:nvSpPr>
          <p:cNvPr id="106" name="Rectangle: Rounded Corners 105">
            <a:hlinkClick r:id="rId15" action="ppaction://hlinksldjump"/>
            <a:extLst>
              <a:ext uri="{FF2B5EF4-FFF2-40B4-BE49-F238E27FC236}">
                <a16:creationId xmlns:a16="http://schemas.microsoft.com/office/drawing/2014/main" id="{50114F3F-9C0E-4151-A3E5-EF78160C3AF7}"/>
              </a:ext>
            </a:extLst>
          </p:cNvPr>
          <p:cNvSpPr/>
          <p:nvPr/>
        </p:nvSpPr>
        <p:spPr>
          <a:xfrm>
            <a:off x="186814" y="131786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The Basics</a:t>
            </a:r>
          </a:p>
        </p:txBody>
      </p:sp>
      <p:sp>
        <p:nvSpPr>
          <p:cNvPr id="132" name="Rectangle: Rounded Corners 131">
            <a:hlinkClick r:id="rId16" action="ppaction://hlinksldjump"/>
            <a:extLst>
              <a:ext uri="{FF2B5EF4-FFF2-40B4-BE49-F238E27FC236}">
                <a16:creationId xmlns:a16="http://schemas.microsoft.com/office/drawing/2014/main" id="{0AFFB16B-A391-400D-ABD5-2DA1A8EAD7AA}"/>
              </a:ext>
            </a:extLst>
          </p:cNvPr>
          <p:cNvSpPr/>
          <p:nvPr/>
        </p:nvSpPr>
        <p:spPr>
          <a:xfrm>
            <a:off x="186814" y="657094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</a:t>
            </a:r>
            <a:r>
              <a:rPr lang="en-US" b="1" baseline="-25000" dirty="0">
                <a:solidFill>
                  <a:schemeClr val="tx1"/>
                </a:solidFill>
              </a:rPr>
              <a:t>2</a:t>
            </a:r>
            <a:r>
              <a:rPr lang="en-US" b="1" dirty="0">
                <a:solidFill>
                  <a:schemeClr val="tx1"/>
                </a:solidFill>
              </a:rPr>
              <a:t> Devices</a:t>
            </a:r>
          </a:p>
        </p:txBody>
      </p:sp>
      <p:pic>
        <p:nvPicPr>
          <p:cNvPr id="135" name="Graphic 134" descr="Cursor">
            <a:extLst>
              <a:ext uri="{FF2B5EF4-FFF2-40B4-BE49-F238E27FC236}">
                <a16:creationId xmlns:a16="http://schemas.microsoft.com/office/drawing/2014/main" id="{7D72F2EE-3AAA-4D21-940A-46E55106F37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04925" y="355289"/>
            <a:ext cx="346628" cy="365760"/>
          </a:xfrm>
          <a:prstGeom prst="rect">
            <a:avLst/>
          </a:prstGeom>
        </p:spPr>
      </p:pic>
      <p:pic>
        <p:nvPicPr>
          <p:cNvPr id="136" name="Graphic 135" descr="Cursor">
            <a:extLst>
              <a:ext uri="{FF2B5EF4-FFF2-40B4-BE49-F238E27FC236}">
                <a16:creationId xmlns:a16="http://schemas.microsoft.com/office/drawing/2014/main" id="{F95CDFA1-7477-427C-95CF-DD6148F06E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04925" y="862142"/>
            <a:ext cx="346628" cy="365760"/>
          </a:xfrm>
          <a:prstGeom prst="rect">
            <a:avLst/>
          </a:prstGeom>
        </p:spPr>
      </p:pic>
      <p:sp>
        <p:nvSpPr>
          <p:cNvPr id="144" name="Rectangle: Rounded Corners 143">
            <a:hlinkClick r:id="rId17" action="ppaction://hlinksldjump"/>
            <a:extLst>
              <a:ext uri="{FF2B5EF4-FFF2-40B4-BE49-F238E27FC236}">
                <a16:creationId xmlns:a16="http://schemas.microsoft.com/office/drawing/2014/main" id="{7AFD0DC9-8DDF-4672-BB28-09C633604E8B}"/>
              </a:ext>
            </a:extLst>
          </p:cNvPr>
          <p:cNvSpPr/>
          <p:nvPr/>
        </p:nvSpPr>
        <p:spPr>
          <a:xfrm>
            <a:off x="186814" y="1182402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145" name="Graphic 144" descr="Cursor">
            <a:extLst>
              <a:ext uri="{FF2B5EF4-FFF2-40B4-BE49-F238E27FC236}">
                <a16:creationId xmlns:a16="http://schemas.microsoft.com/office/drawing/2014/main" id="{4500B36A-5966-4956-BA4E-9A0C09776EC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34421" y="1397762"/>
            <a:ext cx="346628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193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8"/>
                  </p:tgtEl>
                </p:cond>
              </p:nextCondLst>
            </p:seq>
          </p:childTnLst>
        </p:cTn>
      </p:par>
    </p:tnLst>
    <p:bldLst>
      <p:bldP spid="4" grpId="0" animBg="1"/>
      <p:bldP spid="134" grpId="0"/>
      <p:bldP spid="59" grpId="0" animBg="1"/>
      <p:bldP spid="64" grpId="0" animBg="1"/>
      <p:bldP spid="69" grpId="0" animBg="1"/>
      <p:bldP spid="70" grpId="0"/>
      <p:bldP spid="75" grpId="0" animBg="1"/>
      <p:bldP spid="76" grpId="0" animBg="1"/>
      <p:bldP spid="146" grpId="0" animBg="1"/>
      <p:bldP spid="147" grpId="0" animBg="1"/>
      <p:bldP spid="148" grpId="0" animBg="1"/>
      <p:bldP spid="150" grpId="0"/>
      <p:bldP spid="153" grpId="0" animBg="1"/>
      <p:bldP spid="154" grpId="0" animBg="1"/>
      <p:bldP spid="7" grpId="0" animBg="1"/>
      <p:bldP spid="2" grpId="0" animBg="1"/>
      <p:bldP spid="138" grpId="0" animBg="1"/>
      <p:bldP spid="141" grpId="0"/>
      <p:bldP spid="1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F724FA2D-81F1-4907-92C1-798E558C2C9D}"/>
              </a:ext>
            </a:extLst>
          </p:cNvPr>
          <p:cNvSpPr/>
          <p:nvPr/>
        </p:nvSpPr>
        <p:spPr>
          <a:xfrm flipH="1">
            <a:off x="112801" y="5161349"/>
            <a:ext cx="2350522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dirty="0"/>
              <a:t>Because of venting holes and poorly fitted masks, ambient air is entrained during inspiration, diluting 100% O</a:t>
            </a:r>
            <a:r>
              <a:rPr lang="en-US" sz="1600" baseline="-25000" dirty="0"/>
              <a:t>2</a:t>
            </a:r>
            <a:r>
              <a:rPr lang="en-US" sz="1600" dirty="0"/>
              <a:t> delivered to the mask.</a:t>
            </a:r>
          </a:p>
        </p:txBody>
      </p:sp>
      <p:pic>
        <p:nvPicPr>
          <p:cNvPr id="6146" name="Picture 2" descr="Image result for face mask oxygen">
            <a:extLst>
              <a:ext uri="{FF2B5EF4-FFF2-40B4-BE49-F238E27FC236}">
                <a16:creationId xmlns:a16="http://schemas.microsoft.com/office/drawing/2014/main" id="{C0A6586A-BBBC-479E-AB7C-2C80811774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0" t="15237" r="6678" b="11511"/>
          <a:stretch/>
        </p:blipFill>
        <p:spPr bwMode="auto">
          <a:xfrm>
            <a:off x="7545182" y="64645"/>
            <a:ext cx="4209477" cy="2480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9EEBA8E3-8E23-4F3E-BC54-6BF733499D1D}"/>
              </a:ext>
            </a:extLst>
          </p:cNvPr>
          <p:cNvGrpSpPr/>
          <p:nvPr/>
        </p:nvGrpSpPr>
        <p:grpSpPr>
          <a:xfrm>
            <a:off x="9825025" y="1018923"/>
            <a:ext cx="882690" cy="2307338"/>
            <a:chOff x="9435909" y="1018923"/>
            <a:chExt cx="882690" cy="2307338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F02E774-9E80-4270-824A-40FB8C6973FB}"/>
                </a:ext>
              </a:extLst>
            </p:cNvPr>
            <p:cNvSpPr/>
            <p:nvPr/>
          </p:nvSpPr>
          <p:spPr>
            <a:xfrm>
              <a:off x="9586586" y="1622662"/>
              <a:ext cx="182844" cy="162290"/>
            </a:xfrm>
            <a:prstGeom prst="ellipse">
              <a:avLst/>
            </a:prstGeom>
            <a:gradFill flip="none" rotWithShape="1">
              <a:gsLst>
                <a:gs pos="0">
                  <a:schemeClr val="accent6">
                    <a:lumMod val="60000"/>
                    <a:lumOff val="40000"/>
                  </a:schemeClr>
                </a:gs>
                <a:gs pos="59000">
                  <a:schemeClr val="accent6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9ED268D-62A6-455F-B610-5F67A6F3D5CE}"/>
                </a:ext>
              </a:extLst>
            </p:cNvPr>
            <p:cNvSpPr/>
            <p:nvPr/>
          </p:nvSpPr>
          <p:spPr>
            <a:xfrm>
              <a:off x="9879935" y="2747969"/>
              <a:ext cx="161112" cy="13745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Isosceles Triangle 77">
              <a:extLst>
                <a:ext uri="{FF2B5EF4-FFF2-40B4-BE49-F238E27FC236}">
                  <a16:creationId xmlns:a16="http://schemas.microsoft.com/office/drawing/2014/main" id="{3FCDEF81-57FE-4045-A096-46868DAA0142}"/>
                </a:ext>
              </a:extLst>
            </p:cNvPr>
            <p:cNvSpPr/>
            <p:nvPr/>
          </p:nvSpPr>
          <p:spPr>
            <a:xfrm flipV="1">
              <a:off x="9525269" y="3043228"/>
              <a:ext cx="292682" cy="283033"/>
            </a:xfrm>
            <a:custGeom>
              <a:avLst/>
              <a:gdLst>
                <a:gd name="connsiteX0" fmla="*/ 0 w 414826"/>
                <a:gd name="connsiteY0" fmla="*/ 791248 h 791248"/>
                <a:gd name="connsiteX1" fmla="*/ 207413 w 414826"/>
                <a:gd name="connsiteY1" fmla="*/ 0 h 791248"/>
                <a:gd name="connsiteX2" fmla="*/ 414826 w 414826"/>
                <a:gd name="connsiteY2" fmla="*/ 791248 h 791248"/>
                <a:gd name="connsiteX3" fmla="*/ 0 w 414826"/>
                <a:gd name="connsiteY3" fmla="*/ 791248 h 791248"/>
                <a:gd name="connsiteX0" fmla="*/ 0 w 414826"/>
                <a:gd name="connsiteY0" fmla="*/ 791248 h 791248"/>
                <a:gd name="connsiteX1" fmla="*/ 207413 w 414826"/>
                <a:gd name="connsiteY1" fmla="*/ 0 h 791248"/>
                <a:gd name="connsiteX2" fmla="*/ 245240 w 414826"/>
                <a:gd name="connsiteY2" fmla="*/ 50381 h 791248"/>
                <a:gd name="connsiteX3" fmla="*/ 414826 w 414826"/>
                <a:gd name="connsiteY3" fmla="*/ 791248 h 791248"/>
                <a:gd name="connsiteX4" fmla="*/ 0 w 414826"/>
                <a:gd name="connsiteY4" fmla="*/ 791248 h 791248"/>
                <a:gd name="connsiteX0" fmla="*/ 0 w 414826"/>
                <a:gd name="connsiteY0" fmla="*/ 791248 h 791248"/>
                <a:gd name="connsiteX1" fmla="*/ 207413 w 414826"/>
                <a:gd name="connsiteY1" fmla="*/ 0 h 791248"/>
                <a:gd name="connsiteX2" fmla="*/ 149354 w 414826"/>
                <a:gd name="connsiteY2" fmla="*/ 100466 h 791248"/>
                <a:gd name="connsiteX3" fmla="*/ 414826 w 414826"/>
                <a:gd name="connsiteY3" fmla="*/ 791248 h 791248"/>
                <a:gd name="connsiteX4" fmla="*/ 0 w 414826"/>
                <a:gd name="connsiteY4" fmla="*/ 791248 h 791248"/>
                <a:gd name="connsiteX0" fmla="*/ 0 w 414826"/>
                <a:gd name="connsiteY0" fmla="*/ 791248 h 791248"/>
                <a:gd name="connsiteX1" fmla="*/ 207413 w 414826"/>
                <a:gd name="connsiteY1" fmla="*/ 0 h 791248"/>
                <a:gd name="connsiteX2" fmla="*/ 285741 w 414826"/>
                <a:gd name="connsiteY2" fmla="*/ 86416 h 791248"/>
                <a:gd name="connsiteX3" fmla="*/ 414826 w 414826"/>
                <a:gd name="connsiteY3" fmla="*/ 791248 h 791248"/>
                <a:gd name="connsiteX4" fmla="*/ 0 w 414826"/>
                <a:gd name="connsiteY4" fmla="*/ 791248 h 791248"/>
                <a:gd name="connsiteX0" fmla="*/ 0 w 414826"/>
                <a:gd name="connsiteY0" fmla="*/ 743618 h 743618"/>
                <a:gd name="connsiteX1" fmla="*/ 145569 w 414826"/>
                <a:gd name="connsiteY1" fmla="*/ 0 h 743618"/>
                <a:gd name="connsiteX2" fmla="*/ 285741 w 414826"/>
                <a:gd name="connsiteY2" fmla="*/ 38786 h 743618"/>
                <a:gd name="connsiteX3" fmla="*/ 414826 w 414826"/>
                <a:gd name="connsiteY3" fmla="*/ 743618 h 743618"/>
                <a:gd name="connsiteX4" fmla="*/ 0 w 414826"/>
                <a:gd name="connsiteY4" fmla="*/ 743618 h 743618"/>
                <a:gd name="connsiteX0" fmla="*/ 0 w 347186"/>
                <a:gd name="connsiteY0" fmla="*/ 743618 h 743618"/>
                <a:gd name="connsiteX1" fmla="*/ 145569 w 347186"/>
                <a:gd name="connsiteY1" fmla="*/ 0 h 743618"/>
                <a:gd name="connsiteX2" fmla="*/ 285741 w 347186"/>
                <a:gd name="connsiteY2" fmla="*/ 38786 h 743618"/>
                <a:gd name="connsiteX3" fmla="*/ 347186 w 347186"/>
                <a:gd name="connsiteY3" fmla="*/ 740074 h 743618"/>
                <a:gd name="connsiteX4" fmla="*/ 0 w 347186"/>
                <a:gd name="connsiteY4" fmla="*/ 743618 h 743618"/>
                <a:gd name="connsiteX0" fmla="*/ 0 w 347186"/>
                <a:gd name="connsiteY0" fmla="*/ 714911 h 714911"/>
                <a:gd name="connsiteX1" fmla="*/ 127108 w 347186"/>
                <a:gd name="connsiteY1" fmla="*/ 0 h 714911"/>
                <a:gd name="connsiteX2" fmla="*/ 285741 w 347186"/>
                <a:gd name="connsiteY2" fmla="*/ 10079 h 714911"/>
                <a:gd name="connsiteX3" fmla="*/ 347186 w 347186"/>
                <a:gd name="connsiteY3" fmla="*/ 711367 h 714911"/>
                <a:gd name="connsiteX4" fmla="*/ 0 w 347186"/>
                <a:gd name="connsiteY4" fmla="*/ 714911 h 714911"/>
                <a:gd name="connsiteX0" fmla="*/ 0 w 347186"/>
                <a:gd name="connsiteY0" fmla="*/ 714911 h 714911"/>
                <a:gd name="connsiteX1" fmla="*/ 127108 w 347186"/>
                <a:gd name="connsiteY1" fmla="*/ 0 h 714911"/>
                <a:gd name="connsiteX2" fmla="*/ 285741 w 347186"/>
                <a:gd name="connsiteY2" fmla="*/ 10079 h 714911"/>
                <a:gd name="connsiteX3" fmla="*/ 347186 w 347186"/>
                <a:gd name="connsiteY3" fmla="*/ 711367 h 714911"/>
                <a:gd name="connsiteX4" fmla="*/ 0 w 347186"/>
                <a:gd name="connsiteY4" fmla="*/ 714911 h 714911"/>
                <a:gd name="connsiteX0" fmla="*/ 0 w 347186"/>
                <a:gd name="connsiteY0" fmla="*/ 714911 h 714911"/>
                <a:gd name="connsiteX1" fmla="*/ 127108 w 347186"/>
                <a:gd name="connsiteY1" fmla="*/ 0 h 714911"/>
                <a:gd name="connsiteX2" fmla="*/ 245036 w 347186"/>
                <a:gd name="connsiteY2" fmla="*/ 58816 h 714911"/>
                <a:gd name="connsiteX3" fmla="*/ 347186 w 347186"/>
                <a:gd name="connsiteY3" fmla="*/ 711367 h 714911"/>
                <a:gd name="connsiteX4" fmla="*/ 0 w 347186"/>
                <a:gd name="connsiteY4" fmla="*/ 714911 h 714911"/>
                <a:gd name="connsiteX0" fmla="*/ 0 w 282887"/>
                <a:gd name="connsiteY0" fmla="*/ 714911 h 724955"/>
                <a:gd name="connsiteX1" fmla="*/ 127108 w 282887"/>
                <a:gd name="connsiteY1" fmla="*/ 0 h 724955"/>
                <a:gd name="connsiteX2" fmla="*/ 245036 w 282887"/>
                <a:gd name="connsiteY2" fmla="*/ 58816 h 724955"/>
                <a:gd name="connsiteX3" fmla="*/ 282887 w 282887"/>
                <a:gd name="connsiteY3" fmla="*/ 724955 h 724955"/>
                <a:gd name="connsiteX4" fmla="*/ 0 w 282887"/>
                <a:gd name="connsiteY4" fmla="*/ 714911 h 724955"/>
                <a:gd name="connsiteX0" fmla="*/ 0 w 282887"/>
                <a:gd name="connsiteY0" fmla="*/ 672415 h 682459"/>
                <a:gd name="connsiteX1" fmla="*/ 129121 w 282887"/>
                <a:gd name="connsiteY1" fmla="*/ 0 h 682459"/>
                <a:gd name="connsiteX2" fmla="*/ 245036 w 282887"/>
                <a:gd name="connsiteY2" fmla="*/ 16320 h 682459"/>
                <a:gd name="connsiteX3" fmla="*/ 282887 w 282887"/>
                <a:gd name="connsiteY3" fmla="*/ 682459 h 682459"/>
                <a:gd name="connsiteX4" fmla="*/ 0 w 282887"/>
                <a:gd name="connsiteY4" fmla="*/ 672415 h 682459"/>
                <a:gd name="connsiteX0" fmla="*/ 0 w 282887"/>
                <a:gd name="connsiteY0" fmla="*/ 672415 h 682459"/>
                <a:gd name="connsiteX1" fmla="*/ 129121 w 282887"/>
                <a:gd name="connsiteY1" fmla="*/ 0 h 682459"/>
                <a:gd name="connsiteX2" fmla="*/ 260395 w 282887"/>
                <a:gd name="connsiteY2" fmla="*/ 46800 h 682459"/>
                <a:gd name="connsiteX3" fmla="*/ 282887 w 282887"/>
                <a:gd name="connsiteY3" fmla="*/ 682459 h 682459"/>
                <a:gd name="connsiteX4" fmla="*/ 0 w 282887"/>
                <a:gd name="connsiteY4" fmla="*/ 672415 h 682459"/>
                <a:gd name="connsiteX0" fmla="*/ 0 w 282887"/>
                <a:gd name="connsiteY0" fmla="*/ 651277 h 661321"/>
                <a:gd name="connsiteX1" fmla="*/ 128014 w 282887"/>
                <a:gd name="connsiteY1" fmla="*/ 0 h 661321"/>
                <a:gd name="connsiteX2" fmla="*/ 260395 w 282887"/>
                <a:gd name="connsiteY2" fmla="*/ 25662 h 661321"/>
                <a:gd name="connsiteX3" fmla="*/ 282887 w 282887"/>
                <a:gd name="connsiteY3" fmla="*/ 661321 h 661321"/>
                <a:gd name="connsiteX4" fmla="*/ 0 w 282887"/>
                <a:gd name="connsiteY4" fmla="*/ 651277 h 661321"/>
                <a:gd name="connsiteX0" fmla="*/ 0 w 275318"/>
                <a:gd name="connsiteY0" fmla="*/ 668630 h 668630"/>
                <a:gd name="connsiteX1" fmla="*/ 120445 w 275318"/>
                <a:gd name="connsiteY1" fmla="*/ 0 h 668630"/>
                <a:gd name="connsiteX2" fmla="*/ 252826 w 275318"/>
                <a:gd name="connsiteY2" fmla="*/ 25662 h 668630"/>
                <a:gd name="connsiteX3" fmla="*/ 275318 w 275318"/>
                <a:gd name="connsiteY3" fmla="*/ 661321 h 668630"/>
                <a:gd name="connsiteX4" fmla="*/ 0 w 275318"/>
                <a:gd name="connsiteY4" fmla="*/ 668630 h 668630"/>
                <a:gd name="connsiteX0" fmla="*/ 0 w 280412"/>
                <a:gd name="connsiteY0" fmla="*/ 668630 h 668630"/>
                <a:gd name="connsiteX1" fmla="*/ 120445 w 280412"/>
                <a:gd name="connsiteY1" fmla="*/ 0 h 668630"/>
                <a:gd name="connsiteX2" fmla="*/ 252826 w 280412"/>
                <a:gd name="connsiteY2" fmla="*/ 25662 h 668630"/>
                <a:gd name="connsiteX3" fmla="*/ 280412 w 280412"/>
                <a:gd name="connsiteY3" fmla="*/ 564088 h 668630"/>
                <a:gd name="connsiteX4" fmla="*/ 0 w 280412"/>
                <a:gd name="connsiteY4" fmla="*/ 668630 h 668630"/>
                <a:gd name="connsiteX0" fmla="*/ 0 w 245282"/>
                <a:gd name="connsiteY0" fmla="*/ 564491 h 564491"/>
                <a:gd name="connsiteX1" fmla="*/ 85315 w 245282"/>
                <a:gd name="connsiteY1" fmla="*/ 0 h 564491"/>
                <a:gd name="connsiteX2" fmla="*/ 217696 w 245282"/>
                <a:gd name="connsiteY2" fmla="*/ 25662 h 564491"/>
                <a:gd name="connsiteX3" fmla="*/ 245282 w 245282"/>
                <a:gd name="connsiteY3" fmla="*/ 564088 h 564491"/>
                <a:gd name="connsiteX4" fmla="*/ 0 w 245282"/>
                <a:gd name="connsiteY4" fmla="*/ 564491 h 564491"/>
                <a:gd name="connsiteX0" fmla="*/ 0 w 245282"/>
                <a:gd name="connsiteY0" fmla="*/ 546855 h 546855"/>
                <a:gd name="connsiteX1" fmla="*/ 88213 w 245282"/>
                <a:gd name="connsiteY1" fmla="*/ 7950 h 546855"/>
                <a:gd name="connsiteX2" fmla="*/ 217696 w 245282"/>
                <a:gd name="connsiteY2" fmla="*/ 8026 h 546855"/>
                <a:gd name="connsiteX3" fmla="*/ 245282 w 245282"/>
                <a:gd name="connsiteY3" fmla="*/ 546452 h 546855"/>
                <a:gd name="connsiteX4" fmla="*/ 0 w 245282"/>
                <a:gd name="connsiteY4" fmla="*/ 546855 h 546855"/>
                <a:gd name="connsiteX0" fmla="*/ 0 w 245282"/>
                <a:gd name="connsiteY0" fmla="*/ 569161 h 569161"/>
                <a:gd name="connsiteX1" fmla="*/ 77081 w 245282"/>
                <a:gd name="connsiteY1" fmla="*/ 0 h 569161"/>
                <a:gd name="connsiteX2" fmla="*/ 217696 w 245282"/>
                <a:gd name="connsiteY2" fmla="*/ 30332 h 569161"/>
                <a:gd name="connsiteX3" fmla="*/ 245282 w 245282"/>
                <a:gd name="connsiteY3" fmla="*/ 568758 h 569161"/>
                <a:gd name="connsiteX4" fmla="*/ 0 w 245282"/>
                <a:gd name="connsiteY4" fmla="*/ 569161 h 569161"/>
                <a:gd name="connsiteX0" fmla="*/ 0 w 245282"/>
                <a:gd name="connsiteY0" fmla="*/ 569161 h 569161"/>
                <a:gd name="connsiteX1" fmla="*/ 77081 w 245282"/>
                <a:gd name="connsiteY1" fmla="*/ 0 h 569161"/>
                <a:gd name="connsiteX2" fmla="*/ 217696 w 245282"/>
                <a:gd name="connsiteY2" fmla="*/ 30332 h 569161"/>
                <a:gd name="connsiteX3" fmla="*/ 245282 w 245282"/>
                <a:gd name="connsiteY3" fmla="*/ 568758 h 569161"/>
                <a:gd name="connsiteX4" fmla="*/ 0 w 245282"/>
                <a:gd name="connsiteY4" fmla="*/ 569161 h 569161"/>
                <a:gd name="connsiteX0" fmla="*/ 0 w 245282"/>
                <a:gd name="connsiteY0" fmla="*/ 569590 h 569590"/>
                <a:gd name="connsiteX1" fmla="*/ 77081 w 245282"/>
                <a:gd name="connsiteY1" fmla="*/ 429 h 569590"/>
                <a:gd name="connsiteX2" fmla="*/ 217696 w 245282"/>
                <a:gd name="connsiteY2" fmla="*/ 30761 h 569590"/>
                <a:gd name="connsiteX3" fmla="*/ 245282 w 245282"/>
                <a:gd name="connsiteY3" fmla="*/ 569187 h 569590"/>
                <a:gd name="connsiteX4" fmla="*/ 0 w 245282"/>
                <a:gd name="connsiteY4" fmla="*/ 569590 h 569590"/>
                <a:gd name="connsiteX0" fmla="*/ 0 w 245282"/>
                <a:gd name="connsiteY0" fmla="*/ 569590 h 569590"/>
                <a:gd name="connsiteX1" fmla="*/ 77081 w 245282"/>
                <a:gd name="connsiteY1" fmla="*/ 429 h 569590"/>
                <a:gd name="connsiteX2" fmla="*/ 217696 w 245282"/>
                <a:gd name="connsiteY2" fmla="*/ 30761 h 569590"/>
                <a:gd name="connsiteX3" fmla="*/ 245282 w 245282"/>
                <a:gd name="connsiteY3" fmla="*/ 569187 h 569590"/>
                <a:gd name="connsiteX4" fmla="*/ 0 w 245282"/>
                <a:gd name="connsiteY4" fmla="*/ 569590 h 569590"/>
                <a:gd name="connsiteX0" fmla="*/ 0 w 245282"/>
                <a:gd name="connsiteY0" fmla="*/ 573750 h 573750"/>
                <a:gd name="connsiteX1" fmla="*/ 77081 w 245282"/>
                <a:gd name="connsiteY1" fmla="*/ 4589 h 573750"/>
                <a:gd name="connsiteX2" fmla="*/ 214354 w 245282"/>
                <a:gd name="connsiteY2" fmla="*/ 17789 h 573750"/>
                <a:gd name="connsiteX3" fmla="*/ 245282 w 245282"/>
                <a:gd name="connsiteY3" fmla="*/ 573347 h 573750"/>
                <a:gd name="connsiteX4" fmla="*/ 0 w 245282"/>
                <a:gd name="connsiteY4" fmla="*/ 573750 h 573750"/>
                <a:gd name="connsiteX0" fmla="*/ 0 w 245282"/>
                <a:gd name="connsiteY0" fmla="*/ 569489 h 569489"/>
                <a:gd name="connsiteX1" fmla="*/ 77081 w 245282"/>
                <a:gd name="connsiteY1" fmla="*/ 328 h 569489"/>
                <a:gd name="connsiteX2" fmla="*/ 187882 w 245282"/>
                <a:gd name="connsiteY2" fmla="*/ 33337 h 569489"/>
                <a:gd name="connsiteX3" fmla="*/ 245282 w 245282"/>
                <a:gd name="connsiteY3" fmla="*/ 569086 h 569489"/>
                <a:gd name="connsiteX4" fmla="*/ 0 w 245282"/>
                <a:gd name="connsiteY4" fmla="*/ 569489 h 569489"/>
                <a:gd name="connsiteX0" fmla="*/ 0 w 245282"/>
                <a:gd name="connsiteY0" fmla="*/ 570595 h 570595"/>
                <a:gd name="connsiteX1" fmla="*/ 77081 w 245282"/>
                <a:gd name="connsiteY1" fmla="*/ 1434 h 570595"/>
                <a:gd name="connsiteX2" fmla="*/ 218140 w 245282"/>
                <a:gd name="connsiteY2" fmla="*/ 23311 h 570595"/>
                <a:gd name="connsiteX3" fmla="*/ 245282 w 245282"/>
                <a:gd name="connsiteY3" fmla="*/ 570192 h 570595"/>
                <a:gd name="connsiteX4" fmla="*/ 0 w 245282"/>
                <a:gd name="connsiteY4" fmla="*/ 570595 h 570595"/>
                <a:gd name="connsiteX0" fmla="*/ 0 w 245282"/>
                <a:gd name="connsiteY0" fmla="*/ 570645 h 570645"/>
                <a:gd name="connsiteX1" fmla="*/ 77081 w 245282"/>
                <a:gd name="connsiteY1" fmla="*/ 1484 h 570645"/>
                <a:gd name="connsiteX2" fmla="*/ 213912 w 245282"/>
                <a:gd name="connsiteY2" fmla="*/ 23140 h 570645"/>
                <a:gd name="connsiteX3" fmla="*/ 245282 w 245282"/>
                <a:gd name="connsiteY3" fmla="*/ 570242 h 570645"/>
                <a:gd name="connsiteX4" fmla="*/ 0 w 245282"/>
                <a:gd name="connsiteY4" fmla="*/ 570645 h 570645"/>
                <a:gd name="connsiteX0" fmla="*/ 0 w 245282"/>
                <a:gd name="connsiteY0" fmla="*/ 571137 h 571137"/>
                <a:gd name="connsiteX1" fmla="*/ 77081 w 245282"/>
                <a:gd name="connsiteY1" fmla="*/ 1976 h 571137"/>
                <a:gd name="connsiteX2" fmla="*/ 213912 w 245282"/>
                <a:gd name="connsiteY2" fmla="*/ 23632 h 571137"/>
                <a:gd name="connsiteX3" fmla="*/ 245282 w 245282"/>
                <a:gd name="connsiteY3" fmla="*/ 570734 h 571137"/>
                <a:gd name="connsiteX4" fmla="*/ 0 w 245282"/>
                <a:gd name="connsiteY4" fmla="*/ 571137 h 571137"/>
                <a:gd name="connsiteX0" fmla="*/ 0 w 245282"/>
                <a:gd name="connsiteY0" fmla="*/ 564277 h 564277"/>
                <a:gd name="connsiteX1" fmla="*/ 76416 w 245282"/>
                <a:gd name="connsiteY1" fmla="*/ 7798 h 564277"/>
                <a:gd name="connsiteX2" fmla="*/ 213912 w 245282"/>
                <a:gd name="connsiteY2" fmla="*/ 16772 h 564277"/>
                <a:gd name="connsiteX3" fmla="*/ 245282 w 245282"/>
                <a:gd name="connsiteY3" fmla="*/ 563874 h 564277"/>
                <a:gd name="connsiteX4" fmla="*/ 0 w 245282"/>
                <a:gd name="connsiteY4" fmla="*/ 564277 h 564277"/>
                <a:gd name="connsiteX0" fmla="*/ 0 w 245282"/>
                <a:gd name="connsiteY0" fmla="*/ 564277 h 564277"/>
                <a:gd name="connsiteX1" fmla="*/ 76416 w 245282"/>
                <a:gd name="connsiteY1" fmla="*/ 7798 h 564277"/>
                <a:gd name="connsiteX2" fmla="*/ 213912 w 245282"/>
                <a:gd name="connsiteY2" fmla="*/ 16772 h 564277"/>
                <a:gd name="connsiteX3" fmla="*/ 245282 w 245282"/>
                <a:gd name="connsiteY3" fmla="*/ 563874 h 564277"/>
                <a:gd name="connsiteX4" fmla="*/ 0 w 245282"/>
                <a:gd name="connsiteY4" fmla="*/ 564277 h 564277"/>
                <a:gd name="connsiteX0" fmla="*/ 0 w 245282"/>
                <a:gd name="connsiteY0" fmla="*/ 566063 h 566063"/>
                <a:gd name="connsiteX1" fmla="*/ 76416 w 245282"/>
                <a:gd name="connsiteY1" fmla="*/ 9584 h 566063"/>
                <a:gd name="connsiteX2" fmla="*/ 213912 w 245282"/>
                <a:gd name="connsiteY2" fmla="*/ 18558 h 566063"/>
                <a:gd name="connsiteX3" fmla="*/ 245282 w 245282"/>
                <a:gd name="connsiteY3" fmla="*/ 565660 h 566063"/>
                <a:gd name="connsiteX4" fmla="*/ 0 w 245282"/>
                <a:gd name="connsiteY4" fmla="*/ 566063 h 566063"/>
                <a:gd name="connsiteX0" fmla="*/ 0 w 245282"/>
                <a:gd name="connsiteY0" fmla="*/ 566063 h 566063"/>
                <a:gd name="connsiteX1" fmla="*/ 76416 w 245282"/>
                <a:gd name="connsiteY1" fmla="*/ 9584 h 566063"/>
                <a:gd name="connsiteX2" fmla="*/ 192626 w 245282"/>
                <a:gd name="connsiteY2" fmla="*/ 18558 h 566063"/>
                <a:gd name="connsiteX3" fmla="*/ 245282 w 245282"/>
                <a:gd name="connsiteY3" fmla="*/ 565660 h 566063"/>
                <a:gd name="connsiteX4" fmla="*/ 0 w 245282"/>
                <a:gd name="connsiteY4" fmla="*/ 566063 h 566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282" h="566063">
                  <a:moveTo>
                    <a:pt x="0" y="566063"/>
                  </a:moveTo>
                  <a:cubicBezTo>
                    <a:pt x="25472" y="380570"/>
                    <a:pt x="50501" y="203533"/>
                    <a:pt x="76416" y="9584"/>
                  </a:cubicBezTo>
                  <a:cubicBezTo>
                    <a:pt x="139751" y="2187"/>
                    <a:pt x="143968" y="-11429"/>
                    <a:pt x="192626" y="18558"/>
                  </a:cubicBezTo>
                  <a:lnTo>
                    <a:pt x="245282" y="565660"/>
                  </a:lnTo>
                  <a:lnTo>
                    <a:pt x="0" y="566063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Cylinder 48">
              <a:extLst>
                <a:ext uri="{FF2B5EF4-FFF2-40B4-BE49-F238E27FC236}">
                  <a16:creationId xmlns:a16="http://schemas.microsoft.com/office/drawing/2014/main" id="{38C9273A-B162-4BF5-89AA-193D48018FB2}"/>
                </a:ext>
              </a:extLst>
            </p:cNvPr>
            <p:cNvSpPr/>
            <p:nvPr/>
          </p:nvSpPr>
          <p:spPr>
            <a:xfrm rot="5400000">
              <a:off x="9941611" y="2666241"/>
              <a:ext cx="395867" cy="358108"/>
            </a:xfrm>
            <a:prstGeom prst="can">
              <a:avLst>
                <a:gd name="adj" fmla="val 9632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Cylinder 49">
              <a:extLst>
                <a:ext uri="{FF2B5EF4-FFF2-40B4-BE49-F238E27FC236}">
                  <a16:creationId xmlns:a16="http://schemas.microsoft.com/office/drawing/2014/main" id="{25F048EE-8046-4F18-AB11-B0832B1644EF}"/>
                </a:ext>
              </a:extLst>
            </p:cNvPr>
            <p:cNvSpPr/>
            <p:nvPr/>
          </p:nvSpPr>
          <p:spPr>
            <a:xfrm>
              <a:off x="9435909" y="2621718"/>
              <a:ext cx="471401" cy="421510"/>
            </a:xfrm>
            <a:prstGeom prst="can">
              <a:avLst>
                <a:gd name="adj" fmla="val 14654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51" name="Isosceles Triangle 79">
              <a:extLst>
                <a:ext uri="{FF2B5EF4-FFF2-40B4-BE49-F238E27FC236}">
                  <a16:creationId xmlns:a16="http://schemas.microsoft.com/office/drawing/2014/main" id="{F0DEAEA1-5904-4833-93C2-C6535F8C122B}"/>
                </a:ext>
              </a:extLst>
            </p:cNvPr>
            <p:cNvSpPr/>
            <p:nvPr/>
          </p:nvSpPr>
          <p:spPr>
            <a:xfrm>
              <a:off x="9480217" y="1018923"/>
              <a:ext cx="382784" cy="1633518"/>
            </a:xfrm>
            <a:custGeom>
              <a:avLst/>
              <a:gdLst>
                <a:gd name="connsiteX0" fmla="*/ 0 w 382784"/>
                <a:gd name="connsiteY0" fmla="*/ 1822311 h 1822311"/>
                <a:gd name="connsiteX1" fmla="*/ 191392 w 382784"/>
                <a:gd name="connsiteY1" fmla="*/ 0 h 1822311"/>
                <a:gd name="connsiteX2" fmla="*/ 382784 w 382784"/>
                <a:gd name="connsiteY2" fmla="*/ 1822311 h 1822311"/>
                <a:gd name="connsiteX3" fmla="*/ 0 w 382784"/>
                <a:gd name="connsiteY3" fmla="*/ 1822311 h 1822311"/>
                <a:gd name="connsiteX0" fmla="*/ 0 w 382784"/>
                <a:gd name="connsiteY0" fmla="*/ 1822311 h 1822311"/>
                <a:gd name="connsiteX1" fmla="*/ 191392 w 382784"/>
                <a:gd name="connsiteY1" fmla="*/ 0 h 1822311"/>
                <a:gd name="connsiteX2" fmla="*/ 270801 w 382784"/>
                <a:gd name="connsiteY2" fmla="*/ 118957 h 1822311"/>
                <a:gd name="connsiteX3" fmla="*/ 382784 w 382784"/>
                <a:gd name="connsiteY3" fmla="*/ 1822311 h 1822311"/>
                <a:gd name="connsiteX4" fmla="*/ 0 w 382784"/>
                <a:gd name="connsiteY4" fmla="*/ 1822311 h 1822311"/>
                <a:gd name="connsiteX0" fmla="*/ 0 w 382784"/>
                <a:gd name="connsiteY0" fmla="*/ 1714599 h 1714599"/>
                <a:gd name="connsiteX1" fmla="*/ 96142 w 382784"/>
                <a:gd name="connsiteY1" fmla="*/ 178038 h 1714599"/>
                <a:gd name="connsiteX2" fmla="*/ 270801 w 382784"/>
                <a:gd name="connsiteY2" fmla="*/ 11245 h 1714599"/>
                <a:gd name="connsiteX3" fmla="*/ 382784 w 382784"/>
                <a:gd name="connsiteY3" fmla="*/ 1714599 h 1714599"/>
                <a:gd name="connsiteX4" fmla="*/ 0 w 382784"/>
                <a:gd name="connsiteY4" fmla="*/ 1714599 h 1714599"/>
                <a:gd name="connsiteX0" fmla="*/ 0 w 382784"/>
                <a:gd name="connsiteY0" fmla="*/ 1599710 h 1599710"/>
                <a:gd name="connsiteX1" fmla="*/ 96142 w 382784"/>
                <a:gd name="connsiteY1" fmla="*/ 63149 h 1599710"/>
                <a:gd name="connsiteX2" fmla="*/ 289851 w 382784"/>
                <a:gd name="connsiteY2" fmla="*/ 17006 h 1599710"/>
                <a:gd name="connsiteX3" fmla="*/ 382784 w 382784"/>
                <a:gd name="connsiteY3" fmla="*/ 1599710 h 1599710"/>
                <a:gd name="connsiteX4" fmla="*/ 0 w 382784"/>
                <a:gd name="connsiteY4" fmla="*/ 1599710 h 1599710"/>
                <a:gd name="connsiteX0" fmla="*/ 0 w 382784"/>
                <a:gd name="connsiteY0" fmla="*/ 1612761 h 1612761"/>
                <a:gd name="connsiteX1" fmla="*/ 89792 w 382784"/>
                <a:gd name="connsiteY1" fmla="*/ 0 h 1612761"/>
                <a:gd name="connsiteX2" fmla="*/ 289851 w 382784"/>
                <a:gd name="connsiteY2" fmla="*/ 30057 h 1612761"/>
                <a:gd name="connsiteX3" fmla="*/ 382784 w 382784"/>
                <a:gd name="connsiteY3" fmla="*/ 1612761 h 1612761"/>
                <a:gd name="connsiteX4" fmla="*/ 0 w 382784"/>
                <a:gd name="connsiteY4" fmla="*/ 1612761 h 1612761"/>
                <a:gd name="connsiteX0" fmla="*/ 0 w 382784"/>
                <a:gd name="connsiteY0" fmla="*/ 1612761 h 1612761"/>
                <a:gd name="connsiteX1" fmla="*/ 89792 w 382784"/>
                <a:gd name="connsiteY1" fmla="*/ 0 h 1612761"/>
                <a:gd name="connsiteX2" fmla="*/ 289851 w 382784"/>
                <a:gd name="connsiteY2" fmla="*/ 30057 h 1612761"/>
                <a:gd name="connsiteX3" fmla="*/ 382784 w 382784"/>
                <a:gd name="connsiteY3" fmla="*/ 1612761 h 1612761"/>
                <a:gd name="connsiteX4" fmla="*/ 0 w 382784"/>
                <a:gd name="connsiteY4" fmla="*/ 1612761 h 1612761"/>
                <a:gd name="connsiteX0" fmla="*/ 0 w 382784"/>
                <a:gd name="connsiteY0" fmla="*/ 1651958 h 1651958"/>
                <a:gd name="connsiteX1" fmla="*/ 89792 w 382784"/>
                <a:gd name="connsiteY1" fmla="*/ 39197 h 1651958"/>
                <a:gd name="connsiteX2" fmla="*/ 289851 w 382784"/>
                <a:gd name="connsiteY2" fmla="*/ 69254 h 1651958"/>
                <a:gd name="connsiteX3" fmla="*/ 382784 w 382784"/>
                <a:gd name="connsiteY3" fmla="*/ 1651958 h 1651958"/>
                <a:gd name="connsiteX4" fmla="*/ 0 w 382784"/>
                <a:gd name="connsiteY4" fmla="*/ 1651958 h 1651958"/>
                <a:gd name="connsiteX0" fmla="*/ 0 w 382784"/>
                <a:gd name="connsiteY0" fmla="*/ 1662822 h 1662822"/>
                <a:gd name="connsiteX1" fmla="*/ 89792 w 382784"/>
                <a:gd name="connsiteY1" fmla="*/ 50061 h 1662822"/>
                <a:gd name="connsiteX2" fmla="*/ 321601 w 382784"/>
                <a:gd name="connsiteY2" fmla="*/ 54718 h 1662822"/>
                <a:gd name="connsiteX3" fmla="*/ 382784 w 382784"/>
                <a:gd name="connsiteY3" fmla="*/ 1662822 h 1662822"/>
                <a:gd name="connsiteX4" fmla="*/ 0 w 382784"/>
                <a:gd name="connsiteY4" fmla="*/ 1662822 h 1662822"/>
                <a:gd name="connsiteX0" fmla="*/ 0 w 382784"/>
                <a:gd name="connsiteY0" fmla="*/ 1662822 h 1662822"/>
                <a:gd name="connsiteX1" fmla="*/ 89792 w 382784"/>
                <a:gd name="connsiteY1" fmla="*/ 50061 h 1662822"/>
                <a:gd name="connsiteX2" fmla="*/ 321601 w 382784"/>
                <a:gd name="connsiteY2" fmla="*/ 54718 h 1662822"/>
                <a:gd name="connsiteX3" fmla="*/ 382784 w 382784"/>
                <a:gd name="connsiteY3" fmla="*/ 1662822 h 1662822"/>
                <a:gd name="connsiteX4" fmla="*/ 0 w 382784"/>
                <a:gd name="connsiteY4" fmla="*/ 1662822 h 1662822"/>
                <a:gd name="connsiteX0" fmla="*/ 0 w 382784"/>
                <a:gd name="connsiteY0" fmla="*/ 1649746 h 1649746"/>
                <a:gd name="connsiteX1" fmla="*/ 89792 w 382784"/>
                <a:gd name="connsiteY1" fmla="*/ 36985 h 1649746"/>
                <a:gd name="connsiteX2" fmla="*/ 321601 w 382784"/>
                <a:gd name="connsiteY2" fmla="*/ 73392 h 1649746"/>
                <a:gd name="connsiteX3" fmla="*/ 382784 w 382784"/>
                <a:gd name="connsiteY3" fmla="*/ 1649746 h 1649746"/>
                <a:gd name="connsiteX4" fmla="*/ 0 w 382784"/>
                <a:gd name="connsiteY4" fmla="*/ 1649746 h 1649746"/>
                <a:gd name="connsiteX0" fmla="*/ 0 w 382784"/>
                <a:gd name="connsiteY0" fmla="*/ 1634390 h 1634390"/>
                <a:gd name="connsiteX1" fmla="*/ 83442 w 382784"/>
                <a:gd name="connsiteY1" fmla="*/ 47029 h 1634390"/>
                <a:gd name="connsiteX2" fmla="*/ 321601 w 382784"/>
                <a:gd name="connsiteY2" fmla="*/ 58036 h 1634390"/>
                <a:gd name="connsiteX3" fmla="*/ 382784 w 382784"/>
                <a:gd name="connsiteY3" fmla="*/ 1634390 h 1634390"/>
                <a:gd name="connsiteX4" fmla="*/ 0 w 382784"/>
                <a:gd name="connsiteY4" fmla="*/ 1634390 h 1634390"/>
                <a:gd name="connsiteX0" fmla="*/ 0 w 382784"/>
                <a:gd name="connsiteY0" fmla="*/ 1626559 h 1626559"/>
                <a:gd name="connsiteX1" fmla="*/ 83442 w 382784"/>
                <a:gd name="connsiteY1" fmla="*/ 39198 h 1626559"/>
                <a:gd name="connsiteX2" fmla="*/ 340651 w 382784"/>
                <a:gd name="connsiteY2" fmla="*/ 69255 h 1626559"/>
                <a:gd name="connsiteX3" fmla="*/ 382784 w 382784"/>
                <a:gd name="connsiteY3" fmla="*/ 1626559 h 1626559"/>
                <a:gd name="connsiteX4" fmla="*/ 0 w 382784"/>
                <a:gd name="connsiteY4" fmla="*/ 1626559 h 1626559"/>
                <a:gd name="connsiteX0" fmla="*/ 0 w 382784"/>
                <a:gd name="connsiteY0" fmla="*/ 1632538 h 1632538"/>
                <a:gd name="connsiteX1" fmla="*/ 83442 w 382784"/>
                <a:gd name="connsiteY1" fmla="*/ 45177 h 1632538"/>
                <a:gd name="connsiteX2" fmla="*/ 340651 w 382784"/>
                <a:gd name="connsiteY2" fmla="*/ 75234 h 1632538"/>
                <a:gd name="connsiteX3" fmla="*/ 382784 w 382784"/>
                <a:gd name="connsiteY3" fmla="*/ 1632538 h 1632538"/>
                <a:gd name="connsiteX4" fmla="*/ 0 w 382784"/>
                <a:gd name="connsiteY4" fmla="*/ 1632538 h 1632538"/>
                <a:gd name="connsiteX0" fmla="*/ 0 w 382784"/>
                <a:gd name="connsiteY0" fmla="*/ 1644734 h 1644734"/>
                <a:gd name="connsiteX1" fmla="*/ 83442 w 382784"/>
                <a:gd name="connsiteY1" fmla="*/ 57373 h 1644734"/>
                <a:gd name="connsiteX2" fmla="*/ 340651 w 382784"/>
                <a:gd name="connsiteY2" fmla="*/ 62030 h 1644734"/>
                <a:gd name="connsiteX3" fmla="*/ 382784 w 382784"/>
                <a:gd name="connsiteY3" fmla="*/ 1644734 h 1644734"/>
                <a:gd name="connsiteX4" fmla="*/ 0 w 382784"/>
                <a:gd name="connsiteY4" fmla="*/ 1644734 h 1644734"/>
                <a:gd name="connsiteX0" fmla="*/ 0 w 382784"/>
                <a:gd name="connsiteY0" fmla="*/ 1639814 h 1639814"/>
                <a:gd name="connsiteX1" fmla="*/ 83442 w 382784"/>
                <a:gd name="connsiteY1" fmla="*/ 52453 h 1639814"/>
                <a:gd name="connsiteX2" fmla="*/ 340651 w 382784"/>
                <a:gd name="connsiteY2" fmla="*/ 57110 h 1639814"/>
                <a:gd name="connsiteX3" fmla="*/ 382784 w 382784"/>
                <a:gd name="connsiteY3" fmla="*/ 1639814 h 1639814"/>
                <a:gd name="connsiteX4" fmla="*/ 0 w 382784"/>
                <a:gd name="connsiteY4" fmla="*/ 1639814 h 1639814"/>
                <a:gd name="connsiteX0" fmla="*/ 0 w 382784"/>
                <a:gd name="connsiteY0" fmla="*/ 1643162 h 1643162"/>
                <a:gd name="connsiteX1" fmla="*/ 83442 w 382784"/>
                <a:gd name="connsiteY1" fmla="*/ 55801 h 1643162"/>
                <a:gd name="connsiteX2" fmla="*/ 321601 w 382784"/>
                <a:gd name="connsiteY2" fmla="*/ 54108 h 1643162"/>
                <a:gd name="connsiteX3" fmla="*/ 382784 w 382784"/>
                <a:gd name="connsiteY3" fmla="*/ 1643162 h 1643162"/>
                <a:gd name="connsiteX4" fmla="*/ 0 w 382784"/>
                <a:gd name="connsiteY4" fmla="*/ 1643162 h 1643162"/>
                <a:gd name="connsiteX0" fmla="*/ 0 w 382784"/>
                <a:gd name="connsiteY0" fmla="*/ 1633099 h 1633099"/>
                <a:gd name="connsiteX1" fmla="*/ 51692 w 382784"/>
                <a:gd name="connsiteY1" fmla="*/ 71138 h 1633099"/>
                <a:gd name="connsiteX2" fmla="*/ 321601 w 382784"/>
                <a:gd name="connsiteY2" fmla="*/ 44045 h 1633099"/>
                <a:gd name="connsiteX3" fmla="*/ 382784 w 382784"/>
                <a:gd name="connsiteY3" fmla="*/ 1633099 h 1633099"/>
                <a:gd name="connsiteX4" fmla="*/ 0 w 382784"/>
                <a:gd name="connsiteY4" fmla="*/ 1633099 h 1633099"/>
                <a:gd name="connsiteX0" fmla="*/ 0 w 382784"/>
                <a:gd name="connsiteY0" fmla="*/ 1617763 h 1617763"/>
                <a:gd name="connsiteX1" fmla="*/ 51692 w 382784"/>
                <a:gd name="connsiteY1" fmla="*/ 55802 h 1617763"/>
                <a:gd name="connsiteX2" fmla="*/ 334301 w 382784"/>
                <a:gd name="connsiteY2" fmla="*/ 54109 h 1617763"/>
                <a:gd name="connsiteX3" fmla="*/ 382784 w 382784"/>
                <a:gd name="connsiteY3" fmla="*/ 1617763 h 1617763"/>
                <a:gd name="connsiteX4" fmla="*/ 0 w 382784"/>
                <a:gd name="connsiteY4" fmla="*/ 1617763 h 1617763"/>
                <a:gd name="connsiteX0" fmla="*/ 0 w 382784"/>
                <a:gd name="connsiteY0" fmla="*/ 1617763 h 1633636"/>
                <a:gd name="connsiteX1" fmla="*/ 51692 w 382784"/>
                <a:gd name="connsiteY1" fmla="*/ 55802 h 1633636"/>
                <a:gd name="connsiteX2" fmla="*/ 334301 w 382784"/>
                <a:gd name="connsiteY2" fmla="*/ 54109 h 1633636"/>
                <a:gd name="connsiteX3" fmla="*/ 382784 w 382784"/>
                <a:gd name="connsiteY3" fmla="*/ 1617763 h 1633636"/>
                <a:gd name="connsiteX4" fmla="*/ 173903 w 382784"/>
                <a:gd name="connsiteY4" fmla="*/ 1633518 h 1633636"/>
                <a:gd name="connsiteX5" fmla="*/ 0 w 382784"/>
                <a:gd name="connsiteY5" fmla="*/ 1617763 h 1633636"/>
                <a:gd name="connsiteX0" fmla="*/ 0 w 382784"/>
                <a:gd name="connsiteY0" fmla="*/ 1617763 h 1633636"/>
                <a:gd name="connsiteX1" fmla="*/ 51692 w 382784"/>
                <a:gd name="connsiteY1" fmla="*/ 55802 h 1633636"/>
                <a:gd name="connsiteX2" fmla="*/ 334301 w 382784"/>
                <a:gd name="connsiteY2" fmla="*/ 54109 h 1633636"/>
                <a:gd name="connsiteX3" fmla="*/ 382784 w 382784"/>
                <a:gd name="connsiteY3" fmla="*/ 1617763 h 1633636"/>
                <a:gd name="connsiteX4" fmla="*/ 173903 w 382784"/>
                <a:gd name="connsiteY4" fmla="*/ 1633518 h 1633636"/>
                <a:gd name="connsiteX5" fmla="*/ 0 w 382784"/>
                <a:gd name="connsiteY5" fmla="*/ 1617763 h 1633636"/>
                <a:gd name="connsiteX0" fmla="*/ 0 w 382784"/>
                <a:gd name="connsiteY0" fmla="*/ 1617763 h 1634031"/>
                <a:gd name="connsiteX1" fmla="*/ 51692 w 382784"/>
                <a:gd name="connsiteY1" fmla="*/ 55802 h 1634031"/>
                <a:gd name="connsiteX2" fmla="*/ 334301 w 382784"/>
                <a:gd name="connsiteY2" fmla="*/ 54109 h 1634031"/>
                <a:gd name="connsiteX3" fmla="*/ 382784 w 382784"/>
                <a:gd name="connsiteY3" fmla="*/ 1617763 h 1634031"/>
                <a:gd name="connsiteX4" fmla="*/ 173903 w 382784"/>
                <a:gd name="connsiteY4" fmla="*/ 1633518 h 1634031"/>
                <a:gd name="connsiteX5" fmla="*/ 0 w 382784"/>
                <a:gd name="connsiteY5" fmla="*/ 1617763 h 1634031"/>
                <a:gd name="connsiteX0" fmla="*/ 0 w 382784"/>
                <a:gd name="connsiteY0" fmla="*/ 1617763 h 1642179"/>
                <a:gd name="connsiteX1" fmla="*/ 51692 w 382784"/>
                <a:gd name="connsiteY1" fmla="*/ 55802 h 1642179"/>
                <a:gd name="connsiteX2" fmla="*/ 334301 w 382784"/>
                <a:gd name="connsiteY2" fmla="*/ 54109 h 1642179"/>
                <a:gd name="connsiteX3" fmla="*/ 382784 w 382784"/>
                <a:gd name="connsiteY3" fmla="*/ 1617763 h 1642179"/>
                <a:gd name="connsiteX4" fmla="*/ 190837 w 382784"/>
                <a:gd name="connsiteY4" fmla="*/ 1641984 h 1642179"/>
                <a:gd name="connsiteX5" fmla="*/ 0 w 382784"/>
                <a:gd name="connsiteY5" fmla="*/ 1617763 h 1642179"/>
                <a:gd name="connsiteX0" fmla="*/ 0 w 382784"/>
                <a:gd name="connsiteY0" fmla="*/ 1617763 h 1642179"/>
                <a:gd name="connsiteX1" fmla="*/ 51692 w 382784"/>
                <a:gd name="connsiteY1" fmla="*/ 55802 h 1642179"/>
                <a:gd name="connsiteX2" fmla="*/ 334301 w 382784"/>
                <a:gd name="connsiteY2" fmla="*/ 54109 h 1642179"/>
                <a:gd name="connsiteX3" fmla="*/ 382784 w 382784"/>
                <a:gd name="connsiteY3" fmla="*/ 1617763 h 1642179"/>
                <a:gd name="connsiteX4" fmla="*/ 190837 w 382784"/>
                <a:gd name="connsiteY4" fmla="*/ 1641984 h 1642179"/>
                <a:gd name="connsiteX5" fmla="*/ 0 w 382784"/>
                <a:gd name="connsiteY5" fmla="*/ 1617763 h 1642179"/>
                <a:gd name="connsiteX0" fmla="*/ 0 w 382784"/>
                <a:gd name="connsiteY0" fmla="*/ 1617763 h 1642179"/>
                <a:gd name="connsiteX1" fmla="*/ 51692 w 382784"/>
                <a:gd name="connsiteY1" fmla="*/ 55802 h 1642179"/>
                <a:gd name="connsiteX2" fmla="*/ 334301 w 382784"/>
                <a:gd name="connsiteY2" fmla="*/ 54109 h 1642179"/>
                <a:gd name="connsiteX3" fmla="*/ 382784 w 382784"/>
                <a:gd name="connsiteY3" fmla="*/ 1617763 h 1642179"/>
                <a:gd name="connsiteX4" fmla="*/ 190837 w 382784"/>
                <a:gd name="connsiteY4" fmla="*/ 1641984 h 1642179"/>
                <a:gd name="connsiteX5" fmla="*/ 0 w 382784"/>
                <a:gd name="connsiteY5" fmla="*/ 1617763 h 1642179"/>
                <a:gd name="connsiteX0" fmla="*/ 0 w 382784"/>
                <a:gd name="connsiteY0" fmla="*/ 1617763 h 1634031"/>
                <a:gd name="connsiteX1" fmla="*/ 51692 w 382784"/>
                <a:gd name="connsiteY1" fmla="*/ 55802 h 1634031"/>
                <a:gd name="connsiteX2" fmla="*/ 334301 w 382784"/>
                <a:gd name="connsiteY2" fmla="*/ 54109 h 1634031"/>
                <a:gd name="connsiteX3" fmla="*/ 382784 w 382784"/>
                <a:gd name="connsiteY3" fmla="*/ 1617763 h 1634031"/>
                <a:gd name="connsiteX4" fmla="*/ 190837 w 382784"/>
                <a:gd name="connsiteY4" fmla="*/ 1633518 h 1634031"/>
                <a:gd name="connsiteX5" fmla="*/ 0 w 382784"/>
                <a:gd name="connsiteY5" fmla="*/ 1617763 h 1634031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9083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9083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9083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9083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9083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43043"/>
                <a:gd name="connsiteX1" fmla="*/ 51692 w 382784"/>
                <a:gd name="connsiteY1" fmla="*/ 55802 h 1643043"/>
                <a:gd name="connsiteX2" fmla="*/ 334301 w 382784"/>
                <a:gd name="connsiteY2" fmla="*/ 54109 h 1643043"/>
                <a:gd name="connsiteX3" fmla="*/ 382784 w 382784"/>
                <a:gd name="connsiteY3" fmla="*/ 1617763 h 1643043"/>
                <a:gd name="connsiteX4" fmla="*/ 194012 w 382784"/>
                <a:gd name="connsiteY4" fmla="*/ 1643043 h 1643043"/>
                <a:gd name="connsiteX5" fmla="*/ 0 w 382784"/>
                <a:gd name="connsiteY5" fmla="*/ 1617763 h 1643043"/>
                <a:gd name="connsiteX0" fmla="*/ 0 w 382784"/>
                <a:gd name="connsiteY0" fmla="*/ 1617763 h 1643043"/>
                <a:gd name="connsiteX1" fmla="*/ 51692 w 382784"/>
                <a:gd name="connsiteY1" fmla="*/ 55802 h 1643043"/>
                <a:gd name="connsiteX2" fmla="*/ 334301 w 382784"/>
                <a:gd name="connsiteY2" fmla="*/ 54109 h 1643043"/>
                <a:gd name="connsiteX3" fmla="*/ 382784 w 382784"/>
                <a:gd name="connsiteY3" fmla="*/ 1617763 h 1643043"/>
                <a:gd name="connsiteX4" fmla="*/ 194012 w 382784"/>
                <a:gd name="connsiteY4" fmla="*/ 1643043 h 1643043"/>
                <a:gd name="connsiteX5" fmla="*/ 0 w 382784"/>
                <a:gd name="connsiteY5" fmla="*/ 1617763 h 1643043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8448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84487 w 382784"/>
                <a:gd name="connsiteY4" fmla="*/ 1633518 h 1633518"/>
                <a:gd name="connsiteX5" fmla="*/ 0 w 382784"/>
                <a:gd name="connsiteY5" fmla="*/ 1617763 h 1633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2784" h="1633518">
                  <a:moveTo>
                    <a:pt x="0" y="1617763"/>
                  </a:moveTo>
                  <a:lnTo>
                    <a:pt x="51692" y="55802"/>
                  </a:lnTo>
                  <a:cubicBezTo>
                    <a:pt x="135312" y="-10379"/>
                    <a:pt x="225281" y="-25760"/>
                    <a:pt x="334301" y="54109"/>
                  </a:cubicBezTo>
                  <a:lnTo>
                    <a:pt x="382784" y="1617763"/>
                  </a:lnTo>
                  <a:cubicBezTo>
                    <a:pt x="295871" y="1639242"/>
                    <a:pt x="276691" y="1619447"/>
                    <a:pt x="184487" y="1633518"/>
                  </a:cubicBezTo>
                  <a:cubicBezTo>
                    <a:pt x="93358" y="1620152"/>
                    <a:pt x="79487" y="1635362"/>
                    <a:pt x="0" y="1617763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8F16764-A54B-461E-8AC0-73167F6471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61799" y="1117476"/>
              <a:ext cx="27674" cy="14926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C4D6C3B-8461-4B85-B927-56D7DC89F186}"/>
                </a:ext>
              </a:extLst>
            </p:cNvPr>
            <p:cNvCxnSpPr>
              <a:cxnSpLocks/>
              <a:stCxn id="51" idx="0"/>
              <a:endCxn id="51" idx="4"/>
            </p:cNvCxnSpPr>
            <p:nvPr/>
          </p:nvCxnSpPr>
          <p:spPr>
            <a:xfrm>
              <a:off x="9480217" y="2636686"/>
              <a:ext cx="184487" cy="1575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Arc 53">
              <a:extLst>
                <a:ext uri="{FF2B5EF4-FFF2-40B4-BE49-F238E27FC236}">
                  <a16:creationId xmlns:a16="http://schemas.microsoft.com/office/drawing/2014/main" id="{E4261FE3-D093-4CEE-BB60-5A723200FACF}"/>
                </a:ext>
              </a:extLst>
            </p:cNvPr>
            <p:cNvSpPr/>
            <p:nvPr/>
          </p:nvSpPr>
          <p:spPr>
            <a:xfrm rot="10455752">
              <a:off x="9505224" y="2529210"/>
              <a:ext cx="294204" cy="81457"/>
            </a:xfrm>
            <a:prstGeom prst="arc">
              <a:avLst>
                <a:gd name="adj1" fmla="val 15628279"/>
                <a:gd name="adj2" fmla="val 21412419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55" name="Arc 54">
              <a:extLst>
                <a:ext uri="{FF2B5EF4-FFF2-40B4-BE49-F238E27FC236}">
                  <a16:creationId xmlns:a16="http://schemas.microsoft.com/office/drawing/2014/main" id="{1CA56028-01A7-4F2A-BED2-6520F1B3061B}"/>
                </a:ext>
              </a:extLst>
            </p:cNvPr>
            <p:cNvSpPr/>
            <p:nvPr/>
          </p:nvSpPr>
          <p:spPr>
            <a:xfrm rot="10455752">
              <a:off x="9545409" y="1585734"/>
              <a:ext cx="223299" cy="4571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56" name="Arc 55">
              <a:extLst>
                <a:ext uri="{FF2B5EF4-FFF2-40B4-BE49-F238E27FC236}">
                  <a16:creationId xmlns:a16="http://schemas.microsoft.com/office/drawing/2014/main" id="{76CC1914-4C28-4169-A117-7352FE808B5E}"/>
                </a:ext>
              </a:extLst>
            </p:cNvPr>
            <p:cNvSpPr/>
            <p:nvPr/>
          </p:nvSpPr>
          <p:spPr>
            <a:xfrm rot="10455752">
              <a:off x="9512078" y="2417478"/>
              <a:ext cx="303590" cy="5612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57" name="Arc 56">
              <a:extLst>
                <a:ext uri="{FF2B5EF4-FFF2-40B4-BE49-F238E27FC236}">
                  <a16:creationId xmlns:a16="http://schemas.microsoft.com/office/drawing/2014/main" id="{DF93FBA0-D22F-4683-8313-B9AFC8556B1F}"/>
                </a:ext>
              </a:extLst>
            </p:cNvPr>
            <p:cNvSpPr/>
            <p:nvPr/>
          </p:nvSpPr>
          <p:spPr>
            <a:xfrm rot="10455752">
              <a:off x="9546874" y="1437939"/>
              <a:ext cx="221938" cy="4571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58" name="Arc 57">
              <a:extLst>
                <a:ext uri="{FF2B5EF4-FFF2-40B4-BE49-F238E27FC236}">
                  <a16:creationId xmlns:a16="http://schemas.microsoft.com/office/drawing/2014/main" id="{BAAEEC09-3AB0-40EC-B58F-9D5DBB914E1A}"/>
                </a:ext>
              </a:extLst>
            </p:cNvPr>
            <p:cNvSpPr/>
            <p:nvPr/>
          </p:nvSpPr>
          <p:spPr>
            <a:xfrm rot="10455752">
              <a:off x="9518949" y="2271631"/>
              <a:ext cx="281338" cy="63614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59" name="Arc 58">
              <a:extLst>
                <a:ext uri="{FF2B5EF4-FFF2-40B4-BE49-F238E27FC236}">
                  <a16:creationId xmlns:a16="http://schemas.microsoft.com/office/drawing/2014/main" id="{2DC9732D-ECFF-44C2-826C-0534D24712D6}"/>
                </a:ext>
              </a:extLst>
            </p:cNvPr>
            <p:cNvSpPr/>
            <p:nvPr/>
          </p:nvSpPr>
          <p:spPr>
            <a:xfrm rot="10455752">
              <a:off x="9541584" y="1732812"/>
              <a:ext cx="231795" cy="4729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79047A94-0094-4987-9025-5EA353B117A9}"/>
                </a:ext>
              </a:extLst>
            </p:cNvPr>
            <p:cNvSpPr/>
            <p:nvPr/>
          </p:nvSpPr>
          <p:spPr>
            <a:xfrm rot="10455752">
              <a:off x="9523117" y="2134871"/>
              <a:ext cx="250236" cy="5893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61" name="Arc 60">
              <a:extLst>
                <a:ext uri="{FF2B5EF4-FFF2-40B4-BE49-F238E27FC236}">
                  <a16:creationId xmlns:a16="http://schemas.microsoft.com/office/drawing/2014/main" id="{6F2FF06E-AF48-4A92-982F-A960D61D1275}"/>
                </a:ext>
              </a:extLst>
            </p:cNvPr>
            <p:cNvSpPr/>
            <p:nvPr/>
          </p:nvSpPr>
          <p:spPr>
            <a:xfrm rot="10455752">
              <a:off x="9532363" y="1870954"/>
              <a:ext cx="250236" cy="4802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D809618C-E8F2-4BA4-ABDD-803451A5BB44}"/>
                </a:ext>
              </a:extLst>
            </p:cNvPr>
            <p:cNvSpPr/>
            <p:nvPr/>
          </p:nvSpPr>
          <p:spPr>
            <a:xfrm rot="10455752">
              <a:off x="9527099" y="2006669"/>
              <a:ext cx="250236" cy="49164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63" name="Arc 62">
              <a:extLst>
                <a:ext uri="{FF2B5EF4-FFF2-40B4-BE49-F238E27FC236}">
                  <a16:creationId xmlns:a16="http://schemas.microsoft.com/office/drawing/2014/main" id="{E9643B28-C6BD-4D80-9B82-063B9C9B627D}"/>
                </a:ext>
              </a:extLst>
            </p:cNvPr>
            <p:cNvSpPr/>
            <p:nvPr/>
          </p:nvSpPr>
          <p:spPr>
            <a:xfrm rot="10455752">
              <a:off x="9554816" y="1289469"/>
              <a:ext cx="206022" cy="4571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64" name="Arc 63">
              <a:extLst>
                <a:ext uri="{FF2B5EF4-FFF2-40B4-BE49-F238E27FC236}">
                  <a16:creationId xmlns:a16="http://schemas.microsoft.com/office/drawing/2014/main" id="{23A9678C-9CC8-4C58-845F-DC93E3FE15D2}"/>
                </a:ext>
              </a:extLst>
            </p:cNvPr>
            <p:cNvSpPr/>
            <p:nvPr/>
          </p:nvSpPr>
          <p:spPr>
            <a:xfrm rot="10455752">
              <a:off x="9556441" y="1113370"/>
              <a:ext cx="204540" cy="4571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76D58F1-8E32-4CDF-9063-EE378895E688}"/>
                </a:ext>
              </a:extLst>
            </p:cNvPr>
            <p:cNvSpPr txBox="1"/>
            <p:nvPr/>
          </p:nvSpPr>
          <p:spPr>
            <a:xfrm>
              <a:off x="9581207" y="2514336"/>
              <a:ext cx="19727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6383C2C-934A-4744-B260-D3FBD3D997B5}"/>
                </a:ext>
              </a:extLst>
            </p:cNvPr>
            <p:cNvSpPr txBox="1"/>
            <p:nvPr/>
          </p:nvSpPr>
          <p:spPr>
            <a:xfrm>
              <a:off x="9574529" y="2384942"/>
              <a:ext cx="20225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1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F2A26FB-0E84-4F95-A840-9687A4529B69}"/>
                </a:ext>
              </a:extLst>
            </p:cNvPr>
            <p:cNvSpPr txBox="1"/>
            <p:nvPr/>
          </p:nvSpPr>
          <p:spPr>
            <a:xfrm>
              <a:off x="9574336" y="2247584"/>
              <a:ext cx="19976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2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F4715B0-9CA9-46CD-AA66-C7E912BB2292}"/>
                </a:ext>
              </a:extLst>
            </p:cNvPr>
            <p:cNvSpPr txBox="1"/>
            <p:nvPr/>
          </p:nvSpPr>
          <p:spPr>
            <a:xfrm>
              <a:off x="9582652" y="2100817"/>
              <a:ext cx="276765" cy="189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3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C4398EF-F663-4B91-85C7-36CF9B03CAB1}"/>
                </a:ext>
              </a:extLst>
            </p:cNvPr>
            <p:cNvSpPr txBox="1"/>
            <p:nvPr/>
          </p:nvSpPr>
          <p:spPr>
            <a:xfrm>
              <a:off x="9579009" y="1959235"/>
              <a:ext cx="20253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4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E11769F-6694-4256-9A66-D1DD16024584}"/>
                </a:ext>
              </a:extLst>
            </p:cNvPr>
            <p:cNvSpPr txBox="1"/>
            <p:nvPr/>
          </p:nvSpPr>
          <p:spPr>
            <a:xfrm>
              <a:off x="9581381" y="1825371"/>
              <a:ext cx="19325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5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2F57F9E-F56E-4442-9FEA-A1A083239853}"/>
                </a:ext>
              </a:extLst>
            </p:cNvPr>
            <p:cNvSpPr txBox="1"/>
            <p:nvPr/>
          </p:nvSpPr>
          <p:spPr>
            <a:xfrm>
              <a:off x="9581382" y="1685951"/>
              <a:ext cx="19325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6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077B589-A7EE-4491-869F-4D33FE2591C4}"/>
                </a:ext>
              </a:extLst>
            </p:cNvPr>
            <p:cNvSpPr txBox="1"/>
            <p:nvPr/>
          </p:nvSpPr>
          <p:spPr>
            <a:xfrm>
              <a:off x="9587992" y="1543537"/>
              <a:ext cx="19325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8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9A789AE-5DDB-481A-876E-0D4997DBD3E5}"/>
                </a:ext>
              </a:extLst>
            </p:cNvPr>
            <p:cNvSpPr txBox="1"/>
            <p:nvPr/>
          </p:nvSpPr>
          <p:spPr>
            <a:xfrm>
              <a:off x="9575960" y="1393994"/>
              <a:ext cx="26923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10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DEEF1A9-AC52-4A8A-833D-B7978F02871C}"/>
                </a:ext>
              </a:extLst>
            </p:cNvPr>
            <p:cNvSpPr txBox="1"/>
            <p:nvPr/>
          </p:nvSpPr>
          <p:spPr>
            <a:xfrm>
              <a:off x="9584241" y="1244629"/>
              <a:ext cx="26788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12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E196033-DEA5-47B5-952E-C37A4C746DCB}"/>
                </a:ext>
              </a:extLst>
            </p:cNvPr>
            <p:cNvSpPr txBox="1"/>
            <p:nvPr/>
          </p:nvSpPr>
          <p:spPr>
            <a:xfrm>
              <a:off x="9576169" y="1076245"/>
              <a:ext cx="27683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15</a:t>
              </a:r>
            </a:p>
          </p:txBody>
        </p:sp>
      </p:grp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9F35187-405E-4E66-94E4-8DBD29AA8B16}"/>
              </a:ext>
            </a:extLst>
          </p:cNvPr>
          <p:cNvSpPr/>
          <p:nvPr/>
        </p:nvSpPr>
        <p:spPr>
          <a:xfrm>
            <a:off x="1274493" y="416093"/>
            <a:ext cx="4195008" cy="5119579"/>
          </a:xfrm>
          <a:custGeom>
            <a:avLst/>
            <a:gdLst>
              <a:gd name="connsiteX0" fmla="*/ 779862 w 1855561"/>
              <a:gd name="connsiteY0" fmla="*/ 16409 h 2240676"/>
              <a:gd name="connsiteX1" fmla="*/ 500462 w 1855561"/>
              <a:gd name="connsiteY1" fmla="*/ 151876 h 2240676"/>
              <a:gd name="connsiteX2" fmla="*/ 263395 w 1855561"/>
              <a:gd name="connsiteY2" fmla="*/ 397409 h 2240676"/>
              <a:gd name="connsiteX3" fmla="*/ 144862 w 1855561"/>
              <a:gd name="connsiteY3" fmla="*/ 854609 h 2240676"/>
              <a:gd name="connsiteX4" fmla="*/ 153329 w 1855561"/>
              <a:gd name="connsiteY4" fmla="*/ 1227143 h 2240676"/>
              <a:gd name="connsiteX5" fmla="*/ 153329 w 1855561"/>
              <a:gd name="connsiteY5" fmla="*/ 1311809 h 2240676"/>
              <a:gd name="connsiteX6" fmla="*/ 102529 w 1855561"/>
              <a:gd name="connsiteY6" fmla="*/ 1252543 h 2240676"/>
              <a:gd name="connsiteX7" fmla="*/ 68662 w 1855561"/>
              <a:gd name="connsiteY7" fmla="*/ 1235609 h 2240676"/>
              <a:gd name="connsiteX8" fmla="*/ 929 w 1855561"/>
              <a:gd name="connsiteY8" fmla="*/ 1269476 h 2240676"/>
              <a:gd name="connsiteX9" fmla="*/ 34795 w 1855561"/>
              <a:gd name="connsiteY9" fmla="*/ 1455743 h 2240676"/>
              <a:gd name="connsiteX10" fmla="*/ 110995 w 1855561"/>
              <a:gd name="connsiteY10" fmla="*/ 1557343 h 2240676"/>
              <a:gd name="connsiteX11" fmla="*/ 144862 w 1855561"/>
              <a:gd name="connsiteY11" fmla="*/ 1650476 h 2240676"/>
              <a:gd name="connsiteX12" fmla="*/ 212595 w 1855561"/>
              <a:gd name="connsiteY12" fmla="*/ 1633543 h 2240676"/>
              <a:gd name="connsiteX13" fmla="*/ 221062 w 1855561"/>
              <a:gd name="connsiteY13" fmla="*/ 1574276 h 2240676"/>
              <a:gd name="connsiteX14" fmla="*/ 221062 w 1855561"/>
              <a:gd name="connsiteY14" fmla="*/ 1540409 h 2240676"/>
              <a:gd name="connsiteX15" fmla="*/ 348062 w 1855561"/>
              <a:gd name="connsiteY15" fmla="*/ 1769009 h 2240676"/>
              <a:gd name="connsiteX16" fmla="*/ 534329 w 1855561"/>
              <a:gd name="connsiteY16" fmla="*/ 1997609 h 2240676"/>
              <a:gd name="connsiteX17" fmla="*/ 1008462 w 1855561"/>
              <a:gd name="connsiteY17" fmla="*/ 2209276 h 2240676"/>
              <a:gd name="connsiteX18" fmla="*/ 1203195 w 1855561"/>
              <a:gd name="connsiteY18" fmla="*/ 2209276 h 2240676"/>
              <a:gd name="connsiteX19" fmla="*/ 1575729 w 1855561"/>
              <a:gd name="connsiteY19" fmla="*/ 1921409 h 2240676"/>
              <a:gd name="connsiteX20" fmla="*/ 1685795 w 1855561"/>
              <a:gd name="connsiteY20" fmla="*/ 1531943 h 2240676"/>
              <a:gd name="connsiteX21" fmla="*/ 1677329 w 1855561"/>
              <a:gd name="connsiteY21" fmla="*/ 1464209 h 2240676"/>
              <a:gd name="connsiteX22" fmla="*/ 1736595 w 1855561"/>
              <a:gd name="connsiteY22" fmla="*/ 1557343 h 2240676"/>
              <a:gd name="connsiteX23" fmla="*/ 1787395 w 1855561"/>
              <a:gd name="connsiteY23" fmla="*/ 1531943 h 2240676"/>
              <a:gd name="connsiteX24" fmla="*/ 1804329 w 1855561"/>
              <a:gd name="connsiteY24" fmla="*/ 1413409 h 2240676"/>
              <a:gd name="connsiteX25" fmla="*/ 1812795 w 1855561"/>
              <a:gd name="connsiteY25" fmla="*/ 1311809 h 2240676"/>
              <a:gd name="connsiteX26" fmla="*/ 1855129 w 1855561"/>
              <a:gd name="connsiteY26" fmla="*/ 1218676 h 2240676"/>
              <a:gd name="connsiteX27" fmla="*/ 1829729 w 1855561"/>
              <a:gd name="connsiteY27" fmla="*/ 1100143 h 2240676"/>
              <a:gd name="connsiteX28" fmla="*/ 1753529 w 1855561"/>
              <a:gd name="connsiteY28" fmla="*/ 1125543 h 2240676"/>
              <a:gd name="connsiteX29" fmla="*/ 1694262 w 1855561"/>
              <a:gd name="connsiteY29" fmla="*/ 1210209 h 2240676"/>
              <a:gd name="connsiteX30" fmla="*/ 1685795 w 1855561"/>
              <a:gd name="connsiteY30" fmla="*/ 1244076 h 2240676"/>
              <a:gd name="connsiteX31" fmla="*/ 1702729 w 1855561"/>
              <a:gd name="connsiteY31" fmla="*/ 837676 h 2240676"/>
              <a:gd name="connsiteX32" fmla="*/ 1643462 w 1855561"/>
              <a:gd name="connsiteY32" fmla="*/ 456676 h 2240676"/>
              <a:gd name="connsiteX33" fmla="*/ 1474129 w 1855561"/>
              <a:gd name="connsiteY33" fmla="*/ 194209 h 2240676"/>
              <a:gd name="connsiteX34" fmla="*/ 1220129 w 1855561"/>
              <a:gd name="connsiteY34" fmla="*/ 58743 h 2240676"/>
              <a:gd name="connsiteX35" fmla="*/ 906862 w 1855561"/>
              <a:gd name="connsiteY35" fmla="*/ 7943 h 2240676"/>
              <a:gd name="connsiteX36" fmla="*/ 779862 w 1855561"/>
              <a:gd name="connsiteY36" fmla="*/ 16409 h 2240676"/>
              <a:gd name="connsiteX0" fmla="*/ 779862 w 1855561"/>
              <a:gd name="connsiteY0" fmla="*/ 16409 h 2275329"/>
              <a:gd name="connsiteX1" fmla="*/ 500462 w 1855561"/>
              <a:gd name="connsiteY1" fmla="*/ 151876 h 2275329"/>
              <a:gd name="connsiteX2" fmla="*/ 263395 w 1855561"/>
              <a:gd name="connsiteY2" fmla="*/ 397409 h 2275329"/>
              <a:gd name="connsiteX3" fmla="*/ 144862 w 1855561"/>
              <a:gd name="connsiteY3" fmla="*/ 854609 h 2275329"/>
              <a:gd name="connsiteX4" fmla="*/ 153329 w 1855561"/>
              <a:gd name="connsiteY4" fmla="*/ 1227143 h 2275329"/>
              <a:gd name="connsiteX5" fmla="*/ 153329 w 1855561"/>
              <a:gd name="connsiteY5" fmla="*/ 1311809 h 2275329"/>
              <a:gd name="connsiteX6" fmla="*/ 102529 w 1855561"/>
              <a:gd name="connsiteY6" fmla="*/ 1252543 h 2275329"/>
              <a:gd name="connsiteX7" fmla="*/ 68662 w 1855561"/>
              <a:gd name="connsiteY7" fmla="*/ 1235609 h 2275329"/>
              <a:gd name="connsiteX8" fmla="*/ 929 w 1855561"/>
              <a:gd name="connsiteY8" fmla="*/ 1269476 h 2275329"/>
              <a:gd name="connsiteX9" fmla="*/ 34795 w 1855561"/>
              <a:gd name="connsiteY9" fmla="*/ 1455743 h 2275329"/>
              <a:gd name="connsiteX10" fmla="*/ 110995 w 1855561"/>
              <a:gd name="connsiteY10" fmla="*/ 1557343 h 2275329"/>
              <a:gd name="connsiteX11" fmla="*/ 144862 w 1855561"/>
              <a:gd name="connsiteY11" fmla="*/ 1650476 h 2275329"/>
              <a:gd name="connsiteX12" fmla="*/ 212595 w 1855561"/>
              <a:gd name="connsiteY12" fmla="*/ 1633543 h 2275329"/>
              <a:gd name="connsiteX13" fmla="*/ 221062 w 1855561"/>
              <a:gd name="connsiteY13" fmla="*/ 1574276 h 2275329"/>
              <a:gd name="connsiteX14" fmla="*/ 221062 w 1855561"/>
              <a:gd name="connsiteY14" fmla="*/ 1540409 h 2275329"/>
              <a:gd name="connsiteX15" fmla="*/ 348062 w 1855561"/>
              <a:gd name="connsiteY15" fmla="*/ 1769009 h 2275329"/>
              <a:gd name="connsiteX16" fmla="*/ 534329 w 1855561"/>
              <a:gd name="connsiteY16" fmla="*/ 1997609 h 2275329"/>
              <a:gd name="connsiteX17" fmla="*/ 966128 w 1855561"/>
              <a:gd name="connsiteY17" fmla="*/ 2260076 h 2275329"/>
              <a:gd name="connsiteX18" fmla="*/ 1203195 w 1855561"/>
              <a:gd name="connsiteY18" fmla="*/ 2209276 h 2275329"/>
              <a:gd name="connsiteX19" fmla="*/ 1575729 w 1855561"/>
              <a:gd name="connsiteY19" fmla="*/ 1921409 h 2275329"/>
              <a:gd name="connsiteX20" fmla="*/ 1685795 w 1855561"/>
              <a:gd name="connsiteY20" fmla="*/ 1531943 h 2275329"/>
              <a:gd name="connsiteX21" fmla="*/ 1677329 w 1855561"/>
              <a:gd name="connsiteY21" fmla="*/ 1464209 h 2275329"/>
              <a:gd name="connsiteX22" fmla="*/ 1736595 w 1855561"/>
              <a:gd name="connsiteY22" fmla="*/ 1557343 h 2275329"/>
              <a:gd name="connsiteX23" fmla="*/ 1787395 w 1855561"/>
              <a:gd name="connsiteY23" fmla="*/ 1531943 h 2275329"/>
              <a:gd name="connsiteX24" fmla="*/ 1804329 w 1855561"/>
              <a:gd name="connsiteY24" fmla="*/ 1413409 h 2275329"/>
              <a:gd name="connsiteX25" fmla="*/ 1812795 w 1855561"/>
              <a:gd name="connsiteY25" fmla="*/ 1311809 h 2275329"/>
              <a:gd name="connsiteX26" fmla="*/ 1855129 w 1855561"/>
              <a:gd name="connsiteY26" fmla="*/ 1218676 h 2275329"/>
              <a:gd name="connsiteX27" fmla="*/ 1829729 w 1855561"/>
              <a:gd name="connsiteY27" fmla="*/ 1100143 h 2275329"/>
              <a:gd name="connsiteX28" fmla="*/ 1753529 w 1855561"/>
              <a:gd name="connsiteY28" fmla="*/ 1125543 h 2275329"/>
              <a:gd name="connsiteX29" fmla="*/ 1694262 w 1855561"/>
              <a:gd name="connsiteY29" fmla="*/ 1210209 h 2275329"/>
              <a:gd name="connsiteX30" fmla="*/ 1685795 w 1855561"/>
              <a:gd name="connsiteY30" fmla="*/ 1244076 h 2275329"/>
              <a:gd name="connsiteX31" fmla="*/ 1702729 w 1855561"/>
              <a:gd name="connsiteY31" fmla="*/ 837676 h 2275329"/>
              <a:gd name="connsiteX32" fmla="*/ 1643462 w 1855561"/>
              <a:gd name="connsiteY32" fmla="*/ 456676 h 2275329"/>
              <a:gd name="connsiteX33" fmla="*/ 1474129 w 1855561"/>
              <a:gd name="connsiteY33" fmla="*/ 194209 h 2275329"/>
              <a:gd name="connsiteX34" fmla="*/ 1220129 w 1855561"/>
              <a:gd name="connsiteY34" fmla="*/ 58743 h 2275329"/>
              <a:gd name="connsiteX35" fmla="*/ 906862 w 1855561"/>
              <a:gd name="connsiteY35" fmla="*/ 7943 h 2275329"/>
              <a:gd name="connsiteX36" fmla="*/ 779862 w 1855561"/>
              <a:gd name="connsiteY36" fmla="*/ 16409 h 2275329"/>
              <a:gd name="connsiteX0" fmla="*/ 779862 w 1855561"/>
              <a:gd name="connsiteY0" fmla="*/ 16409 h 2266896"/>
              <a:gd name="connsiteX1" fmla="*/ 500462 w 1855561"/>
              <a:gd name="connsiteY1" fmla="*/ 151876 h 2266896"/>
              <a:gd name="connsiteX2" fmla="*/ 263395 w 1855561"/>
              <a:gd name="connsiteY2" fmla="*/ 397409 h 2266896"/>
              <a:gd name="connsiteX3" fmla="*/ 144862 w 1855561"/>
              <a:gd name="connsiteY3" fmla="*/ 854609 h 2266896"/>
              <a:gd name="connsiteX4" fmla="*/ 153329 w 1855561"/>
              <a:gd name="connsiteY4" fmla="*/ 1227143 h 2266896"/>
              <a:gd name="connsiteX5" fmla="*/ 153329 w 1855561"/>
              <a:gd name="connsiteY5" fmla="*/ 1311809 h 2266896"/>
              <a:gd name="connsiteX6" fmla="*/ 102529 w 1855561"/>
              <a:gd name="connsiteY6" fmla="*/ 1252543 h 2266896"/>
              <a:gd name="connsiteX7" fmla="*/ 68662 w 1855561"/>
              <a:gd name="connsiteY7" fmla="*/ 1235609 h 2266896"/>
              <a:gd name="connsiteX8" fmla="*/ 929 w 1855561"/>
              <a:gd name="connsiteY8" fmla="*/ 1269476 h 2266896"/>
              <a:gd name="connsiteX9" fmla="*/ 34795 w 1855561"/>
              <a:gd name="connsiteY9" fmla="*/ 1455743 h 2266896"/>
              <a:gd name="connsiteX10" fmla="*/ 110995 w 1855561"/>
              <a:gd name="connsiteY10" fmla="*/ 1557343 h 2266896"/>
              <a:gd name="connsiteX11" fmla="*/ 144862 w 1855561"/>
              <a:gd name="connsiteY11" fmla="*/ 1650476 h 2266896"/>
              <a:gd name="connsiteX12" fmla="*/ 212595 w 1855561"/>
              <a:gd name="connsiteY12" fmla="*/ 1633543 h 2266896"/>
              <a:gd name="connsiteX13" fmla="*/ 221062 w 1855561"/>
              <a:gd name="connsiteY13" fmla="*/ 1574276 h 2266896"/>
              <a:gd name="connsiteX14" fmla="*/ 221062 w 1855561"/>
              <a:gd name="connsiteY14" fmla="*/ 1540409 h 2266896"/>
              <a:gd name="connsiteX15" fmla="*/ 348062 w 1855561"/>
              <a:gd name="connsiteY15" fmla="*/ 1769009 h 2266896"/>
              <a:gd name="connsiteX16" fmla="*/ 534329 w 1855561"/>
              <a:gd name="connsiteY16" fmla="*/ 1997609 h 2266896"/>
              <a:gd name="connsiteX17" fmla="*/ 966128 w 1855561"/>
              <a:gd name="connsiteY17" fmla="*/ 2260076 h 2266896"/>
              <a:gd name="connsiteX18" fmla="*/ 1203195 w 1855561"/>
              <a:gd name="connsiteY18" fmla="*/ 2166943 h 2266896"/>
              <a:gd name="connsiteX19" fmla="*/ 1575729 w 1855561"/>
              <a:gd name="connsiteY19" fmla="*/ 1921409 h 2266896"/>
              <a:gd name="connsiteX20" fmla="*/ 1685795 w 1855561"/>
              <a:gd name="connsiteY20" fmla="*/ 1531943 h 2266896"/>
              <a:gd name="connsiteX21" fmla="*/ 1677329 w 1855561"/>
              <a:gd name="connsiteY21" fmla="*/ 1464209 h 2266896"/>
              <a:gd name="connsiteX22" fmla="*/ 1736595 w 1855561"/>
              <a:gd name="connsiteY22" fmla="*/ 1557343 h 2266896"/>
              <a:gd name="connsiteX23" fmla="*/ 1787395 w 1855561"/>
              <a:gd name="connsiteY23" fmla="*/ 1531943 h 2266896"/>
              <a:gd name="connsiteX24" fmla="*/ 1804329 w 1855561"/>
              <a:gd name="connsiteY24" fmla="*/ 1413409 h 2266896"/>
              <a:gd name="connsiteX25" fmla="*/ 1812795 w 1855561"/>
              <a:gd name="connsiteY25" fmla="*/ 1311809 h 2266896"/>
              <a:gd name="connsiteX26" fmla="*/ 1855129 w 1855561"/>
              <a:gd name="connsiteY26" fmla="*/ 1218676 h 2266896"/>
              <a:gd name="connsiteX27" fmla="*/ 1829729 w 1855561"/>
              <a:gd name="connsiteY27" fmla="*/ 1100143 h 2266896"/>
              <a:gd name="connsiteX28" fmla="*/ 1753529 w 1855561"/>
              <a:gd name="connsiteY28" fmla="*/ 1125543 h 2266896"/>
              <a:gd name="connsiteX29" fmla="*/ 1694262 w 1855561"/>
              <a:gd name="connsiteY29" fmla="*/ 1210209 h 2266896"/>
              <a:gd name="connsiteX30" fmla="*/ 1685795 w 1855561"/>
              <a:gd name="connsiteY30" fmla="*/ 1244076 h 2266896"/>
              <a:gd name="connsiteX31" fmla="*/ 1702729 w 1855561"/>
              <a:gd name="connsiteY31" fmla="*/ 837676 h 2266896"/>
              <a:gd name="connsiteX32" fmla="*/ 1643462 w 1855561"/>
              <a:gd name="connsiteY32" fmla="*/ 456676 h 2266896"/>
              <a:gd name="connsiteX33" fmla="*/ 1474129 w 1855561"/>
              <a:gd name="connsiteY33" fmla="*/ 194209 h 2266896"/>
              <a:gd name="connsiteX34" fmla="*/ 1220129 w 1855561"/>
              <a:gd name="connsiteY34" fmla="*/ 58743 h 2266896"/>
              <a:gd name="connsiteX35" fmla="*/ 906862 w 1855561"/>
              <a:gd name="connsiteY35" fmla="*/ 7943 h 2266896"/>
              <a:gd name="connsiteX36" fmla="*/ 779862 w 1855561"/>
              <a:gd name="connsiteY36" fmla="*/ 16409 h 2266896"/>
              <a:gd name="connsiteX0" fmla="*/ 779862 w 1855561"/>
              <a:gd name="connsiteY0" fmla="*/ 16409 h 2267531"/>
              <a:gd name="connsiteX1" fmla="*/ 500462 w 1855561"/>
              <a:gd name="connsiteY1" fmla="*/ 151876 h 2267531"/>
              <a:gd name="connsiteX2" fmla="*/ 263395 w 1855561"/>
              <a:gd name="connsiteY2" fmla="*/ 397409 h 2267531"/>
              <a:gd name="connsiteX3" fmla="*/ 144862 w 1855561"/>
              <a:gd name="connsiteY3" fmla="*/ 854609 h 2267531"/>
              <a:gd name="connsiteX4" fmla="*/ 153329 w 1855561"/>
              <a:gd name="connsiteY4" fmla="*/ 1227143 h 2267531"/>
              <a:gd name="connsiteX5" fmla="*/ 153329 w 1855561"/>
              <a:gd name="connsiteY5" fmla="*/ 1311809 h 2267531"/>
              <a:gd name="connsiteX6" fmla="*/ 102529 w 1855561"/>
              <a:gd name="connsiteY6" fmla="*/ 1252543 h 2267531"/>
              <a:gd name="connsiteX7" fmla="*/ 68662 w 1855561"/>
              <a:gd name="connsiteY7" fmla="*/ 1235609 h 2267531"/>
              <a:gd name="connsiteX8" fmla="*/ 929 w 1855561"/>
              <a:gd name="connsiteY8" fmla="*/ 1269476 h 2267531"/>
              <a:gd name="connsiteX9" fmla="*/ 34795 w 1855561"/>
              <a:gd name="connsiteY9" fmla="*/ 1455743 h 2267531"/>
              <a:gd name="connsiteX10" fmla="*/ 110995 w 1855561"/>
              <a:gd name="connsiteY10" fmla="*/ 1557343 h 2267531"/>
              <a:gd name="connsiteX11" fmla="*/ 144862 w 1855561"/>
              <a:gd name="connsiteY11" fmla="*/ 1650476 h 2267531"/>
              <a:gd name="connsiteX12" fmla="*/ 212595 w 1855561"/>
              <a:gd name="connsiteY12" fmla="*/ 1633543 h 2267531"/>
              <a:gd name="connsiteX13" fmla="*/ 221062 w 1855561"/>
              <a:gd name="connsiteY13" fmla="*/ 1574276 h 2267531"/>
              <a:gd name="connsiteX14" fmla="*/ 221062 w 1855561"/>
              <a:gd name="connsiteY14" fmla="*/ 1540409 h 2267531"/>
              <a:gd name="connsiteX15" fmla="*/ 348062 w 1855561"/>
              <a:gd name="connsiteY15" fmla="*/ 1769009 h 2267531"/>
              <a:gd name="connsiteX16" fmla="*/ 534329 w 1855561"/>
              <a:gd name="connsiteY16" fmla="*/ 1997609 h 2267531"/>
              <a:gd name="connsiteX17" fmla="*/ 966128 w 1855561"/>
              <a:gd name="connsiteY17" fmla="*/ 2260076 h 2267531"/>
              <a:gd name="connsiteX18" fmla="*/ 1203195 w 1855561"/>
              <a:gd name="connsiteY18" fmla="*/ 2166943 h 2267531"/>
              <a:gd name="connsiteX19" fmla="*/ 1567262 w 1855561"/>
              <a:gd name="connsiteY19" fmla="*/ 1870609 h 2267531"/>
              <a:gd name="connsiteX20" fmla="*/ 1685795 w 1855561"/>
              <a:gd name="connsiteY20" fmla="*/ 1531943 h 2267531"/>
              <a:gd name="connsiteX21" fmla="*/ 1677329 w 1855561"/>
              <a:gd name="connsiteY21" fmla="*/ 1464209 h 2267531"/>
              <a:gd name="connsiteX22" fmla="*/ 1736595 w 1855561"/>
              <a:gd name="connsiteY22" fmla="*/ 1557343 h 2267531"/>
              <a:gd name="connsiteX23" fmla="*/ 1787395 w 1855561"/>
              <a:gd name="connsiteY23" fmla="*/ 1531943 h 2267531"/>
              <a:gd name="connsiteX24" fmla="*/ 1804329 w 1855561"/>
              <a:gd name="connsiteY24" fmla="*/ 1413409 h 2267531"/>
              <a:gd name="connsiteX25" fmla="*/ 1812795 w 1855561"/>
              <a:gd name="connsiteY25" fmla="*/ 1311809 h 2267531"/>
              <a:gd name="connsiteX26" fmla="*/ 1855129 w 1855561"/>
              <a:gd name="connsiteY26" fmla="*/ 1218676 h 2267531"/>
              <a:gd name="connsiteX27" fmla="*/ 1829729 w 1855561"/>
              <a:gd name="connsiteY27" fmla="*/ 1100143 h 2267531"/>
              <a:gd name="connsiteX28" fmla="*/ 1753529 w 1855561"/>
              <a:gd name="connsiteY28" fmla="*/ 1125543 h 2267531"/>
              <a:gd name="connsiteX29" fmla="*/ 1694262 w 1855561"/>
              <a:gd name="connsiteY29" fmla="*/ 1210209 h 2267531"/>
              <a:gd name="connsiteX30" fmla="*/ 1685795 w 1855561"/>
              <a:gd name="connsiteY30" fmla="*/ 1244076 h 2267531"/>
              <a:gd name="connsiteX31" fmla="*/ 1702729 w 1855561"/>
              <a:gd name="connsiteY31" fmla="*/ 837676 h 2267531"/>
              <a:gd name="connsiteX32" fmla="*/ 1643462 w 1855561"/>
              <a:gd name="connsiteY32" fmla="*/ 456676 h 2267531"/>
              <a:gd name="connsiteX33" fmla="*/ 1474129 w 1855561"/>
              <a:gd name="connsiteY33" fmla="*/ 194209 h 2267531"/>
              <a:gd name="connsiteX34" fmla="*/ 1220129 w 1855561"/>
              <a:gd name="connsiteY34" fmla="*/ 58743 h 2267531"/>
              <a:gd name="connsiteX35" fmla="*/ 906862 w 1855561"/>
              <a:gd name="connsiteY35" fmla="*/ 7943 h 2267531"/>
              <a:gd name="connsiteX36" fmla="*/ 779862 w 1855561"/>
              <a:gd name="connsiteY36" fmla="*/ 16409 h 2267531"/>
              <a:gd name="connsiteX0" fmla="*/ 779862 w 1855561"/>
              <a:gd name="connsiteY0" fmla="*/ 16409 h 2267019"/>
              <a:gd name="connsiteX1" fmla="*/ 500462 w 1855561"/>
              <a:gd name="connsiteY1" fmla="*/ 151876 h 2267019"/>
              <a:gd name="connsiteX2" fmla="*/ 263395 w 1855561"/>
              <a:gd name="connsiteY2" fmla="*/ 397409 h 2267019"/>
              <a:gd name="connsiteX3" fmla="*/ 144862 w 1855561"/>
              <a:gd name="connsiteY3" fmla="*/ 854609 h 2267019"/>
              <a:gd name="connsiteX4" fmla="*/ 153329 w 1855561"/>
              <a:gd name="connsiteY4" fmla="*/ 1227143 h 2267019"/>
              <a:gd name="connsiteX5" fmla="*/ 153329 w 1855561"/>
              <a:gd name="connsiteY5" fmla="*/ 1311809 h 2267019"/>
              <a:gd name="connsiteX6" fmla="*/ 102529 w 1855561"/>
              <a:gd name="connsiteY6" fmla="*/ 1252543 h 2267019"/>
              <a:gd name="connsiteX7" fmla="*/ 68662 w 1855561"/>
              <a:gd name="connsiteY7" fmla="*/ 1235609 h 2267019"/>
              <a:gd name="connsiteX8" fmla="*/ 929 w 1855561"/>
              <a:gd name="connsiteY8" fmla="*/ 1269476 h 2267019"/>
              <a:gd name="connsiteX9" fmla="*/ 34795 w 1855561"/>
              <a:gd name="connsiteY9" fmla="*/ 1455743 h 2267019"/>
              <a:gd name="connsiteX10" fmla="*/ 110995 w 1855561"/>
              <a:gd name="connsiteY10" fmla="*/ 1557343 h 2267019"/>
              <a:gd name="connsiteX11" fmla="*/ 144862 w 1855561"/>
              <a:gd name="connsiteY11" fmla="*/ 1650476 h 2267019"/>
              <a:gd name="connsiteX12" fmla="*/ 212595 w 1855561"/>
              <a:gd name="connsiteY12" fmla="*/ 1633543 h 2267019"/>
              <a:gd name="connsiteX13" fmla="*/ 221062 w 1855561"/>
              <a:gd name="connsiteY13" fmla="*/ 1574276 h 2267019"/>
              <a:gd name="connsiteX14" fmla="*/ 221062 w 1855561"/>
              <a:gd name="connsiteY14" fmla="*/ 1540409 h 2267019"/>
              <a:gd name="connsiteX15" fmla="*/ 348062 w 1855561"/>
              <a:gd name="connsiteY15" fmla="*/ 1769009 h 2267019"/>
              <a:gd name="connsiteX16" fmla="*/ 483529 w 1855561"/>
              <a:gd name="connsiteY16" fmla="*/ 2006076 h 2267019"/>
              <a:gd name="connsiteX17" fmla="*/ 966128 w 1855561"/>
              <a:gd name="connsiteY17" fmla="*/ 2260076 h 2267019"/>
              <a:gd name="connsiteX18" fmla="*/ 1203195 w 1855561"/>
              <a:gd name="connsiteY18" fmla="*/ 2166943 h 2267019"/>
              <a:gd name="connsiteX19" fmla="*/ 1567262 w 1855561"/>
              <a:gd name="connsiteY19" fmla="*/ 1870609 h 2267019"/>
              <a:gd name="connsiteX20" fmla="*/ 1685795 w 1855561"/>
              <a:gd name="connsiteY20" fmla="*/ 1531943 h 2267019"/>
              <a:gd name="connsiteX21" fmla="*/ 1677329 w 1855561"/>
              <a:gd name="connsiteY21" fmla="*/ 1464209 h 2267019"/>
              <a:gd name="connsiteX22" fmla="*/ 1736595 w 1855561"/>
              <a:gd name="connsiteY22" fmla="*/ 1557343 h 2267019"/>
              <a:gd name="connsiteX23" fmla="*/ 1787395 w 1855561"/>
              <a:gd name="connsiteY23" fmla="*/ 1531943 h 2267019"/>
              <a:gd name="connsiteX24" fmla="*/ 1804329 w 1855561"/>
              <a:gd name="connsiteY24" fmla="*/ 1413409 h 2267019"/>
              <a:gd name="connsiteX25" fmla="*/ 1812795 w 1855561"/>
              <a:gd name="connsiteY25" fmla="*/ 1311809 h 2267019"/>
              <a:gd name="connsiteX26" fmla="*/ 1855129 w 1855561"/>
              <a:gd name="connsiteY26" fmla="*/ 1218676 h 2267019"/>
              <a:gd name="connsiteX27" fmla="*/ 1829729 w 1855561"/>
              <a:gd name="connsiteY27" fmla="*/ 1100143 h 2267019"/>
              <a:gd name="connsiteX28" fmla="*/ 1753529 w 1855561"/>
              <a:gd name="connsiteY28" fmla="*/ 1125543 h 2267019"/>
              <a:gd name="connsiteX29" fmla="*/ 1694262 w 1855561"/>
              <a:gd name="connsiteY29" fmla="*/ 1210209 h 2267019"/>
              <a:gd name="connsiteX30" fmla="*/ 1685795 w 1855561"/>
              <a:gd name="connsiteY30" fmla="*/ 1244076 h 2267019"/>
              <a:gd name="connsiteX31" fmla="*/ 1702729 w 1855561"/>
              <a:gd name="connsiteY31" fmla="*/ 837676 h 2267019"/>
              <a:gd name="connsiteX32" fmla="*/ 1643462 w 1855561"/>
              <a:gd name="connsiteY32" fmla="*/ 456676 h 2267019"/>
              <a:gd name="connsiteX33" fmla="*/ 1474129 w 1855561"/>
              <a:gd name="connsiteY33" fmla="*/ 194209 h 2267019"/>
              <a:gd name="connsiteX34" fmla="*/ 1220129 w 1855561"/>
              <a:gd name="connsiteY34" fmla="*/ 58743 h 2267019"/>
              <a:gd name="connsiteX35" fmla="*/ 906862 w 1855561"/>
              <a:gd name="connsiteY35" fmla="*/ 7943 h 2267019"/>
              <a:gd name="connsiteX36" fmla="*/ 779862 w 1855561"/>
              <a:gd name="connsiteY36" fmla="*/ 16409 h 2267019"/>
              <a:gd name="connsiteX0" fmla="*/ 779862 w 1855561"/>
              <a:gd name="connsiteY0" fmla="*/ 16409 h 2299088"/>
              <a:gd name="connsiteX1" fmla="*/ 500462 w 1855561"/>
              <a:gd name="connsiteY1" fmla="*/ 151876 h 2299088"/>
              <a:gd name="connsiteX2" fmla="*/ 263395 w 1855561"/>
              <a:gd name="connsiteY2" fmla="*/ 397409 h 2299088"/>
              <a:gd name="connsiteX3" fmla="*/ 144862 w 1855561"/>
              <a:gd name="connsiteY3" fmla="*/ 854609 h 2299088"/>
              <a:gd name="connsiteX4" fmla="*/ 153329 w 1855561"/>
              <a:gd name="connsiteY4" fmla="*/ 1227143 h 2299088"/>
              <a:gd name="connsiteX5" fmla="*/ 153329 w 1855561"/>
              <a:gd name="connsiteY5" fmla="*/ 1311809 h 2299088"/>
              <a:gd name="connsiteX6" fmla="*/ 102529 w 1855561"/>
              <a:gd name="connsiteY6" fmla="*/ 1252543 h 2299088"/>
              <a:gd name="connsiteX7" fmla="*/ 68662 w 1855561"/>
              <a:gd name="connsiteY7" fmla="*/ 1235609 h 2299088"/>
              <a:gd name="connsiteX8" fmla="*/ 929 w 1855561"/>
              <a:gd name="connsiteY8" fmla="*/ 1269476 h 2299088"/>
              <a:gd name="connsiteX9" fmla="*/ 34795 w 1855561"/>
              <a:gd name="connsiteY9" fmla="*/ 1455743 h 2299088"/>
              <a:gd name="connsiteX10" fmla="*/ 110995 w 1855561"/>
              <a:gd name="connsiteY10" fmla="*/ 1557343 h 2299088"/>
              <a:gd name="connsiteX11" fmla="*/ 144862 w 1855561"/>
              <a:gd name="connsiteY11" fmla="*/ 1650476 h 2299088"/>
              <a:gd name="connsiteX12" fmla="*/ 212595 w 1855561"/>
              <a:gd name="connsiteY12" fmla="*/ 1633543 h 2299088"/>
              <a:gd name="connsiteX13" fmla="*/ 221062 w 1855561"/>
              <a:gd name="connsiteY13" fmla="*/ 1574276 h 2299088"/>
              <a:gd name="connsiteX14" fmla="*/ 221062 w 1855561"/>
              <a:gd name="connsiteY14" fmla="*/ 1540409 h 2299088"/>
              <a:gd name="connsiteX15" fmla="*/ 348062 w 1855561"/>
              <a:gd name="connsiteY15" fmla="*/ 1769009 h 2299088"/>
              <a:gd name="connsiteX16" fmla="*/ 483529 w 1855561"/>
              <a:gd name="connsiteY16" fmla="*/ 2006076 h 2299088"/>
              <a:gd name="connsiteX17" fmla="*/ 940728 w 1855561"/>
              <a:gd name="connsiteY17" fmla="*/ 2293942 h 2299088"/>
              <a:gd name="connsiteX18" fmla="*/ 1203195 w 1855561"/>
              <a:gd name="connsiteY18" fmla="*/ 2166943 h 2299088"/>
              <a:gd name="connsiteX19" fmla="*/ 1567262 w 1855561"/>
              <a:gd name="connsiteY19" fmla="*/ 1870609 h 2299088"/>
              <a:gd name="connsiteX20" fmla="*/ 1685795 w 1855561"/>
              <a:gd name="connsiteY20" fmla="*/ 1531943 h 2299088"/>
              <a:gd name="connsiteX21" fmla="*/ 1677329 w 1855561"/>
              <a:gd name="connsiteY21" fmla="*/ 1464209 h 2299088"/>
              <a:gd name="connsiteX22" fmla="*/ 1736595 w 1855561"/>
              <a:gd name="connsiteY22" fmla="*/ 1557343 h 2299088"/>
              <a:gd name="connsiteX23" fmla="*/ 1787395 w 1855561"/>
              <a:gd name="connsiteY23" fmla="*/ 1531943 h 2299088"/>
              <a:gd name="connsiteX24" fmla="*/ 1804329 w 1855561"/>
              <a:gd name="connsiteY24" fmla="*/ 1413409 h 2299088"/>
              <a:gd name="connsiteX25" fmla="*/ 1812795 w 1855561"/>
              <a:gd name="connsiteY25" fmla="*/ 1311809 h 2299088"/>
              <a:gd name="connsiteX26" fmla="*/ 1855129 w 1855561"/>
              <a:gd name="connsiteY26" fmla="*/ 1218676 h 2299088"/>
              <a:gd name="connsiteX27" fmla="*/ 1829729 w 1855561"/>
              <a:gd name="connsiteY27" fmla="*/ 1100143 h 2299088"/>
              <a:gd name="connsiteX28" fmla="*/ 1753529 w 1855561"/>
              <a:gd name="connsiteY28" fmla="*/ 1125543 h 2299088"/>
              <a:gd name="connsiteX29" fmla="*/ 1694262 w 1855561"/>
              <a:gd name="connsiteY29" fmla="*/ 1210209 h 2299088"/>
              <a:gd name="connsiteX30" fmla="*/ 1685795 w 1855561"/>
              <a:gd name="connsiteY30" fmla="*/ 1244076 h 2299088"/>
              <a:gd name="connsiteX31" fmla="*/ 1702729 w 1855561"/>
              <a:gd name="connsiteY31" fmla="*/ 837676 h 2299088"/>
              <a:gd name="connsiteX32" fmla="*/ 1643462 w 1855561"/>
              <a:gd name="connsiteY32" fmla="*/ 456676 h 2299088"/>
              <a:gd name="connsiteX33" fmla="*/ 1474129 w 1855561"/>
              <a:gd name="connsiteY33" fmla="*/ 194209 h 2299088"/>
              <a:gd name="connsiteX34" fmla="*/ 1220129 w 1855561"/>
              <a:gd name="connsiteY34" fmla="*/ 58743 h 2299088"/>
              <a:gd name="connsiteX35" fmla="*/ 906862 w 1855561"/>
              <a:gd name="connsiteY35" fmla="*/ 7943 h 2299088"/>
              <a:gd name="connsiteX36" fmla="*/ 779862 w 1855561"/>
              <a:gd name="connsiteY36" fmla="*/ 16409 h 2299088"/>
              <a:gd name="connsiteX0" fmla="*/ 779862 w 1855561"/>
              <a:gd name="connsiteY0" fmla="*/ 16409 h 2299088"/>
              <a:gd name="connsiteX1" fmla="*/ 500462 w 1855561"/>
              <a:gd name="connsiteY1" fmla="*/ 151876 h 2299088"/>
              <a:gd name="connsiteX2" fmla="*/ 263395 w 1855561"/>
              <a:gd name="connsiteY2" fmla="*/ 397409 h 2299088"/>
              <a:gd name="connsiteX3" fmla="*/ 144862 w 1855561"/>
              <a:gd name="connsiteY3" fmla="*/ 854609 h 2299088"/>
              <a:gd name="connsiteX4" fmla="*/ 153329 w 1855561"/>
              <a:gd name="connsiteY4" fmla="*/ 1227143 h 2299088"/>
              <a:gd name="connsiteX5" fmla="*/ 153329 w 1855561"/>
              <a:gd name="connsiteY5" fmla="*/ 1311809 h 2299088"/>
              <a:gd name="connsiteX6" fmla="*/ 102529 w 1855561"/>
              <a:gd name="connsiteY6" fmla="*/ 1252543 h 2299088"/>
              <a:gd name="connsiteX7" fmla="*/ 68662 w 1855561"/>
              <a:gd name="connsiteY7" fmla="*/ 1235609 h 2299088"/>
              <a:gd name="connsiteX8" fmla="*/ 929 w 1855561"/>
              <a:gd name="connsiteY8" fmla="*/ 1269476 h 2299088"/>
              <a:gd name="connsiteX9" fmla="*/ 34795 w 1855561"/>
              <a:gd name="connsiteY9" fmla="*/ 1455743 h 2299088"/>
              <a:gd name="connsiteX10" fmla="*/ 110995 w 1855561"/>
              <a:gd name="connsiteY10" fmla="*/ 1557343 h 2299088"/>
              <a:gd name="connsiteX11" fmla="*/ 144862 w 1855561"/>
              <a:gd name="connsiteY11" fmla="*/ 1650476 h 2299088"/>
              <a:gd name="connsiteX12" fmla="*/ 212595 w 1855561"/>
              <a:gd name="connsiteY12" fmla="*/ 1633543 h 2299088"/>
              <a:gd name="connsiteX13" fmla="*/ 221062 w 1855561"/>
              <a:gd name="connsiteY13" fmla="*/ 1574276 h 2299088"/>
              <a:gd name="connsiteX14" fmla="*/ 221062 w 1855561"/>
              <a:gd name="connsiteY14" fmla="*/ 1540409 h 2299088"/>
              <a:gd name="connsiteX15" fmla="*/ 348062 w 1855561"/>
              <a:gd name="connsiteY15" fmla="*/ 1769009 h 2299088"/>
              <a:gd name="connsiteX16" fmla="*/ 483529 w 1855561"/>
              <a:gd name="connsiteY16" fmla="*/ 2006076 h 2299088"/>
              <a:gd name="connsiteX17" fmla="*/ 940728 w 1855561"/>
              <a:gd name="connsiteY17" fmla="*/ 2293942 h 2299088"/>
              <a:gd name="connsiteX18" fmla="*/ 1304795 w 1855561"/>
              <a:gd name="connsiteY18" fmla="*/ 2166943 h 2299088"/>
              <a:gd name="connsiteX19" fmla="*/ 1567262 w 1855561"/>
              <a:gd name="connsiteY19" fmla="*/ 1870609 h 2299088"/>
              <a:gd name="connsiteX20" fmla="*/ 1685795 w 1855561"/>
              <a:gd name="connsiteY20" fmla="*/ 1531943 h 2299088"/>
              <a:gd name="connsiteX21" fmla="*/ 1677329 w 1855561"/>
              <a:gd name="connsiteY21" fmla="*/ 1464209 h 2299088"/>
              <a:gd name="connsiteX22" fmla="*/ 1736595 w 1855561"/>
              <a:gd name="connsiteY22" fmla="*/ 1557343 h 2299088"/>
              <a:gd name="connsiteX23" fmla="*/ 1787395 w 1855561"/>
              <a:gd name="connsiteY23" fmla="*/ 1531943 h 2299088"/>
              <a:gd name="connsiteX24" fmla="*/ 1804329 w 1855561"/>
              <a:gd name="connsiteY24" fmla="*/ 1413409 h 2299088"/>
              <a:gd name="connsiteX25" fmla="*/ 1812795 w 1855561"/>
              <a:gd name="connsiteY25" fmla="*/ 1311809 h 2299088"/>
              <a:gd name="connsiteX26" fmla="*/ 1855129 w 1855561"/>
              <a:gd name="connsiteY26" fmla="*/ 1218676 h 2299088"/>
              <a:gd name="connsiteX27" fmla="*/ 1829729 w 1855561"/>
              <a:gd name="connsiteY27" fmla="*/ 1100143 h 2299088"/>
              <a:gd name="connsiteX28" fmla="*/ 1753529 w 1855561"/>
              <a:gd name="connsiteY28" fmla="*/ 1125543 h 2299088"/>
              <a:gd name="connsiteX29" fmla="*/ 1694262 w 1855561"/>
              <a:gd name="connsiteY29" fmla="*/ 1210209 h 2299088"/>
              <a:gd name="connsiteX30" fmla="*/ 1685795 w 1855561"/>
              <a:gd name="connsiteY30" fmla="*/ 1244076 h 2299088"/>
              <a:gd name="connsiteX31" fmla="*/ 1702729 w 1855561"/>
              <a:gd name="connsiteY31" fmla="*/ 837676 h 2299088"/>
              <a:gd name="connsiteX32" fmla="*/ 1643462 w 1855561"/>
              <a:gd name="connsiteY32" fmla="*/ 456676 h 2299088"/>
              <a:gd name="connsiteX33" fmla="*/ 1474129 w 1855561"/>
              <a:gd name="connsiteY33" fmla="*/ 194209 h 2299088"/>
              <a:gd name="connsiteX34" fmla="*/ 1220129 w 1855561"/>
              <a:gd name="connsiteY34" fmla="*/ 58743 h 2299088"/>
              <a:gd name="connsiteX35" fmla="*/ 906862 w 1855561"/>
              <a:gd name="connsiteY35" fmla="*/ 7943 h 2299088"/>
              <a:gd name="connsiteX36" fmla="*/ 779862 w 1855561"/>
              <a:gd name="connsiteY36" fmla="*/ 16409 h 2299088"/>
              <a:gd name="connsiteX0" fmla="*/ 779862 w 1855561"/>
              <a:gd name="connsiteY0" fmla="*/ 16409 h 2301869"/>
              <a:gd name="connsiteX1" fmla="*/ 500462 w 1855561"/>
              <a:gd name="connsiteY1" fmla="*/ 151876 h 2301869"/>
              <a:gd name="connsiteX2" fmla="*/ 263395 w 1855561"/>
              <a:gd name="connsiteY2" fmla="*/ 397409 h 2301869"/>
              <a:gd name="connsiteX3" fmla="*/ 144862 w 1855561"/>
              <a:gd name="connsiteY3" fmla="*/ 854609 h 2301869"/>
              <a:gd name="connsiteX4" fmla="*/ 153329 w 1855561"/>
              <a:gd name="connsiteY4" fmla="*/ 1227143 h 2301869"/>
              <a:gd name="connsiteX5" fmla="*/ 153329 w 1855561"/>
              <a:gd name="connsiteY5" fmla="*/ 1311809 h 2301869"/>
              <a:gd name="connsiteX6" fmla="*/ 102529 w 1855561"/>
              <a:gd name="connsiteY6" fmla="*/ 1252543 h 2301869"/>
              <a:gd name="connsiteX7" fmla="*/ 68662 w 1855561"/>
              <a:gd name="connsiteY7" fmla="*/ 1235609 h 2301869"/>
              <a:gd name="connsiteX8" fmla="*/ 929 w 1855561"/>
              <a:gd name="connsiteY8" fmla="*/ 1269476 h 2301869"/>
              <a:gd name="connsiteX9" fmla="*/ 34795 w 1855561"/>
              <a:gd name="connsiteY9" fmla="*/ 1455743 h 2301869"/>
              <a:gd name="connsiteX10" fmla="*/ 110995 w 1855561"/>
              <a:gd name="connsiteY10" fmla="*/ 1557343 h 2301869"/>
              <a:gd name="connsiteX11" fmla="*/ 144862 w 1855561"/>
              <a:gd name="connsiteY11" fmla="*/ 1650476 h 2301869"/>
              <a:gd name="connsiteX12" fmla="*/ 212595 w 1855561"/>
              <a:gd name="connsiteY12" fmla="*/ 1633543 h 2301869"/>
              <a:gd name="connsiteX13" fmla="*/ 221062 w 1855561"/>
              <a:gd name="connsiteY13" fmla="*/ 1574276 h 2301869"/>
              <a:gd name="connsiteX14" fmla="*/ 221062 w 1855561"/>
              <a:gd name="connsiteY14" fmla="*/ 1540409 h 2301869"/>
              <a:gd name="connsiteX15" fmla="*/ 348062 w 1855561"/>
              <a:gd name="connsiteY15" fmla="*/ 1769009 h 2301869"/>
              <a:gd name="connsiteX16" fmla="*/ 483529 w 1855561"/>
              <a:gd name="connsiteY16" fmla="*/ 2006076 h 2301869"/>
              <a:gd name="connsiteX17" fmla="*/ 940728 w 1855561"/>
              <a:gd name="connsiteY17" fmla="*/ 2293942 h 2301869"/>
              <a:gd name="connsiteX18" fmla="*/ 1304795 w 1855561"/>
              <a:gd name="connsiteY18" fmla="*/ 2166943 h 2301869"/>
              <a:gd name="connsiteX19" fmla="*/ 1567262 w 1855561"/>
              <a:gd name="connsiteY19" fmla="*/ 1870609 h 2301869"/>
              <a:gd name="connsiteX20" fmla="*/ 1685795 w 1855561"/>
              <a:gd name="connsiteY20" fmla="*/ 1531943 h 2301869"/>
              <a:gd name="connsiteX21" fmla="*/ 1677329 w 1855561"/>
              <a:gd name="connsiteY21" fmla="*/ 1464209 h 2301869"/>
              <a:gd name="connsiteX22" fmla="*/ 1736595 w 1855561"/>
              <a:gd name="connsiteY22" fmla="*/ 1557343 h 2301869"/>
              <a:gd name="connsiteX23" fmla="*/ 1787395 w 1855561"/>
              <a:gd name="connsiteY23" fmla="*/ 1531943 h 2301869"/>
              <a:gd name="connsiteX24" fmla="*/ 1804329 w 1855561"/>
              <a:gd name="connsiteY24" fmla="*/ 1413409 h 2301869"/>
              <a:gd name="connsiteX25" fmla="*/ 1812795 w 1855561"/>
              <a:gd name="connsiteY25" fmla="*/ 1311809 h 2301869"/>
              <a:gd name="connsiteX26" fmla="*/ 1855129 w 1855561"/>
              <a:gd name="connsiteY26" fmla="*/ 1218676 h 2301869"/>
              <a:gd name="connsiteX27" fmla="*/ 1829729 w 1855561"/>
              <a:gd name="connsiteY27" fmla="*/ 1100143 h 2301869"/>
              <a:gd name="connsiteX28" fmla="*/ 1753529 w 1855561"/>
              <a:gd name="connsiteY28" fmla="*/ 1125543 h 2301869"/>
              <a:gd name="connsiteX29" fmla="*/ 1694262 w 1855561"/>
              <a:gd name="connsiteY29" fmla="*/ 1210209 h 2301869"/>
              <a:gd name="connsiteX30" fmla="*/ 1685795 w 1855561"/>
              <a:gd name="connsiteY30" fmla="*/ 1244076 h 2301869"/>
              <a:gd name="connsiteX31" fmla="*/ 1702729 w 1855561"/>
              <a:gd name="connsiteY31" fmla="*/ 837676 h 2301869"/>
              <a:gd name="connsiteX32" fmla="*/ 1643462 w 1855561"/>
              <a:gd name="connsiteY32" fmla="*/ 456676 h 2301869"/>
              <a:gd name="connsiteX33" fmla="*/ 1474129 w 1855561"/>
              <a:gd name="connsiteY33" fmla="*/ 194209 h 2301869"/>
              <a:gd name="connsiteX34" fmla="*/ 1220129 w 1855561"/>
              <a:gd name="connsiteY34" fmla="*/ 58743 h 2301869"/>
              <a:gd name="connsiteX35" fmla="*/ 906862 w 1855561"/>
              <a:gd name="connsiteY35" fmla="*/ 7943 h 2301869"/>
              <a:gd name="connsiteX36" fmla="*/ 779862 w 1855561"/>
              <a:gd name="connsiteY36" fmla="*/ 16409 h 2301869"/>
              <a:gd name="connsiteX0" fmla="*/ 779862 w 1855561"/>
              <a:gd name="connsiteY0" fmla="*/ 16409 h 2274933"/>
              <a:gd name="connsiteX1" fmla="*/ 500462 w 1855561"/>
              <a:gd name="connsiteY1" fmla="*/ 151876 h 2274933"/>
              <a:gd name="connsiteX2" fmla="*/ 263395 w 1855561"/>
              <a:gd name="connsiteY2" fmla="*/ 397409 h 2274933"/>
              <a:gd name="connsiteX3" fmla="*/ 144862 w 1855561"/>
              <a:gd name="connsiteY3" fmla="*/ 854609 h 2274933"/>
              <a:gd name="connsiteX4" fmla="*/ 153329 w 1855561"/>
              <a:gd name="connsiteY4" fmla="*/ 1227143 h 2274933"/>
              <a:gd name="connsiteX5" fmla="*/ 153329 w 1855561"/>
              <a:gd name="connsiteY5" fmla="*/ 1311809 h 2274933"/>
              <a:gd name="connsiteX6" fmla="*/ 102529 w 1855561"/>
              <a:gd name="connsiteY6" fmla="*/ 1252543 h 2274933"/>
              <a:gd name="connsiteX7" fmla="*/ 68662 w 1855561"/>
              <a:gd name="connsiteY7" fmla="*/ 1235609 h 2274933"/>
              <a:gd name="connsiteX8" fmla="*/ 929 w 1855561"/>
              <a:gd name="connsiteY8" fmla="*/ 1269476 h 2274933"/>
              <a:gd name="connsiteX9" fmla="*/ 34795 w 1855561"/>
              <a:gd name="connsiteY9" fmla="*/ 1455743 h 2274933"/>
              <a:gd name="connsiteX10" fmla="*/ 110995 w 1855561"/>
              <a:gd name="connsiteY10" fmla="*/ 1557343 h 2274933"/>
              <a:gd name="connsiteX11" fmla="*/ 144862 w 1855561"/>
              <a:gd name="connsiteY11" fmla="*/ 1650476 h 2274933"/>
              <a:gd name="connsiteX12" fmla="*/ 212595 w 1855561"/>
              <a:gd name="connsiteY12" fmla="*/ 1633543 h 2274933"/>
              <a:gd name="connsiteX13" fmla="*/ 221062 w 1855561"/>
              <a:gd name="connsiteY13" fmla="*/ 1574276 h 2274933"/>
              <a:gd name="connsiteX14" fmla="*/ 221062 w 1855561"/>
              <a:gd name="connsiteY14" fmla="*/ 1540409 h 2274933"/>
              <a:gd name="connsiteX15" fmla="*/ 348062 w 1855561"/>
              <a:gd name="connsiteY15" fmla="*/ 1769009 h 2274933"/>
              <a:gd name="connsiteX16" fmla="*/ 483529 w 1855561"/>
              <a:gd name="connsiteY16" fmla="*/ 2006076 h 2274933"/>
              <a:gd name="connsiteX17" fmla="*/ 906861 w 1855561"/>
              <a:gd name="connsiteY17" fmla="*/ 2268542 h 2274933"/>
              <a:gd name="connsiteX18" fmla="*/ 1304795 w 1855561"/>
              <a:gd name="connsiteY18" fmla="*/ 2166943 h 2274933"/>
              <a:gd name="connsiteX19" fmla="*/ 1567262 w 1855561"/>
              <a:gd name="connsiteY19" fmla="*/ 1870609 h 2274933"/>
              <a:gd name="connsiteX20" fmla="*/ 1685795 w 1855561"/>
              <a:gd name="connsiteY20" fmla="*/ 1531943 h 2274933"/>
              <a:gd name="connsiteX21" fmla="*/ 1677329 w 1855561"/>
              <a:gd name="connsiteY21" fmla="*/ 1464209 h 2274933"/>
              <a:gd name="connsiteX22" fmla="*/ 1736595 w 1855561"/>
              <a:gd name="connsiteY22" fmla="*/ 1557343 h 2274933"/>
              <a:gd name="connsiteX23" fmla="*/ 1787395 w 1855561"/>
              <a:gd name="connsiteY23" fmla="*/ 1531943 h 2274933"/>
              <a:gd name="connsiteX24" fmla="*/ 1804329 w 1855561"/>
              <a:gd name="connsiteY24" fmla="*/ 1413409 h 2274933"/>
              <a:gd name="connsiteX25" fmla="*/ 1812795 w 1855561"/>
              <a:gd name="connsiteY25" fmla="*/ 1311809 h 2274933"/>
              <a:gd name="connsiteX26" fmla="*/ 1855129 w 1855561"/>
              <a:gd name="connsiteY26" fmla="*/ 1218676 h 2274933"/>
              <a:gd name="connsiteX27" fmla="*/ 1829729 w 1855561"/>
              <a:gd name="connsiteY27" fmla="*/ 1100143 h 2274933"/>
              <a:gd name="connsiteX28" fmla="*/ 1753529 w 1855561"/>
              <a:gd name="connsiteY28" fmla="*/ 1125543 h 2274933"/>
              <a:gd name="connsiteX29" fmla="*/ 1694262 w 1855561"/>
              <a:gd name="connsiteY29" fmla="*/ 1210209 h 2274933"/>
              <a:gd name="connsiteX30" fmla="*/ 1685795 w 1855561"/>
              <a:gd name="connsiteY30" fmla="*/ 1244076 h 2274933"/>
              <a:gd name="connsiteX31" fmla="*/ 1702729 w 1855561"/>
              <a:gd name="connsiteY31" fmla="*/ 837676 h 2274933"/>
              <a:gd name="connsiteX32" fmla="*/ 1643462 w 1855561"/>
              <a:gd name="connsiteY32" fmla="*/ 456676 h 2274933"/>
              <a:gd name="connsiteX33" fmla="*/ 1474129 w 1855561"/>
              <a:gd name="connsiteY33" fmla="*/ 194209 h 2274933"/>
              <a:gd name="connsiteX34" fmla="*/ 1220129 w 1855561"/>
              <a:gd name="connsiteY34" fmla="*/ 58743 h 2274933"/>
              <a:gd name="connsiteX35" fmla="*/ 906862 w 1855561"/>
              <a:gd name="connsiteY35" fmla="*/ 7943 h 2274933"/>
              <a:gd name="connsiteX36" fmla="*/ 779862 w 1855561"/>
              <a:gd name="connsiteY36" fmla="*/ 16409 h 2274933"/>
              <a:gd name="connsiteX0" fmla="*/ 779862 w 1855561"/>
              <a:gd name="connsiteY0" fmla="*/ 16409 h 2274933"/>
              <a:gd name="connsiteX1" fmla="*/ 500462 w 1855561"/>
              <a:gd name="connsiteY1" fmla="*/ 151876 h 2274933"/>
              <a:gd name="connsiteX2" fmla="*/ 263395 w 1855561"/>
              <a:gd name="connsiteY2" fmla="*/ 397409 h 2274933"/>
              <a:gd name="connsiteX3" fmla="*/ 117345 w 1855561"/>
              <a:gd name="connsiteY3" fmla="*/ 790050 h 2274933"/>
              <a:gd name="connsiteX4" fmla="*/ 153329 w 1855561"/>
              <a:gd name="connsiteY4" fmla="*/ 1227143 h 2274933"/>
              <a:gd name="connsiteX5" fmla="*/ 153329 w 1855561"/>
              <a:gd name="connsiteY5" fmla="*/ 1311809 h 2274933"/>
              <a:gd name="connsiteX6" fmla="*/ 102529 w 1855561"/>
              <a:gd name="connsiteY6" fmla="*/ 1252543 h 2274933"/>
              <a:gd name="connsiteX7" fmla="*/ 68662 w 1855561"/>
              <a:gd name="connsiteY7" fmla="*/ 1235609 h 2274933"/>
              <a:gd name="connsiteX8" fmla="*/ 929 w 1855561"/>
              <a:gd name="connsiteY8" fmla="*/ 1269476 h 2274933"/>
              <a:gd name="connsiteX9" fmla="*/ 34795 w 1855561"/>
              <a:gd name="connsiteY9" fmla="*/ 1455743 h 2274933"/>
              <a:gd name="connsiteX10" fmla="*/ 110995 w 1855561"/>
              <a:gd name="connsiteY10" fmla="*/ 1557343 h 2274933"/>
              <a:gd name="connsiteX11" fmla="*/ 144862 w 1855561"/>
              <a:gd name="connsiteY11" fmla="*/ 1650476 h 2274933"/>
              <a:gd name="connsiteX12" fmla="*/ 212595 w 1855561"/>
              <a:gd name="connsiteY12" fmla="*/ 1633543 h 2274933"/>
              <a:gd name="connsiteX13" fmla="*/ 221062 w 1855561"/>
              <a:gd name="connsiteY13" fmla="*/ 1574276 h 2274933"/>
              <a:gd name="connsiteX14" fmla="*/ 221062 w 1855561"/>
              <a:gd name="connsiteY14" fmla="*/ 1540409 h 2274933"/>
              <a:gd name="connsiteX15" fmla="*/ 348062 w 1855561"/>
              <a:gd name="connsiteY15" fmla="*/ 1769009 h 2274933"/>
              <a:gd name="connsiteX16" fmla="*/ 483529 w 1855561"/>
              <a:gd name="connsiteY16" fmla="*/ 2006076 h 2274933"/>
              <a:gd name="connsiteX17" fmla="*/ 906861 w 1855561"/>
              <a:gd name="connsiteY17" fmla="*/ 2268542 h 2274933"/>
              <a:gd name="connsiteX18" fmla="*/ 1304795 w 1855561"/>
              <a:gd name="connsiteY18" fmla="*/ 2166943 h 2274933"/>
              <a:gd name="connsiteX19" fmla="*/ 1567262 w 1855561"/>
              <a:gd name="connsiteY19" fmla="*/ 1870609 h 2274933"/>
              <a:gd name="connsiteX20" fmla="*/ 1685795 w 1855561"/>
              <a:gd name="connsiteY20" fmla="*/ 1531943 h 2274933"/>
              <a:gd name="connsiteX21" fmla="*/ 1677329 w 1855561"/>
              <a:gd name="connsiteY21" fmla="*/ 1464209 h 2274933"/>
              <a:gd name="connsiteX22" fmla="*/ 1736595 w 1855561"/>
              <a:gd name="connsiteY22" fmla="*/ 1557343 h 2274933"/>
              <a:gd name="connsiteX23" fmla="*/ 1787395 w 1855561"/>
              <a:gd name="connsiteY23" fmla="*/ 1531943 h 2274933"/>
              <a:gd name="connsiteX24" fmla="*/ 1804329 w 1855561"/>
              <a:gd name="connsiteY24" fmla="*/ 1413409 h 2274933"/>
              <a:gd name="connsiteX25" fmla="*/ 1812795 w 1855561"/>
              <a:gd name="connsiteY25" fmla="*/ 1311809 h 2274933"/>
              <a:gd name="connsiteX26" fmla="*/ 1855129 w 1855561"/>
              <a:gd name="connsiteY26" fmla="*/ 1218676 h 2274933"/>
              <a:gd name="connsiteX27" fmla="*/ 1829729 w 1855561"/>
              <a:gd name="connsiteY27" fmla="*/ 1100143 h 2274933"/>
              <a:gd name="connsiteX28" fmla="*/ 1753529 w 1855561"/>
              <a:gd name="connsiteY28" fmla="*/ 1125543 h 2274933"/>
              <a:gd name="connsiteX29" fmla="*/ 1694262 w 1855561"/>
              <a:gd name="connsiteY29" fmla="*/ 1210209 h 2274933"/>
              <a:gd name="connsiteX30" fmla="*/ 1685795 w 1855561"/>
              <a:gd name="connsiteY30" fmla="*/ 1244076 h 2274933"/>
              <a:gd name="connsiteX31" fmla="*/ 1702729 w 1855561"/>
              <a:gd name="connsiteY31" fmla="*/ 837676 h 2274933"/>
              <a:gd name="connsiteX32" fmla="*/ 1643462 w 1855561"/>
              <a:gd name="connsiteY32" fmla="*/ 456676 h 2274933"/>
              <a:gd name="connsiteX33" fmla="*/ 1474129 w 1855561"/>
              <a:gd name="connsiteY33" fmla="*/ 194209 h 2274933"/>
              <a:gd name="connsiteX34" fmla="*/ 1220129 w 1855561"/>
              <a:gd name="connsiteY34" fmla="*/ 58743 h 2274933"/>
              <a:gd name="connsiteX35" fmla="*/ 906862 w 1855561"/>
              <a:gd name="connsiteY35" fmla="*/ 7943 h 2274933"/>
              <a:gd name="connsiteX36" fmla="*/ 779862 w 1855561"/>
              <a:gd name="connsiteY36" fmla="*/ 16409 h 2274933"/>
              <a:gd name="connsiteX0" fmla="*/ 779862 w 1855561"/>
              <a:gd name="connsiteY0" fmla="*/ 16409 h 2274933"/>
              <a:gd name="connsiteX1" fmla="*/ 500462 w 1855561"/>
              <a:gd name="connsiteY1" fmla="*/ 151876 h 2274933"/>
              <a:gd name="connsiteX2" fmla="*/ 263395 w 1855561"/>
              <a:gd name="connsiteY2" fmla="*/ 397409 h 2274933"/>
              <a:gd name="connsiteX3" fmla="*/ 117345 w 1855561"/>
              <a:gd name="connsiteY3" fmla="*/ 790050 h 2274933"/>
              <a:gd name="connsiteX4" fmla="*/ 142745 w 1855561"/>
              <a:gd name="connsiteY4" fmla="*/ 758300 h 2274933"/>
              <a:gd name="connsiteX5" fmla="*/ 153329 w 1855561"/>
              <a:gd name="connsiteY5" fmla="*/ 1227143 h 2274933"/>
              <a:gd name="connsiteX6" fmla="*/ 153329 w 1855561"/>
              <a:gd name="connsiteY6" fmla="*/ 1311809 h 2274933"/>
              <a:gd name="connsiteX7" fmla="*/ 102529 w 1855561"/>
              <a:gd name="connsiteY7" fmla="*/ 1252543 h 2274933"/>
              <a:gd name="connsiteX8" fmla="*/ 68662 w 1855561"/>
              <a:gd name="connsiteY8" fmla="*/ 1235609 h 2274933"/>
              <a:gd name="connsiteX9" fmla="*/ 929 w 1855561"/>
              <a:gd name="connsiteY9" fmla="*/ 1269476 h 2274933"/>
              <a:gd name="connsiteX10" fmla="*/ 34795 w 1855561"/>
              <a:gd name="connsiteY10" fmla="*/ 1455743 h 2274933"/>
              <a:gd name="connsiteX11" fmla="*/ 110995 w 1855561"/>
              <a:gd name="connsiteY11" fmla="*/ 1557343 h 2274933"/>
              <a:gd name="connsiteX12" fmla="*/ 144862 w 1855561"/>
              <a:gd name="connsiteY12" fmla="*/ 1650476 h 2274933"/>
              <a:gd name="connsiteX13" fmla="*/ 212595 w 1855561"/>
              <a:gd name="connsiteY13" fmla="*/ 1633543 h 2274933"/>
              <a:gd name="connsiteX14" fmla="*/ 221062 w 1855561"/>
              <a:gd name="connsiteY14" fmla="*/ 1574276 h 2274933"/>
              <a:gd name="connsiteX15" fmla="*/ 221062 w 1855561"/>
              <a:gd name="connsiteY15" fmla="*/ 1540409 h 2274933"/>
              <a:gd name="connsiteX16" fmla="*/ 348062 w 1855561"/>
              <a:gd name="connsiteY16" fmla="*/ 1769009 h 2274933"/>
              <a:gd name="connsiteX17" fmla="*/ 483529 w 1855561"/>
              <a:gd name="connsiteY17" fmla="*/ 2006076 h 2274933"/>
              <a:gd name="connsiteX18" fmla="*/ 906861 w 1855561"/>
              <a:gd name="connsiteY18" fmla="*/ 2268542 h 2274933"/>
              <a:gd name="connsiteX19" fmla="*/ 1304795 w 1855561"/>
              <a:gd name="connsiteY19" fmla="*/ 2166943 h 2274933"/>
              <a:gd name="connsiteX20" fmla="*/ 1567262 w 1855561"/>
              <a:gd name="connsiteY20" fmla="*/ 1870609 h 2274933"/>
              <a:gd name="connsiteX21" fmla="*/ 1685795 w 1855561"/>
              <a:gd name="connsiteY21" fmla="*/ 1531943 h 2274933"/>
              <a:gd name="connsiteX22" fmla="*/ 1677329 w 1855561"/>
              <a:gd name="connsiteY22" fmla="*/ 1464209 h 2274933"/>
              <a:gd name="connsiteX23" fmla="*/ 1736595 w 1855561"/>
              <a:gd name="connsiteY23" fmla="*/ 1557343 h 2274933"/>
              <a:gd name="connsiteX24" fmla="*/ 1787395 w 1855561"/>
              <a:gd name="connsiteY24" fmla="*/ 1531943 h 2274933"/>
              <a:gd name="connsiteX25" fmla="*/ 1804329 w 1855561"/>
              <a:gd name="connsiteY25" fmla="*/ 1413409 h 2274933"/>
              <a:gd name="connsiteX26" fmla="*/ 1812795 w 1855561"/>
              <a:gd name="connsiteY26" fmla="*/ 1311809 h 2274933"/>
              <a:gd name="connsiteX27" fmla="*/ 1855129 w 1855561"/>
              <a:gd name="connsiteY27" fmla="*/ 1218676 h 2274933"/>
              <a:gd name="connsiteX28" fmla="*/ 1829729 w 1855561"/>
              <a:gd name="connsiteY28" fmla="*/ 1100143 h 2274933"/>
              <a:gd name="connsiteX29" fmla="*/ 1753529 w 1855561"/>
              <a:gd name="connsiteY29" fmla="*/ 1125543 h 2274933"/>
              <a:gd name="connsiteX30" fmla="*/ 1694262 w 1855561"/>
              <a:gd name="connsiteY30" fmla="*/ 1210209 h 2274933"/>
              <a:gd name="connsiteX31" fmla="*/ 1685795 w 1855561"/>
              <a:gd name="connsiteY31" fmla="*/ 1244076 h 2274933"/>
              <a:gd name="connsiteX32" fmla="*/ 1702729 w 1855561"/>
              <a:gd name="connsiteY32" fmla="*/ 837676 h 2274933"/>
              <a:gd name="connsiteX33" fmla="*/ 1643462 w 1855561"/>
              <a:gd name="connsiteY33" fmla="*/ 456676 h 2274933"/>
              <a:gd name="connsiteX34" fmla="*/ 1474129 w 1855561"/>
              <a:gd name="connsiteY34" fmla="*/ 194209 h 2274933"/>
              <a:gd name="connsiteX35" fmla="*/ 1220129 w 1855561"/>
              <a:gd name="connsiteY35" fmla="*/ 58743 h 2274933"/>
              <a:gd name="connsiteX36" fmla="*/ 906862 w 1855561"/>
              <a:gd name="connsiteY36" fmla="*/ 7943 h 2274933"/>
              <a:gd name="connsiteX37" fmla="*/ 779862 w 1855561"/>
              <a:gd name="connsiteY37" fmla="*/ 16409 h 2274933"/>
              <a:gd name="connsiteX0" fmla="*/ 698370 w 1855561"/>
              <a:gd name="connsiteY0" fmla="*/ 37974 h 2267188"/>
              <a:gd name="connsiteX1" fmla="*/ 500462 w 1855561"/>
              <a:gd name="connsiteY1" fmla="*/ 144131 h 2267188"/>
              <a:gd name="connsiteX2" fmla="*/ 263395 w 1855561"/>
              <a:gd name="connsiteY2" fmla="*/ 389664 h 2267188"/>
              <a:gd name="connsiteX3" fmla="*/ 117345 w 1855561"/>
              <a:gd name="connsiteY3" fmla="*/ 782305 h 2267188"/>
              <a:gd name="connsiteX4" fmla="*/ 142745 w 1855561"/>
              <a:gd name="connsiteY4" fmla="*/ 750555 h 2267188"/>
              <a:gd name="connsiteX5" fmla="*/ 153329 w 1855561"/>
              <a:gd name="connsiteY5" fmla="*/ 1219398 h 2267188"/>
              <a:gd name="connsiteX6" fmla="*/ 153329 w 1855561"/>
              <a:gd name="connsiteY6" fmla="*/ 1304064 h 2267188"/>
              <a:gd name="connsiteX7" fmla="*/ 102529 w 1855561"/>
              <a:gd name="connsiteY7" fmla="*/ 1244798 h 2267188"/>
              <a:gd name="connsiteX8" fmla="*/ 68662 w 1855561"/>
              <a:gd name="connsiteY8" fmla="*/ 1227864 h 2267188"/>
              <a:gd name="connsiteX9" fmla="*/ 929 w 1855561"/>
              <a:gd name="connsiteY9" fmla="*/ 1261731 h 2267188"/>
              <a:gd name="connsiteX10" fmla="*/ 34795 w 1855561"/>
              <a:gd name="connsiteY10" fmla="*/ 1447998 h 2267188"/>
              <a:gd name="connsiteX11" fmla="*/ 110995 w 1855561"/>
              <a:gd name="connsiteY11" fmla="*/ 1549598 h 2267188"/>
              <a:gd name="connsiteX12" fmla="*/ 144862 w 1855561"/>
              <a:gd name="connsiteY12" fmla="*/ 1642731 h 2267188"/>
              <a:gd name="connsiteX13" fmla="*/ 212595 w 1855561"/>
              <a:gd name="connsiteY13" fmla="*/ 1625798 h 2267188"/>
              <a:gd name="connsiteX14" fmla="*/ 221062 w 1855561"/>
              <a:gd name="connsiteY14" fmla="*/ 1566531 h 2267188"/>
              <a:gd name="connsiteX15" fmla="*/ 221062 w 1855561"/>
              <a:gd name="connsiteY15" fmla="*/ 1532664 h 2267188"/>
              <a:gd name="connsiteX16" fmla="*/ 348062 w 1855561"/>
              <a:gd name="connsiteY16" fmla="*/ 1761264 h 2267188"/>
              <a:gd name="connsiteX17" fmla="*/ 483529 w 1855561"/>
              <a:gd name="connsiteY17" fmla="*/ 1998331 h 2267188"/>
              <a:gd name="connsiteX18" fmla="*/ 906861 w 1855561"/>
              <a:gd name="connsiteY18" fmla="*/ 2260797 h 2267188"/>
              <a:gd name="connsiteX19" fmla="*/ 1304795 w 1855561"/>
              <a:gd name="connsiteY19" fmla="*/ 2159198 h 2267188"/>
              <a:gd name="connsiteX20" fmla="*/ 1567262 w 1855561"/>
              <a:gd name="connsiteY20" fmla="*/ 1862864 h 2267188"/>
              <a:gd name="connsiteX21" fmla="*/ 1685795 w 1855561"/>
              <a:gd name="connsiteY21" fmla="*/ 1524198 h 2267188"/>
              <a:gd name="connsiteX22" fmla="*/ 1677329 w 1855561"/>
              <a:gd name="connsiteY22" fmla="*/ 1456464 h 2267188"/>
              <a:gd name="connsiteX23" fmla="*/ 1736595 w 1855561"/>
              <a:gd name="connsiteY23" fmla="*/ 1549598 h 2267188"/>
              <a:gd name="connsiteX24" fmla="*/ 1787395 w 1855561"/>
              <a:gd name="connsiteY24" fmla="*/ 1524198 h 2267188"/>
              <a:gd name="connsiteX25" fmla="*/ 1804329 w 1855561"/>
              <a:gd name="connsiteY25" fmla="*/ 1405664 h 2267188"/>
              <a:gd name="connsiteX26" fmla="*/ 1812795 w 1855561"/>
              <a:gd name="connsiteY26" fmla="*/ 1304064 h 2267188"/>
              <a:gd name="connsiteX27" fmla="*/ 1855129 w 1855561"/>
              <a:gd name="connsiteY27" fmla="*/ 1210931 h 2267188"/>
              <a:gd name="connsiteX28" fmla="*/ 1829729 w 1855561"/>
              <a:gd name="connsiteY28" fmla="*/ 1092398 h 2267188"/>
              <a:gd name="connsiteX29" fmla="*/ 1753529 w 1855561"/>
              <a:gd name="connsiteY29" fmla="*/ 1117798 h 2267188"/>
              <a:gd name="connsiteX30" fmla="*/ 1694262 w 1855561"/>
              <a:gd name="connsiteY30" fmla="*/ 1202464 h 2267188"/>
              <a:gd name="connsiteX31" fmla="*/ 1685795 w 1855561"/>
              <a:gd name="connsiteY31" fmla="*/ 1236331 h 2267188"/>
              <a:gd name="connsiteX32" fmla="*/ 1702729 w 1855561"/>
              <a:gd name="connsiteY32" fmla="*/ 829931 h 2267188"/>
              <a:gd name="connsiteX33" fmla="*/ 1643462 w 1855561"/>
              <a:gd name="connsiteY33" fmla="*/ 448931 h 2267188"/>
              <a:gd name="connsiteX34" fmla="*/ 1474129 w 1855561"/>
              <a:gd name="connsiteY34" fmla="*/ 186464 h 2267188"/>
              <a:gd name="connsiteX35" fmla="*/ 1220129 w 1855561"/>
              <a:gd name="connsiteY35" fmla="*/ 50998 h 2267188"/>
              <a:gd name="connsiteX36" fmla="*/ 906862 w 1855561"/>
              <a:gd name="connsiteY36" fmla="*/ 198 h 2267188"/>
              <a:gd name="connsiteX37" fmla="*/ 698370 w 1855561"/>
              <a:gd name="connsiteY37" fmla="*/ 37974 h 2267188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263395 w 1855561"/>
              <a:gd name="connsiteY2" fmla="*/ 389543 h 2267067"/>
              <a:gd name="connsiteX3" fmla="*/ 117345 w 1855561"/>
              <a:gd name="connsiteY3" fmla="*/ 782184 h 2267067"/>
              <a:gd name="connsiteX4" fmla="*/ 142745 w 1855561"/>
              <a:gd name="connsiteY4" fmla="*/ 750434 h 2267067"/>
              <a:gd name="connsiteX5" fmla="*/ 153329 w 1855561"/>
              <a:gd name="connsiteY5" fmla="*/ 1219277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263395 w 1855561"/>
              <a:gd name="connsiteY2" fmla="*/ 389543 h 2267067"/>
              <a:gd name="connsiteX3" fmla="*/ 117345 w 1855561"/>
              <a:gd name="connsiteY3" fmla="*/ 782184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263395 w 1855561"/>
              <a:gd name="connsiteY2" fmla="*/ 389543 h 2267067"/>
              <a:gd name="connsiteX3" fmla="*/ 161795 w 1855561"/>
              <a:gd name="connsiteY3" fmla="*/ 598033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263395 w 1855561"/>
              <a:gd name="connsiteY2" fmla="*/ 389543 h 2267067"/>
              <a:gd name="connsiteX3" fmla="*/ 193545 w 1855561"/>
              <a:gd name="connsiteY3" fmla="*/ 499608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333245 w 1855561"/>
              <a:gd name="connsiteY2" fmla="*/ 274183 h 2267067"/>
              <a:gd name="connsiteX3" fmla="*/ 193545 w 1855561"/>
              <a:gd name="connsiteY3" fmla="*/ 499608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349120 w 1855561"/>
              <a:gd name="connsiteY2" fmla="*/ 274183 h 2267067"/>
              <a:gd name="connsiteX3" fmla="*/ 193545 w 1855561"/>
              <a:gd name="connsiteY3" fmla="*/ 499608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358645 w 1855561"/>
              <a:gd name="connsiteY2" fmla="*/ 226558 h 2267067"/>
              <a:gd name="connsiteX3" fmla="*/ 193545 w 1855561"/>
              <a:gd name="connsiteY3" fmla="*/ 499608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33 h 2267047"/>
              <a:gd name="connsiteX1" fmla="*/ 530095 w 1855561"/>
              <a:gd name="connsiteY1" fmla="*/ 109063 h 2267047"/>
              <a:gd name="connsiteX2" fmla="*/ 358645 w 1855561"/>
              <a:gd name="connsiteY2" fmla="*/ 226538 h 2267047"/>
              <a:gd name="connsiteX3" fmla="*/ 193545 w 1855561"/>
              <a:gd name="connsiteY3" fmla="*/ 499588 h 2267047"/>
              <a:gd name="connsiteX4" fmla="*/ 142745 w 1855561"/>
              <a:gd name="connsiteY4" fmla="*/ 750414 h 2267047"/>
              <a:gd name="connsiteX5" fmla="*/ 142745 w 1855561"/>
              <a:gd name="connsiteY5" fmla="*/ 1058388 h 2267047"/>
              <a:gd name="connsiteX6" fmla="*/ 153329 w 1855561"/>
              <a:gd name="connsiteY6" fmla="*/ 1303923 h 2267047"/>
              <a:gd name="connsiteX7" fmla="*/ 102529 w 1855561"/>
              <a:gd name="connsiteY7" fmla="*/ 1244657 h 2267047"/>
              <a:gd name="connsiteX8" fmla="*/ 68662 w 1855561"/>
              <a:gd name="connsiteY8" fmla="*/ 1227723 h 2267047"/>
              <a:gd name="connsiteX9" fmla="*/ 929 w 1855561"/>
              <a:gd name="connsiteY9" fmla="*/ 1261590 h 2267047"/>
              <a:gd name="connsiteX10" fmla="*/ 34795 w 1855561"/>
              <a:gd name="connsiteY10" fmla="*/ 1447857 h 2267047"/>
              <a:gd name="connsiteX11" fmla="*/ 110995 w 1855561"/>
              <a:gd name="connsiteY11" fmla="*/ 1549457 h 2267047"/>
              <a:gd name="connsiteX12" fmla="*/ 144862 w 1855561"/>
              <a:gd name="connsiteY12" fmla="*/ 1642590 h 2267047"/>
              <a:gd name="connsiteX13" fmla="*/ 212595 w 1855561"/>
              <a:gd name="connsiteY13" fmla="*/ 1625657 h 2267047"/>
              <a:gd name="connsiteX14" fmla="*/ 221062 w 1855561"/>
              <a:gd name="connsiteY14" fmla="*/ 1566390 h 2267047"/>
              <a:gd name="connsiteX15" fmla="*/ 221062 w 1855561"/>
              <a:gd name="connsiteY15" fmla="*/ 1532523 h 2267047"/>
              <a:gd name="connsiteX16" fmla="*/ 348062 w 1855561"/>
              <a:gd name="connsiteY16" fmla="*/ 1761123 h 2267047"/>
              <a:gd name="connsiteX17" fmla="*/ 483529 w 1855561"/>
              <a:gd name="connsiteY17" fmla="*/ 1998190 h 2267047"/>
              <a:gd name="connsiteX18" fmla="*/ 906861 w 1855561"/>
              <a:gd name="connsiteY18" fmla="*/ 2260656 h 2267047"/>
              <a:gd name="connsiteX19" fmla="*/ 1304795 w 1855561"/>
              <a:gd name="connsiteY19" fmla="*/ 2159057 h 2267047"/>
              <a:gd name="connsiteX20" fmla="*/ 1567262 w 1855561"/>
              <a:gd name="connsiteY20" fmla="*/ 1862723 h 2267047"/>
              <a:gd name="connsiteX21" fmla="*/ 1685795 w 1855561"/>
              <a:gd name="connsiteY21" fmla="*/ 1524057 h 2267047"/>
              <a:gd name="connsiteX22" fmla="*/ 1677329 w 1855561"/>
              <a:gd name="connsiteY22" fmla="*/ 1456323 h 2267047"/>
              <a:gd name="connsiteX23" fmla="*/ 1736595 w 1855561"/>
              <a:gd name="connsiteY23" fmla="*/ 1549457 h 2267047"/>
              <a:gd name="connsiteX24" fmla="*/ 1787395 w 1855561"/>
              <a:gd name="connsiteY24" fmla="*/ 1524057 h 2267047"/>
              <a:gd name="connsiteX25" fmla="*/ 1804329 w 1855561"/>
              <a:gd name="connsiteY25" fmla="*/ 1405523 h 2267047"/>
              <a:gd name="connsiteX26" fmla="*/ 1812795 w 1855561"/>
              <a:gd name="connsiteY26" fmla="*/ 1303923 h 2267047"/>
              <a:gd name="connsiteX27" fmla="*/ 1855129 w 1855561"/>
              <a:gd name="connsiteY27" fmla="*/ 1210790 h 2267047"/>
              <a:gd name="connsiteX28" fmla="*/ 1829729 w 1855561"/>
              <a:gd name="connsiteY28" fmla="*/ 1092257 h 2267047"/>
              <a:gd name="connsiteX29" fmla="*/ 1753529 w 1855561"/>
              <a:gd name="connsiteY29" fmla="*/ 1117657 h 2267047"/>
              <a:gd name="connsiteX30" fmla="*/ 1694262 w 1855561"/>
              <a:gd name="connsiteY30" fmla="*/ 1202323 h 2267047"/>
              <a:gd name="connsiteX31" fmla="*/ 1685795 w 1855561"/>
              <a:gd name="connsiteY31" fmla="*/ 1236190 h 2267047"/>
              <a:gd name="connsiteX32" fmla="*/ 1702729 w 1855561"/>
              <a:gd name="connsiteY32" fmla="*/ 829790 h 2267047"/>
              <a:gd name="connsiteX33" fmla="*/ 1643462 w 1855561"/>
              <a:gd name="connsiteY33" fmla="*/ 448790 h 2267047"/>
              <a:gd name="connsiteX34" fmla="*/ 1474129 w 1855561"/>
              <a:gd name="connsiteY34" fmla="*/ 186323 h 2267047"/>
              <a:gd name="connsiteX35" fmla="*/ 1263520 w 1855561"/>
              <a:gd name="connsiteY35" fmla="*/ 45578 h 2267047"/>
              <a:gd name="connsiteX36" fmla="*/ 906862 w 1855561"/>
              <a:gd name="connsiteY36" fmla="*/ 57 h 2267047"/>
              <a:gd name="connsiteX37" fmla="*/ 698370 w 1855561"/>
              <a:gd name="connsiteY37" fmla="*/ 37833 h 2267047"/>
              <a:gd name="connsiteX0" fmla="*/ 698370 w 1855561"/>
              <a:gd name="connsiteY0" fmla="*/ 37833 h 2267047"/>
              <a:gd name="connsiteX1" fmla="*/ 530095 w 1855561"/>
              <a:gd name="connsiteY1" fmla="*/ 109063 h 2267047"/>
              <a:gd name="connsiteX2" fmla="*/ 358645 w 1855561"/>
              <a:gd name="connsiteY2" fmla="*/ 226538 h 2267047"/>
              <a:gd name="connsiteX3" fmla="*/ 193545 w 1855561"/>
              <a:gd name="connsiteY3" fmla="*/ 499588 h 2267047"/>
              <a:gd name="connsiteX4" fmla="*/ 142745 w 1855561"/>
              <a:gd name="connsiteY4" fmla="*/ 690089 h 2267047"/>
              <a:gd name="connsiteX5" fmla="*/ 142745 w 1855561"/>
              <a:gd name="connsiteY5" fmla="*/ 1058388 h 2267047"/>
              <a:gd name="connsiteX6" fmla="*/ 153329 w 1855561"/>
              <a:gd name="connsiteY6" fmla="*/ 1303923 h 2267047"/>
              <a:gd name="connsiteX7" fmla="*/ 102529 w 1855561"/>
              <a:gd name="connsiteY7" fmla="*/ 1244657 h 2267047"/>
              <a:gd name="connsiteX8" fmla="*/ 68662 w 1855561"/>
              <a:gd name="connsiteY8" fmla="*/ 1227723 h 2267047"/>
              <a:gd name="connsiteX9" fmla="*/ 929 w 1855561"/>
              <a:gd name="connsiteY9" fmla="*/ 1261590 h 2267047"/>
              <a:gd name="connsiteX10" fmla="*/ 34795 w 1855561"/>
              <a:gd name="connsiteY10" fmla="*/ 1447857 h 2267047"/>
              <a:gd name="connsiteX11" fmla="*/ 110995 w 1855561"/>
              <a:gd name="connsiteY11" fmla="*/ 1549457 h 2267047"/>
              <a:gd name="connsiteX12" fmla="*/ 144862 w 1855561"/>
              <a:gd name="connsiteY12" fmla="*/ 1642590 h 2267047"/>
              <a:gd name="connsiteX13" fmla="*/ 212595 w 1855561"/>
              <a:gd name="connsiteY13" fmla="*/ 1625657 h 2267047"/>
              <a:gd name="connsiteX14" fmla="*/ 221062 w 1855561"/>
              <a:gd name="connsiteY14" fmla="*/ 1566390 h 2267047"/>
              <a:gd name="connsiteX15" fmla="*/ 221062 w 1855561"/>
              <a:gd name="connsiteY15" fmla="*/ 1532523 h 2267047"/>
              <a:gd name="connsiteX16" fmla="*/ 348062 w 1855561"/>
              <a:gd name="connsiteY16" fmla="*/ 1761123 h 2267047"/>
              <a:gd name="connsiteX17" fmla="*/ 483529 w 1855561"/>
              <a:gd name="connsiteY17" fmla="*/ 1998190 h 2267047"/>
              <a:gd name="connsiteX18" fmla="*/ 906861 w 1855561"/>
              <a:gd name="connsiteY18" fmla="*/ 2260656 h 2267047"/>
              <a:gd name="connsiteX19" fmla="*/ 1304795 w 1855561"/>
              <a:gd name="connsiteY19" fmla="*/ 2159057 h 2267047"/>
              <a:gd name="connsiteX20" fmla="*/ 1567262 w 1855561"/>
              <a:gd name="connsiteY20" fmla="*/ 1862723 h 2267047"/>
              <a:gd name="connsiteX21" fmla="*/ 1685795 w 1855561"/>
              <a:gd name="connsiteY21" fmla="*/ 1524057 h 2267047"/>
              <a:gd name="connsiteX22" fmla="*/ 1677329 w 1855561"/>
              <a:gd name="connsiteY22" fmla="*/ 1456323 h 2267047"/>
              <a:gd name="connsiteX23" fmla="*/ 1736595 w 1855561"/>
              <a:gd name="connsiteY23" fmla="*/ 1549457 h 2267047"/>
              <a:gd name="connsiteX24" fmla="*/ 1787395 w 1855561"/>
              <a:gd name="connsiteY24" fmla="*/ 1524057 h 2267047"/>
              <a:gd name="connsiteX25" fmla="*/ 1804329 w 1855561"/>
              <a:gd name="connsiteY25" fmla="*/ 1405523 h 2267047"/>
              <a:gd name="connsiteX26" fmla="*/ 1812795 w 1855561"/>
              <a:gd name="connsiteY26" fmla="*/ 1303923 h 2267047"/>
              <a:gd name="connsiteX27" fmla="*/ 1855129 w 1855561"/>
              <a:gd name="connsiteY27" fmla="*/ 1210790 h 2267047"/>
              <a:gd name="connsiteX28" fmla="*/ 1829729 w 1855561"/>
              <a:gd name="connsiteY28" fmla="*/ 1092257 h 2267047"/>
              <a:gd name="connsiteX29" fmla="*/ 1753529 w 1855561"/>
              <a:gd name="connsiteY29" fmla="*/ 1117657 h 2267047"/>
              <a:gd name="connsiteX30" fmla="*/ 1694262 w 1855561"/>
              <a:gd name="connsiteY30" fmla="*/ 1202323 h 2267047"/>
              <a:gd name="connsiteX31" fmla="*/ 1685795 w 1855561"/>
              <a:gd name="connsiteY31" fmla="*/ 1236190 h 2267047"/>
              <a:gd name="connsiteX32" fmla="*/ 1702729 w 1855561"/>
              <a:gd name="connsiteY32" fmla="*/ 829790 h 2267047"/>
              <a:gd name="connsiteX33" fmla="*/ 1643462 w 1855561"/>
              <a:gd name="connsiteY33" fmla="*/ 448790 h 2267047"/>
              <a:gd name="connsiteX34" fmla="*/ 1474129 w 1855561"/>
              <a:gd name="connsiteY34" fmla="*/ 186323 h 2267047"/>
              <a:gd name="connsiteX35" fmla="*/ 1263520 w 1855561"/>
              <a:gd name="connsiteY35" fmla="*/ 45578 h 2267047"/>
              <a:gd name="connsiteX36" fmla="*/ 906862 w 1855561"/>
              <a:gd name="connsiteY36" fmla="*/ 57 h 2267047"/>
              <a:gd name="connsiteX37" fmla="*/ 698370 w 1855561"/>
              <a:gd name="connsiteY37" fmla="*/ 37833 h 2267047"/>
              <a:gd name="connsiteX0" fmla="*/ 698370 w 1855561"/>
              <a:gd name="connsiteY0" fmla="*/ 37833 h 2267047"/>
              <a:gd name="connsiteX1" fmla="*/ 530095 w 1855561"/>
              <a:gd name="connsiteY1" fmla="*/ 109063 h 2267047"/>
              <a:gd name="connsiteX2" fmla="*/ 358645 w 1855561"/>
              <a:gd name="connsiteY2" fmla="*/ 226538 h 2267047"/>
              <a:gd name="connsiteX3" fmla="*/ 193545 w 1855561"/>
              <a:gd name="connsiteY3" fmla="*/ 499588 h 2267047"/>
              <a:gd name="connsiteX4" fmla="*/ 142745 w 1855561"/>
              <a:gd name="connsiteY4" fmla="*/ 690089 h 2267047"/>
              <a:gd name="connsiteX5" fmla="*/ 142745 w 1855561"/>
              <a:gd name="connsiteY5" fmla="*/ 1058388 h 2267047"/>
              <a:gd name="connsiteX6" fmla="*/ 143804 w 1855561"/>
              <a:gd name="connsiteY6" fmla="*/ 1195973 h 2267047"/>
              <a:gd name="connsiteX7" fmla="*/ 102529 w 1855561"/>
              <a:gd name="connsiteY7" fmla="*/ 1244657 h 2267047"/>
              <a:gd name="connsiteX8" fmla="*/ 68662 w 1855561"/>
              <a:gd name="connsiteY8" fmla="*/ 1227723 h 2267047"/>
              <a:gd name="connsiteX9" fmla="*/ 929 w 1855561"/>
              <a:gd name="connsiteY9" fmla="*/ 1261590 h 2267047"/>
              <a:gd name="connsiteX10" fmla="*/ 34795 w 1855561"/>
              <a:gd name="connsiteY10" fmla="*/ 1447857 h 2267047"/>
              <a:gd name="connsiteX11" fmla="*/ 110995 w 1855561"/>
              <a:gd name="connsiteY11" fmla="*/ 1549457 h 2267047"/>
              <a:gd name="connsiteX12" fmla="*/ 144862 w 1855561"/>
              <a:gd name="connsiteY12" fmla="*/ 1642590 h 2267047"/>
              <a:gd name="connsiteX13" fmla="*/ 212595 w 1855561"/>
              <a:gd name="connsiteY13" fmla="*/ 1625657 h 2267047"/>
              <a:gd name="connsiteX14" fmla="*/ 221062 w 1855561"/>
              <a:gd name="connsiteY14" fmla="*/ 1566390 h 2267047"/>
              <a:gd name="connsiteX15" fmla="*/ 221062 w 1855561"/>
              <a:gd name="connsiteY15" fmla="*/ 1532523 h 2267047"/>
              <a:gd name="connsiteX16" fmla="*/ 348062 w 1855561"/>
              <a:gd name="connsiteY16" fmla="*/ 1761123 h 2267047"/>
              <a:gd name="connsiteX17" fmla="*/ 483529 w 1855561"/>
              <a:gd name="connsiteY17" fmla="*/ 1998190 h 2267047"/>
              <a:gd name="connsiteX18" fmla="*/ 906861 w 1855561"/>
              <a:gd name="connsiteY18" fmla="*/ 2260656 h 2267047"/>
              <a:gd name="connsiteX19" fmla="*/ 1304795 w 1855561"/>
              <a:gd name="connsiteY19" fmla="*/ 2159057 h 2267047"/>
              <a:gd name="connsiteX20" fmla="*/ 1567262 w 1855561"/>
              <a:gd name="connsiteY20" fmla="*/ 1862723 h 2267047"/>
              <a:gd name="connsiteX21" fmla="*/ 1685795 w 1855561"/>
              <a:gd name="connsiteY21" fmla="*/ 1524057 h 2267047"/>
              <a:gd name="connsiteX22" fmla="*/ 1677329 w 1855561"/>
              <a:gd name="connsiteY22" fmla="*/ 1456323 h 2267047"/>
              <a:gd name="connsiteX23" fmla="*/ 1736595 w 1855561"/>
              <a:gd name="connsiteY23" fmla="*/ 1549457 h 2267047"/>
              <a:gd name="connsiteX24" fmla="*/ 1787395 w 1855561"/>
              <a:gd name="connsiteY24" fmla="*/ 1524057 h 2267047"/>
              <a:gd name="connsiteX25" fmla="*/ 1804329 w 1855561"/>
              <a:gd name="connsiteY25" fmla="*/ 1405523 h 2267047"/>
              <a:gd name="connsiteX26" fmla="*/ 1812795 w 1855561"/>
              <a:gd name="connsiteY26" fmla="*/ 1303923 h 2267047"/>
              <a:gd name="connsiteX27" fmla="*/ 1855129 w 1855561"/>
              <a:gd name="connsiteY27" fmla="*/ 1210790 h 2267047"/>
              <a:gd name="connsiteX28" fmla="*/ 1829729 w 1855561"/>
              <a:gd name="connsiteY28" fmla="*/ 1092257 h 2267047"/>
              <a:gd name="connsiteX29" fmla="*/ 1753529 w 1855561"/>
              <a:gd name="connsiteY29" fmla="*/ 1117657 h 2267047"/>
              <a:gd name="connsiteX30" fmla="*/ 1694262 w 1855561"/>
              <a:gd name="connsiteY30" fmla="*/ 1202323 h 2267047"/>
              <a:gd name="connsiteX31" fmla="*/ 1685795 w 1855561"/>
              <a:gd name="connsiteY31" fmla="*/ 1236190 h 2267047"/>
              <a:gd name="connsiteX32" fmla="*/ 1702729 w 1855561"/>
              <a:gd name="connsiteY32" fmla="*/ 829790 h 2267047"/>
              <a:gd name="connsiteX33" fmla="*/ 1643462 w 1855561"/>
              <a:gd name="connsiteY33" fmla="*/ 448790 h 2267047"/>
              <a:gd name="connsiteX34" fmla="*/ 1474129 w 1855561"/>
              <a:gd name="connsiteY34" fmla="*/ 186323 h 2267047"/>
              <a:gd name="connsiteX35" fmla="*/ 1263520 w 1855561"/>
              <a:gd name="connsiteY35" fmla="*/ 45578 h 2267047"/>
              <a:gd name="connsiteX36" fmla="*/ 906862 w 1855561"/>
              <a:gd name="connsiteY36" fmla="*/ 57 h 2267047"/>
              <a:gd name="connsiteX37" fmla="*/ 698370 w 1855561"/>
              <a:gd name="connsiteY37" fmla="*/ 37833 h 2267047"/>
              <a:gd name="connsiteX0" fmla="*/ 697938 w 1855129"/>
              <a:gd name="connsiteY0" fmla="*/ 37833 h 2267047"/>
              <a:gd name="connsiteX1" fmla="*/ 529663 w 1855129"/>
              <a:gd name="connsiteY1" fmla="*/ 109063 h 2267047"/>
              <a:gd name="connsiteX2" fmla="*/ 358213 w 1855129"/>
              <a:gd name="connsiteY2" fmla="*/ 226538 h 2267047"/>
              <a:gd name="connsiteX3" fmla="*/ 193113 w 1855129"/>
              <a:gd name="connsiteY3" fmla="*/ 499588 h 2267047"/>
              <a:gd name="connsiteX4" fmla="*/ 142313 w 1855129"/>
              <a:gd name="connsiteY4" fmla="*/ 690089 h 2267047"/>
              <a:gd name="connsiteX5" fmla="*/ 142313 w 1855129"/>
              <a:gd name="connsiteY5" fmla="*/ 1058388 h 2267047"/>
              <a:gd name="connsiteX6" fmla="*/ 143372 w 1855129"/>
              <a:gd name="connsiteY6" fmla="*/ 1195973 h 2267047"/>
              <a:gd name="connsiteX7" fmla="*/ 102097 w 1855129"/>
              <a:gd name="connsiteY7" fmla="*/ 1244657 h 2267047"/>
              <a:gd name="connsiteX8" fmla="*/ 20605 w 1855129"/>
              <a:gd name="connsiteY8" fmla="*/ 1167398 h 2267047"/>
              <a:gd name="connsiteX9" fmla="*/ 497 w 1855129"/>
              <a:gd name="connsiteY9" fmla="*/ 1261590 h 2267047"/>
              <a:gd name="connsiteX10" fmla="*/ 34363 w 1855129"/>
              <a:gd name="connsiteY10" fmla="*/ 1447857 h 2267047"/>
              <a:gd name="connsiteX11" fmla="*/ 110563 w 1855129"/>
              <a:gd name="connsiteY11" fmla="*/ 1549457 h 2267047"/>
              <a:gd name="connsiteX12" fmla="*/ 144430 w 1855129"/>
              <a:gd name="connsiteY12" fmla="*/ 1642590 h 2267047"/>
              <a:gd name="connsiteX13" fmla="*/ 212163 w 1855129"/>
              <a:gd name="connsiteY13" fmla="*/ 1625657 h 2267047"/>
              <a:gd name="connsiteX14" fmla="*/ 220630 w 1855129"/>
              <a:gd name="connsiteY14" fmla="*/ 1566390 h 2267047"/>
              <a:gd name="connsiteX15" fmla="*/ 220630 w 1855129"/>
              <a:gd name="connsiteY15" fmla="*/ 1532523 h 2267047"/>
              <a:gd name="connsiteX16" fmla="*/ 347630 w 1855129"/>
              <a:gd name="connsiteY16" fmla="*/ 1761123 h 2267047"/>
              <a:gd name="connsiteX17" fmla="*/ 483097 w 1855129"/>
              <a:gd name="connsiteY17" fmla="*/ 1998190 h 2267047"/>
              <a:gd name="connsiteX18" fmla="*/ 906429 w 1855129"/>
              <a:gd name="connsiteY18" fmla="*/ 2260656 h 2267047"/>
              <a:gd name="connsiteX19" fmla="*/ 1304363 w 1855129"/>
              <a:gd name="connsiteY19" fmla="*/ 2159057 h 2267047"/>
              <a:gd name="connsiteX20" fmla="*/ 1566830 w 1855129"/>
              <a:gd name="connsiteY20" fmla="*/ 1862723 h 2267047"/>
              <a:gd name="connsiteX21" fmla="*/ 1685363 w 1855129"/>
              <a:gd name="connsiteY21" fmla="*/ 1524057 h 2267047"/>
              <a:gd name="connsiteX22" fmla="*/ 1676897 w 1855129"/>
              <a:gd name="connsiteY22" fmla="*/ 1456323 h 2267047"/>
              <a:gd name="connsiteX23" fmla="*/ 1736163 w 1855129"/>
              <a:gd name="connsiteY23" fmla="*/ 1549457 h 2267047"/>
              <a:gd name="connsiteX24" fmla="*/ 1786963 w 1855129"/>
              <a:gd name="connsiteY24" fmla="*/ 1524057 h 2267047"/>
              <a:gd name="connsiteX25" fmla="*/ 1803897 w 1855129"/>
              <a:gd name="connsiteY25" fmla="*/ 1405523 h 2267047"/>
              <a:gd name="connsiteX26" fmla="*/ 1812363 w 1855129"/>
              <a:gd name="connsiteY26" fmla="*/ 1303923 h 2267047"/>
              <a:gd name="connsiteX27" fmla="*/ 1854697 w 1855129"/>
              <a:gd name="connsiteY27" fmla="*/ 1210790 h 2267047"/>
              <a:gd name="connsiteX28" fmla="*/ 1829297 w 1855129"/>
              <a:gd name="connsiteY28" fmla="*/ 1092257 h 2267047"/>
              <a:gd name="connsiteX29" fmla="*/ 1753097 w 1855129"/>
              <a:gd name="connsiteY29" fmla="*/ 1117657 h 2267047"/>
              <a:gd name="connsiteX30" fmla="*/ 1693830 w 1855129"/>
              <a:gd name="connsiteY30" fmla="*/ 1202323 h 2267047"/>
              <a:gd name="connsiteX31" fmla="*/ 1685363 w 1855129"/>
              <a:gd name="connsiteY31" fmla="*/ 1236190 h 2267047"/>
              <a:gd name="connsiteX32" fmla="*/ 1702297 w 1855129"/>
              <a:gd name="connsiteY32" fmla="*/ 829790 h 2267047"/>
              <a:gd name="connsiteX33" fmla="*/ 1643030 w 1855129"/>
              <a:gd name="connsiteY33" fmla="*/ 448790 h 2267047"/>
              <a:gd name="connsiteX34" fmla="*/ 1473697 w 1855129"/>
              <a:gd name="connsiteY34" fmla="*/ 186323 h 2267047"/>
              <a:gd name="connsiteX35" fmla="*/ 1263088 w 1855129"/>
              <a:gd name="connsiteY35" fmla="*/ 45578 h 2267047"/>
              <a:gd name="connsiteX36" fmla="*/ 906430 w 1855129"/>
              <a:gd name="connsiteY36" fmla="*/ 57 h 2267047"/>
              <a:gd name="connsiteX37" fmla="*/ 697938 w 1855129"/>
              <a:gd name="connsiteY37" fmla="*/ 37833 h 2267047"/>
              <a:gd name="connsiteX0" fmla="*/ 697998 w 1855189"/>
              <a:gd name="connsiteY0" fmla="*/ 37833 h 2267047"/>
              <a:gd name="connsiteX1" fmla="*/ 529723 w 1855189"/>
              <a:gd name="connsiteY1" fmla="*/ 109063 h 2267047"/>
              <a:gd name="connsiteX2" fmla="*/ 358273 w 1855189"/>
              <a:gd name="connsiteY2" fmla="*/ 226538 h 2267047"/>
              <a:gd name="connsiteX3" fmla="*/ 193173 w 1855189"/>
              <a:gd name="connsiteY3" fmla="*/ 499588 h 2267047"/>
              <a:gd name="connsiteX4" fmla="*/ 142373 w 1855189"/>
              <a:gd name="connsiteY4" fmla="*/ 690089 h 2267047"/>
              <a:gd name="connsiteX5" fmla="*/ 142373 w 1855189"/>
              <a:gd name="connsiteY5" fmla="*/ 1058388 h 2267047"/>
              <a:gd name="connsiteX6" fmla="*/ 143432 w 1855189"/>
              <a:gd name="connsiteY6" fmla="*/ 1195973 h 2267047"/>
              <a:gd name="connsiteX7" fmla="*/ 108507 w 1855189"/>
              <a:gd name="connsiteY7" fmla="*/ 1200207 h 2267047"/>
              <a:gd name="connsiteX8" fmla="*/ 20665 w 1855189"/>
              <a:gd name="connsiteY8" fmla="*/ 1167398 h 2267047"/>
              <a:gd name="connsiteX9" fmla="*/ 557 w 1855189"/>
              <a:gd name="connsiteY9" fmla="*/ 1261590 h 2267047"/>
              <a:gd name="connsiteX10" fmla="*/ 34423 w 1855189"/>
              <a:gd name="connsiteY10" fmla="*/ 1447857 h 2267047"/>
              <a:gd name="connsiteX11" fmla="*/ 110623 w 1855189"/>
              <a:gd name="connsiteY11" fmla="*/ 1549457 h 2267047"/>
              <a:gd name="connsiteX12" fmla="*/ 144490 w 1855189"/>
              <a:gd name="connsiteY12" fmla="*/ 1642590 h 2267047"/>
              <a:gd name="connsiteX13" fmla="*/ 212223 w 1855189"/>
              <a:gd name="connsiteY13" fmla="*/ 1625657 h 2267047"/>
              <a:gd name="connsiteX14" fmla="*/ 220690 w 1855189"/>
              <a:gd name="connsiteY14" fmla="*/ 1566390 h 2267047"/>
              <a:gd name="connsiteX15" fmla="*/ 220690 w 1855189"/>
              <a:gd name="connsiteY15" fmla="*/ 1532523 h 2267047"/>
              <a:gd name="connsiteX16" fmla="*/ 347690 w 1855189"/>
              <a:gd name="connsiteY16" fmla="*/ 1761123 h 2267047"/>
              <a:gd name="connsiteX17" fmla="*/ 483157 w 1855189"/>
              <a:gd name="connsiteY17" fmla="*/ 1998190 h 2267047"/>
              <a:gd name="connsiteX18" fmla="*/ 906489 w 1855189"/>
              <a:gd name="connsiteY18" fmla="*/ 2260656 h 2267047"/>
              <a:gd name="connsiteX19" fmla="*/ 1304423 w 1855189"/>
              <a:gd name="connsiteY19" fmla="*/ 2159057 h 2267047"/>
              <a:gd name="connsiteX20" fmla="*/ 1566890 w 1855189"/>
              <a:gd name="connsiteY20" fmla="*/ 1862723 h 2267047"/>
              <a:gd name="connsiteX21" fmla="*/ 1685423 w 1855189"/>
              <a:gd name="connsiteY21" fmla="*/ 1524057 h 2267047"/>
              <a:gd name="connsiteX22" fmla="*/ 1676957 w 1855189"/>
              <a:gd name="connsiteY22" fmla="*/ 1456323 h 2267047"/>
              <a:gd name="connsiteX23" fmla="*/ 1736223 w 1855189"/>
              <a:gd name="connsiteY23" fmla="*/ 1549457 h 2267047"/>
              <a:gd name="connsiteX24" fmla="*/ 1787023 w 1855189"/>
              <a:gd name="connsiteY24" fmla="*/ 1524057 h 2267047"/>
              <a:gd name="connsiteX25" fmla="*/ 1803957 w 1855189"/>
              <a:gd name="connsiteY25" fmla="*/ 1405523 h 2267047"/>
              <a:gd name="connsiteX26" fmla="*/ 1812423 w 1855189"/>
              <a:gd name="connsiteY26" fmla="*/ 1303923 h 2267047"/>
              <a:gd name="connsiteX27" fmla="*/ 1854757 w 1855189"/>
              <a:gd name="connsiteY27" fmla="*/ 1210790 h 2267047"/>
              <a:gd name="connsiteX28" fmla="*/ 1829357 w 1855189"/>
              <a:gd name="connsiteY28" fmla="*/ 1092257 h 2267047"/>
              <a:gd name="connsiteX29" fmla="*/ 1753157 w 1855189"/>
              <a:gd name="connsiteY29" fmla="*/ 1117657 h 2267047"/>
              <a:gd name="connsiteX30" fmla="*/ 1693890 w 1855189"/>
              <a:gd name="connsiteY30" fmla="*/ 1202323 h 2267047"/>
              <a:gd name="connsiteX31" fmla="*/ 1685423 w 1855189"/>
              <a:gd name="connsiteY31" fmla="*/ 1236190 h 2267047"/>
              <a:gd name="connsiteX32" fmla="*/ 1702357 w 1855189"/>
              <a:gd name="connsiteY32" fmla="*/ 829790 h 2267047"/>
              <a:gd name="connsiteX33" fmla="*/ 1643090 w 1855189"/>
              <a:gd name="connsiteY33" fmla="*/ 448790 h 2267047"/>
              <a:gd name="connsiteX34" fmla="*/ 1473757 w 1855189"/>
              <a:gd name="connsiteY34" fmla="*/ 186323 h 2267047"/>
              <a:gd name="connsiteX35" fmla="*/ 1263148 w 1855189"/>
              <a:gd name="connsiteY35" fmla="*/ 45578 h 2267047"/>
              <a:gd name="connsiteX36" fmla="*/ 906490 w 1855189"/>
              <a:gd name="connsiteY36" fmla="*/ 57 h 2267047"/>
              <a:gd name="connsiteX37" fmla="*/ 697998 w 1855189"/>
              <a:gd name="connsiteY37" fmla="*/ 37833 h 2267047"/>
              <a:gd name="connsiteX0" fmla="*/ 697998 w 1855189"/>
              <a:gd name="connsiteY0" fmla="*/ 37833 h 2267047"/>
              <a:gd name="connsiteX1" fmla="*/ 529723 w 1855189"/>
              <a:gd name="connsiteY1" fmla="*/ 109063 h 2267047"/>
              <a:gd name="connsiteX2" fmla="*/ 358273 w 1855189"/>
              <a:gd name="connsiteY2" fmla="*/ 226538 h 2267047"/>
              <a:gd name="connsiteX3" fmla="*/ 193173 w 1855189"/>
              <a:gd name="connsiteY3" fmla="*/ 499588 h 2267047"/>
              <a:gd name="connsiteX4" fmla="*/ 142373 w 1855189"/>
              <a:gd name="connsiteY4" fmla="*/ 690089 h 2267047"/>
              <a:gd name="connsiteX5" fmla="*/ 142373 w 1855189"/>
              <a:gd name="connsiteY5" fmla="*/ 1058388 h 2267047"/>
              <a:gd name="connsiteX6" fmla="*/ 143432 w 1855189"/>
              <a:gd name="connsiteY6" fmla="*/ 1195973 h 2267047"/>
              <a:gd name="connsiteX7" fmla="*/ 108507 w 1855189"/>
              <a:gd name="connsiteY7" fmla="*/ 1200207 h 2267047"/>
              <a:gd name="connsiteX8" fmla="*/ 20665 w 1855189"/>
              <a:gd name="connsiteY8" fmla="*/ 1167398 h 2267047"/>
              <a:gd name="connsiteX9" fmla="*/ 557 w 1855189"/>
              <a:gd name="connsiteY9" fmla="*/ 1261590 h 2267047"/>
              <a:gd name="connsiteX10" fmla="*/ 34423 w 1855189"/>
              <a:gd name="connsiteY10" fmla="*/ 1447857 h 2267047"/>
              <a:gd name="connsiteX11" fmla="*/ 110623 w 1855189"/>
              <a:gd name="connsiteY11" fmla="*/ 1549457 h 2267047"/>
              <a:gd name="connsiteX12" fmla="*/ 144490 w 1855189"/>
              <a:gd name="connsiteY12" fmla="*/ 1642590 h 2267047"/>
              <a:gd name="connsiteX13" fmla="*/ 212223 w 1855189"/>
              <a:gd name="connsiteY13" fmla="*/ 1625657 h 2267047"/>
              <a:gd name="connsiteX14" fmla="*/ 220690 w 1855189"/>
              <a:gd name="connsiteY14" fmla="*/ 1566390 h 2267047"/>
              <a:gd name="connsiteX15" fmla="*/ 220690 w 1855189"/>
              <a:gd name="connsiteY15" fmla="*/ 1532523 h 2267047"/>
              <a:gd name="connsiteX16" fmla="*/ 347690 w 1855189"/>
              <a:gd name="connsiteY16" fmla="*/ 1761123 h 2267047"/>
              <a:gd name="connsiteX17" fmla="*/ 483157 w 1855189"/>
              <a:gd name="connsiteY17" fmla="*/ 1998190 h 2267047"/>
              <a:gd name="connsiteX18" fmla="*/ 906489 w 1855189"/>
              <a:gd name="connsiteY18" fmla="*/ 2260656 h 2267047"/>
              <a:gd name="connsiteX19" fmla="*/ 1304423 w 1855189"/>
              <a:gd name="connsiteY19" fmla="*/ 2159057 h 2267047"/>
              <a:gd name="connsiteX20" fmla="*/ 1566890 w 1855189"/>
              <a:gd name="connsiteY20" fmla="*/ 1862723 h 2267047"/>
              <a:gd name="connsiteX21" fmla="*/ 1685423 w 1855189"/>
              <a:gd name="connsiteY21" fmla="*/ 1524057 h 2267047"/>
              <a:gd name="connsiteX22" fmla="*/ 1676957 w 1855189"/>
              <a:gd name="connsiteY22" fmla="*/ 1456323 h 2267047"/>
              <a:gd name="connsiteX23" fmla="*/ 1736223 w 1855189"/>
              <a:gd name="connsiteY23" fmla="*/ 1549457 h 2267047"/>
              <a:gd name="connsiteX24" fmla="*/ 1787023 w 1855189"/>
              <a:gd name="connsiteY24" fmla="*/ 1524057 h 2267047"/>
              <a:gd name="connsiteX25" fmla="*/ 1803957 w 1855189"/>
              <a:gd name="connsiteY25" fmla="*/ 1405523 h 2267047"/>
              <a:gd name="connsiteX26" fmla="*/ 1812423 w 1855189"/>
              <a:gd name="connsiteY26" fmla="*/ 1303923 h 2267047"/>
              <a:gd name="connsiteX27" fmla="*/ 1854757 w 1855189"/>
              <a:gd name="connsiteY27" fmla="*/ 1210790 h 2267047"/>
              <a:gd name="connsiteX28" fmla="*/ 1829357 w 1855189"/>
              <a:gd name="connsiteY28" fmla="*/ 1092257 h 2267047"/>
              <a:gd name="connsiteX29" fmla="*/ 1753157 w 1855189"/>
              <a:gd name="connsiteY29" fmla="*/ 1117657 h 2267047"/>
              <a:gd name="connsiteX30" fmla="*/ 1693890 w 1855189"/>
              <a:gd name="connsiteY30" fmla="*/ 1202323 h 2267047"/>
              <a:gd name="connsiteX31" fmla="*/ 1685423 w 1855189"/>
              <a:gd name="connsiteY31" fmla="*/ 1236190 h 2267047"/>
              <a:gd name="connsiteX32" fmla="*/ 1702357 w 1855189"/>
              <a:gd name="connsiteY32" fmla="*/ 829790 h 2267047"/>
              <a:gd name="connsiteX33" fmla="*/ 1643090 w 1855189"/>
              <a:gd name="connsiteY33" fmla="*/ 448790 h 2267047"/>
              <a:gd name="connsiteX34" fmla="*/ 1473757 w 1855189"/>
              <a:gd name="connsiteY34" fmla="*/ 186323 h 2267047"/>
              <a:gd name="connsiteX35" fmla="*/ 1263148 w 1855189"/>
              <a:gd name="connsiteY35" fmla="*/ 45578 h 2267047"/>
              <a:gd name="connsiteX36" fmla="*/ 906490 w 1855189"/>
              <a:gd name="connsiteY36" fmla="*/ 57 h 2267047"/>
              <a:gd name="connsiteX37" fmla="*/ 697998 w 1855189"/>
              <a:gd name="connsiteY37" fmla="*/ 37833 h 2267047"/>
              <a:gd name="connsiteX0" fmla="*/ 697858 w 1855049"/>
              <a:gd name="connsiteY0" fmla="*/ 37833 h 2267047"/>
              <a:gd name="connsiteX1" fmla="*/ 529583 w 1855049"/>
              <a:gd name="connsiteY1" fmla="*/ 109063 h 2267047"/>
              <a:gd name="connsiteX2" fmla="*/ 358133 w 1855049"/>
              <a:gd name="connsiteY2" fmla="*/ 226538 h 2267047"/>
              <a:gd name="connsiteX3" fmla="*/ 193033 w 1855049"/>
              <a:gd name="connsiteY3" fmla="*/ 499588 h 2267047"/>
              <a:gd name="connsiteX4" fmla="*/ 142233 w 1855049"/>
              <a:gd name="connsiteY4" fmla="*/ 690089 h 2267047"/>
              <a:gd name="connsiteX5" fmla="*/ 142233 w 1855049"/>
              <a:gd name="connsiteY5" fmla="*/ 1058388 h 2267047"/>
              <a:gd name="connsiteX6" fmla="*/ 143292 w 1855049"/>
              <a:gd name="connsiteY6" fmla="*/ 1195973 h 2267047"/>
              <a:gd name="connsiteX7" fmla="*/ 91434 w 1855049"/>
              <a:gd name="connsiteY7" fmla="*/ 1145173 h 2267047"/>
              <a:gd name="connsiteX8" fmla="*/ 20525 w 1855049"/>
              <a:gd name="connsiteY8" fmla="*/ 1167398 h 2267047"/>
              <a:gd name="connsiteX9" fmla="*/ 417 w 1855049"/>
              <a:gd name="connsiteY9" fmla="*/ 1261590 h 2267047"/>
              <a:gd name="connsiteX10" fmla="*/ 34283 w 1855049"/>
              <a:gd name="connsiteY10" fmla="*/ 1447857 h 2267047"/>
              <a:gd name="connsiteX11" fmla="*/ 110483 w 1855049"/>
              <a:gd name="connsiteY11" fmla="*/ 1549457 h 2267047"/>
              <a:gd name="connsiteX12" fmla="*/ 144350 w 1855049"/>
              <a:gd name="connsiteY12" fmla="*/ 1642590 h 2267047"/>
              <a:gd name="connsiteX13" fmla="*/ 212083 w 1855049"/>
              <a:gd name="connsiteY13" fmla="*/ 1625657 h 2267047"/>
              <a:gd name="connsiteX14" fmla="*/ 220550 w 1855049"/>
              <a:gd name="connsiteY14" fmla="*/ 1566390 h 2267047"/>
              <a:gd name="connsiteX15" fmla="*/ 220550 w 1855049"/>
              <a:gd name="connsiteY15" fmla="*/ 1532523 h 2267047"/>
              <a:gd name="connsiteX16" fmla="*/ 347550 w 1855049"/>
              <a:gd name="connsiteY16" fmla="*/ 1761123 h 2267047"/>
              <a:gd name="connsiteX17" fmla="*/ 483017 w 1855049"/>
              <a:gd name="connsiteY17" fmla="*/ 1998190 h 2267047"/>
              <a:gd name="connsiteX18" fmla="*/ 906349 w 1855049"/>
              <a:gd name="connsiteY18" fmla="*/ 2260656 h 2267047"/>
              <a:gd name="connsiteX19" fmla="*/ 1304283 w 1855049"/>
              <a:gd name="connsiteY19" fmla="*/ 2159057 h 2267047"/>
              <a:gd name="connsiteX20" fmla="*/ 1566750 w 1855049"/>
              <a:gd name="connsiteY20" fmla="*/ 1862723 h 2267047"/>
              <a:gd name="connsiteX21" fmla="*/ 1685283 w 1855049"/>
              <a:gd name="connsiteY21" fmla="*/ 1524057 h 2267047"/>
              <a:gd name="connsiteX22" fmla="*/ 1676817 w 1855049"/>
              <a:gd name="connsiteY22" fmla="*/ 1456323 h 2267047"/>
              <a:gd name="connsiteX23" fmla="*/ 1736083 w 1855049"/>
              <a:gd name="connsiteY23" fmla="*/ 1549457 h 2267047"/>
              <a:gd name="connsiteX24" fmla="*/ 1786883 w 1855049"/>
              <a:gd name="connsiteY24" fmla="*/ 1524057 h 2267047"/>
              <a:gd name="connsiteX25" fmla="*/ 1803817 w 1855049"/>
              <a:gd name="connsiteY25" fmla="*/ 1405523 h 2267047"/>
              <a:gd name="connsiteX26" fmla="*/ 1812283 w 1855049"/>
              <a:gd name="connsiteY26" fmla="*/ 1303923 h 2267047"/>
              <a:gd name="connsiteX27" fmla="*/ 1854617 w 1855049"/>
              <a:gd name="connsiteY27" fmla="*/ 1210790 h 2267047"/>
              <a:gd name="connsiteX28" fmla="*/ 1829217 w 1855049"/>
              <a:gd name="connsiteY28" fmla="*/ 1092257 h 2267047"/>
              <a:gd name="connsiteX29" fmla="*/ 1753017 w 1855049"/>
              <a:gd name="connsiteY29" fmla="*/ 1117657 h 2267047"/>
              <a:gd name="connsiteX30" fmla="*/ 1693750 w 1855049"/>
              <a:gd name="connsiteY30" fmla="*/ 1202323 h 2267047"/>
              <a:gd name="connsiteX31" fmla="*/ 1685283 w 1855049"/>
              <a:gd name="connsiteY31" fmla="*/ 1236190 h 2267047"/>
              <a:gd name="connsiteX32" fmla="*/ 1702217 w 1855049"/>
              <a:gd name="connsiteY32" fmla="*/ 829790 h 2267047"/>
              <a:gd name="connsiteX33" fmla="*/ 1642950 w 1855049"/>
              <a:gd name="connsiteY33" fmla="*/ 448790 h 2267047"/>
              <a:gd name="connsiteX34" fmla="*/ 1473617 w 1855049"/>
              <a:gd name="connsiteY34" fmla="*/ 186323 h 2267047"/>
              <a:gd name="connsiteX35" fmla="*/ 1263008 w 1855049"/>
              <a:gd name="connsiteY35" fmla="*/ 45578 h 2267047"/>
              <a:gd name="connsiteX36" fmla="*/ 906350 w 1855049"/>
              <a:gd name="connsiteY36" fmla="*/ 57 h 2267047"/>
              <a:gd name="connsiteX37" fmla="*/ 697858 w 1855049"/>
              <a:gd name="connsiteY37" fmla="*/ 37833 h 2267047"/>
              <a:gd name="connsiteX0" fmla="*/ 699441 w 1856632"/>
              <a:gd name="connsiteY0" fmla="*/ 37833 h 2267047"/>
              <a:gd name="connsiteX1" fmla="*/ 531166 w 1856632"/>
              <a:gd name="connsiteY1" fmla="*/ 109063 h 2267047"/>
              <a:gd name="connsiteX2" fmla="*/ 359716 w 1856632"/>
              <a:gd name="connsiteY2" fmla="*/ 226538 h 2267047"/>
              <a:gd name="connsiteX3" fmla="*/ 194616 w 1856632"/>
              <a:gd name="connsiteY3" fmla="*/ 499588 h 2267047"/>
              <a:gd name="connsiteX4" fmla="*/ 143816 w 1856632"/>
              <a:gd name="connsiteY4" fmla="*/ 690089 h 2267047"/>
              <a:gd name="connsiteX5" fmla="*/ 143816 w 1856632"/>
              <a:gd name="connsiteY5" fmla="*/ 1058388 h 2267047"/>
              <a:gd name="connsiteX6" fmla="*/ 144875 w 1856632"/>
              <a:gd name="connsiteY6" fmla="*/ 1195973 h 2267047"/>
              <a:gd name="connsiteX7" fmla="*/ 93017 w 1856632"/>
              <a:gd name="connsiteY7" fmla="*/ 1145173 h 2267047"/>
              <a:gd name="connsiteX8" fmla="*/ 13642 w 1856632"/>
              <a:gd name="connsiteY8" fmla="*/ 1150465 h 2267047"/>
              <a:gd name="connsiteX9" fmla="*/ 2000 w 1856632"/>
              <a:gd name="connsiteY9" fmla="*/ 1261590 h 2267047"/>
              <a:gd name="connsiteX10" fmla="*/ 35866 w 1856632"/>
              <a:gd name="connsiteY10" fmla="*/ 1447857 h 2267047"/>
              <a:gd name="connsiteX11" fmla="*/ 112066 w 1856632"/>
              <a:gd name="connsiteY11" fmla="*/ 1549457 h 2267047"/>
              <a:gd name="connsiteX12" fmla="*/ 145933 w 1856632"/>
              <a:gd name="connsiteY12" fmla="*/ 1642590 h 2267047"/>
              <a:gd name="connsiteX13" fmla="*/ 213666 w 1856632"/>
              <a:gd name="connsiteY13" fmla="*/ 1625657 h 2267047"/>
              <a:gd name="connsiteX14" fmla="*/ 222133 w 1856632"/>
              <a:gd name="connsiteY14" fmla="*/ 1566390 h 2267047"/>
              <a:gd name="connsiteX15" fmla="*/ 222133 w 1856632"/>
              <a:gd name="connsiteY15" fmla="*/ 1532523 h 2267047"/>
              <a:gd name="connsiteX16" fmla="*/ 349133 w 1856632"/>
              <a:gd name="connsiteY16" fmla="*/ 1761123 h 2267047"/>
              <a:gd name="connsiteX17" fmla="*/ 484600 w 1856632"/>
              <a:gd name="connsiteY17" fmla="*/ 1998190 h 2267047"/>
              <a:gd name="connsiteX18" fmla="*/ 907932 w 1856632"/>
              <a:gd name="connsiteY18" fmla="*/ 2260656 h 2267047"/>
              <a:gd name="connsiteX19" fmla="*/ 1305866 w 1856632"/>
              <a:gd name="connsiteY19" fmla="*/ 2159057 h 2267047"/>
              <a:gd name="connsiteX20" fmla="*/ 1568333 w 1856632"/>
              <a:gd name="connsiteY20" fmla="*/ 1862723 h 2267047"/>
              <a:gd name="connsiteX21" fmla="*/ 1686866 w 1856632"/>
              <a:gd name="connsiteY21" fmla="*/ 1524057 h 2267047"/>
              <a:gd name="connsiteX22" fmla="*/ 1678400 w 1856632"/>
              <a:gd name="connsiteY22" fmla="*/ 1456323 h 2267047"/>
              <a:gd name="connsiteX23" fmla="*/ 1737666 w 1856632"/>
              <a:gd name="connsiteY23" fmla="*/ 1549457 h 2267047"/>
              <a:gd name="connsiteX24" fmla="*/ 1788466 w 1856632"/>
              <a:gd name="connsiteY24" fmla="*/ 1524057 h 2267047"/>
              <a:gd name="connsiteX25" fmla="*/ 1805400 w 1856632"/>
              <a:gd name="connsiteY25" fmla="*/ 1405523 h 2267047"/>
              <a:gd name="connsiteX26" fmla="*/ 1813866 w 1856632"/>
              <a:gd name="connsiteY26" fmla="*/ 1303923 h 2267047"/>
              <a:gd name="connsiteX27" fmla="*/ 1856200 w 1856632"/>
              <a:gd name="connsiteY27" fmla="*/ 1210790 h 2267047"/>
              <a:gd name="connsiteX28" fmla="*/ 1830800 w 1856632"/>
              <a:gd name="connsiteY28" fmla="*/ 1092257 h 2267047"/>
              <a:gd name="connsiteX29" fmla="*/ 1754600 w 1856632"/>
              <a:gd name="connsiteY29" fmla="*/ 1117657 h 2267047"/>
              <a:gd name="connsiteX30" fmla="*/ 1695333 w 1856632"/>
              <a:gd name="connsiteY30" fmla="*/ 1202323 h 2267047"/>
              <a:gd name="connsiteX31" fmla="*/ 1686866 w 1856632"/>
              <a:gd name="connsiteY31" fmla="*/ 1236190 h 2267047"/>
              <a:gd name="connsiteX32" fmla="*/ 1703800 w 1856632"/>
              <a:gd name="connsiteY32" fmla="*/ 829790 h 2267047"/>
              <a:gd name="connsiteX33" fmla="*/ 1644533 w 1856632"/>
              <a:gd name="connsiteY33" fmla="*/ 448790 h 2267047"/>
              <a:gd name="connsiteX34" fmla="*/ 1475200 w 1856632"/>
              <a:gd name="connsiteY34" fmla="*/ 186323 h 2267047"/>
              <a:gd name="connsiteX35" fmla="*/ 1264591 w 1856632"/>
              <a:gd name="connsiteY35" fmla="*/ 45578 h 2267047"/>
              <a:gd name="connsiteX36" fmla="*/ 907933 w 1856632"/>
              <a:gd name="connsiteY36" fmla="*/ 57 h 2267047"/>
              <a:gd name="connsiteX37" fmla="*/ 699441 w 1856632"/>
              <a:gd name="connsiteY37" fmla="*/ 37833 h 2267047"/>
              <a:gd name="connsiteX0" fmla="*/ 699128 w 1856319"/>
              <a:gd name="connsiteY0" fmla="*/ 37833 h 2267047"/>
              <a:gd name="connsiteX1" fmla="*/ 530853 w 1856319"/>
              <a:gd name="connsiteY1" fmla="*/ 109063 h 2267047"/>
              <a:gd name="connsiteX2" fmla="*/ 359403 w 1856319"/>
              <a:gd name="connsiteY2" fmla="*/ 226538 h 2267047"/>
              <a:gd name="connsiteX3" fmla="*/ 194303 w 1856319"/>
              <a:gd name="connsiteY3" fmla="*/ 499588 h 2267047"/>
              <a:gd name="connsiteX4" fmla="*/ 143503 w 1856319"/>
              <a:gd name="connsiteY4" fmla="*/ 690089 h 2267047"/>
              <a:gd name="connsiteX5" fmla="*/ 143503 w 1856319"/>
              <a:gd name="connsiteY5" fmla="*/ 1058388 h 2267047"/>
              <a:gd name="connsiteX6" fmla="*/ 144562 w 1856319"/>
              <a:gd name="connsiteY6" fmla="*/ 1195973 h 2267047"/>
              <a:gd name="connsiteX7" fmla="*/ 92704 w 1856319"/>
              <a:gd name="connsiteY7" fmla="*/ 1145173 h 2267047"/>
              <a:gd name="connsiteX8" fmla="*/ 13329 w 1856319"/>
              <a:gd name="connsiteY8" fmla="*/ 1150465 h 2267047"/>
              <a:gd name="connsiteX9" fmla="*/ 1687 w 1856319"/>
              <a:gd name="connsiteY9" fmla="*/ 1261590 h 2267047"/>
              <a:gd name="connsiteX10" fmla="*/ 31320 w 1856319"/>
              <a:gd name="connsiteY10" fmla="*/ 1405524 h 2267047"/>
              <a:gd name="connsiteX11" fmla="*/ 111753 w 1856319"/>
              <a:gd name="connsiteY11" fmla="*/ 1549457 h 2267047"/>
              <a:gd name="connsiteX12" fmla="*/ 145620 w 1856319"/>
              <a:gd name="connsiteY12" fmla="*/ 1642590 h 2267047"/>
              <a:gd name="connsiteX13" fmla="*/ 213353 w 1856319"/>
              <a:gd name="connsiteY13" fmla="*/ 1625657 h 2267047"/>
              <a:gd name="connsiteX14" fmla="*/ 221820 w 1856319"/>
              <a:gd name="connsiteY14" fmla="*/ 1566390 h 2267047"/>
              <a:gd name="connsiteX15" fmla="*/ 221820 w 1856319"/>
              <a:gd name="connsiteY15" fmla="*/ 1532523 h 2267047"/>
              <a:gd name="connsiteX16" fmla="*/ 348820 w 1856319"/>
              <a:gd name="connsiteY16" fmla="*/ 1761123 h 2267047"/>
              <a:gd name="connsiteX17" fmla="*/ 484287 w 1856319"/>
              <a:gd name="connsiteY17" fmla="*/ 1998190 h 2267047"/>
              <a:gd name="connsiteX18" fmla="*/ 907619 w 1856319"/>
              <a:gd name="connsiteY18" fmla="*/ 2260656 h 2267047"/>
              <a:gd name="connsiteX19" fmla="*/ 1305553 w 1856319"/>
              <a:gd name="connsiteY19" fmla="*/ 2159057 h 2267047"/>
              <a:gd name="connsiteX20" fmla="*/ 1568020 w 1856319"/>
              <a:gd name="connsiteY20" fmla="*/ 1862723 h 2267047"/>
              <a:gd name="connsiteX21" fmla="*/ 1686553 w 1856319"/>
              <a:gd name="connsiteY21" fmla="*/ 1524057 h 2267047"/>
              <a:gd name="connsiteX22" fmla="*/ 1678087 w 1856319"/>
              <a:gd name="connsiteY22" fmla="*/ 1456323 h 2267047"/>
              <a:gd name="connsiteX23" fmla="*/ 1737353 w 1856319"/>
              <a:gd name="connsiteY23" fmla="*/ 1549457 h 2267047"/>
              <a:gd name="connsiteX24" fmla="*/ 1788153 w 1856319"/>
              <a:gd name="connsiteY24" fmla="*/ 1524057 h 2267047"/>
              <a:gd name="connsiteX25" fmla="*/ 1805087 w 1856319"/>
              <a:gd name="connsiteY25" fmla="*/ 1405523 h 2267047"/>
              <a:gd name="connsiteX26" fmla="*/ 1813553 w 1856319"/>
              <a:gd name="connsiteY26" fmla="*/ 1303923 h 2267047"/>
              <a:gd name="connsiteX27" fmla="*/ 1855887 w 1856319"/>
              <a:gd name="connsiteY27" fmla="*/ 1210790 h 2267047"/>
              <a:gd name="connsiteX28" fmla="*/ 1830487 w 1856319"/>
              <a:gd name="connsiteY28" fmla="*/ 1092257 h 2267047"/>
              <a:gd name="connsiteX29" fmla="*/ 1754287 w 1856319"/>
              <a:gd name="connsiteY29" fmla="*/ 1117657 h 2267047"/>
              <a:gd name="connsiteX30" fmla="*/ 1695020 w 1856319"/>
              <a:gd name="connsiteY30" fmla="*/ 1202323 h 2267047"/>
              <a:gd name="connsiteX31" fmla="*/ 1686553 w 1856319"/>
              <a:gd name="connsiteY31" fmla="*/ 1236190 h 2267047"/>
              <a:gd name="connsiteX32" fmla="*/ 1703487 w 1856319"/>
              <a:gd name="connsiteY32" fmla="*/ 829790 h 2267047"/>
              <a:gd name="connsiteX33" fmla="*/ 1644220 w 1856319"/>
              <a:gd name="connsiteY33" fmla="*/ 448790 h 2267047"/>
              <a:gd name="connsiteX34" fmla="*/ 1474887 w 1856319"/>
              <a:gd name="connsiteY34" fmla="*/ 186323 h 2267047"/>
              <a:gd name="connsiteX35" fmla="*/ 1264278 w 1856319"/>
              <a:gd name="connsiteY35" fmla="*/ 45578 h 2267047"/>
              <a:gd name="connsiteX36" fmla="*/ 907620 w 1856319"/>
              <a:gd name="connsiteY36" fmla="*/ 57 h 2267047"/>
              <a:gd name="connsiteX37" fmla="*/ 699128 w 1856319"/>
              <a:gd name="connsiteY37" fmla="*/ 37833 h 2267047"/>
              <a:gd name="connsiteX0" fmla="*/ 699128 w 1856319"/>
              <a:gd name="connsiteY0" fmla="*/ 37833 h 2267047"/>
              <a:gd name="connsiteX1" fmla="*/ 530853 w 1856319"/>
              <a:gd name="connsiteY1" fmla="*/ 109063 h 2267047"/>
              <a:gd name="connsiteX2" fmla="*/ 359403 w 1856319"/>
              <a:gd name="connsiteY2" fmla="*/ 226538 h 2267047"/>
              <a:gd name="connsiteX3" fmla="*/ 194303 w 1856319"/>
              <a:gd name="connsiteY3" fmla="*/ 499588 h 2267047"/>
              <a:gd name="connsiteX4" fmla="*/ 143503 w 1856319"/>
              <a:gd name="connsiteY4" fmla="*/ 690089 h 2267047"/>
              <a:gd name="connsiteX5" fmla="*/ 143503 w 1856319"/>
              <a:gd name="connsiteY5" fmla="*/ 1058388 h 2267047"/>
              <a:gd name="connsiteX6" fmla="*/ 144562 w 1856319"/>
              <a:gd name="connsiteY6" fmla="*/ 1195973 h 2267047"/>
              <a:gd name="connsiteX7" fmla="*/ 92704 w 1856319"/>
              <a:gd name="connsiteY7" fmla="*/ 1145173 h 2267047"/>
              <a:gd name="connsiteX8" fmla="*/ 13329 w 1856319"/>
              <a:gd name="connsiteY8" fmla="*/ 1150465 h 2267047"/>
              <a:gd name="connsiteX9" fmla="*/ 1687 w 1856319"/>
              <a:gd name="connsiteY9" fmla="*/ 1261590 h 2267047"/>
              <a:gd name="connsiteX10" fmla="*/ 31320 w 1856319"/>
              <a:gd name="connsiteY10" fmla="*/ 1405524 h 2267047"/>
              <a:gd name="connsiteX11" fmla="*/ 99053 w 1856319"/>
              <a:gd name="connsiteY11" fmla="*/ 1511357 h 2267047"/>
              <a:gd name="connsiteX12" fmla="*/ 145620 w 1856319"/>
              <a:gd name="connsiteY12" fmla="*/ 1642590 h 2267047"/>
              <a:gd name="connsiteX13" fmla="*/ 213353 w 1856319"/>
              <a:gd name="connsiteY13" fmla="*/ 1625657 h 2267047"/>
              <a:gd name="connsiteX14" fmla="*/ 221820 w 1856319"/>
              <a:gd name="connsiteY14" fmla="*/ 1566390 h 2267047"/>
              <a:gd name="connsiteX15" fmla="*/ 221820 w 1856319"/>
              <a:gd name="connsiteY15" fmla="*/ 1532523 h 2267047"/>
              <a:gd name="connsiteX16" fmla="*/ 348820 w 1856319"/>
              <a:gd name="connsiteY16" fmla="*/ 1761123 h 2267047"/>
              <a:gd name="connsiteX17" fmla="*/ 484287 w 1856319"/>
              <a:gd name="connsiteY17" fmla="*/ 1998190 h 2267047"/>
              <a:gd name="connsiteX18" fmla="*/ 907619 w 1856319"/>
              <a:gd name="connsiteY18" fmla="*/ 2260656 h 2267047"/>
              <a:gd name="connsiteX19" fmla="*/ 1305553 w 1856319"/>
              <a:gd name="connsiteY19" fmla="*/ 2159057 h 2267047"/>
              <a:gd name="connsiteX20" fmla="*/ 1568020 w 1856319"/>
              <a:gd name="connsiteY20" fmla="*/ 1862723 h 2267047"/>
              <a:gd name="connsiteX21" fmla="*/ 1686553 w 1856319"/>
              <a:gd name="connsiteY21" fmla="*/ 1524057 h 2267047"/>
              <a:gd name="connsiteX22" fmla="*/ 1678087 w 1856319"/>
              <a:gd name="connsiteY22" fmla="*/ 1456323 h 2267047"/>
              <a:gd name="connsiteX23" fmla="*/ 1737353 w 1856319"/>
              <a:gd name="connsiteY23" fmla="*/ 1549457 h 2267047"/>
              <a:gd name="connsiteX24" fmla="*/ 1788153 w 1856319"/>
              <a:gd name="connsiteY24" fmla="*/ 1524057 h 2267047"/>
              <a:gd name="connsiteX25" fmla="*/ 1805087 w 1856319"/>
              <a:gd name="connsiteY25" fmla="*/ 1405523 h 2267047"/>
              <a:gd name="connsiteX26" fmla="*/ 1813553 w 1856319"/>
              <a:gd name="connsiteY26" fmla="*/ 1303923 h 2267047"/>
              <a:gd name="connsiteX27" fmla="*/ 1855887 w 1856319"/>
              <a:gd name="connsiteY27" fmla="*/ 1210790 h 2267047"/>
              <a:gd name="connsiteX28" fmla="*/ 1830487 w 1856319"/>
              <a:gd name="connsiteY28" fmla="*/ 1092257 h 2267047"/>
              <a:gd name="connsiteX29" fmla="*/ 1754287 w 1856319"/>
              <a:gd name="connsiteY29" fmla="*/ 1117657 h 2267047"/>
              <a:gd name="connsiteX30" fmla="*/ 1695020 w 1856319"/>
              <a:gd name="connsiteY30" fmla="*/ 1202323 h 2267047"/>
              <a:gd name="connsiteX31" fmla="*/ 1686553 w 1856319"/>
              <a:gd name="connsiteY31" fmla="*/ 1236190 h 2267047"/>
              <a:gd name="connsiteX32" fmla="*/ 1703487 w 1856319"/>
              <a:gd name="connsiteY32" fmla="*/ 829790 h 2267047"/>
              <a:gd name="connsiteX33" fmla="*/ 1644220 w 1856319"/>
              <a:gd name="connsiteY33" fmla="*/ 448790 h 2267047"/>
              <a:gd name="connsiteX34" fmla="*/ 1474887 w 1856319"/>
              <a:gd name="connsiteY34" fmla="*/ 186323 h 2267047"/>
              <a:gd name="connsiteX35" fmla="*/ 1264278 w 1856319"/>
              <a:gd name="connsiteY35" fmla="*/ 45578 h 2267047"/>
              <a:gd name="connsiteX36" fmla="*/ 907620 w 1856319"/>
              <a:gd name="connsiteY36" fmla="*/ 57 h 2267047"/>
              <a:gd name="connsiteX37" fmla="*/ 699128 w 1856319"/>
              <a:gd name="connsiteY37" fmla="*/ 37833 h 2267047"/>
              <a:gd name="connsiteX0" fmla="*/ 699128 w 1856319"/>
              <a:gd name="connsiteY0" fmla="*/ 37833 h 2267047"/>
              <a:gd name="connsiteX1" fmla="*/ 530853 w 1856319"/>
              <a:gd name="connsiteY1" fmla="*/ 109063 h 2267047"/>
              <a:gd name="connsiteX2" fmla="*/ 359403 w 1856319"/>
              <a:gd name="connsiteY2" fmla="*/ 226538 h 2267047"/>
              <a:gd name="connsiteX3" fmla="*/ 194303 w 1856319"/>
              <a:gd name="connsiteY3" fmla="*/ 499588 h 2267047"/>
              <a:gd name="connsiteX4" fmla="*/ 143503 w 1856319"/>
              <a:gd name="connsiteY4" fmla="*/ 690089 h 2267047"/>
              <a:gd name="connsiteX5" fmla="*/ 143503 w 1856319"/>
              <a:gd name="connsiteY5" fmla="*/ 1058388 h 2267047"/>
              <a:gd name="connsiteX6" fmla="*/ 144562 w 1856319"/>
              <a:gd name="connsiteY6" fmla="*/ 1195973 h 2267047"/>
              <a:gd name="connsiteX7" fmla="*/ 92704 w 1856319"/>
              <a:gd name="connsiteY7" fmla="*/ 1145173 h 2267047"/>
              <a:gd name="connsiteX8" fmla="*/ 13329 w 1856319"/>
              <a:gd name="connsiteY8" fmla="*/ 1150465 h 2267047"/>
              <a:gd name="connsiteX9" fmla="*/ 1687 w 1856319"/>
              <a:gd name="connsiteY9" fmla="*/ 1261590 h 2267047"/>
              <a:gd name="connsiteX10" fmla="*/ 31320 w 1856319"/>
              <a:gd name="connsiteY10" fmla="*/ 1405524 h 2267047"/>
              <a:gd name="connsiteX11" fmla="*/ 99053 w 1856319"/>
              <a:gd name="connsiteY11" fmla="*/ 1511357 h 2267047"/>
              <a:gd name="connsiteX12" fmla="*/ 149853 w 1856319"/>
              <a:gd name="connsiteY12" fmla="*/ 1608723 h 2267047"/>
              <a:gd name="connsiteX13" fmla="*/ 213353 w 1856319"/>
              <a:gd name="connsiteY13" fmla="*/ 1625657 h 2267047"/>
              <a:gd name="connsiteX14" fmla="*/ 221820 w 1856319"/>
              <a:gd name="connsiteY14" fmla="*/ 1566390 h 2267047"/>
              <a:gd name="connsiteX15" fmla="*/ 221820 w 1856319"/>
              <a:gd name="connsiteY15" fmla="*/ 1532523 h 2267047"/>
              <a:gd name="connsiteX16" fmla="*/ 348820 w 1856319"/>
              <a:gd name="connsiteY16" fmla="*/ 1761123 h 2267047"/>
              <a:gd name="connsiteX17" fmla="*/ 484287 w 1856319"/>
              <a:gd name="connsiteY17" fmla="*/ 1998190 h 2267047"/>
              <a:gd name="connsiteX18" fmla="*/ 907619 w 1856319"/>
              <a:gd name="connsiteY18" fmla="*/ 2260656 h 2267047"/>
              <a:gd name="connsiteX19" fmla="*/ 1305553 w 1856319"/>
              <a:gd name="connsiteY19" fmla="*/ 2159057 h 2267047"/>
              <a:gd name="connsiteX20" fmla="*/ 1568020 w 1856319"/>
              <a:gd name="connsiteY20" fmla="*/ 1862723 h 2267047"/>
              <a:gd name="connsiteX21" fmla="*/ 1686553 w 1856319"/>
              <a:gd name="connsiteY21" fmla="*/ 1524057 h 2267047"/>
              <a:gd name="connsiteX22" fmla="*/ 1678087 w 1856319"/>
              <a:gd name="connsiteY22" fmla="*/ 1456323 h 2267047"/>
              <a:gd name="connsiteX23" fmla="*/ 1737353 w 1856319"/>
              <a:gd name="connsiteY23" fmla="*/ 1549457 h 2267047"/>
              <a:gd name="connsiteX24" fmla="*/ 1788153 w 1856319"/>
              <a:gd name="connsiteY24" fmla="*/ 1524057 h 2267047"/>
              <a:gd name="connsiteX25" fmla="*/ 1805087 w 1856319"/>
              <a:gd name="connsiteY25" fmla="*/ 1405523 h 2267047"/>
              <a:gd name="connsiteX26" fmla="*/ 1813553 w 1856319"/>
              <a:gd name="connsiteY26" fmla="*/ 1303923 h 2267047"/>
              <a:gd name="connsiteX27" fmla="*/ 1855887 w 1856319"/>
              <a:gd name="connsiteY27" fmla="*/ 1210790 h 2267047"/>
              <a:gd name="connsiteX28" fmla="*/ 1830487 w 1856319"/>
              <a:gd name="connsiteY28" fmla="*/ 1092257 h 2267047"/>
              <a:gd name="connsiteX29" fmla="*/ 1754287 w 1856319"/>
              <a:gd name="connsiteY29" fmla="*/ 1117657 h 2267047"/>
              <a:gd name="connsiteX30" fmla="*/ 1695020 w 1856319"/>
              <a:gd name="connsiteY30" fmla="*/ 1202323 h 2267047"/>
              <a:gd name="connsiteX31" fmla="*/ 1686553 w 1856319"/>
              <a:gd name="connsiteY31" fmla="*/ 1236190 h 2267047"/>
              <a:gd name="connsiteX32" fmla="*/ 1703487 w 1856319"/>
              <a:gd name="connsiteY32" fmla="*/ 829790 h 2267047"/>
              <a:gd name="connsiteX33" fmla="*/ 1644220 w 1856319"/>
              <a:gd name="connsiteY33" fmla="*/ 448790 h 2267047"/>
              <a:gd name="connsiteX34" fmla="*/ 1474887 w 1856319"/>
              <a:gd name="connsiteY34" fmla="*/ 186323 h 2267047"/>
              <a:gd name="connsiteX35" fmla="*/ 1264278 w 1856319"/>
              <a:gd name="connsiteY35" fmla="*/ 45578 h 2267047"/>
              <a:gd name="connsiteX36" fmla="*/ 907620 w 1856319"/>
              <a:gd name="connsiteY36" fmla="*/ 57 h 2267047"/>
              <a:gd name="connsiteX37" fmla="*/ 699128 w 1856319"/>
              <a:gd name="connsiteY37" fmla="*/ 37833 h 2267047"/>
              <a:gd name="connsiteX0" fmla="*/ 699128 w 1856319"/>
              <a:gd name="connsiteY0" fmla="*/ 37833 h 2267047"/>
              <a:gd name="connsiteX1" fmla="*/ 530853 w 1856319"/>
              <a:gd name="connsiteY1" fmla="*/ 109063 h 2267047"/>
              <a:gd name="connsiteX2" fmla="*/ 359403 w 1856319"/>
              <a:gd name="connsiteY2" fmla="*/ 226538 h 2267047"/>
              <a:gd name="connsiteX3" fmla="*/ 194303 w 1856319"/>
              <a:gd name="connsiteY3" fmla="*/ 499588 h 2267047"/>
              <a:gd name="connsiteX4" fmla="*/ 143503 w 1856319"/>
              <a:gd name="connsiteY4" fmla="*/ 690089 h 2267047"/>
              <a:gd name="connsiteX5" fmla="*/ 143503 w 1856319"/>
              <a:gd name="connsiteY5" fmla="*/ 1058388 h 2267047"/>
              <a:gd name="connsiteX6" fmla="*/ 144562 w 1856319"/>
              <a:gd name="connsiteY6" fmla="*/ 1195973 h 2267047"/>
              <a:gd name="connsiteX7" fmla="*/ 92704 w 1856319"/>
              <a:gd name="connsiteY7" fmla="*/ 1145173 h 2267047"/>
              <a:gd name="connsiteX8" fmla="*/ 13329 w 1856319"/>
              <a:gd name="connsiteY8" fmla="*/ 1150465 h 2267047"/>
              <a:gd name="connsiteX9" fmla="*/ 1687 w 1856319"/>
              <a:gd name="connsiteY9" fmla="*/ 1261590 h 2267047"/>
              <a:gd name="connsiteX10" fmla="*/ 31320 w 1856319"/>
              <a:gd name="connsiteY10" fmla="*/ 1405524 h 2267047"/>
              <a:gd name="connsiteX11" fmla="*/ 99053 w 1856319"/>
              <a:gd name="connsiteY11" fmla="*/ 1511357 h 2267047"/>
              <a:gd name="connsiteX12" fmla="*/ 149853 w 1856319"/>
              <a:gd name="connsiteY12" fmla="*/ 1608723 h 2267047"/>
              <a:gd name="connsiteX13" fmla="*/ 213353 w 1856319"/>
              <a:gd name="connsiteY13" fmla="*/ 1625657 h 2267047"/>
              <a:gd name="connsiteX14" fmla="*/ 221820 w 1856319"/>
              <a:gd name="connsiteY14" fmla="*/ 1566390 h 2267047"/>
              <a:gd name="connsiteX15" fmla="*/ 221820 w 1856319"/>
              <a:gd name="connsiteY15" fmla="*/ 1532523 h 2267047"/>
              <a:gd name="connsiteX16" fmla="*/ 348820 w 1856319"/>
              <a:gd name="connsiteY16" fmla="*/ 1761123 h 2267047"/>
              <a:gd name="connsiteX17" fmla="*/ 484287 w 1856319"/>
              <a:gd name="connsiteY17" fmla="*/ 1998190 h 2267047"/>
              <a:gd name="connsiteX18" fmla="*/ 907619 w 1856319"/>
              <a:gd name="connsiteY18" fmla="*/ 2260656 h 2267047"/>
              <a:gd name="connsiteX19" fmla="*/ 1305553 w 1856319"/>
              <a:gd name="connsiteY19" fmla="*/ 2159057 h 2267047"/>
              <a:gd name="connsiteX20" fmla="*/ 1568020 w 1856319"/>
              <a:gd name="connsiteY20" fmla="*/ 1862723 h 2267047"/>
              <a:gd name="connsiteX21" fmla="*/ 1686553 w 1856319"/>
              <a:gd name="connsiteY21" fmla="*/ 1524057 h 2267047"/>
              <a:gd name="connsiteX22" fmla="*/ 1678087 w 1856319"/>
              <a:gd name="connsiteY22" fmla="*/ 1456323 h 2267047"/>
              <a:gd name="connsiteX23" fmla="*/ 1737353 w 1856319"/>
              <a:gd name="connsiteY23" fmla="*/ 1549457 h 2267047"/>
              <a:gd name="connsiteX24" fmla="*/ 1788153 w 1856319"/>
              <a:gd name="connsiteY24" fmla="*/ 1524057 h 2267047"/>
              <a:gd name="connsiteX25" fmla="*/ 1805087 w 1856319"/>
              <a:gd name="connsiteY25" fmla="*/ 1405523 h 2267047"/>
              <a:gd name="connsiteX26" fmla="*/ 1813553 w 1856319"/>
              <a:gd name="connsiteY26" fmla="*/ 1303923 h 2267047"/>
              <a:gd name="connsiteX27" fmla="*/ 1855887 w 1856319"/>
              <a:gd name="connsiteY27" fmla="*/ 1210790 h 2267047"/>
              <a:gd name="connsiteX28" fmla="*/ 1830487 w 1856319"/>
              <a:gd name="connsiteY28" fmla="*/ 1092257 h 2267047"/>
              <a:gd name="connsiteX29" fmla="*/ 1754287 w 1856319"/>
              <a:gd name="connsiteY29" fmla="*/ 1117657 h 2267047"/>
              <a:gd name="connsiteX30" fmla="*/ 1720420 w 1856319"/>
              <a:gd name="connsiteY30" fmla="*/ 1164223 h 2267047"/>
              <a:gd name="connsiteX31" fmla="*/ 1686553 w 1856319"/>
              <a:gd name="connsiteY31" fmla="*/ 1236190 h 2267047"/>
              <a:gd name="connsiteX32" fmla="*/ 1703487 w 1856319"/>
              <a:gd name="connsiteY32" fmla="*/ 829790 h 2267047"/>
              <a:gd name="connsiteX33" fmla="*/ 1644220 w 1856319"/>
              <a:gd name="connsiteY33" fmla="*/ 448790 h 2267047"/>
              <a:gd name="connsiteX34" fmla="*/ 1474887 w 1856319"/>
              <a:gd name="connsiteY34" fmla="*/ 186323 h 2267047"/>
              <a:gd name="connsiteX35" fmla="*/ 1264278 w 1856319"/>
              <a:gd name="connsiteY35" fmla="*/ 45578 h 2267047"/>
              <a:gd name="connsiteX36" fmla="*/ 907620 w 1856319"/>
              <a:gd name="connsiteY36" fmla="*/ 57 h 2267047"/>
              <a:gd name="connsiteX37" fmla="*/ 699128 w 1856319"/>
              <a:gd name="connsiteY37" fmla="*/ 37833 h 2267047"/>
              <a:gd name="connsiteX0" fmla="*/ 699128 w 1856319"/>
              <a:gd name="connsiteY0" fmla="*/ 38246 h 2267460"/>
              <a:gd name="connsiteX1" fmla="*/ 530853 w 1856319"/>
              <a:gd name="connsiteY1" fmla="*/ 109476 h 2267460"/>
              <a:gd name="connsiteX2" fmla="*/ 359403 w 1856319"/>
              <a:gd name="connsiteY2" fmla="*/ 226951 h 2267460"/>
              <a:gd name="connsiteX3" fmla="*/ 194303 w 1856319"/>
              <a:gd name="connsiteY3" fmla="*/ 500001 h 2267460"/>
              <a:gd name="connsiteX4" fmla="*/ 143503 w 1856319"/>
              <a:gd name="connsiteY4" fmla="*/ 690502 h 2267460"/>
              <a:gd name="connsiteX5" fmla="*/ 143503 w 1856319"/>
              <a:gd name="connsiteY5" fmla="*/ 1058801 h 2267460"/>
              <a:gd name="connsiteX6" fmla="*/ 144562 w 1856319"/>
              <a:gd name="connsiteY6" fmla="*/ 1196386 h 2267460"/>
              <a:gd name="connsiteX7" fmla="*/ 92704 w 1856319"/>
              <a:gd name="connsiteY7" fmla="*/ 1145586 h 2267460"/>
              <a:gd name="connsiteX8" fmla="*/ 13329 w 1856319"/>
              <a:gd name="connsiteY8" fmla="*/ 1150878 h 2267460"/>
              <a:gd name="connsiteX9" fmla="*/ 1687 w 1856319"/>
              <a:gd name="connsiteY9" fmla="*/ 1262003 h 2267460"/>
              <a:gd name="connsiteX10" fmla="*/ 31320 w 1856319"/>
              <a:gd name="connsiteY10" fmla="*/ 1405937 h 2267460"/>
              <a:gd name="connsiteX11" fmla="*/ 99053 w 1856319"/>
              <a:gd name="connsiteY11" fmla="*/ 1511770 h 2267460"/>
              <a:gd name="connsiteX12" fmla="*/ 149853 w 1856319"/>
              <a:gd name="connsiteY12" fmla="*/ 1609136 h 2267460"/>
              <a:gd name="connsiteX13" fmla="*/ 213353 w 1856319"/>
              <a:gd name="connsiteY13" fmla="*/ 1626070 h 2267460"/>
              <a:gd name="connsiteX14" fmla="*/ 221820 w 1856319"/>
              <a:gd name="connsiteY14" fmla="*/ 1566803 h 2267460"/>
              <a:gd name="connsiteX15" fmla="*/ 221820 w 1856319"/>
              <a:gd name="connsiteY15" fmla="*/ 1532936 h 2267460"/>
              <a:gd name="connsiteX16" fmla="*/ 348820 w 1856319"/>
              <a:gd name="connsiteY16" fmla="*/ 1761536 h 2267460"/>
              <a:gd name="connsiteX17" fmla="*/ 484287 w 1856319"/>
              <a:gd name="connsiteY17" fmla="*/ 1998603 h 2267460"/>
              <a:gd name="connsiteX18" fmla="*/ 907619 w 1856319"/>
              <a:gd name="connsiteY18" fmla="*/ 2261069 h 2267460"/>
              <a:gd name="connsiteX19" fmla="*/ 1305553 w 1856319"/>
              <a:gd name="connsiteY19" fmla="*/ 2159470 h 2267460"/>
              <a:gd name="connsiteX20" fmla="*/ 1568020 w 1856319"/>
              <a:gd name="connsiteY20" fmla="*/ 1863136 h 2267460"/>
              <a:gd name="connsiteX21" fmla="*/ 1686553 w 1856319"/>
              <a:gd name="connsiteY21" fmla="*/ 1524470 h 2267460"/>
              <a:gd name="connsiteX22" fmla="*/ 1678087 w 1856319"/>
              <a:gd name="connsiteY22" fmla="*/ 1456736 h 2267460"/>
              <a:gd name="connsiteX23" fmla="*/ 1737353 w 1856319"/>
              <a:gd name="connsiteY23" fmla="*/ 1549870 h 2267460"/>
              <a:gd name="connsiteX24" fmla="*/ 1788153 w 1856319"/>
              <a:gd name="connsiteY24" fmla="*/ 1524470 h 2267460"/>
              <a:gd name="connsiteX25" fmla="*/ 1805087 w 1856319"/>
              <a:gd name="connsiteY25" fmla="*/ 1405936 h 2267460"/>
              <a:gd name="connsiteX26" fmla="*/ 1813553 w 1856319"/>
              <a:gd name="connsiteY26" fmla="*/ 1304336 h 2267460"/>
              <a:gd name="connsiteX27" fmla="*/ 1855887 w 1856319"/>
              <a:gd name="connsiteY27" fmla="*/ 1211203 h 2267460"/>
              <a:gd name="connsiteX28" fmla="*/ 1830487 w 1856319"/>
              <a:gd name="connsiteY28" fmla="*/ 1092670 h 2267460"/>
              <a:gd name="connsiteX29" fmla="*/ 1754287 w 1856319"/>
              <a:gd name="connsiteY29" fmla="*/ 1118070 h 2267460"/>
              <a:gd name="connsiteX30" fmla="*/ 1720420 w 1856319"/>
              <a:gd name="connsiteY30" fmla="*/ 1164636 h 2267460"/>
              <a:gd name="connsiteX31" fmla="*/ 1686553 w 1856319"/>
              <a:gd name="connsiteY31" fmla="*/ 1236603 h 2267460"/>
              <a:gd name="connsiteX32" fmla="*/ 1703487 w 1856319"/>
              <a:gd name="connsiteY32" fmla="*/ 830203 h 2267460"/>
              <a:gd name="connsiteX33" fmla="*/ 1644220 w 1856319"/>
              <a:gd name="connsiteY33" fmla="*/ 449203 h 2267460"/>
              <a:gd name="connsiteX34" fmla="*/ 1474887 w 1856319"/>
              <a:gd name="connsiteY34" fmla="*/ 186736 h 2267460"/>
              <a:gd name="connsiteX35" fmla="*/ 1264278 w 1856319"/>
              <a:gd name="connsiteY35" fmla="*/ 62925 h 2267460"/>
              <a:gd name="connsiteX36" fmla="*/ 907620 w 1856319"/>
              <a:gd name="connsiteY36" fmla="*/ 470 h 2267460"/>
              <a:gd name="connsiteX37" fmla="*/ 699128 w 1856319"/>
              <a:gd name="connsiteY37" fmla="*/ 38246 h 2267460"/>
              <a:gd name="connsiteX0" fmla="*/ 699128 w 1856319"/>
              <a:gd name="connsiteY0" fmla="*/ 38246 h 2275272"/>
              <a:gd name="connsiteX1" fmla="*/ 530853 w 1856319"/>
              <a:gd name="connsiteY1" fmla="*/ 109476 h 2275272"/>
              <a:gd name="connsiteX2" fmla="*/ 359403 w 1856319"/>
              <a:gd name="connsiteY2" fmla="*/ 226951 h 2275272"/>
              <a:gd name="connsiteX3" fmla="*/ 194303 w 1856319"/>
              <a:gd name="connsiteY3" fmla="*/ 500001 h 2275272"/>
              <a:gd name="connsiteX4" fmla="*/ 143503 w 1856319"/>
              <a:gd name="connsiteY4" fmla="*/ 690502 h 2275272"/>
              <a:gd name="connsiteX5" fmla="*/ 143503 w 1856319"/>
              <a:gd name="connsiteY5" fmla="*/ 1058801 h 2275272"/>
              <a:gd name="connsiteX6" fmla="*/ 144562 w 1856319"/>
              <a:gd name="connsiteY6" fmla="*/ 1196386 h 2275272"/>
              <a:gd name="connsiteX7" fmla="*/ 92704 w 1856319"/>
              <a:gd name="connsiteY7" fmla="*/ 1145586 h 2275272"/>
              <a:gd name="connsiteX8" fmla="*/ 13329 w 1856319"/>
              <a:gd name="connsiteY8" fmla="*/ 1150878 h 2275272"/>
              <a:gd name="connsiteX9" fmla="*/ 1687 w 1856319"/>
              <a:gd name="connsiteY9" fmla="*/ 1262003 h 2275272"/>
              <a:gd name="connsiteX10" fmla="*/ 31320 w 1856319"/>
              <a:gd name="connsiteY10" fmla="*/ 1405937 h 2275272"/>
              <a:gd name="connsiteX11" fmla="*/ 99053 w 1856319"/>
              <a:gd name="connsiteY11" fmla="*/ 1511770 h 2275272"/>
              <a:gd name="connsiteX12" fmla="*/ 149853 w 1856319"/>
              <a:gd name="connsiteY12" fmla="*/ 1609136 h 2275272"/>
              <a:gd name="connsiteX13" fmla="*/ 213353 w 1856319"/>
              <a:gd name="connsiteY13" fmla="*/ 1626070 h 2275272"/>
              <a:gd name="connsiteX14" fmla="*/ 221820 w 1856319"/>
              <a:gd name="connsiteY14" fmla="*/ 1566803 h 2275272"/>
              <a:gd name="connsiteX15" fmla="*/ 221820 w 1856319"/>
              <a:gd name="connsiteY15" fmla="*/ 1532936 h 2275272"/>
              <a:gd name="connsiteX16" fmla="*/ 348820 w 1856319"/>
              <a:gd name="connsiteY16" fmla="*/ 1761536 h 2275272"/>
              <a:gd name="connsiteX17" fmla="*/ 484287 w 1856319"/>
              <a:gd name="connsiteY17" fmla="*/ 1998603 h 2275272"/>
              <a:gd name="connsiteX18" fmla="*/ 907619 w 1856319"/>
              <a:gd name="connsiteY18" fmla="*/ 2261069 h 2275272"/>
              <a:gd name="connsiteX19" fmla="*/ 1214113 w 1856319"/>
              <a:gd name="connsiteY19" fmla="*/ 2200110 h 2275272"/>
              <a:gd name="connsiteX20" fmla="*/ 1568020 w 1856319"/>
              <a:gd name="connsiteY20" fmla="*/ 1863136 h 2275272"/>
              <a:gd name="connsiteX21" fmla="*/ 1686553 w 1856319"/>
              <a:gd name="connsiteY21" fmla="*/ 1524470 h 2275272"/>
              <a:gd name="connsiteX22" fmla="*/ 1678087 w 1856319"/>
              <a:gd name="connsiteY22" fmla="*/ 1456736 h 2275272"/>
              <a:gd name="connsiteX23" fmla="*/ 1737353 w 1856319"/>
              <a:gd name="connsiteY23" fmla="*/ 1549870 h 2275272"/>
              <a:gd name="connsiteX24" fmla="*/ 1788153 w 1856319"/>
              <a:gd name="connsiteY24" fmla="*/ 1524470 h 2275272"/>
              <a:gd name="connsiteX25" fmla="*/ 1805087 w 1856319"/>
              <a:gd name="connsiteY25" fmla="*/ 1405936 h 2275272"/>
              <a:gd name="connsiteX26" fmla="*/ 1813553 w 1856319"/>
              <a:gd name="connsiteY26" fmla="*/ 1304336 h 2275272"/>
              <a:gd name="connsiteX27" fmla="*/ 1855887 w 1856319"/>
              <a:gd name="connsiteY27" fmla="*/ 1211203 h 2275272"/>
              <a:gd name="connsiteX28" fmla="*/ 1830487 w 1856319"/>
              <a:gd name="connsiteY28" fmla="*/ 1092670 h 2275272"/>
              <a:gd name="connsiteX29" fmla="*/ 1754287 w 1856319"/>
              <a:gd name="connsiteY29" fmla="*/ 1118070 h 2275272"/>
              <a:gd name="connsiteX30" fmla="*/ 1720420 w 1856319"/>
              <a:gd name="connsiteY30" fmla="*/ 1164636 h 2275272"/>
              <a:gd name="connsiteX31" fmla="*/ 1686553 w 1856319"/>
              <a:gd name="connsiteY31" fmla="*/ 1236603 h 2275272"/>
              <a:gd name="connsiteX32" fmla="*/ 1703487 w 1856319"/>
              <a:gd name="connsiteY32" fmla="*/ 830203 h 2275272"/>
              <a:gd name="connsiteX33" fmla="*/ 1644220 w 1856319"/>
              <a:gd name="connsiteY33" fmla="*/ 449203 h 2275272"/>
              <a:gd name="connsiteX34" fmla="*/ 1474887 w 1856319"/>
              <a:gd name="connsiteY34" fmla="*/ 186736 h 2275272"/>
              <a:gd name="connsiteX35" fmla="*/ 1264278 w 1856319"/>
              <a:gd name="connsiteY35" fmla="*/ 62925 h 2275272"/>
              <a:gd name="connsiteX36" fmla="*/ 907620 w 1856319"/>
              <a:gd name="connsiteY36" fmla="*/ 470 h 2275272"/>
              <a:gd name="connsiteX37" fmla="*/ 699128 w 1856319"/>
              <a:gd name="connsiteY37" fmla="*/ 38246 h 2275272"/>
              <a:gd name="connsiteX0" fmla="*/ 699128 w 1856319"/>
              <a:gd name="connsiteY0" fmla="*/ 38246 h 2275576"/>
              <a:gd name="connsiteX1" fmla="*/ 530853 w 1856319"/>
              <a:gd name="connsiteY1" fmla="*/ 109476 h 2275576"/>
              <a:gd name="connsiteX2" fmla="*/ 359403 w 1856319"/>
              <a:gd name="connsiteY2" fmla="*/ 226951 h 2275576"/>
              <a:gd name="connsiteX3" fmla="*/ 194303 w 1856319"/>
              <a:gd name="connsiteY3" fmla="*/ 500001 h 2275576"/>
              <a:gd name="connsiteX4" fmla="*/ 143503 w 1856319"/>
              <a:gd name="connsiteY4" fmla="*/ 690502 h 2275576"/>
              <a:gd name="connsiteX5" fmla="*/ 143503 w 1856319"/>
              <a:gd name="connsiteY5" fmla="*/ 1058801 h 2275576"/>
              <a:gd name="connsiteX6" fmla="*/ 144562 w 1856319"/>
              <a:gd name="connsiteY6" fmla="*/ 1196386 h 2275576"/>
              <a:gd name="connsiteX7" fmla="*/ 92704 w 1856319"/>
              <a:gd name="connsiteY7" fmla="*/ 1145586 h 2275576"/>
              <a:gd name="connsiteX8" fmla="*/ 13329 w 1856319"/>
              <a:gd name="connsiteY8" fmla="*/ 1150878 h 2275576"/>
              <a:gd name="connsiteX9" fmla="*/ 1687 w 1856319"/>
              <a:gd name="connsiteY9" fmla="*/ 1262003 h 2275576"/>
              <a:gd name="connsiteX10" fmla="*/ 31320 w 1856319"/>
              <a:gd name="connsiteY10" fmla="*/ 1405937 h 2275576"/>
              <a:gd name="connsiteX11" fmla="*/ 99053 w 1856319"/>
              <a:gd name="connsiteY11" fmla="*/ 1511770 h 2275576"/>
              <a:gd name="connsiteX12" fmla="*/ 149853 w 1856319"/>
              <a:gd name="connsiteY12" fmla="*/ 1609136 h 2275576"/>
              <a:gd name="connsiteX13" fmla="*/ 213353 w 1856319"/>
              <a:gd name="connsiteY13" fmla="*/ 1626070 h 2275576"/>
              <a:gd name="connsiteX14" fmla="*/ 221820 w 1856319"/>
              <a:gd name="connsiteY14" fmla="*/ 1566803 h 2275576"/>
              <a:gd name="connsiteX15" fmla="*/ 221820 w 1856319"/>
              <a:gd name="connsiteY15" fmla="*/ 1532936 h 2275576"/>
              <a:gd name="connsiteX16" fmla="*/ 348820 w 1856319"/>
              <a:gd name="connsiteY16" fmla="*/ 1761536 h 2275576"/>
              <a:gd name="connsiteX17" fmla="*/ 484287 w 1856319"/>
              <a:gd name="connsiteY17" fmla="*/ 1998603 h 2275576"/>
              <a:gd name="connsiteX18" fmla="*/ 907619 w 1856319"/>
              <a:gd name="connsiteY18" fmla="*/ 2261069 h 2275576"/>
              <a:gd name="connsiteX19" fmla="*/ 1214113 w 1856319"/>
              <a:gd name="connsiteY19" fmla="*/ 2200110 h 2275576"/>
              <a:gd name="connsiteX20" fmla="*/ 1568020 w 1856319"/>
              <a:gd name="connsiteY20" fmla="*/ 1852976 h 2275576"/>
              <a:gd name="connsiteX21" fmla="*/ 1686553 w 1856319"/>
              <a:gd name="connsiteY21" fmla="*/ 1524470 h 2275576"/>
              <a:gd name="connsiteX22" fmla="*/ 1678087 w 1856319"/>
              <a:gd name="connsiteY22" fmla="*/ 1456736 h 2275576"/>
              <a:gd name="connsiteX23" fmla="*/ 1737353 w 1856319"/>
              <a:gd name="connsiteY23" fmla="*/ 1549870 h 2275576"/>
              <a:gd name="connsiteX24" fmla="*/ 1788153 w 1856319"/>
              <a:gd name="connsiteY24" fmla="*/ 1524470 h 2275576"/>
              <a:gd name="connsiteX25" fmla="*/ 1805087 w 1856319"/>
              <a:gd name="connsiteY25" fmla="*/ 1405936 h 2275576"/>
              <a:gd name="connsiteX26" fmla="*/ 1813553 w 1856319"/>
              <a:gd name="connsiteY26" fmla="*/ 1304336 h 2275576"/>
              <a:gd name="connsiteX27" fmla="*/ 1855887 w 1856319"/>
              <a:gd name="connsiteY27" fmla="*/ 1211203 h 2275576"/>
              <a:gd name="connsiteX28" fmla="*/ 1830487 w 1856319"/>
              <a:gd name="connsiteY28" fmla="*/ 1092670 h 2275576"/>
              <a:gd name="connsiteX29" fmla="*/ 1754287 w 1856319"/>
              <a:gd name="connsiteY29" fmla="*/ 1118070 h 2275576"/>
              <a:gd name="connsiteX30" fmla="*/ 1720420 w 1856319"/>
              <a:gd name="connsiteY30" fmla="*/ 1164636 h 2275576"/>
              <a:gd name="connsiteX31" fmla="*/ 1686553 w 1856319"/>
              <a:gd name="connsiteY31" fmla="*/ 1236603 h 2275576"/>
              <a:gd name="connsiteX32" fmla="*/ 1703487 w 1856319"/>
              <a:gd name="connsiteY32" fmla="*/ 830203 h 2275576"/>
              <a:gd name="connsiteX33" fmla="*/ 1644220 w 1856319"/>
              <a:gd name="connsiteY33" fmla="*/ 449203 h 2275576"/>
              <a:gd name="connsiteX34" fmla="*/ 1474887 w 1856319"/>
              <a:gd name="connsiteY34" fmla="*/ 186736 h 2275576"/>
              <a:gd name="connsiteX35" fmla="*/ 1264278 w 1856319"/>
              <a:gd name="connsiteY35" fmla="*/ 62925 h 2275576"/>
              <a:gd name="connsiteX36" fmla="*/ 907620 w 1856319"/>
              <a:gd name="connsiteY36" fmla="*/ 470 h 2275576"/>
              <a:gd name="connsiteX37" fmla="*/ 699128 w 1856319"/>
              <a:gd name="connsiteY37" fmla="*/ 38246 h 2275576"/>
              <a:gd name="connsiteX0" fmla="*/ 699128 w 1856319"/>
              <a:gd name="connsiteY0" fmla="*/ 38246 h 2271864"/>
              <a:gd name="connsiteX1" fmla="*/ 530853 w 1856319"/>
              <a:gd name="connsiteY1" fmla="*/ 109476 h 2271864"/>
              <a:gd name="connsiteX2" fmla="*/ 359403 w 1856319"/>
              <a:gd name="connsiteY2" fmla="*/ 226951 h 2271864"/>
              <a:gd name="connsiteX3" fmla="*/ 194303 w 1856319"/>
              <a:gd name="connsiteY3" fmla="*/ 500001 h 2271864"/>
              <a:gd name="connsiteX4" fmla="*/ 143503 w 1856319"/>
              <a:gd name="connsiteY4" fmla="*/ 690502 h 2271864"/>
              <a:gd name="connsiteX5" fmla="*/ 143503 w 1856319"/>
              <a:gd name="connsiteY5" fmla="*/ 1058801 h 2271864"/>
              <a:gd name="connsiteX6" fmla="*/ 144562 w 1856319"/>
              <a:gd name="connsiteY6" fmla="*/ 1196386 h 2271864"/>
              <a:gd name="connsiteX7" fmla="*/ 92704 w 1856319"/>
              <a:gd name="connsiteY7" fmla="*/ 1145586 h 2271864"/>
              <a:gd name="connsiteX8" fmla="*/ 13329 w 1856319"/>
              <a:gd name="connsiteY8" fmla="*/ 1150878 h 2271864"/>
              <a:gd name="connsiteX9" fmla="*/ 1687 w 1856319"/>
              <a:gd name="connsiteY9" fmla="*/ 1262003 h 2271864"/>
              <a:gd name="connsiteX10" fmla="*/ 31320 w 1856319"/>
              <a:gd name="connsiteY10" fmla="*/ 1405937 h 2271864"/>
              <a:gd name="connsiteX11" fmla="*/ 99053 w 1856319"/>
              <a:gd name="connsiteY11" fmla="*/ 1511770 h 2271864"/>
              <a:gd name="connsiteX12" fmla="*/ 149853 w 1856319"/>
              <a:gd name="connsiteY12" fmla="*/ 1609136 h 2271864"/>
              <a:gd name="connsiteX13" fmla="*/ 213353 w 1856319"/>
              <a:gd name="connsiteY13" fmla="*/ 1626070 h 2271864"/>
              <a:gd name="connsiteX14" fmla="*/ 221820 w 1856319"/>
              <a:gd name="connsiteY14" fmla="*/ 1566803 h 2271864"/>
              <a:gd name="connsiteX15" fmla="*/ 221820 w 1856319"/>
              <a:gd name="connsiteY15" fmla="*/ 1532936 h 2271864"/>
              <a:gd name="connsiteX16" fmla="*/ 348820 w 1856319"/>
              <a:gd name="connsiteY16" fmla="*/ 1761536 h 2271864"/>
              <a:gd name="connsiteX17" fmla="*/ 484287 w 1856319"/>
              <a:gd name="connsiteY17" fmla="*/ 1998603 h 2271864"/>
              <a:gd name="connsiteX18" fmla="*/ 907619 w 1856319"/>
              <a:gd name="connsiteY18" fmla="*/ 2261069 h 2271864"/>
              <a:gd name="connsiteX19" fmla="*/ 1214113 w 1856319"/>
              <a:gd name="connsiteY19" fmla="*/ 2200110 h 2271864"/>
              <a:gd name="connsiteX20" fmla="*/ 1432553 w 1856319"/>
              <a:gd name="connsiteY20" fmla="*/ 2003681 h 2271864"/>
              <a:gd name="connsiteX21" fmla="*/ 1568020 w 1856319"/>
              <a:gd name="connsiteY21" fmla="*/ 1852976 h 2271864"/>
              <a:gd name="connsiteX22" fmla="*/ 1686553 w 1856319"/>
              <a:gd name="connsiteY22" fmla="*/ 1524470 h 2271864"/>
              <a:gd name="connsiteX23" fmla="*/ 1678087 w 1856319"/>
              <a:gd name="connsiteY23" fmla="*/ 1456736 h 2271864"/>
              <a:gd name="connsiteX24" fmla="*/ 1737353 w 1856319"/>
              <a:gd name="connsiteY24" fmla="*/ 1549870 h 2271864"/>
              <a:gd name="connsiteX25" fmla="*/ 1788153 w 1856319"/>
              <a:gd name="connsiteY25" fmla="*/ 1524470 h 2271864"/>
              <a:gd name="connsiteX26" fmla="*/ 1805087 w 1856319"/>
              <a:gd name="connsiteY26" fmla="*/ 1405936 h 2271864"/>
              <a:gd name="connsiteX27" fmla="*/ 1813553 w 1856319"/>
              <a:gd name="connsiteY27" fmla="*/ 1304336 h 2271864"/>
              <a:gd name="connsiteX28" fmla="*/ 1855887 w 1856319"/>
              <a:gd name="connsiteY28" fmla="*/ 1211203 h 2271864"/>
              <a:gd name="connsiteX29" fmla="*/ 1830487 w 1856319"/>
              <a:gd name="connsiteY29" fmla="*/ 1092670 h 2271864"/>
              <a:gd name="connsiteX30" fmla="*/ 1754287 w 1856319"/>
              <a:gd name="connsiteY30" fmla="*/ 1118070 h 2271864"/>
              <a:gd name="connsiteX31" fmla="*/ 1720420 w 1856319"/>
              <a:gd name="connsiteY31" fmla="*/ 1164636 h 2271864"/>
              <a:gd name="connsiteX32" fmla="*/ 1686553 w 1856319"/>
              <a:gd name="connsiteY32" fmla="*/ 1236603 h 2271864"/>
              <a:gd name="connsiteX33" fmla="*/ 1703487 w 1856319"/>
              <a:gd name="connsiteY33" fmla="*/ 830203 h 2271864"/>
              <a:gd name="connsiteX34" fmla="*/ 1644220 w 1856319"/>
              <a:gd name="connsiteY34" fmla="*/ 449203 h 2271864"/>
              <a:gd name="connsiteX35" fmla="*/ 1474887 w 1856319"/>
              <a:gd name="connsiteY35" fmla="*/ 186736 h 2271864"/>
              <a:gd name="connsiteX36" fmla="*/ 1264278 w 1856319"/>
              <a:gd name="connsiteY36" fmla="*/ 62925 h 2271864"/>
              <a:gd name="connsiteX37" fmla="*/ 907620 w 1856319"/>
              <a:gd name="connsiteY37" fmla="*/ 470 h 2271864"/>
              <a:gd name="connsiteX38" fmla="*/ 699128 w 1856319"/>
              <a:gd name="connsiteY38" fmla="*/ 38246 h 2271864"/>
              <a:gd name="connsiteX0" fmla="*/ 699128 w 1856319"/>
              <a:gd name="connsiteY0" fmla="*/ 38246 h 2271864"/>
              <a:gd name="connsiteX1" fmla="*/ 530853 w 1856319"/>
              <a:gd name="connsiteY1" fmla="*/ 109476 h 2271864"/>
              <a:gd name="connsiteX2" fmla="*/ 359403 w 1856319"/>
              <a:gd name="connsiteY2" fmla="*/ 226951 h 2271864"/>
              <a:gd name="connsiteX3" fmla="*/ 194303 w 1856319"/>
              <a:gd name="connsiteY3" fmla="*/ 500001 h 2271864"/>
              <a:gd name="connsiteX4" fmla="*/ 143503 w 1856319"/>
              <a:gd name="connsiteY4" fmla="*/ 690502 h 2271864"/>
              <a:gd name="connsiteX5" fmla="*/ 143503 w 1856319"/>
              <a:gd name="connsiteY5" fmla="*/ 1058801 h 2271864"/>
              <a:gd name="connsiteX6" fmla="*/ 144562 w 1856319"/>
              <a:gd name="connsiteY6" fmla="*/ 1196386 h 2271864"/>
              <a:gd name="connsiteX7" fmla="*/ 92704 w 1856319"/>
              <a:gd name="connsiteY7" fmla="*/ 1145586 h 2271864"/>
              <a:gd name="connsiteX8" fmla="*/ 13329 w 1856319"/>
              <a:gd name="connsiteY8" fmla="*/ 1150878 h 2271864"/>
              <a:gd name="connsiteX9" fmla="*/ 1687 w 1856319"/>
              <a:gd name="connsiteY9" fmla="*/ 1262003 h 2271864"/>
              <a:gd name="connsiteX10" fmla="*/ 31320 w 1856319"/>
              <a:gd name="connsiteY10" fmla="*/ 1405937 h 2271864"/>
              <a:gd name="connsiteX11" fmla="*/ 99053 w 1856319"/>
              <a:gd name="connsiteY11" fmla="*/ 1511770 h 2271864"/>
              <a:gd name="connsiteX12" fmla="*/ 149853 w 1856319"/>
              <a:gd name="connsiteY12" fmla="*/ 1609136 h 2271864"/>
              <a:gd name="connsiteX13" fmla="*/ 213353 w 1856319"/>
              <a:gd name="connsiteY13" fmla="*/ 1626070 h 2271864"/>
              <a:gd name="connsiteX14" fmla="*/ 221820 w 1856319"/>
              <a:gd name="connsiteY14" fmla="*/ 1566803 h 2271864"/>
              <a:gd name="connsiteX15" fmla="*/ 221820 w 1856319"/>
              <a:gd name="connsiteY15" fmla="*/ 1532936 h 2271864"/>
              <a:gd name="connsiteX16" fmla="*/ 348820 w 1856319"/>
              <a:gd name="connsiteY16" fmla="*/ 1761536 h 2271864"/>
              <a:gd name="connsiteX17" fmla="*/ 484287 w 1856319"/>
              <a:gd name="connsiteY17" fmla="*/ 1998603 h 2271864"/>
              <a:gd name="connsiteX18" fmla="*/ 907619 w 1856319"/>
              <a:gd name="connsiteY18" fmla="*/ 2261069 h 2271864"/>
              <a:gd name="connsiteX19" fmla="*/ 1214113 w 1856319"/>
              <a:gd name="connsiteY19" fmla="*/ 2200110 h 2271864"/>
              <a:gd name="connsiteX20" fmla="*/ 1432553 w 1856319"/>
              <a:gd name="connsiteY20" fmla="*/ 2003681 h 2271864"/>
              <a:gd name="connsiteX21" fmla="*/ 1568020 w 1856319"/>
              <a:gd name="connsiteY21" fmla="*/ 1852976 h 2271864"/>
              <a:gd name="connsiteX22" fmla="*/ 1645913 w 1856319"/>
              <a:gd name="connsiteY22" fmla="*/ 1754761 h 2271864"/>
              <a:gd name="connsiteX23" fmla="*/ 1686553 w 1856319"/>
              <a:gd name="connsiteY23" fmla="*/ 1524470 h 2271864"/>
              <a:gd name="connsiteX24" fmla="*/ 1678087 w 1856319"/>
              <a:gd name="connsiteY24" fmla="*/ 1456736 h 2271864"/>
              <a:gd name="connsiteX25" fmla="*/ 1737353 w 1856319"/>
              <a:gd name="connsiteY25" fmla="*/ 1549870 h 2271864"/>
              <a:gd name="connsiteX26" fmla="*/ 1788153 w 1856319"/>
              <a:gd name="connsiteY26" fmla="*/ 1524470 h 2271864"/>
              <a:gd name="connsiteX27" fmla="*/ 1805087 w 1856319"/>
              <a:gd name="connsiteY27" fmla="*/ 1405936 h 2271864"/>
              <a:gd name="connsiteX28" fmla="*/ 1813553 w 1856319"/>
              <a:gd name="connsiteY28" fmla="*/ 1304336 h 2271864"/>
              <a:gd name="connsiteX29" fmla="*/ 1855887 w 1856319"/>
              <a:gd name="connsiteY29" fmla="*/ 1211203 h 2271864"/>
              <a:gd name="connsiteX30" fmla="*/ 1830487 w 1856319"/>
              <a:gd name="connsiteY30" fmla="*/ 1092670 h 2271864"/>
              <a:gd name="connsiteX31" fmla="*/ 1754287 w 1856319"/>
              <a:gd name="connsiteY31" fmla="*/ 1118070 h 2271864"/>
              <a:gd name="connsiteX32" fmla="*/ 1720420 w 1856319"/>
              <a:gd name="connsiteY32" fmla="*/ 1164636 h 2271864"/>
              <a:gd name="connsiteX33" fmla="*/ 1686553 w 1856319"/>
              <a:gd name="connsiteY33" fmla="*/ 1236603 h 2271864"/>
              <a:gd name="connsiteX34" fmla="*/ 1703487 w 1856319"/>
              <a:gd name="connsiteY34" fmla="*/ 830203 h 2271864"/>
              <a:gd name="connsiteX35" fmla="*/ 1644220 w 1856319"/>
              <a:gd name="connsiteY35" fmla="*/ 449203 h 2271864"/>
              <a:gd name="connsiteX36" fmla="*/ 1474887 w 1856319"/>
              <a:gd name="connsiteY36" fmla="*/ 186736 h 2271864"/>
              <a:gd name="connsiteX37" fmla="*/ 1264278 w 1856319"/>
              <a:gd name="connsiteY37" fmla="*/ 62925 h 2271864"/>
              <a:gd name="connsiteX38" fmla="*/ 907620 w 1856319"/>
              <a:gd name="connsiteY38" fmla="*/ 470 h 2271864"/>
              <a:gd name="connsiteX39" fmla="*/ 699128 w 1856319"/>
              <a:gd name="connsiteY39" fmla="*/ 38246 h 2271864"/>
              <a:gd name="connsiteX0" fmla="*/ 699128 w 1856319"/>
              <a:gd name="connsiteY0" fmla="*/ 38246 h 2271864"/>
              <a:gd name="connsiteX1" fmla="*/ 530853 w 1856319"/>
              <a:gd name="connsiteY1" fmla="*/ 109476 h 2271864"/>
              <a:gd name="connsiteX2" fmla="*/ 359403 w 1856319"/>
              <a:gd name="connsiteY2" fmla="*/ 226951 h 2271864"/>
              <a:gd name="connsiteX3" fmla="*/ 194303 w 1856319"/>
              <a:gd name="connsiteY3" fmla="*/ 500001 h 2271864"/>
              <a:gd name="connsiteX4" fmla="*/ 143503 w 1856319"/>
              <a:gd name="connsiteY4" fmla="*/ 690502 h 2271864"/>
              <a:gd name="connsiteX5" fmla="*/ 143503 w 1856319"/>
              <a:gd name="connsiteY5" fmla="*/ 1058801 h 2271864"/>
              <a:gd name="connsiteX6" fmla="*/ 144562 w 1856319"/>
              <a:gd name="connsiteY6" fmla="*/ 1196386 h 2271864"/>
              <a:gd name="connsiteX7" fmla="*/ 92704 w 1856319"/>
              <a:gd name="connsiteY7" fmla="*/ 1145586 h 2271864"/>
              <a:gd name="connsiteX8" fmla="*/ 13329 w 1856319"/>
              <a:gd name="connsiteY8" fmla="*/ 1150878 h 2271864"/>
              <a:gd name="connsiteX9" fmla="*/ 1687 w 1856319"/>
              <a:gd name="connsiteY9" fmla="*/ 1262003 h 2271864"/>
              <a:gd name="connsiteX10" fmla="*/ 31320 w 1856319"/>
              <a:gd name="connsiteY10" fmla="*/ 1405937 h 2271864"/>
              <a:gd name="connsiteX11" fmla="*/ 99053 w 1856319"/>
              <a:gd name="connsiteY11" fmla="*/ 1511770 h 2271864"/>
              <a:gd name="connsiteX12" fmla="*/ 149853 w 1856319"/>
              <a:gd name="connsiteY12" fmla="*/ 1609136 h 2271864"/>
              <a:gd name="connsiteX13" fmla="*/ 213353 w 1856319"/>
              <a:gd name="connsiteY13" fmla="*/ 1626070 h 2271864"/>
              <a:gd name="connsiteX14" fmla="*/ 221820 w 1856319"/>
              <a:gd name="connsiteY14" fmla="*/ 1566803 h 2271864"/>
              <a:gd name="connsiteX15" fmla="*/ 221820 w 1856319"/>
              <a:gd name="connsiteY15" fmla="*/ 1532936 h 2271864"/>
              <a:gd name="connsiteX16" fmla="*/ 348820 w 1856319"/>
              <a:gd name="connsiteY16" fmla="*/ 1761536 h 2271864"/>
              <a:gd name="connsiteX17" fmla="*/ 484287 w 1856319"/>
              <a:gd name="connsiteY17" fmla="*/ 1998603 h 2271864"/>
              <a:gd name="connsiteX18" fmla="*/ 907619 w 1856319"/>
              <a:gd name="connsiteY18" fmla="*/ 2261069 h 2271864"/>
              <a:gd name="connsiteX19" fmla="*/ 1214113 w 1856319"/>
              <a:gd name="connsiteY19" fmla="*/ 2200110 h 2271864"/>
              <a:gd name="connsiteX20" fmla="*/ 1432553 w 1856319"/>
              <a:gd name="connsiteY20" fmla="*/ 2003681 h 2271864"/>
              <a:gd name="connsiteX21" fmla="*/ 1562940 w 1856319"/>
              <a:gd name="connsiteY21" fmla="*/ 1893616 h 2271864"/>
              <a:gd name="connsiteX22" fmla="*/ 1645913 w 1856319"/>
              <a:gd name="connsiteY22" fmla="*/ 1754761 h 2271864"/>
              <a:gd name="connsiteX23" fmla="*/ 1686553 w 1856319"/>
              <a:gd name="connsiteY23" fmla="*/ 1524470 h 2271864"/>
              <a:gd name="connsiteX24" fmla="*/ 1678087 w 1856319"/>
              <a:gd name="connsiteY24" fmla="*/ 1456736 h 2271864"/>
              <a:gd name="connsiteX25" fmla="*/ 1737353 w 1856319"/>
              <a:gd name="connsiteY25" fmla="*/ 1549870 h 2271864"/>
              <a:gd name="connsiteX26" fmla="*/ 1788153 w 1856319"/>
              <a:gd name="connsiteY26" fmla="*/ 1524470 h 2271864"/>
              <a:gd name="connsiteX27" fmla="*/ 1805087 w 1856319"/>
              <a:gd name="connsiteY27" fmla="*/ 1405936 h 2271864"/>
              <a:gd name="connsiteX28" fmla="*/ 1813553 w 1856319"/>
              <a:gd name="connsiteY28" fmla="*/ 1304336 h 2271864"/>
              <a:gd name="connsiteX29" fmla="*/ 1855887 w 1856319"/>
              <a:gd name="connsiteY29" fmla="*/ 1211203 h 2271864"/>
              <a:gd name="connsiteX30" fmla="*/ 1830487 w 1856319"/>
              <a:gd name="connsiteY30" fmla="*/ 1092670 h 2271864"/>
              <a:gd name="connsiteX31" fmla="*/ 1754287 w 1856319"/>
              <a:gd name="connsiteY31" fmla="*/ 1118070 h 2271864"/>
              <a:gd name="connsiteX32" fmla="*/ 1720420 w 1856319"/>
              <a:gd name="connsiteY32" fmla="*/ 1164636 h 2271864"/>
              <a:gd name="connsiteX33" fmla="*/ 1686553 w 1856319"/>
              <a:gd name="connsiteY33" fmla="*/ 1236603 h 2271864"/>
              <a:gd name="connsiteX34" fmla="*/ 1703487 w 1856319"/>
              <a:gd name="connsiteY34" fmla="*/ 830203 h 2271864"/>
              <a:gd name="connsiteX35" fmla="*/ 1644220 w 1856319"/>
              <a:gd name="connsiteY35" fmla="*/ 449203 h 2271864"/>
              <a:gd name="connsiteX36" fmla="*/ 1474887 w 1856319"/>
              <a:gd name="connsiteY36" fmla="*/ 186736 h 2271864"/>
              <a:gd name="connsiteX37" fmla="*/ 1264278 w 1856319"/>
              <a:gd name="connsiteY37" fmla="*/ 62925 h 2271864"/>
              <a:gd name="connsiteX38" fmla="*/ 907620 w 1856319"/>
              <a:gd name="connsiteY38" fmla="*/ 470 h 2271864"/>
              <a:gd name="connsiteX39" fmla="*/ 699128 w 1856319"/>
              <a:gd name="connsiteY39" fmla="*/ 38246 h 2271864"/>
              <a:gd name="connsiteX0" fmla="*/ 699128 w 1856319"/>
              <a:gd name="connsiteY0" fmla="*/ 38246 h 2271113"/>
              <a:gd name="connsiteX1" fmla="*/ 530853 w 1856319"/>
              <a:gd name="connsiteY1" fmla="*/ 109476 h 2271113"/>
              <a:gd name="connsiteX2" fmla="*/ 359403 w 1856319"/>
              <a:gd name="connsiteY2" fmla="*/ 226951 h 2271113"/>
              <a:gd name="connsiteX3" fmla="*/ 194303 w 1856319"/>
              <a:gd name="connsiteY3" fmla="*/ 500001 h 2271113"/>
              <a:gd name="connsiteX4" fmla="*/ 143503 w 1856319"/>
              <a:gd name="connsiteY4" fmla="*/ 690502 h 2271113"/>
              <a:gd name="connsiteX5" fmla="*/ 143503 w 1856319"/>
              <a:gd name="connsiteY5" fmla="*/ 1058801 h 2271113"/>
              <a:gd name="connsiteX6" fmla="*/ 144562 w 1856319"/>
              <a:gd name="connsiteY6" fmla="*/ 1196386 h 2271113"/>
              <a:gd name="connsiteX7" fmla="*/ 92704 w 1856319"/>
              <a:gd name="connsiteY7" fmla="*/ 1145586 h 2271113"/>
              <a:gd name="connsiteX8" fmla="*/ 13329 w 1856319"/>
              <a:gd name="connsiteY8" fmla="*/ 1150878 h 2271113"/>
              <a:gd name="connsiteX9" fmla="*/ 1687 w 1856319"/>
              <a:gd name="connsiteY9" fmla="*/ 1262003 h 2271113"/>
              <a:gd name="connsiteX10" fmla="*/ 31320 w 1856319"/>
              <a:gd name="connsiteY10" fmla="*/ 1405937 h 2271113"/>
              <a:gd name="connsiteX11" fmla="*/ 99053 w 1856319"/>
              <a:gd name="connsiteY11" fmla="*/ 1511770 h 2271113"/>
              <a:gd name="connsiteX12" fmla="*/ 149853 w 1856319"/>
              <a:gd name="connsiteY12" fmla="*/ 1609136 h 2271113"/>
              <a:gd name="connsiteX13" fmla="*/ 213353 w 1856319"/>
              <a:gd name="connsiteY13" fmla="*/ 1626070 h 2271113"/>
              <a:gd name="connsiteX14" fmla="*/ 221820 w 1856319"/>
              <a:gd name="connsiteY14" fmla="*/ 1566803 h 2271113"/>
              <a:gd name="connsiteX15" fmla="*/ 221820 w 1856319"/>
              <a:gd name="connsiteY15" fmla="*/ 1532936 h 2271113"/>
              <a:gd name="connsiteX16" fmla="*/ 348820 w 1856319"/>
              <a:gd name="connsiteY16" fmla="*/ 1761536 h 2271113"/>
              <a:gd name="connsiteX17" fmla="*/ 484287 w 1856319"/>
              <a:gd name="connsiteY17" fmla="*/ 1998603 h 2271113"/>
              <a:gd name="connsiteX18" fmla="*/ 907619 w 1856319"/>
              <a:gd name="connsiteY18" fmla="*/ 2261069 h 2271113"/>
              <a:gd name="connsiteX19" fmla="*/ 1214113 w 1856319"/>
              <a:gd name="connsiteY19" fmla="*/ 2200110 h 2271113"/>
              <a:gd name="connsiteX20" fmla="*/ 1402073 w 1856319"/>
              <a:gd name="connsiteY20" fmla="*/ 2044321 h 2271113"/>
              <a:gd name="connsiteX21" fmla="*/ 1562940 w 1856319"/>
              <a:gd name="connsiteY21" fmla="*/ 1893616 h 2271113"/>
              <a:gd name="connsiteX22" fmla="*/ 1645913 w 1856319"/>
              <a:gd name="connsiteY22" fmla="*/ 1754761 h 2271113"/>
              <a:gd name="connsiteX23" fmla="*/ 1686553 w 1856319"/>
              <a:gd name="connsiteY23" fmla="*/ 1524470 h 2271113"/>
              <a:gd name="connsiteX24" fmla="*/ 1678087 w 1856319"/>
              <a:gd name="connsiteY24" fmla="*/ 1456736 h 2271113"/>
              <a:gd name="connsiteX25" fmla="*/ 1737353 w 1856319"/>
              <a:gd name="connsiteY25" fmla="*/ 1549870 h 2271113"/>
              <a:gd name="connsiteX26" fmla="*/ 1788153 w 1856319"/>
              <a:gd name="connsiteY26" fmla="*/ 1524470 h 2271113"/>
              <a:gd name="connsiteX27" fmla="*/ 1805087 w 1856319"/>
              <a:gd name="connsiteY27" fmla="*/ 1405936 h 2271113"/>
              <a:gd name="connsiteX28" fmla="*/ 1813553 w 1856319"/>
              <a:gd name="connsiteY28" fmla="*/ 1304336 h 2271113"/>
              <a:gd name="connsiteX29" fmla="*/ 1855887 w 1856319"/>
              <a:gd name="connsiteY29" fmla="*/ 1211203 h 2271113"/>
              <a:gd name="connsiteX30" fmla="*/ 1830487 w 1856319"/>
              <a:gd name="connsiteY30" fmla="*/ 1092670 h 2271113"/>
              <a:gd name="connsiteX31" fmla="*/ 1754287 w 1856319"/>
              <a:gd name="connsiteY31" fmla="*/ 1118070 h 2271113"/>
              <a:gd name="connsiteX32" fmla="*/ 1720420 w 1856319"/>
              <a:gd name="connsiteY32" fmla="*/ 1164636 h 2271113"/>
              <a:gd name="connsiteX33" fmla="*/ 1686553 w 1856319"/>
              <a:gd name="connsiteY33" fmla="*/ 1236603 h 2271113"/>
              <a:gd name="connsiteX34" fmla="*/ 1703487 w 1856319"/>
              <a:gd name="connsiteY34" fmla="*/ 830203 h 2271113"/>
              <a:gd name="connsiteX35" fmla="*/ 1644220 w 1856319"/>
              <a:gd name="connsiteY35" fmla="*/ 449203 h 2271113"/>
              <a:gd name="connsiteX36" fmla="*/ 1474887 w 1856319"/>
              <a:gd name="connsiteY36" fmla="*/ 186736 h 2271113"/>
              <a:gd name="connsiteX37" fmla="*/ 1264278 w 1856319"/>
              <a:gd name="connsiteY37" fmla="*/ 62925 h 2271113"/>
              <a:gd name="connsiteX38" fmla="*/ 907620 w 1856319"/>
              <a:gd name="connsiteY38" fmla="*/ 470 h 2271113"/>
              <a:gd name="connsiteX39" fmla="*/ 699128 w 1856319"/>
              <a:gd name="connsiteY39" fmla="*/ 38246 h 2271113"/>
              <a:gd name="connsiteX0" fmla="*/ 699128 w 1856319"/>
              <a:gd name="connsiteY0" fmla="*/ 38246 h 2276895"/>
              <a:gd name="connsiteX1" fmla="*/ 530853 w 1856319"/>
              <a:gd name="connsiteY1" fmla="*/ 109476 h 2276895"/>
              <a:gd name="connsiteX2" fmla="*/ 359403 w 1856319"/>
              <a:gd name="connsiteY2" fmla="*/ 226951 h 2276895"/>
              <a:gd name="connsiteX3" fmla="*/ 194303 w 1856319"/>
              <a:gd name="connsiteY3" fmla="*/ 500001 h 2276895"/>
              <a:gd name="connsiteX4" fmla="*/ 143503 w 1856319"/>
              <a:gd name="connsiteY4" fmla="*/ 690502 h 2276895"/>
              <a:gd name="connsiteX5" fmla="*/ 143503 w 1856319"/>
              <a:gd name="connsiteY5" fmla="*/ 1058801 h 2276895"/>
              <a:gd name="connsiteX6" fmla="*/ 144562 w 1856319"/>
              <a:gd name="connsiteY6" fmla="*/ 1196386 h 2276895"/>
              <a:gd name="connsiteX7" fmla="*/ 92704 w 1856319"/>
              <a:gd name="connsiteY7" fmla="*/ 1145586 h 2276895"/>
              <a:gd name="connsiteX8" fmla="*/ 13329 w 1856319"/>
              <a:gd name="connsiteY8" fmla="*/ 1150878 h 2276895"/>
              <a:gd name="connsiteX9" fmla="*/ 1687 w 1856319"/>
              <a:gd name="connsiteY9" fmla="*/ 1262003 h 2276895"/>
              <a:gd name="connsiteX10" fmla="*/ 31320 w 1856319"/>
              <a:gd name="connsiteY10" fmla="*/ 1405937 h 2276895"/>
              <a:gd name="connsiteX11" fmla="*/ 99053 w 1856319"/>
              <a:gd name="connsiteY11" fmla="*/ 1511770 h 2276895"/>
              <a:gd name="connsiteX12" fmla="*/ 149853 w 1856319"/>
              <a:gd name="connsiteY12" fmla="*/ 1609136 h 2276895"/>
              <a:gd name="connsiteX13" fmla="*/ 213353 w 1856319"/>
              <a:gd name="connsiteY13" fmla="*/ 1626070 h 2276895"/>
              <a:gd name="connsiteX14" fmla="*/ 221820 w 1856319"/>
              <a:gd name="connsiteY14" fmla="*/ 1566803 h 2276895"/>
              <a:gd name="connsiteX15" fmla="*/ 221820 w 1856319"/>
              <a:gd name="connsiteY15" fmla="*/ 1532936 h 2276895"/>
              <a:gd name="connsiteX16" fmla="*/ 348820 w 1856319"/>
              <a:gd name="connsiteY16" fmla="*/ 1761536 h 2276895"/>
              <a:gd name="connsiteX17" fmla="*/ 484287 w 1856319"/>
              <a:gd name="connsiteY17" fmla="*/ 1998603 h 2276895"/>
              <a:gd name="connsiteX18" fmla="*/ 907619 w 1856319"/>
              <a:gd name="connsiteY18" fmla="*/ 2261069 h 2276895"/>
              <a:gd name="connsiteX19" fmla="*/ 1168393 w 1856319"/>
              <a:gd name="connsiteY19" fmla="*/ 2225510 h 2276895"/>
              <a:gd name="connsiteX20" fmla="*/ 1402073 w 1856319"/>
              <a:gd name="connsiteY20" fmla="*/ 2044321 h 2276895"/>
              <a:gd name="connsiteX21" fmla="*/ 1562940 w 1856319"/>
              <a:gd name="connsiteY21" fmla="*/ 1893616 h 2276895"/>
              <a:gd name="connsiteX22" fmla="*/ 1645913 w 1856319"/>
              <a:gd name="connsiteY22" fmla="*/ 1754761 h 2276895"/>
              <a:gd name="connsiteX23" fmla="*/ 1686553 w 1856319"/>
              <a:gd name="connsiteY23" fmla="*/ 1524470 h 2276895"/>
              <a:gd name="connsiteX24" fmla="*/ 1678087 w 1856319"/>
              <a:gd name="connsiteY24" fmla="*/ 1456736 h 2276895"/>
              <a:gd name="connsiteX25" fmla="*/ 1737353 w 1856319"/>
              <a:gd name="connsiteY25" fmla="*/ 1549870 h 2276895"/>
              <a:gd name="connsiteX26" fmla="*/ 1788153 w 1856319"/>
              <a:gd name="connsiteY26" fmla="*/ 1524470 h 2276895"/>
              <a:gd name="connsiteX27" fmla="*/ 1805087 w 1856319"/>
              <a:gd name="connsiteY27" fmla="*/ 1405936 h 2276895"/>
              <a:gd name="connsiteX28" fmla="*/ 1813553 w 1856319"/>
              <a:gd name="connsiteY28" fmla="*/ 1304336 h 2276895"/>
              <a:gd name="connsiteX29" fmla="*/ 1855887 w 1856319"/>
              <a:gd name="connsiteY29" fmla="*/ 1211203 h 2276895"/>
              <a:gd name="connsiteX30" fmla="*/ 1830487 w 1856319"/>
              <a:gd name="connsiteY30" fmla="*/ 1092670 h 2276895"/>
              <a:gd name="connsiteX31" fmla="*/ 1754287 w 1856319"/>
              <a:gd name="connsiteY31" fmla="*/ 1118070 h 2276895"/>
              <a:gd name="connsiteX32" fmla="*/ 1720420 w 1856319"/>
              <a:gd name="connsiteY32" fmla="*/ 1164636 h 2276895"/>
              <a:gd name="connsiteX33" fmla="*/ 1686553 w 1856319"/>
              <a:gd name="connsiteY33" fmla="*/ 1236603 h 2276895"/>
              <a:gd name="connsiteX34" fmla="*/ 1703487 w 1856319"/>
              <a:gd name="connsiteY34" fmla="*/ 830203 h 2276895"/>
              <a:gd name="connsiteX35" fmla="*/ 1644220 w 1856319"/>
              <a:gd name="connsiteY35" fmla="*/ 449203 h 2276895"/>
              <a:gd name="connsiteX36" fmla="*/ 1474887 w 1856319"/>
              <a:gd name="connsiteY36" fmla="*/ 186736 h 2276895"/>
              <a:gd name="connsiteX37" fmla="*/ 1264278 w 1856319"/>
              <a:gd name="connsiteY37" fmla="*/ 62925 h 2276895"/>
              <a:gd name="connsiteX38" fmla="*/ 907620 w 1856319"/>
              <a:gd name="connsiteY38" fmla="*/ 470 h 2276895"/>
              <a:gd name="connsiteX39" fmla="*/ 699128 w 1856319"/>
              <a:gd name="connsiteY39" fmla="*/ 38246 h 2276895"/>
              <a:gd name="connsiteX0" fmla="*/ 699128 w 1856319"/>
              <a:gd name="connsiteY0" fmla="*/ 38246 h 2276895"/>
              <a:gd name="connsiteX1" fmla="*/ 530853 w 1856319"/>
              <a:gd name="connsiteY1" fmla="*/ 109476 h 2276895"/>
              <a:gd name="connsiteX2" fmla="*/ 359403 w 1856319"/>
              <a:gd name="connsiteY2" fmla="*/ 226951 h 2276895"/>
              <a:gd name="connsiteX3" fmla="*/ 194303 w 1856319"/>
              <a:gd name="connsiteY3" fmla="*/ 500001 h 2276895"/>
              <a:gd name="connsiteX4" fmla="*/ 143503 w 1856319"/>
              <a:gd name="connsiteY4" fmla="*/ 690502 h 2276895"/>
              <a:gd name="connsiteX5" fmla="*/ 143503 w 1856319"/>
              <a:gd name="connsiteY5" fmla="*/ 1058801 h 2276895"/>
              <a:gd name="connsiteX6" fmla="*/ 144562 w 1856319"/>
              <a:gd name="connsiteY6" fmla="*/ 1196386 h 2276895"/>
              <a:gd name="connsiteX7" fmla="*/ 92704 w 1856319"/>
              <a:gd name="connsiteY7" fmla="*/ 1145586 h 2276895"/>
              <a:gd name="connsiteX8" fmla="*/ 13329 w 1856319"/>
              <a:gd name="connsiteY8" fmla="*/ 1150878 h 2276895"/>
              <a:gd name="connsiteX9" fmla="*/ 1687 w 1856319"/>
              <a:gd name="connsiteY9" fmla="*/ 1262003 h 2276895"/>
              <a:gd name="connsiteX10" fmla="*/ 31320 w 1856319"/>
              <a:gd name="connsiteY10" fmla="*/ 1405937 h 2276895"/>
              <a:gd name="connsiteX11" fmla="*/ 99053 w 1856319"/>
              <a:gd name="connsiteY11" fmla="*/ 1511770 h 2276895"/>
              <a:gd name="connsiteX12" fmla="*/ 149853 w 1856319"/>
              <a:gd name="connsiteY12" fmla="*/ 1609136 h 2276895"/>
              <a:gd name="connsiteX13" fmla="*/ 213353 w 1856319"/>
              <a:gd name="connsiteY13" fmla="*/ 1626070 h 2276895"/>
              <a:gd name="connsiteX14" fmla="*/ 221820 w 1856319"/>
              <a:gd name="connsiteY14" fmla="*/ 1566803 h 2276895"/>
              <a:gd name="connsiteX15" fmla="*/ 221820 w 1856319"/>
              <a:gd name="connsiteY15" fmla="*/ 1532936 h 2276895"/>
              <a:gd name="connsiteX16" fmla="*/ 348820 w 1856319"/>
              <a:gd name="connsiteY16" fmla="*/ 1761536 h 2276895"/>
              <a:gd name="connsiteX17" fmla="*/ 484287 w 1856319"/>
              <a:gd name="connsiteY17" fmla="*/ 1998603 h 2276895"/>
              <a:gd name="connsiteX18" fmla="*/ 907619 w 1856319"/>
              <a:gd name="connsiteY18" fmla="*/ 2261069 h 2276895"/>
              <a:gd name="connsiteX19" fmla="*/ 1168393 w 1856319"/>
              <a:gd name="connsiteY19" fmla="*/ 2225510 h 2276895"/>
              <a:gd name="connsiteX20" fmla="*/ 1402073 w 1856319"/>
              <a:gd name="connsiteY20" fmla="*/ 2044321 h 2276895"/>
              <a:gd name="connsiteX21" fmla="*/ 1562940 w 1856319"/>
              <a:gd name="connsiteY21" fmla="*/ 1893616 h 2276895"/>
              <a:gd name="connsiteX22" fmla="*/ 1645913 w 1856319"/>
              <a:gd name="connsiteY22" fmla="*/ 1754761 h 2276895"/>
              <a:gd name="connsiteX23" fmla="*/ 1686553 w 1856319"/>
              <a:gd name="connsiteY23" fmla="*/ 1524470 h 2276895"/>
              <a:gd name="connsiteX24" fmla="*/ 1678087 w 1856319"/>
              <a:gd name="connsiteY24" fmla="*/ 1456736 h 2276895"/>
              <a:gd name="connsiteX25" fmla="*/ 1737353 w 1856319"/>
              <a:gd name="connsiteY25" fmla="*/ 1549870 h 2276895"/>
              <a:gd name="connsiteX26" fmla="*/ 1788153 w 1856319"/>
              <a:gd name="connsiteY26" fmla="*/ 1524470 h 2276895"/>
              <a:gd name="connsiteX27" fmla="*/ 1805087 w 1856319"/>
              <a:gd name="connsiteY27" fmla="*/ 1405936 h 2276895"/>
              <a:gd name="connsiteX28" fmla="*/ 1813553 w 1856319"/>
              <a:gd name="connsiteY28" fmla="*/ 1304336 h 2276895"/>
              <a:gd name="connsiteX29" fmla="*/ 1855887 w 1856319"/>
              <a:gd name="connsiteY29" fmla="*/ 1211203 h 2276895"/>
              <a:gd name="connsiteX30" fmla="*/ 1830487 w 1856319"/>
              <a:gd name="connsiteY30" fmla="*/ 1092670 h 2276895"/>
              <a:gd name="connsiteX31" fmla="*/ 1754287 w 1856319"/>
              <a:gd name="connsiteY31" fmla="*/ 1118070 h 2276895"/>
              <a:gd name="connsiteX32" fmla="*/ 1720420 w 1856319"/>
              <a:gd name="connsiteY32" fmla="*/ 1164636 h 2276895"/>
              <a:gd name="connsiteX33" fmla="*/ 1686553 w 1856319"/>
              <a:gd name="connsiteY33" fmla="*/ 1236603 h 2276895"/>
              <a:gd name="connsiteX34" fmla="*/ 1703487 w 1856319"/>
              <a:gd name="connsiteY34" fmla="*/ 830203 h 2276895"/>
              <a:gd name="connsiteX35" fmla="*/ 1669620 w 1856319"/>
              <a:gd name="connsiteY35" fmla="*/ 505083 h 2276895"/>
              <a:gd name="connsiteX36" fmla="*/ 1474887 w 1856319"/>
              <a:gd name="connsiteY36" fmla="*/ 186736 h 2276895"/>
              <a:gd name="connsiteX37" fmla="*/ 1264278 w 1856319"/>
              <a:gd name="connsiteY37" fmla="*/ 62925 h 2276895"/>
              <a:gd name="connsiteX38" fmla="*/ 907620 w 1856319"/>
              <a:gd name="connsiteY38" fmla="*/ 470 h 2276895"/>
              <a:gd name="connsiteX39" fmla="*/ 699128 w 1856319"/>
              <a:gd name="connsiteY39" fmla="*/ 38246 h 2276895"/>
              <a:gd name="connsiteX0" fmla="*/ 699128 w 1857396"/>
              <a:gd name="connsiteY0" fmla="*/ 38246 h 2276895"/>
              <a:gd name="connsiteX1" fmla="*/ 530853 w 1857396"/>
              <a:gd name="connsiteY1" fmla="*/ 109476 h 2276895"/>
              <a:gd name="connsiteX2" fmla="*/ 359403 w 1857396"/>
              <a:gd name="connsiteY2" fmla="*/ 226951 h 2276895"/>
              <a:gd name="connsiteX3" fmla="*/ 194303 w 1857396"/>
              <a:gd name="connsiteY3" fmla="*/ 500001 h 2276895"/>
              <a:gd name="connsiteX4" fmla="*/ 143503 w 1857396"/>
              <a:gd name="connsiteY4" fmla="*/ 690502 h 2276895"/>
              <a:gd name="connsiteX5" fmla="*/ 143503 w 1857396"/>
              <a:gd name="connsiteY5" fmla="*/ 1058801 h 2276895"/>
              <a:gd name="connsiteX6" fmla="*/ 144562 w 1857396"/>
              <a:gd name="connsiteY6" fmla="*/ 1196386 h 2276895"/>
              <a:gd name="connsiteX7" fmla="*/ 92704 w 1857396"/>
              <a:gd name="connsiteY7" fmla="*/ 1145586 h 2276895"/>
              <a:gd name="connsiteX8" fmla="*/ 13329 w 1857396"/>
              <a:gd name="connsiteY8" fmla="*/ 1150878 h 2276895"/>
              <a:gd name="connsiteX9" fmla="*/ 1687 w 1857396"/>
              <a:gd name="connsiteY9" fmla="*/ 1262003 h 2276895"/>
              <a:gd name="connsiteX10" fmla="*/ 31320 w 1857396"/>
              <a:gd name="connsiteY10" fmla="*/ 1405937 h 2276895"/>
              <a:gd name="connsiteX11" fmla="*/ 99053 w 1857396"/>
              <a:gd name="connsiteY11" fmla="*/ 1511770 h 2276895"/>
              <a:gd name="connsiteX12" fmla="*/ 149853 w 1857396"/>
              <a:gd name="connsiteY12" fmla="*/ 1609136 h 2276895"/>
              <a:gd name="connsiteX13" fmla="*/ 213353 w 1857396"/>
              <a:gd name="connsiteY13" fmla="*/ 1626070 h 2276895"/>
              <a:gd name="connsiteX14" fmla="*/ 221820 w 1857396"/>
              <a:gd name="connsiteY14" fmla="*/ 1566803 h 2276895"/>
              <a:gd name="connsiteX15" fmla="*/ 221820 w 1857396"/>
              <a:gd name="connsiteY15" fmla="*/ 1532936 h 2276895"/>
              <a:gd name="connsiteX16" fmla="*/ 348820 w 1857396"/>
              <a:gd name="connsiteY16" fmla="*/ 1761536 h 2276895"/>
              <a:gd name="connsiteX17" fmla="*/ 484287 w 1857396"/>
              <a:gd name="connsiteY17" fmla="*/ 1998603 h 2276895"/>
              <a:gd name="connsiteX18" fmla="*/ 907619 w 1857396"/>
              <a:gd name="connsiteY18" fmla="*/ 2261069 h 2276895"/>
              <a:gd name="connsiteX19" fmla="*/ 1168393 w 1857396"/>
              <a:gd name="connsiteY19" fmla="*/ 2225510 h 2276895"/>
              <a:gd name="connsiteX20" fmla="*/ 1402073 w 1857396"/>
              <a:gd name="connsiteY20" fmla="*/ 2044321 h 2276895"/>
              <a:gd name="connsiteX21" fmla="*/ 1562940 w 1857396"/>
              <a:gd name="connsiteY21" fmla="*/ 1893616 h 2276895"/>
              <a:gd name="connsiteX22" fmla="*/ 1645913 w 1857396"/>
              <a:gd name="connsiteY22" fmla="*/ 1754761 h 2276895"/>
              <a:gd name="connsiteX23" fmla="*/ 1686553 w 1857396"/>
              <a:gd name="connsiteY23" fmla="*/ 1524470 h 2276895"/>
              <a:gd name="connsiteX24" fmla="*/ 1678087 w 1857396"/>
              <a:gd name="connsiteY24" fmla="*/ 1456736 h 2276895"/>
              <a:gd name="connsiteX25" fmla="*/ 1737353 w 1857396"/>
              <a:gd name="connsiteY25" fmla="*/ 1549870 h 2276895"/>
              <a:gd name="connsiteX26" fmla="*/ 1788153 w 1857396"/>
              <a:gd name="connsiteY26" fmla="*/ 1524470 h 2276895"/>
              <a:gd name="connsiteX27" fmla="*/ 1805087 w 1857396"/>
              <a:gd name="connsiteY27" fmla="*/ 1405936 h 2276895"/>
              <a:gd name="connsiteX28" fmla="*/ 1849113 w 1857396"/>
              <a:gd name="connsiteY28" fmla="*/ 1309416 h 2276895"/>
              <a:gd name="connsiteX29" fmla="*/ 1855887 w 1857396"/>
              <a:gd name="connsiteY29" fmla="*/ 1211203 h 2276895"/>
              <a:gd name="connsiteX30" fmla="*/ 1830487 w 1857396"/>
              <a:gd name="connsiteY30" fmla="*/ 1092670 h 2276895"/>
              <a:gd name="connsiteX31" fmla="*/ 1754287 w 1857396"/>
              <a:gd name="connsiteY31" fmla="*/ 1118070 h 2276895"/>
              <a:gd name="connsiteX32" fmla="*/ 1720420 w 1857396"/>
              <a:gd name="connsiteY32" fmla="*/ 1164636 h 2276895"/>
              <a:gd name="connsiteX33" fmla="*/ 1686553 w 1857396"/>
              <a:gd name="connsiteY33" fmla="*/ 1236603 h 2276895"/>
              <a:gd name="connsiteX34" fmla="*/ 1703487 w 1857396"/>
              <a:gd name="connsiteY34" fmla="*/ 830203 h 2276895"/>
              <a:gd name="connsiteX35" fmla="*/ 1669620 w 1857396"/>
              <a:gd name="connsiteY35" fmla="*/ 505083 h 2276895"/>
              <a:gd name="connsiteX36" fmla="*/ 1474887 w 1857396"/>
              <a:gd name="connsiteY36" fmla="*/ 186736 h 2276895"/>
              <a:gd name="connsiteX37" fmla="*/ 1264278 w 1857396"/>
              <a:gd name="connsiteY37" fmla="*/ 62925 h 2276895"/>
              <a:gd name="connsiteX38" fmla="*/ 907620 w 1857396"/>
              <a:gd name="connsiteY38" fmla="*/ 470 h 2276895"/>
              <a:gd name="connsiteX39" fmla="*/ 699128 w 1857396"/>
              <a:gd name="connsiteY39" fmla="*/ 38246 h 2276895"/>
              <a:gd name="connsiteX0" fmla="*/ 699128 w 1857234"/>
              <a:gd name="connsiteY0" fmla="*/ 38246 h 2276895"/>
              <a:gd name="connsiteX1" fmla="*/ 530853 w 1857234"/>
              <a:gd name="connsiteY1" fmla="*/ 109476 h 2276895"/>
              <a:gd name="connsiteX2" fmla="*/ 359403 w 1857234"/>
              <a:gd name="connsiteY2" fmla="*/ 226951 h 2276895"/>
              <a:gd name="connsiteX3" fmla="*/ 194303 w 1857234"/>
              <a:gd name="connsiteY3" fmla="*/ 500001 h 2276895"/>
              <a:gd name="connsiteX4" fmla="*/ 143503 w 1857234"/>
              <a:gd name="connsiteY4" fmla="*/ 690502 h 2276895"/>
              <a:gd name="connsiteX5" fmla="*/ 143503 w 1857234"/>
              <a:gd name="connsiteY5" fmla="*/ 1058801 h 2276895"/>
              <a:gd name="connsiteX6" fmla="*/ 144562 w 1857234"/>
              <a:gd name="connsiteY6" fmla="*/ 1196386 h 2276895"/>
              <a:gd name="connsiteX7" fmla="*/ 92704 w 1857234"/>
              <a:gd name="connsiteY7" fmla="*/ 1145586 h 2276895"/>
              <a:gd name="connsiteX8" fmla="*/ 13329 w 1857234"/>
              <a:gd name="connsiteY8" fmla="*/ 1150878 h 2276895"/>
              <a:gd name="connsiteX9" fmla="*/ 1687 w 1857234"/>
              <a:gd name="connsiteY9" fmla="*/ 1262003 h 2276895"/>
              <a:gd name="connsiteX10" fmla="*/ 31320 w 1857234"/>
              <a:gd name="connsiteY10" fmla="*/ 1405937 h 2276895"/>
              <a:gd name="connsiteX11" fmla="*/ 99053 w 1857234"/>
              <a:gd name="connsiteY11" fmla="*/ 1511770 h 2276895"/>
              <a:gd name="connsiteX12" fmla="*/ 149853 w 1857234"/>
              <a:gd name="connsiteY12" fmla="*/ 1609136 h 2276895"/>
              <a:gd name="connsiteX13" fmla="*/ 213353 w 1857234"/>
              <a:gd name="connsiteY13" fmla="*/ 1626070 h 2276895"/>
              <a:gd name="connsiteX14" fmla="*/ 221820 w 1857234"/>
              <a:gd name="connsiteY14" fmla="*/ 1566803 h 2276895"/>
              <a:gd name="connsiteX15" fmla="*/ 221820 w 1857234"/>
              <a:gd name="connsiteY15" fmla="*/ 1532936 h 2276895"/>
              <a:gd name="connsiteX16" fmla="*/ 348820 w 1857234"/>
              <a:gd name="connsiteY16" fmla="*/ 1761536 h 2276895"/>
              <a:gd name="connsiteX17" fmla="*/ 484287 w 1857234"/>
              <a:gd name="connsiteY17" fmla="*/ 1998603 h 2276895"/>
              <a:gd name="connsiteX18" fmla="*/ 907619 w 1857234"/>
              <a:gd name="connsiteY18" fmla="*/ 2261069 h 2276895"/>
              <a:gd name="connsiteX19" fmla="*/ 1168393 w 1857234"/>
              <a:gd name="connsiteY19" fmla="*/ 2225510 h 2276895"/>
              <a:gd name="connsiteX20" fmla="*/ 1402073 w 1857234"/>
              <a:gd name="connsiteY20" fmla="*/ 2044321 h 2276895"/>
              <a:gd name="connsiteX21" fmla="*/ 1562940 w 1857234"/>
              <a:gd name="connsiteY21" fmla="*/ 1893616 h 2276895"/>
              <a:gd name="connsiteX22" fmla="*/ 1645913 w 1857234"/>
              <a:gd name="connsiteY22" fmla="*/ 1754761 h 2276895"/>
              <a:gd name="connsiteX23" fmla="*/ 1686553 w 1857234"/>
              <a:gd name="connsiteY23" fmla="*/ 1524470 h 2276895"/>
              <a:gd name="connsiteX24" fmla="*/ 1678087 w 1857234"/>
              <a:gd name="connsiteY24" fmla="*/ 1456736 h 2276895"/>
              <a:gd name="connsiteX25" fmla="*/ 1737353 w 1857234"/>
              <a:gd name="connsiteY25" fmla="*/ 1549870 h 2276895"/>
              <a:gd name="connsiteX26" fmla="*/ 1788153 w 1857234"/>
              <a:gd name="connsiteY26" fmla="*/ 1524470 h 2276895"/>
              <a:gd name="connsiteX27" fmla="*/ 1810167 w 1857234"/>
              <a:gd name="connsiteY27" fmla="*/ 1405936 h 2276895"/>
              <a:gd name="connsiteX28" fmla="*/ 1849113 w 1857234"/>
              <a:gd name="connsiteY28" fmla="*/ 1309416 h 2276895"/>
              <a:gd name="connsiteX29" fmla="*/ 1855887 w 1857234"/>
              <a:gd name="connsiteY29" fmla="*/ 1211203 h 2276895"/>
              <a:gd name="connsiteX30" fmla="*/ 1830487 w 1857234"/>
              <a:gd name="connsiteY30" fmla="*/ 1092670 h 2276895"/>
              <a:gd name="connsiteX31" fmla="*/ 1754287 w 1857234"/>
              <a:gd name="connsiteY31" fmla="*/ 1118070 h 2276895"/>
              <a:gd name="connsiteX32" fmla="*/ 1720420 w 1857234"/>
              <a:gd name="connsiteY32" fmla="*/ 1164636 h 2276895"/>
              <a:gd name="connsiteX33" fmla="*/ 1686553 w 1857234"/>
              <a:gd name="connsiteY33" fmla="*/ 1236603 h 2276895"/>
              <a:gd name="connsiteX34" fmla="*/ 1703487 w 1857234"/>
              <a:gd name="connsiteY34" fmla="*/ 830203 h 2276895"/>
              <a:gd name="connsiteX35" fmla="*/ 1669620 w 1857234"/>
              <a:gd name="connsiteY35" fmla="*/ 505083 h 2276895"/>
              <a:gd name="connsiteX36" fmla="*/ 1474887 w 1857234"/>
              <a:gd name="connsiteY36" fmla="*/ 186736 h 2276895"/>
              <a:gd name="connsiteX37" fmla="*/ 1264278 w 1857234"/>
              <a:gd name="connsiteY37" fmla="*/ 62925 h 2276895"/>
              <a:gd name="connsiteX38" fmla="*/ 907620 w 1857234"/>
              <a:gd name="connsiteY38" fmla="*/ 470 h 2276895"/>
              <a:gd name="connsiteX39" fmla="*/ 699128 w 1857234"/>
              <a:gd name="connsiteY39" fmla="*/ 38246 h 2276895"/>
              <a:gd name="connsiteX0" fmla="*/ 699128 w 1857234"/>
              <a:gd name="connsiteY0" fmla="*/ 38246 h 2279038"/>
              <a:gd name="connsiteX1" fmla="*/ 530853 w 1857234"/>
              <a:gd name="connsiteY1" fmla="*/ 109476 h 2279038"/>
              <a:gd name="connsiteX2" fmla="*/ 359403 w 1857234"/>
              <a:gd name="connsiteY2" fmla="*/ 226951 h 2279038"/>
              <a:gd name="connsiteX3" fmla="*/ 194303 w 1857234"/>
              <a:gd name="connsiteY3" fmla="*/ 500001 h 2279038"/>
              <a:gd name="connsiteX4" fmla="*/ 143503 w 1857234"/>
              <a:gd name="connsiteY4" fmla="*/ 690502 h 2279038"/>
              <a:gd name="connsiteX5" fmla="*/ 143503 w 1857234"/>
              <a:gd name="connsiteY5" fmla="*/ 1058801 h 2279038"/>
              <a:gd name="connsiteX6" fmla="*/ 144562 w 1857234"/>
              <a:gd name="connsiteY6" fmla="*/ 1196386 h 2279038"/>
              <a:gd name="connsiteX7" fmla="*/ 92704 w 1857234"/>
              <a:gd name="connsiteY7" fmla="*/ 1145586 h 2279038"/>
              <a:gd name="connsiteX8" fmla="*/ 13329 w 1857234"/>
              <a:gd name="connsiteY8" fmla="*/ 1150878 h 2279038"/>
              <a:gd name="connsiteX9" fmla="*/ 1687 w 1857234"/>
              <a:gd name="connsiteY9" fmla="*/ 1262003 h 2279038"/>
              <a:gd name="connsiteX10" fmla="*/ 31320 w 1857234"/>
              <a:gd name="connsiteY10" fmla="*/ 1405937 h 2279038"/>
              <a:gd name="connsiteX11" fmla="*/ 99053 w 1857234"/>
              <a:gd name="connsiteY11" fmla="*/ 1511770 h 2279038"/>
              <a:gd name="connsiteX12" fmla="*/ 149853 w 1857234"/>
              <a:gd name="connsiteY12" fmla="*/ 1609136 h 2279038"/>
              <a:gd name="connsiteX13" fmla="*/ 213353 w 1857234"/>
              <a:gd name="connsiteY13" fmla="*/ 1626070 h 2279038"/>
              <a:gd name="connsiteX14" fmla="*/ 221820 w 1857234"/>
              <a:gd name="connsiteY14" fmla="*/ 1566803 h 2279038"/>
              <a:gd name="connsiteX15" fmla="*/ 221820 w 1857234"/>
              <a:gd name="connsiteY15" fmla="*/ 1532936 h 2279038"/>
              <a:gd name="connsiteX16" fmla="*/ 348820 w 1857234"/>
              <a:gd name="connsiteY16" fmla="*/ 1761536 h 2279038"/>
              <a:gd name="connsiteX17" fmla="*/ 484287 w 1857234"/>
              <a:gd name="connsiteY17" fmla="*/ 1998603 h 2279038"/>
              <a:gd name="connsiteX18" fmla="*/ 907619 w 1857234"/>
              <a:gd name="connsiteY18" fmla="*/ 2261069 h 2279038"/>
              <a:gd name="connsiteX19" fmla="*/ 1132832 w 1857234"/>
              <a:gd name="connsiteY19" fmla="*/ 2232550 h 2279038"/>
              <a:gd name="connsiteX20" fmla="*/ 1402073 w 1857234"/>
              <a:gd name="connsiteY20" fmla="*/ 2044321 h 2279038"/>
              <a:gd name="connsiteX21" fmla="*/ 1562940 w 1857234"/>
              <a:gd name="connsiteY21" fmla="*/ 1893616 h 2279038"/>
              <a:gd name="connsiteX22" fmla="*/ 1645913 w 1857234"/>
              <a:gd name="connsiteY22" fmla="*/ 1754761 h 2279038"/>
              <a:gd name="connsiteX23" fmla="*/ 1686553 w 1857234"/>
              <a:gd name="connsiteY23" fmla="*/ 1524470 h 2279038"/>
              <a:gd name="connsiteX24" fmla="*/ 1678087 w 1857234"/>
              <a:gd name="connsiteY24" fmla="*/ 1456736 h 2279038"/>
              <a:gd name="connsiteX25" fmla="*/ 1737353 w 1857234"/>
              <a:gd name="connsiteY25" fmla="*/ 1549870 h 2279038"/>
              <a:gd name="connsiteX26" fmla="*/ 1788153 w 1857234"/>
              <a:gd name="connsiteY26" fmla="*/ 1524470 h 2279038"/>
              <a:gd name="connsiteX27" fmla="*/ 1810167 w 1857234"/>
              <a:gd name="connsiteY27" fmla="*/ 1405936 h 2279038"/>
              <a:gd name="connsiteX28" fmla="*/ 1849113 w 1857234"/>
              <a:gd name="connsiteY28" fmla="*/ 1309416 h 2279038"/>
              <a:gd name="connsiteX29" fmla="*/ 1855887 w 1857234"/>
              <a:gd name="connsiteY29" fmla="*/ 1211203 h 2279038"/>
              <a:gd name="connsiteX30" fmla="*/ 1830487 w 1857234"/>
              <a:gd name="connsiteY30" fmla="*/ 1092670 h 2279038"/>
              <a:gd name="connsiteX31" fmla="*/ 1754287 w 1857234"/>
              <a:gd name="connsiteY31" fmla="*/ 1118070 h 2279038"/>
              <a:gd name="connsiteX32" fmla="*/ 1720420 w 1857234"/>
              <a:gd name="connsiteY32" fmla="*/ 1164636 h 2279038"/>
              <a:gd name="connsiteX33" fmla="*/ 1686553 w 1857234"/>
              <a:gd name="connsiteY33" fmla="*/ 1236603 h 2279038"/>
              <a:gd name="connsiteX34" fmla="*/ 1703487 w 1857234"/>
              <a:gd name="connsiteY34" fmla="*/ 830203 h 2279038"/>
              <a:gd name="connsiteX35" fmla="*/ 1669620 w 1857234"/>
              <a:gd name="connsiteY35" fmla="*/ 505083 h 2279038"/>
              <a:gd name="connsiteX36" fmla="*/ 1474887 w 1857234"/>
              <a:gd name="connsiteY36" fmla="*/ 186736 h 2279038"/>
              <a:gd name="connsiteX37" fmla="*/ 1264278 w 1857234"/>
              <a:gd name="connsiteY37" fmla="*/ 62925 h 2279038"/>
              <a:gd name="connsiteX38" fmla="*/ 907620 w 1857234"/>
              <a:gd name="connsiteY38" fmla="*/ 470 h 2279038"/>
              <a:gd name="connsiteX39" fmla="*/ 699128 w 1857234"/>
              <a:gd name="connsiteY39" fmla="*/ 38246 h 2279038"/>
              <a:gd name="connsiteX0" fmla="*/ 699128 w 1857234"/>
              <a:gd name="connsiteY0" fmla="*/ 38246 h 2263673"/>
              <a:gd name="connsiteX1" fmla="*/ 530853 w 1857234"/>
              <a:gd name="connsiteY1" fmla="*/ 109476 h 2263673"/>
              <a:gd name="connsiteX2" fmla="*/ 359403 w 1857234"/>
              <a:gd name="connsiteY2" fmla="*/ 226951 h 2263673"/>
              <a:gd name="connsiteX3" fmla="*/ 194303 w 1857234"/>
              <a:gd name="connsiteY3" fmla="*/ 500001 h 2263673"/>
              <a:gd name="connsiteX4" fmla="*/ 143503 w 1857234"/>
              <a:gd name="connsiteY4" fmla="*/ 690502 h 2263673"/>
              <a:gd name="connsiteX5" fmla="*/ 143503 w 1857234"/>
              <a:gd name="connsiteY5" fmla="*/ 1058801 h 2263673"/>
              <a:gd name="connsiteX6" fmla="*/ 144562 w 1857234"/>
              <a:gd name="connsiteY6" fmla="*/ 1196386 h 2263673"/>
              <a:gd name="connsiteX7" fmla="*/ 92704 w 1857234"/>
              <a:gd name="connsiteY7" fmla="*/ 1145586 h 2263673"/>
              <a:gd name="connsiteX8" fmla="*/ 13329 w 1857234"/>
              <a:gd name="connsiteY8" fmla="*/ 1150878 h 2263673"/>
              <a:gd name="connsiteX9" fmla="*/ 1687 w 1857234"/>
              <a:gd name="connsiteY9" fmla="*/ 1262003 h 2263673"/>
              <a:gd name="connsiteX10" fmla="*/ 31320 w 1857234"/>
              <a:gd name="connsiteY10" fmla="*/ 1405937 h 2263673"/>
              <a:gd name="connsiteX11" fmla="*/ 99053 w 1857234"/>
              <a:gd name="connsiteY11" fmla="*/ 1511770 h 2263673"/>
              <a:gd name="connsiteX12" fmla="*/ 149853 w 1857234"/>
              <a:gd name="connsiteY12" fmla="*/ 1609136 h 2263673"/>
              <a:gd name="connsiteX13" fmla="*/ 213353 w 1857234"/>
              <a:gd name="connsiteY13" fmla="*/ 1626070 h 2263673"/>
              <a:gd name="connsiteX14" fmla="*/ 221820 w 1857234"/>
              <a:gd name="connsiteY14" fmla="*/ 1566803 h 2263673"/>
              <a:gd name="connsiteX15" fmla="*/ 221820 w 1857234"/>
              <a:gd name="connsiteY15" fmla="*/ 1532936 h 2263673"/>
              <a:gd name="connsiteX16" fmla="*/ 348820 w 1857234"/>
              <a:gd name="connsiteY16" fmla="*/ 1761536 h 2263673"/>
              <a:gd name="connsiteX17" fmla="*/ 484287 w 1857234"/>
              <a:gd name="connsiteY17" fmla="*/ 1998603 h 2263673"/>
              <a:gd name="connsiteX18" fmla="*/ 868502 w 1857234"/>
              <a:gd name="connsiteY18" fmla="*/ 2239950 h 2263673"/>
              <a:gd name="connsiteX19" fmla="*/ 1132832 w 1857234"/>
              <a:gd name="connsiteY19" fmla="*/ 2232550 h 2263673"/>
              <a:gd name="connsiteX20" fmla="*/ 1402073 w 1857234"/>
              <a:gd name="connsiteY20" fmla="*/ 2044321 h 2263673"/>
              <a:gd name="connsiteX21" fmla="*/ 1562940 w 1857234"/>
              <a:gd name="connsiteY21" fmla="*/ 1893616 h 2263673"/>
              <a:gd name="connsiteX22" fmla="*/ 1645913 w 1857234"/>
              <a:gd name="connsiteY22" fmla="*/ 1754761 h 2263673"/>
              <a:gd name="connsiteX23" fmla="*/ 1686553 w 1857234"/>
              <a:gd name="connsiteY23" fmla="*/ 1524470 h 2263673"/>
              <a:gd name="connsiteX24" fmla="*/ 1678087 w 1857234"/>
              <a:gd name="connsiteY24" fmla="*/ 1456736 h 2263673"/>
              <a:gd name="connsiteX25" fmla="*/ 1737353 w 1857234"/>
              <a:gd name="connsiteY25" fmla="*/ 1549870 h 2263673"/>
              <a:gd name="connsiteX26" fmla="*/ 1788153 w 1857234"/>
              <a:gd name="connsiteY26" fmla="*/ 1524470 h 2263673"/>
              <a:gd name="connsiteX27" fmla="*/ 1810167 w 1857234"/>
              <a:gd name="connsiteY27" fmla="*/ 1405936 h 2263673"/>
              <a:gd name="connsiteX28" fmla="*/ 1849113 w 1857234"/>
              <a:gd name="connsiteY28" fmla="*/ 1309416 h 2263673"/>
              <a:gd name="connsiteX29" fmla="*/ 1855887 w 1857234"/>
              <a:gd name="connsiteY29" fmla="*/ 1211203 h 2263673"/>
              <a:gd name="connsiteX30" fmla="*/ 1830487 w 1857234"/>
              <a:gd name="connsiteY30" fmla="*/ 1092670 h 2263673"/>
              <a:gd name="connsiteX31" fmla="*/ 1754287 w 1857234"/>
              <a:gd name="connsiteY31" fmla="*/ 1118070 h 2263673"/>
              <a:gd name="connsiteX32" fmla="*/ 1720420 w 1857234"/>
              <a:gd name="connsiteY32" fmla="*/ 1164636 h 2263673"/>
              <a:gd name="connsiteX33" fmla="*/ 1686553 w 1857234"/>
              <a:gd name="connsiteY33" fmla="*/ 1236603 h 2263673"/>
              <a:gd name="connsiteX34" fmla="*/ 1703487 w 1857234"/>
              <a:gd name="connsiteY34" fmla="*/ 830203 h 2263673"/>
              <a:gd name="connsiteX35" fmla="*/ 1669620 w 1857234"/>
              <a:gd name="connsiteY35" fmla="*/ 505083 h 2263673"/>
              <a:gd name="connsiteX36" fmla="*/ 1474887 w 1857234"/>
              <a:gd name="connsiteY36" fmla="*/ 186736 h 2263673"/>
              <a:gd name="connsiteX37" fmla="*/ 1264278 w 1857234"/>
              <a:gd name="connsiteY37" fmla="*/ 62925 h 2263673"/>
              <a:gd name="connsiteX38" fmla="*/ 907620 w 1857234"/>
              <a:gd name="connsiteY38" fmla="*/ 470 h 2263673"/>
              <a:gd name="connsiteX39" fmla="*/ 699128 w 1857234"/>
              <a:gd name="connsiteY39" fmla="*/ 38246 h 2263673"/>
              <a:gd name="connsiteX0" fmla="*/ 699128 w 1857234"/>
              <a:gd name="connsiteY0" fmla="*/ 38246 h 2262944"/>
              <a:gd name="connsiteX1" fmla="*/ 530853 w 1857234"/>
              <a:gd name="connsiteY1" fmla="*/ 109476 h 2262944"/>
              <a:gd name="connsiteX2" fmla="*/ 359403 w 1857234"/>
              <a:gd name="connsiteY2" fmla="*/ 226951 h 2262944"/>
              <a:gd name="connsiteX3" fmla="*/ 194303 w 1857234"/>
              <a:gd name="connsiteY3" fmla="*/ 500001 h 2262944"/>
              <a:gd name="connsiteX4" fmla="*/ 143503 w 1857234"/>
              <a:gd name="connsiteY4" fmla="*/ 690502 h 2262944"/>
              <a:gd name="connsiteX5" fmla="*/ 143503 w 1857234"/>
              <a:gd name="connsiteY5" fmla="*/ 1058801 h 2262944"/>
              <a:gd name="connsiteX6" fmla="*/ 144562 w 1857234"/>
              <a:gd name="connsiteY6" fmla="*/ 1196386 h 2262944"/>
              <a:gd name="connsiteX7" fmla="*/ 92704 w 1857234"/>
              <a:gd name="connsiteY7" fmla="*/ 1145586 h 2262944"/>
              <a:gd name="connsiteX8" fmla="*/ 13329 w 1857234"/>
              <a:gd name="connsiteY8" fmla="*/ 1150878 h 2262944"/>
              <a:gd name="connsiteX9" fmla="*/ 1687 w 1857234"/>
              <a:gd name="connsiteY9" fmla="*/ 1262003 h 2262944"/>
              <a:gd name="connsiteX10" fmla="*/ 31320 w 1857234"/>
              <a:gd name="connsiteY10" fmla="*/ 1405937 h 2262944"/>
              <a:gd name="connsiteX11" fmla="*/ 99053 w 1857234"/>
              <a:gd name="connsiteY11" fmla="*/ 1511770 h 2262944"/>
              <a:gd name="connsiteX12" fmla="*/ 149853 w 1857234"/>
              <a:gd name="connsiteY12" fmla="*/ 1609136 h 2262944"/>
              <a:gd name="connsiteX13" fmla="*/ 213353 w 1857234"/>
              <a:gd name="connsiteY13" fmla="*/ 1626070 h 2262944"/>
              <a:gd name="connsiteX14" fmla="*/ 221820 w 1857234"/>
              <a:gd name="connsiteY14" fmla="*/ 1566803 h 2262944"/>
              <a:gd name="connsiteX15" fmla="*/ 221820 w 1857234"/>
              <a:gd name="connsiteY15" fmla="*/ 1532936 h 2262944"/>
              <a:gd name="connsiteX16" fmla="*/ 348820 w 1857234"/>
              <a:gd name="connsiteY16" fmla="*/ 1761536 h 2262944"/>
              <a:gd name="connsiteX17" fmla="*/ 484287 w 1857234"/>
              <a:gd name="connsiteY17" fmla="*/ 1998603 h 2262944"/>
              <a:gd name="connsiteX18" fmla="*/ 868502 w 1857234"/>
              <a:gd name="connsiteY18" fmla="*/ 2239950 h 2262944"/>
              <a:gd name="connsiteX19" fmla="*/ 1132832 w 1857234"/>
              <a:gd name="connsiteY19" fmla="*/ 2232550 h 2262944"/>
              <a:gd name="connsiteX20" fmla="*/ 1370068 w 1857234"/>
              <a:gd name="connsiteY20" fmla="*/ 2058400 h 2262944"/>
              <a:gd name="connsiteX21" fmla="*/ 1562940 w 1857234"/>
              <a:gd name="connsiteY21" fmla="*/ 1893616 h 2262944"/>
              <a:gd name="connsiteX22" fmla="*/ 1645913 w 1857234"/>
              <a:gd name="connsiteY22" fmla="*/ 1754761 h 2262944"/>
              <a:gd name="connsiteX23" fmla="*/ 1686553 w 1857234"/>
              <a:gd name="connsiteY23" fmla="*/ 1524470 h 2262944"/>
              <a:gd name="connsiteX24" fmla="*/ 1678087 w 1857234"/>
              <a:gd name="connsiteY24" fmla="*/ 1456736 h 2262944"/>
              <a:gd name="connsiteX25" fmla="*/ 1737353 w 1857234"/>
              <a:gd name="connsiteY25" fmla="*/ 1549870 h 2262944"/>
              <a:gd name="connsiteX26" fmla="*/ 1788153 w 1857234"/>
              <a:gd name="connsiteY26" fmla="*/ 1524470 h 2262944"/>
              <a:gd name="connsiteX27" fmla="*/ 1810167 w 1857234"/>
              <a:gd name="connsiteY27" fmla="*/ 1405936 h 2262944"/>
              <a:gd name="connsiteX28" fmla="*/ 1849113 w 1857234"/>
              <a:gd name="connsiteY28" fmla="*/ 1309416 h 2262944"/>
              <a:gd name="connsiteX29" fmla="*/ 1855887 w 1857234"/>
              <a:gd name="connsiteY29" fmla="*/ 1211203 h 2262944"/>
              <a:gd name="connsiteX30" fmla="*/ 1830487 w 1857234"/>
              <a:gd name="connsiteY30" fmla="*/ 1092670 h 2262944"/>
              <a:gd name="connsiteX31" fmla="*/ 1754287 w 1857234"/>
              <a:gd name="connsiteY31" fmla="*/ 1118070 h 2262944"/>
              <a:gd name="connsiteX32" fmla="*/ 1720420 w 1857234"/>
              <a:gd name="connsiteY32" fmla="*/ 1164636 h 2262944"/>
              <a:gd name="connsiteX33" fmla="*/ 1686553 w 1857234"/>
              <a:gd name="connsiteY33" fmla="*/ 1236603 h 2262944"/>
              <a:gd name="connsiteX34" fmla="*/ 1703487 w 1857234"/>
              <a:gd name="connsiteY34" fmla="*/ 830203 h 2262944"/>
              <a:gd name="connsiteX35" fmla="*/ 1669620 w 1857234"/>
              <a:gd name="connsiteY35" fmla="*/ 505083 h 2262944"/>
              <a:gd name="connsiteX36" fmla="*/ 1474887 w 1857234"/>
              <a:gd name="connsiteY36" fmla="*/ 186736 h 2262944"/>
              <a:gd name="connsiteX37" fmla="*/ 1264278 w 1857234"/>
              <a:gd name="connsiteY37" fmla="*/ 62925 h 2262944"/>
              <a:gd name="connsiteX38" fmla="*/ 907620 w 1857234"/>
              <a:gd name="connsiteY38" fmla="*/ 470 h 2262944"/>
              <a:gd name="connsiteX39" fmla="*/ 699128 w 1857234"/>
              <a:gd name="connsiteY39" fmla="*/ 38246 h 2262944"/>
              <a:gd name="connsiteX0" fmla="*/ 699128 w 1857234"/>
              <a:gd name="connsiteY0" fmla="*/ 38246 h 2262944"/>
              <a:gd name="connsiteX1" fmla="*/ 530853 w 1857234"/>
              <a:gd name="connsiteY1" fmla="*/ 109476 h 2262944"/>
              <a:gd name="connsiteX2" fmla="*/ 359403 w 1857234"/>
              <a:gd name="connsiteY2" fmla="*/ 226951 h 2262944"/>
              <a:gd name="connsiteX3" fmla="*/ 194303 w 1857234"/>
              <a:gd name="connsiteY3" fmla="*/ 500001 h 2262944"/>
              <a:gd name="connsiteX4" fmla="*/ 143503 w 1857234"/>
              <a:gd name="connsiteY4" fmla="*/ 690502 h 2262944"/>
              <a:gd name="connsiteX5" fmla="*/ 143503 w 1857234"/>
              <a:gd name="connsiteY5" fmla="*/ 1058801 h 2262944"/>
              <a:gd name="connsiteX6" fmla="*/ 144562 w 1857234"/>
              <a:gd name="connsiteY6" fmla="*/ 1196386 h 2262944"/>
              <a:gd name="connsiteX7" fmla="*/ 92704 w 1857234"/>
              <a:gd name="connsiteY7" fmla="*/ 1145586 h 2262944"/>
              <a:gd name="connsiteX8" fmla="*/ 13329 w 1857234"/>
              <a:gd name="connsiteY8" fmla="*/ 1150878 h 2262944"/>
              <a:gd name="connsiteX9" fmla="*/ 1687 w 1857234"/>
              <a:gd name="connsiteY9" fmla="*/ 1262003 h 2262944"/>
              <a:gd name="connsiteX10" fmla="*/ 31320 w 1857234"/>
              <a:gd name="connsiteY10" fmla="*/ 1405937 h 2262944"/>
              <a:gd name="connsiteX11" fmla="*/ 99053 w 1857234"/>
              <a:gd name="connsiteY11" fmla="*/ 1511770 h 2262944"/>
              <a:gd name="connsiteX12" fmla="*/ 149853 w 1857234"/>
              <a:gd name="connsiteY12" fmla="*/ 1609136 h 2262944"/>
              <a:gd name="connsiteX13" fmla="*/ 213353 w 1857234"/>
              <a:gd name="connsiteY13" fmla="*/ 1626070 h 2262944"/>
              <a:gd name="connsiteX14" fmla="*/ 221820 w 1857234"/>
              <a:gd name="connsiteY14" fmla="*/ 1566803 h 2262944"/>
              <a:gd name="connsiteX15" fmla="*/ 221820 w 1857234"/>
              <a:gd name="connsiteY15" fmla="*/ 1532936 h 2262944"/>
              <a:gd name="connsiteX16" fmla="*/ 348820 w 1857234"/>
              <a:gd name="connsiteY16" fmla="*/ 1761536 h 2262944"/>
              <a:gd name="connsiteX17" fmla="*/ 484287 w 1857234"/>
              <a:gd name="connsiteY17" fmla="*/ 1998603 h 2262944"/>
              <a:gd name="connsiteX18" fmla="*/ 868502 w 1857234"/>
              <a:gd name="connsiteY18" fmla="*/ 2239950 h 2262944"/>
              <a:gd name="connsiteX19" fmla="*/ 1132832 w 1857234"/>
              <a:gd name="connsiteY19" fmla="*/ 2232550 h 2262944"/>
              <a:gd name="connsiteX20" fmla="*/ 1370068 w 1857234"/>
              <a:gd name="connsiteY20" fmla="*/ 2058400 h 2262944"/>
              <a:gd name="connsiteX21" fmla="*/ 1538047 w 1857234"/>
              <a:gd name="connsiteY21" fmla="*/ 1897136 h 2262944"/>
              <a:gd name="connsiteX22" fmla="*/ 1645913 w 1857234"/>
              <a:gd name="connsiteY22" fmla="*/ 1754761 h 2262944"/>
              <a:gd name="connsiteX23" fmla="*/ 1686553 w 1857234"/>
              <a:gd name="connsiteY23" fmla="*/ 1524470 h 2262944"/>
              <a:gd name="connsiteX24" fmla="*/ 1678087 w 1857234"/>
              <a:gd name="connsiteY24" fmla="*/ 1456736 h 2262944"/>
              <a:gd name="connsiteX25" fmla="*/ 1737353 w 1857234"/>
              <a:gd name="connsiteY25" fmla="*/ 1549870 h 2262944"/>
              <a:gd name="connsiteX26" fmla="*/ 1788153 w 1857234"/>
              <a:gd name="connsiteY26" fmla="*/ 1524470 h 2262944"/>
              <a:gd name="connsiteX27" fmla="*/ 1810167 w 1857234"/>
              <a:gd name="connsiteY27" fmla="*/ 1405936 h 2262944"/>
              <a:gd name="connsiteX28" fmla="*/ 1849113 w 1857234"/>
              <a:gd name="connsiteY28" fmla="*/ 1309416 h 2262944"/>
              <a:gd name="connsiteX29" fmla="*/ 1855887 w 1857234"/>
              <a:gd name="connsiteY29" fmla="*/ 1211203 h 2262944"/>
              <a:gd name="connsiteX30" fmla="*/ 1830487 w 1857234"/>
              <a:gd name="connsiteY30" fmla="*/ 1092670 h 2262944"/>
              <a:gd name="connsiteX31" fmla="*/ 1754287 w 1857234"/>
              <a:gd name="connsiteY31" fmla="*/ 1118070 h 2262944"/>
              <a:gd name="connsiteX32" fmla="*/ 1720420 w 1857234"/>
              <a:gd name="connsiteY32" fmla="*/ 1164636 h 2262944"/>
              <a:gd name="connsiteX33" fmla="*/ 1686553 w 1857234"/>
              <a:gd name="connsiteY33" fmla="*/ 1236603 h 2262944"/>
              <a:gd name="connsiteX34" fmla="*/ 1703487 w 1857234"/>
              <a:gd name="connsiteY34" fmla="*/ 830203 h 2262944"/>
              <a:gd name="connsiteX35" fmla="*/ 1669620 w 1857234"/>
              <a:gd name="connsiteY35" fmla="*/ 505083 h 2262944"/>
              <a:gd name="connsiteX36" fmla="*/ 1474887 w 1857234"/>
              <a:gd name="connsiteY36" fmla="*/ 186736 h 2262944"/>
              <a:gd name="connsiteX37" fmla="*/ 1264278 w 1857234"/>
              <a:gd name="connsiteY37" fmla="*/ 62925 h 2262944"/>
              <a:gd name="connsiteX38" fmla="*/ 907620 w 1857234"/>
              <a:gd name="connsiteY38" fmla="*/ 470 h 2262944"/>
              <a:gd name="connsiteX39" fmla="*/ 699128 w 1857234"/>
              <a:gd name="connsiteY39" fmla="*/ 38246 h 2262944"/>
              <a:gd name="connsiteX0" fmla="*/ 699128 w 1857234"/>
              <a:gd name="connsiteY0" fmla="*/ 38246 h 2262944"/>
              <a:gd name="connsiteX1" fmla="*/ 530853 w 1857234"/>
              <a:gd name="connsiteY1" fmla="*/ 109476 h 2262944"/>
              <a:gd name="connsiteX2" fmla="*/ 359403 w 1857234"/>
              <a:gd name="connsiteY2" fmla="*/ 226951 h 2262944"/>
              <a:gd name="connsiteX3" fmla="*/ 194303 w 1857234"/>
              <a:gd name="connsiteY3" fmla="*/ 500001 h 2262944"/>
              <a:gd name="connsiteX4" fmla="*/ 143503 w 1857234"/>
              <a:gd name="connsiteY4" fmla="*/ 690502 h 2262944"/>
              <a:gd name="connsiteX5" fmla="*/ 143503 w 1857234"/>
              <a:gd name="connsiteY5" fmla="*/ 1058801 h 2262944"/>
              <a:gd name="connsiteX6" fmla="*/ 144562 w 1857234"/>
              <a:gd name="connsiteY6" fmla="*/ 1196386 h 2262944"/>
              <a:gd name="connsiteX7" fmla="*/ 92704 w 1857234"/>
              <a:gd name="connsiteY7" fmla="*/ 1145586 h 2262944"/>
              <a:gd name="connsiteX8" fmla="*/ 13329 w 1857234"/>
              <a:gd name="connsiteY8" fmla="*/ 1150878 h 2262944"/>
              <a:gd name="connsiteX9" fmla="*/ 1687 w 1857234"/>
              <a:gd name="connsiteY9" fmla="*/ 1262003 h 2262944"/>
              <a:gd name="connsiteX10" fmla="*/ 31320 w 1857234"/>
              <a:gd name="connsiteY10" fmla="*/ 1405937 h 2262944"/>
              <a:gd name="connsiteX11" fmla="*/ 99053 w 1857234"/>
              <a:gd name="connsiteY11" fmla="*/ 1511770 h 2262944"/>
              <a:gd name="connsiteX12" fmla="*/ 149853 w 1857234"/>
              <a:gd name="connsiteY12" fmla="*/ 1609136 h 2262944"/>
              <a:gd name="connsiteX13" fmla="*/ 213353 w 1857234"/>
              <a:gd name="connsiteY13" fmla="*/ 1626070 h 2262944"/>
              <a:gd name="connsiteX14" fmla="*/ 221820 w 1857234"/>
              <a:gd name="connsiteY14" fmla="*/ 1566803 h 2262944"/>
              <a:gd name="connsiteX15" fmla="*/ 221820 w 1857234"/>
              <a:gd name="connsiteY15" fmla="*/ 1532936 h 2262944"/>
              <a:gd name="connsiteX16" fmla="*/ 348820 w 1857234"/>
              <a:gd name="connsiteY16" fmla="*/ 1761536 h 2262944"/>
              <a:gd name="connsiteX17" fmla="*/ 484287 w 1857234"/>
              <a:gd name="connsiteY17" fmla="*/ 1998603 h 2262944"/>
              <a:gd name="connsiteX18" fmla="*/ 868502 w 1857234"/>
              <a:gd name="connsiteY18" fmla="*/ 2239950 h 2262944"/>
              <a:gd name="connsiteX19" fmla="*/ 1132832 w 1857234"/>
              <a:gd name="connsiteY19" fmla="*/ 2232550 h 2262944"/>
              <a:gd name="connsiteX20" fmla="*/ 1370068 w 1857234"/>
              <a:gd name="connsiteY20" fmla="*/ 2058400 h 2262944"/>
              <a:gd name="connsiteX21" fmla="*/ 1538047 w 1857234"/>
              <a:gd name="connsiteY21" fmla="*/ 1897136 h 2262944"/>
              <a:gd name="connsiteX22" fmla="*/ 1635245 w 1857234"/>
              <a:gd name="connsiteY22" fmla="*/ 1744202 h 2262944"/>
              <a:gd name="connsiteX23" fmla="*/ 1686553 w 1857234"/>
              <a:gd name="connsiteY23" fmla="*/ 1524470 h 2262944"/>
              <a:gd name="connsiteX24" fmla="*/ 1678087 w 1857234"/>
              <a:gd name="connsiteY24" fmla="*/ 1456736 h 2262944"/>
              <a:gd name="connsiteX25" fmla="*/ 1737353 w 1857234"/>
              <a:gd name="connsiteY25" fmla="*/ 1549870 h 2262944"/>
              <a:gd name="connsiteX26" fmla="*/ 1788153 w 1857234"/>
              <a:gd name="connsiteY26" fmla="*/ 1524470 h 2262944"/>
              <a:gd name="connsiteX27" fmla="*/ 1810167 w 1857234"/>
              <a:gd name="connsiteY27" fmla="*/ 1405936 h 2262944"/>
              <a:gd name="connsiteX28" fmla="*/ 1849113 w 1857234"/>
              <a:gd name="connsiteY28" fmla="*/ 1309416 h 2262944"/>
              <a:gd name="connsiteX29" fmla="*/ 1855887 w 1857234"/>
              <a:gd name="connsiteY29" fmla="*/ 1211203 h 2262944"/>
              <a:gd name="connsiteX30" fmla="*/ 1830487 w 1857234"/>
              <a:gd name="connsiteY30" fmla="*/ 1092670 h 2262944"/>
              <a:gd name="connsiteX31" fmla="*/ 1754287 w 1857234"/>
              <a:gd name="connsiteY31" fmla="*/ 1118070 h 2262944"/>
              <a:gd name="connsiteX32" fmla="*/ 1720420 w 1857234"/>
              <a:gd name="connsiteY32" fmla="*/ 1164636 h 2262944"/>
              <a:gd name="connsiteX33" fmla="*/ 1686553 w 1857234"/>
              <a:gd name="connsiteY33" fmla="*/ 1236603 h 2262944"/>
              <a:gd name="connsiteX34" fmla="*/ 1703487 w 1857234"/>
              <a:gd name="connsiteY34" fmla="*/ 830203 h 2262944"/>
              <a:gd name="connsiteX35" fmla="*/ 1669620 w 1857234"/>
              <a:gd name="connsiteY35" fmla="*/ 505083 h 2262944"/>
              <a:gd name="connsiteX36" fmla="*/ 1474887 w 1857234"/>
              <a:gd name="connsiteY36" fmla="*/ 186736 h 2262944"/>
              <a:gd name="connsiteX37" fmla="*/ 1264278 w 1857234"/>
              <a:gd name="connsiteY37" fmla="*/ 62925 h 2262944"/>
              <a:gd name="connsiteX38" fmla="*/ 907620 w 1857234"/>
              <a:gd name="connsiteY38" fmla="*/ 470 h 2262944"/>
              <a:gd name="connsiteX39" fmla="*/ 699128 w 1857234"/>
              <a:gd name="connsiteY39" fmla="*/ 38246 h 2262944"/>
              <a:gd name="connsiteX0" fmla="*/ 699128 w 1857234"/>
              <a:gd name="connsiteY0" fmla="*/ 38246 h 2263942"/>
              <a:gd name="connsiteX1" fmla="*/ 530853 w 1857234"/>
              <a:gd name="connsiteY1" fmla="*/ 109476 h 2263942"/>
              <a:gd name="connsiteX2" fmla="*/ 359403 w 1857234"/>
              <a:gd name="connsiteY2" fmla="*/ 226951 h 2263942"/>
              <a:gd name="connsiteX3" fmla="*/ 194303 w 1857234"/>
              <a:gd name="connsiteY3" fmla="*/ 500001 h 2263942"/>
              <a:gd name="connsiteX4" fmla="*/ 143503 w 1857234"/>
              <a:gd name="connsiteY4" fmla="*/ 690502 h 2263942"/>
              <a:gd name="connsiteX5" fmla="*/ 143503 w 1857234"/>
              <a:gd name="connsiteY5" fmla="*/ 1058801 h 2263942"/>
              <a:gd name="connsiteX6" fmla="*/ 144562 w 1857234"/>
              <a:gd name="connsiteY6" fmla="*/ 1196386 h 2263942"/>
              <a:gd name="connsiteX7" fmla="*/ 92704 w 1857234"/>
              <a:gd name="connsiteY7" fmla="*/ 1145586 h 2263942"/>
              <a:gd name="connsiteX8" fmla="*/ 13329 w 1857234"/>
              <a:gd name="connsiteY8" fmla="*/ 1150878 h 2263942"/>
              <a:gd name="connsiteX9" fmla="*/ 1687 w 1857234"/>
              <a:gd name="connsiteY9" fmla="*/ 1262003 h 2263942"/>
              <a:gd name="connsiteX10" fmla="*/ 31320 w 1857234"/>
              <a:gd name="connsiteY10" fmla="*/ 1405937 h 2263942"/>
              <a:gd name="connsiteX11" fmla="*/ 99053 w 1857234"/>
              <a:gd name="connsiteY11" fmla="*/ 1511770 h 2263942"/>
              <a:gd name="connsiteX12" fmla="*/ 149853 w 1857234"/>
              <a:gd name="connsiteY12" fmla="*/ 1609136 h 2263942"/>
              <a:gd name="connsiteX13" fmla="*/ 213353 w 1857234"/>
              <a:gd name="connsiteY13" fmla="*/ 1626070 h 2263942"/>
              <a:gd name="connsiteX14" fmla="*/ 221820 w 1857234"/>
              <a:gd name="connsiteY14" fmla="*/ 1566803 h 2263942"/>
              <a:gd name="connsiteX15" fmla="*/ 221820 w 1857234"/>
              <a:gd name="connsiteY15" fmla="*/ 1532936 h 2263942"/>
              <a:gd name="connsiteX16" fmla="*/ 348820 w 1857234"/>
              <a:gd name="connsiteY16" fmla="*/ 1761536 h 2263942"/>
              <a:gd name="connsiteX17" fmla="*/ 494956 w 1857234"/>
              <a:gd name="connsiteY17" fmla="*/ 1984524 h 2263942"/>
              <a:gd name="connsiteX18" fmla="*/ 868502 w 1857234"/>
              <a:gd name="connsiteY18" fmla="*/ 2239950 h 2263942"/>
              <a:gd name="connsiteX19" fmla="*/ 1132832 w 1857234"/>
              <a:gd name="connsiteY19" fmla="*/ 2232550 h 2263942"/>
              <a:gd name="connsiteX20" fmla="*/ 1370068 w 1857234"/>
              <a:gd name="connsiteY20" fmla="*/ 2058400 h 2263942"/>
              <a:gd name="connsiteX21" fmla="*/ 1538047 w 1857234"/>
              <a:gd name="connsiteY21" fmla="*/ 1897136 h 2263942"/>
              <a:gd name="connsiteX22" fmla="*/ 1635245 w 1857234"/>
              <a:gd name="connsiteY22" fmla="*/ 1744202 h 2263942"/>
              <a:gd name="connsiteX23" fmla="*/ 1686553 w 1857234"/>
              <a:gd name="connsiteY23" fmla="*/ 1524470 h 2263942"/>
              <a:gd name="connsiteX24" fmla="*/ 1678087 w 1857234"/>
              <a:gd name="connsiteY24" fmla="*/ 1456736 h 2263942"/>
              <a:gd name="connsiteX25" fmla="*/ 1737353 w 1857234"/>
              <a:gd name="connsiteY25" fmla="*/ 1549870 h 2263942"/>
              <a:gd name="connsiteX26" fmla="*/ 1788153 w 1857234"/>
              <a:gd name="connsiteY26" fmla="*/ 1524470 h 2263942"/>
              <a:gd name="connsiteX27" fmla="*/ 1810167 w 1857234"/>
              <a:gd name="connsiteY27" fmla="*/ 1405936 h 2263942"/>
              <a:gd name="connsiteX28" fmla="*/ 1849113 w 1857234"/>
              <a:gd name="connsiteY28" fmla="*/ 1309416 h 2263942"/>
              <a:gd name="connsiteX29" fmla="*/ 1855887 w 1857234"/>
              <a:gd name="connsiteY29" fmla="*/ 1211203 h 2263942"/>
              <a:gd name="connsiteX30" fmla="*/ 1830487 w 1857234"/>
              <a:gd name="connsiteY30" fmla="*/ 1092670 h 2263942"/>
              <a:gd name="connsiteX31" fmla="*/ 1754287 w 1857234"/>
              <a:gd name="connsiteY31" fmla="*/ 1118070 h 2263942"/>
              <a:gd name="connsiteX32" fmla="*/ 1720420 w 1857234"/>
              <a:gd name="connsiteY32" fmla="*/ 1164636 h 2263942"/>
              <a:gd name="connsiteX33" fmla="*/ 1686553 w 1857234"/>
              <a:gd name="connsiteY33" fmla="*/ 1236603 h 2263942"/>
              <a:gd name="connsiteX34" fmla="*/ 1703487 w 1857234"/>
              <a:gd name="connsiteY34" fmla="*/ 830203 h 2263942"/>
              <a:gd name="connsiteX35" fmla="*/ 1669620 w 1857234"/>
              <a:gd name="connsiteY35" fmla="*/ 505083 h 2263942"/>
              <a:gd name="connsiteX36" fmla="*/ 1474887 w 1857234"/>
              <a:gd name="connsiteY36" fmla="*/ 186736 h 2263942"/>
              <a:gd name="connsiteX37" fmla="*/ 1264278 w 1857234"/>
              <a:gd name="connsiteY37" fmla="*/ 62925 h 2263942"/>
              <a:gd name="connsiteX38" fmla="*/ 907620 w 1857234"/>
              <a:gd name="connsiteY38" fmla="*/ 470 h 2263942"/>
              <a:gd name="connsiteX39" fmla="*/ 699128 w 1857234"/>
              <a:gd name="connsiteY39" fmla="*/ 38246 h 2263942"/>
              <a:gd name="connsiteX0" fmla="*/ 699128 w 1857234"/>
              <a:gd name="connsiteY0" fmla="*/ 38246 h 2255841"/>
              <a:gd name="connsiteX1" fmla="*/ 530853 w 1857234"/>
              <a:gd name="connsiteY1" fmla="*/ 109476 h 2255841"/>
              <a:gd name="connsiteX2" fmla="*/ 359403 w 1857234"/>
              <a:gd name="connsiteY2" fmla="*/ 226951 h 2255841"/>
              <a:gd name="connsiteX3" fmla="*/ 194303 w 1857234"/>
              <a:gd name="connsiteY3" fmla="*/ 500001 h 2255841"/>
              <a:gd name="connsiteX4" fmla="*/ 143503 w 1857234"/>
              <a:gd name="connsiteY4" fmla="*/ 690502 h 2255841"/>
              <a:gd name="connsiteX5" fmla="*/ 143503 w 1857234"/>
              <a:gd name="connsiteY5" fmla="*/ 1058801 h 2255841"/>
              <a:gd name="connsiteX6" fmla="*/ 144562 w 1857234"/>
              <a:gd name="connsiteY6" fmla="*/ 1196386 h 2255841"/>
              <a:gd name="connsiteX7" fmla="*/ 92704 w 1857234"/>
              <a:gd name="connsiteY7" fmla="*/ 1145586 h 2255841"/>
              <a:gd name="connsiteX8" fmla="*/ 13329 w 1857234"/>
              <a:gd name="connsiteY8" fmla="*/ 1150878 h 2255841"/>
              <a:gd name="connsiteX9" fmla="*/ 1687 w 1857234"/>
              <a:gd name="connsiteY9" fmla="*/ 1262003 h 2255841"/>
              <a:gd name="connsiteX10" fmla="*/ 31320 w 1857234"/>
              <a:gd name="connsiteY10" fmla="*/ 1405937 h 2255841"/>
              <a:gd name="connsiteX11" fmla="*/ 99053 w 1857234"/>
              <a:gd name="connsiteY11" fmla="*/ 1511770 h 2255841"/>
              <a:gd name="connsiteX12" fmla="*/ 149853 w 1857234"/>
              <a:gd name="connsiteY12" fmla="*/ 1609136 h 2255841"/>
              <a:gd name="connsiteX13" fmla="*/ 213353 w 1857234"/>
              <a:gd name="connsiteY13" fmla="*/ 1626070 h 2255841"/>
              <a:gd name="connsiteX14" fmla="*/ 221820 w 1857234"/>
              <a:gd name="connsiteY14" fmla="*/ 1566803 h 2255841"/>
              <a:gd name="connsiteX15" fmla="*/ 221820 w 1857234"/>
              <a:gd name="connsiteY15" fmla="*/ 1532936 h 2255841"/>
              <a:gd name="connsiteX16" fmla="*/ 348820 w 1857234"/>
              <a:gd name="connsiteY16" fmla="*/ 1761536 h 2255841"/>
              <a:gd name="connsiteX17" fmla="*/ 494956 w 1857234"/>
              <a:gd name="connsiteY17" fmla="*/ 1984524 h 2255841"/>
              <a:gd name="connsiteX18" fmla="*/ 567865 w 1857234"/>
              <a:gd name="connsiteY18" fmla="*/ 2101798 h 2255841"/>
              <a:gd name="connsiteX19" fmla="*/ 868502 w 1857234"/>
              <a:gd name="connsiteY19" fmla="*/ 2239950 h 2255841"/>
              <a:gd name="connsiteX20" fmla="*/ 1132832 w 1857234"/>
              <a:gd name="connsiteY20" fmla="*/ 2232550 h 2255841"/>
              <a:gd name="connsiteX21" fmla="*/ 1370068 w 1857234"/>
              <a:gd name="connsiteY21" fmla="*/ 2058400 h 2255841"/>
              <a:gd name="connsiteX22" fmla="*/ 1538047 w 1857234"/>
              <a:gd name="connsiteY22" fmla="*/ 1897136 h 2255841"/>
              <a:gd name="connsiteX23" fmla="*/ 1635245 w 1857234"/>
              <a:gd name="connsiteY23" fmla="*/ 1744202 h 2255841"/>
              <a:gd name="connsiteX24" fmla="*/ 1686553 w 1857234"/>
              <a:gd name="connsiteY24" fmla="*/ 1524470 h 2255841"/>
              <a:gd name="connsiteX25" fmla="*/ 1678087 w 1857234"/>
              <a:gd name="connsiteY25" fmla="*/ 1456736 h 2255841"/>
              <a:gd name="connsiteX26" fmla="*/ 1737353 w 1857234"/>
              <a:gd name="connsiteY26" fmla="*/ 1549870 h 2255841"/>
              <a:gd name="connsiteX27" fmla="*/ 1788153 w 1857234"/>
              <a:gd name="connsiteY27" fmla="*/ 1524470 h 2255841"/>
              <a:gd name="connsiteX28" fmla="*/ 1810167 w 1857234"/>
              <a:gd name="connsiteY28" fmla="*/ 1405936 h 2255841"/>
              <a:gd name="connsiteX29" fmla="*/ 1849113 w 1857234"/>
              <a:gd name="connsiteY29" fmla="*/ 1309416 h 2255841"/>
              <a:gd name="connsiteX30" fmla="*/ 1855887 w 1857234"/>
              <a:gd name="connsiteY30" fmla="*/ 1211203 h 2255841"/>
              <a:gd name="connsiteX31" fmla="*/ 1830487 w 1857234"/>
              <a:gd name="connsiteY31" fmla="*/ 1092670 h 2255841"/>
              <a:gd name="connsiteX32" fmla="*/ 1754287 w 1857234"/>
              <a:gd name="connsiteY32" fmla="*/ 1118070 h 2255841"/>
              <a:gd name="connsiteX33" fmla="*/ 1720420 w 1857234"/>
              <a:gd name="connsiteY33" fmla="*/ 1164636 h 2255841"/>
              <a:gd name="connsiteX34" fmla="*/ 1686553 w 1857234"/>
              <a:gd name="connsiteY34" fmla="*/ 1236603 h 2255841"/>
              <a:gd name="connsiteX35" fmla="*/ 1703487 w 1857234"/>
              <a:gd name="connsiteY35" fmla="*/ 830203 h 2255841"/>
              <a:gd name="connsiteX36" fmla="*/ 1669620 w 1857234"/>
              <a:gd name="connsiteY36" fmla="*/ 505083 h 2255841"/>
              <a:gd name="connsiteX37" fmla="*/ 1474887 w 1857234"/>
              <a:gd name="connsiteY37" fmla="*/ 186736 h 2255841"/>
              <a:gd name="connsiteX38" fmla="*/ 1264278 w 1857234"/>
              <a:gd name="connsiteY38" fmla="*/ 62925 h 2255841"/>
              <a:gd name="connsiteX39" fmla="*/ 907620 w 1857234"/>
              <a:gd name="connsiteY39" fmla="*/ 470 h 2255841"/>
              <a:gd name="connsiteX40" fmla="*/ 699128 w 1857234"/>
              <a:gd name="connsiteY40" fmla="*/ 38246 h 2255841"/>
              <a:gd name="connsiteX0" fmla="*/ 699128 w 1857234"/>
              <a:gd name="connsiteY0" fmla="*/ 38246 h 2265321"/>
              <a:gd name="connsiteX1" fmla="*/ 530853 w 1857234"/>
              <a:gd name="connsiteY1" fmla="*/ 109476 h 2265321"/>
              <a:gd name="connsiteX2" fmla="*/ 359403 w 1857234"/>
              <a:gd name="connsiteY2" fmla="*/ 226951 h 2265321"/>
              <a:gd name="connsiteX3" fmla="*/ 194303 w 1857234"/>
              <a:gd name="connsiteY3" fmla="*/ 500001 h 2265321"/>
              <a:gd name="connsiteX4" fmla="*/ 143503 w 1857234"/>
              <a:gd name="connsiteY4" fmla="*/ 690502 h 2265321"/>
              <a:gd name="connsiteX5" fmla="*/ 143503 w 1857234"/>
              <a:gd name="connsiteY5" fmla="*/ 1058801 h 2265321"/>
              <a:gd name="connsiteX6" fmla="*/ 144562 w 1857234"/>
              <a:gd name="connsiteY6" fmla="*/ 1196386 h 2265321"/>
              <a:gd name="connsiteX7" fmla="*/ 92704 w 1857234"/>
              <a:gd name="connsiteY7" fmla="*/ 1145586 h 2265321"/>
              <a:gd name="connsiteX8" fmla="*/ 13329 w 1857234"/>
              <a:gd name="connsiteY8" fmla="*/ 1150878 h 2265321"/>
              <a:gd name="connsiteX9" fmla="*/ 1687 w 1857234"/>
              <a:gd name="connsiteY9" fmla="*/ 1262003 h 2265321"/>
              <a:gd name="connsiteX10" fmla="*/ 31320 w 1857234"/>
              <a:gd name="connsiteY10" fmla="*/ 1405937 h 2265321"/>
              <a:gd name="connsiteX11" fmla="*/ 99053 w 1857234"/>
              <a:gd name="connsiteY11" fmla="*/ 1511770 h 2265321"/>
              <a:gd name="connsiteX12" fmla="*/ 149853 w 1857234"/>
              <a:gd name="connsiteY12" fmla="*/ 1609136 h 2265321"/>
              <a:gd name="connsiteX13" fmla="*/ 213353 w 1857234"/>
              <a:gd name="connsiteY13" fmla="*/ 1626070 h 2265321"/>
              <a:gd name="connsiteX14" fmla="*/ 221820 w 1857234"/>
              <a:gd name="connsiteY14" fmla="*/ 1566803 h 2265321"/>
              <a:gd name="connsiteX15" fmla="*/ 221820 w 1857234"/>
              <a:gd name="connsiteY15" fmla="*/ 1532936 h 2265321"/>
              <a:gd name="connsiteX16" fmla="*/ 348820 w 1857234"/>
              <a:gd name="connsiteY16" fmla="*/ 1761536 h 2265321"/>
              <a:gd name="connsiteX17" fmla="*/ 494956 w 1857234"/>
              <a:gd name="connsiteY17" fmla="*/ 1984524 h 2265321"/>
              <a:gd name="connsiteX18" fmla="*/ 567865 w 1857234"/>
              <a:gd name="connsiteY18" fmla="*/ 2101798 h 2265321"/>
              <a:gd name="connsiteX19" fmla="*/ 849730 w 1857234"/>
              <a:gd name="connsiteY19" fmla="*/ 2253876 h 2265321"/>
              <a:gd name="connsiteX20" fmla="*/ 1132832 w 1857234"/>
              <a:gd name="connsiteY20" fmla="*/ 2232550 h 2265321"/>
              <a:gd name="connsiteX21" fmla="*/ 1370068 w 1857234"/>
              <a:gd name="connsiteY21" fmla="*/ 2058400 h 2265321"/>
              <a:gd name="connsiteX22" fmla="*/ 1538047 w 1857234"/>
              <a:gd name="connsiteY22" fmla="*/ 1897136 h 2265321"/>
              <a:gd name="connsiteX23" fmla="*/ 1635245 w 1857234"/>
              <a:gd name="connsiteY23" fmla="*/ 1744202 h 2265321"/>
              <a:gd name="connsiteX24" fmla="*/ 1686553 w 1857234"/>
              <a:gd name="connsiteY24" fmla="*/ 1524470 h 2265321"/>
              <a:gd name="connsiteX25" fmla="*/ 1678087 w 1857234"/>
              <a:gd name="connsiteY25" fmla="*/ 1456736 h 2265321"/>
              <a:gd name="connsiteX26" fmla="*/ 1737353 w 1857234"/>
              <a:gd name="connsiteY26" fmla="*/ 1549870 h 2265321"/>
              <a:gd name="connsiteX27" fmla="*/ 1788153 w 1857234"/>
              <a:gd name="connsiteY27" fmla="*/ 1524470 h 2265321"/>
              <a:gd name="connsiteX28" fmla="*/ 1810167 w 1857234"/>
              <a:gd name="connsiteY28" fmla="*/ 1405936 h 2265321"/>
              <a:gd name="connsiteX29" fmla="*/ 1849113 w 1857234"/>
              <a:gd name="connsiteY29" fmla="*/ 1309416 h 2265321"/>
              <a:gd name="connsiteX30" fmla="*/ 1855887 w 1857234"/>
              <a:gd name="connsiteY30" fmla="*/ 1211203 h 2265321"/>
              <a:gd name="connsiteX31" fmla="*/ 1830487 w 1857234"/>
              <a:gd name="connsiteY31" fmla="*/ 1092670 h 2265321"/>
              <a:gd name="connsiteX32" fmla="*/ 1754287 w 1857234"/>
              <a:gd name="connsiteY32" fmla="*/ 1118070 h 2265321"/>
              <a:gd name="connsiteX33" fmla="*/ 1720420 w 1857234"/>
              <a:gd name="connsiteY33" fmla="*/ 1164636 h 2265321"/>
              <a:gd name="connsiteX34" fmla="*/ 1686553 w 1857234"/>
              <a:gd name="connsiteY34" fmla="*/ 1236603 h 2265321"/>
              <a:gd name="connsiteX35" fmla="*/ 1703487 w 1857234"/>
              <a:gd name="connsiteY35" fmla="*/ 830203 h 2265321"/>
              <a:gd name="connsiteX36" fmla="*/ 1669620 w 1857234"/>
              <a:gd name="connsiteY36" fmla="*/ 505083 h 2265321"/>
              <a:gd name="connsiteX37" fmla="*/ 1474887 w 1857234"/>
              <a:gd name="connsiteY37" fmla="*/ 186736 h 2265321"/>
              <a:gd name="connsiteX38" fmla="*/ 1264278 w 1857234"/>
              <a:gd name="connsiteY38" fmla="*/ 62925 h 2265321"/>
              <a:gd name="connsiteX39" fmla="*/ 907620 w 1857234"/>
              <a:gd name="connsiteY39" fmla="*/ 470 h 2265321"/>
              <a:gd name="connsiteX40" fmla="*/ 699128 w 1857234"/>
              <a:gd name="connsiteY40" fmla="*/ 38246 h 2265321"/>
              <a:gd name="connsiteX0" fmla="*/ 699128 w 1857234"/>
              <a:gd name="connsiteY0" fmla="*/ 38246 h 2265321"/>
              <a:gd name="connsiteX1" fmla="*/ 530853 w 1857234"/>
              <a:gd name="connsiteY1" fmla="*/ 109476 h 2265321"/>
              <a:gd name="connsiteX2" fmla="*/ 359403 w 1857234"/>
              <a:gd name="connsiteY2" fmla="*/ 226951 h 2265321"/>
              <a:gd name="connsiteX3" fmla="*/ 194303 w 1857234"/>
              <a:gd name="connsiteY3" fmla="*/ 500001 h 2265321"/>
              <a:gd name="connsiteX4" fmla="*/ 143503 w 1857234"/>
              <a:gd name="connsiteY4" fmla="*/ 690502 h 2265321"/>
              <a:gd name="connsiteX5" fmla="*/ 143503 w 1857234"/>
              <a:gd name="connsiteY5" fmla="*/ 1058801 h 2265321"/>
              <a:gd name="connsiteX6" fmla="*/ 144562 w 1857234"/>
              <a:gd name="connsiteY6" fmla="*/ 1196386 h 2265321"/>
              <a:gd name="connsiteX7" fmla="*/ 92704 w 1857234"/>
              <a:gd name="connsiteY7" fmla="*/ 1145586 h 2265321"/>
              <a:gd name="connsiteX8" fmla="*/ 13329 w 1857234"/>
              <a:gd name="connsiteY8" fmla="*/ 1150878 h 2265321"/>
              <a:gd name="connsiteX9" fmla="*/ 1687 w 1857234"/>
              <a:gd name="connsiteY9" fmla="*/ 1262003 h 2265321"/>
              <a:gd name="connsiteX10" fmla="*/ 31320 w 1857234"/>
              <a:gd name="connsiteY10" fmla="*/ 1405937 h 2265321"/>
              <a:gd name="connsiteX11" fmla="*/ 99053 w 1857234"/>
              <a:gd name="connsiteY11" fmla="*/ 1511770 h 2265321"/>
              <a:gd name="connsiteX12" fmla="*/ 149853 w 1857234"/>
              <a:gd name="connsiteY12" fmla="*/ 1609136 h 2265321"/>
              <a:gd name="connsiteX13" fmla="*/ 213353 w 1857234"/>
              <a:gd name="connsiteY13" fmla="*/ 1626070 h 2265321"/>
              <a:gd name="connsiteX14" fmla="*/ 221820 w 1857234"/>
              <a:gd name="connsiteY14" fmla="*/ 1566803 h 2265321"/>
              <a:gd name="connsiteX15" fmla="*/ 221820 w 1857234"/>
              <a:gd name="connsiteY15" fmla="*/ 1532936 h 2265321"/>
              <a:gd name="connsiteX16" fmla="*/ 348820 w 1857234"/>
              <a:gd name="connsiteY16" fmla="*/ 1761536 h 2265321"/>
              <a:gd name="connsiteX17" fmla="*/ 424560 w 1857234"/>
              <a:gd name="connsiteY17" fmla="*/ 1933462 h 2265321"/>
              <a:gd name="connsiteX18" fmla="*/ 567865 w 1857234"/>
              <a:gd name="connsiteY18" fmla="*/ 2101798 h 2265321"/>
              <a:gd name="connsiteX19" fmla="*/ 849730 w 1857234"/>
              <a:gd name="connsiteY19" fmla="*/ 2253876 h 2265321"/>
              <a:gd name="connsiteX20" fmla="*/ 1132832 w 1857234"/>
              <a:gd name="connsiteY20" fmla="*/ 2232550 h 2265321"/>
              <a:gd name="connsiteX21" fmla="*/ 1370068 w 1857234"/>
              <a:gd name="connsiteY21" fmla="*/ 2058400 h 2265321"/>
              <a:gd name="connsiteX22" fmla="*/ 1538047 w 1857234"/>
              <a:gd name="connsiteY22" fmla="*/ 1897136 h 2265321"/>
              <a:gd name="connsiteX23" fmla="*/ 1635245 w 1857234"/>
              <a:gd name="connsiteY23" fmla="*/ 1744202 h 2265321"/>
              <a:gd name="connsiteX24" fmla="*/ 1686553 w 1857234"/>
              <a:gd name="connsiteY24" fmla="*/ 1524470 h 2265321"/>
              <a:gd name="connsiteX25" fmla="*/ 1678087 w 1857234"/>
              <a:gd name="connsiteY25" fmla="*/ 1456736 h 2265321"/>
              <a:gd name="connsiteX26" fmla="*/ 1737353 w 1857234"/>
              <a:gd name="connsiteY26" fmla="*/ 1549870 h 2265321"/>
              <a:gd name="connsiteX27" fmla="*/ 1788153 w 1857234"/>
              <a:gd name="connsiteY27" fmla="*/ 1524470 h 2265321"/>
              <a:gd name="connsiteX28" fmla="*/ 1810167 w 1857234"/>
              <a:gd name="connsiteY28" fmla="*/ 1405936 h 2265321"/>
              <a:gd name="connsiteX29" fmla="*/ 1849113 w 1857234"/>
              <a:gd name="connsiteY29" fmla="*/ 1309416 h 2265321"/>
              <a:gd name="connsiteX30" fmla="*/ 1855887 w 1857234"/>
              <a:gd name="connsiteY30" fmla="*/ 1211203 h 2265321"/>
              <a:gd name="connsiteX31" fmla="*/ 1830487 w 1857234"/>
              <a:gd name="connsiteY31" fmla="*/ 1092670 h 2265321"/>
              <a:gd name="connsiteX32" fmla="*/ 1754287 w 1857234"/>
              <a:gd name="connsiteY32" fmla="*/ 1118070 h 2265321"/>
              <a:gd name="connsiteX33" fmla="*/ 1720420 w 1857234"/>
              <a:gd name="connsiteY33" fmla="*/ 1164636 h 2265321"/>
              <a:gd name="connsiteX34" fmla="*/ 1686553 w 1857234"/>
              <a:gd name="connsiteY34" fmla="*/ 1236603 h 2265321"/>
              <a:gd name="connsiteX35" fmla="*/ 1703487 w 1857234"/>
              <a:gd name="connsiteY35" fmla="*/ 830203 h 2265321"/>
              <a:gd name="connsiteX36" fmla="*/ 1669620 w 1857234"/>
              <a:gd name="connsiteY36" fmla="*/ 505083 h 2265321"/>
              <a:gd name="connsiteX37" fmla="*/ 1474887 w 1857234"/>
              <a:gd name="connsiteY37" fmla="*/ 186736 h 2265321"/>
              <a:gd name="connsiteX38" fmla="*/ 1264278 w 1857234"/>
              <a:gd name="connsiteY38" fmla="*/ 62925 h 2265321"/>
              <a:gd name="connsiteX39" fmla="*/ 907620 w 1857234"/>
              <a:gd name="connsiteY39" fmla="*/ 470 h 2265321"/>
              <a:gd name="connsiteX40" fmla="*/ 699128 w 1857234"/>
              <a:gd name="connsiteY40" fmla="*/ 38246 h 2265321"/>
              <a:gd name="connsiteX0" fmla="*/ 699128 w 1857234"/>
              <a:gd name="connsiteY0" fmla="*/ 38246 h 2263952"/>
              <a:gd name="connsiteX1" fmla="*/ 530853 w 1857234"/>
              <a:gd name="connsiteY1" fmla="*/ 109476 h 2263952"/>
              <a:gd name="connsiteX2" fmla="*/ 359403 w 1857234"/>
              <a:gd name="connsiteY2" fmla="*/ 226951 h 2263952"/>
              <a:gd name="connsiteX3" fmla="*/ 194303 w 1857234"/>
              <a:gd name="connsiteY3" fmla="*/ 500001 h 2263952"/>
              <a:gd name="connsiteX4" fmla="*/ 143503 w 1857234"/>
              <a:gd name="connsiteY4" fmla="*/ 690502 h 2263952"/>
              <a:gd name="connsiteX5" fmla="*/ 143503 w 1857234"/>
              <a:gd name="connsiteY5" fmla="*/ 1058801 h 2263952"/>
              <a:gd name="connsiteX6" fmla="*/ 144562 w 1857234"/>
              <a:gd name="connsiteY6" fmla="*/ 1196386 h 2263952"/>
              <a:gd name="connsiteX7" fmla="*/ 92704 w 1857234"/>
              <a:gd name="connsiteY7" fmla="*/ 1145586 h 2263952"/>
              <a:gd name="connsiteX8" fmla="*/ 13329 w 1857234"/>
              <a:gd name="connsiteY8" fmla="*/ 1150878 h 2263952"/>
              <a:gd name="connsiteX9" fmla="*/ 1687 w 1857234"/>
              <a:gd name="connsiteY9" fmla="*/ 1262003 h 2263952"/>
              <a:gd name="connsiteX10" fmla="*/ 31320 w 1857234"/>
              <a:gd name="connsiteY10" fmla="*/ 1405937 h 2263952"/>
              <a:gd name="connsiteX11" fmla="*/ 99053 w 1857234"/>
              <a:gd name="connsiteY11" fmla="*/ 1511770 h 2263952"/>
              <a:gd name="connsiteX12" fmla="*/ 149853 w 1857234"/>
              <a:gd name="connsiteY12" fmla="*/ 1609136 h 2263952"/>
              <a:gd name="connsiteX13" fmla="*/ 213353 w 1857234"/>
              <a:gd name="connsiteY13" fmla="*/ 1626070 h 2263952"/>
              <a:gd name="connsiteX14" fmla="*/ 221820 w 1857234"/>
              <a:gd name="connsiteY14" fmla="*/ 1566803 h 2263952"/>
              <a:gd name="connsiteX15" fmla="*/ 221820 w 1857234"/>
              <a:gd name="connsiteY15" fmla="*/ 1532936 h 2263952"/>
              <a:gd name="connsiteX16" fmla="*/ 348820 w 1857234"/>
              <a:gd name="connsiteY16" fmla="*/ 1761536 h 2263952"/>
              <a:gd name="connsiteX17" fmla="*/ 424560 w 1857234"/>
              <a:gd name="connsiteY17" fmla="*/ 1933462 h 2263952"/>
              <a:gd name="connsiteX18" fmla="*/ 605410 w 1857234"/>
              <a:gd name="connsiteY18" fmla="*/ 2120367 h 2263952"/>
              <a:gd name="connsiteX19" fmla="*/ 849730 w 1857234"/>
              <a:gd name="connsiteY19" fmla="*/ 2253876 h 2263952"/>
              <a:gd name="connsiteX20" fmla="*/ 1132832 w 1857234"/>
              <a:gd name="connsiteY20" fmla="*/ 2232550 h 2263952"/>
              <a:gd name="connsiteX21" fmla="*/ 1370068 w 1857234"/>
              <a:gd name="connsiteY21" fmla="*/ 2058400 h 2263952"/>
              <a:gd name="connsiteX22" fmla="*/ 1538047 w 1857234"/>
              <a:gd name="connsiteY22" fmla="*/ 1897136 h 2263952"/>
              <a:gd name="connsiteX23" fmla="*/ 1635245 w 1857234"/>
              <a:gd name="connsiteY23" fmla="*/ 1744202 h 2263952"/>
              <a:gd name="connsiteX24" fmla="*/ 1686553 w 1857234"/>
              <a:gd name="connsiteY24" fmla="*/ 1524470 h 2263952"/>
              <a:gd name="connsiteX25" fmla="*/ 1678087 w 1857234"/>
              <a:gd name="connsiteY25" fmla="*/ 1456736 h 2263952"/>
              <a:gd name="connsiteX26" fmla="*/ 1737353 w 1857234"/>
              <a:gd name="connsiteY26" fmla="*/ 1549870 h 2263952"/>
              <a:gd name="connsiteX27" fmla="*/ 1788153 w 1857234"/>
              <a:gd name="connsiteY27" fmla="*/ 1524470 h 2263952"/>
              <a:gd name="connsiteX28" fmla="*/ 1810167 w 1857234"/>
              <a:gd name="connsiteY28" fmla="*/ 1405936 h 2263952"/>
              <a:gd name="connsiteX29" fmla="*/ 1849113 w 1857234"/>
              <a:gd name="connsiteY29" fmla="*/ 1309416 h 2263952"/>
              <a:gd name="connsiteX30" fmla="*/ 1855887 w 1857234"/>
              <a:gd name="connsiteY30" fmla="*/ 1211203 h 2263952"/>
              <a:gd name="connsiteX31" fmla="*/ 1830487 w 1857234"/>
              <a:gd name="connsiteY31" fmla="*/ 1092670 h 2263952"/>
              <a:gd name="connsiteX32" fmla="*/ 1754287 w 1857234"/>
              <a:gd name="connsiteY32" fmla="*/ 1118070 h 2263952"/>
              <a:gd name="connsiteX33" fmla="*/ 1720420 w 1857234"/>
              <a:gd name="connsiteY33" fmla="*/ 1164636 h 2263952"/>
              <a:gd name="connsiteX34" fmla="*/ 1686553 w 1857234"/>
              <a:gd name="connsiteY34" fmla="*/ 1236603 h 2263952"/>
              <a:gd name="connsiteX35" fmla="*/ 1703487 w 1857234"/>
              <a:gd name="connsiteY35" fmla="*/ 830203 h 2263952"/>
              <a:gd name="connsiteX36" fmla="*/ 1669620 w 1857234"/>
              <a:gd name="connsiteY36" fmla="*/ 505083 h 2263952"/>
              <a:gd name="connsiteX37" fmla="*/ 1474887 w 1857234"/>
              <a:gd name="connsiteY37" fmla="*/ 186736 h 2263952"/>
              <a:gd name="connsiteX38" fmla="*/ 1264278 w 1857234"/>
              <a:gd name="connsiteY38" fmla="*/ 62925 h 2263952"/>
              <a:gd name="connsiteX39" fmla="*/ 907620 w 1857234"/>
              <a:gd name="connsiteY39" fmla="*/ 470 h 2263952"/>
              <a:gd name="connsiteX40" fmla="*/ 699128 w 1857234"/>
              <a:gd name="connsiteY40" fmla="*/ 38246 h 2263952"/>
              <a:gd name="connsiteX0" fmla="*/ 699128 w 1857234"/>
              <a:gd name="connsiteY0" fmla="*/ 38246 h 2254628"/>
              <a:gd name="connsiteX1" fmla="*/ 530853 w 1857234"/>
              <a:gd name="connsiteY1" fmla="*/ 109476 h 2254628"/>
              <a:gd name="connsiteX2" fmla="*/ 359403 w 1857234"/>
              <a:gd name="connsiteY2" fmla="*/ 226951 h 2254628"/>
              <a:gd name="connsiteX3" fmla="*/ 194303 w 1857234"/>
              <a:gd name="connsiteY3" fmla="*/ 500001 h 2254628"/>
              <a:gd name="connsiteX4" fmla="*/ 143503 w 1857234"/>
              <a:gd name="connsiteY4" fmla="*/ 690502 h 2254628"/>
              <a:gd name="connsiteX5" fmla="*/ 143503 w 1857234"/>
              <a:gd name="connsiteY5" fmla="*/ 1058801 h 2254628"/>
              <a:gd name="connsiteX6" fmla="*/ 144562 w 1857234"/>
              <a:gd name="connsiteY6" fmla="*/ 1196386 h 2254628"/>
              <a:gd name="connsiteX7" fmla="*/ 92704 w 1857234"/>
              <a:gd name="connsiteY7" fmla="*/ 1145586 h 2254628"/>
              <a:gd name="connsiteX8" fmla="*/ 13329 w 1857234"/>
              <a:gd name="connsiteY8" fmla="*/ 1150878 h 2254628"/>
              <a:gd name="connsiteX9" fmla="*/ 1687 w 1857234"/>
              <a:gd name="connsiteY9" fmla="*/ 1262003 h 2254628"/>
              <a:gd name="connsiteX10" fmla="*/ 31320 w 1857234"/>
              <a:gd name="connsiteY10" fmla="*/ 1405937 h 2254628"/>
              <a:gd name="connsiteX11" fmla="*/ 99053 w 1857234"/>
              <a:gd name="connsiteY11" fmla="*/ 1511770 h 2254628"/>
              <a:gd name="connsiteX12" fmla="*/ 149853 w 1857234"/>
              <a:gd name="connsiteY12" fmla="*/ 1609136 h 2254628"/>
              <a:gd name="connsiteX13" fmla="*/ 213353 w 1857234"/>
              <a:gd name="connsiteY13" fmla="*/ 1626070 h 2254628"/>
              <a:gd name="connsiteX14" fmla="*/ 221820 w 1857234"/>
              <a:gd name="connsiteY14" fmla="*/ 1566803 h 2254628"/>
              <a:gd name="connsiteX15" fmla="*/ 221820 w 1857234"/>
              <a:gd name="connsiteY15" fmla="*/ 1532936 h 2254628"/>
              <a:gd name="connsiteX16" fmla="*/ 348820 w 1857234"/>
              <a:gd name="connsiteY16" fmla="*/ 1761536 h 2254628"/>
              <a:gd name="connsiteX17" fmla="*/ 424560 w 1857234"/>
              <a:gd name="connsiteY17" fmla="*/ 1933462 h 2254628"/>
              <a:gd name="connsiteX18" fmla="*/ 605410 w 1857234"/>
              <a:gd name="connsiteY18" fmla="*/ 2120367 h 2254628"/>
              <a:gd name="connsiteX19" fmla="*/ 868503 w 1857234"/>
              <a:gd name="connsiteY19" fmla="*/ 2239950 h 2254628"/>
              <a:gd name="connsiteX20" fmla="*/ 1132832 w 1857234"/>
              <a:gd name="connsiteY20" fmla="*/ 2232550 h 2254628"/>
              <a:gd name="connsiteX21" fmla="*/ 1370068 w 1857234"/>
              <a:gd name="connsiteY21" fmla="*/ 2058400 h 2254628"/>
              <a:gd name="connsiteX22" fmla="*/ 1538047 w 1857234"/>
              <a:gd name="connsiteY22" fmla="*/ 1897136 h 2254628"/>
              <a:gd name="connsiteX23" fmla="*/ 1635245 w 1857234"/>
              <a:gd name="connsiteY23" fmla="*/ 1744202 h 2254628"/>
              <a:gd name="connsiteX24" fmla="*/ 1686553 w 1857234"/>
              <a:gd name="connsiteY24" fmla="*/ 1524470 h 2254628"/>
              <a:gd name="connsiteX25" fmla="*/ 1678087 w 1857234"/>
              <a:gd name="connsiteY25" fmla="*/ 1456736 h 2254628"/>
              <a:gd name="connsiteX26" fmla="*/ 1737353 w 1857234"/>
              <a:gd name="connsiteY26" fmla="*/ 1549870 h 2254628"/>
              <a:gd name="connsiteX27" fmla="*/ 1788153 w 1857234"/>
              <a:gd name="connsiteY27" fmla="*/ 1524470 h 2254628"/>
              <a:gd name="connsiteX28" fmla="*/ 1810167 w 1857234"/>
              <a:gd name="connsiteY28" fmla="*/ 1405936 h 2254628"/>
              <a:gd name="connsiteX29" fmla="*/ 1849113 w 1857234"/>
              <a:gd name="connsiteY29" fmla="*/ 1309416 h 2254628"/>
              <a:gd name="connsiteX30" fmla="*/ 1855887 w 1857234"/>
              <a:gd name="connsiteY30" fmla="*/ 1211203 h 2254628"/>
              <a:gd name="connsiteX31" fmla="*/ 1830487 w 1857234"/>
              <a:gd name="connsiteY31" fmla="*/ 1092670 h 2254628"/>
              <a:gd name="connsiteX32" fmla="*/ 1754287 w 1857234"/>
              <a:gd name="connsiteY32" fmla="*/ 1118070 h 2254628"/>
              <a:gd name="connsiteX33" fmla="*/ 1720420 w 1857234"/>
              <a:gd name="connsiteY33" fmla="*/ 1164636 h 2254628"/>
              <a:gd name="connsiteX34" fmla="*/ 1686553 w 1857234"/>
              <a:gd name="connsiteY34" fmla="*/ 1236603 h 2254628"/>
              <a:gd name="connsiteX35" fmla="*/ 1703487 w 1857234"/>
              <a:gd name="connsiteY35" fmla="*/ 830203 h 2254628"/>
              <a:gd name="connsiteX36" fmla="*/ 1669620 w 1857234"/>
              <a:gd name="connsiteY36" fmla="*/ 505083 h 2254628"/>
              <a:gd name="connsiteX37" fmla="*/ 1474887 w 1857234"/>
              <a:gd name="connsiteY37" fmla="*/ 186736 h 2254628"/>
              <a:gd name="connsiteX38" fmla="*/ 1264278 w 1857234"/>
              <a:gd name="connsiteY38" fmla="*/ 62925 h 2254628"/>
              <a:gd name="connsiteX39" fmla="*/ 907620 w 1857234"/>
              <a:gd name="connsiteY39" fmla="*/ 470 h 2254628"/>
              <a:gd name="connsiteX40" fmla="*/ 699128 w 1857234"/>
              <a:gd name="connsiteY40" fmla="*/ 38246 h 2254628"/>
              <a:gd name="connsiteX0" fmla="*/ 699128 w 1857234"/>
              <a:gd name="connsiteY0" fmla="*/ 38246 h 2254628"/>
              <a:gd name="connsiteX1" fmla="*/ 530853 w 1857234"/>
              <a:gd name="connsiteY1" fmla="*/ 109476 h 2254628"/>
              <a:gd name="connsiteX2" fmla="*/ 359403 w 1857234"/>
              <a:gd name="connsiteY2" fmla="*/ 226951 h 2254628"/>
              <a:gd name="connsiteX3" fmla="*/ 194303 w 1857234"/>
              <a:gd name="connsiteY3" fmla="*/ 500001 h 2254628"/>
              <a:gd name="connsiteX4" fmla="*/ 143503 w 1857234"/>
              <a:gd name="connsiteY4" fmla="*/ 690502 h 2254628"/>
              <a:gd name="connsiteX5" fmla="*/ 143503 w 1857234"/>
              <a:gd name="connsiteY5" fmla="*/ 1058801 h 2254628"/>
              <a:gd name="connsiteX6" fmla="*/ 144562 w 1857234"/>
              <a:gd name="connsiteY6" fmla="*/ 1196386 h 2254628"/>
              <a:gd name="connsiteX7" fmla="*/ 92704 w 1857234"/>
              <a:gd name="connsiteY7" fmla="*/ 1145586 h 2254628"/>
              <a:gd name="connsiteX8" fmla="*/ 13329 w 1857234"/>
              <a:gd name="connsiteY8" fmla="*/ 1150878 h 2254628"/>
              <a:gd name="connsiteX9" fmla="*/ 1687 w 1857234"/>
              <a:gd name="connsiteY9" fmla="*/ 1262003 h 2254628"/>
              <a:gd name="connsiteX10" fmla="*/ 31320 w 1857234"/>
              <a:gd name="connsiteY10" fmla="*/ 1405937 h 2254628"/>
              <a:gd name="connsiteX11" fmla="*/ 99053 w 1857234"/>
              <a:gd name="connsiteY11" fmla="*/ 1511770 h 2254628"/>
              <a:gd name="connsiteX12" fmla="*/ 149853 w 1857234"/>
              <a:gd name="connsiteY12" fmla="*/ 1609136 h 2254628"/>
              <a:gd name="connsiteX13" fmla="*/ 213353 w 1857234"/>
              <a:gd name="connsiteY13" fmla="*/ 1626070 h 2254628"/>
              <a:gd name="connsiteX14" fmla="*/ 221820 w 1857234"/>
              <a:gd name="connsiteY14" fmla="*/ 1566803 h 2254628"/>
              <a:gd name="connsiteX15" fmla="*/ 221820 w 1857234"/>
              <a:gd name="connsiteY15" fmla="*/ 1532936 h 2254628"/>
              <a:gd name="connsiteX16" fmla="*/ 334741 w 1857234"/>
              <a:gd name="connsiteY16" fmla="*/ 1789388 h 2254628"/>
              <a:gd name="connsiteX17" fmla="*/ 424560 w 1857234"/>
              <a:gd name="connsiteY17" fmla="*/ 1933462 h 2254628"/>
              <a:gd name="connsiteX18" fmla="*/ 605410 w 1857234"/>
              <a:gd name="connsiteY18" fmla="*/ 2120367 h 2254628"/>
              <a:gd name="connsiteX19" fmla="*/ 868503 w 1857234"/>
              <a:gd name="connsiteY19" fmla="*/ 2239950 h 2254628"/>
              <a:gd name="connsiteX20" fmla="*/ 1132832 w 1857234"/>
              <a:gd name="connsiteY20" fmla="*/ 2232550 h 2254628"/>
              <a:gd name="connsiteX21" fmla="*/ 1370068 w 1857234"/>
              <a:gd name="connsiteY21" fmla="*/ 2058400 h 2254628"/>
              <a:gd name="connsiteX22" fmla="*/ 1538047 w 1857234"/>
              <a:gd name="connsiteY22" fmla="*/ 1897136 h 2254628"/>
              <a:gd name="connsiteX23" fmla="*/ 1635245 w 1857234"/>
              <a:gd name="connsiteY23" fmla="*/ 1744202 h 2254628"/>
              <a:gd name="connsiteX24" fmla="*/ 1686553 w 1857234"/>
              <a:gd name="connsiteY24" fmla="*/ 1524470 h 2254628"/>
              <a:gd name="connsiteX25" fmla="*/ 1678087 w 1857234"/>
              <a:gd name="connsiteY25" fmla="*/ 1456736 h 2254628"/>
              <a:gd name="connsiteX26" fmla="*/ 1737353 w 1857234"/>
              <a:gd name="connsiteY26" fmla="*/ 1549870 h 2254628"/>
              <a:gd name="connsiteX27" fmla="*/ 1788153 w 1857234"/>
              <a:gd name="connsiteY27" fmla="*/ 1524470 h 2254628"/>
              <a:gd name="connsiteX28" fmla="*/ 1810167 w 1857234"/>
              <a:gd name="connsiteY28" fmla="*/ 1405936 h 2254628"/>
              <a:gd name="connsiteX29" fmla="*/ 1849113 w 1857234"/>
              <a:gd name="connsiteY29" fmla="*/ 1309416 h 2254628"/>
              <a:gd name="connsiteX30" fmla="*/ 1855887 w 1857234"/>
              <a:gd name="connsiteY30" fmla="*/ 1211203 h 2254628"/>
              <a:gd name="connsiteX31" fmla="*/ 1830487 w 1857234"/>
              <a:gd name="connsiteY31" fmla="*/ 1092670 h 2254628"/>
              <a:gd name="connsiteX32" fmla="*/ 1754287 w 1857234"/>
              <a:gd name="connsiteY32" fmla="*/ 1118070 h 2254628"/>
              <a:gd name="connsiteX33" fmla="*/ 1720420 w 1857234"/>
              <a:gd name="connsiteY33" fmla="*/ 1164636 h 2254628"/>
              <a:gd name="connsiteX34" fmla="*/ 1686553 w 1857234"/>
              <a:gd name="connsiteY34" fmla="*/ 1236603 h 2254628"/>
              <a:gd name="connsiteX35" fmla="*/ 1703487 w 1857234"/>
              <a:gd name="connsiteY35" fmla="*/ 830203 h 2254628"/>
              <a:gd name="connsiteX36" fmla="*/ 1669620 w 1857234"/>
              <a:gd name="connsiteY36" fmla="*/ 505083 h 2254628"/>
              <a:gd name="connsiteX37" fmla="*/ 1474887 w 1857234"/>
              <a:gd name="connsiteY37" fmla="*/ 186736 h 2254628"/>
              <a:gd name="connsiteX38" fmla="*/ 1264278 w 1857234"/>
              <a:gd name="connsiteY38" fmla="*/ 62925 h 2254628"/>
              <a:gd name="connsiteX39" fmla="*/ 907620 w 1857234"/>
              <a:gd name="connsiteY39" fmla="*/ 470 h 2254628"/>
              <a:gd name="connsiteX40" fmla="*/ 699128 w 1857234"/>
              <a:gd name="connsiteY40" fmla="*/ 38246 h 2254628"/>
              <a:gd name="connsiteX0" fmla="*/ 699128 w 1857234"/>
              <a:gd name="connsiteY0" fmla="*/ 38246 h 2254628"/>
              <a:gd name="connsiteX1" fmla="*/ 530853 w 1857234"/>
              <a:gd name="connsiteY1" fmla="*/ 109476 h 2254628"/>
              <a:gd name="connsiteX2" fmla="*/ 359403 w 1857234"/>
              <a:gd name="connsiteY2" fmla="*/ 226951 h 2254628"/>
              <a:gd name="connsiteX3" fmla="*/ 194303 w 1857234"/>
              <a:gd name="connsiteY3" fmla="*/ 500001 h 2254628"/>
              <a:gd name="connsiteX4" fmla="*/ 143503 w 1857234"/>
              <a:gd name="connsiteY4" fmla="*/ 690502 h 2254628"/>
              <a:gd name="connsiteX5" fmla="*/ 143503 w 1857234"/>
              <a:gd name="connsiteY5" fmla="*/ 1058801 h 2254628"/>
              <a:gd name="connsiteX6" fmla="*/ 144562 w 1857234"/>
              <a:gd name="connsiteY6" fmla="*/ 1196386 h 2254628"/>
              <a:gd name="connsiteX7" fmla="*/ 92704 w 1857234"/>
              <a:gd name="connsiteY7" fmla="*/ 1145586 h 2254628"/>
              <a:gd name="connsiteX8" fmla="*/ 13329 w 1857234"/>
              <a:gd name="connsiteY8" fmla="*/ 1150878 h 2254628"/>
              <a:gd name="connsiteX9" fmla="*/ 1687 w 1857234"/>
              <a:gd name="connsiteY9" fmla="*/ 1262003 h 2254628"/>
              <a:gd name="connsiteX10" fmla="*/ 31320 w 1857234"/>
              <a:gd name="connsiteY10" fmla="*/ 1405937 h 2254628"/>
              <a:gd name="connsiteX11" fmla="*/ 99053 w 1857234"/>
              <a:gd name="connsiteY11" fmla="*/ 1511770 h 2254628"/>
              <a:gd name="connsiteX12" fmla="*/ 149853 w 1857234"/>
              <a:gd name="connsiteY12" fmla="*/ 1609136 h 2254628"/>
              <a:gd name="connsiteX13" fmla="*/ 213353 w 1857234"/>
              <a:gd name="connsiteY13" fmla="*/ 1626070 h 2254628"/>
              <a:gd name="connsiteX14" fmla="*/ 221820 w 1857234"/>
              <a:gd name="connsiteY14" fmla="*/ 1566803 h 2254628"/>
              <a:gd name="connsiteX15" fmla="*/ 221820 w 1857234"/>
              <a:gd name="connsiteY15" fmla="*/ 1532936 h 2254628"/>
              <a:gd name="connsiteX16" fmla="*/ 334741 w 1857234"/>
              <a:gd name="connsiteY16" fmla="*/ 1789388 h 2254628"/>
              <a:gd name="connsiteX17" fmla="*/ 448026 w 1857234"/>
              <a:gd name="connsiteY17" fmla="*/ 1942746 h 2254628"/>
              <a:gd name="connsiteX18" fmla="*/ 605410 w 1857234"/>
              <a:gd name="connsiteY18" fmla="*/ 2120367 h 2254628"/>
              <a:gd name="connsiteX19" fmla="*/ 868503 w 1857234"/>
              <a:gd name="connsiteY19" fmla="*/ 2239950 h 2254628"/>
              <a:gd name="connsiteX20" fmla="*/ 1132832 w 1857234"/>
              <a:gd name="connsiteY20" fmla="*/ 2232550 h 2254628"/>
              <a:gd name="connsiteX21" fmla="*/ 1370068 w 1857234"/>
              <a:gd name="connsiteY21" fmla="*/ 2058400 h 2254628"/>
              <a:gd name="connsiteX22" fmla="*/ 1538047 w 1857234"/>
              <a:gd name="connsiteY22" fmla="*/ 1897136 h 2254628"/>
              <a:gd name="connsiteX23" fmla="*/ 1635245 w 1857234"/>
              <a:gd name="connsiteY23" fmla="*/ 1744202 h 2254628"/>
              <a:gd name="connsiteX24" fmla="*/ 1686553 w 1857234"/>
              <a:gd name="connsiteY24" fmla="*/ 1524470 h 2254628"/>
              <a:gd name="connsiteX25" fmla="*/ 1678087 w 1857234"/>
              <a:gd name="connsiteY25" fmla="*/ 1456736 h 2254628"/>
              <a:gd name="connsiteX26" fmla="*/ 1737353 w 1857234"/>
              <a:gd name="connsiteY26" fmla="*/ 1549870 h 2254628"/>
              <a:gd name="connsiteX27" fmla="*/ 1788153 w 1857234"/>
              <a:gd name="connsiteY27" fmla="*/ 1524470 h 2254628"/>
              <a:gd name="connsiteX28" fmla="*/ 1810167 w 1857234"/>
              <a:gd name="connsiteY28" fmla="*/ 1405936 h 2254628"/>
              <a:gd name="connsiteX29" fmla="*/ 1849113 w 1857234"/>
              <a:gd name="connsiteY29" fmla="*/ 1309416 h 2254628"/>
              <a:gd name="connsiteX30" fmla="*/ 1855887 w 1857234"/>
              <a:gd name="connsiteY30" fmla="*/ 1211203 h 2254628"/>
              <a:gd name="connsiteX31" fmla="*/ 1830487 w 1857234"/>
              <a:gd name="connsiteY31" fmla="*/ 1092670 h 2254628"/>
              <a:gd name="connsiteX32" fmla="*/ 1754287 w 1857234"/>
              <a:gd name="connsiteY32" fmla="*/ 1118070 h 2254628"/>
              <a:gd name="connsiteX33" fmla="*/ 1720420 w 1857234"/>
              <a:gd name="connsiteY33" fmla="*/ 1164636 h 2254628"/>
              <a:gd name="connsiteX34" fmla="*/ 1686553 w 1857234"/>
              <a:gd name="connsiteY34" fmla="*/ 1236603 h 2254628"/>
              <a:gd name="connsiteX35" fmla="*/ 1703487 w 1857234"/>
              <a:gd name="connsiteY35" fmla="*/ 830203 h 2254628"/>
              <a:gd name="connsiteX36" fmla="*/ 1669620 w 1857234"/>
              <a:gd name="connsiteY36" fmla="*/ 505083 h 2254628"/>
              <a:gd name="connsiteX37" fmla="*/ 1474887 w 1857234"/>
              <a:gd name="connsiteY37" fmla="*/ 186736 h 2254628"/>
              <a:gd name="connsiteX38" fmla="*/ 1264278 w 1857234"/>
              <a:gd name="connsiteY38" fmla="*/ 62925 h 2254628"/>
              <a:gd name="connsiteX39" fmla="*/ 907620 w 1857234"/>
              <a:gd name="connsiteY39" fmla="*/ 470 h 2254628"/>
              <a:gd name="connsiteX40" fmla="*/ 699128 w 1857234"/>
              <a:gd name="connsiteY40" fmla="*/ 38246 h 2254628"/>
              <a:gd name="connsiteX0" fmla="*/ 699128 w 1857234"/>
              <a:gd name="connsiteY0" fmla="*/ 38246 h 2254628"/>
              <a:gd name="connsiteX1" fmla="*/ 530853 w 1857234"/>
              <a:gd name="connsiteY1" fmla="*/ 109476 h 2254628"/>
              <a:gd name="connsiteX2" fmla="*/ 359403 w 1857234"/>
              <a:gd name="connsiteY2" fmla="*/ 226951 h 2254628"/>
              <a:gd name="connsiteX3" fmla="*/ 194303 w 1857234"/>
              <a:gd name="connsiteY3" fmla="*/ 500001 h 2254628"/>
              <a:gd name="connsiteX4" fmla="*/ 143503 w 1857234"/>
              <a:gd name="connsiteY4" fmla="*/ 690502 h 2254628"/>
              <a:gd name="connsiteX5" fmla="*/ 143503 w 1857234"/>
              <a:gd name="connsiteY5" fmla="*/ 1058801 h 2254628"/>
              <a:gd name="connsiteX6" fmla="*/ 144562 w 1857234"/>
              <a:gd name="connsiteY6" fmla="*/ 1196386 h 2254628"/>
              <a:gd name="connsiteX7" fmla="*/ 92704 w 1857234"/>
              <a:gd name="connsiteY7" fmla="*/ 1145586 h 2254628"/>
              <a:gd name="connsiteX8" fmla="*/ 13329 w 1857234"/>
              <a:gd name="connsiteY8" fmla="*/ 1150878 h 2254628"/>
              <a:gd name="connsiteX9" fmla="*/ 1687 w 1857234"/>
              <a:gd name="connsiteY9" fmla="*/ 1262003 h 2254628"/>
              <a:gd name="connsiteX10" fmla="*/ 31320 w 1857234"/>
              <a:gd name="connsiteY10" fmla="*/ 1405937 h 2254628"/>
              <a:gd name="connsiteX11" fmla="*/ 99053 w 1857234"/>
              <a:gd name="connsiteY11" fmla="*/ 1511770 h 2254628"/>
              <a:gd name="connsiteX12" fmla="*/ 149853 w 1857234"/>
              <a:gd name="connsiteY12" fmla="*/ 1609136 h 2254628"/>
              <a:gd name="connsiteX13" fmla="*/ 213353 w 1857234"/>
              <a:gd name="connsiteY13" fmla="*/ 1626070 h 2254628"/>
              <a:gd name="connsiteX14" fmla="*/ 221820 w 1857234"/>
              <a:gd name="connsiteY14" fmla="*/ 1566803 h 2254628"/>
              <a:gd name="connsiteX15" fmla="*/ 221820 w 1857234"/>
              <a:gd name="connsiteY15" fmla="*/ 1532936 h 2254628"/>
              <a:gd name="connsiteX16" fmla="*/ 334741 w 1857234"/>
              <a:gd name="connsiteY16" fmla="*/ 1789388 h 2254628"/>
              <a:gd name="connsiteX17" fmla="*/ 448026 w 1857234"/>
              <a:gd name="connsiteY17" fmla="*/ 1942746 h 2254628"/>
              <a:gd name="connsiteX18" fmla="*/ 619489 w 1857234"/>
              <a:gd name="connsiteY18" fmla="*/ 2120367 h 2254628"/>
              <a:gd name="connsiteX19" fmla="*/ 868503 w 1857234"/>
              <a:gd name="connsiteY19" fmla="*/ 2239950 h 2254628"/>
              <a:gd name="connsiteX20" fmla="*/ 1132832 w 1857234"/>
              <a:gd name="connsiteY20" fmla="*/ 2232550 h 2254628"/>
              <a:gd name="connsiteX21" fmla="*/ 1370068 w 1857234"/>
              <a:gd name="connsiteY21" fmla="*/ 2058400 h 2254628"/>
              <a:gd name="connsiteX22" fmla="*/ 1538047 w 1857234"/>
              <a:gd name="connsiteY22" fmla="*/ 1897136 h 2254628"/>
              <a:gd name="connsiteX23" fmla="*/ 1635245 w 1857234"/>
              <a:gd name="connsiteY23" fmla="*/ 1744202 h 2254628"/>
              <a:gd name="connsiteX24" fmla="*/ 1686553 w 1857234"/>
              <a:gd name="connsiteY24" fmla="*/ 1524470 h 2254628"/>
              <a:gd name="connsiteX25" fmla="*/ 1678087 w 1857234"/>
              <a:gd name="connsiteY25" fmla="*/ 1456736 h 2254628"/>
              <a:gd name="connsiteX26" fmla="*/ 1737353 w 1857234"/>
              <a:gd name="connsiteY26" fmla="*/ 1549870 h 2254628"/>
              <a:gd name="connsiteX27" fmla="*/ 1788153 w 1857234"/>
              <a:gd name="connsiteY27" fmla="*/ 1524470 h 2254628"/>
              <a:gd name="connsiteX28" fmla="*/ 1810167 w 1857234"/>
              <a:gd name="connsiteY28" fmla="*/ 1405936 h 2254628"/>
              <a:gd name="connsiteX29" fmla="*/ 1849113 w 1857234"/>
              <a:gd name="connsiteY29" fmla="*/ 1309416 h 2254628"/>
              <a:gd name="connsiteX30" fmla="*/ 1855887 w 1857234"/>
              <a:gd name="connsiteY30" fmla="*/ 1211203 h 2254628"/>
              <a:gd name="connsiteX31" fmla="*/ 1830487 w 1857234"/>
              <a:gd name="connsiteY31" fmla="*/ 1092670 h 2254628"/>
              <a:gd name="connsiteX32" fmla="*/ 1754287 w 1857234"/>
              <a:gd name="connsiteY32" fmla="*/ 1118070 h 2254628"/>
              <a:gd name="connsiteX33" fmla="*/ 1720420 w 1857234"/>
              <a:gd name="connsiteY33" fmla="*/ 1164636 h 2254628"/>
              <a:gd name="connsiteX34" fmla="*/ 1686553 w 1857234"/>
              <a:gd name="connsiteY34" fmla="*/ 1236603 h 2254628"/>
              <a:gd name="connsiteX35" fmla="*/ 1703487 w 1857234"/>
              <a:gd name="connsiteY35" fmla="*/ 830203 h 2254628"/>
              <a:gd name="connsiteX36" fmla="*/ 1669620 w 1857234"/>
              <a:gd name="connsiteY36" fmla="*/ 505083 h 2254628"/>
              <a:gd name="connsiteX37" fmla="*/ 1474887 w 1857234"/>
              <a:gd name="connsiteY37" fmla="*/ 186736 h 2254628"/>
              <a:gd name="connsiteX38" fmla="*/ 1264278 w 1857234"/>
              <a:gd name="connsiteY38" fmla="*/ 62925 h 2254628"/>
              <a:gd name="connsiteX39" fmla="*/ 907620 w 1857234"/>
              <a:gd name="connsiteY39" fmla="*/ 470 h 2254628"/>
              <a:gd name="connsiteX40" fmla="*/ 699128 w 1857234"/>
              <a:gd name="connsiteY40" fmla="*/ 38246 h 2254628"/>
              <a:gd name="connsiteX0" fmla="*/ 699128 w 1857234"/>
              <a:gd name="connsiteY0" fmla="*/ 38246 h 2257482"/>
              <a:gd name="connsiteX1" fmla="*/ 530853 w 1857234"/>
              <a:gd name="connsiteY1" fmla="*/ 109476 h 2257482"/>
              <a:gd name="connsiteX2" fmla="*/ 359403 w 1857234"/>
              <a:gd name="connsiteY2" fmla="*/ 226951 h 2257482"/>
              <a:gd name="connsiteX3" fmla="*/ 194303 w 1857234"/>
              <a:gd name="connsiteY3" fmla="*/ 500001 h 2257482"/>
              <a:gd name="connsiteX4" fmla="*/ 143503 w 1857234"/>
              <a:gd name="connsiteY4" fmla="*/ 690502 h 2257482"/>
              <a:gd name="connsiteX5" fmla="*/ 143503 w 1857234"/>
              <a:gd name="connsiteY5" fmla="*/ 1058801 h 2257482"/>
              <a:gd name="connsiteX6" fmla="*/ 144562 w 1857234"/>
              <a:gd name="connsiteY6" fmla="*/ 1196386 h 2257482"/>
              <a:gd name="connsiteX7" fmla="*/ 92704 w 1857234"/>
              <a:gd name="connsiteY7" fmla="*/ 1145586 h 2257482"/>
              <a:gd name="connsiteX8" fmla="*/ 13329 w 1857234"/>
              <a:gd name="connsiteY8" fmla="*/ 1150878 h 2257482"/>
              <a:gd name="connsiteX9" fmla="*/ 1687 w 1857234"/>
              <a:gd name="connsiteY9" fmla="*/ 1262003 h 2257482"/>
              <a:gd name="connsiteX10" fmla="*/ 31320 w 1857234"/>
              <a:gd name="connsiteY10" fmla="*/ 1405937 h 2257482"/>
              <a:gd name="connsiteX11" fmla="*/ 99053 w 1857234"/>
              <a:gd name="connsiteY11" fmla="*/ 1511770 h 2257482"/>
              <a:gd name="connsiteX12" fmla="*/ 149853 w 1857234"/>
              <a:gd name="connsiteY12" fmla="*/ 1609136 h 2257482"/>
              <a:gd name="connsiteX13" fmla="*/ 213353 w 1857234"/>
              <a:gd name="connsiteY13" fmla="*/ 1626070 h 2257482"/>
              <a:gd name="connsiteX14" fmla="*/ 221820 w 1857234"/>
              <a:gd name="connsiteY14" fmla="*/ 1566803 h 2257482"/>
              <a:gd name="connsiteX15" fmla="*/ 221820 w 1857234"/>
              <a:gd name="connsiteY15" fmla="*/ 1532936 h 2257482"/>
              <a:gd name="connsiteX16" fmla="*/ 334741 w 1857234"/>
              <a:gd name="connsiteY16" fmla="*/ 1789388 h 2257482"/>
              <a:gd name="connsiteX17" fmla="*/ 448026 w 1857234"/>
              <a:gd name="connsiteY17" fmla="*/ 1942746 h 2257482"/>
              <a:gd name="connsiteX18" fmla="*/ 619489 w 1857234"/>
              <a:gd name="connsiteY18" fmla="*/ 2120367 h 2257482"/>
              <a:gd name="connsiteX19" fmla="*/ 868503 w 1857234"/>
              <a:gd name="connsiteY19" fmla="*/ 2244593 h 2257482"/>
              <a:gd name="connsiteX20" fmla="*/ 1132832 w 1857234"/>
              <a:gd name="connsiteY20" fmla="*/ 2232550 h 2257482"/>
              <a:gd name="connsiteX21" fmla="*/ 1370068 w 1857234"/>
              <a:gd name="connsiteY21" fmla="*/ 2058400 h 2257482"/>
              <a:gd name="connsiteX22" fmla="*/ 1538047 w 1857234"/>
              <a:gd name="connsiteY22" fmla="*/ 1897136 h 2257482"/>
              <a:gd name="connsiteX23" fmla="*/ 1635245 w 1857234"/>
              <a:gd name="connsiteY23" fmla="*/ 1744202 h 2257482"/>
              <a:gd name="connsiteX24" fmla="*/ 1686553 w 1857234"/>
              <a:gd name="connsiteY24" fmla="*/ 1524470 h 2257482"/>
              <a:gd name="connsiteX25" fmla="*/ 1678087 w 1857234"/>
              <a:gd name="connsiteY25" fmla="*/ 1456736 h 2257482"/>
              <a:gd name="connsiteX26" fmla="*/ 1737353 w 1857234"/>
              <a:gd name="connsiteY26" fmla="*/ 1549870 h 2257482"/>
              <a:gd name="connsiteX27" fmla="*/ 1788153 w 1857234"/>
              <a:gd name="connsiteY27" fmla="*/ 1524470 h 2257482"/>
              <a:gd name="connsiteX28" fmla="*/ 1810167 w 1857234"/>
              <a:gd name="connsiteY28" fmla="*/ 1405936 h 2257482"/>
              <a:gd name="connsiteX29" fmla="*/ 1849113 w 1857234"/>
              <a:gd name="connsiteY29" fmla="*/ 1309416 h 2257482"/>
              <a:gd name="connsiteX30" fmla="*/ 1855887 w 1857234"/>
              <a:gd name="connsiteY30" fmla="*/ 1211203 h 2257482"/>
              <a:gd name="connsiteX31" fmla="*/ 1830487 w 1857234"/>
              <a:gd name="connsiteY31" fmla="*/ 1092670 h 2257482"/>
              <a:gd name="connsiteX32" fmla="*/ 1754287 w 1857234"/>
              <a:gd name="connsiteY32" fmla="*/ 1118070 h 2257482"/>
              <a:gd name="connsiteX33" fmla="*/ 1720420 w 1857234"/>
              <a:gd name="connsiteY33" fmla="*/ 1164636 h 2257482"/>
              <a:gd name="connsiteX34" fmla="*/ 1686553 w 1857234"/>
              <a:gd name="connsiteY34" fmla="*/ 1236603 h 2257482"/>
              <a:gd name="connsiteX35" fmla="*/ 1703487 w 1857234"/>
              <a:gd name="connsiteY35" fmla="*/ 830203 h 2257482"/>
              <a:gd name="connsiteX36" fmla="*/ 1669620 w 1857234"/>
              <a:gd name="connsiteY36" fmla="*/ 505083 h 2257482"/>
              <a:gd name="connsiteX37" fmla="*/ 1474887 w 1857234"/>
              <a:gd name="connsiteY37" fmla="*/ 186736 h 2257482"/>
              <a:gd name="connsiteX38" fmla="*/ 1264278 w 1857234"/>
              <a:gd name="connsiteY38" fmla="*/ 62925 h 2257482"/>
              <a:gd name="connsiteX39" fmla="*/ 907620 w 1857234"/>
              <a:gd name="connsiteY39" fmla="*/ 470 h 2257482"/>
              <a:gd name="connsiteX40" fmla="*/ 699128 w 1857234"/>
              <a:gd name="connsiteY40" fmla="*/ 38246 h 2257482"/>
              <a:gd name="connsiteX0" fmla="*/ 699128 w 1857234"/>
              <a:gd name="connsiteY0" fmla="*/ 38246 h 2278914"/>
              <a:gd name="connsiteX1" fmla="*/ 530853 w 1857234"/>
              <a:gd name="connsiteY1" fmla="*/ 109476 h 2278914"/>
              <a:gd name="connsiteX2" fmla="*/ 359403 w 1857234"/>
              <a:gd name="connsiteY2" fmla="*/ 226951 h 2278914"/>
              <a:gd name="connsiteX3" fmla="*/ 194303 w 1857234"/>
              <a:gd name="connsiteY3" fmla="*/ 500001 h 2278914"/>
              <a:gd name="connsiteX4" fmla="*/ 143503 w 1857234"/>
              <a:gd name="connsiteY4" fmla="*/ 690502 h 2278914"/>
              <a:gd name="connsiteX5" fmla="*/ 143503 w 1857234"/>
              <a:gd name="connsiteY5" fmla="*/ 1058801 h 2278914"/>
              <a:gd name="connsiteX6" fmla="*/ 144562 w 1857234"/>
              <a:gd name="connsiteY6" fmla="*/ 1196386 h 2278914"/>
              <a:gd name="connsiteX7" fmla="*/ 92704 w 1857234"/>
              <a:gd name="connsiteY7" fmla="*/ 1145586 h 2278914"/>
              <a:gd name="connsiteX8" fmla="*/ 13329 w 1857234"/>
              <a:gd name="connsiteY8" fmla="*/ 1150878 h 2278914"/>
              <a:gd name="connsiteX9" fmla="*/ 1687 w 1857234"/>
              <a:gd name="connsiteY9" fmla="*/ 1262003 h 2278914"/>
              <a:gd name="connsiteX10" fmla="*/ 31320 w 1857234"/>
              <a:gd name="connsiteY10" fmla="*/ 1405937 h 2278914"/>
              <a:gd name="connsiteX11" fmla="*/ 99053 w 1857234"/>
              <a:gd name="connsiteY11" fmla="*/ 1511770 h 2278914"/>
              <a:gd name="connsiteX12" fmla="*/ 149853 w 1857234"/>
              <a:gd name="connsiteY12" fmla="*/ 1609136 h 2278914"/>
              <a:gd name="connsiteX13" fmla="*/ 213353 w 1857234"/>
              <a:gd name="connsiteY13" fmla="*/ 1626070 h 2278914"/>
              <a:gd name="connsiteX14" fmla="*/ 221820 w 1857234"/>
              <a:gd name="connsiteY14" fmla="*/ 1566803 h 2278914"/>
              <a:gd name="connsiteX15" fmla="*/ 221820 w 1857234"/>
              <a:gd name="connsiteY15" fmla="*/ 1532936 h 2278914"/>
              <a:gd name="connsiteX16" fmla="*/ 334741 w 1857234"/>
              <a:gd name="connsiteY16" fmla="*/ 1789388 h 2278914"/>
              <a:gd name="connsiteX17" fmla="*/ 448026 w 1857234"/>
              <a:gd name="connsiteY17" fmla="*/ 1942746 h 2278914"/>
              <a:gd name="connsiteX18" fmla="*/ 619489 w 1857234"/>
              <a:gd name="connsiteY18" fmla="*/ 2120367 h 2278914"/>
              <a:gd name="connsiteX19" fmla="*/ 868503 w 1857234"/>
              <a:gd name="connsiteY19" fmla="*/ 2244593 h 2278914"/>
              <a:gd name="connsiteX20" fmla="*/ 1062435 w 1857234"/>
              <a:gd name="connsiteY20" fmla="*/ 2265044 h 2278914"/>
              <a:gd name="connsiteX21" fmla="*/ 1370068 w 1857234"/>
              <a:gd name="connsiteY21" fmla="*/ 2058400 h 2278914"/>
              <a:gd name="connsiteX22" fmla="*/ 1538047 w 1857234"/>
              <a:gd name="connsiteY22" fmla="*/ 1897136 h 2278914"/>
              <a:gd name="connsiteX23" fmla="*/ 1635245 w 1857234"/>
              <a:gd name="connsiteY23" fmla="*/ 1744202 h 2278914"/>
              <a:gd name="connsiteX24" fmla="*/ 1686553 w 1857234"/>
              <a:gd name="connsiteY24" fmla="*/ 1524470 h 2278914"/>
              <a:gd name="connsiteX25" fmla="*/ 1678087 w 1857234"/>
              <a:gd name="connsiteY25" fmla="*/ 1456736 h 2278914"/>
              <a:gd name="connsiteX26" fmla="*/ 1737353 w 1857234"/>
              <a:gd name="connsiteY26" fmla="*/ 1549870 h 2278914"/>
              <a:gd name="connsiteX27" fmla="*/ 1788153 w 1857234"/>
              <a:gd name="connsiteY27" fmla="*/ 1524470 h 2278914"/>
              <a:gd name="connsiteX28" fmla="*/ 1810167 w 1857234"/>
              <a:gd name="connsiteY28" fmla="*/ 1405936 h 2278914"/>
              <a:gd name="connsiteX29" fmla="*/ 1849113 w 1857234"/>
              <a:gd name="connsiteY29" fmla="*/ 1309416 h 2278914"/>
              <a:gd name="connsiteX30" fmla="*/ 1855887 w 1857234"/>
              <a:gd name="connsiteY30" fmla="*/ 1211203 h 2278914"/>
              <a:gd name="connsiteX31" fmla="*/ 1830487 w 1857234"/>
              <a:gd name="connsiteY31" fmla="*/ 1092670 h 2278914"/>
              <a:gd name="connsiteX32" fmla="*/ 1754287 w 1857234"/>
              <a:gd name="connsiteY32" fmla="*/ 1118070 h 2278914"/>
              <a:gd name="connsiteX33" fmla="*/ 1720420 w 1857234"/>
              <a:gd name="connsiteY33" fmla="*/ 1164636 h 2278914"/>
              <a:gd name="connsiteX34" fmla="*/ 1686553 w 1857234"/>
              <a:gd name="connsiteY34" fmla="*/ 1236603 h 2278914"/>
              <a:gd name="connsiteX35" fmla="*/ 1703487 w 1857234"/>
              <a:gd name="connsiteY35" fmla="*/ 830203 h 2278914"/>
              <a:gd name="connsiteX36" fmla="*/ 1669620 w 1857234"/>
              <a:gd name="connsiteY36" fmla="*/ 505083 h 2278914"/>
              <a:gd name="connsiteX37" fmla="*/ 1474887 w 1857234"/>
              <a:gd name="connsiteY37" fmla="*/ 186736 h 2278914"/>
              <a:gd name="connsiteX38" fmla="*/ 1264278 w 1857234"/>
              <a:gd name="connsiteY38" fmla="*/ 62925 h 2278914"/>
              <a:gd name="connsiteX39" fmla="*/ 907620 w 1857234"/>
              <a:gd name="connsiteY39" fmla="*/ 470 h 2278914"/>
              <a:gd name="connsiteX40" fmla="*/ 699128 w 1857234"/>
              <a:gd name="connsiteY40" fmla="*/ 38246 h 2278914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38047 w 1857234"/>
              <a:gd name="connsiteY22" fmla="*/ 1897136 h 2275138"/>
              <a:gd name="connsiteX23" fmla="*/ 1635245 w 1857234"/>
              <a:gd name="connsiteY23" fmla="*/ 1744202 h 2275138"/>
              <a:gd name="connsiteX24" fmla="*/ 1686553 w 1857234"/>
              <a:gd name="connsiteY24" fmla="*/ 1524470 h 2275138"/>
              <a:gd name="connsiteX25" fmla="*/ 1678087 w 1857234"/>
              <a:gd name="connsiteY25" fmla="*/ 1456736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5245 w 1857234"/>
              <a:gd name="connsiteY23" fmla="*/ 1744202 h 2275138"/>
              <a:gd name="connsiteX24" fmla="*/ 1686553 w 1857234"/>
              <a:gd name="connsiteY24" fmla="*/ 1524470 h 2275138"/>
              <a:gd name="connsiteX25" fmla="*/ 1678087 w 1857234"/>
              <a:gd name="connsiteY25" fmla="*/ 1456736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86553 w 1857234"/>
              <a:gd name="connsiteY24" fmla="*/ 1524470 h 2275138"/>
              <a:gd name="connsiteX25" fmla="*/ 1678087 w 1857234"/>
              <a:gd name="connsiteY25" fmla="*/ 1456736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63088 w 1857234"/>
              <a:gd name="connsiteY24" fmla="*/ 1524470 h 2275138"/>
              <a:gd name="connsiteX25" fmla="*/ 1678087 w 1857234"/>
              <a:gd name="connsiteY25" fmla="*/ 1456736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67781 w 1857234"/>
              <a:gd name="connsiteY24" fmla="*/ 1594101 h 2275138"/>
              <a:gd name="connsiteX25" fmla="*/ 1678087 w 1857234"/>
              <a:gd name="connsiteY25" fmla="*/ 1456736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67781 w 1857234"/>
              <a:gd name="connsiteY24" fmla="*/ 1594101 h 2275138"/>
              <a:gd name="connsiteX25" fmla="*/ 1678087 w 1857234"/>
              <a:gd name="connsiteY25" fmla="*/ 1484588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11275 w 1857234"/>
              <a:gd name="connsiteY16" fmla="*/ 176617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67781 w 1857234"/>
              <a:gd name="connsiteY24" fmla="*/ 1594101 h 2275138"/>
              <a:gd name="connsiteX25" fmla="*/ 1678087 w 1857234"/>
              <a:gd name="connsiteY25" fmla="*/ 1484588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11275 w 1857234"/>
              <a:gd name="connsiteY16" fmla="*/ 176617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67781 w 1857234"/>
              <a:gd name="connsiteY24" fmla="*/ 1594101 h 2275138"/>
              <a:gd name="connsiteX25" fmla="*/ 1678087 w 1857234"/>
              <a:gd name="connsiteY25" fmla="*/ 1484588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297"/>
              <a:gd name="connsiteX1" fmla="*/ 530853 w 1857234"/>
              <a:gd name="connsiteY1" fmla="*/ 109476 h 2275297"/>
              <a:gd name="connsiteX2" fmla="*/ 359403 w 1857234"/>
              <a:gd name="connsiteY2" fmla="*/ 226951 h 2275297"/>
              <a:gd name="connsiteX3" fmla="*/ 194303 w 1857234"/>
              <a:gd name="connsiteY3" fmla="*/ 500001 h 2275297"/>
              <a:gd name="connsiteX4" fmla="*/ 143503 w 1857234"/>
              <a:gd name="connsiteY4" fmla="*/ 690502 h 2275297"/>
              <a:gd name="connsiteX5" fmla="*/ 143503 w 1857234"/>
              <a:gd name="connsiteY5" fmla="*/ 1058801 h 2275297"/>
              <a:gd name="connsiteX6" fmla="*/ 144562 w 1857234"/>
              <a:gd name="connsiteY6" fmla="*/ 1196386 h 2275297"/>
              <a:gd name="connsiteX7" fmla="*/ 92704 w 1857234"/>
              <a:gd name="connsiteY7" fmla="*/ 1145586 h 2275297"/>
              <a:gd name="connsiteX8" fmla="*/ 13329 w 1857234"/>
              <a:gd name="connsiteY8" fmla="*/ 1150878 h 2275297"/>
              <a:gd name="connsiteX9" fmla="*/ 1687 w 1857234"/>
              <a:gd name="connsiteY9" fmla="*/ 1262003 h 2275297"/>
              <a:gd name="connsiteX10" fmla="*/ 31320 w 1857234"/>
              <a:gd name="connsiteY10" fmla="*/ 1405937 h 2275297"/>
              <a:gd name="connsiteX11" fmla="*/ 99053 w 1857234"/>
              <a:gd name="connsiteY11" fmla="*/ 1511770 h 2275297"/>
              <a:gd name="connsiteX12" fmla="*/ 149853 w 1857234"/>
              <a:gd name="connsiteY12" fmla="*/ 1609136 h 2275297"/>
              <a:gd name="connsiteX13" fmla="*/ 213353 w 1857234"/>
              <a:gd name="connsiteY13" fmla="*/ 1626070 h 2275297"/>
              <a:gd name="connsiteX14" fmla="*/ 221820 w 1857234"/>
              <a:gd name="connsiteY14" fmla="*/ 1566803 h 2275297"/>
              <a:gd name="connsiteX15" fmla="*/ 221820 w 1857234"/>
              <a:gd name="connsiteY15" fmla="*/ 1532936 h 2275297"/>
              <a:gd name="connsiteX16" fmla="*/ 311275 w 1857234"/>
              <a:gd name="connsiteY16" fmla="*/ 1766178 h 2275297"/>
              <a:gd name="connsiteX17" fmla="*/ 448026 w 1857234"/>
              <a:gd name="connsiteY17" fmla="*/ 1942746 h 2275297"/>
              <a:gd name="connsiteX18" fmla="*/ 642954 w 1857234"/>
              <a:gd name="connsiteY18" fmla="*/ 2115725 h 2275297"/>
              <a:gd name="connsiteX19" fmla="*/ 868503 w 1857234"/>
              <a:gd name="connsiteY19" fmla="*/ 2244593 h 2275297"/>
              <a:gd name="connsiteX20" fmla="*/ 1062435 w 1857234"/>
              <a:gd name="connsiteY20" fmla="*/ 2265044 h 2275297"/>
              <a:gd name="connsiteX21" fmla="*/ 1304365 w 1857234"/>
              <a:gd name="connsiteY21" fmla="*/ 2109462 h 2275297"/>
              <a:gd name="connsiteX22" fmla="*/ 1519275 w 1857234"/>
              <a:gd name="connsiteY22" fmla="*/ 1901778 h 2275297"/>
              <a:gd name="connsiteX23" fmla="*/ 1630552 w 1857234"/>
              <a:gd name="connsiteY23" fmla="*/ 1734918 h 2275297"/>
              <a:gd name="connsiteX24" fmla="*/ 1667781 w 1857234"/>
              <a:gd name="connsiteY24" fmla="*/ 1594101 h 2275297"/>
              <a:gd name="connsiteX25" fmla="*/ 1678087 w 1857234"/>
              <a:gd name="connsiteY25" fmla="*/ 1484588 h 2275297"/>
              <a:gd name="connsiteX26" fmla="*/ 1737353 w 1857234"/>
              <a:gd name="connsiteY26" fmla="*/ 1549870 h 2275297"/>
              <a:gd name="connsiteX27" fmla="*/ 1788153 w 1857234"/>
              <a:gd name="connsiteY27" fmla="*/ 1524470 h 2275297"/>
              <a:gd name="connsiteX28" fmla="*/ 1810167 w 1857234"/>
              <a:gd name="connsiteY28" fmla="*/ 1405936 h 2275297"/>
              <a:gd name="connsiteX29" fmla="*/ 1849113 w 1857234"/>
              <a:gd name="connsiteY29" fmla="*/ 1309416 h 2275297"/>
              <a:gd name="connsiteX30" fmla="*/ 1855887 w 1857234"/>
              <a:gd name="connsiteY30" fmla="*/ 1211203 h 2275297"/>
              <a:gd name="connsiteX31" fmla="*/ 1830487 w 1857234"/>
              <a:gd name="connsiteY31" fmla="*/ 1092670 h 2275297"/>
              <a:gd name="connsiteX32" fmla="*/ 1754287 w 1857234"/>
              <a:gd name="connsiteY32" fmla="*/ 1118070 h 2275297"/>
              <a:gd name="connsiteX33" fmla="*/ 1720420 w 1857234"/>
              <a:gd name="connsiteY33" fmla="*/ 1164636 h 2275297"/>
              <a:gd name="connsiteX34" fmla="*/ 1686553 w 1857234"/>
              <a:gd name="connsiteY34" fmla="*/ 1236603 h 2275297"/>
              <a:gd name="connsiteX35" fmla="*/ 1703487 w 1857234"/>
              <a:gd name="connsiteY35" fmla="*/ 830203 h 2275297"/>
              <a:gd name="connsiteX36" fmla="*/ 1669620 w 1857234"/>
              <a:gd name="connsiteY36" fmla="*/ 505083 h 2275297"/>
              <a:gd name="connsiteX37" fmla="*/ 1474887 w 1857234"/>
              <a:gd name="connsiteY37" fmla="*/ 186736 h 2275297"/>
              <a:gd name="connsiteX38" fmla="*/ 1264278 w 1857234"/>
              <a:gd name="connsiteY38" fmla="*/ 62925 h 2275297"/>
              <a:gd name="connsiteX39" fmla="*/ 907620 w 1857234"/>
              <a:gd name="connsiteY39" fmla="*/ 470 h 2275297"/>
              <a:gd name="connsiteX40" fmla="*/ 699128 w 1857234"/>
              <a:gd name="connsiteY40" fmla="*/ 38246 h 2275297"/>
              <a:gd name="connsiteX0" fmla="*/ 699128 w 1857234"/>
              <a:gd name="connsiteY0" fmla="*/ 38246 h 2275297"/>
              <a:gd name="connsiteX1" fmla="*/ 530853 w 1857234"/>
              <a:gd name="connsiteY1" fmla="*/ 109476 h 2275297"/>
              <a:gd name="connsiteX2" fmla="*/ 359403 w 1857234"/>
              <a:gd name="connsiteY2" fmla="*/ 226951 h 2275297"/>
              <a:gd name="connsiteX3" fmla="*/ 194303 w 1857234"/>
              <a:gd name="connsiteY3" fmla="*/ 500001 h 2275297"/>
              <a:gd name="connsiteX4" fmla="*/ 143503 w 1857234"/>
              <a:gd name="connsiteY4" fmla="*/ 690502 h 2275297"/>
              <a:gd name="connsiteX5" fmla="*/ 143503 w 1857234"/>
              <a:gd name="connsiteY5" fmla="*/ 1058801 h 2275297"/>
              <a:gd name="connsiteX6" fmla="*/ 144562 w 1857234"/>
              <a:gd name="connsiteY6" fmla="*/ 1196386 h 2275297"/>
              <a:gd name="connsiteX7" fmla="*/ 92704 w 1857234"/>
              <a:gd name="connsiteY7" fmla="*/ 1145586 h 2275297"/>
              <a:gd name="connsiteX8" fmla="*/ 13329 w 1857234"/>
              <a:gd name="connsiteY8" fmla="*/ 1150878 h 2275297"/>
              <a:gd name="connsiteX9" fmla="*/ 1687 w 1857234"/>
              <a:gd name="connsiteY9" fmla="*/ 1262003 h 2275297"/>
              <a:gd name="connsiteX10" fmla="*/ 31320 w 1857234"/>
              <a:gd name="connsiteY10" fmla="*/ 1405937 h 2275297"/>
              <a:gd name="connsiteX11" fmla="*/ 99053 w 1857234"/>
              <a:gd name="connsiteY11" fmla="*/ 1511770 h 2275297"/>
              <a:gd name="connsiteX12" fmla="*/ 149853 w 1857234"/>
              <a:gd name="connsiteY12" fmla="*/ 1609136 h 2275297"/>
              <a:gd name="connsiteX13" fmla="*/ 213353 w 1857234"/>
              <a:gd name="connsiteY13" fmla="*/ 1626070 h 2275297"/>
              <a:gd name="connsiteX14" fmla="*/ 221820 w 1857234"/>
              <a:gd name="connsiteY14" fmla="*/ 1566803 h 2275297"/>
              <a:gd name="connsiteX15" fmla="*/ 221820 w 1857234"/>
              <a:gd name="connsiteY15" fmla="*/ 1532936 h 2275297"/>
              <a:gd name="connsiteX16" fmla="*/ 311275 w 1857234"/>
              <a:gd name="connsiteY16" fmla="*/ 1766178 h 2275297"/>
              <a:gd name="connsiteX17" fmla="*/ 448026 w 1857234"/>
              <a:gd name="connsiteY17" fmla="*/ 1942746 h 2275297"/>
              <a:gd name="connsiteX18" fmla="*/ 642954 w 1857234"/>
              <a:gd name="connsiteY18" fmla="*/ 2115725 h 2275297"/>
              <a:gd name="connsiteX19" fmla="*/ 868503 w 1857234"/>
              <a:gd name="connsiteY19" fmla="*/ 2244593 h 2275297"/>
              <a:gd name="connsiteX20" fmla="*/ 1062435 w 1857234"/>
              <a:gd name="connsiteY20" fmla="*/ 2265044 h 2275297"/>
              <a:gd name="connsiteX21" fmla="*/ 1304365 w 1857234"/>
              <a:gd name="connsiteY21" fmla="*/ 2109462 h 2275297"/>
              <a:gd name="connsiteX22" fmla="*/ 1519275 w 1857234"/>
              <a:gd name="connsiteY22" fmla="*/ 1901778 h 2275297"/>
              <a:gd name="connsiteX23" fmla="*/ 1630552 w 1857234"/>
              <a:gd name="connsiteY23" fmla="*/ 1734918 h 2275297"/>
              <a:gd name="connsiteX24" fmla="*/ 1667781 w 1857234"/>
              <a:gd name="connsiteY24" fmla="*/ 1594101 h 2275297"/>
              <a:gd name="connsiteX25" fmla="*/ 1678087 w 1857234"/>
              <a:gd name="connsiteY25" fmla="*/ 1484588 h 2275297"/>
              <a:gd name="connsiteX26" fmla="*/ 1737353 w 1857234"/>
              <a:gd name="connsiteY26" fmla="*/ 1549870 h 2275297"/>
              <a:gd name="connsiteX27" fmla="*/ 1788153 w 1857234"/>
              <a:gd name="connsiteY27" fmla="*/ 1524470 h 2275297"/>
              <a:gd name="connsiteX28" fmla="*/ 1810167 w 1857234"/>
              <a:gd name="connsiteY28" fmla="*/ 1405936 h 2275297"/>
              <a:gd name="connsiteX29" fmla="*/ 1849113 w 1857234"/>
              <a:gd name="connsiteY29" fmla="*/ 1309416 h 2275297"/>
              <a:gd name="connsiteX30" fmla="*/ 1855887 w 1857234"/>
              <a:gd name="connsiteY30" fmla="*/ 1211203 h 2275297"/>
              <a:gd name="connsiteX31" fmla="*/ 1830487 w 1857234"/>
              <a:gd name="connsiteY31" fmla="*/ 1092670 h 2275297"/>
              <a:gd name="connsiteX32" fmla="*/ 1754287 w 1857234"/>
              <a:gd name="connsiteY32" fmla="*/ 1118070 h 2275297"/>
              <a:gd name="connsiteX33" fmla="*/ 1720420 w 1857234"/>
              <a:gd name="connsiteY33" fmla="*/ 1164636 h 2275297"/>
              <a:gd name="connsiteX34" fmla="*/ 1686553 w 1857234"/>
              <a:gd name="connsiteY34" fmla="*/ 1236603 h 2275297"/>
              <a:gd name="connsiteX35" fmla="*/ 1703487 w 1857234"/>
              <a:gd name="connsiteY35" fmla="*/ 830203 h 2275297"/>
              <a:gd name="connsiteX36" fmla="*/ 1669620 w 1857234"/>
              <a:gd name="connsiteY36" fmla="*/ 505083 h 2275297"/>
              <a:gd name="connsiteX37" fmla="*/ 1474887 w 1857234"/>
              <a:gd name="connsiteY37" fmla="*/ 186736 h 2275297"/>
              <a:gd name="connsiteX38" fmla="*/ 1264278 w 1857234"/>
              <a:gd name="connsiteY38" fmla="*/ 62925 h 2275297"/>
              <a:gd name="connsiteX39" fmla="*/ 907620 w 1857234"/>
              <a:gd name="connsiteY39" fmla="*/ 470 h 2275297"/>
              <a:gd name="connsiteX40" fmla="*/ 699128 w 1857234"/>
              <a:gd name="connsiteY40" fmla="*/ 38246 h 2275297"/>
              <a:gd name="connsiteX0" fmla="*/ 699128 w 1857234"/>
              <a:gd name="connsiteY0" fmla="*/ 38246 h 2275298"/>
              <a:gd name="connsiteX1" fmla="*/ 530853 w 1857234"/>
              <a:gd name="connsiteY1" fmla="*/ 109476 h 2275298"/>
              <a:gd name="connsiteX2" fmla="*/ 359403 w 1857234"/>
              <a:gd name="connsiteY2" fmla="*/ 226951 h 2275298"/>
              <a:gd name="connsiteX3" fmla="*/ 194303 w 1857234"/>
              <a:gd name="connsiteY3" fmla="*/ 500001 h 2275298"/>
              <a:gd name="connsiteX4" fmla="*/ 143503 w 1857234"/>
              <a:gd name="connsiteY4" fmla="*/ 690502 h 2275298"/>
              <a:gd name="connsiteX5" fmla="*/ 143503 w 1857234"/>
              <a:gd name="connsiteY5" fmla="*/ 1058801 h 2275298"/>
              <a:gd name="connsiteX6" fmla="*/ 144562 w 1857234"/>
              <a:gd name="connsiteY6" fmla="*/ 1196386 h 2275298"/>
              <a:gd name="connsiteX7" fmla="*/ 92704 w 1857234"/>
              <a:gd name="connsiteY7" fmla="*/ 1145586 h 2275298"/>
              <a:gd name="connsiteX8" fmla="*/ 13329 w 1857234"/>
              <a:gd name="connsiteY8" fmla="*/ 1150878 h 2275298"/>
              <a:gd name="connsiteX9" fmla="*/ 1687 w 1857234"/>
              <a:gd name="connsiteY9" fmla="*/ 1262003 h 2275298"/>
              <a:gd name="connsiteX10" fmla="*/ 31320 w 1857234"/>
              <a:gd name="connsiteY10" fmla="*/ 1405937 h 2275298"/>
              <a:gd name="connsiteX11" fmla="*/ 99053 w 1857234"/>
              <a:gd name="connsiteY11" fmla="*/ 1511770 h 2275298"/>
              <a:gd name="connsiteX12" fmla="*/ 149853 w 1857234"/>
              <a:gd name="connsiteY12" fmla="*/ 1609136 h 2275298"/>
              <a:gd name="connsiteX13" fmla="*/ 213353 w 1857234"/>
              <a:gd name="connsiteY13" fmla="*/ 1626070 h 2275298"/>
              <a:gd name="connsiteX14" fmla="*/ 221820 w 1857234"/>
              <a:gd name="connsiteY14" fmla="*/ 1566803 h 2275298"/>
              <a:gd name="connsiteX15" fmla="*/ 221820 w 1857234"/>
              <a:gd name="connsiteY15" fmla="*/ 1532936 h 2275298"/>
              <a:gd name="connsiteX16" fmla="*/ 311275 w 1857234"/>
              <a:gd name="connsiteY16" fmla="*/ 1766178 h 2275298"/>
              <a:gd name="connsiteX17" fmla="*/ 448026 w 1857234"/>
              <a:gd name="connsiteY17" fmla="*/ 1942746 h 2275298"/>
              <a:gd name="connsiteX18" fmla="*/ 642954 w 1857234"/>
              <a:gd name="connsiteY18" fmla="*/ 2115725 h 2275298"/>
              <a:gd name="connsiteX19" fmla="*/ 868503 w 1857234"/>
              <a:gd name="connsiteY19" fmla="*/ 2244593 h 2275298"/>
              <a:gd name="connsiteX20" fmla="*/ 1015504 w 1857234"/>
              <a:gd name="connsiteY20" fmla="*/ 2265044 h 2275298"/>
              <a:gd name="connsiteX21" fmla="*/ 1304365 w 1857234"/>
              <a:gd name="connsiteY21" fmla="*/ 2109462 h 2275298"/>
              <a:gd name="connsiteX22" fmla="*/ 1519275 w 1857234"/>
              <a:gd name="connsiteY22" fmla="*/ 1901778 h 2275298"/>
              <a:gd name="connsiteX23" fmla="*/ 1630552 w 1857234"/>
              <a:gd name="connsiteY23" fmla="*/ 1734918 h 2275298"/>
              <a:gd name="connsiteX24" fmla="*/ 1667781 w 1857234"/>
              <a:gd name="connsiteY24" fmla="*/ 1594101 h 2275298"/>
              <a:gd name="connsiteX25" fmla="*/ 1678087 w 1857234"/>
              <a:gd name="connsiteY25" fmla="*/ 1484588 h 2275298"/>
              <a:gd name="connsiteX26" fmla="*/ 1737353 w 1857234"/>
              <a:gd name="connsiteY26" fmla="*/ 1549870 h 2275298"/>
              <a:gd name="connsiteX27" fmla="*/ 1788153 w 1857234"/>
              <a:gd name="connsiteY27" fmla="*/ 1524470 h 2275298"/>
              <a:gd name="connsiteX28" fmla="*/ 1810167 w 1857234"/>
              <a:gd name="connsiteY28" fmla="*/ 1405936 h 2275298"/>
              <a:gd name="connsiteX29" fmla="*/ 1849113 w 1857234"/>
              <a:gd name="connsiteY29" fmla="*/ 1309416 h 2275298"/>
              <a:gd name="connsiteX30" fmla="*/ 1855887 w 1857234"/>
              <a:gd name="connsiteY30" fmla="*/ 1211203 h 2275298"/>
              <a:gd name="connsiteX31" fmla="*/ 1830487 w 1857234"/>
              <a:gd name="connsiteY31" fmla="*/ 1092670 h 2275298"/>
              <a:gd name="connsiteX32" fmla="*/ 1754287 w 1857234"/>
              <a:gd name="connsiteY32" fmla="*/ 1118070 h 2275298"/>
              <a:gd name="connsiteX33" fmla="*/ 1720420 w 1857234"/>
              <a:gd name="connsiteY33" fmla="*/ 1164636 h 2275298"/>
              <a:gd name="connsiteX34" fmla="*/ 1686553 w 1857234"/>
              <a:gd name="connsiteY34" fmla="*/ 1236603 h 2275298"/>
              <a:gd name="connsiteX35" fmla="*/ 1703487 w 1857234"/>
              <a:gd name="connsiteY35" fmla="*/ 830203 h 2275298"/>
              <a:gd name="connsiteX36" fmla="*/ 1669620 w 1857234"/>
              <a:gd name="connsiteY36" fmla="*/ 505083 h 2275298"/>
              <a:gd name="connsiteX37" fmla="*/ 1474887 w 1857234"/>
              <a:gd name="connsiteY37" fmla="*/ 186736 h 2275298"/>
              <a:gd name="connsiteX38" fmla="*/ 1264278 w 1857234"/>
              <a:gd name="connsiteY38" fmla="*/ 62925 h 2275298"/>
              <a:gd name="connsiteX39" fmla="*/ 907620 w 1857234"/>
              <a:gd name="connsiteY39" fmla="*/ 470 h 2275298"/>
              <a:gd name="connsiteX40" fmla="*/ 699128 w 1857234"/>
              <a:gd name="connsiteY40" fmla="*/ 38246 h 2275298"/>
              <a:gd name="connsiteX0" fmla="*/ 699128 w 1857234"/>
              <a:gd name="connsiteY0" fmla="*/ 38246 h 2277359"/>
              <a:gd name="connsiteX1" fmla="*/ 530853 w 1857234"/>
              <a:gd name="connsiteY1" fmla="*/ 109476 h 2277359"/>
              <a:gd name="connsiteX2" fmla="*/ 359403 w 1857234"/>
              <a:gd name="connsiteY2" fmla="*/ 226951 h 2277359"/>
              <a:gd name="connsiteX3" fmla="*/ 194303 w 1857234"/>
              <a:gd name="connsiteY3" fmla="*/ 500001 h 2277359"/>
              <a:gd name="connsiteX4" fmla="*/ 143503 w 1857234"/>
              <a:gd name="connsiteY4" fmla="*/ 690502 h 2277359"/>
              <a:gd name="connsiteX5" fmla="*/ 143503 w 1857234"/>
              <a:gd name="connsiteY5" fmla="*/ 1058801 h 2277359"/>
              <a:gd name="connsiteX6" fmla="*/ 144562 w 1857234"/>
              <a:gd name="connsiteY6" fmla="*/ 1196386 h 2277359"/>
              <a:gd name="connsiteX7" fmla="*/ 92704 w 1857234"/>
              <a:gd name="connsiteY7" fmla="*/ 1145586 h 2277359"/>
              <a:gd name="connsiteX8" fmla="*/ 13329 w 1857234"/>
              <a:gd name="connsiteY8" fmla="*/ 1150878 h 2277359"/>
              <a:gd name="connsiteX9" fmla="*/ 1687 w 1857234"/>
              <a:gd name="connsiteY9" fmla="*/ 1262003 h 2277359"/>
              <a:gd name="connsiteX10" fmla="*/ 31320 w 1857234"/>
              <a:gd name="connsiteY10" fmla="*/ 1405937 h 2277359"/>
              <a:gd name="connsiteX11" fmla="*/ 99053 w 1857234"/>
              <a:gd name="connsiteY11" fmla="*/ 1511770 h 2277359"/>
              <a:gd name="connsiteX12" fmla="*/ 149853 w 1857234"/>
              <a:gd name="connsiteY12" fmla="*/ 1609136 h 2277359"/>
              <a:gd name="connsiteX13" fmla="*/ 213353 w 1857234"/>
              <a:gd name="connsiteY13" fmla="*/ 1626070 h 2277359"/>
              <a:gd name="connsiteX14" fmla="*/ 221820 w 1857234"/>
              <a:gd name="connsiteY14" fmla="*/ 1566803 h 2277359"/>
              <a:gd name="connsiteX15" fmla="*/ 221820 w 1857234"/>
              <a:gd name="connsiteY15" fmla="*/ 1532936 h 2277359"/>
              <a:gd name="connsiteX16" fmla="*/ 311275 w 1857234"/>
              <a:gd name="connsiteY16" fmla="*/ 1766178 h 2277359"/>
              <a:gd name="connsiteX17" fmla="*/ 448026 w 1857234"/>
              <a:gd name="connsiteY17" fmla="*/ 1942746 h 2277359"/>
              <a:gd name="connsiteX18" fmla="*/ 642954 w 1857234"/>
              <a:gd name="connsiteY18" fmla="*/ 2115725 h 2277359"/>
              <a:gd name="connsiteX19" fmla="*/ 868503 w 1857234"/>
              <a:gd name="connsiteY19" fmla="*/ 2244593 h 2277359"/>
              <a:gd name="connsiteX20" fmla="*/ 1015504 w 1857234"/>
              <a:gd name="connsiteY20" fmla="*/ 2265044 h 2277359"/>
              <a:gd name="connsiteX21" fmla="*/ 1304365 w 1857234"/>
              <a:gd name="connsiteY21" fmla="*/ 2109462 h 2277359"/>
              <a:gd name="connsiteX22" fmla="*/ 1519275 w 1857234"/>
              <a:gd name="connsiteY22" fmla="*/ 1901778 h 2277359"/>
              <a:gd name="connsiteX23" fmla="*/ 1630552 w 1857234"/>
              <a:gd name="connsiteY23" fmla="*/ 1734918 h 2277359"/>
              <a:gd name="connsiteX24" fmla="*/ 1667781 w 1857234"/>
              <a:gd name="connsiteY24" fmla="*/ 1594101 h 2277359"/>
              <a:gd name="connsiteX25" fmla="*/ 1678087 w 1857234"/>
              <a:gd name="connsiteY25" fmla="*/ 1484588 h 2277359"/>
              <a:gd name="connsiteX26" fmla="*/ 1737353 w 1857234"/>
              <a:gd name="connsiteY26" fmla="*/ 1549870 h 2277359"/>
              <a:gd name="connsiteX27" fmla="*/ 1788153 w 1857234"/>
              <a:gd name="connsiteY27" fmla="*/ 1524470 h 2277359"/>
              <a:gd name="connsiteX28" fmla="*/ 1810167 w 1857234"/>
              <a:gd name="connsiteY28" fmla="*/ 1405936 h 2277359"/>
              <a:gd name="connsiteX29" fmla="*/ 1849113 w 1857234"/>
              <a:gd name="connsiteY29" fmla="*/ 1309416 h 2277359"/>
              <a:gd name="connsiteX30" fmla="*/ 1855887 w 1857234"/>
              <a:gd name="connsiteY30" fmla="*/ 1211203 h 2277359"/>
              <a:gd name="connsiteX31" fmla="*/ 1830487 w 1857234"/>
              <a:gd name="connsiteY31" fmla="*/ 1092670 h 2277359"/>
              <a:gd name="connsiteX32" fmla="*/ 1754287 w 1857234"/>
              <a:gd name="connsiteY32" fmla="*/ 1118070 h 2277359"/>
              <a:gd name="connsiteX33" fmla="*/ 1720420 w 1857234"/>
              <a:gd name="connsiteY33" fmla="*/ 1164636 h 2277359"/>
              <a:gd name="connsiteX34" fmla="*/ 1686553 w 1857234"/>
              <a:gd name="connsiteY34" fmla="*/ 1236603 h 2277359"/>
              <a:gd name="connsiteX35" fmla="*/ 1703487 w 1857234"/>
              <a:gd name="connsiteY35" fmla="*/ 830203 h 2277359"/>
              <a:gd name="connsiteX36" fmla="*/ 1669620 w 1857234"/>
              <a:gd name="connsiteY36" fmla="*/ 505083 h 2277359"/>
              <a:gd name="connsiteX37" fmla="*/ 1474887 w 1857234"/>
              <a:gd name="connsiteY37" fmla="*/ 186736 h 2277359"/>
              <a:gd name="connsiteX38" fmla="*/ 1264278 w 1857234"/>
              <a:gd name="connsiteY38" fmla="*/ 62925 h 2277359"/>
              <a:gd name="connsiteX39" fmla="*/ 907620 w 1857234"/>
              <a:gd name="connsiteY39" fmla="*/ 470 h 2277359"/>
              <a:gd name="connsiteX40" fmla="*/ 699128 w 1857234"/>
              <a:gd name="connsiteY40" fmla="*/ 38246 h 2277359"/>
              <a:gd name="connsiteX0" fmla="*/ 699128 w 1857234"/>
              <a:gd name="connsiteY0" fmla="*/ 38246 h 2277359"/>
              <a:gd name="connsiteX1" fmla="*/ 530853 w 1857234"/>
              <a:gd name="connsiteY1" fmla="*/ 109476 h 2277359"/>
              <a:gd name="connsiteX2" fmla="*/ 359403 w 1857234"/>
              <a:gd name="connsiteY2" fmla="*/ 226951 h 2277359"/>
              <a:gd name="connsiteX3" fmla="*/ 194303 w 1857234"/>
              <a:gd name="connsiteY3" fmla="*/ 500001 h 2277359"/>
              <a:gd name="connsiteX4" fmla="*/ 143503 w 1857234"/>
              <a:gd name="connsiteY4" fmla="*/ 690502 h 2277359"/>
              <a:gd name="connsiteX5" fmla="*/ 143503 w 1857234"/>
              <a:gd name="connsiteY5" fmla="*/ 1058801 h 2277359"/>
              <a:gd name="connsiteX6" fmla="*/ 144562 w 1857234"/>
              <a:gd name="connsiteY6" fmla="*/ 1196386 h 2277359"/>
              <a:gd name="connsiteX7" fmla="*/ 92704 w 1857234"/>
              <a:gd name="connsiteY7" fmla="*/ 1145586 h 2277359"/>
              <a:gd name="connsiteX8" fmla="*/ 13329 w 1857234"/>
              <a:gd name="connsiteY8" fmla="*/ 1150878 h 2277359"/>
              <a:gd name="connsiteX9" fmla="*/ 1687 w 1857234"/>
              <a:gd name="connsiteY9" fmla="*/ 1262003 h 2277359"/>
              <a:gd name="connsiteX10" fmla="*/ 31320 w 1857234"/>
              <a:gd name="connsiteY10" fmla="*/ 1405937 h 2277359"/>
              <a:gd name="connsiteX11" fmla="*/ 99053 w 1857234"/>
              <a:gd name="connsiteY11" fmla="*/ 1511770 h 2277359"/>
              <a:gd name="connsiteX12" fmla="*/ 149853 w 1857234"/>
              <a:gd name="connsiteY12" fmla="*/ 1609136 h 2277359"/>
              <a:gd name="connsiteX13" fmla="*/ 213353 w 1857234"/>
              <a:gd name="connsiteY13" fmla="*/ 1626070 h 2277359"/>
              <a:gd name="connsiteX14" fmla="*/ 221820 w 1857234"/>
              <a:gd name="connsiteY14" fmla="*/ 1566803 h 2277359"/>
              <a:gd name="connsiteX15" fmla="*/ 221820 w 1857234"/>
              <a:gd name="connsiteY15" fmla="*/ 1532936 h 2277359"/>
              <a:gd name="connsiteX16" fmla="*/ 311275 w 1857234"/>
              <a:gd name="connsiteY16" fmla="*/ 1766178 h 2277359"/>
              <a:gd name="connsiteX17" fmla="*/ 448026 w 1857234"/>
              <a:gd name="connsiteY17" fmla="*/ 1942746 h 2277359"/>
              <a:gd name="connsiteX18" fmla="*/ 642954 w 1857234"/>
              <a:gd name="connsiteY18" fmla="*/ 2115725 h 2277359"/>
              <a:gd name="connsiteX19" fmla="*/ 868503 w 1857234"/>
              <a:gd name="connsiteY19" fmla="*/ 2244593 h 2277359"/>
              <a:gd name="connsiteX20" fmla="*/ 1015504 w 1857234"/>
              <a:gd name="connsiteY20" fmla="*/ 2265044 h 2277359"/>
              <a:gd name="connsiteX21" fmla="*/ 1304365 w 1857234"/>
              <a:gd name="connsiteY21" fmla="*/ 2109462 h 2277359"/>
              <a:gd name="connsiteX22" fmla="*/ 1519275 w 1857234"/>
              <a:gd name="connsiteY22" fmla="*/ 1901778 h 2277359"/>
              <a:gd name="connsiteX23" fmla="*/ 1630552 w 1857234"/>
              <a:gd name="connsiteY23" fmla="*/ 1734918 h 2277359"/>
              <a:gd name="connsiteX24" fmla="*/ 1667781 w 1857234"/>
              <a:gd name="connsiteY24" fmla="*/ 1594101 h 2277359"/>
              <a:gd name="connsiteX25" fmla="*/ 1678087 w 1857234"/>
              <a:gd name="connsiteY25" fmla="*/ 1484588 h 2277359"/>
              <a:gd name="connsiteX26" fmla="*/ 1737353 w 1857234"/>
              <a:gd name="connsiteY26" fmla="*/ 1549870 h 2277359"/>
              <a:gd name="connsiteX27" fmla="*/ 1788153 w 1857234"/>
              <a:gd name="connsiteY27" fmla="*/ 1524470 h 2277359"/>
              <a:gd name="connsiteX28" fmla="*/ 1810167 w 1857234"/>
              <a:gd name="connsiteY28" fmla="*/ 1405936 h 2277359"/>
              <a:gd name="connsiteX29" fmla="*/ 1849113 w 1857234"/>
              <a:gd name="connsiteY29" fmla="*/ 1309416 h 2277359"/>
              <a:gd name="connsiteX30" fmla="*/ 1855887 w 1857234"/>
              <a:gd name="connsiteY30" fmla="*/ 1211203 h 2277359"/>
              <a:gd name="connsiteX31" fmla="*/ 1830487 w 1857234"/>
              <a:gd name="connsiteY31" fmla="*/ 1092670 h 2277359"/>
              <a:gd name="connsiteX32" fmla="*/ 1754287 w 1857234"/>
              <a:gd name="connsiteY32" fmla="*/ 1118070 h 2277359"/>
              <a:gd name="connsiteX33" fmla="*/ 1720420 w 1857234"/>
              <a:gd name="connsiteY33" fmla="*/ 1164636 h 2277359"/>
              <a:gd name="connsiteX34" fmla="*/ 1686553 w 1857234"/>
              <a:gd name="connsiteY34" fmla="*/ 1236603 h 2277359"/>
              <a:gd name="connsiteX35" fmla="*/ 1703487 w 1857234"/>
              <a:gd name="connsiteY35" fmla="*/ 830203 h 2277359"/>
              <a:gd name="connsiteX36" fmla="*/ 1669620 w 1857234"/>
              <a:gd name="connsiteY36" fmla="*/ 505083 h 2277359"/>
              <a:gd name="connsiteX37" fmla="*/ 1474887 w 1857234"/>
              <a:gd name="connsiteY37" fmla="*/ 186736 h 2277359"/>
              <a:gd name="connsiteX38" fmla="*/ 1264278 w 1857234"/>
              <a:gd name="connsiteY38" fmla="*/ 62925 h 2277359"/>
              <a:gd name="connsiteX39" fmla="*/ 907620 w 1857234"/>
              <a:gd name="connsiteY39" fmla="*/ 470 h 2277359"/>
              <a:gd name="connsiteX40" fmla="*/ 699128 w 1857234"/>
              <a:gd name="connsiteY40" fmla="*/ 38246 h 2277359"/>
              <a:gd name="connsiteX0" fmla="*/ 699128 w 1857234"/>
              <a:gd name="connsiteY0" fmla="*/ 38246 h 2283078"/>
              <a:gd name="connsiteX1" fmla="*/ 530853 w 1857234"/>
              <a:gd name="connsiteY1" fmla="*/ 109476 h 2283078"/>
              <a:gd name="connsiteX2" fmla="*/ 359403 w 1857234"/>
              <a:gd name="connsiteY2" fmla="*/ 226951 h 2283078"/>
              <a:gd name="connsiteX3" fmla="*/ 194303 w 1857234"/>
              <a:gd name="connsiteY3" fmla="*/ 500001 h 2283078"/>
              <a:gd name="connsiteX4" fmla="*/ 143503 w 1857234"/>
              <a:gd name="connsiteY4" fmla="*/ 690502 h 2283078"/>
              <a:gd name="connsiteX5" fmla="*/ 143503 w 1857234"/>
              <a:gd name="connsiteY5" fmla="*/ 1058801 h 2283078"/>
              <a:gd name="connsiteX6" fmla="*/ 144562 w 1857234"/>
              <a:gd name="connsiteY6" fmla="*/ 1196386 h 2283078"/>
              <a:gd name="connsiteX7" fmla="*/ 92704 w 1857234"/>
              <a:gd name="connsiteY7" fmla="*/ 1145586 h 2283078"/>
              <a:gd name="connsiteX8" fmla="*/ 13329 w 1857234"/>
              <a:gd name="connsiteY8" fmla="*/ 1150878 h 2283078"/>
              <a:gd name="connsiteX9" fmla="*/ 1687 w 1857234"/>
              <a:gd name="connsiteY9" fmla="*/ 1262003 h 2283078"/>
              <a:gd name="connsiteX10" fmla="*/ 31320 w 1857234"/>
              <a:gd name="connsiteY10" fmla="*/ 1405937 h 2283078"/>
              <a:gd name="connsiteX11" fmla="*/ 99053 w 1857234"/>
              <a:gd name="connsiteY11" fmla="*/ 1511770 h 2283078"/>
              <a:gd name="connsiteX12" fmla="*/ 149853 w 1857234"/>
              <a:gd name="connsiteY12" fmla="*/ 1609136 h 2283078"/>
              <a:gd name="connsiteX13" fmla="*/ 213353 w 1857234"/>
              <a:gd name="connsiteY13" fmla="*/ 1626070 h 2283078"/>
              <a:gd name="connsiteX14" fmla="*/ 221820 w 1857234"/>
              <a:gd name="connsiteY14" fmla="*/ 1566803 h 2283078"/>
              <a:gd name="connsiteX15" fmla="*/ 221820 w 1857234"/>
              <a:gd name="connsiteY15" fmla="*/ 1532936 h 2283078"/>
              <a:gd name="connsiteX16" fmla="*/ 311275 w 1857234"/>
              <a:gd name="connsiteY16" fmla="*/ 1766178 h 2283078"/>
              <a:gd name="connsiteX17" fmla="*/ 448026 w 1857234"/>
              <a:gd name="connsiteY17" fmla="*/ 1942746 h 2283078"/>
              <a:gd name="connsiteX18" fmla="*/ 642954 w 1857234"/>
              <a:gd name="connsiteY18" fmla="*/ 2115725 h 2283078"/>
              <a:gd name="connsiteX19" fmla="*/ 817318 w 1857234"/>
              <a:gd name="connsiteY19" fmla="*/ 2263161 h 2283078"/>
              <a:gd name="connsiteX20" fmla="*/ 1015504 w 1857234"/>
              <a:gd name="connsiteY20" fmla="*/ 2265044 h 2283078"/>
              <a:gd name="connsiteX21" fmla="*/ 1304365 w 1857234"/>
              <a:gd name="connsiteY21" fmla="*/ 2109462 h 2283078"/>
              <a:gd name="connsiteX22" fmla="*/ 1519275 w 1857234"/>
              <a:gd name="connsiteY22" fmla="*/ 1901778 h 2283078"/>
              <a:gd name="connsiteX23" fmla="*/ 1630552 w 1857234"/>
              <a:gd name="connsiteY23" fmla="*/ 1734918 h 2283078"/>
              <a:gd name="connsiteX24" fmla="*/ 1667781 w 1857234"/>
              <a:gd name="connsiteY24" fmla="*/ 1594101 h 2283078"/>
              <a:gd name="connsiteX25" fmla="*/ 1678087 w 1857234"/>
              <a:gd name="connsiteY25" fmla="*/ 1484588 h 2283078"/>
              <a:gd name="connsiteX26" fmla="*/ 1737353 w 1857234"/>
              <a:gd name="connsiteY26" fmla="*/ 1549870 h 2283078"/>
              <a:gd name="connsiteX27" fmla="*/ 1788153 w 1857234"/>
              <a:gd name="connsiteY27" fmla="*/ 1524470 h 2283078"/>
              <a:gd name="connsiteX28" fmla="*/ 1810167 w 1857234"/>
              <a:gd name="connsiteY28" fmla="*/ 1405936 h 2283078"/>
              <a:gd name="connsiteX29" fmla="*/ 1849113 w 1857234"/>
              <a:gd name="connsiteY29" fmla="*/ 1309416 h 2283078"/>
              <a:gd name="connsiteX30" fmla="*/ 1855887 w 1857234"/>
              <a:gd name="connsiteY30" fmla="*/ 1211203 h 2283078"/>
              <a:gd name="connsiteX31" fmla="*/ 1830487 w 1857234"/>
              <a:gd name="connsiteY31" fmla="*/ 1092670 h 2283078"/>
              <a:gd name="connsiteX32" fmla="*/ 1754287 w 1857234"/>
              <a:gd name="connsiteY32" fmla="*/ 1118070 h 2283078"/>
              <a:gd name="connsiteX33" fmla="*/ 1720420 w 1857234"/>
              <a:gd name="connsiteY33" fmla="*/ 1164636 h 2283078"/>
              <a:gd name="connsiteX34" fmla="*/ 1686553 w 1857234"/>
              <a:gd name="connsiteY34" fmla="*/ 1236603 h 2283078"/>
              <a:gd name="connsiteX35" fmla="*/ 1703487 w 1857234"/>
              <a:gd name="connsiteY35" fmla="*/ 830203 h 2283078"/>
              <a:gd name="connsiteX36" fmla="*/ 1669620 w 1857234"/>
              <a:gd name="connsiteY36" fmla="*/ 505083 h 2283078"/>
              <a:gd name="connsiteX37" fmla="*/ 1474887 w 1857234"/>
              <a:gd name="connsiteY37" fmla="*/ 186736 h 2283078"/>
              <a:gd name="connsiteX38" fmla="*/ 1264278 w 1857234"/>
              <a:gd name="connsiteY38" fmla="*/ 62925 h 2283078"/>
              <a:gd name="connsiteX39" fmla="*/ 907620 w 1857234"/>
              <a:gd name="connsiteY39" fmla="*/ 470 h 2283078"/>
              <a:gd name="connsiteX40" fmla="*/ 699128 w 1857234"/>
              <a:gd name="connsiteY40" fmla="*/ 38246 h 2283078"/>
              <a:gd name="connsiteX0" fmla="*/ 699128 w 1857234"/>
              <a:gd name="connsiteY0" fmla="*/ 38246 h 2280460"/>
              <a:gd name="connsiteX1" fmla="*/ 530853 w 1857234"/>
              <a:gd name="connsiteY1" fmla="*/ 109476 h 2280460"/>
              <a:gd name="connsiteX2" fmla="*/ 359403 w 1857234"/>
              <a:gd name="connsiteY2" fmla="*/ 226951 h 2280460"/>
              <a:gd name="connsiteX3" fmla="*/ 194303 w 1857234"/>
              <a:gd name="connsiteY3" fmla="*/ 500001 h 2280460"/>
              <a:gd name="connsiteX4" fmla="*/ 143503 w 1857234"/>
              <a:gd name="connsiteY4" fmla="*/ 690502 h 2280460"/>
              <a:gd name="connsiteX5" fmla="*/ 143503 w 1857234"/>
              <a:gd name="connsiteY5" fmla="*/ 1058801 h 2280460"/>
              <a:gd name="connsiteX6" fmla="*/ 144562 w 1857234"/>
              <a:gd name="connsiteY6" fmla="*/ 1196386 h 2280460"/>
              <a:gd name="connsiteX7" fmla="*/ 92704 w 1857234"/>
              <a:gd name="connsiteY7" fmla="*/ 1145586 h 2280460"/>
              <a:gd name="connsiteX8" fmla="*/ 13329 w 1857234"/>
              <a:gd name="connsiteY8" fmla="*/ 1150878 h 2280460"/>
              <a:gd name="connsiteX9" fmla="*/ 1687 w 1857234"/>
              <a:gd name="connsiteY9" fmla="*/ 1262003 h 2280460"/>
              <a:gd name="connsiteX10" fmla="*/ 31320 w 1857234"/>
              <a:gd name="connsiteY10" fmla="*/ 1405937 h 2280460"/>
              <a:gd name="connsiteX11" fmla="*/ 99053 w 1857234"/>
              <a:gd name="connsiteY11" fmla="*/ 1511770 h 2280460"/>
              <a:gd name="connsiteX12" fmla="*/ 149853 w 1857234"/>
              <a:gd name="connsiteY12" fmla="*/ 1609136 h 2280460"/>
              <a:gd name="connsiteX13" fmla="*/ 213353 w 1857234"/>
              <a:gd name="connsiteY13" fmla="*/ 1626070 h 2280460"/>
              <a:gd name="connsiteX14" fmla="*/ 221820 w 1857234"/>
              <a:gd name="connsiteY14" fmla="*/ 1566803 h 2280460"/>
              <a:gd name="connsiteX15" fmla="*/ 221820 w 1857234"/>
              <a:gd name="connsiteY15" fmla="*/ 1532936 h 2280460"/>
              <a:gd name="connsiteX16" fmla="*/ 311275 w 1857234"/>
              <a:gd name="connsiteY16" fmla="*/ 1766178 h 2280460"/>
              <a:gd name="connsiteX17" fmla="*/ 448026 w 1857234"/>
              <a:gd name="connsiteY17" fmla="*/ 1942746 h 2280460"/>
              <a:gd name="connsiteX18" fmla="*/ 642954 w 1857234"/>
              <a:gd name="connsiteY18" fmla="*/ 2115725 h 2280460"/>
              <a:gd name="connsiteX19" fmla="*/ 817318 w 1857234"/>
              <a:gd name="connsiteY19" fmla="*/ 2263161 h 2280460"/>
              <a:gd name="connsiteX20" fmla="*/ 1085302 w 1857234"/>
              <a:gd name="connsiteY20" fmla="*/ 2260402 h 2280460"/>
              <a:gd name="connsiteX21" fmla="*/ 1304365 w 1857234"/>
              <a:gd name="connsiteY21" fmla="*/ 2109462 h 2280460"/>
              <a:gd name="connsiteX22" fmla="*/ 1519275 w 1857234"/>
              <a:gd name="connsiteY22" fmla="*/ 1901778 h 2280460"/>
              <a:gd name="connsiteX23" fmla="*/ 1630552 w 1857234"/>
              <a:gd name="connsiteY23" fmla="*/ 1734918 h 2280460"/>
              <a:gd name="connsiteX24" fmla="*/ 1667781 w 1857234"/>
              <a:gd name="connsiteY24" fmla="*/ 1594101 h 2280460"/>
              <a:gd name="connsiteX25" fmla="*/ 1678087 w 1857234"/>
              <a:gd name="connsiteY25" fmla="*/ 1484588 h 2280460"/>
              <a:gd name="connsiteX26" fmla="*/ 1737353 w 1857234"/>
              <a:gd name="connsiteY26" fmla="*/ 1549870 h 2280460"/>
              <a:gd name="connsiteX27" fmla="*/ 1788153 w 1857234"/>
              <a:gd name="connsiteY27" fmla="*/ 1524470 h 2280460"/>
              <a:gd name="connsiteX28" fmla="*/ 1810167 w 1857234"/>
              <a:gd name="connsiteY28" fmla="*/ 1405936 h 2280460"/>
              <a:gd name="connsiteX29" fmla="*/ 1849113 w 1857234"/>
              <a:gd name="connsiteY29" fmla="*/ 1309416 h 2280460"/>
              <a:gd name="connsiteX30" fmla="*/ 1855887 w 1857234"/>
              <a:gd name="connsiteY30" fmla="*/ 1211203 h 2280460"/>
              <a:gd name="connsiteX31" fmla="*/ 1830487 w 1857234"/>
              <a:gd name="connsiteY31" fmla="*/ 1092670 h 2280460"/>
              <a:gd name="connsiteX32" fmla="*/ 1754287 w 1857234"/>
              <a:gd name="connsiteY32" fmla="*/ 1118070 h 2280460"/>
              <a:gd name="connsiteX33" fmla="*/ 1720420 w 1857234"/>
              <a:gd name="connsiteY33" fmla="*/ 1164636 h 2280460"/>
              <a:gd name="connsiteX34" fmla="*/ 1686553 w 1857234"/>
              <a:gd name="connsiteY34" fmla="*/ 1236603 h 2280460"/>
              <a:gd name="connsiteX35" fmla="*/ 1703487 w 1857234"/>
              <a:gd name="connsiteY35" fmla="*/ 830203 h 2280460"/>
              <a:gd name="connsiteX36" fmla="*/ 1669620 w 1857234"/>
              <a:gd name="connsiteY36" fmla="*/ 505083 h 2280460"/>
              <a:gd name="connsiteX37" fmla="*/ 1474887 w 1857234"/>
              <a:gd name="connsiteY37" fmla="*/ 186736 h 2280460"/>
              <a:gd name="connsiteX38" fmla="*/ 1264278 w 1857234"/>
              <a:gd name="connsiteY38" fmla="*/ 62925 h 2280460"/>
              <a:gd name="connsiteX39" fmla="*/ 907620 w 1857234"/>
              <a:gd name="connsiteY39" fmla="*/ 470 h 2280460"/>
              <a:gd name="connsiteX40" fmla="*/ 699128 w 1857234"/>
              <a:gd name="connsiteY40" fmla="*/ 38246 h 2280460"/>
              <a:gd name="connsiteX0" fmla="*/ 699128 w 1857234"/>
              <a:gd name="connsiteY0" fmla="*/ 38246 h 2273485"/>
              <a:gd name="connsiteX1" fmla="*/ 530853 w 1857234"/>
              <a:gd name="connsiteY1" fmla="*/ 109476 h 2273485"/>
              <a:gd name="connsiteX2" fmla="*/ 359403 w 1857234"/>
              <a:gd name="connsiteY2" fmla="*/ 226951 h 2273485"/>
              <a:gd name="connsiteX3" fmla="*/ 194303 w 1857234"/>
              <a:gd name="connsiteY3" fmla="*/ 500001 h 2273485"/>
              <a:gd name="connsiteX4" fmla="*/ 143503 w 1857234"/>
              <a:gd name="connsiteY4" fmla="*/ 690502 h 2273485"/>
              <a:gd name="connsiteX5" fmla="*/ 143503 w 1857234"/>
              <a:gd name="connsiteY5" fmla="*/ 1058801 h 2273485"/>
              <a:gd name="connsiteX6" fmla="*/ 144562 w 1857234"/>
              <a:gd name="connsiteY6" fmla="*/ 1196386 h 2273485"/>
              <a:gd name="connsiteX7" fmla="*/ 92704 w 1857234"/>
              <a:gd name="connsiteY7" fmla="*/ 1145586 h 2273485"/>
              <a:gd name="connsiteX8" fmla="*/ 13329 w 1857234"/>
              <a:gd name="connsiteY8" fmla="*/ 1150878 h 2273485"/>
              <a:gd name="connsiteX9" fmla="*/ 1687 w 1857234"/>
              <a:gd name="connsiteY9" fmla="*/ 1262003 h 2273485"/>
              <a:gd name="connsiteX10" fmla="*/ 31320 w 1857234"/>
              <a:gd name="connsiteY10" fmla="*/ 1405937 h 2273485"/>
              <a:gd name="connsiteX11" fmla="*/ 99053 w 1857234"/>
              <a:gd name="connsiteY11" fmla="*/ 1511770 h 2273485"/>
              <a:gd name="connsiteX12" fmla="*/ 149853 w 1857234"/>
              <a:gd name="connsiteY12" fmla="*/ 1609136 h 2273485"/>
              <a:gd name="connsiteX13" fmla="*/ 213353 w 1857234"/>
              <a:gd name="connsiteY13" fmla="*/ 1626070 h 2273485"/>
              <a:gd name="connsiteX14" fmla="*/ 221820 w 1857234"/>
              <a:gd name="connsiteY14" fmla="*/ 1566803 h 2273485"/>
              <a:gd name="connsiteX15" fmla="*/ 221820 w 1857234"/>
              <a:gd name="connsiteY15" fmla="*/ 1532936 h 2273485"/>
              <a:gd name="connsiteX16" fmla="*/ 311275 w 1857234"/>
              <a:gd name="connsiteY16" fmla="*/ 1766178 h 2273485"/>
              <a:gd name="connsiteX17" fmla="*/ 448026 w 1857234"/>
              <a:gd name="connsiteY17" fmla="*/ 1942746 h 2273485"/>
              <a:gd name="connsiteX18" fmla="*/ 642954 w 1857234"/>
              <a:gd name="connsiteY18" fmla="*/ 2115725 h 2273485"/>
              <a:gd name="connsiteX19" fmla="*/ 817318 w 1857234"/>
              <a:gd name="connsiteY19" fmla="*/ 2249235 h 2273485"/>
              <a:gd name="connsiteX20" fmla="*/ 1085302 w 1857234"/>
              <a:gd name="connsiteY20" fmla="*/ 2260402 h 2273485"/>
              <a:gd name="connsiteX21" fmla="*/ 1304365 w 1857234"/>
              <a:gd name="connsiteY21" fmla="*/ 2109462 h 2273485"/>
              <a:gd name="connsiteX22" fmla="*/ 1519275 w 1857234"/>
              <a:gd name="connsiteY22" fmla="*/ 1901778 h 2273485"/>
              <a:gd name="connsiteX23" fmla="*/ 1630552 w 1857234"/>
              <a:gd name="connsiteY23" fmla="*/ 1734918 h 2273485"/>
              <a:gd name="connsiteX24" fmla="*/ 1667781 w 1857234"/>
              <a:gd name="connsiteY24" fmla="*/ 1594101 h 2273485"/>
              <a:gd name="connsiteX25" fmla="*/ 1678087 w 1857234"/>
              <a:gd name="connsiteY25" fmla="*/ 1484588 h 2273485"/>
              <a:gd name="connsiteX26" fmla="*/ 1737353 w 1857234"/>
              <a:gd name="connsiteY26" fmla="*/ 1549870 h 2273485"/>
              <a:gd name="connsiteX27" fmla="*/ 1788153 w 1857234"/>
              <a:gd name="connsiteY27" fmla="*/ 1524470 h 2273485"/>
              <a:gd name="connsiteX28" fmla="*/ 1810167 w 1857234"/>
              <a:gd name="connsiteY28" fmla="*/ 1405936 h 2273485"/>
              <a:gd name="connsiteX29" fmla="*/ 1849113 w 1857234"/>
              <a:gd name="connsiteY29" fmla="*/ 1309416 h 2273485"/>
              <a:gd name="connsiteX30" fmla="*/ 1855887 w 1857234"/>
              <a:gd name="connsiteY30" fmla="*/ 1211203 h 2273485"/>
              <a:gd name="connsiteX31" fmla="*/ 1830487 w 1857234"/>
              <a:gd name="connsiteY31" fmla="*/ 1092670 h 2273485"/>
              <a:gd name="connsiteX32" fmla="*/ 1754287 w 1857234"/>
              <a:gd name="connsiteY32" fmla="*/ 1118070 h 2273485"/>
              <a:gd name="connsiteX33" fmla="*/ 1720420 w 1857234"/>
              <a:gd name="connsiteY33" fmla="*/ 1164636 h 2273485"/>
              <a:gd name="connsiteX34" fmla="*/ 1686553 w 1857234"/>
              <a:gd name="connsiteY34" fmla="*/ 1236603 h 2273485"/>
              <a:gd name="connsiteX35" fmla="*/ 1703487 w 1857234"/>
              <a:gd name="connsiteY35" fmla="*/ 830203 h 2273485"/>
              <a:gd name="connsiteX36" fmla="*/ 1669620 w 1857234"/>
              <a:gd name="connsiteY36" fmla="*/ 505083 h 2273485"/>
              <a:gd name="connsiteX37" fmla="*/ 1474887 w 1857234"/>
              <a:gd name="connsiteY37" fmla="*/ 186736 h 2273485"/>
              <a:gd name="connsiteX38" fmla="*/ 1264278 w 1857234"/>
              <a:gd name="connsiteY38" fmla="*/ 62925 h 2273485"/>
              <a:gd name="connsiteX39" fmla="*/ 907620 w 1857234"/>
              <a:gd name="connsiteY39" fmla="*/ 470 h 2273485"/>
              <a:gd name="connsiteX40" fmla="*/ 699128 w 1857234"/>
              <a:gd name="connsiteY40" fmla="*/ 38246 h 2273485"/>
              <a:gd name="connsiteX0" fmla="*/ 699128 w 1857234"/>
              <a:gd name="connsiteY0" fmla="*/ 38246 h 2264613"/>
              <a:gd name="connsiteX1" fmla="*/ 530853 w 1857234"/>
              <a:gd name="connsiteY1" fmla="*/ 109476 h 2264613"/>
              <a:gd name="connsiteX2" fmla="*/ 359403 w 1857234"/>
              <a:gd name="connsiteY2" fmla="*/ 226951 h 2264613"/>
              <a:gd name="connsiteX3" fmla="*/ 194303 w 1857234"/>
              <a:gd name="connsiteY3" fmla="*/ 500001 h 2264613"/>
              <a:gd name="connsiteX4" fmla="*/ 143503 w 1857234"/>
              <a:gd name="connsiteY4" fmla="*/ 690502 h 2264613"/>
              <a:gd name="connsiteX5" fmla="*/ 143503 w 1857234"/>
              <a:gd name="connsiteY5" fmla="*/ 1058801 h 2264613"/>
              <a:gd name="connsiteX6" fmla="*/ 144562 w 1857234"/>
              <a:gd name="connsiteY6" fmla="*/ 1196386 h 2264613"/>
              <a:gd name="connsiteX7" fmla="*/ 92704 w 1857234"/>
              <a:gd name="connsiteY7" fmla="*/ 1145586 h 2264613"/>
              <a:gd name="connsiteX8" fmla="*/ 13329 w 1857234"/>
              <a:gd name="connsiteY8" fmla="*/ 1150878 h 2264613"/>
              <a:gd name="connsiteX9" fmla="*/ 1687 w 1857234"/>
              <a:gd name="connsiteY9" fmla="*/ 1262003 h 2264613"/>
              <a:gd name="connsiteX10" fmla="*/ 31320 w 1857234"/>
              <a:gd name="connsiteY10" fmla="*/ 1405937 h 2264613"/>
              <a:gd name="connsiteX11" fmla="*/ 99053 w 1857234"/>
              <a:gd name="connsiteY11" fmla="*/ 1511770 h 2264613"/>
              <a:gd name="connsiteX12" fmla="*/ 149853 w 1857234"/>
              <a:gd name="connsiteY12" fmla="*/ 1609136 h 2264613"/>
              <a:gd name="connsiteX13" fmla="*/ 213353 w 1857234"/>
              <a:gd name="connsiteY13" fmla="*/ 1626070 h 2264613"/>
              <a:gd name="connsiteX14" fmla="*/ 221820 w 1857234"/>
              <a:gd name="connsiteY14" fmla="*/ 1566803 h 2264613"/>
              <a:gd name="connsiteX15" fmla="*/ 221820 w 1857234"/>
              <a:gd name="connsiteY15" fmla="*/ 1532936 h 2264613"/>
              <a:gd name="connsiteX16" fmla="*/ 311275 w 1857234"/>
              <a:gd name="connsiteY16" fmla="*/ 1766178 h 2264613"/>
              <a:gd name="connsiteX17" fmla="*/ 448026 w 1857234"/>
              <a:gd name="connsiteY17" fmla="*/ 1942746 h 2264613"/>
              <a:gd name="connsiteX18" fmla="*/ 642954 w 1857234"/>
              <a:gd name="connsiteY18" fmla="*/ 2115725 h 2264613"/>
              <a:gd name="connsiteX19" fmla="*/ 817318 w 1857234"/>
              <a:gd name="connsiteY19" fmla="*/ 2249235 h 2264613"/>
              <a:gd name="connsiteX20" fmla="*/ 1085302 w 1857234"/>
              <a:gd name="connsiteY20" fmla="*/ 2260402 h 2264613"/>
              <a:gd name="connsiteX21" fmla="*/ 1135990 w 1857234"/>
              <a:gd name="connsiteY21" fmla="*/ 2237196 h 2264613"/>
              <a:gd name="connsiteX22" fmla="*/ 1304365 w 1857234"/>
              <a:gd name="connsiteY22" fmla="*/ 2109462 h 2264613"/>
              <a:gd name="connsiteX23" fmla="*/ 1519275 w 1857234"/>
              <a:gd name="connsiteY23" fmla="*/ 1901778 h 2264613"/>
              <a:gd name="connsiteX24" fmla="*/ 1630552 w 1857234"/>
              <a:gd name="connsiteY24" fmla="*/ 1734918 h 2264613"/>
              <a:gd name="connsiteX25" fmla="*/ 1667781 w 1857234"/>
              <a:gd name="connsiteY25" fmla="*/ 1594101 h 2264613"/>
              <a:gd name="connsiteX26" fmla="*/ 1678087 w 1857234"/>
              <a:gd name="connsiteY26" fmla="*/ 1484588 h 2264613"/>
              <a:gd name="connsiteX27" fmla="*/ 1737353 w 1857234"/>
              <a:gd name="connsiteY27" fmla="*/ 1549870 h 2264613"/>
              <a:gd name="connsiteX28" fmla="*/ 1788153 w 1857234"/>
              <a:gd name="connsiteY28" fmla="*/ 1524470 h 2264613"/>
              <a:gd name="connsiteX29" fmla="*/ 1810167 w 1857234"/>
              <a:gd name="connsiteY29" fmla="*/ 1405936 h 2264613"/>
              <a:gd name="connsiteX30" fmla="*/ 1849113 w 1857234"/>
              <a:gd name="connsiteY30" fmla="*/ 1309416 h 2264613"/>
              <a:gd name="connsiteX31" fmla="*/ 1855887 w 1857234"/>
              <a:gd name="connsiteY31" fmla="*/ 1211203 h 2264613"/>
              <a:gd name="connsiteX32" fmla="*/ 1830487 w 1857234"/>
              <a:gd name="connsiteY32" fmla="*/ 1092670 h 2264613"/>
              <a:gd name="connsiteX33" fmla="*/ 1754287 w 1857234"/>
              <a:gd name="connsiteY33" fmla="*/ 1118070 h 2264613"/>
              <a:gd name="connsiteX34" fmla="*/ 1720420 w 1857234"/>
              <a:gd name="connsiteY34" fmla="*/ 1164636 h 2264613"/>
              <a:gd name="connsiteX35" fmla="*/ 1686553 w 1857234"/>
              <a:gd name="connsiteY35" fmla="*/ 1236603 h 2264613"/>
              <a:gd name="connsiteX36" fmla="*/ 1703487 w 1857234"/>
              <a:gd name="connsiteY36" fmla="*/ 830203 h 2264613"/>
              <a:gd name="connsiteX37" fmla="*/ 1669620 w 1857234"/>
              <a:gd name="connsiteY37" fmla="*/ 505083 h 2264613"/>
              <a:gd name="connsiteX38" fmla="*/ 1474887 w 1857234"/>
              <a:gd name="connsiteY38" fmla="*/ 186736 h 2264613"/>
              <a:gd name="connsiteX39" fmla="*/ 1264278 w 1857234"/>
              <a:gd name="connsiteY39" fmla="*/ 62925 h 2264613"/>
              <a:gd name="connsiteX40" fmla="*/ 907620 w 1857234"/>
              <a:gd name="connsiteY40" fmla="*/ 470 h 2264613"/>
              <a:gd name="connsiteX41" fmla="*/ 699128 w 1857234"/>
              <a:gd name="connsiteY41" fmla="*/ 38246 h 2264613"/>
              <a:gd name="connsiteX0" fmla="*/ 699128 w 1857234"/>
              <a:gd name="connsiteY0" fmla="*/ 38246 h 2260791"/>
              <a:gd name="connsiteX1" fmla="*/ 530853 w 1857234"/>
              <a:gd name="connsiteY1" fmla="*/ 109476 h 2260791"/>
              <a:gd name="connsiteX2" fmla="*/ 359403 w 1857234"/>
              <a:gd name="connsiteY2" fmla="*/ 226951 h 2260791"/>
              <a:gd name="connsiteX3" fmla="*/ 194303 w 1857234"/>
              <a:gd name="connsiteY3" fmla="*/ 500001 h 2260791"/>
              <a:gd name="connsiteX4" fmla="*/ 143503 w 1857234"/>
              <a:gd name="connsiteY4" fmla="*/ 690502 h 2260791"/>
              <a:gd name="connsiteX5" fmla="*/ 143503 w 1857234"/>
              <a:gd name="connsiteY5" fmla="*/ 1058801 h 2260791"/>
              <a:gd name="connsiteX6" fmla="*/ 144562 w 1857234"/>
              <a:gd name="connsiteY6" fmla="*/ 1196386 h 2260791"/>
              <a:gd name="connsiteX7" fmla="*/ 92704 w 1857234"/>
              <a:gd name="connsiteY7" fmla="*/ 1145586 h 2260791"/>
              <a:gd name="connsiteX8" fmla="*/ 13329 w 1857234"/>
              <a:gd name="connsiteY8" fmla="*/ 1150878 h 2260791"/>
              <a:gd name="connsiteX9" fmla="*/ 1687 w 1857234"/>
              <a:gd name="connsiteY9" fmla="*/ 1262003 h 2260791"/>
              <a:gd name="connsiteX10" fmla="*/ 31320 w 1857234"/>
              <a:gd name="connsiteY10" fmla="*/ 1405937 h 2260791"/>
              <a:gd name="connsiteX11" fmla="*/ 99053 w 1857234"/>
              <a:gd name="connsiteY11" fmla="*/ 1511770 h 2260791"/>
              <a:gd name="connsiteX12" fmla="*/ 149853 w 1857234"/>
              <a:gd name="connsiteY12" fmla="*/ 1609136 h 2260791"/>
              <a:gd name="connsiteX13" fmla="*/ 213353 w 1857234"/>
              <a:gd name="connsiteY13" fmla="*/ 1626070 h 2260791"/>
              <a:gd name="connsiteX14" fmla="*/ 221820 w 1857234"/>
              <a:gd name="connsiteY14" fmla="*/ 1566803 h 2260791"/>
              <a:gd name="connsiteX15" fmla="*/ 221820 w 1857234"/>
              <a:gd name="connsiteY15" fmla="*/ 1532936 h 2260791"/>
              <a:gd name="connsiteX16" fmla="*/ 311275 w 1857234"/>
              <a:gd name="connsiteY16" fmla="*/ 1766178 h 2260791"/>
              <a:gd name="connsiteX17" fmla="*/ 448026 w 1857234"/>
              <a:gd name="connsiteY17" fmla="*/ 1942746 h 2260791"/>
              <a:gd name="connsiteX18" fmla="*/ 642954 w 1857234"/>
              <a:gd name="connsiteY18" fmla="*/ 2115725 h 2260791"/>
              <a:gd name="connsiteX19" fmla="*/ 812665 w 1857234"/>
              <a:gd name="connsiteY19" fmla="*/ 2239951 h 2260791"/>
              <a:gd name="connsiteX20" fmla="*/ 1085302 w 1857234"/>
              <a:gd name="connsiteY20" fmla="*/ 2260402 h 2260791"/>
              <a:gd name="connsiteX21" fmla="*/ 1135990 w 1857234"/>
              <a:gd name="connsiteY21" fmla="*/ 2237196 h 2260791"/>
              <a:gd name="connsiteX22" fmla="*/ 1304365 w 1857234"/>
              <a:gd name="connsiteY22" fmla="*/ 2109462 h 2260791"/>
              <a:gd name="connsiteX23" fmla="*/ 1519275 w 1857234"/>
              <a:gd name="connsiteY23" fmla="*/ 1901778 h 2260791"/>
              <a:gd name="connsiteX24" fmla="*/ 1630552 w 1857234"/>
              <a:gd name="connsiteY24" fmla="*/ 1734918 h 2260791"/>
              <a:gd name="connsiteX25" fmla="*/ 1667781 w 1857234"/>
              <a:gd name="connsiteY25" fmla="*/ 1594101 h 2260791"/>
              <a:gd name="connsiteX26" fmla="*/ 1678087 w 1857234"/>
              <a:gd name="connsiteY26" fmla="*/ 1484588 h 2260791"/>
              <a:gd name="connsiteX27" fmla="*/ 1737353 w 1857234"/>
              <a:gd name="connsiteY27" fmla="*/ 1549870 h 2260791"/>
              <a:gd name="connsiteX28" fmla="*/ 1788153 w 1857234"/>
              <a:gd name="connsiteY28" fmla="*/ 1524470 h 2260791"/>
              <a:gd name="connsiteX29" fmla="*/ 1810167 w 1857234"/>
              <a:gd name="connsiteY29" fmla="*/ 1405936 h 2260791"/>
              <a:gd name="connsiteX30" fmla="*/ 1849113 w 1857234"/>
              <a:gd name="connsiteY30" fmla="*/ 1309416 h 2260791"/>
              <a:gd name="connsiteX31" fmla="*/ 1855887 w 1857234"/>
              <a:gd name="connsiteY31" fmla="*/ 1211203 h 2260791"/>
              <a:gd name="connsiteX32" fmla="*/ 1830487 w 1857234"/>
              <a:gd name="connsiteY32" fmla="*/ 1092670 h 2260791"/>
              <a:gd name="connsiteX33" fmla="*/ 1754287 w 1857234"/>
              <a:gd name="connsiteY33" fmla="*/ 1118070 h 2260791"/>
              <a:gd name="connsiteX34" fmla="*/ 1720420 w 1857234"/>
              <a:gd name="connsiteY34" fmla="*/ 1164636 h 2260791"/>
              <a:gd name="connsiteX35" fmla="*/ 1686553 w 1857234"/>
              <a:gd name="connsiteY35" fmla="*/ 1236603 h 2260791"/>
              <a:gd name="connsiteX36" fmla="*/ 1703487 w 1857234"/>
              <a:gd name="connsiteY36" fmla="*/ 830203 h 2260791"/>
              <a:gd name="connsiteX37" fmla="*/ 1669620 w 1857234"/>
              <a:gd name="connsiteY37" fmla="*/ 505083 h 2260791"/>
              <a:gd name="connsiteX38" fmla="*/ 1474887 w 1857234"/>
              <a:gd name="connsiteY38" fmla="*/ 186736 h 2260791"/>
              <a:gd name="connsiteX39" fmla="*/ 1264278 w 1857234"/>
              <a:gd name="connsiteY39" fmla="*/ 62925 h 2260791"/>
              <a:gd name="connsiteX40" fmla="*/ 907620 w 1857234"/>
              <a:gd name="connsiteY40" fmla="*/ 470 h 2260791"/>
              <a:gd name="connsiteX41" fmla="*/ 699128 w 1857234"/>
              <a:gd name="connsiteY41" fmla="*/ 38246 h 2260791"/>
              <a:gd name="connsiteX0" fmla="*/ 699128 w 1857234"/>
              <a:gd name="connsiteY0" fmla="*/ 38246 h 2249919"/>
              <a:gd name="connsiteX1" fmla="*/ 530853 w 1857234"/>
              <a:gd name="connsiteY1" fmla="*/ 109476 h 2249919"/>
              <a:gd name="connsiteX2" fmla="*/ 359403 w 1857234"/>
              <a:gd name="connsiteY2" fmla="*/ 226951 h 2249919"/>
              <a:gd name="connsiteX3" fmla="*/ 194303 w 1857234"/>
              <a:gd name="connsiteY3" fmla="*/ 500001 h 2249919"/>
              <a:gd name="connsiteX4" fmla="*/ 143503 w 1857234"/>
              <a:gd name="connsiteY4" fmla="*/ 690502 h 2249919"/>
              <a:gd name="connsiteX5" fmla="*/ 143503 w 1857234"/>
              <a:gd name="connsiteY5" fmla="*/ 1058801 h 2249919"/>
              <a:gd name="connsiteX6" fmla="*/ 144562 w 1857234"/>
              <a:gd name="connsiteY6" fmla="*/ 1196386 h 2249919"/>
              <a:gd name="connsiteX7" fmla="*/ 92704 w 1857234"/>
              <a:gd name="connsiteY7" fmla="*/ 1145586 h 2249919"/>
              <a:gd name="connsiteX8" fmla="*/ 13329 w 1857234"/>
              <a:gd name="connsiteY8" fmla="*/ 1150878 h 2249919"/>
              <a:gd name="connsiteX9" fmla="*/ 1687 w 1857234"/>
              <a:gd name="connsiteY9" fmla="*/ 1262003 h 2249919"/>
              <a:gd name="connsiteX10" fmla="*/ 31320 w 1857234"/>
              <a:gd name="connsiteY10" fmla="*/ 1405937 h 2249919"/>
              <a:gd name="connsiteX11" fmla="*/ 99053 w 1857234"/>
              <a:gd name="connsiteY11" fmla="*/ 1511770 h 2249919"/>
              <a:gd name="connsiteX12" fmla="*/ 149853 w 1857234"/>
              <a:gd name="connsiteY12" fmla="*/ 1609136 h 2249919"/>
              <a:gd name="connsiteX13" fmla="*/ 213353 w 1857234"/>
              <a:gd name="connsiteY13" fmla="*/ 1626070 h 2249919"/>
              <a:gd name="connsiteX14" fmla="*/ 221820 w 1857234"/>
              <a:gd name="connsiteY14" fmla="*/ 1566803 h 2249919"/>
              <a:gd name="connsiteX15" fmla="*/ 221820 w 1857234"/>
              <a:gd name="connsiteY15" fmla="*/ 1532936 h 2249919"/>
              <a:gd name="connsiteX16" fmla="*/ 311275 w 1857234"/>
              <a:gd name="connsiteY16" fmla="*/ 1766178 h 2249919"/>
              <a:gd name="connsiteX17" fmla="*/ 448026 w 1857234"/>
              <a:gd name="connsiteY17" fmla="*/ 1942746 h 2249919"/>
              <a:gd name="connsiteX18" fmla="*/ 642954 w 1857234"/>
              <a:gd name="connsiteY18" fmla="*/ 2115725 h 2249919"/>
              <a:gd name="connsiteX19" fmla="*/ 812665 w 1857234"/>
              <a:gd name="connsiteY19" fmla="*/ 2239951 h 2249919"/>
              <a:gd name="connsiteX20" fmla="*/ 1108568 w 1857234"/>
              <a:gd name="connsiteY20" fmla="*/ 2241834 h 2249919"/>
              <a:gd name="connsiteX21" fmla="*/ 1135990 w 1857234"/>
              <a:gd name="connsiteY21" fmla="*/ 2237196 h 2249919"/>
              <a:gd name="connsiteX22" fmla="*/ 1304365 w 1857234"/>
              <a:gd name="connsiteY22" fmla="*/ 2109462 h 2249919"/>
              <a:gd name="connsiteX23" fmla="*/ 1519275 w 1857234"/>
              <a:gd name="connsiteY23" fmla="*/ 1901778 h 2249919"/>
              <a:gd name="connsiteX24" fmla="*/ 1630552 w 1857234"/>
              <a:gd name="connsiteY24" fmla="*/ 1734918 h 2249919"/>
              <a:gd name="connsiteX25" fmla="*/ 1667781 w 1857234"/>
              <a:gd name="connsiteY25" fmla="*/ 1594101 h 2249919"/>
              <a:gd name="connsiteX26" fmla="*/ 1678087 w 1857234"/>
              <a:gd name="connsiteY26" fmla="*/ 1484588 h 2249919"/>
              <a:gd name="connsiteX27" fmla="*/ 1737353 w 1857234"/>
              <a:gd name="connsiteY27" fmla="*/ 1549870 h 2249919"/>
              <a:gd name="connsiteX28" fmla="*/ 1788153 w 1857234"/>
              <a:gd name="connsiteY28" fmla="*/ 1524470 h 2249919"/>
              <a:gd name="connsiteX29" fmla="*/ 1810167 w 1857234"/>
              <a:gd name="connsiteY29" fmla="*/ 1405936 h 2249919"/>
              <a:gd name="connsiteX30" fmla="*/ 1849113 w 1857234"/>
              <a:gd name="connsiteY30" fmla="*/ 1309416 h 2249919"/>
              <a:gd name="connsiteX31" fmla="*/ 1855887 w 1857234"/>
              <a:gd name="connsiteY31" fmla="*/ 1211203 h 2249919"/>
              <a:gd name="connsiteX32" fmla="*/ 1830487 w 1857234"/>
              <a:gd name="connsiteY32" fmla="*/ 1092670 h 2249919"/>
              <a:gd name="connsiteX33" fmla="*/ 1754287 w 1857234"/>
              <a:gd name="connsiteY33" fmla="*/ 1118070 h 2249919"/>
              <a:gd name="connsiteX34" fmla="*/ 1720420 w 1857234"/>
              <a:gd name="connsiteY34" fmla="*/ 1164636 h 2249919"/>
              <a:gd name="connsiteX35" fmla="*/ 1686553 w 1857234"/>
              <a:gd name="connsiteY35" fmla="*/ 1236603 h 2249919"/>
              <a:gd name="connsiteX36" fmla="*/ 1703487 w 1857234"/>
              <a:gd name="connsiteY36" fmla="*/ 830203 h 2249919"/>
              <a:gd name="connsiteX37" fmla="*/ 1669620 w 1857234"/>
              <a:gd name="connsiteY37" fmla="*/ 505083 h 2249919"/>
              <a:gd name="connsiteX38" fmla="*/ 1474887 w 1857234"/>
              <a:gd name="connsiteY38" fmla="*/ 186736 h 2249919"/>
              <a:gd name="connsiteX39" fmla="*/ 1264278 w 1857234"/>
              <a:gd name="connsiteY39" fmla="*/ 62925 h 2249919"/>
              <a:gd name="connsiteX40" fmla="*/ 907620 w 1857234"/>
              <a:gd name="connsiteY40" fmla="*/ 470 h 2249919"/>
              <a:gd name="connsiteX41" fmla="*/ 699128 w 1857234"/>
              <a:gd name="connsiteY41" fmla="*/ 38246 h 2249919"/>
              <a:gd name="connsiteX0" fmla="*/ 699128 w 1857234"/>
              <a:gd name="connsiteY0" fmla="*/ 38246 h 2260616"/>
              <a:gd name="connsiteX1" fmla="*/ 530853 w 1857234"/>
              <a:gd name="connsiteY1" fmla="*/ 109476 h 2260616"/>
              <a:gd name="connsiteX2" fmla="*/ 359403 w 1857234"/>
              <a:gd name="connsiteY2" fmla="*/ 226951 h 2260616"/>
              <a:gd name="connsiteX3" fmla="*/ 194303 w 1857234"/>
              <a:gd name="connsiteY3" fmla="*/ 500001 h 2260616"/>
              <a:gd name="connsiteX4" fmla="*/ 143503 w 1857234"/>
              <a:gd name="connsiteY4" fmla="*/ 690502 h 2260616"/>
              <a:gd name="connsiteX5" fmla="*/ 143503 w 1857234"/>
              <a:gd name="connsiteY5" fmla="*/ 1058801 h 2260616"/>
              <a:gd name="connsiteX6" fmla="*/ 144562 w 1857234"/>
              <a:gd name="connsiteY6" fmla="*/ 1196386 h 2260616"/>
              <a:gd name="connsiteX7" fmla="*/ 92704 w 1857234"/>
              <a:gd name="connsiteY7" fmla="*/ 1145586 h 2260616"/>
              <a:gd name="connsiteX8" fmla="*/ 13329 w 1857234"/>
              <a:gd name="connsiteY8" fmla="*/ 1150878 h 2260616"/>
              <a:gd name="connsiteX9" fmla="*/ 1687 w 1857234"/>
              <a:gd name="connsiteY9" fmla="*/ 1262003 h 2260616"/>
              <a:gd name="connsiteX10" fmla="*/ 31320 w 1857234"/>
              <a:gd name="connsiteY10" fmla="*/ 1405937 h 2260616"/>
              <a:gd name="connsiteX11" fmla="*/ 99053 w 1857234"/>
              <a:gd name="connsiteY11" fmla="*/ 1511770 h 2260616"/>
              <a:gd name="connsiteX12" fmla="*/ 149853 w 1857234"/>
              <a:gd name="connsiteY12" fmla="*/ 1609136 h 2260616"/>
              <a:gd name="connsiteX13" fmla="*/ 213353 w 1857234"/>
              <a:gd name="connsiteY13" fmla="*/ 1626070 h 2260616"/>
              <a:gd name="connsiteX14" fmla="*/ 221820 w 1857234"/>
              <a:gd name="connsiteY14" fmla="*/ 1566803 h 2260616"/>
              <a:gd name="connsiteX15" fmla="*/ 221820 w 1857234"/>
              <a:gd name="connsiteY15" fmla="*/ 1532936 h 2260616"/>
              <a:gd name="connsiteX16" fmla="*/ 311275 w 1857234"/>
              <a:gd name="connsiteY16" fmla="*/ 1766178 h 2260616"/>
              <a:gd name="connsiteX17" fmla="*/ 448026 w 1857234"/>
              <a:gd name="connsiteY17" fmla="*/ 1942746 h 2260616"/>
              <a:gd name="connsiteX18" fmla="*/ 642954 w 1857234"/>
              <a:gd name="connsiteY18" fmla="*/ 2115725 h 2260616"/>
              <a:gd name="connsiteX19" fmla="*/ 812665 w 1857234"/>
              <a:gd name="connsiteY19" fmla="*/ 2239951 h 2260616"/>
              <a:gd name="connsiteX20" fmla="*/ 1108568 w 1857234"/>
              <a:gd name="connsiteY20" fmla="*/ 2241834 h 2260616"/>
              <a:gd name="connsiteX21" fmla="*/ 1163909 w 1857234"/>
              <a:gd name="connsiteY21" fmla="*/ 2251122 h 2260616"/>
              <a:gd name="connsiteX22" fmla="*/ 1304365 w 1857234"/>
              <a:gd name="connsiteY22" fmla="*/ 2109462 h 2260616"/>
              <a:gd name="connsiteX23" fmla="*/ 1519275 w 1857234"/>
              <a:gd name="connsiteY23" fmla="*/ 1901778 h 2260616"/>
              <a:gd name="connsiteX24" fmla="*/ 1630552 w 1857234"/>
              <a:gd name="connsiteY24" fmla="*/ 1734918 h 2260616"/>
              <a:gd name="connsiteX25" fmla="*/ 1667781 w 1857234"/>
              <a:gd name="connsiteY25" fmla="*/ 1594101 h 2260616"/>
              <a:gd name="connsiteX26" fmla="*/ 1678087 w 1857234"/>
              <a:gd name="connsiteY26" fmla="*/ 1484588 h 2260616"/>
              <a:gd name="connsiteX27" fmla="*/ 1737353 w 1857234"/>
              <a:gd name="connsiteY27" fmla="*/ 1549870 h 2260616"/>
              <a:gd name="connsiteX28" fmla="*/ 1788153 w 1857234"/>
              <a:gd name="connsiteY28" fmla="*/ 1524470 h 2260616"/>
              <a:gd name="connsiteX29" fmla="*/ 1810167 w 1857234"/>
              <a:gd name="connsiteY29" fmla="*/ 1405936 h 2260616"/>
              <a:gd name="connsiteX30" fmla="*/ 1849113 w 1857234"/>
              <a:gd name="connsiteY30" fmla="*/ 1309416 h 2260616"/>
              <a:gd name="connsiteX31" fmla="*/ 1855887 w 1857234"/>
              <a:gd name="connsiteY31" fmla="*/ 1211203 h 2260616"/>
              <a:gd name="connsiteX32" fmla="*/ 1830487 w 1857234"/>
              <a:gd name="connsiteY32" fmla="*/ 1092670 h 2260616"/>
              <a:gd name="connsiteX33" fmla="*/ 1754287 w 1857234"/>
              <a:gd name="connsiteY33" fmla="*/ 1118070 h 2260616"/>
              <a:gd name="connsiteX34" fmla="*/ 1720420 w 1857234"/>
              <a:gd name="connsiteY34" fmla="*/ 1164636 h 2260616"/>
              <a:gd name="connsiteX35" fmla="*/ 1686553 w 1857234"/>
              <a:gd name="connsiteY35" fmla="*/ 1236603 h 2260616"/>
              <a:gd name="connsiteX36" fmla="*/ 1703487 w 1857234"/>
              <a:gd name="connsiteY36" fmla="*/ 830203 h 2260616"/>
              <a:gd name="connsiteX37" fmla="*/ 1669620 w 1857234"/>
              <a:gd name="connsiteY37" fmla="*/ 505083 h 2260616"/>
              <a:gd name="connsiteX38" fmla="*/ 1474887 w 1857234"/>
              <a:gd name="connsiteY38" fmla="*/ 186736 h 2260616"/>
              <a:gd name="connsiteX39" fmla="*/ 1264278 w 1857234"/>
              <a:gd name="connsiteY39" fmla="*/ 62925 h 2260616"/>
              <a:gd name="connsiteX40" fmla="*/ 907620 w 1857234"/>
              <a:gd name="connsiteY40" fmla="*/ 470 h 2260616"/>
              <a:gd name="connsiteX41" fmla="*/ 699128 w 1857234"/>
              <a:gd name="connsiteY41" fmla="*/ 38246 h 2260616"/>
              <a:gd name="connsiteX0" fmla="*/ 699128 w 1857234"/>
              <a:gd name="connsiteY0" fmla="*/ 38246 h 2252593"/>
              <a:gd name="connsiteX1" fmla="*/ 530853 w 1857234"/>
              <a:gd name="connsiteY1" fmla="*/ 109476 h 2252593"/>
              <a:gd name="connsiteX2" fmla="*/ 359403 w 1857234"/>
              <a:gd name="connsiteY2" fmla="*/ 226951 h 2252593"/>
              <a:gd name="connsiteX3" fmla="*/ 194303 w 1857234"/>
              <a:gd name="connsiteY3" fmla="*/ 500001 h 2252593"/>
              <a:gd name="connsiteX4" fmla="*/ 143503 w 1857234"/>
              <a:gd name="connsiteY4" fmla="*/ 690502 h 2252593"/>
              <a:gd name="connsiteX5" fmla="*/ 143503 w 1857234"/>
              <a:gd name="connsiteY5" fmla="*/ 1058801 h 2252593"/>
              <a:gd name="connsiteX6" fmla="*/ 144562 w 1857234"/>
              <a:gd name="connsiteY6" fmla="*/ 1196386 h 2252593"/>
              <a:gd name="connsiteX7" fmla="*/ 92704 w 1857234"/>
              <a:gd name="connsiteY7" fmla="*/ 1145586 h 2252593"/>
              <a:gd name="connsiteX8" fmla="*/ 13329 w 1857234"/>
              <a:gd name="connsiteY8" fmla="*/ 1150878 h 2252593"/>
              <a:gd name="connsiteX9" fmla="*/ 1687 w 1857234"/>
              <a:gd name="connsiteY9" fmla="*/ 1262003 h 2252593"/>
              <a:gd name="connsiteX10" fmla="*/ 31320 w 1857234"/>
              <a:gd name="connsiteY10" fmla="*/ 1405937 h 2252593"/>
              <a:gd name="connsiteX11" fmla="*/ 99053 w 1857234"/>
              <a:gd name="connsiteY11" fmla="*/ 1511770 h 2252593"/>
              <a:gd name="connsiteX12" fmla="*/ 149853 w 1857234"/>
              <a:gd name="connsiteY12" fmla="*/ 1609136 h 2252593"/>
              <a:gd name="connsiteX13" fmla="*/ 213353 w 1857234"/>
              <a:gd name="connsiteY13" fmla="*/ 1626070 h 2252593"/>
              <a:gd name="connsiteX14" fmla="*/ 221820 w 1857234"/>
              <a:gd name="connsiteY14" fmla="*/ 1566803 h 2252593"/>
              <a:gd name="connsiteX15" fmla="*/ 221820 w 1857234"/>
              <a:gd name="connsiteY15" fmla="*/ 1532936 h 2252593"/>
              <a:gd name="connsiteX16" fmla="*/ 311275 w 1857234"/>
              <a:gd name="connsiteY16" fmla="*/ 1766178 h 2252593"/>
              <a:gd name="connsiteX17" fmla="*/ 448026 w 1857234"/>
              <a:gd name="connsiteY17" fmla="*/ 1942746 h 2252593"/>
              <a:gd name="connsiteX18" fmla="*/ 642954 w 1857234"/>
              <a:gd name="connsiteY18" fmla="*/ 2115725 h 2252593"/>
              <a:gd name="connsiteX19" fmla="*/ 812665 w 1857234"/>
              <a:gd name="connsiteY19" fmla="*/ 2239951 h 2252593"/>
              <a:gd name="connsiteX20" fmla="*/ 1108568 w 1857234"/>
              <a:gd name="connsiteY20" fmla="*/ 2241834 h 2252593"/>
              <a:gd name="connsiteX21" fmla="*/ 1219747 w 1857234"/>
              <a:gd name="connsiteY21" fmla="*/ 2181492 h 2252593"/>
              <a:gd name="connsiteX22" fmla="*/ 1304365 w 1857234"/>
              <a:gd name="connsiteY22" fmla="*/ 2109462 h 2252593"/>
              <a:gd name="connsiteX23" fmla="*/ 1519275 w 1857234"/>
              <a:gd name="connsiteY23" fmla="*/ 1901778 h 2252593"/>
              <a:gd name="connsiteX24" fmla="*/ 1630552 w 1857234"/>
              <a:gd name="connsiteY24" fmla="*/ 1734918 h 2252593"/>
              <a:gd name="connsiteX25" fmla="*/ 1667781 w 1857234"/>
              <a:gd name="connsiteY25" fmla="*/ 1594101 h 2252593"/>
              <a:gd name="connsiteX26" fmla="*/ 1678087 w 1857234"/>
              <a:gd name="connsiteY26" fmla="*/ 1484588 h 2252593"/>
              <a:gd name="connsiteX27" fmla="*/ 1737353 w 1857234"/>
              <a:gd name="connsiteY27" fmla="*/ 1549870 h 2252593"/>
              <a:gd name="connsiteX28" fmla="*/ 1788153 w 1857234"/>
              <a:gd name="connsiteY28" fmla="*/ 1524470 h 2252593"/>
              <a:gd name="connsiteX29" fmla="*/ 1810167 w 1857234"/>
              <a:gd name="connsiteY29" fmla="*/ 1405936 h 2252593"/>
              <a:gd name="connsiteX30" fmla="*/ 1849113 w 1857234"/>
              <a:gd name="connsiteY30" fmla="*/ 1309416 h 2252593"/>
              <a:gd name="connsiteX31" fmla="*/ 1855887 w 1857234"/>
              <a:gd name="connsiteY31" fmla="*/ 1211203 h 2252593"/>
              <a:gd name="connsiteX32" fmla="*/ 1830487 w 1857234"/>
              <a:gd name="connsiteY32" fmla="*/ 1092670 h 2252593"/>
              <a:gd name="connsiteX33" fmla="*/ 1754287 w 1857234"/>
              <a:gd name="connsiteY33" fmla="*/ 1118070 h 2252593"/>
              <a:gd name="connsiteX34" fmla="*/ 1720420 w 1857234"/>
              <a:gd name="connsiteY34" fmla="*/ 1164636 h 2252593"/>
              <a:gd name="connsiteX35" fmla="*/ 1686553 w 1857234"/>
              <a:gd name="connsiteY35" fmla="*/ 1236603 h 2252593"/>
              <a:gd name="connsiteX36" fmla="*/ 1703487 w 1857234"/>
              <a:gd name="connsiteY36" fmla="*/ 830203 h 2252593"/>
              <a:gd name="connsiteX37" fmla="*/ 1669620 w 1857234"/>
              <a:gd name="connsiteY37" fmla="*/ 505083 h 2252593"/>
              <a:gd name="connsiteX38" fmla="*/ 1474887 w 1857234"/>
              <a:gd name="connsiteY38" fmla="*/ 186736 h 2252593"/>
              <a:gd name="connsiteX39" fmla="*/ 1264278 w 1857234"/>
              <a:gd name="connsiteY39" fmla="*/ 62925 h 2252593"/>
              <a:gd name="connsiteX40" fmla="*/ 907620 w 1857234"/>
              <a:gd name="connsiteY40" fmla="*/ 470 h 2252593"/>
              <a:gd name="connsiteX41" fmla="*/ 699128 w 1857234"/>
              <a:gd name="connsiteY41" fmla="*/ 38246 h 2252593"/>
              <a:gd name="connsiteX0" fmla="*/ 699128 w 1857234"/>
              <a:gd name="connsiteY0" fmla="*/ 38246 h 2264838"/>
              <a:gd name="connsiteX1" fmla="*/ 530853 w 1857234"/>
              <a:gd name="connsiteY1" fmla="*/ 109476 h 2264838"/>
              <a:gd name="connsiteX2" fmla="*/ 359403 w 1857234"/>
              <a:gd name="connsiteY2" fmla="*/ 226951 h 2264838"/>
              <a:gd name="connsiteX3" fmla="*/ 194303 w 1857234"/>
              <a:gd name="connsiteY3" fmla="*/ 500001 h 2264838"/>
              <a:gd name="connsiteX4" fmla="*/ 143503 w 1857234"/>
              <a:gd name="connsiteY4" fmla="*/ 690502 h 2264838"/>
              <a:gd name="connsiteX5" fmla="*/ 143503 w 1857234"/>
              <a:gd name="connsiteY5" fmla="*/ 1058801 h 2264838"/>
              <a:gd name="connsiteX6" fmla="*/ 144562 w 1857234"/>
              <a:gd name="connsiteY6" fmla="*/ 1196386 h 2264838"/>
              <a:gd name="connsiteX7" fmla="*/ 92704 w 1857234"/>
              <a:gd name="connsiteY7" fmla="*/ 1145586 h 2264838"/>
              <a:gd name="connsiteX8" fmla="*/ 13329 w 1857234"/>
              <a:gd name="connsiteY8" fmla="*/ 1150878 h 2264838"/>
              <a:gd name="connsiteX9" fmla="*/ 1687 w 1857234"/>
              <a:gd name="connsiteY9" fmla="*/ 1262003 h 2264838"/>
              <a:gd name="connsiteX10" fmla="*/ 31320 w 1857234"/>
              <a:gd name="connsiteY10" fmla="*/ 1405937 h 2264838"/>
              <a:gd name="connsiteX11" fmla="*/ 99053 w 1857234"/>
              <a:gd name="connsiteY11" fmla="*/ 1511770 h 2264838"/>
              <a:gd name="connsiteX12" fmla="*/ 149853 w 1857234"/>
              <a:gd name="connsiteY12" fmla="*/ 1609136 h 2264838"/>
              <a:gd name="connsiteX13" fmla="*/ 213353 w 1857234"/>
              <a:gd name="connsiteY13" fmla="*/ 1626070 h 2264838"/>
              <a:gd name="connsiteX14" fmla="*/ 221820 w 1857234"/>
              <a:gd name="connsiteY14" fmla="*/ 1566803 h 2264838"/>
              <a:gd name="connsiteX15" fmla="*/ 221820 w 1857234"/>
              <a:gd name="connsiteY15" fmla="*/ 1532936 h 2264838"/>
              <a:gd name="connsiteX16" fmla="*/ 311275 w 1857234"/>
              <a:gd name="connsiteY16" fmla="*/ 1766178 h 2264838"/>
              <a:gd name="connsiteX17" fmla="*/ 448026 w 1857234"/>
              <a:gd name="connsiteY17" fmla="*/ 1942746 h 2264838"/>
              <a:gd name="connsiteX18" fmla="*/ 642954 w 1857234"/>
              <a:gd name="connsiteY18" fmla="*/ 2115725 h 2264838"/>
              <a:gd name="connsiteX19" fmla="*/ 812665 w 1857234"/>
              <a:gd name="connsiteY19" fmla="*/ 2239951 h 2264838"/>
              <a:gd name="connsiteX20" fmla="*/ 1108568 w 1857234"/>
              <a:gd name="connsiteY20" fmla="*/ 2260402 h 2264838"/>
              <a:gd name="connsiteX21" fmla="*/ 1219747 w 1857234"/>
              <a:gd name="connsiteY21" fmla="*/ 2181492 h 2264838"/>
              <a:gd name="connsiteX22" fmla="*/ 1304365 w 1857234"/>
              <a:gd name="connsiteY22" fmla="*/ 2109462 h 2264838"/>
              <a:gd name="connsiteX23" fmla="*/ 1519275 w 1857234"/>
              <a:gd name="connsiteY23" fmla="*/ 1901778 h 2264838"/>
              <a:gd name="connsiteX24" fmla="*/ 1630552 w 1857234"/>
              <a:gd name="connsiteY24" fmla="*/ 1734918 h 2264838"/>
              <a:gd name="connsiteX25" fmla="*/ 1667781 w 1857234"/>
              <a:gd name="connsiteY25" fmla="*/ 1594101 h 2264838"/>
              <a:gd name="connsiteX26" fmla="*/ 1678087 w 1857234"/>
              <a:gd name="connsiteY26" fmla="*/ 1484588 h 2264838"/>
              <a:gd name="connsiteX27" fmla="*/ 1737353 w 1857234"/>
              <a:gd name="connsiteY27" fmla="*/ 1549870 h 2264838"/>
              <a:gd name="connsiteX28" fmla="*/ 1788153 w 1857234"/>
              <a:gd name="connsiteY28" fmla="*/ 1524470 h 2264838"/>
              <a:gd name="connsiteX29" fmla="*/ 1810167 w 1857234"/>
              <a:gd name="connsiteY29" fmla="*/ 1405936 h 2264838"/>
              <a:gd name="connsiteX30" fmla="*/ 1849113 w 1857234"/>
              <a:gd name="connsiteY30" fmla="*/ 1309416 h 2264838"/>
              <a:gd name="connsiteX31" fmla="*/ 1855887 w 1857234"/>
              <a:gd name="connsiteY31" fmla="*/ 1211203 h 2264838"/>
              <a:gd name="connsiteX32" fmla="*/ 1830487 w 1857234"/>
              <a:gd name="connsiteY32" fmla="*/ 1092670 h 2264838"/>
              <a:gd name="connsiteX33" fmla="*/ 1754287 w 1857234"/>
              <a:gd name="connsiteY33" fmla="*/ 1118070 h 2264838"/>
              <a:gd name="connsiteX34" fmla="*/ 1720420 w 1857234"/>
              <a:gd name="connsiteY34" fmla="*/ 1164636 h 2264838"/>
              <a:gd name="connsiteX35" fmla="*/ 1686553 w 1857234"/>
              <a:gd name="connsiteY35" fmla="*/ 1236603 h 2264838"/>
              <a:gd name="connsiteX36" fmla="*/ 1703487 w 1857234"/>
              <a:gd name="connsiteY36" fmla="*/ 830203 h 2264838"/>
              <a:gd name="connsiteX37" fmla="*/ 1669620 w 1857234"/>
              <a:gd name="connsiteY37" fmla="*/ 505083 h 2264838"/>
              <a:gd name="connsiteX38" fmla="*/ 1474887 w 1857234"/>
              <a:gd name="connsiteY38" fmla="*/ 186736 h 2264838"/>
              <a:gd name="connsiteX39" fmla="*/ 1264278 w 1857234"/>
              <a:gd name="connsiteY39" fmla="*/ 62925 h 2264838"/>
              <a:gd name="connsiteX40" fmla="*/ 907620 w 1857234"/>
              <a:gd name="connsiteY40" fmla="*/ 470 h 2264838"/>
              <a:gd name="connsiteX41" fmla="*/ 699128 w 1857234"/>
              <a:gd name="connsiteY41" fmla="*/ 38246 h 2264838"/>
              <a:gd name="connsiteX0" fmla="*/ 699128 w 1857234"/>
              <a:gd name="connsiteY0" fmla="*/ 38246 h 2264838"/>
              <a:gd name="connsiteX1" fmla="*/ 530853 w 1857234"/>
              <a:gd name="connsiteY1" fmla="*/ 109476 h 2264838"/>
              <a:gd name="connsiteX2" fmla="*/ 359403 w 1857234"/>
              <a:gd name="connsiteY2" fmla="*/ 226951 h 2264838"/>
              <a:gd name="connsiteX3" fmla="*/ 194303 w 1857234"/>
              <a:gd name="connsiteY3" fmla="*/ 500001 h 2264838"/>
              <a:gd name="connsiteX4" fmla="*/ 143503 w 1857234"/>
              <a:gd name="connsiteY4" fmla="*/ 690502 h 2264838"/>
              <a:gd name="connsiteX5" fmla="*/ 143503 w 1857234"/>
              <a:gd name="connsiteY5" fmla="*/ 1058801 h 2264838"/>
              <a:gd name="connsiteX6" fmla="*/ 144562 w 1857234"/>
              <a:gd name="connsiteY6" fmla="*/ 1196386 h 2264838"/>
              <a:gd name="connsiteX7" fmla="*/ 92704 w 1857234"/>
              <a:gd name="connsiteY7" fmla="*/ 1145586 h 2264838"/>
              <a:gd name="connsiteX8" fmla="*/ 13329 w 1857234"/>
              <a:gd name="connsiteY8" fmla="*/ 1150878 h 2264838"/>
              <a:gd name="connsiteX9" fmla="*/ 1687 w 1857234"/>
              <a:gd name="connsiteY9" fmla="*/ 1262003 h 2264838"/>
              <a:gd name="connsiteX10" fmla="*/ 31320 w 1857234"/>
              <a:gd name="connsiteY10" fmla="*/ 1405937 h 2264838"/>
              <a:gd name="connsiteX11" fmla="*/ 99053 w 1857234"/>
              <a:gd name="connsiteY11" fmla="*/ 1511770 h 2264838"/>
              <a:gd name="connsiteX12" fmla="*/ 149853 w 1857234"/>
              <a:gd name="connsiteY12" fmla="*/ 1609136 h 2264838"/>
              <a:gd name="connsiteX13" fmla="*/ 213353 w 1857234"/>
              <a:gd name="connsiteY13" fmla="*/ 1626070 h 2264838"/>
              <a:gd name="connsiteX14" fmla="*/ 221820 w 1857234"/>
              <a:gd name="connsiteY14" fmla="*/ 1566803 h 2264838"/>
              <a:gd name="connsiteX15" fmla="*/ 221820 w 1857234"/>
              <a:gd name="connsiteY15" fmla="*/ 1532936 h 2264838"/>
              <a:gd name="connsiteX16" fmla="*/ 311275 w 1857234"/>
              <a:gd name="connsiteY16" fmla="*/ 1766178 h 2264838"/>
              <a:gd name="connsiteX17" fmla="*/ 448026 w 1857234"/>
              <a:gd name="connsiteY17" fmla="*/ 1942746 h 2264838"/>
              <a:gd name="connsiteX18" fmla="*/ 642954 w 1857234"/>
              <a:gd name="connsiteY18" fmla="*/ 2115725 h 2264838"/>
              <a:gd name="connsiteX19" fmla="*/ 812665 w 1857234"/>
              <a:gd name="connsiteY19" fmla="*/ 2239951 h 2264838"/>
              <a:gd name="connsiteX20" fmla="*/ 1141140 w 1857234"/>
              <a:gd name="connsiteY20" fmla="*/ 2260402 h 2264838"/>
              <a:gd name="connsiteX21" fmla="*/ 1219747 w 1857234"/>
              <a:gd name="connsiteY21" fmla="*/ 2181492 h 2264838"/>
              <a:gd name="connsiteX22" fmla="*/ 1304365 w 1857234"/>
              <a:gd name="connsiteY22" fmla="*/ 2109462 h 2264838"/>
              <a:gd name="connsiteX23" fmla="*/ 1519275 w 1857234"/>
              <a:gd name="connsiteY23" fmla="*/ 1901778 h 2264838"/>
              <a:gd name="connsiteX24" fmla="*/ 1630552 w 1857234"/>
              <a:gd name="connsiteY24" fmla="*/ 1734918 h 2264838"/>
              <a:gd name="connsiteX25" fmla="*/ 1667781 w 1857234"/>
              <a:gd name="connsiteY25" fmla="*/ 1594101 h 2264838"/>
              <a:gd name="connsiteX26" fmla="*/ 1678087 w 1857234"/>
              <a:gd name="connsiteY26" fmla="*/ 1484588 h 2264838"/>
              <a:gd name="connsiteX27" fmla="*/ 1737353 w 1857234"/>
              <a:gd name="connsiteY27" fmla="*/ 1549870 h 2264838"/>
              <a:gd name="connsiteX28" fmla="*/ 1788153 w 1857234"/>
              <a:gd name="connsiteY28" fmla="*/ 1524470 h 2264838"/>
              <a:gd name="connsiteX29" fmla="*/ 1810167 w 1857234"/>
              <a:gd name="connsiteY29" fmla="*/ 1405936 h 2264838"/>
              <a:gd name="connsiteX30" fmla="*/ 1849113 w 1857234"/>
              <a:gd name="connsiteY30" fmla="*/ 1309416 h 2264838"/>
              <a:gd name="connsiteX31" fmla="*/ 1855887 w 1857234"/>
              <a:gd name="connsiteY31" fmla="*/ 1211203 h 2264838"/>
              <a:gd name="connsiteX32" fmla="*/ 1830487 w 1857234"/>
              <a:gd name="connsiteY32" fmla="*/ 1092670 h 2264838"/>
              <a:gd name="connsiteX33" fmla="*/ 1754287 w 1857234"/>
              <a:gd name="connsiteY33" fmla="*/ 1118070 h 2264838"/>
              <a:gd name="connsiteX34" fmla="*/ 1720420 w 1857234"/>
              <a:gd name="connsiteY34" fmla="*/ 1164636 h 2264838"/>
              <a:gd name="connsiteX35" fmla="*/ 1686553 w 1857234"/>
              <a:gd name="connsiteY35" fmla="*/ 1236603 h 2264838"/>
              <a:gd name="connsiteX36" fmla="*/ 1703487 w 1857234"/>
              <a:gd name="connsiteY36" fmla="*/ 830203 h 2264838"/>
              <a:gd name="connsiteX37" fmla="*/ 1669620 w 1857234"/>
              <a:gd name="connsiteY37" fmla="*/ 505083 h 2264838"/>
              <a:gd name="connsiteX38" fmla="*/ 1474887 w 1857234"/>
              <a:gd name="connsiteY38" fmla="*/ 186736 h 2264838"/>
              <a:gd name="connsiteX39" fmla="*/ 1264278 w 1857234"/>
              <a:gd name="connsiteY39" fmla="*/ 62925 h 2264838"/>
              <a:gd name="connsiteX40" fmla="*/ 907620 w 1857234"/>
              <a:gd name="connsiteY40" fmla="*/ 470 h 2264838"/>
              <a:gd name="connsiteX41" fmla="*/ 699128 w 1857234"/>
              <a:gd name="connsiteY41" fmla="*/ 38246 h 2264838"/>
              <a:gd name="connsiteX0" fmla="*/ 699128 w 1857234"/>
              <a:gd name="connsiteY0" fmla="*/ 38246 h 2264838"/>
              <a:gd name="connsiteX1" fmla="*/ 530853 w 1857234"/>
              <a:gd name="connsiteY1" fmla="*/ 109476 h 2264838"/>
              <a:gd name="connsiteX2" fmla="*/ 359403 w 1857234"/>
              <a:gd name="connsiteY2" fmla="*/ 226951 h 2264838"/>
              <a:gd name="connsiteX3" fmla="*/ 194303 w 1857234"/>
              <a:gd name="connsiteY3" fmla="*/ 500001 h 2264838"/>
              <a:gd name="connsiteX4" fmla="*/ 143503 w 1857234"/>
              <a:gd name="connsiteY4" fmla="*/ 690502 h 2264838"/>
              <a:gd name="connsiteX5" fmla="*/ 143503 w 1857234"/>
              <a:gd name="connsiteY5" fmla="*/ 1058801 h 2264838"/>
              <a:gd name="connsiteX6" fmla="*/ 144562 w 1857234"/>
              <a:gd name="connsiteY6" fmla="*/ 1196386 h 2264838"/>
              <a:gd name="connsiteX7" fmla="*/ 92704 w 1857234"/>
              <a:gd name="connsiteY7" fmla="*/ 1145586 h 2264838"/>
              <a:gd name="connsiteX8" fmla="*/ 13329 w 1857234"/>
              <a:gd name="connsiteY8" fmla="*/ 1150878 h 2264838"/>
              <a:gd name="connsiteX9" fmla="*/ 1687 w 1857234"/>
              <a:gd name="connsiteY9" fmla="*/ 1262003 h 2264838"/>
              <a:gd name="connsiteX10" fmla="*/ 31320 w 1857234"/>
              <a:gd name="connsiteY10" fmla="*/ 1405937 h 2264838"/>
              <a:gd name="connsiteX11" fmla="*/ 99053 w 1857234"/>
              <a:gd name="connsiteY11" fmla="*/ 1511770 h 2264838"/>
              <a:gd name="connsiteX12" fmla="*/ 149853 w 1857234"/>
              <a:gd name="connsiteY12" fmla="*/ 1609136 h 2264838"/>
              <a:gd name="connsiteX13" fmla="*/ 213353 w 1857234"/>
              <a:gd name="connsiteY13" fmla="*/ 1626070 h 2264838"/>
              <a:gd name="connsiteX14" fmla="*/ 221820 w 1857234"/>
              <a:gd name="connsiteY14" fmla="*/ 1566803 h 2264838"/>
              <a:gd name="connsiteX15" fmla="*/ 221820 w 1857234"/>
              <a:gd name="connsiteY15" fmla="*/ 1532936 h 2264838"/>
              <a:gd name="connsiteX16" fmla="*/ 311275 w 1857234"/>
              <a:gd name="connsiteY16" fmla="*/ 1766178 h 2264838"/>
              <a:gd name="connsiteX17" fmla="*/ 448026 w 1857234"/>
              <a:gd name="connsiteY17" fmla="*/ 1942746 h 2264838"/>
              <a:gd name="connsiteX18" fmla="*/ 642954 w 1857234"/>
              <a:gd name="connsiteY18" fmla="*/ 2115725 h 2264838"/>
              <a:gd name="connsiteX19" fmla="*/ 812665 w 1857234"/>
              <a:gd name="connsiteY19" fmla="*/ 2239951 h 2264838"/>
              <a:gd name="connsiteX20" fmla="*/ 1131834 w 1857234"/>
              <a:gd name="connsiteY20" fmla="*/ 2260402 h 2264838"/>
              <a:gd name="connsiteX21" fmla="*/ 1219747 w 1857234"/>
              <a:gd name="connsiteY21" fmla="*/ 2181492 h 2264838"/>
              <a:gd name="connsiteX22" fmla="*/ 1304365 w 1857234"/>
              <a:gd name="connsiteY22" fmla="*/ 2109462 h 2264838"/>
              <a:gd name="connsiteX23" fmla="*/ 1519275 w 1857234"/>
              <a:gd name="connsiteY23" fmla="*/ 1901778 h 2264838"/>
              <a:gd name="connsiteX24" fmla="*/ 1630552 w 1857234"/>
              <a:gd name="connsiteY24" fmla="*/ 1734918 h 2264838"/>
              <a:gd name="connsiteX25" fmla="*/ 1667781 w 1857234"/>
              <a:gd name="connsiteY25" fmla="*/ 1594101 h 2264838"/>
              <a:gd name="connsiteX26" fmla="*/ 1678087 w 1857234"/>
              <a:gd name="connsiteY26" fmla="*/ 1484588 h 2264838"/>
              <a:gd name="connsiteX27" fmla="*/ 1737353 w 1857234"/>
              <a:gd name="connsiteY27" fmla="*/ 1549870 h 2264838"/>
              <a:gd name="connsiteX28" fmla="*/ 1788153 w 1857234"/>
              <a:gd name="connsiteY28" fmla="*/ 1524470 h 2264838"/>
              <a:gd name="connsiteX29" fmla="*/ 1810167 w 1857234"/>
              <a:gd name="connsiteY29" fmla="*/ 1405936 h 2264838"/>
              <a:gd name="connsiteX30" fmla="*/ 1849113 w 1857234"/>
              <a:gd name="connsiteY30" fmla="*/ 1309416 h 2264838"/>
              <a:gd name="connsiteX31" fmla="*/ 1855887 w 1857234"/>
              <a:gd name="connsiteY31" fmla="*/ 1211203 h 2264838"/>
              <a:gd name="connsiteX32" fmla="*/ 1830487 w 1857234"/>
              <a:gd name="connsiteY32" fmla="*/ 1092670 h 2264838"/>
              <a:gd name="connsiteX33" fmla="*/ 1754287 w 1857234"/>
              <a:gd name="connsiteY33" fmla="*/ 1118070 h 2264838"/>
              <a:gd name="connsiteX34" fmla="*/ 1720420 w 1857234"/>
              <a:gd name="connsiteY34" fmla="*/ 1164636 h 2264838"/>
              <a:gd name="connsiteX35" fmla="*/ 1686553 w 1857234"/>
              <a:gd name="connsiteY35" fmla="*/ 1236603 h 2264838"/>
              <a:gd name="connsiteX36" fmla="*/ 1703487 w 1857234"/>
              <a:gd name="connsiteY36" fmla="*/ 830203 h 2264838"/>
              <a:gd name="connsiteX37" fmla="*/ 1669620 w 1857234"/>
              <a:gd name="connsiteY37" fmla="*/ 505083 h 2264838"/>
              <a:gd name="connsiteX38" fmla="*/ 1474887 w 1857234"/>
              <a:gd name="connsiteY38" fmla="*/ 186736 h 2264838"/>
              <a:gd name="connsiteX39" fmla="*/ 1264278 w 1857234"/>
              <a:gd name="connsiteY39" fmla="*/ 62925 h 2264838"/>
              <a:gd name="connsiteX40" fmla="*/ 907620 w 1857234"/>
              <a:gd name="connsiteY40" fmla="*/ 470 h 2264838"/>
              <a:gd name="connsiteX41" fmla="*/ 699128 w 1857234"/>
              <a:gd name="connsiteY41" fmla="*/ 38246 h 2264838"/>
              <a:gd name="connsiteX0" fmla="*/ 699128 w 1857234"/>
              <a:gd name="connsiteY0" fmla="*/ 38246 h 2264838"/>
              <a:gd name="connsiteX1" fmla="*/ 530853 w 1857234"/>
              <a:gd name="connsiteY1" fmla="*/ 109476 h 2264838"/>
              <a:gd name="connsiteX2" fmla="*/ 359403 w 1857234"/>
              <a:gd name="connsiteY2" fmla="*/ 226951 h 2264838"/>
              <a:gd name="connsiteX3" fmla="*/ 194303 w 1857234"/>
              <a:gd name="connsiteY3" fmla="*/ 500001 h 2264838"/>
              <a:gd name="connsiteX4" fmla="*/ 143503 w 1857234"/>
              <a:gd name="connsiteY4" fmla="*/ 690502 h 2264838"/>
              <a:gd name="connsiteX5" fmla="*/ 143503 w 1857234"/>
              <a:gd name="connsiteY5" fmla="*/ 1058801 h 2264838"/>
              <a:gd name="connsiteX6" fmla="*/ 144562 w 1857234"/>
              <a:gd name="connsiteY6" fmla="*/ 1196386 h 2264838"/>
              <a:gd name="connsiteX7" fmla="*/ 92704 w 1857234"/>
              <a:gd name="connsiteY7" fmla="*/ 1145586 h 2264838"/>
              <a:gd name="connsiteX8" fmla="*/ 13329 w 1857234"/>
              <a:gd name="connsiteY8" fmla="*/ 1150878 h 2264838"/>
              <a:gd name="connsiteX9" fmla="*/ 1687 w 1857234"/>
              <a:gd name="connsiteY9" fmla="*/ 1262003 h 2264838"/>
              <a:gd name="connsiteX10" fmla="*/ 31320 w 1857234"/>
              <a:gd name="connsiteY10" fmla="*/ 1405937 h 2264838"/>
              <a:gd name="connsiteX11" fmla="*/ 99053 w 1857234"/>
              <a:gd name="connsiteY11" fmla="*/ 1511770 h 2264838"/>
              <a:gd name="connsiteX12" fmla="*/ 149853 w 1857234"/>
              <a:gd name="connsiteY12" fmla="*/ 1609136 h 2264838"/>
              <a:gd name="connsiteX13" fmla="*/ 213353 w 1857234"/>
              <a:gd name="connsiteY13" fmla="*/ 1626070 h 2264838"/>
              <a:gd name="connsiteX14" fmla="*/ 221820 w 1857234"/>
              <a:gd name="connsiteY14" fmla="*/ 1566803 h 2264838"/>
              <a:gd name="connsiteX15" fmla="*/ 221820 w 1857234"/>
              <a:gd name="connsiteY15" fmla="*/ 1532936 h 2264838"/>
              <a:gd name="connsiteX16" fmla="*/ 301968 w 1857234"/>
              <a:gd name="connsiteY16" fmla="*/ 1803314 h 2264838"/>
              <a:gd name="connsiteX17" fmla="*/ 448026 w 1857234"/>
              <a:gd name="connsiteY17" fmla="*/ 1942746 h 2264838"/>
              <a:gd name="connsiteX18" fmla="*/ 642954 w 1857234"/>
              <a:gd name="connsiteY18" fmla="*/ 2115725 h 2264838"/>
              <a:gd name="connsiteX19" fmla="*/ 812665 w 1857234"/>
              <a:gd name="connsiteY19" fmla="*/ 2239951 h 2264838"/>
              <a:gd name="connsiteX20" fmla="*/ 1131834 w 1857234"/>
              <a:gd name="connsiteY20" fmla="*/ 2260402 h 2264838"/>
              <a:gd name="connsiteX21" fmla="*/ 1219747 w 1857234"/>
              <a:gd name="connsiteY21" fmla="*/ 2181492 h 2264838"/>
              <a:gd name="connsiteX22" fmla="*/ 1304365 w 1857234"/>
              <a:gd name="connsiteY22" fmla="*/ 2109462 h 2264838"/>
              <a:gd name="connsiteX23" fmla="*/ 1519275 w 1857234"/>
              <a:gd name="connsiteY23" fmla="*/ 1901778 h 2264838"/>
              <a:gd name="connsiteX24" fmla="*/ 1630552 w 1857234"/>
              <a:gd name="connsiteY24" fmla="*/ 1734918 h 2264838"/>
              <a:gd name="connsiteX25" fmla="*/ 1667781 w 1857234"/>
              <a:gd name="connsiteY25" fmla="*/ 1594101 h 2264838"/>
              <a:gd name="connsiteX26" fmla="*/ 1678087 w 1857234"/>
              <a:gd name="connsiteY26" fmla="*/ 1484588 h 2264838"/>
              <a:gd name="connsiteX27" fmla="*/ 1737353 w 1857234"/>
              <a:gd name="connsiteY27" fmla="*/ 1549870 h 2264838"/>
              <a:gd name="connsiteX28" fmla="*/ 1788153 w 1857234"/>
              <a:gd name="connsiteY28" fmla="*/ 1524470 h 2264838"/>
              <a:gd name="connsiteX29" fmla="*/ 1810167 w 1857234"/>
              <a:gd name="connsiteY29" fmla="*/ 1405936 h 2264838"/>
              <a:gd name="connsiteX30" fmla="*/ 1849113 w 1857234"/>
              <a:gd name="connsiteY30" fmla="*/ 1309416 h 2264838"/>
              <a:gd name="connsiteX31" fmla="*/ 1855887 w 1857234"/>
              <a:gd name="connsiteY31" fmla="*/ 1211203 h 2264838"/>
              <a:gd name="connsiteX32" fmla="*/ 1830487 w 1857234"/>
              <a:gd name="connsiteY32" fmla="*/ 1092670 h 2264838"/>
              <a:gd name="connsiteX33" fmla="*/ 1754287 w 1857234"/>
              <a:gd name="connsiteY33" fmla="*/ 1118070 h 2264838"/>
              <a:gd name="connsiteX34" fmla="*/ 1720420 w 1857234"/>
              <a:gd name="connsiteY34" fmla="*/ 1164636 h 2264838"/>
              <a:gd name="connsiteX35" fmla="*/ 1686553 w 1857234"/>
              <a:gd name="connsiteY35" fmla="*/ 1236603 h 2264838"/>
              <a:gd name="connsiteX36" fmla="*/ 1703487 w 1857234"/>
              <a:gd name="connsiteY36" fmla="*/ 830203 h 2264838"/>
              <a:gd name="connsiteX37" fmla="*/ 1669620 w 1857234"/>
              <a:gd name="connsiteY37" fmla="*/ 505083 h 2264838"/>
              <a:gd name="connsiteX38" fmla="*/ 1474887 w 1857234"/>
              <a:gd name="connsiteY38" fmla="*/ 186736 h 2264838"/>
              <a:gd name="connsiteX39" fmla="*/ 1264278 w 1857234"/>
              <a:gd name="connsiteY39" fmla="*/ 62925 h 2264838"/>
              <a:gd name="connsiteX40" fmla="*/ 907620 w 1857234"/>
              <a:gd name="connsiteY40" fmla="*/ 470 h 2264838"/>
              <a:gd name="connsiteX41" fmla="*/ 699128 w 1857234"/>
              <a:gd name="connsiteY41" fmla="*/ 38246 h 2264838"/>
              <a:gd name="connsiteX0" fmla="*/ 699128 w 1857234"/>
              <a:gd name="connsiteY0" fmla="*/ 38246 h 2264838"/>
              <a:gd name="connsiteX1" fmla="*/ 530853 w 1857234"/>
              <a:gd name="connsiteY1" fmla="*/ 109476 h 2264838"/>
              <a:gd name="connsiteX2" fmla="*/ 359403 w 1857234"/>
              <a:gd name="connsiteY2" fmla="*/ 226951 h 2264838"/>
              <a:gd name="connsiteX3" fmla="*/ 194303 w 1857234"/>
              <a:gd name="connsiteY3" fmla="*/ 500001 h 2264838"/>
              <a:gd name="connsiteX4" fmla="*/ 143503 w 1857234"/>
              <a:gd name="connsiteY4" fmla="*/ 690502 h 2264838"/>
              <a:gd name="connsiteX5" fmla="*/ 143503 w 1857234"/>
              <a:gd name="connsiteY5" fmla="*/ 1058801 h 2264838"/>
              <a:gd name="connsiteX6" fmla="*/ 144562 w 1857234"/>
              <a:gd name="connsiteY6" fmla="*/ 1196386 h 2264838"/>
              <a:gd name="connsiteX7" fmla="*/ 92704 w 1857234"/>
              <a:gd name="connsiteY7" fmla="*/ 1145586 h 2264838"/>
              <a:gd name="connsiteX8" fmla="*/ 13329 w 1857234"/>
              <a:gd name="connsiteY8" fmla="*/ 1150878 h 2264838"/>
              <a:gd name="connsiteX9" fmla="*/ 1687 w 1857234"/>
              <a:gd name="connsiteY9" fmla="*/ 1262003 h 2264838"/>
              <a:gd name="connsiteX10" fmla="*/ 31320 w 1857234"/>
              <a:gd name="connsiteY10" fmla="*/ 1405937 h 2264838"/>
              <a:gd name="connsiteX11" fmla="*/ 99053 w 1857234"/>
              <a:gd name="connsiteY11" fmla="*/ 1511770 h 2264838"/>
              <a:gd name="connsiteX12" fmla="*/ 149853 w 1857234"/>
              <a:gd name="connsiteY12" fmla="*/ 1609136 h 2264838"/>
              <a:gd name="connsiteX13" fmla="*/ 213353 w 1857234"/>
              <a:gd name="connsiteY13" fmla="*/ 1626070 h 2264838"/>
              <a:gd name="connsiteX14" fmla="*/ 221820 w 1857234"/>
              <a:gd name="connsiteY14" fmla="*/ 1566803 h 2264838"/>
              <a:gd name="connsiteX15" fmla="*/ 221820 w 1857234"/>
              <a:gd name="connsiteY15" fmla="*/ 1532936 h 2264838"/>
              <a:gd name="connsiteX16" fmla="*/ 301968 w 1857234"/>
              <a:gd name="connsiteY16" fmla="*/ 1803314 h 2264838"/>
              <a:gd name="connsiteX17" fmla="*/ 443372 w 1857234"/>
              <a:gd name="connsiteY17" fmla="*/ 1961314 h 2264838"/>
              <a:gd name="connsiteX18" fmla="*/ 642954 w 1857234"/>
              <a:gd name="connsiteY18" fmla="*/ 2115725 h 2264838"/>
              <a:gd name="connsiteX19" fmla="*/ 812665 w 1857234"/>
              <a:gd name="connsiteY19" fmla="*/ 2239951 h 2264838"/>
              <a:gd name="connsiteX20" fmla="*/ 1131834 w 1857234"/>
              <a:gd name="connsiteY20" fmla="*/ 2260402 h 2264838"/>
              <a:gd name="connsiteX21" fmla="*/ 1219747 w 1857234"/>
              <a:gd name="connsiteY21" fmla="*/ 2181492 h 2264838"/>
              <a:gd name="connsiteX22" fmla="*/ 1304365 w 1857234"/>
              <a:gd name="connsiteY22" fmla="*/ 2109462 h 2264838"/>
              <a:gd name="connsiteX23" fmla="*/ 1519275 w 1857234"/>
              <a:gd name="connsiteY23" fmla="*/ 1901778 h 2264838"/>
              <a:gd name="connsiteX24" fmla="*/ 1630552 w 1857234"/>
              <a:gd name="connsiteY24" fmla="*/ 1734918 h 2264838"/>
              <a:gd name="connsiteX25" fmla="*/ 1667781 w 1857234"/>
              <a:gd name="connsiteY25" fmla="*/ 1594101 h 2264838"/>
              <a:gd name="connsiteX26" fmla="*/ 1678087 w 1857234"/>
              <a:gd name="connsiteY26" fmla="*/ 1484588 h 2264838"/>
              <a:gd name="connsiteX27" fmla="*/ 1737353 w 1857234"/>
              <a:gd name="connsiteY27" fmla="*/ 1549870 h 2264838"/>
              <a:gd name="connsiteX28" fmla="*/ 1788153 w 1857234"/>
              <a:gd name="connsiteY28" fmla="*/ 1524470 h 2264838"/>
              <a:gd name="connsiteX29" fmla="*/ 1810167 w 1857234"/>
              <a:gd name="connsiteY29" fmla="*/ 1405936 h 2264838"/>
              <a:gd name="connsiteX30" fmla="*/ 1849113 w 1857234"/>
              <a:gd name="connsiteY30" fmla="*/ 1309416 h 2264838"/>
              <a:gd name="connsiteX31" fmla="*/ 1855887 w 1857234"/>
              <a:gd name="connsiteY31" fmla="*/ 1211203 h 2264838"/>
              <a:gd name="connsiteX32" fmla="*/ 1830487 w 1857234"/>
              <a:gd name="connsiteY32" fmla="*/ 1092670 h 2264838"/>
              <a:gd name="connsiteX33" fmla="*/ 1754287 w 1857234"/>
              <a:gd name="connsiteY33" fmla="*/ 1118070 h 2264838"/>
              <a:gd name="connsiteX34" fmla="*/ 1720420 w 1857234"/>
              <a:gd name="connsiteY34" fmla="*/ 1164636 h 2264838"/>
              <a:gd name="connsiteX35" fmla="*/ 1686553 w 1857234"/>
              <a:gd name="connsiteY35" fmla="*/ 1236603 h 2264838"/>
              <a:gd name="connsiteX36" fmla="*/ 1703487 w 1857234"/>
              <a:gd name="connsiteY36" fmla="*/ 830203 h 2264838"/>
              <a:gd name="connsiteX37" fmla="*/ 1669620 w 1857234"/>
              <a:gd name="connsiteY37" fmla="*/ 505083 h 2264838"/>
              <a:gd name="connsiteX38" fmla="*/ 1474887 w 1857234"/>
              <a:gd name="connsiteY38" fmla="*/ 186736 h 2264838"/>
              <a:gd name="connsiteX39" fmla="*/ 1264278 w 1857234"/>
              <a:gd name="connsiteY39" fmla="*/ 62925 h 2264838"/>
              <a:gd name="connsiteX40" fmla="*/ 907620 w 1857234"/>
              <a:gd name="connsiteY40" fmla="*/ 470 h 2264838"/>
              <a:gd name="connsiteX41" fmla="*/ 699128 w 1857234"/>
              <a:gd name="connsiteY41" fmla="*/ 38246 h 2264838"/>
              <a:gd name="connsiteX0" fmla="*/ 699128 w 1857234"/>
              <a:gd name="connsiteY0" fmla="*/ 38246 h 2264173"/>
              <a:gd name="connsiteX1" fmla="*/ 530853 w 1857234"/>
              <a:gd name="connsiteY1" fmla="*/ 109476 h 2264173"/>
              <a:gd name="connsiteX2" fmla="*/ 359403 w 1857234"/>
              <a:gd name="connsiteY2" fmla="*/ 226951 h 2264173"/>
              <a:gd name="connsiteX3" fmla="*/ 194303 w 1857234"/>
              <a:gd name="connsiteY3" fmla="*/ 500001 h 2264173"/>
              <a:gd name="connsiteX4" fmla="*/ 143503 w 1857234"/>
              <a:gd name="connsiteY4" fmla="*/ 690502 h 2264173"/>
              <a:gd name="connsiteX5" fmla="*/ 143503 w 1857234"/>
              <a:gd name="connsiteY5" fmla="*/ 1058801 h 2264173"/>
              <a:gd name="connsiteX6" fmla="*/ 144562 w 1857234"/>
              <a:gd name="connsiteY6" fmla="*/ 1196386 h 2264173"/>
              <a:gd name="connsiteX7" fmla="*/ 92704 w 1857234"/>
              <a:gd name="connsiteY7" fmla="*/ 1145586 h 2264173"/>
              <a:gd name="connsiteX8" fmla="*/ 13329 w 1857234"/>
              <a:gd name="connsiteY8" fmla="*/ 1150878 h 2264173"/>
              <a:gd name="connsiteX9" fmla="*/ 1687 w 1857234"/>
              <a:gd name="connsiteY9" fmla="*/ 1262003 h 2264173"/>
              <a:gd name="connsiteX10" fmla="*/ 31320 w 1857234"/>
              <a:gd name="connsiteY10" fmla="*/ 1405937 h 2264173"/>
              <a:gd name="connsiteX11" fmla="*/ 99053 w 1857234"/>
              <a:gd name="connsiteY11" fmla="*/ 1511770 h 2264173"/>
              <a:gd name="connsiteX12" fmla="*/ 149853 w 1857234"/>
              <a:gd name="connsiteY12" fmla="*/ 1609136 h 2264173"/>
              <a:gd name="connsiteX13" fmla="*/ 213353 w 1857234"/>
              <a:gd name="connsiteY13" fmla="*/ 1626070 h 2264173"/>
              <a:gd name="connsiteX14" fmla="*/ 221820 w 1857234"/>
              <a:gd name="connsiteY14" fmla="*/ 1566803 h 2264173"/>
              <a:gd name="connsiteX15" fmla="*/ 221820 w 1857234"/>
              <a:gd name="connsiteY15" fmla="*/ 1532936 h 2264173"/>
              <a:gd name="connsiteX16" fmla="*/ 301968 w 1857234"/>
              <a:gd name="connsiteY16" fmla="*/ 1803314 h 2264173"/>
              <a:gd name="connsiteX17" fmla="*/ 443372 w 1857234"/>
              <a:gd name="connsiteY17" fmla="*/ 1961314 h 2264173"/>
              <a:gd name="connsiteX18" fmla="*/ 647608 w 1857234"/>
              <a:gd name="connsiteY18" fmla="*/ 2138936 h 2264173"/>
              <a:gd name="connsiteX19" fmla="*/ 812665 w 1857234"/>
              <a:gd name="connsiteY19" fmla="*/ 2239951 h 2264173"/>
              <a:gd name="connsiteX20" fmla="*/ 1131834 w 1857234"/>
              <a:gd name="connsiteY20" fmla="*/ 2260402 h 2264173"/>
              <a:gd name="connsiteX21" fmla="*/ 1219747 w 1857234"/>
              <a:gd name="connsiteY21" fmla="*/ 2181492 h 2264173"/>
              <a:gd name="connsiteX22" fmla="*/ 1304365 w 1857234"/>
              <a:gd name="connsiteY22" fmla="*/ 2109462 h 2264173"/>
              <a:gd name="connsiteX23" fmla="*/ 1519275 w 1857234"/>
              <a:gd name="connsiteY23" fmla="*/ 1901778 h 2264173"/>
              <a:gd name="connsiteX24" fmla="*/ 1630552 w 1857234"/>
              <a:gd name="connsiteY24" fmla="*/ 1734918 h 2264173"/>
              <a:gd name="connsiteX25" fmla="*/ 1667781 w 1857234"/>
              <a:gd name="connsiteY25" fmla="*/ 1594101 h 2264173"/>
              <a:gd name="connsiteX26" fmla="*/ 1678087 w 1857234"/>
              <a:gd name="connsiteY26" fmla="*/ 1484588 h 2264173"/>
              <a:gd name="connsiteX27" fmla="*/ 1737353 w 1857234"/>
              <a:gd name="connsiteY27" fmla="*/ 1549870 h 2264173"/>
              <a:gd name="connsiteX28" fmla="*/ 1788153 w 1857234"/>
              <a:gd name="connsiteY28" fmla="*/ 1524470 h 2264173"/>
              <a:gd name="connsiteX29" fmla="*/ 1810167 w 1857234"/>
              <a:gd name="connsiteY29" fmla="*/ 1405936 h 2264173"/>
              <a:gd name="connsiteX30" fmla="*/ 1849113 w 1857234"/>
              <a:gd name="connsiteY30" fmla="*/ 1309416 h 2264173"/>
              <a:gd name="connsiteX31" fmla="*/ 1855887 w 1857234"/>
              <a:gd name="connsiteY31" fmla="*/ 1211203 h 2264173"/>
              <a:gd name="connsiteX32" fmla="*/ 1830487 w 1857234"/>
              <a:gd name="connsiteY32" fmla="*/ 1092670 h 2264173"/>
              <a:gd name="connsiteX33" fmla="*/ 1754287 w 1857234"/>
              <a:gd name="connsiteY33" fmla="*/ 1118070 h 2264173"/>
              <a:gd name="connsiteX34" fmla="*/ 1720420 w 1857234"/>
              <a:gd name="connsiteY34" fmla="*/ 1164636 h 2264173"/>
              <a:gd name="connsiteX35" fmla="*/ 1686553 w 1857234"/>
              <a:gd name="connsiteY35" fmla="*/ 1236603 h 2264173"/>
              <a:gd name="connsiteX36" fmla="*/ 1703487 w 1857234"/>
              <a:gd name="connsiteY36" fmla="*/ 830203 h 2264173"/>
              <a:gd name="connsiteX37" fmla="*/ 1669620 w 1857234"/>
              <a:gd name="connsiteY37" fmla="*/ 505083 h 2264173"/>
              <a:gd name="connsiteX38" fmla="*/ 1474887 w 1857234"/>
              <a:gd name="connsiteY38" fmla="*/ 186736 h 2264173"/>
              <a:gd name="connsiteX39" fmla="*/ 1264278 w 1857234"/>
              <a:gd name="connsiteY39" fmla="*/ 62925 h 2264173"/>
              <a:gd name="connsiteX40" fmla="*/ 907620 w 1857234"/>
              <a:gd name="connsiteY40" fmla="*/ 470 h 2264173"/>
              <a:gd name="connsiteX41" fmla="*/ 699128 w 1857234"/>
              <a:gd name="connsiteY41" fmla="*/ 38246 h 2264173"/>
              <a:gd name="connsiteX0" fmla="*/ 699128 w 1857234"/>
              <a:gd name="connsiteY0" fmla="*/ 38246 h 2264173"/>
              <a:gd name="connsiteX1" fmla="*/ 530853 w 1857234"/>
              <a:gd name="connsiteY1" fmla="*/ 109476 h 2264173"/>
              <a:gd name="connsiteX2" fmla="*/ 359403 w 1857234"/>
              <a:gd name="connsiteY2" fmla="*/ 226951 h 2264173"/>
              <a:gd name="connsiteX3" fmla="*/ 194303 w 1857234"/>
              <a:gd name="connsiteY3" fmla="*/ 500001 h 2264173"/>
              <a:gd name="connsiteX4" fmla="*/ 143503 w 1857234"/>
              <a:gd name="connsiteY4" fmla="*/ 690502 h 2264173"/>
              <a:gd name="connsiteX5" fmla="*/ 143503 w 1857234"/>
              <a:gd name="connsiteY5" fmla="*/ 1058801 h 2264173"/>
              <a:gd name="connsiteX6" fmla="*/ 144562 w 1857234"/>
              <a:gd name="connsiteY6" fmla="*/ 1196386 h 2264173"/>
              <a:gd name="connsiteX7" fmla="*/ 92704 w 1857234"/>
              <a:gd name="connsiteY7" fmla="*/ 1145586 h 2264173"/>
              <a:gd name="connsiteX8" fmla="*/ 13329 w 1857234"/>
              <a:gd name="connsiteY8" fmla="*/ 1150878 h 2264173"/>
              <a:gd name="connsiteX9" fmla="*/ 1687 w 1857234"/>
              <a:gd name="connsiteY9" fmla="*/ 1262003 h 2264173"/>
              <a:gd name="connsiteX10" fmla="*/ 31320 w 1857234"/>
              <a:gd name="connsiteY10" fmla="*/ 1405937 h 2264173"/>
              <a:gd name="connsiteX11" fmla="*/ 99053 w 1857234"/>
              <a:gd name="connsiteY11" fmla="*/ 1511770 h 2264173"/>
              <a:gd name="connsiteX12" fmla="*/ 149853 w 1857234"/>
              <a:gd name="connsiteY12" fmla="*/ 1609136 h 2264173"/>
              <a:gd name="connsiteX13" fmla="*/ 213353 w 1857234"/>
              <a:gd name="connsiteY13" fmla="*/ 1626070 h 2264173"/>
              <a:gd name="connsiteX14" fmla="*/ 221820 w 1857234"/>
              <a:gd name="connsiteY14" fmla="*/ 1566803 h 2264173"/>
              <a:gd name="connsiteX15" fmla="*/ 221820 w 1857234"/>
              <a:gd name="connsiteY15" fmla="*/ 1532936 h 2264173"/>
              <a:gd name="connsiteX16" fmla="*/ 301968 w 1857234"/>
              <a:gd name="connsiteY16" fmla="*/ 1803314 h 2264173"/>
              <a:gd name="connsiteX17" fmla="*/ 443372 w 1857234"/>
              <a:gd name="connsiteY17" fmla="*/ 1961314 h 2264173"/>
              <a:gd name="connsiteX18" fmla="*/ 647608 w 1857234"/>
              <a:gd name="connsiteY18" fmla="*/ 2138936 h 2264173"/>
              <a:gd name="connsiteX19" fmla="*/ 812665 w 1857234"/>
              <a:gd name="connsiteY19" fmla="*/ 2239951 h 2264173"/>
              <a:gd name="connsiteX20" fmla="*/ 1131834 w 1857234"/>
              <a:gd name="connsiteY20" fmla="*/ 2260402 h 2264173"/>
              <a:gd name="connsiteX21" fmla="*/ 1219747 w 1857234"/>
              <a:gd name="connsiteY21" fmla="*/ 2181492 h 2264173"/>
              <a:gd name="connsiteX22" fmla="*/ 1304365 w 1857234"/>
              <a:gd name="connsiteY22" fmla="*/ 2109462 h 2264173"/>
              <a:gd name="connsiteX23" fmla="*/ 1519275 w 1857234"/>
              <a:gd name="connsiteY23" fmla="*/ 1901778 h 2264173"/>
              <a:gd name="connsiteX24" fmla="*/ 1649165 w 1857234"/>
              <a:gd name="connsiteY24" fmla="*/ 1767412 h 2264173"/>
              <a:gd name="connsiteX25" fmla="*/ 1667781 w 1857234"/>
              <a:gd name="connsiteY25" fmla="*/ 1594101 h 2264173"/>
              <a:gd name="connsiteX26" fmla="*/ 1678087 w 1857234"/>
              <a:gd name="connsiteY26" fmla="*/ 1484588 h 2264173"/>
              <a:gd name="connsiteX27" fmla="*/ 1737353 w 1857234"/>
              <a:gd name="connsiteY27" fmla="*/ 1549870 h 2264173"/>
              <a:gd name="connsiteX28" fmla="*/ 1788153 w 1857234"/>
              <a:gd name="connsiteY28" fmla="*/ 1524470 h 2264173"/>
              <a:gd name="connsiteX29" fmla="*/ 1810167 w 1857234"/>
              <a:gd name="connsiteY29" fmla="*/ 1405936 h 2264173"/>
              <a:gd name="connsiteX30" fmla="*/ 1849113 w 1857234"/>
              <a:gd name="connsiteY30" fmla="*/ 1309416 h 2264173"/>
              <a:gd name="connsiteX31" fmla="*/ 1855887 w 1857234"/>
              <a:gd name="connsiteY31" fmla="*/ 1211203 h 2264173"/>
              <a:gd name="connsiteX32" fmla="*/ 1830487 w 1857234"/>
              <a:gd name="connsiteY32" fmla="*/ 1092670 h 2264173"/>
              <a:gd name="connsiteX33" fmla="*/ 1754287 w 1857234"/>
              <a:gd name="connsiteY33" fmla="*/ 1118070 h 2264173"/>
              <a:gd name="connsiteX34" fmla="*/ 1720420 w 1857234"/>
              <a:gd name="connsiteY34" fmla="*/ 1164636 h 2264173"/>
              <a:gd name="connsiteX35" fmla="*/ 1686553 w 1857234"/>
              <a:gd name="connsiteY35" fmla="*/ 1236603 h 2264173"/>
              <a:gd name="connsiteX36" fmla="*/ 1703487 w 1857234"/>
              <a:gd name="connsiteY36" fmla="*/ 830203 h 2264173"/>
              <a:gd name="connsiteX37" fmla="*/ 1669620 w 1857234"/>
              <a:gd name="connsiteY37" fmla="*/ 505083 h 2264173"/>
              <a:gd name="connsiteX38" fmla="*/ 1474887 w 1857234"/>
              <a:gd name="connsiteY38" fmla="*/ 186736 h 2264173"/>
              <a:gd name="connsiteX39" fmla="*/ 1264278 w 1857234"/>
              <a:gd name="connsiteY39" fmla="*/ 62925 h 2264173"/>
              <a:gd name="connsiteX40" fmla="*/ 907620 w 1857234"/>
              <a:gd name="connsiteY40" fmla="*/ 470 h 2264173"/>
              <a:gd name="connsiteX41" fmla="*/ 699128 w 1857234"/>
              <a:gd name="connsiteY41" fmla="*/ 38246 h 2264173"/>
              <a:gd name="connsiteX0" fmla="*/ 699128 w 1857234"/>
              <a:gd name="connsiteY0" fmla="*/ 38246 h 2263842"/>
              <a:gd name="connsiteX1" fmla="*/ 530853 w 1857234"/>
              <a:gd name="connsiteY1" fmla="*/ 109476 h 2263842"/>
              <a:gd name="connsiteX2" fmla="*/ 359403 w 1857234"/>
              <a:gd name="connsiteY2" fmla="*/ 226951 h 2263842"/>
              <a:gd name="connsiteX3" fmla="*/ 194303 w 1857234"/>
              <a:gd name="connsiteY3" fmla="*/ 500001 h 2263842"/>
              <a:gd name="connsiteX4" fmla="*/ 143503 w 1857234"/>
              <a:gd name="connsiteY4" fmla="*/ 690502 h 2263842"/>
              <a:gd name="connsiteX5" fmla="*/ 143503 w 1857234"/>
              <a:gd name="connsiteY5" fmla="*/ 1058801 h 2263842"/>
              <a:gd name="connsiteX6" fmla="*/ 144562 w 1857234"/>
              <a:gd name="connsiteY6" fmla="*/ 1196386 h 2263842"/>
              <a:gd name="connsiteX7" fmla="*/ 92704 w 1857234"/>
              <a:gd name="connsiteY7" fmla="*/ 1145586 h 2263842"/>
              <a:gd name="connsiteX8" fmla="*/ 13329 w 1857234"/>
              <a:gd name="connsiteY8" fmla="*/ 1150878 h 2263842"/>
              <a:gd name="connsiteX9" fmla="*/ 1687 w 1857234"/>
              <a:gd name="connsiteY9" fmla="*/ 1262003 h 2263842"/>
              <a:gd name="connsiteX10" fmla="*/ 31320 w 1857234"/>
              <a:gd name="connsiteY10" fmla="*/ 1405937 h 2263842"/>
              <a:gd name="connsiteX11" fmla="*/ 99053 w 1857234"/>
              <a:gd name="connsiteY11" fmla="*/ 1511770 h 2263842"/>
              <a:gd name="connsiteX12" fmla="*/ 149853 w 1857234"/>
              <a:gd name="connsiteY12" fmla="*/ 1609136 h 2263842"/>
              <a:gd name="connsiteX13" fmla="*/ 213353 w 1857234"/>
              <a:gd name="connsiteY13" fmla="*/ 1626070 h 2263842"/>
              <a:gd name="connsiteX14" fmla="*/ 221820 w 1857234"/>
              <a:gd name="connsiteY14" fmla="*/ 1566803 h 2263842"/>
              <a:gd name="connsiteX15" fmla="*/ 221820 w 1857234"/>
              <a:gd name="connsiteY15" fmla="*/ 1532936 h 2263842"/>
              <a:gd name="connsiteX16" fmla="*/ 301968 w 1857234"/>
              <a:gd name="connsiteY16" fmla="*/ 1803314 h 2263842"/>
              <a:gd name="connsiteX17" fmla="*/ 443372 w 1857234"/>
              <a:gd name="connsiteY17" fmla="*/ 1961314 h 2263842"/>
              <a:gd name="connsiteX18" fmla="*/ 647608 w 1857234"/>
              <a:gd name="connsiteY18" fmla="*/ 2138936 h 2263842"/>
              <a:gd name="connsiteX19" fmla="*/ 812665 w 1857234"/>
              <a:gd name="connsiteY19" fmla="*/ 2239951 h 2263842"/>
              <a:gd name="connsiteX20" fmla="*/ 1131834 w 1857234"/>
              <a:gd name="connsiteY20" fmla="*/ 2260402 h 2263842"/>
              <a:gd name="connsiteX21" fmla="*/ 1252319 w 1857234"/>
              <a:gd name="connsiteY21" fmla="*/ 2186134 h 2263842"/>
              <a:gd name="connsiteX22" fmla="*/ 1304365 w 1857234"/>
              <a:gd name="connsiteY22" fmla="*/ 2109462 h 2263842"/>
              <a:gd name="connsiteX23" fmla="*/ 1519275 w 1857234"/>
              <a:gd name="connsiteY23" fmla="*/ 1901778 h 2263842"/>
              <a:gd name="connsiteX24" fmla="*/ 1649165 w 1857234"/>
              <a:gd name="connsiteY24" fmla="*/ 1767412 h 2263842"/>
              <a:gd name="connsiteX25" fmla="*/ 1667781 w 1857234"/>
              <a:gd name="connsiteY25" fmla="*/ 1594101 h 2263842"/>
              <a:gd name="connsiteX26" fmla="*/ 1678087 w 1857234"/>
              <a:gd name="connsiteY26" fmla="*/ 1484588 h 2263842"/>
              <a:gd name="connsiteX27" fmla="*/ 1737353 w 1857234"/>
              <a:gd name="connsiteY27" fmla="*/ 1549870 h 2263842"/>
              <a:gd name="connsiteX28" fmla="*/ 1788153 w 1857234"/>
              <a:gd name="connsiteY28" fmla="*/ 1524470 h 2263842"/>
              <a:gd name="connsiteX29" fmla="*/ 1810167 w 1857234"/>
              <a:gd name="connsiteY29" fmla="*/ 1405936 h 2263842"/>
              <a:gd name="connsiteX30" fmla="*/ 1849113 w 1857234"/>
              <a:gd name="connsiteY30" fmla="*/ 1309416 h 2263842"/>
              <a:gd name="connsiteX31" fmla="*/ 1855887 w 1857234"/>
              <a:gd name="connsiteY31" fmla="*/ 1211203 h 2263842"/>
              <a:gd name="connsiteX32" fmla="*/ 1830487 w 1857234"/>
              <a:gd name="connsiteY32" fmla="*/ 1092670 h 2263842"/>
              <a:gd name="connsiteX33" fmla="*/ 1754287 w 1857234"/>
              <a:gd name="connsiteY33" fmla="*/ 1118070 h 2263842"/>
              <a:gd name="connsiteX34" fmla="*/ 1720420 w 1857234"/>
              <a:gd name="connsiteY34" fmla="*/ 1164636 h 2263842"/>
              <a:gd name="connsiteX35" fmla="*/ 1686553 w 1857234"/>
              <a:gd name="connsiteY35" fmla="*/ 1236603 h 2263842"/>
              <a:gd name="connsiteX36" fmla="*/ 1703487 w 1857234"/>
              <a:gd name="connsiteY36" fmla="*/ 830203 h 2263842"/>
              <a:gd name="connsiteX37" fmla="*/ 1669620 w 1857234"/>
              <a:gd name="connsiteY37" fmla="*/ 505083 h 2263842"/>
              <a:gd name="connsiteX38" fmla="*/ 1474887 w 1857234"/>
              <a:gd name="connsiteY38" fmla="*/ 186736 h 2263842"/>
              <a:gd name="connsiteX39" fmla="*/ 1264278 w 1857234"/>
              <a:gd name="connsiteY39" fmla="*/ 62925 h 2263842"/>
              <a:gd name="connsiteX40" fmla="*/ 907620 w 1857234"/>
              <a:gd name="connsiteY40" fmla="*/ 470 h 2263842"/>
              <a:gd name="connsiteX41" fmla="*/ 699128 w 1857234"/>
              <a:gd name="connsiteY41" fmla="*/ 38246 h 2263842"/>
              <a:gd name="connsiteX0" fmla="*/ 699128 w 1857234"/>
              <a:gd name="connsiteY0" fmla="*/ 38246 h 2263842"/>
              <a:gd name="connsiteX1" fmla="*/ 530853 w 1857234"/>
              <a:gd name="connsiteY1" fmla="*/ 109476 h 2263842"/>
              <a:gd name="connsiteX2" fmla="*/ 359403 w 1857234"/>
              <a:gd name="connsiteY2" fmla="*/ 226951 h 2263842"/>
              <a:gd name="connsiteX3" fmla="*/ 194303 w 1857234"/>
              <a:gd name="connsiteY3" fmla="*/ 500001 h 2263842"/>
              <a:gd name="connsiteX4" fmla="*/ 143503 w 1857234"/>
              <a:gd name="connsiteY4" fmla="*/ 690502 h 2263842"/>
              <a:gd name="connsiteX5" fmla="*/ 143503 w 1857234"/>
              <a:gd name="connsiteY5" fmla="*/ 1058801 h 2263842"/>
              <a:gd name="connsiteX6" fmla="*/ 144562 w 1857234"/>
              <a:gd name="connsiteY6" fmla="*/ 1196386 h 2263842"/>
              <a:gd name="connsiteX7" fmla="*/ 92704 w 1857234"/>
              <a:gd name="connsiteY7" fmla="*/ 1145586 h 2263842"/>
              <a:gd name="connsiteX8" fmla="*/ 13329 w 1857234"/>
              <a:gd name="connsiteY8" fmla="*/ 1150878 h 2263842"/>
              <a:gd name="connsiteX9" fmla="*/ 1687 w 1857234"/>
              <a:gd name="connsiteY9" fmla="*/ 1262003 h 2263842"/>
              <a:gd name="connsiteX10" fmla="*/ 31320 w 1857234"/>
              <a:gd name="connsiteY10" fmla="*/ 1405937 h 2263842"/>
              <a:gd name="connsiteX11" fmla="*/ 99053 w 1857234"/>
              <a:gd name="connsiteY11" fmla="*/ 1511770 h 2263842"/>
              <a:gd name="connsiteX12" fmla="*/ 149853 w 1857234"/>
              <a:gd name="connsiteY12" fmla="*/ 1609136 h 2263842"/>
              <a:gd name="connsiteX13" fmla="*/ 213353 w 1857234"/>
              <a:gd name="connsiteY13" fmla="*/ 1626070 h 2263842"/>
              <a:gd name="connsiteX14" fmla="*/ 221820 w 1857234"/>
              <a:gd name="connsiteY14" fmla="*/ 1566803 h 2263842"/>
              <a:gd name="connsiteX15" fmla="*/ 221820 w 1857234"/>
              <a:gd name="connsiteY15" fmla="*/ 1532936 h 2263842"/>
              <a:gd name="connsiteX16" fmla="*/ 301968 w 1857234"/>
              <a:gd name="connsiteY16" fmla="*/ 1803314 h 2263842"/>
              <a:gd name="connsiteX17" fmla="*/ 443372 w 1857234"/>
              <a:gd name="connsiteY17" fmla="*/ 1961314 h 2263842"/>
              <a:gd name="connsiteX18" fmla="*/ 647608 w 1857234"/>
              <a:gd name="connsiteY18" fmla="*/ 2138936 h 2263842"/>
              <a:gd name="connsiteX19" fmla="*/ 812665 w 1857234"/>
              <a:gd name="connsiteY19" fmla="*/ 2239951 h 2263842"/>
              <a:gd name="connsiteX20" fmla="*/ 1131834 w 1857234"/>
              <a:gd name="connsiteY20" fmla="*/ 2260402 h 2263842"/>
              <a:gd name="connsiteX21" fmla="*/ 1252319 w 1857234"/>
              <a:gd name="connsiteY21" fmla="*/ 2186134 h 2263842"/>
              <a:gd name="connsiteX22" fmla="*/ 1324044 w 1857234"/>
              <a:gd name="connsiteY22" fmla="*/ 2095439 h 2263842"/>
              <a:gd name="connsiteX23" fmla="*/ 1519275 w 1857234"/>
              <a:gd name="connsiteY23" fmla="*/ 1901778 h 2263842"/>
              <a:gd name="connsiteX24" fmla="*/ 1649165 w 1857234"/>
              <a:gd name="connsiteY24" fmla="*/ 1767412 h 2263842"/>
              <a:gd name="connsiteX25" fmla="*/ 1667781 w 1857234"/>
              <a:gd name="connsiteY25" fmla="*/ 1594101 h 2263842"/>
              <a:gd name="connsiteX26" fmla="*/ 1678087 w 1857234"/>
              <a:gd name="connsiteY26" fmla="*/ 1484588 h 2263842"/>
              <a:gd name="connsiteX27" fmla="*/ 1737353 w 1857234"/>
              <a:gd name="connsiteY27" fmla="*/ 1549870 h 2263842"/>
              <a:gd name="connsiteX28" fmla="*/ 1788153 w 1857234"/>
              <a:gd name="connsiteY28" fmla="*/ 1524470 h 2263842"/>
              <a:gd name="connsiteX29" fmla="*/ 1810167 w 1857234"/>
              <a:gd name="connsiteY29" fmla="*/ 1405936 h 2263842"/>
              <a:gd name="connsiteX30" fmla="*/ 1849113 w 1857234"/>
              <a:gd name="connsiteY30" fmla="*/ 1309416 h 2263842"/>
              <a:gd name="connsiteX31" fmla="*/ 1855887 w 1857234"/>
              <a:gd name="connsiteY31" fmla="*/ 1211203 h 2263842"/>
              <a:gd name="connsiteX32" fmla="*/ 1830487 w 1857234"/>
              <a:gd name="connsiteY32" fmla="*/ 1092670 h 2263842"/>
              <a:gd name="connsiteX33" fmla="*/ 1754287 w 1857234"/>
              <a:gd name="connsiteY33" fmla="*/ 1118070 h 2263842"/>
              <a:gd name="connsiteX34" fmla="*/ 1720420 w 1857234"/>
              <a:gd name="connsiteY34" fmla="*/ 1164636 h 2263842"/>
              <a:gd name="connsiteX35" fmla="*/ 1686553 w 1857234"/>
              <a:gd name="connsiteY35" fmla="*/ 1236603 h 2263842"/>
              <a:gd name="connsiteX36" fmla="*/ 1703487 w 1857234"/>
              <a:gd name="connsiteY36" fmla="*/ 830203 h 2263842"/>
              <a:gd name="connsiteX37" fmla="*/ 1669620 w 1857234"/>
              <a:gd name="connsiteY37" fmla="*/ 505083 h 2263842"/>
              <a:gd name="connsiteX38" fmla="*/ 1474887 w 1857234"/>
              <a:gd name="connsiteY38" fmla="*/ 186736 h 2263842"/>
              <a:gd name="connsiteX39" fmla="*/ 1264278 w 1857234"/>
              <a:gd name="connsiteY39" fmla="*/ 62925 h 2263842"/>
              <a:gd name="connsiteX40" fmla="*/ 907620 w 1857234"/>
              <a:gd name="connsiteY40" fmla="*/ 470 h 2263842"/>
              <a:gd name="connsiteX41" fmla="*/ 699128 w 1857234"/>
              <a:gd name="connsiteY41" fmla="*/ 38246 h 2263842"/>
              <a:gd name="connsiteX0" fmla="*/ 699128 w 1857234"/>
              <a:gd name="connsiteY0" fmla="*/ 38246 h 2263842"/>
              <a:gd name="connsiteX1" fmla="*/ 530853 w 1857234"/>
              <a:gd name="connsiteY1" fmla="*/ 109476 h 2263842"/>
              <a:gd name="connsiteX2" fmla="*/ 359403 w 1857234"/>
              <a:gd name="connsiteY2" fmla="*/ 226951 h 2263842"/>
              <a:gd name="connsiteX3" fmla="*/ 194303 w 1857234"/>
              <a:gd name="connsiteY3" fmla="*/ 500001 h 2263842"/>
              <a:gd name="connsiteX4" fmla="*/ 143503 w 1857234"/>
              <a:gd name="connsiteY4" fmla="*/ 690502 h 2263842"/>
              <a:gd name="connsiteX5" fmla="*/ 143503 w 1857234"/>
              <a:gd name="connsiteY5" fmla="*/ 1058801 h 2263842"/>
              <a:gd name="connsiteX6" fmla="*/ 144562 w 1857234"/>
              <a:gd name="connsiteY6" fmla="*/ 1196386 h 2263842"/>
              <a:gd name="connsiteX7" fmla="*/ 92704 w 1857234"/>
              <a:gd name="connsiteY7" fmla="*/ 1145586 h 2263842"/>
              <a:gd name="connsiteX8" fmla="*/ 13329 w 1857234"/>
              <a:gd name="connsiteY8" fmla="*/ 1150878 h 2263842"/>
              <a:gd name="connsiteX9" fmla="*/ 1687 w 1857234"/>
              <a:gd name="connsiteY9" fmla="*/ 1262003 h 2263842"/>
              <a:gd name="connsiteX10" fmla="*/ 31320 w 1857234"/>
              <a:gd name="connsiteY10" fmla="*/ 1405937 h 2263842"/>
              <a:gd name="connsiteX11" fmla="*/ 99053 w 1857234"/>
              <a:gd name="connsiteY11" fmla="*/ 1511770 h 2263842"/>
              <a:gd name="connsiteX12" fmla="*/ 149853 w 1857234"/>
              <a:gd name="connsiteY12" fmla="*/ 1609136 h 2263842"/>
              <a:gd name="connsiteX13" fmla="*/ 213353 w 1857234"/>
              <a:gd name="connsiteY13" fmla="*/ 1626070 h 2263842"/>
              <a:gd name="connsiteX14" fmla="*/ 221820 w 1857234"/>
              <a:gd name="connsiteY14" fmla="*/ 1566803 h 2263842"/>
              <a:gd name="connsiteX15" fmla="*/ 221820 w 1857234"/>
              <a:gd name="connsiteY15" fmla="*/ 1532936 h 2263842"/>
              <a:gd name="connsiteX16" fmla="*/ 301968 w 1857234"/>
              <a:gd name="connsiteY16" fmla="*/ 1803314 h 2263842"/>
              <a:gd name="connsiteX17" fmla="*/ 443372 w 1857234"/>
              <a:gd name="connsiteY17" fmla="*/ 1961314 h 2263842"/>
              <a:gd name="connsiteX18" fmla="*/ 647608 w 1857234"/>
              <a:gd name="connsiteY18" fmla="*/ 2138936 h 2263842"/>
              <a:gd name="connsiteX19" fmla="*/ 812665 w 1857234"/>
              <a:gd name="connsiteY19" fmla="*/ 2239951 h 2263842"/>
              <a:gd name="connsiteX20" fmla="*/ 1131834 w 1857234"/>
              <a:gd name="connsiteY20" fmla="*/ 2260402 h 2263842"/>
              <a:gd name="connsiteX21" fmla="*/ 1252319 w 1857234"/>
              <a:gd name="connsiteY21" fmla="*/ 2186134 h 2263842"/>
              <a:gd name="connsiteX22" fmla="*/ 1377459 w 1857234"/>
              <a:gd name="connsiteY22" fmla="*/ 2070198 h 2263842"/>
              <a:gd name="connsiteX23" fmla="*/ 1519275 w 1857234"/>
              <a:gd name="connsiteY23" fmla="*/ 1901778 h 2263842"/>
              <a:gd name="connsiteX24" fmla="*/ 1649165 w 1857234"/>
              <a:gd name="connsiteY24" fmla="*/ 1767412 h 2263842"/>
              <a:gd name="connsiteX25" fmla="*/ 1667781 w 1857234"/>
              <a:gd name="connsiteY25" fmla="*/ 1594101 h 2263842"/>
              <a:gd name="connsiteX26" fmla="*/ 1678087 w 1857234"/>
              <a:gd name="connsiteY26" fmla="*/ 1484588 h 2263842"/>
              <a:gd name="connsiteX27" fmla="*/ 1737353 w 1857234"/>
              <a:gd name="connsiteY27" fmla="*/ 1549870 h 2263842"/>
              <a:gd name="connsiteX28" fmla="*/ 1788153 w 1857234"/>
              <a:gd name="connsiteY28" fmla="*/ 1524470 h 2263842"/>
              <a:gd name="connsiteX29" fmla="*/ 1810167 w 1857234"/>
              <a:gd name="connsiteY29" fmla="*/ 1405936 h 2263842"/>
              <a:gd name="connsiteX30" fmla="*/ 1849113 w 1857234"/>
              <a:gd name="connsiteY30" fmla="*/ 1309416 h 2263842"/>
              <a:gd name="connsiteX31" fmla="*/ 1855887 w 1857234"/>
              <a:gd name="connsiteY31" fmla="*/ 1211203 h 2263842"/>
              <a:gd name="connsiteX32" fmla="*/ 1830487 w 1857234"/>
              <a:gd name="connsiteY32" fmla="*/ 1092670 h 2263842"/>
              <a:gd name="connsiteX33" fmla="*/ 1754287 w 1857234"/>
              <a:gd name="connsiteY33" fmla="*/ 1118070 h 2263842"/>
              <a:gd name="connsiteX34" fmla="*/ 1720420 w 1857234"/>
              <a:gd name="connsiteY34" fmla="*/ 1164636 h 2263842"/>
              <a:gd name="connsiteX35" fmla="*/ 1686553 w 1857234"/>
              <a:gd name="connsiteY35" fmla="*/ 1236603 h 2263842"/>
              <a:gd name="connsiteX36" fmla="*/ 1703487 w 1857234"/>
              <a:gd name="connsiteY36" fmla="*/ 830203 h 2263842"/>
              <a:gd name="connsiteX37" fmla="*/ 1669620 w 1857234"/>
              <a:gd name="connsiteY37" fmla="*/ 505083 h 2263842"/>
              <a:gd name="connsiteX38" fmla="*/ 1474887 w 1857234"/>
              <a:gd name="connsiteY38" fmla="*/ 186736 h 2263842"/>
              <a:gd name="connsiteX39" fmla="*/ 1264278 w 1857234"/>
              <a:gd name="connsiteY39" fmla="*/ 62925 h 2263842"/>
              <a:gd name="connsiteX40" fmla="*/ 907620 w 1857234"/>
              <a:gd name="connsiteY40" fmla="*/ 470 h 2263842"/>
              <a:gd name="connsiteX41" fmla="*/ 699128 w 1857234"/>
              <a:gd name="connsiteY41" fmla="*/ 38246 h 2263842"/>
              <a:gd name="connsiteX0" fmla="*/ 699128 w 1857234"/>
              <a:gd name="connsiteY0" fmla="*/ 38246 h 2263842"/>
              <a:gd name="connsiteX1" fmla="*/ 530853 w 1857234"/>
              <a:gd name="connsiteY1" fmla="*/ 109476 h 2263842"/>
              <a:gd name="connsiteX2" fmla="*/ 359403 w 1857234"/>
              <a:gd name="connsiteY2" fmla="*/ 226951 h 2263842"/>
              <a:gd name="connsiteX3" fmla="*/ 194303 w 1857234"/>
              <a:gd name="connsiteY3" fmla="*/ 500001 h 2263842"/>
              <a:gd name="connsiteX4" fmla="*/ 143503 w 1857234"/>
              <a:gd name="connsiteY4" fmla="*/ 690502 h 2263842"/>
              <a:gd name="connsiteX5" fmla="*/ 143503 w 1857234"/>
              <a:gd name="connsiteY5" fmla="*/ 1058801 h 2263842"/>
              <a:gd name="connsiteX6" fmla="*/ 144562 w 1857234"/>
              <a:gd name="connsiteY6" fmla="*/ 1196386 h 2263842"/>
              <a:gd name="connsiteX7" fmla="*/ 92704 w 1857234"/>
              <a:gd name="connsiteY7" fmla="*/ 1145586 h 2263842"/>
              <a:gd name="connsiteX8" fmla="*/ 13329 w 1857234"/>
              <a:gd name="connsiteY8" fmla="*/ 1150878 h 2263842"/>
              <a:gd name="connsiteX9" fmla="*/ 1687 w 1857234"/>
              <a:gd name="connsiteY9" fmla="*/ 1262003 h 2263842"/>
              <a:gd name="connsiteX10" fmla="*/ 31320 w 1857234"/>
              <a:gd name="connsiteY10" fmla="*/ 1405937 h 2263842"/>
              <a:gd name="connsiteX11" fmla="*/ 99053 w 1857234"/>
              <a:gd name="connsiteY11" fmla="*/ 1511770 h 2263842"/>
              <a:gd name="connsiteX12" fmla="*/ 149853 w 1857234"/>
              <a:gd name="connsiteY12" fmla="*/ 1609136 h 2263842"/>
              <a:gd name="connsiteX13" fmla="*/ 213353 w 1857234"/>
              <a:gd name="connsiteY13" fmla="*/ 1626070 h 2263842"/>
              <a:gd name="connsiteX14" fmla="*/ 221820 w 1857234"/>
              <a:gd name="connsiteY14" fmla="*/ 1566803 h 2263842"/>
              <a:gd name="connsiteX15" fmla="*/ 221820 w 1857234"/>
              <a:gd name="connsiteY15" fmla="*/ 1532936 h 2263842"/>
              <a:gd name="connsiteX16" fmla="*/ 301968 w 1857234"/>
              <a:gd name="connsiteY16" fmla="*/ 1803314 h 2263842"/>
              <a:gd name="connsiteX17" fmla="*/ 443372 w 1857234"/>
              <a:gd name="connsiteY17" fmla="*/ 1961314 h 2263842"/>
              <a:gd name="connsiteX18" fmla="*/ 647608 w 1857234"/>
              <a:gd name="connsiteY18" fmla="*/ 2138936 h 2263842"/>
              <a:gd name="connsiteX19" fmla="*/ 812665 w 1857234"/>
              <a:gd name="connsiteY19" fmla="*/ 2239951 h 2263842"/>
              <a:gd name="connsiteX20" fmla="*/ 1131834 w 1857234"/>
              <a:gd name="connsiteY20" fmla="*/ 2260402 h 2263842"/>
              <a:gd name="connsiteX21" fmla="*/ 1252319 w 1857234"/>
              <a:gd name="connsiteY21" fmla="*/ 2186134 h 2263842"/>
              <a:gd name="connsiteX22" fmla="*/ 1377459 w 1857234"/>
              <a:gd name="connsiteY22" fmla="*/ 2070198 h 2263842"/>
              <a:gd name="connsiteX23" fmla="*/ 1538954 w 1857234"/>
              <a:gd name="connsiteY23" fmla="*/ 1904583 h 2263842"/>
              <a:gd name="connsiteX24" fmla="*/ 1649165 w 1857234"/>
              <a:gd name="connsiteY24" fmla="*/ 1767412 h 2263842"/>
              <a:gd name="connsiteX25" fmla="*/ 1667781 w 1857234"/>
              <a:gd name="connsiteY25" fmla="*/ 1594101 h 2263842"/>
              <a:gd name="connsiteX26" fmla="*/ 1678087 w 1857234"/>
              <a:gd name="connsiteY26" fmla="*/ 1484588 h 2263842"/>
              <a:gd name="connsiteX27" fmla="*/ 1737353 w 1857234"/>
              <a:gd name="connsiteY27" fmla="*/ 1549870 h 2263842"/>
              <a:gd name="connsiteX28" fmla="*/ 1788153 w 1857234"/>
              <a:gd name="connsiteY28" fmla="*/ 1524470 h 2263842"/>
              <a:gd name="connsiteX29" fmla="*/ 1810167 w 1857234"/>
              <a:gd name="connsiteY29" fmla="*/ 1405936 h 2263842"/>
              <a:gd name="connsiteX30" fmla="*/ 1849113 w 1857234"/>
              <a:gd name="connsiteY30" fmla="*/ 1309416 h 2263842"/>
              <a:gd name="connsiteX31" fmla="*/ 1855887 w 1857234"/>
              <a:gd name="connsiteY31" fmla="*/ 1211203 h 2263842"/>
              <a:gd name="connsiteX32" fmla="*/ 1830487 w 1857234"/>
              <a:gd name="connsiteY32" fmla="*/ 1092670 h 2263842"/>
              <a:gd name="connsiteX33" fmla="*/ 1754287 w 1857234"/>
              <a:gd name="connsiteY33" fmla="*/ 1118070 h 2263842"/>
              <a:gd name="connsiteX34" fmla="*/ 1720420 w 1857234"/>
              <a:gd name="connsiteY34" fmla="*/ 1164636 h 2263842"/>
              <a:gd name="connsiteX35" fmla="*/ 1686553 w 1857234"/>
              <a:gd name="connsiteY35" fmla="*/ 1236603 h 2263842"/>
              <a:gd name="connsiteX36" fmla="*/ 1703487 w 1857234"/>
              <a:gd name="connsiteY36" fmla="*/ 830203 h 2263842"/>
              <a:gd name="connsiteX37" fmla="*/ 1669620 w 1857234"/>
              <a:gd name="connsiteY37" fmla="*/ 505083 h 2263842"/>
              <a:gd name="connsiteX38" fmla="*/ 1474887 w 1857234"/>
              <a:gd name="connsiteY38" fmla="*/ 186736 h 2263842"/>
              <a:gd name="connsiteX39" fmla="*/ 1264278 w 1857234"/>
              <a:gd name="connsiteY39" fmla="*/ 62925 h 2263842"/>
              <a:gd name="connsiteX40" fmla="*/ 907620 w 1857234"/>
              <a:gd name="connsiteY40" fmla="*/ 470 h 2263842"/>
              <a:gd name="connsiteX41" fmla="*/ 699128 w 1857234"/>
              <a:gd name="connsiteY41" fmla="*/ 38246 h 2263842"/>
              <a:gd name="connsiteX0" fmla="*/ 699128 w 1857234"/>
              <a:gd name="connsiteY0" fmla="*/ 38246 h 2261482"/>
              <a:gd name="connsiteX1" fmla="*/ 530853 w 1857234"/>
              <a:gd name="connsiteY1" fmla="*/ 109476 h 2261482"/>
              <a:gd name="connsiteX2" fmla="*/ 359403 w 1857234"/>
              <a:gd name="connsiteY2" fmla="*/ 226951 h 2261482"/>
              <a:gd name="connsiteX3" fmla="*/ 194303 w 1857234"/>
              <a:gd name="connsiteY3" fmla="*/ 500001 h 2261482"/>
              <a:gd name="connsiteX4" fmla="*/ 143503 w 1857234"/>
              <a:gd name="connsiteY4" fmla="*/ 690502 h 2261482"/>
              <a:gd name="connsiteX5" fmla="*/ 143503 w 1857234"/>
              <a:gd name="connsiteY5" fmla="*/ 1058801 h 2261482"/>
              <a:gd name="connsiteX6" fmla="*/ 144562 w 1857234"/>
              <a:gd name="connsiteY6" fmla="*/ 1196386 h 2261482"/>
              <a:gd name="connsiteX7" fmla="*/ 92704 w 1857234"/>
              <a:gd name="connsiteY7" fmla="*/ 1145586 h 2261482"/>
              <a:gd name="connsiteX8" fmla="*/ 13329 w 1857234"/>
              <a:gd name="connsiteY8" fmla="*/ 1150878 h 2261482"/>
              <a:gd name="connsiteX9" fmla="*/ 1687 w 1857234"/>
              <a:gd name="connsiteY9" fmla="*/ 1262003 h 2261482"/>
              <a:gd name="connsiteX10" fmla="*/ 31320 w 1857234"/>
              <a:gd name="connsiteY10" fmla="*/ 1405937 h 2261482"/>
              <a:gd name="connsiteX11" fmla="*/ 99053 w 1857234"/>
              <a:gd name="connsiteY11" fmla="*/ 1511770 h 2261482"/>
              <a:gd name="connsiteX12" fmla="*/ 149853 w 1857234"/>
              <a:gd name="connsiteY12" fmla="*/ 1609136 h 2261482"/>
              <a:gd name="connsiteX13" fmla="*/ 213353 w 1857234"/>
              <a:gd name="connsiteY13" fmla="*/ 1626070 h 2261482"/>
              <a:gd name="connsiteX14" fmla="*/ 221820 w 1857234"/>
              <a:gd name="connsiteY14" fmla="*/ 1566803 h 2261482"/>
              <a:gd name="connsiteX15" fmla="*/ 221820 w 1857234"/>
              <a:gd name="connsiteY15" fmla="*/ 1532936 h 2261482"/>
              <a:gd name="connsiteX16" fmla="*/ 301968 w 1857234"/>
              <a:gd name="connsiteY16" fmla="*/ 1803314 h 2261482"/>
              <a:gd name="connsiteX17" fmla="*/ 443372 w 1857234"/>
              <a:gd name="connsiteY17" fmla="*/ 1961314 h 2261482"/>
              <a:gd name="connsiteX18" fmla="*/ 647608 w 1857234"/>
              <a:gd name="connsiteY18" fmla="*/ 2138936 h 2261482"/>
              <a:gd name="connsiteX19" fmla="*/ 812665 w 1857234"/>
              <a:gd name="connsiteY19" fmla="*/ 2239951 h 2261482"/>
              <a:gd name="connsiteX20" fmla="*/ 1095287 w 1857234"/>
              <a:gd name="connsiteY20" fmla="*/ 2257597 h 2261482"/>
              <a:gd name="connsiteX21" fmla="*/ 1252319 w 1857234"/>
              <a:gd name="connsiteY21" fmla="*/ 2186134 h 2261482"/>
              <a:gd name="connsiteX22" fmla="*/ 1377459 w 1857234"/>
              <a:gd name="connsiteY22" fmla="*/ 2070198 h 2261482"/>
              <a:gd name="connsiteX23" fmla="*/ 1538954 w 1857234"/>
              <a:gd name="connsiteY23" fmla="*/ 1904583 h 2261482"/>
              <a:gd name="connsiteX24" fmla="*/ 1649165 w 1857234"/>
              <a:gd name="connsiteY24" fmla="*/ 1767412 h 2261482"/>
              <a:gd name="connsiteX25" fmla="*/ 1667781 w 1857234"/>
              <a:gd name="connsiteY25" fmla="*/ 1594101 h 2261482"/>
              <a:gd name="connsiteX26" fmla="*/ 1678087 w 1857234"/>
              <a:gd name="connsiteY26" fmla="*/ 1484588 h 2261482"/>
              <a:gd name="connsiteX27" fmla="*/ 1737353 w 1857234"/>
              <a:gd name="connsiteY27" fmla="*/ 1549870 h 2261482"/>
              <a:gd name="connsiteX28" fmla="*/ 1788153 w 1857234"/>
              <a:gd name="connsiteY28" fmla="*/ 1524470 h 2261482"/>
              <a:gd name="connsiteX29" fmla="*/ 1810167 w 1857234"/>
              <a:gd name="connsiteY29" fmla="*/ 1405936 h 2261482"/>
              <a:gd name="connsiteX30" fmla="*/ 1849113 w 1857234"/>
              <a:gd name="connsiteY30" fmla="*/ 1309416 h 2261482"/>
              <a:gd name="connsiteX31" fmla="*/ 1855887 w 1857234"/>
              <a:gd name="connsiteY31" fmla="*/ 1211203 h 2261482"/>
              <a:gd name="connsiteX32" fmla="*/ 1830487 w 1857234"/>
              <a:gd name="connsiteY32" fmla="*/ 1092670 h 2261482"/>
              <a:gd name="connsiteX33" fmla="*/ 1754287 w 1857234"/>
              <a:gd name="connsiteY33" fmla="*/ 1118070 h 2261482"/>
              <a:gd name="connsiteX34" fmla="*/ 1720420 w 1857234"/>
              <a:gd name="connsiteY34" fmla="*/ 1164636 h 2261482"/>
              <a:gd name="connsiteX35" fmla="*/ 1686553 w 1857234"/>
              <a:gd name="connsiteY35" fmla="*/ 1236603 h 2261482"/>
              <a:gd name="connsiteX36" fmla="*/ 1703487 w 1857234"/>
              <a:gd name="connsiteY36" fmla="*/ 830203 h 2261482"/>
              <a:gd name="connsiteX37" fmla="*/ 1669620 w 1857234"/>
              <a:gd name="connsiteY37" fmla="*/ 505083 h 2261482"/>
              <a:gd name="connsiteX38" fmla="*/ 1474887 w 1857234"/>
              <a:gd name="connsiteY38" fmla="*/ 186736 h 2261482"/>
              <a:gd name="connsiteX39" fmla="*/ 1264278 w 1857234"/>
              <a:gd name="connsiteY39" fmla="*/ 62925 h 2261482"/>
              <a:gd name="connsiteX40" fmla="*/ 907620 w 1857234"/>
              <a:gd name="connsiteY40" fmla="*/ 470 h 2261482"/>
              <a:gd name="connsiteX41" fmla="*/ 699128 w 1857234"/>
              <a:gd name="connsiteY41" fmla="*/ 38246 h 2261482"/>
              <a:gd name="connsiteX0" fmla="*/ 699128 w 1857234"/>
              <a:gd name="connsiteY0" fmla="*/ 38246 h 2262304"/>
              <a:gd name="connsiteX1" fmla="*/ 530853 w 1857234"/>
              <a:gd name="connsiteY1" fmla="*/ 109476 h 2262304"/>
              <a:gd name="connsiteX2" fmla="*/ 359403 w 1857234"/>
              <a:gd name="connsiteY2" fmla="*/ 226951 h 2262304"/>
              <a:gd name="connsiteX3" fmla="*/ 194303 w 1857234"/>
              <a:gd name="connsiteY3" fmla="*/ 500001 h 2262304"/>
              <a:gd name="connsiteX4" fmla="*/ 143503 w 1857234"/>
              <a:gd name="connsiteY4" fmla="*/ 690502 h 2262304"/>
              <a:gd name="connsiteX5" fmla="*/ 143503 w 1857234"/>
              <a:gd name="connsiteY5" fmla="*/ 1058801 h 2262304"/>
              <a:gd name="connsiteX6" fmla="*/ 144562 w 1857234"/>
              <a:gd name="connsiteY6" fmla="*/ 1196386 h 2262304"/>
              <a:gd name="connsiteX7" fmla="*/ 92704 w 1857234"/>
              <a:gd name="connsiteY7" fmla="*/ 1145586 h 2262304"/>
              <a:gd name="connsiteX8" fmla="*/ 13329 w 1857234"/>
              <a:gd name="connsiteY8" fmla="*/ 1150878 h 2262304"/>
              <a:gd name="connsiteX9" fmla="*/ 1687 w 1857234"/>
              <a:gd name="connsiteY9" fmla="*/ 1262003 h 2262304"/>
              <a:gd name="connsiteX10" fmla="*/ 31320 w 1857234"/>
              <a:gd name="connsiteY10" fmla="*/ 1405937 h 2262304"/>
              <a:gd name="connsiteX11" fmla="*/ 99053 w 1857234"/>
              <a:gd name="connsiteY11" fmla="*/ 1511770 h 2262304"/>
              <a:gd name="connsiteX12" fmla="*/ 149853 w 1857234"/>
              <a:gd name="connsiteY12" fmla="*/ 1609136 h 2262304"/>
              <a:gd name="connsiteX13" fmla="*/ 213353 w 1857234"/>
              <a:gd name="connsiteY13" fmla="*/ 1626070 h 2262304"/>
              <a:gd name="connsiteX14" fmla="*/ 221820 w 1857234"/>
              <a:gd name="connsiteY14" fmla="*/ 1566803 h 2262304"/>
              <a:gd name="connsiteX15" fmla="*/ 221820 w 1857234"/>
              <a:gd name="connsiteY15" fmla="*/ 1532936 h 2262304"/>
              <a:gd name="connsiteX16" fmla="*/ 301968 w 1857234"/>
              <a:gd name="connsiteY16" fmla="*/ 1803314 h 2262304"/>
              <a:gd name="connsiteX17" fmla="*/ 443372 w 1857234"/>
              <a:gd name="connsiteY17" fmla="*/ 1961314 h 2262304"/>
              <a:gd name="connsiteX18" fmla="*/ 647608 w 1857234"/>
              <a:gd name="connsiteY18" fmla="*/ 2138936 h 2262304"/>
              <a:gd name="connsiteX19" fmla="*/ 812665 w 1857234"/>
              <a:gd name="connsiteY19" fmla="*/ 2239951 h 2262304"/>
              <a:gd name="connsiteX20" fmla="*/ 1095287 w 1857234"/>
              <a:gd name="connsiteY20" fmla="*/ 2257597 h 2262304"/>
              <a:gd name="connsiteX21" fmla="*/ 1252319 w 1857234"/>
              <a:gd name="connsiteY21" fmla="*/ 2174916 h 2262304"/>
              <a:gd name="connsiteX22" fmla="*/ 1377459 w 1857234"/>
              <a:gd name="connsiteY22" fmla="*/ 2070198 h 2262304"/>
              <a:gd name="connsiteX23" fmla="*/ 1538954 w 1857234"/>
              <a:gd name="connsiteY23" fmla="*/ 1904583 h 2262304"/>
              <a:gd name="connsiteX24" fmla="*/ 1649165 w 1857234"/>
              <a:gd name="connsiteY24" fmla="*/ 1767412 h 2262304"/>
              <a:gd name="connsiteX25" fmla="*/ 1667781 w 1857234"/>
              <a:gd name="connsiteY25" fmla="*/ 1594101 h 2262304"/>
              <a:gd name="connsiteX26" fmla="*/ 1678087 w 1857234"/>
              <a:gd name="connsiteY26" fmla="*/ 1484588 h 2262304"/>
              <a:gd name="connsiteX27" fmla="*/ 1737353 w 1857234"/>
              <a:gd name="connsiteY27" fmla="*/ 1549870 h 2262304"/>
              <a:gd name="connsiteX28" fmla="*/ 1788153 w 1857234"/>
              <a:gd name="connsiteY28" fmla="*/ 1524470 h 2262304"/>
              <a:gd name="connsiteX29" fmla="*/ 1810167 w 1857234"/>
              <a:gd name="connsiteY29" fmla="*/ 1405936 h 2262304"/>
              <a:gd name="connsiteX30" fmla="*/ 1849113 w 1857234"/>
              <a:gd name="connsiteY30" fmla="*/ 1309416 h 2262304"/>
              <a:gd name="connsiteX31" fmla="*/ 1855887 w 1857234"/>
              <a:gd name="connsiteY31" fmla="*/ 1211203 h 2262304"/>
              <a:gd name="connsiteX32" fmla="*/ 1830487 w 1857234"/>
              <a:gd name="connsiteY32" fmla="*/ 1092670 h 2262304"/>
              <a:gd name="connsiteX33" fmla="*/ 1754287 w 1857234"/>
              <a:gd name="connsiteY33" fmla="*/ 1118070 h 2262304"/>
              <a:gd name="connsiteX34" fmla="*/ 1720420 w 1857234"/>
              <a:gd name="connsiteY34" fmla="*/ 1164636 h 2262304"/>
              <a:gd name="connsiteX35" fmla="*/ 1686553 w 1857234"/>
              <a:gd name="connsiteY35" fmla="*/ 1236603 h 2262304"/>
              <a:gd name="connsiteX36" fmla="*/ 1703487 w 1857234"/>
              <a:gd name="connsiteY36" fmla="*/ 830203 h 2262304"/>
              <a:gd name="connsiteX37" fmla="*/ 1669620 w 1857234"/>
              <a:gd name="connsiteY37" fmla="*/ 505083 h 2262304"/>
              <a:gd name="connsiteX38" fmla="*/ 1474887 w 1857234"/>
              <a:gd name="connsiteY38" fmla="*/ 186736 h 2262304"/>
              <a:gd name="connsiteX39" fmla="*/ 1264278 w 1857234"/>
              <a:gd name="connsiteY39" fmla="*/ 62925 h 2262304"/>
              <a:gd name="connsiteX40" fmla="*/ 907620 w 1857234"/>
              <a:gd name="connsiteY40" fmla="*/ 470 h 2262304"/>
              <a:gd name="connsiteX41" fmla="*/ 699128 w 1857234"/>
              <a:gd name="connsiteY41" fmla="*/ 38246 h 2262304"/>
              <a:gd name="connsiteX0" fmla="*/ 699128 w 1857234"/>
              <a:gd name="connsiteY0" fmla="*/ 38246 h 2249517"/>
              <a:gd name="connsiteX1" fmla="*/ 530853 w 1857234"/>
              <a:gd name="connsiteY1" fmla="*/ 109476 h 2249517"/>
              <a:gd name="connsiteX2" fmla="*/ 359403 w 1857234"/>
              <a:gd name="connsiteY2" fmla="*/ 226951 h 2249517"/>
              <a:gd name="connsiteX3" fmla="*/ 194303 w 1857234"/>
              <a:gd name="connsiteY3" fmla="*/ 500001 h 2249517"/>
              <a:gd name="connsiteX4" fmla="*/ 143503 w 1857234"/>
              <a:gd name="connsiteY4" fmla="*/ 690502 h 2249517"/>
              <a:gd name="connsiteX5" fmla="*/ 143503 w 1857234"/>
              <a:gd name="connsiteY5" fmla="*/ 1058801 h 2249517"/>
              <a:gd name="connsiteX6" fmla="*/ 144562 w 1857234"/>
              <a:gd name="connsiteY6" fmla="*/ 1196386 h 2249517"/>
              <a:gd name="connsiteX7" fmla="*/ 92704 w 1857234"/>
              <a:gd name="connsiteY7" fmla="*/ 1145586 h 2249517"/>
              <a:gd name="connsiteX8" fmla="*/ 13329 w 1857234"/>
              <a:gd name="connsiteY8" fmla="*/ 1150878 h 2249517"/>
              <a:gd name="connsiteX9" fmla="*/ 1687 w 1857234"/>
              <a:gd name="connsiteY9" fmla="*/ 1262003 h 2249517"/>
              <a:gd name="connsiteX10" fmla="*/ 31320 w 1857234"/>
              <a:gd name="connsiteY10" fmla="*/ 1405937 h 2249517"/>
              <a:gd name="connsiteX11" fmla="*/ 99053 w 1857234"/>
              <a:gd name="connsiteY11" fmla="*/ 1511770 h 2249517"/>
              <a:gd name="connsiteX12" fmla="*/ 149853 w 1857234"/>
              <a:gd name="connsiteY12" fmla="*/ 1609136 h 2249517"/>
              <a:gd name="connsiteX13" fmla="*/ 213353 w 1857234"/>
              <a:gd name="connsiteY13" fmla="*/ 1626070 h 2249517"/>
              <a:gd name="connsiteX14" fmla="*/ 221820 w 1857234"/>
              <a:gd name="connsiteY14" fmla="*/ 1566803 h 2249517"/>
              <a:gd name="connsiteX15" fmla="*/ 221820 w 1857234"/>
              <a:gd name="connsiteY15" fmla="*/ 1532936 h 2249517"/>
              <a:gd name="connsiteX16" fmla="*/ 301968 w 1857234"/>
              <a:gd name="connsiteY16" fmla="*/ 1803314 h 2249517"/>
              <a:gd name="connsiteX17" fmla="*/ 443372 w 1857234"/>
              <a:gd name="connsiteY17" fmla="*/ 1961314 h 2249517"/>
              <a:gd name="connsiteX18" fmla="*/ 647608 w 1857234"/>
              <a:gd name="connsiteY18" fmla="*/ 2138936 h 2249517"/>
              <a:gd name="connsiteX19" fmla="*/ 812665 w 1857234"/>
              <a:gd name="connsiteY19" fmla="*/ 2239951 h 2249517"/>
              <a:gd name="connsiteX20" fmla="*/ 1112155 w 1857234"/>
              <a:gd name="connsiteY20" fmla="*/ 2237965 h 2249517"/>
              <a:gd name="connsiteX21" fmla="*/ 1252319 w 1857234"/>
              <a:gd name="connsiteY21" fmla="*/ 2174916 h 2249517"/>
              <a:gd name="connsiteX22" fmla="*/ 1377459 w 1857234"/>
              <a:gd name="connsiteY22" fmla="*/ 2070198 h 2249517"/>
              <a:gd name="connsiteX23" fmla="*/ 1538954 w 1857234"/>
              <a:gd name="connsiteY23" fmla="*/ 1904583 h 2249517"/>
              <a:gd name="connsiteX24" fmla="*/ 1649165 w 1857234"/>
              <a:gd name="connsiteY24" fmla="*/ 1767412 h 2249517"/>
              <a:gd name="connsiteX25" fmla="*/ 1667781 w 1857234"/>
              <a:gd name="connsiteY25" fmla="*/ 1594101 h 2249517"/>
              <a:gd name="connsiteX26" fmla="*/ 1678087 w 1857234"/>
              <a:gd name="connsiteY26" fmla="*/ 1484588 h 2249517"/>
              <a:gd name="connsiteX27" fmla="*/ 1737353 w 1857234"/>
              <a:gd name="connsiteY27" fmla="*/ 1549870 h 2249517"/>
              <a:gd name="connsiteX28" fmla="*/ 1788153 w 1857234"/>
              <a:gd name="connsiteY28" fmla="*/ 1524470 h 2249517"/>
              <a:gd name="connsiteX29" fmla="*/ 1810167 w 1857234"/>
              <a:gd name="connsiteY29" fmla="*/ 1405936 h 2249517"/>
              <a:gd name="connsiteX30" fmla="*/ 1849113 w 1857234"/>
              <a:gd name="connsiteY30" fmla="*/ 1309416 h 2249517"/>
              <a:gd name="connsiteX31" fmla="*/ 1855887 w 1857234"/>
              <a:gd name="connsiteY31" fmla="*/ 1211203 h 2249517"/>
              <a:gd name="connsiteX32" fmla="*/ 1830487 w 1857234"/>
              <a:gd name="connsiteY32" fmla="*/ 1092670 h 2249517"/>
              <a:gd name="connsiteX33" fmla="*/ 1754287 w 1857234"/>
              <a:gd name="connsiteY33" fmla="*/ 1118070 h 2249517"/>
              <a:gd name="connsiteX34" fmla="*/ 1720420 w 1857234"/>
              <a:gd name="connsiteY34" fmla="*/ 1164636 h 2249517"/>
              <a:gd name="connsiteX35" fmla="*/ 1686553 w 1857234"/>
              <a:gd name="connsiteY35" fmla="*/ 1236603 h 2249517"/>
              <a:gd name="connsiteX36" fmla="*/ 1703487 w 1857234"/>
              <a:gd name="connsiteY36" fmla="*/ 830203 h 2249517"/>
              <a:gd name="connsiteX37" fmla="*/ 1669620 w 1857234"/>
              <a:gd name="connsiteY37" fmla="*/ 505083 h 2249517"/>
              <a:gd name="connsiteX38" fmla="*/ 1474887 w 1857234"/>
              <a:gd name="connsiteY38" fmla="*/ 186736 h 2249517"/>
              <a:gd name="connsiteX39" fmla="*/ 1264278 w 1857234"/>
              <a:gd name="connsiteY39" fmla="*/ 62925 h 2249517"/>
              <a:gd name="connsiteX40" fmla="*/ 907620 w 1857234"/>
              <a:gd name="connsiteY40" fmla="*/ 470 h 2249517"/>
              <a:gd name="connsiteX41" fmla="*/ 699128 w 1857234"/>
              <a:gd name="connsiteY41" fmla="*/ 38246 h 2249517"/>
              <a:gd name="connsiteX0" fmla="*/ 699128 w 1857234"/>
              <a:gd name="connsiteY0" fmla="*/ 38246 h 2249517"/>
              <a:gd name="connsiteX1" fmla="*/ 530853 w 1857234"/>
              <a:gd name="connsiteY1" fmla="*/ 109476 h 2249517"/>
              <a:gd name="connsiteX2" fmla="*/ 359403 w 1857234"/>
              <a:gd name="connsiteY2" fmla="*/ 226951 h 2249517"/>
              <a:gd name="connsiteX3" fmla="*/ 194303 w 1857234"/>
              <a:gd name="connsiteY3" fmla="*/ 500001 h 2249517"/>
              <a:gd name="connsiteX4" fmla="*/ 143503 w 1857234"/>
              <a:gd name="connsiteY4" fmla="*/ 690502 h 2249517"/>
              <a:gd name="connsiteX5" fmla="*/ 143503 w 1857234"/>
              <a:gd name="connsiteY5" fmla="*/ 1058801 h 2249517"/>
              <a:gd name="connsiteX6" fmla="*/ 144562 w 1857234"/>
              <a:gd name="connsiteY6" fmla="*/ 1196386 h 2249517"/>
              <a:gd name="connsiteX7" fmla="*/ 92704 w 1857234"/>
              <a:gd name="connsiteY7" fmla="*/ 1145586 h 2249517"/>
              <a:gd name="connsiteX8" fmla="*/ 13329 w 1857234"/>
              <a:gd name="connsiteY8" fmla="*/ 1150878 h 2249517"/>
              <a:gd name="connsiteX9" fmla="*/ 1687 w 1857234"/>
              <a:gd name="connsiteY9" fmla="*/ 1262003 h 2249517"/>
              <a:gd name="connsiteX10" fmla="*/ 31320 w 1857234"/>
              <a:gd name="connsiteY10" fmla="*/ 1405937 h 2249517"/>
              <a:gd name="connsiteX11" fmla="*/ 99053 w 1857234"/>
              <a:gd name="connsiteY11" fmla="*/ 1511770 h 2249517"/>
              <a:gd name="connsiteX12" fmla="*/ 149853 w 1857234"/>
              <a:gd name="connsiteY12" fmla="*/ 1609136 h 2249517"/>
              <a:gd name="connsiteX13" fmla="*/ 213353 w 1857234"/>
              <a:gd name="connsiteY13" fmla="*/ 1626070 h 2249517"/>
              <a:gd name="connsiteX14" fmla="*/ 221820 w 1857234"/>
              <a:gd name="connsiteY14" fmla="*/ 1566803 h 2249517"/>
              <a:gd name="connsiteX15" fmla="*/ 221820 w 1857234"/>
              <a:gd name="connsiteY15" fmla="*/ 1532936 h 2249517"/>
              <a:gd name="connsiteX16" fmla="*/ 301968 w 1857234"/>
              <a:gd name="connsiteY16" fmla="*/ 1803314 h 2249517"/>
              <a:gd name="connsiteX17" fmla="*/ 443372 w 1857234"/>
              <a:gd name="connsiteY17" fmla="*/ 1961314 h 2249517"/>
              <a:gd name="connsiteX18" fmla="*/ 647608 w 1857234"/>
              <a:gd name="connsiteY18" fmla="*/ 2138936 h 2249517"/>
              <a:gd name="connsiteX19" fmla="*/ 812665 w 1857234"/>
              <a:gd name="connsiteY19" fmla="*/ 2239951 h 2249517"/>
              <a:gd name="connsiteX20" fmla="*/ 1112155 w 1857234"/>
              <a:gd name="connsiteY20" fmla="*/ 2237965 h 2249517"/>
              <a:gd name="connsiteX21" fmla="*/ 1252319 w 1857234"/>
              <a:gd name="connsiteY21" fmla="*/ 2174916 h 2249517"/>
              <a:gd name="connsiteX22" fmla="*/ 1377459 w 1857234"/>
              <a:gd name="connsiteY22" fmla="*/ 2070198 h 2249517"/>
              <a:gd name="connsiteX23" fmla="*/ 1538954 w 1857234"/>
              <a:gd name="connsiteY23" fmla="*/ 1904583 h 2249517"/>
              <a:gd name="connsiteX24" fmla="*/ 1649165 w 1857234"/>
              <a:gd name="connsiteY24" fmla="*/ 1767412 h 2249517"/>
              <a:gd name="connsiteX25" fmla="*/ 1667781 w 1857234"/>
              <a:gd name="connsiteY25" fmla="*/ 1594101 h 2249517"/>
              <a:gd name="connsiteX26" fmla="*/ 1678087 w 1857234"/>
              <a:gd name="connsiteY26" fmla="*/ 1484588 h 2249517"/>
              <a:gd name="connsiteX27" fmla="*/ 1737353 w 1857234"/>
              <a:gd name="connsiteY27" fmla="*/ 1549870 h 2249517"/>
              <a:gd name="connsiteX28" fmla="*/ 1788153 w 1857234"/>
              <a:gd name="connsiteY28" fmla="*/ 1524470 h 2249517"/>
              <a:gd name="connsiteX29" fmla="*/ 1810167 w 1857234"/>
              <a:gd name="connsiteY29" fmla="*/ 1405936 h 2249517"/>
              <a:gd name="connsiteX30" fmla="*/ 1849113 w 1857234"/>
              <a:gd name="connsiteY30" fmla="*/ 1309416 h 2249517"/>
              <a:gd name="connsiteX31" fmla="*/ 1855887 w 1857234"/>
              <a:gd name="connsiteY31" fmla="*/ 1211203 h 2249517"/>
              <a:gd name="connsiteX32" fmla="*/ 1830487 w 1857234"/>
              <a:gd name="connsiteY32" fmla="*/ 1092670 h 2249517"/>
              <a:gd name="connsiteX33" fmla="*/ 1754287 w 1857234"/>
              <a:gd name="connsiteY33" fmla="*/ 1118070 h 2249517"/>
              <a:gd name="connsiteX34" fmla="*/ 1720420 w 1857234"/>
              <a:gd name="connsiteY34" fmla="*/ 1164636 h 2249517"/>
              <a:gd name="connsiteX35" fmla="*/ 1686553 w 1857234"/>
              <a:gd name="connsiteY35" fmla="*/ 1236603 h 2249517"/>
              <a:gd name="connsiteX36" fmla="*/ 1703487 w 1857234"/>
              <a:gd name="connsiteY36" fmla="*/ 830203 h 2249517"/>
              <a:gd name="connsiteX37" fmla="*/ 1669620 w 1857234"/>
              <a:gd name="connsiteY37" fmla="*/ 505083 h 2249517"/>
              <a:gd name="connsiteX38" fmla="*/ 1474887 w 1857234"/>
              <a:gd name="connsiteY38" fmla="*/ 186736 h 2249517"/>
              <a:gd name="connsiteX39" fmla="*/ 1264278 w 1857234"/>
              <a:gd name="connsiteY39" fmla="*/ 62925 h 2249517"/>
              <a:gd name="connsiteX40" fmla="*/ 907620 w 1857234"/>
              <a:gd name="connsiteY40" fmla="*/ 470 h 2249517"/>
              <a:gd name="connsiteX41" fmla="*/ 699128 w 1857234"/>
              <a:gd name="connsiteY41" fmla="*/ 38246 h 2249517"/>
              <a:gd name="connsiteX0" fmla="*/ 699128 w 1857234"/>
              <a:gd name="connsiteY0" fmla="*/ 38246 h 2250445"/>
              <a:gd name="connsiteX1" fmla="*/ 530853 w 1857234"/>
              <a:gd name="connsiteY1" fmla="*/ 109476 h 2250445"/>
              <a:gd name="connsiteX2" fmla="*/ 359403 w 1857234"/>
              <a:gd name="connsiteY2" fmla="*/ 226951 h 2250445"/>
              <a:gd name="connsiteX3" fmla="*/ 194303 w 1857234"/>
              <a:gd name="connsiteY3" fmla="*/ 500001 h 2250445"/>
              <a:gd name="connsiteX4" fmla="*/ 143503 w 1857234"/>
              <a:gd name="connsiteY4" fmla="*/ 690502 h 2250445"/>
              <a:gd name="connsiteX5" fmla="*/ 143503 w 1857234"/>
              <a:gd name="connsiteY5" fmla="*/ 1058801 h 2250445"/>
              <a:gd name="connsiteX6" fmla="*/ 144562 w 1857234"/>
              <a:gd name="connsiteY6" fmla="*/ 1196386 h 2250445"/>
              <a:gd name="connsiteX7" fmla="*/ 92704 w 1857234"/>
              <a:gd name="connsiteY7" fmla="*/ 1145586 h 2250445"/>
              <a:gd name="connsiteX8" fmla="*/ 13329 w 1857234"/>
              <a:gd name="connsiteY8" fmla="*/ 1150878 h 2250445"/>
              <a:gd name="connsiteX9" fmla="*/ 1687 w 1857234"/>
              <a:gd name="connsiteY9" fmla="*/ 1262003 h 2250445"/>
              <a:gd name="connsiteX10" fmla="*/ 31320 w 1857234"/>
              <a:gd name="connsiteY10" fmla="*/ 1405937 h 2250445"/>
              <a:gd name="connsiteX11" fmla="*/ 99053 w 1857234"/>
              <a:gd name="connsiteY11" fmla="*/ 1511770 h 2250445"/>
              <a:gd name="connsiteX12" fmla="*/ 149853 w 1857234"/>
              <a:gd name="connsiteY12" fmla="*/ 1609136 h 2250445"/>
              <a:gd name="connsiteX13" fmla="*/ 213353 w 1857234"/>
              <a:gd name="connsiteY13" fmla="*/ 1626070 h 2250445"/>
              <a:gd name="connsiteX14" fmla="*/ 221820 w 1857234"/>
              <a:gd name="connsiteY14" fmla="*/ 1566803 h 2250445"/>
              <a:gd name="connsiteX15" fmla="*/ 221820 w 1857234"/>
              <a:gd name="connsiteY15" fmla="*/ 1532936 h 2250445"/>
              <a:gd name="connsiteX16" fmla="*/ 301968 w 1857234"/>
              <a:gd name="connsiteY16" fmla="*/ 1803314 h 2250445"/>
              <a:gd name="connsiteX17" fmla="*/ 443372 w 1857234"/>
              <a:gd name="connsiteY17" fmla="*/ 1961314 h 2250445"/>
              <a:gd name="connsiteX18" fmla="*/ 647608 w 1857234"/>
              <a:gd name="connsiteY18" fmla="*/ 2138936 h 2250445"/>
              <a:gd name="connsiteX19" fmla="*/ 812665 w 1857234"/>
              <a:gd name="connsiteY19" fmla="*/ 2239951 h 2250445"/>
              <a:gd name="connsiteX20" fmla="*/ 864941 w 1857234"/>
              <a:gd name="connsiteY20" fmla="*/ 2247060 h 2250445"/>
              <a:gd name="connsiteX21" fmla="*/ 1112155 w 1857234"/>
              <a:gd name="connsiteY21" fmla="*/ 2237965 h 2250445"/>
              <a:gd name="connsiteX22" fmla="*/ 1252319 w 1857234"/>
              <a:gd name="connsiteY22" fmla="*/ 2174916 h 2250445"/>
              <a:gd name="connsiteX23" fmla="*/ 1377459 w 1857234"/>
              <a:gd name="connsiteY23" fmla="*/ 2070198 h 2250445"/>
              <a:gd name="connsiteX24" fmla="*/ 1538954 w 1857234"/>
              <a:gd name="connsiteY24" fmla="*/ 1904583 h 2250445"/>
              <a:gd name="connsiteX25" fmla="*/ 1649165 w 1857234"/>
              <a:gd name="connsiteY25" fmla="*/ 1767412 h 2250445"/>
              <a:gd name="connsiteX26" fmla="*/ 1667781 w 1857234"/>
              <a:gd name="connsiteY26" fmla="*/ 1594101 h 2250445"/>
              <a:gd name="connsiteX27" fmla="*/ 1678087 w 1857234"/>
              <a:gd name="connsiteY27" fmla="*/ 1484588 h 2250445"/>
              <a:gd name="connsiteX28" fmla="*/ 1737353 w 1857234"/>
              <a:gd name="connsiteY28" fmla="*/ 1549870 h 2250445"/>
              <a:gd name="connsiteX29" fmla="*/ 1788153 w 1857234"/>
              <a:gd name="connsiteY29" fmla="*/ 1524470 h 2250445"/>
              <a:gd name="connsiteX30" fmla="*/ 1810167 w 1857234"/>
              <a:gd name="connsiteY30" fmla="*/ 1405936 h 2250445"/>
              <a:gd name="connsiteX31" fmla="*/ 1849113 w 1857234"/>
              <a:gd name="connsiteY31" fmla="*/ 1309416 h 2250445"/>
              <a:gd name="connsiteX32" fmla="*/ 1855887 w 1857234"/>
              <a:gd name="connsiteY32" fmla="*/ 1211203 h 2250445"/>
              <a:gd name="connsiteX33" fmla="*/ 1830487 w 1857234"/>
              <a:gd name="connsiteY33" fmla="*/ 1092670 h 2250445"/>
              <a:gd name="connsiteX34" fmla="*/ 1754287 w 1857234"/>
              <a:gd name="connsiteY34" fmla="*/ 1118070 h 2250445"/>
              <a:gd name="connsiteX35" fmla="*/ 1720420 w 1857234"/>
              <a:gd name="connsiteY35" fmla="*/ 1164636 h 2250445"/>
              <a:gd name="connsiteX36" fmla="*/ 1686553 w 1857234"/>
              <a:gd name="connsiteY36" fmla="*/ 1236603 h 2250445"/>
              <a:gd name="connsiteX37" fmla="*/ 1703487 w 1857234"/>
              <a:gd name="connsiteY37" fmla="*/ 830203 h 2250445"/>
              <a:gd name="connsiteX38" fmla="*/ 1669620 w 1857234"/>
              <a:gd name="connsiteY38" fmla="*/ 505083 h 2250445"/>
              <a:gd name="connsiteX39" fmla="*/ 1474887 w 1857234"/>
              <a:gd name="connsiteY39" fmla="*/ 186736 h 2250445"/>
              <a:gd name="connsiteX40" fmla="*/ 1264278 w 1857234"/>
              <a:gd name="connsiteY40" fmla="*/ 62925 h 2250445"/>
              <a:gd name="connsiteX41" fmla="*/ 907620 w 1857234"/>
              <a:gd name="connsiteY41" fmla="*/ 470 h 2250445"/>
              <a:gd name="connsiteX42" fmla="*/ 699128 w 1857234"/>
              <a:gd name="connsiteY42" fmla="*/ 38246 h 2250445"/>
              <a:gd name="connsiteX0" fmla="*/ 699128 w 1857234"/>
              <a:gd name="connsiteY0" fmla="*/ 38246 h 2253795"/>
              <a:gd name="connsiteX1" fmla="*/ 530853 w 1857234"/>
              <a:gd name="connsiteY1" fmla="*/ 109476 h 2253795"/>
              <a:gd name="connsiteX2" fmla="*/ 359403 w 1857234"/>
              <a:gd name="connsiteY2" fmla="*/ 226951 h 2253795"/>
              <a:gd name="connsiteX3" fmla="*/ 194303 w 1857234"/>
              <a:gd name="connsiteY3" fmla="*/ 500001 h 2253795"/>
              <a:gd name="connsiteX4" fmla="*/ 143503 w 1857234"/>
              <a:gd name="connsiteY4" fmla="*/ 690502 h 2253795"/>
              <a:gd name="connsiteX5" fmla="*/ 143503 w 1857234"/>
              <a:gd name="connsiteY5" fmla="*/ 1058801 h 2253795"/>
              <a:gd name="connsiteX6" fmla="*/ 144562 w 1857234"/>
              <a:gd name="connsiteY6" fmla="*/ 1196386 h 2253795"/>
              <a:gd name="connsiteX7" fmla="*/ 92704 w 1857234"/>
              <a:gd name="connsiteY7" fmla="*/ 1145586 h 2253795"/>
              <a:gd name="connsiteX8" fmla="*/ 13329 w 1857234"/>
              <a:gd name="connsiteY8" fmla="*/ 1150878 h 2253795"/>
              <a:gd name="connsiteX9" fmla="*/ 1687 w 1857234"/>
              <a:gd name="connsiteY9" fmla="*/ 1262003 h 2253795"/>
              <a:gd name="connsiteX10" fmla="*/ 31320 w 1857234"/>
              <a:gd name="connsiteY10" fmla="*/ 1405937 h 2253795"/>
              <a:gd name="connsiteX11" fmla="*/ 99053 w 1857234"/>
              <a:gd name="connsiteY11" fmla="*/ 1511770 h 2253795"/>
              <a:gd name="connsiteX12" fmla="*/ 149853 w 1857234"/>
              <a:gd name="connsiteY12" fmla="*/ 1609136 h 2253795"/>
              <a:gd name="connsiteX13" fmla="*/ 213353 w 1857234"/>
              <a:gd name="connsiteY13" fmla="*/ 1626070 h 2253795"/>
              <a:gd name="connsiteX14" fmla="*/ 221820 w 1857234"/>
              <a:gd name="connsiteY14" fmla="*/ 1566803 h 2253795"/>
              <a:gd name="connsiteX15" fmla="*/ 221820 w 1857234"/>
              <a:gd name="connsiteY15" fmla="*/ 1532936 h 2253795"/>
              <a:gd name="connsiteX16" fmla="*/ 301968 w 1857234"/>
              <a:gd name="connsiteY16" fmla="*/ 1803314 h 2253795"/>
              <a:gd name="connsiteX17" fmla="*/ 443372 w 1857234"/>
              <a:gd name="connsiteY17" fmla="*/ 1961314 h 2253795"/>
              <a:gd name="connsiteX18" fmla="*/ 647608 w 1857234"/>
              <a:gd name="connsiteY18" fmla="*/ 2138936 h 2253795"/>
              <a:gd name="connsiteX19" fmla="*/ 812665 w 1857234"/>
              <a:gd name="connsiteY19" fmla="*/ 2239951 h 2253795"/>
              <a:gd name="connsiteX20" fmla="*/ 890243 w 1857234"/>
              <a:gd name="connsiteY20" fmla="*/ 2252669 h 2253795"/>
              <a:gd name="connsiteX21" fmla="*/ 1112155 w 1857234"/>
              <a:gd name="connsiteY21" fmla="*/ 2237965 h 2253795"/>
              <a:gd name="connsiteX22" fmla="*/ 1252319 w 1857234"/>
              <a:gd name="connsiteY22" fmla="*/ 2174916 h 2253795"/>
              <a:gd name="connsiteX23" fmla="*/ 1377459 w 1857234"/>
              <a:gd name="connsiteY23" fmla="*/ 2070198 h 2253795"/>
              <a:gd name="connsiteX24" fmla="*/ 1538954 w 1857234"/>
              <a:gd name="connsiteY24" fmla="*/ 1904583 h 2253795"/>
              <a:gd name="connsiteX25" fmla="*/ 1649165 w 1857234"/>
              <a:gd name="connsiteY25" fmla="*/ 1767412 h 2253795"/>
              <a:gd name="connsiteX26" fmla="*/ 1667781 w 1857234"/>
              <a:gd name="connsiteY26" fmla="*/ 1594101 h 2253795"/>
              <a:gd name="connsiteX27" fmla="*/ 1678087 w 1857234"/>
              <a:gd name="connsiteY27" fmla="*/ 1484588 h 2253795"/>
              <a:gd name="connsiteX28" fmla="*/ 1737353 w 1857234"/>
              <a:gd name="connsiteY28" fmla="*/ 1549870 h 2253795"/>
              <a:gd name="connsiteX29" fmla="*/ 1788153 w 1857234"/>
              <a:gd name="connsiteY29" fmla="*/ 1524470 h 2253795"/>
              <a:gd name="connsiteX30" fmla="*/ 1810167 w 1857234"/>
              <a:gd name="connsiteY30" fmla="*/ 1405936 h 2253795"/>
              <a:gd name="connsiteX31" fmla="*/ 1849113 w 1857234"/>
              <a:gd name="connsiteY31" fmla="*/ 1309416 h 2253795"/>
              <a:gd name="connsiteX32" fmla="*/ 1855887 w 1857234"/>
              <a:gd name="connsiteY32" fmla="*/ 1211203 h 2253795"/>
              <a:gd name="connsiteX33" fmla="*/ 1830487 w 1857234"/>
              <a:gd name="connsiteY33" fmla="*/ 1092670 h 2253795"/>
              <a:gd name="connsiteX34" fmla="*/ 1754287 w 1857234"/>
              <a:gd name="connsiteY34" fmla="*/ 1118070 h 2253795"/>
              <a:gd name="connsiteX35" fmla="*/ 1720420 w 1857234"/>
              <a:gd name="connsiteY35" fmla="*/ 1164636 h 2253795"/>
              <a:gd name="connsiteX36" fmla="*/ 1686553 w 1857234"/>
              <a:gd name="connsiteY36" fmla="*/ 1236603 h 2253795"/>
              <a:gd name="connsiteX37" fmla="*/ 1703487 w 1857234"/>
              <a:gd name="connsiteY37" fmla="*/ 830203 h 2253795"/>
              <a:gd name="connsiteX38" fmla="*/ 1669620 w 1857234"/>
              <a:gd name="connsiteY38" fmla="*/ 505083 h 2253795"/>
              <a:gd name="connsiteX39" fmla="*/ 1474887 w 1857234"/>
              <a:gd name="connsiteY39" fmla="*/ 186736 h 2253795"/>
              <a:gd name="connsiteX40" fmla="*/ 1264278 w 1857234"/>
              <a:gd name="connsiteY40" fmla="*/ 62925 h 2253795"/>
              <a:gd name="connsiteX41" fmla="*/ 907620 w 1857234"/>
              <a:gd name="connsiteY41" fmla="*/ 470 h 2253795"/>
              <a:gd name="connsiteX42" fmla="*/ 699128 w 1857234"/>
              <a:gd name="connsiteY42" fmla="*/ 38246 h 2253795"/>
              <a:gd name="connsiteX0" fmla="*/ 699128 w 1857234"/>
              <a:gd name="connsiteY0" fmla="*/ 38246 h 2261125"/>
              <a:gd name="connsiteX1" fmla="*/ 530853 w 1857234"/>
              <a:gd name="connsiteY1" fmla="*/ 109476 h 2261125"/>
              <a:gd name="connsiteX2" fmla="*/ 359403 w 1857234"/>
              <a:gd name="connsiteY2" fmla="*/ 226951 h 2261125"/>
              <a:gd name="connsiteX3" fmla="*/ 194303 w 1857234"/>
              <a:gd name="connsiteY3" fmla="*/ 500001 h 2261125"/>
              <a:gd name="connsiteX4" fmla="*/ 143503 w 1857234"/>
              <a:gd name="connsiteY4" fmla="*/ 690502 h 2261125"/>
              <a:gd name="connsiteX5" fmla="*/ 143503 w 1857234"/>
              <a:gd name="connsiteY5" fmla="*/ 1058801 h 2261125"/>
              <a:gd name="connsiteX6" fmla="*/ 144562 w 1857234"/>
              <a:gd name="connsiteY6" fmla="*/ 1196386 h 2261125"/>
              <a:gd name="connsiteX7" fmla="*/ 92704 w 1857234"/>
              <a:gd name="connsiteY7" fmla="*/ 1145586 h 2261125"/>
              <a:gd name="connsiteX8" fmla="*/ 13329 w 1857234"/>
              <a:gd name="connsiteY8" fmla="*/ 1150878 h 2261125"/>
              <a:gd name="connsiteX9" fmla="*/ 1687 w 1857234"/>
              <a:gd name="connsiteY9" fmla="*/ 1262003 h 2261125"/>
              <a:gd name="connsiteX10" fmla="*/ 31320 w 1857234"/>
              <a:gd name="connsiteY10" fmla="*/ 1405937 h 2261125"/>
              <a:gd name="connsiteX11" fmla="*/ 99053 w 1857234"/>
              <a:gd name="connsiteY11" fmla="*/ 1511770 h 2261125"/>
              <a:gd name="connsiteX12" fmla="*/ 149853 w 1857234"/>
              <a:gd name="connsiteY12" fmla="*/ 1609136 h 2261125"/>
              <a:gd name="connsiteX13" fmla="*/ 213353 w 1857234"/>
              <a:gd name="connsiteY13" fmla="*/ 1626070 h 2261125"/>
              <a:gd name="connsiteX14" fmla="*/ 221820 w 1857234"/>
              <a:gd name="connsiteY14" fmla="*/ 1566803 h 2261125"/>
              <a:gd name="connsiteX15" fmla="*/ 221820 w 1857234"/>
              <a:gd name="connsiteY15" fmla="*/ 1532936 h 2261125"/>
              <a:gd name="connsiteX16" fmla="*/ 301968 w 1857234"/>
              <a:gd name="connsiteY16" fmla="*/ 1803314 h 2261125"/>
              <a:gd name="connsiteX17" fmla="*/ 443372 w 1857234"/>
              <a:gd name="connsiteY17" fmla="*/ 1961314 h 2261125"/>
              <a:gd name="connsiteX18" fmla="*/ 647608 w 1857234"/>
              <a:gd name="connsiteY18" fmla="*/ 2138936 h 2261125"/>
              <a:gd name="connsiteX19" fmla="*/ 812665 w 1857234"/>
              <a:gd name="connsiteY19" fmla="*/ 2239951 h 2261125"/>
              <a:gd name="connsiteX20" fmla="*/ 960526 w 1857234"/>
              <a:gd name="connsiteY20" fmla="*/ 2261083 h 2261125"/>
              <a:gd name="connsiteX21" fmla="*/ 1112155 w 1857234"/>
              <a:gd name="connsiteY21" fmla="*/ 2237965 h 2261125"/>
              <a:gd name="connsiteX22" fmla="*/ 1252319 w 1857234"/>
              <a:gd name="connsiteY22" fmla="*/ 2174916 h 2261125"/>
              <a:gd name="connsiteX23" fmla="*/ 1377459 w 1857234"/>
              <a:gd name="connsiteY23" fmla="*/ 2070198 h 2261125"/>
              <a:gd name="connsiteX24" fmla="*/ 1538954 w 1857234"/>
              <a:gd name="connsiteY24" fmla="*/ 1904583 h 2261125"/>
              <a:gd name="connsiteX25" fmla="*/ 1649165 w 1857234"/>
              <a:gd name="connsiteY25" fmla="*/ 1767412 h 2261125"/>
              <a:gd name="connsiteX26" fmla="*/ 1667781 w 1857234"/>
              <a:gd name="connsiteY26" fmla="*/ 1594101 h 2261125"/>
              <a:gd name="connsiteX27" fmla="*/ 1678087 w 1857234"/>
              <a:gd name="connsiteY27" fmla="*/ 1484588 h 2261125"/>
              <a:gd name="connsiteX28" fmla="*/ 1737353 w 1857234"/>
              <a:gd name="connsiteY28" fmla="*/ 1549870 h 2261125"/>
              <a:gd name="connsiteX29" fmla="*/ 1788153 w 1857234"/>
              <a:gd name="connsiteY29" fmla="*/ 1524470 h 2261125"/>
              <a:gd name="connsiteX30" fmla="*/ 1810167 w 1857234"/>
              <a:gd name="connsiteY30" fmla="*/ 1405936 h 2261125"/>
              <a:gd name="connsiteX31" fmla="*/ 1849113 w 1857234"/>
              <a:gd name="connsiteY31" fmla="*/ 1309416 h 2261125"/>
              <a:gd name="connsiteX32" fmla="*/ 1855887 w 1857234"/>
              <a:gd name="connsiteY32" fmla="*/ 1211203 h 2261125"/>
              <a:gd name="connsiteX33" fmla="*/ 1830487 w 1857234"/>
              <a:gd name="connsiteY33" fmla="*/ 1092670 h 2261125"/>
              <a:gd name="connsiteX34" fmla="*/ 1754287 w 1857234"/>
              <a:gd name="connsiteY34" fmla="*/ 1118070 h 2261125"/>
              <a:gd name="connsiteX35" fmla="*/ 1720420 w 1857234"/>
              <a:gd name="connsiteY35" fmla="*/ 1164636 h 2261125"/>
              <a:gd name="connsiteX36" fmla="*/ 1686553 w 1857234"/>
              <a:gd name="connsiteY36" fmla="*/ 1236603 h 2261125"/>
              <a:gd name="connsiteX37" fmla="*/ 1703487 w 1857234"/>
              <a:gd name="connsiteY37" fmla="*/ 830203 h 2261125"/>
              <a:gd name="connsiteX38" fmla="*/ 1669620 w 1857234"/>
              <a:gd name="connsiteY38" fmla="*/ 505083 h 2261125"/>
              <a:gd name="connsiteX39" fmla="*/ 1474887 w 1857234"/>
              <a:gd name="connsiteY39" fmla="*/ 186736 h 2261125"/>
              <a:gd name="connsiteX40" fmla="*/ 1264278 w 1857234"/>
              <a:gd name="connsiteY40" fmla="*/ 62925 h 2261125"/>
              <a:gd name="connsiteX41" fmla="*/ 907620 w 1857234"/>
              <a:gd name="connsiteY41" fmla="*/ 470 h 2261125"/>
              <a:gd name="connsiteX42" fmla="*/ 699128 w 1857234"/>
              <a:gd name="connsiteY42" fmla="*/ 38246 h 2261125"/>
              <a:gd name="connsiteX0" fmla="*/ 699128 w 1857234"/>
              <a:gd name="connsiteY0" fmla="*/ 38246 h 2261125"/>
              <a:gd name="connsiteX1" fmla="*/ 530853 w 1857234"/>
              <a:gd name="connsiteY1" fmla="*/ 109476 h 2261125"/>
              <a:gd name="connsiteX2" fmla="*/ 359403 w 1857234"/>
              <a:gd name="connsiteY2" fmla="*/ 226951 h 2261125"/>
              <a:gd name="connsiteX3" fmla="*/ 194303 w 1857234"/>
              <a:gd name="connsiteY3" fmla="*/ 500001 h 2261125"/>
              <a:gd name="connsiteX4" fmla="*/ 143503 w 1857234"/>
              <a:gd name="connsiteY4" fmla="*/ 690502 h 2261125"/>
              <a:gd name="connsiteX5" fmla="*/ 143503 w 1857234"/>
              <a:gd name="connsiteY5" fmla="*/ 1058801 h 2261125"/>
              <a:gd name="connsiteX6" fmla="*/ 144562 w 1857234"/>
              <a:gd name="connsiteY6" fmla="*/ 1196386 h 2261125"/>
              <a:gd name="connsiteX7" fmla="*/ 92704 w 1857234"/>
              <a:gd name="connsiteY7" fmla="*/ 1145586 h 2261125"/>
              <a:gd name="connsiteX8" fmla="*/ 13329 w 1857234"/>
              <a:gd name="connsiteY8" fmla="*/ 1150878 h 2261125"/>
              <a:gd name="connsiteX9" fmla="*/ 1687 w 1857234"/>
              <a:gd name="connsiteY9" fmla="*/ 1262003 h 2261125"/>
              <a:gd name="connsiteX10" fmla="*/ 31320 w 1857234"/>
              <a:gd name="connsiteY10" fmla="*/ 1405937 h 2261125"/>
              <a:gd name="connsiteX11" fmla="*/ 99053 w 1857234"/>
              <a:gd name="connsiteY11" fmla="*/ 1511770 h 2261125"/>
              <a:gd name="connsiteX12" fmla="*/ 149853 w 1857234"/>
              <a:gd name="connsiteY12" fmla="*/ 1609136 h 2261125"/>
              <a:gd name="connsiteX13" fmla="*/ 213353 w 1857234"/>
              <a:gd name="connsiteY13" fmla="*/ 1626070 h 2261125"/>
              <a:gd name="connsiteX14" fmla="*/ 221820 w 1857234"/>
              <a:gd name="connsiteY14" fmla="*/ 1566803 h 2261125"/>
              <a:gd name="connsiteX15" fmla="*/ 221820 w 1857234"/>
              <a:gd name="connsiteY15" fmla="*/ 1532936 h 2261125"/>
              <a:gd name="connsiteX16" fmla="*/ 301968 w 1857234"/>
              <a:gd name="connsiteY16" fmla="*/ 1803314 h 2261125"/>
              <a:gd name="connsiteX17" fmla="*/ 443372 w 1857234"/>
              <a:gd name="connsiteY17" fmla="*/ 1961314 h 2261125"/>
              <a:gd name="connsiteX18" fmla="*/ 647608 w 1857234"/>
              <a:gd name="connsiteY18" fmla="*/ 2138936 h 2261125"/>
              <a:gd name="connsiteX19" fmla="*/ 812665 w 1857234"/>
              <a:gd name="connsiteY19" fmla="*/ 2239951 h 2261125"/>
              <a:gd name="connsiteX20" fmla="*/ 960526 w 1857234"/>
              <a:gd name="connsiteY20" fmla="*/ 2261083 h 2261125"/>
              <a:gd name="connsiteX21" fmla="*/ 1112155 w 1857234"/>
              <a:gd name="connsiteY21" fmla="*/ 2237965 h 2261125"/>
              <a:gd name="connsiteX22" fmla="*/ 1252319 w 1857234"/>
              <a:gd name="connsiteY22" fmla="*/ 2174916 h 2261125"/>
              <a:gd name="connsiteX23" fmla="*/ 1377459 w 1857234"/>
              <a:gd name="connsiteY23" fmla="*/ 2070198 h 2261125"/>
              <a:gd name="connsiteX24" fmla="*/ 1538954 w 1857234"/>
              <a:gd name="connsiteY24" fmla="*/ 1904583 h 2261125"/>
              <a:gd name="connsiteX25" fmla="*/ 1649165 w 1857234"/>
              <a:gd name="connsiteY25" fmla="*/ 1767412 h 2261125"/>
              <a:gd name="connsiteX26" fmla="*/ 1667781 w 1857234"/>
              <a:gd name="connsiteY26" fmla="*/ 1594101 h 2261125"/>
              <a:gd name="connsiteX27" fmla="*/ 1678087 w 1857234"/>
              <a:gd name="connsiteY27" fmla="*/ 1484588 h 2261125"/>
              <a:gd name="connsiteX28" fmla="*/ 1737353 w 1857234"/>
              <a:gd name="connsiteY28" fmla="*/ 1549870 h 2261125"/>
              <a:gd name="connsiteX29" fmla="*/ 1788153 w 1857234"/>
              <a:gd name="connsiteY29" fmla="*/ 1524470 h 2261125"/>
              <a:gd name="connsiteX30" fmla="*/ 1810167 w 1857234"/>
              <a:gd name="connsiteY30" fmla="*/ 1405936 h 2261125"/>
              <a:gd name="connsiteX31" fmla="*/ 1849113 w 1857234"/>
              <a:gd name="connsiteY31" fmla="*/ 1309416 h 2261125"/>
              <a:gd name="connsiteX32" fmla="*/ 1855887 w 1857234"/>
              <a:gd name="connsiteY32" fmla="*/ 1211203 h 2261125"/>
              <a:gd name="connsiteX33" fmla="*/ 1830487 w 1857234"/>
              <a:gd name="connsiteY33" fmla="*/ 1092670 h 2261125"/>
              <a:gd name="connsiteX34" fmla="*/ 1754287 w 1857234"/>
              <a:gd name="connsiteY34" fmla="*/ 1118070 h 2261125"/>
              <a:gd name="connsiteX35" fmla="*/ 1720420 w 1857234"/>
              <a:gd name="connsiteY35" fmla="*/ 1164636 h 2261125"/>
              <a:gd name="connsiteX36" fmla="*/ 1686553 w 1857234"/>
              <a:gd name="connsiteY36" fmla="*/ 1236603 h 2261125"/>
              <a:gd name="connsiteX37" fmla="*/ 1703487 w 1857234"/>
              <a:gd name="connsiteY37" fmla="*/ 830203 h 2261125"/>
              <a:gd name="connsiteX38" fmla="*/ 1669620 w 1857234"/>
              <a:gd name="connsiteY38" fmla="*/ 505083 h 2261125"/>
              <a:gd name="connsiteX39" fmla="*/ 1474887 w 1857234"/>
              <a:gd name="connsiteY39" fmla="*/ 186736 h 2261125"/>
              <a:gd name="connsiteX40" fmla="*/ 1264278 w 1857234"/>
              <a:gd name="connsiteY40" fmla="*/ 62925 h 2261125"/>
              <a:gd name="connsiteX41" fmla="*/ 907620 w 1857234"/>
              <a:gd name="connsiteY41" fmla="*/ 470 h 2261125"/>
              <a:gd name="connsiteX42" fmla="*/ 699128 w 1857234"/>
              <a:gd name="connsiteY42" fmla="*/ 38246 h 2261125"/>
              <a:gd name="connsiteX0" fmla="*/ 699128 w 1857234"/>
              <a:gd name="connsiteY0" fmla="*/ 38246 h 2261125"/>
              <a:gd name="connsiteX1" fmla="*/ 530853 w 1857234"/>
              <a:gd name="connsiteY1" fmla="*/ 109476 h 2261125"/>
              <a:gd name="connsiteX2" fmla="*/ 359403 w 1857234"/>
              <a:gd name="connsiteY2" fmla="*/ 226951 h 2261125"/>
              <a:gd name="connsiteX3" fmla="*/ 194303 w 1857234"/>
              <a:gd name="connsiteY3" fmla="*/ 500001 h 2261125"/>
              <a:gd name="connsiteX4" fmla="*/ 143503 w 1857234"/>
              <a:gd name="connsiteY4" fmla="*/ 690502 h 2261125"/>
              <a:gd name="connsiteX5" fmla="*/ 143503 w 1857234"/>
              <a:gd name="connsiteY5" fmla="*/ 1058801 h 2261125"/>
              <a:gd name="connsiteX6" fmla="*/ 144562 w 1857234"/>
              <a:gd name="connsiteY6" fmla="*/ 1196386 h 2261125"/>
              <a:gd name="connsiteX7" fmla="*/ 92704 w 1857234"/>
              <a:gd name="connsiteY7" fmla="*/ 1145586 h 2261125"/>
              <a:gd name="connsiteX8" fmla="*/ 13329 w 1857234"/>
              <a:gd name="connsiteY8" fmla="*/ 1150878 h 2261125"/>
              <a:gd name="connsiteX9" fmla="*/ 1687 w 1857234"/>
              <a:gd name="connsiteY9" fmla="*/ 1262003 h 2261125"/>
              <a:gd name="connsiteX10" fmla="*/ 31320 w 1857234"/>
              <a:gd name="connsiteY10" fmla="*/ 1405937 h 2261125"/>
              <a:gd name="connsiteX11" fmla="*/ 99053 w 1857234"/>
              <a:gd name="connsiteY11" fmla="*/ 1511770 h 2261125"/>
              <a:gd name="connsiteX12" fmla="*/ 149853 w 1857234"/>
              <a:gd name="connsiteY12" fmla="*/ 1609136 h 2261125"/>
              <a:gd name="connsiteX13" fmla="*/ 213353 w 1857234"/>
              <a:gd name="connsiteY13" fmla="*/ 1626070 h 2261125"/>
              <a:gd name="connsiteX14" fmla="*/ 221820 w 1857234"/>
              <a:gd name="connsiteY14" fmla="*/ 1566803 h 2261125"/>
              <a:gd name="connsiteX15" fmla="*/ 221820 w 1857234"/>
              <a:gd name="connsiteY15" fmla="*/ 1532936 h 2261125"/>
              <a:gd name="connsiteX16" fmla="*/ 301968 w 1857234"/>
              <a:gd name="connsiteY16" fmla="*/ 1803314 h 2261125"/>
              <a:gd name="connsiteX17" fmla="*/ 443372 w 1857234"/>
              <a:gd name="connsiteY17" fmla="*/ 1961314 h 2261125"/>
              <a:gd name="connsiteX18" fmla="*/ 647608 w 1857234"/>
              <a:gd name="connsiteY18" fmla="*/ 2138936 h 2261125"/>
              <a:gd name="connsiteX19" fmla="*/ 812665 w 1857234"/>
              <a:gd name="connsiteY19" fmla="*/ 2239951 h 2261125"/>
              <a:gd name="connsiteX20" fmla="*/ 960526 w 1857234"/>
              <a:gd name="connsiteY20" fmla="*/ 2261083 h 2261125"/>
              <a:gd name="connsiteX21" fmla="*/ 1123400 w 1857234"/>
              <a:gd name="connsiteY21" fmla="*/ 2246379 h 2261125"/>
              <a:gd name="connsiteX22" fmla="*/ 1252319 w 1857234"/>
              <a:gd name="connsiteY22" fmla="*/ 2174916 h 2261125"/>
              <a:gd name="connsiteX23" fmla="*/ 1377459 w 1857234"/>
              <a:gd name="connsiteY23" fmla="*/ 2070198 h 2261125"/>
              <a:gd name="connsiteX24" fmla="*/ 1538954 w 1857234"/>
              <a:gd name="connsiteY24" fmla="*/ 1904583 h 2261125"/>
              <a:gd name="connsiteX25" fmla="*/ 1649165 w 1857234"/>
              <a:gd name="connsiteY25" fmla="*/ 1767412 h 2261125"/>
              <a:gd name="connsiteX26" fmla="*/ 1667781 w 1857234"/>
              <a:gd name="connsiteY26" fmla="*/ 1594101 h 2261125"/>
              <a:gd name="connsiteX27" fmla="*/ 1678087 w 1857234"/>
              <a:gd name="connsiteY27" fmla="*/ 1484588 h 2261125"/>
              <a:gd name="connsiteX28" fmla="*/ 1737353 w 1857234"/>
              <a:gd name="connsiteY28" fmla="*/ 1549870 h 2261125"/>
              <a:gd name="connsiteX29" fmla="*/ 1788153 w 1857234"/>
              <a:gd name="connsiteY29" fmla="*/ 1524470 h 2261125"/>
              <a:gd name="connsiteX30" fmla="*/ 1810167 w 1857234"/>
              <a:gd name="connsiteY30" fmla="*/ 1405936 h 2261125"/>
              <a:gd name="connsiteX31" fmla="*/ 1849113 w 1857234"/>
              <a:gd name="connsiteY31" fmla="*/ 1309416 h 2261125"/>
              <a:gd name="connsiteX32" fmla="*/ 1855887 w 1857234"/>
              <a:gd name="connsiteY32" fmla="*/ 1211203 h 2261125"/>
              <a:gd name="connsiteX33" fmla="*/ 1830487 w 1857234"/>
              <a:gd name="connsiteY33" fmla="*/ 1092670 h 2261125"/>
              <a:gd name="connsiteX34" fmla="*/ 1754287 w 1857234"/>
              <a:gd name="connsiteY34" fmla="*/ 1118070 h 2261125"/>
              <a:gd name="connsiteX35" fmla="*/ 1720420 w 1857234"/>
              <a:gd name="connsiteY35" fmla="*/ 1164636 h 2261125"/>
              <a:gd name="connsiteX36" fmla="*/ 1686553 w 1857234"/>
              <a:gd name="connsiteY36" fmla="*/ 1236603 h 2261125"/>
              <a:gd name="connsiteX37" fmla="*/ 1703487 w 1857234"/>
              <a:gd name="connsiteY37" fmla="*/ 830203 h 2261125"/>
              <a:gd name="connsiteX38" fmla="*/ 1669620 w 1857234"/>
              <a:gd name="connsiteY38" fmla="*/ 505083 h 2261125"/>
              <a:gd name="connsiteX39" fmla="*/ 1474887 w 1857234"/>
              <a:gd name="connsiteY39" fmla="*/ 186736 h 2261125"/>
              <a:gd name="connsiteX40" fmla="*/ 1264278 w 1857234"/>
              <a:gd name="connsiteY40" fmla="*/ 62925 h 2261125"/>
              <a:gd name="connsiteX41" fmla="*/ 907620 w 1857234"/>
              <a:gd name="connsiteY41" fmla="*/ 470 h 2261125"/>
              <a:gd name="connsiteX42" fmla="*/ 699128 w 1857234"/>
              <a:gd name="connsiteY42" fmla="*/ 38246 h 2261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857234" h="2261125">
                <a:moveTo>
                  <a:pt x="699128" y="38246"/>
                </a:moveTo>
                <a:cubicBezTo>
                  <a:pt x="636334" y="56414"/>
                  <a:pt x="587474" y="78025"/>
                  <a:pt x="530853" y="109476"/>
                </a:cubicBezTo>
                <a:cubicBezTo>
                  <a:pt x="474232" y="140927"/>
                  <a:pt x="415495" y="161864"/>
                  <a:pt x="359403" y="226951"/>
                </a:cubicBezTo>
                <a:cubicBezTo>
                  <a:pt x="303311" y="292038"/>
                  <a:pt x="230286" y="422743"/>
                  <a:pt x="194303" y="500001"/>
                </a:cubicBezTo>
                <a:cubicBezTo>
                  <a:pt x="158320" y="577259"/>
                  <a:pt x="137506" y="617653"/>
                  <a:pt x="143503" y="690502"/>
                </a:cubicBezTo>
                <a:cubicBezTo>
                  <a:pt x="149500" y="763351"/>
                  <a:pt x="143327" y="974487"/>
                  <a:pt x="143503" y="1058801"/>
                </a:cubicBezTo>
                <a:cubicBezTo>
                  <a:pt x="143679" y="1143115"/>
                  <a:pt x="153028" y="1181922"/>
                  <a:pt x="144562" y="1196386"/>
                </a:cubicBezTo>
                <a:cubicBezTo>
                  <a:pt x="136096" y="1210850"/>
                  <a:pt x="114576" y="1153171"/>
                  <a:pt x="92704" y="1145586"/>
                </a:cubicBezTo>
                <a:cubicBezTo>
                  <a:pt x="70832" y="1138001"/>
                  <a:pt x="28498" y="1131475"/>
                  <a:pt x="13329" y="1150878"/>
                </a:cubicBezTo>
                <a:cubicBezTo>
                  <a:pt x="-1840" y="1170281"/>
                  <a:pt x="-1311" y="1219493"/>
                  <a:pt x="1687" y="1262003"/>
                </a:cubicBezTo>
                <a:cubicBezTo>
                  <a:pt x="4685" y="1304513"/>
                  <a:pt x="15092" y="1364309"/>
                  <a:pt x="31320" y="1405937"/>
                </a:cubicBezTo>
                <a:cubicBezTo>
                  <a:pt x="47548" y="1447565"/>
                  <a:pt x="79298" y="1477904"/>
                  <a:pt x="99053" y="1511770"/>
                </a:cubicBezTo>
                <a:cubicBezTo>
                  <a:pt x="118808" y="1545636"/>
                  <a:pt x="130803" y="1590086"/>
                  <a:pt x="149853" y="1609136"/>
                </a:cubicBezTo>
                <a:cubicBezTo>
                  <a:pt x="168903" y="1628186"/>
                  <a:pt x="201359" y="1633125"/>
                  <a:pt x="213353" y="1626070"/>
                </a:cubicBezTo>
                <a:cubicBezTo>
                  <a:pt x="225347" y="1619015"/>
                  <a:pt x="221820" y="1566803"/>
                  <a:pt x="221820" y="1566803"/>
                </a:cubicBezTo>
                <a:cubicBezTo>
                  <a:pt x="223231" y="1551281"/>
                  <a:pt x="208462" y="1493518"/>
                  <a:pt x="221820" y="1532936"/>
                </a:cubicBezTo>
                <a:cubicBezTo>
                  <a:pt x="235178" y="1572355"/>
                  <a:pt x="265043" y="1731918"/>
                  <a:pt x="301968" y="1803314"/>
                </a:cubicBezTo>
                <a:cubicBezTo>
                  <a:pt x="338893" y="1874710"/>
                  <a:pt x="385765" y="1905377"/>
                  <a:pt x="443372" y="1961314"/>
                </a:cubicBezTo>
                <a:cubicBezTo>
                  <a:pt x="500979" y="2017251"/>
                  <a:pt x="585350" y="2096365"/>
                  <a:pt x="647608" y="2138936"/>
                </a:cubicBezTo>
                <a:cubicBezTo>
                  <a:pt x="709866" y="2181507"/>
                  <a:pt x="760512" y="2219593"/>
                  <a:pt x="812665" y="2239951"/>
                </a:cubicBezTo>
                <a:cubicBezTo>
                  <a:pt x="864818" y="2260309"/>
                  <a:pt x="910611" y="2261414"/>
                  <a:pt x="960526" y="2261083"/>
                </a:cubicBezTo>
                <a:cubicBezTo>
                  <a:pt x="1044177" y="2257948"/>
                  <a:pt x="1074768" y="2260740"/>
                  <a:pt x="1123400" y="2246379"/>
                </a:cubicBezTo>
                <a:cubicBezTo>
                  <a:pt x="1172032" y="2232018"/>
                  <a:pt x="1215809" y="2200073"/>
                  <a:pt x="1252319" y="2174916"/>
                </a:cubicBezTo>
                <a:cubicBezTo>
                  <a:pt x="1288829" y="2149759"/>
                  <a:pt x="1313578" y="2126101"/>
                  <a:pt x="1377459" y="2070198"/>
                </a:cubicBezTo>
                <a:cubicBezTo>
                  <a:pt x="1441340" y="2014295"/>
                  <a:pt x="1493670" y="1955047"/>
                  <a:pt x="1538954" y="1904583"/>
                </a:cubicBezTo>
                <a:cubicBezTo>
                  <a:pt x="1584238" y="1854119"/>
                  <a:pt x="1629409" y="1822163"/>
                  <a:pt x="1649165" y="1767412"/>
                </a:cubicBezTo>
                <a:cubicBezTo>
                  <a:pt x="1668921" y="1712661"/>
                  <a:pt x="1662961" y="1641238"/>
                  <a:pt x="1667781" y="1594101"/>
                </a:cubicBezTo>
                <a:cubicBezTo>
                  <a:pt x="1672601" y="1546964"/>
                  <a:pt x="1666492" y="1491960"/>
                  <a:pt x="1678087" y="1484588"/>
                </a:cubicBezTo>
                <a:cubicBezTo>
                  <a:pt x="1689682" y="1477216"/>
                  <a:pt x="1719009" y="1543223"/>
                  <a:pt x="1737353" y="1549870"/>
                </a:cubicBezTo>
                <a:cubicBezTo>
                  <a:pt x="1755697" y="1556517"/>
                  <a:pt x="1776017" y="1548459"/>
                  <a:pt x="1788153" y="1524470"/>
                </a:cubicBezTo>
                <a:cubicBezTo>
                  <a:pt x="1800289" y="1500481"/>
                  <a:pt x="1800007" y="1441778"/>
                  <a:pt x="1810167" y="1405936"/>
                </a:cubicBezTo>
                <a:cubicBezTo>
                  <a:pt x="1820327" y="1370094"/>
                  <a:pt x="1841493" y="1341871"/>
                  <a:pt x="1849113" y="1309416"/>
                </a:cubicBezTo>
                <a:cubicBezTo>
                  <a:pt x="1856733" y="1276961"/>
                  <a:pt x="1858991" y="1247327"/>
                  <a:pt x="1855887" y="1211203"/>
                </a:cubicBezTo>
                <a:cubicBezTo>
                  <a:pt x="1852783" y="1175079"/>
                  <a:pt x="1847420" y="1108192"/>
                  <a:pt x="1830487" y="1092670"/>
                </a:cubicBezTo>
                <a:cubicBezTo>
                  <a:pt x="1813554" y="1077148"/>
                  <a:pt x="1772632" y="1106076"/>
                  <a:pt x="1754287" y="1118070"/>
                </a:cubicBezTo>
                <a:cubicBezTo>
                  <a:pt x="1735943" y="1130064"/>
                  <a:pt x="1731709" y="1144881"/>
                  <a:pt x="1720420" y="1164636"/>
                </a:cubicBezTo>
                <a:cubicBezTo>
                  <a:pt x="1709131" y="1184391"/>
                  <a:pt x="1689375" y="1292342"/>
                  <a:pt x="1686553" y="1236603"/>
                </a:cubicBezTo>
                <a:cubicBezTo>
                  <a:pt x="1683731" y="1180864"/>
                  <a:pt x="1706309" y="952123"/>
                  <a:pt x="1703487" y="830203"/>
                </a:cubicBezTo>
                <a:cubicBezTo>
                  <a:pt x="1700665" y="708283"/>
                  <a:pt x="1707720" y="612328"/>
                  <a:pt x="1669620" y="505083"/>
                </a:cubicBezTo>
                <a:cubicBezTo>
                  <a:pt x="1631520" y="397839"/>
                  <a:pt x="1542444" y="260429"/>
                  <a:pt x="1474887" y="186736"/>
                </a:cubicBezTo>
                <a:cubicBezTo>
                  <a:pt x="1407330" y="113043"/>
                  <a:pt x="1358822" y="93969"/>
                  <a:pt x="1264278" y="62925"/>
                </a:cubicBezTo>
                <a:cubicBezTo>
                  <a:pt x="1169734" y="31881"/>
                  <a:pt x="1001812" y="4583"/>
                  <a:pt x="907620" y="470"/>
                </a:cubicBezTo>
                <a:cubicBezTo>
                  <a:pt x="813428" y="-3643"/>
                  <a:pt x="761922" y="20078"/>
                  <a:pt x="699128" y="38246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042A98C-DD9B-43E3-B74A-E991C451ABB1}"/>
              </a:ext>
            </a:extLst>
          </p:cNvPr>
          <p:cNvGrpSpPr/>
          <p:nvPr/>
        </p:nvGrpSpPr>
        <p:grpSpPr>
          <a:xfrm>
            <a:off x="2123974" y="2359426"/>
            <a:ext cx="1042380" cy="811008"/>
            <a:chOff x="1817287" y="2345741"/>
            <a:chExt cx="1042380" cy="81100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9A828C1-3516-4747-8B53-B58250D2CAF8}"/>
                </a:ext>
              </a:extLst>
            </p:cNvPr>
            <p:cNvSpPr/>
            <p:nvPr/>
          </p:nvSpPr>
          <p:spPr>
            <a:xfrm rot="454907">
              <a:off x="1817287" y="2345741"/>
              <a:ext cx="1042380" cy="272859"/>
            </a:xfrm>
            <a:custGeom>
              <a:avLst/>
              <a:gdLst>
                <a:gd name="connsiteX0" fmla="*/ 1577 w 380133"/>
                <a:gd name="connsiteY0" fmla="*/ 100504 h 105028"/>
                <a:gd name="connsiteX1" fmla="*/ 108257 w 380133"/>
                <a:gd name="connsiteY1" fmla="*/ 9064 h 105028"/>
                <a:gd name="connsiteX2" fmla="*/ 204777 w 380133"/>
                <a:gd name="connsiteY2" fmla="*/ 9064 h 105028"/>
                <a:gd name="connsiteX3" fmla="*/ 352097 w 380133"/>
                <a:gd name="connsiteY3" fmla="*/ 59864 h 105028"/>
                <a:gd name="connsiteX4" fmla="*/ 372417 w 380133"/>
                <a:gd name="connsiteY4" fmla="*/ 80184 h 105028"/>
                <a:gd name="connsiteX5" fmla="*/ 260657 w 380133"/>
                <a:gd name="connsiteY5" fmla="*/ 64944 h 105028"/>
                <a:gd name="connsiteX6" fmla="*/ 179377 w 380133"/>
                <a:gd name="connsiteY6" fmla="*/ 34464 h 105028"/>
                <a:gd name="connsiteX7" fmla="*/ 52377 w 380133"/>
                <a:gd name="connsiteY7" fmla="*/ 85264 h 105028"/>
                <a:gd name="connsiteX8" fmla="*/ 1577 w 380133"/>
                <a:gd name="connsiteY8" fmla="*/ 100504 h 105028"/>
                <a:gd name="connsiteX0" fmla="*/ 1558 w 380114"/>
                <a:gd name="connsiteY0" fmla="*/ 100504 h 104508"/>
                <a:gd name="connsiteX1" fmla="*/ 108238 w 380114"/>
                <a:gd name="connsiteY1" fmla="*/ 9064 h 104508"/>
                <a:gd name="connsiteX2" fmla="*/ 204758 w 380114"/>
                <a:gd name="connsiteY2" fmla="*/ 9064 h 104508"/>
                <a:gd name="connsiteX3" fmla="*/ 352078 w 380114"/>
                <a:gd name="connsiteY3" fmla="*/ 59864 h 104508"/>
                <a:gd name="connsiteX4" fmla="*/ 372398 w 380114"/>
                <a:gd name="connsiteY4" fmla="*/ 80184 h 104508"/>
                <a:gd name="connsiteX5" fmla="*/ 260638 w 380114"/>
                <a:gd name="connsiteY5" fmla="*/ 64944 h 104508"/>
                <a:gd name="connsiteX6" fmla="*/ 155692 w 380114"/>
                <a:gd name="connsiteY6" fmla="*/ 58570 h 104508"/>
                <a:gd name="connsiteX7" fmla="*/ 52358 w 380114"/>
                <a:gd name="connsiteY7" fmla="*/ 85264 h 104508"/>
                <a:gd name="connsiteX8" fmla="*/ 1558 w 380114"/>
                <a:gd name="connsiteY8" fmla="*/ 100504 h 1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0114" h="104508">
                  <a:moveTo>
                    <a:pt x="1558" y="100504"/>
                  </a:moveTo>
                  <a:cubicBezTo>
                    <a:pt x="10871" y="87804"/>
                    <a:pt x="74371" y="24304"/>
                    <a:pt x="108238" y="9064"/>
                  </a:cubicBezTo>
                  <a:cubicBezTo>
                    <a:pt x="142105" y="-6176"/>
                    <a:pt x="164118" y="597"/>
                    <a:pt x="204758" y="9064"/>
                  </a:cubicBezTo>
                  <a:cubicBezTo>
                    <a:pt x="245398" y="17531"/>
                    <a:pt x="324138" y="48011"/>
                    <a:pt x="352078" y="59864"/>
                  </a:cubicBezTo>
                  <a:cubicBezTo>
                    <a:pt x="380018" y="71717"/>
                    <a:pt x="387638" y="79337"/>
                    <a:pt x="372398" y="80184"/>
                  </a:cubicBezTo>
                  <a:cubicBezTo>
                    <a:pt x="357158" y="81031"/>
                    <a:pt x="296756" y="68546"/>
                    <a:pt x="260638" y="64944"/>
                  </a:cubicBezTo>
                  <a:cubicBezTo>
                    <a:pt x="224520" y="61342"/>
                    <a:pt x="190405" y="55183"/>
                    <a:pt x="155692" y="58570"/>
                  </a:cubicBezTo>
                  <a:cubicBezTo>
                    <a:pt x="120979" y="61957"/>
                    <a:pt x="78047" y="78275"/>
                    <a:pt x="52358" y="85264"/>
                  </a:cubicBezTo>
                  <a:cubicBezTo>
                    <a:pt x="26669" y="92253"/>
                    <a:pt x="-7755" y="113204"/>
                    <a:pt x="1558" y="10050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1BD0804-2415-4D6E-87C0-B6CA0D4F43FF}"/>
                </a:ext>
              </a:extLst>
            </p:cNvPr>
            <p:cNvSpPr/>
            <p:nvPr/>
          </p:nvSpPr>
          <p:spPr>
            <a:xfrm rot="230838">
              <a:off x="1922275" y="2774802"/>
              <a:ext cx="706787" cy="180669"/>
            </a:xfrm>
            <a:custGeom>
              <a:avLst/>
              <a:gdLst>
                <a:gd name="connsiteX0" fmla="*/ 285750 w 285750"/>
                <a:gd name="connsiteY0" fmla="*/ 65818 h 84868"/>
                <a:gd name="connsiteX1" fmla="*/ 219075 w 285750"/>
                <a:gd name="connsiteY1" fmla="*/ 18193 h 84868"/>
                <a:gd name="connsiteX2" fmla="*/ 122238 w 285750"/>
                <a:gd name="connsiteY2" fmla="*/ 3906 h 84868"/>
                <a:gd name="connsiteX3" fmla="*/ 0 w 285750"/>
                <a:gd name="connsiteY3" fmla="*/ 84868 h 84868"/>
                <a:gd name="connsiteX0" fmla="*/ 285750 w 285750"/>
                <a:gd name="connsiteY0" fmla="*/ 54112 h 73162"/>
                <a:gd name="connsiteX1" fmla="*/ 219075 w 285750"/>
                <a:gd name="connsiteY1" fmla="*/ 6487 h 73162"/>
                <a:gd name="connsiteX2" fmla="*/ 106957 w 285750"/>
                <a:gd name="connsiteY2" fmla="*/ 7664 h 73162"/>
                <a:gd name="connsiteX3" fmla="*/ 0 w 285750"/>
                <a:gd name="connsiteY3" fmla="*/ 73162 h 73162"/>
                <a:gd name="connsiteX0" fmla="*/ 285750 w 285750"/>
                <a:gd name="connsiteY0" fmla="*/ 54112 h 73162"/>
                <a:gd name="connsiteX1" fmla="*/ 219075 w 285750"/>
                <a:gd name="connsiteY1" fmla="*/ 6487 h 73162"/>
                <a:gd name="connsiteX2" fmla="*/ 106957 w 285750"/>
                <a:gd name="connsiteY2" fmla="*/ 7664 h 73162"/>
                <a:gd name="connsiteX3" fmla="*/ 0 w 285750"/>
                <a:gd name="connsiteY3" fmla="*/ 73162 h 7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0" h="73162">
                  <a:moveTo>
                    <a:pt x="285750" y="54112"/>
                  </a:moveTo>
                  <a:cubicBezTo>
                    <a:pt x="266038" y="35459"/>
                    <a:pt x="248874" y="14228"/>
                    <a:pt x="219075" y="6487"/>
                  </a:cubicBezTo>
                  <a:cubicBezTo>
                    <a:pt x="189276" y="-1254"/>
                    <a:pt x="143469" y="-3448"/>
                    <a:pt x="106957" y="7664"/>
                  </a:cubicBezTo>
                  <a:cubicBezTo>
                    <a:pt x="70445" y="18776"/>
                    <a:pt x="42863" y="38237"/>
                    <a:pt x="0" y="73162"/>
                  </a:cubicBezTo>
                </a:path>
              </a:pathLst>
            </a:custGeom>
            <a:noFill/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BA17AD7-1BB6-4486-B3E7-8DCED2CBE9D3}"/>
                </a:ext>
              </a:extLst>
            </p:cNvPr>
            <p:cNvSpPr/>
            <p:nvPr/>
          </p:nvSpPr>
          <p:spPr>
            <a:xfrm rot="171542">
              <a:off x="1939546" y="2848866"/>
              <a:ext cx="715280" cy="307883"/>
            </a:xfrm>
            <a:custGeom>
              <a:avLst/>
              <a:gdLst>
                <a:gd name="connsiteX0" fmla="*/ 96 w 293337"/>
                <a:gd name="connsiteY0" fmla="*/ 72084 h 113549"/>
                <a:gd name="connsiteX1" fmla="*/ 55659 w 293337"/>
                <a:gd name="connsiteY1" fmla="*/ 35571 h 113549"/>
                <a:gd name="connsiteX2" fmla="*/ 123921 w 293337"/>
                <a:gd name="connsiteY2" fmla="*/ 2234 h 113549"/>
                <a:gd name="connsiteX3" fmla="*/ 217584 w 293337"/>
                <a:gd name="connsiteY3" fmla="*/ 6996 h 113549"/>
                <a:gd name="connsiteX4" fmla="*/ 274734 w 293337"/>
                <a:gd name="connsiteY4" fmla="*/ 38746 h 113549"/>
                <a:gd name="connsiteX5" fmla="*/ 285846 w 293337"/>
                <a:gd name="connsiteY5" fmla="*/ 48271 h 113549"/>
                <a:gd name="connsiteX6" fmla="*/ 289021 w 293337"/>
                <a:gd name="connsiteY6" fmla="*/ 49859 h 113549"/>
                <a:gd name="connsiteX7" fmla="*/ 223934 w 293337"/>
                <a:gd name="connsiteY7" fmla="*/ 102246 h 113549"/>
                <a:gd name="connsiteX8" fmla="*/ 127096 w 293337"/>
                <a:gd name="connsiteY8" fmla="*/ 113359 h 113549"/>
                <a:gd name="connsiteX9" fmla="*/ 44546 w 293337"/>
                <a:gd name="connsiteY9" fmla="*/ 97484 h 113549"/>
                <a:gd name="connsiteX10" fmla="*/ 96 w 293337"/>
                <a:gd name="connsiteY10" fmla="*/ 72084 h 113549"/>
                <a:gd name="connsiteX0" fmla="*/ 96 w 300145"/>
                <a:gd name="connsiteY0" fmla="*/ 72084 h 113464"/>
                <a:gd name="connsiteX1" fmla="*/ 55659 w 300145"/>
                <a:gd name="connsiteY1" fmla="*/ 35571 h 113464"/>
                <a:gd name="connsiteX2" fmla="*/ 123921 w 300145"/>
                <a:gd name="connsiteY2" fmla="*/ 2234 h 113464"/>
                <a:gd name="connsiteX3" fmla="*/ 217584 w 300145"/>
                <a:gd name="connsiteY3" fmla="*/ 6996 h 113464"/>
                <a:gd name="connsiteX4" fmla="*/ 274734 w 300145"/>
                <a:gd name="connsiteY4" fmla="*/ 38746 h 113464"/>
                <a:gd name="connsiteX5" fmla="*/ 285846 w 300145"/>
                <a:gd name="connsiteY5" fmla="*/ 48271 h 113464"/>
                <a:gd name="connsiteX6" fmla="*/ 296959 w 300145"/>
                <a:gd name="connsiteY6" fmla="*/ 64146 h 113464"/>
                <a:gd name="connsiteX7" fmla="*/ 223934 w 300145"/>
                <a:gd name="connsiteY7" fmla="*/ 102246 h 113464"/>
                <a:gd name="connsiteX8" fmla="*/ 127096 w 300145"/>
                <a:gd name="connsiteY8" fmla="*/ 113359 h 113464"/>
                <a:gd name="connsiteX9" fmla="*/ 44546 w 300145"/>
                <a:gd name="connsiteY9" fmla="*/ 97484 h 113464"/>
                <a:gd name="connsiteX10" fmla="*/ 96 w 300145"/>
                <a:gd name="connsiteY10" fmla="*/ 72084 h 113464"/>
                <a:gd name="connsiteX0" fmla="*/ 711 w 300760"/>
                <a:gd name="connsiteY0" fmla="*/ 72084 h 113464"/>
                <a:gd name="connsiteX1" fmla="*/ 56274 w 300760"/>
                <a:gd name="connsiteY1" fmla="*/ 35571 h 113464"/>
                <a:gd name="connsiteX2" fmla="*/ 124536 w 300760"/>
                <a:gd name="connsiteY2" fmla="*/ 2234 h 113464"/>
                <a:gd name="connsiteX3" fmla="*/ 218199 w 300760"/>
                <a:gd name="connsiteY3" fmla="*/ 6996 h 113464"/>
                <a:gd name="connsiteX4" fmla="*/ 275349 w 300760"/>
                <a:gd name="connsiteY4" fmla="*/ 38746 h 113464"/>
                <a:gd name="connsiteX5" fmla="*/ 286461 w 300760"/>
                <a:gd name="connsiteY5" fmla="*/ 48271 h 113464"/>
                <a:gd name="connsiteX6" fmla="*/ 297574 w 300760"/>
                <a:gd name="connsiteY6" fmla="*/ 64146 h 113464"/>
                <a:gd name="connsiteX7" fmla="*/ 224549 w 300760"/>
                <a:gd name="connsiteY7" fmla="*/ 102246 h 113464"/>
                <a:gd name="connsiteX8" fmla="*/ 127711 w 300760"/>
                <a:gd name="connsiteY8" fmla="*/ 113359 h 113464"/>
                <a:gd name="connsiteX9" fmla="*/ 45161 w 300760"/>
                <a:gd name="connsiteY9" fmla="*/ 97484 h 113464"/>
                <a:gd name="connsiteX10" fmla="*/ 26111 w 300760"/>
                <a:gd name="connsiteY10" fmla="*/ 87959 h 113464"/>
                <a:gd name="connsiteX11" fmla="*/ 711 w 300760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44830 w 300429"/>
                <a:gd name="connsiteY9" fmla="*/ 97484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67055 w 300429"/>
                <a:gd name="connsiteY9" fmla="*/ 100659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67055 w 300429"/>
                <a:gd name="connsiteY9" fmla="*/ 100659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1609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298047"/>
                <a:gd name="connsiteY0" fmla="*/ 72084 h 118178"/>
                <a:gd name="connsiteX1" fmla="*/ 55943 w 298047"/>
                <a:gd name="connsiteY1" fmla="*/ 35571 h 118178"/>
                <a:gd name="connsiteX2" fmla="*/ 124205 w 298047"/>
                <a:gd name="connsiteY2" fmla="*/ 2234 h 118178"/>
                <a:gd name="connsiteX3" fmla="*/ 217868 w 298047"/>
                <a:gd name="connsiteY3" fmla="*/ 6996 h 118178"/>
                <a:gd name="connsiteX4" fmla="*/ 275018 w 298047"/>
                <a:gd name="connsiteY4" fmla="*/ 38746 h 118178"/>
                <a:gd name="connsiteX5" fmla="*/ 263905 w 298047"/>
                <a:gd name="connsiteY5" fmla="*/ 33983 h 118178"/>
                <a:gd name="connsiteX6" fmla="*/ 297243 w 298047"/>
                <a:gd name="connsiteY6" fmla="*/ 64146 h 118178"/>
                <a:gd name="connsiteX7" fmla="*/ 224218 w 298047"/>
                <a:gd name="connsiteY7" fmla="*/ 102246 h 118178"/>
                <a:gd name="connsiteX8" fmla="*/ 152780 w 298047"/>
                <a:gd name="connsiteY8" fmla="*/ 118122 h 118178"/>
                <a:gd name="connsiteX9" fmla="*/ 67055 w 298047"/>
                <a:gd name="connsiteY9" fmla="*/ 100659 h 118178"/>
                <a:gd name="connsiteX10" fmla="*/ 32130 w 298047"/>
                <a:gd name="connsiteY10" fmla="*/ 89546 h 118178"/>
                <a:gd name="connsiteX11" fmla="*/ 380 w 298047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6683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6683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298047"/>
                <a:gd name="connsiteY0" fmla="*/ 72084 h 118178"/>
                <a:gd name="connsiteX1" fmla="*/ 55943 w 298047"/>
                <a:gd name="connsiteY1" fmla="*/ 35571 h 118178"/>
                <a:gd name="connsiteX2" fmla="*/ 124205 w 298047"/>
                <a:gd name="connsiteY2" fmla="*/ 2234 h 118178"/>
                <a:gd name="connsiteX3" fmla="*/ 217868 w 298047"/>
                <a:gd name="connsiteY3" fmla="*/ 6996 h 118178"/>
                <a:gd name="connsiteX4" fmla="*/ 275018 w 298047"/>
                <a:gd name="connsiteY4" fmla="*/ 38746 h 118178"/>
                <a:gd name="connsiteX5" fmla="*/ 263905 w 298047"/>
                <a:gd name="connsiteY5" fmla="*/ 29220 h 118178"/>
                <a:gd name="connsiteX6" fmla="*/ 297243 w 298047"/>
                <a:gd name="connsiteY6" fmla="*/ 64146 h 118178"/>
                <a:gd name="connsiteX7" fmla="*/ 224218 w 298047"/>
                <a:gd name="connsiteY7" fmla="*/ 102246 h 118178"/>
                <a:gd name="connsiteX8" fmla="*/ 152780 w 298047"/>
                <a:gd name="connsiteY8" fmla="*/ 118122 h 118178"/>
                <a:gd name="connsiteX9" fmla="*/ 67055 w 298047"/>
                <a:gd name="connsiteY9" fmla="*/ 100659 h 118178"/>
                <a:gd name="connsiteX10" fmla="*/ 32130 w 298047"/>
                <a:gd name="connsiteY10" fmla="*/ 89546 h 118178"/>
                <a:gd name="connsiteX11" fmla="*/ 380 w 298047"/>
                <a:gd name="connsiteY11" fmla="*/ 72084 h 118178"/>
                <a:gd name="connsiteX0" fmla="*/ 380 w 297469"/>
                <a:gd name="connsiteY0" fmla="*/ 72084 h 118178"/>
                <a:gd name="connsiteX1" fmla="*/ 55943 w 297469"/>
                <a:gd name="connsiteY1" fmla="*/ 35571 h 118178"/>
                <a:gd name="connsiteX2" fmla="*/ 124205 w 297469"/>
                <a:gd name="connsiteY2" fmla="*/ 2234 h 118178"/>
                <a:gd name="connsiteX3" fmla="*/ 217868 w 297469"/>
                <a:gd name="connsiteY3" fmla="*/ 6996 h 118178"/>
                <a:gd name="connsiteX4" fmla="*/ 275018 w 297469"/>
                <a:gd name="connsiteY4" fmla="*/ 38746 h 118178"/>
                <a:gd name="connsiteX5" fmla="*/ 248030 w 297469"/>
                <a:gd name="connsiteY5" fmla="*/ 19695 h 118178"/>
                <a:gd name="connsiteX6" fmla="*/ 297243 w 297469"/>
                <a:gd name="connsiteY6" fmla="*/ 64146 h 118178"/>
                <a:gd name="connsiteX7" fmla="*/ 224218 w 297469"/>
                <a:gd name="connsiteY7" fmla="*/ 102246 h 118178"/>
                <a:gd name="connsiteX8" fmla="*/ 152780 w 297469"/>
                <a:gd name="connsiteY8" fmla="*/ 118122 h 118178"/>
                <a:gd name="connsiteX9" fmla="*/ 67055 w 297469"/>
                <a:gd name="connsiteY9" fmla="*/ 100659 h 118178"/>
                <a:gd name="connsiteX10" fmla="*/ 32130 w 297469"/>
                <a:gd name="connsiteY10" fmla="*/ 89546 h 118178"/>
                <a:gd name="connsiteX11" fmla="*/ 380 w 297469"/>
                <a:gd name="connsiteY11" fmla="*/ 72084 h 118178"/>
                <a:gd name="connsiteX0" fmla="*/ 380 w 297467"/>
                <a:gd name="connsiteY0" fmla="*/ 72142 h 118236"/>
                <a:gd name="connsiteX1" fmla="*/ 55943 w 297467"/>
                <a:gd name="connsiteY1" fmla="*/ 35629 h 118236"/>
                <a:gd name="connsiteX2" fmla="*/ 124205 w 297467"/>
                <a:gd name="connsiteY2" fmla="*/ 2292 h 118236"/>
                <a:gd name="connsiteX3" fmla="*/ 217868 w 297467"/>
                <a:gd name="connsiteY3" fmla="*/ 7054 h 118236"/>
                <a:gd name="connsiteX4" fmla="*/ 278193 w 297467"/>
                <a:gd name="connsiteY4" fmla="*/ 40391 h 118236"/>
                <a:gd name="connsiteX5" fmla="*/ 248030 w 297467"/>
                <a:gd name="connsiteY5" fmla="*/ 19753 h 118236"/>
                <a:gd name="connsiteX6" fmla="*/ 297243 w 297467"/>
                <a:gd name="connsiteY6" fmla="*/ 64204 h 118236"/>
                <a:gd name="connsiteX7" fmla="*/ 224218 w 297467"/>
                <a:gd name="connsiteY7" fmla="*/ 102304 h 118236"/>
                <a:gd name="connsiteX8" fmla="*/ 152780 w 297467"/>
                <a:gd name="connsiteY8" fmla="*/ 118180 h 118236"/>
                <a:gd name="connsiteX9" fmla="*/ 67055 w 297467"/>
                <a:gd name="connsiteY9" fmla="*/ 100717 h 118236"/>
                <a:gd name="connsiteX10" fmla="*/ 32130 w 297467"/>
                <a:gd name="connsiteY10" fmla="*/ 89604 h 118236"/>
                <a:gd name="connsiteX11" fmla="*/ 380 w 297467"/>
                <a:gd name="connsiteY11" fmla="*/ 72142 h 118236"/>
                <a:gd name="connsiteX0" fmla="*/ 380 w 297467"/>
                <a:gd name="connsiteY0" fmla="*/ 72142 h 118236"/>
                <a:gd name="connsiteX1" fmla="*/ 55943 w 297467"/>
                <a:gd name="connsiteY1" fmla="*/ 35629 h 118236"/>
                <a:gd name="connsiteX2" fmla="*/ 124205 w 297467"/>
                <a:gd name="connsiteY2" fmla="*/ 2292 h 118236"/>
                <a:gd name="connsiteX3" fmla="*/ 217868 w 297467"/>
                <a:gd name="connsiteY3" fmla="*/ 7054 h 118236"/>
                <a:gd name="connsiteX4" fmla="*/ 278193 w 297467"/>
                <a:gd name="connsiteY4" fmla="*/ 40391 h 118236"/>
                <a:gd name="connsiteX5" fmla="*/ 248030 w 297467"/>
                <a:gd name="connsiteY5" fmla="*/ 19753 h 118236"/>
                <a:gd name="connsiteX6" fmla="*/ 297243 w 297467"/>
                <a:gd name="connsiteY6" fmla="*/ 64204 h 118236"/>
                <a:gd name="connsiteX7" fmla="*/ 224218 w 297467"/>
                <a:gd name="connsiteY7" fmla="*/ 102304 h 118236"/>
                <a:gd name="connsiteX8" fmla="*/ 152780 w 297467"/>
                <a:gd name="connsiteY8" fmla="*/ 118180 h 118236"/>
                <a:gd name="connsiteX9" fmla="*/ 67055 w 297467"/>
                <a:gd name="connsiteY9" fmla="*/ 100717 h 118236"/>
                <a:gd name="connsiteX10" fmla="*/ 32130 w 297467"/>
                <a:gd name="connsiteY10" fmla="*/ 89604 h 118236"/>
                <a:gd name="connsiteX11" fmla="*/ 380 w 297467"/>
                <a:gd name="connsiteY11" fmla="*/ 72142 h 118236"/>
                <a:gd name="connsiteX0" fmla="*/ 380 w 297467"/>
                <a:gd name="connsiteY0" fmla="*/ 76481 h 122575"/>
                <a:gd name="connsiteX1" fmla="*/ 55943 w 297467"/>
                <a:gd name="connsiteY1" fmla="*/ 39968 h 122575"/>
                <a:gd name="connsiteX2" fmla="*/ 124205 w 297467"/>
                <a:gd name="connsiteY2" fmla="*/ 6631 h 122575"/>
                <a:gd name="connsiteX3" fmla="*/ 170243 w 297467"/>
                <a:gd name="connsiteY3" fmla="*/ 281 h 122575"/>
                <a:gd name="connsiteX4" fmla="*/ 217868 w 297467"/>
                <a:gd name="connsiteY4" fmla="*/ 11393 h 122575"/>
                <a:gd name="connsiteX5" fmla="*/ 278193 w 297467"/>
                <a:gd name="connsiteY5" fmla="*/ 44730 h 122575"/>
                <a:gd name="connsiteX6" fmla="*/ 248030 w 297467"/>
                <a:gd name="connsiteY6" fmla="*/ 24092 h 122575"/>
                <a:gd name="connsiteX7" fmla="*/ 297243 w 297467"/>
                <a:gd name="connsiteY7" fmla="*/ 68543 h 122575"/>
                <a:gd name="connsiteX8" fmla="*/ 224218 w 297467"/>
                <a:gd name="connsiteY8" fmla="*/ 106643 h 122575"/>
                <a:gd name="connsiteX9" fmla="*/ 152780 w 297467"/>
                <a:gd name="connsiteY9" fmla="*/ 122519 h 122575"/>
                <a:gd name="connsiteX10" fmla="*/ 67055 w 297467"/>
                <a:gd name="connsiteY10" fmla="*/ 105056 h 122575"/>
                <a:gd name="connsiteX11" fmla="*/ 32130 w 297467"/>
                <a:gd name="connsiteY11" fmla="*/ 93943 h 122575"/>
                <a:gd name="connsiteX12" fmla="*/ 380 w 297467"/>
                <a:gd name="connsiteY12" fmla="*/ 76481 h 122575"/>
                <a:gd name="connsiteX0" fmla="*/ 380 w 297467"/>
                <a:gd name="connsiteY0" fmla="*/ 76293 h 122387"/>
                <a:gd name="connsiteX1" fmla="*/ 55943 w 297467"/>
                <a:gd name="connsiteY1" fmla="*/ 39780 h 122387"/>
                <a:gd name="connsiteX2" fmla="*/ 79755 w 297467"/>
                <a:gd name="connsiteY2" fmla="*/ 15969 h 122387"/>
                <a:gd name="connsiteX3" fmla="*/ 124205 w 297467"/>
                <a:gd name="connsiteY3" fmla="*/ 6443 h 122387"/>
                <a:gd name="connsiteX4" fmla="*/ 170243 w 297467"/>
                <a:gd name="connsiteY4" fmla="*/ 93 h 122387"/>
                <a:gd name="connsiteX5" fmla="*/ 217868 w 297467"/>
                <a:gd name="connsiteY5" fmla="*/ 11205 h 122387"/>
                <a:gd name="connsiteX6" fmla="*/ 278193 w 297467"/>
                <a:gd name="connsiteY6" fmla="*/ 44542 h 122387"/>
                <a:gd name="connsiteX7" fmla="*/ 248030 w 297467"/>
                <a:gd name="connsiteY7" fmla="*/ 23904 h 122387"/>
                <a:gd name="connsiteX8" fmla="*/ 297243 w 297467"/>
                <a:gd name="connsiteY8" fmla="*/ 68355 h 122387"/>
                <a:gd name="connsiteX9" fmla="*/ 224218 w 297467"/>
                <a:gd name="connsiteY9" fmla="*/ 106455 h 122387"/>
                <a:gd name="connsiteX10" fmla="*/ 152780 w 297467"/>
                <a:gd name="connsiteY10" fmla="*/ 122331 h 122387"/>
                <a:gd name="connsiteX11" fmla="*/ 67055 w 297467"/>
                <a:gd name="connsiteY11" fmla="*/ 104868 h 122387"/>
                <a:gd name="connsiteX12" fmla="*/ 32130 w 297467"/>
                <a:gd name="connsiteY12" fmla="*/ 93755 h 122387"/>
                <a:gd name="connsiteX13" fmla="*/ 380 w 297467"/>
                <a:gd name="connsiteY13" fmla="*/ 76293 h 122387"/>
                <a:gd name="connsiteX0" fmla="*/ 380 w 297467"/>
                <a:gd name="connsiteY0" fmla="*/ 76293 h 122387"/>
                <a:gd name="connsiteX1" fmla="*/ 55943 w 297467"/>
                <a:gd name="connsiteY1" fmla="*/ 39780 h 122387"/>
                <a:gd name="connsiteX2" fmla="*/ 79755 w 297467"/>
                <a:gd name="connsiteY2" fmla="*/ 15969 h 122387"/>
                <a:gd name="connsiteX3" fmla="*/ 124205 w 297467"/>
                <a:gd name="connsiteY3" fmla="*/ 6443 h 122387"/>
                <a:gd name="connsiteX4" fmla="*/ 170243 w 297467"/>
                <a:gd name="connsiteY4" fmla="*/ 93 h 122387"/>
                <a:gd name="connsiteX5" fmla="*/ 217868 w 297467"/>
                <a:gd name="connsiteY5" fmla="*/ 11205 h 122387"/>
                <a:gd name="connsiteX6" fmla="*/ 278193 w 297467"/>
                <a:gd name="connsiteY6" fmla="*/ 44542 h 122387"/>
                <a:gd name="connsiteX7" fmla="*/ 248030 w 297467"/>
                <a:gd name="connsiteY7" fmla="*/ 23904 h 122387"/>
                <a:gd name="connsiteX8" fmla="*/ 297243 w 297467"/>
                <a:gd name="connsiteY8" fmla="*/ 68355 h 122387"/>
                <a:gd name="connsiteX9" fmla="*/ 224218 w 297467"/>
                <a:gd name="connsiteY9" fmla="*/ 106455 h 122387"/>
                <a:gd name="connsiteX10" fmla="*/ 152780 w 297467"/>
                <a:gd name="connsiteY10" fmla="*/ 122331 h 122387"/>
                <a:gd name="connsiteX11" fmla="*/ 67055 w 297467"/>
                <a:gd name="connsiteY11" fmla="*/ 104868 h 122387"/>
                <a:gd name="connsiteX12" fmla="*/ 32130 w 297467"/>
                <a:gd name="connsiteY12" fmla="*/ 93755 h 122387"/>
                <a:gd name="connsiteX13" fmla="*/ 380 w 297467"/>
                <a:gd name="connsiteY13" fmla="*/ 76293 h 122387"/>
                <a:gd name="connsiteX0" fmla="*/ 380 w 297467"/>
                <a:gd name="connsiteY0" fmla="*/ 77573 h 123667"/>
                <a:gd name="connsiteX1" fmla="*/ 55943 w 297467"/>
                <a:gd name="connsiteY1" fmla="*/ 41060 h 123667"/>
                <a:gd name="connsiteX2" fmla="*/ 79755 w 297467"/>
                <a:gd name="connsiteY2" fmla="*/ 17249 h 123667"/>
                <a:gd name="connsiteX3" fmla="*/ 122617 w 297467"/>
                <a:gd name="connsiteY3" fmla="*/ 1373 h 123667"/>
                <a:gd name="connsiteX4" fmla="*/ 170243 w 297467"/>
                <a:gd name="connsiteY4" fmla="*/ 1373 h 123667"/>
                <a:gd name="connsiteX5" fmla="*/ 217868 w 297467"/>
                <a:gd name="connsiteY5" fmla="*/ 12485 h 123667"/>
                <a:gd name="connsiteX6" fmla="*/ 278193 w 297467"/>
                <a:gd name="connsiteY6" fmla="*/ 45822 h 123667"/>
                <a:gd name="connsiteX7" fmla="*/ 248030 w 297467"/>
                <a:gd name="connsiteY7" fmla="*/ 25184 h 123667"/>
                <a:gd name="connsiteX8" fmla="*/ 297243 w 297467"/>
                <a:gd name="connsiteY8" fmla="*/ 69635 h 123667"/>
                <a:gd name="connsiteX9" fmla="*/ 224218 w 297467"/>
                <a:gd name="connsiteY9" fmla="*/ 107735 h 123667"/>
                <a:gd name="connsiteX10" fmla="*/ 152780 w 297467"/>
                <a:gd name="connsiteY10" fmla="*/ 123611 h 123667"/>
                <a:gd name="connsiteX11" fmla="*/ 67055 w 297467"/>
                <a:gd name="connsiteY11" fmla="*/ 106148 h 123667"/>
                <a:gd name="connsiteX12" fmla="*/ 32130 w 297467"/>
                <a:gd name="connsiteY12" fmla="*/ 95035 h 123667"/>
                <a:gd name="connsiteX13" fmla="*/ 380 w 297467"/>
                <a:gd name="connsiteY13" fmla="*/ 77573 h 123667"/>
                <a:gd name="connsiteX0" fmla="*/ 336 w 297423"/>
                <a:gd name="connsiteY0" fmla="*/ 77573 h 123667"/>
                <a:gd name="connsiteX1" fmla="*/ 54312 w 297423"/>
                <a:gd name="connsiteY1" fmla="*/ 37885 h 123667"/>
                <a:gd name="connsiteX2" fmla="*/ 79711 w 297423"/>
                <a:gd name="connsiteY2" fmla="*/ 17249 h 123667"/>
                <a:gd name="connsiteX3" fmla="*/ 122573 w 297423"/>
                <a:gd name="connsiteY3" fmla="*/ 1373 h 123667"/>
                <a:gd name="connsiteX4" fmla="*/ 170199 w 297423"/>
                <a:gd name="connsiteY4" fmla="*/ 1373 h 123667"/>
                <a:gd name="connsiteX5" fmla="*/ 217824 w 297423"/>
                <a:gd name="connsiteY5" fmla="*/ 12485 h 123667"/>
                <a:gd name="connsiteX6" fmla="*/ 278149 w 297423"/>
                <a:gd name="connsiteY6" fmla="*/ 45822 h 123667"/>
                <a:gd name="connsiteX7" fmla="*/ 247986 w 297423"/>
                <a:gd name="connsiteY7" fmla="*/ 25184 h 123667"/>
                <a:gd name="connsiteX8" fmla="*/ 297199 w 297423"/>
                <a:gd name="connsiteY8" fmla="*/ 69635 h 123667"/>
                <a:gd name="connsiteX9" fmla="*/ 224174 w 297423"/>
                <a:gd name="connsiteY9" fmla="*/ 107735 h 123667"/>
                <a:gd name="connsiteX10" fmla="*/ 152736 w 297423"/>
                <a:gd name="connsiteY10" fmla="*/ 123611 h 123667"/>
                <a:gd name="connsiteX11" fmla="*/ 67011 w 297423"/>
                <a:gd name="connsiteY11" fmla="*/ 106148 h 123667"/>
                <a:gd name="connsiteX12" fmla="*/ 32086 w 297423"/>
                <a:gd name="connsiteY12" fmla="*/ 95035 h 123667"/>
                <a:gd name="connsiteX13" fmla="*/ 336 w 297423"/>
                <a:gd name="connsiteY13" fmla="*/ 77573 h 123667"/>
                <a:gd name="connsiteX0" fmla="*/ 336 w 297423"/>
                <a:gd name="connsiteY0" fmla="*/ 77573 h 123667"/>
                <a:gd name="connsiteX1" fmla="*/ 54312 w 297423"/>
                <a:gd name="connsiteY1" fmla="*/ 37885 h 123667"/>
                <a:gd name="connsiteX2" fmla="*/ 79711 w 297423"/>
                <a:gd name="connsiteY2" fmla="*/ 17249 h 123667"/>
                <a:gd name="connsiteX3" fmla="*/ 122573 w 297423"/>
                <a:gd name="connsiteY3" fmla="*/ 1373 h 123667"/>
                <a:gd name="connsiteX4" fmla="*/ 170199 w 297423"/>
                <a:gd name="connsiteY4" fmla="*/ 1373 h 123667"/>
                <a:gd name="connsiteX5" fmla="*/ 217824 w 297423"/>
                <a:gd name="connsiteY5" fmla="*/ 12485 h 123667"/>
                <a:gd name="connsiteX6" fmla="*/ 278149 w 297423"/>
                <a:gd name="connsiteY6" fmla="*/ 45822 h 123667"/>
                <a:gd name="connsiteX7" fmla="*/ 247986 w 297423"/>
                <a:gd name="connsiteY7" fmla="*/ 25184 h 123667"/>
                <a:gd name="connsiteX8" fmla="*/ 297199 w 297423"/>
                <a:gd name="connsiteY8" fmla="*/ 69635 h 123667"/>
                <a:gd name="connsiteX9" fmla="*/ 224174 w 297423"/>
                <a:gd name="connsiteY9" fmla="*/ 107735 h 123667"/>
                <a:gd name="connsiteX10" fmla="*/ 152736 w 297423"/>
                <a:gd name="connsiteY10" fmla="*/ 123611 h 123667"/>
                <a:gd name="connsiteX11" fmla="*/ 67011 w 297423"/>
                <a:gd name="connsiteY11" fmla="*/ 106148 h 123667"/>
                <a:gd name="connsiteX12" fmla="*/ 32086 w 297423"/>
                <a:gd name="connsiteY12" fmla="*/ 95035 h 123667"/>
                <a:gd name="connsiteX13" fmla="*/ 336 w 297423"/>
                <a:gd name="connsiteY13" fmla="*/ 77573 h 123667"/>
                <a:gd name="connsiteX0" fmla="*/ 336 w 297423"/>
                <a:gd name="connsiteY0" fmla="*/ 78504 h 124598"/>
                <a:gd name="connsiteX1" fmla="*/ 54312 w 297423"/>
                <a:gd name="connsiteY1" fmla="*/ 38816 h 124598"/>
                <a:gd name="connsiteX2" fmla="*/ 57486 w 297423"/>
                <a:gd name="connsiteY2" fmla="*/ 30880 h 124598"/>
                <a:gd name="connsiteX3" fmla="*/ 122573 w 297423"/>
                <a:gd name="connsiteY3" fmla="*/ 2304 h 124598"/>
                <a:gd name="connsiteX4" fmla="*/ 170199 w 297423"/>
                <a:gd name="connsiteY4" fmla="*/ 2304 h 124598"/>
                <a:gd name="connsiteX5" fmla="*/ 217824 w 297423"/>
                <a:gd name="connsiteY5" fmla="*/ 13416 h 124598"/>
                <a:gd name="connsiteX6" fmla="*/ 278149 w 297423"/>
                <a:gd name="connsiteY6" fmla="*/ 46753 h 124598"/>
                <a:gd name="connsiteX7" fmla="*/ 247986 w 297423"/>
                <a:gd name="connsiteY7" fmla="*/ 26115 h 124598"/>
                <a:gd name="connsiteX8" fmla="*/ 297199 w 297423"/>
                <a:gd name="connsiteY8" fmla="*/ 70566 h 124598"/>
                <a:gd name="connsiteX9" fmla="*/ 224174 w 297423"/>
                <a:gd name="connsiteY9" fmla="*/ 108666 h 124598"/>
                <a:gd name="connsiteX10" fmla="*/ 152736 w 297423"/>
                <a:gd name="connsiteY10" fmla="*/ 124542 h 124598"/>
                <a:gd name="connsiteX11" fmla="*/ 67011 w 297423"/>
                <a:gd name="connsiteY11" fmla="*/ 107079 h 124598"/>
                <a:gd name="connsiteX12" fmla="*/ 32086 w 297423"/>
                <a:gd name="connsiteY12" fmla="*/ 95966 h 124598"/>
                <a:gd name="connsiteX13" fmla="*/ 336 w 297423"/>
                <a:gd name="connsiteY13" fmla="*/ 78504 h 124598"/>
                <a:gd name="connsiteX0" fmla="*/ 336 w 297423"/>
                <a:gd name="connsiteY0" fmla="*/ 80615 h 126709"/>
                <a:gd name="connsiteX1" fmla="*/ 54312 w 297423"/>
                <a:gd name="connsiteY1" fmla="*/ 40927 h 126709"/>
                <a:gd name="connsiteX2" fmla="*/ 57486 w 297423"/>
                <a:gd name="connsiteY2" fmla="*/ 32991 h 126709"/>
                <a:gd name="connsiteX3" fmla="*/ 122573 w 297423"/>
                <a:gd name="connsiteY3" fmla="*/ 4415 h 126709"/>
                <a:gd name="connsiteX4" fmla="*/ 170199 w 297423"/>
                <a:gd name="connsiteY4" fmla="*/ 4415 h 126709"/>
                <a:gd name="connsiteX5" fmla="*/ 217824 w 297423"/>
                <a:gd name="connsiteY5" fmla="*/ 15527 h 126709"/>
                <a:gd name="connsiteX6" fmla="*/ 278149 w 297423"/>
                <a:gd name="connsiteY6" fmla="*/ 48864 h 126709"/>
                <a:gd name="connsiteX7" fmla="*/ 247986 w 297423"/>
                <a:gd name="connsiteY7" fmla="*/ 28226 h 126709"/>
                <a:gd name="connsiteX8" fmla="*/ 297199 w 297423"/>
                <a:gd name="connsiteY8" fmla="*/ 72677 h 126709"/>
                <a:gd name="connsiteX9" fmla="*/ 224174 w 297423"/>
                <a:gd name="connsiteY9" fmla="*/ 110777 h 126709"/>
                <a:gd name="connsiteX10" fmla="*/ 152736 w 297423"/>
                <a:gd name="connsiteY10" fmla="*/ 126653 h 126709"/>
                <a:gd name="connsiteX11" fmla="*/ 67011 w 297423"/>
                <a:gd name="connsiteY11" fmla="*/ 109190 h 126709"/>
                <a:gd name="connsiteX12" fmla="*/ 32086 w 297423"/>
                <a:gd name="connsiteY12" fmla="*/ 98077 h 126709"/>
                <a:gd name="connsiteX13" fmla="*/ 336 w 297423"/>
                <a:gd name="connsiteY13" fmla="*/ 80615 h 126709"/>
                <a:gd name="connsiteX0" fmla="*/ 336 w 297423"/>
                <a:gd name="connsiteY0" fmla="*/ 81014 h 127108"/>
                <a:gd name="connsiteX1" fmla="*/ 54312 w 297423"/>
                <a:gd name="connsiteY1" fmla="*/ 41326 h 127108"/>
                <a:gd name="connsiteX2" fmla="*/ 57486 w 297423"/>
                <a:gd name="connsiteY2" fmla="*/ 33390 h 127108"/>
                <a:gd name="connsiteX3" fmla="*/ 122573 w 297423"/>
                <a:gd name="connsiteY3" fmla="*/ 4814 h 127108"/>
                <a:gd name="connsiteX4" fmla="*/ 170199 w 297423"/>
                <a:gd name="connsiteY4" fmla="*/ 4814 h 127108"/>
                <a:gd name="connsiteX5" fmla="*/ 217824 w 297423"/>
                <a:gd name="connsiteY5" fmla="*/ 15926 h 127108"/>
                <a:gd name="connsiteX6" fmla="*/ 278149 w 297423"/>
                <a:gd name="connsiteY6" fmla="*/ 49263 h 127108"/>
                <a:gd name="connsiteX7" fmla="*/ 247986 w 297423"/>
                <a:gd name="connsiteY7" fmla="*/ 28625 h 127108"/>
                <a:gd name="connsiteX8" fmla="*/ 297199 w 297423"/>
                <a:gd name="connsiteY8" fmla="*/ 73076 h 127108"/>
                <a:gd name="connsiteX9" fmla="*/ 224174 w 297423"/>
                <a:gd name="connsiteY9" fmla="*/ 111176 h 127108"/>
                <a:gd name="connsiteX10" fmla="*/ 152736 w 297423"/>
                <a:gd name="connsiteY10" fmla="*/ 127052 h 127108"/>
                <a:gd name="connsiteX11" fmla="*/ 67011 w 297423"/>
                <a:gd name="connsiteY11" fmla="*/ 109589 h 127108"/>
                <a:gd name="connsiteX12" fmla="*/ 32086 w 297423"/>
                <a:gd name="connsiteY12" fmla="*/ 98476 h 127108"/>
                <a:gd name="connsiteX13" fmla="*/ 336 w 297423"/>
                <a:gd name="connsiteY13" fmla="*/ 81014 h 127108"/>
                <a:gd name="connsiteX0" fmla="*/ 336 w 297423"/>
                <a:gd name="connsiteY0" fmla="*/ 78190 h 124284"/>
                <a:gd name="connsiteX1" fmla="*/ 54312 w 297423"/>
                <a:gd name="connsiteY1" fmla="*/ 38502 h 124284"/>
                <a:gd name="connsiteX2" fmla="*/ 79711 w 297423"/>
                <a:gd name="connsiteY2" fmla="*/ 19453 h 124284"/>
                <a:gd name="connsiteX3" fmla="*/ 122573 w 297423"/>
                <a:gd name="connsiteY3" fmla="*/ 1990 h 124284"/>
                <a:gd name="connsiteX4" fmla="*/ 170199 w 297423"/>
                <a:gd name="connsiteY4" fmla="*/ 1990 h 124284"/>
                <a:gd name="connsiteX5" fmla="*/ 217824 w 297423"/>
                <a:gd name="connsiteY5" fmla="*/ 13102 h 124284"/>
                <a:gd name="connsiteX6" fmla="*/ 278149 w 297423"/>
                <a:gd name="connsiteY6" fmla="*/ 46439 h 124284"/>
                <a:gd name="connsiteX7" fmla="*/ 247986 w 297423"/>
                <a:gd name="connsiteY7" fmla="*/ 25801 h 124284"/>
                <a:gd name="connsiteX8" fmla="*/ 297199 w 297423"/>
                <a:gd name="connsiteY8" fmla="*/ 70252 h 124284"/>
                <a:gd name="connsiteX9" fmla="*/ 224174 w 297423"/>
                <a:gd name="connsiteY9" fmla="*/ 108352 h 124284"/>
                <a:gd name="connsiteX10" fmla="*/ 152736 w 297423"/>
                <a:gd name="connsiteY10" fmla="*/ 124228 h 124284"/>
                <a:gd name="connsiteX11" fmla="*/ 67011 w 297423"/>
                <a:gd name="connsiteY11" fmla="*/ 106765 h 124284"/>
                <a:gd name="connsiteX12" fmla="*/ 32086 w 297423"/>
                <a:gd name="connsiteY12" fmla="*/ 95652 h 124284"/>
                <a:gd name="connsiteX13" fmla="*/ 336 w 297423"/>
                <a:gd name="connsiteY13" fmla="*/ 78190 h 124284"/>
                <a:gd name="connsiteX0" fmla="*/ 94 w 297181"/>
                <a:gd name="connsiteY0" fmla="*/ 78190 h 124284"/>
                <a:gd name="connsiteX1" fmla="*/ 42958 w 297181"/>
                <a:gd name="connsiteY1" fmla="*/ 40089 h 124284"/>
                <a:gd name="connsiteX2" fmla="*/ 79469 w 297181"/>
                <a:gd name="connsiteY2" fmla="*/ 19453 h 124284"/>
                <a:gd name="connsiteX3" fmla="*/ 122331 w 297181"/>
                <a:gd name="connsiteY3" fmla="*/ 1990 h 124284"/>
                <a:gd name="connsiteX4" fmla="*/ 169957 w 297181"/>
                <a:gd name="connsiteY4" fmla="*/ 1990 h 124284"/>
                <a:gd name="connsiteX5" fmla="*/ 217582 w 297181"/>
                <a:gd name="connsiteY5" fmla="*/ 13102 h 124284"/>
                <a:gd name="connsiteX6" fmla="*/ 277907 w 297181"/>
                <a:gd name="connsiteY6" fmla="*/ 46439 h 124284"/>
                <a:gd name="connsiteX7" fmla="*/ 247744 w 297181"/>
                <a:gd name="connsiteY7" fmla="*/ 25801 h 124284"/>
                <a:gd name="connsiteX8" fmla="*/ 296957 w 297181"/>
                <a:gd name="connsiteY8" fmla="*/ 70252 h 124284"/>
                <a:gd name="connsiteX9" fmla="*/ 223932 w 297181"/>
                <a:gd name="connsiteY9" fmla="*/ 108352 h 124284"/>
                <a:gd name="connsiteX10" fmla="*/ 152494 w 297181"/>
                <a:gd name="connsiteY10" fmla="*/ 124228 h 124284"/>
                <a:gd name="connsiteX11" fmla="*/ 66769 w 297181"/>
                <a:gd name="connsiteY11" fmla="*/ 106765 h 124284"/>
                <a:gd name="connsiteX12" fmla="*/ 31844 w 297181"/>
                <a:gd name="connsiteY12" fmla="*/ 95652 h 124284"/>
                <a:gd name="connsiteX13" fmla="*/ 94 w 297181"/>
                <a:gd name="connsiteY13" fmla="*/ 78190 h 124284"/>
                <a:gd name="connsiteX0" fmla="*/ 94 w 297181"/>
                <a:gd name="connsiteY0" fmla="*/ 79199 h 125293"/>
                <a:gd name="connsiteX1" fmla="*/ 42958 w 297181"/>
                <a:gd name="connsiteY1" fmla="*/ 41098 h 125293"/>
                <a:gd name="connsiteX2" fmla="*/ 79469 w 297181"/>
                <a:gd name="connsiteY2" fmla="*/ 20462 h 125293"/>
                <a:gd name="connsiteX3" fmla="*/ 135031 w 297181"/>
                <a:gd name="connsiteY3" fmla="*/ 1412 h 125293"/>
                <a:gd name="connsiteX4" fmla="*/ 169957 w 297181"/>
                <a:gd name="connsiteY4" fmla="*/ 2999 h 125293"/>
                <a:gd name="connsiteX5" fmla="*/ 217582 w 297181"/>
                <a:gd name="connsiteY5" fmla="*/ 14111 h 125293"/>
                <a:gd name="connsiteX6" fmla="*/ 277907 w 297181"/>
                <a:gd name="connsiteY6" fmla="*/ 47448 h 125293"/>
                <a:gd name="connsiteX7" fmla="*/ 247744 w 297181"/>
                <a:gd name="connsiteY7" fmla="*/ 26810 h 125293"/>
                <a:gd name="connsiteX8" fmla="*/ 296957 w 297181"/>
                <a:gd name="connsiteY8" fmla="*/ 71261 h 125293"/>
                <a:gd name="connsiteX9" fmla="*/ 223932 w 297181"/>
                <a:gd name="connsiteY9" fmla="*/ 109361 h 125293"/>
                <a:gd name="connsiteX10" fmla="*/ 152494 w 297181"/>
                <a:gd name="connsiteY10" fmla="*/ 125237 h 125293"/>
                <a:gd name="connsiteX11" fmla="*/ 66769 w 297181"/>
                <a:gd name="connsiteY11" fmla="*/ 107774 h 125293"/>
                <a:gd name="connsiteX12" fmla="*/ 31844 w 297181"/>
                <a:gd name="connsiteY12" fmla="*/ 96661 h 125293"/>
                <a:gd name="connsiteX13" fmla="*/ 94 w 297181"/>
                <a:gd name="connsiteY13" fmla="*/ 79199 h 125293"/>
                <a:gd name="connsiteX0" fmla="*/ 94 w 297181"/>
                <a:gd name="connsiteY0" fmla="*/ 79200 h 125294"/>
                <a:gd name="connsiteX1" fmla="*/ 42958 w 297181"/>
                <a:gd name="connsiteY1" fmla="*/ 41099 h 125294"/>
                <a:gd name="connsiteX2" fmla="*/ 79469 w 297181"/>
                <a:gd name="connsiteY2" fmla="*/ 20463 h 125294"/>
                <a:gd name="connsiteX3" fmla="*/ 135031 w 297181"/>
                <a:gd name="connsiteY3" fmla="*/ 1413 h 125294"/>
                <a:gd name="connsiteX4" fmla="*/ 182657 w 297181"/>
                <a:gd name="connsiteY4" fmla="*/ 3000 h 125294"/>
                <a:gd name="connsiteX5" fmla="*/ 217582 w 297181"/>
                <a:gd name="connsiteY5" fmla="*/ 14112 h 125294"/>
                <a:gd name="connsiteX6" fmla="*/ 277907 w 297181"/>
                <a:gd name="connsiteY6" fmla="*/ 47449 h 125294"/>
                <a:gd name="connsiteX7" fmla="*/ 247744 w 297181"/>
                <a:gd name="connsiteY7" fmla="*/ 26811 h 125294"/>
                <a:gd name="connsiteX8" fmla="*/ 296957 w 297181"/>
                <a:gd name="connsiteY8" fmla="*/ 71262 h 125294"/>
                <a:gd name="connsiteX9" fmla="*/ 223932 w 297181"/>
                <a:gd name="connsiteY9" fmla="*/ 109362 h 125294"/>
                <a:gd name="connsiteX10" fmla="*/ 152494 w 297181"/>
                <a:gd name="connsiteY10" fmla="*/ 125238 h 125294"/>
                <a:gd name="connsiteX11" fmla="*/ 66769 w 297181"/>
                <a:gd name="connsiteY11" fmla="*/ 107775 h 125294"/>
                <a:gd name="connsiteX12" fmla="*/ 31844 w 297181"/>
                <a:gd name="connsiteY12" fmla="*/ 96662 h 125294"/>
                <a:gd name="connsiteX13" fmla="*/ 94 w 297181"/>
                <a:gd name="connsiteY13" fmla="*/ 79200 h 125294"/>
                <a:gd name="connsiteX0" fmla="*/ 94 w 297181"/>
                <a:gd name="connsiteY0" fmla="*/ 79200 h 125294"/>
                <a:gd name="connsiteX1" fmla="*/ 42958 w 297181"/>
                <a:gd name="connsiteY1" fmla="*/ 41099 h 125294"/>
                <a:gd name="connsiteX2" fmla="*/ 79469 w 297181"/>
                <a:gd name="connsiteY2" fmla="*/ 20463 h 125294"/>
                <a:gd name="connsiteX3" fmla="*/ 135031 w 297181"/>
                <a:gd name="connsiteY3" fmla="*/ 1413 h 125294"/>
                <a:gd name="connsiteX4" fmla="*/ 182657 w 297181"/>
                <a:gd name="connsiteY4" fmla="*/ 3000 h 125294"/>
                <a:gd name="connsiteX5" fmla="*/ 222345 w 297181"/>
                <a:gd name="connsiteY5" fmla="*/ 14112 h 125294"/>
                <a:gd name="connsiteX6" fmla="*/ 277907 w 297181"/>
                <a:gd name="connsiteY6" fmla="*/ 47449 h 125294"/>
                <a:gd name="connsiteX7" fmla="*/ 247744 w 297181"/>
                <a:gd name="connsiteY7" fmla="*/ 26811 h 125294"/>
                <a:gd name="connsiteX8" fmla="*/ 296957 w 297181"/>
                <a:gd name="connsiteY8" fmla="*/ 71262 h 125294"/>
                <a:gd name="connsiteX9" fmla="*/ 223932 w 297181"/>
                <a:gd name="connsiteY9" fmla="*/ 109362 h 125294"/>
                <a:gd name="connsiteX10" fmla="*/ 152494 w 297181"/>
                <a:gd name="connsiteY10" fmla="*/ 125238 h 125294"/>
                <a:gd name="connsiteX11" fmla="*/ 66769 w 297181"/>
                <a:gd name="connsiteY11" fmla="*/ 107775 h 125294"/>
                <a:gd name="connsiteX12" fmla="*/ 31844 w 297181"/>
                <a:gd name="connsiteY12" fmla="*/ 96662 h 125294"/>
                <a:gd name="connsiteX13" fmla="*/ 94 w 297181"/>
                <a:gd name="connsiteY13" fmla="*/ 79200 h 125294"/>
                <a:gd name="connsiteX0" fmla="*/ 28 w 297115"/>
                <a:gd name="connsiteY0" fmla="*/ 79200 h 125294"/>
                <a:gd name="connsiteX1" fmla="*/ 42892 w 297115"/>
                <a:gd name="connsiteY1" fmla="*/ 41099 h 125294"/>
                <a:gd name="connsiteX2" fmla="*/ 79403 w 297115"/>
                <a:gd name="connsiteY2" fmla="*/ 20463 h 125294"/>
                <a:gd name="connsiteX3" fmla="*/ 134965 w 297115"/>
                <a:gd name="connsiteY3" fmla="*/ 1413 h 125294"/>
                <a:gd name="connsiteX4" fmla="*/ 182591 w 297115"/>
                <a:gd name="connsiteY4" fmla="*/ 3000 h 125294"/>
                <a:gd name="connsiteX5" fmla="*/ 222279 w 297115"/>
                <a:gd name="connsiteY5" fmla="*/ 14112 h 125294"/>
                <a:gd name="connsiteX6" fmla="*/ 277841 w 297115"/>
                <a:gd name="connsiteY6" fmla="*/ 47449 h 125294"/>
                <a:gd name="connsiteX7" fmla="*/ 247678 w 297115"/>
                <a:gd name="connsiteY7" fmla="*/ 26811 h 125294"/>
                <a:gd name="connsiteX8" fmla="*/ 296891 w 297115"/>
                <a:gd name="connsiteY8" fmla="*/ 71262 h 125294"/>
                <a:gd name="connsiteX9" fmla="*/ 223866 w 297115"/>
                <a:gd name="connsiteY9" fmla="*/ 109362 h 125294"/>
                <a:gd name="connsiteX10" fmla="*/ 152428 w 297115"/>
                <a:gd name="connsiteY10" fmla="*/ 125238 h 125294"/>
                <a:gd name="connsiteX11" fmla="*/ 66703 w 297115"/>
                <a:gd name="connsiteY11" fmla="*/ 107775 h 125294"/>
                <a:gd name="connsiteX12" fmla="*/ 36541 w 297115"/>
                <a:gd name="connsiteY12" fmla="*/ 90312 h 125294"/>
                <a:gd name="connsiteX13" fmla="*/ 28 w 297115"/>
                <a:gd name="connsiteY13" fmla="*/ 79200 h 125294"/>
                <a:gd name="connsiteX0" fmla="*/ 345 w 297432"/>
                <a:gd name="connsiteY0" fmla="*/ 79200 h 125294"/>
                <a:gd name="connsiteX1" fmla="*/ 43209 w 297432"/>
                <a:gd name="connsiteY1" fmla="*/ 41099 h 125294"/>
                <a:gd name="connsiteX2" fmla="*/ 79720 w 297432"/>
                <a:gd name="connsiteY2" fmla="*/ 20463 h 125294"/>
                <a:gd name="connsiteX3" fmla="*/ 135282 w 297432"/>
                <a:gd name="connsiteY3" fmla="*/ 1413 h 125294"/>
                <a:gd name="connsiteX4" fmla="*/ 182908 w 297432"/>
                <a:gd name="connsiteY4" fmla="*/ 3000 h 125294"/>
                <a:gd name="connsiteX5" fmla="*/ 222596 w 297432"/>
                <a:gd name="connsiteY5" fmla="*/ 14112 h 125294"/>
                <a:gd name="connsiteX6" fmla="*/ 278158 w 297432"/>
                <a:gd name="connsiteY6" fmla="*/ 47449 h 125294"/>
                <a:gd name="connsiteX7" fmla="*/ 247995 w 297432"/>
                <a:gd name="connsiteY7" fmla="*/ 26811 h 125294"/>
                <a:gd name="connsiteX8" fmla="*/ 297208 w 297432"/>
                <a:gd name="connsiteY8" fmla="*/ 71262 h 125294"/>
                <a:gd name="connsiteX9" fmla="*/ 224183 w 297432"/>
                <a:gd name="connsiteY9" fmla="*/ 109362 h 125294"/>
                <a:gd name="connsiteX10" fmla="*/ 152745 w 297432"/>
                <a:gd name="connsiteY10" fmla="*/ 125238 h 125294"/>
                <a:gd name="connsiteX11" fmla="*/ 67020 w 297432"/>
                <a:gd name="connsiteY11" fmla="*/ 107775 h 125294"/>
                <a:gd name="connsiteX12" fmla="*/ 24158 w 297432"/>
                <a:gd name="connsiteY12" fmla="*/ 88724 h 125294"/>
                <a:gd name="connsiteX13" fmla="*/ 345 w 297432"/>
                <a:gd name="connsiteY13" fmla="*/ 79200 h 125294"/>
                <a:gd name="connsiteX0" fmla="*/ 345 w 297432"/>
                <a:gd name="connsiteY0" fmla="*/ 79200 h 125294"/>
                <a:gd name="connsiteX1" fmla="*/ 43209 w 297432"/>
                <a:gd name="connsiteY1" fmla="*/ 41099 h 125294"/>
                <a:gd name="connsiteX2" fmla="*/ 79720 w 297432"/>
                <a:gd name="connsiteY2" fmla="*/ 20463 h 125294"/>
                <a:gd name="connsiteX3" fmla="*/ 135282 w 297432"/>
                <a:gd name="connsiteY3" fmla="*/ 1413 h 125294"/>
                <a:gd name="connsiteX4" fmla="*/ 182908 w 297432"/>
                <a:gd name="connsiteY4" fmla="*/ 3000 h 125294"/>
                <a:gd name="connsiteX5" fmla="*/ 222596 w 297432"/>
                <a:gd name="connsiteY5" fmla="*/ 14112 h 125294"/>
                <a:gd name="connsiteX6" fmla="*/ 278158 w 297432"/>
                <a:gd name="connsiteY6" fmla="*/ 47449 h 125294"/>
                <a:gd name="connsiteX7" fmla="*/ 247995 w 297432"/>
                <a:gd name="connsiteY7" fmla="*/ 26811 h 125294"/>
                <a:gd name="connsiteX8" fmla="*/ 297208 w 297432"/>
                <a:gd name="connsiteY8" fmla="*/ 71262 h 125294"/>
                <a:gd name="connsiteX9" fmla="*/ 224183 w 297432"/>
                <a:gd name="connsiteY9" fmla="*/ 109362 h 125294"/>
                <a:gd name="connsiteX10" fmla="*/ 152745 w 297432"/>
                <a:gd name="connsiteY10" fmla="*/ 125238 h 125294"/>
                <a:gd name="connsiteX11" fmla="*/ 82895 w 297432"/>
                <a:gd name="connsiteY11" fmla="*/ 112538 h 125294"/>
                <a:gd name="connsiteX12" fmla="*/ 24158 w 297432"/>
                <a:gd name="connsiteY12" fmla="*/ 88724 h 125294"/>
                <a:gd name="connsiteX13" fmla="*/ 345 w 297432"/>
                <a:gd name="connsiteY13" fmla="*/ 79200 h 125294"/>
                <a:gd name="connsiteX0" fmla="*/ 345 w 297432"/>
                <a:gd name="connsiteY0" fmla="*/ 79200 h 123717"/>
                <a:gd name="connsiteX1" fmla="*/ 43209 w 297432"/>
                <a:gd name="connsiteY1" fmla="*/ 41099 h 123717"/>
                <a:gd name="connsiteX2" fmla="*/ 79720 w 297432"/>
                <a:gd name="connsiteY2" fmla="*/ 20463 h 123717"/>
                <a:gd name="connsiteX3" fmla="*/ 135282 w 297432"/>
                <a:gd name="connsiteY3" fmla="*/ 1413 h 123717"/>
                <a:gd name="connsiteX4" fmla="*/ 182908 w 297432"/>
                <a:gd name="connsiteY4" fmla="*/ 3000 h 123717"/>
                <a:gd name="connsiteX5" fmla="*/ 222596 w 297432"/>
                <a:gd name="connsiteY5" fmla="*/ 14112 h 123717"/>
                <a:gd name="connsiteX6" fmla="*/ 278158 w 297432"/>
                <a:gd name="connsiteY6" fmla="*/ 47449 h 123717"/>
                <a:gd name="connsiteX7" fmla="*/ 247995 w 297432"/>
                <a:gd name="connsiteY7" fmla="*/ 26811 h 123717"/>
                <a:gd name="connsiteX8" fmla="*/ 297208 w 297432"/>
                <a:gd name="connsiteY8" fmla="*/ 71262 h 123717"/>
                <a:gd name="connsiteX9" fmla="*/ 224183 w 297432"/>
                <a:gd name="connsiteY9" fmla="*/ 109362 h 123717"/>
                <a:gd name="connsiteX10" fmla="*/ 168620 w 297432"/>
                <a:gd name="connsiteY10" fmla="*/ 123650 h 123717"/>
                <a:gd name="connsiteX11" fmla="*/ 82895 w 297432"/>
                <a:gd name="connsiteY11" fmla="*/ 112538 h 123717"/>
                <a:gd name="connsiteX12" fmla="*/ 24158 w 297432"/>
                <a:gd name="connsiteY12" fmla="*/ 88724 h 123717"/>
                <a:gd name="connsiteX13" fmla="*/ 345 w 297432"/>
                <a:gd name="connsiteY13" fmla="*/ 79200 h 123717"/>
                <a:gd name="connsiteX0" fmla="*/ 345 w 297292"/>
                <a:gd name="connsiteY0" fmla="*/ 79200 h 123690"/>
                <a:gd name="connsiteX1" fmla="*/ 43209 w 297292"/>
                <a:gd name="connsiteY1" fmla="*/ 41099 h 123690"/>
                <a:gd name="connsiteX2" fmla="*/ 79720 w 297292"/>
                <a:gd name="connsiteY2" fmla="*/ 20463 h 123690"/>
                <a:gd name="connsiteX3" fmla="*/ 135282 w 297292"/>
                <a:gd name="connsiteY3" fmla="*/ 1413 h 123690"/>
                <a:gd name="connsiteX4" fmla="*/ 182908 w 297292"/>
                <a:gd name="connsiteY4" fmla="*/ 3000 h 123690"/>
                <a:gd name="connsiteX5" fmla="*/ 222596 w 297292"/>
                <a:gd name="connsiteY5" fmla="*/ 14112 h 123690"/>
                <a:gd name="connsiteX6" fmla="*/ 278158 w 297292"/>
                <a:gd name="connsiteY6" fmla="*/ 47449 h 123690"/>
                <a:gd name="connsiteX7" fmla="*/ 247995 w 297292"/>
                <a:gd name="connsiteY7" fmla="*/ 26811 h 123690"/>
                <a:gd name="connsiteX8" fmla="*/ 297208 w 297292"/>
                <a:gd name="connsiteY8" fmla="*/ 71262 h 123690"/>
                <a:gd name="connsiteX9" fmla="*/ 233708 w 297292"/>
                <a:gd name="connsiteY9" fmla="*/ 104600 h 123690"/>
                <a:gd name="connsiteX10" fmla="*/ 168620 w 297292"/>
                <a:gd name="connsiteY10" fmla="*/ 123650 h 123690"/>
                <a:gd name="connsiteX11" fmla="*/ 82895 w 297292"/>
                <a:gd name="connsiteY11" fmla="*/ 112538 h 123690"/>
                <a:gd name="connsiteX12" fmla="*/ 24158 w 297292"/>
                <a:gd name="connsiteY12" fmla="*/ 88724 h 123690"/>
                <a:gd name="connsiteX13" fmla="*/ 345 w 297292"/>
                <a:gd name="connsiteY13" fmla="*/ 79200 h 123690"/>
                <a:gd name="connsiteX0" fmla="*/ 345 w 298292"/>
                <a:gd name="connsiteY0" fmla="*/ 79200 h 123686"/>
                <a:gd name="connsiteX1" fmla="*/ 43209 w 298292"/>
                <a:gd name="connsiteY1" fmla="*/ 41099 h 123686"/>
                <a:gd name="connsiteX2" fmla="*/ 79720 w 298292"/>
                <a:gd name="connsiteY2" fmla="*/ 20463 h 123686"/>
                <a:gd name="connsiteX3" fmla="*/ 135282 w 298292"/>
                <a:gd name="connsiteY3" fmla="*/ 1413 h 123686"/>
                <a:gd name="connsiteX4" fmla="*/ 182908 w 298292"/>
                <a:gd name="connsiteY4" fmla="*/ 3000 h 123686"/>
                <a:gd name="connsiteX5" fmla="*/ 222596 w 298292"/>
                <a:gd name="connsiteY5" fmla="*/ 14112 h 123686"/>
                <a:gd name="connsiteX6" fmla="*/ 278158 w 298292"/>
                <a:gd name="connsiteY6" fmla="*/ 47449 h 123686"/>
                <a:gd name="connsiteX7" fmla="*/ 247995 w 298292"/>
                <a:gd name="connsiteY7" fmla="*/ 26811 h 123686"/>
                <a:gd name="connsiteX8" fmla="*/ 297208 w 298292"/>
                <a:gd name="connsiteY8" fmla="*/ 71262 h 123686"/>
                <a:gd name="connsiteX9" fmla="*/ 278158 w 298292"/>
                <a:gd name="connsiteY9" fmla="*/ 79204 h 123686"/>
                <a:gd name="connsiteX10" fmla="*/ 233708 w 298292"/>
                <a:gd name="connsiteY10" fmla="*/ 104600 h 123686"/>
                <a:gd name="connsiteX11" fmla="*/ 168620 w 298292"/>
                <a:gd name="connsiteY11" fmla="*/ 123650 h 123686"/>
                <a:gd name="connsiteX12" fmla="*/ 82895 w 298292"/>
                <a:gd name="connsiteY12" fmla="*/ 112538 h 123686"/>
                <a:gd name="connsiteX13" fmla="*/ 24158 w 298292"/>
                <a:gd name="connsiteY13" fmla="*/ 88724 h 123686"/>
                <a:gd name="connsiteX14" fmla="*/ 345 w 298292"/>
                <a:gd name="connsiteY14" fmla="*/ 79200 h 123686"/>
                <a:gd name="connsiteX0" fmla="*/ 345 w 298292"/>
                <a:gd name="connsiteY0" fmla="*/ 79200 h 123686"/>
                <a:gd name="connsiteX1" fmla="*/ 43209 w 298292"/>
                <a:gd name="connsiteY1" fmla="*/ 41099 h 123686"/>
                <a:gd name="connsiteX2" fmla="*/ 79720 w 298292"/>
                <a:gd name="connsiteY2" fmla="*/ 20463 h 123686"/>
                <a:gd name="connsiteX3" fmla="*/ 135282 w 298292"/>
                <a:gd name="connsiteY3" fmla="*/ 1413 h 123686"/>
                <a:gd name="connsiteX4" fmla="*/ 182908 w 298292"/>
                <a:gd name="connsiteY4" fmla="*/ 3000 h 123686"/>
                <a:gd name="connsiteX5" fmla="*/ 222596 w 298292"/>
                <a:gd name="connsiteY5" fmla="*/ 14112 h 123686"/>
                <a:gd name="connsiteX6" fmla="*/ 225771 w 298292"/>
                <a:gd name="connsiteY6" fmla="*/ 15699 h 123686"/>
                <a:gd name="connsiteX7" fmla="*/ 247995 w 298292"/>
                <a:gd name="connsiteY7" fmla="*/ 26811 h 123686"/>
                <a:gd name="connsiteX8" fmla="*/ 297208 w 298292"/>
                <a:gd name="connsiteY8" fmla="*/ 71262 h 123686"/>
                <a:gd name="connsiteX9" fmla="*/ 278158 w 298292"/>
                <a:gd name="connsiteY9" fmla="*/ 79204 h 123686"/>
                <a:gd name="connsiteX10" fmla="*/ 233708 w 298292"/>
                <a:gd name="connsiteY10" fmla="*/ 104600 h 123686"/>
                <a:gd name="connsiteX11" fmla="*/ 168620 w 298292"/>
                <a:gd name="connsiteY11" fmla="*/ 123650 h 123686"/>
                <a:gd name="connsiteX12" fmla="*/ 82895 w 298292"/>
                <a:gd name="connsiteY12" fmla="*/ 112538 h 123686"/>
                <a:gd name="connsiteX13" fmla="*/ 24158 w 298292"/>
                <a:gd name="connsiteY13" fmla="*/ 88724 h 123686"/>
                <a:gd name="connsiteX14" fmla="*/ 345 w 298292"/>
                <a:gd name="connsiteY14" fmla="*/ 79200 h 123686"/>
                <a:gd name="connsiteX0" fmla="*/ 345 w 297711"/>
                <a:gd name="connsiteY0" fmla="*/ 79200 h 123686"/>
                <a:gd name="connsiteX1" fmla="*/ 43209 w 297711"/>
                <a:gd name="connsiteY1" fmla="*/ 41099 h 123686"/>
                <a:gd name="connsiteX2" fmla="*/ 79720 w 297711"/>
                <a:gd name="connsiteY2" fmla="*/ 20463 h 123686"/>
                <a:gd name="connsiteX3" fmla="*/ 135282 w 297711"/>
                <a:gd name="connsiteY3" fmla="*/ 1413 h 123686"/>
                <a:gd name="connsiteX4" fmla="*/ 182908 w 297711"/>
                <a:gd name="connsiteY4" fmla="*/ 3000 h 123686"/>
                <a:gd name="connsiteX5" fmla="*/ 222596 w 297711"/>
                <a:gd name="connsiteY5" fmla="*/ 14112 h 123686"/>
                <a:gd name="connsiteX6" fmla="*/ 225771 w 297711"/>
                <a:gd name="connsiteY6" fmla="*/ 15699 h 123686"/>
                <a:gd name="connsiteX7" fmla="*/ 286095 w 297711"/>
                <a:gd name="connsiteY7" fmla="*/ 47448 h 123686"/>
                <a:gd name="connsiteX8" fmla="*/ 297208 w 297711"/>
                <a:gd name="connsiteY8" fmla="*/ 71262 h 123686"/>
                <a:gd name="connsiteX9" fmla="*/ 278158 w 297711"/>
                <a:gd name="connsiteY9" fmla="*/ 79204 h 123686"/>
                <a:gd name="connsiteX10" fmla="*/ 233708 w 297711"/>
                <a:gd name="connsiteY10" fmla="*/ 104600 h 123686"/>
                <a:gd name="connsiteX11" fmla="*/ 168620 w 297711"/>
                <a:gd name="connsiteY11" fmla="*/ 123650 h 123686"/>
                <a:gd name="connsiteX12" fmla="*/ 82895 w 297711"/>
                <a:gd name="connsiteY12" fmla="*/ 112538 h 123686"/>
                <a:gd name="connsiteX13" fmla="*/ 24158 w 297711"/>
                <a:gd name="connsiteY13" fmla="*/ 88724 h 123686"/>
                <a:gd name="connsiteX14" fmla="*/ 345 w 297711"/>
                <a:gd name="connsiteY14" fmla="*/ 79200 h 123686"/>
                <a:gd name="connsiteX0" fmla="*/ 345 w 297980"/>
                <a:gd name="connsiteY0" fmla="*/ 79200 h 123686"/>
                <a:gd name="connsiteX1" fmla="*/ 43209 w 297980"/>
                <a:gd name="connsiteY1" fmla="*/ 41099 h 123686"/>
                <a:gd name="connsiteX2" fmla="*/ 79720 w 297980"/>
                <a:gd name="connsiteY2" fmla="*/ 20463 h 123686"/>
                <a:gd name="connsiteX3" fmla="*/ 135282 w 297980"/>
                <a:gd name="connsiteY3" fmla="*/ 1413 h 123686"/>
                <a:gd name="connsiteX4" fmla="*/ 182908 w 297980"/>
                <a:gd name="connsiteY4" fmla="*/ 3000 h 123686"/>
                <a:gd name="connsiteX5" fmla="*/ 222596 w 297980"/>
                <a:gd name="connsiteY5" fmla="*/ 14112 h 123686"/>
                <a:gd name="connsiteX6" fmla="*/ 225771 w 297980"/>
                <a:gd name="connsiteY6" fmla="*/ 15699 h 123686"/>
                <a:gd name="connsiteX7" fmla="*/ 286095 w 297980"/>
                <a:gd name="connsiteY7" fmla="*/ 47448 h 123686"/>
                <a:gd name="connsiteX8" fmla="*/ 297208 w 297980"/>
                <a:gd name="connsiteY8" fmla="*/ 71262 h 123686"/>
                <a:gd name="connsiteX9" fmla="*/ 278158 w 297980"/>
                <a:gd name="connsiteY9" fmla="*/ 79204 h 123686"/>
                <a:gd name="connsiteX10" fmla="*/ 233708 w 297980"/>
                <a:gd name="connsiteY10" fmla="*/ 104600 h 123686"/>
                <a:gd name="connsiteX11" fmla="*/ 168620 w 297980"/>
                <a:gd name="connsiteY11" fmla="*/ 123650 h 123686"/>
                <a:gd name="connsiteX12" fmla="*/ 82895 w 297980"/>
                <a:gd name="connsiteY12" fmla="*/ 112538 h 123686"/>
                <a:gd name="connsiteX13" fmla="*/ 24158 w 297980"/>
                <a:gd name="connsiteY13" fmla="*/ 88724 h 123686"/>
                <a:gd name="connsiteX14" fmla="*/ 345 w 297980"/>
                <a:gd name="connsiteY14" fmla="*/ 79200 h 123686"/>
                <a:gd name="connsiteX0" fmla="*/ 345 w 297469"/>
                <a:gd name="connsiteY0" fmla="*/ 79200 h 123686"/>
                <a:gd name="connsiteX1" fmla="*/ 43209 w 297469"/>
                <a:gd name="connsiteY1" fmla="*/ 41099 h 123686"/>
                <a:gd name="connsiteX2" fmla="*/ 79720 w 297469"/>
                <a:gd name="connsiteY2" fmla="*/ 20463 h 123686"/>
                <a:gd name="connsiteX3" fmla="*/ 135282 w 297469"/>
                <a:gd name="connsiteY3" fmla="*/ 1413 h 123686"/>
                <a:gd name="connsiteX4" fmla="*/ 182908 w 297469"/>
                <a:gd name="connsiteY4" fmla="*/ 3000 h 123686"/>
                <a:gd name="connsiteX5" fmla="*/ 222596 w 297469"/>
                <a:gd name="connsiteY5" fmla="*/ 14112 h 123686"/>
                <a:gd name="connsiteX6" fmla="*/ 244821 w 297469"/>
                <a:gd name="connsiteY6" fmla="*/ 22049 h 123686"/>
                <a:gd name="connsiteX7" fmla="*/ 286095 w 297469"/>
                <a:gd name="connsiteY7" fmla="*/ 47448 h 123686"/>
                <a:gd name="connsiteX8" fmla="*/ 297208 w 297469"/>
                <a:gd name="connsiteY8" fmla="*/ 71262 h 123686"/>
                <a:gd name="connsiteX9" fmla="*/ 278158 w 297469"/>
                <a:gd name="connsiteY9" fmla="*/ 79204 h 123686"/>
                <a:gd name="connsiteX10" fmla="*/ 233708 w 297469"/>
                <a:gd name="connsiteY10" fmla="*/ 104600 h 123686"/>
                <a:gd name="connsiteX11" fmla="*/ 168620 w 297469"/>
                <a:gd name="connsiteY11" fmla="*/ 123650 h 123686"/>
                <a:gd name="connsiteX12" fmla="*/ 82895 w 297469"/>
                <a:gd name="connsiteY12" fmla="*/ 112538 h 123686"/>
                <a:gd name="connsiteX13" fmla="*/ 24158 w 297469"/>
                <a:gd name="connsiteY13" fmla="*/ 88724 h 123686"/>
                <a:gd name="connsiteX14" fmla="*/ 345 w 297469"/>
                <a:gd name="connsiteY14" fmla="*/ 79200 h 123686"/>
                <a:gd name="connsiteX0" fmla="*/ 345 w 297469"/>
                <a:gd name="connsiteY0" fmla="*/ 79200 h 123686"/>
                <a:gd name="connsiteX1" fmla="*/ 43209 w 297469"/>
                <a:gd name="connsiteY1" fmla="*/ 41099 h 123686"/>
                <a:gd name="connsiteX2" fmla="*/ 79720 w 297469"/>
                <a:gd name="connsiteY2" fmla="*/ 20463 h 123686"/>
                <a:gd name="connsiteX3" fmla="*/ 135282 w 297469"/>
                <a:gd name="connsiteY3" fmla="*/ 1413 h 123686"/>
                <a:gd name="connsiteX4" fmla="*/ 182908 w 297469"/>
                <a:gd name="connsiteY4" fmla="*/ 3000 h 123686"/>
                <a:gd name="connsiteX5" fmla="*/ 214659 w 297469"/>
                <a:gd name="connsiteY5" fmla="*/ 9350 h 123686"/>
                <a:gd name="connsiteX6" fmla="*/ 244821 w 297469"/>
                <a:gd name="connsiteY6" fmla="*/ 22049 h 123686"/>
                <a:gd name="connsiteX7" fmla="*/ 286095 w 297469"/>
                <a:gd name="connsiteY7" fmla="*/ 47448 h 123686"/>
                <a:gd name="connsiteX8" fmla="*/ 297208 w 297469"/>
                <a:gd name="connsiteY8" fmla="*/ 71262 h 123686"/>
                <a:gd name="connsiteX9" fmla="*/ 278158 w 297469"/>
                <a:gd name="connsiteY9" fmla="*/ 79204 h 123686"/>
                <a:gd name="connsiteX10" fmla="*/ 233708 w 297469"/>
                <a:gd name="connsiteY10" fmla="*/ 104600 h 123686"/>
                <a:gd name="connsiteX11" fmla="*/ 168620 w 297469"/>
                <a:gd name="connsiteY11" fmla="*/ 123650 h 123686"/>
                <a:gd name="connsiteX12" fmla="*/ 82895 w 297469"/>
                <a:gd name="connsiteY12" fmla="*/ 112538 h 123686"/>
                <a:gd name="connsiteX13" fmla="*/ 24158 w 297469"/>
                <a:gd name="connsiteY13" fmla="*/ 88724 h 123686"/>
                <a:gd name="connsiteX14" fmla="*/ 345 w 297469"/>
                <a:gd name="connsiteY14" fmla="*/ 79200 h 123686"/>
                <a:gd name="connsiteX0" fmla="*/ 345 w 302119"/>
                <a:gd name="connsiteY0" fmla="*/ 79200 h 123686"/>
                <a:gd name="connsiteX1" fmla="*/ 43209 w 302119"/>
                <a:gd name="connsiteY1" fmla="*/ 41099 h 123686"/>
                <a:gd name="connsiteX2" fmla="*/ 79720 w 302119"/>
                <a:gd name="connsiteY2" fmla="*/ 20463 h 123686"/>
                <a:gd name="connsiteX3" fmla="*/ 135282 w 302119"/>
                <a:gd name="connsiteY3" fmla="*/ 1413 h 123686"/>
                <a:gd name="connsiteX4" fmla="*/ 182908 w 302119"/>
                <a:gd name="connsiteY4" fmla="*/ 3000 h 123686"/>
                <a:gd name="connsiteX5" fmla="*/ 214659 w 302119"/>
                <a:gd name="connsiteY5" fmla="*/ 9350 h 123686"/>
                <a:gd name="connsiteX6" fmla="*/ 244821 w 302119"/>
                <a:gd name="connsiteY6" fmla="*/ 22049 h 123686"/>
                <a:gd name="connsiteX7" fmla="*/ 286095 w 302119"/>
                <a:gd name="connsiteY7" fmla="*/ 47448 h 123686"/>
                <a:gd name="connsiteX8" fmla="*/ 301971 w 302119"/>
                <a:gd name="connsiteY8" fmla="*/ 77612 h 123686"/>
                <a:gd name="connsiteX9" fmla="*/ 278158 w 302119"/>
                <a:gd name="connsiteY9" fmla="*/ 79204 h 123686"/>
                <a:gd name="connsiteX10" fmla="*/ 233708 w 302119"/>
                <a:gd name="connsiteY10" fmla="*/ 104600 h 123686"/>
                <a:gd name="connsiteX11" fmla="*/ 168620 w 302119"/>
                <a:gd name="connsiteY11" fmla="*/ 123650 h 123686"/>
                <a:gd name="connsiteX12" fmla="*/ 82895 w 302119"/>
                <a:gd name="connsiteY12" fmla="*/ 112538 h 123686"/>
                <a:gd name="connsiteX13" fmla="*/ 24158 w 302119"/>
                <a:gd name="connsiteY13" fmla="*/ 88724 h 123686"/>
                <a:gd name="connsiteX14" fmla="*/ 345 w 302119"/>
                <a:gd name="connsiteY14" fmla="*/ 79200 h 123686"/>
                <a:gd name="connsiteX0" fmla="*/ 345 w 302119"/>
                <a:gd name="connsiteY0" fmla="*/ 79200 h 123686"/>
                <a:gd name="connsiteX1" fmla="*/ 43209 w 302119"/>
                <a:gd name="connsiteY1" fmla="*/ 41099 h 123686"/>
                <a:gd name="connsiteX2" fmla="*/ 79720 w 302119"/>
                <a:gd name="connsiteY2" fmla="*/ 20463 h 123686"/>
                <a:gd name="connsiteX3" fmla="*/ 135282 w 302119"/>
                <a:gd name="connsiteY3" fmla="*/ 1413 h 123686"/>
                <a:gd name="connsiteX4" fmla="*/ 182908 w 302119"/>
                <a:gd name="connsiteY4" fmla="*/ 3000 h 123686"/>
                <a:gd name="connsiteX5" fmla="*/ 222597 w 302119"/>
                <a:gd name="connsiteY5" fmla="*/ 10937 h 123686"/>
                <a:gd name="connsiteX6" fmla="*/ 244821 w 302119"/>
                <a:gd name="connsiteY6" fmla="*/ 22049 h 123686"/>
                <a:gd name="connsiteX7" fmla="*/ 286095 w 302119"/>
                <a:gd name="connsiteY7" fmla="*/ 47448 h 123686"/>
                <a:gd name="connsiteX8" fmla="*/ 301971 w 302119"/>
                <a:gd name="connsiteY8" fmla="*/ 77612 h 123686"/>
                <a:gd name="connsiteX9" fmla="*/ 278158 w 302119"/>
                <a:gd name="connsiteY9" fmla="*/ 79204 h 123686"/>
                <a:gd name="connsiteX10" fmla="*/ 233708 w 302119"/>
                <a:gd name="connsiteY10" fmla="*/ 104600 h 123686"/>
                <a:gd name="connsiteX11" fmla="*/ 168620 w 302119"/>
                <a:gd name="connsiteY11" fmla="*/ 123650 h 123686"/>
                <a:gd name="connsiteX12" fmla="*/ 82895 w 302119"/>
                <a:gd name="connsiteY12" fmla="*/ 112538 h 123686"/>
                <a:gd name="connsiteX13" fmla="*/ 24158 w 302119"/>
                <a:gd name="connsiteY13" fmla="*/ 88724 h 123686"/>
                <a:gd name="connsiteX14" fmla="*/ 345 w 302119"/>
                <a:gd name="connsiteY14" fmla="*/ 79200 h 123686"/>
                <a:gd name="connsiteX0" fmla="*/ 345 w 302119"/>
                <a:gd name="connsiteY0" fmla="*/ 83370 h 127856"/>
                <a:gd name="connsiteX1" fmla="*/ 43209 w 302119"/>
                <a:gd name="connsiteY1" fmla="*/ 45269 h 127856"/>
                <a:gd name="connsiteX2" fmla="*/ 79720 w 302119"/>
                <a:gd name="connsiteY2" fmla="*/ 24633 h 127856"/>
                <a:gd name="connsiteX3" fmla="*/ 135282 w 302119"/>
                <a:gd name="connsiteY3" fmla="*/ 5583 h 127856"/>
                <a:gd name="connsiteX4" fmla="*/ 178146 w 302119"/>
                <a:gd name="connsiteY4" fmla="*/ 820 h 127856"/>
                <a:gd name="connsiteX5" fmla="*/ 222597 w 302119"/>
                <a:gd name="connsiteY5" fmla="*/ 15107 h 127856"/>
                <a:gd name="connsiteX6" fmla="*/ 244821 w 302119"/>
                <a:gd name="connsiteY6" fmla="*/ 26219 h 127856"/>
                <a:gd name="connsiteX7" fmla="*/ 286095 w 302119"/>
                <a:gd name="connsiteY7" fmla="*/ 51618 h 127856"/>
                <a:gd name="connsiteX8" fmla="*/ 301971 w 302119"/>
                <a:gd name="connsiteY8" fmla="*/ 81782 h 127856"/>
                <a:gd name="connsiteX9" fmla="*/ 278158 w 302119"/>
                <a:gd name="connsiteY9" fmla="*/ 83374 h 127856"/>
                <a:gd name="connsiteX10" fmla="*/ 233708 w 302119"/>
                <a:gd name="connsiteY10" fmla="*/ 108770 h 127856"/>
                <a:gd name="connsiteX11" fmla="*/ 168620 w 302119"/>
                <a:gd name="connsiteY11" fmla="*/ 127820 h 127856"/>
                <a:gd name="connsiteX12" fmla="*/ 82895 w 302119"/>
                <a:gd name="connsiteY12" fmla="*/ 116708 h 127856"/>
                <a:gd name="connsiteX13" fmla="*/ 24158 w 302119"/>
                <a:gd name="connsiteY13" fmla="*/ 92894 h 127856"/>
                <a:gd name="connsiteX14" fmla="*/ 345 w 302119"/>
                <a:gd name="connsiteY14" fmla="*/ 83370 h 127856"/>
                <a:gd name="connsiteX0" fmla="*/ 345 w 302119"/>
                <a:gd name="connsiteY0" fmla="*/ 83370 h 127856"/>
                <a:gd name="connsiteX1" fmla="*/ 43209 w 302119"/>
                <a:gd name="connsiteY1" fmla="*/ 45269 h 127856"/>
                <a:gd name="connsiteX2" fmla="*/ 79720 w 302119"/>
                <a:gd name="connsiteY2" fmla="*/ 24633 h 127856"/>
                <a:gd name="connsiteX3" fmla="*/ 135282 w 302119"/>
                <a:gd name="connsiteY3" fmla="*/ 5583 h 127856"/>
                <a:gd name="connsiteX4" fmla="*/ 178146 w 302119"/>
                <a:gd name="connsiteY4" fmla="*/ 820 h 127856"/>
                <a:gd name="connsiteX5" fmla="*/ 227360 w 302119"/>
                <a:gd name="connsiteY5" fmla="*/ 10344 h 127856"/>
                <a:gd name="connsiteX6" fmla="*/ 244821 w 302119"/>
                <a:gd name="connsiteY6" fmla="*/ 26219 h 127856"/>
                <a:gd name="connsiteX7" fmla="*/ 286095 w 302119"/>
                <a:gd name="connsiteY7" fmla="*/ 51618 h 127856"/>
                <a:gd name="connsiteX8" fmla="*/ 301971 w 302119"/>
                <a:gd name="connsiteY8" fmla="*/ 81782 h 127856"/>
                <a:gd name="connsiteX9" fmla="*/ 278158 w 302119"/>
                <a:gd name="connsiteY9" fmla="*/ 83374 h 127856"/>
                <a:gd name="connsiteX10" fmla="*/ 233708 w 302119"/>
                <a:gd name="connsiteY10" fmla="*/ 108770 h 127856"/>
                <a:gd name="connsiteX11" fmla="*/ 168620 w 302119"/>
                <a:gd name="connsiteY11" fmla="*/ 127820 h 127856"/>
                <a:gd name="connsiteX12" fmla="*/ 82895 w 302119"/>
                <a:gd name="connsiteY12" fmla="*/ 116708 h 127856"/>
                <a:gd name="connsiteX13" fmla="*/ 24158 w 302119"/>
                <a:gd name="connsiteY13" fmla="*/ 92894 h 127856"/>
                <a:gd name="connsiteX14" fmla="*/ 345 w 302119"/>
                <a:gd name="connsiteY14" fmla="*/ 83370 h 127856"/>
                <a:gd name="connsiteX0" fmla="*/ 345 w 302108"/>
                <a:gd name="connsiteY0" fmla="*/ 83370 h 127856"/>
                <a:gd name="connsiteX1" fmla="*/ 43209 w 302108"/>
                <a:gd name="connsiteY1" fmla="*/ 45269 h 127856"/>
                <a:gd name="connsiteX2" fmla="*/ 79720 w 302108"/>
                <a:gd name="connsiteY2" fmla="*/ 24633 h 127856"/>
                <a:gd name="connsiteX3" fmla="*/ 135282 w 302108"/>
                <a:gd name="connsiteY3" fmla="*/ 5583 h 127856"/>
                <a:gd name="connsiteX4" fmla="*/ 178146 w 302108"/>
                <a:gd name="connsiteY4" fmla="*/ 820 h 127856"/>
                <a:gd name="connsiteX5" fmla="*/ 227360 w 302108"/>
                <a:gd name="connsiteY5" fmla="*/ 10344 h 127856"/>
                <a:gd name="connsiteX6" fmla="*/ 249583 w 302108"/>
                <a:gd name="connsiteY6" fmla="*/ 26219 h 127856"/>
                <a:gd name="connsiteX7" fmla="*/ 286095 w 302108"/>
                <a:gd name="connsiteY7" fmla="*/ 51618 h 127856"/>
                <a:gd name="connsiteX8" fmla="*/ 301971 w 302108"/>
                <a:gd name="connsiteY8" fmla="*/ 81782 h 127856"/>
                <a:gd name="connsiteX9" fmla="*/ 278158 w 302108"/>
                <a:gd name="connsiteY9" fmla="*/ 83374 h 127856"/>
                <a:gd name="connsiteX10" fmla="*/ 233708 w 302108"/>
                <a:gd name="connsiteY10" fmla="*/ 108770 h 127856"/>
                <a:gd name="connsiteX11" fmla="*/ 168620 w 302108"/>
                <a:gd name="connsiteY11" fmla="*/ 127820 h 127856"/>
                <a:gd name="connsiteX12" fmla="*/ 82895 w 302108"/>
                <a:gd name="connsiteY12" fmla="*/ 116708 h 127856"/>
                <a:gd name="connsiteX13" fmla="*/ 24158 w 302108"/>
                <a:gd name="connsiteY13" fmla="*/ 92894 h 127856"/>
                <a:gd name="connsiteX14" fmla="*/ 345 w 302108"/>
                <a:gd name="connsiteY14" fmla="*/ 83370 h 127856"/>
                <a:gd name="connsiteX0" fmla="*/ 345 w 300542"/>
                <a:gd name="connsiteY0" fmla="*/ 83370 h 127856"/>
                <a:gd name="connsiteX1" fmla="*/ 43209 w 300542"/>
                <a:gd name="connsiteY1" fmla="*/ 45269 h 127856"/>
                <a:gd name="connsiteX2" fmla="*/ 79720 w 300542"/>
                <a:gd name="connsiteY2" fmla="*/ 24633 h 127856"/>
                <a:gd name="connsiteX3" fmla="*/ 135282 w 300542"/>
                <a:gd name="connsiteY3" fmla="*/ 5583 h 127856"/>
                <a:gd name="connsiteX4" fmla="*/ 178146 w 300542"/>
                <a:gd name="connsiteY4" fmla="*/ 820 h 127856"/>
                <a:gd name="connsiteX5" fmla="*/ 227360 w 300542"/>
                <a:gd name="connsiteY5" fmla="*/ 10344 h 127856"/>
                <a:gd name="connsiteX6" fmla="*/ 249583 w 300542"/>
                <a:gd name="connsiteY6" fmla="*/ 26219 h 127856"/>
                <a:gd name="connsiteX7" fmla="*/ 286095 w 300542"/>
                <a:gd name="connsiteY7" fmla="*/ 51618 h 127856"/>
                <a:gd name="connsiteX8" fmla="*/ 300384 w 300542"/>
                <a:gd name="connsiteY8" fmla="*/ 77020 h 127856"/>
                <a:gd name="connsiteX9" fmla="*/ 278158 w 300542"/>
                <a:gd name="connsiteY9" fmla="*/ 83374 h 127856"/>
                <a:gd name="connsiteX10" fmla="*/ 233708 w 300542"/>
                <a:gd name="connsiteY10" fmla="*/ 108770 h 127856"/>
                <a:gd name="connsiteX11" fmla="*/ 168620 w 300542"/>
                <a:gd name="connsiteY11" fmla="*/ 127820 h 127856"/>
                <a:gd name="connsiteX12" fmla="*/ 82895 w 300542"/>
                <a:gd name="connsiteY12" fmla="*/ 116708 h 127856"/>
                <a:gd name="connsiteX13" fmla="*/ 24158 w 300542"/>
                <a:gd name="connsiteY13" fmla="*/ 92894 h 127856"/>
                <a:gd name="connsiteX14" fmla="*/ 345 w 300542"/>
                <a:gd name="connsiteY14" fmla="*/ 83370 h 127856"/>
                <a:gd name="connsiteX0" fmla="*/ 345 w 300429"/>
                <a:gd name="connsiteY0" fmla="*/ 83370 h 127856"/>
                <a:gd name="connsiteX1" fmla="*/ 43209 w 300429"/>
                <a:gd name="connsiteY1" fmla="*/ 45269 h 127856"/>
                <a:gd name="connsiteX2" fmla="*/ 79720 w 300429"/>
                <a:gd name="connsiteY2" fmla="*/ 24633 h 127856"/>
                <a:gd name="connsiteX3" fmla="*/ 135282 w 300429"/>
                <a:gd name="connsiteY3" fmla="*/ 5583 h 127856"/>
                <a:gd name="connsiteX4" fmla="*/ 178146 w 300429"/>
                <a:gd name="connsiteY4" fmla="*/ 820 h 127856"/>
                <a:gd name="connsiteX5" fmla="*/ 227360 w 300429"/>
                <a:gd name="connsiteY5" fmla="*/ 10344 h 127856"/>
                <a:gd name="connsiteX6" fmla="*/ 249583 w 300429"/>
                <a:gd name="connsiteY6" fmla="*/ 26219 h 127856"/>
                <a:gd name="connsiteX7" fmla="*/ 282920 w 300429"/>
                <a:gd name="connsiteY7" fmla="*/ 46856 h 127856"/>
                <a:gd name="connsiteX8" fmla="*/ 300384 w 300429"/>
                <a:gd name="connsiteY8" fmla="*/ 77020 h 127856"/>
                <a:gd name="connsiteX9" fmla="*/ 278158 w 300429"/>
                <a:gd name="connsiteY9" fmla="*/ 83374 h 127856"/>
                <a:gd name="connsiteX10" fmla="*/ 233708 w 300429"/>
                <a:gd name="connsiteY10" fmla="*/ 108770 h 127856"/>
                <a:gd name="connsiteX11" fmla="*/ 168620 w 300429"/>
                <a:gd name="connsiteY11" fmla="*/ 127820 h 127856"/>
                <a:gd name="connsiteX12" fmla="*/ 82895 w 300429"/>
                <a:gd name="connsiteY12" fmla="*/ 116708 h 127856"/>
                <a:gd name="connsiteX13" fmla="*/ 24158 w 300429"/>
                <a:gd name="connsiteY13" fmla="*/ 92894 h 127856"/>
                <a:gd name="connsiteX14" fmla="*/ 345 w 300429"/>
                <a:gd name="connsiteY14" fmla="*/ 83370 h 127856"/>
                <a:gd name="connsiteX0" fmla="*/ 345 w 300429"/>
                <a:gd name="connsiteY0" fmla="*/ 83370 h 127856"/>
                <a:gd name="connsiteX1" fmla="*/ 43209 w 300429"/>
                <a:gd name="connsiteY1" fmla="*/ 45269 h 127856"/>
                <a:gd name="connsiteX2" fmla="*/ 79720 w 300429"/>
                <a:gd name="connsiteY2" fmla="*/ 24633 h 127856"/>
                <a:gd name="connsiteX3" fmla="*/ 135282 w 300429"/>
                <a:gd name="connsiteY3" fmla="*/ 5583 h 127856"/>
                <a:gd name="connsiteX4" fmla="*/ 178146 w 300429"/>
                <a:gd name="connsiteY4" fmla="*/ 820 h 127856"/>
                <a:gd name="connsiteX5" fmla="*/ 227360 w 300429"/>
                <a:gd name="connsiteY5" fmla="*/ 10344 h 127856"/>
                <a:gd name="connsiteX6" fmla="*/ 249583 w 300429"/>
                <a:gd name="connsiteY6" fmla="*/ 23044 h 127856"/>
                <a:gd name="connsiteX7" fmla="*/ 282920 w 300429"/>
                <a:gd name="connsiteY7" fmla="*/ 46856 h 127856"/>
                <a:gd name="connsiteX8" fmla="*/ 300384 w 300429"/>
                <a:gd name="connsiteY8" fmla="*/ 77020 h 127856"/>
                <a:gd name="connsiteX9" fmla="*/ 278158 w 300429"/>
                <a:gd name="connsiteY9" fmla="*/ 83374 h 127856"/>
                <a:gd name="connsiteX10" fmla="*/ 233708 w 300429"/>
                <a:gd name="connsiteY10" fmla="*/ 108770 h 127856"/>
                <a:gd name="connsiteX11" fmla="*/ 168620 w 300429"/>
                <a:gd name="connsiteY11" fmla="*/ 127820 h 127856"/>
                <a:gd name="connsiteX12" fmla="*/ 82895 w 300429"/>
                <a:gd name="connsiteY12" fmla="*/ 116708 h 127856"/>
                <a:gd name="connsiteX13" fmla="*/ 24158 w 300429"/>
                <a:gd name="connsiteY13" fmla="*/ 92894 h 127856"/>
                <a:gd name="connsiteX14" fmla="*/ 345 w 300429"/>
                <a:gd name="connsiteY14" fmla="*/ 83370 h 127856"/>
                <a:gd name="connsiteX0" fmla="*/ 345 w 300429"/>
                <a:gd name="connsiteY0" fmla="*/ 83250 h 127736"/>
                <a:gd name="connsiteX1" fmla="*/ 43209 w 300429"/>
                <a:gd name="connsiteY1" fmla="*/ 45149 h 127736"/>
                <a:gd name="connsiteX2" fmla="*/ 81307 w 300429"/>
                <a:gd name="connsiteY2" fmla="*/ 18163 h 127736"/>
                <a:gd name="connsiteX3" fmla="*/ 135282 w 300429"/>
                <a:gd name="connsiteY3" fmla="*/ 5463 h 127736"/>
                <a:gd name="connsiteX4" fmla="*/ 178146 w 300429"/>
                <a:gd name="connsiteY4" fmla="*/ 700 h 127736"/>
                <a:gd name="connsiteX5" fmla="*/ 227360 w 300429"/>
                <a:gd name="connsiteY5" fmla="*/ 10224 h 127736"/>
                <a:gd name="connsiteX6" fmla="*/ 249583 w 300429"/>
                <a:gd name="connsiteY6" fmla="*/ 22924 h 127736"/>
                <a:gd name="connsiteX7" fmla="*/ 282920 w 300429"/>
                <a:gd name="connsiteY7" fmla="*/ 46736 h 127736"/>
                <a:gd name="connsiteX8" fmla="*/ 300384 w 300429"/>
                <a:gd name="connsiteY8" fmla="*/ 76900 h 127736"/>
                <a:gd name="connsiteX9" fmla="*/ 278158 w 300429"/>
                <a:gd name="connsiteY9" fmla="*/ 83254 h 127736"/>
                <a:gd name="connsiteX10" fmla="*/ 233708 w 300429"/>
                <a:gd name="connsiteY10" fmla="*/ 108650 h 127736"/>
                <a:gd name="connsiteX11" fmla="*/ 168620 w 300429"/>
                <a:gd name="connsiteY11" fmla="*/ 127700 h 127736"/>
                <a:gd name="connsiteX12" fmla="*/ 82895 w 300429"/>
                <a:gd name="connsiteY12" fmla="*/ 116588 h 127736"/>
                <a:gd name="connsiteX13" fmla="*/ 24158 w 300429"/>
                <a:gd name="connsiteY13" fmla="*/ 92774 h 127736"/>
                <a:gd name="connsiteX14" fmla="*/ 345 w 300429"/>
                <a:gd name="connsiteY14" fmla="*/ 83250 h 127736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509 h 127995"/>
                <a:gd name="connsiteX1" fmla="*/ 43209 w 300429"/>
                <a:gd name="connsiteY1" fmla="*/ 45408 h 127995"/>
                <a:gd name="connsiteX2" fmla="*/ 81307 w 300429"/>
                <a:gd name="connsiteY2" fmla="*/ 18422 h 127995"/>
                <a:gd name="connsiteX3" fmla="*/ 135282 w 300429"/>
                <a:gd name="connsiteY3" fmla="*/ 2547 h 127995"/>
                <a:gd name="connsiteX4" fmla="*/ 178146 w 300429"/>
                <a:gd name="connsiteY4" fmla="*/ 959 h 127995"/>
                <a:gd name="connsiteX5" fmla="*/ 227360 w 300429"/>
                <a:gd name="connsiteY5" fmla="*/ 10483 h 127995"/>
                <a:gd name="connsiteX6" fmla="*/ 249583 w 300429"/>
                <a:gd name="connsiteY6" fmla="*/ 23183 h 127995"/>
                <a:gd name="connsiteX7" fmla="*/ 282920 w 300429"/>
                <a:gd name="connsiteY7" fmla="*/ 46995 h 127995"/>
                <a:gd name="connsiteX8" fmla="*/ 300384 w 300429"/>
                <a:gd name="connsiteY8" fmla="*/ 77159 h 127995"/>
                <a:gd name="connsiteX9" fmla="*/ 278158 w 300429"/>
                <a:gd name="connsiteY9" fmla="*/ 83513 h 127995"/>
                <a:gd name="connsiteX10" fmla="*/ 233708 w 300429"/>
                <a:gd name="connsiteY10" fmla="*/ 108909 h 127995"/>
                <a:gd name="connsiteX11" fmla="*/ 168620 w 300429"/>
                <a:gd name="connsiteY11" fmla="*/ 127959 h 127995"/>
                <a:gd name="connsiteX12" fmla="*/ 82895 w 300429"/>
                <a:gd name="connsiteY12" fmla="*/ 116847 h 127995"/>
                <a:gd name="connsiteX13" fmla="*/ 24158 w 300429"/>
                <a:gd name="connsiteY13" fmla="*/ 93033 h 127995"/>
                <a:gd name="connsiteX14" fmla="*/ 345 w 300429"/>
                <a:gd name="connsiteY14" fmla="*/ 83509 h 127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0429" h="127995">
                  <a:moveTo>
                    <a:pt x="345" y="83509"/>
                  </a:moveTo>
                  <a:cubicBezTo>
                    <a:pt x="3520" y="75572"/>
                    <a:pt x="29715" y="56256"/>
                    <a:pt x="43209" y="45408"/>
                  </a:cubicBezTo>
                  <a:cubicBezTo>
                    <a:pt x="56703" y="34560"/>
                    <a:pt x="42942" y="41440"/>
                    <a:pt x="81307" y="18422"/>
                  </a:cubicBezTo>
                  <a:cubicBezTo>
                    <a:pt x="124434" y="-3009"/>
                    <a:pt x="122317" y="3869"/>
                    <a:pt x="135282" y="2547"/>
                  </a:cubicBezTo>
                  <a:cubicBezTo>
                    <a:pt x="148247" y="1225"/>
                    <a:pt x="126024" y="-1423"/>
                    <a:pt x="178146" y="959"/>
                  </a:cubicBezTo>
                  <a:cubicBezTo>
                    <a:pt x="193756" y="1753"/>
                    <a:pt x="215454" y="6779"/>
                    <a:pt x="227360" y="10483"/>
                  </a:cubicBezTo>
                  <a:cubicBezTo>
                    <a:pt x="239266" y="14187"/>
                    <a:pt x="240323" y="17098"/>
                    <a:pt x="249583" y="23183"/>
                  </a:cubicBezTo>
                  <a:cubicBezTo>
                    <a:pt x="258843" y="29268"/>
                    <a:pt x="274453" y="37999"/>
                    <a:pt x="282920" y="46995"/>
                  </a:cubicBezTo>
                  <a:cubicBezTo>
                    <a:pt x="291387" y="55991"/>
                    <a:pt x="301178" y="71073"/>
                    <a:pt x="300384" y="77159"/>
                  </a:cubicBezTo>
                  <a:cubicBezTo>
                    <a:pt x="299590" y="83245"/>
                    <a:pt x="288741" y="77957"/>
                    <a:pt x="278158" y="83513"/>
                  </a:cubicBezTo>
                  <a:cubicBezTo>
                    <a:pt x="267575" y="89069"/>
                    <a:pt x="251964" y="101501"/>
                    <a:pt x="233708" y="108909"/>
                  </a:cubicBezTo>
                  <a:cubicBezTo>
                    <a:pt x="215452" y="116317"/>
                    <a:pt x="198518" y="128753"/>
                    <a:pt x="168620" y="127959"/>
                  </a:cubicBezTo>
                  <a:cubicBezTo>
                    <a:pt x="138722" y="127165"/>
                    <a:pt x="106972" y="122668"/>
                    <a:pt x="82895" y="116847"/>
                  </a:cubicBezTo>
                  <a:cubicBezTo>
                    <a:pt x="58818" y="111026"/>
                    <a:pt x="31566" y="97266"/>
                    <a:pt x="24158" y="93033"/>
                  </a:cubicBezTo>
                  <a:cubicBezTo>
                    <a:pt x="16750" y="88800"/>
                    <a:pt x="-2830" y="91447"/>
                    <a:pt x="345" y="83509"/>
                  </a:cubicBez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4783A10-3854-4027-9191-FF2E37457BDE}"/>
                </a:ext>
              </a:extLst>
            </p:cNvPr>
            <p:cNvSpPr/>
            <p:nvPr/>
          </p:nvSpPr>
          <p:spPr>
            <a:xfrm rot="227284">
              <a:off x="2177061" y="2876778"/>
              <a:ext cx="272201" cy="244928"/>
            </a:xfrm>
            <a:custGeom>
              <a:avLst/>
              <a:gdLst>
                <a:gd name="connsiteX0" fmla="*/ 13527 w 147543"/>
                <a:gd name="connsiteY0" fmla="*/ 8840 h 124154"/>
                <a:gd name="connsiteX1" fmla="*/ 827 w 147543"/>
                <a:gd name="connsiteY1" fmla="*/ 58053 h 124154"/>
                <a:gd name="connsiteX2" fmla="*/ 19877 w 147543"/>
                <a:gd name="connsiteY2" fmla="*/ 118378 h 124154"/>
                <a:gd name="connsiteX3" fmla="*/ 78615 w 147543"/>
                <a:gd name="connsiteY3" fmla="*/ 121553 h 124154"/>
                <a:gd name="connsiteX4" fmla="*/ 126240 w 147543"/>
                <a:gd name="connsiteY4" fmla="*/ 116790 h 124154"/>
                <a:gd name="connsiteX5" fmla="*/ 143702 w 147543"/>
                <a:gd name="connsiteY5" fmla="*/ 91390 h 124154"/>
                <a:gd name="connsiteX6" fmla="*/ 146877 w 147543"/>
                <a:gd name="connsiteY6" fmla="*/ 37415 h 124154"/>
                <a:gd name="connsiteX7" fmla="*/ 134177 w 147543"/>
                <a:gd name="connsiteY7" fmla="*/ 8840 h 124154"/>
                <a:gd name="connsiteX8" fmla="*/ 99252 w 147543"/>
                <a:gd name="connsiteY8" fmla="*/ 903 h 124154"/>
                <a:gd name="connsiteX9" fmla="*/ 13527 w 147543"/>
                <a:gd name="connsiteY9" fmla="*/ 8840 h 124154"/>
                <a:gd name="connsiteX0" fmla="*/ 13527 w 147543"/>
                <a:gd name="connsiteY0" fmla="*/ 8840 h 137082"/>
                <a:gd name="connsiteX1" fmla="*/ 827 w 147543"/>
                <a:gd name="connsiteY1" fmla="*/ 58053 h 137082"/>
                <a:gd name="connsiteX2" fmla="*/ 19877 w 147543"/>
                <a:gd name="connsiteY2" fmla="*/ 118378 h 137082"/>
                <a:gd name="connsiteX3" fmla="*/ 84762 w 147543"/>
                <a:gd name="connsiteY3" fmla="*/ 137074 h 137082"/>
                <a:gd name="connsiteX4" fmla="*/ 126240 w 147543"/>
                <a:gd name="connsiteY4" fmla="*/ 116790 h 137082"/>
                <a:gd name="connsiteX5" fmla="*/ 143702 w 147543"/>
                <a:gd name="connsiteY5" fmla="*/ 91390 h 137082"/>
                <a:gd name="connsiteX6" fmla="*/ 146877 w 147543"/>
                <a:gd name="connsiteY6" fmla="*/ 37415 h 137082"/>
                <a:gd name="connsiteX7" fmla="*/ 134177 w 147543"/>
                <a:gd name="connsiteY7" fmla="*/ 8840 h 137082"/>
                <a:gd name="connsiteX8" fmla="*/ 99252 w 147543"/>
                <a:gd name="connsiteY8" fmla="*/ 903 h 137082"/>
                <a:gd name="connsiteX9" fmla="*/ 13527 w 147543"/>
                <a:gd name="connsiteY9" fmla="*/ 8840 h 137082"/>
                <a:gd name="connsiteX0" fmla="*/ 13527 w 147543"/>
                <a:gd name="connsiteY0" fmla="*/ 4221 h 141776"/>
                <a:gd name="connsiteX1" fmla="*/ 827 w 147543"/>
                <a:gd name="connsiteY1" fmla="*/ 62747 h 141776"/>
                <a:gd name="connsiteX2" fmla="*/ 19877 w 147543"/>
                <a:gd name="connsiteY2" fmla="*/ 123072 h 141776"/>
                <a:gd name="connsiteX3" fmla="*/ 84762 w 147543"/>
                <a:gd name="connsiteY3" fmla="*/ 141768 h 141776"/>
                <a:gd name="connsiteX4" fmla="*/ 126240 w 147543"/>
                <a:gd name="connsiteY4" fmla="*/ 121484 h 141776"/>
                <a:gd name="connsiteX5" fmla="*/ 143702 w 147543"/>
                <a:gd name="connsiteY5" fmla="*/ 96084 h 141776"/>
                <a:gd name="connsiteX6" fmla="*/ 146877 w 147543"/>
                <a:gd name="connsiteY6" fmla="*/ 42109 h 141776"/>
                <a:gd name="connsiteX7" fmla="*/ 134177 w 147543"/>
                <a:gd name="connsiteY7" fmla="*/ 13534 h 141776"/>
                <a:gd name="connsiteX8" fmla="*/ 99252 w 147543"/>
                <a:gd name="connsiteY8" fmla="*/ 5597 h 141776"/>
                <a:gd name="connsiteX9" fmla="*/ 13527 w 147543"/>
                <a:gd name="connsiteY9" fmla="*/ 4221 h 141776"/>
                <a:gd name="connsiteX0" fmla="*/ 21951 w 146745"/>
                <a:gd name="connsiteY0" fmla="*/ 11110 h 136249"/>
                <a:gd name="connsiteX1" fmla="*/ 29 w 146745"/>
                <a:gd name="connsiteY1" fmla="*/ 57220 h 136249"/>
                <a:gd name="connsiteX2" fmla="*/ 19079 w 146745"/>
                <a:gd name="connsiteY2" fmla="*/ 117545 h 136249"/>
                <a:gd name="connsiteX3" fmla="*/ 83964 w 146745"/>
                <a:gd name="connsiteY3" fmla="*/ 136241 h 136249"/>
                <a:gd name="connsiteX4" fmla="*/ 125442 w 146745"/>
                <a:gd name="connsiteY4" fmla="*/ 115957 h 136249"/>
                <a:gd name="connsiteX5" fmla="*/ 142904 w 146745"/>
                <a:gd name="connsiteY5" fmla="*/ 90557 h 136249"/>
                <a:gd name="connsiteX6" fmla="*/ 146079 w 146745"/>
                <a:gd name="connsiteY6" fmla="*/ 36582 h 136249"/>
                <a:gd name="connsiteX7" fmla="*/ 133379 w 146745"/>
                <a:gd name="connsiteY7" fmla="*/ 8007 h 136249"/>
                <a:gd name="connsiteX8" fmla="*/ 98454 w 146745"/>
                <a:gd name="connsiteY8" fmla="*/ 70 h 136249"/>
                <a:gd name="connsiteX9" fmla="*/ 21951 w 146745"/>
                <a:gd name="connsiteY9" fmla="*/ 11110 h 136249"/>
                <a:gd name="connsiteX0" fmla="*/ 18850 w 146718"/>
                <a:gd name="connsiteY0" fmla="*/ 5021 h 139471"/>
                <a:gd name="connsiteX1" fmla="*/ 2 w 146718"/>
                <a:gd name="connsiteY1" fmla="*/ 60442 h 139471"/>
                <a:gd name="connsiteX2" fmla="*/ 19052 w 146718"/>
                <a:gd name="connsiteY2" fmla="*/ 120767 h 139471"/>
                <a:gd name="connsiteX3" fmla="*/ 83937 w 146718"/>
                <a:gd name="connsiteY3" fmla="*/ 139463 h 139471"/>
                <a:gd name="connsiteX4" fmla="*/ 125415 w 146718"/>
                <a:gd name="connsiteY4" fmla="*/ 119179 h 139471"/>
                <a:gd name="connsiteX5" fmla="*/ 142877 w 146718"/>
                <a:gd name="connsiteY5" fmla="*/ 93779 h 139471"/>
                <a:gd name="connsiteX6" fmla="*/ 146052 w 146718"/>
                <a:gd name="connsiteY6" fmla="*/ 39804 h 139471"/>
                <a:gd name="connsiteX7" fmla="*/ 133352 w 146718"/>
                <a:gd name="connsiteY7" fmla="*/ 11229 h 139471"/>
                <a:gd name="connsiteX8" fmla="*/ 98427 w 146718"/>
                <a:gd name="connsiteY8" fmla="*/ 3292 h 139471"/>
                <a:gd name="connsiteX9" fmla="*/ 18850 w 146718"/>
                <a:gd name="connsiteY9" fmla="*/ 5021 h 139471"/>
                <a:gd name="connsiteX0" fmla="*/ 18848 w 146493"/>
                <a:gd name="connsiteY0" fmla="*/ 4734 h 139184"/>
                <a:gd name="connsiteX1" fmla="*/ 0 w 146493"/>
                <a:gd name="connsiteY1" fmla="*/ 60155 h 139184"/>
                <a:gd name="connsiteX2" fmla="*/ 19050 w 146493"/>
                <a:gd name="connsiteY2" fmla="*/ 120480 h 139184"/>
                <a:gd name="connsiteX3" fmla="*/ 83935 w 146493"/>
                <a:gd name="connsiteY3" fmla="*/ 139176 h 139184"/>
                <a:gd name="connsiteX4" fmla="*/ 125413 w 146493"/>
                <a:gd name="connsiteY4" fmla="*/ 118892 h 139184"/>
                <a:gd name="connsiteX5" fmla="*/ 142875 w 146493"/>
                <a:gd name="connsiteY5" fmla="*/ 93492 h 139184"/>
                <a:gd name="connsiteX6" fmla="*/ 146050 w 146493"/>
                <a:gd name="connsiteY6" fmla="*/ 39517 h 139184"/>
                <a:gd name="connsiteX7" fmla="*/ 136423 w 146493"/>
                <a:gd name="connsiteY7" fmla="*/ 4734 h 139184"/>
                <a:gd name="connsiteX8" fmla="*/ 98425 w 146493"/>
                <a:gd name="connsiteY8" fmla="*/ 3005 h 139184"/>
                <a:gd name="connsiteX9" fmla="*/ 18848 w 146493"/>
                <a:gd name="connsiteY9" fmla="*/ 4734 h 139184"/>
                <a:gd name="connsiteX0" fmla="*/ 18848 w 146493"/>
                <a:gd name="connsiteY0" fmla="*/ 4734 h 139786"/>
                <a:gd name="connsiteX1" fmla="*/ 0 w 146493"/>
                <a:gd name="connsiteY1" fmla="*/ 60155 h 139786"/>
                <a:gd name="connsiteX2" fmla="*/ 19050 w 146493"/>
                <a:gd name="connsiteY2" fmla="*/ 120480 h 139786"/>
                <a:gd name="connsiteX3" fmla="*/ 83935 w 146493"/>
                <a:gd name="connsiteY3" fmla="*/ 139176 h 139786"/>
                <a:gd name="connsiteX4" fmla="*/ 125413 w 146493"/>
                <a:gd name="connsiteY4" fmla="*/ 131307 h 139786"/>
                <a:gd name="connsiteX5" fmla="*/ 142875 w 146493"/>
                <a:gd name="connsiteY5" fmla="*/ 93492 h 139786"/>
                <a:gd name="connsiteX6" fmla="*/ 146050 w 146493"/>
                <a:gd name="connsiteY6" fmla="*/ 39517 h 139786"/>
                <a:gd name="connsiteX7" fmla="*/ 136423 w 146493"/>
                <a:gd name="connsiteY7" fmla="*/ 4734 h 139786"/>
                <a:gd name="connsiteX8" fmla="*/ 98425 w 146493"/>
                <a:gd name="connsiteY8" fmla="*/ 3005 h 139786"/>
                <a:gd name="connsiteX9" fmla="*/ 18848 w 146493"/>
                <a:gd name="connsiteY9" fmla="*/ 4734 h 139786"/>
                <a:gd name="connsiteX0" fmla="*/ 21485 w 149130"/>
                <a:gd name="connsiteY0" fmla="*/ 4734 h 139569"/>
                <a:gd name="connsiteX1" fmla="*/ 2637 w 149130"/>
                <a:gd name="connsiteY1" fmla="*/ 60155 h 139569"/>
                <a:gd name="connsiteX2" fmla="*/ 9393 w 149130"/>
                <a:gd name="connsiteY2" fmla="*/ 129793 h 139569"/>
                <a:gd name="connsiteX3" fmla="*/ 86572 w 149130"/>
                <a:gd name="connsiteY3" fmla="*/ 139176 h 139569"/>
                <a:gd name="connsiteX4" fmla="*/ 128050 w 149130"/>
                <a:gd name="connsiteY4" fmla="*/ 131307 h 139569"/>
                <a:gd name="connsiteX5" fmla="*/ 145512 w 149130"/>
                <a:gd name="connsiteY5" fmla="*/ 93492 h 139569"/>
                <a:gd name="connsiteX6" fmla="*/ 148687 w 149130"/>
                <a:gd name="connsiteY6" fmla="*/ 39517 h 139569"/>
                <a:gd name="connsiteX7" fmla="*/ 139060 w 149130"/>
                <a:gd name="connsiteY7" fmla="*/ 4734 h 139569"/>
                <a:gd name="connsiteX8" fmla="*/ 101062 w 149130"/>
                <a:gd name="connsiteY8" fmla="*/ 3005 h 139569"/>
                <a:gd name="connsiteX9" fmla="*/ 21485 w 149130"/>
                <a:gd name="connsiteY9" fmla="*/ 4734 h 139569"/>
                <a:gd name="connsiteX0" fmla="*/ 25946 w 153591"/>
                <a:gd name="connsiteY0" fmla="*/ 4734 h 139569"/>
                <a:gd name="connsiteX1" fmla="*/ 951 w 153591"/>
                <a:gd name="connsiteY1" fmla="*/ 60155 h 139569"/>
                <a:gd name="connsiteX2" fmla="*/ 13854 w 153591"/>
                <a:gd name="connsiteY2" fmla="*/ 129793 h 139569"/>
                <a:gd name="connsiteX3" fmla="*/ 91033 w 153591"/>
                <a:gd name="connsiteY3" fmla="*/ 139176 h 139569"/>
                <a:gd name="connsiteX4" fmla="*/ 132511 w 153591"/>
                <a:gd name="connsiteY4" fmla="*/ 131307 h 139569"/>
                <a:gd name="connsiteX5" fmla="*/ 149973 w 153591"/>
                <a:gd name="connsiteY5" fmla="*/ 93492 h 139569"/>
                <a:gd name="connsiteX6" fmla="*/ 153148 w 153591"/>
                <a:gd name="connsiteY6" fmla="*/ 39517 h 139569"/>
                <a:gd name="connsiteX7" fmla="*/ 143521 w 153591"/>
                <a:gd name="connsiteY7" fmla="*/ 4734 h 139569"/>
                <a:gd name="connsiteX8" fmla="*/ 105523 w 153591"/>
                <a:gd name="connsiteY8" fmla="*/ 3005 h 139569"/>
                <a:gd name="connsiteX9" fmla="*/ 25946 w 153591"/>
                <a:gd name="connsiteY9" fmla="*/ 4734 h 139569"/>
                <a:gd name="connsiteX0" fmla="*/ 25948 w 156424"/>
                <a:gd name="connsiteY0" fmla="*/ 4734 h 139569"/>
                <a:gd name="connsiteX1" fmla="*/ 953 w 156424"/>
                <a:gd name="connsiteY1" fmla="*/ 60155 h 139569"/>
                <a:gd name="connsiteX2" fmla="*/ 13856 w 156424"/>
                <a:gd name="connsiteY2" fmla="*/ 129793 h 139569"/>
                <a:gd name="connsiteX3" fmla="*/ 91035 w 156424"/>
                <a:gd name="connsiteY3" fmla="*/ 139176 h 139569"/>
                <a:gd name="connsiteX4" fmla="*/ 132513 w 156424"/>
                <a:gd name="connsiteY4" fmla="*/ 131307 h 139569"/>
                <a:gd name="connsiteX5" fmla="*/ 149975 w 156424"/>
                <a:gd name="connsiteY5" fmla="*/ 93492 h 139569"/>
                <a:gd name="connsiteX6" fmla="*/ 156222 w 156424"/>
                <a:gd name="connsiteY6" fmla="*/ 58139 h 139569"/>
                <a:gd name="connsiteX7" fmla="*/ 143523 w 156424"/>
                <a:gd name="connsiteY7" fmla="*/ 4734 h 139569"/>
                <a:gd name="connsiteX8" fmla="*/ 105525 w 156424"/>
                <a:gd name="connsiteY8" fmla="*/ 3005 h 139569"/>
                <a:gd name="connsiteX9" fmla="*/ 25948 w 156424"/>
                <a:gd name="connsiteY9" fmla="*/ 4734 h 139569"/>
                <a:gd name="connsiteX0" fmla="*/ 26319 w 156795"/>
                <a:gd name="connsiteY0" fmla="*/ 4734 h 139491"/>
                <a:gd name="connsiteX1" fmla="*/ 1324 w 156795"/>
                <a:gd name="connsiteY1" fmla="*/ 60155 h 139491"/>
                <a:gd name="connsiteX2" fmla="*/ 12923 w 156795"/>
                <a:gd name="connsiteY2" fmla="*/ 125021 h 139491"/>
                <a:gd name="connsiteX3" fmla="*/ 91406 w 156795"/>
                <a:gd name="connsiteY3" fmla="*/ 139176 h 139491"/>
                <a:gd name="connsiteX4" fmla="*/ 132884 w 156795"/>
                <a:gd name="connsiteY4" fmla="*/ 131307 h 139491"/>
                <a:gd name="connsiteX5" fmla="*/ 150346 w 156795"/>
                <a:gd name="connsiteY5" fmla="*/ 93492 h 139491"/>
                <a:gd name="connsiteX6" fmla="*/ 156593 w 156795"/>
                <a:gd name="connsiteY6" fmla="*/ 58139 h 139491"/>
                <a:gd name="connsiteX7" fmla="*/ 143894 w 156795"/>
                <a:gd name="connsiteY7" fmla="*/ 4734 h 139491"/>
                <a:gd name="connsiteX8" fmla="*/ 105896 w 156795"/>
                <a:gd name="connsiteY8" fmla="*/ 3005 h 139491"/>
                <a:gd name="connsiteX9" fmla="*/ 26319 w 156795"/>
                <a:gd name="connsiteY9" fmla="*/ 4734 h 139491"/>
                <a:gd name="connsiteX0" fmla="*/ 25999 w 156475"/>
                <a:gd name="connsiteY0" fmla="*/ 4734 h 139491"/>
                <a:gd name="connsiteX1" fmla="*/ 1004 w 156475"/>
                <a:gd name="connsiteY1" fmla="*/ 60155 h 139491"/>
                <a:gd name="connsiteX2" fmla="*/ 12603 w 156475"/>
                <a:gd name="connsiteY2" fmla="*/ 125021 h 139491"/>
                <a:gd name="connsiteX3" fmla="*/ 80658 w 156475"/>
                <a:gd name="connsiteY3" fmla="*/ 139176 h 139491"/>
                <a:gd name="connsiteX4" fmla="*/ 132564 w 156475"/>
                <a:gd name="connsiteY4" fmla="*/ 131307 h 139491"/>
                <a:gd name="connsiteX5" fmla="*/ 150026 w 156475"/>
                <a:gd name="connsiteY5" fmla="*/ 93492 h 139491"/>
                <a:gd name="connsiteX6" fmla="*/ 156273 w 156475"/>
                <a:gd name="connsiteY6" fmla="*/ 58139 h 139491"/>
                <a:gd name="connsiteX7" fmla="*/ 143574 w 156475"/>
                <a:gd name="connsiteY7" fmla="*/ 4734 h 139491"/>
                <a:gd name="connsiteX8" fmla="*/ 105576 w 156475"/>
                <a:gd name="connsiteY8" fmla="*/ 3005 h 139491"/>
                <a:gd name="connsiteX9" fmla="*/ 25999 w 156475"/>
                <a:gd name="connsiteY9" fmla="*/ 4734 h 139491"/>
                <a:gd name="connsiteX0" fmla="*/ 25999 w 156466"/>
                <a:gd name="connsiteY0" fmla="*/ 4734 h 139208"/>
                <a:gd name="connsiteX1" fmla="*/ 1004 w 156466"/>
                <a:gd name="connsiteY1" fmla="*/ 60155 h 139208"/>
                <a:gd name="connsiteX2" fmla="*/ 12603 w 156466"/>
                <a:gd name="connsiteY2" fmla="*/ 125021 h 139208"/>
                <a:gd name="connsiteX3" fmla="*/ 80658 w 156466"/>
                <a:gd name="connsiteY3" fmla="*/ 139176 h 139208"/>
                <a:gd name="connsiteX4" fmla="*/ 133867 w 156466"/>
                <a:gd name="connsiteY4" fmla="*/ 127728 h 139208"/>
                <a:gd name="connsiteX5" fmla="*/ 150026 w 156466"/>
                <a:gd name="connsiteY5" fmla="*/ 93492 h 139208"/>
                <a:gd name="connsiteX6" fmla="*/ 156273 w 156466"/>
                <a:gd name="connsiteY6" fmla="*/ 58139 h 139208"/>
                <a:gd name="connsiteX7" fmla="*/ 143574 w 156466"/>
                <a:gd name="connsiteY7" fmla="*/ 4734 h 139208"/>
                <a:gd name="connsiteX8" fmla="*/ 105576 w 156466"/>
                <a:gd name="connsiteY8" fmla="*/ 3005 h 139208"/>
                <a:gd name="connsiteX9" fmla="*/ 25999 w 156466"/>
                <a:gd name="connsiteY9" fmla="*/ 4734 h 139208"/>
                <a:gd name="connsiteX0" fmla="*/ 25999 w 156466"/>
                <a:gd name="connsiteY0" fmla="*/ 10093 h 144567"/>
                <a:gd name="connsiteX1" fmla="*/ 1004 w 156466"/>
                <a:gd name="connsiteY1" fmla="*/ 65514 h 144567"/>
                <a:gd name="connsiteX2" fmla="*/ 12603 w 156466"/>
                <a:gd name="connsiteY2" fmla="*/ 130380 h 144567"/>
                <a:gd name="connsiteX3" fmla="*/ 80658 w 156466"/>
                <a:gd name="connsiteY3" fmla="*/ 144535 h 144567"/>
                <a:gd name="connsiteX4" fmla="*/ 133867 w 156466"/>
                <a:gd name="connsiteY4" fmla="*/ 133087 h 144567"/>
                <a:gd name="connsiteX5" fmla="*/ 150026 w 156466"/>
                <a:gd name="connsiteY5" fmla="*/ 98851 h 144567"/>
                <a:gd name="connsiteX6" fmla="*/ 156273 w 156466"/>
                <a:gd name="connsiteY6" fmla="*/ 63498 h 144567"/>
                <a:gd name="connsiteX7" fmla="*/ 143574 w 156466"/>
                <a:gd name="connsiteY7" fmla="*/ 10093 h 144567"/>
                <a:gd name="connsiteX8" fmla="*/ 89934 w 156466"/>
                <a:gd name="connsiteY8" fmla="*/ 14 h 144567"/>
                <a:gd name="connsiteX9" fmla="*/ 25999 w 156466"/>
                <a:gd name="connsiteY9" fmla="*/ 10093 h 144567"/>
                <a:gd name="connsiteX0" fmla="*/ 25999 w 156530"/>
                <a:gd name="connsiteY0" fmla="*/ 10232 h 144706"/>
                <a:gd name="connsiteX1" fmla="*/ 1004 w 156530"/>
                <a:gd name="connsiteY1" fmla="*/ 65653 h 144706"/>
                <a:gd name="connsiteX2" fmla="*/ 12603 w 156530"/>
                <a:gd name="connsiteY2" fmla="*/ 130519 h 144706"/>
                <a:gd name="connsiteX3" fmla="*/ 80658 w 156530"/>
                <a:gd name="connsiteY3" fmla="*/ 144674 h 144706"/>
                <a:gd name="connsiteX4" fmla="*/ 133867 w 156530"/>
                <a:gd name="connsiteY4" fmla="*/ 133226 h 144706"/>
                <a:gd name="connsiteX5" fmla="*/ 150026 w 156530"/>
                <a:gd name="connsiteY5" fmla="*/ 98990 h 144706"/>
                <a:gd name="connsiteX6" fmla="*/ 156273 w 156530"/>
                <a:gd name="connsiteY6" fmla="*/ 63637 h 144706"/>
                <a:gd name="connsiteX7" fmla="*/ 142270 w 156530"/>
                <a:gd name="connsiteY7" fmla="*/ 12618 h 144706"/>
                <a:gd name="connsiteX8" fmla="*/ 89934 w 156530"/>
                <a:gd name="connsiteY8" fmla="*/ 153 h 144706"/>
                <a:gd name="connsiteX9" fmla="*/ 25999 w 156530"/>
                <a:gd name="connsiteY9" fmla="*/ 10232 h 144706"/>
                <a:gd name="connsiteX0" fmla="*/ 25999 w 156530"/>
                <a:gd name="connsiteY0" fmla="*/ 10232 h 144706"/>
                <a:gd name="connsiteX1" fmla="*/ 1004 w 156530"/>
                <a:gd name="connsiteY1" fmla="*/ 65653 h 144706"/>
                <a:gd name="connsiteX2" fmla="*/ 12603 w 156530"/>
                <a:gd name="connsiteY2" fmla="*/ 130519 h 144706"/>
                <a:gd name="connsiteX3" fmla="*/ 80658 w 156530"/>
                <a:gd name="connsiteY3" fmla="*/ 144674 h 144706"/>
                <a:gd name="connsiteX4" fmla="*/ 133867 w 156530"/>
                <a:gd name="connsiteY4" fmla="*/ 133226 h 144706"/>
                <a:gd name="connsiteX5" fmla="*/ 150026 w 156530"/>
                <a:gd name="connsiteY5" fmla="*/ 98990 h 144706"/>
                <a:gd name="connsiteX6" fmla="*/ 156273 w 156530"/>
                <a:gd name="connsiteY6" fmla="*/ 63637 h 144706"/>
                <a:gd name="connsiteX7" fmla="*/ 142270 w 156530"/>
                <a:gd name="connsiteY7" fmla="*/ 12618 h 144706"/>
                <a:gd name="connsiteX8" fmla="*/ 89934 w 156530"/>
                <a:gd name="connsiteY8" fmla="*/ 153 h 144706"/>
                <a:gd name="connsiteX9" fmla="*/ 25999 w 156530"/>
                <a:gd name="connsiteY9" fmla="*/ 10232 h 144706"/>
                <a:gd name="connsiteX0" fmla="*/ 25999 w 156961"/>
                <a:gd name="connsiteY0" fmla="*/ 10232 h 144702"/>
                <a:gd name="connsiteX1" fmla="*/ 1004 w 156961"/>
                <a:gd name="connsiteY1" fmla="*/ 65653 h 144702"/>
                <a:gd name="connsiteX2" fmla="*/ 12603 w 156961"/>
                <a:gd name="connsiteY2" fmla="*/ 130519 h 144702"/>
                <a:gd name="connsiteX3" fmla="*/ 80658 w 156961"/>
                <a:gd name="connsiteY3" fmla="*/ 144674 h 144702"/>
                <a:gd name="connsiteX4" fmla="*/ 133867 w 156961"/>
                <a:gd name="connsiteY4" fmla="*/ 133226 h 144702"/>
                <a:gd name="connsiteX5" fmla="*/ 152633 w 156961"/>
                <a:gd name="connsiteY5" fmla="*/ 102569 h 144702"/>
                <a:gd name="connsiteX6" fmla="*/ 156273 w 156961"/>
                <a:gd name="connsiteY6" fmla="*/ 63637 h 144702"/>
                <a:gd name="connsiteX7" fmla="*/ 142270 w 156961"/>
                <a:gd name="connsiteY7" fmla="*/ 12618 h 144702"/>
                <a:gd name="connsiteX8" fmla="*/ 89934 w 156961"/>
                <a:gd name="connsiteY8" fmla="*/ 153 h 144702"/>
                <a:gd name="connsiteX9" fmla="*/ 25999 w 156961"/>
                <a:gd name="connsiteY9" fmla="*/ 10232 h 144702"/>
                <a:gd name="connsiteX0" fmla="*/ 25999 w 157373"/>
                <a:gd name="connsiteY0" fmla="*/ 10232 h 144706"/>
                <a:gd name="connsiteX1" fmla="*/ 1004 w 157373"/>
                <a:gd name="connsiteY1" fmla="*/ 65653 h 144706"/>
                <a:gd name="connsiteX2" fmla="*/ 12603 w 157373"/>
                <a:gd name="connsiteY2" fmla="*/ 130519 h 144706"/>
                <a:gd name="connsiteX3" fmla="*/ 80658 w 157373"/>
                <a:gd name="connsiteY3" fmla="*/ 144674 h 144706"/>
                <a:gd name="connsiteX4" fmla="*/ 133867 w 157373"/>
                <a:gd name="connsiteY4" fmla="*/ 133226 h 144706"/>
                <a:gd name="connsiteX5" fmla="*/ 153937 w 157373"/>
                <a:gd name="connsiteY5" fmla="*/ 98990 h 144706"/>
                <a:gd name="connsiteX6" fmla="*/ 156273 w 157373"/>
                <a:gd name="connsiteY6" fmla="*/ 63637 h 144706"/>
                <a:gd name="connsiteX7" fmla="*/ 142270 w 157373"/>
                <a:gd name="connsiteY7" fmla="*/ 12618 h 144706"/>
                <a:gd name="connsiteX8" fmla="*/ 89934 w 157373"/>
                <a:gd name="connsiteY8" fmla="*/ 153 h 144706"/>
                <a:gd name="connsiteX9" fmla="*/ 25999 w 157373"/>
                <a:gd name="connsiteY9" fmla="*/ 10232 h 144706"/>
                <a:gd name="connsiteX0" fmla="*/ 25999 w 157688"/>
                <a:gd name="connsiteY0" fmla="*/ 10232 h 144706"/>
                <a:gd name="connsiteX1" fmla="*/ 1004 w 157688"/>
                <a:gd name="connsiteY1" fmla="*/ 65653 h 144706"/>
                <a:gd name="connsiteX2" fmla="*/ 12603 w 157688"/>
                <a:gd name="connsiteY2" fmla="*/ 130519 h 144706"/>
                <a:gd name="connsiteX3" fmla="*/ 80658 w 157688"/>
                <a:gd name="connsiteY3" fmla="*/ 144674 h 144706"/>
                <a:gd name="connsiteX4" fmla="*/ 127350 w 157688"/>
                <a:gd name="connsiteY4" fmla="*/ 133226 h 144706"/>
                <a:gd name="connsiteX5" fmla="*/ 153937 w 157688"/>
                <a:gd name="connsiteY5" fmla="*/ 98990 h 144706"/>
                <a:gd name="connsiteX6" fmla="*/ 156273 w 157688"/>
                <a:gd name="connsiteY6" fmla="*/ 63637 h 144706"/>
                <a:gd name="connsiteX7" fmla="*/ 142270 w 157688"/>
                <a:gd name="connsiteY7" fmla="*/ 12618 h 144706"/>
                <a:gd name="connsiteX8" fmla="*/ 89934 w 157688"/>
                <a:gd name="connsiteY8" fmla="*/ 153 h 144706"/>
                <a:gd name="connsiteX9" fmla="*/ 25999 w 157688"/>
                <a:gd name="connsiteY9" fmla="*/ 10232 h 144706"/>
                <a:gd name="connsiteX0" fmla="*/ 25999 w 157688"/>
                <a:gd name="connsiteY0" fmla="*/ 10232 h 144966"/>
                <a:gd name="connsiteX1" fmla="*/ 1004 w 157688"/>
                <a:gd name="connsiteY1" fmla="*/ 65653 h 144966"/>
                <a:gd name="connsiteX2" fmla="*/ 12603 w 157688"/>
                <a:gd name="connsiteY2" fmla="*/ 123361 h 144966"/>
                <a:gd name="connsiteX3" fmla="*/ 80658 w 157688"/>
                <a:gd name="connsiteY3" fmla="*/ 144674 h 144966"/>
                <a:gd name="connsiteX4" fmla="*/ 127350 w 157688"/>
                <a:gd name="connsiteY4" fmla="*/ 133226 h 144966"/>
                <a:gd name="connsiteX5" fmla="*/ 153937 w 157688"/>
                <a:gd name="connsiteY5" fmla="*/ 98990 h 144966"/>
                <a:gd name="connsiteX6" fmla="*/ 156273 w 157688"/>
                <a:gd name="connsiteY6" fmla="*/ 63637 h 144966"/>
                <a:gd name="connsiteX7" fmla="*/ 142270 w 157688"/>
                <a:gd name="connsiteY7" fmla="*/ 12618 h 144966"/>
                <a:gd name="connsiteX8" fmla="*/ 89934 w 157688"/>
                <a:gd name="connsiteY8" fmla="*/ 153 h 144966"/>
                <a:gd name="connsiteX9" fmla="*/ 25999 w 157688"/>
                <a:gd name="connsiteY9" fmla="*/ 10232 h 144966"/>
                <a:gd name="connsiteX0" fmla="*/ 25999 w 157688"/>
                <a:gd name="connsiteY0" fmla="*/ 10232 h 144966"/>
                <a:gd name="connsiteX1" fmla="*/ 1004 w 157688"/>
                <a:gd name="connsiteY1" fmla="*/ 65653 h 144966"/>
                <a:gd name="connsiteX2" fmla="*/ 12603 w 157688"/>
                <a:gd name="connsiteY2" fmla="*/ 123361 h 144966"/>
                <a:gd name="connsiteX3" fmla="*/ 80658 w 157688"/>
                <a:gd name="connsiteY3" fmla="*/ 144674 h 144966"/>
                <a:gd name="connsiteX4" fmla="*/ 127350 w 157688"/>
                <a:gd name="connsiteY4" fmla="*/ 133226 h 144966"/>
                <a:gd name="connsiteX5" fmla="*/ 153937 w 157688"/>
                <a:gd name="connsiteY5" fmla="*/ 98990 h 144966"/>
                <a:gd name="connsiteX6" fmla="*/ 156273 w 157688"/>
                <a:gd name="connsiteY6" fmla="*/ 63637 h 144966"/>
                <a:gd name="connsiteX7" fmla="*/ 142270 w 157688"/>
                <a:gd name="connsiteY7" fmla="*/ 12618 h 144966"/>
                <a:gd name="connsiteX8" fmla="*/ 89934 w 157688"/>
                <a:gd name="connsiteY8" fmla="*/ 153 h 144966"/>
                <a:gd name="connsiteX9" fmla="*/ 25999 w 157688"/>
                <a:gd name="connsiteY9" fmla="*/ 10232 h 144966"/>
                <a:gd name="connsiteX0" fmla="*/ 25932 w 157621"/>
                <a:gd name="connsiteY0" fmla="*/ 10232 h 140513"/>
                <a:gd name="connsiteX1" fmla="*/ 937 w 157621"/>
                <a:gd name="connsiteY1" fmla="*/ 65653 h 140513"/>
                <a:gd name="connsiteX2" fmla="*/ 12536 w 157621"/>
                <a:gd name="connsiteY2" fmla="*/ 123361 h 140513"/>
                <a:gd name="connsiteX3" fmla="*/ 77984 w 157621"/>
                <a:gd name="connsiteY3" fmla="*/ 139903 h 140513"/>
                <a:gd name="connsiteX4" fmla="*/ 127283 w 157621"/>
                <a:gd name="connsiteY4" fmla="*/ 133226 h 140513"/>
                <a:gd name="connsiteX5" fmla="*/ 153870 w 157621"/>
                <a:gd name="connsiteY5" fmla="*/ 98990 h 140513"/>
                <a:gd name="connsiteX6" fmla="*/ 156206 w 157621"/>
                <a:gd name="connsiteY6" fmla="*/ 63637 h 140513"/>
                <a:gd name="connsiteX7" fmla="*/ 142203 w 157621"/>
                <a:gd name="connsiteY7" fmla="*/ 12618 h 140513"/>
                <a:gd name="connsiteX8" fmla="*/ 89867 w 157621"/>
                <a:gd name="connsiteY8" fmla="*/ 153 h 140513"/>
                <a:gd name="connsiteX9" fmla="*/ 25932 w 157621"/>
                <a:gd name="connsiteY9" fmla="*/ 10232 h 140513"/>
                <a:gd name="connsiteX0" fmla="*/ 25932 w 157621"/>
                <a:gd name="connsiteY0" fmla="*/ 10232 h 140152"/>
                <a:gd name="connsiteX1" fmla="*/ 937 w 157621"/>
                <a:gd name="connsiteY1" fmla="*/ 65653 h 140152"/>
                <a:gd name="connsiteX2" fmla="*/ 12536 w 157621"/>
                <a:gd name="connsiteY2" fmla="*/ 123361 h 140152"/>
                <a:gd name="connsiteX3" fmla="*/ 77984 w 157621"/>
                <a:gd name="connsiteY3" fmla="*/ 139903 h 140152"/>
                <a:gd name="connsiteX4" fmla="*/ 127283 w 157621"/>
                <a:gd name="connsiteY4" fmla="*/ 130841 h 140152"/>
                <a:gd name="connsiteX5" fmla="*/ 153870 w 157621"/>
                <a:gd name="connsiteY5" fmla="*/ 98990 h 140152"/>
                <a:gd name="connsiteX6" fmla="*/ 156206 w 157621"/>
                <a:gd name="connsiteY6" fmla="*/ 63637 h 140152"/>
                <a:gd name="connsiteX7" fmla="*/ 142203 w 157621"/>
                <a:gd name="connsiteY7" fmla="*/ 12618 h 140152"/>
                <a:gd name="connsiteX8" fmla="*/ 89867 w 157621"/>
                <a:gd name="connsiteY8" fmla="*/ 153 h 140152"/>
                <a:gd name="connsiteX9" fmla="*/ 25932 w 157621"/>
                <a:gd name="connsiteY9" fmla="*/ 10232 h 140152"/>
                <a:gd name="connsiteX0" fmla="*/ 25932 w 157620"/>
                <a:gd name="connsiteY0" fmla="*/ 10232 h 140152"/>
                <a:gd name="connsiteX1" fmla="*/ 937 w 157620"/>
                <a:gd name="connsiteY1" fmla="*/ 65653 h 140152"/>
                <a:gd name="connsiteX2" fmla="*/ 12536 w 157620"/>
                <a:gd name="connsiteY2" fmla="*/ 123361 h 140152"/>
                <a:gd name="connsiteX3" fmla="*/ 77984 w 157620"/>
                <a:gd name="connsiteY3" fmla="*/ 139903 h 140152"/>
                <a:gd name="connsiteX4" fmla="*/ 127283 w 157620"/>
                <a:gd name="connsiteY4" fmla="*/ 130841 h 140152"/>
                <a:gd name="connsiteX5" fmla="*/ 153870 w 157620"/>
                <a:gd name="connsiteY5" fmla="*/ 98990 h 140152"/>
                <a:gd name="connsiteX6" fmla="*/ 156206 w 157620"/>
                <a:gd name="connsiteY6" fmla="*/ 60059 h 140152"/>
                <a:gd name="connsiteX7" fmla="*/ 142203 w 157620"/>
                <a:gd name="connsiteY7" fmla="*/ 12618 h 140152"/>
                <a:gd name="connsiteX8" fmla="*/ 89867 w 157620"/>
                <a:gd name="connsiteY8" fmla="*/ 153 h 140152"/>
                <a:gd name="connsiteX9" fmla="*/ 25932 w 157620"/>
                <a:gd name="connsiteY9" fmla="*/ 10232 h 140152"/>
                <a:gd name="connsiteX0" fmla="*/ 25932 w 159605"/>
                <a:gd name="connsiteY0" fmla="*/ 10232 h 140152"/>
                <a:gd name="connsiteX1" fmla="*/ 937 w 159605"/>
                <a:gd name="connsiteY1" fmla="*/ 65653 h 140152"/>
                <a:gd name="connsiteX2" fmla="*/ 12536 w 159605"/>
                <a:gd name="connsiteY2" fmla="*/ 123361 h 140152"/>
                <a:gd name="connsiteX3" fmla="*/ 77984 w 159605"/>
                <a:gd name="connsiteY3" fmla="*/ 139903 h 140152"/>
                <a:gd name="connsiteX4" fmla="*/ 127283 w 159605"/>
                <a:gd name="connsiteY4" fmla="*/ 130841 h 140152"/>
                <a:gd name="connsiteX5" fmla="*/ 153870 w 159605"/>
                <a:gd name="connsiteY5" fmla="*/ 98990 h 140152"/>
                <a:gd name="connsiteX6" fmla="*/ 158813 w 159605"/>
                <a:gd name="connsiteY6" fmla="*/ 60059 h 140152"/>
                <a:gd name="connsiteX7" fmla="*/ 142203 w 159605"/>
                <a:gd name="connsiteY7" fmla="*/ 12618 h 140152"/>
                <a:gd name="connsiteX8" fmla="*/ 89867 w 159605"/>
                <a:gd name="connsiteY8" fmla="*/ 153 h 140152"/>
                <a:gd name="connsiteX9" fmla="*/ 25932 w 159605"/>
                <a:gd name="connsiteY9" fmla="*/ 10232 h 140152"/>
                <a:gd name="connsiteX0" fmla="*/ 25932 w 158846"/>
                <a:gd name="connsiteY0" fmla="*/ 10232 h 140152"/>
                <a:gd name="connsiteX1" fmla="*/ 937 w 158846"/>
                <a:gd name="connsiteY1" fmla="*/ 65653 h 140152"/>
                <a:gd name="connsiteX2" fmla="*/ 12536 w 158846"/>
                <a:gd name="connsiteY2" fmla="*/ 123361 h 140152"/>
                <a:gd name="connsiteX3" fmla="*/ 77984 w 158846"/>
                <a:gd name="connsiteY3" fmla="*/ 139903 h 140152"/>
                <a:gd name="connsiteX4" fmla="*/ 127283 w 158846"/>
                <a:gd name="connsiteY4" fmla="*/ 130841 h 140152"/>
                <a:gd name="connsiteX5" fmla="*/ 153870 w 158846"/>
                <a:gd name="connsiteY5" fmla="*/ 98990 h 140152"/>
                <a:gd name="connsiteX6" fmla="*/ 158813 w 158846"/>
                <a:gd name="connsiteY6" fmla="*/ 60059 h 140152"/>
                <a:gd name="connsiteX7" fmla="*/ 142203 w 158846"/>
                <a:gd name="connsiteY7" fmla="*/ 12618 h 140152"/>
                <a:gd name="connsiteX8" fmla="*/ 89867 w 158846"/>
                <a:gd name="connsiteY8" fmla="*/ 153 h 140152"/>
                <a:gd name="connsiteX9" fmla="*/ 25932 w 158846"/>
                <a:gd name="connsiteY9" fmla="*/ 10232 h 140152"/>
                <a:gd name="connsiteX0" fmla="*/ 29469 w 162383"/>
                <a:gd name="connsiteY0" fmla="*/ 10152 h 140072"/>
                <a:gd name="connsiteX1" fmla="*/ 563 w 162383"/>
                <a:gd name="connsiteY1" fmla="*/ 57223 h 140072"/>
                <a:gd name="connsiteX2" fmla="*/ 16073 w 162383"/>
                <a:gd name="connsiteY2" fmla="*/ 123281 h 140072"/>
                <a:gd name="connsiteX3" fmla="*/ 81521 w 162383"/>
                <a:gd name="connsiteY3" fmla="*/ 139823 h 140072"/>
                <a:gd name="connsiteX4" fmla="*/ 130820 w 162383"/>
                <a:gd name="connsiteY4" fmla="*/ 130761 h 140072"/>
                <a:gd name="connsiteX5" fmla="*/ 157407 w 162383"/>
                <a:gd name="connsiteY5" fmla="*/ 98910 h 140072"/>
                <a:gd name="connsiteX6" fmla="*/ 162350 w 162383"/>
                <a:gd name="connsiteY6" fmla="*/ 59979 h 140072"/>
                <a:gd name="connsiteX7" fmla="*/ 145740 w 162383"/>
                <a:gd name="connsiteY7" fmla="*/ 12538 h 140072"/>
                <a:gd name="connsiteX8" fmla="*/ 93404 w 162383"/>
                <a:gd name="connsiteY8" fmla="*/ 73 h 140072"/>
                <a:gd name="connsiteX9" fmla="*/ 29469 w 162383"/>
                <a:gd name="connsiteY9" fmla="*/ 10152 h 140072"/>
                <a:gd name="connsiteX0" fmla="*/ 29319 w 162233"/>
                <a:gd name="connsiteY0" fmla="*/ 10152 h 140334"/>
                <a:gd name="connsiteX1" fmla="*/ 413 w 162233"/>
                <a:gd name="connsiteY1" fmla="*/ 57223 h 140334"/>
                <a:gd name="connsiteX2" fmla="*/ 17227 w 162233"/>
                <a:gd name="connsiteY2" fmla="*/ 118510 h 140334"/>
                <a:gd name="connsiteX3" fmla="*/ 81371 w 162233"/>
                <a:gd name="connsiteY3" fmla="*/ 139823 h 140334"/>
                <a:gd name="connsiteX4" fmla="*/ 130670 w 162233"/>
                <a:gd name="connsiteY4" fmla="*/ 130761 h 140334"/>
                <a:gd name="connsiteX5" fmla="*/ 157257 w 162233"/>
                <a:gd name="connsiteY5" fmla="*/ 98910 h 140334"/>
                <a:gd name="connsiteX6" fmla="*/ 162200 w 162233"/>
                <a:gd name="connsiteY6" fmla="*/ 59979 h 140334"/>
                <a:gd name="connsiteX7" fmla="*/ 145590 w 162233"/>
                <a:gd name="connsiteY7" fmla="*/ 12538 h 140334"/>
                <a:gd name="connsiteX8" fmla="*/ 93254 w 162233"/>
                <a:gd name="connsiteY8" fmla="*/ 73 h 140334"/>
                <a:gd name="connsiteX9" fmla="*/ 29319 w 162233"/>
                <a:gd name="connsiteY9" fmla="*/ 10152 h 140334"/>
                <a:gd name="connsiteX0" fmla="*/ 29319 w 167435"/>
                <a:gd name="connsiteY0" fmla="*/ 10152 h 140334"/>
                <a:gd name="connsiteX1" fmla="*/ 413 w 167435"/>
                <a:gd name="connsiteY1" fmla="*/ 57223 h 140334"/>
                <a:gd name="connsiteX2" fmla="*/ 17227 w 167435"/>
                <a:gd name="connsiteY2" fmla="*/ 118510 h 140334"/>
                <a:gd name="connsiteX3" fmla="*/ 81371 w 167435"/>
                <a:gd name="connsiteY3" fmla="*/ 139823 h 140334"/>
                <a:gd name="connsiteX4" fmla="*/ 130670 w 167435"/>
                <a:gd name="connsiteY4" fmla="*/ 130761 h 140334"/>
                <a:gd name="connsiteX5" fmla="*/ 157257 w 167435"/>
                <a:gd name="connsiteY5" fmla="*/ 98910 h 140334"/>
                <a:gd name="connsiteX6" fmla="*/ 167414 w 167435"/>
                <a:gd name="connsiteY6" fmla="*/ 58786 h 140334"/>
                <a:gd name="connsiteX7" fmla="*/ 145590 w 167435"/>
                <a:gd name="connsiteY7" fmla="*/ 12538 h 140334"/>
                <a:gd name="connsiteX8" fmla="*/ 93254 w 167435"/>
                <a:gd name="connsiteY8" fmla="*/ 73 h 140334"/>
                <a:gd name="connsiteX9" fmla="*/ 29319 w 167435"/>
                <a:gd name="connsiteY9" fmla="*/ 10152 h 140334"/>
                <a:gd name="connsiteX0" fmla="*/ 29319 w 167678"/>
                <a:gd name="connsiteY0" fmla="*/ 10152 h 140294"/>
                <a:gd name="connsiteX1" fmla="*/ 413 w 167678"/>
                <a:gd name="connsiteY1" fmla="*/ 57223 h 140294"/>
                <a:gd name="connsiteX2" fmla="*/ 17227 w 167678"/>
                <a:gd name="connsiteY2" fmla="*/ 118510 h 140294"/>
                <a:gd name="connsiteX3" fmla="*/ 81371 w 167678"/>
                <a:gd name="connsiteY3" fmla="*/ 139823 h 140294"/>
                <a:gd name="connsiteX4" fmla="*/ 130670 w 167678"/>
                <a:gd name="connsiteY4" fmla="*/ 130761 h 140294"/>
                <a:gd name="connsiteX5" fmla="*/ 155953 w 167678"/>
                <a:gd name="connsiteY5" fmla="*/ 102489 h 140294"/>
                <a:gd name="connsiteX6" fmla="*/ 167414 w 167678"/>
                <a:gd name="connsiteY6" fmla="*/ 58786 h 140294"/>
                <a:gd name="connsiteX7" fmla="*/ 145590 w 167678"/>
                <a:gd name="connsiteY7" fmla="*/ 12538 h 140294"/>
                <a:gd name="connsiteX8" fmla="*/ 93254 w 167678"/>
                <a:gd name="connsiteY8" fmla="*/ 73 h 140294"/>
                <a:gd name="connsiteX9" fmla="*/ 29319 w 167678"/>
                <a:gd name="connsiteY9" fmla="*/ 10152 h 140294"/>
                <a:gd name="connsiteX0" fmla="*/ 29319 w 167678"/>
                <a:gd name="connsiteY0" fmla="*/ 10540 h 140682"/>
                <a:gd name="connsiteX1" fmla="*/ 413 w 167678"/>
                <a:gd name="connsiteY1" fmla="*/ 57611 h 140682"/>
                <a:gd name="connsiteX2" fmla="*/ 17227 w 167678"/>
                <a:gd name="connsiteY2" fmla="*/ 118898 h 140682"/>
                <a:gd name="connsiteX3" fmla="*/ 81371 w 167678"/>
                <a:gd name="connsiteY3" fmla="*/ 140211 h 140682"/>
                <a:gd name="connsiteX4" fmla="*/ 130670 w 167678"/>
                <a:gd name="connsiteY4" fmla="*/ 131149 h 140682"/>
                <a:gd name="connsiteX5" fmla="*/ 155953 w 167678"/>
                <a:gd name="connsiteY5" fmla="*/ 102877 h 140682"/>
                <a:gd name="connsiteX6" fmla="*/ 167414 w 167678"/>
                <a:gd name="connsiteY6" fmla="*/ 59174 h 140682"/>
                <a:gd name="connsiteX7" fmla="*/ 145590 w 167678"/>
                <a:gd name="connsiteY7" fmla="*/ 12926 h 140682"/>
                <a:gd name="connsiteX8" fmla="*/ 93254 w 167678"/>
                <a:gd name="connsiteY8" fmla="*/ 461 h 140682"/>
                <a:gd name="connsiteX9" fmla="*/ 64636 w 167678"/>
                <a:gd name="connsiteY9" fmla="*/ 3421 h 140682"/>
                <a:gd name="connsiteX10" fmla="*/ 29319 w 167678"/>
                <a:gd name="connsiteY10" fmla="*/ 10540 h 140682"/>
                <a:gd name="connsiteX0" fmla="*/ 29319 w 167678"/>
                <a:gd name="connsiteY0" fmla="*/ 10540 h 140682"/>
                <a:gd name="connsiteX1" fmla="*/ 413 w 167678"/>
                <a:gd name="connsiteY1" fmla="*/ 57611 h 140682"/>
                <a:gd name="connsiteX2" fmla="*/ 17227 w 167678"/>
                <a:gd name="connsiteY2" fmla="*/ 118898 h 140682"/>
                <a:gd name="connsiteX3" fmla="*/ 81371 w 167678"/>
                <a:gd name="connsiteY3" fmla="*/ 140211 h 140682"/>
                <a:gd name="connsiteX4" fmla="*/ 130670 w 167678"/>
                <a:gd name="connsiteY4" fmla="*/ 131149 h 140682"/>
                <a:gd name="connsiteX5" fmla="*/ 155953 w 167678"/>
                <a:gd name="connsiteY5" fmla="*/ 102877 h 140682"/>
                <a:gd name="connsiteX6" fmla="*/ 167414 w 167678"/>
                <a:gd name="connsiteY6" fmla="*/ 59174 h 140682"/>
                <a:gd name="connsiteX7" fmla="*/ 145590 w 167678"/>
                <a:gd name="connsiteY7" fmla="*/ 12926 h 140682"/>
                <a:gd name="connsiteX8" fmla="*/ 102379 w 167678"/>
                <a:gd name="connsiteY8" fmla="*/ 461 h 140682"/>
                <a:gd name="connsiteX9" fmla="*/ 64636 w 167678"/>
                <a:gd name="connsiteY9" fmla="*/ 3421 h 140682"/>
                <a:gd name="connsiteX10" fmla="*/ 29319 w 167678"/>
                <a:gd name="connsiteY10" fmla="*/ 10540 h 140682"/>
                <a:gd name="connsiteX0" fmla="*/ 29319 w 167678"/>
                <a:gd name="connsiteY0" fmla="*/ 9523 h 139665"/>
                <a:gd name="connsiteX1" fmla="*/ 413 w 167678"/>
                <a:gd name="connsiteY1" fmla="*/ 56594 h 139665"/>
                <a:gd name="connsiteX2" fmla="*/ 17227 w 167678"/>
                <a:gd name="connsiteY2" fmla="*/ 117881 h 139665"/>
                <a:gd name="connsiteX3" fmla="*/ 81371 w 167678"/>
                <a:gd name="connsiteY3" fmla="*/ 139194 h 139665"/>
                <a:gd name="connsiteX4" fmla="*/ 130670 w 167678"/>
                <a:gd name="connsiteY4" fmla="*/ 130132 h 139665"/>
                <a:gd name="connsiteX5" fmla="*/ 155953 w 167678"/>
                <a:gd name="connsiteY5" fmla="*/ 101860 h 139665"/>
                <a:gd name="connsiteX6" fmla="*/ 167414 w 167678"/>
                <a:gd name="connsiteY6" fmla="*/ 58157 h 139665"/>
                <a:gd name="connsiteX7" fmla="*/ 145590 w 167678"/>
                <a:gd name="connsiteY7" fmla="*/ 11909 h 139665"/>
                <a:gd name="connsiteX8" fmla="*/ 110200 w 167678"/>
                <a:gd name="connsiteY8" fmla="*/ 637 h 139665"/>
                <a:gd name="connsiteX9" fmla="*/ 64636 w 167678"/>
                <a:gd name="connsiteY9" fmla="*/ 2404 h 139665"/>
                <a:gd name="connsiteX10" fmla="*/ 29319 w 167678"/>
                <a:gd name="connsiteY10" fmla="*/ 9523 h 139665"/>
                <a:gd name="connsiteX0" fmla="*/ 29319 w 167678"/>
                <a:gd name="connsiteY0" fmla="*/ 9436 h 139578"/>
                <a:gd name="connsiteX1" fmla="*/ 413 w 167678"/>
                <a:gd name="connsiteY1" fmla="*/ 56507 h 139578"/>
                <a:gd name="connsiteX2" fmla="*/ 17227 w 167678"/>
                <a:gd name="connsiteY2" fmla="*/ 117794 h 139578"/>
                <a:gd name="connsiteX3" fmla="*/ 81371 w 167678"/>
                <a:gd name="connsiteY3" fmla="*/ 139107 h 139578"/>
                <a:gd name="connsiteX4" fmla="*/ 130670 w 167678"/>
                <a:gd name="connsiteY4" fmla="*/ 130045 h 139578"/>
                <a:gd name="connsiteX5" fmla="*/ 155953 w 167678"/>
                <a:gd name="connsiteY5" fmla="*/ 101773 h 139578"/>
                <a:gd name="connsiteX6" fmla="*/ 167414 w 167678"/>
                <a:gd name="connsiteY6" fmla="*/ 58070 h 139578"/>
                <a:gd name="connsiteX7" fmla="*/ 145590 w 167678"/>
                <a:gd name="connsiteY7" fmla="*/ 10629 h 139578"/>
                <a:gd name="connsiteX8" fmla="*/ 110200 w 167678"/>
                <a:gd name="connsiteY8" fmla="*/ 550 h 139578"/>
                <a:gd name="connsiteX9" fmla="*/ 64636 w 167678"/>
                <a:gd name="connsiteY9" fmla="*/ 2317 h 139578"/>
                <a:gd name="connsiteX10" fmla="*/ 29319 w 167678"/>
                <a:gd name="connsiteY10" fmla="*/ 9436 h 139578"/>
                <a:gd name="connsiteX0" fmla="*/ 29319 w 167678"/>
                <a:gd name="connsiteY0" fmla="*/ 9854 h 139996"/>
                <a:gd name="connsiteX1" fmla="*/ 413 w 167678"/>
                <a:gd name="connsiteY1" fmla="*/ 56925 h 139996"/>
                <a:gd name="connsiteX2" fmla="*/ 17227 w 167678"/>
                <a:gd name="connsiteY2" fmla="*/ 118212 h 139996"/>
                <a:gd name="connsiteX3" fmla="*/ 81371 w 167678"/>
                <a:gd name="connsiteY3" fmla="*/ 139525 h 139996"/>
                <a:gd name="connsiteX4" fmla="*/ 130670 w 167678"/>
                <a:gd name="connsiteY4" fmla="*/ 130463 h 139996"/>
                <a:gd name="connsiteX5" fmla="*/ 155953 w 167678"/>
                <a:gd name="connsiteY5" fmla="*/ 102191 h 139996"/>
                <a:gd name="connsiteX6" fmla="*/ 167414 w 167678"/>
                <a:gd name="connsiteY6" fmla="*/ 58488 h 139996"/>
                <a:gd name="connsiteX7" fmla="*/ 145590 w 167678"/>
                <a:gd name="connsiteY7" fmla="*/ 11047 h 139996"/>
                <a:gd name="connsiteX8" fmla="*/ 110200 w 167678"/>
                <a:gd name="connsiteY8" fmla="*/ 968 h 139996"/>
                <a:gd name="connsiteX9" fmla="*/ 59422 w 167678"/>
                <a:gd name="connsiteY9" fmla="*/ 1542 h 139996"/>
                <a:gd name="connsiteX10" fmla="*/ 29319 w 167678"/>
                <a:gd name="connsiteY10" fmla="*/ 9854 h 139996"/>
                <a:gd name="connsiteX0" fmla="*/ 29203 w 167562"/>
                <a:gd name="connsiteY0" fmla="*/ 9854 h 140203"/>
                <a:gd name="connsiteX1" fmla="*/ 297 w 167562"/>
                <a:gd name="connsiteY1" fmla="*/ 56925 h 140203"/>
                <a:gd name="connsiteX2" fmla="*/ 18415 w 167562"/>
                <a:gd name="connsiteY2" fmla="*/ 114633 h 140203"/>
                <a:gd name="connsiteX3" fmla="*/ 81255 w 167562"/>
                <a:gd name="connsiteY3" fmla="*/ 139525 h 140203"/>
                <a:gd name="connsiteX4" fmla="*/ 130554 w 167562"/>
                <a:gd name="connsiteY4" fmla="*/ 130463 h 140203"/>
                <a:gd name="connsiteX5" fmla="*/ 155837 w 167562"/>
                <a:gd name="connsiteY5" fmla="*/ 102191 h 140203"/>
                <a:gd name="connsiteX6" fmla="*/ 167298 w 167562"/>
                <a:gd name="connsiteY6" fmla="*/ 58488 h 140203"/>
                <a:gd name="connsiteX7" fmla="*/ 145474 w 167562"/>
                <a:gd name="connsiteY7" fmla="*/ 11047 h 140203"/>
                <a:gd name="connsiteX8" fmla="*/ 110084 w 167562"/>
                <a:gd name="connsiteY8" fmla="*/ 968 h 140203"/>
                <a:gd name="connsiteX9" fmla="*/ 59306 w 167562"/>
                <a:gd name="connsiteY9" fmla="*/ 1542 h 140203"/>
                <a:gd name="connsiteX10" fmla="*/ 29203 w 167562"/>
                <a:gd name="connsiteY10" fmla="*/ 9854 h 140203"/>
                <a:gd name="connsiteX0" fmla="*/ 29165 w 167524"/>
                <a:gd name="connsiteY0" fmla="*/ 9854 h 138033"/>
                <a:gd name="connsiteX1" fmla="*/ 259 w 167524"/>
                <a:gd name="connsiteY1" fmla="*/ 56925 h 138033"/>
                <a:gd name="connsiteX2" fmla="*/ 18377 w 167524"/>
                <a:gd name="connsiteY2" fmla="*/ 114633 h 138033"/>
                <a:gd name="connsiteX3" fmla="*/ 73396 w 167524"/>
                <a:gd name="connsiteY3" fmla="*/ 137139 h 138033"/>
                <a:gd name="connsiteX4" fmla="*/ 130516 w 167524"/>
                <a:gd name="connsiteY4" fmla="*/ 130463 h 138033"/>
                <a:gd name="connsiteX5" fmla="*/ 155799 w 167524"/>
                <a:gd name="connsiteY5" fmla="*/ 102191 h 138033"/>
                <a:gd name="connsiteX6" fmla="*/ 167260 w 167524"/>
                <a:gd name="connsiteY6" fmla="*/ 58488 h 138033"/>
                <a:gd name="connsiteX7" fmla="*/ 145436 w 167524"/>
                <a:gd name="connsiteY7" fmla="*/ 11047 h 138033"/>
                <a:gd name="connsiteX8" fmla="*/ 110046 w 167524"/>
                <a:gd name="connsiteY8" fmla="*/ 968 h 138033"/>
                <a:gd name="connsiteX9" fmla="*/ 59268 w 167524"/>
                <a:gd name="connsiteY9" fmla="*/ 1542 h 138033"/>
                <a:gd name="connsiteX10" fmla="*/ 29165 w 167524"/>
                <a:gd name="connsiteY10" fmla="*/ 9854 h 138033"/>
                <a:gd name="connsiteX0" fmla="*/ 29165 w 167524"/>
                <a:gd name="connsiteY0" fmla="*/ 9854 h 138033"/>
                <a:gd name="connsiteX1" fmla="*/ 259 w 167524"/>
                <a:gd name="connsiteY1" fmla="*/ 56925 h 138033"/>
                <a:gd name="connsiteX2" fmla="*/ 18377 w 167524"/>
                <a:gd name="connsiteY2" fmla="*/ 114633 h 138033"/>
                <a:gd name="connsiteX3" fmla="*/ 73396 w 167524"/>
                <a:gd name="connsiteY3" fmla="*/ 137139 h 138033"/>
                <a:gd name="connsiteX4" fmla="*/ 130516 w 167524"/>
                <a:gd name="connsiteY4" fmla="*/ 130463 h 138033"/>
                <a:gd name="connsiteX5" fmla="*/ 155799 w 167524"/>
                <a:gd name="connsiteY5" fmla="*/ 102191 h 138033"/>
                <a:gd name="connsiteX6" fmla="*/ 167260 w 167524"/>
                <a:gd name="connsiteY6" fmla="*/ 58488 h 138033"/>
                <a:gd name="connsiteX7" fmla="*/ 145436 w 167524"/>
                <a:gd name="connsiteY7" fmla="*/ 11047 h 138033"/>
                <a:gd name="connsiteX8" fmla="*/ 110046 w 167524"/>
                <a:gd name="connsiteY8" fmla="*/ 968 h 138033"/>
                <a:gd name="connsiteX9" fmla="*/ 59268 w 167524"/>
                <a:gd name="connsiteY9" fmla="*/ 1542 h 138033"/>
                <a:gd name="connsiteX10" fmla="*/ 29165 w 167524"/>
                <a:gd name="connsiteY10" fmla="*/ 9854 h 138033"/>
                <a:gd name="connsiteX0" fmla="*/ 29165 w 167633"/>
                <a:gd name="connsiteY0" fmla="*/ 9854 h 138033"/>
                <a:gd name="connsiteX1" fmla="*/ 259 w 167633"/>
                <a:gd name="connsiteY1" fmla="*/ 56925 h 138033"/>
                <a:gd name="connsiteX2" fmla="*/ 18377 w 167633"/>
                <a:gd name="connsiteY2" fmla="*/ 114633 h 138033"/>
                <a:gd name="connsiteX3" fmla="*/ 73396 w 167633"/>
                <a:gd name="connsiteY3" fmla="*/ 137139 h 138033"/>
                <a:gd name="connsiteX4" fmla="*/ 130516 w 167633"/>
                <a:gd name="connsiteY4" fmla="*/ 130463 h 138033"/>
                <a:gd name="connsiteX5" fmla="*/ 157102 w 167633"/>
                <a:gd name="connsiteY5" fmla="*/ 102191 h 138033"/>
                <a:gd name="connsiteX6" fmla="*/ 167260 w 167633"/>
                <a:gd name="connsiteY6" fmla="*/ 58488 h 138033"/>
                <a:gd name="connsiteX7" fmla="*/ 145436 w 167633"/>
                <a:gd name="connsiteY7" fmla="*/ 11047 h 138033"/>
                <a:gd name="connsiteX8" fmla="*/ 110046 w 167633"/>
                <a:gd name="connsiteY8" fmla="*/ 968 h 138033"/>
                <a:gd name="connsiteX9" fmla="*/ 59268 w 167633"/>
                <a:gd name="connsiteY9" fmla="*/ 1542 h 138033"/>
                <a:gd name="connsiteX10" fmla="*/ 29165 w 167633"/>
                <a:gd name="connsiteY10" fmla="*/ 9854 h 13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33" h="138033">
                  <a:moveTo>
                    <a:pt x="29165" y="9854"/>
                  </a:moveTo>
                  <a:cubicBezTo>
                    <a:pt x="19330" y="19084"/>
                    <a:pt x="2057" y="39462"/>
                    <a:pt x="259" y="56925"/>
                  </a:cubicBezTo>
                  <a:cubicBezTo>
                    <a:pt x="-1539" y="74388"/>
                    <a:pt x="6188" y="101264"/>
                    <a:pt x="18377" y="114633"/>
                  </a:cubicBezTo>
                  <a:cubicBezTo>
                    <a:pt x="30567" y="128002"/>
                    <a:pt x="54706" y="134501"/>
                    <a:pt x="73396" y="137139"/>
                  </a:cubicBezTo>
                  <a:cubicBezTo>
                    <a:pt x="92086" y="139777"/>
                    <a:pt x="116565" y="136288"/>
                    <a:pt x="130516" y="130463"/>
                  </a:cubicBezTo>
                  <a:cubicBezTo>
                    <a:pt x="144467" y="124638"/>
                    <a:pt x="150978" y="114187"/>
                    <a:pt x="157102" y="102191"/>
                  </a:cubicBezTo>
                  <a:cubicBezTo>
                    <a:pt x="163226" y="90195"/>
                    <a:pt x="169204" y="73679"/>
                    <a:pt x="167260" y="58488"/>
                  </a:cubicBezTo>
                  <a:cubicBezTo>
                    <a:pt x="165316" y="43297"/>
                    <a:pt x="153373" y="17132"/>
                    <a:pt x="145436" y="11047"/>
                  </a:cubicBezTo>
                  <a:cubicBezTo>
                    <a:pt x="137499" y="4962"/>
                    <a:pt x="124407" y="2552"/>
                    <a:pt x="110046" y="968"/>
                  </a:cubicBezTo>
                  <a:cubicBezTo>
                    <a:pt x="95685" y="-616"/>
                    <a:pt x="69924" y="-138"/>
                    <a:pt x="59268" y="1542"/>
                  </a:cubicBezTo>
                  <a:cubicBezTo>
                    <a:pt x="48612" y="3222"/>
                    <a:pt x="39000" y="624"/>
                    <a:pt x="29165" y="985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57150">
              <a:gradFill flip="none" rotWithShape="1">
                <a:gsLst>
                  <a:gs pos="81000">
                    <a:srgbClr val="321704"/>
                  </a:gs>
                  <a:gs pos="50000">
                    <a:schemeClr val="accent2">
                      <a:lumMod val="50000"/>
                    </a:schemeClr>
                  </a:gs>
                  <a:gs pos="21000">
                    <a:schemeClr val="accent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429FE5A-CA21-4596-AC86-4AA04E9E1F3A}"/>
                </a:ext>
              </a:extLst>
            </p:cNvPr>
            <p:cNvSpPr/>
            <p:nvPr/>
          </p:nvSpPr>
          <p:spPr>
            <a:xfrm>
              <a:off x="2290837" y="2978304"/>
              <a:ext cx="47641" cy="4596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3FF4508-1534-4C75-AD06-19D3069468FD}"/>
                </a:ext>
              </a:extLst>
            </p:cNvPr>
            <p:cNvSpPr/>
            <p:nvPr/>
          </p:nvSpPr>
          <p:spPr>
            <a:xfrm>
              <a:off x="2314657" y="2924795"/>
              <a:ext cx="47641" cy="45961"/>
            </a:xfrm>
            <a:prstGeom prst="ellipse">
              <a:avLst/>
            </a:prstGeom>
            <a:gradFill>
              <a:gsLst>
                <a:gs pos="81000">
                  <a:schemeClr val="accent1">
                    <a:lumMod val="40000"/>
                    <a:lumOff val="60000"/>
                  </a:schemeClr>
                </a:gs>
                <a:gs pos="50000">
                  <a:schemeClr val="accent1">
                    <a:lumMod val="20000"/>
                    <a:lumOff val="80000"/>
                  </a:schemeClr>
                </a:gs>
                <a:gs pos="21000">
                  <a:schemeClr val="bg1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36CDDE8-5091-44C5-8D0D-DBA246D5A6E4}"/>
              </a:ext>
            </a:extLst>
          </p:cNvPr>
          <p:cNvGrpSpPr/>
          <p:nvPr/>
        </p:nvGrpSpPr>
        <p:grpSpPr>
          <a:xfrm>
            <a:off x="3712297" y="2376301"/>
            <a:ext cx="1036646" cy="816381"/>
            <a:chOff x="3517993" y="2378465"/>
            <a:chExt cx="1036646" cy="81638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E357E31-5849-4947-891D-05FD0215E7FF}"/>
                </a:ext>
              </a:extLst>
            </p:cNvPr>
            <p:cNvSpPr/>
            <p:nvPr/>
          </p:nvSpPr>
          <p:spPr>
            <a:xfrm rot="21289200" flipH="1">
              <a:off x="3517993" y="2378465"/>
              <a:ext cx="1036646" cy="281935"/>
            </a:xfrm>
            <a:custGeom>
              <a:avLst/>
              <a:gdLst>
                <a:gd name="connsiteX0" fmla="*/ 1577 w 380133"/>
                <a:gd name="connsiteY0" fmla="*/ 100504 h 105028"/>
                <a:gd name="connsiteX1" fmla="*/ 108257 w 380133"/>
                <a:gd name="connsiteY1" fmla="*/ 9064 h 105028"/>
                <a:gd name="connsiteX2" fmla="*/ 204777 w 380133"/>
                <a:gd name="connsiteY2" fmla="*/ 9064 h 105028"/>
                <a:gd name="connsiteX3" fmla="*/ 352097 w 380133"/>
                <a:gd name="connsiteY3" fmla="*/ 59864 h 105028"/>
                <a:gd name="connsiteX4" fmla="*/ 372417 w 380133"/>
                <a:gd name="connsiteY4" fmla="*/ 80184 h 105028"/>
                <a:gd name="connsiteX5" fmla="*/ 260657 w 380133"/>
                <a:gd name="connsiteY5" fmla="*/ 64944 h 105028"/>
                <a:gd name="connsiteX6" fmla="*/ 179377 w 380133"/>
                <a:gd name="connsiteY6" fmla="*/ 34464 h 105028"/>
                <a:gd name="connsiteX7" fmla="*/ 52377 w 380133"/>
                <a:gd name="connsiteY7" fmla="*/ 85264 h 105028"/>
                <a:gd name="connsiteX8" fmla="*/ 1577 w 380133"/>
                <a:gd name="connsiteY8" fmla="*/ 100504 h 105028"/>
                <a:gd name="connsiteX0" fmla="*/ 1558 w 380114"/>
                <a:gd name="connsiteY0" fmla="*/ 100504 h 104508"/>
                <a:gd name="connsiteX1" fmla="*/ 108238 w 380114"/>
                <a:gd name="connsiteY1" fmla="*/ 9064 h 104508"/>
                <a:gd name="connsiteX2" fmla="*/ 204758 w 380114"/>
                <a:gd name="connsiteY2" fmla="*/ 9064 h 104508"/>
                <a:gd name="connsiteX3" fmla="*/ 352078 w 380114"/>
                <a:gd name="connsiteY3" fmla="*/ 59864 h 104508"/>
                <a:gd name="connsiteX4" fmla="*/ 372398 w 380114"/>
                <a:gd name="connsiteY4" fmla="*/ 80184 h 104508"/>
                <a:gd name="connsiteX5" fmla="*/ 260638 w 380114"/>
                <a:gd name="connsiteY5" fmla="*/ 64944 h 104508"/>
                <a:gd name="connsiteX6" fmla="*/ 155692 w 380114"/>
                <a:gd name="connsiteY6" fmla="*/ 58570 h 104508"/>
                <a:gd name="connsiteX7" fmla="*/ 52358 w 380114"/>
                <a:gd name="connsiteY7" fmla="*/ 85264 h 104508"/>
                <a:gd name="connsiteX8" fmla="*/ 1558 w 380114"/>
                <a:gd name="connsiteY8" fmla="*/ 100504 h 1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0114" h="104508">
                  <a:moveTo>
                    <a:pt x="1558" y="100504"/>
                  </a:moveTo>
                  <a:cubicBezTo>
                    <a:pt x="10871" y="87804"/>
                    <a:pt x="74371" y="24304"/>
                    <a:pt x="108238" y="9064"/>
                  </a:cubicBezTo>
                  <a:cubicBezTo>
                    <a:pt x="142105" y="-6176"/>
                    <a:pt x="164118" y="597"/>
                    <a:pt x="204758" y="9064"/>
                  </a:cubicBezTo>
                  <a:cubicBezTo>
                    <a:pt x="245398" y="17531"/>
                    <a:pt x="324138" y="48011"/>
                    <a:pt x="352078" y="59864"/>
                  </a:cubicBezTo>
                  <a:cubicBezTo>
                    <a:pt x="380018" y="71717"/>
                    <a:pt x="387638" y="79337"/>
                    <a:pt x="372398" y="80184"/>
                  </a:cubicBezTo>
                  <a:cubicBezTo>
                    <a:pt x="357158" y="81031"/>
                    <a:pt x="296756" y="68546"/>
                    <a:pt x="260638" y="64944"/>
                  </a:cubicBezTo>
                  <a:cubicBezTo>
                    <a:pt x="224520" y="61342"/>
                    <a:pt x="190405" y="55183"/>
                    <a:pt x="155692" y="58570"/>
                  </a:cubicBezTo>
                  <a:cubicBezTo>
                    <a:pt x="120979" y="61957"/>
                    <a:pt x="78047" y="78275"/>
                    <a:pt x="52358" y="85264"/>
                  </a:cubicBezTo>
                  <a:cubicBezTo>
                    <a:pt x="26669" y="92253"/>
                    <a:pt x="-7755" y="113204"/>
                    <a:pt x="1558" y="10050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3B5597B-705A-40DC-9BC2-A92549114211}"/>
                </a:ext>
              </a:extLst>
            </p:cNvPr>
            <p:cNvSpPr/>
            <p:nvPr/>
          </p:nvSpPr>
          <p:spPr>
            <a:xfrm rot="21084791" flipH="1">
              <a:off x="3703457" y="2812899"/>
              <a:ext cx="706787" cy="180669"/>
            </a:xfrm>
            <a:custGeom>
              <a:avLst/>
              <a:gdLst>
                <a:gd name="connsiteX0" fmla="*/ 285750 w 285750"/>
                <a:gd name="connsiteY0" fmla="*/ 65818 h 84868"/>
                <a:gd name="connsiteX1" fmla="*/ 219075 w 285750"/>
                <a:gd name="connsiteY1" fmla="*/ 18193 h 84868"/>
                <a:gd name="connsiteX2" fmla="*/ 122238 w 285750"/>
                <a:gd name="connsiteY2" fmla="*/ 3906 h 84868"/>
                <a:gd name="connsiteX3" fmla="*/ 0 w 285750"/>
                <a:gd name="connsiteY3" fmla="*/ 84868 h 84868"/>
                <a:gd name="connsiteX0" fmla="*/ 285750 w 285750"/>
                <a:gd name="connsiteY0" fmla="*/ 54112 h 73162"/>
                <a:gd name="connsiteX1" fmla="*/ 219075 w 285750"/>
                <a:gd name="connsiteY1" fmla="*/ 6487 h 73162"/>
                <a:gd name="connsiteX2" fmla="*/ 106957 w 285750"/>
                <a:gd name="connsiteY2" fmla="*/ 7664 h 73162"/>
                <a:gd name="connsiteX3" fmla="*/ 0 w 285750"/>
                <a:gd name="connsiteY3" fmla="*/ 73162 h 73162"/>
                <a:gd name="connsiteX0" fmla="*/ 285750 w 285750"/>
                <a:gd name="connsiteY0" fmla="*/ 54112 h 73162"/>
                <a:gd name="connsiteX1" fmla="*/ 219075 w 285750"/>
                <a:gd name="connsiteY1" fmla="*/ 6487 h 73162"/>
                <a:gd name="connsiteX2" fmla="*/ 106957 w 285750"/>
                <a:gd name="connsiteY2" fmla="*/ 7664 h 73162"/>
                <a:gd name="connsiteX3" fmla="*/ 0 w 285750"/>
                <a:gd name="connsiteY3" fmla="*/ 73162 h 7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0" h="73162">
                  <a:moveTo>
                    <a:pt x="285750" y="54112"/>
                  </a:moveTo>
                  <a:cubicBezTo>
                    <a:pt x="266038" y="35459"/>
                    <a:pt x="248874" y="14228"/>
                    <a:pt x="219075" y="6487"/>
                  </a:cubicBezTo>
                  <a:cubicBezTo>
                    <a:pt x="189276" y="-1254"/>
                    <a:pt x="143469" y="-3448"/>
                    <a:pt x="106957" y="7664"/>
                  </a:cubicBezTo>
                  <a:cubicBezTo>
                    <a:pt x="70445" y="18776"/>
                    <a:pt x="42863" y="38237"/>
                    <a:pt x="0" y="73162"/>
                  </a:cubicBezTo>
                </a:path>
              </a:pathLst>
            </a:custGeom>
            <a:noFill/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4F1116-5683-4AB9-BA54-10AD2A804AB9}"/>
                </a:ext>
              </a:extLst>
            </p:cNvPr>
            <p:cNvSpPr/>
            <p:nvPr/>
          </p:nvSpPr>
          <p:spPr>
            <a:xfrm rot="21437140" flipH="1">
              <a:off x="3720728" y="2886963"/>
              <a:ext cx="715280" cy="307883"/>
            </a:xfrm>
            <a:custGeom>
              <a:avLst/>
              <a:gdLst>
                <a:gd name="connsiteX0" fmla="*/ 96 w 293337"/>
                <a:gd name="connsiteY0" fmla="*/ 72084 h 113549"/>
                <a:gd name="connsiteX1" fmla="*/ 55659 w 293337"/>
                <a:gd name="connsiteY1" fmla="*/ 35571 h 113549"/>
                <a:gd name="connsiteX2" fmla="*/ 123921 w 293337"/>
                <a:gd name="connsiteY2" fmla="*/ 2234 h 113549"/>
                <a:gd name="connsiteX3" fmla="*/ 217584 w 293337"/>
                <a:gd name="connsiteY3" fmla="*/ 6996 h 113549"/>
                <a:gd name="connsiteX4" fmla="*/ 274734 w 293337"/>
                <a:gd name="connsiteY4" fmla="*/ 38746 h 113549"/>
                <a:gd name="connsiteX5" fmla="*/ 285846 w 293337"/>
                <a:gd name="connsiteY5" fmla="*/ 48271 h 113549"/>
                <a:gd name="connsiteX6" fmla="*/ 289021 w 293337"/>
                <a:gd name="connsiteY6" fmla="*/ 49859 h 113549"/>
                <a:gd name="connsiteX7" fmla="*/ 223934 w 293337"/>
                <a:gd name="connsiteY7" fmla="*/ 102246 h 113549"/>
                <a:gd name="connsiteX8" fmla="*/ 127096 w 293337"/>
                <a:gd name="connsiteY8" fmla="*/ 113359 h 113549"/>
                <a:gd name="connsiteX9" fmla="*/ 44546 w 293337"/>
                <a:gd name="connsiteY9" fmla="*/ 97484 h 113549"/>
                <a:gd name="connsiteX10" fmla="*/ 96 w 293337"/>
                <a:gd name="connsiteY10" fmla="*/ 72084 h 113549"/>
                <a:gd name="connsiteX0" fmla="*/ 96 w 300145"/>
                <a:gd name="connsiteY0" fmla="*/ 72084 h 113464"/>
                <a:gd name="connsiteX1" fmla="*/ 55659 w 300145"/>
                <a:gd name="connsiteY1" fmla="*/ 35571 h 113464"/>
                <a:gd name="connsiteX2" fmla="*/ 123921 w 300145"/>
                <a:gd name="connsiteY2" fmla="*/ 2234 h 113464"/>
                <a:gd name="connsiteX3" fmla="*/ 217584 w 300145"/>
                <a:gd name="connsiteY3" fmla="*/ 6996 h 113464"/>
                <a:gd name="connsiteX4" fmla="*/ 274734 w 300145"/>
                <a:gd name="connsiteY4" fmla="*/ 38746 h 113464"/>
                <a:gd name="connsiteX5" fmla="*/ 285846 w 300145"/>
                <a:gd name="connsiteY5" fmla="*/ 48271 h 113464"/>
                <a:gd name="connsiteX6" fmla="*/ 296959 w 300145"/>
                <a:gd name="connsiteY6" fmla="*/ 64146 h 113464"/>
                <a:gd name="connsiteX7" fmla="*/ 223934 w 300145"/>
                <a:gd name="connsiteY7" fmla="*/ 102246 h 113464"/>
                <a:gd name="connsiteX8" fmla="*/ 127096 w 300145"/>
                <a:gd name="connsiteY8" fmla="*/ 113359 h 113464"/>
                <a:gd name="connsiteX9" fmla="*/ 44546 w 300145"/>
                <a:gd name="connsiteY9" fmla="*/ 97484 h 113464"/>
                <a:gd name="connsiteX10" fmla="*/ 96 w 300145"/>
                <a:gd name="connsiteY10" fmla="*/ 72084 h 113464"/>
                <a:gd name="connsiteX0" fmla="*/ 711 w 300760"/>
                <a:gd name="connsiteY0" fmla="*/ 72084 h 113464"/>
                <a:gd name="connsiteX1" fmla="*/ 56274 w 300760"/>
                <a:gd name="connsiteY1" fmla="*/ 35571 h 113464"/>
                <a:gd name="connsiteX2" fmla="*/ 124536 w 300760"/>
                <a:gd name="connsiteY2" fmla="*/ 2234 h 113464"/>
                <a:gd name="connsiteX3" fmla="*/ 218199 w 300760"/>
                <a:gd name="connsiteY3" fmla="*/ 6996 h 113464"/>
                <a:gd name="connsiteX4" fmla="*/ 275349 w 300760"/>
                <a:gd name="connsiteY4" fmla="*/ 38746 h 113464"/>
                <a:gd name="connsiteX5" fmla="*/ 286461 w 300760"/>
                <a:gd name="connsiteY5" fmla="*/ 48271 h 113464"/>
                <a:gd name="connsiteX6" fmla="*/ 297574 w 300760"/>
                <a:gd name="connsiteY6" fmla="*/ 64146 h 113464"/>
                <a:gd name="connsiteX7" fmla="*/ 224549 w 300760"/>
                <a:gd name="connsiteY7" fmla="*/ 102246 h 113464"/>
                <a:gd name="connsiteX8" fmla="*/ 127711 w 300760"/>
                <a:gd name="connsiteY8" fmla="*/ 113359 h 113464"/>
                <a:gd name="connsiteX9" fmla="*/ 45161 w 300760"/>
                <a:gd name="connsiteY9" fmla="*/ 97484 h 113464"/>
                <a:gd name="connsiteX10" fmla="*/ 26111 w 300760"/>
                <a:gd name="connsiteY10" fmla="*/ 87959 h 113464"/>
                <a:gd name="connsiteX11" fmla="*/ 711 w 300760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44830 w 300429"/>
                <a:gd name="connsiteY9" fmla="*/ 97484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67055 w 300429"/>
                <a:gd name="connsiteY9" fmla="*/ 100659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67055 w 300429"/>
                <a:gd name="connsiteY9" fmla="*/ 100659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1609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298047"/>
                <a:gd name="connsiteY0" fmla="*/ 72084 h 118178"/>
                <a:gd name="connsiteX1" fmla="*/ 55943 w 298047"/>
                <a:gd name="connsiteY1" fmla="*/ 35571 h 118178"/>
                <a:gd name="connsiteX2" fmla="*/ 124205 w 298047"/>
                <a:gd name="connsiteY2" fmla="*/ 2234 h 118178"/>
                <a:gd name="connsiteX3" fmla="*/ 217868 w 298047"/>
                <a:gd name="connsiteY3" fmla="*/ 6996 h 118178"/>
                <a:gd name="connsiteX4" fmla="*/ 275018 w 298047"/>
                <a:gd name="connsiteY4" fmla="*/ 38746 h 118178"/>
                <a:gd name="connsiteX5" fmla="*/ 263905 w 298047"/>
                <a:gd name="connsiteY5" fmla="*/ 33983 h 118178"/>
                <a:gd name="connsiteX6" fmla="*/ 297243 w 298047"/>
                <a:gd name="connsiteY6" fmla="*/ 64146 h 118178"/>
                <a:gd name="connsiteX7" fmla="*/ 224218 w 298047"/>
                <a:gd name="connsiteY7" fmla="*/ 102246 h 118178"/>
                <a:gd name="connsiteX8" fmla="*/ 152780 w 298047"/>
                <a:gd name="connsiteY8" fmla="*/ 118122 h 118178"/>
                <a:gd name="connsiteX9" fmla="*/ 67055 w 298047"/>
                <a:gd name="connsiteY9" fmla="*/ 100659 h 118178"/>
                <a:gd name="connsiteX10" fmla="*/ 32130 w 298047"/>
                <a:gd name="connsiteY10" fmla="*/ 89546 h 118178"/>
                <a:gd name="connsiteX11" fmla="*/ 380 w 298047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6683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6683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298047"/>
                <a:gd name="connsiteY0" fmla="*/ 72084 h 118178"/>
                <a:gd name="connsiteX1" fmla="*/ 55943 w 298047"/>
                <a:gd name="connsiteY1" fmla="*/ 35571 h 118178"/>
                <a:gd name="connsiteX2" fmla="*/ 124205 w 298047"/>
                <a:gd name="connsiteY2" fmla="*/ 2234 h 118178"/>
                <a:gd name="connsiteX3" fmla="*/ 217868 w 298047"/>
                <a:gd name="connsiteY3" fmla="*/ 6996 h 118178"/>
                <a:gd name="connsiteX4" fmla="*/ 275018 w 298047"/>
                <a:gd name="connsiteY4" fmla="*/ 38746 h 118178"/>
                <a:gd name="connsiteX5" fmla="*/ 263905 w 298047"/>
                <a:gd name="connsiteY5" fmla="*/ 29220 h 118178"/>
                <a:gd name="connsiteX6" fmla="*/ 297243 w 298047"/>
                <a:gd name="connsiteY6" fmla="*/ 64146 h 118178"/>
                <a:gd name="connsiteX7" fmla="*/ 224218 w 298047"/>
                <a:gd name="connsiteY7" fmla="*/ 102246 h 118178"/>
                <a:gd name="connsiteX8" fmla="*/ 152780 w 298047"/>
                <a:gd name="connsiteY8" fmla="*/ 118122 h 118178"/>
                <a:gd name="connsiteX9" fmla="*/ 67055 w 298047"/>
                <a:gd name="connsiteY9" fmla="*/ 100659 h 118178"/>
                <a:gd name="connsiteX10" fmla="*/ 32130 w 298047"/>
                <a:gd name="connsiteY10" fmla="*/ 89546 h 118178"/>
                <a:gd name="connsiteX11" fmla="*/ 380 w 298047"/>
                <a:gd name="connsiteY11" fmla="*/ 72084 h 118178"/>
                <a:gd name="connsiteX0" fmla="*/ 380 w 297469"/>
                <a:gd name="connsiteY0" fmla="*/ 72084 h 118178"/>
                <a:gd name="connsiteX1" fmla="*/ 55943 w 297469"/>
                <a:gd name="connsiteY1" fmla="*/ 35571 h 118178"/>
                <a:gd name="connsiteX2" fmla="*/ 124205 w 297469"/>
                <a:gd name="connsiteY2" fmla="*/ 2234 h 118178"/>
                <a:gd name="connsiteX3" fmla="*/ 217868 w 297469"/>
                <a:gd name="connsiteY3" fmla="*/ 6996 h 118178"/>
                <a:gd name="connsiteX4" fmla="*/ 275018 w 297469"/>
                <a:gd name="connsiteY4" fmla="*/ 38746 h 118178"/>
                <a:gd name="connsiteX5" fmla="*/ 248030 w 297469"/>
                <a:gd name="connsiteY5" fmla="*/ 19695 h 118178"/>
                <a:gd name="connsiteX6" fmla="*/ 297243 w 297469"/>
                <a:gd name="connsiteY6" fmla="*/ 64146 h 118178"/>
                <a:gd name="connsiteX7" fmla="*/ 224218 w 297469"/>
                <a:gd name="connsiteY7" fmla="*/ 102246 h 118178"/>
                <a:gd name="connsiteX8" fmla="*/ 152780 w 297469"/>
                <a:gd name="connsiteY8" fmla="*/ 118122 h 118178"/>
                <a:gd name="connsiteX9" fmla="*/ 67055 w 297469"/>
                <a:gd name="connsiteY9" fmla="*/ 100659 h 118178"/>
                <a:gd name="connsiteX10" fmla="*/ 32130 w 297469"/>
                <a:gd name="connsiteY10" fmla="*/ 89546 h 118178"/>
                <a:gd name="connsiteX11" fmla="*/ 380 w 297469"/>
                <a:gd name="connsiteY11" fmla="*/ 72084 h 118178"/>
                <a:gd name="connsiteX0" fmla="*/ 380 w 297467"/>
                <a:gd name="connsiteY0" fmla="*/ 72142 h 118236"/>
                <a:gd name="connsiteX1" fmla="*/ 55943 w 297467"/>
                <a:gd name="connsiteY1" fmla="*/ 35629 h 118236"/>
                <a:gd name="connsiteX2" fmla="*/ 124205 w 297467"/>
                <a:gd name="connsiteY2" fmla="*/ 2292 h 118236"/>
                <a:gd name="connsiteX3" fmla="*/ 217868 w 297467"/>
                <a:gd name="connsiteY3" fmla="*/ 7054 h 118236"/>
                <a:gd name="connsiteX4" fmla="*/ 278193 w 297467"/>
                <a:gd name="connsiteY4" fmla="*/ 40391 h 118236"/>
                <a:gd name="connsiteX5" fmla="*/ 248030 w 297467"/>
                <a:gd name="connsiteY5" fmla="*/ 19753 h 118236"/>
                <a:gd name="connsiteX6" fmla="*/ 297243 w 297467"/>
                <a:gd name="connsiteY6" fmla="*/ 64204 h 118236"/>
                <a:gd name="connsiteX7" fmla="*/ 224218 w 297467"/>
                <a:gd name="connsiteY7" fmla="*/ 102304 h 118236"/>
                <a:gd name="connsiteX8" fmla="*/ 152780 w 297467"/>
                <a:gd name="connsiteY8" fmla="*/ 118180 h 118236"/>
                <a:gd name="connsiteX9" fmla="*/ 67055 w 297467"/>
                <a:gd name="connsiteY9" fmla="*/ 100717 h 118236"/>
                <a:gd name="connsiteX10" fmla="*/ 32130 w 297467"/>
                <a:gd name="connsiteY10" fmla="*/ 89604 h 118236"/>
                <a:gd name="connsiteX11" fmla="*/ 380 w 297467"/>
                <a:gd name="connsiteY11" fmla="*/ 72142 h 118236"/>
                <a:gd name="connsiteX0" fmla="*/ 380 w 297467"/>
                <a:gd name="connsiteY0" fmla="*/ 72142 h 118236"/>
                <a:gd name="connsiteX1" fmla="*/ 55943 w 297467"/>
                <a:gd name="connsiteY1" fmla="*/ 35629 h 118236"/>
                <a:gd name="connsiteX2" fmla="*/ 124205 w 297467"/>
                <a:gd name="connsiteY2" fmla="*/ 2292 h 118236"/>
                <a:gd name="connsiteX3" fmla="*/ 217868 w 297467"/>
                <a:gd name="connsiteY3" fmla="*/ 7054 h 118236"/>
                <a:gd name="connsiteX4" fmla="*/ 278193 w 297467"/>
                <a:gd name="connsiteY4" fmla="*/ 40391 h 118236"/>
                <a:gd name="connsiteX5" fmla="*/ 248030 w 297467"/>
                <a:gd name="connsiteY5" fmla="*/ 19753 h 118236"/>
                <a:gd name="connsiteX6" fmla="*/ 297243 w 297467"/>
                <a:gd name="connsiteY6" fmla="*/ 64204 h 118236"/>
                <a:gd name="connsiteX7" fmla="*/ 224218 w 297467"/>
                <a:gd name="connsiteY7" fmla="*/ 102304 h 118236"/>
                <a:gd name="connsiteX8" fmla="*/ 152780 w 297467"/>
                <a:gd name="connsiteY8" fmla="*/ 118180 h 118236"/>
                <a:gd name="connsiteX9" fmla="*/ 67055 w 297467"/>
                <a:gd name="connsiteY9" fmla="*/ 100717 h 118236"/>
                <a:gd name="connsiteX10" fmla="*/ 32130 w 297467"/>
                <a:gd name="connsiteY10" fmla="*/ 89604 h 118236"/>
                <a:gd name="connsiteX11" fmla="*/ 380 w 297467"/>
                <a:gd name="connsiteY11" fmla="*/ 72142 h 118236"/>
                <a:gd name="connsiteX0" fmla="*/ 380 w 297467"/>
                <a:gd name="connsiteY0" fmla="*/ 76481 h 122575"/>
                <a:gd name="connsiteX1" fmla="*/ 55943 w 297467"/>
                <a:gd name="connsiteY1" fmla="*/ 39968 h 122575"/>
                <a:gd name="connsiteX2" fmla="*/ 124205 w 297467"/>
                <a:gd name="connsiteY2" fmla="*/ 6631 h 122575"/>
                <a:gd name="connsiteX3" fmla="*/ 170243 w 297467"/>
                <a:gd name="connsiteY3" fmla="*/ 281 h 122575"/>
                <a:gd name="connsiteX4" fmla="*/ 217868 w 297467"/>
                <a:gd name="connsiteY4" fmla="*/ 11393 h 122575"/>
                <a:gd name="connsiteX5" fmla="*/ 278193 w 297467"/>
                <a:gd name="connsiteY5" fmla="*/ 44730 h 122575"/>
                <a:gd name="connsiteX6" fmla="*/ 248030 w 297467"/>
                <a:gd name="connsiteY6" fmla="*/ 24092 h 122575"/>
                <a:gd name="connsiteX7" fmla="*/ 297243 w 297467"/>
                <a:gd name="connsiteY7" fmla="*/ 68543 h 122575"/>
                <a:gd name="connsiteX8" fmla="*/ 224218 w 297467"/>
                <a:gd name="connsiteY8" fmla="*/ 106643 h 122575"/>
                <a:gd name="connsiteX9" fmla="*/ 152780 w 297467"/>
                <a:gd name="connsiteY9" fmla="*/ 122519 h 122575"/>
                <a:gd name="connsiteX10" fmla="*/ 67055 w 297467"/>
                <a:gd name="connsiteY10" fmla="*/ 105056 h 122575"/>
                <a:gd name="connsiteX11" fmla="*/ 32130 w 297467"/>
                <a:gd name="connsiteY11" fmla="*/ 93943 h 122575"/>
                <a:gd name="connsiteX12" fmla="*/ 380 w 297467"/>
                <a:gd name="connsiteY12" fmla="*/ 76481 h 122575"/>
                <a:gd name="connsiteX0" fmla="*/ 380 w 297467"/>
                <a:gd name="connsiteY0" fmla="*/ 76293 h 122387"/>
                <a:gd name="connsiteX1" fmla="*/ 55943 w 297467"/>
                <a:gd name="connsiteY1" fmla="*/ 39780 h 122387"/>
                <a:gd name="connsiteX2" fmla="*/ 79755 w 297467"/>
                <a:gd name="connsiteY2" fmla="*/ 15969 h 122387"/>
                <a:gd name="connsiteX3" fmla="*/ 124205 w 297467"/>
                <a:gd name="connsiteY3" fmla="*/ 6443 h 122387"/>
                <a:gd name="connsiteX4" fmla="*/ 170243 w 297467"/>
                <a:gd name="connsiteY4" fmla="*/ 93 h 122387"/>
                <a:gd name="connsiteX5" fmla="*/ 217868 w 297467"/>
                <a:gd name="connsiteY5" fmla="*/ 11205 h 122387"/>
                <a:gd name="connsiteX6" fmla="*/ 278193 w 297467"/>
                <a:gd name="connsiteY6" fmla="*/ 44542 h 122387"/>
                <a:gd name="connsiteX7" fmla="*/ 248030 w 297467"/>
                <a:gd name="connsiteY7" fmla="*/ 23904 h 122387"/>
                <a:gd name="connsiteX8" fmla="*/ 297243 w 297467"/>
                <a:gd name="connsiteY8" fmla="*/ 68355 h 122387"/>
                <a:gd name="connsiteX9" fmla="*/ 224218 w 297467"/>
                <a:gd name="connsiteY9" fmla="*/ 106455 h 122387"/>
                <a:gd name="connsiteX10" fmla="*/ 152780 w 297467"/>
                <a:gd name="connsiteY10" fmla="*/ 122331 h 122387"/>
                <a:gd name="connsiteX11" fmla="*/ 67055 w 297467"/>
                <a:gd name="connsiteY11" fmla="*/ 104868 h 122387"/>
                <a:gd name="connsiteX12" fmla="*/ 32130 w 297467"/>
                <a:gd name="connsiteY12" fmla="*/ 93755 h 122387"/>
                <a:gd name="connsiteX13" fmla="*/ 380 w 297467"/>
                <a:gd name="connsiteY13" fmla="*/ 76293 h 122387"/>
                <a:gd name="connsiteX0" fmla="*/ 380 w 297467"/>
                <a:gd name="connsiteY0" fmla="*/ 76293 h 122387"/>
                <a:gd name="connsiteX1" fmla="*/ 55943 w 297467"/>
                <a:gd name="connsiteY1" fmla="*/ 39780 h 122387"/>
                <a:gd name="connsiteX2" fmla="*/ 79755 w 297467"/>
                <a:gd name="connsiteY2" fmla="*/ 15969 h 122387"/>
                <a:gd name="connsiteX3" fmla="*/ 124205 w 297467"/>
                <a:gd name="connsiteY3" fmla="*/ 6443 h 122387"/>
                <a:gd name="connsiteX4" fmla="*/ 170243 w 297467"/>
                <a:gd name="connsiteY4" fmla="*/ 93 h 122387"/>
                <a:gd name="connsiteX5" fmla="*/ 217868 w 297467"/>
                <a:gd name="connsiteY5" fmla="*/ 11205 h 122387"/>
                <a:gd name="connsiteX6" fmla="*/ 278193 w 297467"/>
                <a:gd name="connsiteY6" fmla="*/ 44542 h 122387"/>
                <a:gd name="connsiteX7" fmla="*/ 248030 w 297467"/>
                <a:gd name="connsiteY7" fmla="*/ 23904 h 122387"/>
                <a:gd name="connsiteX8" fmla="*/ 297243 w 297467"/>
                <a:gd name="connsiteY8" fmla="*/ 68355 h 122387"/>
                <a:gd name="connsiteX9" fmla="*/ 224218 w 297467"/>
                <a:gd name="connsiteY9" fmla="*/ 106455 h 122387"/>
                <a:gd name="connsiteX10" fmla="*/ 152780 w 297467"/>
                <a:gd name="connsiteY10" fmla="*/ 122331 h 122387"/>
                <a:gd name="connsiteX11" fmla="*/ 67055 w 297467"/>
                <a:gd name="connsiteY11" fmla="*/ 104868 h 122387"/>
                <a:gd name="connsiteX12" fmla="*/ 32130 w 297467"/>
                <a:gd name="connsiteY12" fmla="*/ 93755 h 122387"/>
                <a:gd name="connsiteX13" fmla="*/ 380 w 297467"/>
                <a:gd name="connsiteY13" fmla="*/ 76293 h 122387"/>
                <a:gd name="connsiteX0" fmla="*/ 380 w 297467"/>
                <a:gd name="connsiteY0" fmla="*/ 77573 h 123667"/>
                <a:gd name="connsiteX1" fmla="*/ 55943 w 297467"/>
                <a:gd name="connsiteY1" fmla="*/ 41060 h 123667"/>
                <a:gd name="connsiteX2" fmla="*/ 79755 w 297467"/>
                <a:gd name="connsiteY2" fmla="*/ 17249 h 123667"/>
                <a:gd name="connsiteX3" fmla="*/ 122617 w 297467"/>
                <a:gd name="connsiteY3" fmla="*/ 1373 h 123667"/>
                <a:gd name="connsiteX4" fmla="*/ 170243 w 297467"/>
                <a:gd name="connsiteY4" fmla="*/ 1373 h 123667"/>
                <a:gd name="connsiteX5" fmla="*/ 217868 w 297467"/>
                <a:gd name="connsiteY5" fmla="*/ 12485 h 123667"/>
                <a:gd name="connsiteX6" fmla="*/ 278193 w 297467"/>
                <a:gd name="connsiteY6" fmla="*/ 45822 h 123667"/>
                <a:gd name="connsiteX7" fmla="*/ 248030 w 297467"/>
                <a:gd name="connsiteY7" fmla="*/ 25184 h 123667"/>
                <a:gd name="connsiteX8" fmla="*/ 297243 w 297467"/>
                <a:gd name="connsiteY8" fmla="*/ 69635 h 123667"/>
                <a:gd name="connsiteX9" fmla="*/ 224218 w 297467"/>
                <a:gd name="connsiteY9" fmla="*/ 107735 h 123667"/>
                <a:gd name="connsiteX10" fmla="*/ 152780 w 297467"/>
                <a:gd name="connsiteY10" fmla="*/ 123611 h 123667"/>
                <a:gd name="connsiteX11" fmla="*/ 67055 w 297467"/>
                <a:gd name="connsiteY11" fmla="*/ 106148 h 123667"/>
                <a:gd name="connsiteX12" fmla="*/ 32130 w 297467"/>
                <a:gd name="connsiteY12" fmla="*/ 95035 h 123667"/>
                <a:gd name="connsiteX13" fmla="*/ 380 w 297467"/>
                <a:gd name="connsiteY13" fmla="*/ 77573 h 123667"/>
                <a:gd name="connsiteX0" fmla="*/ 336 w 297423"/>
                <a:gd name="connsiteY0" fmla="*/ 77573 h 123667"/>
                <a:gd name="connsiteX1" fmla="*/ 54312 w 297423"/>
                <a:gd name="connsiteY1" fmla="*/ 37885 h 123667"/>
                <a:gd name="connsiteX2" fmla="*/ 79711 w 297423"/>
                <a:gd name="connsiteY2" fmla="*/ 17249 h 123667"/>
                <a:gd name="connsiteX3" fmla="*/ 122573 w 297423"/>
                <a:gd name="connsiteY3" fmla="*/ 1373 h 123667"/>
                <a:gd name="connsiteX4" fmla="*/ 170199 w 297423"/>
                <a:gd name="connsiteY4" fmla="*/ 1373 h 123667"/>
                <a:gd name="connsiteX5" fmla="*/ 217824 w 297423"/>
                <a:gd name="connsiteY5" fmla="*/ 12485 h 123667"/>
                <a:gd name="connsiteX6" fmla="*/ 278149 w 297423"/>
                <a:gd name="connsiteY6" fmla="*/ 45822 h 123667"/>
                <a:gd name="connsiteX7" fmla="*/ 247986 w 297423"/>
                <a:gd name="connsiteY7" fmla="*/ 25184 h 123667"/>
                <a:gd name="connsiteX8" fmla="*/ 297199 w 297423"/>
                <a:gd name="connsiteY8" fmla="*/ 69635 h 123667"/>
                <a:gd name="connsiteX9" fmla="*/ 224174 w 297423"/>
                <a:gd name="connsiteY9" fmla="*/ 107735 h 123667"/>
                <a:gd name="connsiteX10" fmla="*/ 152736 w 297423"/>
                <a:gd name="connsiteY10" fmla="*/ 123611 h 123667"/>
                <a:gd name="connsiteX11" fmla="*/ 67011 w 297423"/>
                <a:gd name="connsiteY11" fmla="*/ 106148 h 123667"/>
                <a:gd name="connsiteX12" fmla="*/ 32086 w 297423"/>
                <a:gd name="connsiteY12" fmla="*/ 95035 h 123667"/>
                <a:gd name="connsiteX13" fmla="*/ 336 w 297423"/>
                <a:gd name="connsiteY13" fmla="*/ 77573 h 123667"/>
                <a:gd name="connsiteX0" fmla="*/ 336 w 297423"/>
                <a:gd name="connsiteY0" fmla="*/ 77573 h 123667"/>
                <a:gd name="connsiteX1" fmla="*/ 54312 w 297423"/>
                <a:gd name="connsiteY1" fmla="*/ 37885 h 123667"/>
                <a:gd name="connsiteX2" fmla="*/ 79711 w 297423"/>
                <a:gd name="connsiteY2" fmla="*/ 17249 h 123667"/>
                <a:gd name="connsiteX3" fmla="*/ 122573 w 297423"/>
                <a:gd name="connsiteY3" fmla="*/ 1373 h 123667"/>
                <a:gd name="connsiteX4" fmla="*/ 170199 w 297423"/>
                <a:gd name="connsiteY4" fmla="*/ 1373 h 123667"/>
                <a:gd name="connsiteX5" fmla="*/ 217824 w 297423"/>
                <a:gd name="connsiteY5" fmla="*/ 12485 h 123667"/>
                <a:gd name="connsiteX6" fmla="*/ 278149 w 297423"/>
                <a:gd name="connsiteY6" fmla="*/ 45822 h 123667"/>
                <a:gd name="connsiteX7" fmla="*/ 247986 w 297423"/>
                <a:gd name="connsiteY7" fmla="*/ 25184 h 123667"/>
                <a:gd name="connsiteX8" fmla="*/ 297199 w 297423"/>
                <a:gd name="connsiteY8" fmla="*/ 69635 h 123667"/>
                <a:gd name="connsiteX9" fmla="*/ 224174 w 297423"/>
                <a:gd name="connsiteY9" fmla="*/ 107735 h 123667"/>
                <a:gd name="connsiteX10" fmla="*/ 152736 w 297423"/>
                <a:gd name="connsiteY10" fmla="*/ 123611 h 123667"/>
                <a:gd name="connsiteX11" fmla="*/ 67011 w 297423"/>
                <a:gd name="connsiteY11" fmla="*/ 106148 h 123667"/>
                <a:gd name="connsiteX12" fmla="*/ 32086 w 297423"/>
                <a:gd name="connsiteY12" fmla="*/ 95035 h 123667"/>
                <a:gd name="connsiteX13" fmla="*/ 336 w 297423"/>
                <a:gd name="connsiteY13" fmla="*/ 77573 h 123667"/>
                <a:gd name="connsiteX0" fmla="*/ 336 w 297423"/>
                <a:gd name="connsiteY0" fmla="*/ 78504 h 124598"/>
                <a:gd name="connsiteX1" fmla="*/ 54312 w 297423"/>
                <a:gd name="connsiteY1" fmla="*/ 38816 h 124598"/>
                <a:gd name="connsiteX2" fmla="*/ 57486 w 297423"/>
                <a:gd name="connsiteY2" fmla="*/ 30880 h 124598"/>
                <a:gd name="connsiteX3" fmla="*/ 122573 w 297423"/>
                <a:gd name="connsiteY3" fmla="*/ 2304 h 124598"/>
                <a:gd name="connsiteX4" fmla="*/ 170199 w 297423"/>
                <a:gd name="connsiteY4" fmla="*/ 2304 h 124598"/>
                <a:gd name="connsiteX5" fmla="*/ 217824 w 297423"/>
                <a:gd name="connsiteY5" fmla="*/ 13416 h 124598"/>
                <a:gd name="connsiteX6" fmla="*/ 278149 w 297423"/>
                <a:gd name="connsiteY6" fmla="*/ 46753 h 124598"/>
                <a:gd name="connsiteX7" fmla="*/ 247986 w 297423"/>
                <a:gd name="connsiteY7" fmla="*/ 26115 h 124598"/>
                <a:gd name="connsiteX8" fmla="*/ 297199 w 297423"/>
                <a:gd name="connsiteY8" fmla="*/ 70566 h 124598"/>
                <a:gd name="connsiteX9" fmla="*/ 224174 w 297423"/>
                <a:gd name="connsiteY9" fmla="*/ 108666 h 124598"/>
                <a:gd name="connsiteX10" fmla="*/ 152736 w 297423"/>
                <a:gd name="connsiteY10" fmla="*/ 124542 h 124598"/>
                <a:gd name="connsiteX11" fmla="*/ 67011 w 297423"/>
                <a:gd name="connsiteY11" fmla="*/ 107079 h 124598"/>
                <a:gd name="connsiteX12" fmla="*/ 32086 w 297423"/>
                <a:gd name="connsiteY12" fmla="*/ 95966 h 124598"/>
                <a:gd name="connsiteX13" fmla="*/ 336 w 297423"/>
                <a:gd name="connsiteY13" fmla="*/ 78504 h 124598"/>
                <a:gd name="connsiteX0" fmla="*/ 336 w 297423"/>
                <a:gd name="connsiteY0" fmla="*/ 80615 h 126709"/>
                <a:gd name="connsiteX1" fmla="*/ 54312 w 297423"/>
                <a:gd name="connsiteY1" fmla="*/ 40927 h 126709"/>
                <a:gd name="connsiteX2" fmla="*/ 57486 w 297423"/>
                <a:gd name="connsiteY2" fmla="*/ 32991 h 126709"/>
                <a:gd name="connsiteX3" fmla="*/ 122573 w 297423"/>
                <a:gd name="connsiteY3" fmla="*/ 4415 h 126709"/>
                <a:gd name="connsiteX4" fmla="*/ 170199 w 297423"/>
                <a:gd name="connsiteY4" fmla="*/ 4415 h 126709"/>
                <a:gd name="connsiteX5" fmla="*/ 217824 w 297423"/>
                <a:gd name="connsiteY5" fmla="*/ 15527 h 126709"/>
                <a:gd name="connsiteX6" fmla="*/ 278149 w 297423"/>
                <a:gd name="connsiteY6" fmla="*/ 48864 h 126709"/>
                <a:gd name="connsiteX7" fmla="*/ 247986 w 297423"/>
                <a:gd name="connsiteY7" fmla="*/ 28226 h 126709"/>
                <a:gd name="connsiteX8" fmla="*/ 297199 w 297423"/>
                <a:gd name="connsiteY8" fmla="*/ 72677 h 126709"/>
                <a:gd name="connsiteX9" fmla="*/ 224174 w 297423"/>
                <a:gd name="connsiteY9" fmla="*/ 110777 h 126709"/>
                <a:gd name="connsiteX10" fmla="*/ 152736 w 297423"/>
                <a:gd name="connsiteY10" fmla="*/ 126653 h 126709"/>
                <a:gd name="connsiteX11" fmla="*/ 67011 w 297423"/>
                <a:gd name="connsiteY11" fmla="*/ 109190 h 126709"/>
                <a:gd name="connsiteX12" fmla="*/ 32086 w 297423"/>
                <a:gd name="connsiteY12" fmla="*/ 98077 h 126709"/>
                <a:gd name="connsiteX13" fmla="*/ 336 w 297423"/>
                <a:gd name="connsiteY13" fmla="*/ 80615 h 126709"/>
                <a:gd name="connsiteX0" fmla="*/ 336 w 297423"/>
                <a:gd name="connsiteY0" fmla="*/ 81014 h 127108"/>
                <a:gd name="connsiteX1" fmla="*/ 54312 w 297423"/>
                <a:gd name="connsiteY1" fmla="*/ 41326 h 127108"/>
                <a:gd name="connsiteX2" fmla="*/ 57486 w 297423"/>
                <a:gd name="connsiteY2" fmla="*/ 33390 h 127108"/>
                <a:gd name="connsiteX3" fmla="*/ 122573 w 297423"/>
                <a:gd name="connsiteY3" fmla="*/ 4814 h 127108"/>
                <a:gd name="connsiteX4" fmla="*/ 170199 w 297423"/>
                <a:gd name="connsiteY4" fmla="*/ 4814 h 127108"/>
                <a:gd name="connsiteX5" fmla="*/ 217824 w 297423"/>
                <a:gd name="connsiteY5" fmla="*/ 15926 h 127108"/>
                <a:gd name="connsiteX6" fmla="*/ 278149 w 297423"/>
                <a:gd name="connsiteY6" fmla="*/ 49263 h 127108"/>
                <a:gd name="connsiteX7" fmla="*/ 247986 w 297423"/>
                <a:gd name="connsiteY7" fmla="*/ 28625 h 127108"/>
                <a:gd name="connsiteX8" fmla="*/ 297199 w 297423"/>
                <a:gd name="connsiteY8" fmla="*/ 73076 h 127108"/>
                <a:gd name="connsiteX9" fmla="*/ 224174 w 297423"/>
                <a:gd name="connsiteY9" fmla="*/ 111176 h 127108"/>
                <a:gd name="connsiteX10" fmla="*/ 152736 w 297423"/>
                <a:gd name="connsiteY10" fmla="*/ 127052 h 127108"/>
                <a:gd name="connsiteX11" fmla="*/ 67011 w 297423"/>
                <a:gd name="connsiteY11" fmla="*/ 109589 h 127108"/>
                <a:gd name="connsiteX12" fmla="*/ 32086 w 297423"/>
                <a:gd name="connsiteY12" fmla="*/ 98476 h 127108"/>
                <a:gd name="connsiteX13" fmla="*/ 336 w 297423"/>
                <a:gd name="connsiteY13" fmla="*/ 81014 h 127108"/>
                <a:gd name="connsiteX0" fmla="*/ 336 w 297423"/>
                <a:gd name="connsiteY0" fmla="*/ 78190 h 124284"/>
                <a:gd name="connsiteX1" fmla="*/ 54312 w 297423"/>
                <a:gd name="connsiteY1" fmla="*/ 38502 h 124284"/>
                <a:gd name="connsiteX2" fmla="*/ 79711 w 297423"/>
                <a:gd name="connsiteY2" fmla="*/ 19453 h 124284"/>
                <a:gd name="connsiteX3" fmla="*/ 122573 w 297423"/>
                <a:gd name="connsiteY3" fmla="*/ 1990 h 124284"/>
                <a:gd name="connsiteX4" fmla="*/ 170199 w 297423"/>
                <a:gd name="connsiteY4" fmla="*/ 1990 h 124284"/>
                <a:gd name="connsiteX5" fmla="*/ 217824 w 297423"/>
                <a:gd name="connsiteY5" fmla="*/ 13102 h 124284"/>
                <a:gd name="connsiteX6" fmla="*/ 278149 w 297423"/>
                <a:gd name="connsiteY6" fmla="*/ 46439 h 124284"/>
                <a:gd name="connsiteX7" fmla="*/ 247986 w 297423"/>
                <a:gd name="connsiteY7" fmla="*/ 25801 h 124284"/>
                <a:gd name="connsiteX8" fmla="*/ 297199 w 297423"/>
                <a:gd name="connsiteY8" fmla="*/ 70252 h 124284"/>
                <a:gd name="connsiteX9" fmla="*/ 224174 w 297423"/>
                <a:gd name="connsiteY9" fmla="*/ 108352 h 124284"/>
                <a:gd name="connsiteX10" fmla="*/ 152736 w 297423"/>
                <a:gd name="connsiteY10" fmla="*/ 124228 h 124284"/>
                <a:gd name="connsiteX11" fmla="*/ 67011 w 297423"/>
                <a:gd name="connsiteY11" fmla="*/ 106765 h 124284"/>
                <a:gd name="connsiteX12" fmla="*/ 32086 w 297423"/>
                <a:gd name="connsiteY12" fmla="*/ 95652 h 124284"/>
                <a:gd name="connsiteX13" fmla="*/ 336 w 297423"/>
                <a:gd name="connsiteY13" fmla="*/ 78190 h 124284"/>
                <a:gd name="connsiteX0" fmla="*/ 94 w 297181"/>
                <a:gd name="connsiteY0" fmla="*/ 78190 h 124284"/>
                <a:gd name="connsiteX1" fmla="*/ 42958 w 297181"/>
                <a:gd name="connsiteY1" fmla="*/ 40089 h 124284"/>
                <a:gd name="connsiteX2" fmla="*/ 79469 w 297181"/>
                <a:gd name="connsiteY2" fmla="*/ 19453 h 124284"/>
                <a:gd name="connsiteX3" fmla="*/ 122331 w 297181"/>
                <a:gd name="connsiteY3" fmla="*/ 1990 h 124284"/>
                <a:gd name="connsiteX4" fmla="*/ 169957 w 297181"/>
                <a:gd name="connsiteY4" fmla="*/ 1990 h 124284"/>
                <a:gd name="connsiteX5" fmla="*/ 217582 w 297181"/>
                <a:gd name="connsiteY5" fmla="*/ 13102 h 124284"/>
                <a:gd name="connsiteX6" fmla="*/ 277907 w 297181"/>
                <a:gd name="connsiteY6" fmla="*/ 46439 h 124284"/>
                <a:gd name="connsiteX7" fmla="*/ 247744 w 297181"/>
                <a:gd name="connsiteY7" fmla="*/ 25801 h 124284"/>
                <a:gd name="connsiteX8" fmla="*/ 296957 w 297181"/>
                <a:gd name="connsiteY8" fmla="*/ 70252 h 124284"/>
                <a:gd name="connsiteX9" fmla="*/ 223932 w 297181"/>
                <a:gd name="connsiteY9" fmla="*/ 108352 h 124284"/>
                <a:gd name="connsiteX10" fmla="*/ 152494 w 297181"/>
                <a:gd name="connsiteY10" fmla="*/ 124228 h 124284"/>
                <a:gd name="connsiteX11" fmla="*/ 66769 w 297181"/>
                <a:gd name="connsiteY11" fmla="*/ 106765 h 124284"/>
                <a:gd name="connsiteX12" fmla="*/ 31844 w 297181"/>
                <a:gd name="connsiteY12" fmla="*/ 95652 h 124284"/>
                <a:gd name="connsiteX13" fmla="*/ 94 w 297181"/>
                <a:gd name="connsiteY13" fmla="*/ 78190 h 124284"/>
                <a:gd name="connsiteX0" fmla="*/ 94 w 297181"/>
                <a:gd name="connsiteY0" fmla="*/ 79199 h 125293"/>
                <a:gd name="connsiteX1" fmla="*/ 42958 w 297181"/>
                <a:gd name="connsiteY1" fmla="*/ 41098 h 125293"/>
                <a:gd name="connsiteX2" fmla="*/ 79469 w 297181"/>
                <a:gd name="connsiteY2" fmla="*/ 20462 h 125293"/>
                <a:gd name="connsiteX3" fmla="*/ 135031 w 297181"/>
                <a:gd name="connsiteY3" fmla="*/ 1412 h 125293"/>
                <a:gd name="connsiteX4" fmla="*/ 169957 w 297181"/>
                <a:gd name="connsiteY4" fmla="*/ 2999 h 125293"/>
                <a:gd name="connsiteX5" fmla="*/ 217582 w 297181"/>
                <a:gd name="connsiteY5" fmla="*/ 14111 h 125293"/>
                <a:gd name="connsiteX6" fmla="*/ 277907 w 297181"/>
                <a:gd name="connsiteY6" fmla="*/ 47448 h 125293"/>
                <a:gd name="connsiteX7" fmla="*/ 247744 w 297181"/>
                <a:gd name="connsiteY7" fmla="*/ 26810 h 125293"/>
                <a:gd name="connsiteX8" fmla="*/ 296957 w 297181"/>
                <a:gd name="connsiteY8" fmla="*/ 71261 h 125293"/>
                <a:gd name="connsiteX9" fmla="*/ 223932 w 297181"/>
                <a:gd name="connsiteY9" fmla="*/ 109361 h 125293"/>
                <a:gd name="connsiteX10" fmla="*/ 152494 w 297181"/>
                <a:gd name="connsiteY10" fmla="*/ 125237 h 125293"/>
                <a:gd name="connsiteX11" fmla="*/ 66769 w 297181"/>
                <a:gd name="connsiteY11" fmla="*/ 107774 h 125293"/>
                <a:gd name="connsiteX12" fmla="*/ 31844 w 297181"/>
                <a:gd name="connsiteY12" fmla="*/ 96661 h 125293"/>
                <a:gd name="connsiteX13" fmla="*/ 94 w 297181"/>
                <a:gd name="connsiteY13" fmla="*/ 79199 h 125293"/>
                <a:gd name="connsiteX0" fmla="*/ 94 w 297181"/>
                <a:gd name="connsiteY0" fmla="*/ 79200 h 125294"/>
                <a:gd name="connsiteX1" fmla="*/ 42958 w 297181"/>
                <a:gd name="connsiteY1" fmla="*/ 41099 h 125294"/>
                <a:gd name="connsiteX2" fmla="*/ 79469 w 297181"/>
                <a:gd name="connsiteY2" fmla="*/ 20463 h 125294"/>
                <a:gd name="connsiteX3" fmla="*/ 135031 w 297181"/>
                <a:gd name="connsiteY3" fmla="*/ 1413 h 125294"/>
                <a:gd name="connsiteX4" fmla="*/ 182657 w 297181"/>
                <a:gd name="connsiteY4" fmla="*/ 3000 h 125294"/>
                <a:gd name="connsiteX5" fmla="*/ 217582 w 297181"/>
                <a:gd name="connsiteY5" fmla="*/ 14112 h 125294"/>
                <a:gd name="connsiteX6" fmla="*/ 277907 w 297181"/>
                <a:gd name="connsiteY6" fmla="*/ 47449 h 125294"/>
                <a:gd name="connsiteX7" fmla="*/ 247744 w 297181"/>
                <a:gd name="connsiteY7" fmla="*/ 26811 h 125294"/>
                <a:gd name="connsiteX8" fmla="*/ 296957 w 297181"/>
                <a:gd name="connsiteY8" fmla="*/ 71262 h 125294"/>
                <a:gd name="connsiteX9" fmla="*/ 223932 w 297181"/>
                <a:gd name="connsiteY9" fmla="*/ 109362 h 125294"/>
                <a:gd name="connsiteX10" fmla="*/ 152494 w 297181"/>
                <a:gd name="connsiteY10" fmla="*/ 125238 h 125294"/>
                <a:gd name="connsiteX11" fmla="*/ 66769 w 297181"/>
                <a:gd name="connsiteY11" fmla="*/ 107775 h 125294"/>
                <a:gd name="connsiteX12" fmla="*/ 31844 w 297181"/>
                <a:gd name="connsiteY12" fmla="*/ 96662 h 125294"/>
                <a:gd name="connsiteX13" fmla="*/ 94 w 297181"/>
                <a:gd name="connsiteY13" fmla="*/ 79200 h 125294"/>
                <a:gd name="connsiteX0" fmla="*/ 94 w 297181"/>
                <a:gd name="connsiteY0" fmla="*/ 79200 h 125294"/>
                <a:gd name="connsiteX1" fmla="*/ 42958 w 297181"/>
                <a:gd name="connsiteY1" fmla="*/ 41099 h 125294"/>
                <a:gd name="connsiteX2" fmla="*/ 79469 w 297181"/>
                <a:gd name="connsiteY2" fmla="*/ 20463 h 125294"/>
                <a:gd name="connsiteX3" fmla="*/ 135031 w 297181"/>
                <a:gd name="connsiteY3" fmla="*/ 1413 h 125294"/>
                <a:gd name="connsiteX4" fmla="*/ 182657 w 297181"/>
                <a:gd name="connsiteY4" fmla="*/ 3000 h 125294"/>
                <a:gd name="connsiteX5" fmla="*/ 222345 w 297181"/>
                <a:gd name="connsiteY5" fmla="*/ 14112 h 125294"/>
                <a:gd name="connsiteX6" fmla="*/ 277907 w 297181"/>
                <a:gd name="connsiteY6" fmla="*/ 47449 h 125294"/>
                <a:gd name="connsiteX7" fmla="*/ 247744 w 297181"/>
                <a:gd name="connsiteY7" fmla="*/ 26811 h 125294"/>
                <a:gd name="connsiteX8" fmla="*/ 296957 w 297181"/>
                <a:gd name="connsiteY8" fmla="*/ 71262 h 125294"/>
                <a:gd name="connsiteX9" fmla="*/ 223932 w 297181"/>
                <a:gd name="connsiteY9" fmla="*/ 109362 h 125294"/>
                <a:gd name="connsiteX10" fmla="*/ 152494 w 297181"/>
                <a:gd name="connsiteY10" fmla="*/ 125238 h 125294"/>
                <a:gd name="connsiteX11" fmla="*/ 66769 w 297181"/>
                <a:gd name="connsiteY11" fmla="*/ 107775 h 125294"/>
                <a:gd name="connsiteX12" fmla="*/ 31844 w 297181"/>
                <a:gd name="connsiteY12" fmla="*/ 96662 h 125294"/>
                <a:gd name="connsiteX13" fmla="*/ 94 w 297181"/>
                <a:gd name="connsiteY13" fmla="*/ 79200 h 125294"/>
                <a:gd name="connsiteX0" fmla="*/ 28 w 297115"/>
                <a:gd name="connsiteY0" fmla="*/ 79200 h 125294"/>
                <a:gd name="connsiteX1" fmla="*/ 42892 w 297115"/>
                <a:gd name="connsiteY1" fmla="*/ 41099 h 125294"/>
                <a:gd name="connsiteX2" fmla="*/ 79403 w 297115"/>
                <a:gd name="connsiteY2" fmla="*/ 20463 h 125294"/>
                <a:gd name="connsiteX3" fmla="*/ 134965 w 297115"/>
                <a:gd name="connsiteY3" fmla="*/ 1413 h 125294"/>
                <a:gd name="connsiteX4" fmla="*/ 182591 w 297115"/>
                <a:gd name="connsiteY4" fmla="*/ 3000 h 125294"/>
                <a:gd name="connsiteX5" fmla="*/ 222279 w 297115"/>
                <a:gd name="connsiteY5" fmla="*/ 14112 h 125294"/>
                <a:gd name="connsiteX6" fmla="*/ 277841 w 297115"/>
                <a:gd name="connsiteY6" fmla="*/ 47449 h 125294"/>
                <a:gd name="connsiteX7" fmla="*/ 247678 w 297115"/>
                <a:gd name="connsiteY7" fmla="*/ 26811 h 125294"/>
                <a:gd name="connsiteX8" fmla="*/ 296891 w 297115"/>
                <a:gd name="connsiteY8" fmla="*/ 71262 h 125294"/>
                <a:gd name="connsiteX9" fmla="*/ 223866 w 297115"/>
                <a:gd name="connsiteY9" fmla="*/ 109362 h 125294"/>
                <a:gd name="connsiteX10" fmla="*/ 152428 w 297115"/>
                <a:gd name="connsiteY10" fmla="*/ 125238 h 125294"/>
                <a:gd name="connsiteX11" fmla="*/ 66703 w 297115"/>
                <a:gd name="connsiteY11" fmla="*/ 107775 h 125294"/>
                <a:gd name="connsiteX12" fmla="*/ 36541 w 297115"/>
                <a:gd name="connsiteY12" fmla="*/ 90312 h 125294"/>
                <a:gd name="connsiteX13" fmla="*/ 28 w 297115"/>
                <a:gd name="connsiteY13" fmla="*/ 79200 h 125294"/>
                <a:gd name="connsiteX0" fmla="*/ 345 w 297432"/>
                <a:gd name="connsiteY0" fmla="*/ 79200 h 125294"/>
                <a:gd name="connsiteX1" fmla="*/ 43209 w 297432"/>
                <a:gd name="connsiteY1" fmla="*/ 41099 h 125294"/>
                <a:gd name="connsiteX2" fmla="*/ 79720 w 297432"/>
                <a:gd name="connsiteY2" fmla="*/ 20463 h 125294"/>
                <a:gd name="connsiteX3" fmla="*/ 135282 w 297432"/>
                <a:gd name="connsiteY3" fmla="*/ 1413 h 125294"/>
                <a:gd name="connsiteX4" fmla="*/ 182908 w 297432"/>
                <a:gd name="connsiteY4" fmla="*/ 3000 h 125294"/>
                <a:gd name="connsiteX5" fmla="*/ 222596 w 297432"/>
                <a:gd name="connsiteY5" fmla="*/ 14112 h 125294"/>
                <a:gd name="connsiteX6" fmla="*/ 278158 w 297432"/>
                <a:gd name="connsiteY6" fmla="*/ 47449 h 125294"/>
                <a:gd name="connsiteX7" fmla="*/ 247995 w 297432"/>
                <a:gd name="connsiteY7" fmla="*/ 26811 h 125294"/>
                <a:gd name="connsiteX8" fmla="*/ 297208 w 297432"/>
                <a:gd name="connsiteY8" fmla="*/ 71262 h 125294"/>
                <a:gd name="connsiteX9" fmla="*/ 224183 w 297432"/>
                <a:gd name="connsiteY9" fmla="*/ 109362 h 125294"/>
                <a:gd name="connsiteX10" fmla="*/ 152745 w 297432"/>
                <a:gd name="connsiteY10" fmla="*/ 125238 h 125294"/>
                <a:gd name="connsiteX11" fmla="*/ 67020 w 297432"/>
                <a:gd name="connsiteY11" fmla="*/ 107775 h 125294"/>
                <a:gd name="connsiteX12" fmla="*/ 24158 w 297432"/>
                <a:gd name="connsiteY12" fmla="*/ 88724 h 125294"/>
                <a:gd name="connsiteX13" fmla="*/ 345 w 297432"/>
                <a:gd name="connsiteY13" fmla="*/ 79200 h 125294"/>
                <a:gd name="connsiteX0" fmla="*/ 345 w 297432"/>
                <a:gd name="connsiteY0" fmla="*/ 79200 h 125294"/>
                <a:gd name="connsiteX1" fmla="*/ 43209 w 297432"/>
                <a:gd name="connsiteY1" fmla="*/ 41099 h 125294"/>
                <a:gd name="connsiteX2" fmla="*/ 79720 w 297432"/>
                <a:gd name="connsiteY2" fmla="*/ 20463 h 125294"/>
                <a:gd name="connsiteX3" fmla="*/ 135282 w 297432"/>
                <a:gd name="connsiteY3" fmla="*/ 1413 h 125294"/>
                <a:gd name="connsiteX4" fmla="*/ 182908 w 297432"/>
                <a:gd name="connsiteY4" fmla="*/ 3000 h 125294"/>
                <a:gd name="connsiteX5" fmla="*/ 222596 w 297432"/>
                <a:gd name="connsiteY5" fmla="*/ 14112 h 125294"/>
                <a:gd name="connsiteX6" fmla="*/ 278158 w 297432"/>
                <a:gd name="connsiteY6" fmla="*/ 47449 h 125294"/>
                <a:gd name="connsiteX7" fmla="*/ 247995 w 297432"/>
                <a:gd name="connsiteY7" fmla="*/ 26811 h 125294"/>
                <a:gd name="connsiteX8" fmla="*/ 297208 w 297432"/>
                <a:gd name="connsiteY8" fmla="*/ 71262 h 125294"/>
                <a:gd name="connsiteX9" fmla="*/ 224183 w 297432"/>
                <a:gd name="connsiteY9" fmla="*/ 109362 h 125294"/>
                <a:gd name="connsiteX10" fmla="*/ 152745 w 297432"/>
                <a:gd name="connsiteY10" fmla="*/ 125238 h 125294"/>
                <a:gd name="connsiteX11" fmla="*/ 82895 w 297432"/>
                <a:gd name="connsiteY11" fmla="*/ 112538 h 125294"/>
                <a:gd name="connsiteX12" fmla="*/ 24158 w 297432"/>
                <a:gd name="connsiteY12" fmla="*/ 88724 h 125294"/>
                <a:gd name="connsiteX13" fmla="*/ 345 w 297432"/>
                <a:gd name="connsiteY13" fmla="*/ 79200 h 125294"/>
                <a:gd name="connsiteX0" fmla="*/ 345 w 297432"/>
                <a:gd name="connsiteY0" fmla="*/ 79200 h 123717"/>
                <a:gd name="connsiteX1" fmla="*/ 43209 w 297432"/>
                <a:gd name="connsiteY1" fmla="*/ 41099 h 123717"/>
                <a:gd name="connsiteX2" fmla="*/ 79720 w 297432"/>
                <a:gd name="connsiteY2" fmla="*/ 20463 h 123717"/>
                <a:gd name="connsiteX3" fmla="*/ 135282 w 297432"/>
                <a:gd name="connsiteY3" fmla="*/ 1413 h 123717"/>
                <a:gd name="connsiteX4" fmla="*/ 182908 w 297432"/>
                <a:gd name="connsiteY4" fmla="*/ 3000 h 123717"/>
                <a:gd name="connsiteX5" fmla="*/ 222596 w 297432"/>
                <a:gd name="connsiteY5" fmla="*/ 14112 h 123717"/>
                <a:gd name="connsiteX6" fmla="*/ 278158 w 297432"/>
                <a:gd name="connsiteY6" fmla="*/ 47449 h 123717"/>
                <a:gd name="connsiteX7" fmla="*/ 247995 w 297432"/>
                <a:gd name="connsiteY7" fmla="*/ 26811 h 123717"/>
                <a:gd name="connsiteX8" fmla="*/ 297208 w 297432"/>
                <a:gd name="connsiteY8" fmla="*/ 71262 h 123717"/>
                <a:gd name="connsiteX9" fmla="*/ 224183 w 297432"/>
                <a:gd name="connsiteY9" fmla="*/ 109362 h 123717"/>
                <a:gd name="connsiteX10" fmla="*/ 168620 w 297432"/>
                <a:gd name="connsiteY10" fmla="*/ 123650 h 123717"/>
                <a:gd name="connsiteX11" fmla="*/ 82895 w 297432"/>
                <a:gd name="connsiteY11" fmla="*/ 112538 h 123717"/>
                <a:gd name="connsiteX12" fmla="*/ 24158 w 297432"/>
                <a:gd name="connsiteY12" fmla="*/ 88724 h 123717"/>
                <a:gd name="connsiteX13" fmla="*/ 345 w 297432"/>
                <a:gd name="connsiteY13" fmla="*/ 79200 h 123717"/>
                <a:gd name="connsiteX0" fmla="*/ 345 w 297292"/>
                <a:gd name="connsiteY0" fmla="*/ 79200 h 123690"/>
                <a:gd name="connsiteX1" fmla="*/ 43209 w 297292"/>
                <a:gd name="connsiteY1" fmla="*/ 41099 h 123690"/>
                <a:gd name="connsiteX2" fmla="*/ 79720 w 297292"/>
                <a:gd name="connsiteY2" fmla="*/ 20463 h 123690"/>
                <a:gd name="connsiteX3" fmla="*/ 135282 w 297292"/>
                <a:gd name="connsiteY3" fmla="*/ 1413 h 123690"/>
                <a:gd name="connsiteX4" fmla="*/ 182908 w 297292"/>
                <a:gd name="connsiteY4" fmla="*/ 3000 h 123690"/>
                <a:gd name="connsiteX5" fmla="*/ 222596 w 297292"/>
                <a:gd name="connsiteY5" fmla="*/ 14112 h 123690"/>
                <a:gd name="connsiteX6" fmla="*/ 278158 w 297292"/>
                <a:gd name="connsiteY6" fmla="*/ 47449 h 123690"/>
                <a:gd name="connsiteX7" fmla="*/ 247995 w 297292"/>
                <a:gd name="connsiteY7" fmla="*/ 26811 h 123690"/>
                <a:gd name="connsiteX8" fmla="*/ 297208 w 297292"/>
                <a:gd name="connsiteY8" fmla="*/ 71262 h 123690"/>
                <a:gd name="connsiteX9" fmla="*/ 233708 w 297292"/>
                <a:gd name="connsiteY9" fmla="*/ 104600 h 123690"/>
                <a:gd name="connsiteX10" fmla="*/ 168620 w 297292"/>
                <a:gd name="connsiteY10" fmla="*/ 123650 h 123690"/>
                <a:gd name="connsiteX11" fmla="*/ 82895 w 297292"/>
                <a:gd name="connsiteY11" fmla="*/ 112538 h 123690"/>
                <a:gd name="connsiteX12" fmla="*/ 24158 w 297292"/>
                <a:gd name="connsiteY12" fmla="*/ 88724 h 123690"/>
                <a:gd name="connsiteX13" fmla="*/ 345 w 297292"/>
                <a:gd name="connsiteY13" fmla="*/ 79200 h 123690"/>
                <a:gd name="connsiteX0" fmla="*/ 345 w 298292"/>
                <a:gd name="connsiteY0" fmla="*/ 79200 h 123686"/>
                <a:gd name="connsiteX1" fmla="*/ 43209 w 298292"/>
                <a:gd name="connsiteY1" fmla="*/ 41099 h 123686"/>
                <a:gd name="connsiteX2" fmla="*/ 79720 w 298292"/>
                <a:gd name="connsiteY2" fmla="*/ 20463 h 123686"/>
                <a:gd name="connsiteX3" fmla="*/ 135282 w 298292"/>
                <a:gd name="connsiteY3" fmla="*/ 1413 h 123686"/>
                <a:gd name="connsiteX4" fmla="*/ 182908 w 298292"/>
                <a:gd name="connsiteY4" fmla="*/ 3000 h 123686"/>
                <a:gd name="connsiteX5" fmla="*/ 222596 w 298292"/>
                <a:gd name="connsiteY5" fmla="*/ 14112 h 123686"/>
                <a:gd name="connsiteX6" fmla="*/ 278158 w 298292"/>
                <a:gd name="connsiteY6" fmla="*/ 47449 h 123686"/>
                <a:gd name="connsiteX7" fmla="*/ 247995 w 298292"/>
                <a:gd name="connsiteY7" fmla="*/ 26811 h 123686"/>
                <a:gd name="connsiteX8" fmla="*/ 297208 w 298292"/>
                <a:gd name="connsiteY8" fmla="*/ 71262 h 123686"/>
                <a:gd name="connsiteX9" fmla="*/ 278158 w 298292"/>
                <a:gd name="connsiteY9" fmla="*/ 79204 h 123686"/>
                <a:gd name="connsiteX10" fmla="*/ 233708 w 298292"/>
                <a:gd name="connsiteY10" fmla="*/ 104600 h 123686"/>
                <a:gd name="connsiteX11" fmla="*/ 168620 w 298292"/>
                <a:gd name="connsiteY11" fmla="*/ 123650 h 123686"/>
                <a:gd name="connsiteX12" fmla="*/ 82895 w 298292"/>
                <a:gd name="connsiteY12" fmla="*/ 112538 h 123686"/>
                <a:gd name="connsiteX13" fmla="*/ 24158 w 298292"/>
                <a:gd name="connsiteY13" fmla="*/ 88724 h 123686"/>
                <a:gd name="connsiteX14" fmla="*/ 345 w 298292"/>
                <a:gd name="connsiteY14" fmla="*/ 79200 h 123686"/>
                <a:gd name="connsiteX0" fmla="*/ 345 w 298292"/>
                <a:gd name="connsiteY0" fmla="*/ 79200 h 123686"/>
                <a:gd name="connsiteX1" fmla="*/ 43209 w 298292"/>
                <a:gd name="connsiteY1" fmla="*/ 41099 h 123686"/>
                <a:gd name="connsiteX2" fmla="*/ 79720 w 298292"/>
                <a:gd name="connsiteY2" fmla="*/ 20463 h 123686"/>
                <a:gd name="connsiteX3" fmla="*/ 135282 w 298292"/>
                <a:gd name="connsiteY3" fmla="*/ 1413 h 123686"/>
                <a:gd name="connsiteX4" fmla="*/ 182908 w 298292"/>
                <a:gd name="connsiteY4" fmla="*/ 3000 h 123686"/>
                <a:gd name="connsiteX5" fmla="*/ 222596 w 298292"/>
                <a:gd name="connsiteY5" fmla="*/ 14112 h 123686"/>
                <a:gd name="connsiteX6" fmla="*/ 225771 w 298292"/>
                <a:gd name="connsiteY6" fmla="*/ 15699 h 123686"/>
                <a:gd name="connsiteX7" fmla="*/ 247995 w 298292"/>
                <a:gd name="connsiteY7" fmla="*/ 26811 h 123686"/>
                <a:gd name="connsiteX8" fmla="*/ 297208 w 298292"/>
                <a:gd name="connsiteY8" fmla="*/ 71262 h 123686"/>
                <a:gd name="connsiteX9" fmla="*/ 278158 w 298292"/>
                <a:gd name="connsiteY9" fmla="*/ 79204 h 123686"/>
                <a:gd name="connsiteX10" fmla="*/ 233708 w 298292"/>
                <a:gd name="connsiteY10" fmla="*/ 104600 h 123686"/>
                <a:gd name="connsiteX11" fmla="*/ 168620 w 298292"/>
                <a:gd name="connsiteY11" fmla="*/ 123650 h 123686"/>
                <a:gd name="connsiteX12" fmla="*/ 82895 w 298292"/>
                <a:gd name="connsiteY12" fmla="*/ 112538 h 123686"/>
                <a:gd name="connsiteX13" fmla="*/ 24158 w 298292"/>
                <a:gd name="connsiteY13" fmla="*/ 88724 h 123686"/>
                <a:gd name="connsiteX14" fmla="*/ 345 w 298292"/>
                <a:gd name="connsiteY14" fmla="*/ 79200 h 123686"/>
                <a:gd name="connsiteX0" fmla="*/ 345 w 297711"/>
                <a:gd name="connsiteY0" fmla="*/ 79200 h 123686"/>
                <a:gd name="connsiteX1" fmla="*/ 43209 w 297711"/>
                <a:gd name="connsiteY1" fmla="*/ 41099 h 123686"/>
                <a:gd name="connsiteX2" fmla="*/ 79720 w 297711"/>
                <a:gd name="connsiteY2" fmla="*/ 20463 h 123686"/>
                <a:gd name="connsiteX3" fmla="*/ 135282 w 297711"/>
                <a:gd name="connsiteY3" fmla="*/ 1413 h 123686"/>
                <a:gd name="connsiteX4" fmla="*/ 182908 w 297711"/>
                <a:gd name="connsiteY4" fmla="*/ 3000 h 123686"/>
                <a:gd name="connsiteX5" fmla="*/ 222596 w 297711"/>
                <a:gd name="connsiteY5" fmla="*/ 14112 h 123686"/>
                <a:gd name="connsiteX6" fmla="*/ 225771 w 297711"/>
                <a:gd name="connsiteY6" fmla="*/ 15699 h 123686"/>
                <a:gd name="connsiteX7" fmla="*/ 286095 w 297711"/>
                <a:gd name="connsiteY7" fmla="*/ 47448 h 123686"/>
                <a:gd name="connsiteX8" fmla="*/ 297208 w 297711"/>
                <a:gd name="connsiteY8" fmla="*/ 71262 h 123686"/>
                <a:gd name="connsiteX9" fmla="*/ 278158 w 297711"/>
                <a:gd name="connsiteY9" fmla="*/ 79204 h 123686"/>
                <a:gd name="connsiteX10" fmla="*/ 233708 w 297711"/>
                <a:gd name="connsiteY10" fmla="*/ 104600 h 123686"/>
                <a:gd name="connsiteX11" fmla="*/ 168620 w 297711"/>
                <a:gd name="connsiteY11" fmla="*/ 123650 h 123686"/>
                <a:gd name="connsiteX12" fmla="*/ 82895 w 297711"/>
                <a:gd name="connsiteY12" fmla="*/ 112538 h 123686"/>
                <a:gd name="connsiteX13" fmla="*/ 24158 w 297711"/>
                <a:gd name="connsiteY13" fmla="*/ 88724 h 123686"/>
                <a:gd name="connsiteX14" fmla="*/ 345 w 297711"/>
                <a:gd name="connsiteY14" fmla="*/ 79200 h 123686"/>
                <a:gd name="connsiteX0" fmla="*/ 345 w 297980"/>
                <a:gd name="connsiteY0" fmla="*/ 79200 h 123686"/>
                <a:gd name="connsiteX1" fmla="*/ 43209 w 297980"/>
                <a:gd name="connsiteY1" fmla="*/ 41099 h 123686"/>
                <a:gd name="connsiteX2" fmla="*/ 79720 w 297980"/>
                <a:gd name="connsiteY2" fmla="*/ 20463 h 123686"/>
                <a:gd name="connsiteX3" fmla="*/ 135282 w 297980"/>
                <a:gd name="connsiteY3" fmla="*/ 1413 h 123686"/>
                <a:gd name="connsiteX4" fmla="*/ 182908 w 297980"/>
                <a:gd name="connsiteY4" fmla="*/ 3000 h 123686"/>
                <a:gd name="connsiteX5" fmla="*/ 222596 w 297980"/>
                <a:gd name="connsiteY5" fmla="*/ 14112 h 123686"/>
                <a:gd name="connsiteX6" fmla="*/ 225771 w 297980"/>
                <a:gd name="connsiteY6" fmla="*/ 15699 h 123686"/>
                <a:gd name="connsiteX7" fmla="*/ 286095 w 297980"/>
                <a:gd name="connsiteY7" fmla="*/ 47448 h 123686"/>
                <a:gd name="connsiteX8" fmla="*/ 297208 w 297980"/>
                <a:gd name="connsiteY8" fmla="*/ 71262 h 123686"/>
                <a:gd name="connsiteX9" fmla="*/ 278158 w 297980"/>
                <a:gd name="connsiteY9" fmla="*/ 79204 h 123686"/>
                <a:gd name="connsiteX10" fmla="*/ 233708 w 297980"/>
                <a:gd name="connsiteY10" fmla="*/ 104600 h 123686"/>
                <a:gd name="connsiteX11" fmla="*/ 168620 w 297980"/>
                <a:gd name="connsiteY11" fmla="*/ 123650 h 123686"/>
                <a:gd name="connsiteX12" fmla="*/ 82895 w 297980"/>
                <a:gd name="connsiteY12" fmla="*/ 112538 h 123686"/>
                <a:gd name="connsiteX13" fmla="*/ 24158 w 297980"/>
                <a:gd name="connsiteY13" fmla="*/ 88724 h 123686"/>
                <a:gd name="connsiteX14" fmla="*/ 345 w 297980"/>
                <a:gd name="connsiteY14" fmla="*/ 79200 h 123686"/>
                <a:gd name="connsiteX0" fmla="*/ 345 w 297469"/>
                <a:gd name="connsiteY0" fmla="*/ 79200 h 123686"/>
                <a:gd name="connsiteX1" fmla="*/ 43209 w 297469"/>
                <a:gd name="connsiteY1" fmla="*/ 41099 h 123686"/>
                <a:gd name="connsiteX2" fmla="*/ 79720 w 297469"/>
                <a:gd name="connsiteY2" fmla="*/ 20463 h 123686"/>
                <a:gd name="connsiteX3" fmla="*/ 135282 w 297469"/>
                <a:gd name="connsiteY3" fmla="*/ 1413 h 123686"/>
                <a:gd name="connsiteX4" fmla="*/ 182908 w 297469"/>
                <a:gd name="connsiteY4" fmla="*/ 3000 h 123686"/>
                <a:gd name="connsiteX5" fmla="*/ 222596 w 297469"/>
                <a:gd name="connsiteY5" fmla="*/ 14112 h 123686"/>
                <a:gd name="connsiteX6" fmla="*/ 244821 w 297469"/>
                <a:gd name="connsiteY6" fmla="*/ 22049 h 123686"/>
                <a:gd name="connsiteX7" fmla="*/ 286095 w 297469"/>
                <a:gd name="connsiteY7" fmla="*/ 47448 h 123686"/>
                <a:gd name="connsiteX8" fmla="*/ 297208 w 297469"/>
                <a:gd name="connsiteY8" fmla="*/ 71262 h 123686"/>
                <a:gd name="connsiteX9" fmla="*/ 278158 w 297469"/>
                <a:gd name="connsiteY9" fmla="*/ 79204 h 123686"/>
                <a:gd name="connsiteX10" fmla="*/ 233708 w 297469"/>
                <a:gd name="connsiteY10" fmla="*/ 104600 h 123686"/>
                <a:gd name="connsiteX11" fmla="*/ 168620 w 297469"/>
                <a:gd name="connsiteY11" fmla="*/ 123650 h 123686"/>
                <a:gd name="connsiteX12" fmla="*/ 82895 w 297469"/>
                <a:gd name="connsiteY12" fmla="*/ 112538 h 123686"/>
                <a:gd name="connsiteX13" fmla="*/ 24158 w 297469"/>
                <a:gd name="connsiteY13" fmla="*/ 88724 h 123686"/>
                <a:gd name="connsiteX14" fmla="*/ 345 w 297469"/>
                <a:gd name="connsiteY14" fmla="*/ 79200 h 123686"/>
                <a:gd name="connsiteX0" fmla="*/ 345 w 297469"/>
                <a:gd name="connsiteY0" fmla="*/ 79200 h 123686"/>
                <a:gd name="connsiteX1" fmla="*/ 43209 w 297469"/>
                <a:gd name="connsiteY1" fmla="*/ 41099 h 123686"/>
                <a:gd name="connsiteX2" fmla="*/ 79720 w 297469"/>
                <a:gd name="connsiteY2" fmla="*/ 20463 h 123686"/>
                <a:gd name="connsiteX3" fmla="*/ 135282 w 297469"/>
                <a:gd name="connsiteY3" fmla="*/ 1413 h 123686"/>
                <a:gd name="connsiteX4" fmla="*/ 182908 w 297469"/>
                <a:gd name="connsiteY4" fmla="*/ 3000 h 123686"/>
                <a:gd name="connsiteX5" fmla="*/ 214659 w 297469"/>
                <a:gd name="connsiteY5" fmla="*/ 9350 h 123686"/>
                <a:gd name="connsiteX6" fmla="*/ 244821 w 297469"/>
                <a:gd name="connsiteY6" fmla="*/ 22049 h 123686"/>
                <a:gd name="connsiteX7" fmla="*/ 286095 w 297469"/>
                <a:gd name="connsiteY7" fmla="*/ 47448 h 123686"/>
                <a:gd name="connsiteX8" fmla="*/ 297208 w 297469"/>
                <a:gd name="connsiteY8" fmla="*/ 71262 h 123686"/>
                <a:gd name="connsiteX9" fmla="*/ 278158 w 297469"/>
                <a:gd name="connsiteY9" fmla="*/ 79204 h 123686"/>
                <a:gd name="connsiteX10" fmla="*/ 233708 w 297469"/>
                <a:gd name="connsiteY10" fmla="*/ 104600 h 123686"/>
                <a:gd name="connsiteX11" fmla="*/ 168620 w 297469"/>
                <a:gd name="connsiteY11" fmla="*/ 123650 h 123686"/>
                <a:gd name="connsiteX12" fmla="*/ 82895 w 297469"/>
                <a:gd name="connsiteY12" fmla="*/ 112538 h 123686"/>
                <a:gd name="connsiteX13" fmla="*/ 24158 w 297469"/>
                <a:gd name="connsiteY13" fmla="*/ 88724 h 123686"/>
                <a:gd name="connsiteX14" fmla="*/ 345 w 297469"/>
                <a:gd name="connsiteY14" fmla="*/ 79200 h 123686"/>
                <a:gd name="connsiteX0" fmla="*/ 345 w 302119"/>
                <a:gd name="connsiteY0" fmla="*/ 79200 h 123686"/>
                <a:gd name="connsiteX1" fmla="*/ 43209 w 302119"/>
                <a:gd name="connsiteY1" fmla="*/ 41099 h 123686"/>
                <a:gd name="connsiteX2" fmla="*/ 79720 w 302119"/>
                <a:gd name="connsiteY2" fmla="*/ 20463 h 123686"/>
                <a:gd name="connsiteX3" fmla="*/ 135282 w 302119"/>
                <a:gd name="connsiteY3" fmla="*/ 1413 h 123686"/>
                <a:gd name="connsiteX4" fmla="*/ 182908 w 302119"/>
                <a:gd name="connsiteY4" fmla="*/ 3000 h 123686"/>
                <a:gd name="connsiteX5" fmla="*/ 214659 w 302119"/>
                <a:gd name="connsiteY5" fmla="*/ 9350 h 123686"/>
                <a:gd name="connsiteX6" fmla="*/ 244821 w 302119"/>
                <a:gd name="connsiteY6" fmla="*/ 22049 h 123686"/>
                <a:gd name="connsiteX7" fmla="*/ 286095 w 302119"/>
                <a:gd name="connsiteY7" fmla="*/ 47448 h 123686"/>
                <a:gd name="connsiteX8" fmla="*/ 301971 w 302119"/>
                <a:gd name="connsiteY8" fmla="*/ 77612 h 123686"/>
                <a:gd name="connsiteX9" fmla="*/ 278158 w 302119"/>
                <a:gd name="connsiteY9" fmla="*/ 79204 h 123686"/>
                <a:gd name="connsiteX10" fmla="*/ 233708 w 302119"/>
                <a:gd name="connsiteY10" fmla="*/ 104600 h 123686"/>
                <a:gd name="connsiteX11" fmla="*/ 168620 w 302119"/>
                <a:gd name="connsiteY11" fmla="*/ 123650 h 123686"/>
                <a:gd name="connsiteX12" fmla="*/ 82895 w 302119"/>
                <a:gd name="connsiteY12" fmla="*/ 112538 h 123686"/>
                <a:gd name="connsiteX13" fmla="*/ 24158 w 302119"/>
                <a:gd name="connsiteY13" fmla="*/ 88724 h 123686"/>
                <a:gd name="connsiteX14" fmla="*/ 345 w 302119"/>
                <a:gd name="connsiteY14" fmla="*/ 79200 h 123686"/>
                <a:gd name="connsiteX0" fmla="*/ 345 w 302119"/>
                <a:gd name="connsiteY0" fmla="*/ 79200 h 123686"/>
                <a:gd name="connsiteX1" fmla="*/ 43209 w 302119"/>
                <a:gd name="connsiteY1" fmla="*/ 41099 h 123686"/>
                <a:gd name="connsiteX2" fmla="*/ 79720 w 302119"/>
                <a:gd name="connsiteY2" fmla="*/ 20463 h 123686"/>
                <a:gd name="connsiteX3" fmla="*/ 135282 w 302119"/>
                <a:gd name="connsiteY3" fmla="*/ 1413 h 123686"/>
                <a:gd name="connsiteX4" fmla="*/ 182908 w 302119"/>
                <a:gd name="connsiteY4" fmla="*/ 3000 h 123686"/>
                <a:gd name="connsiteX5" fmla="*/ 222597 w 302119"/>
                <a:gd name="connsiteY5" fmla="*/ 10937 h 123686"/>
                <a:gd name="connsiteX6" fmla="*/ 244821 w 302119"/>
                <a:gd name="connsiteY6" fmla="*/ 22049 h 123686"/>
                <a:gd name="connsiteX7" fmla="*/ 286095 w 302119"/>
                <a:gd name="connsiteY7" fmla="*/ 47448 h 123686"/>
                <a:gd name="connsiteX8" fmla="*/ 301971 w 302119"/>
                <a:gd name="connsiteY8" fmla="*/ 77612 h 123686"/>
                <a:gd name="connsiteX9" fmla="*/ 278158 w 302119"/>
                <a:gd name="connsiteY9" fmla="*/ 79204 h 123686"/>
                <a:gd name="connsiteX10" fmla="*/ 233708 w 302119"/>
                <a:gd name="connsiteY10" fmla="*/ 104600 h 123686"/>
                <a:gd name="connsiteX11" fmla="*/ 168620 w 302119"/>
                <a:gd name="connsiteY11" fmla="*/ 123650 h 123686"/>
                <a:gd name="connsiteX12" fmla="*/ 82895 w 302119"/>
                <a:gd name="connsiteY12" fmla="*/ 112538 h 123686"/>
                <a:gd name="connsiteX13" fmla="*/ 24158 w 302119"/>
                <a:gd name="connsiteY13" fmla="*/ 88724 h 123686"/>
                <a:gd name="connsiteX14" fmla="*/ 345 w 302119"/>
                <a:gd name="connsiteY14" fmla="*/ 79200 h 123686"/>
                <a:gd name="connsiteX0" fmla="*/ 345 w 302119"/>
                <a:gd name="connsiteY0" fmla="*/ 83370 h 127856"/>
                <a:gd name="connsiteX1" fmla="*/ 43209 w 302119"/>
                <a:gd name="connsiteY1" fmla="*/ 45269 h 127856"/>
                <a:gd name="connsiteX2" fmla="*/ 79720 w 302119"/>
                <a:gd name="connsiteY2" fmla="*/ 24633 h 127856"/>
                <a:gd name="connsiteX3" fmla="*/ 135282 w 302119"/>
                <a:gd name="connsiteY3" fmla="*/ 5583 h 127856"/>
                <a:gd name="connsiteX4" fmla="*/ 178146 w 302119"/>
                <a:gd name="connsiteY4" fmla="*/ 820 h 127856"/>
                <a:gd name="connsiteX5" fmla="*/ 222597 w 302119"/>
                <a:gd name="connsiteY5" fmla="*/ 15107 h 127856"/>
                <a:gd name="connsiteX6" fmla="*/ 244821 w 302119"/>
                <a:gd name="connsiteY6" fmla="*/ 26219 h 127856"/>
                <a:gd name="connsiteX7" fmla="*/ 286095 w 302119"/>
                <a:gd name="connsiteY7" fmla="*/ 51618 h 127856"/>
                <a:gd name="connsiteX8" fmla="*/ 301971 w 302119"/>
                <a:gd name="connsiteY8" fmla="*/ 81782 h 127856"/>
                <a:gd name="connsiteX9" fmla="*/ 278158 w 302119"/>
                <a:gd name="connsiteY9" fmla="*/ 83374 h 127856"/>
                <a:gd name="connsiteX10" fmla="*/ 233708 w 302119"/>
                <a:gd name="connsiteY10" fmla="*/ 108770 h 127856"/>
                <a:gd name="connsiteX11" fmla="*/ 168620 w 302119"/>
                <a:gd name="connsiteY11" fmla="*/ 127820 h 127856"/>
                <a:gd name="connsiteX12" fmla="*/ 82895 w 302119"/>
                <a:gd name="connsiteY12" fmla="*/ 116708 h 127856"/>
                <a:gd name="connsiteX13" fmla="*/ 24158 w 302119"/>
                <a:gd name="connsiteY13" fmla="*/ 92894 h 127856"/>
                <a:gd name="connsiteX14" fmla="*/ 345 w 302119"/>
                <a:gd name="connsiteY14" fmla="*/ 83370 h 127856"/>
                <a:gd name="connsiteX0" fmla="*/ 345 w 302119"/>
                <a:gd name="connsiteY0" fmla="*/ 83370 h 127856"/>
                <a:gd name="connsiteX1" fmla="*/ 43209 w 302119"/>
                <a:gd name="connsiteY1" fmla="*/ 45269 h 127856"/>
                <a:gd name="connsiteX2" fmla="*/ 79720 w 302119"/>
                <a:gd name="connsiteY2" fmla="*/ 24633 h 127856"/>
                <a:gd name="connsiteX3" fmla="*/ 135282 w 302119"/>
                <a:gd name="connsiteY3" fmla="*/ 5583 h 127856"/>
                <a:gd name="connsiteX4" fmla="*/ 178146 w 302119"/>
                <a:gd name="connsiteY4" fmla="*/ 820 h 127856"/>
                <a:gd name="connsiteX5" fmla="*/ 227360 w 302119"/>
                <a:gd name="connsiteY5" fmla="*/ 10344 h 127856"/>
                <a:gd name="connsiteX6" fmla="*/ 244821 w 302119"/>
                <a:gd name="connsiteY6" fmla="*/ 26219 h 127856"/>
                <a:gd name="connsiteX7" fmla="*/ 286095 w 302119"/>
                <a:gd name="connsiteY7" fmla="*/ 51618 h 127856"/>
                <a:gd name="connsiteX8" fmla="*/ 301971 w 302119"/>
                <a:gd name="connsiteY8" fmla="*/ 81782 h 127856"/>
                <a:gd name="connsiteX9" fmla="*/ 278158 w 302119"/>
                <a:gd name="connsiteY9" fmla="*/ 83374 h 127856"/>
                <a:gd name="connsiteX10" fmla="*/ 233708 w 302119"/>
                <a:gd name="connsiteY10" fmla="*/ 108770 h 127856"/>
                <a:gd name="connsiteX11" fmla="*/ 168620 w 302119"/>
                <a:gd name="connsiteY11" fmla="*/ 127820 h 127856"/>
                <a:gd name="connsiteX12" fmla="*/ 82895 w 302119"/>
                <a:gd name="connsiteY12" fmla="*/ 116708 h 127856"/>
                <a:gd name="connsiteX13" fmla="*/ 24158 w 302119"/>
                <a:gd name="connsiteY13" fmla="*/ 92894 h 127856"/>
                <a:gd name="connsiteX14" fmla="*/ 345 w 302119"/>
                <a:gd name="connsiteY14" fmla="*/ 83370 h 127856"/>
                <a:gd name="connsiteX0" fmla="*/ 345 w 302108"/>
                <a:gd name="connsiteY0" fmla="*/ 83370 h 127856"/>
                <a:gd name="connsiteX1" fmla="*/ 43209 w 302108"/>
                <a:gd name="connsiteY1" fmla="*/ 45269 h 127856"/>
                <a:gd name="connsiteX2" fmla="*/ 79720 w 302108"/>
                <a:gd name="connsiteY2" fmla="*/ 24633 h 127856"/>
                <a:gd name="connsiteX3" fmla="*/ 135282 w 302108"/>
                <a:gd name="connsiteY3" fmla="*/ 5583 h 127856"/>
                <a:gd name="connsiteX4" fmla="*/ 178146 w 302108"/>
                <a:gd name="connsiteY4" fmla="*/ 820 h 127856"/>
                <a:gd name="connsiteX5" fmla="*/ 227360 w 302108"/>
                <a:gd name="connsiteY5" fmla="*/ 10344 h 127856"/>
                <a:gd name="connsiteX6" fmla="*/ 249583 w 302108"/>
                <a:gd name="connsiteY6" fmla="*/ 26219 h 127856"/>
                <a:gd name="connsiteX7" fmla="*/ 286095 w 302108"/>
                <a:gd name="connsiteY7" fmla="*/ 51618 h 127856"/>
                <a:gd name="connsiteX8" fmla="*/ 301971 w 302108"/>
                <a:gd name="connsiteY8" fmla="*/ 81782 h 127856"/>
                <a:gd name="connsiteX9" fmla="*/ 278158 w 302108"/>
                <a:gd name="connsiteY9" fmla="*/ 83374 h 127856"/>
                <a:gd name="connsiteX10" fmla="*/ 233708 w 302108"/>
                <a:gd name="connsiteY10" fmla="*/ 108770 h 127856"/>
                <a:gd name="connsiteX11" fmla="*/ 168620 w 302108"/>
                <a:gd name="connsiteY11" fmla="*/ 127820 h 127856"/>
                <a:gd name="connsiteX12" fmla="*/ 82895 w 302108"/>
                <a:gd name="connsiteY12" fmla="*/ 116708 h 127856"/>
                <a:gd name="connsiteX13" fmla="*/ 24158 w 302108"/>
                <a:gd name="connsiteY13" fmla="*/ 92894 h 127856"/>
                <a:gd name="connsiteX14" fmla="*/ 345 w 302108"/>
                <a:gd name="connsiteY14" fmla="*/ 83370 h 127856"/>
                <a:gd name="connsiteX0" fmla="*/ 345 w 300542"/>
                <a:gd name="connsiteY0" fmla="*/ 83370 h 127856"/>
                <a:gd name="connsiteX1" fmla="*/ 43209 w 300542"/>
                <a:gd name="connsiteY1" fmla="*/ 45269 h 127856"/>
                <a:gd name="connsiteX2" fmla="*/ 79720 w 300542"/>
                <a:gd name="connsiteY2" fmla="*/ 24633 h 127856"/>
                <a:gd name="connsiteX3" fmla="*/ 135282 w 300542"/>
                <a:gd name="connsiteY3" fmla="*/ 5583 h 127856"/>
                <a:gd name="connsiteX4" fmla="*/ 178146 w 300542"/>
                <a:gd name="connsiteY4" fmla="*/ 820 h 127856"/>
                <a:gd name="connsiteX5" fmla="*/ 227360 w 300542"/>
                <a:gd name="connsiteY5" fmla="*/ 10344 h 127856"/>
                <a:gd name="connsiteX6" fmla="*/ 249583 w 300542"/>
                <a:gd name="connsiteY6" fmla="*/ 26219 h 127856"/>
                <a:gd name="connsiteX7" fmla="*/ 286095 w 300542"/>
                <a:gd name="connsiteY7" fmla="*/ 51618 h 127856"/>
                <a:gd name="connsiteX8" fmla="*/ 300384 w 300542"/>
                <a:gd name="connsiteY8" fmla="*/ 77020 h 127856"/>
                <a:gd name="connsiteX9" fmla="*/ 278158 w 300542"/>
                <a:gd name="connsiteY9" fmla="*/ 83374 h 127856"/>
                <a:gd name="connsiteX10" fmla="*/ 233708 w 300542"/>
                <a:gd name="connsiteY10" fmla="*/ 108770 h 127856"/>
                <a:gd name="connsiteX11" fmla="*/ 168620 w 300542"/>
                <a:gd name="connsiteY11" fmla="*/ 127820 h 127856"/>
                <a:gd name="connsiteX12" fmla="*/ 82895 w 300542"/>
                <a:gd name="connsiteY12" fmla="*/ 116708 h 127856"/>
                <a:gd name="connsiteX13" fmla="*/ 24158 w 300542"/>
                <a:gd name="connsiteY13" fmla="*/ 92894 h 127856"/>
                <a:gd name="connsiteX14" fmla="*/ 345 w 300542"/>
                <a:gd name="connsiteY14" fmla="*/ 83370 h 127856"/>
                <a:gd name="connsiteX0" fmla="*/ 345 w 300429"/>
                <a:gd name="connsiteY0" fmla="*/ 83370 h 127856"/>
                <a:gd name="connsiteX1" fmla="*/ 43209 w 300429"/>
                <a:gd name="connsiteY1" fmla="*/ 45269 h 127856"/>
                <a:gd name="connsiteX2" fmla="*/ 79720 w 300429"/>
                <a:gd name="connsiteY2" fmla="*/ 24633 h 127856"/>
                <a:gd name="connsiteX3" fmla="*/ 135282 w 300429"/>
                <a:gd name="connsiteY3" fmla="*/ 5583 h 127856"/>
                <a:gd name="connsiteX4" fmla="*/ 178146 w 300429"/>
                <a:gd name="connsiteY4" fmla="*/ 820 h 127856"/>
                <a:gd name="connsiteX5" fmla="*/ 227360 w 300429"/>
                <a:gd name="connsiteY5" fmla="*/ 10344 h 127856"/>
                <a:gd name="connsiteX6" fmla="*/ 249583 w 300429"/>
                <a:gd name="connsiteY6" fmla="*/ 26219 h 127856"/>
                <a:gd name="connsiteX7" fmla="*/ 282920 w 300429"/>
                <a:gd name="connsiteY7" fmla="*/ 46856 h 127856"/>
                <a:gd name="connsiteX8" fmla="*/ 300384 w 300429"/>
                <a:gd name="connsiteY8" fmla="*/ 77020 h 127856"/>
                <a:gd name="connsiteX9" fmla="*/ 278158 w 300429"/>
                <a:gd name="connsiteY9" fmla="*/ 83374 h 127856"/>
                <a:gd name="connsiteX10" fmla="*/ 233708 w 300429"/>
                <a:gd name="connsiteY10" fmla="*/ 108770 h 127856"/>
                <a:gd name="connsiteX11" fmla="*/ 168620 w 300429"/>
                <a:gd name="connsiteY11" fmla="*/ 127820 h 127856"/>
                <a:gd name="connsiteX12" fmla="*/ 82895 w 300429"/>
                <a:gd name="connsiteY12" fmla="*/ 116708 h 127856"/>
                <a:gd name="connsiteX13" fmla="*/ 24158 w 300429"/>
                <a:gd name="connsiteY13" fmla="*/ 92894 h 127856"/>
                <a:gd name="connsiteX14" fmla="*/ 345 w 300429"/>
                <a:gd name="connsiteY14" fmla="*/ 83370 h 127856"/>
                <a:gd name="connsiteX0" fmla="*/ 345 w 300429"/>
                <a:gd name="connsiteY0" fmla="*/ 83370 h 127856"/>
                <a:gd name="connsiteX1" fmla="*/ 43209 w 300429"/>
                <a:gd name="connsiteY1" fmla="*/ 45269 h 127856"/>
                <a:gd name="connsiteX2" fmla="*/ 79720 w 300429"/>
                <a:gd name="connsiteY2" fmla="*/ 24633 h 127856"/>
                <a:gd name="connsiteX3" fmla="*/ 135282 w 300429"/>
                <a:gd name="connsiteY3" fmla="*/ 5583 h 127856"/>
                <a:gd name="connsiteX4" fmla="*/ 178146 w 300429"/>
                <a:gd name="connsiteY4" fmla="*/ 820 h 127856"/>
                <a:gd name="connsiteX5" fmla="*/ 227360 w 300429"/>
                <a:gd name="connsiteY5" fmla="*/ 10344 h 127856"/>
                <a:gd name="connsiteX6" fmla="*/ 249583 w 300429"/>
                <a:gd name="connsiteY6" fmla="*/ 23044 h 127856"/>
                <a:gd name="connsiteX7" fmla="*/ 282920 w 300429"/>
                <a:gd name="connsiteY7" fmla="*/ 46856 h 127856"/>
                <a:gd name="connsiteX8" fmla="*/ 300384 w 300429"/>
                <a:gd name="connsiteY8" fmla="*/ 77020 h 127856"/>
                <a:gd name="connsiteX9" fmla="*/ 278158 w 300429"/>
                <a:gd name="connsiteY9" fmla="*/ 83374 h 127856"/>
                <a:gd name="connsiteX10" fmla="*/ 233708 w 300429"/>
                <a:gd name="connsiteY10" fmla="*/ 108770 h 127856"/>
                <a:gd name="connsiteX11" fmla="*/ 168620 w 300429"/>
                <a:gd name="connsiteY11" fmla="*/ 127820 h 127856"/>
                <a:gd name="connsiteX12" fmla="*/ 82895 w 300429"/>
                <a:gd name="connsiteY12" fmla="*/ 116708 h 127856"/>
                <a:gd name="connsiteX13" fmla="*/ 24158 w 300429"/>
                <a:gd name="connsiteY13" fmla="*/ 92894 h 127856"/>
                <a:gd name="connsiteX14" fmla="*/ 345 w 300429"/>
                <a:gd name="connsiteY14" fmla="*/ 83370 h 127856"/>
                <a:gd name="connsiteX0" fmla="*/ 345 w 300429"/>
                <a:gd name="connsiteY0" fmla="*/ 83250 h 127736"/>
                <a:gd name="connsiteX1" fmla="*/ 43209 w 300429"/>
                <a:gd name="connsiteY1" fmla="*/ 45149 h 127736"/>
                <a:gd name="connsiteX2" fmla="*/ 81307 w 300429"/>
                <a:gd name="connsiteY2" fmla="*/ 18163 h 127736"/>
                <a:gd name="connsiteX3" fmla="*/ 135282 w 300429"/>
                <a:gd name="connsiteY3" fmla="*/ 5463 h 127736"/>
                <a:gd name="connsiteX4" fmla="*/ 178146 w 300429"/>
                <a:gd name="connsiteY4" fmla="*/ 700 h 127736"/>
                <a:gd name="connsiteX5" fmla="*/ 227360 w 300429"/>
                <a:gd name="connsiteY5" fmla="*/ 10224 h 127736"/>
                <a:gd name="connsiteX6" fmla="*/ 249583 w 300429"/>
                <a:gd name="connsiteY6" fmla="*/ 22924 h 127736"/>
                <a:gd name="connsiteX7" fmla="*/ 282920 w 300429"/>
                <a:gd name="connsiteY7" fmla="*/ 46736 h 127736"/>
                <a:gd name="connsiteX8" fmla="*/ 300384 w 300429"/>
                <a:gd name="connsiteY8" fmla="*/ 76900 h 127736"/>
                <a:gd name="connsiteX9" fmla="*/ 278158 w 300429"/>
                <a:gd name="connsiteY9" fmla="*/ 83254 h 127736"/>
                <a:gd name="connsiteX10" fmla="*/ 233708 w 300429"/>
                <a:gd name="connsiteY10" fmla="*/ 108650 h 127736"/>
                <a:gd name="connsiteX11" fmla="*/ 168620 w 300429"/>
                <a:gd name="connsiteY11" fmla="*/ 127700 h 127736"/>
                <a:gd name="connsiteX12" fmla="*/ 82895 w 300429"/>
                <a:gd name="connsiteY12" fmla="*/ 116588 h 127736"/>
                <a:gd name="connsiteX13" fmla="*/ 24158 w 300429"/>
                <a:gd name="connsiteY13" fmla="*/ 92774 h 127736"/>
                <a:gd name="connsiteX14" fmla="*/ 345 w 300429"/>
                <a:gd name="connsiteY14" fmla="*/ 83250 h 127736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509 h 127995"/>
                <a:gd name="connsiteX1" fmla="*/ 43209 w 300429"/>
                <a:gd name="connsiteY1" fmla="*/ 45408 h 127995"/>
                <a:gd name="connsiteX2" fmla="*/ 81307 w 300429"/>
                <a:gd name="connsiteY2" fmla="*/ 18422 h 127995"/>
                <a:gd name="connsiteX3" fmla="*/ 135282 w 300429"/>
                <a:gd name="connsiteY3" fmla="*/ 2547 h 127995"/>
                <a:gd name="connsiteX4" fmla="*/ 178146 w 300429"/>
                <a:gd name="connsiteY4" fmla="*/ 959 h 127995"/>
                <a:gd name="connsiteX5" fmla="*/ 227360 w 300429"/>
                <a:gd name="connsiteY5" fmla="*/ 10483 h 127995"/>
                <a:gd name="connsiteX6" fmla="*/ 249583 w 300429"/>
                <a:gd name="connsiteY6" fmla="*/ 23183 h 127995"/>
                <a:gd name="connsiteX7" fmla="*/ 282920 w 300429"/>
                <a:gd name="connsiteY7" fmla="*/ 46995 h 127995"/>
                <a:gd name="connsiteX8" fmla="*/ 300384 w 300429"/>
                <a:gd name="connsiteY8" fmla="*/ 77159 h 127995"/>
                <a:gd name="connsiteX9" fmla="*/ 278158 w 300429"/>
                <a:gd name="connsiteY9" fmla="*/ 83513 h 127995"/>
                <a:gd name="connsiteX10" fmla="*/ 233708 w 300429"/>
                <a:gd name="connsiteY10" fmla="*/ 108909 h 127995"/>
                <a:gd name="connsiteX11" fmla="*/ 168620 w 300429"/>
                <a:gd name="connsiteY11" fmla="*/ 127959 h 127995"/>
                <a:gd name="connsiteX12" fmla="*/ 82895 w 300429"/>
                <a:gd name="connsiteY12" fmla="*/ 116847 h 127995"/>
                <a:gd name="connsiteX13" fmla="*/ 24158 w 300429"/>
                <a:gd name="connsiteY13" fmla="*/ 93033 h 127995"/>
                <a:gd name="connsiteX14" fmla="*/ 345 w 300429"/>
                <a:gd name="connsiteY14" fmla="*/ 83509 h 127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0429" h="127995">
                  <a:moveTo>
                    <a:pt x="345" y="83509"/>
                  </a:moveTo>
                  <a:cubicBezTo>
                    <a:pt x="3520" y="75572"/>
                    <a:pt x="29715" y="56256"/>
                    <a:pt x="43209" y="45408"/>
                  </a:cubicBezTo>
                  <a:cubicBezTo>
                    <a:pt x="56703" y="34560"/>
                    <a:pt x="42942" y="41440"/>
                    <a:pt x="81307" y="18422"/>
                  </a:cubicBezTo>
                  <a:cubicBezTo>
                    <a:pt x="124434" y="-3009"/>
                    <a:pt x="122317" y="3869"/>
                    <a:pt x="135282" y="2547"/>
                  </a:cubicBezTo>
                  <a:cubicBezTo>
                    <a:pt x="148247" y="1225"/>
                    <a:pt x="126024" y="-1423"/>
                    <a:pt x="178146" y="959"/>
                  </a:cubicBezTo>
                  <a:cubicBezTo>
                    <a:pt x="193756" y="1753"/>
                    <a:pt x="215454" y="6779"/>
                    <a:pt x="227360" y="10483"/>
                  </a:cubicBezTo>
                  <a:cubicBezTo>
                    <a:pt x="239266" y="14187"/>
                    <a:pt x="240323" y="17098"/>
                    <a:pt x="249583" y="23183"/>
                  </a:cubicBezTo>
                  <a:cubicBezTo>
                    <a:pt x="258843" y="29268"/>
                    <a:pt x="274453" y="37999"/>
                    <a:pt x="282920" y="46995"/>
                  </a:cubicBezTo>
                  <a:cubicBezTo>
                    <a:pt x="291387" y="55991"/>
                    <a:pt x="301178" y="71073"/>
                    <a:pt x="300384" y="77159"/>
                  </a:cubicBezTo>
                  <a:cubicBezTo>
                    <a:pt x="299590" y="83245"/>
                    <a:pt x="288741" y="77957"/>
                    <a:pt x="278158" y="83513"/>
                  </a:cubicBezTo>
                  <a:cubicBezTo>
                    <a:pt x="267575" y="89069"/>
                    <a:pt x="251964" y="101501"/>
                    <a:pt x="233708" y="108909"/>
                  </a:cubicBezTo>
                  <a:cubicBezTo>
                    <a:pt x="215452" y="116317"/>
                    <a:pt x="198518" y="128753"/>
                    <a:pt x="168620" y="127959"/>
                  </a:cubicBezTo>
                  <a:cubicBezTo>
                    <a:pt x="138722" y="127165"/>
                    <a:pt x="106972" y="122668"/>
                    <a:pt x="82895" y="116847"/>
                  </a:cubicBezTo>
                  <a:cubicBezTo>
                    <a:pt x="58818" y="111026"/>
                    <a:pt x="31566" y="97266"/>
                    <a:pt x="24158" y="93033"/>
                  </a:cubicBezTo>
                  <a:cubicBezTo>
                    <a:pt x="16750" y="88800"/>
                    <a:pt x="-2830" y="91447"/>
                    <a:pt x="345" y="83509"/>
                  </a:cubicBez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9E84448-7416-40A7-998A-9614B5A86536}"/>
                </a:ext>
              </a:extLst>
            </p:cNvPr>
            <p:cNvSpPr/>
            <p:nvPr/>
          </p:nvSpPr>
          <p:spPr>
            <a:xfrm flipH="1">
              <a:off x="3935918" y="2911732"/>
              <a:ext cx="272201" cy="244928"/>
            </a:xfrm>
            <a:custGeom>
              <a:avLst/>
              <a:gdLst>
                <a:gd name="connsiteX0" fmla="*/ 13527 w 147543"/>
                <a:gd name="connsiteY0" fmla="*/ 8840 h 124154"/>
                <a:gd name="connsiteX1" fmla="*/ 827 w 147543"/>
                <a:gd name="connsiteY1" fmla="*/ 58053 h 124154"/>
                <a:gd name="connsiteX2" fmla="*/ 19877 w 147543"/>
                <a:gd name="connsiteY2" fmla="*/ 118378 h 124154"/>
                <a:gd name="connsiteX3" fmla="*/ 78615 w 147543"/>
                <a:gd name="connsiteY3" fmla="*/ 121553 h 124154"/>
                <a:gd name="connsiteX4" fmla="*/ 126240 w 147543"/>
                <a:gd name="connsiteY4" fmla="*/ 116790 h 124154"/>
                <a:gd name="connsiteX5" fmla="*/ 143702 w 147543"/>
                <a:gd name="connsiteY5" fmla="*/ 91390 h 124154"/>
                <a:gd name="connsiteX6" fmla="*/ 146877 w 147543"/>
                <a:gd name="connsiteY6" fmla="*/ 37415 h 124154"/>
                <a:gd name="connsiteX7" fmla="*/ 134177 w 147543"/>
                <a:gd name="connsiteY7" fmla="*/ 8840 h 124154"/>
                <a:gd name="connsiteX8" fmla="*/ 99252 w 147543"/>
                <a:gd name="connsiteY8" fmla="*/ 903 h 124154"/>
                <a:gd name="connsiteX9" fmla="*/ 13527 w 147543"/>
                <a:gd name="connsiteY9" fmla="*/ 8840 h 124154"/>
                <a:gd name="connsiteX0" fmla="*/ 13527 w 147543"/>
                <a:gd name="connsiteY0" fmla="*/ 8840 h 137082"/>
                <a:gd name="connsiteX1" fmla="*/ 827 w 147543"/>
                <a:gd name="connsiteY1" fmla="*/ 58053 h 137082"/>
                <a:gd name="connsiteX2" fmla="*/ 19877 w 147543"/>
                <a:gd name="connsiteY2" fmla="*/ 118378 h 137082"/>
                <a:gd name="connsiteX3" fmla="*/ 84762 w 147543"/>
                <a:gd name="connsiteY3" fmla="*/ 137074 h 137082"/>
                <a:gd name="connsiteX4" fmla="*/ 126240 w 147543"/>
                <a:gd name="connsiteY4" fmla="*/ 116790 h 137082"/>
                <a:gd name="connsiteX5" fmla="*/ 143702 w 147543"/>
                <a:gd name="connsiteY5" fmla="*/ 91390 h 137082"/>
                <a:gd name="connsiteX6" fmla="*/ 146877 w 147543"/>
                <a:gd name="connsiteY6" fmla="*/ 37415 h 137082"/>
                <a:gd name="connsiteX7" fmla="*/ 134177 w 147543"/>
                <a:gd name="connsiteY7" fmla="*/ 8840 h 137082"/>
                <a:gd name="connsiteX8" fmla="*/ 99252 w 147543"/>
                <a:gd name="connsiteY8" fmla="*/ 903 h 137082"/>
                <a:gd name="connsiteX9" fmla="*/ 13527 w 147543"/>
                <a:gd name="connsiteY9" fmla="*/ 8840 h 137082"/>
                <a:gd name="connsiteX0" fmla="*/ 13527 w 147543"/>
                <a:gd name="connsiteY0" fmla="*/ 4221 h 141776"/>
                <a:gd name="connsiteX1" fmla="*/ 827 w 147543"/>
                <a:gd name="connsiteY1" fmla="*/ 62747 h 141776"/>
                <a:gd name="connsiteX2" fmla="*/ 19877 w 147543"/>
                <a:gd name="connsiteY2" fmla="*/ 123072 h 141776"/>
                <a:gd name="connsiteX3" fmla="*/ 84762 w 147543"/>
                <a:gd name="connsiteY3" fmla="*/ 141768 h 141776"/>
                <a:gd name="connsiteX4" fmla="*/ 126240 w 147543"/>
                <a:gd name="connsiteY4" fmla="*/ 121484 h 141776"/>
                <a:gd name="connsiteX5" fmla="*/ 143702 w 147543"/>
                <a:gd name="connsiteY5" fmla="*/ 96084 h 141776"/>
                <a:gd name="connsiteX6" fmla="*/ 146877 w 147543"/>
                <a:gd name="connsiteY6" fmla="*/ 42109 h 141776"/>
                <a:gd name="connsiteX7" fmla="*/ 134177 w 147543"/>
                <a:gd name="connsiteY7" fmla="*/ 13534 h 141776"/>
                <a:gd name="connsiteX8" fmla="*/ 99252 w 147543"/>
                <a:gd name="connsiteY8" fmla="*/ 5597 h 141776"/>
                <a:gd name="connsiteX9" fmla="*/ 13527 w 147543"/>
                <a:gd name="connsiteY9" fmla="*/ 4221 h 141776"/>
                <a:gd name="connsiteX0" fmla="*/ 21951 w 146745"/>
                <a:gd name="connsiteY0" fmla="*/ 11110 h 136249"/>
                <a:gd name="connsiteX1" fmla="*/ 29 w 146745"/>
                <a:gd name="connsiteY1" fmla="*/ 57220 h 136249"/>
                <a:gd name="connsiteX2" fmla="*/ 19079 w 146745"/>
                <a:gd name="connsiteY2" fmla="*/ 117545 h 136249"/>
                <a:gd name="connsiteX3" fmla="*/ 83964 w 146745"/>
                <a:gd name="connsiteY3" fmla="*/ 136241 h 136249"/>
                <a:gd name="connsiteX4" fmla="*/ 125442 w 146745"/>
                <a:gd name="connsiteY4" fmla="*/ 115957 h 136249"/>
                <a:gd name="connsiteX5" fmla="*/ 142904 w 146745"/>
                <a:gd name="connsiteY5" fmla="*/ 90557 h 136249"/>
                <a:gd name="connsiteX6" fmla="*/ 146079 w 146745"/>
                <a:gd name="connsiteY6" fmla="*/ 36582 h 136249"/>
                <a:gd name="connsiteX7" fmla="*/ 133379 w 146745"/>
                <a:gd name="connsiteY7" fmla="*/ 8007 h 136249"/>
                <a:gd name="connsiteX8" fmla="*/ 98454 w 146745"/>
                <a:gd name="connsiteY8" fmla="*/ 70 h 136249"/>
                <a:gd name="connsiteX9" fmla="*/ 21951 w 146745"/>
                <a:gd name="connsiteY9" fmla="*/ 11110 h 136249"/>
                <a:gd name="connsiteX0" fmla="*/ 18850 w 146718"/>
                <a:gd name="connsiteY0" fmla="*/ 5021 h 139471"/>
                <a:gd name="connsiteX1" fmla="*/ 2 w 146718"/>
                <a:gd name="connsiteY1" fmla="*/ 60442 h 139471"/>
                <a:gd name="connsiteX2" fmla="*/ 19052 w 146718"/>
                <a:gd name="connsiteY2" fmla="*/ 120767 h 139471"/>
                <a:gd name="connsiteX3" fmla="*/ 83937 w 146718"/>
                <a:gd name="connsiteY3" fmla="*/ 139463 h 139471"/>
                <a:gd name="connsiteX4" fmla="*/ 125415 w 146718"/>
                <a:gd name="connsiteY4" fmla="*/ 119179 h 139471"/>
                <a:gd name="connsiteX5" fmla="*/ 142877 w 146718"/>
                <a:gd name="connsiteY5" fmla="*/ 93779 h 139471"/>
                <a:gd name="connsiteX6" fmla="*/ 146052 w 146718"/>
                <a:gd name="connsiteY6" fmla="*/ 39804 h 139471"/>
                <a:gd name="connsiteX7" fmla="*/ 133352 w 146718"/>
                <a:gd name="connsiteY7" fmla="*/ 11229 h 139471"/>
                <a:gd name="connsiteX8" fmla="*/ 98427 w 146718"/>
                <a:gd name="connsiteY8" fmla="*/ 3292 h 139471"/>
                <a:gd name="connsiteX9" fmla="*/ 18850 w 146718"/>
                <a:gd name="connsiteY9" fmla="*/ 5021 h 139471"/>
                <a:gd name="connsiteX0" fmla="*/ 18848 w 146493"/>
                <a:gd name="connsiteY0" fmla="*/ 4734 h 139184"/>
                <a:gd name="connsiteX1" fmla="*/ 0 w 146493"/>
                <a:gd name="connsiteY1" fmla="*/ 60155 h 139184"/>
                <a:gd name="connsiteX2" fmla="*/ 19050 w 146493"/>
                <a:gd name="connsiteY2" fmla="*/ 120480 h 139184"/>
                <a:gd name="connsiteX3" fmla="*/ 83935 w 146493"/>
                <a:gd name="connsiteY3" fmla="*/ 139176 h 139184"/>
                <a:gd name="connsiteX4" fmla="*/ 125413 w 146493"/>
                <a:gd name="connsiteY4" fmla="*/ 118892 h 139184"/>
                <a:gd name="connsiteX5" fmla="*/ 142875 w 146493"/>
                <a:gd name="connsiteY5" fmla="*/ 93492 h 139184"/>
                <a:gd name="connsiteX6" fmla="*/ 146050 w 146493"/>
                <a:gd name="connsiteY6" fmla="*/ 39517 h 139184"/>
                <a:gd name="connsiteX7" fmla="*/ 136423 w 146493"/>
                <a:gd name="connsiteY7" fmla="*/ 4734 h 139184"/>
                <a:gd name="connsiteX8" fmla="*/ 98425 w 146493"/>
                <a:gd name="connsiteY8" fmla="*/ 3005 h 139184"/>
                <a:gd name="connsiteX9" fmla="*/ 18848 w 146493"/>
                <a:gd name="connsiteY9" fmla="*/ 4734 h 139184"/>
                <a:gd name="connsiteX0" fmla="*/ 18848 w 146493"/>
                <a:gd name="connsiteY0" fmla="*/ 4734 h 139786"/>
                <a:gd name="connsiteX1" fmla="*/ 0 w 146493"/>
                <a:gd name="connsiteY1" fmla="*/ 60155 h 139786"/>
                <a:gd name="connsiteX2" fmla="*/ 19050 w 146493"/>
                <a:gd name="connsiteY2" fmla="*/ 120480 h 139786"/>
                <a:gd name="connsiteX3" fmla="*/ 83935 w 146493"/>
                <a:gd name="connsiteY3" fmla="*/ 139176 h 139786"/>
                <a:gd name="connsiteX4" fmla="*/ 125413 w 146493"/>
                <a:gd name="connsiteY4" fmla="*/ 131307 h 139786"/>
                <a:gd name="connsiteX5" fmla="*/ 142875 w 146493"/>
                <a:gd name="connsiteY5" fmla="*/ 93492 h 139786"/>
                <a:gd name="connsiteX6" fmla="*/ 146050 w 146493"/>
                <a:gd name="connsiteY6" fmla="*/ 39517 h 139786"/>
                <a:gd name="connsiteX7" fmla="*/ 136423 w 146493"/>
                <a:gd name="connsiteY7" fmla="*/ 4734 h 139786"/>
                <a:gd name="connsiteX8" fmla="*/ 98425 w 146493"/>
                <a:gd name="connsiteY8" fmla="*/ 3005 h 139786"/>
                <a:gd name="connsiteX9" fmla="*/ 18848 w 146493"/>
                <a:gd name="connsiteY9" fmla="*/ 4734 h 139786"/>
                <a:gd name="connsiteX0" fmla="*/ 21485 w 149130"/>
                <a:gd name="connsiteY0" fmla="*/ 4734 h 139569"/>
                <a:gd name="connsiteX1" fmla="*/ 2637 w 149130"/>
                <a:gd name="connsiteY1" fmla="*/ 60155 h 139569"/>
                <a:gd name="connsiteX2" fmla="*/ 9393 w 149130"/>
                <a:gd name="connsiteY2" fmla="*/ 129793 h 139569"/>
                <a:gd name="connsiteX3" fmla="*/ 86572 w 149130"/>
                <a:gd name="connsiteY3" fmla="*/ 139176 h 139569"/>
                <a:gd name="connsiteX4" fmla="*/ 128050 w 149130"/>
                <a:gd name="connsiteY4" fmla="*/ 131307 h 139569"/>
                <a:gd name="connsiteX5" fmla="*/ 145512 w 149130"/>
                <a:gd name="connsiteY5" fmla="*/ 93492 h 139569"/>
                <a:gd name="connsiteX6" fmla="*/ 148687 w 149130"/>
                <a:gd name="connsiteY6" fmla="*/ 39517 h 139569"/>
                <a:gd name="connsiteX7" fmla="*/ 139060 w 149130"/>
                <a:gd name="connsiteY7" fmla="*/ 4734 h 139569"/>
                <a:gd name="connsiteX8" fmla="*/ 101062 w 149130"/>
                <a:gd name="connsiteY8" fmla="*/ 3005 h 139569"/>
                <a:gd name="connsiteX9" fmla="*/ 21485 w 149130"/>
                <a:gd name="connsiteY9" fmla="*/ 4734 h 139569"/>
                <a:gd name="connsiteX0" fmla="*/ 25946 w 153591"/>
                <a:gd name="connsiteY0" fmla="*/ 4734 h 139569"/>
                <a:gd name="connsiteX1" fmla="*/ 951 w 153591"/>
                <a:gd name="connsiteY1" fmla="*/ 60155 h 139569"/>
                <a:gd name="connsiteX2" fmla="*/ 13854 w 153591"/>
                <a:gd name="connsiteY2" fmla="*/ 129793 h 139569"/>
                <a:gd name="connsiteX3" fmla="*/ 91033 w 153591"/>
                <a:gd name="connsiteY3" fmla="*/ 139176 h 139569"/>
                <a:gd name="connsiteX4" fmla="*/ 132511 w 153591"/>
                <a:gd name="connsiteY4" fmla="*/ 131307 h 139569"/>
                <a:gd name="connsiteX5" fmla="*/ 149973 w 153591"/>
                <a:gd name="connsiteY5" fmla="*/ 93492 h 139569"/>
                <a:gd name="connsiteX6" fmla="*/ 153148 w 153591"/>
                <a:gd name="connsiteY6" fmla="*/ 39517 h 139569"/>
                <a:gd name="connsiteX7" fmla="*/ 143521 w 153591"/>
                <a:gd name="connsiteY7" fmla="*/ 4734 h 139569"/>
                <a:gd name="connsiteX8" fmla="*/ 105523 w 153591"/>
                <a:gd name="connsiteY8" fmla="*/ 3005 h 139569"/>
                <a:gd name="connsiteX9" fmla="*/ 25946 w 153591"/>
                <a:gd name="connsiteY9" fmla="*/ 4734 h 139569"/>
                <a:gd name="connsiteX0" fmla="*/ 25948 w 156424"/>
                <a:gd name="connsiteY0" fmla="*/ 4734 h 139569"/>
                <a:gd name="connsiteX1" fmla="*/ 953 w 156424"/>
                <a:gd name="connsiteY1" fmla="*/ 60155 h 139569"/>
                <a:gd name="connsiteX2" fmla="*/ 13856 w 156424"/>
                <a:gd name="connsiteY2" fmla="*/ 129793 h 139569"/>
                <a:gd name="connsiteX3" fmla="*/ 91035 w 156424"/>
                <a:gd name="connsiteY3" fmla="*/ 139176 h 139569"/>
                <a:gd name="connsiteX4" fmla="*/ 132513 w 156424"/>
                <a:gd name="connsiteY4" fmla="*/ 131307 h 139569"/>
                <a:gd name="connsiteX5" fmla="*/ 149975 w 156424"/>
                <a:gd name="connsiteY5" fmla="*/ 93492 h 139569"/>
                <a:gd name="connsiteX6" fmla="*/ 156222 w 156424"/>
                <a:gd name="connsiteY6" fmla="*/ 58139 h 139569"/>
                <a:gd name="connsiteX7" fmla="*/ 143523 w 156424"/>
                <a:gd name="connsiteY7" fmla="*/ 4734 h 139569"/>
                <a:gd name="connsiteX8" fmla="*/ 105525 w 156424"/>
                <a:gd name="connsiteY8" fmla="*/ 3005 h 139569"/>
                <a:gd name="connsiteX9" fmla="*/ 25948 w 156424"/>
                <a:gd name="connsiteY9" fmla="*/ 4734 h 139569"/>
                <a:gd name="connsiteX0" fmla="*/ 26319 w 156795"/>
                <a:gd name="connsiteY0" fmla="*/ 4734 h 139491"/>
                <a:gd name="connsiteX1" fmla="*/ 1324 w 156795"/>
                <a:gd name="connsiteY1" fmla="*/ 60155 h 139491"/>
                <a:gd name="connsiteX2" fmla="*/ 12923 w 156795"/>
                <a:gd name="connsiteY2" fmla="*/ 125021 h 139491"/>
                <a:gd name="connsiteX3" fmla="*/ 91406 w 156795"/>
                <a:gd name="connsiteY3" fmla="*/ 139176 h 139491"/>
                <a:gd name="connsiteX4" fmla="*/ 132884 w 156795"/>
                <a:gd name="connsiteY4" fmla="*/ 131307 h 139491"/>
                <a:gd name="connsiteX5" fmla="*/ 150346 w 156795"/>
                <a:gd name="connsiteY5" fmla="*/ 93492 h 139491"/>
                <a:gd name="connsiteX6" fmla="*/ 156593 w 156795"/>
                <a:gd name="connsiteY6" fmla="*/ 58139 h 139491"/>
                <a:gd name="connsiteX7" fmla="*/ 143894 w 156795"/>
                <a:gd name="connsiteY7" fmla="*/ 4734 h 139491"/>
                <a:gd name="connsiteX8" fmla="*/ 105896 w 156795"/>
                <a:gd name="connsiteY8" fmla="*/ 3005 h 139491"/>
                <a:gd name="connsiteX9" fmla="*/ 26319 w 156795"/>
                <a:gd name="connsiteY9" fmla="*/ 4734 h 139491"/>
                <a:gd name="connsiteX0" fmla="*/ 25999 w 156475"/>
                <a:gd name="connsiteY0" fmla="*/ 4734 h 139491"/>
                <a:gd name="connsiteX1" fmla="*/ 1004 w 156475"/>
                <a:gd name="connsiteY1" fmla="*/ 60155 h 139491"/>
                <a:gd name="connsiteX2" fmla="*/ 12603 w 156475"/>
                <a:gd name="connsiteY2" fmla="*/ 125021 h 139491"/>
                <a:gd name="connsiteX3" fmla="*/ 80658 w 156475"/>
                <a:gd name="connsiteY3" fmla="*/ 139176 h 139491"/>
                <a:gd name="connsiteX4" fmla="*/ 132564 w 156475"/>
                <a:gd name="connsiteY4" fmla="*/ 131307 h 139491"/>
                <a:gd name="connsiteX5" fmla="*/ 150026 w 156475"/>
                <a:gd name="connsiteY5" fmla="*/ 93492 h 139491"/>
                <a:gd name="connsiteX6" fmla="*/ 156273 w 156475"/>
                <a:gd name="connsiteY6" fmla="*/ 58139 h 139491"/>
                <a:gd name="connsiteX7" fmla="*/ 143574 w 156475"/>
                <a:gd name="connsiteY7" fmla="*/ 4734 h 139491"/>
                <a:gd name="connsiteX8" fmla="*/ 105576 w 156475"/>
                <a:gd name="connsiteY8" fmla="*/ 3005 h 139491"/>
                <a:gd name="connsiteX9" fmla="*/ 25999 w 156475"/>
                <a:gd name="connsiteY9" fmla="*/ 4734 h 139491"/>
                <a:gd name="connsiteX0" fmla="*/ 25999 w 156466"/>
                <a:gd name="connsiteY0" fmla="*/ 4734 h 139208"/>
                <a:gd name="connsiteX1" fmla="*/ 1004 w 156466"/>
                <a:gd name="connsiteY1" fmla="*/ 60155 h 139208"/>
                <a:gd name="connsiteX2" fmla="*/ 12603 w 156466"/>
                <a:gd name="connsiteY2" fmla="*/ 125021 h 139208"/>
                <a:gd name="connsiteX3" fmla="*/ 80658 w 156466"/>
                <a:gd name="connsiteY3" fmla="*/ 139176 h 139208"/>
                <a:gd name="connsiteX4" fmla="*/ 133867 w 156466"/>
                <a:gd name="connsiteY4" fmla="*/ 127728 h 139208"/>
                <a:gd name="connsiteX5" fmla="*/ 150026 w 156466"/>
                <a:gd name="connsiteY5" fmla="*/ 93492 h 139208"/>
                <a:gd name="connsiteX6" fmla="*/ 156273 w 156466"/>
                <a:gd name="connsiteY6" fmla="*/ 58139 h 139208"/>
                <a:gd name="connsiteX7" fmla="*/ 143574 w 156466"/>
                <a:gd name="connsiteY7" fmla="*/ 4734 h 139208"/>
                <a:gd name="connsiteX8" fmla="*/ 105576 w 156466"/>
                <a:gd name="connsiteY8" fmla="*/ 3005 h 139208"/>
                <a:gd name="connsiteX9" fmla="*/ 25999 w 156466"/>
                <a:gd name="connsiteY9" fmla="*/ 4734 h 139208"/>
                <a:gd name="connsiteX0" fmla="*/ 25999 w 156466"/>
                <a:gd name="connsiteY0" fmla="*/ 10093 h 144567"/>
                <a:gd name="connsiteX1" fmla="*/ 1004 w 156466"/>
                <a:gd name="connsiteY1" fmla="*/ 65514 h 144567"/>
                <a:gd name="connsiteX2" fmla="*/ 12603 w 156466"/>
                <a:gd name="connsiteY2" fmla="*/ 130380 h 144567"/>
                <a:gd name="connsiteX3" fmla="*/ 80658 w 156466"/>
                <a:gd name="connsiteY3" fmla="*/ 144535 h 144567"/>
                <a:gd name="connsiteX4" fmla="*/ 133867 w 156466"/>
                <a:gd name="connsiteY4" fmla="*/ 133087 h 144567"/>
                <a:gd name="connsiteX5" fmla="*/ 150026 w 156466"/>
                <a:gd name="connsiteY5" fmla="*/ 98851 h 144567"/>
                <a:gd name="connsiteX6" fmla="*/ 156273 w 156466"/>
                <a:gd name="connsiteY6" fmla="*/ 63498 h 144567"/>
                <a:gd name="connsiteX7" fmla="*/ 143574 w 156466"/>
                <a:gd name="connsiteY7" fmla="*/ 10093 h 144567"/>
                <a:gd name="connsiteX8" fmla="*/ 89934 w 156466"/>
                <a:gd name="connsiteY8" fmla="*/ 14 h 144567"/>
                <a:gd name="connsiteX9" fmla="*/ 25999 w 156466"/>
                <a:gd name="connsiteY9" fmla="*/ 10093 h 144567"/>
                <a:gd name="connsiteX0" fmla="*/ 25999 w 156530"/>
                <a:gd name="connsiteY0" fmla="*/ 10232 h 144706"/>
                <a:gd name="connsiteX1" fmla="*/ 1004 w 156530"/>
                <a:gd name="connsiteY1" fmla="*/ 65653 h 144706"/>
                <a:gd name="connsiteX2" fmla="*/ 12603 w 156530"/>
                <a:gd name="connsiteY2" fmla="*/ 130519 h 144706"/>
                <a:gd name="connsiteX3" fmla="*/ 80658 w 156530"/>
                <a:gd name="connsiteY3" fmla="*/ 144674 h 144706"/>
                <a:gd name="connsiteX4" fmla="*/ 133867 w 156530"/>
                <a:gd name="connsiteY4" fmla="*/ 133226 h 144706"/>
                <a:gd name="connsiteX5" fmla="*/ 150026 w 156530"/>
                <a:gd name="connsiteY5" fmla="*/ 98990 h 144706"/>
                <a:gd name="connsiteX6" fmla="*/ 156273 w 156530"/>
                <a:gd name="connsiteY6" fmla="*/ 63637 h 144706"/>
                <a:gd name="connsiteX7" fmla="*/ 142270 w 156530"/>
                <a:gd name="connsiteY7" fmla="*/ 12618 h 144706"/>
                <a:gd name="connsiteX8" fmla="*/ 89934 w 156530"/>
                <a:gd name="connsiteY8" fmla="*/ 153 h 144706"/>
                <a:gd name="connsiteX9" fmla="*/ 25999 w 156530"/>
                <a:gd name="connsiteY9" fmla="*/ 10232 h 144706"/>
                <a:gd name="connsiteX0" fmla="*/ 25999 w 156530"/>
                <a:gd name="connsiteY0" fmla="*/ 10232 h 144706"/>
                <a:gd name="connsiteX1" fmla="*/ 1004 w 156530"/>
                <a:gd name="connsiteY1" fmla="*/ 65653 h 144706"/>
                <a:gd name="connsiteX2" fmla="*/ 12603 w 156530"/>
                <a:gd name="connsiteY2" fmla="*/ 130519 h 144706"/>
                <a:gd name="connsiteX3" fmla="*/ 80658 w 156530"/>
                <a:gd name="connsiteY3" fmla="*/ 144674 h 144706"/>
                <a:gd name="connsiteX4" fmla="*/ 133867 w 156530"/>
                <a:gd name="connsiteY4" fmla="*/ 133226 h 144706"/>
                <a:gd name="connsiteX5" fmla="*/ 150026 w 156530"/>
                <a:gd name="connsiteY5" fmla="*/ 98990 h 144706"/>
                <a:gd name="connsiteX6" fmla="*/ 156273 w 156530"/>
                <a:gd name="connsiteY6" fmla="*/ 63637 h 144706"/>
                <a:gd name="connsiteX7" fmla="*/ 142270 w 156530"/>
                <a:gd name="connsiteY7" fmla="*/ 12618 h 144706"/>
                <a:gd name="connsiteX8" fmla="*/ 89934 w 156530"/>
                <a:gd name="connsiteY8" fmla="*/ 153 h 144706"/>
                <a:gd name="connsiteX9" fmla="*/ 25999 w 156530"/>
                <a:gd name="connsiteY9" fmla="*/ 10232 h 144706"/>
                <a:gd name="connsiteX0" fmla="*/ 25999 w 156961"/>
                <a:gd name="connsiteY0" fmla="*/ 10232 h 144702"/>
                <a:gd name="connsiteX1" fmla="*/ 1004 w 156961"/>
                <a:gd name="connsiteY1" fmla="*/ 65653 h 144702"/>
                <a:gd name="connsiteX2" fmla="*/ 12603 w 156961"/>
                <a:gd name="connsiteY2" fmla="*/ 130519 h 144702"/>
                <a:gd name="connsiteX3" fmla="*/ 80658 w 156961"/>
                <a:gd name="connsiteY3" fmla="*/ 144674 h 144702"/>
                <a:gd name="connsiteX4" fmla="*/ 133867 w 156961"/>
                <a:gd name="connsiteY4" fmla="*/ 133226 h 144702"/>
                <a:gd name="connsiteX5" fmla="*/ 152633 w 156961"/>
                <a:gd name="connsiteY5" fmla="*/ 102569 h 144702"/>
                <a:gd name="connsiteX6" fmla="*/ 156273 w 156961"/>
                <a:gd name="connsiteY6" fmla="*/ 63637 h 144702"/>
                <a:gd name="connsiteX7" fmla="*/ 142270 w 156961"/>
                <a:gd name="connsiteY7" fmla="*/ 12618 h 144702"/>
                <a:gd name="connsiteX8" fmla="*/ 89934 w 156961"/>
                <a:gd name="connsiteY8" fmla="*/ 153 h 144702"/>
                <a:gd name="connsiteX9" fmla="*/ 25999 w 156961"/>
                <a:gd name="connsiteY9" fmla="*/ 10232 h 144702"/>
                <a:gd name="connsiteX0" fmla="*/ 25999 w 157373"/>
                <a:gd name="connsiteY0" fmla="*/ 10232 h 144706"/>
                <a:gd name="connsiteX1" fmla="*/ 1004 w 157373"/>
                <a:gd name="connsiteY1" fmla="*/ 65653 h 144706"/>
                <a:gd name="connsiteX2" fmla="*/ 12603 w 157373"/>
                <a:gd name="connsiteY2" fmla="*/ 130519 h 144706"/>
                <a:gd name="connsiteX3" fmla="*/ 80658 w 157373"/>
                <a:gd name="connsiteY3" fmla="*/ 144674 h 144706"/>
                <a:gd name="connsiteX4" fmla="*/ 133867 w 157373"/>
                <a:gd name="connsiteY4" fmla="*/ 133226 h 144706"/>
                <a:gd name="connsiteX5" fmla="*/ 153937 w 157373"/>
                <a:gd name="connsiteY5" fmla="*/ 98990 h 144706"/>
                <a:gd name="connsiteX6" fmla="*/ 156273 w 157373"/>
                <a:gd name="connsiteY6" fmla="*/ 63637 h 144706"/>
                <a:gd name="connsiteX7" fmla="*/ 142270 w 157373"/>
                <a:gd name="connsiteY7" fmla="*/ 12618 h 144706"/>
                <a:gd name="connsiteX8" fmla="*/ 89934 w 157373"/>
                <a:gd name="connsiteY8" fmla="*/ 153 h 144706"/>
                <a:gd name="connsiteX9" fmla="*/ 25999 w 157373"/>
                <a:gd name="connsiteY9" fmla="*/ 10232 h 144706"/>
                <a:gd name="connsiteX0" fmla="*/ 25999 w 157688"/>
                <a:gd name="connsiteY0" fmla="*/ 10232 h 144706"/>
                <a:gd name="connsiteX1" fmla="*/ 1004 w 157688"/>
                <a:gd name="connsiteY1" fmla="*/ 65653 h 144706"/>
                <a:gd name="connsiteX2" fmla="*/ 12603 w 157688"/>
                <a:gd name="connsiteY2" fmla="*/ 130519 h 144706"/>
                <a:gd name="connsiteX3" fmla="*/ 80658 w 157688"/>
                <a:gd name="connsiteY3" fmla="*/ 144674 h 144706"/>
                <a:gd name="connsiteX4" fmla="*/ 127350 w 157688"/>
                <a:gd name="connsiteY4" fmla="*/ 133226 h 144706"/>
                <a:gd name="connsiteX5" fmla="*/ 153937 w 157688"/>
                <a:gd name="connsiteY5" fmla="*/ 98990 h 144706"/>
                <a:gd name="connsiteX6" fmla="*/ 156273 w 157688"/>
                <a:gd name="connsiteY6" fmla="*/ 63637 h 144706"/>
                <a:gd name="connsiteX7" fmla="*/ 142270 w 157688"/>
                <a:gd name="connsiteY7" fmla="*/ 12618 h 144706"/>
                <a:gd name="connsiteX8" fmla="*/ 89934 w 157688"/>
                <a:gd name="connsiteY8" fmla="*/ 153 h 144706"/>
                <a:gd name="connsiteX9" fmla="*/ 25999 w 157688"/>
                <a:gd name="connsiteY9" fmla="*/ 10232 h 144706"/>
                <a:gd name="connsiteX0" fmla="*/ 25999 w 157688"/>
                <a:gd name="connsiteY0" fmla="*/ 10232 h 144966"/>
                <a:gd name="connsiteX1" fmla="*/ 1004 w 157688"/>
                <a:gd name="connsiteY1" fmla="*/ 65653 h 144966"/>
                <a:gd name="connsiteX2" fmla="*/ 12603 w 157688"/>
                <a:gd name="connsiteY2" fmla="*/ 123361 h 144966"/>
                <a:gd name="connsiteX3" fmla="*/ 80658 w 157688"/>
                <a:gd name="connsiteY3" fmla="*/ 144674 h 144966"/>
                <a:gd name="connsiteX4" fmla="*/ 127350 w 157688"/>
                <a:gd name="connsiteY4" fmla="*/ 133226 h 144966"/>
                <a:gd name="connsiteX5" fmla="*/ 153937 w 157688"/>
                <a:gd name="connsiteY5" fmla="*/ 98990 h 144966"/>
                <a:gd name="connsiteX6" fmla="*/ 156273 w 157688"/>
                <a:gd name="connsiteY6" fmla="*/ 63637 h 144966"/>
                <a:gd name="connsiteX7" fmla="*/ 142270 w 157688"/>
                <a:gd name="connsiteY7" fmla="*/ 12618 h 144966"/>
                <a:gd name="connsiteX8" fmla="*/ 89934 w 157688"/>
                <a:gd name="connsiteY8" fmla="*/ 153 h 144966"/>
                <a:gd name="connsiteX9" fmla="*/ 25999 w 157688"/>
                <a:gd name="connsiteY9" fmla="*/ 10232 h 144966"/>
                <a:gd name="connsiteX0" fmla="*/ 25999 w 157688"/>
                <a:gd name="connsiteY0" fmla="*/ 10232 h 144966"/>
                <a:gd name="connsiteX1" fmla="*/ 1004 w 157688"/>
                <a:gd name="connsiteY1" fmla="*/ 65653 h 144966"/>
                <a:gd name="connsiteX2" fmla="*/ 12603 w 157688"/>
                <a:gd name="connsiteY2" fmla="*/ 123361 h 144966"/>
                <a:gd name="connsiteX3" fmla="*/ 80658 w 157688"/>
                <a:gd name="connsiteY3" fmla="*/ 144674 h 144966"/>
                <a:gd name="connsiteX4" fmla="*/ 127350 w 157688"/>
                <a:gd name="connsiteY4" fmla="*/ 133226 h 144966"/>
                <a:gd name="connsiteX5" fmla="*/ 153937 w 157688"/>
                <a:gd name="connsiteY5" fmla="*/ 98990 h 144966"/>
                <a:gd name="connsiteX6" fmla="*/ 156273 w 157688"/>
                <a:gd name="connsiteY6" fmla="*/ 63637 h 144966"/>
                <a:gd name="connsiteX7" fmla="*/ 142270 w 157688"/>
                <a:gd name="connsiteY7" fmla="*/ 12618 h 144966"/>
                <a:gd name="connsiteX8" fmla="*/ 89934 w 157688"/>
                <a:gd name="connsiteY8" fmla="*/ 153 h 144966"/>
                <a:gd name="connsiteX9" fmla="*/ 25999 w 157688"/>
                <a:gd name="connsiteY9" fmla="*/ 10232 h 144966"/>
                <a:gd name="connsiteX0" fmla="*/ 25932 w 157621"/>
                <a:gd name="connsiteY0" fmla="*/ 10232 h 140513"/>
                <a:gd name="connsiteX1" fmla="*/ 937 w 157621"/>
                <a:gd name="connsiteY1" fmla="*/ 65653 h 140513"/>
                <a:gd name="connsiteX2" fmla="*/ 12536 w 157621"/>
                <a:gd name="connsiteY2" fmla="*/ 123361 h 140513"/>
                <a:gd name="connsiteX3" fmla="*/ 77984 w 157621"/>
                <a:gd name="connsiteY3" fmla="*/ 139903 h 140513"/>
                <a:gd name="connsiteX4" fmla="*/ 127283 w 157621"/>
                <a:gd name="connsiteY4" fmla="*/ 133226 h 140513"/>
                <a:gd name="connsiteX5" fmla="*/ 153870 w 157621"/>
                <a:gd name="connsiteY5" fmla="*/ 98990 h 140513"/>
                <a:gd name="connsiteX6" fmla="*/ 156206 w 157621"/>
                <a:gd name="connsiteY6" fmla="*/ 63637 h 140513"/>
                <a:gd name="connsiteX7" fmla="*/ 142203 w 157621"/>
                <a:gd name="connsiteY7" fmla="*/ 12618 h 140513"/>
                <a:gd name="connsiteX8" fmla="*/ 89867 w 157621"/>
                <a:gd name="connsiteY8" fmla="*/ 153 h 140513"/>
                <a:gd name="connsiteX9" fmla="*/ 25932 w 157621"/>
                <a:gd name="connsiteY9" fmla="*/ 10232 h 140513"/>
                <a:gd name="connsiteX0" fmla="*/ 25932 w 157621"/>
                <a:gd name="connsiteY0" fmla="*/ 10232 h 140152"/>
                <a:gd name="connsiteX1" fmla="*/ 937 w 157621"/>
                <a:gd name="connsiteY1" fmla="*/ 65653 h 140152"/>
                <a:gd name="connsiteX2" fmla="*/ 12536 w 157621"/>
                <a:gd name="connsiteY2" fmla="*/ 123361 h 140152"/>
                <a:gd name="connsiteX3" fmla="*/ 77984 w 157621"/>
                <a:gd name="connsiteY3" fmla="*/ 139903 h 140152"/>
                <a:gd name="connsiteX4" fmla="*/ 127283 w 157621"/>
                <a:gd name="connsiteY4" fmla="*/ 130841 h 140152"/>
                <a:gd name="connsiteX5" fmla="*/ 153870 w 157621"/>
                <a:gd name="connsiteY5" fmla="*/ 98990 h 140152"/>
                <a:gd name="connsiteX6" fmla="*/ 156206 w 157621"/>
                <a:gd name="connsiteY6" fmla="*/ 63637 h 140152"/>
                <a:gd name="connsiteX7" fmla="*/ 142203 w 157621"/>
                <a:gd name="connsiteY7" fmla="*/ 12618 h 140152"/>
                <a:gd name="connsiteX8" fmla="*/ 89867 w 157621"/>
                <a:gd name="connsiteY8" fmla="*/ 153 h 140152"/>
                <a:gd name="connsiteX9" fmla="*/ 25932 w 157621"/>
                <a:gd name="connsiteY9" fmla="*/ 10232 h 140152"/>
                <a:gd name="connsiteX0" fmla="*/ 25932 w 157620"/>
                <a:gd name="connsiteY0" fmla="*/ 10232 h 140152"/>
                <a:gd name="connsiteX1" fmla="*/ 937 w 157620"/>
                <a:gd name="connsiteY1" fmla="*/ 65653 h 140152"/>
                <a:gd name="connsiteX2" fmla="*/ 12536 w 157620"/>
                <a:gd name="connsiteY2" fmla="*/ 123361 h 140152"/>
                <a:gd name="connsiteX3" fmla="*/ 77984 w 157620"/>
                <a:gd name="connsiteY3" fmla="*/ 139903 h 140152"/>
                <a:gd name="connsiteX4" fmla="*/ 127283 w 157620"/>
                <a:gd name="connsiteY4" fmla="*/ 130841 h 140152"/>
                <a:gd name="connsiteX5" fmla="*/ 153870 w 157620"/>
                <a:gd name="connsiteY5" fmla="*/ 98990 h 140152"/>
                <a:gd name="connsiteX6" fmla="*/ 156206 w 157620"/>
                <a:gd name="connsiteY6" fmla="*/ 60059 h 140152"/>
                <a:gd name="connsiteX7" fmla="*/ 142203 w 157620"/>
                <a:gd name="connsiteY7" fmla="*/ 12618 h 140152"/>
                <a:gd name="connsiteX8" fmla="*/ 89867 w 157620"/>
                <a:gd name="connsiteY8" fmla="*/ 153 h 140152"/>
                <a:gd name="connsiteX9" fmla="*/ 25932 w 157620"/>
                <a:gd name="connsiteY9" fmla="*/ 10232 h 140152"/>
                <a:gd name="connsiteX0" fmla="*/ 25932 w 159605"/>
                <a:gd name="connsiteY0" fmla="*/ 10232 h 140152"/>
                <a:gd name="connsiteX1" fmla="*/ 937 w 159605"/>
                <a:gd name="connsiteY1" fmla="*/ 65653 h 140152"/>
                <a:gd name="connsiteX2" fmla="*/ 12536 w 159605"/>
                <a:gd name="connsiteY2" fmla="*/ 123361 h 140152"/>
                <a:gd name="connsiteX3" fmla="*/ 77984 w 159605"/>
                <a:gd name="connsiteY3" fmla="*/ 139903 h 140152"/>
                <a:gd name="connsiteX4" fmla="*/ 127283 w 159605"/>
                <a:gd name="connsiteY4" fmla="*/ 130841 h 140152"/>
                <a:gd name="connsiteX5" fmla="*/ 153870 w 159605"/>
                <a:gd name="connsiteY5" fmla="*/ 98990 h 140152"/>
                <a:gd name="connsiteX6" fmla="*/ 158813 w 159605"/>
                <a:gd name="connsiteY6" fmla="*/ 60059 h 140152"/>
                <a:gd name="connsiteX7" fmla="*/ 142203 w 159605"/>
                <a:gd name="connsiteY7" fmla="*/ 12618 h 140152"/>
                <a:gd name="connsiteX8" fmla="*/ 89867 w 159605"/>
                <a:gd name="connsiteY8" fmla="*/ 153 h 140152"/>
                <a:gd name="connsiteX9" fmla="*/ 25932 w 159605"/>
                <a:gd name="connsiteY9" fmla="*/ 10232 h 140152"/>
                <a:gd name="connsiteX0" fmla="*/ 25932 w 158846"/>
                <a:gd name="connsiteY0" fmla="*/ 10232 h 140152"/>
                <a:gd name="connsiteX1" fmla="*/ 937 w 158846"/>
                <a:gd name="connsiteY1" fmla="*/ 65653 h 140152"/>
                <a:gd name="connsiteX2" fmla="*/ 12536 w 158846"/>
                <a:gd name="connsiteY2" fmla="*/ 123361 h 140152"/>
                <a:gd name="connsiteX3" fmla="*/ 77984 w 158846"/>
                <a:gd name="connsiteY3" fmla="*/ 139903 h 140152"/>
                <a:gd name="connsiteX4" fmla="*/ 127283 w 158846"/>
                <a:gd name="connsiteY4" fmla="*/ 130841 h 140152"/>
                <a:gd name="connsiteX5" fmla="*/ 153870 w 158846"/>
                <a:gd name="connsiteY5" fmla="*/ 98990 h 140152"/>
                <a:gd name="connsiteX6" fmla="*/ 158813 w 158846"/>
                <a:gd name="connsiteY6" fmla="*/ 60059 h 140152"/>
                <a:gd name="connsiteX7" fmla="*/ 142203 w 158846"/>
                <a:gd name="connsiteY7" fmla="*/ 12618 h 140152"/>
                <a:gd name="connsiteX8" fmla="*/ 89867 w 158846"/>
                <a:gd name="connsiteY8" fmla="*/ 153 h 140152"/>
                <a:gd name="connsiteX9" fmla="*/ 25932 w 158846"/>
                <a:gd name="connsiteY9" fmla="*/ 10232 h 140152"/>
                <a:gd name="connsiteX0" fmla="*/ 29469 w 162383"/>
                <a:gd name="connsiteY0" fmla="*/ 10152 h 140072"/>
                <a:gd name="connsiteX1" fmla="*/ 563 w 162383"/>
                <a:gd name="connsiteY1" fmla="*/ 57223 h 140072"/>
                <a:gd name="connsiteX2" fmla="*/ 16073 w 162383"/>
                <a:gd name="connsiteY2" fmla="*/ 123281 h 140072"/>
                <a:gd name="connsiteX3" fmla="*/ 81521 w 162383"/>
                <a:gd name="connsiteY3" fmla="*/ 139823 h 140072"/>
                <a:gd name="connsiteX4" fmla="*/ 130820 w 162383"/>
                <a:gd name="connsiteY4" fmla="*/ 130761 h 140072"/>
                <a:gd name="connsiteX5" fmla="*/ 157407 w 162383"/>
                <a:gd name="connsiteY5" fmla="*/ 98910 h 140072"/>
                <a:gd name="connsiteX6" fmla="*/ 162350 w 162383"/>
                <a:gd name="connsiteY6" fmla="*/ 59979 h 140072"/>
                <a:gd name="connsiteX7" fmla="*/ 145740 w 162383"/>
                <a:gd name="connsiteY7" fmla="*/ 12538 h 140072"/>
                <a:gd name="connsiteX8" fmla="*/ 93404 w 162383"/>
                <a:gd name="connsiteY8" fmla="*/ 73 h 140072"/>
                <a:gd name="connsiteX9" fmla="*/ 29469 w 162383"/>
                <a:gd name="connsiteY9" fmla="*/ 10152 h 140072"/>
                <a:gd name="connsiteX0" fmla="*/ 29319 w 162233"/>
                <a:gd name="connsiteY0" fmla="*/ 10152 h 140334"/>
                <a:gd name="connsiteX1" fmla="*/ 413 w 162233"/>
                <a:gd name="connsiteY1" fmla="*/ 57223 h 140334"/>
                <a:gd name="connsiteX2" fmla="*/ 17227 w 162233"/>
                <a:gd name="connsiteY2" fmla="*/ 118510 h 140334"/>
                <a:gd name="connsiteX3" fmla="*/ 81371 w 162233"/>
                <a:gd name="connsiteY3" fmla="*/ 139823 h 140334"/>
                <a:gd name="connsiteX4" fmla="*/ 130670 w 162233"/>
                <a:gd name="connsiteY4" fmla="*/ 130761 h 140334"/>
                <a:gd name="connsiteX5" fmla="*/ 157257 w 162233"/>
                <a:gd name="connsiteY5" fmla="*/ 98910 h 140334"/>
                <a:gd name="connsiteX6" fmla="*/ 162200 w 162233"/>
                <a:gd name="connsiteY6" fmla="*/ 59979 h 140334"/>
                <a:gd name="connsiteX7" fmla="*/ 145590 w 162233"/>
                <a:gd name="connsiteY7" fmla="*/ 12538 h 140334"/>
                <a:gd name="connsiteX8" fmla="*/ 93254 w 162233"/>
                <a:gd name="connsiteY8" fmla="*/ 73 h 140334"/>
                <a:gd name="connsiteX9" fmla="*/ 29319 w 162233"/>
                <a:gd name="connsiteY9" fmla="*/ 10152 h 140334"/>
                <a:gd name="connsiteX0" fmla="*/ 29319 w 167435"/>
                <a:gd name="connsiteY0" fmla="*/ 10152 h 140334"/>
                <a:gd name="connsiteX1" fmla="*/ 413 w 167435"/>
                <a:gd name="connsiteY1" fmla="*/ 57223 h 140334"/>
                <a:gd name="connsiteX2" fmla="*/ 17227 w 167435"/>
                <a:gd name="connsiteY2" fmla="*/ 118510 h 140334"/>
                <a:gd name="connsiteX3" fmla="*/ 81371 w 167435"/>
                <a:gd name="connsiteY3" fmla="*/ 139823 h 140334"/>
                <a:gd name="connsiteX4" fmla="*/ 130670 w 167435"/>
                <a:gd name="connsiteY4" fmla="*/ 130761 h 140334"/>
                <a:gd name="connsiteX5" fmla="*/ 157257 w 167435"/>
                <a:gd name="connsiteY5" fmla="*/ 98910 h 140334"/>
                <a:gd name="connsiteX6" fmla="*/ 167414 w 167435"/>
                <a:gd name="connsiteY6" fmla="*/ 58786 h 140334"/>
                <a:gd name="connsiteX7" fmla="*/ 145590 w 167435"/>
                <a:gd name="connsiteY7" fmla="*/ 12538 h 140334"/>
                <a:gd name="connsiteX8" fmla="*/ 93254 w 167435"/>
                <a:gd name="connsiteY8" fmla="*/ 73 h 140334"/>
                <a:gd name="connsiteX9" fmla="*/ 29319 w 167435"/>
                <a:gd name="connsiteY9" fmla="*/ 10152 h 140334"/>
                <a:gd name="connsiteX0" fmla="*/ 29319 w 167678"/>
                <a:gd name="connsiteY0" fmla="*/ 10152 h 140294"/>
                <a:gd name="connsiteX1" fmla="*/ 413 w 167678"/>
                <a:gd name="connsiteY1" fmla="*/ 57223 h 140294"/>
                <a:gd name="connsiteX2" fmla="*/ 17227 w 167678"/>
                <a:gd name="connsiteY2" fmla="*/ 118510 h 140294"/>
                <a:gd name="connsiteX3" fmla="*/ 81371 w 167678"/>
                <a:gd name="connsiteY3" fmla="*/ 139823 h 140294"/>
                <a:gd name="connsiteX4" fmla="*/ 130670 w 167678"/>
                <a:gd name="connsiteY4" fmla="*/ 130761 h 140294"/>
                <a:gd name="connsiteX5" fmla="*/ 155953 w 167678"/>
                <a:gd name="connsiteY5" fmla="*/ 102489 h 140294"/>
                <a:gd name="connsiteX6" fmla="*/ 167414 w 167678"/>
                <a:gd name="connsiteY6" fmla="*/ 58786 h 140294"/>
                <a:gd name="connsiteX7" fmla="*/ 145590 w 167678"/>
                <a:gd name="connsiteY7" fmla="*/ 12538 h 140294"/>
                <a:gd name="connsiteX8" fmla="*/ 93254 w 167678"/>
                <a:gd name="connsiteY8" fmla="*/ 73 h 140294"/>
                <a:gd name="connsiteX9" fmla="*/ 29319 w 167678"/>
                <a:gd name="connsiteY9" fmla="*/ 10152 h 140294"/>
                <a:gd name="connsiteX0" fmla="*/ 29319 w 167678"/>
                <a:gd name="connsiteY0" fmla="*/ 10540 h 140682"/>
                <a:gd name="connsiteX1" fmla="*/ 413 w 167678"/>
                <a:gd name="connsiteY1" fmla="*/ 57611 h 140682"/>
                <a:gd name="connsiteX2" fmla="*/ 17227 w 167678"/>
                <a:gd name="connsiteY2" fmla="*/ 118898 h 140682"/>
                <a:gd name="connsiteX3" fmla="*/ 81371 w 167678"/>
                <a:gd name="connsiteY3" fmla="*/ 140211 h 140682"/>
                <a:gd name="connsiteX4" fmla="*/ 130670 w 167678"/>
                <a:gd name="connsiteY4" fmla="*/ 131149 h 140682"/>
                <a:gd name="connsiteX5" fmla="*/ 155953 w 167678"/>
                <a:gd name="connsiteY5" fmla="*/ 102877 h 140682"/>
                <a:gd name="connsiteX6" fmla="*/ 167414 w 167678"/>
                <a:gd name="connsiteY6" fmla="*/ 59174 h 140682"/>
                <a:gd name="connsiteX7" fmla="*/ 145590 w 167678"/>
                <a:gd name="connsiteY7" fmla="*/ 12926 h 140682"/>
                <a:gd name="connsiteX8" fmla="*/ 93254 w 167678"/>
                <a:gd name="connsiteY8" fmla="*/ 461 h 140682"/>
                <a:gd name="connsiteX9" fmla="*/ 64636 w 167678"/>
                <a:gd name="connsiteY9" fmla="*/ 3421 h 140682"/>
                <a:gd name="connsiteX10" fmla="*/ 29319 w 167678"/>
                <a:gd name="connsiteY10" fmla="*/ 10540 h 140682"/>
                <a:gd name="connsiteX0" fmla="*/ 29319 w 167678"/>
                <a:gd name="connsiteY0" fmla="*/ 10540 h 140682"/>
                <a:gd name="connsiteX1" fmla="*/ 413 w 167678"/>
                <a:gd name="connsiteY1" fmla="*/ 57611 h 140682"/>
                <a:gd name="connsiteX2" fmla="*/ 17227 w 167678"/>
                <a:gd name="connsiteY2" fmla="*/ 118898 h 140682"/>
                <a:gd name="connsiteX3" fmla="*/ 81371 w 167678"/>
                <a:gd name="connsiteY3" fmla="*/ 140211 h 140682"/>
                <a:gd name="connsiteX4" fmla="*/ 130670 w 167678"/>
                <a:gd name="connsiteY4" fmla="*/ 131149 h 140682"/>
                <a:gd name="connsiteX5" fmla="*/ 155953 w 167678"/>
                <a:gd name="connsiteY5" fmla="*/ 102877 h 140682"/>
                <a:gd name="connsiteX6" fmla="*/ 167414 w 167678"/>
                <a:gd name="connsiteY6" fmla="*/ 59174 h 140682"/>
                <a:gd name="connsiteX7" fmla="*/ 145590 w 167678"/>
                <a:gd name="connsiteY7" fmla="*/ 12926 h 140682"/>
                <a:gd name="connsiteX8" fmla="*/ 102379 w 167678"/>
                <a:gd name="connsiteY8" fmla="*/ 461 h 140682"/>
                <a:gd name="connsiteX9" fmla="*/ 64636 w 167678"/>
                <a:gd name="connsiteY9" fmla="*/ 3421 h 140682"/>
                <a:gd name="connsiteX10" fmla="*/ 29319 w 167678"/>
                <a:gd name="connsiteY10" fmla="*/ 10540 h 140682"/>
                <a:gd name="connsiteX0" fmla="*/ 29319 w 167678"/>
                <a:gd name="connsiteY0" fmla="*/ 9523 h 139665"/>
                <a:gd name="connsiteX1" fmla="*/ 413 w 167678"/>
                <a:gd name="connsiteY1" fmla="*/ 56594 h 139665"/>
                <a:gd name="connsiteX2" fmla="*/ 17227 w 167678"/>
                <a:gd name="connsiteY2" fmla="*/ 117881 h 139665"/>
                <a:gd name="connsiteX3" fmla="*/ 81371 w 167678"/>
                <a:gd name="connsiteY3" fmla="*/ 139194 h 139665"/>
                <a:gd name="connsiteX4" fmla="*/ 130670 w 167678"/>
                <a:gd name="connsiteY4" fmla="*/ 130132 h 139665"/>
                <a:gd name="connsiteX5" fmla="*/ 155953 w 167678"/>
                <a:gd name="connsiteY5" fmla="*/ 101860 h 139665"/>
                <a:gd name="connsiteX6" fmla="*/ 167414 w 167678"/>
                <a:gd name="connsiteY6" fmla="*/ 58157 h 139665"/>
                <a:gd name="connsiteX7" fmla="*/ 145590 w 167678"/>
                <a:gd name="connsiteY7" fmla="*/ 11909 h 139665"/>
                <a:gd name="connsiteX8" fmla="*/ 110200 w 167678"/>
                <a:gd name="connsiteY8" fmla="*/ 637 h 139665"/>
                <a:gd name="connsiteX9" fmla="*/ 64636 w 167678"/>
                <a:gd name="connsiteY9" fmla="*/ 2404 h 139665"/>
                <a:gd name="connsiteX10" fmla="*/ 29319 w 167678"/>
                <a:gd name="connsiteY10" fmla="*/ 9523 h 139665"/>
                <a:gd name="connsiteX0" fmla="*/ 29319 w 167678"/>
                <a:gd name="connsiteY0" fmla="*/ 9436 h 139578"/>
                <a:gd name="connsiteX1" fmla="*/ 413 w 167678"/>
                <a:gd name="connsiteY1" fmla="*/ 56507 h 139578"/>
                <a:gd name="connsiteX2" fmla="*/ 17227 w 167678"/>
                <a:gd name="connsiteY2" fmla="*/ 117794 h 139578"/>
                <a:gd name="connsiteX3" fmla="*/ 81371 w 167678"/>
                <a:gd name="connsiteY3" fmla="*/ 139107 h 139578"/>
                <a:gd name="connsiteX4" fmla="*/ 130670 w 167678"/>
                <a:gd name="connsiteY4" fmla="*/ 130045 h 139578"/>
                <a:gd name="connsiteX5" fmla="*/ 155953 w 167678"/>
                <a:gd name="connsiteY5" fmla="*/ 101773 h 139578"/>
                <a:gd name="connsiteX6" fmla="*/ 167414 w 167678"/>
                <a:gd name="connsiteY6" fmla="*/ 58070 h 139578"/>
                <a:gd name="connsiteX7" fmla="*/ 145590 w 167678"/>
                <a:gd name="connsiteY7" fmla="*/ 10629 h 139578"/>
                <a:gd name="connsiteX8" fmla="*/ 110200 w 167678"/>
                <a:gd name="connsiteY8" fmla="*/ 550 h 139578"/>
                <a:gd name="connsiteX9" fmla="*/ 64636 w 167678"/>
                <a:gd name="connsiteY9" fmla="*/ 2317 h 139578"/>
                <a:gd name="connsiteX10" fmla="*/ 29319 w 167678"/>
                <a:gd name="connsiteY10" fmla="*/ 9436 h 139578"/>
                <a:gd name="connsiteX0" fmla="*/ 29319 w 167678"/>
                <a:gd name="connsiteY0" fmla="*/ 9854 h 139996"/>
                <a:gd name="connsiteX1" fmla="*/ 413 w 167678"/>
                <a:gd name="connsiteY1" fmla="*/ 56925 h 139996"/>
                <a:gd name="connsiteX2" fmla="*/ 17227 w 167678"/>
                <a:gd name="connsiteY2" fmla="*/ 118212 h 139996"/>
                <a:gd name="connsiteX3" fmla="*/ 81371 w 167678"/>
                <a:gd name="connsiteY3" fmla="*/ 139525 h 139996"/>
                <a:gd name="connsiteX4" fmla="*/ 130670 w 167678"/>
                <a:gd name="connsiteY4" fmla="*/ 130463 h 139996"/>
                <a:gd name="connsiteX5" fmla="*/ 155953 w 167678"/>
                <a:gd name="connsiteY5" fmla="*/ 102191 h 139996"/>
                <a:gd name="connsiteX6" fmla="*/ 167414 w 167678"/>
                <a:gd name="connsiteY6" fmla="*/ 58488 h 139996"/>
                <a:gd name="connsiteX7" fmla="*/ 145590 w 167678"/>
                <a:gd name="connsiteY7" fmla="*/ 11047 h 139996"/>
                <a:gd name="connsiteX8" fmla="*/ 110200 w 167678"/>
                <a:gd name="connsiteY8" fmla="*/ 968 h 139996"/>
                <a:gd name="connsiteX9" fmla="*/ 59422 w 167678"/>
                <a:gd name="connsiteY9" fmla="*/ 1542 h 139996"/>
                <a:gd name="connsiteX10" fmla="*/ 29319 w 167678"/>
                <a:gd name="connsiteY10" fmla="*/ 9854 h 139996"/>
                <a:gd name="connsiteX0" fmla="*/ 29203 w 167562"/>
                <a:gd name="connsiteY0" fmla="*/ 9854 h 140203"/>
                <a:gd name="connsiteX1" fmla="*/ 297 w 167562"/>
                <a:gd name="connsiteY1" fmla="*/ 56925 h 140203"/>
                <a:gd name="connsiteX2" fmla="*/ 18415 w 167562"/>
                <a:gd name="connsiteY2" fmla="*/ 114633 h 140203"/>
                <a:gd name="connsiteX3" fmla="*/ 81255 w 167562"/>
                <a:gd name="connsiteY3" fmla="*/ 139525 h 140203"/>
                <a:gd name="connsiteX4" fmla="*/ 130554 w 167562"/>
                <a:gd name="connsiteY4" fmla="*/ 130463 h 140203"/>
                <a:gd name="connsiteX5" fmla="*/ 155837 w 167562"/>
                <a:gd name="connsiteY5" fmla="*/ 102191 h 140203"/>
                <a:gd name="connsiteX6" fmla="*/ 167298 w 167562"/>
                <a:gd name="connsiteY6" fmla="*/ 58488 h 140203"/>
                <a:gd name="connsiteX7" fmla="*/ 145474 w 167562"/>
                <a:gd name="connsiteY7" fmla="*/ 11047 h 140203"/>
                <a:gd name="connsiteX8" fmla="*/ 110084 w 167562"/>
                <a:gd name="connsiteY8" fmla="*/ 968 h 140203"/>
                <a:gd name="connsiteX9" fmla="*/ 59306 w 167562"/>
                <a:gd name="connsiteY9" fmla="*/ 1542 h 140203"/>
                <a:gd name="connsiteX10" fmla="*/ 29203 w 167562"/>
                <a:gd name="connsiteY10" fmla="*/ 9854 h 140203"/>
                <a:gd name="connsiteX0" fmla="*/ 29165 w 167524"/>
                <a:gd name="connsiteY0" fmla="*/ 9854 h 138033"/>
                <a:gd name="connsiteX1" fmla="*/ 259 w 167524"/>
                <a:gd name="connsiteY1" fmla="*/ 56925 h 138033"/>
                <a:gd name="connsiteX2" fmla="*/ 18377 w 167524"/>
                <a:gd name="connsiteY2" fmla="*/ 114633 h 138033"/>
                <a:gd name="connsiteX3" fmla="*/ 73396 w 167524"/>
                <a:gd name="connsiteY3" fmla="*/ 137139 h 138033"/>
                <a:gd name="connsiteX4" fmla="*/ 130516 w 167524"/>
                <a:gd name="connsiteY4" fmla="*/ 130463 h 138033"/>
                <a:gd name="connsiteX5" fmla="*/ 155799 w 167524"/>
                <a:gd name="connsiteY5" fmla="*/ 102191 h 138033"/>
                <a:gd name="connsiteX6" fmla="*/ 167260 w 167524"/>
                <a:gd name="connsiteY6" fmla="*/ 58488 h 138033"/>
                <a:gd name="connsiteX7" fmla="*/ 145436 w 167524"/>
                <a:gd name="connsiteY7" fmla="*/ 11047 h 138033"/>
                <a:gd name="connsiteX8" fmla="*/ 110046 w 167524"/>
                <a:gd name="connsiteY8" fmla="*/ 968 h 138033"/>
                <a:gd name="connsiteX9" fmla="*/ 59268 w 167524"/>
                <a:gd name="connsiteY9" fmla="*/ 1542 h 138033"/>
                <a:gd name="connsiteX10" fmla="*/ 29165 w 167524"/>
                <a:gd name="connsiteY10" fmla="*/ 9854 h 138033"/>
                <a:gd name="connsiteX0" fmla="*/ 29165 w 167524"/>
                <a:gd name="connsiteY0" fmla="*/ 9854 h 138033"/>
                <a:gd name="connsiteX1" fmla="*/ 259 w 167524"/>
                <a:gd name="connsiteY1" fmla="*/ 56925 h 138033"/>
                <a:gd name="connsiteX2" fmla="*/ 18377 w 167524"/>
                <a:gd name="connsiteY2" fmla="*/ 114633 h 138033"/>
                <a:gd name="connsiteX3" fmla="*/ 73396 w 167524"/>
                <a:gd name="connsiteY3" fmla="*/ 137139 h 138033"/>
                <a:gd name="connsiteX4" fmla="*/ 130516 w 167524"/>
                <a:gd name="connsiteY4" fmla="*/ 130463 h 138033"/>
                <a:gd name="connsiteX5" fmla="*/ 155799 w 167524"/>
                <a:gd name="connsiteY5" fmla="*/ 102191 h 138033"/>
                <a:gd name="connsiteX6" fmla="*/ 167260 w 167524"/>
                <a:gd name="connsiteY6" fmla="*/ 58488 h 138033"/>
                <a:gd name="connsiteX7" fmla="*/ 145436 w 167524"/>
                <a:gd name="connsiteY7" fmla="*/ 11047 h 138033"/>
                <a:gd name="connsiteX8" fmla="*/ 110046 w 167524"/>
                <a:gd name="connsiteY8" fmla="*/ 968 h 138033"/>
                <a:gd name="connsiteX9" fmla="*/ 59268 w 167524"/>
                <a:gd name="connsiteY9" fmla="*/ 1542 h 138033"/>
                <a:gd name="connsiteX10" fmla="*/ 29165 w 167524"/>
                <a:gd name="connsiteY10" fmla="*/ 9854 h 138033"/>
                <a:gd name="connsiteX0" fmla="*/ 29165 w 167633"/>
                <a:gd name="connsiteY0" fmla="*/ 9854 h 138033"/>
                <a:gd name="connsiteX1" fmla="*/ 259 w 167633"/>
                <a:gd name="connsiteY1" fmla="*/ 56925 h 138033"/>
                <a:gd name="connsiteX2" fmla="*/ 18377 w 167633"/>
                <a:gd name="connsiteY2" fmla="*/ 114633 h 138033"/>
                <a:gd name="connsiteX3" fmla="*/ 73396 w 167633"/>
                <a:gd name="connsiteY3" fmla="*/ 137139 h 138033"/>
                <a:gd name="connsiteX4" fmla="*/ 130516 w 167633"/>
                <a:gd name="connsiteY4" fmla="*/ 130463 h 138033"/>
                <a:gd name="connsiteX5" fmla="*/ 157102 w 167633"/>
                <a:gd name="connsiteY5" fmla="*/ 102191 h 138033"/>
                <a:gd name="connsiteX6" fmla="*/ 167260 w 167633"/>
                <a:gd name="connsiteY6" fmla="*/ 58488 h 138033"/>
                <a:gd name="connsiteX7" fmla="*/ 145436 w 167633"/>
                <a:gd name="connsiteY7" fmla="*/ 11047 h 138033"/>
                <a:gd name="connsiteX8" fmla="*/ 110046 w 167633"/>
                <a:gd name="connsiteY8" fmla="*/ 968 h 138033"/>
                <a:gd name="connsiteX9" fmla="*/ 59268 w 167633"/>
                <a:gd name="connsiteY9" fmla="*/ 1542 h 138033"/>
                <a:gd name="connsiteX10" fmla="*/ 29165 w 167633"/>
                <a:gd name="connsiteY10" fmla="*/ 9854 h 13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33" h="138033">
                  <a:moveTo>
                    <a:pt x="29165" y="9854"/>
                  </a:moveTo>
                  <a:cubicBezTo>
                    <a:pt x="19330" y="19084"/>
                    <a:pt x="2057" y="39462"/>
                    <a:pt x="259" y="56925"/>
                  </a:cubicBezTo>
                  <a:cubicBezTo>
                    <a:pt x="-1539" y="74388"/>
                    <a:pt x="6188" y="101264"/>
                    <a:pt x="18377" y="114633"/>
                  </a:cubicBezTo>
                  <a:cubicBezTo>
                    <a:pt x="30567" y="128002"/>
                    <a:pt x="54706" y="134501"/>
                    <a:pt x="73396" y="137139"/>
                  </a:cubicBezTo>
                  <a:cubicBezTo>
                    <a:pt x="92086" y="139777"/>
                    <a:pt x="116565" y="136288"/>
                    <a:pt x="130516" y="130463"/>
                  </a:cubicBezTo>
                  <a:cubicBezTo>
                    <a:pt x="144467" y="124638"/>
                    <a:pt x="150978" y="114187"/>
                    <a:pt x="157102" y="102191"/>
                  </a:cubicBezTo>
                  <a:cubicBezTo>
                    <a:pt x="163226" y="90195"/>
                    <a:pt x="169204" y="73679"/>
                    <a:pt x="167260" y="58488"/>
                  </a:cubicBezTo>
                  <a:cubicBezTo>
                    <a:pt x="165316" y="43297"/>
                    <a:pt x="153373" y="17132"/>
                    <a:pt x="145436" y="11047"/>
                  </a:cubicBezTo>
                  <a:cubicBezTo>
                    <a:pt x="137499" y="4962"/>
                    <a:pt x="124407" y="2552"/>
                    <a:pt x="110046" y="968"/>
                  </a:cubicBezTo>
                  <a:cubicBezTo>
                    <a:pt x="95685" y="-616"/>
                    <a:pt x="69924" y="-138"/>
                    <a:pt x="59268" y="1542"/>
                  </a:cubicBezTo>
                  <a:cubicBezTo>
                    <a:pt x="48612" y="3222"/>
                    <a:pt x="39000" y="624"/>
                    <a:pt x="29165" y="985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57150">
              <a:gradFill flip="none" rotWithShape="1">
                <a:gsLst>
                  <a:gs pos="81000">
                    <a:srgbClr val="321704"/>
                  </a:gs>
                  <a:gs pos="50000">
                    <a:schemeClr val="accent2">
                      <a:lumMod val="50000"/>
                    </a:schemeClr>
                  </a:gs>
                  <a:gs pos="21000">
                    <a:schemeClr val="accent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24C2555-BCD3-40CA-99A0-B2648CB5DA13}"/>
                </a:ext>
              </a:extLst>
            </p:cNvPr>
            <p:cNvSpPr/>
            <p:nvPr/>
          </p:nvSpPr>
          <p:spPr>
            <a:xfrm flipH="1">
              <a:off x="4046619" y="3016401"/>
              <a:ext cx="47641" cy="4596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CF60B81-B2B7-4002-A287-35249189FD69}"/>
                </a:ext>
              </a:extLst>
            </p:cNvPr>
            <p:cNvSpPr/>
            <p:nvPr/>
          </p:nvSpPr>
          <p:spPr>
            <a:xfrm flipH="1">
              <a:off x="4095839" y="2962892"/>
              <a:ext cx="47641" cy="45961"/>
            </a:xfrm>
            <a:prstGeom prst="ellipse">
              <a:avLst/>
            </a:prstGeom>
            <a:gradFill>
              <a:gsLst>
                <a:gs pos="81000">
                  <a:schemeClr val="accent1">
                    <a:lumMod val="40000"/>
                    <a:lumOff val="60000"/>
                  </a:schemeClr>
                </a:gs>
                <a:gs pos="50000">
                  <a:schemeClr val="accent1">
                    <a:lumMod val="20000"/>
                    <a:lumOff val="80000"/>
                  </a:schemeClr>
                </a:gs>
                <a:gs pos="21000">
                  <a:schemeClr val="bg1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7A16498-6ED8-4342-A359-75D604886935}"/>
              </a:ext>
            </a:extLst>
          </p:cNvPr>
          <p:cNvSpPr/>
          <p:nvPr/>
        </p:nvSpPr>
        <p:spPr>
          <a:xfrm>
            <a:off x="1482822" y="348832"/>
            <a:ext cx="3754518" cy="2923143"/>
          </a:xfrm>
          <a:custGeom>
            <a:avLst/>
            <a:gdLst>
              <a:gd name="connsiteX0" fmla="*/ 140679 w 3772635"/>
              <a:gd name="connsiteY0" fmla="*/ 2890354 h 3029576"/>
              <a:gd name="connsiteX1" fmla="*/ 256293 w 3772635"/>
              <a:gd name="connsiteY1" fmla="*/ 2837802 h 3029576"/>
              <a:gd name="connsiteX2" fmla="*/ 287824 w 3772635"/>
              <a:gd name="connsiteY2" fmla="*/ 2301774 h 3029576"/>
              <a:gd name="connsiteX3" fmla="*/ 350886 w 3772635"/>
              <a:gd name="connsiteY3" fmla="*/ 1692174 h 3029576"/>
              <a:gd name="connsiteX4" fmla="*/ 739769 w 3772635"/>
              <a:gd name="connsiteY4" fmla="*/ 1376864 h 3029576"/>
              <a:gd name="connsiteX5" fmla="*/ 886914 w 3772635"/>
              <a:gd name="connsiteY5" fmla="*/ 1082574 h 3029576"/>
              <a:gd name="connsiteX6" fmla="*/ 1275796 w 3772635"/>
              <a:gd name="connsiteY6" fmla="*/ 725223 h 3029576"/>
              <a:gd name="connsiteX7" fmla="*/ 1328348 w 3772635"/>
              <a:gd name="connsiteY7" fmla="*/ 578078 h 3029576"/>
              <a:gd name="connsiteX8" fmla="*/ 1422941 w 3772635"/>
              <a:gd name="connsiteY8" fmla="*/ 777774 h 3029576"/>
              <a:gd name="connsiteX9" fmla="*/ 1738252 w 3772635"/>
              <a:gd name="connsiteY9" fmla="*/ 935429 h 3029576"/>
              <a:gd name="connsiteX10" fmla="*/ 2169176 w 3772635"/>
              <a:gd name="connsiteY10" fmla="*/ 1114105 h 3029576"/>
              <a:gd name="connsiteX11" fmla="*/ 2295300 w 3772635"/>
              <a:gd name="connsiteY11" fmla="*/ 1103595 h 3029576"/>
              <a:gd name="connsiteX12" fmla="*/ 2589589 w 3772635"/>
              <a:gd name="connsiteY12" fmla="*/ 1313802 h 3029576"/>
              <a:gd name="connsiteX13" fmla="*/ 2915410 w 3772635"/>
              <a:gd name="connsiteY13" fmla="*/ 1587071 h 3029576"/>
              <a:gd name="connsiteX14" fmla="*/ 3251741 w 3772635"/>
              <a:gd name="connsiteY14" fmla="*/ 1692174 h 3029576"/>
              <a:gd name="connsiteX15" fmla="*/ 3556541 w 3772635"/>
              <a:gd name="connsiteY15" fmla="*/ 2165140 h 3029576"/>
              <a:gd name="connsiteX16" fmla="*/ 3609093 w 3772635"/>
              <a:gd name="connsiteY16" fmla="*/ 2627595 h 3029576"/>
              <a:gd name="connsiteX17" fmla="*/ 3588072 w 3772635"/>
              <a:gd name="connsiteY17" fmla="*/ 2900864 h 3029576"/>
              <a:gd name="connsiteX18" fmla="*/ 3630114 w 3772635"/>
              <a:gd name="connsiteY18" fmla="*/ 3016478 h 3029576"/>
              <a:gd name="connsiteX19" fmla="*/ 3724707 w 3772635"/>
              <a:gd name="connsiteY19" fmla="*/ 2606574 h 3029576"/>
              <a:gd name="connsiteX20" fmla="*/ 3766748 w 3772635"/>
              <a:gd name="connsiteY20" fmla="*/ 1923402 h 3029576"/>
              <a:gd name="connsiteX21" fmla="*/ 3598583 w 3772635"/>
              <a:gd name="connsiteY21" fmla="*/ 777774 h 3029576"/>
              <a:gd name="connsiteX22" fmla="*/ 2715714 w 3772635"/>
              <a:gd name="connsiteY22" fmla="*/ 126133 h 3029576"/>
              <a:gd name="connsiteX23" fmla="*/ 1937948 w 3772635"/>
              <a:gd name="connsiteY23" fmla="*/ 9 h 3029576"/>
              <a:gd name="connsiteX24" fmla="*/ 1181203 w 3772635"/>
              <a:gd name="connsiteY24" fmla="*/ 126133 h 3029576"/>
              <a:gd name="connsiteX25" fmla="*/ 1076100 w 3772635"/>
              <a:gd name="connsiteY25" fmla="*/ 52560 h 3029576"/>
              <a:gd name="connsiteX26" fmla="*/ 1044569 w 3772635"/>
              <a:gd name="connsiteY26" fmla="*/ 189195 h 3029576"/>
              <a:gd name="connsiteX27" fmla="*/ 960486 w 3772635"/>
              <a:gd name="connsiteY27" fmla="*/ 136643 h 3029576"/>
              <a:gd name="connsiteX28" fmla="*/ 960486 w 3772635"/>
              <a:gd name="connsiteY28" fmla="*/ 241747 h 3029576"/>
              <a:gd name="connsiteX29" fmla="*/ 781810 w 3772635"/>
              <a:gd name="connsiteY29" fmla="*/ 388892 h 3029576"/>
              <a:gd name="connsiteX30" fmla="*/ 466500 w 3772635"/>
              <a:gd name="connsiteY30" fmla="*/ 578078 h 3029576"/>
              <a:gd name="connsiteX31" fmla="*/ 67107 w 3772635"/>
              <a:gd name="connsiteY31" fmla="*/ 1240229 h 3029576"/>
              <a:gd name="connsiteX32" fmla="*/ 4045 w 3772635"/>
              <a:gd name="connsiteY32" fmla="*/ 2091567 h 3029576"/>
              <a:gd name="connsiteX33" fmla="*/ 140679 w 3772635"/>
              <a:gd name="connsiteY33" fmla="*/ 2890354 h 3029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772635" h="3029576">
                <a:moveTo>
                  <a:pt x="140679" y="2890354"/>
                </a:moveTo>
                <a:cubicBezTo>
                  <a:pt x="182720" y="3014726"/>
                  <a:pt x="231769" y="2935899"/>
                  <a:pt x="256293" y="2837802"/>
                </a:cubicBezTo>
                <a:cubicBezTo>
                  <a:pt x="280817" y="2739705"/>
                  <a:pt x="272059" y="2492712"/>
                  <a:pt x="287824" y="2301774"/>
                </a:cubicBezTo>
                <a:cubicBezTo>
                  <a:pt x="303589" y="2110836"/>
                  <a:pt x="275562" y="1846326"/>
                  <a:pt x="350886" y="1692174"/>
                </a:cubicBezTo>
                <a:cubicBezTo>
                  <a:pt x="426210" y="1538022"/>
                  <a:pt x="650431" y="1478464"/>
                  <a:pt x="739769" y="1376864"/>
                </a:cubicBezTo>
                <a:cubicBezTo>
                  <a:pt x="829107" y="1275264"/>
                  <a:pt x="797576" y="1191181"/>
                  <a:pt x="886914" y="1082574"/>
                </a:cubicBezTo>
                <a:cubicBezTo>
                  <a:pt x="976252" y="973967"/>
                  <a:pt x="1202224" y="809306"/>
                  <a:pt x="1275796" y="725223"/>
                </a:cubicBezTo>
                <a:cubicBezTo>
                  <a:pt x="1349368" y="641140"/>
                  <a:pt x="1303824" y="569320"/>
                  <a:pt x="1328348" y="578078"/>
                </a:cubicBezTo>
                <a:cubicBezTo>
                  <a:pt x="1352872" y="586836"/>
                  <a:pt x="1354624" y="718215"/>
                  <a:pt x="1422941" y="777774"/>
                </a:cubicBezTo>
                <a:cubicBezTo>
                  <a:pt x="1491258" y="837332"/>
                  <a:pt x="1613880" y="879374"/>
                  <a:pt x="1738252" y="935429"/>
                </a:cubicBezTo>
                <a:cubicBezTo>
                  <a:pt x="1862624" y="991484"/>
                  <a:pt x="2076335" y="1086077"/>
                  <a:pt x="2169176" y="1114105"/>
                </a:cubicBezTo>
                <a:cubicBezTo>
                  <a:pt x="2262017" y="1142133"/>
                  <a:pt x="2225231" y="1070312"/>
                  <a:pt x="2295300" y="1103595"/>
                </a:cubicBezTo>
                <a:cubicBezTo>
                  <a:pt x="2365369" y="1136878"/>
                  <a:pt x="2486237" y="1233223"/>
                  <a:pt x="2589589" y="1313802"/>
                </a:cubicBezTo>
                <a:cubicBezTo>
                  <a:pt x="2692941" y="1394381"/>
                  <a:pt x="2805051" y="1524009"/>
                  <a:pt x="2915410" y="1587071"/>
                </a:cubicBezTo>
                <a:cubicBezTo>
                  <a:pt x="3025769" y="1650133"/>
                  <a:pt x="3144886" y="1595829"/>
                  <a:pt x="3251741" y="1692174"/>
                </a:cubicBezTo>
                <a:cubicBezTo>
                  <a:pt x="3358596" y="1788519"/>
                  <a:pt x="3496982" y="2009236"/>
                  <a:pt x="3556541" y="2165140"/>
                </a:cubicBezTo>
                <a:cubicBezTo>
                  <a:pt x="3616100" y="2321043"/>
                  <a:pt x="3603838" y="2504974"/>
                  <a:pt x="3609093" y="2627595"/>
                </a:cubicBezTo>
                <a:cubicBezTo>
                  <a:pt x="3614348" y="2750216"/>
                  <a:pt x="3584569" y="2836050"/>
                  <a:pt x="3588072" y="2900864"/>
                </a:cubicBezTo>
                <a:cubicBezTo>
                  <a:pt x="3591575" y="2965678"/>
                  <a:pt x="3607342" y="3065526"/>
                  <a:pt x="3630114" y="3016478"/>
                </a:cubicBezTo>
                <a:cubicBezTo>
                  <a:pt x="3652886" y="2967430"/>
                  <a:pt x="3701935" y="2788753"/>
                  <a:pt x="3724707" y="2606574"/>
                </a:cubicBezTo>
                <a:cubicBezTo>
                  <a:pt x="3747479" y="2424395"/>
                  <a:pt x="3787769" y="2228202"/>
                  <a:pt x="3766748" y="1923402"/>
                </a:cubicBezTo>
                <a:cubicBezTo>
                  <a:pt x="3745727" y="1618602"/>
                  <a:pt x="3773755" y="1077319"/>
                  <a:pt x="3598583" y="777774"/>
                </a:cubicBezTo>
                <a:cubicBezTo>
                  <a:pt x="3423411" y="478229"/>
                  <a:pt x="2992486" y="255760"/>
                  <a:pt x="2715714" y="126133"/>
                </a:cubicBezTo>
                <a:cubicBezTo>
                  <a:pt x="2438942" y="-3494"/>
                  <a:pt x="2193700" y="9"/>
                  <a:pt x="1937948" y="9"/>
                </a:cubicBezTo>
                <a:cubicBezTo>
                  <a:pt x="1682196" y="9"/>
                  <a:pt x="1324844" y="117375"/>
                  <a:pt x="1181203" y="126133"/>
                </a:cubicBezTo>
                <a:cubicBezTo>
                  <a:pt x="1037562" y="134891"/>
                  <a:pt x="1098872" y="42050"/>
                  <a:pt x="1076100" y="52560"/>
                </a:cubicBezTo>
                <a:cubicBezTo>
                  <a:pt x="1053328" y="63070"/>
                  <a:pt x="1063838" y="175181"/>
                  <a:pt x="1044569" y="189195"/>
                </a:cubicBezTo>
                <a:cubicBezTo>
                  <a:pt x="1025300" y="203209"/>
                  <a:pt x="974500" y="127884"/>
                  <a:pt x="960486" y="136643"/>
                </a:cubicBezTo>
                <a:cubicBezTo>
                  <a:pt x="946472" y="145402"/>
                  <a:pt x="990265" y="199705"/>
                  <a:pt x="960486" y="241747"/>
                </a:cubicBezTo>
                <a:cubicBezTo>
                  <a:pt x="930707" y="283788"/>
                  <a:pt x="864141" y="332837"/>
                  <a:pt x="781810" y="388892"/>
                </a:cubicBezTo>
                <a:cubicBezTo>
                  <a:pt x="699479" y="444947"/>
                  <a:pt x="585617" y="436189"/>
                  <a:pt x="466500" y="578078"/>
                </a:cubicBezTo>
                <a:cubicBezTo>
                  <a:pt x="347383" y="719967"/>
                  <a:pt x="144183" y="987981"/>
                  <a:pt x="67107" y="1240229"/>
                </a:cubicBezTo>
                <a:cubicBezTo>
                  <a:pt x="-9969" y="1492477"/>
                  <a:pt x="-2962" y="1816546"/>
                  <a:pt x="4045" y="2091567"/>
                </a:cubicBezTo>
                <a:cubicBezTo>
                  <a:pt x="11052" y="2366588"/>
                  <a:pt x="98638" y="2765982"/>
                  <a:pt x="140679" y="289035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4368DD2-C7AA-4237-BD6E-B88CA3AA5256}"/>
                  </a:ext>
                </a:extLst>
              </p14:cNvPr>
              <p14:cNvContentPartPr/>
              <p14:nvPr/>
            </p14:nvContentPartPr>
            <p14:xfrm>
              <a:off x="1498542" y="3560782"/>
              <a:ext cx="73920" cy="739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4368DD2-C7AA-4237-BD6E-B88CA3AA52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94236" y="3556476"/>
                <a:ext cx="81814" cy="818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20154F6-18B0-45D6-A11D-FA8ED5DEE4A7}"/>
                  </a:ext>
                </a:extLst>
              </p14:cNvPr>
              <p14:cNvContentPartPr/>
              <p14:nvPr/>
            </p14:nvContentPartPr>
            <p14:xfrm>
              <a:off x="2328942" y="4990222"/>
              <a:ext cx="4320" cy="2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20154F6-18B0-45D6-A11D-FA8ED5DEE4A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26214" y="4987342"/>
                <a:ext cx="9322" cy="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00AC43D-A30B-40DD-840F-B19CF94A123C}"/>
                  </a:ext>
                </a:extLst>
              </p14:cNvPr>
              <p14:cNvContentPartPr/>
              <p14:nvPr/>
            </p14:nvContentPartPr>
            <p14:xfrm>
              <a:off x="5108495" y="3645780"/>
              <a:ext cx="240" cy="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00AC43D-A30B-40DD-840F-B19CF94A123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05615" y="3642900"/>
                <a:ext cx="5520" cy="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11DBD99-2A72-41A3-9E35-AE087C690DBC}"/>
                  </a:ext>
                </a:extLst>
              </p14:cNvPr>
              <p14:cNvContentPartPr/>
              <p14:nvPr/>
            </p14:nvContentPartPr>
            <p14:xfrm>
              <a:off x="5337128" y="3223645"/>
              <a:ext cx="240" cy="2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11DBD99-2A72-41A3-9E35-AE087C690DB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334248" y="3220765"/>
                <a:ext cx="5520" cy="552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157AFC7-6EBD-4AA5-BB01-244C93C79F0F}"/>
              </a:ext>
            </a:extLst>
          </p:cNvPr>
          <p:cNvSpPr/>
          <p:nvPr/>
        </p:nvSpPr>
        <p:spPr>
          <a:xfrm>
            <a:off x="3325393" y="4184618"/>
            <a:ext cx="266467" cy="384494"/>
          </a:xfrm>
          <a:custGeom>
            <a:avLst/>
            <a:gdLst>
              <a:gd name="connsiteX0" fmla="*/ 8665 w 151422"/>
              <a:gd name="connsiteY0" fmla="*/ 19082 h 323971"/>
              <a:gd name="connsiteX1" fmla="*/ 27715 w 151422"/>
              <a:gd name="connsiteY1" fmla="*/ 184182 h 323971"/>
              <a:gd name="connsiteX2" fmla="*/ 2315 w 151422"/>
              <a:gd name="connsiteY2" fmla="*/ 266732 h 323971"/>
              <a:gd name="connsiteX3" fmla="*/ 97565 w 151422"/>
              <a:gd name="connsiteY3" fmla="*/ 323882 h 323971"/>
              <a:gd name="connsiteX4" fmla="*/ 142015 w 151422"/>
              <a:gd name="connsiteY4" fmla="*/ 254032 h 323971"/>
              <a:gd name="connsiteX5" fmla="*/ 148365 w 151422"/>
              <a:gd name="connsiteY5" fmla="*/ 165132 h 323971"/>
              <a:gd name="connsiteX6" fmla="*/ 103915 w 151422"/>
              <a:gd name="connsiteY6" fmla="*/ 165132 h 323971"/>
              <a:gd name="connsiteX7" fmla="*/ 122965 w 151422"/>
              <a:gd name="connsiteY7" fmla="*/ 19082 h 323971"/>
              <a:gd name="connsiteX8" fmla="*/ 8665 w 151422"/>
              <a:gd name="connsiteY8" fmla="*/ 19082 h 323971"/>
              <a:gd name="connsiteX0" fmla="*/ 8665 w 149776"/>
              <a:gd name="connsiteY0" fmla="*/ 19273 h 324162"/>
              <a:gd name="connsiteX1" fmla="*/ 27715 w 149776"/>
              <a:gd name="connsiteY1" fmla="*/ 184373 h 324162"/>
              <a:gd name="connsiteX2" fmla="*/ 2315 w 149776"/>
              <a:gd name="connsiteY2" fmla="*/ 266923 h 324162"/>
              <a:gd name="connsiteX3" fmla="*/ 97565 w 149776"/>
              <a:gd name="connsiteY3" fmla="*/ 324073 h 324162"/>
              <a:gd name="connsiteX4" fmla="*/ 142015 w 149776"/>
              <a:gd name="connsiteY4" fmla="*/ 254223 h 324162"/>
              <a:gd name="connsiteX5" fmla="*/ 148365 w 149776"/>
              <a:gd name="connsiteY5" fmla="*/ 165323 h 324162"/>
              <a:gd name="connsiteX6" fmla="*/ 126140 w 149776"/>
              <a:gd name="connsiteY6" fmla="*/ 162148 h 324162"/>
              <a:gd name="connsiteX7" fmla="*/ 122965 w 149776"/>
              <a:gd name="connsiteY7" fmla="*/ 19273 h 324162"/>
              <a:gd name="connsiteX8" fmla="*/ 8665 w 149776"/>
              <a:gd name="connsiteY8" fmla="*/ 19273 h 324162"/>
              <a:gd name="connsiteX0" fmla="*/ 8665 w 172412"/>
              <a:gd name="connsiteY0" fmla="*/ 19273 h 324162"/>
              <a:gd name="connsiteX1" fmla="*/ 27715 w 172412"/>
              <a:gd name="connsiteY1" fmla="*/ 184373 h 324162"/>
              <a:gd name="connsiteX2" fmla="*/ 2315 w 172412"/>
              <a:gd name="connsiteY2" fmla="*/ 266923 h 324162"/>
              <a:gd name="connsiteX3" fmla="*/ 97565 w 172412"/>
              <a:gd name="connsiteY3" fmla="*/ 324073 h 324162"/>
              <a:gd name="connsiteX4" fmla="*/ 142015 w 172412"/>
              <a:gd name="connsiteY4" fmla="*/ 254223 h 324162"/>
              <a:gd name="connsiteX5" fmla="*/ 172178 w 172412"/>
              <a:gd name="connsiteY5" fmla="*/ 230411 h 324162"/>
              <a:gd name="connsiteX6" fmla="*/ 126140 w 172412"/>
              <a:gd name="connsiteY6" fmla="*/ 162148 h 324162"/>
              <a:gd name="connsiteX7" fmla="*/ 122965 w 172412"/>
              <a:gd name="connsiteY7" fmla="*/ 19273 h 324162"/>
              <a:gd name="connsiteX8" fmla="*/ 8665 w 172412"/>
              <a:gd name="connsiteY8" fmla="*/ 19273 h 324162"/>
              <a:gd name="connsiteX0" fmla="*/ 8665 w 173404"/>
              <a:gd name="connsiteY0" fmla="*/ 19273 h 324085"/>
              <a:gd name="connsiteX1" fmla="*/ 27715 w 173404"/>
              <a:gd name="connsiteY1" fmla="*/ 184373 h 324085"/>
              <a:gd name="connsiteX2" fmla="*/ 2315 w 173404"/>
              <a:gd name="connsiteY2" fmla="*/ 266923 h 324085"/>
              <a:gd name="connsiteX3" fmla="*/ 97565 w 173404"/>
              <a:gd name="connsiteY3" fmla="*/ 324073 h 324085"/>
              <a:gd name="connsiteX4" fmla="*/ 154715 w 173404"/>
              <a:gd name="connsiteY4" fmla="*/ 271685 h 324085"/>
              <a:gd name="connsiteX5" fmla="*/ 172178 w 173404"/>
              <a:gd name="connsiteY5" fmla="*/ 230411 h 324085"/>
              <a:gd name="connsiteX6" fmla="*/ 126140 w 173404"/>
              <a:gd name="connsiteY6" fmla="*/ 162148 h 324085"/>
              <a:gd name="connsiteX7" fmla="*/ 122965 w 173404"/>
              <a:gd name="connsiteY7" fmla="*/ 19273 h 324085"/>
              <a:gd name="connsiteX8" fmla="*/ 8665 w 173404"/>
              <a:gd name="connsiteY8" fmla="*/ 19273 h 324085"/>
              <a:gd name="connsiteX0" fmla="*/ 8190 w 173062"/>
              <a:gd name="connsiteY0" fmla="*/ 19273 h 328847"/>
              <a:gd name="connsiteX1" fmla="*/ 27240 w 173062"/>
              <a:gd name="connsiteY1" fmla="*/ 184373 h 328847"/>
              <a:gd name="connsiteX2" fmla="*/ 1840 w 173062"/>
              <a:gd name="connsiteY2" fmla="*/ 266923 h 328847"/>
              <a:gd name="connsiteX3" fmla="*/ 87565 w 173062"/>
              <a:gd name="connsiteY3" fmla="*/ 328836 h 328847"/>
              <a:gd name="connsiteX4" fmla="*/ 154240 w 173062"/>
              <a:gd name="connsiteY4" fmla="*/ 271685 h 328847"/>
              <a:gd name="connsiteX5" fmla="*/ 171703 w 173062"/>
              <a:gd name="connsiteY5" fmla="*/ 230411 h 328847"/>
              <a:gd name="connsiteX6" fmla="*/ 125665 w 173062"/>
              <a:gd name="connsiteY6" fmla="*/ 162148 h 328847"/>
              <a:gd name="connsiteX7" fmla="*/ 122490 w 173062"/>
              <a:gd name="connsiteY7" fmla="*/ 19273 h 328847"/>
              <a:gd name="connsiteX8" fmla="*/ 8190 w 173062"/>
              <a:gd name="connsiteY8" fmla="*/ 19273 h 328847"/>
              <a:gd name="connsiteX0" fmla="*/ 8190 w 172630"/>
              <a:gd name="connsiteY0" fmla="*/ 19273 h 328989"/>
              <a:gd name="connsiteX1" fmla="*/ 27240 w 172630"/>
              <a:gd name="connsiteY1" fmla="*/ 184373 h 328989"/>
              <a:gd name="connsiteX2" fmla="*/ 1840 w 172630"/>
              <a:gd name="connsiteY2" fmla="*/ 266923 h 328989"/>
              <a:gd name="connsiteX3" fmla="*/ 87565 w 172630"/>
              <a:gd name="connsiteY3" fmla="*/ 328836 h 328989"/>
              <a:gd name="connsiteX4" fmla="*/ 151065 w 172630"/>
              <a:gd name="connsiteY4" fmla="*/ 282797 h 328989"/>
              <a:gd name="connsiteX5" fmla="*/ 171703 w 172630"/>
              <a:gd name="connsiteY5" fmla="*/ 230411 h 328989"/>
              <a:gd name="connsiteX6" fmla="*/ 125665 w 172630"/>
              <a:gd name="connsiteY6" fmla="*/ 162148 h 328989"/>
              <a:gd name="connsiteX7" fmla="*/ 122490 w 172630"/>
              <a:gd name="connsiteY7" fmla="*/ 19273 h 328989"/>
              <a:gd name="connsiteX8" fmla="*/ 8190 w 172630"/>
              <a:gd name="connsiteY8" fmla="*/ 19273 h 328989"/>
              <a:gd name="connsiteX0" fmla="*/ 8190 w 164001"/>
              <a:gd name="connsiteY0" fmla="*/ 19273 h 328979"/>
              <a:gd name="connsiteX1" fmla="*/ 27240 w 164001"/>
              <a:gd name="connsiteY1" fmla="*/ 184373 h 328979"/>
              <a:gd name="connsiteX2" fmla="*/ 1840 w 164001"/>
              <a:gd name="connsiteY2" fmla="*/ 266923 h 328979"/>
              <a:gd name="connsiteX3" fmla="*/ 87565 w 164001"/>
              <a:gd name="connsiteY3" fmla="*/ 328836 h 328979"/>
              <a:gd name="connsiteX4" fmla="*/ 151065 w 164001"/>
              <a:gd name="connsiteY4" fmla="*/ 282797 h 328979"/>
              <a:gd name="connsiteX5" fmla="*/ 162178 w 164001"/>
              <a:gd name="connsiteY5" fmla="*/ 244698 h 328979"/>
              <a:gd name="connsiteX6" fmla="*/ 125665 w 164001"/>
              <a:gd name="connsiteY6" fmla="*/ 162148 h 328979"/>
              <a:gd name="connsiteX7" fmla="*/ 122490 w 164001"/>
              <a:gd name="connsiteY7" fmla="*/ 19273 h 328979"/>
              <a:gd name="connsiteX8" fmla="*/ 8190 w 164001"/>
              <a:gd name="connsiteY8" fmla="*/ 19273 h 328979"/>
              <a:gd name="connsiteX0" fmla="*/ 8190 w 164117"/>
              <a:gd name="connsiteY0" fmla="*/ 20836 h 330542"/>
              <a:gd name="connsiteX1" fmla="*/ 27240 w 164117"/>
              <a:gd name="connsiteY1" fmla="*/ 185936 h 330542"/>
              <a:gd name="connsiteX2" fmla="*/ 1840 w 164117"/>
              <a:gd name="connsiteY2" fmla="*/ 268486 h 330542"/>
              <a:gd name="connsiteX3" fmla="*/ 87565 w 164117"/>
              <a:gd name="connsiteY3" fmla="*/ 330399 h 330542"/>
              <a:gd name="connsiteX4" fmla="*/ 151065 w 164117"/>
              <a:gd name="connsiteY4" fmla="*/ 284360 h 330542"/>
              <a:gd name="connsiteX5" fmla="*/ 162178 w 164117"/>
              <a:gd name="connsiteY5" fmla="*/ 246261 h 330542"/>
              <a:gd name="connsiteX6" fmla="*/ 124078 w 164117"/>
              <a:gd name="connsiteY6" fmla="*/ 189111 h 330542"/>
              <a:gd name="connsiteX7" fmla="*/ 122490 w 164117"/>
              <a:gd name="connsiteY7" fmla="*/ 20836 h 330542"/>
              <a:gd name="connsiteX8" fmla="*/ 8190 w 164117"/>
              <a:gd name="connsiteY8" fmla="*/ 20836 h 330542"/>
              <a:gd name="connsiteX0" fmla="*/ 8190 w 164117"/>
              <a:gd name="connsiteY0" fmla="*/ 6507 h 316213"/>
              <a:gd name="connsiteX1" fmla="*/ 27240 w 164117"/>
              <a:gd name="connsiteY1" fmla="*/ 171607 h 316213"/>
              <a:gd name="connsiteX2" fmla="*/ 1840 w 164117"/>
              <a:gd name="connsiteY2" fmla="*/ 254157 h 316213"/>
              <a:gd name="connsiteX3" fmla="*/ 87565 w 164117"/>
              <a:gd name="connsiteY3" fmla="*/ 316070 h 316213"/>
              <a:gd name="connsiteX4" fmla="*/ 151065 w 164117"/>
              <a:gd name="connsiteY4" fmla="*/ 270031 h 316213"/>
              <a:gd name="connsiteX5" fmla="*/ 162178 w 164117"/>
              <a:gd name="connsiteY5" fmla="*/ 231932 h 316213"/>
              <a:gd name="connsiteX6" fmla="*/ 124078 w 164117"/>
              <a:gd name="connsiteY6" fmla="*/ 174782 h 316213"/>
              <a:gd name="connsiteX7" fmla="*/ 122490 w 164117"/>
              <a:gd name="connsiteY7" fmla="*/ 6507 h 316213"/>
              <a:gd name="connsiteX8" fmla="*/ 74865 w 164117"/>
              <a:gd name="connsiteY8" fmla="*/ 31908 h 316213"/>
              <a:gd name="connsiteX9" fmla="*/ 8190 w 164117"/>
              <a:gd name="connsiteY9" fmla="*/ 6507 h 316213"/>
              <a:gd name="connsiteX0" fmla="*/ 8190 w 164117"/>
              <a:gd name="connsiteY0" fmla="*/ 6307 h 316013"/>
              <a:gd name="connsiteX1" fmla="*/ 27240 w 164117"/>
              <a:gd name="connsiteY1" fmla="*/ 171407 h 316013"/>
              <a:gd name="connsiteX2" fmla="*/ 1840 w 164117"/>
              <a:gd name="connsiteY2" fmla="*/ 253957 h 316013"/>
              <a:gd name="connsiteX3" fmla="*/ 87565 w 164117"/>
              <a:gd name="connsiteY3" fmla="*/ 315870 h 316013"/>
              <a:gd name="connsiteX4" fmla="*/ 151065 w 164117"/>
              <a:gd name="connsiteY4" fmla="*/ 269831 h 316013"/>
              <a:gd name="connsiteX5" fmla="*/ 162178 w 164117"/>
              <a:gd name="connsiteY5" fmla="*/ 231732 h 316013"/>
              <a:gd name="connsiteX6" fmla="*/ 124078 w 164117"/>
              <a:gd name="connsiteY6" fmla="*/ 174582 h 316013"/>
              <a:gd name="connsiteX7" fmla="*/ 143128 w 164117"/>
              <a:gd name="connsiteY7" fmla="*/ 23769 h 316013"/>
              <a:gd name="connsiteX8" fmla="*/ 74865 w 164117"/>
              <a:gd name="connsiteY8" fmla="*/ 31708 h 316013"/>
              <a:gd name="connsiteX9" fmla="*/ 8190 w 164117"/>
              <a:gd name="connsiteY9" fmla="*/ 6307 h 316013"/>
              <a:gd name="connsiteX0" fmla="*/ 9787 w 164127"/>
              <a:gd name="connsiteY0" fmla="*/ 8349 h 302180"/>
              <a:gd name="connsiteX1" fmla="*/ 27250 w 164127"/>
              <a:gd name="connsiteY1" fmla="*/ 157574 h 302180"/>
              <a:gd name="connsiteX2" fmla="*/ 1850 w 164127"/>
              <a:gd name="connsiteY2" fmla="*/ 240124 h 302180"/>
              <a:gd name="connsiteX3" fmla="*/ 87575 w 164127"/>
              <a:gd name="connsiteY3" fmla="*/ 302037 h 302180"/>
              <a:gd name="connsiteX4" fmla="*/ 151075 w 164127"/>
              <a:gd name="connsiteY4" fmla="*/ 255998 h 302180"/>
              <a:gd name="connsiteX5" fmla="*/ 162188 w 164127"/>
              <a:gd name="connsiteY5" fmla="*/ 217899 h 302180"/>
              <a:gd name="connsiteX6" fmla="*/ 124088 w 164127"/>
              <a:gd name="connsiteY6" fmla="*/ 160749 h 302180"/>
              <a:gd name="connsiteX7" fmla="*/ 143138 w 164127"/>
              <a:gd name="connsiteY7" fmla="*/ 9936 h 302180"/>
              <a:gd name="connsiteX8" fmla="*/ 74875 w 164127"/>
              <a:gd name="connsiteY8" fmla="*/ 17875 h 302180"/>
              <a:gd name="connsiteX9" fmla="*/ 9787 w 164127"/>
              <a:gd name="connsiteY9" fmla="*/ 8349 h 302180"/>
              <a:gd name="connsiteX0" fmla="*/ 9387 w 163727"/>
              <a:gd name="connsiteY0" fmla="*/ 8349 h 302180"/>
              <a:gd name="connsiteX1" fmla="*/ 31612 w 163727"/>
              <a:gd name="connsiteY1" fmla="*/ 157574 h 302180"/>
              <a:gd name="connsiteX2" fmla="*/ 1450 w 163727"/>
              <a:gd name="connsiteY2" fmla="*/ 240124 h 302180"/>
              <a:gd name="connsiteX3" fmla="*/ 87175 w 163727"/>
              <a:gd name="connsiteY3" fmla="*/ 302037 h 302180"/>
              <a:gd name="connsiteX4" fmla="*/ 150675 w 163727"/>
              <a:gd name="connsiteY4" fmla="*/ 255998 h 302180"/>
              <a:gd name="connsiteX5" fmla="*/ 161788 w 163727"/>
              <a:gd name="connsiteY5" fmla="*/ 217899 h 302180"/>
              <a:gd name="connsiteX6" fmla="*/ 123688 w 163727"/>
              <a:gd name="connsiteY6" fmla="*/ 160749 h 302180"/>
              <a:gd name="connsiteX7" fmla="*/ 142738 w 163727"/>
              <a:gd name="connsiteY7" fmla="*/ 9936 h 302180"/>
              <a:gd name="connsiteX8" fmla="*/ 74475 w 163727"/>
              <a:gd name="connsiteY8" fmla="*/ 17875 h 302180"/>
              <a:gd name="connsiteX9" fmla="*/ 9387 w 163727"/>
              <a:gd name="connsiteY9" fmla="*/ 8349 h 302180"/>
              <a:gd name="connsiteX0" fmla="*/ 9387 w 163842"/>
              <a:gd name="connsiteY0" fmla="*/ 8349 h 302180"/>
              <a:gd name="connsiteX1" fmla="*/ 31612 w 163842"/>
              <a:gd name="connsiteY1" fmla="*/ 157574 h 302180"/>
              <a:gd name="connsiteX2" fmla="*/ 1450 w 163842"/>
              <a:gd name="connsiteY2" fmla="*/ 240124 h 302180"/>
              <a:gd name="connsiteX3" fmla="*/ 87175 w 163842"/>
              <a:gd name="connsiteY3" fmla="*/ 302037 h 302180"/>
              <a:gd name="connsiteX4" fmla="*/ 150675 w 163842"/>
              <a:gd name="connsiteY4" fmla="*/ 255998 h 302180"/>
              <a:gd name="connsiteX5" fmla="*/ 161788 w 163842"/>
              <a:gd name="connsiteY5" fmla="*/ 217899 h 302180"/>
              <a:gd name="connsiteX6" fmla="*/ 122101 w 163842"/>
              <a:gd name="connsiteY6" fmla="*/ 159162 h 302180"/>
              <a:gd name="connsiteX7" fmla="*/ 142738 w 163842"/>
              <a:gd name="connsiteY7" fmla="*/ 9936 h 302180"/>
              <a:gd name="connsiteX8" fmla="*/ 74475 w 163842"/>
              <a:gd name="connsiteY8" fmla="*/ 17875 h 302180"/>
              <a:gd name="connsiteX9" fmla="*/ 9387 w 163842"/>
              <a:gd name="connsiteY9" fmla="*/ 8349 h 302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3842" h="302180">
                <a:moveTo>
                  <a:pt x="9387" y="8349"/>
                </a:moveTo>
                <a:cubicBezTo>
                  <a:pt x="2243" y="31632"/>
                  <a:pt x="32935" y="118945"/>
                  <a:pt x="31612" y="157574"/>
                </a:cubicBezTo>
                <a:cubicBezTo>
                  <a:pt x="30289" y="196203"/>
                  <a:pt x="-7810" y="216047"/>
                  <a:pt x="1450" y="240124"/>
                </a:cubicBezTo>
                <a:cubicBezTo>
                  <a:pt x="10710" y="264201"/>
                  <a:pt x="62304" y="299391"/>
                  <a:pt x="87175" y="302037"/>
                </a:cubicBezTo>
                <a:cubicBezTo>
                  <a:pt x="112046" y="304683"/>
                  <a:pt x="138240" y="270021"/>
                  <a:pt x="150675" y="255998"/>
                </a:cubicBezTo>
                <a:cubicBezTo>
                  <a:pt x="163110" y="241975"/>
                  <a:pt x="166550" y="234038"/>
                  <a:pt x="161788" y="217899"/>
                </a:cubicBezTo>
                <a:cubicBezTo>
                  <a:pt x="157026" y="201760"/>
                  <a:pt x="126334" y="183504"/>
                  <a:pt x="122101" y="159162"/>
                </a:cubicBezTo>
                <a:cubicBezTo>
                  <a:pt x="117868" y="134820"/>
                  <a:pt x="150676" y="33484"/>
                  <a:pt x="142738" y="9936"/>
                </a:cubicBezTo>
                <a:cubicBezTo>
                  <a:pt x="134800" y="-13612"/>
                  <a:pt x="93525" y="17875"/>
                  <a:pt x="74475" y="17875"/>
                </a:cubicBezTo>
                <a:cubicBezTo>
                  <a:pt x="55425" y="17875"/>
                  <a:pt x="16531" y="-14934"/>
                  <a:pt x="9387" y="8349"/>
                </a:cubicBezTo>
                <a:close/>
              </a:path>
            </a:pathLst>
          </a:custGeom>
          <a:gradFill flip="none" rotWithShape="1">
            <a:gsLst>
              <a:gs pos="72000">
                <a:srgbClr val="F9D1B5"/>
              </a:gs>
              <a:gs pos="96000">
                <a:srgbClr val="FCE4D4"/>
              </a:gs>
              <a:gs pos="5000">
                <a:schemeClr val="accent2">
                  <a:lumMod val="20000"/>
                  <a:lumOff val="80000"/>
                </a:schemeClr>
              </a:gs>
              <a:gs pos="50000">
                <a:srgbClr val="F6C3A0"/>
              </a:gs>
              <a:gs pos="24000">
                <a:srgbClr val="FAD6BE"/>
              </a:gs>
            </a:gsLst>
            <a:lin ang="0" scaled="1"/>
            <a:tileRect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09DAF3D-21AA-4A28-8B54-B656C70AD90B}"/>
              </a:ext>
            </a:extLst>
          </p:cNvPr>
          <p:cNvGrpSpPr/>
          <p:nvPr/>
        </p:nvGrpSpPr>
        <p:grpSpPr>
          <a:xfrm>
            <a:off x="2921758" y="4489721"/>
            <a:ext cx="1095210" cy="420138"/>
            <a:chOff x="2663271" y="4649378"/>
            <a:chExt cx="1095210" cy="420138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9B16F1F-2F02-45C4-AE50-ADA0D24265EF}"/>
                </a:ext>
              </a:extLst>
            </p:cNvPr>
            <p:cNvSpPr/>
            <p:nvPr/>
          </p:nvSpPr>
          <p:spPr>
            <a:xfrm rot="156258">
              <a:off x="2664085" y="4748039"/>
              <a:ext cx="1074621" cy="321477"/>
            </a:xfrm>
            <a:custGeom>
              <a:avLst/>
              <a:gdLst>
                <a:gd name="connsiteX0" fmla="*/ 7239 w 1109882"/>
                <a:gd name="connsiteY0" fmla="*/ 95032 h 333200"/>
                <a:gd name="connsiteX1" fmla="*/ 396705 w 1109882"/>
                <a:gd name="connsiteY1" fmla="*/ 315166 h 333200"/>
                <a:gd name="connsiteX2" fmla="*/ 777705 w 1109882"/>
                <a:gd name="connsiteY2" fmla="*/ 306699 h 333200"/>
                <a:gd name="connsiteX3" fmla="*/ 997839 w 1109882"/>
                <a:gd name="connsiteY3" fmla="*/ 196632 h 333200"/>
                <a:gd name="connsiteX4" fmla="*/ 1099439 w 1109882"/>
                <a:gd name="connsiteY4" fmla="*/ 1899 h 333200"/>
                <a:gd name="connsiteX5" fmla="*/ 752305 w 1109882"/>
                <a:gd name="connsiteY5" fmla="*/ 95032 h 333200"/>
                <a:gd name="connsiteX6" fmla="*/ 7239 w 1109882"/>
                <a:gd name="connsiteY6" fmla="*/ 95032 h 333200"/>
                <a:gd name="connsiteX0" fmla="*/ 7239 w 1109882"/>
                <a:gd name="connsiteY0" fmla="*/ 61189 h 335712"/>
                <a:gd name="connsiteX1" fmla="*/ 396705 w 1109882"/>
                <a:gd name="connsiteY1" fmla="*/ 315190 h 335712"/>
                <a:gd name="connsiteX2" fmla="*/ 777705 w 1109882"/>
                <a:gd name="connsiteY2" fmla="*/ 306723 h 335712"/>
                <a:gd name="connsiteX3" fmla="*/ 997839 w 1109882"/>
                <a:gd name="connsiteY3" fmla="*/ 196656 h 335712"/>
                <a:gd name="connsiteX4" fmla="*/ 1099439 w 1109882"/>
                <a:gd name="connsiteY4" fmla="*/ 1923 h 335712"/>
                <a:gd name="connsiteX5" fmla="*/ 752305 w 1109882"/>
                <a:gd name="connsiteY5" fmla="*/ 95056 h 335712"/>
                <a:gd name="connsiteX6" fmla="*/ 7239 w 1109882"/>
                <a:gd name="connsiteY6" fmla="*/ 61189 h 335712"/>
                <a:gd name="connsiteX0" fmla="*/ 628 w 1103271"/>
                <a:gd name="connsiteY0" fmla="*/ 61751 h 336274"/>
                <a:gd name="connsiteX1" fmla="*/ 390094 w 1103271"/>
                <a:gd name="connsiteY1" fmla="*/ 315752 h 336274"/>
                <a:gd name="connsiteX2" fmla="*/ 771094 w 1103271"/>
                <a:gd name="connsiteY2" fmla="*/ 307285 h 336274"/>
                <a:gd name="connsiteX3" fmla="*/ 991228 w 1103271"/>
                <a:gd name="connsiteY3" fmla="*/ 197218 h 336274"/>
                <a:gd name="connsiteX4" fmla="*/ 1092828 w 1103271"/>
                <a:gd name="connsiteY4" fmla="*/ 2485 h 336274"/>
                <a:gd name="connsiteX5" fmla="*/ 483227 w 1103271"/>
                <a:gd name="connsiteY5" fmla="*/ 70218 h 336274"/>
                <a:gd name="connsiteX6" fmla="*/ 628 w 1103271"/>
                <a:gd name="connsiteY6" fmla="*/ 61751 h 336274"/>
                <a:gd name="connsiteX0" fmla="*/ 628 w 1103271"/>
                <a:gd name="connsiteY0" fmla="*/ 60847 h 335370"/>
                <a:gd name="connsiteX1" fmla="*/ 390094 w 1103271"/>
                <a:gd name="connsiteY1" fmla="*/ 314848 h 335370"/>
                <a:gd name="connsiteX2" fmla="*/ 771094 w 1103271"/>
                <a:gd name="connsiteY2" fmla="*/ 306381 h 335370"/>
                <a:gd name="connsiteX3" fmla="*/ 991228 w 1103271"/>
                <a:gd name="connsiteY3" fmla="*/ 196314 h 335370"/>
                <a:gd name="connsiteX4" fmla="*/ 1092828 w 1103271"/>
                <a:gd name="connsiteY4" fmla="*/ 1581 h 335370"/>
                <a:gd name="connsiteX5" fmla="*/ 483227 w 1103271"/>
                <a:gd name="connsiteY5" fmla="*/ 69314 h 335370"/>
                <a:gd name="connsiteX6" fmla="*/ 628 w 1103271"/>
                <a:gd name="connsiteY6" fmla="*/ 60847 h 335370"/>
                <a:gd name="connsiteX0" fmla="*/ 990 w 1103633"/>
                <a:gd name="connsiteY0" fmla="*/ 60531 h 335054"/>
                <a:gd name="connsiteX1" fmla="*/ 390456 w 1103633"/>
                <a:gd name="connsiteY1" fmla="*/ 314532 h 335054"/>
                <a:gd name="connsiteX2" fmla="*/ 771456 w 1103633"/>
                <a:gd name="connsiteY2" fmla="*/ 306065 h 335054"/>
                <a:gd name="connsiteX3" fmla="*/ 991590 w 1103633"/>
                <a:gd name="connsiteY3" fmla="*/ 195998 h 335054"/>
                <a:gd name="connsiteX4" fmla="*/ 1093190 w 1103633"/>
                <a:gd name="connsiteY4" fmla="*/ 1265 h 335054"/>
                <a:gd name="connsiteX5" fmla="*/ 508989 w 1103633"/>
                <a:gd name="connsiteY5" fmla="*/ 102865 h 335054"/>
                <a:gd name="connsiteX6" fmla="*/ 990 w 1103633"/>
                <a:gd name="connsiteY6" fmla="*/ 60531 h 335054"/>
                <a:gd name="connsiteX0" fmla="*/ 990 w 1103633"/>
                <a:gd name="connsiteY0" fmla="*/ 60939 h 335462"/>
                <a:gd name="connsiteX1" fmla="*/ 390456 w 1103633"/>
                <a:gd name="connsiteY1" fmla="*/ 314940 h 335462"/>
                <a:gd name="connsiteX2" fmla="*/ 771456 w 1103633"/>
                <a:gd name="connsiteY2" fmla="*/ 306473 h 335462"/>
                <a:gd name="connsiteX3" fmla="*/ 991590 w 1103633"/>
                <a:gd name="connsiteY3" fmla="*/ 196406 h 335462"/>
                <a:gd name="connsiteX4" fmla="*/ 1093190 w 1103633"/>
                <a:gd name="connsiteY4" fmla="*/ 1673 h 335462"/>
                <a:gd name="connsiteX5" fmla="*/ 508989 w 1103633"/>
                <a:gd name="connsiteY5" fmla="*/ 103273 h 335462"/>
                <a:gd name="connsiteX6" fmla="*/ 990 w 1103633"/>
                <a:gd name="connsiteY6" fmla="*/ 60939 h 335462"/>
                <a:gd name="connsiteX0" fmla="*/ 990 w 1098903"/>
                <a:gd name="connsiteY0" fmla="*/ 60939 h 334756"/>
                <a:gd name="connsiteX1" fmla="*/ 390456 w 1098903"/>
                <a:gd name="connsiteY1" fmla="*/ 314940 h 334756"/>
                <a:gd name="connsiteX2" fmla="*/ 771456 w 1098903"/>
                <a:gd name="connsiteY2" fmla="*/ 306473 h 334756"/>
                <a:gd name="connsiteX3" fmla="*/ 889990 w 1098903"/>
                <a:gd name="connsiteY3" fmla="*/ 213339 h 334756"/>
                <a:gd name="connsiteX4" fmla="*/ 1093190 w 1098903"/>
                <a:gd name="connsiteY4" fmla="*/ 1673 h 334756"/>
                <a:gd name="connsiteX5" fmla="*/ 508989 w 1098903"/>
                <a:gd name="connsiteY5" fmla="*/ 103273 h 334756"/>
                <a:gd name="connsiteX6" fmla="*/ 990 w 1098903"/>
                <a:gd name="connsiteY6" fmla="*/ 60939 h 334756"/>
                <a:gd name="connsiteX0" fmla="*/ 1780 w 1099693"/>
                <a:gd name="connsiteY0" fmla="*/ 60939 h 323037"/>
                <a:gd name="connsiteX1" fmla="*/ 357380 w 1099693"/>
                <a:gd name="connsiteY1" fmla="*/ 298006 h 323037"/>
                <a:gd name="connsiteX2" fmla="*/ 772246 w 1099693"/>
                <a:gd name="connsiteY2" fmla="*/ 306473 h 323037"/>
                <a:gd name="connsiteX3" fmla="*/ 890780 w 1099693"/>
                <a:gd name="connsiteY3" fmla="*/ 213339 h 323037"/>
                <a:gd name="connsiteX4" fmla="*/ 1093980 w 1099693"/>
                <a:gd name="connsiteY4" fmla="*/ 1673 h 323037"/>
                <a:gd name="connsiteX5" fmla="*/ 509779 w 1099693"/>
                <a:gd name="connsiteY5" fmla="*/ 103273 h 323037"/>
                <a:gd name="connsiteX6" fmla="*/ 1780 w 1099693"/>
                <a:gd name="connsiteY6" fmla="*/ 60939 h 323037"/>
                <a:gd name="connsiteX0" fmla="*/ 1506 w 1099419"/>
                <a:gd name="connsiteY0" fmla="*/ 60939 h 337361"/>
                <a:gd name="connsiteX1" fmla="*/ 357106 w 1099419"/>
                <a:gd name="connsiteY1" fmla="*/ 298006 h 337361"/>
                <a:gd name="connsiteX2" fmla="*/ 771972 w 1099419"/>
                <a:gd name="connsiteY2" fmla="*/ 306473 h 337361"/>
                <a:gd name="connsiteX3" fmla="*/ 890506 w 1099419"/>
                <a:gd name="connsiteY3" fmla="*/ 213339 h 337361"/>
                <a:gd name="connsiteX4" fmla="*/ 1093706 w 1099419"/>
                <a:gd name="connsiteY4" fmla="*/ 1673 h 337361"/>
                <a:gd name="connsiteX5" fmla="*/ 509505 w 1099419"/>
                <a:gd name="connsiteY5" fmla="*/ 103273 h 337361"/>
                <a:gd name="connsiteX6" fmla="*/ 1506 w 1099419"/>
                <a:gd name="connsiteY6" fmla="*/ 60939 h 337361"/>
                <a:gd name="connsiteX0" fmla="*/ 1318 w 1099231"/>
                <a:gd name="connsiteY0" fmla="*/ 60939 h 326221"/>
                <a:gd name="connsiteX1" fmla="*/ 365385 w 1099231"/>
                <a:gd name="connsiteY1" fmla="*/ 281073 h 326221"/>
                <a:gd name="connsiteX2" fmla="*/ 771784 w 1099231"/>
                <a:gd name="connsiteY2" fmla="*/ 306473 h 326221"/>
                <a:gd name="connsiteX3" fmla="*/ 890318 w 1099231"/>
                <a:gd name="connsiteY3" fmla="*/ 213339 h 326221"/>
                <a:gd name="connsiteX4" fmla="*/ 1093518 w 1099231"/>
                <a:gd name="connsiteY4" fmla="*/ 1673 h 326221"/>
                <a:gd name="connsiteX5" fmla="*/ 509317 w 1099231"/>
                <a:gd name="connsiteY5" fmla="*/ 103273 h 326221"/>
                <a:gd name="connsiteX6" fmla="*/ 1318 w 1099231"/>
                <a:gd name="connsiteY6" fmla="*/ 60939 h 326221"/>
                <a:gd name="connsiteX0" fmla="*/ 1439 w 1099970"/>
                <a:gd name="connsiteY0" fmla="*/ 60939 h 314201"/>
                <a:gd name="connsiteX1" fmla="*/ 365506 w 1099970"/>
                <a:gd name="connsiteY1" fmla="*/ 281073 h 314201"/>
                <a:gd name="connsiteX2" fmla="*/ 636439 w 1099970"/>
                <a:gd name="connsiteY2" fmla="*/ 306473 h 314201"/>
                <a:gd name="connsiteX3" fmla="*/ 890439 w 1099970"/>
                <a:gd name="connsiteY3" fmla="*/ 213339 h 314201"/>
                <a:gd name="connsiteX4" fmla="*/ 1093639 w 1099970"/>
                <a:gd name="connsiteY4" fmla="*/ 1673 h 314201"/>
                <a:gd name="connsiteX5" fmla="*/ 509438 w 1099970"/>
                <a:gd name="connsiteY5" fmla="*/ 103273 h 314201"/>
                <a:gd name="connsiteX6" fmla="*/ 1439 w 1099970"/>
                <a:gd name="connsiteY6" fmla="*/ 60939 h 314201"/>
                <a:gd name="connsiteX0" fmla="*/ 1439 w 1099261"/>
                <a:gd name="connsiteY0" fmla="*/ 60939 h 314201"/>
                <a:gd name="connsiteX1" fmla="*/ 365506 w 1099261"/>
                <a:gd name="connsiteY1" fmla="*/ 281073 h 314201"/>
                <a:gd name="connsiteX2" fmla="*/ 636439 w 1099261"/>
                <a:gd name="connsiteY2" fmla="*/ 306473 h 314201"/>
                <a:gd name="connsiteX3" fmla="*/ 865039 w 1099261"/>
                <a:gd name="connsiteY3" fmla="*/ 213339 h 314201"/>
                <a:gd name="connsiteX4" fmla="*/ 1093639 w 1099261"/>
                <a:gd name="connsiteY4" fmla="*/ 1673 h 314201"/>
                <a:gd name="connsiteX5" fmla="*/ 509438 w 1099261"/>
                <a:gd name="connsiteY5" fmla="*/ 103273 h 314201"/>
                <a:gd name="connsiteX6" fmla="*/ 1439 w 1099261"/>
                <a:gd name="connsiteY6" fmla="*/ 60939 h 314201"/>
                <a:gd name="connsiteX0" fmla="*/ 1439 w 1074445"/>
                <a:gd name="connsiteY0" fmla="*/ 44359 h 297621"/>
                <a:gd name="connsiteX1" fmla="*/ 365506 w 1074445"/>
                <a:gd name="connsiteY1" fmla="*/ 264493 h 297621"/>
                <a:gd name="connsiteX2" fmla="*/ 636439 w 1074445"/>
                <a:gd name="connsiteY2" fmla="*/ 289893 h 297621"/>
                <a:gd name="connsiteX3" fmla="*/ 865039 w 1074445"/>
                <a:gd name="connsiteY3" fmla="*/ 196759 h 297621"/>
                <a:gd name="connsiteX4" fmla="*/ 1068239 w 1074445"/>
                <a:gd name="connsiteY4" fmla="*/ 2027 h 297621"/>
                <a:gd name="connsiteX5" fmla="*/ 509438 w 1074445"/>
                <a:gd name="connsiteY5" fmla="*/ 86693 h 297621"/>
                <a:gd name="connsiteX6" fmla="*/ 1439 w 1074445"/>
                <a:gd name="connsiteY6" fmla="*/ 44359 h 297621"/>
                <a:gd name="connsiteX0" fmla="*/ 337 w 1073343"/>
                <a:gd name="connsiteY0" fmla="*/ 44445 h 297707"/>
                <a:gd name="connsiteX1" fmla="*/ 364404 w 1073343"/>
                <a:gd name="connsiteY1" fmla="*/ 264579 h 297707"/>
                <a:gd name="connsiteX2" fmla="*/ 635337 w 1073343"/>
                <a:gd name="connsiteY2" fmla="*/ 289979 h 297707"/>
                <a:gd name="connsiteX3" fmla="*/ 863937 w 1073343"/>
                <a:gd name="connsiteY3" fmla="*/ 196845 h 297707"/>
                <a:gd name="connsiteX4" fmla="*/ 1067137 w 1073343"/>
                <a:gd name="connsiteY4" fmla="*/ 2113 h 297707"/>
                <a:gd name="connsiteX5" fmla="*/ 508336 w 1073343"/>
                <a:gd name="connsiteY5" fmla="*/ 86779 h 297707"/>
                <a:gd name="connsiteX6" fmla="*/ 302734 w 1073343"/>
                <a:gd name="connsiteY6" fmla="*/ 71491 h 297707"/>
                <a:gd name="connsiteX7" fmla="*/ 337 w 1073343"/>
                <a:gd name="connsiteY7" fmla="*/ 44445 h 297707"/>
                <a:gd name="connsiteX0" fmla="*/ 337 w 1073343"/>
                <a:gd name="connsiteY0" fmla="*/ 44636 h 297898"/>
                <a:gd name="connsiteX1" fmla="*/ 364404 w 1073343"/>
                <a:gd name="connsiteY1" fmla="*/ 264770 h 297898"/>
                <a:gd name="connsiteX2" fmla="*/ 635337 w 1073343"/>
                <a:gd name="connsiteY2" fmla="*/ 290170 h 297898"/>
                <a:gd name="connsiteX3" fmla="*/ 863937 w 1073343"/>
                <a:gd name="connsiteY3" fmla="*/ 197036 h 297898"/>
                <a:gd name="connsiteX4" fmla="*/ 1067137 w 1073343"/>
                <a:gd name="connsiteY4" fmla="*/ 2304 h 297898"/>
                <a:gd name="connsiteX5" fmla="*/ 677669 w 1073343"/>
                <a:gd name="connsiteY5" fmla="*/ 78503 h 297898"/>
                <a:gd name="connsiteX6" fmla="*/ 302734 w 1073343"/>
                <a:gd name="connsiteY6" fmla="*/ 71682 h 297898"/>
                <a:gd name="connsiteX7" fmla="*/ 337 w 1073343"/>
                <a:gd name="connsiteY7" fmla="*/ 44636 h 297898"/>
                <a:gd name="connsiteX0" fmla="*/ 337 w 1073343"/>
                <a:gd name="connsiteY0" fmla="*/ 45827 h 299089"/>
                <a:gd name="connsiteX1" fmla="*/ 364404 w 1073343"/>
                <a:gd name="connsiteY1" fmla="*/ 265961 h 299089"/>
                <a:gd name="connsiteX2" fmla="*/ 635337 w 1073343"/>
                <a:gd name="connsiteY2" fmla="*/ 291361 h 299089"/>
                <a:gd name="connsiteX3" fmla="*/ 863937 w 1073343"/>
                <a:gd name="connsiteY3" fmla="*/ 198227 h 299089"/>
                <a:gd name="connsiteX4" fmla="*/ 1067137 w 1073343"/>
                <a:gd name="connsiteY4" fmla="*/ 3495 h 299089"/>
                <a:gd name="connsiteX5" fmla="*/ 677669 w 1073343"/>
                <a:gd name="connsiteY5" fmla="*/ 79694 h 299089"/>
                <a:gd name="connsiteX6" fmla="*/ 302734 w 1073343"/>
                <a:gd name="connsiteY6" fmla="*/ 72873 h 299089"/>
                <a:gd name="connsiteX7" fmla="*/ 337 w 1073343"/>
                <a:gd name="connsiteY7" fmla="*/ 45827 h 299089"/>
                <a:gd name="connsiteX0" fmla="*/ 337 w 1073343"/>
                <a:gd name="connsiteY0" fmla="*/ 44856 h 298118"/>
                <a:gd name="connsiteX1" fmla="*/ 364404 w 1073343"/>
                <a:gd name="connsiteY1" fmla="*/ 264990 h 298118"/>
                <a:gd name="connsiteX2" fmla="*/ 635337 w 1073343"/>
                <a:gd name="connsiteY2" fmla="*/ 290390 h 298118"/>
                <a:gd name="connsiteX3" fmla="*/ 863937 w 1073343"/>
                <a:gd name="connsiteY3" fmla="*/ 197256 h 298118"/>
                <a:gd name="connsiteX4" fmla="*/ 1067137 w 1073343"/>
                <a:gd name="connsiteY4" fmla="*/ 2524 h 298118"/>
                <a:gd name="connsiteX5" fmla="*/ 677669 w 1073343"/>
                <a:gd name="connsiteY5" fmla="*/ 78723 h 298118"/>
                <a:gd name="connsiteX6" fmla="*/ 302734 w 1073343"/>
                <a:gd name="connsiteY6" fmla="*/ 71902 h 298118"/>
                <a:gd name="connsiteX7" fmla="*/ 337 w 1073343"/>
                <a:gd name="connsiteY7" fmla="*/ 44856 h 298118"/>
                <a:gd name="connsiteX0" fmla="*/ 337 w 1073343"/>
                <a:gd name="connsiteY0" fmla="*/ 44540 h 297802"/>
                <a:gd name="connsiteX1" fmla="*/ 364404 w 1073343"/>
                <a:gd name="connsiteY1" fmla="*/ 264674 h 297802"/>
                <a:gd name="connsiteX2" fmla="*/ 635337 w 1073343"/>
                <a:gd name="connsiteY2" fmla="*/ 290074 h 297802"/>
                <a:gd name="connsiteX3" fmla="*/ 863937 w 1073343"/>
                <a:gd name="connsiteY3" fmla="*/ 196940 h 297802"/>
                <a:gd name="connsiteX4" fmla="*/ 1067137 w 1073343"/>
                <a:gd name="connsiteY4" fmla="*/ 2208 h 297802"/>
                <a:gd name="connsiteX5" fmla="*/ 677669 w 1073343"/>
                <a:gd name="connsiteY5" fmla="*/ 78407 h 297802"/>
                <a:gd name="connsiteX6" fmla="*/ 302734 w 1073343"/>
                <a:gd name="connsiteY6" fmla="*/ 46186 h 297802"/>
                <a:gd name="connsiteX7" fmla="*/ 337 w 1073343"/>
                <a:gd name="connsiteY7" fmla="*/ 44540 h 297802"/>
                <a:gd name="connsiteX0" fmla="*/ 337 w 1073343"/>
                <a:gd name="connsiteY0" fmla="*/ 45706 h 298968"/>
                <a:gd name="connsiteX1" fmla="*/ 364404 w 1073343"/>
                <a:gd name="connsiteY1" fmla="*/ 265840 h 298968"/>
                <a:gd name="connsiteX2" fmla="*/ 635337 w 1073343"/>
                <a:gd name="connsiteY2" fmla="*/ 291240 h 298968"/>
                <a:gd name="connsiteX3" fmla="*/ 863937 w 1073343"/>
                <a:gd name="connsiteY3" fmla="*/ 198106 h 298968"/>
                <a:gd name="connsiteX4" fmla="*/ 1067137 w 1073343"/>
                <a:gd name="connsiteY4" fmla="*/ 3374 h 298968"/>
                <a:gd name="connsiteX5" fmla="*/ 677669 w 1073343"/>
                <a:gd name="connsiteY5" fmla="*/ 45706 h 298968"/>
                <a:gd name="connsiteX6" fmla="*/ 302734 w 1073343"/>
                <a:gd name="connsiteY6" fmla="*/ 47352 h 298968"/>
                <a:gd name="connsiteX7" fmla="*/ 337 w 1073343"/>
                <a:gd name="connsiteY7" fmla="*/ 45706 h 298968"/>
                <a:gd name="connsiteX0" fmla="*/ 337 w 1073343"/>
                <a:gd name="connsiteY0" fmla="*/ 45706 h 298968"/>
                <a:gd name="connsiteX1" fmla="*/ 364404 w 1073343"/>
                <a:gd name="connsiteY1" fmla="*/ 265840 h 298968"/>
                <a:gd name="connsiteX2" fmla="*/ 635337 w 1073343"/>
                <a:gd name="connsiteY2" fmla="*/ 291240 h 298968"/>
                <a:gd name="connsiteX3" fmla="*/ 863937 w 1073343"/>
                <a:gd name="connsiteY3" fmla="*/ 198106 h 298968"/>
                <a:gd name="connsiteX4" fmla="*/ 1067137 w 1073343"/>
                <a:gd name="connsiteY4" fmla="*/ 3374 h 298968"/>
                <a:gd name="connsiteX5" fmla="*/ 677669 w 1073343"/>
                <a:gd name="connsiteY5" fmla="*/ 45706 h 298968"/>
                <a:gd name="connsiteX6" fmla="*/ 302734 w 1073343"/>
                <a:gd name="connsiteY6" fmla="*/ 47352 h 298968"/>
                <a:gd name="connsiteX7" fmla="*/ 337 w 1073343"/>
                <a:gd name="connsiteY7" fmla="*/ 45706 h 298968"/>
                <a:gd name="connsiteX0" fmla="*/ 337 w 1073302"/>
                <a:gd name="connsiteY0" fmla="*/ 45706 h 298968"/>
                <a:gd name="connsiteX1" fmla="*/ 364404 w 1073302"/>
                <a:gd name="connsiteY1" fmla="*/ 265840 h 298968"/>
                <a:gd name="connsiteX2" fmla="*/ 643804 w 1073302"/>
                <a:gd name="connsiteY2" fmla="*/ 291240 h 298968"/>
                <a:gd name="connsiteX3" fmla="*/ 863937 w 1073302"/>
                <a:gd name="connsiteY3" fmla="*/ 198106 h 298968"/>
                <a:gd name="connsiteX4" fmla="*/ 1067137 w 1073302"/>
                <a:gd name="connsiteY4" fmla="*/ 3374 h 298968"/>
                <a:gd name="connsiteX5" fmla="*/ 677669 w 1073302"/>
                <a:gd name="connsiteY5" fmla="*/ 45706 h 298968"/>
                <a:gd name="connsiteX6" fmla="*/ 302734 w 1073302"/>
                <a:gd name="connsiteY6" fmla="*/ 47352 h 298968"/>
                <a:gd name="connsiteX7" fmla="*/ 337 w 1073302"/>
                <a:gd name="connsiteY7" fmla="*/ 45706 h 298968"/>
                <a:gd name="connsiteX0" fmla="*/ 337 w 1073565"/>
                <a:gd name="connsiteY0" fmla="*/ 45706 h 299583"/>
                <a:gd name="connsiteX1" fmla="*/ 364404 w 1073565"/>
                <a:gd name="connsiteY1" fmla="*/ 265840 h 299583"/>
                <a:gd name="connsiteX2" fmla="*/ 643804 w 1073565"/>
                <a:gd name="connsiteY2" fmla="*/ 291240 h 299583"/>
                <a:gd name="connsiteX3" fmla="*/ 872404 w 1073565"/>
                <a:gd name="connsiteY3" fmla="*/ 189639 h 299583"/>
                <a:gd name="connsiteX4" fmla="*/ 1067137 w 1073565"/>
                <a:gd name="connsiteY4" fmla="*/ 3374 h 299583"/>
                <a:gd name="connsiteX5" fmla="*/ 677669 w 1073565"/>
                <a:gd name="connsiteY5" fmla="*/ 45706 h 299583"/>
                <a:gd name="connsiteX6" fmla="*/ 302734 w 1073565"/>
                <a:gd name="connsiteY6" fmla="*/ 47352 h 299583"/>
                <a:gd name="connsiteX7" fmla="*/ 337 w 1073565"/>
                <a:gd name="connsiteY7" fmla="*/ 45706 h 299583"/>
                <a:gd name="connsiteX0" fmla="*/ 337 w 1072441"/>
                <a:gd name="connsiteY0" fmla="*/ 70239 h 324116"/>
                <a:gd name="connsiteX1" fmla="*/ 364404 w 1072441"/>
                <a:gd name="connsiteY1" fmla="*/ 290373 h 324116"/>
                <a:gd name="connsiteX2" fmla="*/ 643804 w 1072441"/>
                <a:gd name="connsiteY2" fmla="*/ 315773 h 324116"/>
                <a:gd name="connsiteX3" fmla="*/ 872404 w 1072441"/>
                <a:gd name="connsiteY3" fmla="*/ 214172 h 324116"/>
                <a:gd name="connsiteX4" fmla="*/ 1065982 w 1072441"/>
                <a:gd name="connsiteY4" fmla="*/ 2533 h 324116"/>
                <a:gd name="connsiteX5" fmla="*/ 677669 w 1072441"/>
                <a:gd name="connsiteY5" fmla="*/ 70239 h 324116"/>
                <a:gd name="connsiteX6" fmla="*/ 302734 w 1072441"/>
                <a:gd name="connsiteY6" fmla="*/ 71885 h 324116"/>
                <a:gd name="connsiteX7" fmla="*/ 337 w 1072441"/>
                <a:gd name="connsiteY7" fmla="*/ 70239 h 324116"/>
                <a:gd name="connsiteX0" fmla="*/ 352 w 1072456"/>
                <a:gd name="connsiteY0" fmla="*/ 70239 h 344380"/>
                <a:gd name="connsiteX1" fmla="*/ 365958 w 1072456"/>
                <a:gd name="connsiteY1" fmla="*/ 324206 h 344380"/>
                <a:gd name="connsiteX2" fmla="*/ 643819 w 1072456"/>
                <a:gd name="connsiteY2" fmla="*/ 315773 h 344380"/>
                <a:gd name="connsiteX3" fmla="*/ 872419 w 1072456"/>
                <a:gd name="connsiteY3" fmla="*/ 214172 h 344380"/>
                <a:gd name="connsiteX4" fmla="*/ 1065997 w 1072456"/>
                <a:gd name="connsiteY4" fmla="*/ 2533 h 344380"/>
                <a:gd name="connsiteX5" fmla="*/ 677684 w 1072456"/>
                <a:gd name="connsiteY5" fmla="*/ 70239 h 344380"/>
                <a:gd name="connsiteX6" fmla="*/ 302749 w 1072456"/>
                <a:gd name="connsiteY6" fmla="*/ 71885 h 344380"/>
                <a:gd name="connsiteX7" fmla="*/ 352 w 1072456"/>
                <a:gd name="connsiteY7" fmla="*/ 70239 h 344380"/>
                <a:gd name="connsiteX0" fmla="*/ 352 w 1072456"/>
                <a:gd name="connsiteY0" fmla="*/ 70239 h 344380"/>
                <a:gd name="connsiteX1" fmla="*/ 365958 w 1072456"/>
                <a:gd name="connsiteY1" fmla="*/ 324206 h 344380"/>
                <a:gd name="connsiteX2" fmla="*/ 643819 w 1072456"/>
                <a:gd name="connsiteY2" fmla="*/ 315773 h 344380"/>
                <a:gd name="connsiteX3" fmla="*/ 872419 w 1072456"/>
                <a:gd name="connsiteY3" fmla="*/ 214172 h 344380"/>
                <a:gd name="connsiteX4" fmla="*/ 1065997 w 1072456"/>
                <a:gd name="connsiteY4" fmla="*/ 2533 h 344380"/>
                <a:gd name="connsiteX5" fmla="*/ 677684 w 1072456"/>
                <a:gd name="connsiteY5" fmla="*/ 70239 h 344380"/>
                <a:gd name="connsiteX6" fmla="*/ 302749 w 1072456"/>
                <a:gd name="connsiteY6" fmla="*/ 71885 h 344380"/>
                <a:gd name="connsiteX7" fmla="*/ 352 w 1072456"/>
                <a:gd name="connsiteY7" fmla="*/ 70239 h 344380"/>
                <a:gd name="connsiteX0" fmla="*/ 352 w 1072158"/>
                <a:gd name="connsiteY0" fmla="*/ 70239 h 346645"/>
                <a:gd name="connsiteX1" fmla="*/ 365958 w 1072158"/>
                <a:gd name="connsiteY1" fmla="*/ 324206 h 346645"/>
                <a:gd name="connsiteX2" fmla="*/ 703408 w 1072158"/>
                <a:gd name="connsiteY2" fmla="*/ 321538 h 346645"/>
                <a:gd name="connsiteX3" fmla="*/ 872419 w 1072158"/>
                <a:gd name="connsiteY3" fmla="*/ 214172 h 346645"/>
                <a:gd name="connsiteX4" fmla="*/ 1065997 w 1072158"/>
                <a:gd name="connsiteY4" fmla="*/ 2533 h 346645"/>
                <a:gd name="connsiteX5" fmla="*/ 677684 w 1072158"/>
                <a:gd name="connsiteY5" fmla="*/ 70239 h 346645"/>
                <a:gd name="connsiteX6" fmla="*/ 302749 w 1072158"/>
                <a:gd name="connsiteY6" fmla="*/ 71885 h 346645"/>
                <a:gd name="connsiteX7" fmla="*/ 352 w 1072158"/>
                <a:gd name="connsiteY7" fmla="*/ 70239 h 346645"/>
                <a:gd name="connsiteX0" fmla="*/ 352 w 1072124"/>
                <a:gd name="connsiteY0" fmla="*/ 70239 h 347876"/>
                <a:gd name="connsiteX1" fmla="*/ 365958 w 1072124"/>
                <a:gd name="connsiteY1" fmla="*/ 324206 h 347876"/>
                <a:gd name="connsiteX2" fmla="*/ 703408 w 1072124"/>
                <a:gd name="connsiteY2" fmla="*/ 321538 h 347876"/>
                <a:gd name="connsiteX3" fmla="*/ 871265 w 1072124"/>
                <a:gd name="connsiteY3" fmla="*/ 188799 h 347876"/>
                <a:gd name="connsiteX4" fmla="*/ 1065997 w 1072124"/>
                <a:gd name="connsiteY4" fmla="*/ 2533 h 347876"/>
                <a:gd name="connsiteX5" fmla="*/ 677684 w 1072124"/>
                <a:gd name="connsiteY5" fmla="*/ 70239 h 347876"/>
                <a:gd name="connsiteX6" fmla="*/ 302749 w 1072124"/>
                <a:gd name="connsiteY6" fmla="*/ 71885 h 347876"/>
                <a:gd name="connsiteX7" fmla="*/ 352 w 1072124"/>
                <a:gd name="connsiteY7" fmla="*/ 70239 h 347876"/>
                <a:gd name="connsiteX0" fmla="*/ 352 w 1072124"/>
                <a:gd name="connsiteY0" fmla="*/ 70239 h 347876"/>
                <a:gd name="connsiteX1" fmla="*/ 365958 w 1072124"/>
                <a:gd name="connsiteY1" fmla="*/ 324206 h 347876"/>
                <a:gd name="connsiteX2" fmla="*/ 703408 w 1072124"/>
                <a:gd name="connsiteY2" fmla="*/ 321538 h 347876"/>
                <a:gd name="connsiteX3" fmla="*/ 871265 w 1072124"/>
                <a:gd name="connsiteY3" fmla="*/ 188799 h 347876"/>
                <a:gd name="connsiteX4" fmla="*/ 1065997 w 1072124"/>
                <a:gd name="connsiteY4" fmla="*/ 2533 h 347876"/>
                <a:gd name="connsiteX5" fmla="*/ 677684 w 1072124"/>
                <a:gd name="connsiteY5" fmla="*/ 70239 h 347876"/>
                <a:gd name="connsiteX6" fmla="*/ 302749 w 1072124"/>
                <a:gd name="connsiteY6" fmla="*/ 71885 h 347876"/>
                <a:gd name="connsiteX7" fmla="*/ 352 w 1072124"/>
                <a:gd name="connsiteY7" fmla="*/ 70239 h 347876"/>
                <a:gd name="connsiteX0" fmla="*/ 2884 w 1074656"/>
                <a:gd name="connsiteY0" fmla="*/ 70239 h 339176"/>
                <a:gd name="connsiteX1" fmla="*/ 165023 w 1074656"/>
                <a:gd name="connsiteY1" fmla="*/ 196513 h 339176"/>
                <a:gd name="connsiteX2" fmla="*/ 368490 w 1074656"/>
                <a:gd name="connsiteY2" fmla="*/ 324206 h 339176"/>
                <a:gd name="connsiteX3" fmla="*/ 705940 w 1074656"/>
                <a:gd name="connsiteY3" fmla="*/ 321538 h 339176"/>
                <a:gd name="connsiteX4" fmla="*/ 873797 w 1074656"/>
                <a:gd name="connsiteY4" fmla="*/ 188799 h 339176"/>
                <a:gd name="connsiteX5" fmla="*/ 1068529 w 1074656"/>
                <a:gd name="connsiteY5" fmla="*/ 2533 h 339176"/>
                <a:gd name="connsiteX6" fmla="*/ 680216 w 1074656"/>
                <a:gd name="connsiteY6" fmla="*/ 70239 h 339176"/>
                <a:gd name="connsiteX7" fmla="*/ 305281 w 1074656"/>
                <a:gd name="connsiteY7" fmla="*/ 71885 h 339176"/>
                <a:gd name="connsiteX8" fmla="*/ 2884 w 1074656"/>
                <a:gd name="connsiteY8" fmla="*/ 70239 h 339176"/>
                <a:gd name="connsiteX0" fmla="*/ 2884 w 1074656"/>
                <a:gd name="connsiteY0" fmla="*/ 70239 h 334002"/>
                <a:gd name="connsiteX1" fmla="*/ 165023 w 1074656"/>
                <a:gd name="connsiteY1" fmla="*/ 196513 h 334002"/>
                <a:gd name="connsiteX2" fmla="*/ 401936 w 1074656"/>
                <a:gd name="connsiteY2" fmla="*/ 314209 h 334002"/>
                <a:gd name="connsiteX3" fmla="*/ 705940 w 1074656"/>
                <a:gd name="connsiteY3" fmla="*/ 321538 h 334002"/>
                <a:gd name="connsiteX4" fmla="*/ 873797 w 1074656"/>
                <a:gd name="connsiteY4" fmla="*/ 188799 h 334002"/>
                <a:gd name="connsiteX5" fmla="*/ 1068529 w 1074656"/>
                <a:gd name="connsiteY5" fmla="*/ 2533 h 334002"/>
                <a:gd name="connsiteX6" fmla="*/ 680216 w 1074656"/>
                <a:gd name="connsiteY6" fmla="*/ 70239 h 334002"/>
                <a:gd name="connsiteX7" fmla="*/ 305281 w 1074656"/>
                <a:gd name="connsiteY7" fmla="*/ 71885 h 334002"/>
                <a:gd name="connsiteX8" fmla="*/ 2884 w 1074656"/>
                <a:gd name="connsiteY8" fmla="*/ 70239 h 334002"/>
                <a:gd name="connsiteX0" fmla="*/ 2884 w 1074663"/>
                <a:gd name="connsiteY0" fmla="*/ 70239 h 319427"/>
                <a:gd name="connsiteX1" fmla="*/ 165023 w 1074663"/>
                <a:gd name="connsiteY1" fmla="*/ 196513 h 319427"/>
                <a:gd name="connsiteX2" fmla="*/ 401936 w 1074663"/>
                <a:gd name="connsiteY2" fmla="*/ 314209 h 319427"/>
                <a:gd name="connsiteX3" fmla="*/ 704401 w 1074663"/>
                <a:gd name="connsiteY3" fmla="*/ 287706 h 319427"/>
                <a:gd name="connsiteX4" fmla="*/ 873797 w 1074663"/>
                <a:gd name="connsiteY4" fmla="*/ 188799 h 319427"/>
                <a:gd name="connsiteX5" fmla="*/ 1068529 w 1074663"/>
                <a:gd name="connsiteY5" fmla="*/ 2533 h 319427"/>
                <a:gd name="connsiteX6" fmla="*/ 680216 w 1074663"/>
                <a:gd name="connsiteY6" fmla="*/ 70239 h 319427"/>
                <a:gd name="connsiteX7" fmla="*/ 305281 w 1074663"/>
                <a:gd name="connsiteY7" fmla="*/ 71885 h 319427"/>
                <a:gd name="connsiteX8" fmla="*/ 2884 w 1074663"/>
                <a:gd name="connsiteY8" fmla="*/ 70239 h 319427"/>
                <a:gd name="connsiteX0" fmla="*/ 2884 w 1074621"/>
                <a:gd name="connsiteY0" fmla="*/ 70239 h 321477"/>
                <a:gd name="connsiteX1" fmla="*/ 165023 w 1074621"/>
                <a:gd name="connsiteY1" fmla="*/ 196513 h 321477"/>
                <a:gd name="connsiteX2" fmla="*/ 401936 w 1074621"/>
                <a:gd name="connsiteY2" fmla="*/ 314209 h 321477"/>
                <a:gd name="connsiteX3" fmla="*/ 713243 w 1074621"/>
                <a:gd name="connsiteY3" fmla="*/ 295780 h 321477"/>
                <a:gd name="connsiteX4" fmla="*/ 873797 w 1074621"/>
                <a:gd name="connsiteY4" fmla="*/ 188799 h 321477"/>
                <a:gd name="connsiteX5" fmla="*/ 1068529 w 1074621"/>
                <a:gd name="connsiteY5" fmla="*/ 2533 h 321477"/>
                <a:gd name="connsiteX6" fmla="*/ 680216 w 1074621"/>
                <a:gd name="connsiteY6" fmla="*/ 70239 h 321477"/>
                <a:gd name="connsiteX7" fmla="*/ 305281 w 1074621"/>
                <a:gd name="connsiteY7" fmla="*/ 71885 h 321477"/>
                <a:gd name="connsiteX8" fmla="*/ 2884 w 1074621"/>
                <a:gd name="connsiteY8" fmla="*/ 70239 h 32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4621" h="321477">
                  <a:moveTo>
                    <a:pt x="2884" y="70239"/>
                  </a:moveTo>
                  <a:cubicBezTo>
                    <a:pt x="-20492" y="91010"/>
                    <a:pt x="104089" y="154185"/>
                    <a:pt x="165023" y="196513"/>
                  </a:cubicBezTo>
                  <a:cubicBezTo>
                    <a:pt x="225957" y="238841"/>
                    <a:pt x="310566" y="297665"/>
                    <a:pt x="401936" y="314209"/>
                  </a:cubicBezTo>
                  <a:cubicBezTo>
                    <a:pt x="493306" y="330753"/>
                    <a:pt x="634600" y="316682"/>
                    <a:pt x="713243" y="295780"/>
                  </a:cubicBezTo>
                  <a:cubicBezTo>
                    <a:pt x="791886" y="274878"/>
                    <a:pt x="814583" y="237673"/>
                    <a:pt x="873797" y="188799"/>
                  </a:cubicBezTo>
                  <a:cubicBezTo>
                    <a:pt x="933011" y="139925"/>
                    <a:pt x="1109451" y="19466"/>
                    <a:pt x="1068529" y="2533"/>
                  </a:cubicBezTo>
                  <a:cubicBezTo>
                    <a:pt x="1027607" y="-14400"/>
                    <a:pt x="807424" y="58680"/>
                    <a:pt x="680216" y="70239"/>
                  </a:cubicBezTo>
                  <a:cubicBezTo>
                    <a:pt x="553008" y="81798"/>
                    <a:pt x="389948" y="78941"/>
                    <a:pt x="305281" y="71885"/>
                  </a:cubicBezTo>
                  <a:cubicBezTo>
                    <a:pt x="220614" y="64829"/>
                    <a:pt x="26260" y="49468"/>
                    <a:pt x="2884" y="7023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8B7AE"/>
                </a:gs>
                <a:gs pos="61000">
                  <a:srgbClr val="F48C8C"/>
                </a:gs>
              </a:gsLst>
              <a:lin ang="16200000" scaled="1"/>
              <a:tileRect/>
            </a:gradFill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682D95C-E4E6-4480-8973-7F6E7D938428}"/>
                </a:ext>
              </a:extLst>
            </p:cNvPr>
            <p:cNvSpPr/>
            <p:nvPr/>
          </p:nvSpPr>
          <p:spPr>
            <a:xfrm rot="169825">
              <a:off x="2663271" y="4649378"/>
              <a:ext cx="1095210" cy="205641"/>
            </a:xfrm>
            <a:custGeom>
              <a:avLst/>
              <a:gdLst>
                <a:gd name="connsiteX0" fmla="*/ 5466 w 1323291"/>
                <a:gd name="connsiteY0" fmla="*/ 178072 h 203580"/>
                <a:gd name="connsiteX1" fmla="*/ 344133 w 1323291"/>
                <a:gd name="connsiteY1" fmla="*/ 127272 h 203580"/>
                <a:gd name="connsiteX2" fmla="*/ 538866 w 1323291"/>
                <a:gd name="connsiteY2" fmla="*/ 25672 h 203580"/>
                <a:gd name="connsiteX3" fmla="*/ 674333 w 1323291"/>
                <a:gd name="connsiteY3" fmla="*/ 68005 h 203580"/>
                <a:gd name="connsiteX4" fmla="*/ 784400 w 1323291"/>
                <a:gd name="connsiteY4" fmla="*/ 272 h 203580"/>
                <a:gd name="connsiteX5" fmla="*/ 962200 w 1323291"/>
                <a:gd name="connsiteY5" fmla="*/ 42605 h 203580"/>
                <a:gd name="connsiteX6" fmla="*/ 1267000 w 1323291"/>
                <a:gd name="connsiteY6" fmla="*/ 110338 h 203580"/>
                <a:gd name="connsiteX7" fmla="*/ 1283933 w 1323291"/>
                <a:gd name="connsiteY7" fmla="*/ 118805 h 203580"/>
                <a:gd name="connsiteX8" fmla="*/ 852133 w 1323291"/>
                <a:gd name="connsiteY8" fmla="*/ 169605 h 203580"/>
                <a:gd name="connsiteX9" fmla="*/ 801333 w 1323291"/>
                <a:gd name="connsiteY9" fmla="*/ 186538 h 203580"/>
                <a:gd name="connsiteX10" fmla="*/ 716666 w 1323291"/>
                <a:gd name="connsiteY10" fmla="*/ 203472 h 203580"/>
                <a:gd name="connsiteX11" fmla="*/ 640466 w 1323291"/>
                <a:gd name="connsiteY11" fmla="*/ 178072 h 203580"/>
                <a:gd name="connsiteX12" fmla="*/ 5466 w 1323291"/>
                <a:gd name="connsiteY12" fmla="*/ 178072 h 203580"/>
                <a:gd name="connsiteX0" fmla="*/ 3686 w 1321511"/>
                <a:gd name="connsiteY0" fmla="*/ 178072 h 203580"/>
                <a:gd name="connsiteX1" fmla="*/ 342353 w 1321511"/>
                <a:gd name="connsiteY1" fmla="*/ 127272 h 203580"/>
                <a:gd name="connsiteX2" fmla="*/ 537086 w 1321511"/>
                <a:gd name="connsiteY2" fmla="*/ 25672 h 203580"/>
                <a:gd name="connsiteX3" fmla="*/ 672553 w 1321511"/>
                <a:gd name="connsiteY3" fmla="*/ 68005 h 203580"/>
                <a:gd name="connsiteX4" fmla="*/ 782620 w 1321511"/>
                <a:gd name="connsiteY4" fmla="*/ 272 h 203580"/>
                <a:gd name="connsiteX5" fmla="*/ 960420 w 1321511"/>
                <a:gd name="connsiteY5" fmla="*/ 42605 h 203580"/>
                <a:gd name="connsiteX6" fmla="*/ 1265220 w 1321511"/>
                <a:gd name="connsiteY6" fmla="*/ 110338 h 203580"/>
                <a:gd name="connsiteX7" fmla="*/ 1282153 w 1321511"/>
                <a:gd name="connsiteY7" fmla="*/ 118805 h 203580"/>
                <a:gd name="connsiteX8" fmla="*/ 850353 w 1321511"/>
                <a:gd name="connsiteY8" fmla="*/ 169605 h 203580"/>
                <a:gd name="connsiteX9" fmla="*/ 799553 w 1321511"/>
                <a:gd name="connsiteY9" fmla="*/ 186538 h 203580"/>
                <a:gd name="connsiteX10" fmla="*/ 714886 w 1321511"/>
                <a:gd name="connsiteY10" fmla="*/ 203472 h 203580"/>
                <a:gd name="connsiteX11" fmla="*/ 579420 w 1321511"/>
                <a:gd name="connsiteY11" fmla="*/ 195005 h 203580"/>
                <a:gd name="connsiteX12" fmla="*/ 3686 w 1321511"/>
                <a:gd name="connsiteY12" fmla="*/ 178072 h 203580"/>
                <a:gd name="connsiteX0" fmla="*/ 3686 w 1318487"/>
                <a:gd name="connsiteY0" fmla="*/ 178072 h 203570"/>
                <a:gd name="connsiteX1" fmla="*/ 342353 w 1318487"/>
                <a:gd name="connsiteY1" fmla="*/ 127272 h 203570"/>
                <a:gd name="connsiteX2" fmla="*/ 537086 w 1318487"/>
                <a:gd name="connsiteY2" fmla="*/ 25672 h 203570"/>
                <a:gd name="connsiteX3" fmla="*/ 672553 w 1318487"/>
                <a:gd name="connsiteY3" fmla="*/ 68005 h 203570"/>
                <a:gd name="connsiteX4" fmla="*/ 782620 w 1318487"/>
                <a:gd name="connsiteY4" fmla="*/ 272 h 203570"/>
                <a:gd name="connsiteX5" fmla="*/ 960420 w 1318487"/>
                <a:gd name="connsiteY5" fmla="*/ 42605 h 203570"/>
                <a:gd name="connsiteX6" fmla="*/ 1265220 w 1318487"/>
                <a:gd name="connsiteY6" fmla="*/ 110338 h 203570"/>
                <a:gd name="connsiteX7" fmla="*/ 1282153 w 1318487"/>
                <a:gd name="connsiteY7" fmla="*/ 118805 h 203570"/>
                <a:gd name="connsiteX8" fmla="*/ 892686 w 1318487"/>
                <a:gd name="connsiteY8" fmla="*/ 178072 h 203570"/>
                <a:gd name="connsiteX9" fmla="*/ 799553 w 1318487"/>
                <a:gd name="connsiteY9" fmla="*/ 186538 h 203570"/>
                <a:gd name="connsiteX10" fmla="*/ 714886 w 1318487"/>
                <a:gd name="connsiteY10" fmla="*/ 203472 h 203570"/>
                <a:gd name="connsiteX11" fmla="*/ 579420 w 1318487"/>
                <a:gd name="connsiteY11" fmla="*/ 195005 h 203570"/>
                <a:gd name="connsiteX12" fmla="*/ 3686 w 1318487"/>
                <a:gd name="connsiteY12" fmla="*/ 178072 h 203570"/>
                <a:gd name="connsiteX0" fmla="*/ 3686 w 1318487"/>
                <a:gd name="connsiteY0" fmla="*/ 178072 h 212006"/>
                <a:gd name="connsiteX1" fmla="*/ 342353 w 1318487"/>
                <a:gd name="connsiteY1" fmla="*/ 127272 h 212006"/>
                <a:gd name="connsiteX2" fmla="*/ 537086 w 1318487"/>
                <a:gd name="connsiteY2" fmla="*/ 25672 h 212006"/>
                <a:gd name="connsiteX3" fmla="*/ 672553 w 1318487"/>
                <a:gd name="connsiteY3" fmla="*/ 68005 h 212006"/>
                <a:gd name="connsiteX4" fmla="*/ 782620 w 1318487"/>
                <a:gd name="connsiteY4" fmla="*/ 272 h 212006"/>
                <a:gd name="connsiteX5" fmla="*/ 960420 w 1318487"/>
                <a:gd name="connsiteY5" fmla="*/ 42605 h 212006"/>
                <a:gd name="connsiteX6" fmla="*/ 1265220 w 1318487"/>
                <a:gd name="connsiteY6" fmla="*/ 110338 h 212006"/>
                <a:gd name="connsiteX7" fmla="*/ 1282153 w 1318487"/>
                <a:gd name="connsiteY7" fmla="*/ 118805 h 212006"/>
                <a:gd name="connsiteX8" fmla="*/ 892686 w 1318487"/>
                <a:gd name="connsiteY8" fmla="*/ 178072 h 212006"/>
                <a:gd name="connsiteX9" fmla="*/ 799553 w 1318487"/>
                <a:gd name="connsiteY9" fmla="*/ 186538 h 212006"/>
                <a:gd name="connsiteX10" fmla="*/ 697952 w 1318487"/>
                <a:gd name="connsiteY10" fmla="*/ 211939 h 212006"/>
                <a:gd name="connsiteX11" fmla="*/ 579420 w 1318487"/>
                <a:gd name="connsiteY11" fmla="*/ 195005 h 212006"/>
                <a:gd name="connsiteX12" fmla="*/ 3686 w 1318487"/>
                <a:gd name="connsiteY12" fmla="*/ 178072 h 212006"/>
                <a:gd name="connsiteX0" fmla="*/ 1325 w 1316126"/>
                <a:gd name="connsiteY0" fmla="*/ 178072 h 214161"/>
                <a:gd name="connsiteX1" fmla="*/ 339992 w 1316126"/>
                <a:gd name="connsiteY1" fmla="*/ 127272 h 214161"/>
                <a:gd name="connsiteX2" fmla="*/ 534725 w 1316126"/>
                <a:gd name="connsiteY2" fmla="*/ 25672 h 214161"/>
                <a:gd name="connsiteX3" fmla="*/ 670192 w 1316126"/>
                <a:gd name="connsiteY3" fmla="*/ 68005 h 214161"/>
                <a:gd name="connsiteX4" fmla="*/ 780259 w 1316126"/>
                <a:gd name="connsiteY4" fmla="*/ 272 h 214161"/>
                <a:gd name="connsiteX5" fmla="*/ 958059 w 1316126"/>
                <a:gd name="connsiteY5" fmla="*/ 42605 h 214161"/>
                <a:gd name="connsiteX6" fmla="*/ 1262859 w 1316126"/>
                <a:gd name="connsiteY6" fmla="*/ 110338 h 214161"/>
                <a:gd name="connsiteX7" fmla="*/ 1279792 w 1316126"/>
                <a:gd name="connsiteY7" fmla="*/ 118805 h 214161"/>
                <a:gd name="connsiteX8" fmla="*/ 890325 w 1316126"/>
                <a:gd name="connsiteY8" fmla="*/ 178072 h 214161"/>
                <a:gd name="connsiteX9" fmla="*/ 797192 w 1316126"/>
                <a:gd name="connsiteY9" fmla="*/ 186538 h 214161"/>
                <a:gd name="connsiteX10" fmla="*/ 695591 w 1316126"/>
                <a:gd name="connsiteY10" fmla="*/ 211939 h 214161"/>
                <a:gd name="connsiteX11" fmla="*/ 475459 w 1316126"/>
                <a:gd name="connsiteY11" fmla="*/ 211938 h 214161"/>
                <a:gd name="connsiteX12" fmla="*/ 1325 w 1316126"/>
                <a:gd name="connsiteY12" fmla="*/ 178072 h 214161"/>
                <a:gd name="connsiteX0" fmla="*/ 3571 w 1318372"/>
                <a:gd name="connsiteY0" fmla="*/ 178072 h 214161"/>
                <a:gd name="connsiteX1" fmla="*/ 274505 w 1318372"/>
                <a:gd name="connsiteY1" fmla="*/ 101872 h 214161"/>
                <a:gd name="connsiteX2" fmla="*/ 536971 w 1318372"/>
                <a:gd name="connsiteY2" fmla="*/ 25672 h 214161"/>
                <a:gd name="connsiteX3" fmla="*/ 672438 w 1318372"/>
                <a:gd name="connsiteY3" fmla="*/ 68005 h 214161"/>
                <a:gd name="connsiteX4" fmla="*/ 782505 w 1318372"/>
                <a:gd name="connsiteY4" fmla="*/ 272 h 214161"/>
                <a:gd name="connsiteX5" fmla="*/ 960305 w 1318372"/>
                <a:gd name="connsiteY5" fmla="*/ 42605 h 214161"/>
                <a:gd name="connsiteX6" fmla="*/ 1265105 w 1318372"/>
                <a:gd name="connsiteY6" fmla="*/ 110338 h 214161"/>
                <a:gd name="connsiteX7" fmla="*/ 1282038 w 1318372"/>
                <a:gd name="connsiteY7" fmla="*/ 118805 h 214161"/>
                <a:gd name="connsiteX8" fmla="*/ 892571 w 1318372"/>
                <a:gd name="connsiteY8" fmla="*/ 178072 h 214161"/>
                <a:gd name="connsiteX9" fmla="*/ 799438 w 1318372"/>
                <a:gd name="connsiteY9" fmla="*/ 186538 h 214161"/>
                <a:gd name="connsiteX10" fmla="*/ 697837 w 1318372"/>
                <a:gd name="connsiteY10" fmla="*/ 211939 h 214161"/>
                <a:gd name="connsiteX11" fmla="*/ 477705 w 1318372"/>
                <a:gd name="connsiteY11" fmla="*/ 211938 h 214161"/>
                <a:gd name="connsiteX12" fmla="*/ 3571 w 1318372"/>
                <a:gd name="connsiteY12" fmla="*/ 178072 h 214161"/>
                <a:gd name="connsiteX0" fmla="*/ 3571 w 1266951"/>
                <a:gd name="connsiteY0" fmla="*/ 178072 h 214161"/>
                <a:gd name="connsiteX1" fmla="*/ 274505 w 1266951"/>
                <a:gd name="connsiteY1" fmla="*/ 101872 h 214161"/>
                <a:gd name="connsiteX2" fmla="*/ 536971 w 1266951"/>
                <a:gd name="connsiteY2" fmla="*/ 25672 h 214161"/>
                <a:gd name="connsiteX3" fmla="*/ 672438 w 1266951"/>
                <a:gd name="connsiteY3" fmla="*/ 68005 h 214161"/>
                <a:gd name="connsiteX4" fmla="*/ 782505 w 1266951"/>
                <a:gd name="connsiteY4" fmla="*/ 272 h 214161"/>
                <a:gd name="connsiteX5" fmla="*/ 960305 w 1266951"/>
                <a:gd name="connsiteY5" fmla="*/ 42605 h 214161"/>
                <a:gd name="connsiteX6" fmla="*/ 1265105 w 1266951"/>
                <a:gd name="connsiteY6" fmla="*/ 110338 h 214161"/>
                <a:gd name="connsiteX7" fmla="*/ 1078838 w 1266951"/>
                <a:gd name="connsiteY7" fmla="*/ 203472 h 214161"/>
                <a:gd name="connsiteX8" fmla="*/ 892571 w 1266951"/>
                <a:gd name="connsiteY8" fmla="*/ 178072 h 214161"/>
                <a:gd name="connsiteX9" fmla="*/ 799438 w 1266951"/>
                <a:gd name="connsiteY9" fmla="*/ 186538 h 214161"/>
                <a:gd name="connsiteX10" fmla="*/ 697837 w 1266951"/>
                <a:gd name="connsiteY10" fmla="*/ 211939 h 214161"/>
                <a:gd name="connsiteX11" fmla="*/ 477705 w 1266951"/>
                <a:gd name="connsiteY11" fmla="*/ 211938 h 214161"/>
                <a:gd name="connsiteX12" fmla="*/ 3571 w 1266951"/>
                <a:gd name="connsiteY12" fmla="*/ 178072 h 214161"/>
                <a:gd name="connsiteX0" fmla="*/ 3571 w 1317363"/>
                <a:gd name="connsiteY0" fmla="*/ 178177 h 214266"/>
                <a:gd name="connsiteX1" fmla="*/ 274505 w 1317363"/>
                <a:gd name="connsiteY1" fmla="*/ 101977 h 214266"/>
                <a:gd name="connsiteX2" fmla="*/ 536971 w 1317363"/>
                <a:gd name="connsiteY2" fmla="*/ 25777 h 214266"/>
                <a:gd name="connsiteX3" fmla="*/ 672438 w 1317363"/>
                <a:gd name="connsiteY3" fmla="*/ 68110 h 214266"/>
                <a:gd name="connsiteX4" fmla="*/ 782505 w 1317363"/>
                <a:gd name="connsiteY4" fmla="*/ 377 h 214266"/>
                <a:gd name="connsiteX5" fmla="*/ 960305 w 1317363"/>
                <a:gd name="connsiteY5" fmla="*/ 42710 h 214266"/>
                <a:gd name="connsiteX6" fmla="*/ 1315905 w 1317363"/>
                <a:gd name="connsiteY6" fmla="*/ 85043 h 214266"/>
                <a:gd name="connsiteX7" fmla="*/ 1078838 w 1317363"/>
                <a:gd name="connsiteY7" fmla="*/ 203577 h 214266"/>
                <a:gd name="connsiteX8" fmla="*/ 892571 w 1317363"/>
                <a:gd name="connsiteY8" fmla="*/ 178177 h 214266"/>
                <a:gd name="connsiteX9" fmla="*/ 799438 w 1317363"/>
                <a:gd name="connsiteY9" fmla="*/ 186643 h 214266"/>
                <a:gd name="connsiteX10" fmla="*/ 697837 w 1317363"/>
                <a:gd name="connsiteY10" fmla="*/ 212044 h 214266"/>
                <a:gd name="connsiteX11" fmla="*/ 477705 w 1317363"/>
                <a:gd name="connsiteY11" fmla="*/ 212043 h 214266"/>
                <a:gd name="connsiteX12" fmla="*/ 3571 w 1317363"/>
                <a:gd name="connsiteY12" fmla="*/ 178177 h 214266"/>
                <a:gd name="connsiteX0" fmla="*/ 3571 w 1317126"/>
                <a:gd name="connsiteY0" fmla="*/ 178177 h 214266"/>
                <a:gd name="connsiteX1" fmla="*/ 274505 w 1317126"/>
                <a:gd name="connsiteY1" fmla="*/ 101977 h 214266"/>
                <a:gd name="connsiteX2" fmla="*/ 536971 w 1317126"/>
                <a:gd name="connsiteY2" fmla="*/ 25777 h 214266"/>
                <a:gd name="connsiteX3" fmla="*/ 672438 w 1317126"/>
                <a:gd name="connsiteY3" fmla="*/ 68110 h 214266"/>
                <a:gd name="connsiteX4" fmla="*/ 782505 w 1317126"/>
                <a:gd name="connsiteY4" fmla="*/ 377 h 214266"/>
                <a:gd name="connsiteX5" fmla="*/ 960305 w 1317126"/>
                <a:gd name="connsiteY5" fmla="*/ 42710 h 214266"/>
                <a:gd name="connsiteX6" fmla="*/ 1315905 w 1317126"/>
                <a:gd name="connsiteY6" fmla="*/ 85043 h 214266"/>
                <a:gd name="connsiteX7" fmla="*/ 1070371 w 1317126"/>
                <a:gd name="connsiteY7" fmla="*/ 161243 h 214266"/>
                <a:gd name="connsiteX8" fmla="*/ 892571 w 1317126"/>
                <a:gd name="connsiteY8" fmla="*/ 178177 h 214266"/>
                <a:gd name="connsiteX9" fmla="*/ 799438 w 1317126"/>
                <a:gd name="connsiteY9" fmla="*/ 186643 h 214266"/>
                <a:gd name="connsiteX10" fmla="*/ 697837 w 1317126"/>
                <a:gd name="connsiteY10" fmla="*/ 212044 h 214266"/>
                <a:gd name="connsiteX11" fmla="*/ 477705 w 1317126"/>
                <a:gd name="connsiteY11" fmla="*/ 212043 h 214266"/>
                <a:gd name="connsiteX12" fmla="*/ 3571 w 1317126"/>
                <a:gd name="connsiteY12" fmla="*/ 178177 h 214266"/>
                <a:gd name="connsiteX0" fmla="*/ 3571 w 1315905"/>
                <a:gd name="connsiteY0" fmla="*/ 177944 h 214033"/>
                <a:gd name="connsiteX1" fmla="*/ 274505 w 1315905"/>
                <a:gd name="connsiteY1" fmla="*/ 101744 h 214033"/>
                <a:gd name="connsiteX2" fmla="*/ 536971 w 1315905"/>
                <a:gd name="connsiteY2" fmla="*/ 25544 h 214033"/>
                <a:gd name="connsiteX3" fmla="*/ 672438 w 1315905"/>
                <a:gd name="connsiteY3" fmla="*/ 67877 h 214033"/>
                <a:gd name="connsiteX4" fmla="*/ 782505 w 1315905"/>
                <a:gd name="connsiteY4" fmla="*/ 144 h 214033"/>
                <a:gd name="connsiteX5" fmla="*/ 1070371 w 1315905"/>
                <a:gd name="connsiteY5" fmla="*/ 50944 h 214033"/>
                <a:gd name="connsiteX6" fmla="*/ 1315905 w 1315905"/>
                <a:gd name="connsiteY6" fmla="*/ 84810 h 214033"/>
                <a:gd name="connsiteX7" fmla="*/ 1070371 w 1315905"/>
                <a:gd name="connsiteY7" fmla="*/ 161010 h 214033"/>
                <a:gd name="connsiteX8" fmla="*/ 892571 w 1315905"/>
                <a:gd name="connsiteY8" fmla="*/ 177944 h 214033"/>
                <a:gd name="connsiteX9" fmla="*/ 799438 w 1315905"/>
                <a:gd name="connsiteY9" fmla="*/ 186410 h 214033"/>
                <a:gd name="connsiteX10" fmla="*/ 697837 w 1315905"/>
                <a:gd name="connsiteY10" fmla="*/ 211811 h 214033"/>
                <a:gd name="connsiteX11" fmla="*/ 477705 w 1315905"/>
                <a:gd name="connsiteY11" fmla="*/ 211810 h 214033"/>
                <a:gd name="connsiteX12" fmla="*/ 3571 w 1315905"/>
                <a:gd name="connsiteY12" fmla="*/ 177944 h 214033"/>
                <a:gd name="connsiteX0" fmla="*/ 3718 w 1316052"/>
                <a:gd name="connsiteY0" fmla="*/ 177944 h 214033"/>
                <a:gd name="connsiteX1" fmla="*/ 274652 w 1316052"/>
                <a:gd name="connsiteY1" fmla="*/ 101744 h 214033"/>
                <a:gd name="connsiteX2" fmla="*/ 596384 w 1316052"/>
                <a:gd name="connsiteY2" fmla="*/ 17077 h 214033"/>
                <a:gd name="connsiteX3" fmla="*/ 672585 w 1316052"/>
                <a:gd name="connsiteY3" fmla="*/ 67877 h 214033"/>
                <a:gd name="connsiteX4" fmla="*/ 782652 w 1316052"/>
                <a:gd name="connsiteY4" fmla="*/ 144 h 214033"/>
                <a:gd name="connsiteX5" fmla="*/ 1070518 w 1316052"/>
                <a:gd name="connsiteY5" fmla="*/ 50944 h 214033"/>
                <a:gd name="connsiteX6" fmla="*/ 1316052 w 1316052"/>
                <a:gd name="connsiteY6" fmla="*/ 84810 h 214033"/>
                <a:gd name="connsiteX7" fmla="*/ 1070518 w 1316052"/>
                <a:gd name="connsiteY7" fmla="*/ 161010 h 214033"/>
                <a:gd name="connsiteX8" fmla="*/ 892718 w 1316052"/>
                <a:gd name="connsiteY8" fmla="*/ 177944 h 214033"/>
                <a:gd name="connsiteX9" fmla="*/ 799585 w 1316052"/>
                <a:gd name="connsiteY9" fmla="*/ 186410 h 214033"/>
                <a:gd name="connsiteX10" fmla="*/ 697984 w 1316052"/>
                <a:gd name="connsiteY10" fmla="*/ 211811 h 214033"/>
                <a:gd name="connsiteX11" fmla="*/ 477852 w 1316052"/>
                <a:gd name="connsiteY11" fmla="*/ 211810 h 214033"/>
                <a:gd name="connsiteX12" fmla="*/ 3718 w 1316052"/>
                <a:gd name="connsiteY12" fmla="*/ 177944 h 214033"/>
                <a:gd name="connsiteX0" fmla="*/ 3718 w 1316052"/>
                <a:gd name="connsiteY0" fmla="*/ 177839 h 213928"/>
                <a:gd name="connsiteX1" fmla="*/ 274652 w 1316052"/>
                <a:gd name="connsiteY1" fmla="*/ 101639 h 213928"/>
                <a:gd name="connsiteX2" fmla="*/ 596384 w 1316052"/>
                <a:gd name="connsiteY2" fmla="*/ 16972 h 213928"/>
                <a:gd name="connsiteX3" fmla="*/ 714919 w 1316052"/>
                <a:gd name="connsiteY3" fmla="*/ 59305 h 213928"/>
                <a:gd name="connsiteX4" fmla="*/ 782652 w 1316052"/>
                <a:gd name="connsiteY4" fmla="*/ 39 h 213928"/>
                <a:gd name="connsiteX5" fmla="*/ 1070518 w 1316052"/>
                <a:gd name="connsiteY5" fmla="*/ 50839 h 213928"/>
                <a:gd name="connsiteX6" fmla="*/ 1316052 w 1316052"/>
                <a:gd name="connsiteY6" fmla="*/ 84705 h 213928"/>
                <a:gd name="connsiteX7" fmla="*/ 1070518 w 1316052"/>
                <a:gd name="connsiteY7" fmla="*/ 160905 h 213928"/>
                <a:gd name="connsiteX8" fmla="*/ 892718 w 1316052"/>
                <a:gd name="connsiteY8" fmla="*/ 177839 h 213928"/>
                <a:gd name="connsiteX9" fmla="*/ 799585 w 1316052"/>
                <a:gd name="connsiteY9" fmla="*/ 186305 h 213928"/>
                <a:gd name="connsiteX10" fmla="*/ 697984 w 1316052"/>
                <a:gd name="connsiteY10" fmla="*/ 211706 h 213928"/>
                <a:gd name="connsiteX11" fmla="*/ 477852 w 1316052"/>
                <a:gd name="connsiteY11" fmla="*/ 211705 h 213928"/>
                <a:gd name="connsiteX12" fmla="*/ 3718 w 1316052"/>
                <a:gd name="connsiteY12" fmla="*/ 177839 h 213928"/>
                <a:gd name="connsiteX0" fmla="*/ 3718 w 1316052"/>
                <a:gd name="connsiteY0" fmla="*/ 177839 h 213928"/>
                <a:gd name="connsiteX1" fmla="*/ 274652 w 1316052"/>
                <a:gd name="connsiteY1" fmla="*/ 101639 h 213928"/>
                <a:gd name="connsiteX2" fmla="*/ 596384 w 1316052"/>
                <a:gd name="connsiteY2" fmla="*/ 16972 h 213928"/>
                <a:gd name="connsiteX3" fmla="*/ 714919 w 1316052"/>
                <a:gd name="connsiteY3" fmla="*/ 59305 h 213928"/>
                <a:gd name="connsiteX4" fmla="*/ 799585 w 1316052"/>
                <a:gd name="connsiteY4" fmla="*/ 39 h 213928"/>
                <a:gd name="connsiteX5" fmla="*/ 1070518 w 1316052"/>
                <a:gd name="connsiteY5" fmla="*/ 50839 h 213928"/>
                <a:gd name="connsiteX6" fmla="*/ 1316052 w 1316052"/>
                <a:gd name="connsiteY6" fmla="*/ 84705 h 213928"/>
                <a:gd name="connsiteX7" fmla="*/ 1070518 w 1316052"/>
                <a:gd name="connsiteY7" fmla="*/ 160905 h 213928"/>
                <a:gd name="connsiteX8" fmla="*/ 892718 w 1316052"/>
                <a:gd name="connsiteY8" fmla="*/ 177839 h 213928"/>
                <a:gd name="connsiteX9" fmla="*/ 799585 w 1316052"/>
                <a:gd name="connsiteY9" fmla="*/ 186305 h 213928"/>
                <a:gd name="connsiteX10" fmla="*/ 697984 w 1316052"/>
                <a:gd name="connsiteY10" fmla="*/ 211706 h 213928"/>
                <a:gd name="connsiteX11" fmla="*/ 477852 w 1316052"/>
                <a:gd name="connsiteY11" fmla="*/ 211705 h 213928"/>
                <a:gd name="connsiteX12" fmla="*/ 3718 w 1316052"/>
                <a:gd name="connsiteY12" fmla="*/ 177839 h 213928"/>
                <a:gd name="connsiteX0" fmla="*/ 8077 w 1168011"/>
                <a:gd name="connsiteY0" fmla="*/ 152439 h 215798"/>
                <a:gd name="connsiteX1" fmla="*/ 126611 w 1168011"/>
                <a:gd name="connsiteY1" fmla="*/ 101639 h 215798"/>
                <a:gd name="connsiteX2" fmla="*/ 448343 w 1168011"/>
                <a:gd name="connsiteY2" fmla="*/ 16972 h 215798"/>
                <a:gd name="connsiteX3" fmla="*/ 566878 w 1168011"/>
                <a:gd name="connsiteY3" fmla="*/ 59305 h 215798"/>
                <a:gd name="connsiteX4" fmla="*/ 651544 w 1168011"/>
                <a:gd name="connsiteY4" fmla="*/ 39 h 215798"/>
                <a:gd name="connsiteX5" fmla="*/ 922477 w 1168011"/>
                <a:gd name="connsiteY5" fmla="*/ 50839 h 215798"/>
                <a:gd name="connsiteX6" fmla="*/ 1168011 w 1168011"/>
                <a:gd name="connsiteY6" fmla="*/ 84705 h 215798"/>
                <a:gd name="connsiteX7" fmla="*/ 922477 w 1168011"/>
                <a:gd name="connsiteY7" fmla="*/ 160905 h 215798"/>
                <a:gd name="connsiteX8" fmla="*/ 744677 w 1168011"/>
                <a:gd name="connsiteY8" fmla="*/ 177839 h 215798"/>
                <a:gd name="connsiteX9" fmla="*/ 651544 w 1168011"/>
                <a:gd name="connsiteY9" fmla="*/ 186305 h 215798"/>
                <a:gd name="connsiteX10" fmla="*/ 549943 w 1168011"/>
                <a:gd name="connsiteY10" fmla="*/ 211706 h 215798"/>
                <a:gd name="connsiteX11" fmla="*/ 329811 w 1168011"/>
                <a:gd name="connsiteY11" fmla="*/ 211705 h 215798"/>
                <a:gd name="connsiteX12" fmla="*/ 8077 w 1168011"/>
                <a:gd name="connsiteY12" fmla="*/ 152439 h 215798"/>
                <a:gd name="connsiteX0" fmla="*/ 2506 w 1162440"/>
                <a:gd name="connsiteY0" fmla="*/ 152439 h 215798"/>
                <a:gd name="connsiteX1" fmla="*/ 188774 w 1162440"/>
                <a:gd name="connsiteY1" fmla="*/ 93172 h 215798"/>
                <a:gd name="connsiteX2" fmla="*/ 442772 w 1162440"/>
                <a:gd name="connsiteY2" fmla="*/ 16972 h 215798"/>
                <a:gd name="connsiteX3" fmla="*/ 561307 w 1162440"/>
                <a:gd name="connsiteY3" fmla="*/ 59305 h 215798"/>
                <a:gd name="connsiteX4" fmla="*/ 645973 w 1162440"/>
                <a:gd name="connsiteY4" fmla="*/ 39 h 215798"/>
                <a:gd name="connsiteX5" fmla="*/ 916906 w 1162440"/>
                <a:gd name="connsiteY5" fmla="*/ 50839 h 215798"/>
                <a:gd name="connsiteX6" fmla="*/ 1162440 w 1162440"/>
                <a:gd name="connsiteY6" fmla="*/ 84705 h 215798"/>
                <a:gd name="connsiteX7" fmla="*/ 916906 w 1162440"/>
                <a:gd name="connsiteY7" fmla="*/ 160905 h 215798"/>
                <a:gd name="connsiteX8" fmla="*/ 739106 w 1162440"/>
                <a:gd name="connsiteY8" fmla="*/ 177839 h 215798"/>
                <a:gd name="connsiteX9" fmla="*/ 645973 w 1162440"/>
                <a:gd name="connsiteY9" fmla="*/ 186305 h 215798"/>
                <a:gd name="connsiteX10" fmla="*/ 544372 w 1162440"/>
                <a:gd name="connsiteY10" fmla="*/ 211706 h 215798"/>
                <a:gd name="connsiteX11" fmla="*/ 324240 w 1162440"/>
                <a:gd name="connsiteY11" fmla="*/ 211705 h 215798"/>
                <a:gd name="connsiteX12" fmla="*/ 2506 w 1162440"/>
                <a:gd name="connsiteY12" fmla="*/ 152439 h 215798"/>
                <a:gd name="connsiteX0" fmla="*/ 2506 w 1120107"/>
                <a:gd name="connsiteY0" fmla="*/ 152439 h 215798"/>
                <a:gd name="connsiteX1" fmla="*/ 188774 w 1120107"/>
                <a:gd name="connsiteY1" fmla="*/ 93172 h 215798"/>
                <a:gd name="connsiteX2" fmla="*/ 442772 w 1120107"/>
                <a:gd name="connsiteY2" fmla="*/ 16972 h 215798"/>
                <a:gd name="connsiteX3" fmla="*/ 561307 w 1120107"/>
                <a:gd name="connsiteY3" fmla="*/ 59305 h 215798"/>
                <a:gd name="connsiteX4" fmla="*/ 645973 w 1120107"/>
                <a:gd name="connsiteY4" fmla="*/ 39 h 215798"/>
                <a:gd name="connsiteX5" fmla="*/ 916906 w 1120107"/>
                <a:gd name="connsiteY5" fmla="*/ 50839 h 215798"/>
                <a:gd name="connsiteX6" fmla="*/ 1120107 w 1120107"/>
                <a:gd name="connsiteY6" fmla="*/ 93172 h 215798"/>
                <a:gd name="connsiteX7" fmla="*/ 916906 w 1120107"/>
                <a:gd name="connsiteY7" fmla="*/ 160905 h 215798"/>
                <a:gd name="connsiteX8" fmla="*/ 739106 w 1120107"/>
                <a:gd name="connsiteY8" fmla="*/ 177839 h 215798"/>
                <a:gd name="connsiteX9" fmla="*/ 645973 w 1120107"/>
                <a:gd name="connsiteY9" fmla="*/ 186305 h 215798"/>
                <a:gd name="connsiteX10" fmla="*/ 544372 w 1120107"/>
                <a:gd name="connsiteY10" fmla="*/ 211706 h 215798"/>
                <a:gd name="connsiteX11" fmla="*/ 324240 w 1120107"/>
                <a:gd name="connsiteY11" fmla="*/ 211705 h 215798"/>
                <a:gd name="connsiteX12" fmla="*/ 2506 w 1120107"/>
                <a:gd name="connsiteY12" fmla="*/ 152439 h 215798"/>
                <a:gd name="connsiteX0" fmla="*/ 4320 w 1121921"/>
                <a:gd name="connsiteY0" fmla="*/ 152439 h 211773"/>
                <a:gd name="connsiteX1" fmla="*/ 190588 w 1121921"/>
                <a:gd name="connsiteY1" fmla="*/ 93172 h 211773"/>
                <a:gd name="connsiteX2" fmla="*/ 444586 w 1121921"/>
                <a:gd name="connsiteY2" fmla="*/ 16972 h 211773"/>
                <a:gd name="connsiteX3" fmla="*/ 563121 w 1121921"/>
                <a:gd name="connsiteY3" fmla="*/ 59305 h 211773"/>
                <a:gd name="connsiteX4" fmla="*/ 647787 w 1121921"/>
                <a:gd name="connsiteY4" fmla="*/ 39 h 211773"/>
                <a:gd name="connsiteX5" fmla="*/ 918720 w 1121921"/>
                <a:gd name="connsiteY5" fmla="*/ 50839 h 211773"/>
                <a:gd name="connsiteX6" fmla="*/ 1121921 w 1121921"/>
                <a:gd name="connsiteY6" fmla="*/ 93172 h 211773"/>
                <a:gd name="connsiteX7" fmla="*/ 918720 w 1121921"/>
                <a:gd name="connsiteY7" fmla="*/ 160905 h 211773"/>
                <a:gd name="connsiteX8" fmla="*/ 740920 w 1121921"/>
                <a:gd name="connsiteY8" fmla="*/ 177839 h 211773"/>
                <a:gd name="connsiteX9" fmla="*/ 647787 w 1121921"/>
                <a:gd name="connsiteY9" fmla="*/ 186305 h 211773"/>
                <a:gd name="connsiteX10" fmla="*/ 546186 w 1121921"/>
                <a:gd name="connsiteY10" fmla="*/ 211706 h 211773"/>
                <a:gd name="connsiteX11" fmla="*/ 376854 w 1121921"/>
                <a:gd name="connsiteY11" fmla="*/ 177838 h 211773"/>
                <a:gd name="connsiteX12" fmla="*/ 4320 w 1121921"/>
                <a:gd name="connsiteY12" fmla="*/ 152439 h 211773"/>
                <a:gd name="connsiteX0" fmla="*/ 4320 w 1122023"/>
                <a:gd name="connsiteY0" fmla="*/ 152439 h 211773"/>
                <a:gd name="connsiteX1" fmla="*/ 190588 w 1122023"/>
                <a:gd name="connsiteY1" fmla="*/ 93172 h 211773"/>
                <a:gd name="connsiteX2" fmla="*/ 444586 w 1122023"/>
                <a:gd name="connsiteY2" fmla="*/ 16972 h 211773"/>
                <a:gd name="connsiteX3" fmla="*/ 563121 w 1122023"/>
                <a:gd name="connsiteY3" fmla="*/ 59305 h 211773"/>
                <a:gd name="connsiteX4" fmla="*/ 647787 w 1122023"/>
                <a:gd name="connsiteY4" fmla="*/ 39 h 211773"/>
                <a:gd name="connsiteX5" fmla="*/ 918720 w 1122023"/>
                <a:gd name="connsiteY5" fmla="*/ 50839 h 211773"/>
                <a:gd name="connsiteX6" fmla="*/ 1121921 w 1122023"/>
                <a:gd name="connsiteY6" fmla="*/ 93172 h 211773"/>
                <a:gd name="connsiteX7" fmla="*/ 893320 w 1122023"/>
                <a:gd name="connsiteY7" fmla="*/ 152439 h 211773"/>
                <a:gd name="connsiteX8" fmla="*/ 740920 w 1122023"/>
                <a:gd name="connsiteY8" fmla="*/ 177839 h 211773"/>
                <a:gd name="connsiteX9" fmla="*/ 647787 w 1122023"/>
                <a:gd name="connsiteY9" fmla="*/ 186305 h 211773"/>
                <a:gd name="connsiteX10" fmla="*/ 546186 w 1122023"/>
                <a:gd name="connsiteY10" fmla="*/ 211706 h 211773"/>
                <a:gd name="connsiteX11" fmla="*/ 376854 w 1122023"/>
                <a:gd name="connsiteY11" fmla="*/ 177838 h 211773"/>
                <a:gd name="connsiteX12" fmla="*/ 4320 w 1122023"/>
                <a:gd name="connsiteY12" fmla="*/ 152439 h 211773"/>
                <a:gd name="connsiteX0" fmla="*/ 4320 w 1122023"/>
                <a:gd name="connsiteY0" fmla="*/ 152443 h 211777"/>
                <a:gd name="connsiteX1" fmla="*/ 190588 w 1122023"/>
                <a:gd name="connsiteY1" fmla="*/ 93176 h 211777"/>
                <a:gd name="connsiteX2" fmla="*/ 444586 w 1122023"/>
                <a:gd name="connsiteY2" fmla="*/ 16976 h 211777"/>
                <a:gd name="connsiteX3" fmla="*/ 554664 w 1122023"/>
                <a:gd name="connsiteY3" fmla="*/ 59727 h 211777"/>
                <a:gd name="connsiteX4" fmla="*/ 647787 w 1122023"/>
                <a:gd name="connsiteY4" fmla="*/ 43 h 211777"/>
                <a:gd name="connsiteX5" fmla="*/ 918720 w 1122023"/>
                <a:gd name="connsiteY5" fmla="*/ 50843 h 211777"/>
                <a:gd name="connsiteX6" fmla="*/ 1121921 w 1122023"/>
                <a:gd name="connsiteY6" fmla="*/ 93176 h 211777"/>
                <a:gd name="connsiteX7" fmla="*/ 893320 w 1122023"/>
                <a:gd name="connsiteY7" fmla="*/ 152443 h 211777"/>
                <a:gd name="connsiteX8" fmla="*/ 740920 w 1122023"/>
                <a:gd name="connsiteY8" fmla="*/ 177843 h 211777"/>
                <a:gd name="connsiteX9" fmla="*/ 647787 w 1122023"/>
                <a:gd name="connsiteY9" fmla="*/ 186309 h 211777"/>
                <a:gd name="connsiteX10" fmla="*/ 546186 w 1122023"/>
                <a:gd name="connsiteY10" fmla="*/ 211710 h 211777"/>
                <a:gd name="connsiteX11" fmla="*/ 376854 w 1122023"/>
                <a:gd name="connsiteY11" fmla="*/ 177842 h 211777"/>
                <a:gd name="connsiteX12" fmla="*/ 4320 w 1122023"/>
                <a:gd name="connsiteY12" fmla="*/ 152443 h 211777"/>
                <a:gd name="connsiteX0" fmla="*/ 4286 w 1123581"/>
                <a:gd name="connsiteY0" fmla="*/ 163117 h 211777"/>
                <a:gd name="connsiteX1" fmla="*/ 192146 w 1123581"/>
                <a:gd name="connsiteY1" fmla="*/ 93176 h 211777"/>
                <a:gd name="connsiteX2" fmla="*/ 446144 w 1123581"/>
                <a:gd name="connsiteY2" fmla="*/ 16976 h 211777"/>
                <a:gd name="connsiteX3" fmla="*/ 556222 w 1123581"/>
                <a:gd name="connsiteY3" fmla="*/ 59727 h 211777"/>
                <a:gd name="connsiteX4" fmla="*/ 649345 w 1123581"/>
                <a:gd name="connsiteY4" fmla="*/ 43 h 211777"/>
                <a:gd name="connsiteX5" fmla="*/ 920278 w 1123581"/>
                <a:gd name="connsiteY5" fmla="*/ 50843 h 211777"/>
                <a:gd name="connsiteX6" fmla="*/ 1123479 w 1123581"/>
                <a:gd name="connsiteY6" fmla="*/ 93176 h 211777"/>
                <a:gd name="connsiteX7" fmla="*/ 894878 w 1123581"/>
                <a:gd name="connsiteY7" fmla="*/ 152443 h 211777"/>
                <a:gd name="connsiteX8" fmla="*/ 742478 w 1123581"/>
                <a:gd name="connsiteY8" fmla="*/ 177843 h 211777"/>
                <a:gd name="connsiteX9" fmla="*/ 649345 w 1123581"/>
                <a:gd name="connsiteY9" fmla="*/ 186309 h 211777"/>
                <a:gd name="connsiteX10" fmla="*/ 547744 w 1123581"/>
                <a:gd name="connsiteY10" fmla="*/ 211710 h 211777"/>
                <a:gd name="connsiteX11" fmla="*/ 378412 w 1123581"/>
                <a:gd name="connsiteY11" fmla="*/ 177842 h 211777"/>
                <a:gd name="connsiteX12" fmla="*/ 4286 w 1123581"/>
                <a:gd name="connsiteY12" fmla="*/ 163117 h 211777"/>
                <a:gd name="connsiteX0" fmla="*/ 4286 w 1115966"/>
                <a:gd name="connsiteY0" fmla="*/ 163121 h 211781"/>
                <a:gd name="connsiteX1" fmla="*/ 192146 w 1115966"/>
                <a:gd name="connsiteY1" fmla="*/ 93180 h 211781"/>
                <a:gd name="connsiteX2" fmla="*/ 446144 w 1115966"/>
                <a:gd name="connsiteY2" fmla="*/ 16980 h 211781"/>
                <a:gd name="connsiteX3" fmla="*/ 556222 w 1115966"/>
                <a:gd name="connsiteY3" fmla="*/ 59731 h 211781"/>
                <a:gd name="connsiteX4" fmla="*/ 649345 w 1115966"/>
                <a:gd name="connsiteY4" fmla="*/ 47 h 211781"/>
                <a:gd name="connsiteX5" fmla="*/ 920278 w 1115966"/>
                <a:gd name="connsiteY5" fmla="*/ 50847 h 211781"/>
                <a:gd name="connsiteX6" fmla="*/ 1115859 w 1115966"/>
                <a:gd name="connsiteY6" fmla="*/ 110510 h 211781"/>
                <a:gd name="connsiteX7" fmla="*/ 894878 w 1115966"/>
                <a:gd name="connsiteY7" fmla="*/ 152447 h 211781"/>
                <a:gd name="connsiteX8" fmla="*/ 742478 w 1115966"/>
                <a:gd name="connsiteY8" fmla="*/ 177847 h 211781"/>
                <a:gd name="connsiteX9" fmla="*/ 649345 w 1115966"/>
                <a:gd name="connsiteY9" fmla="*/ 186313 h 211781"/>
                <a:gd name="connsiteX10" fmla="*/ 547744 w 1115966"/>
                <a:gd name="connsiteY10" fmla="*/ 211714 h 211781"/>
                <a:gd name="connsiteX11" fmla="*/ 378412 w 1115966"/>
                <a:gd name="connsiteY11" fmla="*/ 177846 h 211781"/>
                <a:gd name="connsiteX12" fmla="*/ 4286 w 1115966"/>
                <a:gd name="connsiteY12" fmla="*/ 163121 h 211781"/>
                <a:gd name="connsiteX0" fmla="*/ 4286 w 1115966"/>
                <a:gd name="connsiteY0" fmla="*/ 163121 h 214435"/>
                <a:gd name="connsiteX1" fmla="*/ 192146 w 1115966"/>
                <a:gd name="connsiteY1" fmla="*/ 93180 h 214435"/>
                <a:gd name="connsiteX2" fmla="*/ 446144 w 1115966"/>
                <a:gd name="connsiteY2" fmla="*/ 16980 h 214435"/>
                <a:gd name="connsiteX3" fmla="*/ 556222 w 1115966"/>
                <a:gd name="connsiteY3" fmla="*/ 59731 h 214435"/>
                <a:gd name="connsiteX4" fmla="*/ 649345 w 1115966"/>
                <a:gd name="connsiteY4" fmla="*/ 47 h 214435"/>
                <a:gd name="connsiteX5" fmla="*/ 920278 w 1115966"/>
                <a:gd name="connsiteY5" fmla="*/ 50847 h 214435"/>
                <a:gd name="connsiteX6" fmla="*/ 1115859 w 1115966"/>
                <a:gd name="connsiteY6" fmla="*/ 110510 h 214435"/>
                <a:gd name="connsiteX7" fmla="*/ 894878 w 1115966"/>
                <a:gd name="connsiteY7" fmla="*/ 152447 h 214435"/>
                <a:gd name="connsiteX8" fmla="*/ 742478 w 1115966"/>
                <a:gd name="connsiteY8" fmla="*/ 177847 h 214435"/>
                <a:gd name="connsiteX9" fmla="*/ 649345 w 1115966"/>
                <a:gd name="connsiteY9" fmla="*/ 186313 h 214435"/>
                <a:gd name="connsiteX10" fmla="*/ 579665 w 1115966"/>
                <a:gd name="connsiteY10" fmla="*/ 214374 h 214435"/>
                <a:gd name="connsiteX11" fmla="*/ 378412 w 1115966"/>
                <a:gd name="connsiteY11" fmla="*/ 177846 h 214435"/>
                <a:gd name="connsiteX12" fmla="*/ 4286 w 1115966"/>
                <a:gd name="connsiteY12" fmla="*/ 163121 h 214435"/>
                <a:gd name="connsiteX0" fmla="*/ 4286 w 1115966"/>
                <a:gd name="connsiteY0" fmla="*/ 163121 h 214416"/>
                <a:gd name="connsiteX1" fmla="*/ 192146 w 1115966"/>
                <a:gd name="connsiteY1" fmla="*/ 93180 h 214416"/>
                <a:gd name="connsiteX2" fmla="*/ 446144 w 1115966"/>
                <a:gd name="connsiteY2" fmla="*/ 16980 h 214416"/>
                <a:gd name="connsiteX3" fmla="*/ 556222 w 1115966"/>
                <a:gd name="connsiteY3" fmla="*/ 59731 h 214416"/>
                <a:gd name="connsiteX4" fmla="*/ 649345 w 1115966"/>
                <a:gd name="connsiteY4" fmla="*/ 47 h 214416"/>
                <a:gd name="connsiteX5" fmla="*/ 920278 w 1115966"/>
                <a:gd name="connsiteY5" fmla="*/ 50847 h 214416"/>
                <a:gd name="connsiteX6" fmla="*/ 1115859 w 1115966"/>
                <a:gd name="connsiteY6" fmla="*/ 110510 h 214416"/>
                <a:gd name="connsiteX7" fmla="*/ 894878 w 1115966"/>
                <a:gd name="connsiteY7" fmla="*/ 152447 h 214416"/>
                <a:gd name="connsiteX8" fmla="*/ 742478 w 1115966"/>
                <a:gd name="connsiteY8" fmla="*/ 177847 h 214416"/>
                <a:gd name="connsiteX9" fmla="*/ 648823 w 1115966"/>
                <a:gd name="connsiteY9" fmla="*/ 175742 h 214416"/>
                <a:gd name="connsiteX10" fmla="*/ 579665 w 1115966"/>
                <a:gd name="connsiteY10" fmla="*/ 214374 h 214416"/>
                <a:gd name="connsiteX11" fmla="*/ 378412 w 1115966"/>
                <a:gd name="connsiteY11" fmla="*/ 177846 h 214416"/>
                <a:gd name="connsiteX12" fmla="*/ 4286 w 1115966"/>
                <a:gd name="connsiteY12" fmla="*/ 163121 h 214416"/>
                <a:gd name="connsiteX0" fmla="*/ 4286 w 1115966"/>
                <a:gd name="connsiteY0" fmla="*/ 163121 h 214429"/>
                <a:gd name="connsiteX1" fmla="*/ 192146 w 1115966"/>
                <a:gd name="connsiteY1" fmla="*/ 93180 h 214429"/>
                <a:gd name="connsiteX2" fmla="*/ 446144 w 1115966"/>
                <a:gd name="connsiteY2" fmla="*/ 16980 h 214429"/>
                <a:gd name="connsiteX3" fmla="*/ 556222 w 1115966"/>
                <a:gd name="connsiteY3" fmla="*/ 59731 h 214429"/>
                <a:gd name="connsiteX4" fmla="*/ 649345 w 1115966"/>
                <a:gd name="connsiteY4" fmla="*/ 47 h 214429"/>
                <a:gd name="connsiteX5" fmla="*/ 920278 w 1115966"/>
                <a:gd name="connsiteY5" fmla="*/ 50847 h 214429"/>
                <a:gd name="connsiteX6" fmla="*/ 1115859 w 1115966"/>
                <a:gd name="connsiteY6" fmla="*/ 110510 h 214429"/>
                <a:gd name="connsiteX7" fmla="*/ 894878 w 1115966"/>
                <a:gd name="connsiteY7" fmla="*/ 152447 h 214429"/>
                <a:gd name="connsiteX8" fmla="*/ 742478 w 1115966"/>
                <a:gd name="connsiteY8" fmla="*/ 177847 h 214429"/>
                <a:gd name="connsiteX9" fmla="*/ 661925 w 1115966"/>
                <a:gd name="connsiteY9" fmla="*/ 183572 h 214429"/>
                <a:gd name="connsiteX10" fmla="*/ 579665 w 1115966"/>
                <a:gd name="connsiteY10" fmla="*/ 214374 h 214429"/>
                <a:gd name="connsiteX11" fmla="*/ 378412 w 1115966"/>
                <a:gd name="connsiteY11" fmla="*/ 177846 h 214429"/>
                <a:gd name="connsiteX12" fmla="*/ 4286 w 1115966"/>
                <a:gd name="connsiteY12" fmla="*/ 163121 h 214429"/>
                <a:gd name="connsiteX0" fmla="*/ 4286 w 1115966"/>
                <a:gd name="connsiteY0" fmla="*/ 163121 h 214434"/>
                <a:gd name="connsiteX1" fmla="*/ 192146 w 1115966"/>
                <a:gd name="connsiteY1" fmla="*/ 93180 h 214434"/>
                <a:gd name="connsiteX2" fmla="*/ 446144 w 1115966"/>
                <a:gd name="connsiteY2" fmla="*/ 16980 h 214434"/>
                <a:gd name="connsiteX3" fmla="*/ 556222 w 1115966"/>
                <a:gd name="connsiteY3" fmla="*/ 59731 h 214434"/>
                <a:gd name="connsiteX4" fmla="*/ 649345 w 1115966"/>
                <a:gd name="connsiteY4" fmla="*/ 47 h 214434"/>
                <a:gd name="connsiteX5" fmla="*/ 920278 w 1115966"/>
                <a:gd name="connsiteY5" fmla="*/ 50847 h 214434"/>
                <a:gd name="connsiteX6" fmla="*/ 1115859 w 1115966"/>
                <a:gd name="connsiteY6" fmla="*/ 110510 h 214434"/>
                <a:gd name="connsiteX7" fmla="*/ 894878 w 1115966"/>
                <a:gd name="connsiteY7" fmla="*/ 152447 h 214434"/>
                <a:gd name="connsiteX8" fmla="*/ 777791 w 1115966"/>
                <a:gd name="connsiteY8" fmla="*/ 163385 h 214434"/>
                <a:gd name="connsiteX9" fmla="*/ 661925 w 1115966"/>
                <a:gd name="connsiteY9" fmla="*/ 183572 h 214434"/>
                <a:gd name="connsiteX10" fmla="*/ 579665 w 1115966"/>
                <a:gd name="connsiteY10" fmla="*/ 214374 h 214434"/>
                <a:gd name="connsiteX11" fmla="*/ 378412 w 1115966"/>
                <a:gd name="connsiteY11" fmla="*/ 177846 h 214434"/>
                <a:gd name="connsiteX12" fmla="*/ 4286 w 1115966"/>
                <a:gd name="connsiteY12" fmla="*/ 163121 h 214434"/>
                <a:gd name="connsiteX0" fmla="*/ 4286 w 1115966"/>
                <a:gd name="connsiteY0" fmla="*/ 163121 h 214434"/>
                <a:gd name="connsiteX1" fmla="*/ 192146 w 1115966"/>
                <a:gd name="connsiteY1" fmla="*/ 93180 h 214434"/>
                <a:gd name="connsiteX2" fmla="*/ 446144 w 1115966"/>
                <a:gd name="connsiteY2" fmla="*/ 16980 h 214434"/>
                <a:gd name="connsiteX3" fmla="*/ 556222 w 1115966"/>
                <a:gd name="connsiteY3" fmla="*/ 59731 h 214434"/>
                <a:gd name="connsiteX4" fmla="*/ 649345 w 1115966"/>
                <a:gd name="connsiteY4" fmla="*/ 47 h 214434"/>
                <a:gd name="connsiteX5" fmla="*/ 920278 w 1115966"/>
                <a:gd name="connsiteY5" fmla="*/ 50847 h 214434"/>
                <a:gd name="connsiteX6" fmla="*/ 1115859 w 1115966"/>
                <a:gd name="connsiteY6" fmla="*/ 110510 h 214434"/>
                <a:gd name="connsiteX7" fmla="*/ 894878 w 1115966"/>
                <a:gd name="connsiteY7" fmla="*/ 152447 h 214434"/>
                <a:gd name="connsiteX8" fmla="*/ 777791 w 1115966"/>
                <a:gd name="connsiteY8" fmla="*/ 163385 h 214434"/>
                <a:gd name="connsiteX9" fmla="*/ 661925 w 1115966"/>
                <a:gd name="connsiteY9" fmla="*/ 183572 h 214434"/>
                <a:gd name="connsiteX10" fmla="*/ 579665 w 1115966"/>
                <a:gd name="connsiteY10" fmla="*/ 214374 h 214434"/>
                <a:gd name="connsiteX11" fmla="*/ 378412 w 1115966"/>
                <a:gd name="connsiteY11" fmla="*/ 177846 h 214434"/>
                <a:gd name="connsiteX12" fmla="*/ 4286 w 1115966"/>
                <a:gd name="connsiteY12" fmla="*/ 163121 h 214434"/>
                <a:gd name="connsiteX0" fmla="*/ 4286 w 1115966"/>
                <a:gd name="connsiteY0" fmla="*/ 163121 h 214480"/>
                <a:gd name="connsiteX1" fmla="*/ 192146 w 1115966"/>
                <a:gd name="connsiteY1" fmla="*/ 93180 h 214480"/>
                <a:gd name="connsiteX2" fmla="*/ 446144 w 1115966"/>
                <a:gd name="connsiteY2" fmla="*/ 16980 h 214480"/>
                <a:gd name="connsiteX3" fmla="*/ 556222 w 1115966"/>
                <a:gd name="connsiteY3" fmla="*/ 59731 h 214480"/>
                <a:gd name="connsiteX4" fmla="*/ 649345 w 1115966"/>
                <a:gd name="connsiteY4" fmla="*/ 47 h 214480"/>
                <a:gd name="connsiteX5" fmla="*/ 920278 w 1115966"/>
                <a:gd name="connsiteY5" fmla="*/ 50847 h 214480"/>
                <a:gd name="connsiteX6" fmla="*/ 1115859 w 1115966"/>
                <a:gd name="connsiteY6" fmla="*/ 110510 h 214480"/>
                <a:gd name="connsiteX7" fmla="*/ 894878 w 1115966"/>
                <a:gd name="connsiteY7" fmla="*/ 152447 h 214480"/>
                <a:gd name="connsiteX8" fmla="*/ 777791 w 1115966"/>
                <a:gd name="connsiteY8" fmla="*/ 163385 h 214480"/>
                <a:gd name="connsiteX9" fmla="*/ 661925 w 1115966"/>
                <a:gd name="connsiteY9" fmla="*/ 183572 h 214480"/>
                <a:gd name="connsiteX10" fmla="*/ 579665 w 1115966"/>
                <a:gd name="connsiteY10" fmla="*/ 214374 h 214480"/>
                <a:gd name="connsiteX11" fmla="*/ 502731 w 1115966"/>
                <a:gd name="connsiteY11" fmla="*/ 187142 h 214480"/>
                <a:gd name="connsiteX12" fmla="*/ 378412 w 1115966"/>
                <a:gd name="connsiteY12" fmla="*/ 177846 h 214480"/>
                <a:gd name="connsiteX13" fmla="*/ 4286 w 1115966"/>
                <a:gd name="connsiteY13" fmla="*/ 163121 h 214480"/>
                <a:gd name="connsiteX0" fmla="*/ 4286 w 1115966"/>
                <a:gd name="connsiteY0" fmla="*/ 163121 h 210587"/>
                <a:gd name="connsiteX1" fmla="*/ 192146 w 1115966"/>
                <a:gd name="connsiteY1" fmla="*/ 93180 h 210587"/>
                <a:gd name="connsiteX2" fmla="*/ 446144 w 1115966"/>
                <a:gd name="connsiteY2" fmla="*/ 16980 h 210587"/>
                <a:gd name="connsiteX3" fmla="*/ 556222 w 1115966"/>
                <a:gd name="connsiteY3" fmla="*/ 59731 h 210587"/>
                <a:gd name="connsiteX4" fmla="*/ 649345 w 1115966"/>
                <a:gd name="connsiteY4" fmla="*/ 47 h 210587"/>
                <a:gd name="connsiteX5" fmla="*/ 920278 w 1115966"/>
                <a:gd name="connsiteY5" fmla="*/ 50847 h 210587"/>
                <a:gd name="connsiteX6" fmla="*/ 1115859 w 1115966"/>
                <a:gd name="connsiteY6" fmla="*/ 110510 h 210587"/>
                <a:gd name="connsiteX7" fmla="*/ 894878 w 1115966"/>
                <a:gd name="connsiteY7" fmla="*/ 152447 h 210587"/>
                <a:gd name="connsiteX8" fmla="*/ 777791 w 1115966"/>
                <a:gd name="connsiteY8" fmla="*/ 163385 h 210587"/>
                <a:gd name="connsiteX9" fmla="*/ 661925 w 1115966"/>
                <a:gd name="connsiteY9" fmla="*/ 183572 h 210587"/>
                <a:gd name="connsiteX10" fmla="*/ 573114 w 1115966"/>
                <a:gd name="connsiteY10" fmla="*/ 210460 h 210587"/>
                <a:gd name="connsiteX11" fmla="*/ 502731 w 1115966"/>
                <a:gd name="connsiteY11" fmla="*/ 187142 h 210587"/>
                <a:gd name="connsiteX12" fmla="*/ 378412 w 1115966"/>
                <a:gd name="connsiteY12" fmla="*/ 177846 h 210587"/>
                <a:gd name="connsiteX13" fmla="*/ 4286 w 1115966"/>
                <a:gd name="connsiteY13" fmla="*/ 163121 h 210587"/>
                <a:gd name="connsiteX0" fmla="*/ 4286 w 1115966"/>
                <a:gd name="connsiteY0" fmla="*/ 163121 h 210587"/>
                <a:gd name="connsiteX1" fmla="*/ 192146 w 1115966"/>
                <a:gd name="connsiteY1" fmla="*/ 93180 h 210587"/>
                <a:gd name="connsiteX2" fmla="*/ 446144 w 1115966"/>
                <a:gd name="connsiteY2" fmla="*/ 16980 h 210587"/>
                <a:gd name="connsiteX3" fmla="*/ 556222 w 1115966"/>
                <a:gd name="connsiteY3" fmla="*/ 59731 h 210587"/>
                <a:gd name="connsiteX4" fmla="*/ 649345 w 1115966"/>
                <a:gd name="connsiteY4" fmla="*/ 47 h 210587"/>
                <a:gd name="connsiteX5" fmla="*/ 920278 w 1115966"/>
                <a:gd name="connsiteY5" fmla="*/ 50847 h 210587"/>
                <a:gd name="connsiteX6" fmla="*/ 1115859 w 1115966"/>
                <a:gd name="connsiteY6" fmla="*/ 110510 h 210587"/>
                <a:gd name="connsiteX7" fmla="*/ 894878 w 1115966"/>
                <a:gd name="connsiteY7" fmla="*/ 152447 h 210587"/>
                <a:gd name="connsiteX8" fmla="*/ 777791 w 1115966"/>
                <a:gd name="connsiteY8" fmla="*/ 163385 h 210587"/>
                <a:gd name="connsiteX9" fmla="*/ 642793 w 1115966"/>
                <a:gd name="connsiteY9" fmla="*/ 182399 h 210587"/>
                <a:gd name="connsiteX10" fmla="*/ 573114 w 1115966"/>
                <a:gd name="connsiteY10" fmla="*/ 210460 h 210587"/>
                <a:gd name="connsiteX11" fmla="*/ 502731 w 1115966"/>
                <a:gd name="connsiteY11" fmla="*/ 187142 h 210587"/>
                <a:gd name="connsiteX12" fmla="*/ 378412 w 1115966"/>
                <a:gd name="connsiteY12" fmla="*/ 177846 h 210587"/>
                <a:gd name="connsiteX13" fmla="*/ 4286 w 1115966"/>
                <a:gd name="connsiteY13" fmla="*/ 163121 h 210587"/>
                <a:gd name="connsiteX0" fmla="*/ 3585 w 1115265"/>
                <a:gd name="connsiteY0" fmla="*/ 163121 h 210587"/>
                <a:gd name="connsiteX1" fmla="*/ 191445 w 1115265"/>
                <a:gd name="connsiteY1" fmla="*/ 93180 h 210587"/>
                <a:gd name="connsiteX2" fmla="*/ 445443 w 1115265"/>
                <a:gd name="connsiteY2" fmla="*/ 16980 h 210587"/>
                <a:gd name="connsiteX3" fmla="*/ 555521 w 1115265"/>
                <a:gd name="connsiteY3" fmla="*/ 59731 h 210587"/>
                <a:gd name="connsiteX4" fmla="*/ 648644 w 1115265"/>
                <a:gd name="connsiteY4" fmla="*/ 47 h 210587"/>
                <a:gd name="connsiteX5" fmla="*/ 919577 w 1115265"/>
                <a:gd name="connsiteY5" fmla="*/ 50847 h 210587"/>
                <a:gd name="connsiteX6" fmla="*/ 1115158 w 1115265"/>
                <a:gd name="connsiteY6" fmla="*/ 110510 h 210587"/>
                <a:gd name="connsiteX7" fmla="*/ 894177 w 1115265"/>
                <a:gd name="connsiteY7" fmla="*/ 152447 h 210587"/>
                <a:gd name="connsiteX8" fmla="*/ 777090 w 1115265"/>
                <a:gd name="connsiteY8" fmla="*/ 163385 h 210587"/>
                <a:gd name="connsiteX9" fmla="*/ 642092 w 1115265"/>
                <a:gd name="connsiteY9" fmla="*/ 182399 h 210587"/>
                <a:gd name="connsiteX10" fmla="*/ 572413 w 1115265"/>
                <a:gd name="connsiteY10" fmla="*/ 210460 h 210587"/>
                <a:gd name="connsiteX11" fmla="*/ 502030 w 1115265"/>
                <a:gd name="connsiteY11" fmla="*/ 187142 h 210587"/>
                <a:gd name="connsiteX12" fmla="*/ 358998 w 1115265"/>
                <a:gd name="connsiteY12" fmla="*/ 185129 h 210587"/>
                <a:gd name="connsiteX13" fmla="*/ 3585 w 1115265"/>
                <a:gd name="connsiteY13" fmla="*/ 163121 h 210587"/>
                <a:gd name="connsiteX0" fmla="*/ 3984 w 1095800"/>
                <a:gd name="connsiteY0" fmla="*/ 179092 h 210587"/>
                <a:gd name="connsiteX1" fmla="*/ 171980 w 1095800"/>
                <a:gd name="connsiteY1" fmla="*/ 93180 h 210587"/>
                <a:gd name="connsiteX2" fmla="*/ 425978 w 1095800"/>
                <a:gd name="connsiteY2" fmla="*/ 16980 h 210587"/>
                <a:gd name="connsiteX3" fmla="*/ 536056 w 1095800"/>
                <a:gd name="connsiteY3" fmla="*/ 59731 h 210587"/>
                <a:gd name="connsiteX4" fmla="*/ 629179 w 1095800"/>
                <a:gd name="connsiteY4" fmla="*/ 47 h 210587"/>
                <a:gd name="connsiteX5" fmla="*/ 900112 w 1095800"/>
                <a:gd name="connsiteY5" fmla="*/ 50847 h 210587"/>
                <a:gd name="connsiteX6" fmla="*/ 1095693 w 1095800"/>
                <a:gd name="connsiteY6" fmla="*/ 110510 h 210587"/>
                <a:gd name="connsiteX7" fmla="*/ 874712 w 1095800"/>
                <a:gd name="connsiteY7" fmla="*/ 152447 h 210587"/>
                <a:gd name="connsiteX8" fmla="*/ 757625 w 1095800"/>
                <a:gd name="connsiteY8" fmla="*/ 163385 h 210587"/>
                <a:gd name="connsiteX9" fmla="*/ 622627 w 1095800"/>
                <a:gd name="connsiteY9" fmla="*/ 182399 h 210587"/>
                <a:gd name="connsiteX10" fmla="*/ 552948 w 1095800"/>
                <a:gd name="connsiteY10" fmla="*/ 210460 h 210587"/>
                <a:gd name="connsiteX11" fmla="*/ 482565 w 1095800"/>
                <a:gd name="connsiteY11" fmla="*/ 187142 h 210587"/>
                <a:gd name="connsiteX12" fmla="*/ 339533 w 1095800"/>
                <a:gd name="connsiteY12" fmla="*/ 185129 h 210587"/>
                <a:gd name="connsiteX13" fmla="*/ 3984 w 1095800"/>
                <a:gd name="connsiteY13" fmla="*/ 179092 h 210587"/>
                <a:gd name="connsiteX0" fmla="*/ 4085 w 1095901"/>
                <a:gd name="connsiteY0" fmla="*/ 179092 h 210587"/>
                <a:gd name="connsiteX1" fmla="*/ 172081 w 1095901"/>
                <a:gd name="connsiteY1" fmla="*/ 93180 h 210587"/>
                <a:gd name="connsiteX2" fmla="*/ 449229 w 1095901"/>
                <a:gd name="connsiteY2" fmla="*/ 13716 h 210587"/>
                <a:gd name="connsiteX3" fmla="*/ 536157 w 1095901"/>
                <a:gd name="connsiteY3" fmla="*/ 59731 h 210587"/>
                <a:gd name="connsiteX4" fmla="*/ 629280 w 1095901"/>
                <a:gd name="connsiteY4" fmla="*/ 47 h 210587"/>
                <a:gd name="connsiteX5" fmla="*/ 900213 w 1095901"/>
                <a:gd name="connsiteY5" fmla="*/ 50847 h 210587"/>
                <a:gd name="connsiteX6" fmla="*/ 1095794 w 1095901"/>
                <a:gd name="connsiteY6" fmla="*/ 110510 h 210587"/>
                <a:gd name="connsiteX7" fmla="*/ 874813 w 1095901"/>
                <a:gd name="connsiteY7" fmla="*/ 152447 h 210587"/>
                <a:gd name="connsiteX8" fmla="*/ 757726 w 1095901"/>
                <a:gd name="connsiteY8" fmla="*/ 163385 h 210587"/>
                <a:gd name="connsiteX9" fmla="*/ 622728 w 1095901"/>
                <a:gd name="connsiteY9" fmla="*/ 182399 h 210587"/>
                <a:gd name="connsiteX10" fmla="*/ 553049 w 1095901"/>
                <a:gd name="connsiteY10" fmla="*/ 210460 h 210587"/>
                <a:gd name="connsiteX11" fmla="*/ 482666 w 1095901"/>
                <a:gd name="connsiteY11" fmla="*/ 187142 h 210587"/>
                <a:gd name="connsiteX12" fmla="*/ 339634 w 1095901"/>
                <a:gd name="connsiteY12" fmla="*/ 185129 h 210587"/>
                <a:gd name="connsiteX13" fmla="*/ 4085 w 1095901"/>
                <a:gd name="connsiteY13" fmla="*/ 179092 h 210587"/>
                <a:gd name="connsiteX0" fmla="*/ 4085 w 1095904"/>
                <a:gd name="connsiteY0" fmla="*/ 173618 h 205113"/>
                <a:gd name="connsiteX1" fmla="*/ 172081 w 1095904"/>
                <a:gd name="connsiteY1" fmla="*/ 87706 h 205113"/>
                <a:gd name="connsiteX2" fmla="*/ 449229 w 1095904"/>
                <a:gd name="connsiteY2" fmla="*/ 8242 h 205113"/>
                <a:gd name="connsiteX3" fmla="*/ 536157 w 1095904"/>
                <a:gd name="connsiteY3" fmla="*/ 54257 h 205113"/>
                <a:gd name="connsiteX4" fmla="*/ 604120 w 1095904"/>
                <a:gd name="connsiteY4" fmla="*/ 55 h 205113"/>
                <a:gd name="connsiteX5" fmla="*/ 900213 w 1095904"/>
                <a:gd name="connsiteY5" fmla="*/ 45373 h 205113"/>
                <a:gd name="connsiteX6" fmla="*/ 1095794 w 1095904"/>
                <a:gd name="connsiteY6" fmla="*/ 105036 h 205113"/>
                <a:gd name="connsiteX7" fmla="*/ 874813 w 1095904"/>
                <a:gd name="connsiteY7" fmla="*/ 146973 h 205113"/>
                <a:gd name="connsiteX8" fmla="*/ 757726 w 1095904"/>
                <a:gd name="connsiteY8" fmla="*/ 157911 h 205113"/>
                <a:gd name="connsiteX9" fmla="*/ 622728 w 1095904"/>
                <a:gd name="connsiteY9" fmla="*/ 176925 h 205113"/>
                <a:gd name="connsiteX10" fmla="*/ 553049 w 1095904"/>
                <a:gd name="connsiteY10" fmla="*/ 204986 h 205113"/>
                <a:gd name="connsiteX11" fmla="*/ 482666 w 1095904"/>
                <a:gd name="connsiteY11" fmla="*/ 181668 h 205113"/>
                <a:gd name="connsiteX12" fmla="*/ 339634 w 1095904"/>
                <a:gd name="connsiteY12" fmla="*/ 179655 h 205113"/>
                <a:gd name="connsiteX13" fmla="*/ 4085 w 1095904"/>
                <a:gd name="connsiteY13" fmla="*/ 173618 h 205113"/>
                <a:gd name="connsiteX0" fmla="*/ 4085 w 1095886"/>
                <a:gd name="connsiteY0" fmla="*/ 174649 h 206144"/>
                <a:gd name="connsiteX1" fmla="*/ 172081 w 1095886"/>
                <a:gd name="connsiteY1" fmla="*/ 88737 h 206144"/>
                <a:gd name="connsiteX2" fmla="*/ 449229 w 1095886"/>
                <a:gd name="connsiteY2" fmla="*/ 9273 h 206144"/>
                <a:gd name="connsiteX3" fmla="*/ 536157 w 1095886"/>
                <a:gd name="connsiteY3" fmla="*/ 55288 h 206144"/>
                <a:gd name="connsiteX4" fmla="*/ 604120 w 1095886"/>
                <a:gd name="connsiteY4" fmla="*/ 1086 h 206144"/>
                <a:gd name="connsiteX5" fmla="*/ 750180 w 1095886"/>
                <a:gd name="connsiteY5" fmla="*/ 21124 h 206144"/>
                <a:gd name="connsiteX6" fmla="*/ 900213 w 1095886"/>
                <a:gd name="connsiteY6" fmla="*/ 46404 h 206144"/>
                <a:gd name="connsiteX7" fmla="*/ 1095794 w 1095886"/>
                <a:gd name="connsiteY7" fmla="*/ 106067 h 206144"/>
                <a:gd name="connsiteX8" fmla="*/ 874813 w 1095886"/>
                <a:gd name="connsiteY8" fmla="*/ 148004 h 206144"/>
                <a:gd name="connsiteX9" fmla="*/ 757726 w 1095886"/>
                <a:gd name="connsiteY9" fmla="*/ 158942 h 206144"/>
                <a:gd name="connsiteX10" fmla="*/ 622728 w 1095886"/>
                <a:gd name="connsiteY10" fmla="*/ 177956 h 206144"/>
                <a:gd name="connsiteX11" fmla="*/ 553049 w 1095886"/>
                <a:gd name="connsiteY11" fmla="*/ 206017 h 206144"/>
                <a:gd name="connsiteX12" fmla="*/ 482666 w 1095886"/>
                <a:gd name="connsiteY12" fmla="*/ 182699 h 206144"/>
                <a:gd name="connsiteX13" fmla="*/ 339634 w 1095886"/>
                <a:gd name="connsiteY13" fmla="*/ 180686 h 206144"/>
                <a:gd name="connsiteX14" fmla="*/ 4085 w 1095886"/>
                <a:gd name="connsiteY14" fmla="*/ 174649 h 206144"/>
                <a:gd name="connsiteX0" fmla="*/ 4085 w 1097480"/>
                <a:gd name="connsiteY0" fmla="*/ 174649 h 206144"/>
                <a:gd name="connsiteX1" fmla="*/ 172081 w 1097480"/>
                <a:gd name="connsiteY1" fmla="*/ 88737 h 206144"/>
                <a:gd name="connsiteX2" fmla="*/ 449229 w 1097480"/>
                <a:gd name="connsiteY2" fmla="*/ 9273 h 206144"/>
                <a:gd name="connsiteX3" fmla="*/ 536157 w 1097480"/>
                <a:gd name="connsiteY3" fmla="*/ 55288 h 206144"/>
                <a:gd name="connsiteX4" fmla="*/ 604120 w 1097480"/>
                <a:gd name="connsiteY4" fmla="*/ 1086 h 206144"/>
                <a:gd name="connsiteX5" fmla="*/ 750180 w 1097480"/>
                <a:gd name="connsiteY5" fmla="*/ 21124 h 206144"/>
                <a:gd name="connsiteX6" fmla="*/ 900213 w 1097480"/>
                <a:gd name="connsiteY6" fmla="*/ 46404 h 206144"/>
                <a:gd name="connsiteX7" fmla="*/ 972763 w 1097480"/>
                <a:gd name="connsiteY7" fmla="*/ 65219 h 206144"/>
                <a:gd name="connsiteX8" fmla="*/ 1095794 w 1097480"/>
                <a:gd name="connsiteY8" fmla="*/ 106067 h 206144"/>
                <a:gd name="connsiteX9" fmla="*/ 874813 w 1097480"/>
                <a:gd name="connsiteY9" fmla="*/ 148004 h 206144"/>
                <a:gd name="connsiteX10" fmla="*/ 757726 w 1097480"/>
                <a:gd name="connsiteY10" fmla="*/ 158942 h 206144"/>
                <a:gd name="connsiteX11" fmla="*/ 622728 w 1097480"/>
                <a:gd name="connsiteY11" fmla="*/ 177956 h 206144"/>
                <a:gd name="connsiteX12" fmla="*/ 553049 w 1097480"/>
                <a:gd name="connsiteY12" fmla="*/ 206017 h 206144"/>
                <a:gd name="connsiteX13" fmla="*/ 482666 w 1097480"/>
                <a:gd name="connsiteY13" fmla="*/ 182699 h 206144"/>
                <a:gd name="connsiteX14" fmla="*/ 339634 w 1097480"/>
                <a:gd name="connsiteY14" fmla="*/ 180686 h 206144"/>
                <a:gd name="connsiteX15" fmla="*/ 4085 w 1097480"/>
                <a:gd name="connsiteY15" fmla="*/ 174649 h 206144"/>
                <a:gd name="connsiteX0" fmla="*/ 4085 w 1097480"/>
                <a:gd name="connsiteY0" fmla="*/ 174649 h 206144"/>
                <a:gd name="connsiteX1" fmla="*/ 172081 w 1097480"/>
                <a:gd name="connsiteY1" fmla="*/ 88737 h 206144"/>
                <a:gd name="connsiteX2" fmla="*/ 449229 w 1097480"/>
                <a:gd name="connsiteY2" fmla="*/ 9273 h 206144"/>
                <a:gd name="connsiteX3" fmla="*/ 536157 w 1097480"/>
                <a:gd name="connsiteY3" fmla="*/ 55288 h 206144"/>
                <a:gd name="connsiteX4" fmla="*/ 604120 w 1097480"/>
                <a:gd name="connsiteY4" fmla="*/ 1086 h 206144"/>
                <a:gd name="connsiteX5" fmla="*/ 750180 w 1097480"/>
                <a:gd name="connsiteY5" fmla="*/ 21124 h 206144"/>
                <a:gd name="connsiteX6" fmla="*/ 894289 w 1097480"/>
                <a:gd name="connsiteY6" fmla="*/ 55175 h 206144"/>
                <a:gd name="connsiteX7" fmla="*/ 972763 w 1097480"/>
                <a:gd name="connsiteY7" fmla="*/ 65219 h 206144"/>
                <a:gd name="connsiteX8" fmla="*/ 1095794 w 1097480"/>
                <a:gd name="connsiteY8" fmla="*/ 106067 h 206144"/>
                <a:gd name="connsiteX9" fmla="*/ 874813 w 1097480"/>
                <a:gd name="connsiteY9" fmla="*/ 148004 h 206144"/>
                <a:gd name="connsiteX10" fmla="*/ 757726 w 1097480"/>
                <a:gd name="connsiteY10" fmla="*/ 158942 h 206144"/>
                <a:gd name="connsiteX11" fmla="*/ 622728 w 1097480"/>
                <a:gd name="connsiteY11" fmla="*/ 177956 h 206144"/>
                <a:gd name="connsiteX12" fmla="*/ 553049 w 1097480"/>
                <a:gd name="connsiteY12" fmla="*/ 206017 h 206144"/>
                <a:gd name="connsiteX13" fmla="*/ 482666 w 1097480"/>
                <a:gd name="connsiteY13" fmla="*/ 182699 h 206144"/>
                <a:gd name="connsiteX14" fmla="*/ 339634 w 1097480"/>
                <a:gd name="connsiteY14" fmla="*/ 180686 h 206144"/>
                <a:gd name="connsiteX15" fmla="*/ 4085 w 1097480"/>
                <a:gd name="connsiteY15" fmla="*/ 174649 h 206144"/>
                <a:gd name="connsiteX0" fmla="*/ 4085 w 1098026"/>
                <a:gd name="connsiteY0" fmla="*/ 174649 h 206144"/>
                <a:gd name="connsiteX1" fmla="*/ 172081 w 1098026"/>
                <a:gd name="connsiteY1" fmla="*/ 88737 h 206144"/>
                <a:gd name="connsiteX2" fmla="*/ 449229 w 1098026"/>
                <a:gd name="connsiteY2" fmla="*/ 9273 h 206144"/>
                <a:gd name="connsiteX3" fmla="*/ 536157 w 1098026"/>
                <a:gd name="connsiteY3" fmla="*/ 55288 h 206144"/>
                <a:gd name="connsiteX4" fmla="*/ 604120 w 1098026"/>
                <a:gd name="connsiteY4" fmla="*/ 1086 h 206144"/>
                <a:gd name="connsiteX5" fmla="*/ 750180 w 1098026"/>
                <a:gd name="connsiteY5" fmla="*/ 21124 h 206144"/>
                <a:gd name="connsiteX6" fmla="*/ 894289 w 1098026"/>
                <a:gd name="connsiteY6" fmla="*/ 55175 h 206144"/>
                <a:gd name="connsiteX7" fmla="*/ 983752 w 1098026"/>
                <a:gd name="connsiteY7" fmla="*/ 73153 h 206144"/>
                <a:gd name="connsiteX8" fmla="*/ 1095794 w 1098026"/>
                <a:gd name="connsiteY8" fmla="*/ 106067 h 206144"/>
                <a:gd name="connsiteX9" fmla="*/ 874813 w 1098026"/>
                <a:gd name="connsiteY9" fmla="*/ 148004 h 206144"/>
                <a:gd name="connsiteX10" fmla="*/ 757726 w 1098026"/>
                <a:gd name="connsiteY10" fmla="*/ 158942 h 206144"/>
                <a:gd name="connsiteX11" fmla="*/ 622728 w 1098026"/>
                <a:gd name="connsiteY11" fmla="*/ 177956 h 206144"/>
                <a:gd name="connsiteX12" fmla="*/ 553049 w 1098026"/>
                <a:gd name="connsiteY12" fmla="*/ 206017 h 206144"/>
                <a:gd name="connsiteX13" fmla="*/ 482666 w 1098026"/>
                <a:gd name="connsiteY13" fmla="*/ 182699 h 206144"/>
                <a:gd name="connsiteX14" fmla="*/ 339634 w 1098026"/>
                <a:gd name="connsiteY14" fmla="*/ 180686 h 206144"/>
                <a:gd name="connsiteX15" fmla="*/ 4085 w 1098026"/>
                <a:gd name="connsiteY15" fmla="*/ 174649 h 206144"/>
                <a:gd name="connsiteX0" fmla="*/ 4085 w 1098294"/>
                <a:gd name="connsiteY0" fmla="*/ 174649 h 206144"/>
                <a:gd name="connsiteX1" fmla="*/ 172081 w 1098294"/>
                <a:gd name="connsiteY1" fmla="*/ 88737 h 206144"/>
                <a:gd name="connsiteX2" fmla="*/ 449229 w 1098294"/>
                <a:gd name="connsiteY2" fmla="*/ 9273 h 206144"/>
                <a:gd name="connsiteX3" fmla="*/ 536157 w 1098294"/>
                <a:gd name="connsiteY3" fmla="*/ 55288 h 206144"/>
                <a:gd name="connsiteX4" fmla="*/ 604120 w 1098294"/>
                <a:gd name="connsiteY4" fmla="*/ 1086 h 206144"/>
                <a:gd name="connsiteX5" fmla="*/ 750180 w 1098294"/>
                <a:gd name="connsiteY5" fmla="*/ 21124 h 206144"/>
                <a:gd name="connsiteX6" fmla="*/ 894289 w 1098294"/>
                <a:gd name="connsiteY6" fmla="*/ 55175 h 206144"/>
                <a:gd name="connsiteX7" fmla="*/ 988399 w 1098294"/>
                <a:gd name="connsiteY7" fmla="*/ 81399 h 206144"/>
                <a:gd name="connsiteX8" fmla="*/ 1095794 w 1098294"/>
                <a:gd name="connsiteY8" fmla="*/ 106067 h 206144"/>
                <a:gd name="connsiteX9" fmla="*/ 874813 w 1098294"/>
                <a:gd name="connsiteY9" fmla="*/ 148004 h 206144"/>
                <a:gd name="connsiteX10" fmla="*/ 757726 w 1098294"/>
                <a:gd name="connsiteY10" fmla="*/ 158942 h 206144"/>
                <a:gd name="connsiteX11" fmla="*/ 622728 w 1098294"/>
                <a:gd name="connsiteY11" fmla="*/ 177956 h 206144"/>
                <a:gd name="connsiteX12" fmla="*/ 553049 w 1098294"/>
                <a:gd name="connsiteY12" fmla="*/ 206017 h 206144"/>
                <a:gd name="connsiteX13" fmla="*/ 482666 w 1098294"/>
                <a:gd name="connsiteY13" fmla="*/ 182699 h 206144"/>
                <a:gd name="connsiteX14" fmla="*/ 339634 w 1098294"/>
                <a:gd name="connsiteY14" fmla="*/ 180686 h 206144"/>
                <a:gd name="connsiteX15" fmla="*/ 4085 w 1098294"/>
                <a:gd name="connsiteY15" fmla="*/ 174649 h 206144"/>
                <a:gd name="connsiteX0" fmla="*/ 4085 w 1098294"/>
                <a:gd name="connsiteY0" fmla="*/ 174649 h 206144"/>
                <a:gd name="connsiteX1" fmla="*/ 172081 w 1098294"/>
                <a:gd name="connsiteY1" fmla="*/ 88737 h 206144"/>
                <a:gd name="connsiteX2" fmla="*/ 449229 w 1098294"/>
                <a:gd name="connsiteY2" fmla="*/ 9273 h 206144"/>
                <a:gd name="connsiteX3" fmla="*/ 536157 w 1098294"/>
                <a:gd name="connsiteY3" fmla="*/ 55288 h 206144"/>
                <a:gd name="connsiteX4" fmla="*/ 604120 w 1098294"/>
                <a:gd name="connsiteY4" fmla="*/ 1086 h 206144"/>
                <a:gd name="connsiteX5" fmla="*/ 750180 w 1098294"/>
                <a:gd name="connsiteY5" fmla="*/ 21124 h 206144"/>
                <a:gd name="connsiteX6" fmla="*/ 887947 w 1098294"/>
                <a:gd name="connsiteY6" fmla="*/ 55488 h 206144"/>
                <a:gd name="connsiteX7" fmla="*/ 988399 w 1098294"/>
                <a:gd name="connsiteY7" fmla="*/ 81399 h 206144"/>
                <a:gd name="connsiteX8" fmla="*/ 1095794 w 1098294"/>
                <a:gd name="connsiteY8" fmla="*/ 106067 h 206144"/>
                <a:gd name="connsiteX9" fmla="*/ 874813 w 1098294"/>
                <a:gd name="connsiteY9" fmla="*/ 148004 h 206144"/>
                <a:gd name="connsiteX10" fmla="*/ 757726 w 1098294"/>
                <a:gd name="connsiteY10" fmla="*/ 158942 h 206144"/>
                <a:gd name="connsiteX11" fmla="*/ 622728 w 1098294"/>
                <a:gd name="connsiteY11" fmla="*/ 177956 h 206144"/>
                <a:gd name="connsiteX12" fmla="*/ 553049 w 1098294"/>
                <a:gd name="connsiteY12" fmla="*/ 206017 h 206144"/>
                <a:gd name="connsiteX13" fmla="*/ 482666 w 1098294"/>
                <a:gd name="connsiteY13" fmla="*/ 182699 h 206144"/>
                <a:gd name="connsiteX14" fmla="*/ 339634 w 1098294"/>
                <a:gd name="connsiteY14" fmla="*/ 180686 h 206144"/>
                <a:gd name="connsiteX15" fmla="*/ 4085 w 1098294"/>
                <a:gd name="connsiteY15" fmla="*/ 174649 h 206144"/>
                <a:gd name="connsiteX0" fmla="*/ 4085 w 1098294"/>
                <a:gd name="connsiteY0" fmla="*/ 174649 h 206144"/>
                <a:gd name="connsiteX1" fmla="*/ 172081 w 1098294"/>
                <a:gd name="connsiteY1" fmla="*/ 88737 h 206144"/>
                <a:gd name="connsiteX2" fmla="*/ 449229 w 1098294"/>
                <a:gd name="connsiteY2" fmla="*/ 9273 h 206144"/>
                <a:gd name="connsiteX3" fmla="*/ 536157 w 1098294"/>
                <a:gd name="connsiteY3" fmla="*/ 55288 h 206144"/>
                <a:gd name="connsiteX4" fmla="*/ 604120 w 1098294"/>
                <a:gd name="connsiteY4" fmla="*/ 1086 h 206144"/>
                <a:gd name="connsiteX5" fmla="*/ 750180 w 1098294"/>
                <a:gd name="connsiteY5" fmla="*/ 21124 h 206144"/>
                <a:gd name="connsiteX6" fmla="*/ 887947 w 1098294"/>
                <a:gd name="connsiteY6" fmla="*/ 55488 h 206144"/>
                <a:gd name="connsiteX7" fmla="*/ 988399 w 1098294"/>
                <a:gd name="connsiteY7" fmla="*/ 81399 h 206144"/>
                <a:gd name="connsiteX8" fmla="*/ 1095794 w 1098294"/>
                <a:gd name="connsiteY8" fmla="*/ 106067 h 206144"/>
                <a:gd name="connsiteX9" fmla="*/ 874813 w 1098294"/>
                <a:gd name="connsiteY9" fmla="*/ 148004 h 206144"/>
                <a:gd name="connsiteX10" fmla="*/ 757726 w 1098294"/>
                <a:gd name="connsiteY10" fmla="*/ 158942 h 206144"/>
                <a:gd name="connsiteX11" fmla="*/ 622728 w 1098294"/>
                <a:gd name="connsiteY11" fmla="*/ 177956 h 206144"/>
                <a:gd name="connsiteX12" fmla="*/ 553049 w 1098294"/>
                <a:gd name="connsiteY12" fmla="*/ 206017 h 206144"/>
                <a:gd name="connsiteX13" fmla="*/ 482666 w 1098294"/>
                <a:gd name="connsiteY13" fmla="*/ 182699 h 206144"/>
                <a:gd name="connsiteX14" fmla="*/ 339634 w 1098294"/>
                <a:gd name="connsiteY14" fmla="*/ 180686 h 206144"/>
                <a:gd name="connsiteX15" fmla="*/ 4085 w 1098294"/>
                <a:gd name="connsiteY15" fmla="*/ 174649 h 206144"/>
                <a:gd name="connsiteX0" fmla="*/ 4085 w 1098294"/>
                <a:gd name="connsiteY0" fmla="*/ 174649 h 206144"/>
                <a:gd name="connsiteX1" fmla="*/ 172081 w 1098294"/>
                <a:gd name="connsiteY1" fmla="*/ 88737 h 206144"/>
                <a:gd name="connsiteX2" fmla="*/ 449229 w 1098294"/>
                <a:gd name="connsiteY2" fmla="*/ 9273 h 206144"/>
                <a:gd name="connsiteX3" fmla="*/ 536157 w 1098294"/>
                <a:gd name="connsiteY3" fmla="*/ 55288 h 206144"/>
                <a:gd name="connsiteX4" fmla="*/ 604120 w 1098294"/>
                <a:gd name="connsiteY4" fmla="*/ 1086 h 206144"/>
                <a:gd name="connsiteX5" fmla="*/ 750180 w 1098294"/>
                <a:gd name="connsiteY5" fmla="*/ 21124 h 206144"/>
                <a:gd name="connsiteX6" fmla="*/ 883928 w 1098294"/>
                <a:gd name="connsiteY6" fmla="*/ 59926 h 206144"/>
                <a:gd name="connsiteX7" fmla="*/ 988399 w 1098294"/>
                <a:gd name="connsiteY7" fmla="*/ 81399 h 206144"/>
                <a:gd name="connsiteX8" fmla="*/ 1095794 w 1098294"/>
                <a:gd name="connsiteY8" fmla="*/ 106067 h 206144"/>
                <a:gd name="connsiteX9" fmla="*/ 874813 w 1098294"/>
                <a:gd name="connsiteY9" fmla="*/ 148004 h 206144"/>
                <a:gd name="connsiteX10" fmla="*/ 757726 w 1098294"/>
                <a:gd name="connsiteY10" fmla="*/ 158942 h 206144"/>
                <a:gd name="connsiteX11" fmla="*/ 622728 w 1098294"/>
                <a:gd name="connsiteY11" fmla="*/ 177956 h 206144"/>
                <a:gd name="connsiteX12" fmla="*/ 553049 w 1098294"/>
                <a:gd name="connsiteY12" fmla="*/ 206017 h 206144"/>
                <a:gd name="connsiteX13" fmla="*/ 482666 w 1098294"/>
                <a:gd name="connsiteY13" fmla="*/ 182699 h 206144"/>
                <a:gd name="connsiteX14" fmla="*/ 339634 w 1098294"/>
                <a:gd name="connsiteY14" fmla="*/ 180686 h 206144"/>
                <a:gd name="connsiteX15" fmla="*/ 4085 w 1098294"/>
                <a:gd name="connsiteY15" fmla="*/ 174649 h 206144"/>
                <a:gd name="connsiteX0" fmla="*/ 4085 w 1098294"/>
                <a:gd name="connsiteY0" fmla="*/ 174034 h 205529"/>
                <a:gd name="connsiteX1" fmla="*/ 172081 w 1098294"/>
                <a:gd name="connsiteY1" fmla="*/ 88122 h 205529"/>
                <a:gd name="connsiteX2" fmla="*/ 449229 w 1098294"/>
                <a:gd name="connsiteY2" fmla="*/ 8658 h 205529"/>
                <a:gd name="connsiteX3" fmla="*/ 536157 w 1098294"/>
                <a:gd name="connsiteY3" fmla="*/ 54673 h 205529"/>
                <a:gd name="connsiteX4" fmla="*/ 604120 w 1098294"/>
                <a:gd name="connsiteY4" fmla="*/ 471 h 205529"/>
                <a:gd name="connsiteX5" fmla="*/ 744258 w 1098294"/>
                <a:gd name="connsiteY5" fmla="*/ 29279 h 205529"/>
                <a:gd name="connsiteX6" fmla="*/ 883928 w 1098294"/>
                <a:gd name="connsiteY6" fmla="*/ 59311 h 205529"/>
                <a:gd name="connsiteX7" fmla="*/ 988399 w 1098294"/>
                <a:gd name="connsiteY7" fmla="*/ 80784 h 205529"/>
                <a:gd name="connsiteX8" fmla="*/ 1095794 w 1098294"/>
                <a:gd name="connsiteY8" fmla="*/ 105452 h 205529"/>
                <a:gd name="connsiteX9" fmla="*/ 874813 w 1098294"/>
                <a:gd name="connsiteY9" fmla="*/ 147389 h 205529"/>
                <a:gd name="connsiteX10" fmla="*/ 757726 w 1098294"/>
                <a:gd name="connsiteY10" fmla="*/ 158327 h 205529"/>
                <a:gd name="connsiteX11" fmla="*/ 622728 w 1098294"/>
                <a:gd name="connsiteY11" fmla="*/ 177341 h 205529"/>
                <a:gd name="connsiteX12" fmla="*/ 553049 w 1098294"/>
                <a:gd name="connsiteY12" fmla="*/ 205402 h 205529"/>
                <a:gd name="connsiteX13" fmla="*/ 482666 w 1098294"/>
                <a:gd name="connsiteY13" fmla="*/ 182084 h 205529"/>
                <a:gd name="connsiteX14" fmla="*/ 339634 w 1098294"/>
                <a:gd name="connsiteY14" fmla="*/ 180071 h 205529"/>
                <a:gd name="connsiteX15" fmla="*/ 4085 w 1098294"/>
                <a:gd name="connsiteY15" fmla="*/ 174034 h 205529"/>
                <a:gd name="connsiteX0" fmla="*/ 4085 w 1098294"/>
                <a:gd name="connsiteY0" fmla="*/ 174146 h 205641"/>
                <a:gd name="connsiteX1" fmla="*/ 172081 w 1098294"/>
                <a:gd name="connsiteY1" fmla="*/ 88234 h 205641"/>
                <a:gd name="connsiteX2" fmla="*/ 449229 w 1098294"/>
                <a:gd name="connsiteY2" fmla="*/ 8770 h 205641"/>
                <a:gd name="connsiteX3" fmla="*/ 536157 w 1098294"/>
                <a:gd name="connsiteY3" fmla="*/ 54785 h 205641"/>
                <a:gd name="connsiteX4" fmla="*/ 604120 w 1098294"/>
                <a:gd name="connsiteY4" fmla="*/ 583 h 205641"/>
                <a:gd name="connsiteX5" fmla="*/ 744153 w 1098294"/>
                <a:gd name="connsiteY5" fmla="*/ 27276 h 205641"/>
                <a:gd name="connsiteX6" fmla="*/ 883928 w 1098294"/>
                <a:gd name="connsiteY6" fmla="*/ 59423 h 205641"/>
                <a:gd name="connsiteX7" fmla="*/ 988399 w 1098294"/>
                <a:gd name="connsiteY7" fmla="*/ 80896 h 205641"/>
                <a:gd name="connsiteX8" fmla="*/ 1095794 w 1098294"/>
                <a:gd name="connsiteY8" fmla="*/ 105564 h 205641"/>
                <a:gd name="connsiteX9" fmla="*/ 874813 w 1098294"/>
                <a:gd name="connsiteY9" fmla="*/ 147501 h 205641"/>
                <a:gd name="connsiteX10" fmla="*/ 757726 w 1098294"/>
                <a:gd name="connsiteY10" fmla="*/ 158439 h 205641"/>
                <a:gd name="connsiteX11" fmla="*/ 622728 w 1098294"/>
                <a:gd name="connsiteY11" fmla="*/ 177453 h 205641"/>
                <a:gd name="connsiteX12" fmla="*/ 553049 w 1098294"/>
                <a:gd name="connsiteY12" fmla="*/ 205514 h 205641"/>
                <a:gd name="connsiteX13" fmla="*/ 482666 w 1098294"/>
                <a:gd name="connsiteY13" fmla="*/ 182196 h 205641"/>
                <a:gd name="connsiteX14" fmla="*/ 339634 w 1098294"/>
                <a:gd name="connsiteY14" fmla="*/ 180183 h 205641"/>
                <a:gd name="connsiteX15" fmla="*/ 4085 w 1098294"/>
                <a:gd name="connsiteY15" fmla="*/ 174146 h 205641"/>
                <a:gd name="connsiteX0" fmla="*/ 3585 w 1097794"/>
                <a:gd name="connsiteY0" fmla="*/ 174146 h 205641"/>
                <a:gd name="connsiteX1" fmla="*/ 171581 w 1097794"/>
                <a:gd name="connsiteY1" fmla="*/ 88234 h 205641"/>
                <a:gd name="connsiteX2" fmla="*/ 322635 w 1097794"/>
                <a:gd name="connsiteY2" fmla="*/ 41735 h 205641"/>
                <a:gd name="connsiteX3" fmla="*/ 448729 w 1097794"/>
                <a:gd name="connsiteY3" fmla="*/ 8770 h 205641"/>
                <a:gd name="connsiteX4" fmla="*/ 535657 w 1097794"/>
                <a:gd name="connsiteY4" fmla="*/ 54785 h 205641"/>
                <a:gd name="connsiteX5" fmla="*/ 603620 w 1097794"/>
                <a:gd name="connsiteY5" fmla="*/ 583 h 205641"/>
                <a:gd name="connsiteX6" fmla="*/ 743653 w 1097794"/>
                <a:gd name="connsiteY6" fmla="*/ 27276 h 205641"/>
                <a:gd name="connsiteX7" fmla="*/ 883428 w 1097794"/>
                <a:gd name="connsiteY7" fmla="*/ 59423 h 205641"/>
                <a:gd name="connsiteX8" fmla="*/ 987899 w 1097794"/>
                <a:gd name="connsiteY8" fmla="*/ 80896 h 205641"/>
                <a:gd name="connsiteX9" fmla="*/ 1095294 w 1097794"/>
                <a:gd name="connsiteY9" fmla="*/ 105564 h 205641"/>
                <a:gd name="connsiteX10" fmla="*/ 874313 w 1097794"/>
                <a:gd name="connsiteY10" fmla="*/ 147501 h 205641"/>
                <a:gd name="connsiteX11" fmla="*/ 757226 w 1097794"/>
                <a:gd name="connsiteY11" fmla="*/ 158439 h 205641"/>
                <a:gd name="connsiteX12" fmla="*/ 622228 w 1097794"/>
                <a:gd name="connsiteY12" fmla="*/ 177453 h 205641"/>
                <a:gd name="connsiteX13" fmla="*/ 552549 w 1097794"/>
                <a:gd name="connsiteY13" fmla="*/ 205514 h 205641"/>
                <a:gd name="connsiteX14" fmla="*/ 482166 w 1097794"/>
                <a:gd name="connsiteY14" fmla="*/ 182196 h 205641"/>
                <a:gd name="connsiteX15" fmla="*/ 339134 w 1097794"/>
                <a:gd name="connsiteY15" fmla="*/ 180183 h 205641"/>
                <a:gd name="connsiteX16" fmla="*/ 3585 w 1097794"/>
                <a:gd name="connsiteY16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78022 w 1104235"/>
                <a:gd name="connsiteY2" fmla="*/ 88234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86792 w 1104235"/>
                <a:gd name="connsiteY2" fmla="*/ 94158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86792 w 1104235"/>
                <a:gd name="connsiteY2" fmla="*/ 94158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86792 w 1104235"/>
                <a:gd name="connsiteY2" fmla="*/ 94158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86792 w 1104235"/>
                <a:gd name="connsiteY2" fmla="*/ 94158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86792 w 1104235"/>
                <a:gd name="connsiteY2" fmla="*/ 94158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214171 w 1104235"/>
                <a:gd name="connsiteY2" fmla="*/ 90684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214171 w 1104235"/>
                <a:gd name="connsiteY2" fmla="*/ 90684 h 205641"/>
                <a:gd name="connsiteX3" fmla="*/ 337532 w 1104235"/>
                <a:gd name="connsiteY3" fmla="*/ 41317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214171 w 1104235"/>
                <a:gd name="connsiteY2" fmla="*/ 90684 h 205641"/>
                <a:gd name="connsiteX3" fmla="*/ 337532 w 1104235"/>
                <a:gd name="connsiteY3" fmla="*/ 41317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214171 w 1104235"/>
                <a:gd name="connsiteY2" fmla="*/ 90684 h 205641"/>
                <a:gd name="connsiteX3" fmla="*/ 350216 w 1104235"/>
                <a:gd name="connsiteY3" fmla="*/ 40690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980 w 1096189"/>
                <a:gd name="connsiteY0" fmla="*/ 174146 h 205641"/>
                <a:gd name="connsiteX1" fmla="*/ 87910 w 1096189"/>
                <a:gd name="connsiteY1" fmla="*/ 127434 h 205641"/>
                <a:gd name="connsiteX2" fmla="*/ 206125 w 1096189"/>
                <a:gd name="connsiteY2" fmla="*/ 90684 h 205641"/>
                <a:gd name="connsiteX3" fmla="*/ 342170 w 1096189"/>
                <a:gd name="connsiteY3" fmla="*/ 40690 h 205641"/>
                <a:gd name="connsiteX4" fmla="*/ 447124 w 1096189"/>
                <a:gd name="connsiteY4" fmla="*/ 8770 h 205641"/>
                <a:gd name="connsiteX5" fmla="*/ 534052 w 1096189"/>
                <a:gd name="connsiteY5" fmla="*/ 54785 h 205641"/>
                <a:gd name="connsiteX6" fmla="*/ 602015 w 1096189"/>
                <a:gd name="connsiteY6" fmla="*/ 583 h 205641"/>
                <a:gd name="connsiteX7" fmla="*/ 742048 w 1096189"/>
                <a:gd name="connsiteY7" fmla="*/ 27276 h 205641"/>
                <a:gd name="connsiteX8" fmla="*/ 881823 w 1096189"/>
                <a:gd name="connsiteY8" fmla="*/ 59423 h 205641"/>
                <a:gd name="connsiteX9" fmla="*/ 986294 w 1096189"/>
                <a:gd name="connsiteY9" fmla="*/ 80896 h 205641"/>
                <a:gd name="connsiteX10" fmla="*/ 1093689 w 1096189"/>
                <a:gd name="connsiteY10" fmla="*/ 105564 h 205641"/>
                <a:gd name="connsiteX11" fmla="*/ 872708 w 1096189"/>
                <a:gd name="connsiteY11" fmla="*/ 147501 h 205641"/>
                <a:gd name="connsiteX12" fmla="*/ 755621 w 1096189"/>
                <a:gd name="connsiteY12" fmla="*/ 158439 h 205641"/>
                <a:gd name="connsiteX13" fmla="*/ 620623 w 1096189"/>
                <a:gd name="connsiteY13" fmla="*/ 177453 h 205641"/>
                <a:gd name="connsiteX14" fmla="*/ 550944 w 1096189"/>
                <a:gd name="connsiteY14" fmla="*/ 205514 h 205641"/>
                <a:gd name="connsiteX15" fmla="*/ 480561 w 1096189"/>
                <a:gd name="connsiteY15" fmla="*/ 182196 h 205641"/>
                <a:gd name="connsiteX16" fmla="*/ 337529 w 1096189"/>
                <a:gd name="connsiteY16" fmla="*/ 180183 h 205641"/>
                <a:gd name="connsiteX17" fmla="*/ 177097 w 1096189"/>
                <a:gd name="connsiteY17" fmla="*/ 173887 h 205641"/>
                <a:gd name="connsiteX18" fmla="*/ 1980 w 1096189"/>
                <a:gd name="connsiteY18" fmla="*/ 174146 h 205641"/>
                <a:gd name="connsiteX0" fmla="*/ 1913 w 1096122"/>
                <a:gd name="connsiteY0" fmla="*/ 174146 h 205641"/>
                <a:gd name="connsiteX1" fmla="*/ 87843 w 1096122"/>
                <a:gd name="connsiteY1" fmla="*/ 127434 h 205641"/>
                <a:gd name="connsiteX2" fmla="*/ 206058 w 1096122"/>
                <a:gd name="connsiteY2" fmla="*/ 90684 h 205641"/>
                <a:gd name="connsiteX3" fmla="*/ 342103 w 1096122"/>
                <a:gd name="connsiteY3" fmla="*/ 40690 h 205641"/>
                <a:gd name="connsiteX4" fmla="*/ 447057 w 1096122"/>
                <a:gd name="connsiteY4" fmla="*/ 8770 h 205641"/>
                <a:gd name="connsiteX5" fmla="*/ 533985 w 1096122"/>
                <a:gd name="connsiteY5" fmla="*/ 54785 h 205641"/>
                <a:gd name="connsiteX6" fmla="*/ 601948 w 1096122"/>
                <a:gd name="connsiteY6" fmla="*/ 583 h 205641"/>
                <a:gd name="connsiteX7" fmla="*/ 741981 w 1096122"/>
                <a:gd name="connsiteY7" fmla="*/ 27276 h 205641"/>
                <a:gd name="connsiteX8" fmla="*/ 881756 w 1096122"/>
                <a:gd name="connsiteY8" fmla="*/ 59423 h 205641"/>
                <a:gd name="connsiteX9" fmla="*/ 986227 w 1096122"/>
                <a:gd name="connsiteY9" fmla="*/ 80896 h 205641"/>
                <a:gd name="connsiteX10" fmla="*/ 1093622 w 1096122"/>
                <a:gd name="connsiteY10" fmla="*/ 105564 h 205641"/>
                <a:gd name="connsiteX11" fmla="*/ 872641 w 1096122"/>
                <a:gd name="connsiteY11" fmla="*/ 147501 h 205641"/>
                <a:gd name="connsiteX12" fmla="*/ 755554 w 1096122"/>
                <a:gd name="connsiteY12" fmla="*/ 158439 h 205641"/>
                <a:gd name="connsiteX13" fmla="*/ 620556 w 1096122"/>
                <a:gd name="connsiteY13" fmla="*/ 177453 h 205641"/>
                <a:gd name="connsiteX14" fmla="*/ 550877 w 1096122"/>
                <a:gd name="connsiteY14" fmla="*/ 205514 h 205641"/>
                <a:gd name="connsiteX15" fmla="*/ 480494 w 1096122"/>
                <a:gd name="connsiteY15" fmla="*/ 182196 h 205641"/>
                <a:gd name="connsiteX16" fmla="*/ 337462 w 1096122"/>
                <a:gd name="connsiteY16" fmla="*/ 180183 h 205641"/>
                <a:gd name="connsiteX17" fmla="*/ 175229 w 1096122"/>
                <a:gd name="connsiteY17" fmla="*/ 180334 h 205641"/>
                <a:gd name="connsiteX18" fmla="*/ 1913 w 1096122"/>
                <a:gd name="connsiteY18" fmla="*/ 174146 h 205641"/>
                <a:gd name="connsiteX0" fmla="*/ 1001 w 1095210"/>
                <a:gd name="connsiteY0" fmla="*/ 174146 h 205641"/>
                <a:gd name="connsiteX1" fmla="*/ 106167 w 1095210"/>
                <a:gd name="connsiteY1" fmla="*/ 130721 h 205641"/>
                <a:gd name="connsiteX2" fmla="*/ 205146 w 1095210"/>
                <a:gd name="connsiteY2" fmla="*/ 90684 h 205641"/>
                <a:gd name="connsiteX3" fmla="*/ 341191 w 1095210"/>
                <a:gd name="connsiteY3" fmla="*/ 40690 h 205641"/>
                <a:gd name="connsiteX4" fmla="*/ 446145 w 1095210"/>
                <a:gd name="connsiteY4" fmla="*/ 8770 h 205641"/>
                <a:gd name="connsiteX5" fmla="*/ 533073 w 1095210"/>
                <a:gd name="connsiteY5" fmla="*/ 54785 h 205641"/>
                <a:gd name="connsiteX6" fmla="*/ 601036 w 1095210"/>
                <a:gd name="connsiteY6" fmla="*/ 583 h 205641"/>
                <a:gd name="connsiteX7" fmla="*/ 741069 w 1095210"/>
                <a:gd name="connsiteY7" fmla="*/ 27276 h 205641"/>
                <a:gd name="connsiteX8" fmla="*/ 880844 w 1095210"/>
                <a:gd name="connsiteY8" fmla="*/ 59423 h 205641"/>
                <a:gd name="connsiteX9" fmla="*/ 985315 w 1095210"/>
                <a:gd name="connsiteY9" fmla="*/ 80896 h 205641"/>
                <a:gd name="connsiteX10" fmla="*/ 1092710 w 1095210"/>
                <a:gd name="connsiteY10" fmla="*/ 105564 h 205641"/>
                <a:gd name="connsiteX11" fmla="*/ 871729 w 1095210"/>
                <a:gd name="connsiteY11" fmla="*/ 147501 h 205641"/>
                <a:gd name="connsiteX12" fmla="*/ 754642 w 1095210"/>
                <a:gd name="connsiteY12" fmla="*/ 158439 h 205641"/>
                <a:gd name="connsiteX13" fmla="*/ 619644 w 1095210"/>
                <a:gd name="connsiteY13" fmla="*/ 177453 h 205641"/>
                <a:gd name="connsiteX14" fmla="*/ 549965 w 1095210"/>
                <a:gd name="connsiteY14" fmla="*/ 205514 h 205641"/>
                <a:gd name="connsiteX15" fmla="*/ 479582 w 1095210"/>
                <a:gd name="connsiteY15" fmla="*/ 182196 h 205641"/>
                <a:gd name="connsiteX16" fmla="*/ 336550 w 1095210"/>
                <a:gd name="connsiteY16" fmla="*/ 180183 h 205641"/>
                <a:gd name="connsiteX17" fmla="*/ 174317 w 1095210"/>
                <a:gd name="connsiteY17" fmla="*/ 180334 h 205641"/>
                <a:gd name="connsiteX18" fmla="*/ 1001 w 1095210"/>
                <a:gd name="connsiteY18" fmla="*/ 174146 h 205641"/>
                <a:gd name="connsiteX0" fmla="*/ 1001 w 1095210"/>
                <a:gd name="connsiteY0" fmla="*/ 174146 h 205641"/>
                <a:gd name="connsiteX1" fmla="*/ 106167 w 1095210"/>
                <a:gd name="connsiteY1" fmla="*/ 130721 h 205641"/>
                <a:gd name="connsiteX2" fmla="*/ 217830 w 1095210"/>
                <a:gd name="connsiteY2" fmla="*/ 90056 h 205641"/>
                <a:gd name="connsiteX3" fmla="*/ 341191 w 1095210"/>
                <a:gd name="connsiteY3" fmla="*/ 40690 h 205641"/>
                <a:gd name="connsiteX4" fmla="*/ 446145 w 1095210"/>
                <a:gd name="connsiteY4" fmla="*/ 8770 h 205641"/>
                <a:gd name="connsiteX5" fmla="*/ 533073 w 1095210"/>
                <a:gd name="connsiteY5" fmla="*/ 54785 h 205641"/>
                <a:gd name="connsiteX6" fmla="*/ 601036 w 1095210"/>
                <a:gd name="connsiteY6" fmla="*/ 583 h 205641"/>
                <a:gd name="connsiteX7" fmla="*/ 741069 w 1095210"/>
                <a:gd name="connsiteY7" fmla="*/ 27276 h 205641"/>
                <a:gd name="connsiteX8" fmla="*/ 880844 w 1095210"/>
                <a:gd name="connsiteY8" fmla="*/ 59423 h 205641"/>
                <a:gd name="connsiteX9" fmla="*/ 985315 w 1095210"/>
                <a:gd name="connsiteY9" fmla="*/ 80896 h 205641"/>
                <a:gd name="connsiteX10" fmla="*/ 1092710 w 1095210"/>
                <a:gd name="connsiteY10" fmla="*/ 105564 h 205641"/>
                <a:gd name="connsiteX11" fmla="*/ 871729 w 1095210"/>
                <a:gd name="connsiteY11" fmla="*/ 147501 h 205641"/>
                <a:gd name="connsiteX12" fmla="*/ 754642 w 1095210"/>
                <a:gd name="connsiteY12" fmla="*/ 158439 h 205641"/>
                <a:gd name="connsiteX13" fmla="*/ 619644 w 1095210"/>
                <a:gd name="connsiteY13" fmla="*/ 177453 h 205641"/>
                <a:gd name="connsiteX14" fmla="*/ 549965 w 1095210"/>
                <a:gd name="connsiteY14" fmla="*/ 205514 h 205641"/>
                <a:gd name="connsiteX15" fmla="*/ 479582 w 1095210"/>
                <a:gd name="connsiteY15" fmla="*/ 182196 h 205641"/>
                <a:gd name="connsiteX16" fmla="*/ 336550 w 1095210"/>
                <a:gd name="connsiteY16" fmla="*/ 180183 h 205641"/>
                <a:gd name="connsiteX17" fmla="*/ 174317 w 1095210"/>
                <a:gd name="connsiteY17" fmla="*/ 180334 h 205641"/>
                <a:gd name="connsiteX18" fmla="*/ 1001 w 1095210"/>
                <a:gd name="connsiteY18" fmla="*/ 174146 h 205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95210" h="205641">
                  <a:moveTo>
                    <a:pt x="1001" y="174146"/>
                  </a:moveTo>
                  <a:cubicBezTo>
                    <a:pt x="-10357" y="165877"/>
                    <a:pt x="78168" y="145040"/>
                    <a:pt x="106167" y="130721"/>
                  </a:cubicBezTo>
                  <a:cubicBezTo>
                    <a:pt x="134166" y="116402"/>
                    <a:pt x="178659" y="105061"/>
                    <a:pt x="217830" y="90056"/>
                  </a:cubicBezTo>
                  <a:cubicBezTo>
                    <a:pt x="257001" y="75051"/>
                    <a:pt x="301656" y="59963"/>
                    <a:pt x="341191" y="40690"/>
                  </a:cubicBezTo>
                  <a:cubicBezTo>
                    <a:pt x="387382" y="27446"/>
                    <a:pt x="414165" y="6421"/>
                    <a:pt x="446145" y="8770"/>
                  </a:cubicBezTo>
                  <a:cubicBezTo>
                    <a:pt x="478125" y="11119"/>
                    <a:pt x="507258" y="56149"/>
                    <a:pt x="533073" y="54785"/>
                  </a:cubicBezTo>
                  <a:cubicBezTo>
                    <a:pt x="558888" y="53421"/>
                    <a:pt x="566370" y="5168"/>
                    <a:pt x="601036" y="583"/>
                  </a:cubicBezTo>
                  <a:cubicBezTo>
                    <a:pt x="635702" y="-4002"/>
                    <a:pt x="691720" y="19723"/>
                    <a:pt x="741069" y="27276"/>
                  </a:cubicBezTo>
                  <a:cubicBezTo>
                    <a:pt x="790418" y="34829"/>
                    <a:pt x="840136" y="50486"/>
                    <a:pt x="880844" y="59423"/>
                  </a:cubicBezTo>
                  <a:cubicBezTo>
                    <a:pt x="921552" y="68360"/>
                    <a:pt x="952718" y="70952"/>
                    <a:pt x="985315" y="80896"/>
                  </a:cubicBezTo>
                  <a:cubicBezTo>
                    <a:pt x="1017912" y="90840"/>
                    <a:pt x="1111641" y="94463"/>
                    <a:pt x="1092710" y="105564"/>
                  </a:cubicBezTo>
                  <a:cubicBezTo>
                    <a:pt x="1073779" y="116665"/>
                    <a:pt x="928074" y="138689"/>
                    <a:pt x="871729" y="147501"/>
                  </a:cubicBezTo>
                  <a:cubicBezTo>
                    <a:pt x="815384" y="156313"/>
                    <a:pt x="796656" y="153447"/>
                    <a:pt x="754642" y="158439"/>
                  </a:cubicBezTo>
                  <a:cubicBezTo>
                    <a:pt x="712628" y="163431"/>
                    <a:pt x="653757" y="169607"/>
                    <a:pt x="619644" y="177453"/>
                  </a:cubicBezTo>
                  <a:cubicBezTo>
                    <a:pt x="585531" y="185299"/>
                    <a:pt x="580673" y="203653"/>
                    <a:pt x="549965" y="205514"/>
                  </a:cubicBezTo>
                  <a:cubicBezTo>
                    <a:pt x="519257" y="207375"/>
                    <a:pt x="513124" y="188284"/>
                    <a:pt x="479582" y="182196"/>
                  </a:cubicBezTo>
                  <a:cubicBezTo>
                    <a:pt x="446040" y="176108"/>
                    <a:pt x="387427" y="180493"/>
                    <a:pt x="336550" y="180183"/>
                  </a:cubicBezTo>
                  <a:cubicBezTo>
                    <a:pt x="285673" y="179873"/>
                    <a:pt x="228464" y="181693"/>
                    <a:pt x="174317" y="180334"/>
                  </a:cubicBezTo>
                  <a:cubicBezTo>
                    <a:pt x="115945" y="180420"/>
                    <a:pt x="12359" y="182415"/>
                    <a:pt x="1001" y="174146"/>
                  </a:cubicBezTo>
                  <a:close/>
                </a:path>
              </a:pathLst>
            </a:custGeom>
            <a:gradFill>
              <a:gsLst>
                <a:gs pos="89000">
                  <a:srgbClr val="F7C6BF"/>
                </a:gs>
                <a:gs pos="52000">
                  <a:srgbClr val="F7A8A5"/>
                </a:gs>
                <a:gs pos="33000">
                  <a:srgbClr val="F6A4A4"/>
                </a:gs>
              </a:gsLst>
              <a:lin ang="16200000" scaled="1"/>
            </a:gradFill>
            <a:ln>
              <a:solidFill>
                <a:srgbClr val="FF65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5" name="Ambient air">
            <a:extLst>
              <a:ext uri="{FF2B5EF4-FFF2-40B4-BE49-F238E27FC236}">
                <a16:creationId xmlns:a16="http://schemas.microsoft.com/office/drawing/2014/main" id="{56AA8E4F-BFE3-4512-A7E5-22563C2E639E}"/>
              </a:ext>
            </a:extLst>
          </p:cNvPr>
          <p:cNvSpPr txBox="1"/>
          <p:nvPr/>
        </p:nvSpPr>
        <p:spPr>
          <a:xfrm>
            <a:off x="877087" y="4640999"/>
            <a:ext cx="1236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ambient air (21% FiO</a:t>
            </a:r>
            <a:r>
              <a:rPr lang="en-US" sz="1400" baseline="-25000" dirty="0">
                <a:solidFill>
                  <a:srgbClr val="FF0000"/>
                </a:solidFill>
              </a:rPr>
              <a:t>2</a:t>
            </a:r>
            <a:r>
              <a:rPr lang="en-US" sz="1400" dirty="0">
                <a:solidFill>
                  <a:srgbClr val="FF0000"/>
                </a:solidFill>
              </a:rPr>
              <a:t>) 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DB8018BC-B5DD-40EA-863F-84B2E3B7F9F9}"/>
              </a:ext>
            </a:extLst>
          </p:cNvPr>
          <p:cNvSpPr/>
          <p:nvPr/>
        </p:nvSpPr>
        <p:spPr>
          <a:xfrm rot="576092">
            <a:off x="3032510" y="3714694"/>
            <a:ext cx="287068" cy="464150"/>
          </a:xfrm>
          <a:custGeom>
            <a:avLst/>
            <a:gdLst>
              <a:gd name="connsiteX0" fmla="*/ 238624 w 315502"/>
              <a:gd name="connsiteY0" fmla="*/ 34813 h 366709"/>
              <a:gd name="connsiteX1" fmla="*/ 111624 w 315502"/>
              <a:gd name="connsiteY1" fmla="*/ 9413 h 366709"/>
              <a:gd name="connsiteX2" fmla="*/ 1557 w 315502"/>
              <a:gd name="connsiteY2" fmla="*/ 144880 h 366709"/>
              <a:gd name="connsiteX3" fmla="*/ 52357 w 315502"/>
              <a:gd name="connsiteY3" fmla="*/ 348080 h 366709"/>
              <a:gd name="connsiteX4" fmla="*/ 128557 w 315502"/>
              <a:gd name="connsiteY4" fmla="*/ 356547 h 366709"/>
              <a:gd name="connsiteX5" fmla="*/ 187824 w 315502"/>
              <a:gd name="connsiteY5" fmla="*/ 339613 h 366709"/>
              <a:gd name="connsiteX6" fmla="*/ 314824 w 315502"/>
              <a:gd name="connsiteY6" fmla="*/ 322680 h 366709"/>
              <a:gd name="connsiteX7" fmla="*/ 238624 w 315502"/>
              <a:gd name="connsiteY7" fmla="*/ 221080 h 366709"/>
              <a:gd name="connsiteX8" fmla="*/ 238624 w 315502"/>
              <a:gd name="connsiteY8" fmla="*/ 34813 h 366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5502" h="366709">
                <a:moveTo>
                  <a:pt x="238624" y="34813"/>
                </a:moveTo>
                <a:cubicBezTo>
                  <a:pt x="217457" y="-465"/>
                  <a:pt x="151135" y="-8931"/>
                  <a:pt x="111624" y="9413"/>
                </a:cubicBezTo>
                <a:cubicBezTo>
                  <a:pt x="72113" y="27757"/>
                  <a:pt x="11435" y="88436"/>
                  <a:pt x="1557" y="144880"/>
                </a:cubicBezTo>
                <a:cubicBezTo>
                  <a:pt x="-8321" y="201324"/>
                  <a:pt x="31190" y="312802"/>
                  <a:pt x="52357" y="348080"/>
                </a:cubicBezTo>
                <a:cubicBezTo>
                  <a:pt x="73524" y="383358"/>
                  <a:pt x="105979" y="357958"/>
                  <a:pt x="128557" y="356547"/>
                </a:cubicBezTo>
                <a:cubicBezTo>
                  <a:pt x="151135" y="355136"/>
                  <a:pt x="156779" y="345258"/>
                  <a:pt x="187824" y="339613"/>
                </a:cubicBezTo>
                <a:cubicBezTo>
                  <a:pt x="218868" y="333969"/>
                  <a:pt x="306357" y="342435"/>
                  <a:pt x="314824" y="322680"/>
                </a:cubicBezTo>
                <a:cubicBezTo>
                  <a:pt x="323291" y="302925"/>
                  <a:pt x="249913" y="264824"/>
                  <a:pt x="238624" y="221080"/>
                </a:cubicBezTo>
                <a:cubicBezTo>
                  <a:pt x="227335" y="177336"/>
                  <a:pt x="259791" y="70091"/>
                  <a:pt x="238624" y="34813"/>
                </a:cubicBezTo>
                <a:close/>
              </a:path>
            </a:pathLst>
          </a:custGeom>
          <a:gradFill flip="none" rotWithShape="1">
            <a:gsLst>
              <a:gs pos="71000">
                <a:schemeClr val="accent2">
                  <a:lumMod val="20000"/>
                  <a:lumOff val="80000"/>
                </a:schemeClr>
              </a:gs>
              <a:gs pos="31000">
                <a:srgbClr val="F8CCAE"/>
              </a:gs>
              <a:gs pos="0">
                <a:srgbClr val="F6C3A0"/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35000">
                  <a:schemeClr val="accent2">
                    <a:lumMod val="20000"/>
                    <a:lumOff val="80000"/>
                  </a:schemeClr>
                </a:gs>
                <a:gs pos="65000">
                  <a:schemeClr val="accent2">
                    <a:lumMod val="60000"/>
                    <a:lumOff val="40000"/>
                  </a:schemeClr>
                </a:gs>
                <a:gs pos="83000">
                  <a:schemeClr val="accent2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C5DB807-9471-4277-95D3-E27E5FBCDF68}"/>
              </a:ext>
            </a:extLst>
          </p:cNvPr>
          <p:cNvSpPr/>
          <p:nvPr/>
        </p:nvSpPr>
        <p:spPr>
          <a:xfrm rot="21040209" flipH="1">
            <a:off x="3533742" y="3716861"/>
            <a:ext cx="317994" cy="464150"/>
          </a:xfrm>
          <a:custGeom>
            <a:avLst/>
            <a:gdLst>
              <a:gd name="connsiteX0" fmla="*/ 238624 w 315502"/>
              <a:gd name="connsiteY0" fmla="*/ 34813 h 366709"/>
              <a:gd name="connsiteX1" fmla="*/ 111624 w 315502"/>
              <a:gd name="connsiteY1" fmla="*/ 9413 h 366709"/>
              <a:gd name="connsiteX2" fmla="*/ 1557 w 315502"/>
              <a:gd name="connsiteY2" fmla="*/ 144880 h 366709"/>
              <a:gd name="connsiteX3" fmla="*/ 52357 w 315502"/>
              <a:gd name="connsiteY3" fmla="*/ 348080 h 366709"/>
              <a:gd name="connsiteX4" fmla="*/ 128557 w 315502"/>
              <a:gd name="connsiteY4" fmla="*/ 356547 h 366709"/>
              <a:gd name="connsiteX5" fmla="*/ 187824 w 315502"/>
              <a:gd name="connsiteY5" fmla="*/ 339613 h 366709"/>
              <a:gd name="connsiteX6" fmla="*/ 314824 w 315502"/>
              <a:gd name="connsiteY6" fmla="*/ 322680 h 366709"/>
              <a:gd name="connsiteX7" fmla="*/ 238624 w 315502"/>
              <a:gd name="connsiteY7" fmla="*/ 221080 h 366709"/>
              <a:gd name="connsiteX8" fmla="*/ 238624 w 315502"/>
              <a:gd name="connsiteY8" fmla="*/ 34813 h 366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5502" h="366709">
                <a:moveTo>
                  <a:pt x="238624" y="34813"/>
                </a:moveTo>
                <a:cubicBezTo>
                  <a:pt x="217457" y="-465"/>
                  <a:pt x="151135" y="-8931"/>
                  <a:pt x="111624" y="9413"/>
                </a:cubicBezTo>
                <a:cubicBezTo>
                  <a:pt x="72113" y="27757"/>
                  <a:pt x="11435" y="88436"/>
                  <a:pt x="1557" y="144880"/>
                </a:cubicBezTo>
                <a:cubicBezTo>
                  <a:pt x="-8321" y="201324"/>
                  <a:pt x="31190" y="312802"/>
                  <a:pt x="52357" y="348080"/>
                </a:cubicBezTo>
                <a:cubicBezTo>
                  <a:pt x="73524" y="383358"/>
                  <a:pt x="105979" y="357958"/>
                  <a:pt x="128557" y="356547"/>
                </a:cubicBezTo>
                <a:cubicBezTo>
                  <a:pt x="151135" y="355136"/>
                  <a:pt x="156779" y="345258"/>
                  <a:pt x="187824" y="339613"/>
                </a:cubicBezTo>
                <a:cubicBezTo>
                  <a:pt x="218868" y="333969"/>
                  <a:pt x="306357" y="342435"/>
                  <a:pt x="314824" y="322680"/>
                </a:cubicBezTo>
                <a:cubicBezTo>
                  <a:pt x="323291" y="302925"/>
                  <a:pt x="249913" y="264824"/>
                  <a:pt x="238624" y="221080"/>
                </a:cubicBezTo>
                <a:cubicBezTo>
                  <a:pt x="227335" y="177336"/>
                  <a:pt x="259791" y="70091"/>
                  <a:pt x="238624" y="34813"/>
                </a:cubicBezTo>
                <a:close/>
              </a:path>
            </a:pathLst>
          </a:custGeom>
          <a:gradFill flip="none" rotWithShape="1">
            <a:gsLst>
              <a:gs pos="71000">
                <a:schemeClr val="accent2">
                  <a:lumMod val="20000"/>
                  <a:lumOff val="80000"/>
                </a:schemeClr>
              </a:gs>
              <a:gs pos="31000">
                <a:srgbClr val="F8CCAE"/>
              </a:gs>
              <a:gs pos="0">
                <a:srgbClr val="F6C3A0"/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35000">
                  <a:schemeClr val="accent2">
                    <a:lumMod val="20000"/>
                    <a:lumOff val="80000"/>
                  </a:schemeClr>
                </a:gs>
                <a:gs pos="65000">
                  <a:schemeClr val="accent2">
                    <a:lumMod val="60000"/>
                    <a:lumOff val="40000"/>
                  </a:schemeClr>
                </a:gs>
                <a:gs pos="83000">
                  <a:schemeClr val="accent2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DE073811-B391-423B-848B-2F8826FC118B}"/>
              </a:ext>
            </a:extLst>
          </p:cNvPr>
          <p:cNvSpPr/>
          <p:nvPr/>
        </p:nvSpPr>
        <p:spPr>
          <a:xfrm>
            <a:off x="3038123" y="2225523"/>
            <a:ext cx="846318" cy="2018200"/>
          </a:xfrm>
          <a:custGeom>
            <a:avLst/>
            <a:gdLst>
              <a:gd name="connsiteX0" fmla="*/ 11980 w 466167"/>
              <a:gd name="connsiteY0" fmla="*/ 27794 h 1475594"/>
              <a:gd name="connsiteX1" fmla="*/ 122046 w 466167"/>
              <a:gd name="connsiteY1" fmla="*/ 324128 h 1475594"/>
              <a:gd name="connsiteX2" fmla="*/ 138980 w 466167"/>
              <a:gd name="connsiteY2" fmla="*/ 603528 h 1475594"/>
              <a:gd name="connsiteX3" fmla="*/ 147446 w 466167"/>
              <a:gd name="connsiteY3" fmla="*/ 857528 h 1475594"/>
              <a:gd name="connsiteX4" fmla="*/ 71246 w 466167"/>
              <a:gd name="connsiteY4" fmla="*/ 1187728 h 1475594"/>
              <a:gd name="connsiteX5" fmla="*/ 62780 w 466167"/>
              <a:gd name="connsiteY5" fmla="*/ 1289328 h 1475594"/>
              <a:gd name="connsiteX6" fmla="*/ 189780 w 466167"/>
              <a:gd name="connsiteY6" fmla="*/ 1475594 h 1475594"/>
              <a:gd name="connsiteX7" fmla="*/ 367580 w 466167"/>
              <a:gd name="connsiteY7" fmla="*/ 1289328 h 1475594"/>
              <a:gd name="connsiteX8" fmla="*/ 325246 w 466167"/>
              <a:gd name="connsiteY8" fmla="*/ 1026861 h 1475594"/>
              <a:gd name="connsiteX9" fmla="*/ 308313 w 466167"/>
              <a:gd name="connsiteY9" fmla="*/ 713594 h 1475594"/>
              <a:gd name="connsiteX10" fmla="*/ 325246 w 466167"/>
              <a:gd name="connsiteY10" fmla="*/ 374928 h 1475594"/>
              <a:gd name="connsiteX11" fmla="*/ 401446 w 466167"/>
              <a:gd name="connsiteY11" fmla="*/ 61661 h 1475594"/>
              <a:gd name="connsiteX12" fmla="*/ 443780 w 466167"/>
              <a:gd name="connsiteY12" fmla="*/ 19328 h 1475594"/>
              <a:gd name="connsiteX13" fmla="*/ 11980 w 466167"/>
              <a:gd name="connsiteY13" fmla="*/ 27794 h 1475594"/>
              <a:gd name="connsiteX0" fmla="*/ 11980 w 466167"/>
              <a:gd name="connsiteY0" fmla="*/ 27794 h 1475594"/>
              <a:gd name="connsiteX1" fmla="*/ 122046 w 466167"/>
              <a:gd name="connsiteY1" fmla="*/ 324128 h 1475594"/>
              <a:gd name="connsiteX2" fmla="*/ 138980 w 466167"/>
              <a:gd name="connsiteY2" fmla="*/ 603528 h 1475594"/>
              <a:gd name="connsiteX3" fmla="*/ 147446 w 466167"/>
              <a:gd name="connsiteY3" fmla="*/ 857528 h 1475594"/>
              <a:gd name="connsiteX4" fmla="*/ 71246 w 466167"/>
              <a:gd name="connsiteY4" fmla="*/ 1136928 h 1475594"/>
              <a:gd name="connsiteX5" fmla="*/ 62780 w 466167"/>
              <a:gd name="connsiteY5" fmla="*/ 1289328 h 1475594"/>
              <a:gd name="connsiteX6" fmla="*/ 189780 w 466167"/>
              <a:gd name="connsiteY6" fmla="*/ 1475594 h 1475594"/>
              <a:gd name="connsiteX7" fmla="*/ 367580 w 466167"/>
              <a:gd name="connsiteY7" fmla="*/ 1289328 h 1475594"/>
              <a:gd name="connsiteX8" fmla="*/ 325246 w 466167"/>
              <a:gd name="connsiteY8" fmla="*/ 1026861 h 1475594"/>
              <a:gd name="connsiteX9" fmla="*/ 308313 w 466167"/>
              <a:gd name="connsiteY9" fmla="*/ 713594 h 1475594"/>
              <a:gd name="connsiteX10" fmla="*/ 325246 w 466167"/>
              <a:gd name="connsiteY10" fmla="*/ 374928 h 1475594"/>
              <a:gd name="connsiteX11" fmla="*/ 401446 w 466167"/>
              <a:gd name="connsiteY11" fmla="*/ 61661 h 1475594"/>
              <a:gd name="connsiteX12" fmla="*/ 443780 w 466167"/>
              <a:gd name="connsiteY12" fmla="*/ 19328 h 1475594"/>
              <a:gd name="connsiteX13" fmla="*/ 11980 w 466167"/>
              <a:gd name="connsiteY13" fmla="*/ 27794 h 1475594"/>
              <a:gd name="connsiteX0" fmla="*/ 11980 w 466167"/>
              <a:gd name="connsiteY0" fmla="*/ 27794 h 1475594"/>
              <a:gd name="connsiteX1" fmla="*/ 122046 w 466167"/>
              <a:gd name="connsiteY1" fmla="*/ 324128 h 1475594"/>
              <a:gd name="connsiteX2" fmla="*/ 138980 w 466167"/>
              <a:gd name="connsiteY2" fmla="*/ 603528 h 1475594"/>
              <a:gd name="connsiteX3" fmla="*/ 147446 w 466167"/>
              <a:gd name="connsiteY3" fmla="*/ 857528 h 1475594"/>
              <a:gd name="connsiteX4" fmla="*/ 96646 w 466167"/>
              <a:gd name="connsiteY4" fmla="*/ 1136928 h 1475594"/>
              <a:gd name="connsiteX5" fmla="*/ 62780 w 466167"/>
              <a:gd name="connsiteY5" fmla="*/ 1289328 h 1475594"/>
              <a:gd name="connsiteX6" fmla="*/ 189780 w 466167"/>
              <a:gd name="connsiteY6" fmla="*/ 1475594 h 1475594"/>
              <a:gd name="connsiteX7" fmla="*/ 367580 w 466167"/>
              <a:gd name="connsiteY7" fmla="*/ 1289328 h 1475594"/>
              <a:gd name="connsiteX8" fmla="*/ 325246 w 466167"/>
              <a:gd name="connsiteY8" fmla="*/ 1026861 h 1475594"/>
              <a:gd name="connsiteX9" fmla="*/ 308313 w 466167"/>
              <a:gd name="connsiteY9" fmla="*/ 713594 h 1475594"/>
              <a:gd name="connsiteX10" fmla="*/ 325246 w 466167"/>
              <a:gd name="connsiteY10" fmla="*/ 374928 h 1475594"/>
              <a:gd name="connsiteX11" fmla="*/ 401446 w 466167"/>
              <a:gd name="connsiteY11" fmla="*/ 61661 h 1475594"/>
              <a:gd name="connsiteX12" fmla="*/ 443780 w 466167"/>
              <a:gd name="connsiteY12" fmla="*/ 19328 h 1475594"/>
              <a:gd name="connsiteX13" fmla="*/ 11980 w 466167"/>
              <a:gd name="connsiteY13" fmla="*/ 27794 h 1475594"/>
              <a:gd name="connsiteX0" fmla="*/ 11980 w 466167"/>
              <a:gd name="connsiteY0" fmla="*/ 27794 h 1475594"/>
              <a:gd name="connsiteX1" fmla="*/ 122046 w 466167"/>
              <a:gd name="connsiteY1" fmla="*/ 324128 h 1475594"/>
              <a:gd name="connsiteX2" fmla="*/ 138980 w 466167"/>
              <a:gd name="connsiteY2" fmla="*/ 603528 h 1475594"/>
              <a:gd name="connsiteX3" fmla="*/ 147446 w 466167"/>
              <a:gd name="connsiteY3" fmla="*/ 857528 h 1475594"/>
              <a:gd name="connsiteX4" fmla="*/ 96646 w 466167"/>
              <a:gd name="connsiteY4" fmla="*/ 1136928 h 1475594"/>
              <a:gd name="connsiteX5" fmla="*/ 62780 w 466167"/>
              <a:gd name="connsiteY5" fmla="*/ 1289328 h 1475594"/>
              <a:gd name="connsiteX6" fmla="*/ 257513 w 466167"/>
              <a:gd name="connsiteY6" fmla="*/ 1475594 h 1475594"/>
              <a:gd name="connsiteX7" fmla="*/ 367580 w 466167"/>
              <a:gd name="connsiteY7" fmla="*/ 1289328 h 1475594"/>
              <a:gd name="connsiteX8" fmla="*/ 325246 w 466167"/>
              <a:gd name="connsiteY8" fmla="*/ 1026861 h 1475594"/>
              <a:gd name="connsiteX9" fmla="*/ 308313 w 466167"/>
              <a:gd name="connsiteY9" fmla="*/ 713594 h 1475594"/>
              <a:gd name="connsiteX10" fmla="*/ 325246 w 466167"/>
              <a:gd name="connsiteY10" fmla="*/ 374928 h 1475594"/>
              <a:gd name="connsiteX11" fmla="*/ 401446 w 466167"/>
              <a:gd name="connsiteY11" fmla="*/ 61661 h 1475594"/>
              <a:gd name="connsiteX12" fmla="*/ 443780 w 466167"/>
              <a:gd name="connsiteY12" fmla="*/ 19328 h 1475594"/>
              <a:gd name="connsiteX13" fmla="*/ 11980 w 466167"/>
              <a:gd name="connsiteY13" fmla="*/ 27794 h 1475594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474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289328 h 1492527"/>
              <a:gd name="connsiteX6" fmla="*/ 206713 w 466167"/>
              <a:gd name="connsiteY6" fmla="*/ 1492527 h 1492527"/>
              <a:gd name="connsiteX7" fmla="*/ 367580 w 466167"/>
              <a:gd name="connsiteY7" fmla="*/ 1289328 h 1492527"/>
              <a:gd name="connsiteX8" fmla="*/ 325246 w 466167"/>
              <a:gd name="connsiteY8" fmla="*/ 1026861 h 1492527"/>
              <a:gd name="connsiteX9" fmla="*/ 308313 w 466167"/>
              <a:gd name="connsiteY9" fmla="*/ 713594 h 1492527"/>
              <a:gd name="connsiteX10" fmla="*/ 325246 w 466167"/>
              <a:gd name="connsiteY10" fmla="*/ 374928 h 1492527"/>
              <a:gd name="connsiteX11" fmla="*/ 401446 w 466167"/>
              <a:gd name="connsiteY11" fmla="*/ 61661 h 1492527"/>
              <a:gd name="connsiteX12" fmla="*/ 443780 w 466167"/>
              <a:gd name="connsiteY12" fmla="*/ 19328 h 1492527"/>
              <a:gd name="connsiteX13" fmla="*/ 11980 w 466167"/>
              <a:gd name="connsiteY13" fmla="*/ 27794 h 1492527"/>
              <a:gd name="connsiteX0" fmla="*/ 11980 w 466167"/>
              <a:gd name="connsiteY0" fmla="*/ 27794 h 1493024"/>
              <a:gd name="connsiteX1" fmla="*/ 122046 w 466167"/>
              <a:gd name="connsiteY1" fmla="*/ 324128 h 1493024"/>
              <a:gd name="connsiteX2" fmla="*/ 138980 w 466167"/>
              <a:gd name="connsiteY2" fmla="*/ 603528 h 1493024"/>
              <a:gd name="connsiteX3" fmla="*/ 147446 w 466167"/>
              <a:gd name="connsiteY3" fmla="*/ 857528 h 1493024"/>
              <a:gd name="connsiteX4" fmla="*/ 96646 w 466167"/>
              <a:gd name="connsiteY4" fmla="*/ 1136928 h 1493024"/>
              <a:gd name="connsiteX5" fmla="*/ 62780 w 466167"/>
              <a:gd name="connsiteY5" fmla="*/ 1340128 h 1493024"/>
              <a:gd name="connsiteX6" fmla="*/ 206713 w 466167"/>
              <a:gd name="connsiteY6" fmla="*/ 1492527 h 1493024"/>
              <a:gd name="connsiteX7" fmla="*/ 367580 w 466167"/>
              <a:gd name="connsiteY7" fmla="*/ 1289328 h 1493024"/>
              <a:gd name="connsiteX8" fmla="*/ 325246 w 466167"/>
              <a:gd name="connsiteY8" fmla="*/ 1026861 h 1493024"/>
              <a:gd name="connsiteX9" fmla="*/ 308313 w 466167"/>
              <a:gd name="connsiteY9" fmla="*/ 713594 h 1493024"/>
              <a:gd name="connsiteX10" fmla="*/ 325246 w 466167"/>
              <a:gd name="connsiteY10" fmla="*/ 374928 h 1493024"/>
              <a:gd name="connsiteX11" fmla="*/ 401446 w 466167"/>
              <a:gd name="connsiteY11" fmla="*/ 61661 h 1493024"/>
              <a:gd name="connsiteX12" fmla="*/ 443780 w 466167"/>
              <a:gd name="connsiteY12" fmla="*/ 19328 h 1493024"/>
              <a:gd name="connsiteX13" fmla="*/ 11980 w 466167"/>
              <a:gd name="connsiteY13" fmla="*/ 27794 h 1493024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474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340128 h 1492527"/>
              <a:gd name="connsiteX6" fmla="*/ 206713 w 466167"/>
              <a:gd name="connsiteY6" fmla="*/ 1492527 h 1492527"/>
              <a:gd name="connsiteX7" fmla="*/ 367580 w 466167"/>
              <a:gd name="connsiteY7" fmla="*/ 1340128 h 1492527"/>
              <a:gd name="connsiteX8" fmla="*/ 325246 w 466167"/>
              <a:gd name="connsiteY8" fmla="*/ 1026861 h 1492527"/>
              <a:gd name="connsiteX9" fmla="*/ 308313 w 466167"/>
              <a:gd name="connsiteY9" fmla="*/ 713594 h 1492527"/>
              <a:gd name="connsiteX10" fmla="*/ 325246 w 466167"/>
              <a:gd name="connsiteY10" fmla="*/ 374928 h 1492527"/>
              <a:gd name="connsiteX11" fmla="*/ 401446 w 466167"/>
              <a:gd name="connsiteY11" fmla="*/ 61661 h 1492527"/>
              <a:gd name="connsiteX12" fmla="*/ 443780 w 466167"/>
              <a:gd name="connsiteY12" fmla="*/ 19328 h 1492527"/>
              <a:gd name="connsiteX13" fmla="*/ 11980 w 466167"/>
              <a:gd name="connsiteY13" fmla="*/ 27794 h 1492527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474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340128 h 1492527"/>
              <a:gd name="connsiteX6" fmla="*/ 206713 w 466167"/>
              <a:gd name="connsiteY6" fmla="*/ 1492527 h 1492527"/>
              <a:gd name="connsiteX7" fmla="*/ 367580 w 466167"/>
              <a:gd name="connsiteY7" fmla="*/ 1340128 h 1492527"/>
              <a:gd name="connsiteX8" fmla="*/ 333712 w 466167"/>
              <a:gd name="connsiteY8" fmla="*/ 1179261 h 1492527"/>
              <a:gd name="connsiteX9" fmla="*/ 308313 w 466167"/>
              <a:gd name="connsiteY9" fmla="*/ 713594 h 1492527"/>
              <a:gd name="connsiteX10" fmla="*/ 325246 w 466167"/>
              <a:gd name="connsiteY10" fmla="*/ 374928 h 1492527"/>
              <a:gd name="connsiteX11" fmla="*/ 401446 w 466167"/>
              <a:gd name="connsiteY11" fmla="*/ 61661 h 1492527"/>
              <a:gd name="connsiteX12" fmla="*/ 443780 w 466167"/>
              <a:gd name="connsiteY12" fmla="*/ 19328 h 1492527"/>
              <a:gd name="connsiteX13" fmla="*/ 11980 w 466167"/>
              <a:gd name="connsiteY13" fmla="*/ 27794 h 1492527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220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340128 h 1492527"/>
              <a:gd name="connsiteX6" fmla="*/ 206713 w 466167"/>
              <a:gd name="connsiteY6" fmla="*/ 1492527 h 1492527"/>
              <a:gd name="connsiteX7" fmla="*/ 367580 w 466167"/>
              <a:gd name="connsiteY7" fmla="*/ 1340128 h 1492527"/>
              <a:gd name="connsiteX8" fmla="*/ 333712 w 466167"/>
              <a:gd name="connsiteY8" fmla="*/ 1179261 h 1492527"/>
              <a:gd name="connsiteX9" fmla="*/ 308313 w 466167"/>
              <a:gd name="connsiteY9" fmla="*/ 713594 h 1492527"/>
              <a:gd name="connsiteX10" fmla="*/ 325246 w 466167"/>
              <a:gd name="connsiteY10" fmla="*/ 374928 h 1492527"/>
              <a:gd name="connsiteX11" fmla="*/ 401446 w 466167"/>
              <a:gd name="connsiteY11" fmla="*/ 61661 h 1492527"/>
              <a:gd name="connsiteX12" fmla="*/ 443780 w 466167"/>
              <a:gd name="connsiteY12" fmla="*/ 19328 h 1492527"/>
              <a:gd name="connsiteX13" fmla="*/ 11980 w 466167"/>
              <a:gd name="connsiteY13" fmla="*/ 27794 h 1492527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220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340128 h 1492527"/>
              <a:gd name="connsiteX6" fmla="*/ 206713 w 466167"/>
              <a:gd name="connsiteY6" fmla="*/ 1492527 h 1492527"/>
              <a:gd name="connsiteX7" fmla="*/ 367580 w 466167"/>
              <a:gd name="connsiteY7" fmla="*/ 1340128 h 1492527"/>
              <a:gd name="connsiteX8" fmla="*/ 333712 w 466167"/>
              <a:gd name="connsiteY8" fmla="*/ 1179261 h 1492527"/>
              <a:gd name="connsiteX9" fmla="*/ 291380 w 466167"/>
              <a:gd name="connsiteY9" fmla="*/ 849061 h 1492527"/>
              <a:gd name="connsiteX10" fmla="*/ 325246 w 466167"/>
              <a:gd name="connsiteY10" fmla="*/ 374928 h 1492527"/>
              <a:gd name="connsiteX11" fmla="*/ 401446 w 466167"/>
              <a:gd name="connsiteY11" fmla="*/ 61661 h 1492527"/>
              <a:gd name="connsiteX12" fmla="*/ 443780 w 466167"/>
              <a:gd name="connsiteY12" fmla="*/ 19328 h 1492527"/>
              <a:gd name="connsiteX13" fmla="*/ 11980 w 466167"/>
              <a:gd name="connsiteY13" fmla="*/ 27794 h 1492527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220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340128 h 1492527"/>
              <a:gd name="connsiteX6" fmla="*/ 206713 w 466167"/>
              <a:gd name="connsiteY6" fmla="*/ 1492527 h 1492527"/>
              <a:gd name="connsiteX7" fmla="*/ 367580 w 466167"/>
              <a:gd name="connsiteY7" fmla="*/ 1340128 h 1492527"/>
              <a:gd name="connsiteX8" fmla="*/ 333712 w 466167"/>
              <a:gd name="connsiteY8" fmla="*/ 1179261 h 1492527"/>
              <a:gd name="connsiteX9" fmla="*/ 291380 w 466167"/>
              <a:gd name="connsiteY9" fmla="*/ 849061 h 1492527"/>
              <a:gd name="connsiteX10" fmla="*/ 286643 w 466167"/>
              <a:gd name="connsiteY10" fmla="*/ 598164 h 1492527"/>
              <a:gd name="connsiteX11" fmla="*/ 325246 w 466167"/>
              <a:gd name="connsiteY11" fmla="*/ 374928 h 1492527"/>
              <a:gd name="connsiteX12" fmla="*/ 401446 w 466167"/>
              <a:gd name="connsiteY12" fmla="*/ 61661 h 1492527"/>
              <a:gd name="connsiteX13" fmla="*/ 443780 w 466167"/>
              <a:gd name="connsiteY13" fmla="*/ 19328 h 1492527"/>
              <a:gd name="connsiteX14" fmla="*/ 11980 w 466167"/>
              <a:gd name="connsiteY14" fmla="*/ 27794 h 1492527"/>
              <a:gd name="connsiteX0" fmla="*/ 13052 w 467239"/>
              <a:gd name="connsiteY0" fmla="*/ 31428 h 1496161"/>
              <a:gd name="connsiteX1" fmla="*/ 114652 w 467239"/>
              <a:gd name="connsiteY1" fmla="*/ 378562 h 1496161"/>
              <a:gd name="connsiteX2" fmla="*/ 140052 w 467239"/>
              <a:gd name="connsiteY2" fmla="*/ 607162 h 1496161"/>
              <a:gd name="connsiteX3" fmla="*/ 123118 w 467239"/>
              <a:gd name="connsiteY3" fmla="*/ 861162 h 1496161"/>
              <a:gd name="connsiteX4" fmla="*/ 97718 w 467239"/>
              <a:gd name="connsiteY4" fmla="*/ 1140562 h 1496161"/>
              <a:gd name="connsiteX5" fmla="*/ 63852 w 467239"/>
              <a:gd name="connsiteY5" fmla="*/ 1343762 h 1496161"/>
              <a:gd name="connsiteX6" fmla="*/ 207785 w 467239"/>
              <a:gd name="connsiteY6" fmla="*/ 1496161 h 1496161"/>
              <a:gd name="connsiteX7" fmla="*/ 368652 w 467239"/>
              <a:gd name="connsiteY7" fmla="*/ 1343762 h 1496161"/>
              <a:gd name="connsiteX8" fmla="*/ 334784 w 467239"/>
              <a:gd name="connsiteY8" fmla="*/ 1182895 h 1496161"/>
              <a:gd name="connsiteX9" fmla="*/ 292452 w 467239"/>
              <a:gd name="connsiteY9" fmla="*/ 852695 h 1496161"/>
              <a:gd name="connsiteX10" fmla="*/ 287715 w 467239"/>
              <a:gd name="connsiteY10" fmla="*/ 601798 h 1496161"/>
              <a:gd name="connsiteX11" fmla="*/ 326318 w 467239"/>
              <a:gd name="connsiteY11" fmla="*/ 378562 h 1496161"/>
              <a:gd name="connsiteX12" fmla="*/ 402518 w 467239"/>
              <a:gd name="connsiteY12" fmla="*/ 65295 h 1496161"/>
              <a:gd name="connsiteX13" fmla="*/ 444852 w 467239"/>
              <a:gd name="connsiteY13" fmla="*/ 22962 h 1496161"/>
              <a:gd name="connsiteX14" fmla="*/ 13052 w 467239"/>
              <a:gd name="connsiteY14" fmla="*/ 31428 h 1496161"/>
              <a:gd name="connsiteX0" fmla="*/ 3558 w 395530"/>
              <a:gd name="connsiteY0" fmla="*/ 28053 h 1492786"/>
              <a:gd name="connsiteX1" fmla="*/ 105158 w 395530"/>
              <a:gd name="connsiteY1" fmla="*/ 375187 h 1492786"/>
              <a:gd name="connsiteX2" fmla="*/ 130558 w 395530"/>
              <a:gd name="connsiteY2" fmla="*/ 603787 h 1492786"/>
              <a:gd name="connsiteX3" fmla="*/ 113624 w 395530"/>
              <a:gd name="connsiteY3" fmla="*/ 857787 h 1492786"/>
              <a:gd name="connsiteX4" fmla="*/ 88224 w 395530"/>
              <a:gd name="connsiteY4" fmla="*/ 1137187 h 1492786"/>
              <a:gd name="connsiteX5" fmla="*/ 54358 w 395530"/>
              <a:gd name="connsiteY5" fmla="*/ 1340387 h 1492786"/>
              <a:gd name="connsiteX6" fmla="*/ 198291 w 395530"/>
              <a:gd name="connsiteY6" fmla="*/ 1492786 h 1492786"/>
              <a:gd name="connsiteX7" fmla="*/ 359158 w 395530"/>
              <a:gd name="connsiteY7" fmla="*/ 1340387 h 1492786"/>
              <a:gd name="connsiteX8" fmla="*/ 325290 w 395530"/>
              <a:gd name="connsiteY8" fmla="*/ 1179520 h 1492786"/>
              <a:gd name="connsiteX9" fmla="*/ 282958 w 395530"/>
              <a:gd name="connsiteY9" fmla="*/ 849320 h 1492786"/>
              <a:gd name="connsiteX10" fmla="*/ 278221 w 395530"/>
              <a:gd name="connsiteY10" fmla="*/ 598423 h 1492786"/>
              <a:gd name="connsiteX11" fmla="*/ 316824 w 395530"/>
              <a:gd name="connsiteY11" fmla="*/ 375187 h 1492786"/>
              <a:gd name="connsiteX12" fmla="*/ 393024 w 395530"/>
              <a:gd name="connsiteY12" fmla="*/ 61920 h 1492786"/>
              <a:gd name="connsiteX13" fmla="*/ 249091 w 395530"/>
              <a:gd name="connsiteY13" fmla="*/ 28054 h 1492786"/>
              <a:gd name="connsiteX14" fmla="*/ 3558 w 395530"/>
              <a:gd name="connsiteY14" fmla="*/ 28053 h 1492786"/>
              <a:gd name="connsiteX0" fmla="*/ 3558 w 420592"/>
              <a:gd name="connsiteY0" fmla="*/ 33052 h 1497785"/>
              <a:gd name="connsiteX1" fmla="*/ 105158 w 420592"/>
              <a:gd name="connsiteY1" fmla="*/ 380186 h 1497785"/>
              <a:gd name="connsiteX2" fmla="*/ 130558 w 420592"/>
              <a:gd name="connsiteY2" fmla="*/ 608786 h 1497785"/>
              <a:gd name="connsiteX3" fmla="*/ 113624 w 420592"/>
              <a:gd name="connsiteY3" fmla="*/ 862786 h 1497785"/>
              <a:gd name="connsiteX4" fmla="*/ 88224 w 420592"/>
              <a:gd name="connsiteY4" fmla="*/ 1142186 h 1497785"/>
              <a:gd name="connsiteX5" fmla="*/ 54358 w 420592"/>
              <a:gd name="connsiteY5" fmla="*/ 1345386 h 1497785"/>
              <a:gd name="connsiteX6" fmla="*/ 198291 w 420592"/>
              <a:gd name="connsiteY6" fmla="*/ 1497785 h 1497785"/>
              <a:gd name="connsiteX7" fmla="*/ 359158 w 420592"/>
              <a:gd name="connsiteY7" fmla="*/ 1345386 h 1497785"/>
              <a:gd name="connsiteX8" fmla="*/ 325290 w 420592"/>
              <a:gd name="connsiteY8" fmla="*/ 1184519 h 1497785"/>
              <a:gd name="connsiteX9" fmla="*/ 282958 w 420592"/>
              <a:gd name="connsiteY9" fmla="*/ 854319 h 1497785"/>
              <a:gd name="connsiteX10" fmla="*/ 278221 w 420592"/>
              <a:gd name="connsiteY10" fmla="*/ 603422 h 1497785"/>
              <a:gd name="connsiteX11" fmla="*/ 316824 w 420592"/>
              <a:gd name="connsiteY11" fmla="*/ 380186 h 1497785"/>
              <a:gd name="connsiteX12" fmla="*/ 418424 w 420592"/>
              <a:gd name="connsiteY12" fmla="*/ 24586 h 1497785"/>
              <a:gd name="connsiteX13" fmla="*/ 249091 w 420592"/>
              <a:gd name="connsiteY13" fmla="*/ 33053 h 1497785"/>
              <a:gd name="connsiteX14" fmla="*/ 3558 w 420592"/>
              <a:gd name="connsiteY14" fmla="*/ 33052 h 1497785"/>
              <a:gd name="connsiteX0" fmla="*/ 2335 w 495783"/>
              <a:gd name="connsiteY0" fmla="*/ 17736 h 1533269"/>
              <a:gd name="connsiteX1" fmla="*/ 180135 w 495783"/>
              <a:gd name="connsiteY1" fmla="*/ 415670 h 1533269"/>
              <a:gd name="connsiteX2" fmla="*/ 205535 w 495783"/>
              <a:gd name="connsiteY2" fmla="*/ 644270 h 1533269"/>
              <a:gd name="connsiteX3" fmla="*/ 188601 w 495783"/>
              <a:gd name="connsiteY3" fmla="*/ 898270 h 1533269"/>
              <a:gd name="connsiteX4" fmla="*/ 163201 w 495783"/>
              <a:gd name="connsiteY4" fmla="*/ 1177670 h 1533269"/>
              <a:gd name="connsiteX5" fmla="*/ 129335 w 495783"/>
              <a:gd name="connsiteY5" fmla="*/ 1380870 h 1533269"/>
              <a:gd name="connsiteX6" fmla="*/ 273268 w 495783"/>
              <a:gd name="connsiteY6" fmla="*/ 1533269 h 1533269"/>
              <a:gd name="connsiteX7" fmla="*/ 434135 w 495783"/>
              <a:gd name="connsiteY7" fmla="*/ 1380870 h 1533269"/>
              <a:gd name="connsiteX8" fmla="*/ 400267 w 495783"/>
              <a:gd name="connsiteY8" fmla="*/ 1220003 h 1533269"/>
              <a:gd name="connsiteX9" fmla="*/ 357935 w 495783"/>
              <a:gd name="connsiteY9" fmla="*/ 889803 h 1533269"/>
              <a:gd name="connsiteX10" fmla="*/ 353198 w 495783"/>
              <a:gd name="connsiteY10" fmla="*/ 638906 h 1533269"/>
              <a:gd name="connsiteX11" fmla="*/ 391801 w 495783"/>
              <a:gd name="connsiteY11" fmla="*/ 415670 h 1533269"/>
              <a:gd name="connsiteX12" fmla="*/ 493401 w 495783"/>
              <a:gd name="connsiteY12" fmla="*/ 60070 h 1533269"/>
              <a:gd name="connsiteX13" fmla="*/ 324068 w 495783"/>
              <a:gd name="connsiteY13" fmla="*/ 68537 h 1533269"/>
              <a:gd name="connsiteX14" fmla="*/ 2335 w 495783"/>
              <a:gd name="connsiteY14" fmla="*/ 17736 h 1533269"/>
              <a:gd name="connsiteX0" fmla="*/ 586 w 493129"/>
              <a:gd name="connsiteY0" fmla="*/ 17736 h 1533269"/>
              <a:gd name="connsiteX1" fmla="*/ 178386 w 493129"/>
              <a:gd name="connsiteY1" fmla="*/ 415670 h 1533269"/>
              <a:gd name="connsiteX2" fmla="*/ 203786 w 493129"/>
              <a:gd name="connsiteY2" fmla="*/ 644270 h 1533269"/>
              <a:gd name="connsiteX3" fmla="*/ 186852 w 493129"/>
              <a:gd name="connsiteY3" fmla="*/ 898270 h 1533269"/>
              <a:gd name="connsiteX4" fmla="*/ 161452 w 493129"/>
              <a:gd name="connsiteY4" fmla="*/ 1177670 h 1533269"/>
              <a:gd name="connsiteX5" fmla="*/ 127586 w 493129"/>
              <a:gd name="connsiteY5" fmla="*/ 1380870 h 1533269"/>
              <a:gd name="connsiteX6" fmla="*/ 271519 w 493129"/>
              <a:gd name="connsiteY6" fmla="*/ 1533269 h 1533269"/>
              <a:gd name="connsiteX7" fmla="*/ 432386 w 493129"/>
              <a:gd name="connsiteY7" fmla="*/ 1380870 h 1533269"/>
              <a:gd name="connsiteX8" fmla="*/ 398518 w 493129"/>
              <a:gd name="connsiteY8" fmla="*/ 1220003 h 1533269"/>
              <a:gd name="connsiteX9" fmla="*/ 356186 w 493129"/>
              <a:gd name="connsiteY9" fmla="*/ 889803 h 1533269"/>
              <a:gd name="connsiteX10" fmla="*/ 351449 w 493129"/>
              <a:gd name="connsiteY10" fmla="*/ 638906 h 1533269"/>
              <a:gd name="connsiteX11" fmla="*/ 390052 w 493129"/>
              <a:gd name="connsiteY11" fmla="*/ 415670 h 1533269"/>
              <a:gd name="connsiteX12" fmla="*/ 491652 w 493129"/>
              <a:gd name="connsiteY12" fmla="*/ 60070 h 1533269"/>
              <a:gd name="connsiteX13" fmla="*/ 246119 w 493129"/>
              <a:gd name="connsiteY13" fmla="*/ 68537 h 1533269"/>
              <a:gd name="connsiteX14" fmla="*/ 586 w 493129"/>
              <a:gd name="connsiteY14" fmla="*/ 17736 h 1533269"/>
              <a:gd name="connsiteX0" fmla="*/ 586 w 518387"/>
              <a:gd name="connsiteY0" fmla="*/ 72432 h 1587965"/>
              <a:gd name="connsiteX1" fmla="*/ 178386 w 518387"/>
              <a:gd name="connsiteY1" fmla="*/ 470366 h 1587965"/>
              <a:gd name="connsiteX2" fmla="*/ 203786 w 518387"/>
              <a:gd name="connsiteY2" fmla="*/ 698966 h 1587965"/>
              <a:gd name="connsiteX3" fmla="*/ 186852 w 518387"/>
              <a:gd name="connsiteY3" fmla="*/ 952966 h 1587965"/>
              <a:gd name="connsiteX4" fmla="*/ 161452 w 518387"/>
              <a:gd name="connsiteY4" fmla="*/ 1232366 h 1587965"/>
              <a:gd name="connsiteX5" fmla="*/ 127586 w 518387"/>
              <a:gd name="connsiteY5" fmla="*/ 1435566 h 1587965"/>
              <a:gd name="connsiteX6" fmla="*/ 271519 w 518387"/>
              <a:gd name="connsiteY6" fmla="*/ 1587965 h 1587965"/>
              <a:gd name="connsiteX7" fmla="*/ 432386 w 518387"/>
              <a:gd name="connsiteY7" fmla="*/ 1435566 h 1587965"/>
              <a:gd name="connsiteX8" fmla="*/ 398518 w 518387"/>
              <a:gd name="connsiteY8" fmla="*/ 1274699 h 1587965"/>
              <a:gd name="connsiteX9" fmla="*/ 356186 w 518387"/>
              <a:gd name="connsiteY9" fmla="*/ 944499 h 1587965"/>
              <a:gd name="connsiteX10" fmla="*/ 351449 w 518387"/>
              <a:gd name="connsiteY10" fmla="*/ 693602 h 1587965"/>
              <a:gd name="connsiteX11" fmla="*/ 390052 w 518387"/>
              <a:gd name="connsiteY11" fmla="*/ 470366 h 1587965"/>
              <a:gd name="connsiteX12" fmla="*/ 517052 w 518387"/>
              <a:gd name="connsiteY12" fmla="*/ 13166 h 1587965"/>
              <a:gd name="connsiteX13" fmla="*/ 246119 w 518387"/>
              <a:gd name="connsiteY13" fmla="*/ 123233 h 1587965"/>
              <a:gd name="connsiteX14" fmla="*/ 586 w 518387"/>
              <a:gd name="connsiteY14" fmla="*/ 72432 h 1587965"/>
              <a:gd name="connsiteX0" fmla="*/ 1896 w 519697"/>
              <a:gd name="connsiteY0" fmla="*/ 72432 h 1587965"/>
              <a:gd name="connsiteX1" fmla="*/ 137363 w 519697"/>
              <a:gd name="connsiteY1" fmla="*/ 470366 h 1587965"/>
              <a:gd name="connsiteX2" fmla="*/ 205096 w 519697"/>
              <a:gd name="connsiteY2" fmla="*/ 698966 h 1587965"/>
              <a:gd name="connsiteX3" fmla="*/ 188162 w 519697"/>
              <a:gd name="connsiteY3" fmla="*/ 952966 h 1587965"/>
              <a:gd name="connsiteX4" fmla="*/ 162762 w 519697"/>
              <a:gd name="connsiteY4" fmla="*/ 1232366 h 1587965"/>
              <a:gd name="connsiteX5" fmla="*/ 128896 w 519697"/>
              <a:gd name="connsiteY5" fmla="*/ 1435566 h 1587965"/>
              <a:gd name="connsiteX6" fmla="*/ 272829 w 519697"/>
              <a:gd name="connsiteY6" fmla="*/ 1587965 h 1587965"/>
              <a:gd name="connsiteX7" fmla="*/ 433696 w 519697"/>
              <a:gd name="connsiteY7" fmla="*/ 1435566 h 1587965"/>
              <a:gd name="connsiteX8" fmla="*/ 399828 w 519697"/>
              <a:gd name="connsiteY8" fmla="*/ 1274699 h 1587965"/>
              <a:gd name="connsiteX9" fmla="*/ 357496 w 519697"/>
              <a:gd name="connsiteY9" fmla="*/ 944499 h 1587965"/>
              <a:gd name="connsiteX10" fmla="*/ 352759 w 519697"/>
              <a:gd name="connsiteY10" fmla="*/ 693602 h 1587965"/>
              <a:gd name="connsiteX11" fmla="*/ 391362 w 519697"/>
              <a:gd name="connsiteY11" fmla="*/ 470366 h 1587965"/>
              <a:gd name="connsiteX12" fmla="*/ 518362 w 519697"/>
              <a:gd name="connsiteY12" fmla="*/ 13166 h 1587965"/>
              <a:gd name="connsiteX13" fmla="*/ 247429 w 519697"/>
              <a:gd name="connsiteY13" fmla="*/ 123233 h 1587965"/>
              <a:gd name="connsiteX14" fmla="*/ 1896 w 519697"/>
              <a:gd name="connsiteY14" fmla="*/ 72432 h 1587965"/>
              <a:gd name="connsiteX0" fmla="*/ 1896 w 519697"/>
              <a:gd name="connsiteY0" fmla="*/ 72432 h 1587965"/>
              <a:gd name="connsiteX1" fmla="*/ 137363 w 519697"/>
              <a:gd name="connsiteY1" fmla="*/ 470366 h 1587965"/>
              <a:gd name="connsiteX2" fmla="*/ 205096 w 519697"/>
              <a:gd name="connsiteY2" fmla="*/ 698966 h 1587965"/>
              <a:gd name="connsiteX3" fmla="*/ 188162 w 519697"/>
              <a:gd name="connsiteY3" fmla="*/ 952966 h 1587965"/>
              <a:gd name="connsiteX4" fmla="*/ 162762 w 519697"/>
              <a:gd name="connsiteY4" fmla="*/ 1232366 h 1587965"/>
              <a:gd name="connsiteX5" fmla="*/ 128896 w 519697"/>
              <a:gd name="connsiteY5" fmla="*/ 1435566 h 1587965"/>
              <a:gd name="connsiteX6" fmla="*/ 272829 w 519697"/>
              <a:gd name="connsiteY6" fmla="*/ 1587965 h 1587965"/>
              <a:gd name="connsiteX7" fmla="*/ 433696 w 519697"/>
              <a:gd name="connsiteY7" fmla="*/ 1435566 h 1587965"/>
              <a:gd name="connsiteX8" fmla="*/ 399828 w 519697"/>
              <a:gd name="connsiteY8" fmla="*/ 1274699 h 1587965"/>
              <a:gd name="connsiteX9" fmla="*/ 357496 w 519697"/>
              <a:gd name="connsiteY9" fmla="*/ 944499 h 1587965"/>
              <a:gd name="connsiteX10" fmla="*/ 352759 w 519697"/>
              <a:gd name="connsiteY10" fmla="*/ 693602 h 1587965"/>
              <a:gd name="connsiteX11" fmla="*/ 357495 w 519697"/>
              <a:gd name="connsiteY11" fmla="*/ 470366 h 1587965"/>
              <a:gd name="connsiteX12" fmla="*/ 518362 w 519697"/>
              <a:gd name="connsiteY12" fmla="*/ 13166 h 1587965"/>
              <a:gd name="connsiteX13" fmla="*/ 247429 w 519697"/>
              <a:gd name="connsiteY13" fmla="*/ 123233 h 1587965"/>
              <a:gd name="connsiteX14" fmla="*/ 1896 w 519697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88053 w 519588"/>
              <a:gd name="connsiteY3" fmla="*/ 952966 h 1587965"/>
              <a:gd name="connsiteX4" fmla="*/ 162653 w 519588"/>
              <a:gd name="connsiteY4" fmla="*/ 1232366 h 1587965"/>
              <a:gd name="connsiteX5" fmla="*/ 128787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526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88053 w 519588"/>
              <a:gd name="connsiteY3" fmla="*/ 952966 h 1587965"/>
              <a:gd name="connsiteX4" fmla="*/ 162653 w 519588"/>
              <a:gd name="connsiteY4" fmla="*/ 1232366 h 1587965"/>
              <a:gd name="connsiteX5" fmla="*/ 128787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62653 w 519588"/>
              <a:gd name="connsiteY4" fmla="*/ 1232366 h 1587965"/>
              <a:gd name="connsiteX5" fmla="*/ 128787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62653 w 519588"/>
              <a:gd name="connsiteY4" fmla="*/ 1232366 h 1587965"/>
              <a:gd name="connsiteX5" fmla="*/ 128787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54186 w 519588"/>
              <a:gd name="connsiteY4" fmla="*/ 1240833 h 1587965"/>
              <a:gd name="connsiteX5" fmla="*/ 128787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54186 w 519588"/>
              <a:gd name="connsiteY4" fmla="*/ 1240833 h 1587965"/>
              <a:gd name="connsiteX5" fmla="*/ 120320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54186 w 519588"/>
              <a:gd name="connsiteY4" fmla="*/ 1240833 h 1587965"/>
              <a:gd name="connsiteX5" fmla="*/ 120320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74319 w 519588"/>
              <a:gd name="connsiteY8" fmla="*/ 1257765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54186 w 519588"/>
              <a:gd name="connsiteY4" fmla="*/ 1240833 h 1587965"/>
              <a:gd name="connsiteX5" fmla="*/ 120320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74319 w 519588"/>
              <a:gd name="connsiteY8" fmla="*/ 1257765 h 1587965"/>
              <a:gd name="connsiteX9" fmla="*/ 331987 w 519588"/>
              <a:gd name="connsiteY9" fmla="*/ 927566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54186 w 519588"/>
              <a:gd name="connsiteY4" fmla="*/ 1240833 h 1587965"/>
              <a:gd name="connsiteX5" fmla="*/ 120320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437317 w 519588"/>
              <a:gd name="connsiteY8" fmla="*/ 1328602 h 1587965"/>
              <a:gd name="connsiteX9" fmla="*/ 374319 w 519588"/>
              <a:gd name="connsiteY9" fmla="*/ 1257765 h 1587965"/>
              <a:gd name="connsiteX10" fmla="*/ 331987 w 519588"/>
              <a:gd name="connsiteY10" fmla="*/ 927566 h 1587965"/>
              <a:gd name="connsiteX11" fmla="*/ 327250 w 519588"/>
              <a:gd name="connsiteY11" fmla="*/ 693602 h 1587965"/>
              <a:gd name="connsiteX12" fmla="*/ 357386 w 519588"/>
              <a:gd name="connsiteY12" fmla="*/ 470366 h 1587965"/>
              <a:gd name="connsiteX13" fmla="*/ 518253 w 519588"/>
              <a:gd name="connsiteY13" fmla="*/ 13166 h 1587965"/>
              <a:gd name="connsiteX14" fmla="*/ 247320 w 519588"/>
              <a:gd name="connsiteY14" fmla="*/ 123233 h 1587965"/>
              <a:gd name="connsiteX15" fmla="*/ 1787 w 519588"/>
              <a:gd name="connsiteY15" fmla="*/ 72432 h 1587965"/>
              <a:gd name="connsiteX0" fmla="*/ 1787 w 519588"/>
              <a:gd name="connsiteY0" fmla="*/ 72432 h 1588435"/>
              <a:gd name="connsiteX1" fmla="*/ 137254 w 519588"/>
              <a:gd name="connsiteY1" fmla="*/ 470366 h 1588435"/>
              <a:gd name="connsiteX2" fmla="*/ 154187 w 519588"/>
              <a:gd name="connsiteY2" fmla="*/ 707432 h 1588435"/>
              <a:gd name="connsiteX3" fmla="*/ 154186 w 519588"/>
              <a:gd name="connsiteY3" fmla="*/ 969899 h 1588435"/>
              <a:gd name="connsiteX4" fmla="*/ 154186 w 519588"/>
              <a:gd name="connsiteY4" fmla="*/ 1240833 h 1588435"/>
              <a:gd name="connsiteX5" fmla="*/ 120320 w 519588"/>
              <a:gd name="connsiteY5" fmla="*/ 1435566 h 1588435"/>
              <a:gd name="connsiteX6" fmla="*/ 272720 w 519588"/>
              <a:gd name="connsiteY6" fmla="*/ 1587965 h 1588435"/>
              <a:gd name="connsiteX7" fmla="*/ 399721 w 519588"/>
              <a:gd name="connsiteY7" fmla="*/ 1477900 h 1588435"/>
              <a:gd name="connsiteX8" fmla="*/ 437317 w 519588"/>
              <a:gd name="connsiteY8" fmla="*/ 1328602 h 1588435"/>
              <a:gd name="connsiteX9" fmla="*/ 374319 w 519588"/>
              <a:gd name="connsiteY9" fmla="*/ 1257765 h 1588435"/>
              <a:gd name="connsiteX10" fmla="*/ 331987 w 519588"/>
              <a:gd name="connsiteY10" fmla="*/ 927566 h 1588435"/>
              <a:gd name="connsiteX11" fmla="*/ 327250 w 519588"/>
              <a:gd name="connsiteY11" fmla="*/ 693602 h 1588435"/>
              <a:gd name="connsiteX12" fmla="*/ 357386 w 519588"/>
              <a:gd name="connsiteY12" fmla="*/ 470366 h 1588435"/>
              <a:gd name="connsiteX13" fmla="*/ 518253 w 519588"/>
              <a:gd name="connsiteY13" fmla="*/ 13166 h 1588435"/>
              <a:gd name="connsiteX14" fmla="*/ 247320 w 519588"/>
              <a:gd name="connsiteY14" fmla="*/ 123233 h 1588435"/>
              <a:gd name="connsiteX15" fmla="*/ 1787 w 519588"/>
              <a:gd name="connsiteY15" fmla="*/ 72432 h 1588435"/>
              <a:gd name="connsiteX0" fmla="*/ 1787 w 519588"/>
              <a:gd name="connsiteY0" fmla="*/ 72432 h 1588391"/>
              <a:gd name="connsiteX1" fmla="*/ 137254 w 519588"/>
              <a:gd name="connsiteY1" fmla="*/ 470366 h 1588391"/>
              <a:gd name="connsiteX2" fmla="*/ 154187 w 519588"/>
              <a:gd name="connsiteY2" fmla="*/ 707432 h 1588391"/>
              <a:gd name="connsiteX3" fmla="*/ 154186 w 519588"/>
              <a:gd name="connsiteY3" fmla="*/ 969899 h 1588391"/>
              <a:gd name="connsiteX4" fmla="*/ 154186 w 519588"/>
              <a:gd name="connsiteY4" fmla="*/ 1240833 h 1588391"/>
              <a:gd name="connsiteX5" fmla="*/ 120320 w 519588"/>
              <a:gd name="connsiteY5" fmla="*/ 1435566 h 1588391"/>
              <a:gd name="connsiteX6" fmla="*/ 272720 w 519588"/>
              <a:gd name="connsiteY6" fmla="*/ 1587965 h 1588391"/>
              <a:gd name="connsiteX7" fmla="*/ 399721 w 519588"/>
              <a:gd name="connsiteY7" fmla="*/ 1477900 h 1588391"/>
              <a:gd name="connsiteX8" fmla="*/ 445784 w 519588"/>
              <a:gd name="connsiteY8" fmla="*/ 1379402 h 1588391"/>
              <a:gd name="connsiteX9" fmla="*/ 374319 w 519588"/>
              <a:gd name="connsiteY9" fmla="*/ 1257765 h 1588391"/>
              <a:gd name="connsiteX10" fmla="*/ 331987 w 519588"/>
              <a:gd name="connsiteY10" fmla="*/ 927566 h 1588391"/>
              <a:gd name="connsiteX11" fmla="*/ 327250 w 519588"/>
              <a:gd name="connsiteY11" fmla="*/ 693602 h 1588391"/>
              <a:gd name="connsiteX12" fmla="*/ 357386 w 519588"/>
              <a:gd name="connsiteY12" fmla="*/ 470366 h 1588391"/>
              <a:gd name="connsiteX13" fmla="*/ 518253 w 519588"/>
              <a:gd name="connsiteY13" fmla="*/ 13166 h 1588391"/>
              <a:gd name="connsiteX14" fmla="*/ 247320 w 519588"/>
              <a:gd name="connsiteY14" fmla="*/ 123233 h 1588391"/>
              <a:gd name="connsiteX15" fmla="*/ 1787 w 519588"/>
              <a:gd name="connsiteY15" fmla="*/ 72432 h 1588391"/>
              <a:gd name="connsiteX0" fmla="*/ 1787 w 519588"/>
              <a:gd name="connsiteY0" fmla="*/ 72432 h 1589733"/>
              <a:gd name="connsiteX1" fmla="*/ 137254 w 519588"/>
              <a:gd name="connsiteY1" fmla="*/ 470366 h 1589733"/>
              <a:gd name="connsiteX2" fmla="*/ 154187 w 519588"/>
              <a:gd name="connsiteY2" fmla="*/ 707432 h 1589733"/>
              <a:gd name="connsiteX3" fmla="*/ 154186 w 519588"/>
              <a:gd name="connsiteY3" fmla="*/ 969899 h 1589733"/>
              <a:gd name="connsiteX4" fmla="*/ 154186 w 519588"/>
              <a:gd name="connsiteY4" fmla="*/ 1240833 h 1589733"/>
              <a:gd name="connsiteX5" fmla="*/ 86453 w 519588"/>
              <a:gd name="connsiteY5" fmla="*/ 1384766 h 1589733"/>
              <a:gd name="connsiteX6" fmla="*/ 272720 w 519588"/>
              <a:gd name="connsiteY6" fmla="*/ 1587965 h 1589733"/>
              <a:gd name="connsiteX7" fmla="*/ 399721 w 519588"/>
              <a:gd name="connsiteY7" fmla="*/ 1477900 h 1589733"/>
              <a:gd name="connsiteX8" fmla="*/ 445784 w 519588"/>
              <a:gd name="connsiteY8" fmla="*/ 1379402 h 1589733"/>
              <a:gd name="connsiteX9" fmla="*/ 374319 w 519588"/>
              <a:gd name="connsiteY9" fmla="*/ 1257765 h 1589733"/>
              <a:gd name="connsiteX10" fmla="*/ 331987 w 519588"/>
              <a:gd name="connsiteY10" fmla="*/ 927566 h 1589733"/>
              <a:gd name="connsiteX11" fmla="*/ 327250 w 519588"/>
              <a:gd name="connsiteY11" fmla="*/ 693602 h 1589733"/>
              <a:gd name="connsiteX12" fmla="*/ 357386 w 519588"/>
              <a:gd name="connsiteY12" fmla="*/ 470366 h 1589733"/>
              <a:gd name="connsiteX13" fmla="*/ 518253 w 519588"/>
              <a:gd name="connsiteY13" fmla="*/ 13166 h 1589733"/>
              <a:gd name="connsiteX14" fmla="*/ 247320 w 519588"/>
              <a:gd name="connsiteY14" fmla="*/ 123233 h 1589733"/>
              <a:gd name="connsiteX15" fmla="*/ 1787 w 519588"/>
              <a:gd name="connsiteY15" fmla="*/ 72432 h 1589733"/>
              <a:gd name="connsiteX0" fmla="*/ 1787 w 519588"/>
              <a:gd name="connsiteY0" fmla="*/ 72432 h 1589733"/>
              <a:gd name="connsiteX1" fmla="*/ 137254 w 519588"/>
              <a:gd name="connsiteY1" fmla="*/ 470366 h 1589733"/>
              <a:gd name="connsiteX2" fmla="*/ 154187 w 519588"/>
              <a:gd name="connsiteY2" fmla="*/ 707432 h 1589733"/>
              <a:gd name="connsiteX3" fmla="*/ 154186 w 519588"/>
              <a:gd name="connsiteY3" fmla="*/ 969899 h 1589733"/>
              <a:gd name="connsiteX4" fmla="*/ 128786 w 519588"/>
              <a:gd name="connsiteY4" fmla="*/ 1173100 h 1589733"/>
              <a:gd name="connsiteX5" fmla="*/ 86453 w 519588"/>
              <a:gd name="connsiteY5" fmla="*/ 1384766 h 1589733"/>
              <a:gd name="connsiteX6" fmla="*/ 272720 w 519588"/>
              <a:gd name="connsiteY6" fmla="*/ 1587965 h 1589733"/>
              <a:gd name="connsiteX7" fmla="*/ 399721 w 519588"/>
              <a:gd name="connsiteY7" fmla="*/ 1477900 h 1589733"/>
              <a:gd name="connsiteX8" fmla="*/ 445784 w 519588"/>
              <a:gd name="connsiteY8" fmla="*/ 1379402 h 1589733"/>
              <a:gd name="connsiteX9" fmla="*/ 374319 w 519588"/>
              <a:gd name="connsiteY9" fmla="*/ 1257765 h 1589733"/>
              <a:gd name="connsiteX10" fmla="*/ 331987 w 519588"/>
              <a:gd name="connsiteY10" fmla="*/ 927566 h 1589733"/>
              <a:gd name="connsiteX11" fmla="*/ 327250 w 519588"/>
              <a:gd name="connsiteY11" fmla="*/ 693602 h 1589733"/>
              <a:gd name="connsiteX12" fmla="*/ 357386 w 519588"/>
              <a:gd name="connsiteY12" fmla="*/ 470366 h 1589733"/>
              <a:gd name="connsiteX13" fmla="*/ 518253 w 519588"/>
              <a:gd name="connsiteY13" fmla="*/ 13166 h 1589733"/>
              <a:gd name="connsiteX14" fmla="*/ 247320 w 519588"/>
              <a:gd name="connsiteY14" fmla="*/ 123233 h 1589733"/>
              <a:gd name="connsiteX15" fmla="*/ 1787 w 519588"/>
              <a:gd name="connsiteY15" fmla="*/ 72432 h 1589733"/>
              <a:gd name="connsiteX0" fmla="*/ 1787 w 519588"/>
              <a:gd name="connsiteY0" fmla="*/ 72432 h 1587967"/>
              <a:gd name="connsiteX1" fmla="*/ 137254 w 519588"/>
              <a:gd name="connsiteY1" fmla="*/ 470366 h 1587967"/>
              <a:gd name="connsiteX2" fmla="*/ 154187 w 519588"/>
              <a:gd name="connsiteY2" fmla="*/ 707432 h 1587967"/>
              <a:gd name="connsiteX3" fmla="*/ 154186 w 519588"/>
              <a:gd name="connsiteY3" fmla="*/ 969899 h 1587967"/>
              <a:gd name="connsiteX4" fmla="*/ 128786 w 519588"/>
              <a:gd name="connsiteY4" fmla="*/ 1173100 h 1587967"/>
              <a:gd name="connsiteX5" fmla="*/ 86453 w 519588"/>
              <a:gd name="connsiteY5" fmla="*/ 1384766 h 1587967"/>
              <a:gd name="connsiteX6" fmla="*/ 124050 w 519588"/>
              <a:gd name="connsiteY6" fmla="*/ 1481002 h 1587967"/>
              <a:gd name="connsiteX7" fmla="*/ 272720 w 519588"/>
              <a:gd name="connsiteY7" fmla="*/ 1587965 h 1587967"/>
              <a:gd name="connsiteX8" fmla="*/ 399721 w 519588"/>
              <a:gd name="connsiteY8" fmla="*/ 1477900 h 1587967"/>
              <a:gd name="connsiteX9" fmla="*/ 445784 w 519588"/>
              <a:gd name="connsiteY9" fmla="*/ 1379402 h 1587967"/>
              <a:gd name="connsiteX10" fmla="*/ 374319 w 519588"/>
              <a:gd name="connsiteY10" fmla="*/ 1257765 h 1587967"/>
              <a:gd name="connsiteX11" fmla="*/ 331987 w 519588"/>
              <a:gd name="connsiteY11" fmla="*/ 927566 h 1587967"/>
              <a:gd name="connsiteX12" fmla="*/ 327250 w 519588"/>
              <a:gd name="connsiteY12" fmla="*/ 693602 h 1587967"/>
              <a:gd name="connsiteX13" fmla="*/ 357386 w 519588"/>
              <a:gd name="connsiteY13" fmla="*/ 470366 h 1587967"/>
              <a:gd name="connsiteX14" fmla="*/ 518253 w 519588"/>
              <a:gd name="connsiteY14" fmla="*/ 13166 h 1587967"/>
              <a:gd name="connsiteX15" fmla="*/ 247320 w 519588"/>
              <a:gd name="connsiteY15" fmla="*/ 123233 h 1587967"/>
              <a:gd name="connsiteX16" fmla="*/ 1787 w 519588"/>
              <a:gd name="connsiteY16" fmla="*/ 72432 h 1587967"/>
              <a:gd name="connsiteX0" fmla="*/ 1787 w 519588"/>
              <a:gd name="connsiteY0" fmla="*/ 72432 h 1596434"/>
              <a:gd name="connsiteX1" fmla="*/ 137254 w 519588"/>
              <a:gd name="connsiteY1" fmla="*/ 470366 h 1596434"/>
              <a:gd name="connsiteX2" fmla="*/ 154187 w 519588"/>
              <a:gd name="connsiteY2" fmla="*/ 707432 h 1596434"/>
              <a:gd name="connsiteX3" fmla="*/ 154186 w 519588"/>
              <a:gd name="connsiteY3" fmla="*/ 969899 h 1596434"/>
              <a:gd name="connsiteX4" fmla="*/ 128786 w 519588"/>
              <a:gd name="connsiteY4" fmla="*/ 1173100 h 1596434"/>
              <a:gd name="connsiteX5" fmla="*/ 86453 w 519588"/>
              <a:gd name="connsiteY5" fmla="*/ 1384766 h 1596434"/>
              <a:gd name="connsiteX6" fmla="*/ 124050 w 519588"/>
              <a:gd name="connsiteY6" fmla="*/ 1481002 h 1596434"/>
              <a:gd name="connsiteX7" fmla="*/ 247320 w 519588"/>
              <a:gd name="connsiteY7" fmla="*/ 1596432 h 1596434"/>
              <a:gd name="connsiteX8" fmla="*/ 399721 w 519588"/>
              <a:gd name="connsiteY8" fmla="*/ 1477900 h 1596434"/>
              <a:gd name="connsiteX9" fmla="*/ 445784 w 519588"/>
              <a:gd name="connsiteY9" fmla="*/ 1379402 h 1596434"/>
              <a:gd name="connsiteX10" fmla="*/ 374319 w 519588"/>
              <a:gd name="connsiteY10" fmla="*/ 1257765 h 1596434"/>
              <a:gd name="connsiteX11" fmla="*/ 331987 w 519588"/>
              <a:gd name="connsiteY11" fmla="*/ 927566 h 1596434"/>
              <a:gd name="connsiteX12" fmla="*/ 327250 w 519588"/>
              <a:gd name="connsiteY12" fmla="*/ 693602 h 1596434"/>
              <a:gd name="connsiteX13" fmla="*/ 357386 w 519588"/>
              <a:gd name="connsiteY13" fmla="*/ 470366 h 1596434"/>
              <a:gd name="connsiteX14" fmla="*/ 518253 w 519588"/>
              <a:gd name="connsiteY14" fmla="*/ 13166 h 1596434"/>
              <a:gd name="connsiteX15" fmla="*/ 247320 w 519588"/>
              <a:gd name="connsiteY15" fmla="*/ 123233 h 1596434"/>
              <a:gd name="connsiteX16" fmla="*/ 1787 w 519588"/>
              <a:gd name="connsiteY16" fmla="*/ 72432 h 1596434"/>
              <a:gd name="connsiteX0" fmla="*/ 1787 w 519588"/>
              <a:gd name="connsiteY0" fmla="*/ 72432 h 1596595"/>
              <a:gd name="connsiteX1" fmla="*/ 137254 w 519588"/>
              <a:gd name="connsiteY1" fmla="*/ 470366 h 1596595"/>
              <a:gd name="connsiteX2" fmla="*/ 154187 w 519588"/>
              <a:gd name="connsiteY2" fmla="*/ 707432 h 1596595"/>
              <a:gd name="connsiteX3" fmla="*/ 154186 w 519588"/>
              <a:gd name="connsiteY3" fmla="*/ 969899 h 1596595"/>
              <a:gd name="connsiteX4" fmla="*/ 128786 w 519588"/>
              <a:gd name="connsiteY4" fmla="*/ 1173100 h 1596595"/>
              <a:gd name="connsiteX5" fmla="*/ 86453 w 519588"/>
              <a:gd name="connsiteY5" fmla="*/ 1384766 h 1596595"/>
              <a:gd name="connsiteX6" fmla="*/ 124050 w 519588"/>
              <a:gd name="connsiteY6" fmla="*/ 1481002 h 1596595"/>
              <a:gd name="connsiteX7" fmla="*/ 247320 w 519588"/>
              <a:gd name="connsiteY7" fmla="*/ 1596432 h 1596595"/>
              <a:gd name="connsiteX8" fmla="*/ 391255 w 519588"/>
              <a:gd name="connsiteY8" fmla="*/ 1503300 h 1596595"/>
              <a:gd name="connsiteX9" fmla="*/ 445784 w 519588"/>
              <a:gd name="connsiteY9" fmla="*/ 1379402 h 1596595"/>
              <a:gd name="connsiteX10" fmla="*/ 374319 w 519588"/>
              <a:gd name="connsiteY10" fmla="*/ 1257765 h 1596595"/>
              <a:gd name="connsiteX11" fmla="*/ 331987 w 519588"/>
              <a:gd name="connsiteY11" fmla="*/ 927566 h 1596595"/>
              <a:gd name="connsiteX12" fmla="*/ 327250 w 519588"/>
              <a:gd name="connsiteY12" fmla="*/ 693602 h 1596595"/>
              <a:gd name="connsiteX13" fmla="*/ 357386 w 519588"/>
              <a:gd name="connsiteY13" fmla="*/ 470366 h 1596595"/>
              <a:gd name="connsiteX14" fmla="*/ 518253 w 519588"/>
              <a:gd name="connsiteY14" fmla="*/ 13166 h 1596595"/>
              <a:gd name="connsiteX15" fmla="*/ 247320 w 519588"/>
              <a:gd name="connsiteY15" fmla="*/ 123233 h 1596595"/>
              <a:gd name="connsiteX16" fmla="*/ 1787 w 519588"/>
              <a:gd name="connsiteY16" fmla="*/ 72432 h 1596595"/>
              <a:gd name="connsiteX0" fmla="*/ 1787 w 519588"/>
              <a:gd name="connsiteY0" fmla="*/ 72432 h 1596595"/>
              <a:gd name="connsiteX1" fmla="*/ 137254 w 519588"/>
              <a:gd name="connsiteY1" fmla="*/ 470366 h 1596595"/>
              <a:gd name="connsiteX2" fmla="*/ 154187 w 519588"/>
              <a:gd name="connsiteY2" fmla="*/ 707432 h 1596595"/>
              <a:gd name="connsiteX3" fmla="*/ 154186 w 519588"/>
              <a:gd name="connsiteY3" fmla="*/ 969899 h 1596595"/>
              <a:gd name="connsiteX4" fmla="*/ 128786 w 519588"/>
              <a:gd name="connsiteY4" fmla="*/ 1173100 h 1596595"/>
              <a:gd name="connsiteX5" fmla="*/ 86453 w 519588"/>
              <a:gd name="connsiteY5" fmla="*/ 1384766 h 1596595"/>
              <a:gd name="connsiteX6" fmla="*/ 124050 w 519588"/>
              <a:gd name="connsiteY6" fmla="*/ 1481002 h 1596595"/>
              <a:gd name="connsiteX7" fmla="*/ 247320 w 519588"/>
              <a:gd name="connsiteY7" fmla="*/ 1596432 h 1596595"/>
              <a:gd name="connsiteX8" fmla="*/ 391255 w 519588"/>
              <a:gd name="connsiteY8" fmla="*/ 1503300 h 1596595"/>
              <a:gd name="connsiteX9" fmla="*/ 420384 w 519588"/>
              <a:gd name="connsiteY9" fmla="*/ 1379402 h 1596595"/>
              <a:gd name="connsiteX10" fmla="*/ 374319 w 519588"/>
              <a:gd name="connsiteY10" fmla="*/ 1257765 h 1596595"/>
              <a:gd name="connsiteX11" fmla="*/ 331987 w 519588"/>
              <a:gd name="connsiteY11" fmla="*/ 927566 h 1596595"/>
              <a:gd name="connsiteX12" fmla="*/ 327250 w 519588"/>
              <a:gd name="connsiteY12" fmla="*/ 693602 h 1596595"/>
              <a:gd name="connsiteX13" fmla="*/ 357386 w 519588"/>
              <a:gd name="connsiteY13" fmla="*/ 470366 h 1596595"/>
              <a:gd name="connsiteX14" fmla="*/ 518253 w 519588"/>
              <a:gd name="connsiteY14" fmla="*/ 13166 h 1596595"/>
              <a:gd name="connsiteX15" fmla="*/ 247320 w 519588"/>
              <a:gd name="connsiteY15" fmla="*/ 123233 h 1596595"/>
              <a:gd name="connsiteX16" fmla="*/ 1787 w 519588"/>
              <a:gd name="connsiteY16" fmla="*/ 72432 h 1596595"/>
              <a:gd name="connsiteX0" fmla="*/ 1787 w 519588"/>
              <a:gd name="connsiteY0" fmla="*/ 72432 h 1596595"/>
              <a:gd name="connsiteX1" fmla="*/ 137254 w 519588"/>
              <a:gd name="connsiteY1" fmla="*/ 470366 h 1596595"/>
              <a:gd name="connsiteX2" fmla="*/ 154187 w 519588"/>
              <a:gd name="connsiteY2" fmla="*/ 707432 h 1596595"/>
              <a:gd name="connsiteX3" fmla="*/ 154186 w 519588"/>
              <a:gd name="connsiteY3" fmla="*/ 969899 h 1596595"/>
              <a:gd name="connsiteX4" fmla="*/ 128786 w 519588"/>
              <a:gd name="connsiteY4" fmla="*/ 1173100 h 1596595"/>
              <a:gd name="connsiteX5" fmla="*/ 86453 w 519588"/>
              <a:gd name="connsiteY5" fmla="*/ 1384766 h 1596595"/>
              <a:gd name="connsiteX6" fmla="*/ 124050 w 519588"/>
              <a:gd name="connsiteY6" fmla="*/ 1481002 h 1596595"/>
              <a:gd name="connsiteX7" fmla="*/ 247320 w 519588"/>
              <a:gd name="connsiteY7" fmla="*/ 1596432 h 1596595"/>
              <a:gd name="connsiteX8" fmla="*/ 391255 w 519588"/>
              <a:gd name="connsiteY8" fmla="*/ 1503300 h 1596595"/>
              <a:gd name="connsiteX9" fmla="*/ 420384 w 519588"/>
              <a:gd name="connsiteY9" fmla="*/ 1379402 h 1596595"/>
              <a:gd name="connsiteX10" fmla="*/ 368232 w 519588"/>
              <a:gd name="connsiteY10" fmla="*/ 1206902 h 1596595"/>
              <a:gd name="connsiteX11" fmla="*/ 331987 w 519588"/>
              <a:gd name="connsiteY11" fmla="*/ 927566 h 1596595"/>
              <a:gd name="connsiteX12" fmla="*/ 327250 w 519588"/>
              <a:gd name="connsiteY12" fmla="*/ 693602 h 1596595"/>
              <a:gd name="connsiteX13" fmla="*/ 357386 w 519588"/>
              <a:gd name="connsiteY13" fmla="*/ 470366 h 1596595"/>
              <a:gd name="connsiteX14" fmla="*/ 518253 w 519588"/>
              <a:gd name="connsiteY14" fmla="*/ 13166 h 1596595"/>
              <a:gd name="connsiteX15" fmla="*/ 247320 w 519588"/>
              <a:gd name="connsiteY15" fmla="*/ 123233 h 1596595"/>
              <a:gd name="connsiteX16" fmla="*/ 1787 w 519588"/>
              <a:gd name="connsiteY16" fmla="*/ 72432 h 1596595"/>
              <a:gd name="connsiteX0" fmla="*/ 1787 w 519588"/>
              <a:gd name="connsiteY0" fmla="*/ 72432 h 1596489"/>
              <a:gd name="connsiteX1" fmla="*/ 137254 w 519588"/>
              <a:gd name="connsiteY1" fmla="*/ 470366 h 1596489"/>
              <a:gd name="connsiteX2" fmla="*/ 154187 w 519588"/>
              <a:gd name="connsiteY2" fmla="*/ 707432 h 1596489"/>
              <a:gd name="connsiteX3" fmla="*/ 154186 w 519588"/>
              <a:gd name="connsiteY3" fmla="*/ 969899 h 1596489"/>
              <a:gd name="connsiteX4" fmla="*/ 128786 w 519588"/>
              <a:gd name="connsiteY4" fmla="*/ 1173100 h 1596489"/>
              <a:gd name="connsiteX5" fmla="*/ 86453 w 519588"/>
              <a:gd name="connsiteY5" fmla="*/ 1384766 h 1596489"/>
              <a:gd name="connsiteX6" fmla="*/ 124050 w 519588"/>
              <a:gd name="connsiteY6" fmla="*/ 1481002 h 1596489"/>
              <a:gd name="connsiteX7" fmla="*/ 247320 w 519588"/>
              <a:gd name="connsiteY7" fmla="*/ 1596432 h 1596489"/>
              <a:gd name="connsiteX8" fmla="*/ 366907 w 519588"/>
              <a:gd name="connsiteY8" fmla="*/ 1494824 h 1596489"/>
              <a:gd name="connsiteX9" fmla="*/ 420384 w 519588"/>
              <a:gd name="connsiteY9" fmla="*/ 1379402 h 1596489"/>
              <a:gd name="connsiteX10" fmla="*/ 368232 w 519588"/>
              <a:gd name="connsiteY10" fmla="*/ 1206902 h 1596489"/>
              <a:gd name="connsiteX11" fmla="*/ 331987 w 519588"/>
              <a:gd name="connsiteY11" fmla="*/ 927566 h 1596489"/>
              <a:gd name="connsiteX12" fmla="*/ 327250 w 519588"/>
              <a:gd name="connsiteY12" fmla="*/ 693602 h 1596489"/>
              <a:gd name="connsiteX13" fmla="*/ 357386 w 519588"/>
              <a:gd name="connsiteY13" fmla="*/ 470366 h 1596489"/>
              <a:gd name="connsiteX14" fmla="*/ 518253 w 519588"/>
              <a:gd name="connsiteY14" fmla="*/ 13166 h 1596489"/>
              <a:gd name="connsiteX15" fmla="*/ 247320 w 519588"/>
              <a:gd name="connsiteY15" fmla="*/ 123233 h 1596489"/>
              <a:gd name="connsiteX16" fmla="*/ 1787 w 519588"/>
              <a:gd name="connsiteY16" fmla="*/ 72432 h 1596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588" h="1596489">
                <a:moveTo>
                  <a:pt x="1787" y="72432"/>
                </a:moveTo>
                <a:cubicBezTo>
                  <a:pt x="-16557" y="130288"/>
                  <a:pt x="111854" y="364533"/>
                  <a:pt x="137254" y="470366"/>
                </a:cubicBezTo>
                <a:cubicBezTo>
                  <a:pt x="162654" y="576199"/>
                  <a:pt x="151365" y="624177"/>
                  <a:pt x="154187" y="707432"/>
                </a:cubicBezTo>
                <a:cubicBezTo>
                  <a:pt x="157009" y="790687"/>
                  <a:pt x="158420" y="892288"/>
                  <a:pt x="154186" y="969899"/>
                </a:cubicBezTo>
                <a:cubicBezTo>
                  <a:pt x="149952" y="1047510"/>
                  <a:pt x="140075" y="1103956"/>
                  <a:pt x="128786" y="1173100"/>
                </a:cubicBezTo>
                <a:cubicBezTo>
                  <a:pt x="117497" y="1242244"/>
                  <a:pt x="87242" y="1333449"/>
                  <a:pt x="86453" y="1384766"/>
                </a:cubicBezTo>
                <a:cubicBezTo>
                  <a:pt x="85664" y="1436083"/>
                  <a:pt x="93006" y="1447136"/>
                  <a:pt x="124050" y="1481002"/>
                </a:cubicBezTo>
                <a:cubicBezTo>
                  <a:pt x="155095" y="1514869"/>
                  <a:pt x="206844" y="1594128"/>
                  <a:pt x="247320" y="1596432"/>
                </a:cubicBezTo>
                <a:cubicBezTo>
                  <a:pt x="287796" y="1598736"/>
                  <a:pt x="338063" y="1530996"/>
                  <a:pt x="366907" y="1494824"/>
                </a:cubicBezTo>
                <a:cubicBezTo>
                  <a:pt x="395751" y="1458652"/>
                  <a:pt x="430262" y="1409036"/>
                  <a:pt x="420384" y="1379402"/>
                </a:cubicBezTo>
                <a:cubicBezTo>
                  <a:pt x="410506" y="1349769"/>
                  <a:pt x="382965" y="1282208"/>
                  <a:pt x="368232" y="1206902"/>
                </a:cubicBezTo>
                <a:cubicBezTo>
                  <a:pt x="353499" y="1131596"/>
                  <a:pt x="338817" y="1013116"/>
                  <a:pt x="331987" y="927566"/>
                </a:cubicBezTo>
                <a:cubicBezTo>
                  <a:pt x="325157" y="842016"/>
                  <a:pt x="321606" y="772624"/>
                  <a:pt x="327250" y="693602"/>
                </a:cubicBezTo>
                <a:cubicBezTo>
                  <a:pt x="332894" y="614580"/>
                  <a:pt x="325552" y="583772"/>
                  <a:pt x="357386" y="470366"/>
                </a:cubicBezTo>
                <a:cubicBezTo>
                  <a:pt x="389220" y="356960"/>
                  <a:pt x="498497" y="72433"/>
                  <a:pt x="518253" y="13166"/>
                </a:cubicBezTo>
                <a:cubicBezTo>
                  <a:pt x="538009" y="-46101"/>
                  <a:pt x="333398" y="113355"/>
                  <a:pt x="247320" y="123233"/>
                </a:cubicBezTo>
                <a:cubicBezTo>
                  <a:pt x="161242" y="133111"/>
                  <a:pt x="20131" y="14577"/>
                  <a:pt x="1787" y="72432"/>
                </a:cubicBezTo>
                <a:close/>
              </a:path>
            </a:pathLst>
          </a:custGeom>
          <a:gradFill>
            <a:gsLst>
              <a:gs pos="24000">
                <a:schemeClr val="accent2">
                  <a:lumMod val="20000"/>
                  <a:lumOff val="80000"/>
                </a:schemeClr>
              </a:gs>
              <a:gs pos="81000">
                <a:srgbClr val="F7C39F"/>
              </a:gs>
              <a:gs pos="66000">
                <a:srgbClr val="F9D1B5"/>
              </a:gs>
              <a:gs pos="95000">
                <a:srgbClr val="FAD6BE"/>
              </a:gs>
            </a:gsLst>
            <a:lin ang="5400000" scaled="1"/>
          </a:gradFill>
          <a:ln>
            <a:gradFill flip="none" rotWithShape="1">
              <a:gsLst>
                <a:gs pos="31000">
                  <a:schemeClr val="accent2">
                    <a:lumMod val="20000"/>
                    <a:lumOff val="80000"/>
                  </a:schemeClr>
                </a:gs>
                <a:gs pos="89830">
                  <a:srgbClr val="D57738"/>
                </a:gs>
                <a:gs pos="81000">
                  <a:schemeClr val="accent2">
                    <a:lumMod val="60000"/>
                    <a:lumOff val="40000"/>
                  </a:schemeClr>
                </a:gs>
                <a:gs pos="58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08" name="Ink 407">
                <a:extLst>
                  <a:ext uri="{FF2B5EF4-FFF2-40B4-BE49-F238E27FC236}">
                    <a16:creationId xmlns:a16="http://schemas.microsoft.com/office/drawing/2014/main" id="{1C4701AD-0D5C-472B-8752-3A9B6651AC98}"/>
                  </a:ext>
                </a:extLst>
              </p14:cNvPr>
              <p14:cNvContentPartPr/>
              <p14:nvPr/>
            </p14:nvContentPartPr>
            <p14:xfrm>
              <a:off x="5260895" y="3798180"/>
              <a:ext cx="240" cy="240"/>
            </p14:xfrm>
          </p:contentPart>
        </mc:Choice>
        <mc:Fallback xmlns="">
          <p:pic>
            <p:nvPicPr>
              <p:cNvPr id="408" name="Ink 407">
                <a:extLst>
                  <a:ext uri="{FF2B5EF4-FFF2-40B4-BE49-F238E27FC236}">
                    <a16:creationId xmlns:a16="http://schemas.microsoft.com/office/drawing/2014/main" id="{1C4701AD-0D5C-472B-8752-3A9B6651AC9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58015" y="3795300"/>
                <a:ext cx="5520" cy="5520"/>
              </a:xfrm>
              <a:prstGeom prst="rect">
                <a:avLst/>
              </a:prstGeom>
            </p:spPr>
          </p:pic>
        </mc:Fallback>
      </mc:AlternateContent>
      <p:sp>
        <p:nvSpPr>
          <p:cNvPr id="431" name="Freeform: Shape 430">
            <a:extLst>
              <a:ext uri="{FF2B5EF4-FFF2-40B4-BE49-F238E27FC236}">
                <a16:creationId xmlns:a16="http://schemas.microsoft.com/office/drawing/2014/main" id="{3F177437-19BB-42CB-A7DF-B9037781AFFF}"/>
              </a:ext>
            </a:extLst>
          </p:cNvPr>
          <p:cNvSpPr/>
          <p:nvPr/>
        </p:nvSpPr>
        <p:spPr>
          <a:xfrm>
            <a:off x="1498542" y="3550669"/>
            <a:ext cx="1417874" cy="1115361"/>
          </a:xfrm>
          <a:custGeom>
            <a:avLst/>
            <a:gdLst>
              <a:gd name="connsiteX0" fmla="*/ 0 w 1409700"/>
              <a:gd name="connsiteY0" fmla="*/ 1389631 h 1389631"/>
              <a:gd name="connsiteX1" fmla="*/ 431800 w 1409700"/>
              <a:gd name="connsiteY1" fmla="*/ 272031 h 1389631"/>
              <a:gd name="connsiteX2" fmla="*/ 1092200 w 1409700"/>
              <a:gd name="connsiteY2" fmla="*/ 5331 h 1389631"/>
              <a:gd name="connsiteX3" fmla="*/ 1409700 w 1409700"/>
              <a:gd name="connsiteY3" fmla="*/ 119631 h 1389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9700" h="1389631">
                <a:moveTo>
                  <a:pt x="0" y="1389631"/>
                </a:moveTo>
                <a:cubicBezTo>
                  <a:pt x="124883" y="946189"/>
                  <a:pt x="249767" y="502748"/>
                  <a:pt x="431800" y="272031"/>
                </a:cubicBezTo>
                <a:cubicBezTo>
                  <a:pt x="613833" y="41314"/>
                  <a:pt x="929217" y="30731"/>
                  <a:pt x="1092200" y="5331"/>
                </a:cubicBezTo>
                <a:cubicBezTo>
                  <a:pt x="1255183" y="-20069"/>
                  <a:pt x="1332441" y="49781"/>
                  <a:pt x="1409700" y="119631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2" name="Freeform: Shape 431">
            <a:extLst>
              <a:ext uri="{FF2B5EF4-FFF2-40B4-BE49-F238E27FC236}">
                <a16:creationId xmlns:a16="http://schemas.microsoft.com/office/drawing/2014/main" id="{E4310F70-CAA5-4581-A602-4F75EF501ED0}"/>
              </a:ext>
            </a:extLst>
          </p:cNvPr>
          <p:cNvSpPr/>
          <p:nvPr/>
        </p:nvSpPr>
        <p:spPr>
          <a:xfrm>
            <a:off x="1748016" y="4419600"/>
            <a:ext cx="863600" cy="230400"/>
          </a:xfrm>
          <a:custGeom>
            <a:avLst/>
            <a:gdLst>
              <a:gd name="connsiteX0" fmla="*/ 0 w 863600"/>
              <a:gd name="connsiteY0" fmla="*/ 673100 h 673100"/>
              <a:gd name="connsiteX1" fmla="*/ 215900 w 863600"/>
              <a:gd name="connsiteY1" fmla="*/ 177800 h 673100"/>
              <a:gd name="connsiteX2" fmla="*/ 863600 w 863600"/>
              <a:gd name="connsiteY2" fmla="*/ 0 h 67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63600" h="673100">
                <a:moveTo>
                  <a:pt x="0" y="673100"/>
                </a:moveTo>
                <a:cubicBezTo>
                  <a:pt x="35983" y="481541"/>
                  <a:pt x="71967" y="289983"/>
                  <a:pt x="215900" y="177800"/>
                </a:cubicBezTo>
                <a:cubicBezTo>
                  <a:pt x="359833" y="65617"/>
                  <a:pt x="611716" y="32808"/>
                  <a:pt x="863600" y="0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3" name="Freeform: Shape 432">
            <a:extLst>
              <a:ext uri="{FF2B5EF4-FFF2-40B4-BE49-F238E27FC236}">
                <a16:creationId xmlns:a16="http://schemas.microsoft.com/office/drawing/2014/main" id="{83274EDD-98A8-4A05-9917-C22F9F870D11}"/>
              </a:ext>
            </a:extLst>
          </p:cNvPr>
          <p:cNvSpPr/>
          <p:nvPr/>
        </p:nvSpPr>
        <p:spPr>
          <a:xfrm>
            <a:off x="2738616" y="4013200"/>
            <a:ext cx="420129" cy="394038"/>
          </a:xfrm>
          <a:custGeom>
            <a:avLst/>
            <a:gdLst>
              <a:gd name="connsiteX0" fmla="*/ 0 w 420129"/>
              <a:gd name="connsiteY0" fmla="*/ 393700 h 394038"/>
              <a:gd name="connsiteX1" fmla="*/ 330200 w 420129"/>
              <a:gd name="connsiteY1" fmla="*/ 355600 h 394038"/>
              <a:gd name="connsiteX2" fmla="*/ 419100 w 420129"/>
              <a:gd name="connsiteY2" fmla="*/ 152400 h 394038"/>
              <a:gd name="connsiteX3" fmla="*/ 381000 w 420129"/>
              <a:gd name="connsiteY3" fmla="*/ 0 h 394038"/>
              <a:gd name="connsiteX4" fmla="*/ 381000 w 420129"/>
              <a:gd name="connsiteY4" fmla="*/ 0 h 394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0129" h="394038">
                <a:moveTo>
                  <a:pt x="0" y="393700"/>
                </a:moveTo>
                <a:cubicBezTo>
                  <a:pt x="130175" y="394758"/>
                  <a:pt x="260350" y="395817"/>
                  <a:pt x="330200" y="355600"/>
                </a:cubicBezTo>
                <a:cubicBezTo>
                  <a:pt x="400050" y="315383"/>
                  <a:pt x="410633" y="211667"/>
                  <a:pt x="419100" y="152400"/>
                </a:cubicBezTo>
                <a:cubicBezTo>
                  <a:pt x="427567" y="93133"/>
                  <a:pt x="381000" y="0"/>
                  <a:pt x="381000" y="0"/>
                </a:cubicBezTo>
                <a:lnTo>
                  <a:pt x="381000" y="0"/>
                </a:lnTo>
              </a:path>
            </a:pathLst>
          </a:custGeom>
          <a:noFill/>
          <a:ln>
            <a:solidFill>
              <a:srgbClr val="FF0000"/>
            </a:solidFill>
            <a:prstDash val="dash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6" name="Freeform: Shape 435">
            <a:extLst>
              <a:ext uri="{FF2B5EF4-FFF2-40B4-BE49-F238E27FC236}">
                <a16:creationId xmlns:a16="http://schemas.microsoft.com/office/drawing/2014/main" id="{D3F6869E-1046-467D-BA9D-B243B40C2B40}"/>
              </a:ext>
            </a:extLst>
          </p:cNvPr>
          <p:cNvSpPr/>
          <p:nvPr/>
        </p:nvSpPr>
        <p:spPr>
          <a:xfrm>
            <a:off x="3018991" y="3496333"/>
            <a:ext cx="492478" cy="728534"/>
          </a:xfrm>
          <a:custGeom>
            <a:avLst/>
            <a:gdLst>
              <a:gd name="connsiteX0" fmla="*/ 451992 w 492478"/>
              <a:gd name="connsiteY0" fmla="*/ 728534 h 728534"/>
              <a:gd name="connsiteX1" fmla="*/ 477392 w 492478"/>
              <a:gd name="connsiteY1" fmla="*/ 135867 h 728534"/>
              <a:gd name="connsiteX2" fmla="*/ 248792 w 492478"/>
              <a:gd name="connsiteY2" fmla="*/ 400 h 728534"/>
              <a:gd name="connsiteX3" fmla="*/ 37125 w 492478"/>
              <a:gd name="connsiteY3" fmla="*/ 102000 h 728534"/>
              <a:gd name="connsiteX4" fmla="*/ 3258 w 492478"/>
              <a:gd name="connsiteY4" fmla="*/ 313667 h 728534"/>
              <a:gd name="connsiteX5" fmla="*/ 3258 w 492478"/>
              <a:gd name="connsiteY5" fmla="*/ 406800 h 728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2478" h="728534">
                <a:moveTo>
                  <a:pt x="451992" y="728534"/>
                </a:moveTo>
                <a:cubicBezTo>
                  <a:pt x="481625" y="492878"/>
                  <a:pt x="511259" y="257223"/>
                  <a:pt x="477392" y="135867"/>
                </a:cubicBezTo>
                <a:cubicBezTo>
                  <a:pt x="443525" y="14511"/>
                  <a:pt x="322170" y="6045"/>
                  <a:pt x="248792" y="400"/>
                </a:cubicBezTo>
                <a:cubicBezTo>
                  <a:pt x="175414" y="-5245"/>
                  <a:pt x="78047" y="49789"/>
                  <a:pt x="37125" y="102000"/>
                </a:cubicBezTo>
                <a:cubicBezTo>
                  <a:pt x="-3797" y="154211"/>
                  <a:pt x="8902" y="262867"/>
                  <a:pt x="3258" y="313667"/>
                </a:cubicBezTo>
                <a:cubicBezTo>
                  <a:pt x="-2386" y="364467"/>
                  <a:pt x="436" y="385633"/>
                  <a:pt x="3258" y="406800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8" name="Freeform: Shape 437">
            <a:extLst>
              <a:ext uri="{FF2B5EF4-FFF2-40B4-BE49-F238E27FC236}">
                <a16:creationId xmlns:a16="http://schemas.microsoft.com/office/drawing/2014/main" id="{A40033F8-DAD2-474D-88C8-85600DB6716D}"/>
              </a:ext>
            </a:extLst>
          </p:cNvPr>
          <p:cNvSpPr/>
          <p:nvPr/>
        </p:nvSpPr>
        <p:spPr>
          <a:xfrm>
            <a:off x="4149655" y="2762988"/>
            <a:ext cx="1087685" cy="1038815"/>
          </a:xfrm>
          <a:custGeom>
            <a:avLst/>
            <a:gdLst>
              <a:gd name="connsiteX0" fmla="*/ 37446 w 1113770"/>
              <a:gd name="connsiteY0" fmla="*/ 970811 h 1041476"/>
              <a:gd name="connsiteX1" fmla="*/ 431146 w 1113770"/>
              <a:gd name="connsiteY1" fmla="*/ 793011 h 1041476"/>
              <a:gd name="connsiteX2" fmla="*/ 913746 w 1113770"/>
              <a:gd name="connsiteY2" fmla="*/ 348511 h 1041476"/>
              <a:gd name="connsiteX3" fmla="*/ 1091546 w 1113770"/>
              <a:gd name="connsiteY3" fmla="*/ 5611 h 1041476"/>
              <a:gd name="connsiteX4" fmla="*/ 1091546 w 1113770"/>
              <a:gd name="connsiteY4" fmla="*/ 158011 h 1041476"/>
              <a:gd name="connsiteX5" fmla="*/ 913746 w 1113770"/>
              <a:gd name="connsiteY5" fmla="*/ 450111 h 1041476"/>
              <a:gd name="connsiteX6" fmla="*/ 608946 w 1113770"/>
              <a:gd name="connsiteY6" fmla="*/ 754911 h 1041476"/>
              <a:gd name="connsiteX7" fmla="*/ 227946 w 1113770"/>
              <a:gd name="connsiteY7" fmla="*/ 983511 h 1041476"/>
              <a:gd name="connsiteX8" fmla="*/ 100946 w 1113770"/>
              <a:gd name="connsiteY8" fmla="*/ 1034311 h 1041476"/>
              <a:gd name="connsiteX9" fmla="*/ 24746 w 1113770"/>
              <a:gd name="connsiteY9" fmla="*/ 1034311 h 1041476"/>
              <a:gd name="connsiteX10" fmla="*/ 37446 w 1113770"/>
              <a:gd name="connsiteY10" fmla="*/ 970811 h 1041476"/>
              <a:gd name="connsiteX0" fmla="*/ 44066 w 1101340"/>
              <a:gd name="connsiteY0" fmla="*/ 970811 h 1041476"/>
              <a:gd name="connsiteX1" fmla="*/ 418716 w 1101340"/>
              <a:gd name="connsiteY1" fmla="*/ 793011 h 1041476"/>
              <a:gd name="connsiteX2" fmla="*/ 901316 w 1101340"/>
              <a:gd name="connsiteY2" fmla="*/ 348511 h 1041476"/>
              <a:gd name="connsiteX3" fmla="*/ 1079116 w 1101340"/>
              <a:gd name="connsiteY3" fmla="*/ 5611 h 1041476"/>
              <a:gd name="connsiteX4" fmla="*/ 1079116 w 1101340"/>
              <a:gd name="connsiteY4" fmla="*/ 158011 h 1041476"/>
              <a:gd name="connsiteX5" fmla="*/ 901316 w 1101340"/>
              <a:gd name="connsiteY5" fmla="*/ 450111 h 1041476"/>
              <a:gd name="connsiteX6" fmla="*/ 596516 w 1101340"/>
              <a:gd name="connsiteY6" fmla="*/ 754911 h 1041476"/>
              <a:gd name="connsiteX7" fmla="*/ 215516 w 1101340"/>
              <a:gd name="connsiteY7" fmla="*/ 983511 h 1041476"/>
              <a:gd name="connsiteX8" fmla="*/ 88516 w 1101340"/>
              <a:gd name="connsiteY8" fmla="*/ 1034311 h 1041476"/>
              <a:gd name="connsiteX9" fmla="*/ 12316 w 1101340"/>
              <a:gd name="connsiteY9" fmla="*/ 1034311 h 1041476"/>
              <a:gd name="connsiteX10" fmla="*/ 44066 w 1101340"/>
              <a:gd name="connsiteY10" fmla="*/ 970811 h 1041476"/>
              <a:gd name="connsiteX0" fmla="*/ 44848 w 1102122"/>
              <a:gd name="connsiteY0" fmla="*/ 970811 h 1041476"/>
              <a:gd name="connsiteX1" fmla="*/ 432198 w 1102122"/>
              <a:gd name="connsiteY1" fmla="*/ 773961 h 1041476"/>
              <a:gd name="connsiteX2" fmla="*/ 902098 w 1102122"/>
              <a:gd name="connsiteY2" fmla="*/ 348511 h 1041476"/>
              <a:gd name="connsiteX3" fmla="*/ 1079898 w 1102122"/>
              <a:gd name="connsiteY3" fmla="*/ 5611 h 1041476"/>
              <a:gd name="connsiteX4" fmla="*/ 1079898 w 1102122"/>
              <a:gd name="connsiteY4" fmla="*/ 158011 h 1041476"/>
              <a:gd name="connsiteX5" fmla="*/ 902098 w 1102122"/>
              <a:gd name="connsiteY5" fmla="*/ 450111 h 1041476"/>
              <a:gd name="connsiteX6" fmla="*/ 597298 w 1102122"/>
              <a:gd name="connsiteY6" fmla="*/ 754911 h 1041476"/>
              <a:gd name="connsiteX7" fmla="*/ 216298 w 1102122"/>
              <a:gd name="connsiteY7" fmla="*/ 983511 h 1041476"/>
              <a:gd name="connsiteX8" fmla="*/ 89298 w 1102122"/>
              <a:gd name="connsiteY8" fmla="*/ 1034311 h 1041476"/>
              <a:gd name="connsiteX9" fmla="*/ 13098 w 1102122"/>
              <a:gd name="connsiteY9" fmla="*/ 1034311 h 1041476"/>
              <a:gd name="connsiteX10" fmla="*/ 44848 w 1102122"/>
              <a:gd name="connsiteY10" fmla="*/ 970811 h 1041476"/>
              <a:gd name="connsiteX0" fmla="*/ 44848 w 1102122"/>
              <a:gd name="connsiteY0" fmla="*/ 970811 h 1041476"/>
              <a:gd name="connsiteX1" fmla="*/ 432198 w 1102122"/>
              <a:gd name="connsiteY1" fmla="*/ 773961 h 1041476"/>
              <a:gd name="connsiteX2" fmla="*/ 902098 w 1102122"/>
              <a:gd name="connsiteY2" fmla="*/ 348511 h 1041476"/>
              <a:gd name="connsiteX3" fmla="*/ 1079898 w 1102122"/>
              <a:gd name="connsiteY3" fmla="*/ 5611 h 1041476"/>
              <a:gd name="connsiteX4" fmla="*/ 1079898 w 1102122"/>
              <a:gd name="connsiteY4" fmla="*/ 158011 h 1041476"/>
              <a:gd name="connsiteX5" fmla="*/ 902098 w 1102122"/>
              <a:gd name="connsiteY5" fmla="*/ 450111 h 1041476"/>
              <a:gd name="connsiteX6" fmla="*/ 609998 w 1102122"/>
              <a:gd name="connsiteY6" fmla="*/ 729511 h 1041476"/>
              <a:gd name="connsiteX7" fmla="*/ 216298 w 1102122"/>
              <a:gd name="connsiteY7" fmla="*/ 983511 h 1041476"/>
              <a:gd name="connsiteX8" fmla="*/ 89298 w 1102122"/>
              <a:gd name="connsiteY8" fmla="*/ 1034311 h 1041476"/>
              <a:gd name="connsiteX9" fmla="*/ 13098 w 1102122"/>
              <a:gd name="connsiteY9" fmla="*/ 1034311 h 1041476"/>
              <a:gd name="connsiteX10" fmla="*/ 44848 w 1102122"/>
              <a:gd name="connsiteY10" fmla="*/ 970811 h 1041476"/>
              <a:gd name="connsiteX0" fmla="*/ 44848 w 1102122"/>
              <a:gd name="connsiteY0" fmla="*/ 970811 h 1041476"/>
              <a:gd name="connsiteX1" fmla="*/ 432198 w 1102122"/>
              <a:gd name="connsiteY1" fmla="*/ 773961 h 1041476"/>
              <a:gd name="connsiteX2" fmla="*/ 902098 w 1102122"/>
              <a:gd name="connsiteY2" fmla="*/ 348511 h 1041476"/>
              <a:gd name="connsiteX3" fmla="*/ 1079898 w 1102122"/>
              <a:gd name="connsiteY3" fmla="*/ 5611 h 1041476"/>
              <a:gd name="connsiteX4" fmla="*/ 1079898 w 1102122"/>
              <a:gd name="connsiteY4" fmla="*/ 158011 h 1041476"/>
              <a:gd name="connsiteX5" fmla="*/ 902098 w 1102122"/>
              <a:gd name="connsiteY5" fmla="*/ 450111 h 1041476"/>
              <a:gd name="connsiteX6" fmla="*/ 609998 w 1102122"/>
              <a:gd name="connsiteY6" fmla="*/ 729511 h 1041476"/>
              <a:gd name="connsiteX7" fmla="*/ 241698 w 1102122"/>
              <a:gd name="connsiteY7" fmla="*/ 977161 h 1041476"/>
              <a:gd name="connsiteX8" fmla="*/ 89298 w 1102122"/>
              <a:gd name="connsiteY8" fmla="*/ 1034311 h 1041476"/>
              <a:gd name="connsiteX9" fmla="*/ 13098 w 1102122"/>
              <a:gd name="connsiteY9" fmla="*/ 1034311 h 1041476"/>
              <a:gd name="connsiteX10" fmla="*/ 44848 w 1102122"/>
              <a:gd name="connsiteY10" fmla="*/ 970811 h 1041476"/>
              <a:gd name="connsiteX0" fmla="*/ 44848 w 1102122"/>
              <a:gd name="connsiteY0" fmla="*/ 970811 h 1041476"/>
              <a:gd name="connsiteX1" fmla="*/ 432198 w 1102122"/>
              <a:gd name="connsiteY1" fmla="*/ 773961 h 1041476"/>
              <a:gd name="connsiteX2" fmla="*/ 902098 w 1102122"/>
              <a:gd name="connsiteY2" fmla="*/ 348511 h 1041476"/>
              <a:gd name="connsiteX3" fmla="*/ 1079898 w 1102122"/>
              <a:gd name="connsiteY3" fmla="*/ 5611 h 1041476"/>
              <a:gd name="connsiteX4" fmla="*/ 1079898 w 1102122"/>
              <a:gd name="connsiteY4" fmla="*/ 158011 h 1041476"/>
              <a:gd name="connsiteX5" fmla="*/ 902098 w 1102122"/>
              <a:gd name="connsiteY5" fmla="*/ 450111 h 1041476"/>
              <a:gd name="connsiteX6" fmla="*/ 609998 w 1102122"/>
              <a:gd name="connsiteY6" fmla="*/ 729511 h 1041476"/>
              <a:gd name="connsiteX7" fmla="*/ 241698 w 1102122"/>
              <a:gd name="connsiteY7" fmla="*/ 977161 h 1041476"/>
              <a:gd name="connsiteX8" fmla="*/ 89298 w 1102122"/>
              <a:gd name="connsiteY8" fmla="*/ 1034311 h 1041476"/>
              <a:gd name="connsiteX9" fmla="*/ 13098 w 1102122"/>
              <a:gd name="connsiteY9" fmla="*/ 1034311 h 1041476"/>
              <a:gd name="connsiteX10" fmla="*/ 44848 w 1102122"/>
              <a:gd name="connsiteY10" fmla="*/ 970811 h 1041476"/>
              <a:gd name="connsiteX0" fmla="*/ 44848 w 1102122"/>
              <a:gd name="connsiteY0" fmla="*/ 970811 h 1041476"/>
              <a:gd name="connsiteX1" fmla="*/ 432198 w 1102122"/>
              <a:gd name="connsiteY1" fmla="*/ 773961 h 1041476"/>
              <a:gd name="connsiteX2" fmla="*/ 902098 w 1102122"/>
              <a:gd name="connsiteY2" fmla="*/ 348511 h 1041476"/>
              <a:gd name="connsiteX3" fmla="*/ 1079898 w 1102122"/>
              <a:gd name="connsiteY3" fmla="*/ 5611 h 1041476"/>
              <a:gd name="connsiteX4" fmla="*/ 1079898 w 1102122"/>
              <a:gd name="connsiteY4" fmla="*/ 158011 h 1041476"/>
              <a:gd name="connsiteX5" fmla="*/ 902098 w 1102122"/>
              <a:gd name="connsiteY5" fmla="*/ 450111 h 1041476"/>
              <a:gd name="connsiteX6" fmla="*/ 609998 w 1102122"/>
              <a:gd name="connsiteY6" fmla="*/ 729511 h 1041476"/>
              <a:gd name="connsiteX7" fmla="*/ 241698 w 1102122"/>
              <a:gd name="connsiteY7" fmla="*/ 977161 h 1041476"/>
              <a:gd name="connsiteX8" fmla="*/ 89298 w 1102122"/>
              <a:gd name="connsiteY8" fmla="*/ 1034311 h 1041476"/>
              <a:gd name="connsiteX9" fmla="*/ 13098 w 1102122"/>
              <a:gd name="connsiteY9" fmla="*/ 1034311 h 1041476"/>
              <a:gd name="connsiteX10" fmla="*/ 44848 w 1102122"/>
              <a:gd name="connsiteY10" fmla="*/ 970811 h 1041476"/>
              <a:gd name="connsiteX0" fmla="*/ 30411 w 1087685"/>
              <a:gd name="connsiteY0" fmla="*/ 970811 h 1038815"/>
              <a:gd name="connsiteX1" fmla="*/ 417761 w 1087685"/>
              <a:gd name="connsiteY1" fmla="*/ 773961 h 1038815"/>
              <a:gd name="connsiteX2" fmla="*/ 887661 w 1087685"/>
              <a:gd name="connsiteY2" fmla="*/ 348511 h 1038815"/>
              <a:gd name="connsiteX3" fmla="*/ 1065461 w 1087685"/>
              <a:gd name="connsiteY3" fmla="*/ 5611 h 1038815"/>
              <a:gd name="connsiteX4" fmla="*/ 1065461 w 1087685"/>
              <a:gd name="connsiteY4" fmla="*/ 158011 h 1038815"/>
              <a:gd name="connsiteX5" fmla="*/ 887661 w 1087685"/>
              <a:gd name="connsiteY5" fmla="*/ 450111 h 1038815"/>
              <a:gd name="connsiteX6" fmla="*/ 595561 w 1087685"/>
              <a:gd name="connsiteY6" fmla="*/ 729511 h 1038815"/>
              <a:gd name="connsiteX7" fmla="*/ 227261 w 1087685"/>
              <a:gd name="connsiteY7" fmla="*/ 977161 h 1038815"/>
              <a:gd name="connsiteX8" fmla="*/ 74861 w 1087685"/>
              <a:gd name="connsiteY8" fmla="*/ 1034311 h 1038815"/>
              <a:gd name="connsiteX9" fmla="*/ 30411 w 1087685"/>
              <a:gd name="connsiteY9" fmla="*/ 1027961 h 1038815"/>
              <a:gd name="connsiteX10" fmla="*/ 30411 w 1087685"/>
              <a:gd name="connsiteY10" fmla="*/ 970811 h 1038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7685" h="1038815">
                <a:moveTo>
                  <a:pt x="30411" y="970811"/>
                </a:moveTo>
                <a:cubicBezTo>
                  <a:pt x="94969" y="928478"/>
                  <a:pt x="274886" y="877678"/>
                  <a:pt x="417761" y="773961"/>
                </a:cubicBezTo>
                <a:cubicBezTo>
                  <a:pt x="560636" y="670244"/>
                  <a:pt x="779711" y="476569"/>
                  <a:pt x="887661" y="348511"/>
                </a:cubicBezTo>
                <a:cubicBezTo>
                  <a:pt x="995611" y="220453"/>
                  <a:pt x="1035828" y="37361"/>
                  <a:pt x="1065461" y="5611"/>
                </a:cubicBezTo>
                <a:cubicBezTo>
                  <a:pt x="1095094" y="-26139"/>
                  <a:pt x="1095094" y="83928"/>
                  <a:pt x="1065461" y="158011"/>
                </a:cubicBezTo>
                <a:cubicBezTo>
                  <a:pt x="1035828" y="232094"/>
                  <a:pt x="965978" y="354861"/>
                  <a:pt x="887661" y="450111"/>
                </a:cubicBezTo>
                <a:cubicBezTo>
                  <a:pt x="809344" y="545361"/>
                  <a:pt x="705628" y="641669"/>
                  <a:pt x="595561" y="729511"/>
                </a:cubicBezTo>
                <a:cubicBezTo>
                  <a:pt x="485494" y="817353"/>
                  <a:pt x="314044" y="926361"/>
                  <a:pt x="227261" y="977161"/>
                </a:cubicBezTo>
                <a:cubicBezTo>
                  <a:pt x="140478" y="1027961"/>
                  <a:pt x="108728" y="1025844"/>
                  <a:pt x="74861" y="1034311"/>
                </a:cubicBezTo>
                <a:cubicBezTo>
                  <a:pt x="40994" y="1042778"/>
                  <a:pt x="37819" y="1038544"/>
                  <a:pt x="30411" y="1027961"/>
                </a:cubicBezTo>
                <a:cubicBezTo>
                  <a:pt x="23003" y="1017378"/>
                  <a:pt x="-34147" y="1013144"/>
                  <a:pt x="30411" y="970811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0" name="Freeform: Shape 439">
            <a:extLst>
              <a:ext uri="{FF2B5EF4-FFF2-40B4-BE49-F238E27FC236}">
                <a16:creationId xmlns:a16="http://schemas.microsoft.com/office/drawing/2014/main" id="{F672DC21-4702-4408-B475-F07FD2F21E04}"/>
              </a:ext>
            </a:extLst>
          </p:cNvPr>
          <p:cNvSpPr/>
          <p:nvPr/>
        </p:nvSpPr>
        <p:spPr>
          <a:xfrm flipH="1">
            <a:off x="1512771" y="2881738"/>
            <a:ext cx="1173433" cy="949372"/>
          </a:xfrm>
          <a:custGeom>
            <a:avLst/>
            <a:gdLst>
              <a:gd name="connsiteX0" fmla="*/ 37446 w 1113770"/>
              <a:gd name="connsiteY0" fmla="*/ 970811 h 1041476"/>
              <a:gd name="connsiteX1" fmla="*/ 431146 w 1113770"/>
              <a:gd name="connsiteY1" fmla="*/ 793011 h 1041476"/>
              <a:gd name="connsiteX2" fmla="*/ 913746 w 1113770"/>
              <a:gd name="connsiteY2" fmla="*/ 348511 h 1041476"/>
              <a:gd name="connsiteX3" fmla="*/ 1091546 w 1113770"/>
              <a:gd name="connsiteY3" fmla="*/ 5611 h 1041476"/>
              <a:gd name="connsiteX4" fmla="*/ 1091546 w 1113770"/>
              <a:gd name="connsiteY4" fmla="*/ 158011 h 1041476"/>
              <a:gd name="connsiteX5" fmla="*/ 913746 w 1113770"/>
              <a:gd name="connsiteY5" fmla="*/ 450111 h 1041476"/>
              <a:gd name="connsiteX6" fmla="*/ 608946 w 1113770"/>
              <a:gd name="connsiteY6" fmla="*/ 754911 h 1041476"/>
              <a:gd name="connsiteX7" fmla="*/ 227946 w 1113770"/>
              <a:gd name="connsiteY7" fmla="*/ 983511 h 1041476"/>
              <a:gd name="connsiteX8" fmla="*/ 100946 w 1113770"/>
              <a:gd name="connsiteY8" fmla="*/ 1034311 h 1041476"/>
              <a:gd name="connsiteX9" fmla="*/ 24746 w 1113770"/>
              <a:gd name="connsiteY9" fmla="*/ 1034311 h 1041476"/>
              <a:gd name="connsiteX10" fmla="*/ 37446 w 1113770"/>
              <a:gd name="connsiteY10" fmla="*/ 970811 h 1041476"/>
              <a:gd name="connsiteX0" fmla="*/ 44066 w 1101340"/>
              <a:gd name="connsiteY0" fmla="*/ 970811 h 1041476"/>
              <a:gd name="connsiteX1" fmla="*/ 418716 w 1101340"/>
              <a:gd name="connsiteY1" fmla="*/ 793011 h 1041476"/>
              <a:gd name="connsiteX2" fmla="*/ 901316 w 1101340"/>
              <a:gd name="connsiteY2" fmla="*/ 348511 h 1041476"/>
              <a:gd name="connsiteX3" fmla="*/ 1079116 w 1101340"/>
              <a:gd name="connsiteY3" fmla="*/ 5611 h 1041476"/>
              <a:gd name="connsiteX4" fmla="*/ 1079116 w 1101340"/>
              <a:gd name="connsiteY4" fmla="*/ 158011 h 1041476"/>
              <a:gd name="connsiteX5" fmla="*/ 901316 w 1101340"/>
              <a:gd name="connsiteY5" fmla="*/ 450111 h 1041476"/>
              <a:gd name="connsiteX6" fmla="*/ 596516 w 1101340"/>
              <a:gd name="connsiteY6" fmla="*/ 754911 h 1041476"/>
              <a:gd name="connsiteX7" fmla="*/ 215516 w 1101340"/>
              <a:gd name="connsiteY7" fmla="*/ 983511 h 1041476"/>
              <a:gd name="connsiteX8" fmla="*/ 88516 w 1101340"/>
              <a:gd name="connsiteY8" fmla="*/ 1034311 h 1041476"/>
              <a:gd name="connsiteX9" fmla="*/ 12316 w 1101340"/>
              <a:gd name="connsiteY9" fmla="*/ 1034311 h 1041476"/>
              <a:gd name="connsiteX10" fmla="*/ 44066 w 1101340"/>
              <a:gd name="connsiteY10" fmla="*/ 970811 h 1041476"/>
              <a:gd name="connsiteX0" fmla="*/ 44848 w 1102122"/>
              <a:gd name="connsiteY0" fmla="*/ 970811 h 1041476"/>
              <a:gd name="connsiteX1" fmla="*/ 432198 w 1102122"/>
              <a:gd name="connsiteY1" fmla="*/ 773961 h 1041476"/>
              <a:gd name="connsiteX2" fmla="*/ 902098 w 1102122"/>
              <a:gd name="connsiteY2" fmla="*/ 348511 h 1041476"/>
              <a:gd name="connsiteX3" fmla="*/ 1079898 w 1102122"/>
              <a:gd name="connsiteY3" fmla="*/ 5611 h 1041476"/>
              <a:gd name="connsiteX4" fmla="*/ 1079898 w 1102122"/>
              <a:gd name="connsiteY4" fmla="*/ 158011 h 1041476"/>
              <a:gd name="connsiteX5" fmla="*/ 902098 w 1102122"/>
              <a:gd name="connsiteY5" fmla="*/ 450111 h 1041476"/>
              <a:gd name="connsiteX6" fmla="*/ 597298 w 1102122"/>
              <a:gd name="connsiteY6" fmla="*/ 754911 h 1041476"/>
              <a:gd name="connsiteX7" fmla="*/ 216298 w 1102122"/>
              <a:gd name="connsiteY7" fmla="*/ 983511 h 1041476"/>
              <a:gd name="connsiteX8" fmla="*/ 89298 w 1102122"/>
              <a:gd name="connsiteY8" fmla="*/ 1034311 h 1041476"/>
              <a:gd name="connsiteX9" fmla="*/ 13098 w 1102122"/>
              <a:gd name="connsiteY9" fmla="*/ 1034311 h 1041476"/>
              <a:gd name="connsiteX10" fmla="*/ 44848 w 1102122"/>
              <a:gd name="connsiteY10" fmla="*/ 970811 h 1041476"/>
              <a:gd name="connsiteX0" fmla="*/ 44848 w 1102122"/>
              <a:gd name="connsiteY0" fmla="*/ 970811 h 1041476"/>
              <a:gd name="connsiteX1" fmla="*/ 432198 w 1102122"/>
              <a:gd name="connsiteY1" fmla="*/ 773961 h 1041476"/>
              <a:gd name="connsiteX2" fmla="*/ 902098 w 1102122"/>
              <a:gd name="connsiteY2" fmla="*/ 348511 h 1041476"/>
              <a:gd name="connsiteX3" fmla="*/ 1079898 w 1102122"/>
              <a:gd name="connsiteY3" fmla="*/ 5611 h 1041476"/>
              <a:gd name="connsiteX4" fmla="*/ 1079898 w 1102122"/>
              <a:gd name="connsiteY4" fmla="*/ 158011 h 1041476"/>
              <a:gd name="connsiteX5" fmla="*/ 902098 w 1102122"/>
              <a:gd name="connsiteY5" fmla="*/ 450111 h 1041476"/>
              <a:gd name="connsiteX6" fmla="*/ 609998 w 1102122"/>
              <a:gd name="connsiteY6" fmla="*/ 729511 h 1041476"/>
              <a:gd name="connsiteX7" fmla="*/ 216298 w 1102122"/>
              <a:gd name="connsiteY7" fmla="*/ 983511 h 1041476"/>
              <a:gd name="connsiteX8" fmla="*/ 89298 w 1102122"/>
              <a:gd name="connsiteY8" fmla="*/ 1034311 h 1041476"/>
              <a:gd name="connsiteX9" fmla="*/ 13098 w 1102122"/>
              <a:gd name="connsiteY9" fmla="*/ 1034311 h 1041476"/>
              <a:gd name="connsiteX10" fmla="*/ 44848 w 1102122"/>
              <a:gd name="connsiteY10" fmla="*/ 970811 h 1041476"/>
              <a:gd name="connsiteX0" fmla="*/ 44848 w 1102122"/>
              <a:gd name="connsiteY0" fmla="*/ 970811 h 1041476"/>
              <a:gd name="connsiteX1" fmla="*/ 432198 w 1102122"/>
              <a:gd name="connsiteY1" fmla="*/ 773961 h 1041476"/>
              <a:gd name="connsiteX2" fmla="*/ 902098 w 1102122"/>
              <a:gd name="connsiteY2" fmla="*/ 348511 h 1041476"/>
              <a:gd name="connsiteX3" fmla="*/ 1079898 w 1102122"/>
              <a:gd name="connsiteY3" fmla="*/ 5611 h 1041476"/>
              <a:gd name="connsiteX4" fmla="*/ 1079898 w 1102122"/>
              <a:gd name="connsiteY4" fmla="*/ 158011 h 1041476"/>
              <a:gd name="connsiteX5" fmla="*/ 902098 w 1102122"/>
              <a:gd name="connsiteY5" fmla="*/ 450111 h 1041476"/>
              <a:gd name="connsiteX6" fmla="*/ 609998 w 1102122"/>
              <a:gd name="connsiteY6" fmla="*/ 729511 h 1041476"/>
              <a:gd name="connsiteX7" fmla="*/ 241698 w 1102122"/>
              <a:gd name="connsiteY7" fmla="*/ 977161 h 1041476"/>
              <a:gd name="connsiteX8" fmla="*/ 89298 w 1102122"/>
              <a:gd name="connsiteY8" fmla="*/ 1034311 h 1041476"/>
              <a:gd name="connsiteX9" fmla="*/ 13098 w 1102122"/>
              <a:gd name="connsiteY9" fmla="*/ 1034311 h 1041476"/>
              <a:gd name="connsiteX10" fmla="*/ 44848 w 1102122"/>
              <a:gd name="connsiteY10" fmla="*/ 970811 h 1041476"/>
              <a:gd name="connsiteX0" fmla="*/ 44848 w 1102122"/>
              <a:gd name="connsiteY0" fmla="*/ 970811 h 1041476"/>
              <a:gd name="connsiteX1" fmla="*/ 432198 w 1102122"/>
              <a:gd name="connsiteY1" fmla="*/ 773961 h 1041476"/>
              <a:gd name="connsiteX2" fmla="*/ 902098 w 1102122"/>
              <a:gd name="connsiteY2" fmla="*/ 348511 h 1041476"/>
              <a:gd name="connsiteX3" fmla="*/ 1079898 w 1102122"/>
              <a:gd name="connsiteY3" fmla="*/ 5611 h 1041476"/>
              <a:gd name="connsiteX4" fmla="*/ 1079898 w 1102122"/>
              <a:gd name="connsiteY4" fmla="*/ 158011 h 1041476"/>
              <a:gd name="connsiteX5" fmla="*/ 902098 w 1102122"/>
              <a:gd name="connsiteY5" fmla="*/ 450111 h 1041476"/>
              <a:gd name="connsiteX6" fmla="*/ 609998 w 1102122"/>
              <a:gd name="connsiteY6" fmla="*/ 729511 h 1041476"/>
              <a:gd name="connsiteX7" fmla="*/ 241698 w 1102122"/>
              <a:gd name="connsiteY7" fmla="*/ 977161 h 1041476"/>
              <a:gd name="connsiteX8" fmla="*/ 89298 w 1102122"/>
              <a:gd name="connsiteY8" fmla="*/ 1034311 h 1041476"/>
              <a:gd name="connsiteX9" fmla="*/ 13098 w 1102122"/>
              <a:gd name="connsiteY9" fmla="*/ 1034311 h 1041476"/>
              <a:gd name="connsiteX10" fmla="*/ 44848 w 1102122"/>
              <a:gd name="connsiteY10" fmla="*/ 970811 h 1041476"/>
              <a:gd name="connsiteX0" fmla="*/ 44848 w 1102122"/>
              <a:gd name="connsiteY0" fmla="*/ 970811 h 1041476"/>
              <a:gd name="connsiteX1" fmla="*/ 432198 w 1102122"/>
              <a:gd name="connsiteY1" fmla="*/ 773961 h 1041476"/>
              <a:gd name="connsiteX2" fmla="*/ 902098 w 1102122"/>
              <a:gd name="connsiteY2" fmla="*/ 348511 h 1041476"/>
              <a:gd name="connsiteX3" fmla="*/ 1079898 w 1102122"/>
              <a:gd name="connsiteY3" fmla="*/ 5611 h 1041476"/>
              <a:gd name="connsiteX4" fmla="*/ 1079898 w 1102122"/>
              <a:gd name="connsiteY4" fmla="*/ 158011 h 1041476"/>
              <a:gd name="connsiteX5" fmla="*/ 902098 w 1102122"/>
              <a:gd name="connsiteY5" fmla="*/ 450111 h 1041476"/>
              <a:gd name="connsiteX6" fmla="*/ 609998 w 1102122"/>
              <a:gd name="connsiteY6" fmla="*/ 729511 h 1041476"/>
              <a:gd name="connsiteX7" fmla="*/ 241698 w 1102122"/>
              <a:gd name="connsiteY7" fmla="*/ 977161 h 1041476"/>
              <a:gd name="connsiteX8" fmla="*/ 89298 w 1102122"/>
              <a:gd name="connsiteY8" fmla="*/ 1034311 h 1041476"/>
              <a:gd name="connsiteX9" fmla="*/ 13098 w 1102122"/>
              <a:gd name="connsiteY9" fmla="*/ 1034311 h 1041476"/>
              <a:gd name="connsiteX10" fmla="*/ 44848 w 1102122"/>
              <a:gd name="connsiteY10" fmla="*/ 970811 h 1041476"/>
              <a:gd name="connsiteX0" fmla="*/ 30411 w 1087685"/>
              <a:gd name="connsiteY0" fmla="*/ 970811 h 1038815"/>
              <a:gd name="connsiteX1" fmla="*/ 417761 w 1087685"/>
              <a:gd name="connsiteY1" fmla="*/ 773961 h 1038815"/>
              <a:gd name="connsiteX2" fmla="*/ 887661 w 1087685"/>
              <a:gd name="connsiteY2" fmla="*/ 348511 h 1038815"/>
              <a:gd name="connsiteX3" fmla="*/ 1065461 w 1087685"/>
              <a:gd name="connsiteY3" fmla="*/ 5611 h 1038815"/>
              <a:gd name="connsiteX4" fmla="*/ 1065461 w 1087685"/>
              <a:gd name="connsiteY4" fmla="*/ 158011 h 1038815"/>
              <a:gd name="connsiteX5" fmla="*/ 887661 w 1087685"/>
              <a:gd name="connsiteY5" fmla="*/ 450111 h 1038815"/>
              <a:gd name="connsiteX6" fmla="*/ 595561 w 1087685"/>
              <a:gd name="connsiteY6" fmla="*/ 729511 h 1038815"/>
              <a:gd name="connsiteX7" fmla="*/ 227261 w 1087685"/>
              <a:gd name="connsiteY7" fmla="*/ 977161 h 1038815"/>
              <a:gd name="connsiteX8" fmla="*/ 74861 w 1087685"/>
              <a:gd name="connsiteY8" fmla="*/ 1034311 h 1038815"/>
              <a:gd name="connsiteX9" fmla="*/ 30411 w 1087685"/>
              <a:gd name="connsiteY9" fmla="*/ 1027961 h 1038815"/>
              <a:gd name="connsiteX10" fmla="*/ 30411 w 1087685"/>
              <a:gd name="connsiteY10" fmla="*/ 970811 h 1038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7685" h="1038815">
                <a:moveTo>
                  <a:pt x="30411" y="970811"/>
                </a:moveTo>
                <a:cubicBezTo>
                  <a:pt x="94969" y="928478"/>
                  <a:pt x="274886" y="877678"/>
                  <a:pt x="417761" y="773961"/>
                </a:cubicBezTo>
                <a:cubicBezTo>
                  <a:pt x="560636" y="670244"/>
                  <a:pt x="779711" y="476569"/>
                  <a:pt x="887661" y="348511"/>
                </a:cubicBezTo>
                <a:cubicBezTo>
                  <a:pt x="995611" y="220453"/>
                  <a:pt x="1035828" y="37361"/>
                  <a:pt x="1065461" y="5611"/>
                </a:cubicBezTo>
                <a:cubicBezTo>
                  <a:pt x="1095094" y="-26139"/>
                  <a:pt x="1095094" y="83928"/>
                  <a:pt x="1065461" y="158011"/>
                </a:cubicBezTo>
                <a:cubicBezTo>
                  <a:pt x="1035828" y="232094"/>
                  <a:pt x="965978" y="354861"/>
                  <a:pt x="887661" y="450111"/>
                </a:cubicBezTo>
                <a:cubicBezTo>
                  <a:pt x="809344" y="545361"/>
                  <a:pt x="705628" y="641669"/>
                  <a:pt x="595561" y="729511"/>
                </a:cubicBezTo>
                <a:cubicBezTo>
                  <a:pt x="485494" y="817353"/>
                  <a:pt x="314044" y="926361"/>
                  <a:pt x="227261" y="977161"/>
                </a:cubicBezTo>
                <a:cubicBezTo>
                  <a:pt x="140478" y="1027961"/>
                  <a:pt x="108728" y="1025844"/>
                  <a:pt x="74861" y="1034311"/>
                </a:cubicBezTo>
                <a:cubicBezTo>
                  <a:pt x="40994" y="1042778"/>
                  <a:pt x="37819" y="1038544"/>
                  <a:pt x="30411" y="1027961"/>
                </a:cubicBezTo>
                <a:cubicBezTo>
                  <a:pt x="23003" y="1017378"/>
                  <a:pt x="-34147" y="1013144"/>
                  <a:pt x="30411" y="970811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9" name="Freeform: Shape 428">
            <a:extLst>
              <a:ext uri="{FF2B5EF4-FFF2-40B4-BE49-F238E27FC236}">
                <a16:creationId xmlns:a16="http://schemas.microsoft.com/office/drawing/2014/main" id="{D454A1E1-31B9-400E-A212-091F8BFFEA60}"/>
              </a:ext>
            </a:extLst>
          </p:cNvPr>
          <p:cNvSpPr/>
          <p:nvPr/>
        </p:nvSpPr>
        <p:spPr>
          <a:xfrm>
            <a:off x="7977418" y="3298695"/>
            <a:ext cx="792480" cy="617220"/>
          </a:xfrm>
          <a:custGeom>
            <a:avLst/>
            <a:gdLst>
              <a:gd name="connsiteX0" fmla="*/ 741680 w 741680"/>
              <a:gd name="connsiteY0" fmla="*/ 0 h 604520"/>
              <a:gd name="connsiteX1" fmla="*/ 624840 w 741680"/>
              <a:gd name="connsiteY1" fmla="*/ 86360 h 604520"/>
              <a:gd name="connsiteX2" fmla="*/ 462280 w 741680"/>
              <a:gd name="connsiteY2" fmla="*/ 375920 h 604520"/>
              <a:gd name="connsiteX3" fmla="*/ 289560 w 741680"/>
              <a:gd name="connsiteY3" fmla="*/ 563880 h 604520"/>
              <a:gd name="connsiteX4" fmla="*/ 0 w 741680"/>
              <a:gd name="connsiteY4" fmla="*/ 604520 h 604520"/>
              <a:gd name="connsiteX0" fmla="*/ 754380 w 754380"/>
              <a:gd name="connsiteY0" fmla="*/ 0 h 629920"/>
              <a:gd name="connsiteX1" fmla="*/ 637540 w 754380"/>
              <a:gd name="connsiteY1" fmla="*/ 86360 h 629920"/>
              <a:gd name="connsiteX2" fmla="*/ 474980 w 754380"/>
              <a:gd name="connsiteY2" fmla="*/ 375920 h 629920"/>
              <a:gd name="connsiteX3" fmla="*/ 302260 w 754380"/>
              <a:gd name="connsiteY3" fmla="*/ 563880 h 629920"/>
              <a:gd name="connsiteX4" fmla="*/ 0 w 754380"/>
              <a:gd name="connsiteY4" fmla="*/ 629920 h 629920"/>
              <a:gd name="connsiteX0" fmla="*/ 792480 w 792480"/>
              <a:gd name="connsiteY0" fmla="*/ 0 h 617220"/>
              <a:gd name="connsiteX1" fmla="*/ 637540 w 792480"/>
              <a:gd name="connsiteY1" fmla="*/ 73660 h 617220"/>
              <a:gd name="connsiteX2" fmla="*/ 474980 w 792480"/>
              <a:gd name="connsiteY2" fmla="*/ 363220 h 617220"/>
              <a:gd name="connsiteX3" fmla="*/ 302260 w 792480"/>
              <a:gd name="connsiteY3" fmla="*/ 551180 h 617220"/>
              <a:gd name="connsiteX4" fmla="*/ 0 w 792480"/>
              <a:gd name="connsiteY4" fmla="*/ 617220 h 617220"/>
              <a:gd name="connsiteX0" fmla="*/ 792480 w 792480"/>
              <a:gd name="connsiteY0" fmla="*/ 0 h 617220"/>
              <a:gd name="connsiteX1" fmla="*/ 637540 w 792480"/>
              <a:gd name="connsiteY1" fmla="*/ 73660 h 617220"/>
              <a:gd name="connsiteX2" fmla="*/ 462280 w 792480"/>
              <a:gd name="connsiteY2" fmla="*/ 356870 h 617220"/>
              <a:gd name="connsiteX3" fmla="*/ 302260 w 792480"/>
              <a:gd name="connsiteY3" fmla="*/ 551180 h 617220"/>
              <a:gd name="connsiteX4" fmla="*/ 0 w 792480"/>
              <a:gd name="connsiteY4" fmla="*/ 617220 h 617220"/>
              <a:gd name="connsiteX0" fmla="*/ 792480 w 792480"/>
              <a:gd name="connsiteY0" fmla="*/ 0 h 617220"/>
              <a:gd name="connsiteX1" fmla="*/ 637540 w 792480"/>
              <a:gd name="connsiteY1" fmla="*/ 73660 h 617220"/>
              <a:gd name="connsiteX2" fmla="*/ 462280 w 792480"/>
              <a:gd name="connsiteY2" fmla="*/ 356870 h 617220"/>
              <a:gd name="connsiteX3" fmla="*/ 302260 w 792480"/>
              <a:gd name="connsiteY3" fmla="*/ 551180 h 617220"/>
              <a:gd name="connsiteX4" fmla="*/ 0 w 792480"/>
              <a:gd name="connsiteY4" fmla="*/ 617220 h 617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2480" h="617220">
                <a:moveTo>
                  <a:pt x="792480" y="0"/>
                </a:moveTo>
                <a:cubicBezTo>
                  <a:pt x="757343" y="11853"/>
                  <a:pt x="692573" y="14182"/>
                  <a:pt x="637540" y="73660"/>
                </a:cubicBezTo>
                <a:cubicBezTo>
                  <a:pt x="582507" y="133138"/>
                  <a:pt x="518160" y="277283"/>
                  <a:pt x="462280" y="356870"/>
                </a:cubicBezTo>
                <a:cubicBezTo>
                  <a:pt x="406400" y="436457"/>
                  <a:pt x="379307" y="507788"/>
                  <a:pt x="302260" y="551180"/>
                </a:cubicBezTo>
                <a:cubicBezTo>
                  <a:pt x="225213" y="594572"/>
                  <a:pt x="106256" y="615950"/>
                  <a:pt x="0" y="617220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Co2">
            <a:extLst>
              <a:ext uri="{FF2B5EF4-FFF2-40B4-BE49-F238E27FC236}">
                <a16:creationId xmlns:a16="http://schemas.microsoft.com/office/drawing/2014/main" id="{3D942F2F-D7CE-4C7E-8BAC-B99A8FA9872D}"/>
              </a:ext>
            </a:extLst>
          </p:cNvPr>
          <p:cNvSpPr txBox="1"/>
          <p:nvPr/>
        </p:nvSpPr>
        <p:spPr>
          <a:xfrm>
            <a:off x="3853229" y="3901670"/>
            <a:ext cx="529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CO</a:t>
            </a:r>
            <a:r>
              <a:rPr lang="en-US" sz="1400" baseline="-25000" dirty="0">
                <a:solidFill>
                  <a:schemeClr val="accent6"/>
                </a:solidFill>
              </a:rPr>
              <a:t>2</a:t>
            </a:r>
            <a:endParaRPr lang="en-US" sz="1400" dirty="0">
              <a:solidFill>
                <a:schemeClr val="accent6"/>
              </a:solidFill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C701FF1-6A29-43E0-9A03-89DECB8C3F57}"/>
              </a:ext>
            </a:extLst>
          </p:cNvPr>
          <p:cNvSpPr/>
          <p:nvPr/>
        </p:nvSpPr>
        <p:spPr>
          <a:xfrm>
            <a:off x="3691232" y="4150360"/>
            <a:ext cx="330083" cy="101613"/>
          </a:xfrm>
          <a:custGeom>
            <a:avLst/>
            <a:gdLst>
              <a:gd name="connsiteX0" fmla="*/ 7332 w 327372"/>
              <a:gd name="connsiteY0" fmla="*/ 0 h 198133"/>
              <a:gd name="connsiteX1" fmla="*/ 7332 w 327372"/>
              <a:gd name="connsiteY1" fmla="*/ 162560 h 198133"/>
              <a:gd name="connsiteX2" fmla="*/ 83532 w 327372"/>
              <a:gd name="connsiteY2" fmla="*/ 193040 h 198133"/>
              <a:gd name="connsiteX3" fmla="*/ 281652 w 327372"/>
              <a:gd name="connsiteY3" fmla="*/ 187960 h 198133"/>
              <a:gd name="connsiteX4" fmla="*/ 327372 w 327372"/>
              <a:gd name="connsiteY4" fmla="*/ 96520 h 198133"/>
              <a:gd name="connsiteX0" fmla="*/ 4963 w 330083"/>
              <a:gd name="connsiteY0" fmla="*/ 5080 h 101613"/>
              <a:gd name="connsiteX1" fmla="*/ 10043 w 330083"/>
              <a:gd name="connsiteY1" fmla="*/ 66040 h 101613"/>
              <a:gd name="connsiteX2" fmla="*/ 86243 w 330083"/>
              <a:gd name="connsiteY2" fmla="*/ 96520 h 101613"/>
              <a:gd name="connsiteX3" fmla="*/ 284363 w 330083"/>
              <a:gd name="connsiteY3" fmla="*/ 91440 h 101613"/>
              <a:gd name="connsiteX4" fmla="*/ 330083 w 330083"/>
              <a:gd name="connsiteY4" fmla="*/ 0 h 10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083" h="101613">
                <a:moveTo>
                  <a:pt x="4963" y="5080"/>
                </a:moveTo>
                <a:cubicBezTo>
                  <a:pt x="-1387" y="70273"/>
                  <a:pt x="-3504" y="50800"/>
                  <a:pt x="10043" y="66040"/>
                </a:cubicBezTo>
                <a:cubicBezTo>
                  <a:pt x="23590" y="81280"/>
                  <a:pt x="40523" y="92287"/>
                  <a:pt x="86243" y="96520"/>
                </a:cubicBezTo>
                <a:cubicBezTo>
                  <a:pt x="131963" y="100753"/>
                  <a:pt x="243723" y="107527"/>
                  <a:pt x="284363" y="91440"/>
                </a:cubicBezTo>
                <a:cubicBezTo>
                  <a:pt x="325003" y="75353"/>
                  <a:pt x="327543" y="37676"/>
                  <a:pt x="330083" y="0"/>
                </a:cubicBezTo>
              </a:path>
            </a:pathLst>
          </a:custGeom>
          <a:noFill/>
          <a:ln>
            <a:solidFill>
              <a:schemeClr val="accent6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5" name="Freeform: Shape 434">
            <a:extLst>
              <a:ext uri="{FF2B5EF4-FFF2-40B4-BE49-F238E27FC236}">
                <a16:creationId xmlns:a16="http://schemas.microsoft.com/office/drawing/2014/main" id="{019E9F1F-F9D8-4CA0-ACCA-815362E4F86E}"/>
              </a:ext>
            </a:extLst>
          </p:cNvPr>
          <p:cNvSpPr/>
          <p:nvPr/>
        </p:nvSpPr>
        <p:spPr>
          <a:xfrm>
            <a:off x="3429758" y="4702046"/>
            <a:ext cx="25400" cy="626534"/>
          </a:xfrm>
          <a:custGeom>
            <a:avLst/>
            <a:gdLst>
              <a:gd name="connsiteX0" fmla="*/ 0 w 25400"/>
              <a:gd name="connsiteY0" fmla="*/ 626534 h 626534"/>
              <a:gd name="connsiteX1" fmla="*/ 25400 w 25400"/>
              <a:gd name="connsiteY1" fmla="*/ 0 h 62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" h="626534">
                <a:moveTo>
                  <a:pt x="0" y="626534"/>
                </a:moveTo>
                <a:lnTo>
                  <a:pt x="25400" y="0"/>
                </a:ln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0F83E59-4D9B-423F-89FB-863053C3EC48}"/>
              </a:ext>
            </a:extLst>
          </p:cNvPr>
          <p:cNvGrpSpPr/>
          <p:nvPr/>
        </p:nvGrpSpPr>
        <p:grpSpPr>
          <a:xfrm rot="614616">
            <a:off x="3290335" y="6151956"/>
            <a:ext cx="203938" cy="372276"/>
            <a:chOff x="7048146" y="4302972"/>
            <a:chExt cx="203938" cy="372276"/>
          </a:xfrm>
        </p:grpSpPr>
        <p:sp>
          <p:nvSpPr>
            <p:cNvPr id="78" name="Parallelogram 77">
              <a:extLst>
                <a:ext uri="{FF2B5EF4-FFF2-40B4-BE49-F238E27FC236}">
                  <a16:creationId xmlns:a16="http://schemas.microsoft.com/office/drawing/2014/main" id="{D92B21F8-EA0D-4D0A-9221-78DF8184F5E6}"/>
                </a:ext>
              </a:extLst>
            </p:cNvPr>
            <p:cNvSpPr/>
            <p:nvPr/>
          </p:nvSpPr>
          <p:spPr>
            <a:xfrm rot="752080">
              <a:off x="7048146" y="4302972"/>
              <a:ext cx="54985" cy="326132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Parallelogram 78">
              <a:extLst>
                <a:ext uri="{FF2B5EF4-FFF2-40B4-BE49-F238E27FC236}">
                  <a16:creationId xmlns:a16="http://schemas.microsoft.com/office/drawing/2014/main" id="{E649D746-54C8-4A50-9375-B43A8820E3D6}"/>
                </a:ext>
              </a:extLst>
            </p:cNvPr>
            <p:cNvSpPr/>
            <p:nvPr/>
          </p:nvSpPr>
          <p:spPr>
            <a:xfrm rot="752080">
              <a:off x="7122172" y="4317573"/>
              <a:ext cx="54985" cy="326132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Parallelogram 79">
              <a:extLst>
                <a:ext uri="{FF2B5EF4-FFF2-40B4-BE49-F238E27FC236}">
                  <a16:creationId xmlns:a16="http://schemas.microsoft.com/office/drawing/2014/main" id="{C6F8D737-6396-4DBA-94B0-774EA4FF5DC8}"/>
                </a:ext>
              </a:extLst>
            </p:cNvPr>
            <p:cNvSpPr/>
            <p:nvPr/>
          </p:nvSpPr>
          <p:spPr>
            <a:xfrm rot="752080">
              <a:off x="7197099" y="4349116"/>
              <a:ext cx="54985" cy="326132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96C7DB4-36AC-45AC-B876-E163A8F0DD74}"/>
              </a:ext>
            </a:extLst>
          </p:cNvPr>
          <p:cNvSpPr/>
          <p:nvPr/>
        </p:nvSpPr>
        <p:spPr>
          <a:xfrm flipH="1">
            <a:off x="5940701" y="1938416"/>
            <a:ext cx="2170282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dirty="0"/>
              <a:t>O</a:t>
            </a:r>
            <a:r>
              <a:rPr lang="en-US" sz="1600" baseline="-25000" dirty="0"/>
              <a:t>2</a:t>
            </a:r>
            <a:r>
              <a:rPr lang="en-US" sz="1600" dirty="0"/>
              <a:t> is delivered at various flow rates, which collects in the face mask to create a 100 – 250 mL reservoir of 100% O</a:t>
            </a:r>
            <a:r>
              <a:rPr lang="en-US" sz="1600" baseline="-25000" dirty="0"/>
              <a:t>2</a:t>
            </a:r>
            <a:r>
              <a:rPr lang="en-US" sz="1600" dirty="0"/>
              <a:t>. </a:t>
            </a:r>
          </a:p>
        </p:txBody>
      </p:sp>
      <p:sp>
        <p:nvSpPr>
          <p:cNvPr id="430" name="TextBox 429">
            <a:extLst>
              <a:ext uri="{FF2B5EF4-FFF2-40B4-BE49-F238E27FC236}">
                <a16:creationId xmlns:a16="http://schemas.microsoft.com/office/drawing/2014/main" id="{8CA87356-F36E-4626-8D1F-FBAC4E63AD59}"/>
              </a:ext>
            </a:extLst>
          </p:cNvPr>
          <p:cNvSpPr txBox="1"/>
          <p:nvPr/>
        </p:nvSpPr>
        <p:spPr>
          <a:xfrm>
            <a:off x="4004061" y="6175256"/>
            <a:ext cx="726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100% FiO</a:t>
            </a:r>
            <a:r>
              <a:rPr lang="en-US" sz="1400" baseline="-250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6ADB282-0E67-4212-BA62-1B6EE03F815C}"/>
              </a:ext>
            </a:extLst>
          </p:cNvPr>
          <p:cNvGrpSpPr/>
          <p:nvPr/>
        </p:nvGrpSpPr>
        <p:grpSpPr>
          <a:xfrm>
            <a:off x="2528477" y="3984350"/>
            <a:ext cx="869670" cy="1410491"/>
            <a:chOff x="2139361" y="3984350"/>
            <a:chExt cx="869670" cy="1410491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1F3F32B-D5F5-4647-B096-C53A56AC65E0}"/>
                </a:ext>
              </a:extLst>
            </p:cNvPr>
            <p:cNvSpPr/>
            <p:nvPr/>
          </p:nvSpPr>
          <p:spPr>
            <a:xfrm>
              <a:off x="2432313" y="3984350"/>
              <a:ext cx="140493" cy="908922"/>
            </a:xfrm>
            <a:custGeom>
              <a:avLst/>
              <a:gdLst>
                <a:gd name="connsiteX0" fmla="*/ 273695 w 275049"/>
                <a:gd name="connsiteY0" fmla="*/ 59266 h 249337"/>
                <a:gd name="connsiteX1" fmla="*/ 248295 w 275049"/>
                <a:gd name="connsiteY1" fmla="*/ 220133 h 249337"/>
                <a:gd name="connsiteX2" fmla="*/ 91662 w 275049"/>
                <a:gd name="connsiteY2" fmla="*/ 245533 h 249337"/>
                <a:gd name="connsiteX3" fmla="*/ 6995 w 275049"/>
                <a:gd name="connsiteY3" fmla="*/ 173566 h 249337"/>
                <a:gd name="connsiteX4" fmla="*/ 15462 w 275049"/>
                <a:gd name="connsiteY4" fmla="*/ 38100 h 249337"/>
                <a:gd name="connsiteX5" fmla="*/ 100128 w 275049"/>
                <a:gd name="connsiteY5" fmla="*/ 0 h 249337"/>
                <a:gd name="connsiteX0" fmla="*/ 273695 w 274193"/>
                <a:gd name="connsiteY0" fmla="*/ 59266 h 249337"/>
                <a:gd name="connsiteX1" fmla="*/ 239829 w 274193"/>
                <a:gd name="connsiteY1" fmla="*/ 220133 h 249337"/>
                <a:gd name="connsiteX2" fmla="*/ 91662 w 274193"/>
                <a:gd name="connsiteY2" fmla="*/ 245533 h 249337"/>
                <a:gd name="connsiteX3" fmla="*/ 6995 w 274193"/>
                <a:gd name="connsiteY3" fmla="*/ 173566 h 249337"/>
                <a:gd name="connsiteX4" fmla="*/ 15462 w 274193"/>
                <a:gd name="connsiteY4" fmla="*/ 38100 h 249337"/>
                <a:gd name="connsiteX5" fmla="*/ 100128 w 274193"/>
                <a:gd name="connsiteY5" fmla="*/ 0 h 249337"/>
                <a:gd name="connsiteX0" fmla="*/ 272465 w 272963"/>
                <a:gd name="connsiteY0" fmla="*/ 56403 h 888506"/>
                <a:gd name="connsiteX1" fmla="*/ 238599 w 272963"/>
                <a:gd name="connsiteY1" fmla="*/ 217270 h 888506"/>
                <a:gd name="connsiteX2" fmla="*/ 90432 w 272963"/>
                <a:gd name="connsiteY2" fmla="*/ 242670 h 888506"/>
                <a:gd name="connsiteX3" fmla="*/ 5765 w 272963"/>
                <a:gd name="connsiteY3" fmla="*/ 170703 h 888506"/>
                <a:gd name="connsiteX4" fmla="*/ 14232 w 272963"/>
                <a:gd name="connsiteY4" fmla="*/ 35237 h 888506"/>
                <a:gd name="connsiteX5" fmla="*/ 68162 w 272963"/>
                <a:gd name="connsiteY5" fmla="*/ 888485 h 888506"/>
                <a:gd name="connsiteX0" fmla="*/ 272465 w 272963"/>
                <a:gd name="connsiteY0" fmla="*/ 23188 h 855289"/>
                <a:gd name="connsiteX1" fmla="*/ 238599 w 272963"/>
                <a:gd name="connsiteY1" fmla="*/ 184055 h 855289"/>
                <a:gd name="connsiteX2" fmla="*/ 90432 w 272963"/>
                <a:gd name="connsiteY2" fmla="*/ 209455 h 855289"/>
                <a:gd name="connsiteX3" fmla="*/ 5765 w 272963"/>
                <a:gd name="connsiteY3" fmla="*/ 606214 h 855289"/>
                <a:gd name="connsiteX4" fmla="*/ 14232 w 272963"/>
                <a:gd name="connsiteY4" fmla="*/ 2022 h 855289"/>
                <a:gd name="connsiteX5" fmla="*/ 68162 w 272963"/>
                <a:gd name="connsiteY5" fmla="*/ 855270 h 855289"/>
                <a:gd name="connsiteX0" fmla="*/ 272465 w 274663"/>
                <a:gd name="connsiteY0" fmla="*/ 23188 h 855289"/>
                <a:gd name="connsiteX1" fmla="*/ 238599 w 274663"/>
                <a:gd name="connsiteY1" fmla="*/ 184055 h 855289"/>
                <a:gd name="connsiteX2" fmla="*/ 5765 w 274663"/>
                <a:gd name="connsiteY2" fmla="*/ 606214 h 855289"/>
                <a:gd name="connsiteX3" fmla="*/ 14232 w 274663"/>
                <a:gd name="connsiteY3" fmla="*/ 2022 h 855289"/>
                <a:gd name="connsiteX4" fmla="*/ 68162 w 274663"/>
                <a:gd name="connsiteY4" fmla="*/ 855270 h 855289"/>
                <a:gd name="connsiteX0" fmla="*/ 272892 w 275090"/>
                <a:gd name="connsiteY0" fmla="*/ 0 h 832082"/>
                <a:gd name="connsiteX1" fmla="*/ 239026 w 275090"/>
                <a:gd name="connsiteY1" fmla="*/ 160867 h 832082"/>
                <a:gd name="connsiteX2" fmla="*/ 6192 w 275090"/>
                <a:gd name="connsiteY2" fmla="*/ 583026 h 832082"/>
                <a:gd name="connsiteX3" fmla="*/ 68589 w 275090"/>
                <a:gd name="connsiteY3" fmla="*/ 832082 h 832082"/>
                <a:gd name="connsiteX0" fmla="*/ 266809 w 266840"/>
                <a:gd name="connsiteY0" fmla="*/ 0 h 832082"/>
                <a:gd name="connsiteX1" fmla="*/ 79263 w 266840"/>
                <a:gd name="connsiteY1" fmla="*/ 84027 h 832082"/>
                <a:gd name="connsiteX2" fmla="*/ 109 w 266840"/>
                <a:gd name="connsiteY2" fmla="*/ 583026 h 832082"/>
                <a:gd name="connsiteX3" fmla="*/ 62506 w 266840"/>
                <a:gd name="connsiteY3" fmla="*/ 832082 h 832082"/>
                <a:gd name="connsiteX0" fmla="*/ 268137 w 268161"/>
                <a:gd name="connsiteY0" fmla="*/ 0 h 832082"/>
                <a:gd name="connsiteX1" fmla="*/ 42171 w 268161"/>
                <a:gd name="connsiteY1" fmla="*/ 122447 h 832082"/>
                <a:gd name="connsiteX2" fmla="*/ 1437 w 268161"/>
                <a:gd name="connsiteY2" fmla="*/ 583026 h 832082"/>
                <a:gd name="connsiteX3" fmla="*/ 63834 w 268161"/>
                <a:gd name="connsiteY3" fmla="*/ 832082 h 832082"/>
                <a:gd name="connsiteX0" fmla="*/ 237665 w 237688"/>
                <a:gd name="connsiteY0" fmla="*/ 0 h 832082"/>
                <a:gd name="connsiteX1" fmla="*/ 11699 w 237688"/>
                <a:gd name="connsiteY1" fmla="*/ 122447 h 832082"/>
                <a:gd name="connsiteX2" fmla="*/ 32437 w 237688"/>
                <a:gd name="connsiteY2" fmla="*/ 583026 h 832082"/>
                <a:gd name="connsiteX3" fmla="*/ 33362 w 237688"/>
                <a:gd name="connsiteY3" fmla="*/ 832082 h 832082"/>
                <a:gd name="connsiteX0" fmla="*/ 245917 w 279819"/>
                <a:gd name="connsiteY0" fmla="*/ 0 h 816714"/>
                <a:gd name="connsiteX1" fmla="*/ 19951 w 279819"/>
                <a:gd name="connsiteY1" fmla="*/ 122447 h 816714"/>
                <a:gd name="connsiteX2" fmla="*/ 40689 w 279819"/>
                <a:gd name="connsiteY2" fmla="*/ 583026 h 816714"/>
                <a:gd name="connsiteX3" fmla="*/ 279819 w 279819"/>
                <a:gd name="connsiteY3" fmla="*/ 816714 h 816714"/>
                <a:gd name="connsiteX0" fmla="*/ 279292 w 313194"/>
                <a:gd name="connsiteY0" fmla="*/ 0 h 816714"/>
                <a:gd name="connsiteX1" fmla="*/ 53326 w 313194"/>
                <a:gd name="connsiteY1" fmla="*/ 122447 h 816714"/>
                <a:gd name="connsiteX2" fmla="*/ 20275 w 313194"/>
                <a:gd name="connsiteY2" fmla="*/ 583026 h 816714"/>
                <a:gd name="connsiteX3" fmla="*/ 313194 w 313194"/>
                <a:gd name="connsiteY3" fmla="*/ 816714 h 816714"/>
                <a:gd name="connsiteX0" fmla="*/ 270187 w 270211"/>
                <a:gd name="connsiteY0" fmla="*/ 0 h 908922"/>
                <a:gd name="connsiteX1" fmla="*/ 44221 w 270211"/>
                <a:gd name="connsiteY1" fmla="*/ 122447 h 908922"/>
                <a:gd name="connsiteX2" fmla="*/ 11170 w 270211"/>
                <a:gd name="connsiteY2" fmla="*/ 583026 h 908922"/>
                <a:gd name="connsiteX3" fmla="*/ 181145 w 270211"/>
                <a:gd name="connsiteY3" fmla="*/ 908922 h 908922"/>
                <a:gd name="connsiteX0" fmla="*/ 229608 w 229630"/>
                <a:gd name="connsiteY0" fmla="*/ 0 h 908922"/>
                <a:gd name="connsiteX1" fmla="*/ 3642 w 229630"/>
                <a:gd name="connsiteY1" fmla="*/ 122447 h 908922"/>
                <a:gd name="connsiteX2" fmla="*/ 93536 w 229630"/>
                <a:gd name="connsiteY2" fmla="*/ 575342 h 908922"/>
                <a:gd name="connsiteX3" fmla="*/ 140566 w 229630"/>
                <a:gd name="connsiteY3" fmla="*/ 908922 h 908922"/>
                <a:gd name="connsiteX0" fmla="*/ 164725 w 164758"/>
                <a:gd name="connsiteY0" fmla="*/ 0 h 908922"/>
                <a:gd name="connsiteX1" fmla="*/ 7916 w 164758"/>
                <a:gd name="connsiteY1" fmla="*/ 68659 h 908922"/>
                <a:gd name="connsiteX2" fmla="*/ 28653 w 164758"/>
                <a:gd name="connsiteY2" fmla="*/ 575342 h 908922"/>
                <a:gd name="connsiteX3" fmla="*/ 75683 w 164758"/>
                <a:gd name="connsiteY3" fmla="*/ 908922 h 908922"/>
                <a:gd name="connsiteX0" fmla="*/ 131851 w 131891"/>
                <a:gd name="connsiteY0" fmla="*/ 0 h 916606"/>
                <a:gd name="connsiteX1" fmla="*/ 5778 w 131891"/>
                <a:gd name="connsiteY1" fmla="*/ 76343 h 916606"/>
                <a:gd name="connsiteX2" fmla="*/ 26515 w 131891"/>
                <a:gd name="connsiteY2" fmla="*/ 583026 h 916606"/>
                <a:gd name="connsiteX3" fmla="*/ 73545 w 131891"/>
                <a:gd name="connsiteY3" fmla="*/ 916606 h 916606"/>
                <a:gd name="connsiteX0" fmla="*/ 130885 w 130925"/>
                <a:gd name="connsiteY0" fmla="*/ 0 h 908922"/>
                <a:gd name="connsiteX1" fmla="*/ 4812 w 130925"/>
                <a:gd name="connsiteY1" fmla="*/ 76343 h 908922"/>
                <a:gd name="connsiteX2" fmla="*/ 25549 w 130925"/>
                <a:gd name="connsiteY2" fmla="*/ 583026 h 908922"/>
                <a:gd name="connsiteX3" fmla="*/ 18791 w 130925"/>
                <a:gd name="connsiteY3" fmla="*/ 908922 h 908922"/>
                <a:gd name="connsiteX0" fmla="*/ 140451 w 140493"/>
                <a:gd name="connsiteY0" fmla="*/ 0 h 908922"/>
                <a:gd name="connsiteX1" fmla="*/ 14378 w 140493"/>
                <a:gd name="connsiteY1" fmla="*/ 76343 h 908922"/>
                <a:gd name="connsiteX2" fmla="*/ 4379 w 140493"/>
                <a:gd name="connsiteY2" fmla="*/ 583026 h 908922"/>
                <a:gd name="connsiteX3" fmla="*/ 28357 w 140493"/>
                <a:gd name="connsiteY3" fmla="*/ 908922 h 908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493" h="908922">
                  <a:moveTo>
                    <a:pt x="140451" y="0"/>
                  </a:moveTo>
                  <a:cubicBezTo>
                    <a:pt x="142920" y="64911"/>
                    <a:pt x="37057" y="-20828"/>
                    <a:pt x="14378" y="76343"/>
                  </a:cubicBezTo>
                  <a:cubicBezTo>
                    <a:pt x="-8301" y="173514"/>
                    <a:pt x="2049" y="444263"/>
                    <a:pt x="4379" y="583026"/>
                  </a:cubicBezTo>
                  <a:cubicBezTo>
                    <a:pt x="6709" y="721789"/>
                    <a:pt x="15358" y="857035"/>
                    <a:pt x="28357" y="908922"/>
                  </a:cubicBezTo>
                </a:path>
              </a:pathLst>
            </a:custGeom>
            <a:noFill/>
            <a:ln w="25400">
              <a:solidFill>
                <a:srgbClr val="7030A0"/>
              </a:solidFill>
              <a:tailEnd type="stealt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" name="TextBox 324">
              <a:extLst>
                <a:ext uri="{FF2B5EF4-FFF2-40B4-BE49-F238E27FC236}">
                  <a16:creationId xmlns:a16="http://schemas.microsoft.com/office/drawing/2014/main" id="{4EBD422B-A304-480A-A2CE-F6D910110825}"/>
                </a:ext>
              </a:extLst>
            </p:cNvPr>
            <p:cNvSpPr txBox="1"/>
            <p:nvPr/>
          </p:nvSpPr>
          <p:spPr>
            <a:xfrm>
              <a:off x="2139361" y="4871621"/>
              <a:ext cx="8696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7030A0"/>
                  </a:solidFill>
                </a:rPr>
                <a:t>Effective FiO</a:t>
              </a:r>
              <a:r>
                <a:rPr lang="en-US" sz="1400" baseline="-25000" dirty="0">
                  <a:solidFill>
                    <a:srgbClr val="7030A0"/>
                  </a:solidFill>
                </a:rPr>
                <a:t>2</a:t>
              </a:r>
              <a:endParaRPr lang="en-US" sz="1400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4E72A874-D878-4240-85F9-DE51C6433005}"/>
              </a:ext>
            </a:extLst>
          </p:cNvPr>
          <p:cNvGrpSpPr/>
          <p:nvPr/>
        </p:nvGrpSpPr>
        <p:grpSpPr>
          <a:xfrm>
            <a:off x="2426394" y="2950546"/>
            <a:ext cx="2091261" cy="2887512"/>
            <a:chOff x="2026261" y="2833783"/>
            <a:chExt cx="2091261" cy="2887512"/>
          </a:xfrm>
        </p:grpSpPr>
        <p:grpSp>
          <p:nvGrpSpPr>
            <p:cNvPr id="421" name="Group 420">
              <a:extLst>
                <a:ext uri="{FF2B5EF4-FFF2-40B4-BE49-F238E27FC236}">
                  <a16:creationId xmlns:a16="http://schemas.microsoft.com/office/drawing/2014/main" id="{BA2635C9-CB4C-4198-A5DA-1607A8B8BB92}"/>
                </a:ext>
              </a:extLst>
            </p:cNvPr>
            <p:cNvGrpSpPr/>
            <p:nvPr/>
          </p:nvGrpSpPr>
          <p:grpSpPr>
            <a:xfrm>
              <a:off x="2026261" y="2833783"/>
              <a:ext cx="2091261" cy="2887512"/>
              <a:chOff x="2033929" y="2879724"/>
              <a:chExt cx="2091261" cy="2887512"/>
            </a:xfrm>
            <a:solidFill>
              <a:schemeClr val="accent1">
                <a:lumMod val="20000"/>
                <a:lumOff val="80000"/>
                <a:alpha val="40000"/>
              </a:schemeClr>
            </a:solidFill>
          </p:grpSpPr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C156675A-E359-4296-BAF0-9C1310B7EDA7}"/>
                  </a:ext>
                </a:extLst>
              </p:cNvPr>
              <p:cNvSpPr/>
              <p:nvPr/>
            </p:nvSpPr>
            <p:spPr>
              <a:xfrm>
                <a:off x="2639344" y="2995192"/>
                <a:ext cx="809394" cy="454550"/>
              </a:xfrm>
              <a:custGeom>
                <a:avLst/>
                <a:gdLst>
                  <a:gd name="connsiteX0" fmla="*/ 8144 w 865591"/>
                  <a:gd name="connsiteY0" fmla="*/ 463174 h 530013"/>
                  <a:gd name="connsiteX1" fmla="*/ 236744 w 865591"/>
                  <a:gd name="connsiteY1" fmla="*/ 251507 h 530013"/>
                  <a:gd name="connsiteX2" fmla="*/ 355277 w 865591"/>
                  <a:gd name="connsiteY2" fmla="*/ 56774 h 530013"/>
                  <a:gd name="connsiteX3" fmla="*/ 473810 w 865591"/>
                  <a:gd name="connsiteY3" fmla="*/ 14440 h 530013"/>
                  <a:gd name="connsiteX4" fmla="*/ 592344 w 865591"/>
                  <a:gd name="connsiteY4" fmla="*/ 22907 h 530013"/>
                  <a:gd name="connsiteX5" fmla="*/ 660077 w 865591"/>
                  <a:gd name="connsiteY5" fmla="*/ 268440 h 530013"/>
                  <a:gd name="connsiteX6" fmla="*/ 854810 w 865591"/>
                  <a:gd name="connsiteY6" fmla="*/ 454707 h 530013"/>
                  <a:gd name="connsiteX7" fmla="*/ 829410 w 865591"/>
                  <a:gd name="connsiteY7" fmla="*/ 522440 h 530013"/>
                  <a:gd name="connsiteX8" fmla="*/ 736277 w 865591"/>
                  <a:gd name="connsiteY8" fmla="*/ 505507 h 530013"/>
                  <a:gd name="connsiteX9" fmla="*/ 558477 w 865591"/>
                  <a:gd name="connsiteY9" fmla="*/ 319240 h 530013"/>
                  <a:gd name="connsiteX10" fmla="*/ 516144 w 865591"/>
                  <a:gd name="connsiteY10" fmla="*/ 149907 h 530013"/>
                  <a:gd name="connsiteX11" fmla="*/ 389144 w 865591"/>
                  <a:gd name="connsiteY11" fmla="*/ 141440 h 530013"/>
                  <a:gd name="connsiteX12" fmla="*/ 329877 w 865591"/>
                  <a:gd name="connsiteY12" fmla="*/ 302307 h 530013"/>
                  <a:gd name="connsiteX13" fmla="*/ 75877 w 865591"/>
                  <a:gd name="connsiteY13" fmla="*/ 505507 h 530013"/>
                  <a:gd name="connsiteX14" fmla="*/ 8144 w 865591"/>
                  <a:gd name="connsiteY14" fmla="*/ 463174 h 530013"/>
                  <a:gd name="connsiteX0" fmla="*/ 8144 w 865591"/>
                  <a:gd name="connsiteY0" fmla="*/ 469659 h 536498"/>
                  <a:gd name="connsiteX1" fmla="*/ 236744 w 865591"/>
                  <a:gd name="connsiteY1" fmla="*/ 257992 h 536498"/>
                  <a:gd name="connsiteX2" fmla="*/ 355277 w 865591"/>
                  <a:gd name="connsiteY2" fmla="*/ 63259 h 536498"/>
                  <a:gd name="connsiteX3" fmla="*/ 438885 w 865591"/>
                  <a:gd name="connsiteY3" fmla="*/ 8225 h 536498"/>
                  <a:gd name="connsiteX4" fmla="*/ 592344 w 865591"/>
                  <a:gd name="connsiteY4" fmla="*/ 29392 h 536498"/>
                  <a:gd name="connsiteX5" fmla="*/ 660077 w 865591"/>
                  <a:gd name="connsiteY5" fmla="*/ 274925 h 536498"/>
                  <a:gd name="connsiteX6" fmla="*/ 854810 w 865591"/>
                  <a:gd name="connsiteY6" fmla="*/ 461192 h 536498"/>
                  <a:gd name="connsiteX7" fmla="*/ 829410 w 865591"/>
                  <a:gd name="connsiteY7" fmla="*/ 528925 h 536498"/>
                  <a:gd name="connsiteX8" fmla="*/ 736277 w 865591"/>
                  <a:gd name="connsiteY8" fmla="*/ 511992 h 536498"/>
                  <a:gd name="connsiteX9" fmla="*/ 558477 w 865591"/>
                  <a:gd name="connsiteY9" fmla="*/ 325725 h 536498"/>
                  <a:gd name="connsiteX10" fmla="*/ 516144 w 865591"/>
                  <a:gd name="connsiteY10" fmla="*/ 156392 h 536498"/>
                  <a:gd name="connsiteX11" fmla="*/ 389144 w 865591"/>
                  <a:gd name="connsiteY11" fmla="*/ 147925 h 536498"/>
                  <a:gd name="connsiteX12" fmla="*/ 329877 w 865591"/>
                  <a:gd name="connsiteY12" fmla="*/ 308792 h 536498"/>
                  <a:gd name="connsiteX13" fmla="*/ 75877 w 865591"/>
                  <a:gd name="connsiteY13" fmla="*/ 511992 h 536498"/>
                  <a:gd name="connsiteX14" fmla="*/ 8144 w 865591"/>
                  <a:gd name="connsiteY14" fmla="*/ 469659 h 536498"/>
                  <a:gd name="connsiteX0" fmla="*/ 8144 w 865591"/>
                  <a:gd name="connsiteY0" fmla="*/ 468024 h 534863"/>
                  <a:gd name="connsiteX1" fmla="*/ 236744 w 865591"/>
                  <a:gd name="connsiteY1" fmla="*/ 256357 h 534863"/>
                  <a:gd name="connsiteX2" fmla="*/ 355277 w 865591"/>
                  <a:gd name="connsiteY2" fmla="*/ 61624 h 534863"/>
                  <a:gd name="connsiteX3" fmla="*/ 438885 w 865591"/>
                  <a:gd name="connsiteY3" fmla="*/ 6590 h 534863"/>
                  <a:gd name="connsiteX4" fmla="*/ 570119 w 865591"/>
                  <a:gd name="connsiteY4" fmla="*/ 30932 h 534863"/>
                  <a:gd name="connsiteX5" fmla="*/ 660077 w 865591"/>
                  <a:gd name="connsiteY5" fmla="*/ 273290 h 534863"/>
                  <a:gd name="connsiteX6" fmla="*/ 854810 w 865591"/>
                  <a:gd name="connsiteY6" fmla="*/ 459557 h 534863"/>
                  <a:gd name="connsiteX7" fmla="*/ 829410 w 865591"/>
                  <a:gd name="connsiteY7" fmla="*/ 527290 h 534863"/>
                  <a:gd name="connsiteX8" fmla="*/ 736277 w 865591"/>
                  <a:gd name="connsiteY8" fmla="*/ 510357 h 534863"/>
                  <a:gd name="connsiteX9" fmla="*/ 558477 w 865591"/>
                  <a:gd name="connsiteY9" fmla="*/ 324090 h 534863"/>
                  <a:gd name="connsiteX10" fmla="*/ 516144 w 865591"/>
                  <a:gd name="connsiteY10" fmla="*/ 154757 h 534863"/>
                  <a:gd name="connsiteX11" fmla="*/ 389144 w 865591"/>
                  <a:gd name="connsiteY11" fmla="*/ 146290 h 534863"/>
                  <a:gd name="connsiteX12" fmla="*/ 329877 w 865591"/>
                  <a:gd name="connsiteY12" fmla="*/ 307157 h 534863"/>
                  <a:gd name="connsiteX13" fmla="*/ 75877 w 865591"/>
                  <a:gd name="connsiteY13" fmla="*/ 510357 h 534863"/>
                  <a:gd name="connsiteX14" fmla="*/ 8144 w 865591"/>
                  <a:gd name="connsiteY14" fmla="*/ 468024 h 534863"/>
                  <a:gd name="connsiteX0" fmla="*/ 8144 w 865591"/>
                  <a:gd name="connsiteY0" fmla="*/ 468024 h 534863"/>
                  <a:gd name="connsiteX1" fmla="*/ 236744 w 865591"/>
                  <a:gd name="connsiteY1" fmla="*/ 256357 h 534863"/>
                  <a:gd name="connsiteX2" fmla="*/ 355277 w 865591"/>
                  <a:gd name="connsiteY2" fmla="*/ 61624 h 534863"/>
                  <a:gd name="connsiteX3" fmla="*/ 438885 w 865591"/>
                  <a:gd name="connsiteY3" fmla="*/ 6590 h 534863"/>
                  <a:gd name="connsiteX4" fmla="*/ 570119 w 865591"/>
                  <a:gd name="connsiteY4" fmla="*/ 30932 h 534863"/>
                  <a:gd name="connsiteX5" fmla="*/ 660077 w 865591"/>
                  <a:gd name="connsiteY5" fmla="*/ 273290 h 534863"/>
                  <a:gd name="connsiteX6" fmla="*/ 854810 w 865591"/>
                  <a:gd name="connsiteY6" fmla="*/ 459557 h 534863"/>
                  <a:gd name="connsiteX7" fmla="*/ 829410 w 865591"/>
                  <a:gd name="connsiteY7" fmla="*/ 527290 h 534863"/>
                  <a:gd name="connsiteX8" fmla="*/ 736277 w 865591"/>
                  <a:gd name="connsiteY8" fmla="*/ 510357 h 534863"/>
                  <a:gd name="connsiteX9" fmla="*/ 558477 w 865591"/>
                  <a:gd name="connsiteY9" fmla="*/ 324090 h 534863"/>
                  <a:gd name="connsiteX10" fmla="*/ 516144 w 865591"/>
                  <a:gd name="connsiteY10" fmla="*/ 154757 h 534863"/>
                  <a:gd name="connsiteX11" fmla="*/ 389144 w 865591"/>
                  <a:gd name="connsiteY11" fmla="*/ 146290 h 534863"/>
                  <a:gd name="connsiteX12" fmla="*/ 329877 w 865591"/>
                  <a:gd name="connsiteY12" fmla="*/ 307157 h 534863"/>
                  <a:gd name="connsiteX13" fmla="*/ 75877 w 865591"/>
                  <a:gd name="connsiteY13" fmla="*/ 510357 h 534863"/>
                  <a:gd name="connsiteX14" fmla="*/ 8144 w 865591"/>
                  <a:gd name="connsiteY14" fmla="*/ 468024 h 534863"/>
                  <a:gd name="connsiteX0" fmla="*/ 8144 w 865591"/>
                  <a:gd name="connsiteY0" fmla="*/ 468024 h 534863"/>
                  <a:gd name="connsiteX1" fmla="*/ 236744 w 865591"/>
                  <a:gd name="connsiteY1" fmla="*/ 256357 h 534863"/>
                  <a:gd name="connsiteX2" fmla="*/ 355277 w 865591"/>
                  <a:gd name="connsiteY2" fmla="*/ 61624 h 534863"/>
                  <a:gd name="connsiteX3" fmla="*/ 438885 w 865591"/>
                  <a:gd name="connsiteY3" fmla="*/ 6590 h 534863"/>
                  <a:gd name="connsiteX4" fmla="*/ 570119 w 865591"/>
                  <a:gd name="connsiteY4" fmla="*/ 30932 h 534863"/>
                  <a:gd name="connsiteX5" fmla="*/ 660077 w 865591"/>
                  <a:gd name="connsiteY5" fmla="*/ 273290 h 534863"/>
                  <a:gd name="connsiteX6" fmla="*/ 854810 w 865591"/>
                  <a:gd name="connsiteY6" fmla="*/ 459557 h 534863"/>
                  <a:gd name="connsiteX7" fmla="*/ 829410 w 865591"/>
                  <a:gd name="connsiteY7" fmla="*/ 527290 h 534863"/>
                  <a:gd name="connsiteX8" fmla="*/ 736277 w 865591"/>
                  <a:gd name="connsiteY8" fmla="*/ 510357 h 534863"/>
                  <a:gd name="connsiteX9" fmla="*/ 558477 w 865591"/>
                  <a:gd name="connsiteY9" fmla="*/ 324090 h 534863"/>
                  <a:gd name="connsiteX10" fmla="*/ 535194 w 865591"/>
                  <a:gd name="connsiteY10" fmla="*/ 110307 h 534863"/>
                  <a:gd name="connsiteX11" fmla="*/ 389144 w 865591"/>
                  <a:gd name="connsiteY11" fmla="*/ 146290 h 534863"/>
                  <a:gd name="connsiteX12" fmla="*/ 329877 w 865591"/>
                  <a:gd name="connsiteY12" fmla="*/ 307157 h 534863"/>
                  <a:gd name="connsiteX13" fmla="*/ 75877 w 865591"/>
                  <a:gd name="connsiteY13" fmla="*/ 510357 h 534863"/>
                  <a:gd name="connsiteX14" fmla="*/ 8144 w 865591"/>
                  <a:gd name="connsiteY14" fmla="*/ 468024 h 534863"/>
                  <a:gd name="connsiteX0" fmla="*/ 8144 w 865591"/>
                  <a:gd name="connsiteY0" fmla="*/ 468024 h 534863"/>
                  <a:gd name="connsiteX1" fmla="*/ 236744 w 865591"/>
                  <a:gd name="connsiteY1" fmla="*/ 256357 h 534863"/>
                  <a:gd name="connsiteX2" fmla="*/ 355277 w 865591"/>
                  <a:gd name="connsiteY2" fmla="*/ 61624 h 534863"/>
                  <a:gd name="connsiteX3" fmla="*/ 438885 w 865591"/>
                  <a:gd name="connsiteY3" fmla="*/ 6590 h 534863"/>
                  <a:gd name="connsiteX4" fmla="*/ 570119 w 865591"/>
                  <a:gd name="connsiteY4" fmla="*/ 30932 h 534863"/>
                  <a:gd name="connsiteX5" fmla="*/ 660077 w 865591"/>
                  <a:gd name="connsiteY5" fmla="*/ 273290 h 534863"/>
                  <a:gd name="connsiteX6" fmla="*/ 854810 w 865591"/>
                  <a:gd name="connsiteY6" fmla="*/ 459557 h 534863"/>
                  <a:gd name="connsiteX7" fmla="*/ 829410 w 865591"/>
                  <a:gd name="connsiteY7" fmla="*/ 527290 h 534863"/>
                  <a:gd name="connsiteX8" fmla="*/ 736277 w 865591"/>
                  <a:gd name="connsiteY8" fmla="*/ 510357 h 534863"/>
                  <a:gd name="connsiteX9" fmla="*/ 558477 w 865591"/>
                  <a:gd name="connsiteY9" fmla="*/ 324090 h 534863"/>
                  <a:gd name="connsiteX10" fmla="*/ 535194 w 865591"/>
                  <a:gd name="connsiteY10" fmla="*/ 110307 h 534863"/>
                  <a:gd name="connsiteX11" fmla="*/ 437827 w 865591"/>
                  <a:gd name="connsiteY11" fmla="*/ 94432 h 534863"/>
                  <a:gd name="connsiteX12" fmla="*/ 389144 w 865591"/>
                  <a:gd name="connsiteY12" fmla="*/ 146290 h 534863"/>
                  <a:gd name="connsiteX13" fmla="*/ 329877 w 865591"/>
                  <a:gd name="connsiteY13" fmla="*/ 307157 h 534863"/>
                  <a:gd name="connsiteX14" fmla="*/ 75877 w 865591"/>
                  <a:gd name="connsiteY14" fmla="*/ 510357 h 534863"/>
                  <a:gd name="connsiteX15" fmla="*/ 8144 w 865591"/>
                  <a:gd name="connsiteY15" fmla="*/ 468024 h 534863"/>
                  <a:gd name="connsiteX0" fmla="*/ 8144 w 865591"/>
                  <a:gd name="connsiteY0" fmla="*/ 468024 h 535579"/>
                  <a:gd name="connsiteX1" fmla="*/ 236744 w 865591"/>
                  <a:gd name="connsiteY1" fmla="*/ 256357 h 535579"/>
                  <a:gd name="connsiteX2" fmla="*/ 355277 w 865591"/>
                  <a:gd name="connsiteY2" fmla="*/ 61624 h 535579"/>
                  <a:gd name="connsiteX3" fmla="*/ 438885 w 865591"/>
                  <a:gd name="connsiteY3" fmla="*/ 6590 h 535579"/>
                  <a:gd name="connsiteX4" fmla="*/ 570119 w 865591"/>
                  <a:gd name="connsiteY4" fmla="*/ 30932 h 535579"/>
                  <a:gd name="connsiteX5" fmla="*/ 660077 w 865591"/>
                  <a:gd name="connsiteY5" fmla="*/ 273290 h 535579"/>
                  <a:gd name="connsiteX6" fmla="*/ 854810 w 865591"/>
                  <a:gd name="connsiteY6" fmla="*/ 459557 h 535579"/>
                  <a:gd name="connsiteX7" fmla="*/ 829410 w 865591"/>
                  <a:gd name="connsiteY7" fmla="*/ 527290 h 535579"/>
                  <a:gd name="connsiteX8" fmla="*/ 736277 w 865591"/>
                  <a:gd name="connsiteY8" fmla="*/ 510357 h 535579"/>
                  <a:gd name="connsiteX9" fmla="*/ 631502 w 865591"/>
                  <a:gd name="connsiteY9" fmla="*/ 311390 h 535579"/>
                  <a:gd name="connsiteX10" fmla="*/ 535194 w 865591"/>
                  <a:gd name="connsiteY10" fmla="*/ 110307 h 535579"/>
                  <a:gd name="connsiteX11" fmla="*/ 437827 w 865591"/>
                  <a:gd name="connsiteY11" fmla="*/ 94432 h 535579"/>
                  <a:gd name="connsiteX12" fmla="*/ 389144 w 865591"/>
                  <a:gd name="connsiteY12" fmla="*/ 146290 h 535579"/>
                  <a:gd name="connsiteX13" fmla="*/ 329877 w 865591"/>
                  <a:gd name="connsiteY13" fmla="*/ 307157 h 535579"/>
                  <a:gd name="connsiteX14" fmla="*/ 75877 w 865591"/>
                  <a:gd name="connsiteY14" fmla="*/ 510357 h 535579"/>
                  <a:gd name="connsiteX15" fmla="*/ 8144 w 865591"/>
                  <a:gd name="connsiteY15" fmla="*/ 468024 h 535579"/>
                  <a:gd name="connsiteX0" fmla="*/ 8144 w 863311"/>
                  <a:gd name="connsiteY0" fmla="*/ 467674 h 535229"/>
                  <a:gd name="connsiteX1" fmla="*/ 236744 w 863311"/>
                  <a:gd name="connsiteY1" fmla="*/ 256007 h 535229"/>
                  <a:gd name="connsiteX2" fmla="*/ 355277 w 863311"/>
                  <a:gd name="connsiteY2" fmla="*/ 61274 h 535229"/>
                  <a:gd name="connsiteX3" fmla="*/ 438885 w 863311"/>
                  <a:gd name="connsiteY3" fmla="*/ 6240 h 535229"/>
                  <a:gd name="connsiteX4" fmla="*/ 570119 w 863311"/>
                  <a:gd name="connsiteY4" fmla="*/ 30582 h 535229"/>
                  <a:gd name="connsiteX5" fmla="*/ 691827 w 863311"/>
                  <a:gd name="connsiteY5" fmla="*/ 266590 h 535229"/>
                  <a:gd name="connsiteX6" fmla="*/ 854810 w 863311"/>
                  <a:gd name="connsiteY6" fmla="*/ 459207 h 535229"/>
                  <a:gd name="connsiteX7" fmla="*/ 829410 w 863311"/>
                  <a:gd name="connsiteY7" fmla="*/ 526940 h 535229"/>
                  <a:gd name="connsiteX8" fmla="*/ 736277 w 863311"/>
                  <a:gd name="connsiteY8" fmla="*/ 510007 h 535229"/>
                  <a:gd name="connsiteX9" fmla="*/ 631502 w 863311"/>
                  <a:gd name="connsiteY9" fmla="*/ 311040 h 535229"/>
                  <a:gd name="connsiteX10" fmla="*/ 535194 w 863311"/>
                  <a:gd name="connsiteY10" fmla="*/ 109957 h 535229"/>
                  <a:gd name="connsiteX11" fmla="*/ 437827 w 863311"/>
                  <a:gd name="connsiteY11" fmla="*/ 94082 h 535229"/>
                  <a:gd name="connsiteX12" fmla="*/ 389144 w 863311"/>
                  <a:gd name="connsiteY12" fmla="*/ 145940 h 535229"/>
                  <a:gd name="connsiteX13" fmla="*/ 329877 w 863311"/>
                  <a:gd name="connsiteY13" fmla="*/ 306807 h 535229"/>
                  <a:gd name="connsiteX14" fmla="*/ 75877 w 863311"/>
                  <a:gd name="connsiteY14" fmla="*/ 510007 h 535229"/>
                  <a:gd name="connsiteX15" fmla="*/ 8144 w 863311"/>
                  <a:gd name="connsiteY15" fmla="*/ 467674 h 535229"/>
                  <a:gd name="connsiteX0" fmla="*/ 8144 w 862700"/>
                  <a:gd name="connsiteY0" fmla="*/ 467674 h 527540"/>
                  <a:gd name="connsiteX1" fmla="*/ 236744 w 862700"/>
                  <a:gd name="connsiteY1" fmla="*/ 256007 h 527540"/>
                  <a:gd name="connsiteX2" fmla="*/ 355277 w 862700"/>
                  <a:gd name="connsiteY2" fmla="*/ 61274 h 527540"/>
                  <a:gd name="connsiteX3" fmla="*/ 438885 w 862700"/>
                  <a:gd name="connsiteY3" fmla="*/ 6240 h 527540"/>
                  <a:gd name="connsiteX4" fmla="*/ 570119 w 862700"/>
                  <a:gd name="connsiteY4" fmla="*/ 30582 h 527540"/>
                  <a:gd name="connsiteX5" fmla="*/ 691827 w 862700"/>
                  <a:gd name="connsiteY5" fmla="*/ 266590 h 527540"/>
                  <a:gd name="connsiteX6" fmla="*/ 854810 w 862700"/>
                  <a:gd name="connsiteY6" fmla="*/ 459207 h 527540"/>
                  <a:gd name="connsiteX7" fmla="*/ 829410 w 862700"/>
                  <a:gd name="connsiteY7" fmla="*/ 526940 h 527540"/>
                  <a:gd name="connsiteX8" fmla="*/ 761677 w 862700"/>
                  <a:gd name="connsiteY8" fmla="*/ 481432 h 527540"/>
                  <a:gd name="connsiteX9" fmla="*/ 631502 w 862700"/>
                  <a:gd name="connsiteY9" fmla="*/ 311040 h 527540"/>
                  <a:gd name="connsiteX10" fmla="*/ 535194 w 862700"/>
                  <a:gd name="connsiteY10" fmla="*/ 109957 h 527540"/>
                  <a:gd name="connsiteX11" fmla="*/ 437827 w 862700"/>
                  <a:gd name="connsiteY11" fmla="*/ 94082 h 527540"/>
                  <a:gd name="connsiteX12" fmla="*/ 389144 w 862700"/>
                  <a:gd name="connsiteY12" fmla="*/ 145940 h 527540"/>
                  <a:gd name="connsiteX13" fmla="*/ 329877 w 862700"/>
                  <a:gd name="connsiteY13" fmla="*/ 306807 h 527540"/>
                  <a:gd name="connsiteX14" fmla="*/ 75877 w 862700"/>
                  <a:gd name="connsiteY14" fmla="*/ 510007 h 527540"/>
                  <a:gd name="connsiteX15" fmla="*/ 8144 w 862700"/>
                  <a:gd name="connsiteY15" fmla="*/ 467674 h 527540"/>
                  <a:gd name="connsiteX0" fmla="*/ 8144 w 868365"/>
                  <a:gd name="connsiteY0" fmla="*/ 467674 h 519529"/>
                  <a:gd name="connsiteX1" fmla="*/ 236744 w 868365"/>
                  <a:gd name="connsiteY1" fmla="*/ 256007 h 519529"/>
                  <a:gd name="connsiteX2" fmla="*/ 355277 w 868365"/>
                  <a:gd name="connsiteY2" fmla="*/ 61274 h 519529"/>
                  <a:gd name="connsiteX3" fmla="*/ 438885 w 868365"/>
                  <a:gd name="connsiteY3" fmla="*/ 6240 h 519529"/>
                  <a:gd name="connsiteX4" fmla="*/ 570119 w 868365"/>
                  <a:gd name="connsiteY4" fmla="*/ 30582 h 519529"/>
                  <a:gd name="connsiteX5" fmla="*/ 691827 w 868365"/>
                  <a:gd name="connsiteY5" fmla="*/ 266590 h 519529"/>
                  <a:gd name="connsiteX6" fmla="*/ 854810 w 868365"/>
                  <a:gd name="connsiteY6" fmla="*/ 459207 h 519529"/>
                  <a:gd name="connsiteX7" fmla="*/ 848460 w 868365"/>
                  <a:gd name="connsiteY7" fmla="*/ 501540 h 519529"/>
                  <a:gd name="connsiteX8" fmla="*/ 761677 w 868365"/>
                  <a:gd name="connsiteY8" fmla="*/ 481432 h 519529"/>
                  <a:gd name="connsiteX9" fmla="*/ 631502 w 868365"/>
                  <a:gd name="connsiteY9" fmla="*/ 311040 h 519529"/>
                  <a:gd name="connsiteX10" fmla="*/ 535194 w 868365"/>
                  <a:gd name="connsiteY10" fmla="*/ 109957 h 519529"/>
                  <a:gd name="connsiteX11" fmla="*/ 437827 w 868365"/>
                  <a:gd name="connsiteY11" fmla="*/ 94082 h 519529"/>
                  <a:gd name="connsiteX12" fmla="*/ 389144 w 868365"/>
                  <a:gd name="connsiteY12" fmla="*/ 145940 h 519529"/>
                  <a:gd name="connsiteX13" fmla="*/ 329877 w 868365"/>
                  <a:gd name="connsiteY13" fmla="*/ 306807 h 519529"/>
                  <a:gd name="connsiteX14" fmla="*/ 75877 w 868365"/>
                  <a:gd name="connsiteY14" fmla="*/ 510007 h 519529"/>
                  <a:gd name="connsiteX15" fmla="*/ 8144 w 868365"/>
                  <a:gd name="connsiteY15" fmla="*/ 467674 h 519529"/>
                  <a:gd name="connsiteX0" fmla="*/ 8144 w 883560"/>
                  <a:gd name="connsiteY0" fmla="*/ 467674 h 519529"/>
                  <a:gd name="connsiteX1" fmla="*/ 236744 w 883560"/>
                  <a:gd name="connsiteY1" fmla="*/ 256007 h 519529"/>
                  <a:gd name="connsiteX2" fmla="*/ 355277 w 883560"/>
                  <a:gd name="connsiteY2" fmla="*/ 61274 h 519529"/>
                  <a:gd name="connsiteX3" fmla="*/ 438885 w 883560"/>
                  <a:gd name="connsiteY3" fmla="*/ 6240 h 519529"/>
                  <a:gd name="connsiteX4" fmla="*/ 570119 w 883560"/>
                  <a:gd name="connsiteY4" fmla="*/ 30582 h 519529"/>
                  <a:gd name="connsiteX5" fmla="*/ 691827 w 883560"/>
                  <a:gd name="connsiteY5" fmla="*/ 266590 h 519529"/>
                  <a:gd name="connsiteX6" fmla="*/ 873860 w 883560"/>
                  <a:gd name="connsiteY6" fmla="*/ 417932 h 519529"/>
                  <a:gd name="connsiteX7" fmla="*/ 848460 w 883560"/>
                  <a:gd name="connsiteY7" fmla="*/ 501540 h 519529"/>
                  <a:gd name="connsiteX8" fmla="*/ 761677 w 883560"/>
                  <a:gd name="connsiteY8" fmla="*/ 481432 h 519529"/>
                  <a:gd name="connsiteX9" fmla="*/ 631502 w 883560"/>
                  <a:gd name="connsiteY9" fmla="*/ 311040 h 519529"/>
                  <a:gd name="connsiteX10" fmla="*/ 535194 w 883560"/>
                  <a:gd name="connsiteY10" fmla="*/ 109957 h 519529"/>
                  <a:gd name="connsiteX11" fmla="*/ 437827 w 883560"/>
                  <a:gd name="connsiteY11" fmla="*/ 94082 h 519529"/>
                  <a:gd name="connsiteX12" fmla="*/ 389144 w 883560"/>
                  <a:gd name="connsiteY12" fmla="*/ 145940 h 519529"/>
                  <a:gd name="connsiteX13" fmla="*/ 329877 w 883560"/>
                  <a:gd name="connsiteY13" fmla="*/ 306807 h 519529"/>
                  <a:gd name="connsiteX14" fmla="*/ 75877 w 883560"/>
                  <a:gd name="connsiteY14" fmla="*/ 510007 h 519529"/>
                  <a:gd name="connsiteX15" fmla="*/ 8144 w 883560"/>
                  <a:gd name="connsiteY15" fmla="*/ 467674 h 519529"/>
                  <a:gd name="connsiteX0" fmla="*/ 8144 w 894097"/>
                  <a:gd name="connsiteY0" fmla="*/ 467674 h 519529"/>
                  <a:gd name="connsiteX1" fmla="*/ 236744 w 894097"/>
                  <a:gd name="connsiteY1" fmla="*/ 256007 h 519529"/>
                  <a:gd name="connsiteX2" fmla="*/ 355277 w 894097"/>
                  <a:gd name="connsiteY2" fmla="*/ 61274 h 519529"/>
                  <a:gd name="connsiteX3" fmla="*/ 438885 w 894097"/>
                  <a:gd name="connsiteY3" fmla="*/ 6240 h 519529"/>
                  <a:gd name="connsiteX4" fmla="*/ 570119 w 894097"/>
                  <a:gd name="connsiteY4" fmla="*/ 30582 h 519529"/>
                  <a:gd name="connsiteX5" fmla="*/ 691827 w 894097"/>
                  <a:gd name="connsiteY5" fmla="*/ 266590 h 519529"/>
                  <a:gd name="connsiteX6" fmla="*/ 873860 w 894097"/>
                  <a:gd name="connsiteY6" fmla="*/ 417932 h 519529"/>
                  <a:gd name="connsiteX7" fmla="*/ 877035 w 894097"/>
                  <a:gd name="connsiteY7" fmla="*/ 463440 h 519529"/>
                  <a:gd name="connsiteX8" fmla="*/ 761677 w 894097"/>
                  <a:gd name="connsiteY8" fmla="*/ 481432 h 519529"/>
                  <a:gd name="connsiteX9" fmla="*/ 631502 w 894097"/>
                  <a:gd name="connsiteY9" fmla="*/ 311040 h 519529"/>
                  <a:gd name="connsiteX10" fmla="*/ 535194 w 894097"/>
                  <a:gd name="connsiteY10" fmla="*/ 109957 h 519529"/>
                  <a:gd name="connsiteX11" fmla="*/ 437827 w 894097"/>
                  <a:gd name="connsiteY11" fmla="*/ 94082 h 519529"/>
                  <a:gd name="connsiteX12" fmla="*/ 389144 w 894097"/>
                  <a:gd name="connsiteY12" fmla="*/ 145940 h 519529"/>
                  <a:gd name="connsiteX13" fmla="*/ 329877 w 894097"/>
                  <a:gd name="connsiteY13" fmla="*/ 306807 h 519529"/>
                  <a:gd name="connsiteX14" fmla="*/ 75877 w 894097"/>
                  <a:gd name="connsiteY14" fmla="*/ 510007 h 519529"/>
                  <a:gd name="connsiteX15" fmla="*/ 8144 w 894097"/>
                  <a:gd name="connsiteY15" fmla="*/ 467674 h 519529"/>
                  <a:gd name="connsiteX0" fmla="*/ 8144 w 892825"/>
                  <a:gd name="connsiteY0" fmla="*/ 467674 h 519529"/>
                  <a:gd name="connsiteX1" fmla="*/ 236744 w 892825"/>
                  <a:gd name="connsiteY1" fmla="*/ 256007 h 519529"/>
                  <a:gd name="connsiteX2" fmla="*/ 355277 w 892825"/>
                  <a:gd name="connsiteY2" fmla="*/ 61274 h 519529"/>
                  <a:gd name="connsiteX3" fmla="*/ 438885 w 892825"/>
                  <a:gd name="connsiteY3" fmla="*/ 6240 h 519529"/>
                  <a:gd name="connsiteX4" fmla="*/ 570119 w 892825"/>
                  <a:gd name="connsiteY4" fmla="*/ 30582 h 519529"/>
                  <a:gd name="connsiteX5" fmla="*/ 691827 w 892825"/>
                  <a:gd name="connsiteY5" fmla="*/ 266590 h 519529"/>
                  <a:gd name="connsiteX6" fmla="*/ 873860 w 892825"/>
                  <a:gd name="connsiteY6" fmla="*/ 417932 h 519529"/>
                  <a:gd name="connsiteX7" fmla="*/ 877035 w 892825"/>
                  <a:gd name="connsiteY7" fmla="*/ 463440 h 519529"/>
                  <a:gd name="connsiteX8" fmla="*/ 783902 w 892825"/>
                  <a:gd name="connsiteY8" fmla="*/ 443332 h 519529"/>
                  <a:gd name="connsiteX9" fmla="*/ 631502 w 892825"/>
                  <a:gd name="connsiteY9" fmla="*/ 311040 h 519529"/>
                  <a:gd name="connsiteX10" fmla="*/ 535194 w 892825"/>
                  <a:gd name="connsiteY10" fmla="*/ 109957 h 519529"/>
                  <a:gd name="connsiteX11" fmla="*/ 437827 w 892825"/>
                  <a:gd name="connsiteY11" fmla="*/ 94082 h 519529"/>
                  <a:gd name="connsiteX12" fmla="*/ 389144 w 892825"/>
                  <a:gd name="connsiteY12" fmla="*/ 145940 h 519529"/>
                  <a:gd name="connsiteX13" fmla="*/ 329877 w 892825"/>
                  <a:gd name="connsiteY13" fmla="*/ 306807 h 519529"/>
                  <a:gd name="connsiteX14" fmla="*/ 75877 w 892825"/>
                  <a:gd name="connsiteY14" fmla="*/ 510007 h 519529"/>
                  <a:gd name="connsiteX15" fmla="*/ 8144 w 892825"/>
                  <a:gd name="connsiteY15" fmla="*/ 467674 h 519529"/>
                  <a:gd name="connsiteX0" fmla="*/ 8144 w 883012"/>
                  <a:gd name="connsiteY0" fmla="*/ 467674 h 519529"/>
                  <a:gd name="connsiteX1" fmla="*/ 236744 w 883012"/>
                  <a:gd name="connsiteY1" fmla="*/ 256007 h 519529"/>
                  <a:gd name="connsiteX2" fmla="*/ 355277 w 883012"/>
                  <a:gd name="connsiteY2" fmla="*/ 61274 h 519529"/>
                  <a:gd name="connsiteX3" fmla="*/ 438885 w 883012"/>
                  <a:gd name="connsiteY3" fmla="*/ 6240 h 519529"/>
                  <a:gd name="connsiteX4" fmla="*/ 570119 w 883012"/>
                  <a:gd name="connsiteY4" fmla="*/ 30582 h 519529"/>
                  <a:gd name="connsiteX5" fmla="*/ 691827 w 883012"/>
                  <a:gd name="connsiteY5" fmla="*/ 266590 h 519529"/>
                  <a:gd name="connsiteX6" fmla="*/ 873860 w 883012"/>
                  <a:gd name="connsiteY6" fmla="*/ 417932 h 519529"/>
                  <a:gd name="connsiteX7" fmla="*/ 848460 w 883012"/>
                  <a:gd name="connsiteY7" fmla="*/ 444390 h 519529"/>
                  <a:gd name="connsiteX8" fmla="*/ 783902 w 883012"/>
                  <a:gd name="connsiteY8" fmla="*/ 443332 h 519529"/>
                  <a:gd name="connsiteX9" fmla="*/ 631502 w 883012"/>
                  <a:gd name="connsiteY9" fmla="*/ 311040 h 519529"/>
                  <a:gd name="connsiteX10" fmla="*/ 535194 w 883012"/>
                  <a:gd name="connsiteY10" fmla="*/ 109957 h 519529"/>
                  <a:gd name="connsiteX11" fmla="*/ 437827 w 883012"/>
                  <a:gd name="connsiteY11" fmla="*/ 94082 h 519529"/>
                  <a:gd name="connsiteX12" fmla="*/ 389144 w 883012"/>
                  <a:gd name="connsiteY12" fmla="*/ 145940 h 519529"/>
                  <a:gd name="connsiteX13" fmla="*/ 329877 w 883012"/>
                  <a:gd name="connsiteY13" fmla="*/ 306807 h 519529"/>
                  <a:gd name="connsiteX14" fmla="*/ 75877 w 883012"/>
                  <a:gd name="connsiteY14" fmla="*/ 510007 h 519529"/>
                  <a:gd name="connsiteX15" fmla="*/ 8144 w 883012"/>
                  <a:gd name="connsiteY15" fmla="*/ 467674 h 519529"/>
                  <a:gd name="connsiteX0" fmla="*/ 18839 w 842907"/>
                  <a:gd name="connsiteY0" fmla="*/ 369249 h 510704"/>
                  <a:gd name="connsiteX1" fmla="*/ 196639 w 842907"/>
                  <a:gd name="connsiteY1" fmla="*/ 256007 h 510704"/>
                  <a:gd name="connsiteX2" fmla="*/ 315172 w 842907"/>
                  <a:gd name="connsiteY2" fmla="*/ 61274 h 510704"/>
                  <a:gd name="connsiteX3" fmla="*/ 398780 w 842907"/>
                  <a:gd name="connsiteY3" fmla="*/ 6240 h 510704"/>
                  <a:gd name="connsiteX4" fmla="*/ 530014 w 842907"/>
                  <a:gd name="connsiteY4" fmla="*/ 30582 h 510704"/>
                  <a:gd name="connsiteX5" fmla="*/ 651722 w 842907"/>
                  <a:gd name="connsiteY5" fmla="*/ 266590 h 510704"/>
                  <a:gd name="connsiteX6" fmla="*/ 833755 w 842907"/>
                  <a:gd name="connsiteY6" fmla="*/ 417932 h 510704"/>
                  <a:gd name="connsiteX7" fmla="*/ 808355 w 842907"/>
                  <a:gd name="connsiteY7" fmla="*/ 444390 h 510704"/>
                  <a:gd name="connsiteX8" fmla="*/ 743797 w 842907"/>
                  <a:gd name="connsiteY8" fmla="*/ 443332 h 510704"/>
                  <a:gd name="connsiteX9" fmla="*/ 591397 w 842907"/>
                  <a:gd name="connsiteY9" fmla="*/ 311040 h 510704"/>
                  <a:gd name="connsiteX10" fmla="*/ 495089 w 842907"/>
                  <a:gd name="connsiteY10" fmla="*/ 109957 h 510704"/>
                  <a:gd name="connsiteX11" fmla="*/ 397722 w 842907"/>
                  <a:gd name="connsiteY11" fmla="*/ 94082 h 510704"/>
                  <a:gd name="connsiteX12" fmla="*/ 349039 w 842907"/>
                  <a:gd name="connsiteY12" fmla="*/ 145940 h 510704"/>
                  <a:gd name="connsiteX13" fmla="*/ 289772 w 842907"/>
                  <a:gd name="connsiteY13" fmla="*/ 306807 h 510704"/>
                  <a:gd name="connsiteX14" fmla="*/ 35772 w 842907"/>
                  <a:gd name="connsiteY14" fmla="*/ 510007 h 510704"/>
                  <a:gd name="connsiteX15" fmla="*/ 18839 w 842907"/>
                  <a:gd name="connsiteY15" fmla="*/ 369249 h 510704"/>
                  <a:gd name="connsiteX0" fmla="*/ 5938 w 830006"/>
                  <a:gd name="connsiteY0" fmla="*/ 369249 h 454550"/>
                  <a:gd name="connsiteX1" fmla="*/ 183738 w 830006"/>
                  <a:gd name="connsiteY1" fmla="*/ 256007 h 454550"/>
                  <a:gd name="connsiteX2" fmla="*/ 302271 w 830006"/>
                  <a:gd name="connsiteY2" fmla="*/ 61274 h 454550"/>
                  <a:gd name="connsiteX3" fmla="*/ 385879 w 830006"/>
                  <a:gd name="connsiteY3" fmla="*/ 6240 h 454550"/>
                  <a:gd name="connsiteX4" fmla="*/ 517113 w 830006"/>
                  <a:gd name="connsiteY4" fmla="*/ 30582 h 454550"/>
                  <a:gd name="connsiteX5" fmla="*/ 638821 w 830006"/>
                  <a:gd name="connsiteY5" fmla="*/ 266590 h 454550"/>
                  <a:gd name="connsiteX6" fmla="*/ 820854 w 830006"/>
                  <a:gd name="connsiteY6" fmla="*/ 417932 h 454550"/>
                  <a:gd name="connsiteX7" fmla="*/ 795454 w 830006"/>
                  <a:gd name="connsiteY7" fmla="*/ 444390 h 454550"/>
                  <a:gd name="connsiteX8" fmla="*/ 730896 w 830006"/>
                  <a:gd name="connsiteY8" fmla="*/ 443332 h 454550"/>
                  <a:gd name="connsiteX9" fmla="*/ 578496 w 830006"/>
                  <a:gd name="connsiteY9" fmla="*/ 311040 h 454550"/>
                  <a:gd name="connsiteX10" fmla="*/ 482188 w 830006"/>
                  <a:gd name="connsiteY10" fmla="*/ 109957 h 454550"/>
                  <a:gd name="connsiteX11" fmla="*/ 384821 w 830006"/>
                  <a:gd name="connsiteY11" fmla="*/ 94082 h 454550"/>
                  <a:gd name="connsiteX12" fmla="*/ 336138 w 830006"/>
                  <a:gd name="connsiteY12" fmla="*/ 145940 h 454550"/>
                  <a:gd name="connsiteX13" fmla="*/ 276871 w 830006"/>
                  <a:gd name="connsiteY13" fmla="*/ 306807 h 454550"/>
                  <a:gd name="connsiteX14" fmla="*/ 64146 w 830006"/>
                  <a:gd name="connsiteY14" fmla="*/ 440157 h 454550"/>
                  <a:gd name="connsiteX15" fmla="*/ 5938 w 830006"/>
                  <a:gd name="connsiteY15" fmla="*/ 369249 h 454550"/>
                  <a:gd name="connsiteX0" fmla="*/ 7351 w 818719"/>
                  <a:gd name="connsiteY0" fmla="*/ 372424 h 454550"/>
                  <a:gd name="connsiteX1" fmla="*/ 172451 w 818719"/>
                  <a:gd name="connsiteY1" fmla="*/ 256007 h 454550"/>
                  <a:gd name="connsiteX2" fmla="*/ 290984 w 818719"/>
                  <a:gd name="connsiteY2" fmla="*/ 61274 h 454550"/>
                  <a:gd name="connsiteX3" fmla="*/ 374592 w 818719"/>
                  <a:gd name="connsiteY3" fmla="*/ 6240 h 454550"/>
                  <a:gd name="connsiteX4" fmla="*/ 505826 w 818719"/>
                  <a:gd name="connsiteY4" fmla="*/ 30582 h 454550"/>
                  <a:gd name="connsiteX5" fmla="*/ 627534 w 818719"/>
                  <a:gd name="connsiteY5" fmla="*/ 266590 h 454550"/>
                  <a:gd name="connsiteX6" fmla="*/ 809567 w 818719"/>
                  <a:gd name="connsiteY6" fmla="*/ 417932 h 454550"/>
                  <a:gd name="connsiteX7" fmla="*/ 784167 w 818719"/>
                  <a:gd name="connsiteY7" fmla="*/ 444390 h 454550"/>
                  <a:gd name="connsiteX8" fmla="*/ 719609 w 818719"/>
                  <a:gd name="connsiteY8" fmla="*/ 443332 h 454550"/>
                  <a:gd name="connsiteX9" fmla="*/ 567209 w 818719"/>
                  <a:gd name="connsiteY9" fmla="*/ 311040 h 454550"/>
                  <a:gd name="connsiteX10" fmla="*/ 470901 w 818719"/>
                  <a:gd name="connsiteY10" fmla="*/ 109957 h 454550"/>
                  <a:gd name="connsiteX11" fmla="*/ 373534 w 818719"/>
                  <a:gd name="connsiteY11" fmla="*/ 94082 h 454550"/>
                  <a:gd name="connsiteX12" fmla="*/ 324851 w 818719"/>
                  <a:gd name="connsiteY12" fmla="*/ 145940 h 454550"/>
                  <a:gd name="connsiteX13" fmla="*/ 265584 w 818719"/>
                  <a:gd name="connsiteY13" fmla="*/ 306807 h 454550"/>
                  <a:gd name="connsiteX14" fmla="*/ 52859 w 818719"/>
                  <a:gd name="connsiteY14" fmla="*/ 440157 h 454550"/>
                  <a:gd name="connsiteX15" fmla="*/ 7351 w 818719"/>
                  <a:gd name="connsiteY15" fmla="*/ 372424 h 454550"/>
                  <a:gd name="connsiteX0" fmla="*/ 7059 w 818427"/>
                  <a:gd name="connsiteY0" fmla="*/ 372424 h 454550"/>
                  <a:gd name="connsiteX1" fmla="*/ 172159 w 818427"/>
                  <a:gd name="connsiteY1" fmla="*/ 256007 h 454550"/>
                  <a:gd name="connsiteX2" fmla="*/ 290692 w 818427"/>
                  <a:gd name="connsiteY2" fmla="*/ 61274 h 454550"/>
                  <a:gd name="connsiteX3" fmla="*/ 374300 w 818427"/>
                  <a:gd name="connsiteY3" fmla="*/ 6240 h 454550"/>
                  <a:gd name="connsiteX4" fmla="*/ 505534 w 818427"/>
                  <a:gd name="connsiteY4" fmla="*/ 30582 h 454550"/>
                  <a:gd name="connsiteX5" fmla="*/ 627242 w 818427"/>
                  <a:gd name="connsiteY5" fmla="*/ 266590 h 454550"/>
                  <a:gd name="connsiteX6" fmla="*/ 809275 w 818427"/>
                  <a:gd name="connsiteY6" fmla="*/ 417932 h 454550"/>
                  <a:gd name="connsiteX7" fmla="*/ 783875 w 818427"/>
                  <a:gd name="connsiteY7" fmla="*/ 444390 h 454550"/>
                  <a:gd name="connsiteX8" fmla="*/ 719317 w 818427"/>
                  <a:gd name="connsiteY8" fmla="*/ 443332 h 454550"/>
                  <a:gd name="connsiteX9" fmla="*/ 566917 w 818427"/>
                  <a:gd name="connsiteY9" fmla="*/ 311040 h 454550"/>
                  <a:gd name="connsiteX10" fmla="*/ 470609 w 818427"/>
                  <a:gd name="connsiteY10" fmla="*/ 109957 h 454550"/>
                  <a:gd name="connsiteX11" fmla="*/ 373242 w 818427"/>
                  <a:gd name="connsiteY11" fmla="*/ 94082 h 454550"/>
                  <a:gd name="connsiteX12" fmla="*/ 324559 w 818427"/>
                  <a:gd name="connsiteY12" fmla="*/ 145940 h 454550"/>
                  <a:gd name="connsiteX13" fmla="*/ 252592 w 818427"/>
                  <a:gd name="connsiteY13" fmla="*/ 300457 h 454550"/>
                  <a:gd name="connsiteX14" fmla="*/ 52567 w 818427"/>
                  <a:gd name="connsiteY14" fmla="*/ 440157 h 454550"/>
                  <a:gd name="connsiteX15" fmla="*/ 7059 w 818427"/>
                  <a:gd name="connsiteY15" fmla="*/ 372424 h 454550"/>
                  <a:gd name="connsiteX0" fmla="*/ 9452 w 820820"/>
                  <a:gd name="connsiteY0" fmla="*/ 372424 h 454550"/>
                  <a:gd name="connsiteX1" fmla="*/ 174552 w 820820"/>
                  <a:gd name="connsiteY1" fmla="*/ 256007 h 454550"/>
                  <a:gd name="connsiteX2" fmla="*/ 293085 w 820820"/>
                  <a:gd name="connsiteY2" fmla="*/ 61274 h 454550"/>
                  <a:gd name="connsiteX3" fmla="*/ 376693 w 820820"/>
                  <a:gd name="connsiteY3" fmla="*/ 6240 h 454550"/>
                  <a:gd name="connsiteX4" fmla="*/ 507927 w 820820"/>
                  <a:gd name="connsiteY4" fmla="*/ 30582 h 454550"/>
                  <a:gd name="connsiteX5" fmla="*/ 629635 w 820820"/>
                  <a:gd name="connsiteY5" fmla="*/ 266590 h 454550"/>
                  <a:gd name="connsiteX6" fmla="*/ 811668 w 820820"/>
                  <a:gd name="connsiteY6" fmla="*/ 417932 h 454550"/>
                  <a:gd name="connsiteX7" fmla="*/ 786268 w 820820"/>
                  <a:gd name="connsiteY7" fmla="*/ 444390 h 454550"/>
                  <a:gd name="connsiteX8" fmla="*/ 721710 w 820820"/>
                  <a:gd name="connsiteY8" fmla="*/ 443332 h 454550"/>
                  <a:gd name="connsiteX9" fmla="*/ 569310 w 820820"/>
                  <a:gd name="connsiteY9" fmla="*/ 311040 h 454550"/>
                  <a:gd name="connsiteX10" fmla="*/ 473002 w 820820"/>
                  <a:gd name="connsiteY10" fmla="*/ 109957 h 454550"/>
                  <a:gd name="connsiteX11" fmla="*/ 375635 w 820820"/>
                  <a:gd name="connsiteY11" fmla="*/ 94082 h 454550"/>
                  <a:gd name="connsiteX12" fmla="*/ 326952 w 820820"/>
                  <a:gd name="connsiteY12" fmla="*/ 145940 h 454550"/>
                  <a:gd name="connsiteX13" fmla="*/ 254985 w 820820"/>
                  <a:gd name="connsiteY13" fmla="*/ 300457 h 454550"/>
                  <a:gd name="connsiteX14" fmla="*/ 45435 w 820820"/>
                  <a:gd name="connsiteY14" fmla="*/ 424282 h 454550"/>
                  <a:gd name="connsiteX15" fmla="*/ 9452 w 820820"/>
                  <a:gd name="connsiteY15" fmla="*/ 372424 h 454550"/>
                  <a:gd name="connsiteX0" fmla="*/ 10152 w 821520"/>
                  <a:gd name="connsiteY0" fmla="*/ 372424 h 454550"/>
                  <a:gd name="connsiteX1" fmla="*/ 184777 w 821520"/>
                  <a:gd name="connsiteY1" fmla="*/ 259182 h 454550"/>
                  <a:gd name="connsiteX2" fmla="*/ 293785 w 821520"/>
                  <a:gd name="connsiteY2" fmla="*/ 61274 h 454550"/>
                  <a:gd name="connsiteX3" fmla="*/ 377393 w 821520"/>
                  <a:gd name="connsiteY3" fmla="*/ 6240 h 454550"/>
                  <a:gd name="connsiteX4" fmla="*/ 508627 w 821520"/>
                  <a:gd name="connsiteY4" fmla="*/ 30582 h 454550"/>
                  <a:gd name="connsiteX5" fmla="*/ 630335 w 821520"/>
                  <a:gd name="connsiteY5" fmla="*/ 266590 h 454550"/>
                  <a:gd name="connsiteX6" fmla="*/ 812368 w 821520"/>
                  <a:gd name="connsiteY6" fmla="*/ 417932 h 454550"/>
                  <a:gd name="connsiteX7" fmla="*/ 786968 w 821520"/>
                  <a:gd name="connsiteY7" fmla="*/ 444390 h 454550"/>
                  <a:gd name="connsiteX8" fmla="*/ 722410 w 821520"/>
                  <a:gd name="connsiteY8" fmla="*/ 443332 h 454550"/>
                  <a:gd name="connsiteX9" fmla="*/ 570010 w 821520"/>
                  <a:gd name="connsiteY9" fmla="*/ 311040 h 454550"/>
                  <a:gd name="connsiteX10" fmla="*/ 473702 w 821520"/>
                  <a:gd name="connsiteY10" fmla="*/ 109957 h 454550"/>
                  <a:gd name="connsiteX11" fmla="*/ 376335 w 821520"/>
                  <a:gd name="connsiteY11" fmla="*/ 94082 h 454550"/>
                  <a:gd name="connsiteX12" fmla="*/ 327652 w 821520"/>
                  <a:gd name="connsiteY12" fmla="*/ 145940 h 454550"/>
                  <a:gd name="connsiteX13" fmla="*/ 255685 w 821520"/>
                  <a:gd name="connsiteY13" fmla="*/ 300457 h 454550"/>
                  <a:gd name="connsiteX14" fmla="*/ 46135 w 821520"/>
                  <a:gd name="connsiteY14" fmla="*/ 424282 h 454550"/>
                  <a:gd name="connsiteX15" fmla="*/ 10152 w 821520"/>
                  <a:gd name="connsiteY15" fmla="*/ 372424 h 454550"/>
                  <a:gd name="connsiteX0" fmla="*/ 6427 w 817795"/>
                  <a:gd name="connsiteY0" fmla="*/ 372424 h 454550"/>
                  <a:gd name="connsiteX1" fmla="*/ 181052 w 817795"/>
                  <a:gd name="connsiteY1" fmla="*/ 259182 h 454550"/>
                  <a:gd name="connsiteX2" fmla="*/ 290060 w 817795"/>
                  <a:gd name="connsiteY2" fmla="*/ 61274 h 454550"/>
                  <a:gd name="connsiteX3" fmla="*/ 373668 w 817795"/>
                  <a:gd name="connsiteY3" fmla="*/ 6240 h 454550"/>
                  <a:gd name="connsiteX4" fmla="*/ 504902 w 817795"/>
                  <a:gd name="connsiteY4" fmla="*/ 30582 h 454550"/>
                  <a:gd name="connsiteX5" fmla="*/ 626610 w 817795"/>
                  <a:gd name="connsiteY5" fmla="*/ 266590 h 454550"/>
                  <a:gd name="connsiteX6" fmla="*/ 808643 w 817795"/>
                  <a:gd name="connsiteY6" fmla="*/ 417932 h 454550"/>
                  <a:gd name="connsiteX7" fmla="*/ 783243 w 817795"/>
                  <a:gd name="connsiteY7" fmla="*/ 444390 h 454550"/>
                  <a:gd name="connsiteX8" fmla="*/ 718685 w 817795"/>
                  <a:gd name="connsiteY8" fmla="*/ 443332 h 454550"/>
                  <a:gd name="connsiteX9" fmla="*/ 566285 w 817795"/>
                  <a:gd name="connsiteY9" fmla="*/ 311040 h 454550"/>
                  <a:gd name="connsiteX10" fmla="*/ 469977 w 817795"/>
                  <a:gd name="connsiteY10" fmla="*/ 109957 h 454550"/>
                  <a:gd name="connsiteX11" fmla="*/ 372610 w 817795"/>
                  <a:gd name="connsiteY11" fmla="*/ 94082 h 454550"/>
                  <a:gd name="connsiteX12" fmla="*/ 323927 w 817795"/>
                  <a:gd name="connsiteY12" fmla="*/ 145940 h 454550"/>
                  <a:gd name="connsiteX13" fmla="*/ 251960 w 817795"/>
                  <a:gd name="connsiteY13" fmla="*/ 300457 h 454550"/>
                  <a:gd name="connsiteX14" fmla="*/ 58285 w 817795"/>
                  <a:gd name="connsiteY14" fmla="*/ 433807 h 454550"/>
                  <a:gd name="connsiteX15" fmla="*/ 6427 w 817795"/>
                  <a:gd name="connsiteY15" fmla="*/ 372424 h 454550"/>
                  <a:gd name="connsiteX0" fmla="*/ 7551 w 809394"/>
                  <a:gd name="connsiteY0" fmla="*/ 385124 h 454550"/>
                  <a:gd name="connsiteX1" fmla="*/ 172651 w 809394"/>
                  <a:gd name="connsiteY1" fmla="*/ 259182 h 454550"/>
                  <a:gd name="connsiteX2" fmla="*/ 281659 w 809394"/>
                  <a:gd name="connsiteY2" fmla="*/ 61274 h 454550"/>
                  <a:gd name="connsiteX3" fmla="*/ 365267 w 809394"/>
                  <a:gd name="connsiteY3" fmla="*/ 6240 h 454550"/>
                  <a:gd name="connsiteX4" fmla="*/ 496501 w 809394"/>
                  <a:gd name="connsiteY4" fmla="*/ 30582 h 454550"/>
                  <a:gd name="connsiteX5" fmla="*/ 618209 w 809394"/>
                  <a:gd name="connsiteY5" fmla="*/ 266590 h 454550"/>
                  <a:gd name="connsiteX6" fmla="*/ 800242 w 809394"/>
                  <a:gd name="connsiteY6" fmla="*/ 417932 h 454550"/>
                  <a:gd name="connsiteX7" fmla="*/ 774842 w 809394"/>
                  <a:gd name="connsiteY7" fmla="*/ 444390 h 454550"/>
                  <a:gd name="connsiteX8" fmla="*/ 710284 w 809394"/>
                  <a:gd name="connsiteY8" fmla="*/ 443332 h 454550"/>
                  <a:gd name="connsiteX9" fmla="*/ 557884 w 809394"/>
                  <a:gd name="connsiteY9" fmla="*/ 311040 h 454550"/>
                  <a:gd name="connsiteX10" fmla="*/ 461576 w 809394"/>
                  <a:gd name="connsiteY10" fmla="*/ 109957 h 454550"/>
                  <a:gd name="connsiteX11" fmla="*/ 364209 w 809394"/>
                  <a:gd name="connsiteY11" fmla="*/ 94082 h 454550"/>
                  <a:gd name="connsiteX12" fmla="*/ 315526 w 809394"/>
                  <a:gd name="connsiteY12" fmla="*/ 145940 h 454550"/>
                  <a:gd name="connsiteX13" fmla="*/ 243559 w 809394"/>
                  <a:gd name="connsiteY13" fmla="*/ 300457 h 454550"/>
                  <a:gd name="connsiteX14" fmla="*/ 49884 w 809394"/>
                  <a:gd name="connsiteY14" fmla="*/ 433807 h 454550"/>
                  <a:gd name="connsiteX15" fmla="*/ 7551 w 809394"/>
                  <a:gd name="connsiteY15" fmla="*/ 385124 h 454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09394" h="454550">
                    <a:moveTo>
                      <a:pt x="7551" y="385124"/>
                    </a:moveTo>
                    <a:cubicBezTo>
                      <a:pt x="28012" y="356020"/>
                      <a:pt x="126966" y="313157"/>
                      <a:pt x="172651" y="259182"/>
                    </a:cubicBezTo>
                    <a:cubicBezTo>
                      <a:pt x="218336" y="205207"/>
                      <a:pt x="249556" y="103431"/>
                      <a:pt x="281659" y="61274"/>
                    </a:cubicBezTo>
                    <a:cubicBezTo>
                      <a:pt x="313762" y="19117"/>
                      <a:pt x="329460" y="11355"/>
                      <a:pt x="365267" y="6240"/>
                    </a:cubicBezTo>
                    <a:cubicBezTo>
                      <a:pt x="401074" y="1125"/>
                      <a:pt x="454344" y="-12810"/>
                      <a:pt x="496501" y="30582"/>
                    </a:cubicBezTo>
                    <a:cubicBezTo>
                      <a:pt x="538658" y="73974"/>
                      <a:pt x="567586" y="202032"/>
                      <a:pt x="618209" y="266590"/>
                    </a:cubicBezTo>
                    <a:cubicBezTo>
                      <a:pt x="668832" y="331148"/>
                      <a:pt x="774137" y="388299"/>
                      <a:pt x="800242" y="417932"/>
                    </a:cubicBezTo>
                    <a:cubicBezTo>
                      <a:pt x="826347" y="447565"/>
                      <a:pt x="789835" y="440157"/>
                      <a:pt x="774842" y="444390"/>
                    </a:cubicBezTo>
                    <a:cubicBezTo>
                      <a:pt x="759849" y="448623"/>
                      <a:pt x="746444" y="465557"/>
                      <a:pt x="710284" y="443332"/>
                    </a:cubicBezTo>
                    <a:cubicBezTo>
                      <a:pt x="674124" y="421107"/>
                      <a:pt x="599335" y="366602"/>
                      <a:pt x="557884" y="311040"/>
                    </a:cubicBezTo>
                    <a:cubicBezTo>
                      <a:pt x="516433" y="255478"/>
                      <a:pt x="493855" y="146117"/>
                      <a:pt x="461576" y="109957"/>
                    </a:cubicBezTo>
                    <a:cubicBezTo>
                      <a:pt x="429297" y="73797"/>
                      <a:pt x="388551" y="88085"/>
                      <a:pt x="364209" y="94082"/>
                    </a:cubicBezTo>
                    <a:cubicBezTo>
                      <a:pt x="339867" y="100079"/>
                      <a:pt x="335634" y="111544"/>
                      <a:pt x="315526" y="145940"/>
                    </a:cubicBezTo>
                    <a:cubicBezTo>
                      <a:pt x="295418" y="180336"/>
                      <a:pt x="295770" y="239779"/>
                      <a:pt x="243559" y="300457"/>
                    </a:cubicBezTo>
                    <a:cubicBezTo>
                      <a:pt x="191348" y="361135"/>
                      <a:pt x="89219" y="419696"/>
                      <a:pt x="49884" y="433807"/>
                    </a:cubicBezTo>
                    <a:cubicBezTo>
                      <a:pt x="10549" y="447918"/>
                      <a:pt x="-12910" y="414228"/>
                      <a:pt x="7551" y="385124"/>
                    </a:cubicBez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A009BB07-2F8B-4DBC-A37E-B9082735AF1A}"/>
                  </a:ext>
                </a:extLst>
              </p:cNvPr>
              <p:cNvSpPr/>
              <p:nvPr/>
            </p:nvSpPr>
            <p:spPr>
              <a:xfrm>
                <a:off x="2033929" y="2879724"/>
                <a:ext cx="2091261" cy="2887512"/>
              </a:xfrm>
              <a:custGeom>
                <a:avLst/>
                <a:gdLst>
                  <a:gd name="connsiteX0" fmla="*/ 49234 w 2098588"/>
                  <a:gd name="connsiteY0" fmla="*/ 1227862 h 2891260"/>
                  <a:gd name="connsiteX1" fmla="*/ 176234 w 2098588"/>
                  <a:gd name="connsiteY1" fmla="*/ 939996 h 2891260"/>
                  <a:gd name="connsiteX2" fmla="*/ 608034 w 2098588"/>
                  <a:gd name="connsiteY2" fmla="*/ 448929 h 2891260"/>
                  <a:gd name="connsiteX3" fmla="*/ 819701 w 2098588"/>
                  <a:gd name="connsiteY3" fmla="*/ 135662 h 2891260"/>
                  <a:gd name="connsiteX4" fmla="*/ 1014434 w 2098588"/>
                  <a:gd name="connsiteY4" fmla="*/ 196 h 2891260"/>
                  <a:gd name="connsiteX5" fmla="*/ 1226101 w 2098588"/>
                  <a:gd name="connsiteY5" fmla="*/ 161062 h 2891260"/>
                  <a:gd name="connsiteX6" fmla="*/ 1573234 w 2098588"/>
                  <a:gd name="connsiteY6" fmla="*/ 660596 h 2891260"/>
                  <a:gd name="connsiteX7" fmla="*/ 1971168 w 2098588"/>
                  <a:gd name="connsiteY7" fmla="*/ 1007729 h 2891260"/>
                  <a:gd name="connsiteX8" fmla="*/ 2089701 w 2098588"/>
                  <a:gd name="connsiteY8" fmla="*/ 1414129 h 2891260"/>
                  <a:gd name="connsiteX9" fmla="*/ 1996568 w 2098588"/>
                  <a:gd name="connsiteY9" fmla="*/ 2286196 h 2891260"/>
                  <a:gd name="connsiteX10" fmla="*/ 1259968 w 2098588"/>
                  <a:gd name="connsiteY10" fmla="*/ 2870396 h 2891260"/>
                  <a:gd name="connsiteX11" fmla="*/ 472568 w 2098588"/>
                  <a:gd name="connsiteY11" fmla="*/ 2717996 h 2891260"/>
                  <a:gd name="connsiteX12" fmla="*/ 32301 w 2098588"/>
                  <a:gd name="connsiteY12" fmla="*/ 2303129 h 2891260"/>
                  <a:gd name="connsiteX13" fmla="*/ 49234 w 2098588"/>
                  <a:gd name="connsiteY13" fmla="*/ 1227862 h 2891260"/>
                  <a:gd name="connsiteX0" fmla="*/ 20117 w 2069471"/>
                  <a:gd name="connsiteY0" fmla="*/ 1227862 h 2891260"/>
                  <a:gd name="connsiteX1" fmla="*/ 147117 w 2069471"/>
                  <a:gd name="connsiteY1" fmla="*/ 939996 h 2891260"/>
                  <a:gd name="connsiteX2" fmla="*/ 578917 w 2069471"/>
                  <a:gd name="connsiteY2" fmla="*/ 448929 h 2891260"/>
                  <a:gd name="connsiteX3" fmla="*/ 790584 w 2069471"/>
                  <a:gd name="connsiteY3" fmla="*/ 135662 h 2891260"/>
                  <a:gd name="connsiteX4" fmla="*/ 985317 w 2069471"/>
                  <a:gd name="connsiteY4" fmla="*/ 196 h 2891260"/>
                  <a:gd name="connsiteX5" fmla="*/ 1196984 w 2069471"/>
                  <a:gd name="connsiteY5" fmla="*/ 161062 h 2891260"/>
                  <a:gd name="connsiteX6" fmla="*/ 1544117 w 2069471"/>
                  <a:gd name="connsiteY6" fmla="*/ 660596 h 2891260"/>
                  <a:gd name="connsiteX7" fmla="*/ 1942051 w 2069471"/>
                  <a:gd name="connsiteY7" fmla="*/ 1007729 h 2891260"/>
                  <a:gd name="connsiteX8" fmla="*/ 2060584 w 2069471"/>
                  <a:gd name="connsiteY8" fmla="*/ 1414129 h 2891260"/>
                  <a:gd name="connsiteX9" fmla="*/ 1967451 w 2069471"/>
                  <a:gd name="connsiteY9" fmla="*/ 2286196 h 2891260"/>
                  <a:gd name="connsiteX10" fmla="*/ 1230851 w 2069471"/>
                  <a:gd name="connsiteY10" fmla="*/ 2870396 h 2891260"/>
                  <a:gd name="connsiteX11" fmla="*/ 443451 w 2069471"/>
                  <a:gd name="connsiteY11" fmla="*/ 2717996 h 2891260"/>
                  <a:gd name="connsiteX12" fmla="*/ 45517 w 2069471"/>
                  <a:gd name="connsiteY12" fmla="*/ 2184596 h 2891260"/>
                  <a:gd name="connsiteX13" fmla="*/ 20117 w 2069471"/>
                  <a:gd name="connsiteY13" fmla="*/ 1227862 h 2891260"/>
                  <a:gd name="connsiteX0" fmla="*/ 42794 w 2092148"/>
                  <a:gd name="connsiteY0" fmla="*/ 1227862 h 2891260"/>
                  <a:gd name="connsiteX1" fmla="*/ 169794 w 2092148"/>
                  <a:gd name="connsiteY1" fmla="*/ 939996 h 2891260"/>
                  <a:gd name="connsiteX2" fmla="*/ 601594 w 2092148"/>
                  <a:gd name="connsiteY2" fmla="*/ 448929 h 2891260"/>
                  <a:gd name="connsiteX3" fmla="*/ 813261 w 2092148"/>
                  <a:gd name="connsiteY3" fmla="*/ 135662 h 2891260"/>
                  <a:gd name="connsiteX4" fmla="*/ 1007994 w 2092148"/>
                  <a:gd name="connsiteY4" fmla="*/ 196 h 2891260"/>
                  <a:gd name="connsiteX5" fmla="*/ 1219661 w 2092148"/>
                  <a:gd name="connsiteY5" fmla="*/ 161062 h 2891260"/>
                  <a:gd name="connsiteX6" fmla="*/ 1566794 w 2092148"/>
                  <a:gd name="connsiteY6" fmla="*/ 660596 h 2891260"/>
                  <a:gd name="connsiteX7" fmla="*/ 1964728 w 2092148"/>
                  <a:gd name="connsiteY7" fmla="*/ 1007729 h 2891260"/>
                  <a:gd name="connsiteX8" fmla="*/ 2083261 w 2092148"/>
                  <a:gd name="connsiteY8" fmla="*/ 1414129 h 2891260"/>
                  <a:gd name="connsiteX9" fmla="*/ 1990128 w 2092148"/>
                  <a:gd name="connsiteY9" fmla="*/ 2286196 h 2891260"/>
                  <a:gd name="connsiteX10" fmla="*/ 1253528 w 2092148"/>
                  <a:gd name="connsiteY10" fmla="*/ 2870396 h 2891260"/>
                  <a:gd name="connsiteX11" fmla="*/ 466128 w 2092148"/>
                  <a:gd name="connsiteY11" fmla="*/ 2717996 h 2891260"/>
                  <a:gd name="connsiteX12" fmla="*/ 34327 w 2092148"/>
                  <a:gd name="connsiteY12" fmla="*/ 2226929 h 2891260"/>
                  <a:gd name="connsiteX13" fmla="*/ 42794 w 2092148"/>
                  <a:gd name="connsiteY13" fmla="*/ 1227862 h 2891260"/>
                  <a:gd name="connsiteX0" fmla="*/ 44668 w 2094022"/>
                  <a:gd name="connsiteY0" fmla="*/ 1227862 h 2891260"/>
                  <a:gd name="connsiteX1" fmla="*/ 171668 w 2094022"/>
                  <a:gd name="connsiteY1" fmla="*/ 939996 h 2891260"/>
                  <a:gd name="connsiteX2" fmla="*/ 603468 w 2094022"/>
                  <a:gd name="connsiteY2" fmla="*/ 448929 h 2891260"/>
                  <a:gd name="connsiteX3" fmla="*/ 815135 w 2094022"/>
                  <a:gd name="connsiteY3" fmla="*/ 135662 h 2891260"/>
                  <a:gd name="connsiteX4" fmla="*/ 1009868 w 2094022"/>
                  <a:gd name="connsiteY4" fmla="*/ 196 h 2891260"/>
                  <a:gd name="connsiteX5" fmla="*/ 1221535 w 2094022"/>
                  <a:gd name="connsiteY5" fmla="*/ 161062 h 2891260"/>
                  <a:gd name="connsiteX6" fmla="*/ 1568668 w 2094022"/>
                  <a:gd name="connsiteY6" fmla="*/ 660596 h 2891260"/>
                  <a:gd name="connsiteX7" fmla="*/ 1966602 w 2094022"/>
                  <a:gd name="connsiteY7" fmla="*/ 1007729 h 2891260"/>
                  <a:gd name="connsiteX8" fmla="*/ 2085135 w 2094022"/>
                  <a:gd name="connsiteY8" fmla="*/ 1414129 h 2891260"/>
                  <a:gd name="connsiteX9" fmla="*/ 1992002 w 2094022"/>
                  <a:gd name="connsiteY9" fmla="*/ 2286196 h 2891260"/>
                  <a:gd name="connsiteX10" fmla="*/ 1255402 w 2094022"/>
                  <a:gd name="connsiteY10" fmla="*/ 2870396 h 2891260"/>
                  <a:gd name="connsiteX11" fmla="*/ 493402 w 2094022"/>
                  <a:gd name="connsiteY11" fmla="*/ 2717996 h 2891260"/>
                  <a:gd name="connsiteX12" fmla="*/ 36201 w 2094022"/>
                  <a:gd name="connsiteY12" fmla="*/ 2226929 h 2891260"/>
                  <a:gd name="connsiteX13" fmla="*/ 44668 w 2094022"/>
                  <a:gd name="connsiteY13" fmla="*/ 1227862 h 2891260"/>
                  <a:gd name="connsiteX0" fmla="*/ 44668 w 2094022"/>
                  <a:gd name="connsiteY0" fmla="*/ 1227862 h 2898688"/>
                  <a:gd name="connsiteX1" fmla="*/ 171668 w 2094022"/>
                  <a:gd name="connsiteY1" fmla="*/ 939996 h 2898688"/>
                  <a:gd name="connsiteX2" fmla="*/ 603468 w 2094022"/>
                  <a:gd name="connsiteY2" fmla="*/ 448929 h 2898688"/>
                  <a:gd name="connsiteX3" fmla="*/ 815135 w 2094022"/>
                  <a:gd name="connsiteY3" fmla="*/ 135662 h 2898688"/>
                  <a:gd name="connsiteX4" fmla="*/ 1009868 w 2094022"/>
                  <a:gd name="connsiteY4" fmla="*/ 196 h 2898688"/>
                  <a:gd name="connsiteX5" fmla="*/ 1221535 w 2094022"/>
                  <a:gd name="connsiteY5" fmla="*/ 161062 h 2898688"/>
                  <a:gd name="connsiteX6" fmla="*/ 1568668 w 2094022"/>
                  <a:gd name="connsiteY6" fmla="*/ 660596 h 2898688"/>
                  <a:gd name="connsiteX7" fmla="*/ 1966602 w 2094022"/>
                  <a:gd name="connsiteY7" fmla="*/ 1007729 h 2898688"/>
                  <a:gd name="connsiteX8" fmla="*/ 2085135 w 2094022"/>
                  <a:gd name="connsiteY8" fmla="*/ 1414129 h 2898688"/>
                  <a:gd name="connsiteX9" fmla="*/ 1992002 w 2094022"/>
                  <a:gd name="connsiteY9" fmla="*/ 2286196 h 2898688"/>
                  <a:gd name="connsiteX10" fmla="*/ 1255402 w 2094022"/>
                  <a:gd name="connsiteY10" fmla="*/ 2870396 h 2898688"/>
                  <a:gd name="connsiteX11" fmla="*/ 493402 w 2094022"/>
                  <a:gd name="connsiteY11" fmla="*/ 2717996 h 2898688"/>
                  <a:gd name="connsiteX12" fmla="*/ 36201 w 2094022"/>
                  <a:gd name="connsiteY12" fmla="*/ 2226929 h 2898688"/>
                  <a:gd name="connsiteX13" fmla="*/ 44668 w 2094022"/>
                  <a:gd name="connsiteY13" fmla="*/ 1227862 h 2898688"/>
                  <a:gd name="connsiteX0" fmla="*/ 55922 w 2105276"/>
                  <a:gd name="connsiteY0" fmla="*/ 1227862 h 2917451"/>
                  <a:gd name="connsiteX1" fmla="*/ 182922 w 2105276"/>
                  <a:gd name="connsiteY1" fmla="*/ 939996 h 2917451"/>
                  <a:gd name="connsiteX2" fmla="*/ 614722 w 2105276"/>
                  <a:gd name="connsiteY2" fmla="*/ 448929 h 2917451"/>
                  <a:gd name="connsiteX3" fmla="*/ 826389 w 2105276"/>
                  <a:gd name="connsiteY3" fmla="*/ 135662 h 2917451"/>
                  <a:gd name="connsiteX4" fmla="*/ 1021122 w 2105276"/>
                  <a:gd name="connsiteY4" fmla="*/ 196 h 2917451"/>
                  <a:gd name="connsiteX5" fmla="*/ 1232789 w 2105276"/>
                  <a:gd name="connsiteY5" fmla="*/ 161062 h 2917451"/>
                  <a:gd name="connsiteX6" fmla="*/ 1579922 w 2105276"/>
                  <a:gd name="connsiteY6" fmla="*/ 660596 h 2917451"/>
                  <a:gd name="connsiteX7" fmla="*/ 1977856 w 2105276"/>
                  <a:gd name="connsiteY7" fmla="*/ 1007729 h 2917451"/>
                  <a:gd name="connsiteX8" fmla="*/ 2096389 w 2105276"/>
                  <a:gd name="connsiteY8" fmla="*/ 1414129 h 2917451"/>
                  <a:gd name="connsiteX9" fmla="*/ 2003256 w 2105276"/>
                  <a:gd name="connsiteY9" fmla="*/ 2286196 h 2917451"/>
                  <a:gd name="connsiteX10" fmla="*/ 1266656 w 2105276"/>
                  <a:gd name="connsiteY10" fmla="*/ 2870396 h 2917451"/>
                  <a:gd name="connsiteX11" fmla="*/ 657056 w 2105276"/>
                  <a:gd name="connsiteY11" fmla="*/ 2777263 h 2917451"/>
                  <a:gd name="connsiteX12" fmla="*/ 47455 w 2105276"/>
                  <a:gd name="connsiteY12" fmla="*/ 2226929 h 2917451"/>
                  <a:gd name="connsiteX13" fmla="*/ 55922 w 2105276"/>
                  <a:gd name="connsiteY13" fmla="*/ 1227862 h 2917451"/>
                  <a:gd name="connsiteX0" fmla="*/ 55922 w 2105276"/>
                  <a:gd name="connsiteY0" fmla="*/ 1227862 h 2922144"/>
                  <a:gd name="connsiteX1" fmla="*/ 182922 w 2105276"/>
                  <a:gd name="connsiteY1" fmla="*/ 939996 h 2922144"/>
                  <a:gd name="connsiteX2" fmla="*/ 614722 w 2105276"/>
                  <a:gd name="connsiteY2" fmla="*/ 448929 h 2922144"/>
                  <a:gd name="connsiteX3" fmla="*/ 826389 w 2105276"/>
                  <a:gd name="connsiteY3" fmla="*/ 135662 h 2922144"/>
                  <a:gd name="connsiteX4" fmla="*/ 1021122 w 2105276"/>
                  <a:gd name="connsiteY4" fmla="*/ 196 h 2922144"/>
                  <a:gd name="connsiteX5" fmla="*/ 1232789 w 2105276"/>
                  <a:gd name="connsiteY5" fmla="*/ 161062 h 2922144"/>
                  <a:gd name="connsiteX6" fmla="*/ 1579922 w 2105276"/>
                  <a:gd name="connsiteY6" fmla="*/ 660596 h 2922144"/>
                  <a:gd name="connsiteX7" fmla="*/ 1977856 w 2105276"/>
                  <a:gd name="connsiteY7" fmla="*/ 1007729 h 2922144"/>
                  <a:gd name="connsiteX8" fmla="*/ 2096389 w 2105276"/>
                  <a:gd name="connsiteY8" fmla="*/ 1414129 h 2922144"/>
                  <a:gd name="connsiteX9" fmla="*/ 2003256 w 2105276"/>
                  <a:gd name="connsiteY9" fmla="*/ 2286196 h 2922144"/>
                  <a:gd name="connsiteX10" fmla="*/ 1266656 w 2105276"/>
                  <a:gd name="connsiteY10" fmla="*/ 2870396 h 2922144"/>
                  <a:gd name="connsiteX11" fmla="*/ 657056 w 2105276"/>
                  <a:gd name="connsiteY11" fmla="*/ 2777263 h 2922144"/>
                  <a:gd name="connsiteX12" fmla="*/ 47455 w 2105276"/>
                  <a:gd name="connsiteY12" fmla="*/ 2226929 h 2922144"/>
                  <a:gd name="connsiteX13" fmla="*/ 55922 w 2105276"/>
                  <a:gd name="connsiteY13" fmla="*/ 1227862 h 2922144"/>
                  <a:gd name="connsiteX0" fmla="*/ 55922 w 2101719"/>
                  <a:gd name="connsiteY0" fmla="*/ 1227862 h 2916769"/>
                  <a:gd name="connsiteX1" fmla="*/ 182922 w 2101719"/>
                  <a:gd name="connsiteY1" fmla="*/ 939996 h 2916769"/>
                  <a:gd name="connsiteX2" fmla="*/ 614722 w 2101719"/>
                  <a:gd name="connsiteY2" fmla="*/ 448929 h 2916769"/>
                  <a:gd name="connsiteX3" fmla="*/ 826389 w 2101719"/>
                  <a:gd name="connsiteY3" fmla="*/ 135662 h 2916769"/>
                  <a:gd name="connsiteX4" fmla="*/ 1021122 w 2101719"/>
                  <a:gd name="connsiteY4" fmla="*/ 196 h 2916769"/>
                  <a:gd name="connsiteX5" fmla="*/ 1232789 w 2101719"/>
                  <a:gd name="connsiteY5" fmla="*/ 161062 h 2916769"/>
                  <a:gd name="connsiteX6" fmla="*/ 1579922 w 2101719"/>
                  <a:gd name="connsiteY6" fmla="*/ 660596 h 2916769"/>
                  <a:gd name="connsiteX7" fmla="*/ 1977856 w 2101719"/>
                  <a:gd name="connsiteY7" fmla="*/ 1007729 h 2916769"/>
                  <a:gd name="connsiteX8" fmla="*/ 2096389 w 2101719"/>
                  <a:gd name="connsiteY8" fmla="*/ 1414129 h 2916769"/>
                  <a:gd name="connsiteX9" fmla="*/ 2003256 w 2101719"/>
                  <a:gd name="connsiteY9" fmla="*/ 2286196 h 2916769"/>
                  <a:gd name="connsiteX10" fmla="*/ 1351323 w 2101719"/>
                  <a:gd name="connsiteY10" fmla="*/ 2861929 h 2916769"/>
                  <a:gd name="connsiteX11" fmla="*/ 657056 w 2101719"/>
                  <a:gd name="connsiteY11" fmla="*/ 2777263 h 2916769"/>
                  <a:gd name="connsiteX12" fmla="*/ 47455 w 2101719"/>
                  <a:gd name="connsiteY12" fmla="*/ 2226929 h 2916769"/>
                  <a:gd name="connsiteX13" fmla="*/ 55922 w 2101719"/>
                  <a:gd name="connsiteY13" fmla="*/ 1227862 h 2916769"/>
                  <a:gd name="connsiteX0" fmla="*/ 55922 w 2098375"/>
                  <a:gd name="connsiteY0" fmla="*/ 1227862 h 2927727"/>
                  <a:gd name="connsiteX1" fmla="*/ 182922 w 2098375"/>
                  <a:gd name="connsiteY1" fmla="*/ 939996 h 2927727"/>
                  <a:gd name="connsiteX2" fmla="*/ 614722 w 2098375"/>
                  <a:gd name="connsiteY2" fmla="*/ 448929 h 2927727"/>
                  <a:gd name="connsiteX3" fmla="*/ 826389 w 2098375"/>
                  <a:gd name="connsiteY3" fmla="*/ 135662 h 2927727"/>
                  <a:gd name="connsiteX4" fmla="*/ 1021122 w 2098375"/>
                  <a:gd name="connsiteY4" fmla="*/ 196 h 2927727"/>
                  <a:gd name="connsiteX5" fmla="*/ 1232789 w 2098375"/>
                  <a:gd name="connsiteY5" fmla="*/ 161062 h 2927727"/>
                  <a:gd name="connsiteX6" fmla="*/ 1579922 w 2098375"/>
                  <a:gd name="connsiteY6" fmla="*/ 660596 h 2927727"/>
                  <a:gd name="connsiteX7" fmla="*/ 1977856 w 2098375"/>
                  <a:gd name="connsiteY7" fmla="*/ 1007729 h 2927727"/>
                  <a:gd name="connsiteX8" fmla="*/ 2096389 w 2098375"/>
                  <a:gd name="connsiteY8" fmla="*/ 1414129 h 2927727"/>
                  <a:gd name="connsiteX9" fmla="*/ 2003256 w 2098375"/>
                  <a:gd name="connsiteY9" fmla="*/ 2286196 h 2927727"/>
                  <a:gd name="connsiteX10" fmla="*/ 1469856 w 2098375"/>
                  <a:gd name="connsiteY10" fmla="*/ 2878862 h 2927727"/>
                  <a:gd name="connsiteX11" fmla="*/ 657056 w 2098375"/>
                  <a:gd name="connsiteY11" fmla="*/ 2777263 h 2927727"/>
                  <a:gd name="connsiteX12" fmla="*/ 47455 w 2098375"/>
                  <a:gd name="connsiteY12" fmla="*/ 2226929 h 2927727"/>
                  <a:gd name="connsiteX13" fmla="*/ 55922 w 2098375"/>
                  <a:gd name="connsiteY13" fmla="*/ 1227862 h 2927727"/>
                  <a:gd name="connsiteX0" fmla="*/ 55922 w 2098375"/>
                  <a:gd name="connsiteY0" fmla="*/ 1227862 h 2964992"/>
                  <a:gd name="connsiteX1" fmla="*/ 182922 w 2098375"/>
                  <a:gd name="connsiteY1" fmla="*/ 939996 h 2964992"/>
                  <a:gd name="connsiteX2" fmla="*/ 614722 w 2098375"/>
                  <a:gd name="connsiteY2" fmla="*/ 448929 h 2964992"/>
                  <a:gd name="connsiteX3" fmla="*/ 826389 w 2098375"/>
                  <a:gd name="connsiteY3" fmla="*/ 135662 h 2964992"/>
                  <a:gd name="connsiteX4" fmla="*/ 1021122 w 2098375"/>
                  <a:gd name="connsiteY4" fmla="*/ 196 h 2964992"/>
                  <a:gd name="connsiteX5" fmla="*/ 1232789 w 2098375"/>
                  <a:gd name="connsiteY5" fmla="*/ 161062 h 2964992"/>
                  <a:gd name="connsiteX6" fmla="*/ 1579922 w 2098375"/>
                  <a:gd name="connsiteY6" fmla="*/ 660596 h 2964992"/>
                  <a:gd name="connsiteX7" fmla="*/ 1977856 w 2098375"/>
                  <a:gd name="connsiteY7" fmla="*/ 1007729 h 2964992"/>
                  <a:gd name="connsiteX8" fmla="*/ 2096389 w 2098375"/>
                  <a:gd name="connsiteY8" fmla="*/ 1414129 h 2964992"/>
                  <a:gd name="connsiteX9" fmla="*/ 2003256 w 2098375"/>
                  <a:gd name="connsiteY9" fmla="*/ 2286196 h 2964992"/>
                  <a:gd name="connsiteX10" fmla="*/ 1469856 w 2098375"/>
                  <a:gd name="connsiteY10" fmla="*/ 2878862 h 2964992"/>
                  <a:gd name="connsiteX11" fmla="*/ 657056 w 2098375"/>
                  <a:gd name="connsiteY11" fmla="*/ 2777263 h 2964992"/>
                  <a:gd name="connsiteX12" fmla="*/ 47455 w 2098375"/>
                  <a:gd name="connsiteY12" fmla="*/ 2226929 h 2964992"/>
                  <a:gd name="connsiteX13" fmla="*/ 55922 w 2098375"/>
                  <a:gd name="connsiteY13" fmla="*/ 1227862 h 2964992"/>
                  <a:gd name="connsiteX0" fmla="*/ 55922 w 2097624"/>
                  <a:gd name="connsiteY0" fmla="*/ 1227862 h 2942280"/>
                  <a:gd name="connsiteX1" fmla="*/ 182922 w 2097624"/>
                  <a:gd name="connsiteY1" fmla="*/ 939996 h 2942280"/>
                  <a:gd name="connsiteX2" fmla="*/ 614722 w 2097624"/>
                  <a:gd name="connsiteY2" fmla="*/ 448929 h 2942280"/>
                  <a:gd name="connsiteX3" fmla="*/ 826389 w 2097624"/>
                  <a:gd name="connsiteY3" fmla="*/ 135662 h 2942280"/>
                  <a:gd name="connsiteX4" fmla="*/ 1021122 w 2097624"/>
                  <a:gd name="connsiteY4" fmla="*/ 196 h 2942280"/>
                  <a:gd name="connsiteX5" fmla="*/ 1232789 w 2097624"/>
                  <a:gd name="connsiteY5" fmla="*/ 161062 h 2942280"/>
                  <a:gd name="connsiteX6" fmla="*/ 1579922 w 2097624"/>
                  <a:gd name="connsiteY6" fmla="*/ 660596 h 2942280"/>
                  <a:gd name="connsiteX7" fmla="*/ 1977856 w 2097624"/>
                  <a:gd name="connsiteY7" fmla="*/ 1007729 h 2942280"/>
                  <a:gd name="connsiteX8" fmla="*/ 2096389 w 2097624"/>
                  <a:gd name="connsiteY8" fmla="*/ 1414129 h 2942280"/>
                  <a:gd name="connsiteX9" fmla="*/ 2003256 w 2097624"/>
                  <a:gd name="connsiteY9" fmla="*/ 2286196 h 2942280"/>
                  <a:gd name="connsiteX10" fmla="*/ 1520656 w 2097624"/>
                  <a:gd name="connsiteY10" fmla="*/ 2844996 h 2942280"/>
                  <a:gd name="connsiteX11" fmla="*/ 657056 w 2097624"/>
                  <a:gd name="connsiteY11" fmla="*/ 2777263 h 2942280"/>
                  <a:gd name="connsiteX12" fmla="*/ 47455 w 2097624"/>
                  <a:gd name="connsiteY12" fmla="*/ 2226929 h 2942280"/>
                  <a:gd name="connsiteX13" fmla="*/ 55922 w 2097624"/>
                  <a:gd name="connsiteY13" fmla="*/ 1227862 h 2942280"/>
                  <a:gd name="connsiteX0" fmla="*/ 55922 w 2097143"/>
                  <a:gd name="connsiteY0" fmla="*/ 1227862 h 2899624"/>
                  <a:gd name="connsiteX1" fmla="*/ 182922 w 2097143"/>
                  <a:gd name="connsiteY1" fmla="*/ 939996 h 2899624"/>
                  <a:gd name="connsiteX2" fmla="*/ 614722 w 2097143"/>
                  <a:gd name="connsiteY2" fmla="*/ 448929 h 2899624"/>
                  <a:gd name="connsiteX3" fmla="*/ 826389 w 2097143"/>
                  <a:gd name="connsiteY3" fmla="*/ 135662 h 2899624"/>
                  <a:gd name="connsiteX4" fmla="*/ 1021122 w 2097143"/>
                  <a:gd name="connsiteY4" fmla="*/ 196 h 2899624"/>
                  <a:gd name="connsiteX5" fmla="*/ 1232789 w 2097143"/>
                  <a:gd name="connsiteY5" fmla="*/ 161062 h 2899624"/>
                  <a:gd name="connsiteX6" fmla="*/ 1579922 w 2097143"/>
                  <a:gd name="connsiteY6" fmla="*/ 660596 h 2899624"/>
                  <a:gd name="connsiteX7" fmla="*/ 1977856 w 2097143"/>
                  <a:gd name="connsiteY7" fmla="*/ 1007729 h 2899624"/>
                  <a:gd name="connsiteX8" fmla="*/ 2096389 w 2097143"/>
                  <a:gd name="connsiteY8" fmla="*/ 1414129 h 2899624"/>
                  <a:gd name="connsiteX9" fmla="*/ 2003256 w 2097143"/>
                  <a:gd name="connsiteY9" fmla="*/ 2286196 h 2899624"/>
                  <a:gd name="connsiteX10" fmla="*/ 1579923 w 2097143"/>
                  <a:gd name="connsiteY10" fmla="*/ 2768796 h 2899624"/>
                  <a:gd name="connsiteX11" fmla="*/ 657056 w 2097143"/>
                  <a:gd name="connsiteY11" fmla="*/ 2777263 h 2899624"/>
                  <a:gd name="connsiteX12" fmla="*/ 47455 w 2097143"/>
                  <a:gd name="connsiteY12" fmla="*/ 2226929 h 2899624"/>
                  <a:gd name="connsiteX13" fmla="*/ 55922 w 2097143"/>
                  <a:gd name="connsiteY13" fmla="*/ 1227862 h 2899624"/>
                  <a:gd name="connsiteX0" fmla="*/ 55922 w 2097143"/>
                  <a:gd name="connsiteY0" fmla="*/ 1227862 h 2902718"/>
                  <a:gd name="connsiteX1" fmla="*/ 182922 w 2097143"/>
                  <a:gd name="connsiteY1" fmla="*/ 939996 h 2902718"/>
                  <a:gd name="connsiteX2" fmla="*/ 614722 w 2097143"/>
                  <a:gd name="connsiteY2" fmla="*/ 448929 h 2902718"/>
                  <a:gd name="connsiteX3" fmla="*/ 826389 w 2097143"/>
                  <a:gd name="connsiteY3" fmla="*/ 135662 h 2902718"/>
                  <a:gd name="connsiteX4" fmla="*/ 1021122 w 2097143"/>
                  <a:gd name="connsiteY4" fmla="*/ 196 h 2902718"/>
                  <a:gd name="connsiteX5" fmla="*/ 1232789 w 2097143"/>
                  <a:gd name="connsiteY5" fmla="*/ 161062 h 2902718"/>
                  <a:gd name="connsiteX6" fmla="*/ 1579922 w 2097143"/>
                  <a:gd name="connsiteY6" fmla="*/ 660596 h 2902718"/>
                  <a:gd name="connsiteX7" fmla="*/ 1977856 w 2097143"/>
                  <a:gd name="connsiteY7" fmla="*/ 1007729 h 2902718"/>
                  <a:gd name="connsiteX8" fmla="*/ 2096389 w 2097143"/>
                  <a:gd name="connsiteY8" fmla="*/ 1414129 h 2902718"/>
                  <a:gd name="connsiteX9" fmla="*/ 2003256 w 2097143"/>
                  <a:gd name="connsiteY9" fmla="*/ 2286196 h 2902718"/>
                  <a:gd name="connsiteX10" fmla="*/ 1579923 w 2097143"/>
                  <a:gd name="connsiteY10" fmla="*/ 2768796 h 2902718"/>
                  <a:gd name="connsiteX11" fmla="*/ 657056 w 2097143"/>
                  <a:gd name="connsiteY11" fmla="*/ 2777263 h 2902718"/>
                  <a:gd name="connsiteX12" fmla="*/ 47455 w 2097143"/>
                  <a:gd name="connsiteY12" fmla="*/ 2226929 h 2902718"/>
                  <a:gd name="connsiteX13" fmla="*/ 55922 w 2097143"/>
                  <a:gd name="connsiteY13" fmla="*/ 1227862 h 2902718"/>
                  <a:gd name="connsiteX0" fmla="*/ 43510 w 2084731"/>
                  <a:gd name="connsiteY0" fmla="*/ 1227862 h 2902718"/>
                  <a:gd name="connsiteX1" fmla="*/ 170510 w 2084731"/>
                  <a:gd name="connsiteY1" fmla="*/ 939996 h 2902718"/>
                  <a:gd name="connsiteX2" fmla="*/ 602310 w 2084731"/>
                  <a:gd name="connsiteY2" fmla="*/ 448929 h 2902718"/>
                  <a:gd name="connsiteX3" fmla="*/ 813977 w 2084731"/>
                  <a:gd name="connsiteY3" fmla="*/ 135662 h 2902718"/>
                  <a:gd name="connsiteX4" fmla="*/ 1008710 w 2084731"/>
                  <a:gd name="connsiteY4" fmla="*/ 196 h 2902718"/>
                  <a:gd name="connsiteX5" fmla="*/ 1220377 w 2084731"/>
                  <a:gd name="connsiteY5" fmla="*/ 161062 h 2902718"/>
                  <a:gd name="connsiteX6" fmla="*/ 1567510 w 2084731"/>
                  <a:gd name="connsiteY6" fmla="*/ 660596 h 2902718"/>
                  <a:gd name="connsiteX7" fmla="*/ 1965444 w 2084731"/>
                  <a:gd name="connsiteY7" fmla="*/ 1007729 h 2902718"/>
                  <a:gd name="connsiteX8" fmla="*/ 2083977 w 2084731"/>
                  <a:gd name="connsiteY8" fmla="*/ 1414129 h 2902718"/>
                  <a:gd name="connsiteX9" fmla="*/ 1990844 w 2084731"/>
                  <a:gd name="connsiteY9" fmla="*/ 2286196 h 2902718"/>
                  <a:gd name="connsiteX10" fmla="*/ 1567511 w 2084731"/>
                  <a:gd name="connsiteY10" fmla="*/ 2768796 h 2902718"/>
                  <a:gd name="connsiteX11" fmla="*/ 644644 w 2084731"/>
                  <a:gd name="connsiteY11" fmla="*/ 2777263 h 2902718"/>
                  <a:gd name="connsiteX12" fmla="*/ 51976 w 2084731"/>
                  <a:gd name="connsiteY12" fmla="*/ 2252329 h 2902718"/>
                  <a:gd name="connsiteX13" fmla="*/ 43510 w 2084731"/>
                  <a:gd name="connsiteY13" fmla="*/ 1227862 h 2902718"/>
                  <a:gd name="connsiteX0" fmla="*/ 43510 w 2087156"/>
                  <a:gd name="connsiteY0" fmla="*/ 1227862 h 2875861"/>
                  <a:gd name="connsiteX1" fmla="*/ 170510 w 2087156"/>
                  <a:gd name="connsiteY1" fmla="*/ 939996 h 2875861"/>
                  <a:gd name="connsiteX2" fmla="*/ 602310 w 2087156"/>
                  <a:gd name="connsiteY2" fmla="*/ 448929 h 2875861"/>
                  <a:gd name="connsiteX3" fmla="*/ 813977 w 2087156"/>
                  <a:gd name="connsiteY3" fmla="*/ 135662 h 2875861"/>
                  <a:gd name="connsiteX4" fmla="*/ 1008710 w 2087156"/>
                  <a:gd name="connsiteY4" fmla="*/ 196 h 2875861"/>
                  <a:gd name="connsiteX5" fmla="*/ 1220377 w 2087156"/>
                  <a:gd name="connsiteY5" fmla="*/ 161062 h 2875861"/>
                  <a:gd name="connsiteX6" fmla="*/ 1567510 w 2087156"/>
                  <a:gd name="connsiteY6" fmla="*/ 660596 h 2875861"/>
                  <a:gd name="connsiteX7" fmla="*/ 1965444 w 2087156"/>
                  <a:gd name="connsiteY7" fmla="*/ 1007729 h 2875861"/>
                  <a:gd name="connsiteX8" fmla="*/ 2083977 w 2087156"/>
                  <a:gd name="connsiteY8" fmla="*/ 1414129 h 2875861"/>
                  <a:gd name="connsiteX9" fmla="*/ 2007778 w 2087156"/>
                  <a:gd name="connsiteY9" fmla="*/ 2201529 h 2875861"/>
                  <a:gd name="connsiteX10" fmla="*/ 1567511 w 2087156"/>
                  <a:gd name="connsiteY10" fmla="*/ 2768796 h 2875861"/>
                  <a:gd name="connsiteX11" fmla="*/ 644644 w 2087156"/>
                  <a:gd name="connsiteY11" fmla="*/ 2777263 h 2875861"/>
                  <a:gd name="connsiteX12" fmla="*/ 51976 w 2087156"/>
                  <a:gd name="connsiteY12" fmla="*/ 2252329 h 2875861"/>
                  <a:gd name="connsiteX13" fmla="*/ 43510 w 2087156"/>
                  <a:gd name="connsiteY13" fmla="*/ 1227862 h 2875861"/>
                  <a:gd name="connsiteX0" fmla="*/ 43510 w 2091268"/>
                  <a:gd name="connsiteY0" fmla="*/ 1227862 h 2882654"/>
                  <a:gd name="connsiteX1" fmla="*/ 170510 w 2091268"/>
                  <a:gd name="connsiteY1" fmla="*/ 939996 h 2882654"/>
                  <a:gd name="connsiteX2" fmla="*/ 602310 w 2091268"/>
                  <a:gd name="connsiteY2" fmla="*/ 448929 h 2882654"/>
                  <a:gd name="connsiteX3" fmla="*/ 813977 w 2091268"/>
                  <a:gd name="connsiteY3" fmla="*/ 135662 h 2882654"/>
                  <a:gd name="connsiteX4" fmla="*/ 1008710 w 2091268"/>
                  <a:gd name="connsiteY4" fmla="*/ 196 h 2882654"/>
                  <a:gd name="connsiteX5" fmla="*/ 1220377 w 2091268"/>
                  <a:gd name="connsiteY5" fmla="*/ 161062 h 2882654"/>
                  <a:gd name="connsiteX6" fmla="*/ 1567510 w 2091268"/>
                  <a:gd name="connsiteY6" fmla="*/ 660596 h 2882654"/>
                  <a:gd name="connsiteX7" fmla="*/ 1965444 w 2091268"/>
                  <a:gd name="connsiteY7" fmla="*/ 1007729 h 2882654"/>
                  <a:gd name="connsiteX8" fmla="*/ 2083977 w 2091268"/>
                  <a:gd name="connsiteY8" fmla="*/ 1414129 h 2882654"/>
                  <a:gd name="connsiteX9" fmla="*/ 2007778 w 2091268"/>
                  <a:gd name="connsiteY9" fmla="*/ 2201529 h 2882654"/>
                  <a:gd name="connsiteX10" fmla="*/ 1440511 w 2091268"/>
                  <a:gd name="connsiteY10" fmla="*/ 2785730 h 2882654"/>
                  <a:gd name="connsiteX11" fmla="*/ 644644 w 2091268"/>
                  <a:gd name="connsiteY11" fmla="*/ 2777263 h 2882654"/>
                  <a:gd name="connsiteX12" fmla="*/ 51976 w 2091268"/>
                  <a:gd name="connsiteY12" fmla="*/ 2252329 h 2882654"/>
                  <a:gd name="connsiteX13" fmla="*/ 43510 w 2091268"/>
                  <a:gd name="connsiteY13" fmla="*/ 1227862 h 2882654"/>
                  <a:gd name="connsiteX0" fmla="*/ 43510 w 2091268"/>
                  <a:gd name="connsiteY0" fmla="*/ 1227862 h 2910175"/>
                  <a:gd name="connsiteX1" fmla="*/ 170510 w 2091268"/>
                  <a:gd name="connsiteY1" fmla="*/ 939996 h 2910175"/>
                  <a:gd name="connsiteX2" fmla="*/ 602310 w 2091268"/>
                  <a:gd name="connsiteY2" fmla="*/ 448929 h 2910175"/>
                  <a:gd name="connsiteX3" fmla="*/ 813977 w 2091268"/>
                  <a:gd name="connsiteY3" fmla="*/ 135662 h 2910175"/>
                  <a:gd name="connsiteX4" fmla="*/ 1008710 w 2091268"/>
                  <a:gd name="connsiteY4" fmla="*/ 196 h 2910175"/>
                  <a:gd name="connsiteX5" fmla="*/ 1220377 w 2091268"/>
                  <a:gd name="connsiteY5" fmla="*/ 161062 h 2910175"/>
                  <a:gd name="connsiteX6" fmla="*/ 1567510 w 2091268"/>
                  <a:gd name="connsiteY6" fmla="*/ 660596 h 2910175"/>
                  <a:gd name="connsiteX7" fmla="*/ 1965444 w 2091268"/>
                  <a:gd name="connsiteY7" fmla="*/ 1007729 h 2910175"/>
                  <a:gd name="connsiteX8" fmla="*/ 2083977 w 2091268"/>
                  <a:gd name="connsiteY8" fmla="*/ 1414129 h 2910175"/>
                  <a:gd name="connsiteX9" fmla="*/ 2007778 w 2091268"/>
                  <a:gd name="connsiteY9" fmla="*/ 2201529 h 2910175"/>
                  <a:gd name="connsiteX10" fmla="*/ 1440511 w 2091268"/>
                  <a:gd name="connsiteY10" fmla="*/ 2785730 h 2910175"/>
                  <a:gd name="connsiteX11" fmla="*/ 644644 w 2091268"/>
                  <a:gd name="connsiteY11" fmla="*/ 2777263 h 2910175"/>
                  <a:gd name="connsiteX12" fmla="*/ 51976 w 2091268"/>
                  <a:gd name="connsiteY12" fmla="*/ 2252329 h 2910175"/>
                  <a:gd name="connsiteX13" fmla="*/ 43510 w 2091268"/>
                  <a:gd name="connsiteY13" fmla="*/ 1227862 h 2910175"/>
                  <a:gd name="connsiteX0" fmla="*/ 43510 w 2091268"/>
                  <a:gd name="connsiteY0" fmla="*/ 1227862 h 2910175"/>
                  <a:gd name="connsiteX1" fmla="*/ 170510 w 2091268"/>
                  <a:gd name="connsiteY1" fmla="*/ 939996 h 2910175"/>
                  <a:gd name="connsiteX2" fmla="*/ 602310 w 2091268"/>
                  <a:gd name="connsiteY2" fmla="*/ 448929 h 2910175"/>
                  <a:gd name="connsiteX3" fmla="*/ 813977 w 2091268"/>
                  <a:gd name="connsiteY3" fmla="*/ 135662 h 2910175"/>
                  <a:gd name="connsiteX4" fmla="*/ 1008710 w 2091268"/>
                  <a:gd name="connsiteY4" fmla="*/ 196 h 2910175"/>
                  <a:gd name="connsiteX5" fmla="*/ 1220377 w 2091268"/>
                  <a:gd name="connsiteY5" fmla="*/ 161062 h 2910175"/>
                  <a:gd name="connsiteX6" fmla="*/ 1567510 w 2091268"/>
                  <a:gd name="connsiteY6" fmla="*/ 660596 h 2910175"/>
                  <a:gd name="connsiteX7" fmla="*/ 1965444 w 2091268"/>
                  <a:gd name="connsiteY7" fmla="*/ 1007729 h 2910175"/>
                  <a:gd name="connsiteX8" fmla="*/ 2083977 w 2091268"/>
                  <a:gd name="connsiteY8" fmla="*/ 1414129 h 2910175"/>
                  <a:gd name="connsiteX9" fmla="*/ 2007778 w 2091268"/>
                  <a:gd name="connsiteY9" fmla="*/ 2201529 h 2910175"/>
                  <a:gd name="connsiteX10" fmla="*/ 1440511 w 2091268"/>
                  <a:gd name="connsiteY10" fmla="*/ 2785730 h 2910175"/>
                  <a:gd name="connsiteX11" fmla="*/ 644644 w 2091268"/>
                  <a:gd name="connsiteY11" fmla="*/ 2777263 h 2910175"/>
                  <a:gd name="connsiteX12" fmla="*/ 51976 w 2091268"/>
                  <a:gd name="connsiteY12" fmla="*/ 2252329 h 2910175"/>
                  <a:gd name="connsiteX13" fmla="*/ 43510 w 2091268"/>
                  <a:gd name="connsiteY13" fmla="*/ 1227862 h 2910175"/>
                  <a:gd name="connsiteX0" fmla="*/ 43510 w 2091268"/>
                  <a:gd name="connsiteY0" fmla="*/ 1227862 h 2907110"/>
                  <a:gd name="connsiteX1" fmla="*/ 170510 w 2091268"/>
                  <a:gd name="connsiteY1" fmla="*/ 939996 h 2907110"/>
                  <a:gd name="connsiteX2" fmla="*/ 602310 w 2091268"/>
                  <a:gd name="connsiteY2" fmla="*/ 448929 h 2907110"/>
                  <a:gd name="connsiteX3" fmla="*/ 813977 w 2091268"/>
                  <a:gd name="connsiteY3" fmla="*/ 135662 h 2907110"/>
                  <a:gd name="connsiteX4" fmla="*/ 1008710 w 2091268"/>
                  <a:gd name="connsiteY4" fmla="*/ 196 h 2907110"/>
                  <a:gd name="connsiteX5" fmla="*/ 1220377 w 2091268"/>
                  <a:gd name="connsiteY5" fmla="*/ 161062 h 2907110"/>
                  <a:gd name="connsiteX6" fmla="*/ 1567510 w 2091268"/>
                  <a:gd name="connsiteY6" fmla="*/ 660596 h 2907110"/>
                  <a:gd name="connsiteX7" fmla="*/ 1965444 w 2091268"/>
                  <a:gd name="connsiteY7" fmla="*/ 1007729 h 2907110"/>
                  <a:gd name="connsiteX8" fmla="*/ 2083977 w 2091268"/>
                  <a:gd name="connsiteY8" fmla="*/ 1414129 h 2907110"/>
                  <a:gd name="connsiteX9" fmla="*/ 2007778 w 2091268"/>
                  <a:gd name="connsiteY9" fmla="*/ 2201529 h 2907110"/>
                  <a:gd name="connsiteX10" fmla="*/ 1440511 w 2091268"/>
                  <a:gd name="connsiteY10" fmla="*/ 2785730 h 2907110"/>
                  <a:gd name="connsiteX11" fmla="*/ 644644 w 2091268"/>
                  <a:gd name="connsiteY11" fmla="*/ 2777263 h 2907110"/>
                  <a:gd name="connsiteX12" fmla="*/ 51976 w 2091268"/>
                  <a:gd name="connsiteY12" fmla="*/ 2252329 h 2907110"/>
                  <a:gd name="connsiteX13" fmla="*/ 43510 w 2091268"/>
                  <a:gd name="connsiteY13" fmla="*/ 1227862 h 2907110"/>
                  <a:gd name="connsiteX0" fmla="*/ 43510 w 2091268"/>
                  <a:gd name="connsiteY0" fmla="*/ 1227862 h 2916434"/>
                  <a:gd name="connsiteX1" fmla="*/ 170510 w 2091268"/>
                  <a:gd name="connsiteY1" fmla="*/ 939996 h 2916434"/>
                  <a:gd name="connsiteX2" fmla="*/ 602310 w 2091268"/>
                  <a:gd name="connsiteY2" fmla="*/ 448929 h 2916434"/>
                  <a:gd name="connsiteX3" fmla="*/ 813977 w 2091268"/>
                  <a:gd name="connsiteY3" fmla="*/ 135662 h 2916434"/>
                  <a:gd name="connsiteX4" fmla="*/ 1008710 w 2091268"/>
                  <a:gd name="connsiteY4" fmla="*/ 196 h 2916434"/>
                  <a:gd name="connsiteX5" fmla="*/ 1220377 w 2091268"/>
                  <a:gd name="connsiteY5" fmla="*/ 161062 h 2916434"/>
                  <a:gd name="connsiteX6" fmla="*/ 1567510 w 2091268"/>
                  <a:gd name="connsiteY6" fmla="*/ 660596 h 2916434"/>
                  <a:gd name="connsiteX7" fmla="*/ 1965444 w 2091268"/>
                  <a:gd name="connsiteY7" fmla="*/ 1007729 h 2916434"/>
                  <a:gd name="connsiteX8" fmla="*/ 2083977 w 2091268"/>
                  <a:gd name="connsiteY8" fmla="*/ 1414129 h 2916434"/>
                  <a:gd name="connsiteX9" fmla="*/ 2007778 w 2091268"/>
                  <a:gd name="connsiteY9" fmla="*/ 2201529 h 2916434"/>
                  <a:gd name="connsiteX10" fmla="*/ 1440511 w 2091268"/>
                  <a:gd name="connsiteY10" fmla="*/ 2785730 h 2916434"/>
                  <a:gd name="connsiteX11" fmla="*/ 644644 w 2091268"/>
                  <a:gd name="connsiteY11" fmla="*/ 2777263 h 2916434"/>
                  <a:gd name="connsiteX12" fmla="*/ 51976 w 2091268"/>
                  <a:gd name="connsiteY12" fmla="*/ 2252329 h 2916434"/>
                  <a:gd name="connsiteX13" fmla="*/ 43510 w 2091268"/>
                  <a:gd name="connsiteY13" fmla="*/ 1227862 h 2916434"/>
                  <a:gd name="connsiteX0" fmla="*/ 43510 w 2089935"/>
                  <a:gd name="connsiteY0" fmla="*/ 1227862 h 2934608"/>
                  <a:gd name="connsiteX1" fmla="*/ 170510 w 2089935"/>
                  <a:gd name="connsiteY1" fmla="*/ 939996 h 2934608"/>
                  <a:gd name="connsiteX2" fmla="*/ 602310 w 2089935"/>
                  <a:gd name="connsiteY2" fmla="*/ 448929 h 2934608"/>
                  <a:gd name="connsiteX3" fmla="*/ 813977 w 2089935"/>
                  <a:gd name="connsiteY3" fmla="*/ 135662 h 2934608"/>
                  <a:gd name="connsiteX4" fmla="*/ 1008710 w 2089935"/>
                  <a:gd name="connsiteY4" fmla="*/ 196 h 2934608"/>
                  <a:gd name="connsiteX5" fmla="*/ 1220377 w 2089935"/>
                  <a:gd name="connsiteY5" fmla="*/ 161062 h 2934608"/>
                  <a:gd name="connsiteX6" fmla="*/ 1567510 w 2089935"/>
                  <a:gd name="connsiteY6" fmla="*/ 660596 h 2934608"/>
                  <a:gd name="connsiteX7" fmla="*/ 1965444 w 2089935"/>
                  <a:gd name="connsiteY7" fmla="*/ 1007729 h 2934608"/>
                  <a:gd name="connsiteX8" fmla="*/ 2083977 w 2089935"/>
                  <a:gd name="connsiteY8" fmla="*/ 1414129 h 2934608"/>
                  <a:gd name="connsiteX9" fmla="*/ 2007778 w 2089935"/>
                  <a:gd name="connsiteY9" fmla="*/ 2201529 h 2934608"/>
                  <a:gd name="connsiteX10" fmla="*/ 1474378 w 2089935"/>
                  <a:gd name="connsiteY10" fmla="*/ 2819597 h 2934608"/>
                  <a:gd name="connsiteX11" fmla="*/ 644644 w 2089935"/>
                  <a:gd name="connsiteY11" fmla="*/ 2777263 h 2934608"/>
                  <a:gd name="connsiteX12" fmla="*/ 51976 w 2089935"/>
                  <a:gd name="connsiteY12" fmla="*/ 2252329 h 2934608"/>
                  <a:gd name="connsiteX13" fmla="*/ 43510 w 2089935"/>
                  <a:gd name="connsiteY13" fmla="*/ 1227862 h 2934608"/>
                  <a:gd name="connsiteX0" fmla="*/ 43510 w 2093073"/>
                  <a:gd name="connsiteY0" fmla="*/ 1227862 h 2900163"/>
                  <a:gd name="connsiteX1" fmla="*/ 170510 w 2093073"/>
                  <a:gd name="connsiteY1" fmla="*/ 939996 h 2900163"/>
                  <a:gd name="connsiteX2" fmla="*/ 602310 w 2093073"/>
                  <a:gd name="connsiteY2" fmla="*/ 448929 h 2900163"/>
                  <a:gd name="connsiteX3" fmla="*/ 813977 w 2093073"/>
                  <a:gd name="connsiteY3" fmla="*/ 135662 h 2900163"/>
                  <a:gd name="connsiteX4" fmla="*/ 1008710 w 2093073"/>
                  <a:gd name="connsiteY4" fmla="*/ 196 h 2900163"/>
                  <a:gd name="connsiteX5" fmla="*/ 1220377 w 2093073"/>
                  <a:gd name="connsiteY5" fmla="*/ 161062 h 2900163"/>
                  <a:gd name="connsiteX6" fmla="*/ 1567510 w 2093073"/>
                  <a:gd name="connsiteY6" fmla="*/ 660596 h 2900163"/>
                  <a:gd name="connsiteX7" fmla="*/ 1965444 w 2093073"/>
                  <a:gd name="connsiteY7" fmla="*/ 1007729 h 2900163"/>
                  <a:gd name="connsiteX8" fmla="*/ 2083977 w 2093073"/>
                  <a:gd name="connsiteY8" fmla="*/ 1414129 h 2900163"/>
                  <a:gd name="connsiteX9" fmla="*/ 2016245 w 2093073"/>
                  <a:gd name="connsiteY9" fmla="*/ 2277729 h 2900163"/>
                  <a:gd name="connsiteX10" fmla="*/ 1474378 w 2093073"/>
                  <a:gd name="connsiteY10" fmla="*/ 2819597 h 2900163"/>
                  <a:gd name="connsiteX11" fmla="*/ 644644 w 2093073"/>
                  <a:gd name="connsiteY11" fmla="*/ 2777263 h 2900163"/>
                  <a:gd name="connsiteX12" fmla="*/ 51976 w 2093073"/>
                  <a:gd name="connsiteY12" fmla="*/ 2252329 h 2900163"/>
                  <a:gd name="connsiteX13" fmla="*/ 43510 w 2093073"/>
                  <a:gd name="connsiteY13" fmla="*/ 1227862 h 2900163"/>
                  <a:gd name="connsiteX0" fmla="*/ 43510 w 2085581"/>
                  <a:gd name="connsiteY0" fmla="*/ 1227862 h 2900163"/>
                  <a:gd name="connsiteX1" fmla="*/ 170510 w 2085581"/>
                  <a:gd name="connsiteY1" fmla="*/ 939996 h 2900163"/>
                  <a:gd name="connsiteX2" fmla="*/ 602310 w 2085581"/>
                  <a:gd name="connsiteY2" fmla="*/ 448929 h 2900163"/>
                  <a:gd name="connsiteX3" fmla="*/ 813977 w 2085581"/>
                  <a:gd name="connsiteY3" fmla="*/ 135662 h 2900163"/>
                  <a:gd name="connsiteX4" fmla="*/ 1008710 w 2085581"/>
                  <a:gd name="connsiteY4" fmla="*/ 196 h 2900163"/>
                  <a:gd name="connsiteX5" fmla="*/ 1220377 w 2085581"/>
                  <a:gd name="connsiteY5" fmla="*/ 161062 h 2900163"/>
                  <a:gd name="connsiteX6" fmla="*/ 1567510 w 2085581"/>
                  <a:gd name="connsiteY6" fmla="*/ 660596 h 2900163"/>
                  <a:gd name="connsiteX7" fmla="*/ 1965444 w 2085581"/>
                  <a:gd name="connsiteY7" fmla="*/ 1007729 h 2900163"/>
                  <a:gd name="connsiteX8" fmla="*/ 2083977 w 2085581"/>
                  <a:gd name="connsiteY8" fmla="*/ 1414129 h 2900163"/>
                  <a:gd name="connsiteX9" fmla="*/ 2016245 w 2085581"/>
                  <a:gd name="connsiteY9" fmla="*/ 2277729 h 2900163"/>
                  <a:gd name="connsiteX10" fmla="*/ 1474378 w 2085581"/>
                  <a:gd name="connsiteY10" fmla="*/ 2819597 h 2900163"/>
                  <a:gd name="connsiteX11" fmla="*/ 644644 w 2085581"/>
                  <a:gd name="connsiteY11" fmla="*/ 2777263 h 2900163"/>
                  <a:gd name="connsiteX12" fmla="*/ 51976 w 2085581"/>
                  <a:gd name="connsiteY12" fmla="*/ 2252329 h 2900163"/>
                  <a:gd name="connsiteX13" fmla="*/ 43510 w 2085581"/>
                  <a:gd name="connsiteY13" fmla="*/ 1227862 h 2900163"/>
                  <a:gd name="connsiteX0" fmla="*/ 43510 w 2085581"/>
                  <a:gd name="connsiteY0" fmla="*/ 1227862 h 2922699"/>
                  <a:gd name="connsiteX1" fmla="*/ 170510 w 2085581"/>
                  <a:gd name="connsiteY1" fmla="*/ 939996 h 2922699"/>
                  <a:gd name="connsiteX2" fmla="*/ 602310 w 2085581"/>
                  <a:gd name="connsiteY2" fmla="*/ 448929 h 2922699"/>
                  <a:gd name="connsiteX3" fmla="*/ 813977 w 2085581"/>
                  <a:gd name="connsiteY3" fmla="*/ 135662 h 2922699"/>
                  <a:gd name="connsiteX4" fmla="*/ 1008710 w 2085581"/>
                  <a:gd name="connsiteY4" fmla="*/ 196 h 2922699"/>
                  <a:gd name="connsiteX5" fmla="*/ 1220377 w 2085581"/>
                  <a:gd name="connsiteY5" fmla="*/ 161062 h 2922699"/>
                  <a:gd name="connsiteX6" fmla="*/ 1567510 w 2085581"/>
                  <a:gd name="connsiteY6" fmla="*/ 660596 h 2922699"/>
                  <a:gd name="connsiteX7" fmla="*/ 1965444 w 2085581"/>
                  <a:gd name="connsiteY7" fmla="*/ 1007729 h 2922699"/>
                  <a:gd name="connsiteX8" fmla="*/ 2083977 w 2085581"/>
                  <a:gd name="connsiteY8" fmla="*/ 1414129 h 2922699"/>
                  <a:gd name="connsiteX9" fmla="*/ 2016245 w 2085581"/>
                  <a:gd name="connsiteY9" fmla="*/ 2277729 h 2922699"/>
                  <a:gd name="connsiteX10" fmla="*/ 1474378 w 2085581"/>
                  <a:gd name="connsiteY10" fmla="*/ 2819597 h 2922699"/>
                  <a:gd name="connsiteX11" fmla="*/ 644644 w 2085581"/>
                  <a:gd name="connsiteY11" fmla="*/ 2777263 h 2922699"/>
                  <a:gd name="connsiteX12" fmla="*/ 51976 w 2085581"/>
                  <a:gd name="connsiteY12" fmla="*/ 2252329 h 2922699"/>
                  <a:gd name="connsiteX13" fmla="*/ 43510 w 2085581"/>
                  <a:gd name="connsiteY13" fmla="*/ 1227862 h 2922699"/>
                  <a:gd name="connsiteX0" fmla="*/ 43510 w 2085581"/>
                  <a:gd name="connsiteY0" fmla="*/ 1227862 h 2922699"/>
                  <a:gd name="connsiteX1" fmla="*/ 170510 w 2085581"/>
                  <a:gd name="connsiteY1" fmla="*/ 939996 h 2922699"/>
                  <a:gd name="connsiteX2" fmla="*/ 602310 w 2085581"/>
                  <a:gd name="connsiteY2" fmla="*/ 448929 h 2922699"/>
                  <a:gd name="connsiteX3" fmla="*/ 813977 w 2085581"/>
                  <a:gd name="connsiteY3" fmla="*/ 135662 h 2922699"/>
                  <a:gd name="connsiteX4" fmla="*/ 1008710 w 2085581"/>
                  <a:gd name="connsiteY4" fmla="*/ 196 h 2922699"/>
                  <a:gd name="connsiteX5" fmla="*/ 1220377 w 2085581"/>
                  <a:gd name="connsiteY5" fmla="*/ 161062 h 2922699"/>
                  <a:gd name="connsiteX6" fmla="*/ 1567510 w 2085581"/>
                  <a:gd name="connsiteY6" fmla="*/ 660596 h 2922699"/>
                  <a:gd name="connsiteX7" fmla="*/ 1965444 w 2085581"/>
                  <a:gd name="connsiteY7" fmla="*/ 1007729 h 2922699"/>
                  <a:gd name="connsiteX8" fmla="*/ 2083977 w 2085581"/>
                  <a:gd name="connsiteY8" fmla="*/ 1414129 h 2922699"/>
                  <a:gd name="connsiteX9" fmla="*/ 2016245 w 2085581"/>
                  <a:gd name="connsiteY9" fmla="*/ 2277729 h 2922699"/>
                  <a:gd name="connsiteX10" fmla="*/ 1474378 w 2085581"/>
                  <a:gd name="connsiteY10" fmla="*/ 2819597 h 2922699"/>
                  <a:gd name="connsiteX11" fmla="*/ 644644 w 2085581"/>
                  <a:gd name="connsiteY11" fmla="*/ 2777263 h 2922699"/>
                  <a:gd name="connsiteX12" fmla="*/ 51976 w 2085581"/>
                  <a:gd name="connsiteY12" fmla="*/ 2252329 h 2922699"/>
                  <a:gd name="connsiteX13" fmla="*/ 43510 w 2085581"/>
                  <a:gd name="connsiteY13" fmla="*/ 1227862 h 2922699"/>
                  <a:gd name="connsiteX0" fmla="*/ 43510 w 2085581"/>
                  <a:gd name="connsiteY0" fmla="*/ 1227862 h 2922699"/>
                  <a:gd name="connsiteX1" fmla="*/ 170510 w 2085581"/>
                  <a:gd name="connsiteY1" fmla="*/ 939996 h 2922699"/>
                  <a:gd name="connsiteX2" fmla="*/ 602310 w 2085581"/>
                  <a:gd name="connsiteY2" fmla="*/ 448929 h 2922699"/>
                  <a:gd name="connsiteX3" fmla="*/ 813977 w 2085581"/>
                  <a:gd name="connsiteY3" fmla="*/ 135662 h 2922699"/>
                  <a:gd name="connsiteX4" fmla="*/ 1008710 w 2085581"/>
                  <a:gd name="connsiteY4" fmla="*/ 196 h 2922699"/>
                  <a:gd name="connsiteX5" fmla="*/ 1220377 w 2085581"/>
                  <a:gd name="connsiteY5" fmla="*/ 161062 h 2922699"/>
                  <a:gd name="connsiteX6" fmla="*/ 1567510 w 2085581"/>
                  <a:gd name="connsiteY6" fmla="*/ 660596 h 2922699"/>
                  <a:gd name="connsiteX7" fmla="*/ 1965444 w 2085581"/>
                  <a:gd name="connsiteY7" fmla="*/ 1007729 h 2922699"/>
                  <a:gd name="connsiteX8" fmla="*/ 2083977 w 2085581"/>
                  <a:gd name="connsiteY8" fmla="*/ 1414129 h 2922699"/>
                  <a:gd name="connsiteX9" fmla="*/ 2016245 w 2085581"/>
                  <a:gd name="connsiteY9" fmla="*/ 2277729 h 2922699"/>
                  <a:gd name="connsiteX10" fmla="*/ 1474378 w 2085581"/>
                  <a:gd name="connsiteY10" fmla="*/ 2819597 h 2922699"/>
                  <a:gd name="connsiteX11" fmla="*/ 644644 w 2085581"/>
                  <a:gd name="connsiteY11" fmla="*/ 2777263 h 2922699"/>
                  <a:gd name="connsiteX12" fmla="*/ 51976 w 2085581"/>
                  <a:gd name="connsiteY12" fmla="*/ 2201529 h 2922699"/>
                  <a:gd name="connsiteX13" fmla="*/ 43510 w 2085581"/>
                  <a:gd name="connsiteY13" fmla="*/ 1227862 h 2922699"/>
                  <a:gd name="connsiteX0" fmla="*/ 49615 w 2091686"/>
                  <a:gd name="connsiteY0" fmla="*/ 1227862 h 2922699"/>
                  <a:gd name="connsiteX1" fmla="*/ 176615 w 2091686"/>
                  <a:gd name="connsiteY1" fmla="*/ 939996 h 2922699"/>
                  <a:gd name="connsiteX2" fmla="*/ 608415 w 2091686"/>
                  <a:gd name="connsiteY2" fmla="*/ 448929 h 2922699"/>
                  <a:gd name="connsiteX3" fmla="*/ 820082 w 2091686"/>
                  <a:gd name="connsiteY3" fmla="*/ 135662 h 2922699"/>
                  <a:gd name="connsiteX4" fmla="*/ 1014815 w 2091686"/>
                  <a:gd name="connsiteY4" fmla="*/ 196 h 2922699"/>
                  <a:gd name="connsiteX5" fmla="*/ 1226482 w 2091686"/>
                  <a:gd name="connsiteY5" fmla="*/ 161062 h 2922699"/>
                  <a:gd name="connsiteX6" fmla="*/ 1573615 w 2091686"/>
                  <a:gd name="connsiteY6" fmla="*/ 660596 h 2922699"/>
                  <a:gd name="connsiteX7" fmla="*/ 1971549 w 2091686"/>
                  <a:gd name="connsiteY7" fmla="*/ 1007729 h 2922699"/>
                  <a:gd name="connsiteX8" fmla="*/ 2090082 w 2091686"/>
                  <a:gd name="connsiteY8" fmla="*/ 1414129 h 2922699"/>
                  <a:gd name="connsiteX9" fmla="*/ 2022350 w 2091686"/>
                  <a:gd name="connsiteY9" fmla="*/ 2277729 h 2922699"/>
                  <a:gd name="connsiteX10" fmla="*/ 1480483 w 2091686"/>
                  <a:gd name="connsiteY10" fmla="*/ 2819597 h 2922699"/>
                  <a:gd name="connsiteX11" fmla="*/ 650749 w 2091686"/>
                  <a:gd name="connsiteY11" fmla="*/ 2777263 h 2922699"/>
                  <a:gd name="connsiteX12" fmla="*/ 49615 w 2091686"/>
                  <a:gd name="connsiteY12" fmla="*/ 2218462 h 2922699"/>
                  <a:gd name="connsiteX13" fmla="*/ 49615 w 2091686"/>
                  <a:gd name="connsiteY13" fmla="*/ 1227862 h 2922699"/>
                  <a:gd name="connsiteX0" fmla="*/ 47752 w 2089823"/>
                  <a:gd name="connsiteY0" fmla="*/ 1227862 h 2905212"/>
                  <a:gd name="connsiteX1" fmla="*/ 174752 w 2089823"/>
                  <a:gd name="connsiteY1" fmla="*/ 939996 h 2905212"/>
                  <a:gd name="connsiteX2" fmla="*/ 606552 w 2089823"/>
                  <a:gd name="connsiteY2" fmla="*/ 448929 h 2905212"/>
                  <a:gd name="connsiteX3" fmla="*/ 818219 w 2089823"/>
                  <a:gd name="connsiteY3" fmla="*/ 135662 h 2905212"/>
                  <a:gd name="connsiteX4" fmla="*/ 1012952 w 2089823"/>
                  <a:gd name="connsiteY4" fmla="*/ 196 h 2905212"/>
                  <a:gd name="connsiteX5" fmla="*/ 1224619 w 2089823"/>
                  <a:gd name="connsiteY5" fmla="*/ 161062 h 2905212"/>
                  <a:gd name="connsiteX6" fmla="*/ 1571752 w 2089823"/>
                  <a:gd name="connsiteY6" fmla="*/ 660596 h 2905212"/>
                  <a:gd name="connsiteX7" fmla="*/ 1969686 w 2089823"/>
                  <a:gd name="connsiteY7" fmla="*/ 1007729 h 2905212"/>
                  <a:gd name="connsiteX8" fmla="*/ 2088219 w 2089823"/>
                  <a:gd name="connsiteY8" fmla="*/ 1414129 h 2905212"/>
                  <a:gd name="connsiteX9" fmla="*/ 2020487 w 2089823"/>
                  <a:gd name="connsiteY9" fmla="*/ 2277729 h 2905212"/>
                  <a:gd name="connsiteX10" fmla="*/ 1478620 w 2089823"/>
                  <a:gd name="connsiteY10" fmla="*/ 2819597 h 2905212"/>
                  <a:gd name="connsiteX11" fmla="*/ 623486 w 2089823"/>
                  <a:gd name="connsiteY11" fmla="*/ 2785729 h 2905212"/>
                  <a:gd name="connsiteX12" fmla="*/ 47752 w 2089823"/>
                  <a:gd name="connsiteY12" fmla="*/ 2218462 h 2905212"/>
                  <a:gd name="connsiteX13" fmla="*/ 47752 w 2089823"/>
                  <a:gd name="connsiteY13" fmla="*/ 1227862 h 2905212"/>
                  <a:gd name="connsiteX0" fmla="*/ 47752 w 2089950"/>
                  <a:gd name="connsiteY0" fmla="*/ 1227862 h 2887735"/>
                  <a:gd name="connsiteX1" fmla="*/ 174752 w 2089950"/>
                  <a:gd name="connsiteY1" fmla="*/ 939996 h 2887735"/>
                  <a:gd name="connsiteX2" fmla="*/ 606552 w 2089950"/>
                  <a:gd name="connsiteY2" fmla="*/ 448929 h 2887735"/>
                  <a:gd name="connsiteX3" fmla="*/ 818219 w 2089950"/>
                  <a:gd name="connsiteY3" fmla="*/ 135662 h 2887735"/>
                  <a:gd name="connsiteX4" fmla="*/ 1012952 w 2089950"/>
                  <a:gd name="connsiteY4" fmla="*/ 196 h 2887735"/>
                  <a:gd name="connsiteX5" fmla="*/ 1224619 w 2089950"/>
                  <a:gd name="connsiteY5" fmla="*/ 161062 h 2887735"/>
                  <a:gd name="connsiteX6" fmla="*/ 1571752 w 2089950"/>
                  <a:gd name="connsiteY6" fmla="*/ 660596 h 2887735"/>
                  <a:gd name="connsiteX7" fmla="*/ 1969686 w 2089950"/>
                  <a:gd name="connsiteY7" fmla="*/ 1007729 h 2887735"/>
                  <a:gd name="connsiteX8" fmla="*/ 2088219 w 2089950"/>
                  <a:gd name="connsiteY8" fmla="*/ 1414129 h 2887735"/>
                  <a:gd name="connsiteX9" fmla="*/ 2020487 w 2089950"/>
                  <a:gd name="connsiteY9" fmla="*/ 2277729 h 2887735"/>
                  <a:gd name="connsiteX10" fmla="*/ 1766488 w 2089950"/>
                  <a:gd name="connsiteY10" fmla="*/ 2599462 h 2887735"/>
                  <a:gd name="connsiteX11" fmla="*/ 1478620 w 2089950"/>
                  <a:gd name="connsiteY11" fmla="*/ 2819597 h 2887735"/>
                  <a:gd name="connsiteX12" fmla="*/ 623486 w 2089950"/>
                  <a:gd name="connsiteY12" fmla="*/ 2785729 h 2887735"/>
                  <a:gd name="connsiteX13" fmla="*/ 47752 w 2089950"/>
                  <a:gd name="connsiteY13" fmla="*/ 2218462 h 2887735"/>
                  <a:gd name="connsiteX14" fmla="*/ 47752 w 2089950"/>
                  <a:gd name="connsiteY14" fmla="*/ 1227862 h 2887735"/>
                  <a:gd name="connsiteX0" fmla="*/ 47752 w 2089950"/>
                  <a:gd name="connsiteY0" fmla="*/ 1227862 h 2887735"/>
                  <a:gd name="connsiteX1" fmla="*/ 174752 w 2089950"/>
                  <a:gd name="connsiteY1" fmla="*/ 939996 h 2887735"/>
                  <a:gd name="connsiteX2" fmla="*/ 606552 w 2089950"/>
                  <a:gd name="connsiteY2" fmla="*/ 448929 h 2887735"/>
                  <a:gd name="connsiteX3" fmla="*/ 818219 w 2089950"/>
                  <a:gd name="connsiteY3" fmla="*/ 135662 h 2887735"/>
                  <a:gd name="connsiteX4" fmla="*/ 1012952 w 2089950"/>
                  <a:gd name="connsiteY4" fmla="*/ 196 h 2887735"/>
                  <a:gd name="connsiteX5" fmla="*/ 1224619 w 2089950"/>
                  <a:gd name="connsiteY5" fmla="*/ 161062 h 2887735"/>
                  <a:gd name="connsiteX6" fmla="*/ 1571752 w 2089950"/>
                  <a:gd name="connsiteY6" fmla="*/ 660596 h 2887735"/>
                  <a:gd name="connsiteX7" fmla="*/ 1969686 w 2089950"/>
                  <a:gd name="connsiteY7" fmla="*/ 1007729 h 2887735"/>
                  <a:gd name="connsiteX8" fmla="*/ 2088219 w 2089950"/>
                  <a:gd name="connsiteY8" fmla="*/ 1414129 h 2887735"/>
                  <a:gd name="connsiteX9" fmla="*/ 2020487 w 2089950"/>
                  <a:gd name="connsiteY9" fmla="*/ 2243863 h 2887735"/>
                  <a:gd name="connsiteX10" fmla="*/ 1766488 w 2089950"/>
                  <a:gd name="connsiteY10" fmla="*/ 2599462 h 2887735"/>
                  <a:gd name="connsiteX11" fmla="*/ 1478620 w 2089950"/>
                  <a:gd name="connsiteY11" fmla="*/ 2819597 h 2887735"/>
                  <a:gd name="connsiteX12" fmla="*/ 623486 w 2089950"/>
                  <a:gd name="connsiteY12" fmla="*/ 2785729 h 2887735"/>
                  <a:gd name="connsiteX13" fmla="*/ 47752 w 2089950"/>
                  <a:gd name="connsiteY13" fmla="*/ 2218462 h 2887735"/>
                  <a:gd name="connsiteX14" fmla="*/ 47752 w 2089950"/>
                  <a:gd name="connsiteY14" fmla="*/ 1227862 h 2887735"/>
                  <a:gd name="connsiteX0" fmla="*/ 47752 w 2089950"/>
                  <a:gd name="connsiteY0" fmla="*/ 1227862 h 2914704"/>
                  <a:gd name="connsiteX1" fmla="*/ 174752 w 2089950"/>
                  <a:gd name="connsiteY1" fmla="*/ 939996 h 2914704"/>
                  <a:gd name="connsiteX2" fmla="*/ 606552 w 2089950"/>
                  <a:gd name="connsiteY2" fmla="*/ 448929 h 2914704"/>
                  <a:gd name="connsiteX3" fmla="*/ 818219 w 2089950"/>
                  <a:gd name="connsiteY3" fmla="*/ 135662 h 2914704"/>
                  <a:gd name="connsiteX4" fmla="*/ 1012952 w 2089950"/>
                  <a:gd name="connsiteY4" fmla="*/ 196 h 2914704"/>
                  <a:gd name="connsiteX5" fmla="*/ 1224619 w 2089950"/>
                  <a:gd name="connsiteY5" fmla="*/ 161062 h 2914704"/>
                  <a:gd name="connsiteX6" fmla="*/ 1571752 w 2089950"/>
                  <a:gd name="connsiteY6" fmla="*/ 660596 h 2914704"/>
                  <a:gd name="connsiteX7" fmla="*/ 1969686 w 2089950"/>
                  <a:gd name="connsiteY7" fmla="*/ 1007729 h 2914704"/>
                  <a:gd name="connsiteX8" fmla="*/ 2088219 w 2089950"/>
                  <a:gd name="connsiteY8" fmla="*/ 1414129 h 2914704"/>
                  <a:gd name="connsiteX9" fmla="*/ 2020487 w 2089950"/>
                  <a:gd name="connsiteY9" fmla="*/ 2243863 h 2914704"/>
                  <a:gd name="connsiteX10" fmla="*/ 1766488 w 2089950"/>
                  <a:gd name="connsiteY10" fmla="*/ 2599462 h 2914704"/>
                  <a:gd name="connsiteX11" fmla="*/ 1309287 w 2089950"/>
                  <a:gd name="connsiteY11" fmla="*/ 2878863 h 2914704"/>
                  <a:gd name="connsiteX12" fmla="*/ 623486 w 2089950"/>
                  <a:gd name="connsiteY12" fmla="*/ 2785729 h 2914704"/>
                  <a:gd name="connsiteX13" fmla="*/ 47752 w 2089950"/>
                  <a:gd name="connsiteY13" fmla="*/ 2218462 h 2914704"/>
                  <a:gd name="connsiteX14" fmla="*/ 47752 w 2089950"/>
                  <a:gd name="connsiteY14" fmla="*/ 1227862 h 2914704"/>
                  <a:gd name="connsiteX0" fmla="*/ 47752 w 2089950"/>
                  <a:gd name="connsiteY0" fmla="*/ 1227862 h 2939263"/>
                  <a:gd name="connsiteX1" fmla="*/ 174752 w 2089950"/>
                  <a:gd name="connsiteY1" fmla="*/ 939996 h 2939263"/>
                  <a:gd name="connsiteX2" fmla="*/ 606552 w 2089950"/>
                  <a:gd name="connsiteY2" fmla="*/ 448929 h 2939263"/>
                  <a:gd name="connsiteX3" fmla="*/ 818219 w 2089950"/>
                  <a:gd name="connsiteY3" fmla="*/ 135662 h 2939263"/>
                  <a:gd name="connsiteX4" fmla="*/ 1012952 w 2089950"/>
                  <a:gd name="connsiteY4" fmla="*/ 196 h 2939263"/>
                  <a:gd name="connsiteX5" fmla="*/ 1224619 w 2089950"/>
                  <a:gd name="connsiteY5" fmla="*/ 161062 h 2939263"/>
                  <a:gd name="connsiteX6" fmla="*/ 1571752 w 2089950"/>
                  <a:gd name="connsiteY6" fmla="*/ 660596 h 2939263"/>
                  <a:gd name="connsiteX7" fmla="*/ 1969686 w 2089950"/>
                  <a:gd name="connsiteY7" fmla="*/ 1007729 h 2939263"/>
                  <a:gd name="connsiteX8" fmla="*/ 2088219 w 2089950"/>
                  <a:gd name="connsiteY8" fmla="*/ 1414129 h 2939263"/>
                  <a:gd name="connsiteX9" fmla="*/ 2020487 w 2089950"/>
                  <a:gd name="connsiteY9" fmla="*/ 2243863 h 2939263"/>
                  <a:gd name="connsiteX10" fmla="*/ 1766488 w 2089950"/>
                  <a:gd name="connsiteY10" fmla="*/ 2599462 h 2939263"/>
                  <a:gd name="connsiteX11" fmla="*/ 1309287 w 2089950"/>
                  <a:gd name="connsiteY11" fmla="*/ 2878863 h 2939263"/>
                  <a:gd name="connsiteX12" fmla="*/ 623486 w 2089950"/>
                  <a:gd name="connsiteY12" fmla="*/ 2785729 h 2939263"/>
                  <a:gd name="connsiteX13" fmla="*/ 47752 w 2089950"/>
                  <a:gd name="connsiteY13" fmla="*/ 2218462 h 2939263"/>
                  <a:gd name="connsiteX14" fmla="*/ 47752 w 2089950"/>
                  <a:gd name="connsiteY14" fmla="*/ 1227862 h 2939263"/>
                  <a:gd name="connsiteX0" fmla="*/ 47752 w 2089950"/>
                  <a:gd name="connsiteY0" fmla="*/ 1227862 h 2944632"/>
                  <a:gd name="connsiteX1" fmla="*/ 174752 w 2089950"/>
                  <a:gd name="connsiteY1" fmla="*/ 939996 h 2944632"/>
                  <a:gd name="connsiteX2" fmla="*/ 606552 w 2089950"/>
                  <a:gd name="connsiteY2" fmla="*/ 448929 h 2944632"/>
                  <a:gd name="connsiteX3" fmla="*/ 818219 w 2089950"/>
                  <a:gd name="connsiteY3" fmla="*/ 135662 h 2944632"/>
                  <a:gd name="connsiteX4" fmla="*/ 1012952 w 2089950"/>
                  <a:gd name="connsiteY4" fmla="*/ 196 h 2944632"/>
                  <a:gd name="connsiteX5" fmla="*/ 1224619 w 2089950"/>
                  <a:gd name="connsiteY5" fmla="*/ 161062 h 2944632"/>
                  <a:gd name="connsiteX6" fmla="*/ 1571752 w 2089950"/>
                  <a:gd name="connsiteY6" fmla="*/ 660596 h 2944632"/>
                  <a:gd name="connsiteX7" fmla="*/ 1969686 w 2089950"/>
                  <a:gd name="connsiteY7" fmla="*/ 1007729 h 2944632"/>
                  <a:gd name="connsiteX8" fmla="*/ 2088219 w 2089950"/>
                  <a:gd name="connsiteY8" fmla="*/ 1414129 h 2944632"/>
                  <a:gd name="connsiteX9" fmla="*/ 2020487 w 2089950"/>
                  <a:gd name="connsiteY9" fmla="*/ 2243863 h 2944632"/>
                  <a:gd name="connsiteX10" fmla="*/ 1766488 w 2089950"/>
                  <a:gd name="connsiteY10" fmla="*/ 2599462 h 2944632"/>
                  <a:gd name="connsiteX11" fmla="*/ 1360087 w 2089950"/>
                  <a:gd name="connsiteY11" fmla="*/ 2887330 h 2944632"/>
                  <a:gd name="connsiteX12" fmla="*/ 623486 w 2089950"/>
                  <a:gd name="connsiteY12" fmla="*/ 2785729 h 2944632"/>
                  <a:gd name="connsiteX13" fmla="*/ 47752 w 2089950"/>
                  <a:gd name="connsiteY13" fmla="*/ 2218462 h 2944632"/>
                  <a:gd name="connsiteX14" fmla="*/ 47752 w 2089950"/>
                  <a:gd name="connsiteY14" fmla="*/ 1227862 h 2944632"/>
                  <a:gd name="connsiteX0" fmla="*/ 47752 w 2089950"/>
                  <a:gd name="connsiteY0" fmla="*/ 1227862 h 2937356"/>
                  <a:gd name="connsiteX1" fmla="*/ 174752 w 2089950"/>
                  <a:gd name="connsiteY1" fmla="*/ 939996 h 2937356"/>
                  <a:gd name="connsiteX2" fmla="*/ 606552 w 2089950"/>
                  <a:gd name="connsiteY2" fmla="*/ 448929 h 2937356"/>
                  <a:gd name="connsiteX3" fmla="*/ 818219 w 2089950"/>
                  <a:gd name="connsiteY3" fmla="*/ 135662 h 2937356"/>
                  <a:gd name="connsiteX4" fmla="*/ 1012952 w 2089950"/>
                  <a:gd name="connsiteY4" fmla="*/ 196 h 2937356"/>
                  <a:gd name="connsiteX5" fmla="*/ 1224619 w 2089950"/>
                  <a:gd name="connsiteY5" fmla="*/ 161062 h 2937356"/>
                  <a:gd name="connsiteX6" fmla="*/ 1571752 w 2089950"/>
                  <a:gd name="connsiteY6" fmla="*/ 660596 h 2937356"/>
                  <a:gd name="connsiteX7" fmla="*/ 1969686 w 2089950"/>
                  <a:gd name="connsiteY7" fmla="*/ 1007729 h 2937356"/>
                  <a:gd name="connsiteX8" fmla="*/ 2088219 w 2089950"/>
                  <a:gd name="connsiteY8" fmla="*/ 1414129 h 2937356"/>
                  <a:gd name="connsiteX9" fmla="*/ 2020487 w 2089950"/>
                  <a:gd name="connsiteY9" fmla="*/ 2243863 h 2937356"/>
                  <a:gd name="connsiteX10" fmla="*/ 1766488 w 2089950"/>
                  <a:gd name="connsiteY10" fmla="*/ 2599462 h 2937356"/>
                  <a:gd name="connsiteX11" fmla="*/ 1360087 w 2089950"/>
                  <a:gd name="connsiteY11" fmla="*/ 2887330 h 2937356"/>
                  <a:gd name="connsiteX12" fmla="*/ 623486 w 2089950"/>
                  <a:gd name="connsiteY12" fmla="*/ 2785729 h 2937356"/>
                  <a:gd name="connsiteX13" fmla="*/ 47752 w 2089950"/>
                  <a:gd name="connsiteY13" fmla="*/ 2218462 h 2937356"/>
                  <a:gd name="connsiteX14" fmla="*/ 47752 w 2089950"/>
                  <a:gd name="connsiteY14" fmla="*/ 1227862 h 2937356"/>
                  <a:gd name="connsiteX0" fmla="*/ 47752 w 2089950"/>
                  <a:gd name="connsiteY0" fmla="*/ 1227862 h 2937356"/>
                  <a:gd name="connsiteX1" fmla="*/ 174752 w 2089950"/>
                  <a:gd name="connsiteY1" fmla="*/ 939996 h 2937356"/>
                  <a:gd name="connsiteX2" fmla="*/ 606552 w 2089950"/>
                  <a:gd name="connsiteY2" fmla="*/ 448929 h 2937356"/>
                  <a:gd name="connsiteX3" fmla="*/ 818219 w 2089950"/>
                  <a:gd name="connsiteY3" fmla="*/ 135662 h 2937356"/>
                  <a:gd name="connsiteX4" fmla="*/ 1012952 w 2089950"/>
                  <a:gd name="connsiteY4" fmla="*/ 196 h 2937356"/>
                  <a:gd name="connsiteX5" fmla="*/ 1224619 w 2089950"/>
                  <a:gd name="connsiteY5" fmla="*/ 161062 h 2937356"/>
                  <a:gd name="connsiteX6" fmla="*/ 1571752 w 2089950"/>
                  <a:gd name="connsiteY6" fmla="*/ 660596 h 2937356"/>
                  <a:gd name="connsiteX7" fmla="*/ 1969686 w 2089950"/>
                  <a:gd name="connsiteY7" fmla="*/ 1007729 h 2937356"/>
                  <a:gd name="connsiteX8" fmla="*/ 2088219 w 2089950"/>
                  <a:gd name="connsiteY8" fmla="*/ 1414129 h 2937356"/>
                  <a:gd name="connsiteX9" fmla="*/ 2020487 w 2089950"/>
                  <a:gd name="connsiteY9" fmla="*/ 2243863 h 2937356"/>
                  <a:gd name="connsiteX10" fmla="*/ 1766488 w 2089950"/>
                  <a:gd name="connsiteY10" fmla="*/ 2599462 h 2937356"/>
                  <a:gd name="connsiteX11" fmla="*/ 1360087 w 2089950"/>
                  <a:gd name="connsiteY11" fmla="*/ 2887330 h 2937356"/>
                  <a:gd name="connsiteX12" fmla="*/ 623486 w 2089950"/>
                  <a:gd name="connsiteY12" fmla="*/ 2785729 h 2937356"/>
                  <a:gd name="connsiteX13" fmla="*/ 47752 w 2089950"/>
                  <a:gd name="connsiteY13" fmla="*/ 2218462 h 2937356"/>
                  <a:gd name="connsiteX14" fmla="*/ 47752 w 2089950"/>
                  <a:gd name="connsiteY14" fmla="*/ 1227862 h 2937356"/>
                  <a:gd name="connsiteX0" fmla="*/ 29224 w 2105289"/>
                  <a:gd name="connsiteY0" fmla="*/ 1668129 h 2937356"/>
                  <a:gd name="connsiteX1" fmla="*/ 190091 w 2105289"/>
                  <a:gd name="connsiteY1" fmla="*/ 939996 h 2937356"/>
                  <a:gd name="connsiteX2" fmla="*/ 621891 w 2105289"/>
                  <a:gd name="connsiteY2" fmla="*/ 448929 h 2937356"/>
                  <a:gd name="connsiteX3" fmla="*/ 833558 w 2105289"/>
                  <a:gd name="connsiteY3" fmla="*/ 135662 h 2937356"/>
                  <a:gd name="connsiteX4" fmla="*/ 1028291 w 2105289"/>
                  <a:gd name="connsiteY4" fmla="*/ 196 h 2937356"/>
                  <a:gd name="connsiteX5" fmla="*/ 1239958 w 2105289"/>
                  <a:gd name="connsiteY5" fmla="*/ 161062 h 2937356"/>
                  <a:gd name="connsiteX6" fmla="*/ 1587091 w 2105289"/>
                  <a:gd name="connsiteY6" fmla="*/ 660596 h 2937356"/>
                  <a:gd name="connsiteX7" fmla="*/ 1985025 w 2105289"/>
                  <a:gd name="connsiteY7" fmla="*/ 1007729 h 2937356"/>
                  <a:gd name="connsiteX8" fmla="*/ 2103558 w 2105289"/>
                  <a:gd name="connsiteY8" fmla="*/ 1414129 h 2937356"/>
                  <a:gd name="connsiteX9" fmla="*/ 2035826 w 2105289"/>
                  <a:gd name="connsiteY9" fmla="*/ 2243863 h 2937356"/>
                  <a:gd name="connsiteX10" fmla="*/ 1781827 w 2105289"/>
                  <a:gd name="connsiteY10" fmla="*/ 2599462 h 2937356"/>
                  <a:gd name="connsiteX11" fmla="*/ 1375426 w 2105289"/>
                  <a:gd name="connsiteY11" fmla="*/ 2887330 h 2937356"/>
                  <a:gd name="connsiteX12" fmla="*/ 638825 w 2105289"/>
                  <a:gd name="connsiteY12" fmla="*/ 2785729 h 2937356"/>
                  <a:gd name="connsiteX13" fmla="*/ 63091 w 2105289"/>
                  <a:gd name="connsiteY13" fmla="*/ 2218462 h 2937356"/>
                  <a:gd name="connsiteX14" fmla="*/ 29224 w 2105289"/>
                  <a:gd name="connsiteY14" fmla="*/ 1668129 h 2937356"/>
                  <a:gd name="connsiteX0" fmla="*/ 42679 w 2093344"/>
                  <a:gd name="connsiteY0" fmla="*/ 1177062 h 2937356"/>
                  <a:gd name="connsiteX1" fmla="*/ 178146 w 2093344"/>
                  <a:gd name="connsiteY1" fmla="*/ 939996 h 2937356"/>
                  <a:gd name="connsiteX2" fmla="*/ 609946 w 2093344"/>
                  <a:gd name="connsiteY2" fmla="*/ 448929 h 2937356"/>
                  <a:gd name="connsiteX3" fmla="*/ 821613 w 2093344"/>
                  <a:gd name="connsiteY3" fmla="*/ 135662 h 2937356"/>
                  <a:gd name="connsiteX4" fmla="*/ 1016346 w 2093344"/>
                  <a:gd name="connsiteY4" fmla="*/ 196 h 2937356"/>
                  <a:gd name="connsiteX5" fmla="*/ 1228013 w 2093344"/>
                  <a:gd name="connsiteY5" fmla="*/ 161062 h 2937356"/>
                  <a:gd name="connsiteX6" fmla="*/ 1575146 w 2093344"/>
                  <a:gd name="connsiteY6" fmla="*/ 660596 h 2937356"/>
                  <a:gd name="connsiteX7" fmla="*/ 1973080 w 2093344"/>
                  <a:gd name="connsiteY7" fmla="*/ 1007729 h 2937356"/>
                  <a:gd name="connsiteX8" fmla="*/ 2091613 w 2093344"/>
                  <a:gd name="connsiteY8" fmla="*/ 1414129 h 2937356"/>
                  <a:gd name="connsiteX9" fmla="*/ 2023881 w 2093344"/>
                  <a:gd name="connsiteY9" fmla="*/ 2243863 h 2937356"/>
                  <a:gd name="connsiteX10" fmla="*/ 1769882 w 2093344"/>
                  <a:gd name="connsiteY10" fmla="*/ 2599462 h 2937356"/>
                  <a:gd name="connsiteX11" fmla="*/ 1363481 w 2093344"/>
                  <a:gd name="connsiteY11" fmla="*/ 2887330 h 2937356"/>
                  <a:gd name="connsiteX12" fmla="*/ 626880 w 2093344"/>
                  <a:gd name="connsiteY12" fmla="*/ 2785729 h 2937356"/>
                  <a:gd name="connsiteX13" fmla="*/ 51146 w 2093344"/>
                  <a:gd name="connsiteY13" fmla="*/ 2218462 h 2937356"/>
                  <a:gd name="connsiteX14" fmla="*/ 42679 w 2093344"/>
                  <a:gd name="connsiteY14" fmla="*/ 1177062 h 2937356"/>
                  <a:gd name="connsiteX0" fmla="*/ 47297 w 2097962"/>
                  <a:gd name="connsiteY0" fmla="*/ 1177062 h 2937356"/>
                  <a:gd name="connsiteX1" fmla="*/ 275898 w 2097962"/>
                  <a:gd name="connsiteY1" fmla="*/ 804529 h 2937356"/>
                  <a:gd name="connsiteX2" fmla="*/ 614564 w 2097962"/>
                  <a:gd name="connsiteY2" fmla="*/ 448929 h 2937356"/>
                  <a:gd name="connsiteX3" fmla="*/ 826231 w 2097962"/>
                  <a:gd name="connsiteY3" fmla="*/ 135662 h 2937356"/>
                  <a:gd name="connsiteX4" fmla="*/ 1020964 w 2097962"/>
                  <a:gd name="connsiteY4" fmla="*/ 196 h 2937356"/>
                  <a:gd name="connsiteX5" fmla="*/ 1232631 w 2097962"/>
                  <a:gd name="connsiteY5" fmla="*/ 161062 h 2937356"/>
                  <a:gd name="connsiteX6" fmla="*/ 1579764 w 2097962"/>
                  <a:gd name="connsiteY6" fmla="*/ 660596 h 2937356"/>
                  <a:gd name="connsiteX7" fmla="*/ 1977698 w 2097962"/>
                  <a:gd name="connsiteY7" fmla="*/ 1007729 h 2937356"/>
                  <a:gd name="connsiteX8" fmla="*/ 2096231 w 2097962"/>
                  <a:gd name="connsiteY8" fmla="*/ 1414129 h 2937356"/>
                  <a:gd name="connsiteX9" fmla="*/ 2028499 w 2097962"/>
                  <a:gd name="connsiteY9" fmla="*/ 2243863 h 2937356"/>
                  <a:gd name="connsiteX10" fmla="*/ 1774500 w 2097962"/>
                  <a:gd name="connsiteY10" fmla="*/ 2599462 h 2937356"/>
                  <a:gd name="connsiteX11" fmla="*/ 1368099 w 2097962"/>
                  <a:gd name="connsiteY11" fmla="*/ 2887330 h 2937356"/>
                  <a:gd name="connsiteX12" fmla="*/ 631498 w 2097962"/>
                  <a:gd name="connsiteY12" fmla="*/ 2785729 h 2937356"/>
                  <a:gd name="connsiteX13" fmla="*/ 55764 w 2097962"/>
                  <a:gd name="connsiteY13" fmla="*/ 2218462 h 2937356"/>
                  <a:gd name="connsiteX14" fmla="*/ 47297 w 2097962"/>
                  <a:gd name="connsiteY14" fmla="*/ 1177062 h 2937356"/>
                  <a:gd name="connsiteX0" fmla="*/ 54278 w 2104943"/>
                  <a:gd name="connsiteY0" fmla="*/ 1177062 h 2937356"/>
                  <a:gd name="connsiteX1" fmla="*/ 409879 w 2104943"/>
                  <a:gd name="connsiteY1" fmla="*/ 669063 h 2937356"/>
                  <a:gd name="connsiteX2" fmla="*/ 621545 w 2104943"/>
                  <a:gd name="connsiteY2" fmla="*/ 448929 h 2937356"/>
                  <a:gd name="connsiteX3" fmla="*/ 833212 w 2104943"/>
                  <a:gd name="connsiteY3" fmla="*/ 135662 h 2937356"/>
                  <a:gd name="connsiteX4" fmla="*/ 1027945 w 2104943"/>
                  <a:gd name="connsiteY4" fmla="*/ 196 h 2937356"/>
                  <a:gd name="connsiteX5" fmla="*/ 1239612 w 2104943"/>
                  <a:gd name="connsiteY5" fmla="*/ 161062 h 2937356"/>
                  <a:gd name="connsiteX6" fmla="*/ 1586745 w 2104943"/>
                  <a:gd name="connsiteY6" fmla="*/ 660596 h 2937356"/>
                  <a:gd name="connsiteX7" fmla="*/ 1984679 w 2104943"/>
                  <a:gd name="connsiteY7" fmla="*/ 1007729 h 2937356"/>
                  <a:gd name="connsiteX8" fmla="*/ 2103212 w 2104943"/>
                  <a:gd name="connsiteY8" fmla="*/ 1414129 h 2937356"/>
                  <a:gd name="connsiteX9" fmla="*/ 2035480 w 2104943"/>
                  <a:gd name="connsiteY9" fmla="*/ 2243863 h 2937356"/>
                  <a:gd name="connsiteX10" fmla="*/ 1781481 w 2104943"/>
                  <a:gd name="connsiteY10" fmla="*/ 2599462 h 2937356"/>
                  <a:gd name="connsiteX11" fmla="*/ 1375080 w 2104943"/>
                  <a:gd name="connsiteY11" fmla="*/ 2887330 h 2937356"/>
                  <a:gd name="connsiteX12" fmla="*/ 638479 w 2104943"/>
                  <a:gd name="connsiteY12" fmla="*/ 2785729 h 2937356"/>
                  <a:gd name="connsiteX13" fmla="*/ 62745 w 2104943"/>
                  <a:gd name="connsiteY13" fmla="*/ 2218462 h 2937356"/>
                  <a:gd name="connsiteX14" fmla="*/ 54278 w 2104943"/>
                  <a:gd name="connsiteY14" fmla="*/ 1177062 h 2937356"/>
                  <a:gd name="connsiteX0" fmla="*/ 54278 w 2104943"/>
                  <a:gd name="connsiteY0" fmla="*/ 1177062 h 2937356"/>
                  <a:gd name="connsiteX1" fmla="*/ 409879 w 2104943"/>
                  <a:gd name="connsiteY1" fmla="*/ 669063 h 2937356"/>
                  <a:gd name="connsiteX2" fmla="*/ 621545 w 2104943"/>
                  <a:gd name="connsiteY2" fmla="*/ 448929 h 2937356"/>
                  <a:gd name="connsiteX3" fmla="*/ 833212 w 2104943"/>
                  <a:gd name="connsiteY3" fmla="*/ 135662 h 2937356"/>
                  <a:gd name="connsiteX4" fmla="*/ 1027945 w 2104943"/>
                  <a:gd name="connsiteY4" fmla="*/ 196 h 2937356"/>
                  <a:gd name="connsiteX5" fmla="*/ 1239612 w 2104943"/>
                  <a:gd name="connsiteY5" fmla="*/ 161062 h 2937356"/>
                  <a:gd name="connsiteX6" fmla="*/ 1544411 w 2104943"/>
                  <a:gd name="connsiteY6" fmla="*/ 575930 h 2937356"/>
                  <a:gd name="connsiteX7" fmla="*/ 1984679 w 2104943"/>
                  <a:gd name="connsiteY7" fmla="*/ 1007729 h 2937356"/>
                  <a:gd name="connsiteX8" fmla="*/ 2103212 w 2104943"/>
                  <a:gd name="connsiteY8" fmla="*/ 1414129 h 2937356"/>
                  <a:gd name="connsiteX9" fmla="*/ 2035480 w 2104943"/>
                  <a:gd name="connsiteY9" fmla="*/ 2243863 h 2937356"/>
                  <a:gd name="connsiteX10" fmla="*/ 1781481 w 2104943"/>
                  <a:gd name="connsiteY10" fmla="*/ 2599462 h 2937356"/>
                  <a:gd name="connsiteX11" fmla="*/ 1375080 w 2104943"/>
                  <a:gd name="connsiteY11" fmla="*/ 2887330 h 2937356"/>
                  <a:gd name="connsiteX12" fmla="*/ 638479 w 2104943"/>
                  <a:gd name="connsiteY12" fmla="*/ 2785729 h 2937356"/>
                  <a:gd name="connsiteX13" fmla="*/ 62745 w 2104943"/>
                  <a:gd name="connsiteY13" fmla="*/ 2218462 h 2937356"/>
                  <a:gd name="connsiteX14" fmla="*/ 54278 w 2104943"/>
                  <a:gd name="connsiteY14" fmla="*/ 1177062 h 2937356"/>
                  <a:gd name="connsiteX0" fmla="*/ 54278 w 2104943"/>
                  <a:gd name="connsiteY0" fmla="*/ 1177062 h 2937356"/>
                  <a:gd name="connsiteX1" fmla="*/ 409879 w 2104943"/>
                  <a:gd name="connsiteY1" fmla="*/ 669063 h 2937356"/>
                  <a:gd name="connsiteX2" fmla="*/ 621545 w 2104943"/>
                  <a:gd name="connsiteY2" fmla="*/ 448929 h 2937356"/>
                  <a:gd name="connsiteX3" fmla="*/ 833212 w 2104943"/>
                  <a:gd name="connsiteY3" fmla="*/ 135662 h 2937356"/>
                  <a:gd name="connsiteX4" fmla="*/ 1027945 w 2104943"/>
                  <a:gd name="connsiteY4" fmla="*/ 196 h 2937356"/>
                  <a:gd name="connsiteX5" fmla="*/ 1239612 w 2104943"/>
                  <a:gd name="connsiteY5" fmla="*/ 161062 h 2937356"/>
                  <a:gd name="connsiteX6" fmla="*/ 1544411 w 2104943"/>
                  <a:gd name="connsiteY6" fmla="*/ 575930 h 2937356"/>
                  <a:gd name="connsiteX7" fmla="*/ 1891547 w 2104943"/>
                  <a:gd name="connsiteY7" fmla="*/ 787595 h 2937356"/>
                  <a:gd name="connsiteX8" fmla="*/ 1984679 w 2104943"/>
                  <a:gd name="connsiteY8" fmla="*/ 1007729 h 2937356"/>
                  <a:gd name="connsiteX9" fmla="*/ 2103212 w 2104943"/>
                  <a:gd name="connsiteY9" fmla="*/ 1414129 h 2937356"/>
                  <a:gd name="connsiteX10" fmla="*/ 2035480 w 2104943"/>
                  <a:gd name="connsiteY10" fmla="*/ 2243863 h 2937356"/>
                  <a:gd name="connsiteX11" fmla="*/ 1781481 w 2104943"/>
                  <a:gd name="connsiteY11" fmla="*/ 2599462 h 2937356"/>
                  <a:gd name="connsiteX12" fmla="*/ 1375080 w 2104943"/>
                  <a:gd name="connsiteY12" fmla="*/ 2887330 h 2937356"/>
                  <a:gd name="connsiteX13" fmla="*/ 638479 w 2104943"/>
                  <a:gd name="connsiteY13" fmla="*/ 2785729 h 2937356"/>
                  <a:gd name="connsiteX14" fmla="*/ 62745 w 2104943"/>
                  <a:gd name="connsiteY14" fmla="*/ 2218462 h 2937356"/>
                  <a:gd name="connsiteX15" fmla="*/ 54278 w 2104943"/>
                  <a:gd name="connsiteY15" fmla="*/ 1177062 h 2937356"/>
                  <a:gd name="connsiteX0" fmla="*/ 54278 w 2104943"/>
                  <a:gd name="connsiteY0" fmla="*/ 1177062 h 2937356"/>
                  <a:gd name="connsiteX1" fmla="*/ 409879 w 2104943"/>
                  <a:gd name="connsiteY1" fmla="*/ 669063 h 2937356"/>
                  <a:gd name="connsiteX2" fmla="*/ 621545 w 2104943"/>
                  <a:gd name="connsiteY2" fmla="*/ 448929 h 2937356"/>
                  <a:gd name="connsiteX3" fmla="*/ 833212 w 2104943"/>
                  <a:gd name="connsiteY3" fmla="*/ 135662 h 2937356"/>
                  <a:gd name="connsiteX4" fmla="*/ 1027945 w 2104943"/>
                  <a:gd name="connsiteY4" fmla="*/ 196 h 2937356"/>
                  <a:gd name="connsiteX5" fmla="*/ 1239612 w 2104943"/>
                  <a:gd name="connsiteY5" fmla="*/ 161062 h 2937356"/>
                  <a:gd name="connsiteX6" fmla="*/ 1502078 w 2104943"/>
                  <a:gd name="connsiteY6" fmla="*/ 423530 h 2937356"/>
                  <a:gd name="connsiteX7" fmla="*/ 1891547 w 2104943"/>
                  <a:gd name="connsiteY7" fmla="*/ 787595 h 2937356"/>
                  <a:gd name="connsiteX8" fmla="*/ 1984679 w 2104943"/>
                  <a:gd name="connsiteY8" fmla="*/ 1007729 h 2937356"/>
                  <a:gd name="connsiteX9" fmla="*/ 2103212 w 2104943"/>
                  <a:gd name="connsiteY9" fmla="*/ 1414129 h 2937356"/>
                  <a:gd name="connsiteX10" fmla="*/ 2035480 w 2104943"/>
                  <a:gd name="connsiteY10" fmla="*/ 2243863 h 2937356"/>
                  <a:gd name="connsiteX11" fmla="*/ 1781481 w 2104943"/>
                  <a:gd name="connsiteY11" fmla="*/ 2599462 h 2937356"/>
                  <a:gd name="connsiteX12" fmla="*/ 1375080 w 2104943"/>
                  <a:gd name="connsiteY12" fmla="*/ 2887330 h 2937356"/>
                  <a:gd name="connsiteX13" fmla="*/ 638479 w 2104943"/>
                  <a:gd name="connsiteY13" fmla="*/ 2785729 h 2937356"/>
                  <a:gd name="connsiteX14" fmla="*/ 62745 w 2104943"/>
                  <a:gd name="connsiteY14" fmla="*/ 2218462 h 2937356"/>
                  <a:gd name="connsiteX15" fmla="*/ 54278 w 2104943"/>
                  <a:gd name="connsiteY15" fmla="*/ 1177062 h 2937356"/>
                  <a:gd name="connsiteX0" fmla="*/ 54278 w 2104943"/>
                  <a:gd name="connsiteY0" fmla="*/ 1177062 h 2937356"/>
                  <a:gd name="connsiteX1" fmla="*/ 409879 w 2104943"/>
                  <a:gd name="connsiteY1" fmla="*/ 669063 h 2937356"/>
                  <a:gd name="connsiteX2" fmla="*/ 621545 w 2104943"/>
                  <a:gd name="connsiteY2" fmla="*/ 448929 h 2937356"/>
                  <a:gd name="connsiteX3" fmla="*/ 833212 w 2104943"/>
                  <a:gd name="connsiteY3" fmla="*/ 135662 h 2937356"/>
                  <a:gd name="connsiteX4" fmla="*/ 1027945 w 2104943"/>
                  <a:gd name="connsiteY4" fmla="*/ 196 h 2937356"/>
                  <a:gd name="connsiteX5" fmla="*/ 1239612 w 2104943"/>
                  <a:gd name="connsiteY5" fmla="*/ 161062 h 2937356"/>
                  <a:gd name="connsiteX6" fmla="*/ 1502078 w 2104943"/>
                  <a:gd name="connsiteY6" fmla="*/ 423530 h 2937356"/>
                  <a:gd name="connsiteX7" fmla="*/ 1798414 w 2104943"/>
                  <a:gd name="connsiteY7" fmla="*/ 829928 h 2937356"/>
                  <a:gd name="connsiteX8" fmla="*/ 1984679 w 2104943"/>
                  <a:gd name="connsiteY8" fmla="*/ 1007729 h 2937356"/>
                  <a:gd name="connsiteX9" fmla="*/ 2103212 w 2104943"/>
                  <a:gd name="connsiteY9" fmla="*/ 1414129 h 2937356"/>
                  <a:gd name="connsiteX10" fmla="*/ 2035480 w 2104943"/>
                  <a:gd name="connsiteY10" fmla="*/ 2243863 h 2937356"/>
                  <a:gd name="connsiteX11" fmla="*/ 1781481 w 2104943"/>
                  <a:gd name="connsiteY11" fmla="*/ 2599462 h 2937356"/>
                  <a:gd name="connsiteX12" fmla="*/ 1375080 w 2104943"/>
                  <a:gd name="connsiteY12" fmla="*/ 2887330 h 2937356"/>
                  <a:gd name="connsiteX13" fmla="*/ 638479 w 2104943"/>
                  <a:gd name="connsiteY13" fmla="*/ 2785729 h 2937356"/>
                  <a:gd name="connsiteX14" fmla="*/ 62745 w 2104943"/>
                  <a:gd name="connsiteY14" fmla="*/ 2218462 h 2937356"/>
                  <a:gd name="connsiteX15" fmla="*/ 54278 w 2104943"/>
                  <a:gd name="connsiteY15" fmla="*/ 1177062 h 2937356"/>
                  <a:gd name="connsiteX0" fmla="*/ 54278 w 2103212"/>
                  <a:gd name="connsiteY0" fmla="*/ 1177062 h 2937356"/>
                  <a:gd name="connsiteX1" fmla="*/ 409879 w 2103212"/>
                  <a:gd name="connsiteY1" fmla="*/ 669063 h 2937356"/>
                  <a:gd name="connsiteX2" fmla="*/ 621545 w 2103212"/>
                  <a:gd name="connsiteY2" fmla="*/ 448929 h 2937356"/>
                  <a:gd name="connsiteX3" fmla="*/ 833212 w 2103212"/>
                  <a:gd name="connsiteY3" fmla="*/ 135662 h 2937356"/>
                  <a:gd name="connsiteX4" fmla="*/ 1027945 w 2103212"/>
                  <a:gd name="connsiteY4" fmla="*/ 196 h 2937356"/>
                  <a:gd name="connsiteX5" fmla="*/ 1239612 w 2103212"/>
                  <a:gd name="connsiteY5" fmla="*/ 161062 h 2937356"/>
                  <a:gd name="connsiteX6" fmla="*/ 1502078 w 2103212"/>
                  <a:gd name="connsiteY6" fmla="*/ 423530 h 2937356"/>
                  <a:gd name="connsiteX7" fmla="*/ 1798414 w 2103212"/>
                  <a:gd name="connsiteY7" fmla="*/ 829928 h 2937356"/>
                  <a:gd name="connsiteX8" fmla="*/ 2035479 w 2103212"/>
                  <a:gd name="connsiteY8" fmla="*/ 1058529 h 2937356"/>
                  <a:gd name="connsiteX9" fmla="*/ 2103212 w 2103212"/>
                  <a:gd name="connsiteY9" fmla="*/ 1414129 h 2937356"/>
                  <a:gd name="connsiteX10" fmla="*/ 2035480 w 2103212"/>
                  <a:gd name="connsiteY10" fmla="*/ 2243863 h 2937356"/>
                  <a:gd name="connsiteX11" fmla="*/ 1781481 w 2103212"/>
                  <a:gd name="connsiteY11" fmla="*/ 2599462 h 2937356"/>
                  <a:gd name="connsiteX12" fmla="*/ 1375080 w 2103212"/>
                  <a:gd name="connsiteY12" fmla="*/ 2887330 h 2937356"/>
                  <a:gd name="connsiteX13" fmla="*/ 638479 w 2103212"/>
                  <a:gd name="connsiteY13" fmla="*/ 2785729 h 2937356"/>
                  <a:gd name="connsiteX14" fmla="*/ 62745 w 2103212"/>
                  <a:gd name="connsiteY14" fmla="*/ 2218462 h 2937356"/>
                  <a:gd name="connsiteX15" fmla="*/ 54278 w 2103212"/>
                  <a:gd name="connsiteY15" fmla="*/ 1177062 h 2937356"/>
                  <a:gd name="connsiteX0" fmla="*/ 54278 w 2103508"/>
                  <a:gd name="connsiteY0" fmla="*/ 1177062 h 2937356"/>
                  <a:gd name="connsiteX1" fmla="*/ 409879 w 2103508"/>
                  <a:gd name="connsiteY1" fmla="*/ 669063 h 2937356"/>
                  <a:gd name="connsiteX2" fmla="*/ 621545 w 2103508"/>
                  <a:gd name="connsiteY2" fmla="*/ 448929 h 2937356"/>
                  <a:gd name="connsiteX3" fmla="*/ 833212 w 2103508"/>
                  <a:gd name="connsiteY3" fmla="*/ 135662 h 2937356"/>
                  <a:gd name="connsiteX4" fmla="*/ 1027945 w 2103508"/>
                  <a:gd name="connsiteY4" fmla="*/ 196 h 2937356"/>
                  <a:gd name="connsiteX5" fmla="*/ 1239612 w 2103508"/>
                  <a:gd name="connsiteY5" fmla="*/ 161062 h 2937356"/>
                  <a:gd name="connsiteX6" fmla="*/ 1502078 w 2103508"/>
                  <a:gd name="connsiteY6" fmla="*/ 423530 h 2937356"/>
                  <a:gd name="connsiteX7" fmla="*/ 1798414 w 2103508"/>
                  <a:gd name="connsiteY7" fmla="*/ 829928 h 2937356"/>
                  <a:gd name="connsiteX8" fmla="*/ 2018546 w 2103508"/>
                  <a:gd name="connsiteY8" fmla="*/ 990795 h 2937356"/>
                  <a:gd name="connsiteX9" fmla="*/ 2103212 w 2103508"/>
                  <a:gd name="connsiteY9" fmla="*/ 1414129 h 2937356"/>
                  <a:gd name="connsiteX10" fmla="*/ 2035480 w 2103508"/>
                  <a:gd name="connsiteY10" fmla="*/ 2243863 h 2937356"/>
                  <a:gd name="connsiteX11" fmla="*/ 1781481 w 2103508"/>
                  <a:gd name="connsiteY11" fmla="*/ 2599462 h 2937356"/>
                  <a:gd name="connsiteX12" fmla="*/ 1375080 w 2103508"/>
                  <a:gd name="connsiteY12" fmla="*/ 2887330 h 2937356"/>
                  <a:gd name="connsiteX13" fmla="*/ 638479 w 2103508"/>
                  <a:gd name="connsiteY13" fmla="*/ 2785729 h 2937356"/>
                  <a:gd name="connsiteX14" fmla="*/ 62745 w 2103508"/>
                  <a:gd name="connsiteY14" fmla="*/ 2218462 h 2937356"/>
                  <a:gd name="connsiteX15" fmla="*/ 54278 w 2103508"/>
                  <a:gd name="connsiteY15" fmla="*/ 1177062 h 2937356"/>
                  <a:gd name="connsiteX0" fmla="*/ 54278 w 2103508"/>
                  <a:gd name="connsiteY0" fmla="*/ 1177062 h 2937356"/>
                  <a:gd name="connsiteX1" fmla="*/ 409879 w 2103508"/>
                  <a:gd name="connsiteY1" fmla="*/ 669063 h 2937356"/>
                  <a:gd name="connsiteX2" fmla="*/ 621545 w 2103508"/>
                  <a:gd name="connsiteY2" fmla="*/ 448929 h 2937356"/>
                  <a:gd name="connsiteX3" fmla="*/ 833212 w 2103508"/>
                  <a:gd name="connsiteY3" fmla="*/ 135662 h 2937356"/>
                  <a:gd name="connsiteX4" fmla="*/ 1027945 w 2103508"/>
                  <a:gd name="connsiteY4" fmla="*/ 196 h 2937356"/>
                  <a:gd name="connsiteX5" fmla="*/ 1239612 w 2103508"/>
                  <a:gd name="connsiteY5" fmla="*/ 161062 h 2937356"/>
                  <a:gd name="connsiteX6" fmla="*/ 1502078 w 2103508"/>
                  <a:gd name="connsiteY6" fmla="*/ 423530 h 2937356"/>
                  <a:gd name="connsiteX7" fmla="*/ 1916947 w 2103508"/>
                  <a:gd name="connsiteY7" fmla="*/ 923062 h 2937356"/>
                  <a:gd name="connsiteX8" fmla="*/ 2018546 w 2103508"/>
                  <a:gd name="connsiteY8" fmla="*/ 990795 h 2937356"/>
                  <a:gd name="connsiteX9" fmla="*/ 2103212 w 2103508"/>
                  <a:gd name="connsiteY9" fmla="*/ 1414129 h 2937356"/>
                  <a:gd name="connsiteX10" fmla="*/ 2035480 w 2103508"/>
                  <a:gd name="connsiteY10" fmla="*/ 2243863 h 2937356"/>
                  <a:gd name="connsiteX11" fmla="*/ 1781481 w 2103508"/>
                  <a:gd name="connsiteY11" fmla="*/ 2599462 h 2937356"/>
                  <a:gd name="connsiteX12" fmla="*/ 1375080 w 2103508"/>
                  <a:gd name="connsiteY12" fmla="*/ 2887330 h 2937356"/>
                  <a:gd name="connsiteX13" fmla="*/ 638479 w 2103508"/>
                  <a:gd name="connsiteY13" fmla="*/ 2785729 h 2937356"/>
                  <a:gd name="connsiteX14" fmla="*/ 62745 w 2103508"/>
                  <a:gd name="connsiteY14" fmla="*/ 2218462 h 2937356"/>
                  <a:gd name="connsiteX15" fmla="*/ 54278 w 2103508"/>
                  <a:gd name="connsiteY15" fmla="*/ 1177062 h 2937356"/>
                  <a:gd name="connsiteX0" fmla="*/ 54278 w 2103508"/>
                  <a:gd name="connsiteY0" fmla="*/ 1177062 h 2937356"/>
                  <a:gd name="connsiteX1" fmla="*/ 409879 w 2103508"/>
                  <a:gd name="connsiteY1" fmla="*/ 669063 h 2937356"/>
                  <a:gd name="connsiteX2" fmla="*/ 621545 w 2103508"/>
                  <a:gd name="connsiteY2" fmla="*/ 448929 h 2937356"/>
                  <a:gd name="connsiteX3" fmla="*/ 833212 w 2103508"/>
                  <a:gd name="connsiteY3" fmla="*/ 135662 h 2937356"/>
                  <a:gd name="connsiteX4" fmla="*/ 1027945 w 2103508"/>
                  <a:gd name="connsiteY4" fmla="*/ 196 h 2937356"/>
                  <a:gd name="connsiteX5" fmla="*/ 1239612 w 2103508"/>
                  <a:gd name="connsiteY5" fmla="*/ 161062 h 2937356"/>
                  <a:gd name="connsiteX6" fmla="*/ 1502078 w 2103508"/>
                  <a:gd name="connsiteY6" fmla="*/ 423530 h 2937356"/>
                  <a:gd name="connsiteX7" fmla="*/ 1629081 w 2103508"/>
                  <a:gd name="connsiteY7" fmla="*/ 567462 h 2937356"/>
                  <a:gd name="connsiteX8" fmla="*/ 2018546 w 2103508"/>
                  <a:gd name="connsiteY8" fmla="*/ 990795 h 2937356"/>
                  <a:gd name="connsiteX9" fmla="*/ 2103212 w 2103508"/>
                  <a:gd name="connsiteY9" fmla="*/ 1414129 h 2937356"/>
                  <a:gd name="connsiteX10" fmla="*/ 2035480 w 2103508"/>
                  <a:gd name="connsiteY10" fmla="*/ 2243863 h 2937356"/>
                  <a:gd name="connsiteX11" fmla="*/ 1781481 w 2103508"/>
                  <a:gd name="connsiteY11" fmla="*/ 2599462 h 2937356"/>
                  <a:gd name="connsiteX12" fmla="*/ 1375080 w 2103508"/>
                  <a:gd name="connsiteY12" fmla="*/ 2887330 h 2937356"/>
                  <a:gd name="connsiteX13" fmla="*/ 638479 w 2103508"/>
                  <a:gd name="connsiteY13" fmla="*/ 2785729 h 2937356"/>
                  <a:gd name="connsiteX14" fmla="*/ 62745 w 2103508"/>
                  <a:gd name="connsiteY14" fmla="*/ 2218462 h 2937356"/>
                  <a:gd name="connsiteX15" fmla="*/ 54278 w 2103508"/>
                  <a:gd name="connsiteY15" fmla="*/ 1177062 h 2937356"/>
                  <a:gd name="connsiteX0" fmla="*/ 54278 w 2109990"/>
                  <a:gd name="connsiteY0" fmla="*/ 1177062 h 2937356"/>
                  <a:gd name="connsiteX1" fmla="*/ 409879 w 2109990"/>
                  <a:gd name="connsiteY1" fmla="*/ 669063 h 2937356"/>
                  <a:gd name="connsiteX2" fmla="*/ 621545 w 2109990"/>
                  <a:gd name="connsiteY2" fmla="*/ 448929 h 2937356"/>
                  <a:gd name="connsiteX3" fmla="*/ 833212 w 2109990"/>
                  <a:gd name="connsiteY3" fmla="*/ 135662 h 2937356"/>
                  <a:gd name="connsiteX4" fmla="*/ 1027945 w 2109990"/>
                  <a:gd name="connsiteY4" fmla="*/ 196 h 2937356"/>
                  <a:gd name="connsiteX5" fmla="*/ 1239612 w 2109990"/>
                  <a:gd name="connsiteY5" fmla="*/ 161062 h 2937356"/>
                  <a:gd name="connsiteX6" fmla="*/ 1502078 w 2109990"/>
                  <a:gd name="connsiteY6" fmla="*/ 423530 h 2937356"/>
                  <a:gd name="connsiteX7" fmla="*/ 1629081 w 2109990"/>
                  <a:gd name="connsiteY7" fmla="*/ 567462 h 2937356"/>
                  <a:gd name="connsiteX8" fmla="*/ 1900013 w 2109990"/>
                  <a:gd name="connsiteY8" fmla="*/ 1016195 h 2937356"/>
                  <a:gd name="connsiteX9" fmla="*/ 2103212 w 2109990"/>
                  <a:gd name="connsiteY9" fmla="*/ 1414129 h 2937356"/>
                  <a:gd name="connsiteX10" fmla="*/ 2035480 w 2109990"/>
                  <a:gd name="connsiteY10" fmla="*/ 2243863 h 2937356"/>
                  <a:gd name="connsiteX11" fmla="*/ 1781481 w 2109990"/>
                  <a:gd name="connsiteY11" fmla="*/ 2599462 h 2937356"/>
                  <a:gd name="connsiteX12" fmla="*/ 1375080 w 2109990"/>
                  <a:gd name="connsiteY12" fmla="*/ 2887330 h 2937356"/>
                  <a:gd name="connsiteX13" fmla="*/ 638479 w 2109990"/>
                  <a:gd name="connsiteY13" fmla="*/ 2785729 h 2937356"/>
                  <a:gd name="connsiteX14" fmla="*/ 62745 w 2109990"/>
                  <a:gd name="connsiteY14" fmla="*/ 2218462 h 2937356"/>
                  <a:gd name="connsiteX15" fmla="*/ 54278 w 2109990"/>
                  <a:gd name="connsiteY15" fmla="*/ 1177062 h 2937356"/>
                  <a:gd name="connsiteX0" fmla="*/ 54278 w 2109990"/>
                  <a:gd name="connsiteY0" fmla="*/ 1177062 h 2937356"/>
                  <a:gd name="connsiteX1" fmla="*/ 409879 w 2109990"/>
                  <a:gd name="connsiteY1" fmla="*/ 669063 h 2937356"/>
                  <a:gd name="connsiteX2" fmla="*/ 621545 w 2109990"/>
                  <a:gd name="connsiteY2" fmla="*/ 448929 h 2937356"/>
                  <a:gd name="connsiteX3" fmla="*/ 833212 w 2109990"/>
                  <a:gd name="connsiteY3" fmla="*/ 135662 h 2937356"/>
                  <a:gd name="connsiteX4" fmla="*/ 1027945 w 2109990"/>
                  <a:gd name="connsiteY4" fmla="*/ 196 h 2937356"/>
                  <a:gd name="connsiteX5" fmla="*/ 1239612 w 2109990"/>
                  <a:gd name="connsiteY5" fmla="*/ 161062 h 2937356"/>
                  <a:gd name="connsiteX6" fmla="*/ 1502078 w 2109990"/>
                  <a:gd name="connsiteY6" fmla="*/ 423530 h 2937356"/>
                  <a:gd name="connsiteX7" fmla="*/ 1629081 w 2109990"/>
                  <a:gd name="connsiteY7" fmla="*/ 567462 h 2937356"/>
                  <a:gd name="connsiteX8" fmla="*/ 1900013 w 2109990"/>
                  <a:gd name="connsiteY8" fmla="*/ 1016195 h 2937356"/>
                  <a:gd name="connsiteX9" fmla="*/ 2103212 w 2109990"/>
                  <a:gd name="connsiteY9" fmla="*/ 1414129 h 2937356"/>
                  <a:gd name="connsiteX10" fmla="*/ 2035480 w 2109990"/>
                  <a:gd name="connsiteY10" fmla="*/ 2243863 h 2937356"/>
                  <a:gd name="connsiteX11" fmla="*/ 1781481 w 2109990"/>
                  <a:gd name="connsiteY11" fmla="*/ 2599462 h 2937356"/>
                  <a:gd name="connsiteX12" fmla="*/ 1375080 w 2109990"/>
                  <a:gd name="connsiteY12" fmla="*/ 2887330 h 2937356"/>
                  <a:gd name="connsiteX13" fmla="*/ 638479 w 2109990"/>
                  <a:gd name="connsiteY13" fmla="*/ 2785729 h 2937356"/>
                  <a:gd name="connsiteX14" fmla="*/ 62745 w 2109990"/>
                  <a:gd name="connsiteY14" fmla="*/ 2218462 h 2937356"/>
                  <a:gd name="connsiteX15" fmla="*/ 54278 w 2109990"/>
                  <a:gd name="connsiteY15" fmla="*/ 1177062 h 2937356"/>
                  <a:gd name="connsiteX0" fmla="*/ 54278 w 2106822"/>
                  <a:gd name="connsiteY0" fmla="*/ 1177062 h 2937356"/>
                  <a:gd name="connsiteX1" fmla="*/ 409879 w 2106822"/>
                  <a:gd name="connsiteY1" fmla="*/ 669063 h 2937356"/>
                  <a:gd name="connsiteX2" fmla="*/ 621545 w 2106822"/>
                  <a:gd name="connsiteY2" fmla="*/ 448929 h 2937356"/>
                  <a:gd name="connsiteX3" fmla="*/ 833212 w 2106822"/>
                  <a:gd name="connsiteY3" fmla="*/ 135662 h 2937356"/>
                  <a:gd name="connsiteX4" fmla="*/ 1027945 w 2106822"/>
                  <a:gd name="connsiteY4" fmla="*/ 196 h 2937356"/>
                  <a:gd name="connsiteX5" fmla="*/ 1239612 w 2106822"/>
                  <a:gd name="connsiteY5" fmla="*/ 161062 h 2937356"/>
                  <a:gd name="connsiteX6" fmla="*/ 1502078 w 2106822"/>
                  <a:gd name="connsiteY6" fmla="*/ 423530 h 2937356"/>
                  <a:gd name="connsiteX7" fmla="*/ 1629081 w 2106822"/>
                  <a:gd name="connsiteY7" fmla="*/ 567462 h 2937356"/>
                  <a:gd name="connsiteX8" fmla="*/ 1950813 w 2106822"/>
                  <a:gd name="connsiteY8" fmla="*/ 973861 h 2937356"/>
                  <a:gd name="connsiteX9" fmla="*/ 2103212 w 2106822"/>
                  <a:gd name="connsiteY9" fmla="*/ 1414129 h 2937356"/>
                  <a:gd name="connsiteX10" fmla="*/ 2035480 w 2106822"/>
                  <a:gd name="connsiteY10" fmla="*/ 2243863 h 2937356"/>
                  <a:gd name="connsiteX11" fmla="*/ 1781481 w 2106822"/>
                  <a:gd name="connsiteY11" fmla="*/ 2599462 h 2937356"/>
                  <a:gd name="connsiteX12" fmla="*/ 1375080 w 2106822"/>
                  <a:gd name="connsiteY12" fmla="*/ 2887330 h 2937356"/>
                  <a:gd name="connsiteX13" fmla="*/ 638479 w 2106822"/>
                  <a:gd name="connsiteY13" fmla="*/ 2785729 h 2937356"/>
                  <a:gd name="connsiteX14" fmla="*/ 62745 w 2106822"/>
                  <a:gd name="connsiteY14" fmla="*/ 2218462 h 2937356"/>
                  <a:gd name="connsiteX15" fmla="*/ 54278 w 2106822"/>
                  <a:gd name="connsiteY15" fmla="*/ 1177062 h 2937356"/>
                  <a:gd name="connsiteX0" fmla="*/ 54278 w 2106328"/>
                  <a:gd name="connsiteY0" fmla="*/ 1177062 h 2937356"/>
                  <a:gd name="connsiteX1" fmla="*/ 409879 w 2106328"/>
                  <a:gd name="connsiteY1" fmla="*/ 669063 h 2937356"/>
                  <a:gd name="connsiteX2" fmla="*/ 621545 w 2106328"/>
                  <a:gd name="connsiteY2" fmla="*/ 448929 h 2937356"/>
                  <a:gd name="connsiteX3" fmla="*/ 833212 w 2106328"/>
                  <a:gd name="connsiteY3" fmla="*/ 135662 h 2937356"/>
                  <a:gd name="connsiteX4" fmla="*/ 1027945 w 2106328"/>
                  <a:gd name="connsiteY4" fmla="*/ 196 h 2937356"/>
                  <a:gd name="connsiteX5" fmla="*/ 1239612 w 2106328"/>
                  <a:gd name="connsiteY5" fmla="*/ 161062 h 2937356"/>
                  <a:gd name="connsiteX6" fmla="*/ 1502078 w 2106328"/>
                  <a:gd name="connsiteY6" fmla="*/ 423530 h 2937356"/>
                  <a:gd name="connsiteX7" fmla="*/ 1629081 w 2106328"/>
                  <a:gd name="connsiteY7" fmla="*/ 567462 h 2937356"/>
                  <a:gd name="connsiteX8" fmla="*/ 1959280 w 2106328"/>
                  <a:gd name="connsiteY8" fmla="*/ 948461 h 2937356"/>
                  <a:gd name="connsiteX9" fmla="*/ 2103212 w 2106328"/>
                  <a:gd name="connsiteY9" fmla="*/ 1414129 h 2937356"/>
                  <a:gd name="connsiteX10" fmla="*/ 2035480 w 2106328"/>
                  <a:gd name="connsiteY10" fmla="*/ 2243863 h 2937356"/>
                  <a:gd name="connsiteX11" fmla="*/ 1781481 w 2106328"/>
                  <a:gd name="connsiteY11" fmla="*/ 2599462 h 2937356"/>
                  <a:gd name="connsiteX12" fmla="*/ 1375080 w 2106328"/>
                  <a:gd name="connsiteY12" fmla="*/ 2887330 h 2937356"/>
                  <a:gd name="connsiteX13" fmla="*/ 638479 w 2106328"/>
                  <a:gd name="connsiteY13" fmla="*/ 2785729 h 2937356"/>
                  <a:gd name="connsiteX14" fmla="*/ 62745 w 2106328"/>
                  <a:gd name="connsiteY14" fmla="*/ 2218462 h 2937356"/>
                  <a:gd name="connsiteX15" fmla="*/ 54278 w 2106328"/>
                  <a:gd name="connsiteY15" fmla="*/ 1177062 h 2937356"/>
                  <a:gd name="connsiteX0" fmla="*/ 54278 w 2111098"/>
                  <a:gd name="connsiteY0" fmla="*/ 1177062 h 2937356"/>
                  <a:gd name="connsiteX1" fmla="*/ 409879 w 2111098"/>
                  <a:gd name="connsiteY1" fmla="*/ 669063 h 2937356"/>
                  <a:gd name="connsiteX2" fmla="*/ 621545 w 2111098"/>
                  <a:gd name="connsiteY2" fmla="*/ 448929 h 2937356"/>
                  <a:gd name="connsiteX3" fmla="*/ 833212 w 2111098"/>
                  <a:gd name="connsiteY3" fmla="*/ 135662 h 2937356"/>
                  <a:gd name="connsiteX4" fmla="*/ 1027945 w 2111098"/>
                  <a:gd name="connsiteY4" fmla="*/ 196 h 2937356"/>
                  <a:gd name="connsiteX5" fmla="*/ 1239612 w 2111098"/>
                  <a:gd name="connsiteY5" fmla="*/ 161062 h 2937356"/>
                  <a:gd name="connsiteX6" fmla="*/ 1502078 w 2111098"/>
                  <a:gd name="connsiteY6" fmla="*/ 423530 h 2937356"/>
                  <a:gd name="connsiteX7" fmla="*/ 1629081 w 2111098"/>
                  <a:gd name="connsiteY7" fmla="*/ 567462 h 2937356"/>
                  <a:gd name="connsiteX8" fmla="*/ 1883080 w 2111098"/>
                  <a:gd name="connsiteY8" fmla="*/ 855327 h 2937356"/>
                  <a:gd name="connsiteX9" fmla="*/ 2103212 w 2111098"/>
                  <a:gd name="connsiteY9" fmla="*/ 1414129 h 2937356"/>
                  <a:gd name="connsiteX10" fmla="*/ 2035480 w 2111098"/>
                  <a:gd name="connsiteY10" fmla="*/ 2243863 h 2937356"/>
                  <a:gd name="connsiteX11" fmla="*/ 1781481 w 2111098"/>
                  <a:gd name="connsiteY11" fmla="*/ 2599462 h 2937356"/>
                  <a:gd name="connsiteX12" fmla="*/ 1375080 w 2111098"/>
                  <a:gd name="connsiteY12" fmla="*/ 2887330 h 2937356"/>
                  <a:gd name="connsiteX13" fmla="*/ 638479 w 2111098"/>
                  <a:gd name="connsiteY13" fmla="*/ 2785729 h 2937356"/>
                  <a:gd name="connsiteX14" fmla="*/ 62745 w 2111098"/>
                  <a:gd name="connsiteY14" fmla="*/ 2218462 h 2937356"/>
                  <a:gd name="connsiteX15" fmla="*/ 54278 w 2111098"/>
                  <a:gd name="connsiteY15" fmla="*/ 1177062 h 2937356"/>
                  <a:gd name="connsiteX0" fmla="*/ 54278 w 2116854"/>
                  <a:gd name="connsiteY0" fmla="*/ 1177062 h 2937356"/>
                  <a:gd name="connsiteX1" fmla="*/ 409879 w 2116854"/>
                  <a:gd name="connsiteY1" fmla="*/ 669063 h 2937356"/>
                  <a:gd name="connsiteX2" fmla="*/ 621545 w 2116854"/>
                  <a:gd name="connsiteY2" fmla="*/ 448929 h 2937356"/>
                  <a:gd name="connsiteX3" fmla="*/ 833212 w 2116854"/>
                  <a:gd name="connsiteY3" fmla="*/ 135662 h 2937356"/>
                  <a:gd name="connsiteX4" fmla="*/ 1027945 w 2116854"/>
                  <a:gd name="connsiteY4" fmla="*/ 196 h 2937356"/>
                  <a:gd name="connsiteX5" fmla="*/ 1239612 w 2116854"/>
                  <a:gd name="connsiteY5" fmla="*/ 161062 h 2937356"/>
                  <a:gd name="connsiteX6" fmla="*/ 1502078 w 2116854"/>
                  <a:gd name="connsiteY6" fmla="*/ 423530 h 2937356"/>
                  <a:gd name="connsiteX7" fmla="*/ 1629081 w 2116854"/>
                  <a:gd name="connsiteY7" fmla="*/ 567462 h 2937356"/>
                  <a:gd name="connsiteX8" fmla="*/ 1798413 w 2116854"/>
                  <a:gd name="connsiteY8" fmla="*/ 829927 h 2937356"/>
                  <a:gd name="connsiteX9" fmla="*/ 2103212 w 2116854"/>
                  <a:gd name="connsiteY9" fmla="*/ 1414129 h 2937356"/>
                  <a:gd name="connsiteX10" fmla="*/ 2035480 w 2116854"/>
                  <a:gd name="connsiteY10" fmla="*/ 2243863 h 2937356"/>
                  <a:gd name="connsiteX11" fmla="*/ 1781481 w 2116854"/>
                  <a:gd name="connsiteY11" fmla="*/ 2599462 h 2937356"/>
                  <a:gd name="connsiteX12" fmla="*/ 1375080 w 2116854"/>
                  <a:gd name="connsiteY12" fmla="*/ 2887330 h 2937356"/>
                  <a:gd name="connsiteX13" fmla="*/ 638479 w 2116854"/>
                  <a:gd name="connsiteY13" fmla="*/ 2785729 h 2937356"/>
                  <a:gd name="connsiteX14" fmla="*/ 62745 w 2116854"/>
                  <a:gd name="connsiteY14" fmla="*/ 2218462 h 2937356"/>
                  <a:gd name="connsiteX15" fmla="*/ 54278 w 2116854"/>
                  <a:gd name="connsiteY15" fmla="*/ 1177062 h 2937356"/>
                  <a:gd name="connsiteX0" fmla="*/ 54278 w 2116854"/>
                  <a:gd name="connsiteY0" fmla="*/ 1177062 h 2937356"/>
                  <a:gd name="connsiteX1" fmla="*/ 409879 w 2116854"/>
                  <a:gd name="connsiteY1" fmla="*/ 669063 h 2937356"/>
                  <a:gd name="connsiteX2" fmla="*/ 621545 w 2116854"/>
                  <a:gd name="connsiteY2" fmla="*/ 448929 h 2937356"/>
                  <a:gd name="connsiteX3" fmla="*/ 833212 w 2116854"/>
                  <a:gd name="connsiteY3" fmla="*/ 135662 h 2937356"/>
                  <a:gd name="connsiteX4" fmla="*/ 1027945 w 2116854"/>
                  <a:gd name="connsiteY4" fmla="*/ 196 h 2937356"/>
                  <a:gd name="connsiteX5" fmla="*/ 1239612 w 2116854"/>
                  <a:gd name="connsiteY5" fmla="*/ 161062 h 2937356"/>
                  <a:gd name="connsiteX6" fmla="*/ 1502078 w 2116854"/>
                  <a:gd name="connsiteY6" fmla="*/ 423530 h 2937356"/>
                  <a:gd name="connsiteX7" fmla="*/ 1578281 w 2116854"/>
                  <a:gd name="connsiteY7" fmla="*/ 601328 h 2937356"/>
                  <a:gd name="connsiteX8" fmla="*/ 1798413 w 2116854"/>
                  <a:gd name="connsiteY8" fmla="*/ 829927 h 2937356"/>
                  <a:gd name="connsiteX9" fmla="*/ 2103212 w 2116854"/>
                  <a:gd name="connsiteY9" fmla="*/ 1414129 h 2937356"/>
                  <a:gd name="connsiteX10" fmla="*/ 2035480 w 2116854"/>
                  <a:gd name="connsiteY10" fmla="*/ 2243863 h 2937356"/>
                  <a:gd name="connsiteX11" fmla="*/ 1781481 w 2116854"/>
                  <a:gd name="connsiteY11" fmla="*/ 2599462 h 2937356"/>
                  <a:gd name="connsiteX12" fmla="*/ 1375080 w 2116854"/>
                  <a:gd name="connsiteY12" fmla="*/ 2887330 h 2937356"/>
                  <a:gd name="connsiteX13" fmla="*/ 638479 w 2116854"/>
                  <a:gd name="connsiteY13" fmla="*/ 2785729 h 2937356"/>
                  <a:gd name="connsiteX14" fmla="*/ 62745 w 2116854"/>
                  <a:gd name="connsiteY14" fmla="*/ 2218462 h 2937356"/>
                  <a:gd name="connsiteX15" fmla="*/ 54278 w 2116854"/>
                  <a:gd name="connsiteY15" fmla="*/ 1177062 h 2937356"/>
                  <a:gd name="connsiteX0" fmla="*/ 54278 w 2116854"/>
                  <a:gd name="connsiteY0" fmla="*/ 1177062 h 2937356"/>
                  <a:gd name="connsiteX1" fmla="*/ 409879 w 2116854"/>
                  <a:gd name="connsiteY1" fmla="*/ 669063 h 2937356"/>
                  <a:gd name="connsiteX2" fmla="*/ 621545 w 2116854"/>
                  <a:gd name="connsiteY2" fmla="*/ 448929 h 2937356"/>
                  <a:gd name="connsiteX3" fmla="*/ 833212 w 2116854"/>
                  <a:gd name="connsiteY3" fmla="*/ 135662 h 2937356"/>
                  <a:gd name="connsiteX4" fmla="*/ 1027945 w 2116854"/>
                  <a:gd name="connsiteY4" fmla="*/ 196 h 2937356"/>
                  <a:gd name="connsiteX5" fmla="*/ 1239612 w 2116854"/>
                  <a:gd name="connsiteY5" fmla="*/ 161062 h 2937356"/>
                  <a:gd name="connsiteX6" fmla="*/ 1425878 w 2116854"/>
                  <a:gd name="connsiteY6" fmla="*/ 423530 h 2937356"/>
                  <a:gd name="connsiteX7" fmla="*/ 1578281 w 2116854"/>
                  <a:gd name="connsiteY7" fmla="*/ 601328 h 2937356"/>
                  <a:gd name="connsiteX8" fmla="*/ 1798413 w 2116854"/>
                  <a:gd name="connsiteY8" fmla="*/ 829927 h 2937356"/>
                  <a:gd name="connsiteX9" fmla="*/ 2103212 w 2116854"/>
                  <a:gd name="connsiteY9" fmla="*/ 1414129 h 2937356"/>
                  <a:gd name="connsiteX10" fmla="*/ 2035480 w 2116854"/>
                  <a:gd name="connsiteY10" fmla="*/ 2243863 h 2937356"/>
                  <a:gd name="connsiteX11" fmla="*/ 1781481 w 2116854"/>
                  <a:gd name="connsiteY11" fmla="*/ 2599462 h 2937356"/>
                  <a:gd name="connsiteX12" fmla="*/ 1375080 w 2116854"/>
                  <a:gd name="connsiteY12" fmla="*/ 2887330 h 2937356"/>
                  <a:gd name="connsiteX13" fmla="*/ 638479 w 2116854"/>
                  <a:gd name="connsiteY13" fmla="*/ 2785729 h 2937356"/>
                  <a:gd name="connsiteX14" fmla="*/ 62745 w 2116854"/>
                  <a:gd name="connsiteY14" fmla="*/ 2218462 h 2937356"/>
                  <a:gd name="connsiteX15" fmla="*/ 54278 w 2116854"/>
                  <a:gd name="connsiteY15" fmla="*/ 1177062 h 2937356"/>
                  <a:gd name="connsiteX0" fmla="*/ 54278 w 2116854"/>
                  <a:gd name="connsiteY0" fmla="*/ 1177062 h 2937356"/>
                  <a:gd name="connsiteX1" fmla="*/ 409879 w 2116854"/>
                  <a:gd name="connsiteY1" fmla="*/ 669063 h 2937356"/>
                  <a:gd name="connsiteX2" fmla="*/ 621545 w 2116854"/>
                  <a:gd name="connsiteY2" fmla="*/ 448929 h 2937356"/>
                  <a:gd name="connsiteX3" fmla="*/ 833212 w 2116854"/>
                  <a:gd name="connsiteY3" fmla="*/ 135662 h 2937356"/>
                  <a:gd name="connsiteX4" fmla="*/ 1027945 w 2116854"/>
                  <a:gd name="connsiteY4" fmla="*/ 196 h 2937356"/>
                  <a:gd name="connsiteX5" fmla="*/ 1231145 w 2116854"/>
                  <a:gd name="connsiteY5" fmla="*/ 161062 h 2937356"/>
                  <a:gd name="connsiteX6" fmla="*/ 1425878 w 2116854"/>
                  <a:gd name="connsiteY6" fmla="*/ 423530 h 2937356"/>
                  <a:gd name="connsiteX7" fmla="*/ 1578281 w 2116854"/>
                  <a:gd name="connsiteY7" fmla="*/ 601328 h 2937356"/>
                  <a:gd name="connsiteX8" fmla="*/ 1798413 w 2116854"/>
                  <a:gd name="connsiteY8" fmla="*/ 829927 h 2937356"/>
                  <a:gd name="connsiteX9" fmla="*/ 2103212 w 2116854"/>
                  <a:gd name="connsiteY9" fmla="*/ 1414129 h 2937356"/>
                  <a:gd name="connsiteX10" fmla="*/ 2035480 w 2116854"/>
                  <a:gd name="connsiteY10" fmla="*/ 2243863 h 2937356"/>
                  <a:gd name="connsiteX11" fmla="*/ 1781481 w 2116854"/>
                  <a:gd name="connsiteY11" fmla="*/ 2599462 h 2937356"/>
                  <a:gd name="connsiteX12" fmla="*/ 1375080 w 2116854"/>
                  <a:gd name="connsiteY12" fmla="*/ 2887330 h 2937356"/>
                  <a:gd name="connsiteX13" fmla="*/ 638479 w 2116854"/>
                  <a:gd name="connsiteY13" fmla="*/ 2785729 h 2937356"/>
                  <a:gd name="connsiteX14" fmla="*/ 62745 w 2116854"/>
                  <a:gd name="connsiteY14" fmla="*/ 2218462 h 2937356"/>
                  <a:gd name="connsiteX15" fmla="*/ 54278 w 2116854"/>
                  <a:gd name="connsiteY15" fmla="*/ 1177062 h 2937356"/>
                  <a:gd name="connsiteX0" fmla="*/ 54278 w 2116854"/>
                  <a:gd name="connsiteY0" fmla="*/ 1102091 h 2862385"/>
                  <a:gd name="connsiteX1" fmla="*/ 409879 w 2116854"/>
                  <a:gd name="connsiteY1" fmla="*/ 594092 h 2862385"/>
                  <a:gd name="connsiteX2" fmla="*/ 621545 w 2116854"/>
                  <a:gd name="connsiteY2" fmla="*/ 373958 h 2862385"/>
                  <a:gd name="connsiteX3" fmla="*/ 833212 w 2116854"/>
                  <a:gd name="connsiteY3" fmla="*/ 60691 h 2862385"/>
                  <a:gd name="connsiteX4" fmla="*/ 1011012 w 2116854"/>
                  <a:gd name="connsiteY4" fmla="*/ 1425 h 2862385"/>
                  <a:gd name="connsiteX5" fmla="*/ 1231145 w 2116854"/>
                  <a:gd name="connsiteY5" fmla="*/ 86091 h 2862385"/>
                  <a:gd name="connsiteX6" fmla="*/ 1425878 w 2116854"/>
                  <a:gd name="connsiteY6" fmla="*/ 348559 h 2862385"/>
                  <a:gd name="connsiteX7" fmla="*/ 1578281 w 2116854"/>
                  <a:gd name="connsiteY7" fmla="*/ 526357 h 2862385"/>
                  <a:gd name="connsiteX8" fmla="*/ 1798413 w 2116854"/>
                  <a:gd name="connsiteY8" fmla="*/ 754956 h 2862385"/>
                  <a:gd name="connsiteX9" fmla="*/ 2103212 w 2116854"/>
                  <a:gd name="connsiteY9" fmla="*/ 1339158 h 2862385"/>
                  <a:gd name="connsiteX10" fmla="*/ 2035480 w 2116854"/>
                  <a:gd name="connsiteY10" fmla="*/ 2168892 h 2862385"/>
                  <a:gd name="connsiteX11" fmla="*/ 1781481 w 2116854"/>
                  <a:gd name="connsiteY11" fmla="*/ 2524491 h 2862385"/>
                  <a:gd name="connsiteX12" fmla="*/ 1375080 w 2116854"/>
                  <a:gd name="connsiteY12" fmla="*/ 2812359 h 2862385"/>
                  <a:gd name="connsiteX13" fmla="*/ 638479 w 2116854"/>
                  <a:gd name="connsiteY13" fmla="*/ 2710758 h 2862385"/>
                  <a:gd name="connsiteX14" fmla="*/ 62745 w 2116854"/>
                  <a:gd name="connsiteY14" fmla="*/ 2143491 h 2862385"/>
                  <a:gd name="connsiteX15" fmla="*/ 54278 w 2116854"/>
                  <a:gd name="connsiteY15" fmla="*/ 1102091 h 2862385"/>
                  <a:gd name="connsiteX0" fmla="*/ 54278 w 2116854"/>
                  <a:gd name="connsiteY0" fmla="*/ 1100717 h 2861011"/>
                  <a:gd name="connsiteX1" fmla="*/ 409879 w 2116854"/>
                  <a:gd name="connsiteY1" fmla="*/ 592718 h 2861011"/>
                  <a:gd name="connsiteX2" fmla="*/ 621545 w 2116854"/>
                  <a:gd name="connsiteY2" fmla="*/ 372584 h 2861011"/>
                  <a:gd name="connsiteX3" fmla="*/ 833212 w 2116854"/>
                  <a:gd name="connsiteY3" fmla="*/ 93184 h 2861011"/>
                  <a:gd name="connsiteX4" fmla="*/ 1011012 w 2116854"/>
                  <a:gd name="connsiteY4" fmla="*/ 51 h 2861011"/>
                  <a:gd name="connsiteX5" fmla="*/ 1231145 w 2116854"/>
                  <a:gd name="connsiteY5" fmla="*/ 84717 h 2861011"/>
                  <a:gd name="connsiteX6" fmla="*/ 1425878 w 2116854"/>
                  <a:gd name="connsiteY6" fmla="*/ 347185 h 2861011"/>
                  <a:gd name="connsiteX7" fmla="*/ 1578281 w 2116854"/>
                  <a:gd name="connsiteY7" fmla="*/ 524983 h 2861011"/>
                  <a:gd name="connsiteX8" fmla="*/ 1798413 w 2116854"/>
                  <a:gd name="connsiteY8" fmla="*/ 753582 h 2861011"/>
                  <a:gd name="connsiteX9" fmla="*/ 2103212 w 2116854"/>
                  <a:gd name="connsiteY9" fmla="*/ 1337784 h 2861011"/>
                  <a:gd name="connsiteX10" fmla="*/ 2035480 w 2116854"/>
                  <a:gd name="connsiteY10" fmla="*/ 2167518 h 2861011"/>
                  <a:gd name="connsiteX11" fmla="*/ 1781481 w 2116854"/>
                  <a:gd name="connsiteY11" fmla="*/ 2523117 h 2861011"/>
                  <a:gd name="connsiteX12" fmla="*/ 1375080 w 2116854"/>
                  <a:gd name="connsiteY12" fmla="*/ 2810985 h 2861011"/>
                  <a:gd name="connsiteX13" fmla="*/ 638479 w 2116854"/>
                  <a:gd name="connsiteY13" fmla="*/ 2709384 h 2861011"/>
                  <a:gd name="connsiteX14" fmla="*/ 62745 w 2116854"/>
                  <a:gd name="connsiteY14" fmla="*/ 2142117 h 2861011"/>
                  <a:gd name="connsiteX15" fmla="*/ 54278 w 2116854"/>
                  <a:gd name="connsiteY15" fmla="*/ 1100717 h 2861011"/>
                  <a:gd name="connsiteX0" fmla="*/ 50375 w 2112951"/>
                  <a:gd name="connsiteY0" fmla="*/ 1100717 h 2828916"/>
                  <a:gd name="connsiteX1" fmla="*/ 405976 w 2112951"/>
                  <a:gd name="connsiteY1" fmla="*/ 592718 h 2828916"/>
                  <a:gd name="connsiteX2" fmla="*/ 617642 w 2112951"/>
                  <a:gd name="connsiteY2" fmla="*/ 372584 h 2828916"/>
                  <a:gd name="connsiteX3" fmla="*/ 829309 w 2112951"/>
                  <a:gd name="connsiteY3" fmla="*/ 93184 h 2828916"/>
                  <a:gd name="connsiteX4" fmla="*/ 1007109 w 2112951"/>
                  <a:gd name="connsiteY4" fmla="*/ 51 h 2828916"/>
                  <a:gd name="connsiteX5" fmla="*/ 1227242 w 2112951"/>
                  <a:gd name="connsiteY5" fmla="*/ 84717 h 2828916"/>
                  <a:gd name="connsiteX6" fmla="*/ 1421975 w 2112951"/>
                  <a:gd name="connsiteY6" fmla="*/ 347185 h 2828916"/>
                  <a:gd name="connsiteX7" fmla="*/ 1574378 w 2112951"/>
                  <a:gd name="connsiteY7" fmla="*/ 524983 h 2828916"/>
                  <a:gd name="connsiteX8" fmla="*/ 1794510 w 2112951"/>
                  <a:gd name="connsiteY8" fmla="*/ 753582 h 2828916"/>
                  <a:gd name="connsiteX9" fmla="*/ 2099309 w 2112951"/>
                  <a:gd name="connsiteY9" fmla="*/ 1337784 h 2828916"/>
                  <a:gd name="connsiteX10" fmla="*/ 2031577 w 2112951"/>
                  <a:gd name="connsiteY10" fmla="*/ 2167518 h 2828916"/>
                  <a:gd name="connsiteX11" fmla="*/ 1777578 w 2112951"/>
                  <a:gd name="connsiteY11" fmla="*/ 2523117 h 2828916"/>
                  <a:gd name="connsiteX12" fmla="*/ 1371177 w 2112951"/>
                  <a:gd name="connsiteY12" fmla="*/ 2810985 h 2828916"/>
                  <a:gd name="connsiteX13" fmla="*/ 575309 w 2112951"/>
                  <a:gd name="connsiteY13" fmla="*/ 2675517 h 2828916"/>
                  <a:gd name="connsiteX14" fmla="*/ 58842 w 2112951"/>
                  <a:gd name="connsiteY14" fmla="*/ 2142117 h 2828916"/>
                  <a:gd name="connsiteX15" fmla="*/ 50375 w 2112951"/>
                  <a:gd name="connsiteY15" fmla="*/ 1100717 h 2828916"/>
                  <a:gd name="connsiteX0" fmla="*/ 50375 w 2112951"/>
                  <a:gd name="connsiteY0" fmla="*/ 1100717 h 2847008"/>
                  <a:gd name="connsiteX1" fmla="*/ 405976 w 2112951"/>
                  <a:gd name="connsiteY1" fmla="*/ 592718 h 2847008"/>
                  <a:gd name="connsiteX2" fmla="*/ 617642 w 2112951"/>
                  <a:gd name="connsiteY2" fmla="*/ 372584 h 2847008"/>
                  <a:gd name="connsiteX3" fmla="*/ 829309 w 2112951"/>
                  <a:gd name="connsiteY3" fmla="*/ 93184 h 2847008"/>
                  <a:gd name="connsiteX4" fmla="*/ 1007109 w 2112951"/>
                  <a:gd name="connsiteY4" fmla="*/ 51 h 2847008"/>
                  <a:gd name="connsiteX5" fmla="*/ 1227242 w 2112951"/>
                  <a:gd name="connsiteY5" fmla="*/ 84717 h 2847008"/>
                  <a:gd name="connsiteX6" fmla="*/ 1421975 w 2112951"/>
                  <a:gd name="connsiteY6" fmla="*/ 347185 h 2847008"/>
                  <a:gd name="connsiteX7" fmla="*/ 1574378 w 2112951"/>
                  <a:gd name="connsiteY7" fmla="*/ 524983 h 2847008"/>
                  <a:gd name="connsiteX8" fmla="*/ 1794510 w 2112951"/>
                  <a:gd name="connsiteY8" fmla="*/ 753582 h 2847008"/>
                  <a:gd name="connsiteX9" fmla="*/ 2099309 w 2112951"/>
                  <a:gd name="connsiteY9" fmla="*/ 1337784 h 2847008"/>
                  <a:gd name="connsiteX10" fmla="*/ 2031577 w 2112951"/>
                  <a:gd name="connsiteY10" fmla="*/ 2167518 h 2847008"/>
                  <a:gd name="connsiteX11" fmla="*/ 1777578 w 2112951"/>
                  <a:gd name="connsiteY11" fmla="*/ 2523117 h 2847008"/>
                  <a:gd name="connsiteX12" fmla="*/ 1371177 w 2112951"/>
                  <a:gd name="connsiteY12" fmla="*/ 2810985 h 2847008"/>
                  <a:gd name="connsiteX13" fmla="*/ 930911 w 2112951"/>
                  <a:gd name="connsiteY13" fmla="*/ 2827916 h 2847008"/>
                  <a:gd name="connsiteX14" fmla="*/ 575309 w 2112951"/>
                  <a:gd name="connsiteY14" fmla="*/ 2675517 h 2847008"/>
                  <a:gd name="connsiteX15" fmla="*/ 58842 w 2112951"/>
                  <a:gd name="connsiteY15" fmla="*/ 2142117 h 2847008"/>
                  <a:gd name="connsiteX16" fmla="*/ 50375 w 2112951"/>
                  <a:gd name="connsiteY16" fmla="*/ 1100717 h 2847008"/>
                  <a:gd name="connsiteX0" fmla="*/ 35626 w 2098202"/>
                  <a:gd name="connsiteY0" fmla="*/ 1100717 h 2847008"/>
                  <a:gd name="connsiteX1" fmla="*/ 391227 w 2098202"/>
                  <a:gd name="connsiteY1" fmla="*/ 592718 h 2847008"/>
                  <a:gd name="connsiteX2" fmla="*/ 602893 w 2098202"/>
                  <a:gd name="connsiteY2" fmla="*/ 372584 h 2847008"/>
                  <a:gd name="connsiteX3" fmla="*/ 814560 w 2098202"/>
                  <a:gd name="connsiteY3" fmla="*/ 93184 h 2847008"/>
                  <a:gd name="connsiteX4" fmla="*/ 992360 w 2098202"/>
                  <a:gd name="connsiteY4" fmla="*/ 51 h 2847008"/>
                  <a:gd name="connsiteX5" fmla="*/ 1212493 w 2098202"/>
                  <a:gd name="connsiteY5" fmla="*/ 84717 h 2847008"/>
                  <a:gd name="connsiteX6" fmla="*/ 1407226 w 2098202"/>
                  <a:gd name="connsiteY6" fmla="*/ 347185 h 2847008"/>
                  <a:gd name="connsiteX7" fmla="*/ 1559629 w 2098202"/>
                  <a:gd name="connsiteY7" fmla="*/ 524983 h 2847008"/>
                  <a:gd name="connsiteX8" fmla="*/ 1779761 w 2098202"/>
                  <a:gd name="connsiteY8" fmla="*/ 753582 h 2847008"/>
                  <a:gd name="connsiteX9" fmla="*/ 2084560 w 2098202"/>
                  <a:gd name="connsiteY9" fmla="*/ 1337784 h 2847008"/>
                  <a:gd name="connsiteX10" fmla="*/ 2016828 w 2098202"/>
                  <a:gd name="connsiteY10" fmla="*/ 2167518 h 2847008"/>
                  <a:gd name="connsiteX11" fmla="*/ 1762829 w 2098202"/>
                  <a:gd name="connsiteY11" fmla="*/ 2523117 h 2847008"/>
                  <a:gd name="connsiteX12" fmla="*/ 1356428 w 2098202"/>
                  <a:gd name="connsiteY12" fmla="*/ 2810985 h 2847008"/>
                  <a:gd name="connsiteX13" fmla="*/ 916162 w 2098202"/>
                  <a:gd name="connsiteY13" fmla="*/ 2827916 h 2847008"/>
                  <a:gd name="connsiteX14" fmla="*/ 315027 w 2098202"/>
                  <a:gd name="connsiteY14" fmla="*/ 2472317 h 2847008"/>
                  <a:gd name="connsiteX15" fmla="*/ 44093 w 2098202"/>
                  <a:gd name="connsiteY15" fmla="*/ 2142117 h 2847008"/>
                  <a:gd name="connsiteX16" fmla="*/ 35626 w 2098202"/>
                  <a:gd name="connsiteY16" fmla="*/ 1100717 h 2847008"/>
                  <a:gd name="connsiteX0" fmla="*/ 35626 w 2098202"/>
                  <a:gd name="connsiteY0" fmla="*/ 1100717 h 2847008"/>
                  <a:gd name="connsiteX1" fmla="*/ 391227 w 2098202"/>
                  <a:gd name="connsiteY1" fmla="*/ 592718 h 2847008"/>
                  <a:gd name="connsiteX2" fmla="*/ 602893 w 2098202"/>
                  <a:gd name="connsiteY2" fmla="*/ 372584 h 2847008"/>
                  <a:gd name="connsiteX3" fmla="*/ 814560 w 2098202"/>
                  <a:gd name="connsiteY3" fmla="*/ 93184 h 2847008"/>
                  <a:gd name="connsiteX4" fmla="*/ 992360 w 2098202"/>
                  <a:gd name="connsiteY4" fmla="*/ 51 h 2847008"/>
                  <a:gd name="connsiteX5" fmla="*/ 1212493 w 2098202"/>
                  <a:gd name="connsiteY5" fmla="*/ 84717 h 2847008"/>
                  <a:gd name="connsiteX6" fmla="*/ 1407226 w 2098202"/>
                  <a:gd name="connsiteY6" fmla="*/ 347185 h 2847008"/>
                  <a:gd name="connsiteX7" fmla="*/ 1559629 w 2098202"/>
                  <a:gd name="connsiteY7" fmla="*/ 524983 h 2847008"/>
                  <a:gd name="connsiteX8" fmla="*/ 1779761 w 2098202"/>
                  <a:gd name="connsiteY8" fmla="*/ 753582 h 2847008"/>
                  <a:gd name="connsiteX9" fmla="*/ 2084560 w 2098202"/>
                  <a:gd name="connsiteY9" fmla="*/ 1337784 h 2847008"/>
                  <a:gd name="connsiteX10" fmla="*/ 2016828 w 2098202"/>
                  <a:gd name="connsiteY10" fmla="*/ 2167518 h 2847008"/>
                  <a:gd name="connsiteX11" fmla="*/ 1762829 w 2098202"/>
                  <a:gd name="connsiteY11" fmla="*/ 2523117 h 2847008"/>
                  <a:gd name="connsiteX12" fmla="*/ 1356428 w 2098202"/>
                  <a:gd name="connsiteY12" fmla="*/ 2810985 h 2847008"/>
                  <a:gd name="connsiteX13" fmla="*/ 916162 w 2098202"/>
                  <a:gd name="connsiteY13" fmla="*/ 2827916 h 2847008"/>
                  <a:gd name="connsiteX14" fmla="*/ 315027 w 2098202"/>
                  <a:gd name="connsiteY14" fmla="*/ 2472317 h 2847008"/>
                  <a:gd name="connsiteX15" fmla="*/ 44093 w 2098202"/>
                  <a:gd name="connsiteY15" fmla="*/ 2142117 h 2847008"/>
                  <a:gd name="connsiteX16" fmla="*/ 35626 w 2098202"/>
                  <a:gd name="connsiteY16" fmla="*/ 1100717 h 2847008"/>
                  <a:gd name="connsiteX0" fmla="*/ 39829 w 2102405"/>
                  <a:gd name="connsiteY0" fmla="*/ 1100717 h 2847008"/>
                  <a:gd name="connsiteX1" fmla="*/ 395430 w 2102405"/>
                  <a:gd name="connsiteY1" fmla="*/ 592718 h 2847008"/>
                  <a:gd name="connsiteX2" fmla="*/ 607096 w 2102405"/>
                  <a:gd name="connsiteY2" fmla="*/ 372584 h 2847008"/>
                  <a:gd name="connsiteX3" fmla="*/ 818763 w 2102405"/>
                  <a:gd name="connsiteY3" fmla="*/ 93184 h 2847008"/>
                  <a:gd name="connsiteX4" fmla="*/ 996563 w 2102405"/>
                  <a:gd name="connsiteY4" fmla="*/ 51 h 2847008"/>
                  <a:gd name="connsiteX5" fmla="*/ 1216696 w 2102405"/>
                  <a:gd name="connsiteY5" fmla="*/ 84717 h 2847008"/>
                  <a:gd name="connsiteX6" fmla="*/ 1411429 w 2102405"/>
                  <a:gd name="connsiteY6" fmla="*/ 347185 h 2847008"/>
                  <a:gd name="connsiteX7" fmla="*/ 1563832 w 2102405"/>
                  <a:gd name="connsiteY7" fmla="*/ 524983 h 2847008"/>
                  <a:gd name="connsiteX8" fmla="*/ 1783964 w 2102405"/>
                  <a:gd name="connsiteY8" fmla="*/ 753582 h 2847008"/>
                  <a:gd name="connsiteX9" fmla="*/ 2088763 w 2102405"/>
                  <a:gd name="connsiteY9" fmla="*/ 1337784 h 2847008"/>
                  <a:gd name="connsiteX10" fmla="*/ 2021031 w 2102405"/>
                  <a:gd name="connsiteY10" fmla="*/ 2167518 h 2847008"/>
                  <a:gd name="connsiteX11" fmla="*/ 1767032 w 2102405"/>
                  <a:gd name="connsiteY11" fmla="*/ 2523117 h 2847008"/>
                  <a:gd name="connsiteX12" fmla="*/ 1360631 w 2102405"/>
                  <a:gd name="connsiteY12" fmla="*/ 2810985 h 2847008"/>
                  <a:gd name="connsiteX13" fmla="*/ 920365 w 2102405"/>
                  <a:gd name="connsiteY13" fmla="*/ 2827916 h 2847008"/>
                  <a:gd name="connsiteX14" fmla="*/ 319230 w 2102405"/>
                  <a:gd name="connsiteY14" fmla="*/ 2472317 h 2847008"/>
                  <a:gd name="connsiteX15" fmla="*/ 39829 w 2102405"/>
                  <a:gd name="connsiteY15" fmla="*/ 2057450 h 2847008"/>
                  <a:gd name="connsiteX16" fmla="*/ 39829 w 2102405"/>
                  <a:gd name="connsiteY16" fmla="*/ 1100717 h 2847008"/>
                  <a:gd name="connsiteX0" fmla="*/ 39829 w 2102405"/>
                  <a:gd name="connsiteY0" fmla="*/ 1100717 h 2856386"/>
                  <a:gd name="connsiteX1" fmla="*/ 395430 w 2102405"/>
                  <a:gd name="connsiteY1" fmla="*/ 592718 h 2856386"/>
                  <a:gd name="connsiteX2" fmla="*/ 607096 w 2102405"/>
                  <a:gd name="connsiteY2" fmla="*/ 372584 h 2856386"/>
                  <a:gd name="connsiteX3" fmla="*/ 818763 w 2102405"/>
                  <a:gd name="connsiteY3" fmla="*/ 93184 h 2856386"/>
                  <a:gd name="connsiteX4" fmla="*/ 996563 w 2102405"/>
                  <a:gd name="connsiteY4" fmla="*/ 51 h 2856386"/>
                  <a:gd name="connsiteX5" fmla="*/ 1216696 w 2102405"/>
                  <a:gd name="connsiteY5" fmla="*/ 84717 h 2856386"/>
                  <a:gd name="connsiteX6" fmla="*/ 1411429 w 2102405"/>
                  <a:gd name="connsiteY6" fmla="*/ 347185 h 2856386"/>
                  <a:gd name="connsiteX7" fmla="*/ 1563832 w 2102405"/>
                  <a:gd name="connsiteY7" fmla="*/ 524983 h 2856386"/>
                  <a:gd name="connsiteX8" fmla="*/ 1783964 w 2102405"/>
                  <a:gd name="connsiteY8" fmla="*/ 753582 h 2856386"/>
                  <a:gd name="connsiteX9" fmla="*/ 2088763 w 2102405"/>
                  <a:gd name="connsiteY9" fmla="*/ 1337784 h 2856386"/>
                  <a:gd name="connsiteX10" fmla="*/ 2021031 w 2102405"/>
                  <a:gd name="connsiteY10" fmla="*/ 2167518 h 2856386"/>
                  <a:gd name="connsiteX11" fmla="*/ 1767032 w 2102405"/>
                  <a:gd name="connsiteY11" fmla="*/ 2523117 h 2856386"/>
                  <a:gd name="connsiteX12" fmla="*/ 1275513 w 2102405"/>
                  <a:gd name="connsiteY12" fmla="*/ 2827918 h 2856386"/>
                  <a:gd name="connsiteX13" fmla="*/ 920365 w 2102405"/>
                  <a:gd name="connsiteY13" fmla="*/ 2827916 h 2856386"/>
                  <a:gd name="connsiteX14" fmla="*/ 319230 w 2102405"/>
                  <a:gd name="connsiteY14" fmla="*/ 2472317 h 2856386"/>
                  <a:gd name="connsiteX15" fmla="*/ 39829 w 2102405"/>
                  <a:gd name="connsiteY15" fmla="*/ 2057450 h 2856386"/>
                  <a:gd name="connsiteX16" fmla="*/ 39829 w 2102405"/>
                  <a:gd name="connsiteY16" fmla="*/ 1100717 h 2856386"/>
                  <a:gd name="connsiteX0" fmla="*/ 39829 w 2102405"/>
                  <a:gd name="connsiteY0" fmla="*/ 1100717 h 2875889"/>
                  <a:gd name="connsiteX1" fmla="*/ 395430 w 2102405"/>
                  <a:gd name="connsiteY1" fmla="*/ 592718 h 2875889"/>
                  <a:gd name="connsiteX2" fmla="*/ 607096 w 2102405"/>
                  <a:gd name="connsiteY2" fmla="*/ 372584 h 2875889"/>
                  <a:gd name="connsiteX3" fmla="*/ 818763 w 2102405"/>
                  <a:gd name="connsiteY3" fmla="*/ 93184 h 2875889"/>
                  <a:gd name="connsiteX4" fmla="*/ 996563 w 2102405"/>
                  <a:gd name="connsiteY4" fmla="*/ 51 h 2875889"/>
                  <a:gd name="connsiteX5" fmla="*/ 1216696 w 2102405"/>
                  <a:gd name="connsiteY5" fmla="*/ 84717 h 2875889"/>
                  <a:gd name="connsiteX6" fmla="*/ 1411429 w 2102405"/>
                  <a:gd name="connsiteY6" fmla="*/ 347185 h 2875889"/>
                  <a:gd name="connsiteX7" fmla="*/ 1563832 w 2102405"/>
                  <a:gd name="connsiteY7" fmla="*/ 524983 h 2875889"/>
                  <a:gd name="connsiteX8" fmla="*/ 1783964 w 2102405"/>
                  <a:gd name="connsiteY8" fmla="*/ 753582 h 2875889"/>
                  <a:gd name="connsiteX9" fmla="*/ 2088763 w 2102405"/>
                  <a:gd name="connsiteY9" fmla="*/ 1337784 h 2875889"/>
                  <a:gd name="connsiteX10" fmla="*/ 2021031 w 2102405"/>
                  <a:gd name="connsiteY10" fmla="*/ 2167518 h 2875889"/>
                  <a:gd name="connsiteX11" fmla="*/ 1767032 w 2102405"/>
                  <a:gd name="connsiteY11" fmla="*/ 2523117 h 2875889"/>
                  <a:gd name="connsiteX12" fmla="*/ 1275513 w 2102405"/>
                  <a:gd name="connsiteY12" fmla="*/ 2827918 h 2875889"/>
                  <a:gd name="connsiteX13" fmla="*/ 877807 w 2102405"/>
                  <a:gd name="connsiteY13" fmla="*/ 2861783 h 2875889"/>
                  <a:gd name="connsiteX14" fmla="*/ 319230 w 2102405"/>
                  <a:gd name="connsiteY14" fmla="*/ 2472317 h 2875889"/>
                  <a:gd name="connsiteX15" fmla="*/ 39829 w 2102405"/>
                  <a:gd name="connsiteY15" fmla="*/ 2057450 h 2875889"/>
                  <a:gd name="connsiteX16" fmla="*/ 39829 w 2102405"/>
                  <a:gd name="connsiteY16" fmla="*/ 1100717 h 2875889"/>
                  <a:gd name="connsiteX0" fmla="*/ 39829 w 2102405"/>
                  <a:gd name="connsiteY0" fmla="*/ 1100717 h 2887512"/>
                  <a:gd name="connsiteX1" fmla="*/ 395430 w 2102405"/>
                  <a:gd name="connsiteY1" fmla="*/ 592718 h 2887512"/>
                  <a:gd name="connsiteX2" fmla="*/ 607096 w 2102405"/>
                  <a:gd name="connsiteY2" fmla="*/ 372584 h 2887512"/>
                  <a:gd name="connsiteX3" fmla="*/ 818763 w 2102405"/>
                  <a:gd name="connsiteY3" fmla="*/ 93184 h 2887512"/>
                  <a:gd name="connsiteX4" fmla="*/ 996563 w 2102405"/>
                  <a:gd name="connsiteY4" fmla="*/ 51 h 2887512"/>
                  <a:gd name="connsiteX5" fmla="*/ 1216696 w 2102405"/>
                  <a:gd name="connsiteY5" fmla="*/ 84717 h 2887512"/>
                  <a:gd name="connsiteX6" fmla="*/ 1411429 w 2102405"/>
                  <a:gd name="connsiteY6" fmla="*/ 347185 h 2887512"/>
                  <a:gd name="connsiteX7" fmla="*/ 1563832 w 2102405"/>
                  <a:gd name="connsiteY7" fmla="*/ 524983 h 2887512"/>
                  <a:gd name="connsiteX8" fmla="*/ 1783964 w 2102405"/>
                  <a:gd name="connsiteY8" fmla="*/ 753582 h 2887512"/>
                  <a:gd name="connsiteX9" fmla="*/ 2088763 w 2102405"/>
                  <a:gd name="connsiteY9" fmla="*/ 1337784 h 2887512"/>
                  <a:gd name="connsiteX10" fmla="*/ 2021031 w 2102405"/>
                  <a:gd name="connsiteY10" fmla="*/ 2167518 h 2887512"/>
                  <a:gd name="connsiteX11" fmla="*/ 1767032 w 2102405"/>
                  <a:gd name="connsiteY11" fmla="*/ 2523117 h 2887512"/>
                  <a:gd name="connsiteX12" fmla="*/ 1249978 w 2102405"/>
                  <a:gd name="connsiteY12" fmla="*/ 2853318 h 2887512"/>
                  <a:gd name="connsiteX13" fmla="*/ 877807 w 2102405"/>
                  <a:gd name="connsiteY13" fmla="*/ 2861783 h 2887512"/>
                  <a:gd name="connsiteX14" fmla="*/ 319230 w 2102405"/>
                  <a:gd name="connsiteY14" fmla="*/ 2472317 h 2887512"/>
                  <a:gd name="connsiteX15" fmla="*/ 39829 w 2102405"/>
                  <a:gd name="connsiteY15" fmla="*/ 2057450 h 2887512"/>
                  <a:gd name="connsiteX16" fmla="*/ 39829 w 2102405"/>
                  <a:gd name="connsiteY16" fmla="*/ 1100717 h 2887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102405" h="2887512">
                    <a:moveTo>
                      <a:pt x="39829" y="1100717"/>
                    </a:moveTo>
                    <a:cubicBezTo>
                      <a:pt x="99096" y="856595"/>
                      <a:pt x="300886" y="714074"/>
                      <a:pt x="395430" y="592718"/>
                    </a:cubicBezTo>
                    <a:cubicBezTo>
                      <a:pt x="489975" y="471363"/>
                      <a:pt x="536540" y="455840"/>
                      <a:pt x="607096" y="372584"/>
                    </a:cubicBezTo>
                    <a:cubicBezTo>
                      <a:pt x="677652" y="289328"/>
                      <a:pt x="753852" y="155273"/>
                      <a:pt x="818763" y="93184"/>
                    </a:cubicBezTo>
                    <a:cubicBezTo>
                      <a:pt x="883674" y="31095"/>
                      <a:pt x="930241" y="1462"/>
                      <a:pt x="996563" y="51"/>
                    </a:cubicBezTo>
                    <a:cubicBezTo>
                      <a:pt x="1062885" y="-1360"/>
                      <a:pt x="1147552" y="26861"/>
                      <a:pt x="1216696" y="84717"/>
                    </a:cubicBezTo>
                    <a:cubicBezTo>
                      <a:pt x="1285840" y="142573"/>
                      <a:pt x="1353573" y="273807"/>
                      <a:pt x="1411429" y="347185"/>
                    </a:cubicBezTo>
                    <a:cubicBezTo>
                      <a:pt x="1469285" y="420563"/>
                      <a:pt x="1490454" y="453016"/>
                      <a:pt x="1563832" y="524983"/>
                    </a:cubicBezTo>
                    <a:cubicBezTo>
                      <a:pt x="1637210" y="596950"/>
                      <a:pt x="1696476" y="618115"/>
                      <a:pt x="1783964" y="753582"/>
                    </a:cubicBezTo>
                    <a:cubicBezTo>
                      <a:pt x="1871452" y="889049"/>
                      <a:pt x="2049252" y="1102128"/>
                      <a:pt x="2088763" y="1337784"/>
                    </a:cubicBezTo>
                    <a:cubicBezTo>
                      <a:pt x="2128274" y="1573440"/>
                      <a:pt x="2074653" y="1969963"/>
                      <a:pt x="2021031" y="2167518"/>
                    </a:cubicBezTo>
                    <a:cubicBezTo>
                      <a:pt x="1967409" y="2365073"/>
                      <a:pt x="1857343" y="2432806"/>
                      <a:pt x="1767032" y="2523117"/>
                    </a:cubicBezTo>
                    <a:cubicBezTo>
                      <a:pt x="1676721" y="2613428"/>
                      <a:pt x="1398182" y="2796874"/>
                      <a:pt x="1249978" y="2853318"/>
                    </a:cubicBezTo>
                    <a:cubicBezTo>
                      <a:pt x="1101774" y="2909762"/>
                      <a:pt x="1010452" y="2884361"/>
                      <a:pt x="877807" y="2861783"/>
                    </a:cubicBezTo>
                    <a:cubicBezTo>
                      <a:pt x="745162" y="2839205"/>
                      <a:pt x="502675" y="2619072"/>
                      <a:pt x="319230" y="2472317"/>
                    </a:cubicBezTo>
                    <a:cubicBezTo>
                      <a:pt x="89219" y="2242307"/>
                      <a:pt x="86396" y="2286050"/>
                      <a:pt x="39829" y="2057450"/>
                    </a:cubicBezTo>
                    <a:cubicBezTo>
                      <a:pt x="-6738" y="1828850"/>
                      <a:pt x="-19438" y="1344839"/>
                      <a:pt x="39829" y="1100717"/>
                    </a:cubicBezTo>
                    <a:close/>
                  </a:path>
                </a:pathLst>
              </a:custGeom>
              <a:grpFill/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05" name="Group 404">
              <a:extLst>
                <a:ext uri="{FF2B5EF4-FFF2-40B4-BE49-F238E27FC236}">
                  <a16:creationId xmlns:a16="http://schemas.microsoft.com/office/drawing/2014/main" id="{864CAE4E-88D0-47AF-8504-61470E297CE2}"/>
                </a:ext>
              </a:extLst>
            </p:cNvPr>
            <p:cNvGrpSpPr/>
            <p:nvPr/>
          </p:nvGrpSpPr>
          <p:grpSpPr>
            <a:xfrm>
              <a:off x="3716066" y="4062104"/>
              <a:ext cx="324240" cy="723398"/>
              <a:chOff x="3716066" y="4062104"/>
              <a:chExt cx="324240" cy="723398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19" name="Ink 18">
                    <a:extLst>
                      <a:ext uri="{FF2B5EF4-FFF2-40B4-BE49-F238E27FC236}">
                        <a16:creationId xmlns:a16="http://schemas.microsoft.com/office/drawing/2014/main" id="{9A67B6E9-8A6C-4FE4-A963-0D8EE2E19C71}"/>
                      </a:ext>
                    </a:extLst>
                  </p14:cNvPr>
                  <p14:cNvContentPartPr/>
                  <p14:nvPr/>
                </p14:nvContentPartPr>
                <p14:xfrm>
                  <a:off x="3716066" y="4632862"/>
                  <a:ext cx="240" cy="240"/>
                </p14:xfrm>
              </p:contentPart>
            </mc:Choice>
            <mc:Fallback xmlns="">
              <p:pic>
                <p:nvPicPr>
                  <p:cNvPr id="19" name="Ink 18">
                    <a:extLst>
                      <a:ext uri="{FF2B5EF4-FFF2-40B4-BE49-F238E27FC236}">
                        <a16:creationId xmlns:a16="http://schemas.microsoft.com/office/drawing/2014/main" id="{9A67B6E9-8A6C-4FE4-A963-0D8EE2E19C71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3713186" y="4629982"/>
                    <a:ext cx="5520" cy="5520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402" name="Oval 401">
                <a:extLst>
                  <a:ext uri="{FF2B5EF4-FFF2-40B4-BE49-F238E27FC236}">
                    <a16:creationId xmlns:a16="http://schemas.microsoft.com/office/drawing/2014/main" id="{D7B63D9E-8559-4F40-B747-2E65649F1787}"/>
                  </a:ext>
                </a:extLst>
              </p:cNvPr>
              <p:cNvSpPr/>
              <p:nvPr/>
            </p:nvSpPr>
            <p:spPr>
              <a:xfrm>
                <a:off x="3851807" y="4062104"/>
                <a:ext cx="188499" cy="643207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3" name="Oval 402">
                <a:extLst>
                  <a:ext uri="{FF2B5EF4-FFF2-40B4-BE49-F238E27FC236}">
                    <a16:creationId xmlns:a16="http://schemas.microsoft.com/office/drawing/2014/main" id="{A25B34C0-16BB-4668-811F-1A22959BD114}"/>
                  </a:ext>
                </a:extLst>
              </p:cNvPr>
              <p:cNvSpPr/>
              <p:nvPr/>
            </p:nvSpPr>
            <p:spPr>
              <a:xfrm>
                <a:off x="3890981" y="4184618"/>
                <a:ext cx="45719" cy="14841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6" name="Oval 405">
                <a:extLst>
                  <a:ext uri="{FF2B5EF4-FFF2-40B4-BE49-F238E27FC236}">
                    <a16:creationId xmlns:a16="http://schemas.microsoft.com/office/drawing/2014/main" id="{4B097334-D494-4DA6-BBB1-CF7FD876ACC6}"/>
                  </a:ext>
                </a:extLst>
              </p:cNvPr>
              <p:cNvSpPr/>
              <p:nvPr/>
            </p:nvSpPr>
            <p:spPr>
              <a:xfrm>
                <a:off x="3899451" y="4434387"/>
                <a:ext cx="45719" cy="14841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407" name="Ink 406">
                    <a:extLst>
                      <a:ext uri="{FF2B5EF4-FFF2-40B4-BE49-F238E27FC236}">
                        <a16:creationId xmlns:a16="http://schemas.microsoft.com/office/drawing/2014/main" id="{C6ACBEFD-E929-4153-B29F-38C81AFA12C1}"/>
                      </a:ext>
                    </a:extLst>
                  </p14:cNvPr>
                  <p14:cNvContentPartPr/>
                  <p14:nvPr/>
                </p14:nvContentPartPr>
                <p14:xfrm>
                  <a:off x="3868466" y="4785262"/>
                  <a:ext cx="240" cy="240"/>
                </p14:xfrm>
              </p:contentPart>
            </mc:Choice>
            <mc:Fallback xmlns="">
              <p:pic>
                <p:nvPicPr>
                  <p:cNvPr id="407" name="Ink 406">
                    <a:extLst>
                      <a:ext uri="{FF2B5EF4-FFF2-40B4-BE49-F238E27FC236}">
                        <a16:creationId xmlns:a16="http://schemas.microsoft.com/office/drawing/2014/main" id="{C6ACBEFD-E929-4153-B29F-38C81AFA12C1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3865586" y="4782382"/>
                    <a:ext cx="5520" cy="5520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410" name="Oval 409">
                <a:extLst>
                  <a:ext uri="{FF2B5EF4-FFF2-40B4-BE49-F238E27FC236}">
                    <a16:creationId xmlns:a16="http://schemas.microsoft.com/office/drawing/2014/main" id="{1A2AAFB5-4B10-467E-93DE-EEB57C34A85E}"/>
                  </a:ext>
                </a:extLst>
              </p:cNvPr>
              <p:cNvSpPr/>
              <p:nvPr/>
            </p:nvSpPr>
            <p:spPr>
              <a:xfrm>
                <a:off x="3967182" y="4349718"/>
                <a:ext cx="45719" cy="14841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39655C31-A950-4B4E-B072-86E7BE1C96AF}"/>
                </a:ext>
              </a:extLst>
            </p:cNvPr>
            <p:cNvGrpSpPr/>
            <p:nvPr/>
          </p:nvGrpSpPr>
          <p:grpSpPr>
            <a:xfrm flipH="1">
              <a:off x="2176748" y="4085369"/>
              <a:ext cx="327678" cy="723398"/>
              <a:chOff x="3716066" y="4062104"/>
              <a:chExt cx="324240" cy="723398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415" name="Ink 414">
                    <a:extLst>
                      <a:ext uri="{FF2B5EF4-FFF2-40B4-BE49-F238E27FC236}">
                        <a16:creationId xmlns:a16="http://schemas.microsoft.com/office/drawing/2014/main" id="{4BBB1AE0-665F-4815-837D-5676B0C3F87D}"/>
                      </a:ext>
                    </a:extLst>
                  </p14:cNvPr>
                  <p14:cNvContentPartPr/>
                  <p14:nvPr/>
                </p14:nvContentPartPr>
                <p14:xfrm>
                  <a:off x="3716066" y="4632862"/>
                  <a:ext cx="240" cy="240"/>
                </p14:xfrm>
              </p:contentPart>
            </mc:Choice>
            <mc:Fallback xmlns="">
              <p:pic>
                <p:nvPicPr>
                  <p:cNvPr id="415" name="Ink 414">
                    <a:extLst>
                      <a:ext uri="{FF2B5EF4-FFF2-40B4-BE49-F238E27FC236}">
                        <a16:creationId xmlns:a16="http://schemas.microsoft.com/office/drawing/2014/main" id="{4BBB1AE0-665F-4815-837D-5676B0C3F87D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3713186" y="4629982"/>
                    <a:ext cx="5520" cy="5520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416" name="Oval 415">
                <a:extLst>
                  <a:ext uri="{FF2B5EF4-FFF2-40B4-BE49-F238E27FC236}">
                    <a16:creationId xmlns:a16="http://schemas.microsoft.com/office/drawing/2014/main" id="{00F5C79C-6A0B-4824-9DD5-4DD33727FBBD}"/>
                  </a:ext>
                </a:extLst>
              </p:cNvPr>
              <p:cNvSpPr/>
              <p:nvPr/>
            </p:nvSpPr>
            <p:spPr>
              <a:xfrm>
                <a:off x="3851807" y="4062104"/>
                <a:ext cx="188499" cy="643207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7" name="Oval 416">
                <a:extLst>
                  <a:ext uri="{FF2B5EF4-FFF2-40B4-BE49-F238E27FC236}">
                    <a16:creationId xmlns:a16="http://schemas.microsoft.com/office/drawing/2014/main" id="{5B4A735F-5B2D-40E0-A995-B65E799BE5FE}"/>
                  </a:ext>
                </a:extLst>
              </p:cNvPr>
              <p:cNvSpPr/>
              <p:nvPr/>
            </p:nvSpPr>
            <p:spPr>
              <a:xfrm>
                <a:off x="3890981" y="4184618"/>
                <a:ext cx="45719" cy="14841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8" name="Oval 417">
                <a:extLst>
                  <a:ext uri="{FF2B5EF4-FFF2-40B4-BE49-F238E27FC236}">
                    <a16:creationId xmlns:a16="http://schemas.microsoft.com/office/drawing/2014/main" id="{84D4B6CE-7745-4909-BFEB-7E86E31BB7DE}"/>
                  </a:ext>
                </a:extLst>
              </p:cNvPr>
              <p:cNvSpPr/>
              <p:nvPr/>
            </p:nvSpPr>
            <p:spPr>
              <a:xfrm>
                <a:off x="3899451" y="4396287"/>
                <a:ext cx="45719" cy="14841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419" name="Ink 418">
                    <a:extLst>
                      <a:ext uri="{FF2B5EF4-FFF2-40B4-BE49-F238E27FC236}">
                        <a16:creationId xmlns:a16="http://schemas.microsoft.com/office/drawing/2014/main" id="{6F35FA76-6C56-4698-8C79-C5D25468A405}"/>
                      </a:ext>
                    </a:extLst>
                  </p14:cNvPr>
                  <p14:cNvContentPartPr/>
                  <p14:nvPr/>
                </p14:nvContentPartPr>
                <p14:xfrm>
                  <a:off x="3868466" y="4785262"/>
                  <a:ext cx="240" cy="240"/>
                </p14:xfrm>
              </p:contentPart>
            </mc:Choice>
            <mc:Fallback xmlns="">
              <p:pic>
                <p:nvPicPr>
                  <p:cNvPr id="419" name="Ink 418">
                    <a:extLst>
                      <a:ext uri="{FF2B5EF4-FFF2-40B4-BE49-F238E27FC236}">
                        <a16:creationId xmlns:a16="http://schemas.microsoft.com/office/drawing/2014/main" id="{6F35FA76-6C56-4698-8C79-C5D25468A405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3865586" y="4782382"/>
                    <a:ext cx="5520" cy="5520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420" name="Oval 419">
                <a:extLst>
                  <a:ext uri="{FF2B5EF4-FFF2-40B4-BE49-F238E27FC236}">
                    <a16:creationId xmlns:a16="http://schemas.microsoft.com/office/drawing/2014/main" id="{594DF187-999E-47D1-9EA6-7279EEE8332B}"/>
                  </a:ext>
                </a:extLst>
              </p:cNvPr>
              <p:cNvSpPr/>
              <p:nvPr/>
            </p:nvSpPr>
            <p:spPr>
              <a:xfrm>
                <a:off x="3978932" y="4325143"/>
                <a:ext cx="45719" cy="14841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22" name="Cylinder 421">
              <a:extLst>
                <a:ext uri="{FF2B5EF4-FFF2-40B4-BE49-F238E27FC236}">
                  <a16:creationId xmlns:a16="http://schemas.microsoft.com/office/drawing/2014/main" id="{E544331A-7E0A-4A14-BF62-450D9CE71837}"/>
                </a:ext>
              </a:extLst>
            </p:cNvPr>
            <p:cNvSpPr/>
            <p:nvPr/>
          </p:nvSpPr>
          <p:spPr>
            <a:xfrm rot="10800000">
              <a:off x="2886635" y="4258827"/>
              <a:ext cx="365750" cy="362154"/>
            </a:xfrm>
            <a:prstGeom prst="can">
              <a:avLst>
                <a:gd name="adj" fmla="val 13044"/>
              </a:avLst>
            </a:prstGeom>
            <a:solidFill>
              <a:schemeClr val="accent1">
                <a:lumMod val="40000"/>
                <a:lumOff val="60000"/>
                <a:alpha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42" name="Freeform: Shape 441">
            <a:extLst>
              <a:ext uri="{FF2B5EF4-FFF2-40B4-BE49-F238E27FC236}">
                <a16:creationId xmlns:a16="http://schemas.microsoft.com/office/drawing/2014/main" id="{9CC77E23-F5A0-4485-B7C8-57A889285030}"/>
              </a:ext>
            </a:extLst>
          </p:cNvPr>
          <p:cNvSpPr/>
          <p:nvPr/>
        </p:nvSpPr>
        <p:spPr>
          <a:xfrm flipH="1">
            <a:off x="2469973" y="3776572"/>
            <a:ext cx="223563" cy="98773"/>
          </a:xfrm>
          <a:custGeom>
            <a:avLst/>
            <a:gdLst>
              <a:gd name="connsiteX0" fmla="*/ 12168 w 262909"/>
              <a:gd name="connsiteY0" fmla="*/ 30225 h 104030"/>
              <a:gd name="connsiteX1" fmla="*/ 31419 w 262909"/>
              <a:gd name="connsiteY1" fmla="*/ 87977 h 104030"/>
              <a:gd name="connsiteX2" fmla="*/ 233549 w 262909"/>
              <a:gd name="connsiteY2" fmla="*/ 97602 h 104030"/>
              <a:gd name="connsiteX3" fmla="*/ 252800 w 262909"/>
              <a:gd name="connsiteY3" fmla="*/ 1349 h 104030"/>
              <a:gd name="connsiteX4" fmla="*/ 146922 w 262909"/>
              <a:gd name="connsiteY4" fmla="*/ 39850 h 104030"/>
              <a:gd name="connsiteX5" fmla="*/ 12168 w 262909"/>
              <a:gd name="connsiteY5" fmla="*/ 30225 h 104030"/>
              <a:gd name="connsiteX0" fmla="*/ 8865 w 259606"/>
              <a:gd name="connsiteY0" fmla="*/ 30173 h 103978"/>
              <a:gd name="connsiteX1" fmla="*/ 28116 w 259606"/>
              <a:gd name="connsiteY1" fmla="*/ 87925 h 103978"/>
              <a:gd name="connsiteX2" fmla="*/ 230246 w 259606"/>
              <a:gd name="connsiteY2" fmla="*/ 97550 h 103978"/>
              <a:gd name="connsiteX3" fmla="*/ 249497 w 259606"/>
              <a:gd name="connsiteY3" fmla="*/ 1297 h 103978"/>
              <a:gd name="connsiteX4" fmla="*/ 97052 w 259606"/>
              <a:gd name="connsiteY4" fmla="*/ 41915 h 103978"/>
              <a:gd name="connsiteX5" fmla="*/ 8865 w 259606"/>
              <a:gd name="connsiteY5" fmla="*/ 30173 h 103978"/>
              <a:gd name="connsiteX0" fmla="*/ 8865 w 255690"/>
              <a:gd name="connsiteY0" fmla="*/ 31927 h 105732"/>
              <a:gd name="connsiteX1" fmla="*/ 28116 w 255690"/>
              <a:gd name="connsiteY1" fmla="*/ 89679 h 105732"/>
              <a:gd name="connsiteX2" fmla="*/ 230246 w 255690"/>
              <a:gd name="connsiteY2" fmla="*/ 99304 h 105732"/>
              <a:gd name="connsiteX3" fmla="*/ 249497 w 255690"/>
              <a:gd name="connsiteY3" fmla="*/ 3051 h 105732"/>
              <a:gd name="connsiteX4" fmla="*/ 195916 w 255690"/>
              <a:gd name="connsiteY4" fmla="*/ 34245 h 105732"/>
              <a:gd name="connsiteX5" fmla="*/ 97052 w 255690"/>
              <a:gd name="connsiteY5" fmla="*/ 43669 h 105732"/>
              <a:gd name="connsiteX6" fmla="*/ 8865 w 255690"/>
              <a:gd name="connsiteY6" fmla="*/ 31927 h 105732"/>
              <a:gd name="connsiteX0" fmla="*/ 8865 w 264883"/>
              <a:gd name="connsiteY0" fmla="*/ 13044 h 85284"/>
              <a:gd name="connsiteX1" fmla="*/ 28116 w 264883"/>
              <a:gd name="connsiteY1" fmla="*/ 70796 h 85284"/>
              <a:gd name="connsiteX2" fmla="*/ 230246 w 264883"/>
              <a:gd name="connsiteY2" fmla="*/ 80421 h 85284"/>
              <a:gd name="connsiteX3" fmla="*/ 262197 w 264883"/>
              <a:gd name="connsiteY3" fmla="*/ 5335 h 85284"/>
              <a:gd name="connsiteX4" fmla="*/ 195916 w 264883"/>
              <a:gd name="connsiteY4" fmla="*/ 15362 h 85284"/>
              <a:gd name="connsiteX5" fmla="*/ 97052 w 264883"/>
              <a:gd name="connsiteY5" fmla="*/ 24786 h 85284"/>
              <a:gd name="connsiteX6" fmla="*/ 8865 w 264883"/>
              <a:gd name="connsiteY6" fmla="*/ 13044 h 85284"/>
              <a:gd name="connsiteX0" fmla="*/ 8865 w 261529"/>
              <a:gd name="connsiteY0" fmla="*/ 5362 h 76821"/>
              <a:gd name="connsiteX1" fmla="*/ 28116 w 261529"/>
              <a:gd name="connsiteY1" fmla="*/ 63114 h 76821"/>
              <a:gd name="connsiteX2" fmla="*/ 230246 w 261529"/>
              <a:gd name="connsiteY2" fmla="*/ 72739 h 76821"/>
              <a:gd name="connsiteX3" fmla="*/ 257963 w 261529"/>
              <a:gd name="connsiteY3" fmla="*/ 8236 h 76821"/>
              <a:gd name="connsiteX4" fmla="*/ 195916 w 261529"/>
              <a:gd name="connsiteY4" fmla="*/ 7680 h 76821"/>
              <a:gd name="connsiteX5" fmla="*/ 97052 w 261529"/>
              <a:gd name="connsiteY5" fmla="*/ 17104 h 76821"/>
              <a:gd name="connsiteX6" fmla="*/ 8865 w 261529"/>
              <a:gd name="connsiteY6" fmla="*/ 5362 h 76821"/>
              <a:gd name="connsiteX0" fmla="*/ 16540 w 252271"/>
              <a:gd name="connsiteY0" fmla="*/ 3246 h 76892"/>
              <a:gd name="connsiteX1" fmla="*/ 18858 w 252271"/>
              <a:gd name="connsiteY1" fmla="*/ 63114 h 76892"/>
              <a:gd name="connsiteX2" fmla="*/ 220988 w 252271"/>
              <a:gd name="connsiteY2" fmla="*/ 72739 h 76892"/>
              <a:gd name="connsiteX3" fmla="*/ 248705 w 252271"/>
              <a:gd name="connsiteY3" fmla="*/ 8236 h 76892"/>
              <a:gd name="connsiteX4" fmla="*/ 186658 w 252271"/>
              <a:gd name="connsiteY4" fmla="*/ 7680 h 76892"/>
              <a:gd name="connsiteX5" fmla="*/ 87794 w 252271"/>
              <a:gd name="connsiteY5" fmla="*/ 17104 h 76892"/>
              <a:gd name="connsiteX6" fmla="*/ 16540 w 252271"/>
              <a:gd name="connsiteY6" fmla="*/ 3246 h 76892"/>
              <a:gd name="connsiteX0" fmla="*/ 16540 w 252271"/>
              <a:gd name="connsiteY0" fmla="*/ 8377 h 82023"/>
              <a:gd name="connsiteX1" fmla="*/ 18858 w 252271"/>
              <a:gd name="connsiteY1" fmla="*/ 68245 h 82023"/>
              <a:gd name="connsiteX2" fmla="*/ 220988 w 252271"/>
              <a:gd name="connsiteY2" fmla="*/ 77870 h 82023"/>
              <a:gd name="connsiteX3" fmla="*/ 248705 w 252271"/>
              <a:gd name="connsiteY3" fmla="*/ 13367 h 82023"/>
              <a:gd name="connsiteX4" fmla="*/ 186658 w 252271"/>
              <a:gd name="connsiteY4" fmla="*/ 12811 h 82023"/>
              <a:gd name="connsiteX5" fmla="*/ 131624 w 252271"/>
              <a:gd name="connsiteY5" fmla="*/ 111 h 82023"/>
              <a:gd name="connsiteX6" fmla="*/ 87794 w 252271"/>
              <a:gd name="connsiteY6" fmla="*/ 22235 h 82023"/>
              <a:gd name="connsiteX7" fmla="*/ 16540 w 252271"/>
              <a:gd name="connsiteY7" fmla="*/ 8377 h 82023"/>
              <a:gd name="connsiteX0" fmla="*/ 16540 w 252271"/>
              <a:gd name="connsiteY0" fmla="*/ 1786 h 75432"/>
              <a:gd name="connsiteX1" fmla="*/ 18858 w 252271"/>
              <a:gd name="connsiteY1" fmla="*/ 61654 h 75432"/>
              <a:gd name="connsiteX2" fmla="*/ 220988 w 252271"/>
              <a:gd name="connsiteY2" fmla="*/ 71279 h 75432"/>
              <a:gd name="connsiteX3" fmla="*/ 248705 w 252271"/>
              <a:gd name="connsiteY3" fmla="*/ 6776 h 75432"/>
              <a:gd name="connsiteX4" fmla="*/ 186658 w 252271"/>
              <a:gd name="connsiteY4" fmla="*/ 6220 h 75432"/>
              <a:gd name="connsiteX5" fmla="*/ 131624 w 252271"/>
              <a:gd name="connsiteY5" fmla="*/ 14687 h 75432"/>
              <a:gd name="connsiteX6" fmla="*/ 87794 w 252271"/>
              <a:gd name="connsiteY6" fmla="*/ 15644 h 75432"/>
              <a:gd name="connsiteX7" fmla="*/ 16540 w 252271"/>
              <a:gd name="connsiteY7" fmla="*/ 1786 h 7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2271" h="75432">
                <a:moveTo>
                  <a:pt x="16540" y="1786"/>
                </a:moveTo>
                <a:cubicBezTo>
                  <a:pt x="5051" y="9454"/>
                  <a:pt x="-15217" y="50072"/>
                  <a:pt x="18858" y="61654"/>
                </a:cubicBezTo>
                <a:cubicBezTo>
                  <a:pt x="52933" y="73236"/>
                  <a:pt x="182680" y="80425"/>
                  <a:pt x="220988" y="71279"/>
                </a:cubicBezTo>
                <a:cubicBezTo>
                  <a:pt x="259296" y="62133"/>
                  <a:pt x="253721" y="20794"/>
                  <a:pt x="248705" y="6776"/>
                </a:cubicBezTo>
                <a:cubicBezTo>
                  <a:pt x="243689" y="-7242"/>
                  <a:pt x="206171" y="4902"/>
                  <a:pt x="186658" y="6220"/>
                </a:cubicBezTo>
                <a:cubicBezTo>
                  <a:pt x="167145" y="7538"/>
                  <a:pt x="148101" y="13116"/>
                  <a:pt x="131624" y="14687"/>
                </a:cubicBezTo>
                <a:cubicBezTo>
                  <a:pt x="115147" y="16258"/>
                  <a:pt x="106975" y="17794"/>
                  <a:pt x="87794" y="15644"/>
                </a:cubicBezTo>
                <a:cubicBezTo>
                  <a:pt x="68613" y="13494"/>
                  <a:pt x="28029" y="-5882"/>
                  <a:pt x="16540" y="1786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9" name="Freeform: Shape 438">
            <a:extLst>
              <a:ext uri="{FF2B5EF4-FFF2-40B4-BE49-F238E27FC236}">
                <a16:creationId xmlns:a16="http://schemas.microsoft.com/office/drawing/2014/main" id="{6CBDDEC6-DDDD-4CCD-AAD8-1F91223343E8}"/>
              </a:ext>
            </a:extLst>
          </p:cNvPr>
          <p:cNvSpPr/>
          <p:nvPr/>
        </p:nvSpPr>
        <p:spPr>
          <a:xfrm>
            <a:off x="4140567" y="3762027"/>
            <a:ext cx="252271" cy="92472"/>
          </a:xfrm>
          <a:custGeom>
            <a:avLst/>
            <a:gdLst>
              <a:gd name="connsiteX0" fmla="*/ 12168 w 262909"/>
              <a:gd name="connsiteY0" fmla="*/ 30225 h 104030"/>
              <a:gd name="connsiteX1" fmla="*/ 31419 w 262909"/>
              <a:gd name="connsiteY1" fmla="*/ 87977 h 104030"/>
              <a:gd name="connsiteX2" fmla="*/ 233549 w 262909"/>
              <a:gd name="connsiteY2" fmla="*/ 97602 h 104030"/>
              <a:gd name="connsiteX3" fmla="*/ 252800 w 262909"/>
              <a:gd name="connsiteY3" fmla="*/ 1349 h 104030"/>
              <a:gd name="connsiteX4" fmla="*/ 146922 w 262909"/>
              <a:gd name="connsiteY4" fmla="*/ 39850 h 104030"/>
              <a:gd name="connsiteX5" fmla="*/ 12168 w 262909"/>
              <a:gd name="connsiteY5" fmla="*/ 30225 h 104030"/>
              <a:gd name="connsiteX0" fmla="*/ 8865 w 259606"/>
              <a:gd name="connsiteY0" fmla="*/ 30173 h 103978"/>
              <a:gd name="connsiteX1" fmla="*/ 28116 w 259606"/>
              <a:gd name="connsiteY1" fmla="*/ 87925 h 103978"/>
              <a:gd name="connsiteX2" fmla="*/ 230246 w 259606"/>
              <a:gd name="connsiteY2" fmla="*/ 97550 h 103978"/>
              <a:gd name="connsiteX3" fmla="*/ 249497 w 259606"/>
              <a:gd name="connsiteY3" fmla="*/ 1297 h 103978"/>
              <a:gd name="connsiteX4" fmla="*/ 97052 w 259606"/>
              <a:gd name="connsiteY4" fmla="*/ 41915 h 103978"/>
              <a:gd name="connsiteX5" fmla="*/ 8865 w 259606"/>
              <a:gd name="connsiteY5" fmla="*/ 30173 h 103978"/>
              <a:gd name="connsiteX0" fmla="*/ 8865 w 255690"/>
              <a:gd name="connsiteY0" fmla="*/ 31927 h 105732"/>
              <a:gd name="connsiteX1" fmla="*/ 28116 w 255690"/>
              <a:gd name="connsiteY1" fmla="*/ 89679 h 105732"/>
              <a:gd name="connsiteX2" fmla="*/ 230246 w 255690"/>
              <a:gd name="connsiteY2" fmla="*/ 99304 h 105732"/>
              <a:gd name="connsiteX3" fmla="*/ 249497 w 255690"/>
              <a:gd name="connsiteY3" fmla="*/ 3051 h 105732"/>
              <a:gd name="connsiteX4" fmla="*/ 195916 w 255690"/>
              <a:gd name="connsiteY4" fmla="*/ 34245 h 105732"/>
              <a:gd name="connsiteX5" fmla="*/ 97052 w 255690"/>
              <a:gd name="connsiteY5" fmla="*/ 43669 h 105732"/>
              <a:gd name="connsiteX6" fmla="*/ 8865 w 255690"/>
              <a:gd name="connsiteY6" fmla="*/ 31927 h 105732"/>
              <a:gd name="connsiteX0" fmla="*/ 8865 w 264883"/>
              <a:gd name="connsiteY0" fmla="*/ 13044 h 85284"/>
              <a:gd name="connsiteX1" fmla="*/ 28116 w 264883"/>
              <a:gd name="connsiteY1" fmla="*/ 70796 h 85284"/>
              <a:gd name="connsiteX2" fmla="*/ 230246 w 264883"/>
              <a:gd name="connsiteY2" fmla="*/ 80421 h 85284"/>
              <a:gd name="connsiteX3" fmla="*/ 262197 w 264883"/>
              <a:gd name="connsiteY3" fmla="*/ 5335 h 85284"/>
              <a:gd name="connsiteX4" fmla="*/ 195916 w 264883"/>
              <a:gd name="connsiteY4" fmla="*/ 15362 h 85284"/>
              <a:gd name="connsiteX5" fmla="*/ 97052 w 264883"/>
              <a:gd name="connsiteY5" fmla="*/ 24786 h 85284"/>
              <a:gd name="connsiteX6" fmla="*/ 8865 w 264883"/>
              <a:gd name="connsiteY6" fmla="*/ 13044 h 85284"/>
              <a:gd name="connsiteX0" fmla="*/ 8865 w 261529"/>
              <a:gd name="connsiteY0" fmla="*/ 5362 h 76821"/>
              <a:gd name="connsiteX1" fmla="*/ 28116 w 261529"/>
              <a:gd name="connsiteY1" fmla="*/ 63114 h 76821"/>
              <a:gd name="connsiteX2" fmla="*/ 230246 w 261529"/>
              <a:gd name="connsiteY2" fmla="*/ 72739 h 76821"/>
              <a:gd name="connsiteX3" fmla="*/ 257963 w 261529"/>
              <a:gd name="connsiteY3" fmla="*/ 8236 h 76821"/>
              <a:gd name="connsiteX4" fmla="*/ 195916 w 261529"/>
              <a:gd name="connsiteY4" fmla="*/ 7680 h 76821"/>
              <a:gd name="connsiteX5" fmla="*/ 97052 w 261529"/>
              <a:gd name="connsiteY5" fmla="*/ 17104 h 76821"/>
              <a:gd name="connsiteX6" fmla="*/ 8865 w 261529"/>
              <a:gd name="connsiteY6" fmla="*/ 5362 h 76821"/>
              <a:gd name="connsiteX0" fmla="*/ 16540 w 252271"/>
              <a:gd name="connsiteY0" fmla="*/ 3246 h 76892"/>
              <a:gd name="connsiteX1" fmla="*/ 18858 w 252271"/>
              <a:gd name="connsiteY1" fmla="*/ 63114 h 76892"/>
              <a:gd name="connsiteX2" fmla="*/ 220988 w 252271"/>
              <a:gd name="connsiteY2" fmla="*/ 72739 h 76892"/>
              <a:gd name="connsiteX3" fmla="*/ 248705 w 252271"/>
              <a:gd name="connsiteY3" fmla="*/ 8236 h 76892"/>
              <a:gd name="connsiteX4" fmla="*/ 186658 w 252271"/>
              <a:gd name="connsiteY4" fmla="*/ 7680 h 76892"/>
              <a:gd name="connsiteX5" fmla="*/ 87794 w 252271"/>
              <a:gd name="connsiteY5" fmla="*/ 17104 h 76892"/>
              <a:gd name="connsiteX6" fmla="*/ 16540 w 252271"/>
              <a:gd name="connsiteY6" fmla="*/ 3246 h 76892"/>
              <a:gd name="connsiteX0" fmla="*/ 16540 w 252271"/>
              <a:gd name="connsiteY0" fmla="*/ 8377 h 82023"/>
              <a:gd name="connsiteX1" fmla="*/ 18858 w 252271"/>
              <a:gd name="connsiteY1" fmla="*/ 68245 h 82023"/>
              <a:gd name="connsiteX2" fmla="*/ 220988 w 252271"/>
              <a:gd name="connsiteY2" fmla="*/ 77870 h 82023"/>
              <a:gd name="connsiteX3" fmla="*/ 248705 w 252271"/>
              <a:gd name="connsiteY3" fmla="*/ 13367 h 82023"/>
              <a:gd name="connsiteX4" fmla="*/ 186658 w 252271"/>
              <a:gd name="connsiteY4" fmla="*/ 12811 h 82023"/>
              <a:gd name="connsiteX5" fmla="*/ 131624 w 252271"/>
              <a:gd name="connsiteY5" fmla="*/ 111 h 82023"/>
              <a:gd name="connsiteX6" fmla="*/ 87794 w 252271"/>
              <a:gd name="connsiteY6" fmla="*/ 22235 h 82023"/>
              <a:gd name="connsiteX7" fmla="*/ 16540 w 252271"/>
              <a:gd name="connsiteY7" fmla="*/ 8377 h 82023"/>
              <a:gd name="connsiteX0" fmla="*/ 16540 w 252271"/>
              <a:gd name="connsiteY0" fmla="*/ 1786 h 75432"/>
              <a:gd name="connsiteX1" fmla="*/ 18858 w 252271"/>
              <a:gd name="connsiteY1" fmla="*/ 61654 h 75432"/>
              <a:gd name="connsiteX2" fmla="*/ 220988 w 252271"/>
              <a:gd name="connsiteY2" fmla="*/ 71279 h 75432"/>
              <a:gd name="connsiteX3" fmla="*/ 248705 w 252271"/>
              <a:gd name="connsiteY3" fmla="*/ 6776 h 75432"/>
              <a:gd name="connsiteX4" fmla="*/ 186658 w 252271"/>
              <a:gd name="connsiteY4" fmla="*/ 6220 h 75432"/>
              <a:gd name="connsiteX5" fmla="*/ 131624 w 252271"/>
              <a:gd name="connsiteY5" fmla="*/ 14687 h 75432"/>
              <a:gd name="connsiteX6" fmla="*/ 87794 w 252271"/>
              <a:gd name="connsiteY6" fmla="*/ 15644 h 75432"/>
              <a:gd name="connsiteX7" fmla="*/ 16540 w 252271"/>
              <a:gd name="connsiteY7" fmla="*/ 1786 h 75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2271" h="75432">
                <a:moveTo>
                  <a:pt x="16540" y="1786"/>
                </a:moveTo>
                <a:cubicBezTo>
                  <a:pt x="5051" y="9454"/>
                  <a:pt x="-15217" y="50072"/>
                  <a:pt x="18858" y="61654"/>
                </a:cubicBezTo>
                <a:cubicBezTo>
                  <a:pt x="52933" y="73236"/>
                  <a:pt x="182680" y="80425"/>
                  <a:pt x="220988" y="71279"/>
                </a:cubicBezTo>
                <a:cubicBezTo>
                  <a:pt x="259296" y="62133"/>
                  <a:pt x="253721" y="20794"/>
                  <a:pt x="248705" y="6776"/>
                </a:cubicBezTo>
                <a:cubicBezTo>
                  <a:pt x="243689" y="-7242"/>
                  <a:pt x="206171" y="4902"/>
                  <a:pt x="186658" y="6220"/>
                </a:cubicBezTo>
                <a:cubicBezTo>
                  <a:pt x="167145" y="7538"/>
                  <a:pt x="148101" y="13116"/>
                  <a:pt x="131624" y="14687"/>
                </a:cubicBezTo>
                <a:cubicBezTo>
                  <a:pt x="115147" y="16258"/>
                  <a:pt x="106975" y="17794"/>
                  <a:pt x="87794" y="15644"/>
                </a:cubicBezTo>
                <a:cubicBezTo>
                  <a:pt x="68613" y="13494"/>
                  <a:pt x="28029" y="-5882"/>
                  <a:pt x="16540" y="1786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1F8B9CF-8828-4C0C-995D-47EAE5C95F4D}"/>
              </a:ext>
            </a:extLst>
          </p:cNvPr>
          <p:cNvGrpSpPr/>
          <p:nvPr/>
        </p:nvGrpSpPr>
        <p:grpSpPr>
          <a:xfrm>
            <a:off x="3372415" y="3075355"/>
            <a:ext cx="6848879" cy="3319605"/>
            <a:chOff x="2983299" y="3075355"/>
            <a:chExt cx="6848879" cy="3319605"/>
          </a:xfrm>
        </p:grpSpPr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DF1DBC9A-691A-4789-B70D-4168A0D57982}"/>
                </a:ext>
              </a:extLst>
            </p:cNvPr>
            <p:cNvSpPr/>
            <p:nvPr/>
          </p:nvSpPr>
          <p:spPr>
            <a:xfrm>
              <a:off x="2983299" y="3075355"/>
              <a:ext cx="6848879" cy="3319605"/>
            </a:xfrm>
            <a:custGeom>
              <a:avLst/>
              <a:gdLst>
                <a:gd name="connsiteX0" fmla="*/ 72368 w 4182987"/>
                <a:gd name="connsiteY0" fmla="*/ 129778 h 1039933"/>
                <a:gd name="connsiteX1" fmla="*/ 800502 w 4182987"/>
                <a:gd name="connsiteY1" fmla="*/ 273712 h 1039933"/>
                <a:gd name="connsiteX2" fmla="*/ 1401635 w 4182987"/>
                <a:gd name="connsiteY2" fmla="*/ 713978 h 1039933"/>
                <a:gd name="connsiteX3" fmla="*/ 2798635 w 4182987"/>
                <a:gd name="connsiteY3" fmla="*/ 908712 h 1039933"/>
                <a:gd name="connsiteX4" fmla="*/ 3264302 w 4182987"/>
                <a:gd name="connsiteY4" fmla="*/ 273712 h 1039933"/>
                <a:gd name="connsiteX5" fmla="*/ 3772302 w 4182987"/>
                <a:gd name="connsiteY5" fmla="*/ 104378 h 1039933"/>
                <a:gd name="connsiteX6" fmla="*/ 3873902 w 4182987"/>
                <a:gd name="connsiteY6" fmla="*/ 28178 h 1039933"/>
                <a:gd name="connsiteX7" fmla="*/ 4102502 w 4182987"/>
                <a:gd name="connsiteY7" fmla="*/ 2778 h 1039933"/>
                <a:gd name="connsiteX8" fmla="*/ 4170235 w 4182987"/>
                <a:gd name="connsiteY8" fmla="*/ 87445 h 1039933"/>
                <a:gd name="connsiteX9" fmla="*/ 4153302 w 4182987"/>
                <a:gd name="connsiteY9" fmla="*/ 273712 h 1039933"/>
                <a:gd name="connsiteX10" fmla="*/ 3882368 w 4182987"/>
                <a:gd name="connsiteY10" fmla="*/ 299112 h 1039933"/>
                <a:gd name="connsiteX11" fmla="*/ 3831568 w 4182987"/>
                <a:gd name="connsiteY11" fmla="*/ 222912 h 1039933"/>
                <a:gd name="connsiteX12" fmla="*/ 3399768 w 4182987"/>
                <a:gd name="connsiteY12" fmla="*/ 299112 h 1039933"/>
                <a:gd name="connsiteX13" fmla="*/ 3281235 w 4182987"/>
                <a:gd name="connsiteY13" fmla="*/ 468445 h 1039933"/>
                <a:gd name="connsiteX14" fmla="*/ 3078035 w 4182987"/>
                <a:gd name="connsiteY14" fmla="*/ 866378 h 1039933"/>
                <a:gd name="connsiteX15" fmla="*/ 2891768 w 4182987"/>
                <a:gd name="connsiteY15" fmla="*/ 1010312 h 1039933"/>
                <a:gd name="connsiteX16" fmla="*/ 2510768 w 4182987"/>
                <a:gd name="connsiteY16" fmla="*/ 1035712 h 1039933"/>
                <a:gd name="connsiteX17" fmla="*/ 1841902 w 4182987"/>
                <a:gd name="connsiteY17" fmla="*/ 951045 h 1039933"/>
                <a:gd name="connsiteX18" fmla="*/ 1113768 w 4182987"/>
                <a:gd name="connsiteY18" fmla="*/ 730912 h 1039933"/>
                <a:gd name="connsiteX19" fmla="*/ 842835 w 4182987"/>
                <a:gd name="connsiteY19" fmla="*/ 434578 h 1039933"/>
                <a:gd name="connsiteX20" fmla="*/ 665035 w 4182987"/>
                <a:gd name="connsiteY20" fmla="*/ 366845 h 1039933"/>
                <a:gd name="connsiteX21" fmla="*/ 453368 w 4182987"/>
                <a:gd name="connsiteY21" fmla="*/ 299112 h 1039933"/>
                <a:gd name="connsiteX22" fmla="*/ 97768 w 4182987"/>
                <a:gd name="connsiteY22" fmla="*/ 248312 h 1039933"/>
                <a:gd name="connsiteX23" fmla="*/ 30035 w 4182987"/>
                <a:gd name="connsiteY23" fmla="*/ 265245 h 1039933"/>
                <a:gd name="connsiteX24" fmla="*/ 72368 w 4182987"/>
                <a:gd name="connsiteY24" fmla="*/ 129778 h 1039933"/>
                <a:gd name="connsiteX0" fmla="*/ 85774 w 4196393"/>
                <a:gd name="connsiteY0" fmla="*/ 129778 h 1039933"/>
                <a:gd name="connsiteX1" fmla="*/ 813908 w 4196393"/>
                <a:gd name="connsiteY1" fmla="*/ 273712 h 1039933"/>
                <a:gd name="connsiteX2" fmla="*/ 1415041 w 4196393"/>
                <a:gd name="connsiteY2" fmla="*/ 713978 h 1039933"/>
                <a:gd name="connsiteX3" fmla="*/ 2812041 w 4196393"/>
                <a:gd name="connsiteY3" fmla="*/ 908712 h 1039933"/>
                <a:gd name="connsiteX4" fmla="*/ 3277708 w 4196393"/>
                <a:gd name="connsiteY4" fmla="*/ 273712 h 1039933"/>
                <a:gd name="connsiteX5" fmla="*/ 3785708 w 4196393"/>
                <a:gd name="connsiteY5" fmla="*/ 104378 h 1039933"/>
                <a:gd name="connsiteX6" fmla="*/ 3887308 w 4196393"/>
                <a:gd name="connsiteY6" fmla="*/ 28178 h 1039933"/>
                <a:gd name="connsiteX7" fmla="*/ 4115908 w 4196393"/>
                <a:gd name="connsiteY7" fmla="*/ 2778 h 1039933"/>
                <a:gd name="connsiteX8" fmla="*/ 4183641 w 4196393"/>
                <a:gd name="connsiteY8" fmla="*/ 87445 h 1039933"/>
                <a:gd name="connsiteX9" fmla="*/ 4166708 w 4196393"/>
                <a:gd name="connsiteY9" fmla="*/ 273712 h 1039933"/>
                <a:gd name="connsiteX10" fmla="*/ 3895774 w 4196393"/>
                <a:gd name="connsiteY10" fmla="*/ 299112 h 1039933"/>
                <a:gd name="connsiteX11" fmla="*/ 3844974 w 4196393"/>
                <a:gd name="connsiteY11" fmla="*/ 222912 h 1039933"/>
                <a:gd name="connsiteX12" fmla="*/ 3413174 w 4196393"/>
                <a:gd name="connsiteY12" fmla="*/ 299112 h 1039933"/>
                <a:gd name="connsiteX13" fmla="*/ 3294641 w 4196393"/>
                <a:gd name="connsiteY13" fmla="*/ 468445 h 1039933"/>
                <a:gd name="connsiteX14" fmla="*/ 3091441 w 4196393"/>
                <a:gd name="connsiteY14" fmla="*/ 866378 h 1039933"/>
                <a:gd name="connsiteX15" fmla="*/ 2905174 w 4196393"/>
                <a:gd name="connsiteY15" fmla="*/ 1010312 h 1039933"/>
                <a:gd name="connsiteX16" fmla="*/ 2524174 w 4196393"/>
                <a:gd name="connsiteY16" fmla="*/ 1035712 h 1039933"/>
                <a:gd name="connsiteX17" fmla="*/ 1855308 w 4196393"/>
                <a:gd name="connsiteY17" fmla="*/ 951045 h 1039933"/>
                <a:gd name="connsiteX18" fmla="*/ 1127174 w 4196393"/>
                <a:gd name="connsiteY18" fmla="*/ 730912 h 1039933"/>
                <a:gd name="connsiteX19" fmla="*/ 856241 w 4196393"/>
                <a:gd name="connsiteY19" fmla="*/ 434578 h 1039933"/>
                <a:gd name="connsiteX20" fmla="*/ 678441 w 4196393"/>
                <a:gd name="connsiteY20" fmla="*/ 366845 h 1039933"/>
                <a:gd name="connsiteX21" fmla="*/ 466774 w 4196393"/>
                <a:gd name="connsiteY21" fmla="*/ 299112 h 1039933"/>
                <a:gd name="connsiteX22" fmla="*/ 111174 w 4196393"/>
                <a:gd name="connsiteY22" fmla="*/ 248312 h 1039933"/>
                <a:gd name="connsiteX23" fmla="*/ 18041 w 4196393"/>
                <a:gd name="connsiteY23" fmla="*/ 222912 h 1039933"/>
                <a:gd name="connsiteX24" fmla="*/ 85774 w 4196393"/>
                <a:gd name="connsiteY24" fmla="*/ 129778 h 1039933"/>
                <a:gd name="connsiteX0" fmla="*/ 87421 w 4198040"/>
                <a:gd name="connsiteY0" fmla="*/ 129778 h 1039933"/>
                <a:gd name="connsiteX1" fmla="*/ 815555 w 4198040"/>
                <a:gd name="connsiteY1" fmla="*/ 273712 h 1039933"/>
                <a:gd name="connsiteX2" fmla="*/ 1416688 w 4198040"/>
                <a:gd name="connsiteY2" fmla="*/ 713978 h 1039933"/>
                <a:gd name="connsiteX3" fmla="*/ 2813688 w 4198040"/>
                <a:gd name="connsiteY3" fmla="*/ 908712 h 1039933"/>
                <a:gd name="connsiteX4" fmla="*/ 3279355 w 4198040"/>
                <a:gd name="connsiteY4" fmla="*/ 273712 h 1039933"/>
                <a:gd name="connsiteX5" fmla="*/ 3787355 w 4198040"/>
                <a:gd name="connsiteY5" fmla="*/ 104378 h 1039933"/>
                <a:gd name="connsiteX6" fmla="*/ 3888955 w 4198040"/>
                <a:gd name="connsiteY6" fmla="*/ 28178 h 1039933"/>
                <a:gd name="connsiteX7" fmla="*/ 4117555 w 4198040"/>
                <a:gd name="connsiteY7" fmla="*/ 2778 h 1039933"/>
                <a:gd name="connsiteX8" fmla="*/ 4185288 w 4198040"/>
                <a:gd name="connsiteY8" fmla="*/ 87445 h 1039933"/>
                <a:gd name="connsiteX9" fmla="*/ 4168355 w 4198040"/>
                <a:gd name="connsiteY9" fmla="*/ 273712 h 1039933"/>
                <a:gd name="connsiteX10" fmla="*/ 3897421 w 4198040"/>
                <a:gd name="connsiteY10" fmla="*/ 299112 h 1039933"/>
                <a:gd name="connsiteX11" fmla="*/ 3846621 w 4198040"/>
                <a:gd name="connsiteY11" fmla="*/ 222912 h 1039933"/>
                <a:gd name="connsiteX12" fmla="*/ 3414821 w 4198040"/>
                <a:gd name="connsiteY12" fmla="*/ 299112 h 1039933"/>
                <a:gd name="connsiteX13" fmla="*/ 3296288 w 4198040"/>
                <a:gd name="connsiteY13" fmla="*/ 468445 h 1039933"/>
                <a:gd name="connsiteX14" fmla="*/ 3093088 w 4198040"/>
                <a:gd name="connsiteY14" fmla="*/ 866378 h 1039933"/>
                <a:gd name="connsiteX15" fmla="*/ 2906821 w 4198040"/>
                <a:gd name="connsiteY15" fmla="*/ 1010312 h 1039933"/>
                <a:gd name="connsiteX16" fmla="*/ 2525821 w 4198040"/>
                <a:gd name="connsiteY16" fmla="*/ 1035712 h 1039933"/>
                <a:gd name="connsiteX17" fmla="*/ 1856955 w 4198040"/>
                <a:gd name="connsiteY17" fmla="*/ 951045 h 1039933"/>
                <a:gd name="connsiteX18" fmla="*/ 1128821 w 4198040"/>
                <a:gd name="connsiteY18" fmla="*/ 730912 h 1039933"/>
                <a:gd name="connsiteX19" fmla="*/ 857888 w 4198040"/>
                <a:gd name="connsiteY19" fmla="*/ 434578 h 1039933"/>
                <a:gd name="connsiteX20" fmla="*/ 680088 w 4198040"/>
                <a:gd name="connsiteY20" fmla="*/ 366845 h 1039933"/>
                <a:gd name="connsiteX21" fmla="*/ 468421 w 4198040"/>
                <a:gd name="connsiteY21" fmla="*/ 299112 h 1039933"/>
                <a:gd name="connsiteX22" fmla="*/ 146687 w 4198040"/>
                <a:gd name="connsiteY22" fmla="*/ 222912 h 1039933"/>
                <a:gd name="connsiteX23" fmla="*/ 19688 w 4198040"/>
                <a:gd name="connsiteY23" fmla="*/ 222912 h 1039933"/>
                <a:gd name="connsiteX24" fmla="*/ 87421 w 4198040"/>
                <a:gd name="connsiteY24" fmla="*/ 129778 h 1039933"/>
                <a:gd name="connsiteX0" fmla="*/ 87421 w 4198040"/>
                <a:gd name="connsiteY0" fmla="*/ 129778 h 1039933"/>
                <a:gd name="connsiteX1" fmla="*/ 815555 w 4198040"/>
                <a:gd name="connsiteY1" fmla="*/ 273712 h 1039933"/>
                <a:gd name="connsiteX2" fmla="*/ 1416688 w 4198040"/>
                <a:gd name="connsiteY2" fmla="*/ 713978 h 1039933"/>
                <a:gd name="connsiteX3" fmla="*/ 2813688 w 4198040"/>
                <a:gd name="connsiteY3" fmla="*/ 908712 h 1039933"/>
                <a:gd name="connsiteX4" fmla="*/ 3279355 w 4198040"/>
                <a:gd name="connsiteY4" fmla="*/ 273712 h 1039933"/>
                <a:gd name="connsiteX5" fmla="*/ 3787355 w 4198040"/>
                <a:gd name="connsiteY5" fmla="*/ 104378 h 1039933"/>
                <a:gd name="connsiteX6" fmla="*/ 3888955 w 4198040"/>
                <a:gd name="connsiteY6" fmla="*/ 28178 h 1039933"/>
                <a:gd name="connsiteX7" fmla="*/ 4117555 w 4198040"/>
                <a:gd name="connsiteY7" fmla="*/ 2778 h 1039933"/>
                <a:gd name="connsiteX8" fmla="*/ 4185288 w 4198040"/>
                <a:gd name="connsiteY8" fmla="*/ 87445 h 1039933"/>
                <a:gd name="connsiteX9" fmla="*/ 4168355 w 4198040"/>
                <a:gd name="connsiteY9" fmla="*/ 273712 h 1039933"/>
                <a:gd name="connsiteX10" fmla="*/ 3897421 w 4198040"/>
                <a:gd name="connsiteY10" fmla="*/ 299112 h 1039933"/>
                <a:gd name="connsiteX11" fmla="*/ 3846621 w 4198040"/>
                <a:gd name="connsiteY11" fmla="*/ 222912 h 1039933"/>
                <a:gd name="connsiteX12" fmla="*/ 3414821 w 4198040"/>
                <a:gd name="connsiteY12" fmla="*/ 299112 h 1039933"/>
                <a:gd name="connsiteX13" fmla="*/ 3296288 w 4198040"/>
                <a:gd name="connsiteY13" fmla="*/ 468445 h 1039933"/>
                <a:gd name="connsiteX14" fmla="*/ 3093088 w 4198040"/>
                <a:gd name="connsiteY14" fmla="*/ 866378 h 1039933"/>
                <a:gd name="connsiteX15" fmla="*/ 2906821 w 4198040"/>
                <a:gd name="connsiteY15" fmla="*/ 1010312 h 1039933"/>
                <a:gd name="connsiteX16" fmla="*/ 2525821 w 4198040"/>
                <a:gd name="connsiteY16" fmla="*/ 1035712 h 1039933"/>
                <a:gd name="connsiteX17" fmla="*/ 1856955 w 4198040"/>
                <a:gd name="connsiteY17" fmla="*/ 951045 h 1039933"/>
                <a:gd name="connsiteX18" fmla="*/ 1128821 w 4198040"/>
                <a:gd name="connsiteY18" fmla="*/ 730912 h 1039933"/>
                <a:gd name="connsiteX19" fmla="*/ 857888 w 4198040"/>
                <a:gd name="connsiteY19" fmla="*/ 434578 h 1039933"/>
                <a:gd name="connsiteX20" fmla="*/ 680088 w 4198040"/>
                <a:gd name="connsiteY20" fmla="*/ 366845 h 1039933"/>
                <a:gd name="connsiteX21" fmla="*/ 502288 w 4198040"/>
                <a:gd name="connsiteY21" fmla="*/ 265245 h 1039933"/>
                <a:gd name="connsiteX22" fmla="*/ 146687 w 4198040"/>
                <a:gd name="connsiteY22" fmla="*/ 222912 h 1039933"/>
                <a:gd name="connsiteX23" fmla="*/ 19688 w 4198040"/>
                <a:gd name="connsiteY23" fmla="*/ 222912 h 1039933"/>
                <a:gd name="connsiteX24" fmla="*/ 87421 w 4198040"/>
                <a:gd name="connsiteY24" fmla="*/ 129778 h 1039933"/>
                <a:gd name="connsiteX0" fmla="*/ 87421 w 4198040"/>
                <a:gd name="connsiteY0" fmla="*/ 129778 h 1039933"/>
                <a:gd name="connsiteX1" fmla="*/ 815555 w 4198040"/>
                <a:gd name="connsiteY1" fmla="*/ 273712 h 1039933"/>
                <a:gd name="connsiteX2" fmla="*/ 1416688 w 4198040"/>
                <a:gd name="connsiteY2" fmla="*/ 713978 h 1039933"/>
                <a:gd name="connsiteX3" fmla="*/ 2813688 w 4198040"/>
                <a:gd name="connsiteY3" fmla="*/ 908712 h 1039933"/>
                <a:gd name="connsiteX4" fmla="*/ 3279355 w 4198040"/>
                <a:gd name="connsiteY4" fmla="*/ 273712 h 1039933"/>
                <a:gd name="connsiteX5" fmla="*/ 3787355 w 4198040"/>
                <a:gd name="connsiteY5" fmla="*/ 104378 h 1039933"/>
                <a:gd name="connsiteX6" fmla="*/ 3888955 w 4198040"/>
                <a:gd name="connsiteY6" fmla="*/ 28178 h 1039933"/>
                <a:gd name="connsiteX7" fmla="*/ 4117555 w 4198040"/>
                <a:gd name="connsiteY7" fmla="*/ 2778 h 1039933"/>
                <a:gd name="connsiteX8" fmla="*/ 4185288 w 4198040"/>
                <a:gd name="connsiteY8" fmla="*/ 87445 h 1039933"/>
                <a:gd name="connsiteX9" fmla="*/ 4168355 w 4198040"/>
                <a:gd name="connsiteY9" fmla="*/ 273712 h 1039933"/>
                <a:gd name="connsiteX10" fmla="*/ 3897421 w 4198040"/>
                <a:gd name="connsiteY10" fmla="*/ 299112 h 1039933"/>
                <a:gd name="connsiteX11" fmla="*/ 3846621 w 4198040"/>
                <a:gd name="connsiteY11" fmla="*/ 222912 h 1039933"/>
                <a:gd name="connsiteX12" fmla="*/ 3414821 w 4198040"/>
                <a:gd name="connsiteY12" fmla="*/ 299112 h 1039933"/>
                <a:gd name="connsiteX13" fmla="*/ 3296288 w 4198040"/>
                <a:gd name="connsiteY13" fmla="*/ 468445 h 1039933"/>
                <a:gd name="connsiteX14" fmla="*/ 3093088 w 4198040"/>
                <a:gd name="connsiteY14" fmla="*/ 866378 h 1039933"/>
                <a:gd name="connsiteX15" fmla="*/ 2906821 w 4198040"/>
                <a:gd name="connsiteY15" fmla="*/ 1010312 h 1039933"/>
                <a:gd name="connsiteX16" fmla="*/ 2525821 w 4198040"/>
                <a:gd name="connsiteY16" fmla="*/ 1035712 h 1039933"/>
                <a:gd name="connsiteX17" fmla="*/ 1856955 w 4198040"/>
                <a:gd name="connsiteY17" fmla="*/ 951045 h 1039933"/>
                <a:gd name="connsiteX18" fmla="*/ 1128821 w 4198040"/>
                <a:gd name="connsiteY18" fmla="*/ 730912 h 1039933"/>
                <a:gd name="connsiteX19" fmla="*/ 857888 w 4198040"/>
                <a:gd name="connsiteY19" fmla="*/ 434578 h 1039933"/>
                <a:gd name="connsiteX20" fmla="*/ 705488 w 4198040"/>
                <a:gd name="connsiteY20" fmla="*/ 316045 h 1039933"/>
                <a:gd name="connsiteX21" fmla="*/ 502288 w 4198040"/>
                <a:gd name="connsiteY21" fmla="*/ 265245 h 1039933"/>
                <a:gd name="connsiteX22" fmla="*/ 146687 w 4198040"/>
                <a:gd name="connsiteY22" fmla="*/ 222912 h 1039933"/>
                <a:gd name="connsiteX23" fmla="*/ 19688 w 4198040"/>
                <a:gd name="connsiteY23" fmla="*/ 222912 h 1039933"/>
                <a:gd name="connsiteX24" fmla="*/ 87421 w 4198040"/>
                <a:gd name="connsiteY24" fmla="*/ 129778 h 1039933"/>
                <a:gd name="connsiteX0" fmla="*/ 87421 w 4198040"/>
                <a:gd name="connsiteY0" fmla="*/ 129778 h 1039933"/>
                <a:gd name="connsiteX1" fmla="*/ 815555 w 4198040"/>
                <a:gd name="connsiteY1" fmla="*/ 273712 h 1039933"/>
                <a:gd name="connsiteX2" fmla="*/ 1416688 w 4198040"/>
                <a:gd name="connsiteY2" fmla="*/ 713978 h 1039933"/>
                <a:gd name="connsiteX3" fmla="*/ 2813688 w 4198040"/>
                <a:gd name="connsiteY3" fmla="*/ 908712 h 1039933"/>
                <a:gd name="connsiteX4" fmla="*/ 3279355 w 4198040"/>
                <a:gd name="connsiteY4" fmla="*/ 273712 h 1039933"/>
                <a:gd name="connsiteX5" fmla="*/ 3787355 w 4198040"/>
                <a:gd name="connsiteY5" fmla="*/ 104378 h 1039933"/>
                <a:gd name="connsiteX6" fmla="*/ 3888955 w 4198040"/>
                <a:gd name="connsiteY6" fmla="*/ 28178 h 1039933"/>
                <a:gd name="connsiteX7" fmla="*/ 4117555 w 4198040"/>
                <a:gd name="connsiteY7" fmla="*/ 2778 h 1039933"/>
                <a:gd name="connsiteX8" fmla="*/ 4185288 w 4198040"/>
                <a:gd name="connsiteY8" fmla="*/ 87445 h 1039933"/>
                <a:gd name="connsiteX9" fmla="*/ 4168355 w 4198040"/>
                <a:gd name="connsiteY9" fmla="*/ 273712 h 1039933"/>
                <a:gd name="connsiteX10" fmla="*/ 3897421 w 4198040"/>
                <a:gd name="connsiteY10" fmla="*/ 299112 h 1039933"/>
                <a:gd name="connsiteX11" fmla="*/ 3846621 w 4198040"/>
                <a:gd name="connsiteY11" fmla="*/ 222912 h 1039933"/>
                <a:gd name="connsiteX12" fmla="*/ 3414821 w 4198040"/>
                <a:gd name="connsiteY12" fmla="*/ 299112 h 1039933"/>
                <a:gd name="connsiteX13" fmla="*/ 3296288 w 4198040"/>
                <a:gd name="connsiteY13" fmla="*/ 468445 h 1039933"/>
                <a:gd name="connsiteX14" fmla="*/ 3093088 w 4198040"/>
                <a:gd name="connsiteY14" fmla="*/ 866378 h 1039933"/>
                <a:gd name="connsiteX15" fmla="*/ 2906821 w 4198040"/>
                <a:gd name="connsiteY15" fmla="*/ 1010312 h 1039933"/>
                <a:gd name="connsiteX16" fmla="*/ 2525821 w 4198040"/>
                <a:gd name="connsiteY16" fmla="*/ 1035712 h 1039933"/>
                <a:gd name="connsiteX17" fmla="*/ 1856955 w 4198040"/>
                <a:gd name="connsiteY17" fmla="*/ 951045 h 1039933"/>
                <a:gd name="connsiteX18" fmla="*/ 1128821 w 4198040"/>
                <a:gd name="connsiteY18" fmla="*/ 730912 h 1039933"/>
                <a:gd name="connsiteX19" fmla="*/ 891755 w 4198040"/>
                <a:gd name="connsiteY19" fmla="*/ 443045 h 1039933"/>
                <a:gd name="connsiteX20" fmla="*/ 705488 w 4198040"/>
                <a:gd name="connsiteY20" fmla="*/ 316045 h 1039933"/>
                <a:gd name="connsiteX21" fmla="*/ 502288 w 4198040"/>
                <a:gd name="connsiteY21" fmla="*/ 265245 h 1039933"/>
                <a:gd name="connsiteX22" fmla="*/ 146687 w 4198040"/>
                <a:gd name="connsiteY22" fmla="*/ 222912 h 1039933"/>
                <a:gd name="connsiteX23" fmla="*/ 19688 w 4198040"/>
                <a:gd name="connsiteY23" fmla="*/ 222912 h 1039933"/>
                <a:gd name="connsiteX24" fmla="*/ 87421 w 4198040"/>
                <a:gd name="connsiteY24" fmla="*/ 129778 h 1039933"/>
                <a:gd name="connsiteX0" fmla="*/ 87421 w 4198040"/>
                <a:gd name="connsiteY0" fmla="*/ 129778 h 1039933"/>
                <a:gd name="connsiteX1" fmla="*/ 815555 w 4198040"/>
                <a:gd name="connsiteY1" fmla="*/ 273712 h 1039933"/>
                <a:gd name="connsiteX2" fmla="*/ 1416688 w 4198040"/>
                <a:gd name="connsiteY2" fmla="*/ 713978 h 1039933"/>
                <a:gd name="connsiteX3" fmla="*/ 2813688 w 4198040"/>
                <a:gd name="connsiteY3" fmla="*/ 908712 h 1039933"/>
                <a:gd name="connsiteX4" fmla="*/ 3279355 w 4198040"/>
                <a:gd name="connsiteY4" fmla="*/ 273712 h 1039933"/>
                <a:gd name="connsiteX5" fmla="*/ 3787355 w 4198040"/>
                <a:gd name="connsiteY5" fmla="*/ 104378 h 1039933"/>
                <a:gd name="connsiteX6" fmla="*/ 3888955 w 4198040"/>
                <a:gd name="connsiteY6" fmla="*/ 28178 h 1039933"/>
                <a:gd name="connsiteX7" fmla="*/ 4117555 w 4198040"/>
                <a:gd name="connsiteY7" fmla="*/ 2778 h 1039933"/>
                <a:gd name="connsiteX8" fmla="*/ 4185288 w 4198040"/>
                <a:gd name="connsiteY8" fmla="*/ 87445 h 1039933"/>
                <a:gd name="connsiteX9" fmla="*/ 4168355 w 4198040"/>
                <a:gd name="connsiteY9" fmla="*/ 273712 h 1039933"/>
                <a:gd name="connsiteX10" fmla="*/ 3897421 w 4198040"/>
                <a:gd name="connsiteY10" fmla="*/ 299112 h 1039933"/>
                <a:gd name="connsiteX11" fmla="*/ 3846621 w 4198040"/>
                <a:gd name="connsiteY11" fmla="*/ 222912 h 1039933"/>
                <a:gd name="connsiteX12" fmla="*/ 3414821 w 4198040"/>
                <a:gd name="connsiteY12" fmla="*/ 299112 h 1039933"/>
                <a:gd name="connsiteX13" fmla="*/ 3296288 w 4198040"/>
                <a:gd name="connsiteY13" fmla="*/ 468445 h 1039933"/>
                <a:gd name="connsiteX14" fmla="*/ 3093088 w 4198040"/>
                <a:gd name="connsiteY14" fmla="*/ 866378 h 1039933"/>
                <a:gd name="connsiteX15" fmla="*/ 2906821 w 4198040"/>
                <a:gd name="connsiteY15" fmla="*/ 1010312 h 1039933"/>
                <a:gd name="connsiteX16" fmla="*/ 2525821 w 4198040"/>
                <a:gd name="connsiteY16" fmla="*/ 1035712 h 1039933"/>
                <a:gd name="connsiteX17" fmla="*/ 1856955 w 4198040"/>
                <a:gd name="connsiteY17" fmla="*/ 951045 h 1039933"/>
                <a:gd name="connsiteX18" fmla="*/ 1179621 w 4198040"/>
                <a:gd name="connsiteY18" fmla="*/ 713979 h 1039933"/>
                <a:gd name="connsiteX19" fmla="*/ 891755 w 4198040"/>
                <a:gd name="connsiteY19" fmla="*/ 443045 h 1039933"/>
                <a:gd name="connsiteX20" fmla="*/ 705488 w 4198040"/>
                <a:gd name="connsiteY20" fmla="*/ 316045 h 1039933"/>
                <a:gd name="connsiteX21" fmla="*/ 502288 w 4198040"/>
                <a:gd name="connsiteY21" fmla="*/ 265245 h 1039933"/>
                <a:gd name="connsiteX22" fmla="*/ 146687 w 4198040"/>
                <a:gd name="connsiteY22" fmla="*/ 222912 h 1039933"/>
                <a:gd name="connsiteX23" fmla="*/ 19688 w 4198040"/>
                <a:gd name="connsiteY23" fmla="*/ 222912 h 1039933"/>
                <a:gd name="connsiteX24" fmla="*/ 87421 w 4198040"/>
                <a:gd name="connsiteY24" fmla="*/ 129778 h 1039933"/>
                <a:gd name="connsiteX0" fmla="*/ 87421 w 4198040"/>
                <a:gd name="connsiteY0" fmla="*/ 129778 h 1039933"/>
                <a:gd name="connsiteX1" fmla="*/ 815555 w 4198040"/>
                <a:gd name="connsiteY1" fmla="*/ 273712 h 1039933"/>
                <a:gd name="connsiteX2" fmla="*/ 1416688 w 4198040"/>
                <a:gd name="connsiteY2" fmla="*/ 713978 h 1039933"/>
                <a:gd name="connsiteX3" fmla="*/ 2813688 w 4198040"/>
                <a:gd name="connsiteY3" fmla="*/ 908712 h 1039933"/>
                <a:gd name="connsiteX4" fmla="*/ 3279355 w 4198040"/>
                <a:gd name="connsiteY4" fmla="*/ 273712 h 1039933"/>
                <a:gd name="connsiteX5" fmla="*/ 3787355 w 4198040"/>
                <a:gd name="connsiteY5" fmla="*/ 104378 h 1039933"/>
                <a:gd name="connsiteX6" fmla="*/ 3888955 w 4198040"/>
                <a:gd name="connsiteY6" fmla="*/ 28178 h 1039933"/>
                <a:gd name="connsiteX7" fmla="*/ 4117555 w 4198040"/>
                <a:gd name="connsiteY7" fmla="*/ 2778 h 1039933"/>
                <a:gd name="connsiteX8" fmla="*/ 4185288 w 4198040"/>
                <a:gd name="connsiteY8" fmla="*/ 87445 h 1039933"/>
                <a:gd name="connsiteX9" fmla="*/ 4168355 w 4198040"/>
                <a:gd name="connsiteY9" fmla="*/ 273712 h 1039933"/>
                <a:gd name="connsiteX10" fmla="*/ 3897421 w 4198040"/>
                <a:gd name="connsiteY10" fmla="*/ 299112 h 1039933"/>
                <a:gd name="connsiteX11" fmla="*/ 3846621 w 4198040"/>
                <a:gd name="connsiteY11" fmla="*/ 222912 h 1039933"/>
                <a:gd name="connsiteX12" fmla="*/ 3414821 w 4198040"/>
                <a:gd name="connsiteY12" fmla="*/ 299112 h 1039933"/>
                <a:gd name="connsiteX13" fmla="*/ 3296288 w 4198040"/>
                <a:gd name="connsiteY13" fmla="*/ 468445 h 1039933"/>
                <a:gd name="connsiteX14" fmla="*/ 3093088 w 4198040"/>
                <a:gd name="connsiteY14" fmla="*/ 866378 h 1039933"/>
                <a:gd name="connsiteX15" fmla="*/ 2906821 w 4198040"/>
                <a:gd name="connsiteY15" fmla="*/ 1010312 h 1039933"/>
                <a:gd name="connsiteX16" fmla="*/ 2525821 w 4198040"/>
                <a:gd name="connsiteY16" fmla="*/ 1035712 h 1039933"/>
                <a:gd name="connsiteX17" fmla="*/ 1856955 w 4198040"/>
                <a:gd name="connsiteY17" fmla="*/ 951045 h 1039933"/>
                <a:gd name="connsiteX18" fmla="*/ 1188088 w 4198040"/>
                <a:gd name="connsiteY18" fmla="*/ 713979 h 1039933"/>
                <a:gd name="connsiteX19" fmla="*/ 891755 w 4198040"/>
                <a:gd name="connsiteY19" fmla="*/ 443045 h 1039933"/>
                <a:gd name="connsiteX20" fmla="*/ 705488 w 4198040"/>
                <a:gd name="connsiteY20" fmla="*/ 316045 h 1039933"/>
                <a:gd name="connsiteX21" fmla="*/ 502288 w 4198040"/>
                <a:gd name="connsiteY21" fmla="*/ 265245 h 1039933"/>
                <a:gd name="connsiteX22" fmla="*/ 146687 w 4198040"/>
                <a:gd name="connsiteY22" fmla="*/ 222912 h 1039933"/>
                <a:gd name="connsiteX23" fmla="*/ 19688 w 4198040"/>
                <a:gd name="connsiteY23" fmla="*/ 222912 h 1039933"/>
                <a:gd name="connsiteX24" fmla="*/ 87421 w 4198040"/>
                <a:gd name="connsiteY24" fmla="*/ 129778 h 1039933"/>
                <a:gd name="connsiteX0" fmla="*/ 87421 w 4198040"/>
                <a:gd name="connsiteY0" fmla="*/ 129778 h 1042406"/>
                <a:gd name="connsiteX1" fmla="*/ 815555 w 4198040"/>
                <a:gd name="connsiteY1" fmla="*/ 273712 h 1042406"/>
                <a:gd name="connsiteX2" fmla="*/ 1416688 w 4198040"/>
                <a:gd name="connsiteY2" fmla="*/ 713978 h 1042406"/>
                <a:gd name="connsiteX3" fmla="*/ 2813688 w 4198040"/>
                <a:gd name="connsiteY3" fmla="*/ 908712 h 1042406"/>
                <a:gd name="connsiteX4" fmla="*/ 3279355 w 4198040"/>
                <a:gd name="connsiteY4" fmla="*/ 273712 h 1042406"/>
                <a:gd name="connsiteX5" fmla="*/ 3787355 w 4198040"/>
                <a:gd name="connsiteY5" fmla="*/ 104378 h 1042406"/>
                <a:gd name="connsiteX6" fmla="*/ 3888955 w 4198040"/>
                <a:gd name="connsiteY6" fmla="*/ 28178 h 1042406"/>
                <a:gd name="connsiteX7" fmla="*/ 4117555 w 4198040"/>
                <a:gd name="connsiteY7" fmla="*/ 2778 h 1042406"/>
                <a:gd name="connsiteX8" fmla="*/ 4185288 w 4198040"/>
                <a:gd name="connsiteY8" fmla="*/ 87445 h 1042406"/>
                <a:gd name="connsiteX9" fmla="*/ 4168355 w 4198040"/>
                <a:gd name="connsiteY9" fmla="*/ 273712 h 1042406"/>
                <a:gd name="connsiteX10" fmla="*/ 3897421 w 4198040"/>
                <a:gd name="connsiteY10" fmla="*/ 299112 h 1042406"/>
                <a:gd name="connsiteX11" fmla="*/ 3846621 w 4198040"/>
                <a:gd name="connsiteY11" fmla="*/ 222912 h 1042406"/>
                <a:gd name="connsiteX12" fmla="*/ 3414821 w 4198040"/>
                <a:gd name="connsiteY12" fmla="*/ 299112 h 1042406"/>
                <a:gd name="connsiteX13" fmla="*/ 3296288 w 4198040"/>
                <a:gd name="connsiteY13" fmla="*/ 468445 h 1042406"/>
                <a:gd name="connsiteX14" fmla="*/ 3093088 w 4198040"/>
                <a:gd name="connsiteY14" fmla="*/ 866378 h 1042406"/>
                <a:gd name="connsiteX15" fmla="*/ 2906821 w 4198040"/>
                <a:gd name="connsiteY15" fmla="*/ 1010312 h 1042406"/>
                <a:gd name="connsiteX16" fmla="*/ 2525821 w 4198040"/>
                <a:gd name="connsiteY16" fmla="*/ 1035712 h 1042406"/>
                <a:gd name="connsiteX17" fmla="*/ 1856955 w 4198040"/>
                <a:gd name="connsiteY17" fmla="*/ 917179 h 1042406"/>
                <a:gd name="connsiteX18" fmla="*/ 1188088 w 4198040"/>
                <a:gd name="connsiteY18" fmla="*/ 713979 h 1042406"/>
                <a:gd name="connsiteX19" fmla="*/ 891755 w 4198040"/>
                <a:gd name="connsiteY19" fmla="*/ 443045 h 1042406"/>
                <a:gd name="connsiteX20" fmla="*/ 705488 w 4198040"/>
                <a:gd name="connsiteY20" fmla="*/ 316045 h 1042406"/>
                <a:gd name="connsiteX21" fmla="*/ 502288 w 4198040"/>
                <a:gd name="connsiteY21" fmla="*/ 265245 h 1042406"/>
                <a:gd name="connsiteX22" fmla="*/ 146687 w 4198040"/>
                <a:gd name="connsiteY22" fmla="*/ 222912 h 1042406"/>
                <a:gd name="connsiteX23" fmla="*/ 19688 w 4198040"/>
                <a:gd name="connsiteY23" fmla="*/ 222912 h 1042406"/>
                <a:gd name="connsiteX24" fmla="*/ 87421 w 4198040"/>
                <a:gd name="connsiteY24" fmla="*/ 129778 h 1042406"/>
                <a:gd name="connsiteX0" fmla="*/ 87421 w 4198040"/>
                <a:gd name="connsiteY0" fmla="*/ 129778 h 1041786"/>
                <a:gd name="connsiteX1" fmla="*/ 815555 w 4198040"/>
                <a:gd name="connsiteY1" fmla="*/ 273712 h 1041786"/>
                <a:gd name="connsiteX2" fmla="*/ 1416688 w 4198040"/>
                <a:gd name="connsiteY2" fmla="*/ 713978 h 1041786"/>
                <a:gd name="connsiteX3" fmla="*/ 2813688 w 4198040"/>
                <a:gd name="connsiteY3" fmla="*/ 908712 h 1041786"/>
                <a:gd name="connsiteX4" fmla="*/ 3279355 w 4198040"/>
                <a:gd name="connsiteY4" fmla="*/ 273712 h 1041786"/>
                <a:gd name="connsiteX5" fmla="*/ 3787355 w 4198040"/>
                <a:gd name="connsiteY5" fmla="*/ 104378 h 1041786"/>
                <a:gd name="connsiteX6" fmla="*/ 3888955 w 4198040"/>
                <a:gd name="connsiteY6" fmla="*/ 28178 h 1041786"/>
                <a:gd name="connsiteX7" fmla="*/ 4117555 w 4198040"/>
                <a:gd name="connsiteY7" fmla="*/ 2778 h 1041786"/>
                <a:gd name="connsiteX8" fmla="*/ 4185288 w 4198040"/>
                <a:gd name="connsiteY8" fmla="*/ 87445 h 1041786"/>
                <a:gd name="connsiteX9" fmla="*/ 4168355 w 4198040"/>
                <a:gd name="connsiteY9" fmla="*/ 273712 h 1041786"/>
                <a:gd name="connsiteX10" fmla="*/ 3897421 w 4198040"/>
                <a:gd name="connsiteY10" fmla="*/ 299112 h 1041786"/>
                <a:gd name="connsiteX11" fmla="*/ 3846621 w 4198040"/>
                <a:gd name="connsiteY11" fmla="*/ 222912 h 1041786"/>
                <a:gd name="connsiteX12" fmla="*/ 3414821 w 4198040"/>
                <a:gd name="connsiteY12" fmla="*/ 299112 h 1041786"/>
                <a:gd name="connsiteX13" fmla="*/ 3296288 w 4198040"/>
                <a:gd name="connsiteY13" fmla="*/ 468445 h 1041786"/>
                <a:gd name="connsiteX14" fmla="*/ 3093088 w 4198040"/>
                <a:gd name="connsiteY14" fmla="*/ 866378 h 1041786"/>
                <a:gd name="connsiteX15" fmla="*/ 2906821 w 4198040"/>
                <a:gd name="connsiteY15" fmla="*/ 1010312 h 1041786"/>
                <a:gd name="connsiteX16" fmla="*/ 2525821 w 4198040"/>
                <a:gd name="connsiteY16" fmla="*/ 1035712 h 1041786"/>
                <a:gd name="connsiteX17" fmla="*/ 1856955 w 4198040"/>
                <a:gd name="connsiteY17" fmla="*/ 925645 h 1041786"/>
                <a:gd name="connsiteX18" fmla="*/ 1188088 w 4198040"/>
                <a:gd name="connsiteY18" fmla="*/ 713979 h 1041786"/>
                <a:gd name="connsiteX19" fmla="*/ 891755 w 4198040"/>
                <a:gd name="connsiteY19" fmla="*/ 443045 h 1041786"/>
                <a:gd name="connsiteX20" fmla="*/ 705488 w 4198040"/>
                <a:gd name="connsiteY20" fmla="*/ 316045 h 1041786"/>
                <a:gd name="connsiteX21" fmla="*/ 502288 w 4198040"/>
                <a:gd name="connsiteY21" fmla="*/ 265245 h 1041786"/>
                <a:gd name="connsiteX22" fmla="*/ 146687 w 4198040"/>
                <a:gd name="connsiteY22" fmla="*/ 222912 h 1041786"/>
                <a:gd name="connsiteX23" fmla="*/ 19688 w 4198040"/>
                <a:gd name="connsiteY23" fmla="*/ 222912 h 1041786"/>
                <a:gd name="connsiteX24" fmla="*/ 87421 w 4198040"/>
                <a:gd name="connsiteY24" fmla="*/ 129778 h 1041786"/>
                <a:gd name="connsiteX0" fmla="*/ 87421 w 4198040"/>
                <a:gd name="connsiteY0" fmla="*/ 129778 h 1021313"/>
                <a:gd name="connsiteX1" fmla="*/ 815555 w 4198040"/>
                <a:gd name="connsiteY1" fmla="*/ 273712 h 1021313"/>
                <a:gd name="connsiteX2" fmla="*/ 1416688 w 4198040"/>
                <a:gd name="connsiteY2" fmla="*/ 713978 h 1021313"/>
                <a:gd name="connsiteX3" fmla="*/ 2813688 w 4198040"/>
                <a:gd name="connsiteY3" fmla="*/ 908712 h 1021313"/>
                <a:gd name="connsiteX4" fmla="*/ 3279355 w 4198040"/>
                <a:gd name="connsiteY4" fmla="*/ 273712 h 1021313"/>
                <a:gd name="connsiteX5" fmla="*/ 3787355 w 4198040"/>
                <a:gd name="connsiteY5" fmla="*/ 104378 h 1021313"/>
                <a:gd name="connsiteX6" fmla="*/ 3888955 w 4198040"/>
                <a:gd name="connsiteY6" fmla="*/ 28178 h 1021313"/>
                <a:gd name="connsiteX7" fmla="*/ 4117555 w 4198040"/>
                <a:gd name="connsiteY7" fmla="*/ 2778 h 1021313"/>
                <a:gd name="connsiteX8" fmla="*/ 4185288 w 4198040"/>
                <a:gd name="connsiteY8" fmla="*/ 87445 h 1021313"/>
                <a:gd name="connsiteX9" fmla="*/ 4168355 w 4198040"/>
                <a:gd name="connsiteY9" fmla="*/ 273712 h 1021313"/>
                <a:gd name="connsiteX10" fmla="*/ 3897421 w 4198040"/>
                <a:gd name="connsiteY10" fmla="*/ 299112 h 1021313"/>
                <a:gd name="connsiteX11" fmla="*/ 3846621 w 4198040"/>
                <a:gd name="connsiteY11" fmla="*/ 222912 h 1021313"/>
                <a:gd name="connsiteX12" fmla="*/ 3414821 w 4198040"/>
                <a:gd name="connsiteY12" fmla="*/ 299112 h 1021313"/>
                <a:gd name="connsiteX13" fmla="*/ 3296288 w 4198040"/>
                <a:gd name="connsiteY13" fmla="*/ 468445 h 1021313"/>
                <a:gd name="connsiteX14" fmla="*/ 3093088 w 4198040"/>
                <a:gd name="connsiteY14" fmla="*/ 866378 h 1021313"/>
                <a:gd name="connsiteX15" fmla="*/ 2906821 w 4198040"/>
                <a:gd name="connsiteY15" fmla="*/ 1010312 h 1021313"/>
                <a:gd name="connsiteX16" fmla="*/ 2525821 w 4198040"/>
                <a:gd name="connsiteY16" fmla="*/ 1001845 h 1021313"/>
                <a:gd name="connsiteX17" fmla="*/ 1856955 w 4198040"/>
                <a:gd name="connsiteY17" fmla="*/ 925645 h 1021313"/>
                <a:gd name="connsiteX18" fmla="*/ 1188088 w 4198040"/>
                <a:gd name="connsiteY18" fmla="*/ 713979 h 1021313"/>
                <a:gd name="connsiteX19" fmla="*/ 891755 w 4198040"/>
                <a:gd name="connsiteY19" fmla="*/ 443045 h 1021313"/>
                <a:gd name="connsiteX20" fmla="*/ 705488 w 4198040"/>
                <a:gd name="connsiteY20" fmla="*/ 316045 h 1021313"/>
                <a:gd name="connsiteX21" fmla="*/ 502288 w 4198040"/>
                <a:gd name="connsiteY21" fmla="*/ 265245 h 1021313"/>
                <a:gd name="connsiteX22" fmla="*/ 146687 w 4198040"/>
                <a:gd name="connsiteY22" fmla="*/ 222912 h 1021313"/>
                <a:gd name="connsiteX23" fmla="*/ 19688 w 4198040"/>
                <a:gd name="connsiteY23" fmla="*/ 222912 h 1021313"/>
                <a:gd name="connsiteX24" fmla="*/ 87421 w 4198040"/>
                <a:gd name="connsiteY24" fmla="*/ 129778 h 1021313"/>
                <a:gd name="connsiteX0" fmla="*/ 87421 w 4198040"/>
                <a:gd name="connsiteY0" fmla="*/ 129778 h 1029437"/>
                <a:gd name="connsiteX1" fmla="*/ 815555 w 4198040"/>
                <a:gd name="connsiteY1" fmla="*/ 273712 h 1029437"/>
                <a:gd name="connsiteX2" fmla="*/ 1416688 w 4198040"/>
                <a:gd name="connsiteY2" fmla="*/ 713978 h 1029437"/>
                <a:gd name="connsiteX3" fmla="*/ 2813688 w 4198040"/>
                <a:gd name="connsiteY3" fmla="*/ 908712 h 1029437"/>
                <a:gd name="connsiteX4" fmla="*/ 3279355 w 4198040"/>
                <a:gd name="connsiteY4" fmla="*/ 273712 h 1029437"/>
                <a:gd name="connsiteX5" fmla="*/ 3787355 w 4198040"/>
                <a:gd name="connsiteY5" fmla="*/ 104378 h 1029437"/>
                <a:gd name="connsiteX6" fmla="*/ 3888955 w 4198040"/>
                <a:gd name="connsiteY6" fmla="*/ 28178 h 1029437"/>
                <a:gd name="connsiteX7" fmla="*/ 4117555 w 4198040"/>
                <a:gd name="connsiteY7" fmla="*/ 2778 h 1029437"/>
                <a:gd name="connsiteX8" fmla="*/ 4185288 w 4198040"/>
                <a:gd name="connsiteY8" fmla="*/ 87445 h 1029437"/>
                <a:gd name="connsiteX9" fmla="*/ 4168355 w 4198040"/>
                <a:gd name="connsiteY9" fmla="*/ 273712 h 1029437"/>
                <a:gd name="connsiteX10" fmla="*/ 3897421 w 4198040"/>
                <a:gd name="connsiteY10" fmla="*/ 299112 h 1029437"/>
                <a:gd name="connsiteX11" fmla="*/ 3846621 w 4198040"/>
                <a:gd name="connsiteY11" fmla="*/ 222912 h 1029437"/>
                <a:gd name="connsiteX12" fmla="*/ 3414821 w 4198040"/>
                <a:gd name="connsiteY12" fmla="*/ 299112 h 1029437"/>
                <a:gd name="connsiteX13" fmla="*/ 3296288 w 4198040"/>
                <a:gd name="connsiteY13" fmla="*/ 468445 h 1029437"/>
                <a:gd name="connsiteX14" fmla="*/ 3093088 w 4198040"/>
                <a:gd name="connsiteY14" fmla="*/ 866378 h 1029437"/>
                <a:gd name="connsiteX15" fmla="*/ 2906821 w 4198040"/>
                <a:gd name="connsiteY15" fmla="*/ 1010312 h 1029437"/>
                <a:gd name="connsiteX16" fmla="*/ 2542755 w 4198040"/>
                <a:gd name="connsiteY16" fmla="*/ 1018778 h 1029437"/>
                <a:gd name="connsiteX17" fmla="*/ 1856955 w 4198040"/>
                <a:gd name="connsiteY17" fmla="*/ 925645 h 1029437"/>
                <a:gd name="connsiteX18" fmla="*/ 1188088 w 4198040"/>
                <a:gd name="connsiteY18" fmla="*/ 713979 h 1029437"/>
                <a:gd name="connsiteX19" fmla="*/ 891755 w 4198040"/>
                <a:gd name="connsiteY19" fmla="*/ 443045 h 1029437"/>
                <a:gd name="connsiteX20" fmla="*/ 705488 w 4198040"/>
                <a:gd name="connsiteY20" fmla="*/ 316045 h 1029437"/>
                <a:gd name="connsiteX21" fmla="*/ 502288 w 4198040"/>
                <a:gd name="connsiteY21" fmla="*/ 265245 h 1029437"/>
                <a:gd name="connsiteX22" fmla="*/ 146687 w 4198040"/>
                <a:gd name="connsiteY22" fmla="*/ 222912 h 1029437"/>
                <a:gd name="connsiteX23" fmla="*/ 19688 w 4198040"/>
                <a:gd name="connsiteY23" fmla="*/ 222912 h 1029437"/>
                <a:gd name="connsiteX24" fmla="*/ 87421 w 4198040"/>
                <a:gd name="connsiteY24" fmla="*/ 129778 h 1029437"/>
                <a:gd name="connsiteX0" fmla="*/ 87421 w 4198040"/>
                <a:gd name="connsiteY0" fmla="*/ 129778 h 1021497"/>
                <a:gd name="connsiteX1" fmla="*/ 815555 w 4198040"/>
                <a:gd name="connsiteY1" fmla="*/ 273712 h 1021497"/>
                <a:gd name="connsiteX2" fmla="*/ 1416688 w 4198040"/>
                <a:gd name="connsiteY2" fmla="*/ 713978 h 1021497"/>
                <a:gd name="connsiteX3" fmla="*/ 2813688 w 4198040"/>
                <a:gd name="connsiteY3" fmla="*/ 908712 h 1021497"/>
                <a:gd name="connsiteX4" fmla="*/ 3279355 w 4198040"/>
                <a:gd name="connsiteY4" fmla="*/ 273712 h 1021497"/>
                <a:gd name="connsiteX5" fmla="*/ 3787355 w 4198040"/>
                <a:gd name="connsiteY5" fmla="*/ 104378 h 1021497"/>
                <a:gd name="connsiteX6" fmla="*/ 3888955 w 4198040"/>
                <a:gd name="connsiteY6" fmla="*/ 28178 h 1021497"/>
                <a:gd name="connsiteX7" fmla="*/ 4117555 w 4198040"/>
                <a:gd name="connsiteY7" fmla="*/ 2778 h 1021497"/>
                <a:gd name="connsiteX8" fmla="*/ 4185288 w 4198040"/>
                <a:gd name="connsiteY8" fmla="*/ 87445 h 1021497"/>
                <a:gd name="connsiteX9" fmla="*/ 4168355 w 4198040"/>
                <a:gd name="connsiteY9" fmla="*/ 273712 h 1021497"/>
                <a:gd name="connsiteX10" fmla="*/ 3897421 w 4198040"/>
                <a:gd name="connsiteY10" fmla="*/ 299112 h 1021497"/>
                <a:gd name="connsiteX11" fmla="*/ 3846621 w 4198040"/>
                <a:gd name="connsiteY11" fmla="*/ 222912 h 1021497"/>
                <a:gd name="connsiteX12" fmla="*/ 3414821 w 4198040"/>
                <a:gd name="connsiteY12" fmla="*/ 299112 h 1021497"/>
                <a:gd name="connsiteX13" fmla="*/ 3296288 w 4198040"/>
                <a:gd name="connsiteY13" fmla="*/ 468445 h 1021497"/>
                <a:gd name="connsiteX14" fmla="*/ 3093088 w 4198040"/>
                <a:gd name="connsiteY14" fmla="*/ 866378 h 1021497"/>
                <a:gd name="connsiteX15" fmla="*/ 2906821 w 4198040"/>
                <a:gd name="connsiteY15" fmla="*/ 984912 h 1021497"/>
                <a:gd name="connsiteX16" fmla="*/ 2542755 w 4198040"/>
                <a:gd name="connsiteY16" fmla="*/ 1018778 h 1021497"/>
                <a:gd name="connsiteX17" fmla="*/ 1856955 w 4198040"/>
                <a:gd name="connsiteY17" fmla="*/ 925645 h 1021497"/>
                <a:gd name="connsiteX18" fmla="*/ 1188088 w 4198040"/>
                <a:gd name="connsiteY18" fmla="*/ 713979 h 1021497"/>
                <a:gd name="connsiteX19" fmla="*/ 891755 w 4198040"/>
                <a:gd name="connsiteY19" fmla="*/ 443045 h 1021497"/>
                <a:gd name="connsiteX20" fmla="*/ 705488 w 4198040"/>
                <a:gd name="connsiteY20" fmla="*/ 316045 h 1021497"/>
                <a:gd name="connsiteX21" fmla="*/ 502288 w 4198040"/>
                <a:gd name="connsiteY21" fmla="*/ 265245 h 1021497"/>
                <a:gd name="connsiteX22" fmla="*/ 146687 w 4198040"/>
                <a:gd name="connsiteY22" fmla="*/ 222912 h 1021497"/>
                <a:gd name="connsiteX23" fmla="*/ 19688 w 4198040"/>
                <a:gd name="connsiteY23" fmla="*/ 222912 h 1021497"/>
                <a:gd name="connsiteX24" fmla="*/ 87421 w 4198040"/>
                <a:gd name="connsiteY24" fmla="*/ 129778 h 1021497"/>
                <a:gd name="connsiteX0" fmla="*/ 87421 w 4198040"/>
                <a:gd name="connsiteY0" fmla="*/ 129778 h 1022065"/>
                <a:gd name="connsiteX1" fmla="*/ 815555 w 4198040"/>
                <a:gd name="connsiteY1" fmla="*/ 273712 h 1022065"/>
                <a:gd name="connsiteX2" fmla="*/ 1416688 w 4198040"/>
                <a:gd name="connsiteY2" fmla="*/ 713978 h 1022065"/>
                <a:gd name="connsiteX3" fmla="*/ 2813688 w 4198040"/>
                <a:gd name="connsiteY3" fmla="*/ 908712 h 1022065"/>
                <a:gd name="connsiteX4" fmla="*/ 3279355 w 4198040"/>
                <a:gd name="connsiteY4" fmla="*/ 273712 h 1022065"/>
                <a:gd name="connsiteX5" fmla="*/ 3787355 w 4198040"/>
                <a:gd name="connsiteY5" fmla="*/ 104378 h 1022065"/>
                <a:gd name="connsiteX6" fmla="*/ 3888955 w 4198040"/>
                <a:gd name="connsiteY6" fmla="*/ 28178 h 1022065"/>
                <a:gd name="connsiteX7" fmla="*/ 4117555 w 4198040"/>
                <a:gd name="connsiteY7" fmla="*/ 2778 h 1022065"/>
                <a:gd name="connsiteX8" fmla="*/ 4185288 w 4198040"/>
                <a:gd name="connsiteY8" fmla="*/ 87445 h 1022065"/>
                <a:gd name="connsiteX9" fmla="*/ 4168355 w 4198040"/>
                <a:gd name="connsiteY9" fmla="*/ 273712 h 1022065"/>
                <a:gd name="connsiteX10" fmla="*/ 3897421 w 4198040"/>
                <a:gd name="connsiteY10" fmla="*/ 299112 h 1022065"/>
                <a:gd name="connsiteX11" fmla="*/ 3846621 w 4198040"/>
                <a:gd name="connsiteY11" fmla="*/ 222912 h 1022065"/>
                <a:gd name="connsiteX12" fmla="*/ 3414821 w 4198040"/>
                <a:gd name="connsiteY12" fmla="*/ 299112 h 1022065"/>
                <a:gd name="connsiteX13" fmla="*/ 3296288 w 4198040"/>
                <a:gd name="connsiteY13" fmla="*/ 468445 h 1022065"/>
                <a:gd name="connsiteX14" fmla="*/ 3084621 w 4198040"/>
                <a:gd name="connsiteY14" fmla="*/ 832511 h 1022065"/>
                <a:gd name="connsiteX15" fmla="*/ 2906821 w 4198040"/>
                <a:gd name="connsiteY15" fmla="*/ 984912 h 1022065"/>
                <a:gd name="connsiteX16" fmla="*/ 2542755 w 4198040"/>
                <a:gd name="connsiteY16" fmla="*/ 1018778 h 1022065"/>
                <a:gd name="connsiteX17" fmla="*/ 1856955 w 4198040"/>
                <a:gd name="connsiteY17" fmla="*/ 925645 h 1022065"/>
                <a:gd name="connsiteX18" fmla="*/ 1188088 w 4198040"/>
                <a:gd name="connsiteY18" fmla="*/ 713979 h 1022065"/>
                <a:gd name="connsiteX19" fmla="*/ 891755 w 4198040"/>
                <a:gd name="connsiteY19" fmla="*/ 443045 h 1022065"/>
                <a:gd name="connsiteX20" fmla="*/ 705488 w 4198040"/>
                <a:gd name="connsiteY20" fmla="*/ 316045 h 1022065"/>
                <a:gd name="connsiteX21" fmla="*/ 502288 w 4198040"/>
                <a:gd name="connsiteY21" fmla="*/ 265245 h 1022065"/>
                <a:gd name="connsiteX22" fmla="*/ 146687 w 4198040"/>
                <a:gd name="connsiteY22" fmla="*/ 222912 h 1022065"/>
                <a:gd name="connsiteX23" fmla="*/ 19688 w 4198040"/>
                <a:gd name="connsiteY23" fmla="*/ 222912 h 1022065"/>
                <a:gd name="connsiteX24" fmla="*/ 87421 w 4198040"/>
                <a:gd name="connsiteY24" fmla="*/ 129778 h 1022065"/>
                <a:gd name="connsiteX0" fmla="*/ 87421 w 4198040"/>
                <a:gd name="connsiteY0" fmla="*/ 129778 h 1022065"/>
                <a:gd name="connsiteX1" fmla="*/ 815555 w 4198040"/>
                <a:gd name="connsiteY1" fmla="*/ 273712 h 1022065"/>
                <a:gd name="connsiteX2" fmla="*/ 1416688 w 4198040"/>
                <a:gd name="connsiteY2" fmla="*/ 713978 h 1022065"/>
                <a:gd name="connsiteX3" fmla="*/ 2813688 w 4198040"/>
                <a:gd name="connsiteY3" fmla="*/ 908712 h 1022065"/>
                <a:gd name="connsiteX4" fmla="*/ 3279355 w 4198040"/>
                <a:gd name="connsiteY4" fmla="*/ 273712 h 1022065"/>
                <a:gd name="connsiteX5" fmla="*/ 3787355 w 4198040"/>
                <a:gd name="connsiteY5" fmla="*/ 104378 h 1022065"/>
                <a:gd name="connsiteX6" fmla="*/ 3888955 w 4198040"/>
                <a:gd name="connsiteY6" fmla="*/ 28178 h 1022065"/>
                <a:gd name="connsiteX7" fmla="*/ 4117555 w 4198040"/>
                <a:gd name="connsiteY7" fmla="*/ 2778 h 1022065"/>
                <a:gd name="connsiteX8" fmla="*/ 4185288 w 4198040"/>
                <a:gd name="connsiteY8" fmla="*/ 87445 h 1022065"/>
                <a:gd name="connsiteX9" fmla="*/ 4168355 w 4198040"/>
                <a:gd name="connsiteY9" fmla="*/ 273712 h 1022065"/>
                <a:gd name="connsiteX10" fmla="*/ 3897421 w 4198040"/>
                <a:gd name="connsiteY10" fmla="*/ 299112 h 1022065"/>
                <a:gd name="connsiteX11" fmla="*/ 3846621 w 4198040"/>
                <a:gd name="connsiteY11" fmla="*/ 222912 h 1022065"/>
                <a:gd name="connsiteX12" fmla="*/ 3414821 w 4198040"/>
                <a:gd name="connsiteY12" fmla="*/ 299112 h 1022065"/>
                <a:gd name="connsiteX13" fmla="*/ 3296288 w 4198040"/>
                <a:gd name="connsiteY13" fmla="*/ 451511 h 1022065"/>
                <a:gd name="connsiteX14" fmla="*/ 3084621 w 4198040"/>
                <a:gd name="connsiteY14" fmla="*/ 832511 h 1022065"/>
                <a:gd name="connsiteX15" fmla="*/ 2906821 w 4198040"/>
                <a:gd name="connsiteY15" fmla="*/ 984912 h 1022065"/>
                <a:gd name="connsiteX16" fmla="*/ 2542755 w 4198040"/>
                <a:gd name="connsiteY16" fmla="*/ 1018778 h 1022065"/>
                <a:gd name="connsiteX17" fmla="*/ 1856955 w 4198040"/>
                <a:gd name="connsiteY17" fmla="*/ 925645 h 1022065"/>
                <a:gd name="connsiteX18" fmla="*/ 1188088 w 4198040"/>
                <a:gd name="connsiteY18" fmla="*/ 713979 h 1022065"/>
                <a:gd name="connsiteX19" fmla="*/ 891755 w 4198040"/>
                <a:gd name="connsiteY19" fmla="*/ 443045 h 1022065"/>
                <a:gd name="connsiteX20" fmla="*/ 705488 w 4198040"/>
                <a:gd name="connsiteY20" fmla="*/ 316045 h 1022065"/>
                <a:gd name="connsiteX21" fmla="*/ 502288 w 4198040"/>
                <a:gd name="connsiteY21" fmla="*/ 265245 h 1022065"/>
                <a:gd name="connsiteX22" fmla="*/ 146687 w 4198040"/>
                <a:gd name="connsiteY22" fmla="*/ 222912 h 1022065"/>
                <a:gd name="connsiteX23" fmla="*/ 19688 w 4198040"/>
                <a:gd name="connsiteY23" fmla="*/ 222912 h 1022065"/>
                <a:gd name="connsiteX24" fmla="*/ 87421 w 4198040"/>
                <a:gd name="connsiteY24" fmla="*/ 129778 h 1022065"/>
                <a:gd name="connsiteX0" fmla="*/ 87421 w 4198040"/>
                <a:gd name="connsiteY0" fmla="*/ 129778 h 1022065"/>
                <a:gd name="connsiteX1" fmla="*/ 815555 w 4198040"/>
                <a:gd name="connsiteY1" fmla="*/ 273712 h 1022065"/>
                <a:gd name="connsiteX2" fmla="*/ 1416688 w 4198040"/>
                <a:gd name="connsiteY2" fmla="*/ 713978 h 1022065"/>
                <a:gd name="connsiteX3" fmla="*/ 2813688 w 4198040"/>
                <a:gd name="connsiteY3" fmla="*/ 908712 h 1022065"/>
                <a:gd name="connsiteX4" fmla="*/ 3279355 w 4198040"/>
                <a:gd name="connsiteY4" fmla="*/ 273712 h 1022065"/>
                <a:gd name="connsiteX5" fmla="*/ 3787355 w 4198040"/>
                <a:gd name="connsiteY5" fmla="*/ 104378 h 1022065"/>
                <a:gd name="connsiteX6" fmla="*/ 3888955 w 4198040"/>
                <a:gd name="connsiteY6" fmla="*/ 28178 h 1022065"/>
                <a:gd name="connsiteX7" fmla="*/ 4117555 w 4198040"/>
                <a:gd name="connsiteY7" fmla="*/ 2778 h 1022065"/>
                <a:gd name="connsiteX8" fmla="*/ 4185288 w 4198040"/>
                <a:gd name="connsiteY8" fmla="*/ 87445 h 1022065"/>
                <a:gd name="connsiteX9" fmla="*/ 4168355 w 4198040"/>
                <a:gd name="connsiteY9" fmla="*/ 273712 h 1022065"/>
                <a:gd name="connsiteX10" fmla="*/ 3897421 w 4198040"/>
                <a:gd name="connsiteY10" fmla="*/ 299112 h 1022065"/>
                <a:gd name="connsiteX11" fmla="*/ 3846621 w 4198040"/>
                <a:gd name="connsiteY11" fmla="*/ 222912 h 1022065"/>
                <a:gd name="connsiteX12" fmla="*/ 3389421 w 4198040"/>
                <a:gd name="connsiteY12" fmla="*/ 290645 h 1022065"/>
                <a:gd name="connsiteX13" fmla="*/ 3296288 w 4198040"/>
                <a:gd name="connsiteY13" fmla="*/ 451511 h 1022065"/>
                <a:gd name="connsiteX14" fmla="*/ 3084621 w 4198040"/>
                <a:gd name="connsiteY14" fmla="*/ 832511 h 1022065"/>
                <a:gd name="connsiteX15" fmla="*/ 2906821 w 4198040"/>
                <a:gd name="connsiteY15" fmla="*/ 984912 h 1022065"/>
                <a:gd name="connsiteX16" fmla="*/ 2542755 w 4198040"/>
                <a:gd name="connsiteY16" fmla="*/ 1018778 h 1022065"/>
                <a:gd name="connsiteX17" fmla="*/ 1856955 w 4198040"/>
                <a:gd name="connsiteY17" fmla="*/ 925645 h 1022065"/>
                <a:gd name="connsiteX18" fmla="*/ 1188088 w 4198040"/>
                <a:gd name="connsiteY18" fmla="*/ 713979 h 1022065"/>
                <a:gd name="connsiteX19" fmla="*/ 891755 w 4198040"/>
                <a:gd name="connsiteY19" fmla="*/ 443045 h 1022065"/>
                <a:gd name="connsiteX20" fmla="*/ 705488 w 4198040"/>
                <a:gd name="connsiteY20" fmla="*/ 316045 h 1022065"/>
                <a:gd name="connsiteX21" fmla="*/ 502288 w 4198040"/>
                <a:gd name="connsiteY21" fmla="*/ 265245 h 1022065"/>
                <a:gd name="connsiteX22" fmla="*/ 146687 w 4198040"/>
                <a:gd name="connsiteY22" fmla="*/ 222912 h 1022065"/>
                <a:gd name="connsiteX23" fmla="*/ 19688 w 4198040"/>
                <a:gd name="connsiteY23" fmla="*/ 222912 h 1022065"/>
                <a:gd name="connsiteX24" fmla="*/ 87421 w 4198040"/>
                <a:gd name="connsiteY24" fmla="*/ 129778 h 1022065"/>
                <a:gd name="connsiteX0" fmla="*/ 87421 w 4198040"/>
                <a:gd name="connsiteY0" fmla="*/ 129778 h 1022065"/>
                <a:gd name="connsiteX1" fmla="*/ 815555 w 4198040"/>
                <a:gd name="connsiteY1" fmla="*/ 273712 h 1022065"/>
                <a:gd name="connsiteX2" fmla="*/ 1416688 w 4198040"/>
                <a:gd name="connsiteY2" fmla="*/ 713978 h 1022065"/>
                <a:gd name="connsiteX3" fmla="*/ 2813688 w 4198040"/>
                <a:gd name="connsiteY3" fmla="*/ 908712 h 1022065"/>
                <a:gd name="connsiteX4" fmla="*/ 3313221 w 4198040"/>
                <a:gd name="connsiteY4" fmla="*/ 273712 h 1022065"/>
                <a:gd name="connsiteX5" fmla="*/ 3787355 w 4198040"/>
                <a:gd name="connsiteY5" fmla="*/ 104378 h 1022065"/>
                <a:gd name="connsiteX6" fmla="*/ 3888955 w 4198040"/>
                <a:gd name="connsiteY6" fmla="*/ 28178 h 1022065"/>
                <a:gd name="connsiteX7" fmla="*/ 4117555 w 4198040"/>
                <a:gd name="connsiteY7" fmla="*/ 2778 h 1022065"/>
                <a:gd name="connsiteX8" fmla="*/ 4185288 w 4198040"/>
                <a:gd name="connsiteY8" fmla="*/ 87445 h 1022065"/>
                <a:gd name="connsiteX9" fmla="*/ 4168355 w 4198040"/>
                <a:gd name="connsiteY9" fmla="*/ 273712 h 1022065"/>
                <a:gd name="connsiteX10" fmla="*/ 3897421 w 4198040"/>
                <a:gd name="connsiteY10" fmla="*/ 299112 h 1022065"/>
                <a:gd name="connsiteX11" fmla="*/ 3846621 w 4198040"/>
                <a:gd name="connsiteY11" fmla="*/ 222912 h 1022065"/>
                <a:gd name="connsiteX12" fmla="*/ 3389421 w 4198040"/>
                <a:gd name="connsiteY12" fmla="*/ 290645 h 1022065"/>
                <a:gd name="connsiteX13" fmla="*/ 3296288 w 4198040"/>
                <a:gd name="connsiteY13" fmla="*/ 451511 h 1022065"/>
                <a:gd name="connsiteX14" fmla="*/ 3084621 w 4198040"/>
                <a:gd name="connsiteY14" fmla="*/ 832511 h 1022065"/>
                <a:gd name="connsiteX15" fmla="*/ 2906821 w 4198040"/>
                <a:gd name="connsiteY15" fmla="*/ 984912 h 1022065"/>
                <a:gd name="connsiteX16" fmla="*/ 2542755 w 4198040"/>
                <a:gd name="connsiteY16" fmla="*/ 1018778 h 1022065"/>
                <a:gd name="connsiteX17" fmla="*/ 1856955 w 4198040"/>
                <a:gd name="connsiteY17" fmla="*/ 925645 h 1022065"/>
                <a:gd name="connsiteX18" fmla="*/ 1188088 w 4198040"/>
                <a:gd name="connsiteY18" fmla="*/ 713979 h 1022065"/>
                <a:gd name="connsiteX19" fmla="*/ 891755 w 4198040"/>
                <a:gd name="connsiteY19" fmla="*/ 443045 h 1022065"/>
                <a:gd name="connsiteX20" fmla="*/ 705488 w 4198040"/>
                <a:gd name="connsiteY20" fmla="*/ 316045 h 1022065"/>
                <a:gd name="connsiteX21" fmla="*/ 502288 w 4198040"/>
                <a:gd name="connsiteY21" fmla="*/ 265245 h 1022065"/>
                <a:gd name="connsiteX22" fmla="*/ 146687 w 4198040"/>
                <a:gd name="connsiteY22" fmla="*/ 222912 h 1022065"/>
                <a:gd name="connsiteX23" fmla="*/ 19688 w 4198040"/>
                <a:gd name="connsiteY23" fmla="*/ 222912 h 1022065"/>
                <a:gd name="connsiteX24" fmla="*/ 87421 w 4198040"/>
                <a:gd name="connsiteY24" fmla="*/ 129778 h 1022065"/>
                <a:gd name="connsiteX0" fmla="*/ 87421 w 4198040"/>
                <a:gd name="connsiteY0" fmla="*/ 129778 h 1022065"/>
                <a:gd name="connsiteX1" fmla="*/ 815555 w 4198040"/>
                <a:gd name="connsiteY1" fmla="*/ 273712 h 1022065"/>
                <a:gd name="connsiteX2" fmla="*/ 1416688 w 4198040"/>
                <a:gd name="connsiteY2" fmla="*/ 713978 h 1022065"/>
                <a:gd name="connsiteX3" fmla="*/ 2813688 w 4198040"/>
                <a:gd name="connsiteY3" fmla="*/ 908712 h 1022065"/>
                <a:gd name="connsiteX4" fmla="*/ 3313221 w 4198040"/>
                <a:gd name="connsiteY4" fmla="*/ 273712 h 1022065"/>
                <a:gd name="connsiteX5" fmla="*/ 3787355 w 4198040"/>
                <a:gd name="connsiteY5" fmla="*/ 104378 h 1022065"/>
                <a:gd name="connsiteX6" fmla="*/ 3888955 w 4198040"/>
                <a:gd name="connsiteY6" fmla="*/ 28178 h 1022065"/>
                <a:gd name="connsiteX7" fmla="*/ 4117555 w 4198040"/>
                <a:gd name="connsiteY7" fmla="*/ 2778 h 1022065"/>
                <a:gd name="connsiteX8" fmla="*/ 4185288 w 4198040"/>
                <a:gd name="connsiteY8" fmla="*/ 87445 h 1022065"/>
                <a:gd name="connsiteX9" fmla="*/ 4168355 w 4198040"/>
                <a:gd name="connsiteY9" fmla="*/ 273712 h 1022065"/>
                <a:gd name="connsiteX10" fmla="*/ 3897421 w 4198040"/>
                <a:gd name="connsiteY10" fmla="*/ 299112 h 1022065"/>
                <a:gd name="connsiteX11" fmla="*/ 3846621 w 4198040"/>
                <a:gd name="connsiteY11" fmla="*/ 222912 h 1022065"/>
                <a:gd name="connsiteX12" fmla="*/ 3414821 w 4198040"/>
                <a:gd name="connsiteY12" fmla="*/ 299112 h 1022065"/>
                <a:gd name="connsiteX13" fmla="*/ 3296288 w 4198040"/>
                <a:gd name="connsiteY13" fmla="*/ 451511 h 1022065"/>
                <a:gd name="connsiteX14" fmla="*/ 3084621 w 4198040"/>
                <a:gd name="connsiteY14" fmla="*/ 832511 h 1022065"/>
                <a:gd name="connsiteX15" fmla="*/ 2906821 w 4198040"/>
                <a:gd name="connsiteY15" fmla="*/ 984912 h 1022065"/>
                <a:gd name="connsiteX16" fmla="*/ 2542755 w 4198040"/>
                <a:gd name="connsiteY16" fmla="*/ 1018778 h 1022065"/>
                <a:gd name="connsiteX17" fmla="*/ 1856955 w 4198040"/>
                <a:gd name="connsiteY17" fmla="*/ 925645 h 1022065"/>
                <a:gd name="connsiteX18" fmla="*/ 1188088 w 4198040"/>
                <a:gd name="connsiteY18" fmla="*/ 713979 h 1022065"/>
                <a:gd name="connsiteX19" fmla="*/ 891755 w 4198040"/>
                <a:gd name="connsiteY19" fmla="*/ 443045 h 1022065"/>
                <a:gd name="connsiteX20" fmla="*/ 705488 w 4198040"/>
                <a:gd name="connsiteY20" fmla="*/ 316045 h 1022065"/>
                <a:gd name="connsiteX21" fmla="*/ 502288 w 4198040"/>
                <a:gd name="connsiteY21" fmla="*/ 265245 h 1022065"/>
                <a:gd name="connsiteX22" fmla="*/ 146687 w 4198040"/>
                <a:gd name="connsiteY22" fmla="*/ 222912 h 1022065"/>
                <a:gd name="connsiteX23" fmla="*/ 19688 w 4198040"/>
                <a:gd name="connsiteY23" fmla="*/ 222912 h 1022065"/>
                <a:gd name="connsiteX24" fmla="*/ 87421 w 4198040"/>
                <a:gd name="connsiteY24" fmla="*/ 129778 h 1022065"/>
                <a:gd name="connsiteX0" fmla="*/ 87421 w 4198040"/>
                <a:gd name="connsiteY0" fmla="*/ 129778 h 1022065"/>
                <a:gd name="connsiteX1" fmla="*/ 815555 w 4198040"/>
                <a:gd name="connsiteY1" fmla="*/ 273712 h 1022065"/>
                <a:gd name="connsiteX2" fmla="*/ 1416688 w 4198040"/>
                <a:gd name="connsiteY2" fmla="*/ 713978 h 1022065"/>
                <a:gd name="connsiteX3" fmla="*/ 2813688 w 4198040"/>
                <a:gd name="connsiteY3" fmla="*/ 908712 h 1022065"/>
                <a:gd name="connsiteX4" fmla="*/ 3313221 w 4198040"/>
                <a:gd name="connsiteY4" fmla="*/ 273712 h 1022065"/>
                <a:gd name="connsiteX5" fmla="*/ 3787355 w 4198040"/>
                <a:gd name="connsiteY5" fmla="*/ 104378 h 1022065"/>
                <a:gd name="connsiteX6" fmla="*/ 3888955 w 4198040"/>
                <a:gd name="connsiteY6" fmla="*/ 28178 h 1022065"/>
                <a:gd name="connsiteX7" fmla="*/ 4117555 w 4198040"/>
                <a:gd name="connsiteY7" fmla="*/ 2778 h 1022065"/>
                <a:gd name="connsiteX8" fmla="*/ 4185288 w 4198040"/>
                <a:gd name="connsiteY8" fmla="*/ 87445 h 1022065"/>
                <a:gd name="connsiteX9" fmla="*/ 4168355 w 4198040"/>
                <a:gd name="connsiteY9" fmla="*/ 273712 h 1022065"/>
                <a:gd name="connsiteX10" fmla="*/ 3897421 w 4198040"/>
                <a:gd name="connsiteY10" fmla="*/ 299112 h 1022065"/>
                <a:gd name="connsiteX11" fmla="*/ 3846621 w 4198040"/>
                <a:gd name="connsiteY11" fmla="*/ 222912 h 1022065"/>
                <a:gd name="connsiteX12" fmla="*/ 3414821 w 4198040"/>
                <a:gd name="connsiteY12" fmla="*/ 324512 h 1022065"/>
                <a:gd name="connsiteX13" fmla="*/ 3296288 w 4198040"/>
                <a:gd name="connsiteY13" fmla="*/ 451511 h 1022065"/>
                <a:gd name="connsiteX14" fmla="*/ 3084621 w 4198040"/>
                <a:gd name="connsiteY14" fmla="*/ 832511 h 1022065"/>
                <a:gd name="connsiteX15" fmla="*/ 2906821 w 4198040"/>
                <a:gd name="connsiteY15" fmla="*/ 984912 h 1022065"/>
                <a:gd name="connsiteX16" fmla="*/ 2542755 w 4198040"/>
                <a:gd name="connsiteY16" fmla="*/ 1018778 h 1022065"/>
                <a:gd name="connsiteX17" fmla="*/ 1856955 w 4198040"/>
                <a:gd name="connsiteY17" fmla="*/ 925645 h 1022065"/>
                <a:gd name="connsiteX18" fmla="*/ 1188088 w 4198040"/>
                <a:gd name="connsiteY18" fmla="*/ 713979 h 1022065"/>
                <a:gd name="connsiteX19" fmla="*/ 891755 w 4198040"/>
                <a:gd name="connsiteY19" fmla="*/ 443045 h 1022065"/>
                <a:gd name="connsiteX20" fmla="*/ 705488 w 4198040"/>
                <a:gd name="connsiteY20" fmla="*/ 316045 h 1022065"/>
                <a:gd name="connsiteX21" fmla="*/ 502288 w 4198040"/>
                <a:gd name="connsiteY21" fmla="*/ 265245 h 1022065"/>
                <a:gd name="connsiteX22" fmla="*/ 146687 w 4198040"/>
                <a:gd name="connsiteY22" fmla="*/ 222912 h 1022065"/>
                <a:gd name="connsiteX23" fmla="*/ 19688 w 4198040"/>
                <a:gd name="connsiteY23" fmla="*/ 222912 h 1022065"/>
                <a:gd name="connsiteX24" fmla="*/ 87421 w 4198040"/>
                <a:gd name="connsiteY24" fmla="*/ 129778 h 1022065"/>
                <a:gd name="connsiteX0" fmla="*/ 87421 w 4198040"/>
                <a:gd name="connsiteY0" fmla="*/ 129778 h 1022065"/>
                <a:gd name="connsiteX1" fmla="*/ 815555 w 4198040"/>
                <a:gd name="connsiteY1" fmla="*/ 273712 h 1022065"/>
                <a:gd name="connsiteX2" fmla="*/ 1416688 w 4198040"/>
                <a:gd name="connsiteY2" fmla="*/ 713978 h 1022065"/>
                <a:gd name="connsiteX3" fmla="*/ 2813688 w 4198040"/>
                <a:gd name="connsiteY3" fmla="*/ 908712 h 1022065"/>
                <a:gd name="connsiteX4" fmla="*/ 3313221 w 4198040"/>
                <a:gd name="connsiteY4" fmla="*/ 273712 h 1022065"/>
                <a:gd name="connsiteX5" fmla="*/ 3787355 w 4198040"/>
                <a:gd name="connsiteY5" fmla="*/ 104378 h 1022065"/>
                <a:gd name="connsiteX6" fmla="*/ 3888955 w 4198040"/>
                <a:gd name="connsiteY6" fmla="*/ 28178 h 1022065"/>
                <a:gd name="connsiteX7" fmla="*/ 4117555 w 4198040"/>
                <a:gd name="connsiteY7" fmla="*/ 2778 h 1022065"/>
                <a:gd name="connsiteX8" fmla="*/ 4185288 w 4198040"/>
                <a:gd name="connsiteY8" fmla="*/ 87445 h 1022065"/>
                <a:gd name="connsiteX9" fmla="*/ 4168355 w 4198040"/>
                <a:gd name="connsiteY9" fmla="*/ 273712 h 1022065"/>
                <a:gd name="connsiteX10" fmla="*/ 3897421 w 4198040"/>
                <a:gd name="connsiteY10" fmla="*/ 299112 h 1022065"/>
                <a:gd name="connsiteX11" fmla="*/ 3846621 w 4198040"/>
                <a:gd name="connsiteY11" fmla="*/ 222912 h 1022065"/>
                <a:gd name="connsiteX12" fmla="*/ 3414821 w 4198040"/>
                <a:gd name="connsiteY12" fmla="*/ 324512 h 1022065"/>
                <a:gd name="connsiteX13" fmla="*/ 3296288 w 4198040"/>
                <a:gd name="connsiteY13" fmla="*/ 451511 h 1022065"/>
                <a:gd name="connsiteX14" fmla="*/ 3084621 w 4198040"/>
                <a:gd name="connsiteY14" fmla="*/ 832511 h 1022065"/>
                <a:gd name="connsiteX15" fmla="*/ 2906821 w 4198040"/>
                <a:gd name="connsiteY15" fmla="*/ 984912 h 1022065"/>
                <a:gd name="connsiteX16" fmla="*/ 2542755 w 4198040"/>
                <a:gd name="connsiteY16" fmla="*/ 1018778 h 1022065"/>
                <a:gd name="connsiteX17" fmla="*/ 1856955 w 4198040"/>
                <a:gd name="connsiteY17" fmla="*/ 925645 h 1022065"/>
                <a:gd name="connsiteX18" fmla="*/ 1188088 w 4198040"/>
                <a:gd name="connsiteY18" fmla="*/ 713979 h 1022065"/>
                <a:gd name="connsiteX19" fmla="*/ 891755 w 4198040"/>
                <a:gd name="connsiteY19" fmla="*/ 443045 h 1022065"/>
                <a:gd name="connsiteX20" fmla="*/ 705488 w 4198040"/>
                <a:gd name="connsiteY20" fmla="*/ 316045 h 1022065"/>
                <a:gd name="connsiteX21" fmla="*/ 502288 w 4198040"/>
                <a:gd name="connsiteY21" fmla="*/ 265245 h 1022065"/>
                <a:gd name="connsiteX22" fmla="*/ 146687 w 4198040"/>
                <a:gd name="connsiteY22" fmla="*/ 222912 h 1022065"/>
                <a:gd name="connsiteX23" fmla="*/ 19688 w 4198040"/>
                <a:gd name="connsiteY23" fmla="*/ 222912 h 1022065"/>
                <a:gd name="connsiteX24" fmla="*/ 87421 w 4198040"/>
                <a:gd name="connsiteY24" fmla="*/ 129778 h 1022065"/>
                <a:gd name="connsiteX0" fmla="*/ 87421 w 4198040"/>
                <a:gd name="connsiteY0" fmla="*/ 129778 h 1022065"/>
                <a:gd name="connsiteX1" fmla="*/ 815555 w 4198040"/>
                <a:gd name="connsiteY1" fmla="*/ 273712 h 1022065"/>
                <a:gd name="connsiteX2" fmla="*/ 1416688 w 4198040"/>
                <a:gd name="connsiteY2" fmla="*/ 713978 h 1022065"/>
                <a:gd name="connsiteX3" fmla="*/ 2813688 w 4198040"/>
                <a:gd name="connsiteY3" fmla="*/ 908712 h 1022065"/>
                <a:gd name="connsiteX4" fmla="*/ 3313221 w 4198040"/>
                <a:gd name="connsiteY4" fmla="*/ 273712 h 1022065"/>
                <a:gd name="connsiteX5" fmla="*/ 3787355 w 4198040"/>
                <a:gd name="connsiteY5" fmla="*/ 104378 h 1022065"/>
                <a:gd name="connsiteX6" fmla="*/ 3888955 w 4198040"/>
                <a:gd name="connsiteY6" fmla="*/ 28178 h 1022065"/>
                <a:gd name="connsiteX7" fmla="*/ 4117555 w 4198040"/>
                <a:gd name="connsiteY7" fmla="*/ 2778 h 1022065"/>
                <a:gd name="connsiteX8" fmla="*/ 4185288 w 4198040"/>
                <a:gd name="connsiteY8" fmla="*/ 87445 h 1022065"/>
                <a:gd name="connsiteX9" fmla="*/ 4168355 w 4198040"/>
                <a:gd name="connsiteY9" fmla="*/ 273712 h 1022065"/>
                <a:gd name="connsiteX10" fmla="*/ 3897421 w 4198040"/>
                <a:gd name="connsiteY10" fmla="*/ 299112 h 1022065"/>
                <a:gd name="connsiteX11" fmla="*/ 3846621 w 4198040"/>
                <a:gd name="connsiteY11" fmla="*/ 222912 h 1022065"/>
                <a:gd name="connsiteX12" fmla="*/ 3414821 w 4198040"/>
                <a:gd name="connsiteY12" fmla="*/ 324512 h 1022065"/>
                <a:gd name="connsiteX13" fmla="*/ 3296288 w 4198040"/>
                <a:gd name="connsiteY13" fmla="*/ 451511 h 1022065"/>
                <a:gd name="connsiteX14" fmla="*/ 3084621 w 4198040"/>
                <a:gd name="connsiteY14" fmla="*/ 832511 h 1022065"/>
                <a:gd name="connsiteX15" fmla="*/ 2906821 w 4198040"/>
                <a:gd name="connsiteY15" fmla="*/ 984912 h 1022065"/>
                <a:gd name="connsiteX16" fmla="*/ 2542755 w 4198040"/>
                <a:gd name="connsiteY16" fmla="*/ 1018778 h 1022065"/>
                <a:gd name="connsiteX17" fmla="*/ 1856955 w 4198040"/>
                <a:gd name="connsiteY17" fmla="*/ 925645 h 1022065"/>
                <a:gd name="connsiteX18" fmla="*/ 1188088 w 4198040"/>
                <a:gd name="connsiteY18" fmla="*/ 713979 h 1022065"/>
                <a:gd name="connsiteX19" fmla="*/ 891755 w 4198040"/>
                <a:gd name="connsiteY19" fmla="*/ 443045 h 1022065"/>
                <a:gd name="connsiteX20" fmla="*/ 705488 w 4198040"/>
                <a:gd name="connsiteY20" fmla="*/ 316045 h 1022065"/>
                <a:gd name="connsiteX21" fmla="*/ 502288 w 4198040"/>
                <a:gd name="connsiteY21" fmla="*/ 265245 h 1022065"/>
                <a:gd name="connsiteX22" fmla="*/ 146687 w 4198040"/>
                <a:gd name="connsiteY22" fmla="*/ 222912 h 1022065"/>
                <a:gd name="connsiteX23" fmla="*/ 19688 w 4198040"/>
                <a:gd name="connsiteY23" fmla="*/ 222912 h 1022065"/>
                <a:gd name="connsiteX24" fmla="*/ 87421 w 4198040"/>
                <a:gd name="connsiteY24" fmla="*/ 129778 h 1022065"/>
                <a:gd name="connsiteX0" fmla="*/ 87421 w 4198040"/>
                <a:gd name="connsiteY0" fmla="*/ 129778 h 1022065"/>
                <a:gd name="connsiteX1" fmla="*/ 815555 w 4198040"/>
                <a:gd name="connsiteY1" fmla="*/ 273712 h 1022065"/>
                <a:gd name="connsiteX2" fmla="*/ 1416688 w 4198040"/>
                <a:gd name="connsiteY2" fmla="*/ 713978 h 1022065"/>
                <a:gd name="connsiteX3" fmla="*/ 2813688 w 4198040"/>
                <a:gd name="connsiteY3" fmla="*/ 908712 h 1022065"/>
                <a:gd name="connsiteX4" fmla="*/ 3313221 w 4198040"/>
                <a:gd name="connsiteY4" fmla="*/ 273712 h 1022065"/>
                <a:gd name="connsiteX5" fmla="*/ 3787355 w 4198040"/>
                <a:gd name="connsiteY5" fmla="*/ 104378 h 1022065"/>
                <a:gd name="connsiteX6" fmla="*/ 3888955 w 4198040"/>
                <a:gd name="connsiteY6" fmla="*/ 28178 h 1022065"/>
                <a:gd name="connsiteX7" fmla="*/ 4117555 w 4198040"/>
                <a:gd name="connsiteY7" fmla="*/ 2778 h 1022065"/>
                <a:gd name="connsiteX8" fmla="*/ 4185288 w 4198040"/>
                <a:gd name="connsiteY8" fmla="*/ 87445 h 1022065"/>
                <a:gd name="connsiteX9" fmla="*/ 4168355 w 4198040"/>
                <a:gd name="connsiteY9" fmla="*/ 273712 h 1022065"/>
                <a:gd name="connsiteX10" fmla="*/ 3897421 w 4198040"/>
                <a:gd name="connsiteY10" fmla="*/ 299112 h 1022065"/>
                <a:gd name="connsiteX11" fmla="*/ 3846621 w 4198040"/>
                <a:gd name="connsiteY11" fmla="*/ 222912 h 1022065"/>
                <a:gd name="connsiteX12" fmla="*/ 3414821 w 4198040"/>
                <a:gd name="connsiteY12" fmla="*/ 324512 h 1022065"/>
                <a:gd name="connsiteX13" fmla="*/ 3296288 w 4198040"/>
                <a:gd name="connsiteY13" fmla="*/ 451511 h 1022065"/>
                <a:gd name="connsiteX14" fmla="*/ 3084621 w 4198040"/>
                <a:gd name="connsiteY14" fmla="*/ 832511 h 1022065"/>
                <a:gd name="connsiteX15" fmla="*/ 2906821 w 4198040"/>
                <a:gd name="connsiteY15" fmla="*/ 984912 h 1022065"/>
                <a:gd name="connsiteX16" fmla="*/ 2542755 w 4198040"/>
                <a:gd name="connsiteY16" fmla="*/ 1018778 h 1022065"/>
                <a:gd name="connsiteX17" fmla="*/ 1856955 w 4198040"/>
                <a:gd name="connsiteY17" fmla="*/ 925645 h 1022065"/>
                <a:gd name="connsiteX18" fmla="*/ 1188088 w 4198040"/>
                <a:gd name="connsiteY18" fmla="*/ 713979 h 1022065"/>
                <a:gd name="connsiteX19" fmla="*/ 891755 w 4198040"/>
                <a:gd name="connsiteY19" fmla="*/ 443045 h 1022065"/>
                <a:gd name="connsiteX20" fmla="*/ 705488 w 4198040"/>
                <a:gd name="connsiteY20" fmla="*/ 316045 h 1022065"/>
                <a:gd name="connsiteX21" fmla="*/ 502288 w 4198040"/>
                <a:gd name="connsiteY21" fmla="*/ 265245 h 1022065"/>
                <a:gd name="connsiteX22" fmla="*/ 146687 w 4198040"/>
                <a:gd name="connsiteY22" fmla="*/ 222912 h 1022065"/>
                <a:gd name="connsiteX23" fmla="*/ 19688 w 4198040"/>
                <a:gd name="connsiteY23" fmla="*/ 222912 h 1022065"/>
                <a:gd name="connsiteX24" fmla="*/ 87421 w 4198040"/>
                <a:gd name="connsiteY24" fmla="*/ 129778 h 1022065"/>
                <a:gd name="connsiteX0" fmla="*/ 87421 w 4198040"/>
                <a:gd name="connsiteY0" fmla="*/ 129778 h 1022065"/>
                <a:gd name="connsiteX1" fmla="*/ 815555 w 4198040"/>
                <a:gd name="connsiteY1" fmla="*/ 273712 h 1022065"/>
                <a:gd name="connsiteX2" fmla="*/ 1416688 w 4198040"/>
                <a:gd name="connsiteY2" fmla="*/ 713978 h 1022065"/>
                <a:gd name="connsiteX3" fmla="*/ 2813688 w 4198040"/>
                <a:gd name="connsiteY3" fmla="*/ 908712 h 1022065"/>
                <a:gd name="connsiteX4" fmla="*/ 3313221 w 4198040"/>
                <a:gd name="connsiteY4" fmla="*/ 273712 h 1022065"/>
                <a:gd name="connsiteX5" fmla="*/ 3787355 w 4198040"/>
                <a:gd name="connsiteY5" fmla="*/ 104378 h 1022065"/>
                <a:gd name="connsiteX6" fmla="*/ 3888955 w 4198040"/>
                <a:gd name="connsiteY6" fmla="*/ 28178 h 1022065"/>
                <a:gd name="connsiteX7" fmla="*/ 4117555 w 4198040"/>
                <a:gd name="connsiteY7" fmla="*/ 2778 h 1022065"/>
                <a:gd name="connsiteX8" fmla="*/ 4185288 w 4198040"/>
                <a:gd name="connsiteY8" fmla="*/ 87445 h 1022065"/>
                <a:gd name="connsiteX9" fmla="*/ 4168355 w 4198040"/>
                <a:gd name="connsiteY9" fmla="*/ 273712 h 1022065"/>
                <a:gd name="connsiteX10" fmla="*/ 3897421 w 4198040"/>
                <a:gd name="connsiteY10" fmla="*/ 299112 h 1022065"/>
                <a:gd name="connsiteX11" fmla="*/ 3846621 w 4198040"/>
                <a:gd name="connsiteY11" fmla="*/ 222912 h 1022065"/>
                <a:gd name="connsiteX12" fmla="*/ 3414821 w 4198040"/>
                <a:gd name="connsiteY12" fmla="*/ 324512 h 1022065"/>
                <a:gd name="connsiteX13" fmla="*/ 3296288 w 4198040"/>
                <a:gd name="connsiteY13" fmla="*/ 451511 h 1022065"/>
                <a:gd name="connsiteX14" fmla="*/ 3084621 w 4198040"/>
                <a:gd name="connsiteY14" fmla="*/ 832511 h 1022065"/>
                <a:gd name="connsiteX15" fmla="*/ 2906821 w 4198040"/>
                <a:gd name="connsiteY15" fmla="*/ 984912 h 1022065"/>
                <a:gd name="connsiteX16" fmla="*/ 2542755 w 4198040"/>
                <a:gd name="connsiteY16" fmla="*/ 1018778 h 1022065"/>
                <a:gd name="connsiteX17" fmla="*/ 1856955 w 4198040"/>
                <a:gd name="connsiteY17" fmla="*/ 925645 h 1022065"/>
                <a:gd name="connsiteX18" fmla="*/ 1188088 w 4198040"/>
                <a:gd name="connsiteY18" fmla="*/ 713979 h 1022065"/>
                <a:gd name="connsiteX19" fmla="*/ 891755 w 4198040"/>
                <a:gd name="connsiteY19" fmla="*/ 443045 h 1022065"/>
                <a:gd name="connsiteX20" fmla="*/ 705488 w 4198040"/>
                <a:gd name="connsiteY20" fmla="*/ 316045 h 1022065"/>
                <a:gd name="connsiteX21" fmla="*/ 502288 w 4198040"/>
                <a:gd name="connsiteY21" fmla="*/ 265245 h 1022065"/>
                <a:gd name="connsiteX22" fmla="*/ 146687 w 4198040"/>
                <a:gd name="connsiteY22" fmla="*/ 222912 h 1022065"/>
                <a:gd name="connsiteX23" fmla="*/ 19688 w 4198040"/>
                <a:gd name="connsiteY23" fmla="*/ 222912 h 1022065"/>
                <a:gd name="connsiteX24" fmla="*/ 87421 w 4198040"/>
                <a:gd name="connsiteY24" fmla="*/ 129778 h 1022065"/>
                <a:gd name="connsiteX0" fmla="*/ 87421 w 4198040"/>
                <a:gd name="connsiteY0" fmla="*/ 130059 h 1022346"/>
                <a:gd name="connsiteX1" fmla="*/ 815555 w 4198040"/>
                <a:gd name="connsiteY1" fmla="*/ 273993 h 1022346"/>
                <a:gd name="connsiteX2" fmla="*/ 1416688 w 4198040"/>
                <a:gd name="connsiteY2" fmla="*/ 714259 h 1022346"/>
                <a:gd name="connsiteX3" fmla="*/ 2813688 w 4198040"/>
                <a:gd name="connsiteY3" fmla="*/ 908993 h 1022346"/>
                <a:gd name="connsiteX4" fmla="*/ 3313221 w 4198040"/>
                <a:gd name="connsiteY4" fmla="*/ 273993 h 1022346"/>
                <a:gd name="connsiteX5" fmla="*/ 3821222 w 4198040"/>
                <a:gd name="connsiteY5" fmla="*/ 121592 h 1022346"/>
                <a:gd name="connsiteX6" fmla="*/ 3888955 w 4198040"/>
                <a:gd name="connsiteY6" fmla="*/ 28459 h 1022346"/>
                <a:gd name="connsiteX7" fmla="*/ 4117555 w 4198040"/>
                <a:gd name="connsiteY7" fmla="*/ 3059 h 1022346"/>
                <a:gd name="connsiteX8" fmla="*/ 4185288 w 4198040"/>
                <a:gd name="connsiteY8" fmla="*/ 87726 h 1022346"/>
                <a:gd name="connsiteX9" fmla="*/ 4168355 w 4198040"/>
                <a:gd name="connsiteY9" fmla="*/ 273993 h 1022346"/>
                <a:gd name="connsiteX10" fmla="*/ 3897421 w 4198040"/>
                <a:gd name="connsiteY10" fmla="*/ 299393 h 1022346"/>
                <a:gd name="connsiteX11" fmla="*/ 3846621 w 4198040"/>
                <a:gd name="connsiteY11" fmla="*/ 223193 h 1022346"/>
                <a:gd name="connsiteX12" fmla="*/ 3414821 w 4198040"/>
                <a:gd name="connsiteY12" fmla="*/ 324793 h 1022346"/>
                <a:gd name="connsiteX13" fmla="*/ 3296288 w 4198040"/>
                <a:gd name="connsiteY13" fmla="*/ 451792 h 1022346"/>
                <a:gd name="connsiteX14" fmla="*/ 3084621 w 4198040"/>
                <a:gd name="connsiteY14" fmla="*/ 832792 h 1022346"/>
                <a:gd name="connsiteX15" fmla="*/ 2906821 w 4198040"/>
                <a:gd name="connsiteY15" fmla="*/ 985193 h 1022346"/>
                <a:gd name="connsiteX16" fmla="*/ 2542755 w 4198040"/>
                <a:gd name="connsiteY16" fmla="*/ 1019059 h 1022346"/>
                <a:gd name="connsiteX17" fmla="*/ 1856955 w 4198040"/>
                <a:gd name="connsiteY17" fmla="*/ 925926 h 1022346"/>
                <a:gd name="connsiteX18" fmla="*/ 1188088 w 4198040"/>
                <a:gd name="connsiteY18" fmla="*/ 714260 h 1022346"/>
                <a:gd name="connsiteX19" fmla="*/ 891755 w 4198040"/>
                <a:gd name="connsiteY19" fmla="*/ 443326 h 1022346"/>
                <a:gd name="connsiteX20" fmla="*/ 705488 w 4198040"/>
                <a:gd name="connsiteY20" fmla="*/ 316326 h 1022346"/>
                <a:gd name="connsiteX21" fmla="*/ 502288 w 4198040"/>
                <a:gd name="connsiteY21" fmla="*/ 265526 h 1022346"/>
                <a:gd name="connsiteX22" fmla="*/ 146687 w 4198040"/>
                <a:gd name="connsiteY22" fmla="*/ 223193 h 1022346"/>
                <a:gd name="connsiteX23" fmla="*/ 19688 w 4198040"/>
                <a:gd name="connsiteY23" fmla="*/ 223193 h 1022346"/>
                <a:gd name="connsiteX24" fmla="*/ 87421 w 4198040"/>
                <a:gd name="connsiteY24" fmla="*/ 130059 h 1022346"/>
                <a:gd name="connsiteX0" fmla="*/ 87421 w 4228587"/>
                <a:gd name="connsiteY0" fmla="*/ 116233 h 1008520"/>
                <a:gd name="connsiteX1" fmla="*/ 815555 w 4228587"/>
                <a:gd name="connsiteY1" fmla="*/ 260167 h 1008520"/>
                <a:gd name="connsiteX2" fmla="*/ 1416688 w 4228587"/>
                <a:gd name="connsiteY2" fmla="*/ 700433 h 1008520"/>
                <a:gd name="connsiteX3" fmla="*/ 2813688 w 4228587"/>
                <a:gd name="connsiteY3" fmla="*/ 895167 h 1008520"/>
                <a:gd name="connsiteX4" fmla="*/ 3313221 w 4228587"/>
                <a:gd name="connsiteY4" fmla="*/ 260167 h 1008520"/>
                <a:gd name="connsiteX5" fmla="*/ 3821222 w 4228587"/>
                <a:gd name="connsiteY5" fmla="*/ 107766 h 1008520"/>
                <a:gd name="connsiteX6" fmla="*/ 3888955 w 4228587"/>
                <a:gd name="connsiteY6" fmla="*/ 14633 h 1008520"/>
                <a:gd name="connsiteX7" fmla="*/ 4210689 w 4228587"/>
                <a:gd name="connsiteY7" fmla="*/ 6166 h 1008520"/>
                <a:gd name="connsiteX8" fmla="*/ 4185288 w 4228587"/>
                <a:gd name="connsiteY8" fmla="*/ 73900 h 1008520"/>
                <a:gd name="connsiteX9" fmla="*/ 4168355 w 4228587"/>
                <a:gd name="connsiteY9" fmla="*/ 260167 h 1008520"/>
                <a:gd name="connsiteX10" fmla="*/ 3897421 w 4228587"/>
                <a:gd name="connsiteY10" fmla="*/ 285567 h 1008520"/>
                <a:gd name="connsiteX11" fmla="*/ 3846621 w 4228587"/>
                <a:gd name="connsiteY11" fmla="*/ 209367 h 1008520"/>
                <a:gd name="connsiteX12" fmla="*/ 3414821 w 4228587"/>
                <a:gd name="connsiteY12" fmla="*/ 310967 h 1008520"/>
                <a:gd name="connsiteX13" fmla="*/ 3296288 w 4228587"/>
                <a:gd name="connsiteY13" fmla="*/ 437966 h 1008520"/>
                <a:gd name="connsiteX14" fmla="*/ 3084621 w 4228587"/>
                <a:gd name="connsiteY14" fmla="*/ 818966 h 1008520"/>
                <a:gd name="connsiteX15" fmla="*/ 2906821 w 4228587"/>
                <a:gd name="connsiteY15" fmla="*/ 971367 h 1008520"/>
                <a:gd name="connsiteX16" fmla="*/ 2542755 w 4228587"/>
                <a:gd name="connsiteY16" fmla="*/ 1005233 h 1008520"/>
                <a:gd name="connsiteX17" fmla="*/ 1856955 w 4228587"/>
                <a:gd name="connsiteY17" fmla="*/ 912100 h 1008520"/>
                <a:gd name="connsiteX18" fmla="*/ 1188088 w 4228587"/>
                <a:gd name="connsiteY18" fmla="*/ 700434 h 1008520"/>
                <a:gd name="connsiteX19" fmla="*/ 891755 w 4228587"/>
                <a:gd name="connsiteY19" fmla="*/ 429500 h 1008520"/>
                <a:gd name="connsiteX20" fmla="*/ 705488 w 4228587"/>
                <a:gd name="connsiteY20" fmla="*/ 302500 h 1008520"/>
                <a:gd name="connsiteX21" fmla="*/ 502288 w 4228587"/>
                <a:gd name="connsiteY21" fmla="*/ 251700 h 1008520"/>
                <a:gd name="connsiteX22" fmla="*/ 146687 w 4228587"/>
                <a:gd name="connsiteY22" fmla="*/ 209367 h 1008520"/>
                <a:gd name="connsiteX23" fmla="*/ 19688 w 4228587"/>
                <a:gd name="connsiteY23" fmla="*/ 209367 h 1008520"/>
                <a:gd name="connsiteX24" fmla="*/ 87421 w 4228587"/>
                <a:gd name="connsiteY24" fmla="*/ 116233 h 1008520"/>
                <a:gd name="connsiteX0" fmla="*/ 87421 w 4258734"/>
                <a:gd name="connsiteY0" fmla="*/ 117451 h 1009738"/>
                <a:gd name="connsiteX1" fmla="*/ 815555 w 4258734"/>
                <a:gd name="connsiteY1" fmla="*/ 261385 h 1009738"/>
                <a:gd name="connsiteX2" fmla="*/ 1416688 w 4258734"/>
                <a:gd name="connsiteY2" fmla="*/ 701651 h 1009738"/>
                <a:gd name="connsiteX3" fmla="*/ 2813688 w 4258734"/>
                <a:gd name="connsiteY3" fmla="*/ 896385 h 1009738"/>
                <a:gd name="connsiteX4" fmla="*/ 3313221 w 4258734"/>
                <a:gd name="connsiteY4" fmla="*/ 261385 h 1009738"/>
                <a:gd name="connsiteX5" fmla="*/ 3821222 w 4258734"/>
                <a:gd name="connsiteY5" fmla="*/ 108984 h 1009738"/>
                <a:gd name="connsiteX6" fmla="*/ 3888955 w 4258734"/>
                <a:gd name="connsiteY6" fmla="*/ 15851 h 1009738"/>
                <a:gd name="connsiteX7" fmla="*/ 4210689 w 4258734"/>
                <a:gd name="connsiteY7" fmla="*/ 7384 h 1009738"/>
                <a:gd name="connsiteX8" fmla="*/ 4253021 w 4258734"/>
                <a:gd name="connsiteY8" fmla="*/ 92051 h 1009738"/>
                <a:gd name="connsiteX9" fmla="*/ 4168355 w 4258734"/>
                <a:gd name="connsiteY9" fmla="*/ 261385 h 1009738"/>
                <a:gd name="connsiteX10" fmla="*/ 3897421 w 4258734"/>
                <a:gd name="connsiteY10" fmla="*/ 286785 h 1009738"/>
                <a:gd name="connsiteX11" fmla="*/ 3846621 w 4258734"/>
                <a:gd name="connsiteY11" fmla="*/ 210585 h 1009738"/>
                <a:gd name="connsiteX12" fmla="*/ 3414821 w 4258734"/>
                <a:gd name="connsiteY12" fmla="*/ 312185 h 1009738"/>
                <a:gd name="connsiteX13" fmla="*/ 3296288 w 4258734"/>
                <a:gd name="connsiteY13" fmla="*/ 439184 h 1009738"/>
                <a:gd name="connsiteX14" fmla="*/ 3084621 w 4258734"/>
                <a:gd name="connsiteY14" fmla="*/ 820184 h 1009738"/>
                <a:gd name="connsiteX15" fmla="*/ 2906821 w 4258734"/>
                <a:gd name="connsiteY15" fmla="*/ 972585 h 1009738"/>
                <a:gd name="connsiteX16" fmla="*/ 2542755 w 4258734"/>
                <a:gd name="connsiteY16" fmla="*/ 1006451 h 1009738"/>
                <a:gd name="connsiteX17" fmla="*/ 1856955 w 4258734"/>
                <a:gd name="connsiteY17" fmla="*/ 913318 h 1009738"/>
                <a:gd name="connsiteX18" fmla="*/ 1188088 w 4258734"/>
                <a:gd name="connsiteY18" fmla="*/ 701652 h 1009738"/>
                <a:gd name="connsiteX19" fmla="*/ 891755 w 4258734"/>
                <a:gd name="connsiteY19" fmla="*/ 430718 h 1009738"/>
                <a:gd name="connsiteX20" fmla="*/ 705488 w 4258734"/>
                <a:gd name="connsiteY20" fmla="*/ 303718 h 1009738"/>
                <a:gd name="connsiteX21" fmla="*/ 502288 w 4258734"/>
                <a:gd name="connsiteY21" fmla="*/ 252918 h 1009738"/>
                <a:gd name="connsiteX22" fmla="*/ 146687 w 4258734"/>
                <a:gd name="connsiteY22" fmla="*/ 210585 h 1009738"/>
                <a:gd name="connsiteX23" fmla="*/ 19688 w 4258734"/>
                <a:gd name="connsiteY23" fmla="*/ 210585 h 1009738"/>
                <a:gd name="connsiteX24" fmla="*/ 87421 w 4258734"/>
                <a:gd name="connsiteY24" fmla="*/ 117451 h 1009738"/>
                <a:gd name="connsiteX0" fmla="*/ 87421 w 4274788"/>
                <a:gd name="connsiteY0" fmla="*/ 117451 h 1009738"/>
                <a:gd name="connsiteX1" fmla="*/ 815555 w 4274788"/>
                <a:gd name="connsiteY1" fmla="*/ 261385 h 1009738"/>
                <a:gd name="connsiteX2" fmla="*/ 1416688 w 4274788"/>
                <a:gd name="connsiteY2" fmla="*/ 701651 h 1009738"/>
                <a:gd name="connsiteX3" fmla="*/ 2813688 w 4274788"/>
                <a:gd name="connsiteY3" fmla="*/ 896385 h 1009738"/>
                <a:gd name="connsiteX4" fmla="*/ 3313221 w 4274788"/>
                <a:gd name="connsiteY4" fmla="*/ 261385 h 1009738"/>
                <a:gd name="connsiteX5" fmla="*/ 3821222 w 4274788"/>
                <a:gd name="connsiteY5" fmla="*/ 108984 h 1009738"/>
                <a:gd name="connsiteX6" fmla="*/ 3888955 w 4274788"/>
                <a:gd name="connsiteY6" fmla="*/ 15851 h 1009738"/>
                <a:gd name="connsiteX7" fmla="*/ 4210689 w 4274788"/>
                <a:gd name="connsiteY7" fmla="*/ 7384 h 1009738"/>
                <a:gd name="connsiteX8" fmla="*/ 4253021 w 4274788"/>
                <a:gd name="connsiteY8" fmla="*/ 92051 h 1009738"/>
                <a:gd name="connsiteX9" fmla="*/ 4244555 w 4274788"/>
                <a:gd name="connsiteY9" fmla="*/ 261385 h 1009738"/>
                <a:gd name="connsiteX10" fmla="*/ 3897421 w 4274788"/>
                <a:gd name="connsiteY10" fmla="*/ 286785 h 1009738"/>
                <a:gd name="connsiteX11" fmla="*/ 3846621 w 4274788"/>
                <a:gd name="connsiteY11" fmla="*/ 210585 h 1009738"/>
                <a:gd name="connsiteX12" fmla="*/ 3414821 w 4274788"/>
                <a:gd name="connsiteY12" fmla="*/ 312185 h 1009738"/>
                <a:gd name="connsiteX13" fmla="*/ 3296288 w 4274788"/>
                <a:gd name="connsiteY13" fmla="*/ 439184 h 1009738"/>
                <a:gd name="connsiteX14" fmla="*/ 3084621 w 4274788"/>
                <a:gd name="connsiteY14" fmla="*/ 820184 h 1009738"/>
                <a:gd name="connsiteX15" fmla="*/ 2906821 w 4274788"/>
                <a:gd name="connsiteY15" fmla="*/ 972585 h 1009738"/>
                <a:gd name="connsiteX16" fmla="*/ 2542755 w 4274788"/>
                <a:gd name="connsiteY16" fmla="*/ 1006451 h 1009738"/>
                <a:gd name="connsiteX17" fmla="*/ 1856955 w 4274788"/>
                <a:gd name="connsiteY17" fmla="*/ 913318 h 1009738"/>
                <a:gd name="connsiteX18" fmla="*/ 1188088 w 4274788"/>
                <a:gd name="connsiteY18" fmla="*/ 701652 h 1009738"/>
                <a:gd name="connsiteX19" fmla="*/ 891755 w 4274788"/>
                <a:gd name="connsiteY19" fmla="*/ 430718 h 1009738"/>
                <a:gd name="connsiteX20" fmla="*/ 705488 w 4274788"/>
                <a:gd name="connsiteY20" fmla="*/ 303718 h 1009738"/>
                <a:gd name="connsiteX21" fmla="*/ 502288 w 4274788"/>
                <a:gd name="connsiteY21" fmla="*/ 252918 h 1009738"/>
                <a:gd name="connsiteX22" fmla="*/ 146687 w 4274788"/>
                <a:gd name="connsiteY22" fmla="*/ 210585 h 1009738"/>
                <a:gd name="connsiteX23" fmla="*/ 19688 w 4274788"/>
                <a:gd name="connsiteY23" fmla="*/ 210585 h 1009738"/>
                <a:gd name="connsiteX24" fmla="*/ 87421 w 4274788"/>
                <a:gd name="connsiteY24" fmla="*/ 117451 h 1009738"/>
                <a:gd name="connsiteX0" fmla="*/ 87421 w 4280306"/>
                <a:gd name="connsiteY0" fmla="*/ 104539 h 996826"/>
                <a:gd name="connsiteX1" fmla="*/ 815555 w 4280306"/>
                <a:gd name="connsiteY1" fmla="*/ 248473 h 996826"/>
                <a:gd name="connsiteX2" fmla="*/ 1416688 w 4280306"/>
                <a:gd name="connsiteY2" fmla="*/ 688739 h 996826"/>
                <a:gd name="connsiteX3" fmla="*/ 2813688 w 4280306"/>
                <a:gd name="connsiteY3" fmla="*/ 883473 h 996826"/>
                <a:gd name="connsiteX4" fmla="*/ 3313221 w 4280306"/>
                <a:gd name="connsiteY4" fmla="*/ 248473 h 996826"/>
                <a:gd name="connsiteX5" fmla="*/ 3821222 w 4280306"/>
                <a:gd name="connsiteY5" fmla="*/ 96072 h 996826"/>
                <a:gd name="connsiteX6" fmla="*/ 3888955 w 4280306"/>
                <a:gd name="connsiteY6" fmla="*/ 2939 h 996826"/>
                <a:gd name="connsiteX7" fmla="*/ 4253022 w 4280306"/>
                <a:gd name="connsiteY7" fmla="*/ 28338 h 996826"/>
                <a:gd name="connsiteX8" fmla="*/ 4253021 w 4280306"/>
                <a:gd name="connsiteY8" fmla="*/ 79139 h 996826"/>
                <a:gd name="connsiteX9" fmla="*/ 4244555 w 4280306"/>
                <a:gd name="connsiteY9" fmla="*/ 248473 h 996826"/>
                <a:gd name="connsiteX10" fmla="*/ 3897421 w 4280306"/>
                <a:gd name="connsiteY10" fmla="*/ 273873 h 996826"/>
                <a:gd name="connsiteX11" fmla="*/ 3846621 w 4280306"/>
                <a:gd name="connsiteY11" fmla="*/ 197673 h 996826"/>
                <a:gd name="connsiteX12" fmla="*/ 3414821 w 4280306"/>
                <a:gd name="connsiteY12" fmla="*/ 299273 h 996826"/>
                <a:gd name="connsiteX13" fmla="*/ 3296288 w 4280306"/>
                <a:gd name="connsiteY13" fmla="*/ 426272 h 996826"/>
                <a:gd name="connsiteX14" fmla="*/ 3084621 w 4280306"/>
                <a:gd name="connsiteY14" fmla="*/ 807272 h 996826"/>
                <a:gd name="connsiteX15" fmla="*/ 2906821 w 4280306"/>
                <a:gd name="connsiteY15" fmla="*/ 959673 h 996826"/>
                <a:gd name="connsiteX16" fmla="*/ 2542755 w 4280306"/>
                <a:gd name="connsiteY16" fmla="*/ 993539 h 996826"/>
                <a:gd name="connsiteX17" fmla="*/ 1856955 w 4280306"/>
                <a:gd name="connsiteY17" fmla="*/ 900406 h 996826"/>
                <a:gd name="connsiteX18" fmla="*/ 1188088 w 4280306"/>
                <a:gd name="connsiteY18" fmla="*/ 688740 h 996826"/>
                <a:gd name="connsiteX19" fmla="*/ 891755 w 4280306"/>
                <a:gd name="connsiteY19" fmla="*/ 417806 h 996826"/>
                <a:gd name="connsiteX20" fmla="*/ 705488 w 4280306"/>
                <a:gd name="connsiteY20" fmla="*/ 290806 h 996826"/>
                <a:gd name="connsiteX21" fmla="*/ 502288 w 4280306"/>
                <a:gd name="connsiteY21" fmla="*/ 240006 h 996826"/>
                <a:gd name="connsiteX22" fmla="*/ 146687 w 4280306"/>
                <a:gd name="connsiteY22" fmla="*/ 197673 h 996826"/>
                <a:gd name="connsiteX23" fmla="*/ 19688 w 4280306"/>
                <a:gd name="connsiteY23" fmla="*/ 197673 h 996826"/>
                <a:gd name="connsiteX24" fmla="*/ 87421 w 4280306"/>
                <a:gd name="connsiteY24" fmla="*/ 104539 h 996826"/>
                <a:gd name="connsiteX0" fmla="*/ 87421 w 4273907"/>
                <a:gd name="connsiteY0" fmla="*/ 112210 h 1004497"/>
                <a:gd name="connsiteX1" fmla="*/ 815555 w 4273907"/>
                <a:gd name="connsiteY1" fmla="*/ 256144 h 1004497"/>
                <a:gd name="connsiteX2" fmla="*/ 1416688 w 4273907"/>
                <a:gd name="connsiteY2" fmla="*/ 696410 h 1004497"/>
                <a:gd name="connsiteX3" fmla="*/ 2813688 w 4273907"/>
                <a:gd name="connsiteY3" fmla="*/ 891144 h 1004497"/>
                <a:gd name="connsiteX4" fmla="*/ 3313221 w 4273907"/>
                <a:gd name="connsiteY4" fmla="*/ 256144 h 1004497"/>
                <a:gd name="connsiteX5" fmla="*/ 3821222 w 4273907"/>
                <a:gd name="connsiteY5" fmla="*/ 103743 h 1004497"/>
                <a:gd name="connsiteX6" fmla="*/ 3888955 w 4273907"/>
                <a:gd name="connsiteY6" fmla="*/ 10610 h 1004497"/>
                <a:gd name="connsiteX7" fmla="*/ 4244555 w 4273907"/>
                <a:gd name="connsiteY7" fmla="*/ 10609 h 1004497"/>
                <a:gd name="connsiteX8" fmla="*/ 4253021 w 4273907"/>
                <a:gd name="connsiteY8" fmla="*/ 86810 h 1004497"/>
                <a:gd name="connsiteX9" fmla="*/ 4244555 w 4273907"/>
                <a:gd name="connsiteY9" fmla="*/ 256144 h 1004497"/>
                <a:gd name="connsiteX10" fmla="*/ 3897421 w 4273907"/>
                <a:gd name="connsiteY10" fmla="*/ 281544 h 1004497"/>
                <a:gd name="connsiteX11" fmla="*/ 3846621 w 4273907"/>
                <a:gd name="connsiteY11" fmla="*/ 205344 h 1004497"/>
                <a:gd name="connsiteX12" fmla="*/ 3414821 w 4273907"/>
                <a:gd name="connsiteY12" fmla="*/ 306944 h 1004497"/>
                <a:gd name="connsiteX13" fmla="*/ 3296288 w 4273907"/>
                <a:gd name="connsiteY13" fmla="*/ 433943 h 1004497"/>
                <a:gd name="connsiteX14" fmla="*/ 3084621 w 4273907"/>
                <a:gd name="connsiteY14" fmla="*/ 814943 h 1004497"/>
                <a:gd name="connsiteX15" fmla="*/ 2906821 w 4273907"/>
                <a:gd name="connsiteY15" fmla="*/ 967344 h 1004497"/>
                <a:gd name="connsiteX16" fmla="*/ 2542755 w 4273907"/>
                <a:gd name="connsiteY16" fmla="*/ 1001210 h 1004497"/>
                <a:gd name="connsiteX17" fmla="*/ 1856955 w 4273907"/>
                <a:gd name="connsiteY17" fmla="*/ 908077 h 1004497"/>
                <a:gd name="connsiteX18" fmla="*/ 1188088 w 4273907"/>
                <a:gd name="connsiteY18" fmla="*/ 696411 h 1004497"/>
                <a:gd name="connsiteX19" fmla="*/ 891755 w 4273907"/>
                <a:gd name="connsiteY19" fmla="*/ 425477 h 1004497"/>
                <a:gd name="connsiteX20" fmla="*/ 705488 w 4273907"/>
                <a:gd name="connsiteY20" fmla="*/ 298477 h 1004497"/>
                <a:gd name="connsiteX21" fmla="*/ 502288 w 4273907"/>
                <a:gd name="connsiteY21" fmla="*/ 247677 h 1004497"/>
                <a:gd name="connsiteX22" fmla="*/ 146687 w 4273907"/>
                <a:gd name="connsiteY22" fmla="*/ 205344 h 1004497"/>
                <a:gd name="connsiteX23" fmla="*/ 19688 w 4273907"/>
                <a:gd name="connsiteY23" fmla="*/ 205344 h 1004497"/>
                <a:gd name="connsiteX24" fmla="*/ 87421 w 4273907"/>
                <a:gd name="connsiteY24" fmla="*/ 112210 h 1004497"/>
                <a:gd name="connsiteX0" fmla="*/ 87421 w 4285841"/>
                <a:gd name="connsiteY0" fmla="*/ 112719 h 1005006"/>
                <a:gd name="connsiteX1" fmla="*/ 815555 w 4285841"/>
                <a:gd name="connsiteY1" fmla="*/ 256653 h 1005006"/>
                <a:gd name="connsiteX2" fmla="*/ 1416688 w 4285841"/>
                <a:gd name="connsiteY2" fmla="*/ 696919 h 1005006"/>
                <a:gd name="connsiteX3" fmla="*/ 2813688 w 4285841"/>
                <a:gd name="connsiteY3" fmla="*/ 891653 h 1005006"/>
                <a:gd name="connsiteX4" fmla="*/ 3313221 w 4285841"/>
                <a:gd name="connsiteY4" fmla="*/ 256653 h 1005006"/>
                <a:gd name="connsiteX5" fmla="*/ 3821222 w 4285841"/>
                <a:gd name="connsiteY5" fmla="*/ 104252 h 1005006"/>
                <a:gd name="connsiteX6" fmla="*/ 3888955 w 4285841"/>
                <a:gd name="connsiteY6" fmla="*/ 11119 h 1005006"/>
                <a:gd name="connsiteX7" fmla="*/ 4244555 w 4285841"/>
                <a:gd name="connsiteY7" fmla="*/ 11118 h 1005006"/>
                <a:gd name="connsiteX8" fmla="*/ 4278421 w 4285841"/>
                <a:gd name="connsiteY8" fmla="*/ 95786 h 1005006"/>
                <a:gd name="connsiteX9" fmla="*/ 4244555 w 4285841"/>
                <a:gd name="connsiteY9" fmla="*/ 256653 h 1005006"/>
                <a:gd name="connsiteX10" fmla="*/ 3897421 w 4285841"/>
                <a:gd name="connsiteY10" fmla="*/ 282053 h 1005006"/>
                <a:gd name="connsiteX11" fmla="*/ 3846621 w 4285841"/>
                <a:gd name="connsiteY11" fmla="*/ 205853 h 1005006"/>
                <a:gd name="connsiteX12" fmla="*/ 3414821 w 4285841"/>
                <a:gd name="connsiteY12" fmla="*/ 307453 h 1005006"/>
                <a:gd name="connsiteX13" fmla="*/ 3296288 w 4285841"/>
                <a:gd name="connsiteY13" fmla="*/ 434452 h 1005006"/>
                <a:gd name="connsiteX14" fmla="*/ 3084621 w 4285841"/>
                <a:gd name="connsiteY14" fmla="*/ 815452 h 1005006"/>
                <a:gd name="connsiteX15" fmla="*/ 2906821 w 4285841"/>
                <a:gd name="connsiteY15" fmla="*/ 967853 h 1005006"/>
                <a:gd name="connsiteX16" fmla="*/ 2542755 w 4285841"/>
                <a:gd name="connsiteY16" fmla="*/ 1001719 h 1005006"/>
                <a:gd name="connsiteX17" fmla="*/ 1856955 w 4285841"/>
                <a:gd name="connsiteY17" fmla="*/ 908586 h 1005006"/>
                <a:gd name="connsiteX18" fmla="*/ 1188088 w 4285841"/>
                <a:gd name="connsiteY18" fmla="*/ 696920 h 1005006"/>
                <a:gd name="connsiteX19" fmla="*/ 891755 w 4285841"/>
                <a:gd name="connsiteY19" fmla="*/ 425986 h 1005006"/>
                <a:gd name="connsiteX20" fmla="*/ 705488 w 4285841"/>
                <a:gd name="connsiteY20" fmla="*/ 298986 h 1005006"/>
                <a:gd name="connsiteX21" fmla="*/ 502288 w 4285841"/>
                <a:gd name="connsiteY21" fmla="*/ 248186 h 1005006"/>
                <a:gd name="connsiteX22" fmla="*/ 146687 w 4285841"/>
                <a:gd name="connsiteY22" fmla="*/ 205853 h 1005006"/>
                <a:gd name="connsiteX23" fmla="*/ 19688 w 4285841"/>
                <a:gd name="connsiteY23" fmla="*/ 205853 h 1005006"/>
                <a:gd name="connsiteX24" fmla="*/ 87421 w 4285841"/>
                <a:gd name="connsiteY24" fmla="*/ 112719 h 1005006"/>
                <a:gd name="connsiteX0" fmla="*/ 87421 w 4285841"/>
                <a:gd name="connsiteY0" fmla="*/ 112719 h 1005006"/>
                <a:gd name="connsiteX1" fmla="*/ 815555 w 4285841"/>
                <a:gd name="connsiteY1" fmla="*/ 256653 h 1005006"/>
                <a:gd name="connsiteX2" fmla="*/ 1416688 w 4285841"/>
                <a:gd name="connsiteY2" fmla="*/ 696919 h 1005006"/>
                <a:gd name="connsiteX3" fmla="*/ 2813688 w 4285841"/>
                <a:gd name="connsiteY3" fmla="*/ 891653 h 1005006"/>
                <a:gd name="connsiteX4" fmla="*/ 3313221 w 4285841"/>
                <a:gd name="connsiteY4" fmla="*/ 256653 h 1005006"/>
                <a:gd name="connsiteX5" fmla="*/ 3821222 w 4285841"/>
                <a:gd name="connsiteY5" fmla="*/ 104252 h 1005006"/>
                <a:gd name="connsiteX6" fmla="*/ 3888955 w 4285841"/>
                <a:gd name="connsiteY6" fmla="*/ 11119 h 1005006"/>
                <a:gd name="connsiteX7" fmla="*/ 4244555 w 4285841"/>
                <a:gd name="connsiteY7" fmla="*/ 11118 h 1005006"/>
                <a:gd name="connsiteX8" fmla="*/ 4278421 w 4285841"/>
                <a:gd name="connsiteY8" fmla="*/ 95786 h 1005006"/>
                <a:gd name="connsiteX9" fmla="*/ 4244555 w 4285841"/>
                <a:gd name="connsiteY9" fmla="*/ 256653 h 1005006"/>
                <a:gd name="connsiteX10" fmla="*/ 3897421 w 4285841"/>
                <a:gd name="connsiteY10" fmla="*/ 282053 h 1005006"/>
                <a:gd name="connsiteX11" fmla="*/ 3846621 w 4285841"/>
                <a:gd name="connsiteY11" fmla="*/ 205853 h 1005006"/>
                <a:gd name="connsiteX12" fmla="*/ 3414821 w 4285841"/>
                <a:gd name="connsiteY12" fmla="*/ 315920 h 1005006"/>
                <a:gd name="connsiteX13" fmla="*/ 3296288 w 4285841"/>
                <a:gd name="connsiteY13" fmla="*/ 434452 h 1005006"/>
                <a:gd name="connsiteX14" fmla="*/ 3084621 w 4285841"/>
                <a:gd name="connsiteY14" fmla="*/ 815452 h 1005006"/>
                <a:gd name="connsiteX15" fmla="*/ 2906821 w 4285841"/>
                <a:gd name="connsiteY15" fmla="*/ 967853 h 1005006"/>
                <a:gd name="connsiteX16" fmla="*/ 2542755 w 4285841"/>
                <a:gd name="connsiteY16" fmla="*/ 1001719 h 1005006"/>
                <a:gd name="connsiteX17" fmla="*/ 1856955 w 4285841"/>
                <a:gd name="connsiteY17" fmla="*/ 908586 h 1005006"/>
                <a:gd name="connsiteX18" fmla="*/ 1188088 w 4285841"/>
                <a:gd name="connsiteY18" fmla="*/ 696920 h 1005006"/>
                <a:gd name="connsiteX19" fmla="*/ 891755 w 4285841"/>
                <a:gd name="connsiteY19" fmla="*/ 425986 h 1005006"/>
                <a:gd name="connsiteX20" fmla="*/ 705488 w 4285841"/>
                <a:gd name="connsiteY20" fmla="*/ 298986 h 1005006"/>
                <a:gd name="connsiteX21" fmla="*/ 502288 w 4285841"/>
                <a:gd name="connsiteY21" fmla="*/ 248186 h 1005006"/>
                <a:gd name="connsiteX22" fmla="*/ 146687 w 4285841"/>
                <a:gd name="connsiteY22" fmla="*/ 205853 h 1005006"/>
                <a:gd name="connsiteX23" fmla="*/ 19688 w 4285841"/>
                <a:gd name="connsiteY23" fmla="*/ 205853 h 1005006"/>
                <a:gd name="connsiteX24" fmla="*/ 87421 w 4285841"/>
                <a:gd name="connsiteY24" fmla="*/ 112719 h 1005006"/>
                <a:gd name="connsiteX0" fmla="*/ 87421 w 4285841"/>
                <a:gd name="connsiteY0" fmla="*/ 112719 h 1005006"/>
                <a:gd name="connsiteX1" fmla="*/ 815555 w 4285841"/>
                <a:gd name="connsiteY1" fmla="*/ 256653 h 1005006"/>
                <a:gd name="connsiteX2" fmla="*/ 1416688 w 4285841"/>
                <a:gd name="connsiteY2" fmla="*/ 696919 h 1005006"/>
                <a:gd name="connsiteX3" fmla="*/ 2813688 w 4285841"/>
                <a:gd name="connsiteY3" fmla="*/ 891653 h 1005006"/>
                <a:gd name="connsiteX4" fmla="*/ 3313221 w 4285841"/>
                <a:gd name="connsiteY4" fmla="*/ 256653 h 1005006"/>
                <a:gd name="connsiteX5" fmla="*/ 3821222 w 4285841"/>
                <a:gd name="connsiteY5" fmla="*/ 104252 h 1005006"/>
                <a:gd name="connsiteX6" fmla="*/ 3888955 w 4285841"/>
                <a:gd name="connsiteY6" fmla="*/ 11119 h 1005006"/>
                <a:gd name="connsiteX7" fmla="*/ 4244555 w 4285841"/>
                <a:gd name="connsiteY7" fmla="*/ 11118 h 1005006"/>
                <a:gd name="connsiteX8" fmla="*/ 4278421 w 4285841"/>
                <a:gd name="connsiteY8" fmla="*/ 95786 h 1005006"/>
                <a:gd name="connsiteX9" fmla="*/ 4244555 w 4285841"/>
                <a:gd name="connsiteY9" fmla="*/ 256653 h 1005006"/>
                <a:gd name="connsiteX10" fmla="*/ 3897421 w 4285841"/>
                <a:gd name="connsiteY10" fmla="*/ 282053 h 1005006"/>
                <a:gd name="connsiteX11" fmla="*/ 3846621 w 4285841"/>
                <a:gd name="connsiteY11" fmla="*/ 205853 h 1005006"/>
                <a:gd name="connsiteX12" fmla="*/ 3414821 w 4285841"/>
                <a:gd name="connsiteY12" fmla="*/ 315920 h 1005006"/>
                <a:gd name="connsiteX13" fmla="*/ 3296288 w 4285841"/>
                <a:gd name="connsiteY13" fmla="*/ 434452 h 1005006"/>
                <a:gd name="connsiteX14" fmla="*/ 3084621 w 4285841"/>
                <a:gd name="connsiteY14" fmla="*/ 815452 h 1005006"/>
                <a:gd name="connsiteX15" fmla="*/ 2906821 w 4285841"/>
                <a:gd name="connsiteY15" fmla="*/ 967853 h 1005006"/>
                <a:gd name="connsiteX16" fmla="*/ 2542755 w 4285841"/>
                <a:gd name="connsiteY16" fmla="*/ 1001719 h 1005006"/>
                <a:gd name="connsiteX17" fmla="*/ 1856955 w 4285841"/>
                <a:gd name="connsiteY17" fmla="*/ 908586 h 1005006"/>
                <a:gd name="connsiteX18" fmla="*/ 1188088 w 4285841"/>
                <a:gd name="connsiteY18" fmla="*/ 696920 h 1005006"/>
                <a:gd name="connsiteX19" fmla="*/ 891755 w 4285841"/>
                <a:gd name="connsiteY19" fmla="*/ 425986 h 1005006"/>
                <a:gd name="connsiteX20" fmla="*/ 705488 w 4285841"/>
                <a:gd name="connsiteY20" fmla="*/ 298986 h 1005006"/>
                <a:gd name="connsiteX21" fmla="*/ 502288 w 4285841"/>
                <a:gd name="connsiteY21" fmla="*/ 248186 h 1005006"/>
                <a:gd name="connsiteX22" fmla="*/ 146687 w 4285841"/>
                <a:gd name="connsiteY22" fmla="*/ 205853 h 1005006"/>
                <a:gd name="connsiteX23" fmla="*/ 19688 w 4285841"/>
                <a:gd name="connsiteY23" fmla="*/ 205853 h 1005006"/>
                <a:gd name="connsiteX24" fmla="*/ 87421 w 4285841"/>
                <a:gd name="connsiteY24" fmla="*/ 112719 h 1005006"/>
                <a:gd name="connsiteX0" fmla="*/ 87421 w 4285841"/>
                <a:gd name="connsiteY0" fmla="*/ 112719 h 1005006"/>
                <a:gd name="connsiteX1" fmla="*/ 815555 w 4285841"/>
                <a:gd name="connsiteY1" fmla="*/ 256653 h 1005006"/>
                <a:gd name="connsiteX2" fmla="*/ 1416688 w 4285841"/>
                <a:gd name="connsiteY2" fmla="*/ 696919 h 1005006"/>
                <a:gd name="connsiteX3" fmla="*/ 2813688 w 4285841"/>
                <a:gd name="connsiteY3" fmla="*/ 891653 h 1005006"/>
                <a:gd name="connsiteX4" fmla="*/ 3313221 w 4285841"/>
                <a:gd name="connsiteY4" fmla="*/ 256653 h 1005006"/>
                <a:gd name="connsiteX5" fmla="*/ 3821222 w 4285841"/>
                <a:gd name="connsiteY5" fmla="*/ 104252 h 1005006"/>
                <a:gd name="connsiteX6" fmla="*/ 3888955 w 4285841"/>
                <a:gd name="connsiteY6" fmla="*/ 11119 h 1005006"/>
                <a:gd name="connsiteX7" fmla="*/ 4244555 w 4285841"/>
                <a:gd name="connsiteY7" fmla="*/ 11118 h 1005006"/>
                <a:gd name="connsiteX8" fmla="*/ 4278421 w 4285841"/>
                <a:gd name="connsiteY8" fmla="*/ 95786 h 1005006"/>
                <a:gd name="connsiteX9" fmla="*/ 4244555 w 4285841"/>
                <a:gd name="connsiteY9" fmla="*/ 256653 h 1005006"/>
                <a:gd name="connsiteX10" fmla="*/ 3897421 w 4285841"/>
                <a:gd name="connsiteY10" fmla="*/ 248186 h 1005006"/>
                <a:gd name="connsiteX11" fmla="*/ 3846621 w 4285841"/>
                <a:gd name="connsiteY11" fmla="*/ 205853 h 1005006"/>
                <a:gd name="connsiteX12" fmla="*/ 3414821 w 4285841"/>
                <a:gd name="connsiteY12" fmla="*/ 315920 h 1005006"/>
                <a:gd name="connsiteX13" fmla="*/ 3296288 w 4285841"/>
                <a:gd name="connsiteY13" fmla="*/ 434452 h 1005006"/>
                <a:gd name="connsiteX14" fmla="*/ 3084621 w 4285841"/>
                <a:gd name="connsiteY14" fmla="*/ 815452 h 1005006"/>
                <a:gd name="connsiteX15" fmla="*/ 2906821 w 4285841"/>
                <a:gd name="connsiteY15" fmla="*/ 967853 h 1005006"/>
                <a:gd name="connsiteX16" fmla="*/ 2542755 w 4285841"/>
                <a:gd name="connsiteY16" fmla="*/ 1001719 h 1005006"/>
                <a:gd name="connsiteX17" fmla="*/ 1856955 w 4285841"/>
                <a:gd name="connsiteY17" fmla="*/ 908586 h 1005006"/>
                <a:gd name="connsiteX18" fmla="*/ 1188088 w 4285841"/>
                <a:gd name="connsiteY18" fmla="*/ 696920 h 1005006"/>
                <a:gd name="connsiteX19" fmla="*/ 891755 w 4285841"/>
                <a:gd name="connsiteY19" fmla="*/ 425986 h 1005006"/>
                <a:gd name="connsiteX20" fmla="*/ 705488 w 4285841"/>
                <a:gd name="connsiteY20" fmla="*/ 298986 h 1005006"/>
                <a:gd name="connsiteX21" fmla="*/ 502288 w 4285841"/>
                <a:gd name="connsiteY21" fmla="*/ 248186 h 1005006"/>
                <a:gd name="connsiteX22" fmla="*/ 146687 w 4285841"/>
                <a:gd name="connsiteY22" fmla="*/ 205853 h 1005006"/>
                <a:gd name="connsiteX23" fmla="*/ 19688 w 4285841"/>
                <a:gd name="connsiteY23" fmla="*/ 205853 h 1005006"/>
                <a:gd name="connsiteX24" fmla="*/ 87421 w 4285841"/>
                <a:gd name="connsiteY24" fmla="*/ 112719 h 1005006"/>
                <a:gd name="connsiteX0" fmla="*/ 87421 w 4285841"/>
                <a:gd name="connsiteY0" fmla="*/ 112719 h 1005006"/>
                <a:gd name="connsiteX1" fmla="*/ 815555 w 4285841"/>
                <a:gd name="connsiteY1" fmla="*/ 256653 h 1005006"/>
                <a:gd name="connsiteX2" fmla="*/ 1416688 w 4285841"/>
                <a:gd name="connsiteY2" fmla="*/ 696919 h 1005006"/>
                <a:gd name="connsiteX3" fmla="*/ 2813688 w 4285841"/>
                <a:gd name="connsiteY3" fmla="*/ 891653 h 1005006"/>
                <a:gd name="connsiteX4" fmla="*/ 3313221 w 4285841"/>
                <a:gd name="connsiteY4" fmla="*/ 256653 h 1005006"/>
                <a:gd name="connsiteX5" fmla="*/ 3821222 w 4285841"/>
                <a:gd name="connsiteY5" fmla="*/ 104252 h 1005006"/>
                <a:gd name="connsiteX6" fmla="*/ 3888955 w 4285841"/>
                <a:gd name="connsiteY6" fmla="*/ 11119 h 1005006"/>
                <a:gd name="connsiteX7" fmla="*/ 4244555 w 4285841"/>
                <a:gd name="connsiteY7" fmla="*/ 11118 h 1005006"/>
                <a:gd name="connsiteX8" fmla="*/ 4278421 w 4285841"/>
                <a:gd name="connsiteY8" fmla="*/ 95786 h 1005006"/>
                <a:gd name="connsiteX9" fmla="*/ 4244555 w 4285841"/>
                <a:gd name="connsiteY9" fmla="*/ 256653 h 1005006"/>
                <a:gd name="connsiteX10" fmla="*/ 3897421 w 4285841"/>
                <a:gd name="connsiteY10" fmla="*/ 248186 h 1005006"/>
                <a:gd name="connsiteX11" fmla="*/ 3855088 w 4285841"/>
                <a:gd name="connsiteY11" fmla="*/ 239720 h 1005006"/>
                <a:gd name="connsiteX12" fmla="*/ 3414821 w 4285841"/>
                <a:gd name="connsiteY12" fmla="*/ 315920 h 1005006"/>
                <a:gd name="connsiteX13" fmla="*/ 3296288 w 4285841"/>
                <a:gd name="connsiteY13" fmla="*/ 434452 h 1005006"/>
                <a:gd name="connsiteX14" fmla="*/ 3084621 w 4285841"/>
                <a:gd name="connsiteY14" fmla="*/ 815452 h 1005006"/>
                <a:gd name="connsiteX15" fmla="*/ 2906821 w 4285841"/>
                <a:gd name="connsiteY15" fmla="*/ 967853 h 1005006"/>
                <a:gd name="connsiteX16" fmla="*/ 2542755 w 4285841"/>
                <a:gd name="connsiteY16" fmla="*/ 1001719 h 1005006"/>
                <a:gd name="connsiteX17" fmla="*/ 1856955 w 4285841"/>
                <a:gd name="connsiteY17" fmla="*/ 908586 h 1005006"/>
                <a:gd name="connsiteX18" fmla="*/ 1188088 w 4285841"/>
                <a:gd name="connsiteY18" fmla="*/ 696920 h 1005006"/>
                <a:gd name="connsiteX19" fmla="*/ 891755 w 4285841"/>
                <a:gd name="connsiteY19" fmla="*/ 425986 h 1005006"/>
                <a:gd name="connsiteX20" fmla="*/ 705488 w 4285841"/>
                <a:gd name="connsiteY20" fmla="*/ 298986 h 1005006"/>
                <a:gd name="connsiteX21" fmla="*/ 502288 w 4285841"/>
                <a:gd name="connsiteY21" fmla="*/ 248186 h 1005006"/>
                <a:gd name="connsiteX22" fmla="*/ 146687 w 4285841"/>
                <a:gd name="connsiteY22" fmla="*/ 205853 h 1005006"/>
                <a:gd name="connsiteX23" fmla="*/ 19688 w 4285841"/>
                <a:gd name="connsiteY23" fmla="*/ 205853 h 1005006"/>
                <a:gd name="connsiteX24" fmla="*/ 87421 w 4285841"/>
                <a:gd name="connsiteY24" fmla="*/ 112719 h 1005006"/>
                <a:gd name="connsiteX0" fmla="*/ 87421 w 4285841"/>
                <a:gd name="connsiteY0" fmla="*/ 112719 h 1005006"/>
                <a:gd name="connsiteX1" fmla="*/ 815555 w 4285841"/>
                <a:gd name="connsiteY1" fmla="*/ 256653 h 1005006"/>
                <a:gd name="connsiteX2" fmla="*/ 1416688 w 4285841"/>
                <a:gd name="connsiteY2" fmla="*/ 696919 h 1005006"/>
                <a:gd name="connsiteX3" fmla="*/ 2813688 w 4285841"/>
                <a:gd name="connsiteY3" fmla="*/ 891653 h 1005006"/>
                <a:gd name="connsiteX4" fmla="*/ 3313221 w 4285841"/>
                <a:gd name="connsiteY4" fmla="*/ 256653 h 1005006"/>
                <a:gd name="connsiteX5" fmla="*/ 3821222 w 4285841"/>
                <a:gd name="connsiteY5" fmla="*/ 104252 h 1005006"/>
                <a:gd name="connsiteX6" fmla="*/ 3888955 w 4285841"/>
                <a:gd name="connsiteY6" fmla="*/ 11119 h 1005006"/>
                <a:gd name="connsiteX7" fmla="*/ 4244555 w 4285841"/>
                <a:gd name="connsiteY7" fmla="*/ 11118 h 1005006"/>
                <a:gd name="connsiteX8" fmla="*/ 4278421 w 4285841"/>
                <a:gd name="connsiteY8" fmla="*/ 95786 h 1005006"/>
                <a:gd name="connsiteX9" fmla="*/ 4244555 w 4285841"/>
                <a:gd name="connsiteY9" fmla="*/ 256653 h 1005006"/>
                <a:gd name="connsiteX10" fmla="*/ 3897421 w 4285841"/>
                <a:gd name="connsiteY10" fmla="*/ 248186 h 1005006"/>
                <a:gd name="connsiteX11" fmla="*/ 3812755 w 4285841"/>
                <a:gd name="connsiteY11" fmla="*/ 222786 h 1005006"/>
                <a:gd name="connsiteX12" fmla="*/ 3414821 w 4285841"/>
                <a:gd name="connsiteY12" fmla="*/ 315920 h 1005006"/>
                <a:gd name="connsiteX13" fmla="*/ 3296288 w 4285841"/>
                <a:gd name="connsiteY13" fmla="*/ 434452 h 1005006"/>
                <a:gd name="connsiteX14" fmla="*/ 3084621 w 4285841"/>
                <a:gd name="connsiteY14" fmla="*/ 815452 h 1005006"/>
                <a:gd name="connsiteX15" fmla="*/ 2906821 w 4285841"/>
                <a:gd name="connsiteY15" fmla="*/ 967853 h 1005006"/>
                <a:gd name="connsiteX16" fmla="*/ 2542755 w 4285841"/>
                <a:gd name="connsiteY16" fmla="*/ 1001719 h 1005006"/>
                <a:gd name="connsiteX17" fmla="*/ 1856955 w 4285841"/>
                <a:gd name="connsiteY17" fmla="*/ 908586 h 1005006"/>
                <a:gd name="connsiteX18" fmla="*/ 1188088 w 4285841"/>
                <a:gd name="connsiteY18" fmla="*/ 696920 h 1005006"/>
                <a:gd name="connsiteX19" fmla="*/ 891755 w 4285841"/>
                <a:gd name="connsiteY19" fmla="*/ 425986 h 1005006"/>
                <a:gd name="connsiteX20" fmla="*/ 705488 w 4285841"/>
                <a:gd name="connsiteY20" fmla="*/ 298986 h 1005006"/>
                <a:gd name="connsiteX21" fmla="*/ 502288 w 4285841"/>
                <a:gd name="connsiteY21" fmla="*/ 248186 h 1005006"/>
                <a:gd name="connsiteX22" fmla="*/ 146687 w 4285841"/>
                <a:gd name="connsiteY22" fmla="*/ 205853 h 1005006"/>
                <a:gd name="connsiteX23" fmla="*/ 19688 w 4285841"/>
                <a:gd name="connsiteY23" fmla="*/ 205853 h 1005006"/>
                <a:gd name="connsiteX24" fmla="*/ 87421 w 4285841"/>
                <a:gd name="connsiteY24" fmla="*/ 112719 h 1005006"/>
                <a:gd name="connsiteX0" fmla="*/ 87421 w 4285841"/>
                <a:gd name="connsiteY0" fmla="*/ 112719 h 1005006"/>
                <a:gd name="connsiteX1" fmla="*/ 815555 w 4285841"/>
                <a:gd name="connsiteY1" fmla="*/ 256653 h 1005006"/>
                <a:gd name="connsiteX2" fmla="*/ 1416688 w 4285841"/>
                <a:gd name="connsiteY2" fmla="*/ 696919 h 1005006"/>
                <a:gd name="connsiteX3" fmla="*/ 2813688 w 4285841"/>
                <a:gd name="connsiteY3" fmla="*/ 891653 h 1005006"/>
                <a:gd name="connsiteX4" fmla="*/ 3313221 w 4285841"/>
                <a:gd name="connsiteY4" fmla="*/ 256653 h 1005006"/>
                <a:gd name="connsiteX5" fmla="*/ 3821222 w 4285841"/>
                <a:gd name="connsiteY5" fmla="*/ 104252 h 1005006"/>
                <a:gd name="connsiteX6" fmla="*/ 3888955 w 4285841"/>
                <a:gd name="connsiteY6" fmla="*/ 11119 h 1005006"/>
                <a:gd name="connsiteX7" fmla="*/ 4244555 w 4285841"/>
                <a:gd name="connsiteY7" fmla="*/ 11118 h 1005006"/>
                <a:gd name="connsiteX8" fmla="*/ 4278421 w 4285841"/>
                <a:gd name="connsiteY8" fmla="*/ 95786 h 1005006"/>
                <a:gd name="connsiteX9" fmla="*/ 4244555 w 4285841"/>
                <a:gd name="connsiteY9" fmla="*/ 256653 h 1005006"/>
                <a:gd name="connsiteX10" fmla="*/ 3905887 w 4285841"/>
                <a:gd name="connsiteY10" fmla="*/ 273586 h 1005006"/>
                <a:gd name="connsiteX11" fmla="*/ 3812755 w 4285841"/>
                <a:gd name="connsiteY11" fmla="*/ 222786 h 1005006"/>
                <a:gd name="connsiteX12" fmla="*/ 3414821 w 4285841"/>
                <a:gd name="connsiteY12" fmla="*/ 315920 h 1005006"/>
                <a:gd name="connsiteX13" fmla="*/ 3296288 w 4285841"/>
                <a:gd name="connsiteY13" fmla="*/ 434452 h 1005006"/>
                <a:gd name="connsiteX14" fmla="*/ 3084621 w 4285841"/>
                <a:gd name="connsiteY14" fmla="*/ 815452 h 1005006"/>
                <a:gd name="connsiteX15" fmla="*/ 2906821 w 4285841"/>
                <a:gd name="connsiteY15" fmla="*/ 967853 h 1005006"/>
                <a:gd name="connsiteX16" fmla="*/ 2542755 w 4285841"/>
                <a:gd name="connsiteY16" fmla="*/ 1001719 h 1005006"/>
                <a:gd name="connsiteX17" fmla="*/ 1856955 w 4285841"/>
                <a:gd name="connsiteY17" fmla="*/ 908586 h 1005006"/>
                <a:gd name="connsiteX18" fmla="*/ 1188088 w 4285841"/>
                <a:gd name="connsiteY18" fmla="*/ 696920 h 1005006"/>
                <a:gd name="connsiteX19" fmla="*/ 891755 w 4285841"/>
                <a:gd name="connsiteY19" fmla="*/ 425986 h 1005006"/>
                <a:gd name="connsiteX20" fmla="*/ 705488 w 4285841"/>
                <a:gd name="connsiteY20" fmla="*/ 298986 h 1005006"/>
                <a:gd name="connsiteX21" fmla="*/ 502288 w 4285841"/>
                <a:gd name="connsiteY21" fmla="*/ 248186 h 1005006"/>
                <a:gd name="connsiteX22" fmla="*/ 146687 w 4285841"/>
                <a:gd name="connsiteY22" fmla="*/ 205853 h 1005006"/>
                <a:gd name="connsiteX23" fmla="*/ 19688 w 4285841"/>
                <a:gd name="connsiteY23" fmla="*/ 205853 h 1005006"/>
                <a:gd name="connsiteX24" fmla="*/ 87421 w 4285841"/>
                <a:gd name="connsiteY24" fmla="*/ 112719 h 1005006"/>
                <a:gd name="connsiteX0" fmla="*/ 87421 w 4285841"/>
                <a:gd name="connsiteY0" fmla="*/ 112719 h 1005006"/>
                <a:gd name="connsiteX1" fmla="*/ 815555 w 4285841"/>
                <a:gd name="connsiteY1" fmla="*/ 256653 h 1005006"/>
                <a:gd name="connsiteX2" fmla="*/ 1416688 w 4285841"/>
                <a:gd name="connsiteY2" fmla="*/ 696919 h 1005006"/>
                <a:gd name="connsiteX3" fmla="*/ 2813688 w 4285841"/>
                <a:gd name="connsiteY3" fmla="*/ 891653 h 1005006"/>
                <a:gd name="connsiteX4" fmla="*/ 3313221 w 4285841"/>
                <a:gd name="connsiteY4" fmla="*/ 256653 h 1005006"/>
                <a:gd name="connsiteX5" fmla="*/ 3821222 w 4285841"/>
                <a:gd name="connsiteY5" fmla="*/ 104252 h 1005006"/>
                <a:gd name="connsiteX6" fmla="*/ 3888955 w 4285841"/>
                <a:gd name="connsiteY6" fmla="*/ 11119 h 1005006"/>
                <a:gd name="connsiteX7" fmla="*/ 4244555 w 4285841"/>
                <a:gd name="connsiteY7" fmla="*/ 11118 h 1005006"/>
                <a:gd name="connsiteX8" fmla="*/ 4278421 w 4285841"/>
                <a:gd name="connsiteY8" fmla="*/ 95786 h 1005006"/>
                <a:gd name="connsiteX9" fmla="*/ 4244555 w 4285841"/>
                <a:gd name="connsiteY9" fmla="*/ 256653 h 1005006"/>
                <a:gd name="connsiteX10" fmla="*/ 3922820 w 4285841"/>
                <a:gd name="connsiteY10" fmla="*/ 273586 h 1005006"/>
                <a:gd name="connsiteX11" fmla="*/ 3812755 w 4285841"/>
                <a:gd name="connsiteY11" fmla="*/ 222786 h 1005006"/>
                <a:gd name="connsiteX12" fmla="*/ 3414821 w 4285841"/>
                <a:gd name="connsiteY12" fmla="*/ 315920 h 1005006"/>
                <a:gd name="connsiteX13" fmla="*/ 3296288 w 4285841"/>
                <a:gd name="connsiteY13" fmla="*/ 434452 h 1005006"/>
                <a:gd name="connsiteX14" fmla="*/ 3084621 w 4285841"/>
                <a:gd name="connsiteY14" fmla="*/ 815452 h 1005006"/>
                <a:gd name="connsiteX15" fmla="*/ 2906821 w 4285841"/>
                <a:gd name="connsiteY15" fmla="*/ 967853 h 1005006"/>
                <a:gd name="connsiteX16" fmla="*/ 2542755 w 4285841"/>
                <a:gd name="connsiteY16" fmla="*/ 1001719 h 1005006"/>
                <a:gd name="connsiteX17" fmla="*/ 1856955 w 4285841"/>
                <a:gd name="connsiteY17" fmla="*/ 908586 h 1005006"/>
                <a:gd name="connsiteX18" fmla="*/ 1188088 w 4285841"/>
                <a:gd name="connsiteY18" fmla="*/ 696920 h 1005006"/>
                <a:gd name="connsiteX19" fmla="*/ 891755 w 4285841"/>
                <a:gd name="connsiteY19" fmla="*/ 425986 h 1005006"/>
                <a:gd name="connsiteX20" fmla="*/ 705488 w 4285841"/>
                <a:gd name="connsiteY20" fmla="*/ 298986 h 1005006"/>
                <a:gd name="connsiteX21" fmla="*/ 502288 w 4285841"/>
                <a:gd name="connsiteY21" fmla="*/ 248186 h 1005006"/>
                <a:gd name="connsiteX22" fmla="*/ 146687 w 4285841"/>
                <a:gd name="connsiteY22" fmla="*/ 205853 h 1005006"/>
                <a:gd name="connsiteX23" fmla="*/ 19688 w 4285841"/>
                <a:gd name="connsiteY23" fmla="*/ 205853 h 1005006"/>
                <a:gd name="connsiteX24" fmla="*/ 87421 w 4285841"/>
                <a:gd name="connsiteY24" fmla="*/ 112719 h 1005006"/>
                <a:gd name="connsiteX0" fmla="*/ 87421 w 4285841"/>
                <a:gd name="connsiteY0" fmla="*/ 112719 h 1005006"/>
                <a:gd name="connsiteX1" fmla="*/ 815555 w 4285841"/>
                <a:gd name="connsiteY1" fmla="*/ 256653 h 1005006"/>
                <a:gd name="connsiteX2" fmla="*/ 1416688 w 4285841"/>
                <a:gd name="connsiteY2" fmla="*/ 696919 h 1005006"/>
                <a:gd name="connsiteX3" fmla="*/ 2813688 w 4285841"/>
                <a:gd name="connsiteY3" fmla="*/ 891653 h 1005006"/>
                <a:gd name="connsiteX4" fmla="*/ 3313221 w 4285841"/>
                <a:gd name="connsiteY4" fmla="*/ 256653 h 1005006"/>
                <a:gd name="connsiteX5" fmla="*/ 3821222 w 4285841"/>
                <a:gd name="connsiteY5" fmla="*/ 104252 h 1005006"/>
                <a:gd name="connsiteX6" fmla="*/ 3888955 w 4285841"/>
                <a:gd name="connsiteY6" fmla="*/ 11119 h 1005006"/>
                <a:gd name="connsiteX7" fmla="*/ 4244555 w 4285841"/>
                <a:gd name="connsiteY7" fmla="*/ 11118 h 1005006"/>
                <a:gd name="connsiteX8" fmla="*/ 4278421 w 4285841"/>
                <a:gd name="connsiteY8" fmla="*/ 95786 h 1005006"/>
                <a:gd name="connsiteX9" fmla="*/ 4244555 w 4285841"/>
                <a:gd name="connsiteY9" fmla="*/ 256653 h 1005006"/>
                <a:gd name="connsiteX10" fmla="*/ 3922820 w 4285841"/>
                <a:gd name="connsiteY10" fmla="*/ 273586 h 1005006"/>
                <a:gd name="connsiteX11" fmla="*/ 3812755 w 4285841"/>
                <a:gd name="connsiteY11" fmla="*/ 222786 h 1005006"/>
                <a:gd name="connsiteX12" fmla="*/ 3634955 w 4285841"/>
                <a:gd name="connsiteY12" fmla="*/ 239720 h 1005006"/>
                <a:gd name="connsiteX13" fmla="*/ 3414821 w 4285841"/>
                <a:gd name="connsiteY13" fmla="*/ 315920 h 1005006"/>
                <a:gd name="connsiteX14" fmla="*/ 3296288 w 4285841"/>
                <a:gd name="connsiteY14" fmla="*/ 434452 h 1005006"/>
                <a:gd name="connsiteX15" fmla="*/ 3084621 w 4285841"/>
                <a:gd name="connsiteY15" fmla="*/ 815452 h 1005006"/>
                <a:gd name="connsiteX16" fmla="*/ 2906821 w 4285841"/>
                <a:gd name="connsiteY16" fmla="*/ 967853 h 1005006"/>
                <a:gd name="connsiteX17" fmla="*/ 2542755 w 4285841"/>
                <a:gd name="connsiteY17" fmla="*/ 1001719 h 1005006"/>
                <a:gd name="connsiteX18" fmla="*/ 1856955 w 4285841"/>
                <a:gd name="connsiteY18" fmla="*/ 908586 h 1005006"/>
                <a:gd name="connsiteX19" fmla="*/ 1188088 w 4285841"/>
                <a:gd name="connsiteY19" fmla="*/ 696920 h 1005006"/>
                <a:gd name="connsiteX20" fmla="*/ 891755 w 4285841"/>
                <a:gd name="connsiteY20" fmla="*/ 425986 h 1005006"/>
                <a:gd name="connsiteX21" fmla="*/ 705488 w 4285841"/>
                <a:gd name="connsiteY21" fmla="*/ 298986 h 1005006"/>
                <a:gd name="connsiteX22" fmla="*/ 502288 w 4285841"/>
                <a:gd name="connsiteY22" fmla="*/ 248186 h 1005006"/>
                <a:gd name="connsiteX23" fmla="*/ 146687 w 4285841"/>
                <a:gd name="connsiteY23" fmla="*/ 205853 h 1005006"/>
                <a:gd name="connsiteX24" fmla="*/ 19688 w 4285841"/>
                <a:gd name="connsiteY24" fmla="*/ 205853 h 1005006"/>
                <a:gd name="connsiteX25" fmla="*/ 87421 w 4285841"/>
                <a:gd name="connsiteY25" fmla="*/ 112719 h 1005006"/>
                <a:gd name="connsiteX0" fmla="*/ 87421 w 4366458"/>
                <a:gd name="connsiteY0" fmla="*/ 112719 h 1005006"/>
                <a:gd name="connsiteX1" fmla="*/ 815555 w 4366458"/>
                <a:gd name="connsiteY1" fmla="*/ 256653 h 1005006"/>
                <a:gd name="connsiteX2" fmla="*/ 1416688 w 4366458"/>
                <a:gd name="connsiteY2" fmla="*/ 696919 h 1005006"/>
                <a:gd name="connsiteX3" fmla="*/ 2813688 w 4366458"/>
                <a:gd name="connsiteY3" fmla="*/ 891653 h 1005006"/>
                <a:gd name="connsiteX4" fmla="*/ 3313221 w 4366458"/>
                <a:gd name="connsiteY4" fmla="*/ 256653 h 1005006"/>
                <a:gd name="connsiteX5" fmla="*/ 3821222 w 4366458"/>
                <a:gd name="connsiteY5" fmla="*/ 104252 h 1005006"/>
                <a:gd name="connsiteX6" fmla="*/ 3888955 w 4366458"/>
                <a:gd name="connsiteY6" fmla="*/ 11119 h 1005006"/>
                <a:gd name="connsiteX7" fmla="*/ 4244555 w 4366458"/>
                <a:gd name="connsiteY7" fmla="*/ 11118 h 1005006"/>
                <a:gd name="connsiteX8" fmla="*/ 4278421 w 4366458"/>
                <a:gd name="connsiteY8" fmla="*/ 95786 h 1005006"/>
                <a:gd name="connsiteX9" fmla="*/ 4244555 w 4366458"/>
                <a:gd name="connsiteY9" fmla="*/ 256653 h 1005006"/>
                <a:gd name="connsiteX10" fmla="*/ 4348270 w 4366458"/>
                <a:gd name="connsiteY10" fmla="*/ 556877 h 1005006"/>
                <a:gd name="connsiteX11" fmla="*/ 3812755 w 4366458"/>
                <a:gd name="connsiteY11" fmla="*/ 222786 h 1005006"/>
                <a:gd name="connsiteX12" fmla="*/ 3634955 w 4366458"/>
                <a:gd name="connsiteY12" fmla="*/ 239720 h 1005006"/>
                <a:gd name="connsiteX13" fmla="*/ 3414821 w 4366458"/>
                <a:gd name="connsiteY13" fmla="*/ 315920 h 1005006"/>
                <a:gd name="connsiteX14" fmla="*/ 3296288 w 4366458"/>
                <a:gd name="connsiteY14" fmla="*/ 434452 h 1005006"/>
                <a:gd name="connsiteX15" fmla="*/ 3084621 w 4366458"/>
                <a:gd name="connsiteY15" fmla="*/ 815452 h 1005006"/>
                <a:gd name="connsiteX16" fmla="*/ 2906821 w 4366458"/>
                <a:gd name="connsiteY16" fmla="*/ 967853 h 1005006"/>
                <a:gd name="connsiteX17" fmla="*/ 2542755 w 4366458"/>
                <a:gd name="connsiteY17" fmla="*/ 1001719 h 1005006"/>
                <a:gd name="connsiteX18" fmla="*/ 1856955 w 4366458"/>
                <a:gd name="connsiteY18" fmla="*/ 908586 h 1005006"/>
                <a:gd name="connsiteX19" fmla="*/ 1188088 w 4366458"/>
                <a:gd name="connsiteY19" fmla="*/ 696920 h 1005006"/>
                <a:gd name="connsiteX20" fmla="*/ 891755 w 4366458"/>
                <a:gd name="connsiteY20" fmla="*/ 425986 h 1005006"/>
                <a:gd name="connsiteX21" fmla="*/ 705488 w 4366458"/>
                <a:gd name="connsiteY21" fmla="*/ 298986 h 1005006"/>
                <a:gd name="connsiteX22" fmla="*/ 502288 w 4366458"/>
                <a:gd name="connsiteY22" fmla="*/ 248186 h 1005006"/>
                <a:gd name="connsiteX23" fmla="*/ 146687 w 4366458"/>
                <a:gd name="connsiteY23" fmla="*/ 205853 h 1005006"/>
                <a:gd name="connsiteX24" fmla="*/ 19688 w 4366458"/>
                <a:gd name="connsiteY24" fmla="*/ 205853 h 1005006"/>
                <a:gd name="connsiteX25" fmla="*/ 87421 w 4366458"/>
                <a:gd name="connsiteY25" fmla="*/ 112719 h 1005006"/>
                <a:gd name="connsiteX0" fmla="*/ 87421 w 4816371"/>
                <a:gd name="connsiteY0" fmla="*/ 112719 h 1005006"/>
                <a:gd name="connsiteX1" fmla="*/ 815555 w 4816371"/>
                <a:gd name="connsiteY1" fmla="*/ 256653 h 1005006"/>
                <a:gd name="connsiteX2" fmla="*/ 1416688 w 4816371"/>
                <a:gd name="connsiteY2" fmla="*/ 696919 h 1005006"/>
                <a:gd name="connsiteX3" fmla="*/ 2813688 w 4816371"/>
                <a:gd name="connsiteY3" fmla="*/ 891653 h 1005006"/>
                <a:gd name="connsiteX4" fmla="*/ 3313221 w 4816371"/>
                <a:gd name="connsiteY4" fmla="*/ 256653 h 1005006"/>
                <a:gd name="connsiteX5" fmla="*/ 3821222 w 4816371"/>
                <a:gd name="connsiteY5" fmla="*/ 104252 h 1005006"/>
                <a:gd name="connsiteX6" fmla="*/ 3888955 w 4816371"/>
                <a:gd name="connsiteY6" fmla="*/ 11119 h 1005006"/>
                <a:gd name="connsiteX7" fmla="*/ 4244555 w 4816371"/>
                <a:gd name="connsiteY7" fmla="*/ 11118 h 1005006"/>
                <a:gd name="connsiteX8" fmla="*/ 4278421 w 4816371"/>
                <a:gd name="connsiteY8" fmla="*/ 95786 h 1005006"/>
                <a:gd name="connsiteX9" fmla="*/ 4816055 w 4816371"/>
                <a:gd name="connsiteY9" fmla="*/ 547207 h 1005006"/>
                <a:gd name="connsiteX10" fmla="*/ 4348270 w 4816371"/>
                <a:gd name="connsiteY10" fmla="*/ 556877 h 1005006"/>
                <a:gd name="connsiteX11" fmla="*/ 3812755 w 4816371"/>
                <a:gd name="connsiteY11" fmla="*/ 222786 h 1005006"/>
                <a:gd name="connsiteX12" fmla="*/ 3634955 w 4816371"/>
                <a:gd name="connsiteY12" fmla="*/ 239720 h 1005006"/>
                <a:gd name="connsiteX13" fmla="*/ 3414821 w 4816371"/>
                <a:gd name="connsiteY13" fmla="*/ 315920 h 1005006"/>
                <a:gd name="connsiteX14" fmla="*/ 3296288 w 4816371"/>
                <a:gd name="connsiteY14" fmla="*/ 434452 h 1005006"/>
                <a:gd name="connsiteX15" fmla="*/ 3084621 w 4816371"/>
                <a:gd name="connsiteY15" fmla="*/ 815452 h 1005006"/>
                <a:gd name="connsiteX16" fmla="*/ 2906821 w 4816371"/>
                <a:gd name="connsiteY16" fmla="*/ 967853 h 1005006"/>
                <a:gd name="connsiteX17" fmla="*/ 2542755 w 4816371"/>
                <a:gd name="connsiteY17" fmla="*/ 1001719 h 1005006"/>
                <a:gd name="connsiteX18" fmla="*/ 1856955 w 4816371"/>
                <a:gd name="connsiteY18" fmla="*/ 908586 h 1005006"/>
                <a:gd name="connsiteX19" fmla="*/ 1188088 w 4816371"/>
                <a:gd name="connsiteY19" fmla="*/ 696920 h 1005006"/>
                <a:gd name="connsiteX20" fmla="*/ 891755 w 4816371"/>
                <a:gd name="connsiteY20" fmla="*/ 425986 h 1005006"/>
                <a:gd name="connsiteX21" fmla="*/ 705488 w 4816371"/>
                <a:gd name="connsiteY21" fmla="*/ 298986 h 1005006"/>
                <a:gd name="connsiteX22" fmla="*/ 502288 w 4816371"/>
                <a:gd name="connsiteY22" fmla="*/ 248186 h 1005006"/>
                <a:gd name="connsiteX23" fmla="*/ 146687 w 4816371"/>
                <a:gd name="connsiteY23" fmla="*/ 205853 h 1005006"/>
                <a:gd name="connsiteX24" fmla="*/ 19688 w 4816371"/>
                <a:gd name="connsiteY24" fmla="*/ 205853 h 1005006"/>
                <a:gd name="connsiteX25" fmla="*/ 87421 w 4816371"/>
                <a:gd name="connsiteY25" fmla="*/ 112719 h 1005006"/>
                <a:gd name="connsiteX0" fmla="*/ 87421 w 5089290"/>
                <a:gd name="connsiteY0" fmla="*/ 112719 h 1005006"/>
                <a:gd name="connsiteX1" fmla="*/ 815555 w 5089290"/>
                <a:gd name="connsiteY1" fmla="*/ 256653 h 1005006"/>
                <a:gd name="connsiteX2" fmla="*/ 1416688 w 5089290"/>
                <a:gd name="connsiteY2" fmla="*/ 696919 h 1005006"/>
                <a:gd name="connsiteX3" fmla="*/ 2813688 w 5089290"/>
                <a:gd name="connsiteY3" fmla="*/ 891653 h 1005006"/>
                <a:gd name="connsiteX4" fmla="*/ 3313221 w 5089290"/>
                <a:gd name="connsiteY4" fmla="*/ 256653 h 1005006"/>
                <a:gd name="connsiteX5" fmla="*/ 3821222 w 5089290"/>
                <a:gd name="connsiteY5" fmla="*/ 104252 h 1005006"/>
                <a:gd name="connsiteX6" fmla="*/ 3888955 w 5089290"/>
                <a:gd name="connsiteY6" fmla="*/ 11119 h 1005006"/>
                <a:gd name="connsiteX7" fmla="*/ 4244555 w 5089290"/>
                <a:gd name="connsiteY7" fmla="*/ 11118 h 1005006"/>
                <a:gd name="connsiteX8" fmla="*/ 4278421 w 5089290"/>
                <a:gd name="connsiteY8" fmla="*/ 95786 h 1005006"/>
                <a:gd name="connsiteX9" fmla="*/ 5089105 w 5089290"/>
                <a:gd name="connsiteY9" fmla="*/ 794179 h 1005006"/>
                <a:gd name="connsiteX10" fmla="*/ 4348270 w 5089290"/>
                <a:gd name="connsiteY10" fmla="*/ 556877 h 1005006"/>
                <a:gd name="connsiteX11" fmla="*/ 3812755 w 5089290"/>
                <a:gd name="connsiteY11" fmla="*/ 222786 h 1005006"/>
                <a:gd name="connsiteX12" fmla="*/ 3634955 w 5089290"/>
                <a:gd name="connsiteY12" fmla="*/ 239720 h 1005006"/>
                <a:gd name="connsiteX13" fmla="*/ 3414821 w 5089290"/>
                <a:gd name="connsiteY13" fmla="*/ 315920 h 1005006"/>
                <a:gd name="connsiteX14" fmla="*/ 3296288 w 5089290"/>
                <a:gd name="connsiteY14" fmla="*/ 434452 h 1005006"/>
                <a:gd name="connsiteX15" fmla="*/ 3084621 w 5089290"/>
                <a:gd name="connsiteY15" fmla="*/ 815452 h 1005006"/>
                <a:gd name="connsiteX16" fmla="*/ 2906821 w 5089290"/>
                <a:gd name="connsiteY16" fmla="*/ 967853 h 1005006"/>
                <a:gd name="connsiteX17" fmla="*/ 2542755 w 5089290"/>
                <a:gd name="connsiteY17" fmla="*/ 1001719 h 1005006"/>
                <a:gd name="connsiteX18" fmla="*/ 1856955 w 5089290"/>
                <a:gd name="connsiteY18" fmla="*/ 908586 h 1005006"/>
                <a:gd name="connsiteX19" fmla="*/ 1188088 w 5089290"/>
                <a:gd name="connsiteY19" fmla="*/ 696920 h 1005006"/>
                <a:gd name="connsiteX20" fmla="*/ 891755 w 5089290"/>
                <a:gd name="connsiteY20" fmla="*/ 425986 h 1005006"/>
                <a:gd name="connsiteX21" fmla="*/ 705488 w 5089290"/>
                <a:gd name="connsiteY21" fmla="*/ 298986 h 1005006"/>
                <a:gd name="connsiteX22" fmla="*/ 502288 w 5089290"/>
                <a:gd name="connsiteY22" fmla="*/ 248186 h 1005006"/>
                <a:gd name="connsiteX23" fmla="*/ 146687 w 5089290"/>
                <a:gd name="connsiteY23" fmla="*/ 205853 h 1005006"/>
                <a:gd name="connsiteX24" fmla="*/ 19688 w 5089290"/>
                <a:gd name="connsiteY24" fmla="*/ 205853 h 1005006"/>
                <a:gd name="connsiteX25" fmla="*/ 87421 w 5089290"/>
                <a:gd name="connsiteY25" fmla="*/ 112719 h 1005006"/>
                <a:gd name="connsiteX0" fmla="*/ 87421 w 5089290"/>
                <a:gd name="connsiteY0" fmla="*/ 125367 h 1017654"/>
                <a:gd name="connsiteX1" fmla="*/ 815555 w 5089290"/>
                <a:gd name="connsiteY1" fmla="*/ 269301 h 1017654"/>
                <a:gd name="connsiteX2" fmla="*/ 1416688 w 5089290"/>
                <a:gd name="connsiteY2" fmla="*/ 709567 h 1017654"/>
                <a:gd name="connsiteX3" fmla="*/ 2813688 w 5089290"/>
                <a:gd name="connsiteY3" fmla="*/ 904301 h 1017654"/>
                <a:gd name="connsiteX4" fmla="*/ 3313221 w 5089290"/>
                <a:gd name="connsiteY4" fmla="*/ 269301 h 1017654"/>
                <a:gd name="connsiteX5" fmla="*/ 3821222 w 5089290"/>
                <a:gd name="connsiteY5" fmla="*/ 116900 h 1017654"/>
                <a:gd name="connsiteX6" fmla="*/ 4295355 w 5089290"/>
                <a:gd name="connsiteY6" fmla="*/ 328849 h 1017654"/>
                <a:gd name="connsiteX7" fmla="*/ 4244555 w 5089290"/>
                <a:gd name="connsiteY7" fmla="*/ 23766 h 1017654"/>
                <a:gd name="connsiteX8" fmla="*/ 4278421 w 5089290"/>
                <a:gd name="connsiteY8" fmla="*/ 108434 h 1017654"/>
                <a:gd name="connsiteX9" fmla="*/ 5089105 w 5089290"/>
                <a:gd name="connsiteY9" fmla="*/ 806827 h 1017654"/>
                <a:gd name="connsiteX10" fmla="*/ 4348270 w 5089290"/>
                <a:gd name="connsiteY10" fmla="*/ 569525 h 1017654"/>
                <a:gd name="connsiteX11" fmla="*/ 3812755 w 5089290"/>
                <a:gd name="connsiteY11" fmla="*/ 235434 h 1017654"/>
                <a:gd name="connsiteX12" fmla="*/ 3634955 w 5089290"/>
                <a:gd name="connsiteY12" fmla="*/ 252368 h 1017654"/>
                <a:gd name="connsiteX13" fmla="*/ 3414821 w 5089290"/>
                <a:gd name="connsiteY13" fmla="*/ 328568 h 1017654"/>
                <a:gd name="connsiteX14" fmla="*/ 3296288 w 5089290"/>
                <a:gd name="connsiteY14" fmla="*/ 447100 h 1017654"/>
                <a:gd name="connsiteX15" fmla="*/ 3084621 w 5089290"/>
                <a:gd name="connsiteY15" fmla="*/ 828100 h 1017654"/>
                <a:gd name="connsiteX16" fmla="*/ 2906821 w 5089290"/>
                <a:gd name="connsiteY16" fmla="*/ 980501 h 1017654"/>
                <a:gd name="connsiteX17" fmla="*/ 2542755 w 5089290"/>
                <a:gd name="connsiteY17" fmla="*/ 1014367 h 1017654"/>
                <a:gd name="connsiteX18" fmla="*/ 1856955 w 5089290"/>
                <a:gd name="connsiteY18" fmla="*/ 921234 h 1017654"/>
                <a:gd name="connsiteX19" fmla="*/ 1188088 w 5089290"/>
                <a:gd name="connsiteY19" fmla="*/ 709568 h 1017654"/>
                <a:gd name="connsiteX20" fmla="*/ 891755 w 5089290"/>
                <a:gd name="connsiteY20" fmla="*/ 438634 h 1017654"/>
                <a:gd name="connsiteX21" fmla="*/ 705488 w 5089290"/>
                <a:gd name="connsiteY21" fmla="*/ 311634 h 1017654"/>
                <a:gd name="connsiteX22" fmla="*/ 502288 w 5089290"/>
                <a:gd name="connsiteY22" fmla="*/ 260834 h 1017654"/>
                <a:gd name="connsiteX23" fmla="*/ 146687 w 5089290"/>
                <a:gd name="connsiteY23" fmla="*/ 218501 h 1017654"/>
                <a:gd name="connsiteX24" fmla="*/ 19688 w 5089290"/>
                <a:gd name="connsiteY24" fmla="*/ 218501 h 1017654"/>
                <a:gd name="connsiteX25" fmla="*/ 87421 w 5089290"/>
                <a:gd name="connsiteY25" fmla="*/ 125367 h 1017654"/>
                <a:gd name="connsiteX0" fmla="*/ 87421 w 5089290"/>
                <a:gd name="connsiteY0" fmla="*/ 125367 h 1017654"/>
                <a:gd name="connsiteX1" fmla="*/ 815555 w 5089290"/>
                <a:gd name="connsiteY1" fmla="*/ 269301 h 1017654"/>
                <a:gd name="connsiteX2" fmla="*/ 1416688 w 5089290"/>
                <a:gd name="connsiteY2" fmla="*/ 709567 h 1017654"/>
                <a:gd name="connsiteX3" fmla="*/ 2813688 w 5089290"/>
                <a:gd name="connsiteY3" fmla="*/ 904301 h 1017654"/>
                <a:gd name="connsiteX4" fmla="*/ 3313221 w 5089290"/>
                <a:gd name="connsiteY4" fmla="*/ 269301 h 1017654"/>
                <a:gd name="connsiteX5" fmla="*/ 3865672 w 5089290"/>
                <a:gd name="connsiteY5" fmla="*/ 138692 h 1017654"/>
                <a:gd name="connsiteX6" fmla="*/ 4295355 w 5089290"/>
                <a:gd name="connsiteY6" fmla="*/ 328849 h 1017654"/>
                <a:gd name="connsiteX7" fmla="*/ 4244555 w 5089290"/>
                <a:gd name="connsiteY7" fmla="*/ 23766 h 1017654"/>
                <a:gd name="connsiteX8" fmla="*/ 4278421 w 5089290"/>
                <a:gd name="connsiteY8" fmla="*/ 108434 h 1017654"/>
                <a:gd name="connsiteX9" fmla="*/ 5089105 w 5089290"/>
                <a:gd name="connsiteY9" fmla="*/ 806827 h 1017654"/>
                <a:gd name="connsiteX10" fmla="*/ 4348270 w 5089290"/>
                <a:gd name="connsiteY10" fmla="*/ 569525 h 1017654"/>
                <a:gd name="connsiteX11" fmla="*/ 3812755 w 5089290"/>
                <a:gd name="connsiteY11" fmla="*/ 235434 h 1017654"/>
                <a:gd name="connsiteX12" fmla="*/ 3634955 w 5089290"/>
                <a:gd name="connsiteY12" fmla="*/ 252368 h 1017654"/>
                <a:gd name="connsiteX13" fmla="*/ 3414821 w 5089290"/>
                <a:gd name="connsiteY13" fmla="*/ 328568 h 1017654"/>
                <a:gd name="connsiteX14" fmla="*/ 3296288 w 5089290"/>
                <a:gd name="connsiteY14" fmla="*/ 447100 h 1017654"/>
                <a:gd name="connsiteX15" fmla="*/ 3084621 w 5089290"/>
                <a:gd name="connsiteY15" fmla="*/ 828100 h 1017654"/>
                <a:gd name="connsiteX16" fmla="*/ 2906821 w 5089290"/>
                <a:gd name="connsiteY16" fmla="*/ 980501 h 1017654"/>
                <a:gd name="connsiteX17" fmla="*/ 2542755 w 5089290"/>
                <a:gd name="connsiteY17" fmla="*/ 1014367 h 1017654"/>
                <a:gd name="connsiteX18" fmla="*/ 1856955 w 5089290"/>
                <a:gd name="connsiteY18" fmla="*/ 921234 h 1017654"/>
                <a:gd name="connsiteX19" fmla="*/ 1188088 w 5089290"/>
                <a:gd name="connsiteY19" fmla="*/ 709568 h 1017654"/>
                <a:gd name="connsiteX20" fmla="*/ 891755 w 5089290"/>
                <a:gd name="connsiteY20" fmla="*/ 438634 h 1017654"/>
                <a:gd name="connsiteX21" fmla="*/ 705488 w 5089290"/>
                <a:gd name="connsiteY21" fmla="*/ 311634 h 1017654"/>
                <a:gd name="connsiteX22" fmla="*/ 502288 w 5089290"/>
                <a:gd name="connsiteY22" fmla="*/ 260834 h 1017654"/>
                <a:gd name="connsiteX23" fmla="*/ 146687 w 5089290"/>
                <a:gd name="connsiteY23" fmla="*/ 218501 h 1017654"/>
                <a:gd name="connsiteX24" fmla="*/ 19688 w 5089290"/>
                <a:gd name="connsiteY24" fmla="*/ 218501 h 1017654"/>
                <a:gd name="connsiteX25" fmla="*/ 87421 w 5089290"/>
                <a:gd name="connsiteY25" fmla="*/ 125367 h 1017654"/>
                <a:gd name="connsiteX0" fmla="*/ 87421 w 5089290"/>
                <a:gd name="connsiteY0" fmla="*/ 125367 h 1017654"/>
                <a:gd name="connsiteX1" fmla="*/ 815555 w 5089290"/>
                <a:gd name="connsiteY1" fmla="*/ 269301 h 1017654"/>
                <a:gd name="connsiteX2" fmla="*/ 1416688 w 5089290"/>
                <a:gd name="connsiteY2" fmla="*/ 709567 h 1017654"/>
                <a:gd name="connsiteX3" fmla="*/ 2813688 w 5089290"/>
                <a:gd name="connsiteY3" fmla="*/ 904301 h 1017654"/>
                <a:gd name="connsiteX4" fmla="*/ 3313221 w 5089290"/>
                <a:gd name="connsiteY4" fmla="*/ 269301 h 1017654"/>
                <a:gd name="connsiteX5" fmla="*/ 3865672 w 5089290"/>
                <a:gd name="connsiteY5" fmla="*/ 138692 h 1017654"/>
                <a:gd name="connsiteX6" fmla="*/ 4295355 w 5089290"/>
                <a:gd name="connsiteY6" fmla="*/ 328849 h 1017654"/>
                <a:gd name="connsiteX7" fmla="*/ 4244555 w 5089290"/>
                <a:gd name="connsiteY7" fmla="*/ 23766 h 1017654"/>
                <a:gd name="connsiteX8" fmla="*/ 4278421 w 5089290"/>
                <a:gd name="connsiteY8" fmla="*/ 108434 h 1017654"/>
                <a:gd name="connsiteX9" fmla="*/ 5089105 w 5089290"/>
                <a:gd name="connsiteY9" fmla="*/ 806827 h 1017654"/>
                <a:gd name="connsiteX10" fmla="*/ 4348270 w 5089290"/>
                <a:gd name="connsiteY10" fmla="*/ 569525 h 1017654"/>
                <a:gd name="connsiteX11" fmla="*/ 3812755 w 5089290"/>
                <a:gd name="connsiteY11" fmla="*/ 235434 h 1017654"/>
                <a:gd name="connsiteX12" fmla="*/ 3571455 w 5089290"/>
                <a:gd name="connsiteY12" fmla="*/ 230577 h 1017654"/>
                <a:gd name="connsiteX13" fmla="*/ 3414821 w 5089290"/>
                <a:gd name="connsiteY13" fmla="*/ 328568 h 1017654"/>
                <a:gd name="connsiteX14" fmla="*/ 3296288 w 5089290"/>
                <a:gd name="connsiteY14" fmla="*/ 447100 h 1017654"/>
                <a:gd name="connsiteX15" fmla="*/ 3084621 w 5089290"/>
                <a:gd name="connsiteY15" fmla="*/ 828100 h 1017654"/>
                <a:gd name="connsiteX16" fmla="*/ 2906821 w 5089290"/>
                <a:gd name="connsiteY16" fmla="*/ 980501 h 1017654"/>
                <a:gd name="connsiteX17" fmla="*/ 2542755 w 5089290"/>
                <a:gd name="connsiteY17" fmla="*/ 1014367 h 1017654"/>
                <a:gd name="connsiteX18" fmla="*/ 1856955 w 5089290"/>
                <a:gd name="connsiteY18" fmla="*/ 921234 h 1017654"/>
                <a:gd name="connsiteX19" fmla="*/ 1188088 w 5089290"/>
                <a:gd name="connsiteY19" fmla="*/ 709568 h 1017654"/>
                <a:gd name="connsiteX20" fmla="*/ 891755 w 5089290"/>
                <a:gd name="connsiteY20" fmla="*/ 438634 h 1017654"/>
                <a:gd name="connsiteX21" fmla="*/ 705488 w 5089290"/>
                <a:gd name="connsiteY21" fmla="*/ 311634 h 1017654"/>
                <a:gd name="connsiteX22" fmla="*/ 502288 w 5089290"/>
                <a:gd name="connsiteY22" fmla="*/ 260834 h 1017654"/>
                <a:gd name="connsiteX23" fmla="*/ 146687 w 5089290"/>
                <a:gd name="connsiteY23" fmla="*/ 218501 h 1017654"/>
                <a:gd name="connsiteX24" fmla="*/ 19688 w 5089290"/>
                <a:gd name="connsiteY24" fmla="*/ 218501 h 1017654"/>
                <a:gd name="connsiteX25" fmla="*/ 87421 w 5089290"/>
                <a:gd name="connsiteY25" fmla="*/ 125367 h 1017654"/>
                <a:gd name="connsiteX0" fmla="*/ 87421 w 5089287"/>
                <a:gd name="connsiteY0" fmla="*/ 125367 h 1017654"/>
                <a:gd name="connsiteX1" fmla="*/ 815555 w 5089287"/>
                <a:gd name="connsiteY1" fmla="*/ 269301 h 1017654"/>
                <a:gd name="connsiteX2" fmla="*/ 1416688 w 5089287"/>
                <a:gd name="connsiteY2" fmla="*/ 709567 h 1017654"/>
                <a:gd name="connsiteX3" fmla="*/ 2813688 w 5089287"/>
                <a:gd name="connsiteY3" fmla="*/ 904301 h 1017654"/>
                <a:gd name="connsiteX4" fmla="*/ 3313221 w 5089287"/>
                <a:gd name="connsiteY4" fmla="*/ 269301 h 1017654"/>
                <a:gd name="connsiteX5" fmla="*/ 3865672 w 5089287"/>
                <a:gd name="connsiteY5" fmla="*/ 138692 h 1017654"/>
                <a:gd name="connsiteX6" fmla="*/ 4295355 w 5089287"/>
                <a:gd name="connsiteY6" fmla="*/ 328849 h 1017654"/>
                <a:gd name="connsiteX7" fmla="*/ 4244555 w 5089287"/>
                <a:gd name="connsiteY7" fmla="*/ 23766 h 1017654"/>
                <a:gd name="connsiteX8" fmla="*/ 4278421 w 5089287"/>
                <a:gd name="connsiteY8" fmla="*/ 108434 h 1017654"/>
                <a:gd name="connsiteX9" fmla="*/ 5089105 w 5089287"/>
                <a:gd name="connsiteY9" fmla="*/ 806827 h 1017654"/>
                <a:gd name="connsiteX10" fmla="*/ 4348270 w 5089287"/>
                <a:gd name="connsiteY10" fmla="*/ 569525 h 1017654"/>
                <a:gd name="connsiteX11" fmla="*/ 3869905 w 5089287"/>
                <a:gd name="connsiteY11" fmla="*/ 257226 h 1017654"/>
                <a:gd name="connsiteX12" fmla="*/ 3571455 w 5089287"/>
                <a:gd name="connsiteY12" fmla="*/ 230577 h 1017654"/>
                <a:gd name="connsiteX13" fmla="*/ 3414821 w 5089287"/>
                <a:gd name="connsiteY13" fmla="*/ 328568 h 1017654"/>
                <a:gd name="connsiteX14" fmla="*/ 3296288 w 5089287"/>
                <a:gd name="connsiteY14" fmla="*/ 447100 h 1017654"/>
                <a:gd name="connsiteX15" fmla="*/ 3084621 w 5089287"/>
                <a:gd name="connsiteY15" fmla="*/ 828100 h 1017654"/>
                <a:gd name="connsiteX16" fmla="*/ 2906821 w 5089287"/>
                <a:gd name="connsiteY16" fmla="*/ 980501 h 1017654"/>
                <a:gd name="connsiteX17" fmla="*/ 2542755 w 5089287"/>
                <a:gd name="connsiteY17" fmla="*/ 1014367 h 1017654"/>
                <a:gd name="connsiteX18" fmla="*/ 1856955 w 5089287"/>
                <a:gd name="connsiteY18" fmla="*/ 921234 h 1017654"/>
                <a:gd name="connsiteX19" fmla="*/ 1188088 w 5089287"/>
                <a:gd name="connsiteY19" fmla="*/ 709568 h 1017654"/>
                <a:gd name="connsiteX20" fmla="*/ 891755 w 5089287"/>
                <a:gd name="connsiteY20" fmla="*/ 438634 h 1017654"/>
                <a:gd name="connsiteX21" fmla="*/ 705488 w 5089287"/>
                <a:gd name="connsiteY21" fmla="*/ 311634 h 1017654"/>
                <a:gd name="connsiteX22" fmla="*/ 502288 w 5089287"/>
                <a:gd name="connsiteY22" fmla="*/ 260834 h 1017654"/>
                <a:gd name="connsiteX23" fmla="*/ 146687 w 5089287"/>
                <a:gd name="connsiteY23" fmla="*/ 218501 h 1017654"/>
                <a:gd name="connsiteX24" fmla="*/ 19688 w 5089287"/>
                <a:gd name="connsiteY24" fmla="*/ 218501 h 1017654"/>
                <a:gd name="connsiteX25" fmla="*/ 87421 w 5089287"/>
                <a:gd name="connsiteY25" fmla="*/ 125367 h 1017654"/>
                <a:gd name="connsiteX0" fmla="*/ 87421 w 5089287"/>
                <a:gd name="connsiteY0" fmla="*/ 125367 h 1017654"/>
                <a:gd name="connsiteX1" fmla="*/ 815555 w 5089287"/>
                <a:gd name="connsiteY1" fmla="*/ 269301 h 1017654"/>
                <a:gd name="connsiteX2" fmla="*/ 1416688 w 5089287"/>
                <a:gd name="connsiteY2" fmla="*/ 709567 h 1017654"/>
                <a:gd name="connsiteX3" fmla="*/ 2813688 w 5089287"/>
                <a:gd name="connsiteY3" fmla="*/ 904301 h 1017654"/>
                <a:gd name="connsiteX4" fmla="*/ 3313221 w 5089287"/>
                <a:gd name="connsiteY4" fmla="*/ 269301 h 1017654"/>
                <a:gd name="connsiteX5" fmla="*/ 3865672 w 5089287"/>
                <a:gd name="connsiteY5" fmla="*/ 138692 h 1017654"/>
                <a:gd name="connsiteX6" fmla="*/ 4295355 w 5089287"/>
                <a:gd name="connsiteY6" fmla="*/ 328849 h 1017654"/>
                <a:gd name="connsiteX7" fmla="*/ 4244555 w 5089287"/>
                <a:gd name="connsiteY7" fmla="*/ 23766 h 1017654"/>
                <a:gd name="connsiteX8" fmla="*/ 4278421 w 5089287"/>
                <a:gd name="connsiteY8" fmla="*/ 108434 h 1017654"/>
                <a:gd name="connsiteX9" fmla="*/ 5089105 w 5089287"/>
                <a:gd name="connsiteY9" fmla="*/ 806827 h 1017654"/>
                <a:gd name="connsiteX10" fmla="*/ 4348270 w 5089287"/>
                <a:gd name="connsiteY10" fmla="*/ 569525 h 1017654"/>
                <a:gd name="connsiteX11" fmla="*/ 3869905 w 5089287"/>
                <a:gd name="connsiteY11" fmla="*/ 257226 h 1017654"/>
                <a:gd name="connsiteX12" fmla="*/ 3596855 w 5089287"/>
                <a:gd name="connsiteY12" fmla="*/ 252368 h 1017654"/>
                <a:gd name="connsiteX13" fmla="*/ 3414821 w 5089287"/>
                <a:gd name="connsiteY13" fmla="*/ 328568 h 1017654"/>
                <a:gd name="connsiteX14" fmla="*/ 3296288 w 5089287"/>
                <a:gd name="connsiteY14" fmla="*/ 447100 h 1017654"/>
                <a:gd name="connsiteX15" fmla="*/ 3084621 w 5089287"/>
                <a:gd name="connsiteY15" fmla="*/ 828100 h 1017654"/>
                <a:gd name="connsiteX16" fmla="*/ 2906821 w 5089287"/>
                <a:gd name="connsiteY16" fmla="*/ 980501 h 1017654"/>
                <a:gd name="connsiteX17" fmla="*/ 2542755 w 5089287"/>
                <a:gd name="connsiteY17" fmla="*/ 1014367 h 1017654"/>
                <a:gd name="connsiteX18" fmla="*/ 1856955 w 5089287"/>
                <a:gd name="connsiteY18" fmla="*/ 921234 h 1017654"/>
                <a:gd name="connsiteX19" fmla="*/ 1188088 w 5089287"/>
                <a:gd name="connsiteY19" fmla="*/ 709568 h 1017654"/>
                <a:gd name="connsiteX20" fmla="*/ 891755 w 5089287"/>
                <a:gd name="connsiteY20" fmla="*/ 438634 h 1017654"/>
                <a:gd name="connsiteX21" fmla="*/ 705488 w 5089287"/>
                <a:gd name="connsiteY21" fmla="*/ 311634 h 1017654"/>
                <a:gd name="connsiteX22" fmla="*/ 502288 w 5089287"/>
                <a:gd name="connsiteY22" fmla="*/ 260834 h 1017654"/>
                <a:gd name="connsiteX23" fmla="*/ 146687 w 5089287"/>
                <a:gd name="connsiteY23" fmla="*/ 218501 h 1017654"/>
                <a:gd name="connsiteX24" fmla="*/ 19688 w 5089287"/>
                <a:gd name="connsiteY24" fmla="*/ 218501 h 1017654"/>
                <a:gd name="connsiteX25" fmla="*/ 87421 w 5089287"/>
                <a:gd name="connsiteY25" fmla="*/ 125367 h 1017654"/>
                <a:gd name="connsiteX0" fmla="*/ 87421 w 5089287"/>
                <a:gd name="connsiteY0" fmla="*/ 125367 h 1017654"/>
                <a:gd name="connsiteX1" fmla="*/ 815555 w 5089287"/>
                <a:gd name="connsiteY1" fmla="*/ 269301 h 1017654"/>
                <a:gd name="connsiteX2" fmla="*/ 1416688 w 5089287"/>
                <a:gd name="connsiteY2" fmla="*/ 709567 h 1017654"/>
                <a:gd name="connsiteX3" fmla="*/ 2813688 w 5089287"/>
                <a:gd name="connsiteY3" fmla="*/ 904301 h 1017654"/>
                <a:gd name="connsiteX4" fmla="*/ 3313221 w 5089287"/>
                <a:gd name="connsiteY4" fmla="*/ 269301 h 1017654"/>
                <a:gd name="connsiteX5" fmla="*/ 3916472 w 5089287"/>
                <a:gd name="connsiteY5" fmla="*/ 175011 h 1017654"/>
                <a:gd name="connsiteX6" fmla="*/ 4295355 w 5089287"/>
                <a:gd name="connsiteY6" fmla="*/ 328849 h 1017654"/>
                <a:gd name="connsiteX7" fmla="*/ 4244555 w 5089287"/>
                <a:gd name="connsiteY7" fmla="*/ 23766 h 1017654"/>
                <a:gd name="connsiteX8" fmla="*/ 4278421 w 5089287"/>
                <a:gd name="connsiteY8" fmla="*/ 108434 h 1017654"/>
                <a:gd name="connsiteX9" fmla="*/ 5089105 w 5089287"/>
                <a:gd name="connsiteY9" fmla="*/ 806827 h 1017654"/>
                <a:gd name="connsiteX10" fmla="*/ 4348270 w 5089287"/>
                <a:gd name="connsiteY10" fmla="*/ 569525 h 1017654"/>
                <a:gd name="connsiteX11" fmla="*/ 3869905 w 5089287"/>
                <a:gd name="connsiteY11" fmla="*/ 257226 h 1017654"/>
                <a:gd name="connsiteX12" fmla="*/ 3596855 w 5089287"/>
                <a:gd name="connsiteY12" fmla="*/ 252368 h 1017654"/>
                <a:gd name="connsiteX13" fmla="*/ 3414821 w 5089287"/>
                <a:gd name="connsiteY13" fmla="*/ 328568 h 1017654"/>
                <a:gd name="connsiteX14" fmla="*/ 3296288 w 5089287"/>
                <a:gd name="connsiteY14" fmla="*/ 447100 h 1017654"/>
                <a:gd name="connsiteX15" fmla="*/ 3084621 w 5089287"/>
                <a:gd name="connsiteY15" fmla="*/ 828100 h 1017654"/>
                <a:gd name="connsiteX16" fmla="*/ 2906821 w 5089287"/>
                <a:gd name="connsiteY16" fmla="*/ 980501 h 1017654"/>
                <a:gd name="connsiteX17" fmla="*/ 2542755 w 5089287"/>
                <a:gd name="connsiteY17" fmla="*/ 1014367 h 1017654"/>
                <a:gd name="connsiteX18" fmla="*/ 1856955 w 5089287"/>
                <a:gd name="connsiteY18" fmla="*/ 921234 h 1017654"/>
                <a:gd name="connsiteX19" fmla="*/ 1188088 w 5089287"/>
                <a:gd name="connsiteY19" fmla="*/ 709568 h 1017654"/>
                <a:gd name="connsiteX20" fmla="*/ 891755 w 5089287"/>
                <a:gd name="connsiteY20" fmla="*/ 438634 h 1017654"/>
                <a:gd name="connsiteX21" fmla="*/ 705488 w 5089287"/>
                <a:gd name="connsiteY21" fmla="*/ 311634 h 1017654"/>
                <a:gd name="connsiteX22" fmla="*/ 502288 w 5089287"/>
                <a:gd name="connsiteY22" fmla="*/ 260834 h 1017654"/>
                <a:gd name="connsiteX23" fmla="*/ 146687 w 5089287"/>
                <a:gd name="connsiteY23" fmla="*/ 218501 h 1017654"/>
                <a:gd name="connsiteX24" fmla="*/ 19688 w 5089287"/>
                <a:gd name="connsiteY24" fmla="*/ 218501 h 1017654"/>
                <a:gd name="connsiteX25" fmla="*/ 87421 w 5089287"/>
                <a:gd name="connsiteY25" fmla="*/ 125367 h 1017654"/>
                <a:gd name="connsiteX0" fmla="*/ 87421 w 5089287"/>
                <a:gd name="connsiteY0" fmla="*/ 125367 h 1017654"/>
                <a:gd name="connsiteX1" fmla="*/ 815555 w 5089287"/>
                <a:gd name="connsiteY1" fmla="*/ 269301 h 1017654"/>
                <a:gd name="connsiteX2" fmla="*/ 1416688 w 5089287"/>
                <a:gd name="connsiteY2" fmla="*/ 709567 h 1017654"/>
                <a:gd name="connsiteX3" fmla="*/ 2813688 w 5089287"/>
                <a:gd name="connsiteY3" fmla="*/ 904301 h 1017654"/>
                <a:gd name="connsiteX4" fmla="*/ 3313221 w 5089287"/>
                <a:gd name="connsiteY4" fmla="*/ 269301 h 1017654"/>
                <a:gd name="connsiteX5" fmla="*/ 3916472 w 5089287"/>
                <a:gd name="connsiteY5" fmla="*/ 175011 h 1017654"/>
                <a:gd name="connsiteX6" fmla="*/ 4295355 w 5089287"/>
                <a:gd name="connsiteY6" fmla="*/ 328849 h 1017654"/>
                <a:gd name="connsiteX7" fmla="*/ 4244555 w 5089287"/>
                <a:gd name="connsiteY7" fmla="*/ 23766 h 1017654"/>
                <a:gd name="connsiteX8" fmla="*/ 4278421 w 5089287"/>
                <a:gd name="connsiteY8" fmla="*/ 108434 h 1017654"/>
                <a:gd name="connsiteX9" fmla="*/ 5089105 w 5089287"/>
                <a:gd name="connsiteY9" fmla="*/ 806827 h 1017654"/>
                <a:gd name="connsiteX10" fmla="*/ 4348270 w 5089287"/>
                <a:gd name="connsiteY10" fmla="*/ 569525 h 1017654"/>
                <a:gd name="connsiteX11" fmla="*/ 3869905 w 5089287"/>
                <a:gd name="connsiteY11" fmla="*/ 257226 h 1017654"/>
                <a:gd name="connsiteX12" fmla="*/ 3596855 w 5089287"/>
                <a:gd name="connsiteY12" fmla="*/ 252368 h 1017654"/>
                <a:gd name="connsiteX13" fmla="*/ 3414821 w 5089287"/>
                <a:gd name="connsiteY13" fmla="*/ 328568 h 1017654"/>
                <a:gd name="connsiteX14" fmla="*/ 3296288 w 5089287"/>
                <a:gd name="connsiteY14" fmla="*/ 447100 h 1017654"/>
                <a:gd name="connsiteX15" fmla="*/ 3084621 w 5089287"/>
                <a:gd name="connsiteY15" fmla="*/ 828100 h 1017654"/>
                <a:gd name="connsiteX16" fmla="*/ 2906821 w 5089287"/>
                <a:gd name="connsiteY16" fmla="*/ 980501 h 1017654"/>
                <a:gd name="connsiteX17" fmla="*/ 2542755 w 5089287"/>
                <a:gd name="connsiteY17" fmla="*/ 1014367 h 1017654"/>
                <a:gd name="connsiteX18" fmla="*/ 1856955 w 5089287"/>
                <a:gd name="connsiteY18" fmla="*/ 921234 h 1017654"/>
                <a:gd name="connsiteX19" fmla="*/ 1188088 w 5089287"/>
                <a:gd name="connsiteY19" fmla="*/ 709568 h 1017654"/>
                <a:gd name="connsiteX20" fmla="*/ 891755 w 5089287"/>
                <a:gd name="connsiteY20" fmla="*/ 438634 h 1017654"/>
                <a:gd name="connsiteX21" fmla="*/ 705488 w 5089287"/>
                <a:gd name="connsiteY21" fmla="*/ 311634 h 1017654"/>
                <a:gd name="connsiteX22" fmla="*/ 502288 w 5089287"/>
                <a:gd name="connsiteY22" fmla="*/ 260834 h 1017654"/>
                <a:gd name="connsiteX23" fmla="*/ 146687 w 5089287"/>
                <a:gd name="connsiteY23" fmla="*/ 218501 h 1017654"/>
                <a:gd name="connsiteX24" fmla="*/ 19688 w 5089287"/>
                <a:gd name="connsiteY24" fmla="*/ 218501 h 1017654"/>
                <a:gd name="connsiteX25" fmla="*/ 87421 w 5089287"/>
                <a:gd name="connsiteY25" fmla="*/ 125367 h 1017654"/>
                <a:gd name="connsiteX0" fmla="*/ 87421 w 5089287"/>
                <a:gd name="connsiteY0" fmla="*/ 125367 h 1017654"/>
                <a:gd name="connsiteX1" fmla="*/ 815555 w 5089287"/>
                <a:gd name="connsiteY1" fmla="*/ 269301 h 1017654"/>
                <a:gd name="connsiteX2" fmla="*/ 1416688 w 5089287"/>
                <a:gd name="connsiteY2" fmla="*/ 709567 h 1017654"/>
                <a:gd name="connsiteX3" fmla="*/ 2813688 w 5089287"/>
                <a:gd name="connsiteY3" fmla="*/ 904301 h 1017654"/>
                <a:gd name="connsiteX4" fmla="*/ 3313221 w 5089287"/>
                <a:gd name="connsiteY4" fmla="*/ 269301 h 1017654"/>
                <a:gd name="connsiteX5" fmla="*/ 3935522 w 5089287"/>
                <a:gd name="connsiteY5" fmla="*/ 167747 h 1017654"/>
                <a:gd name="connsiteX6" fmla="*/ 4295355 w 5089287"/>
                <a:gd name="connsiteY6" fmla="*/ 328849 h 1017654"/>
                <a:gd name="connsiteX7" fmla="*/ 4244555 w 5089287"/>
                <a:gd name="connsiteY7" fmla="*/ 23766 h 1017654"/>
                <a:gd name="connsiteX8" fmla="*/ 4278421 w 5089287"/>
                <a:gd name="connsiteY8" fmla="*/ 108434 h 1017654"/>
                <a:gd name="connsiteX9" fmla="*/ 5089105 w 5089287"/>
                <a:gd name="connsiteY9" fmla="*/ 806827 h 1017654"/>
                <a:gd name="connsiteX10" fmla="*/ 4348270 w 5089287"/>
                <a:gd name="connsiteY10" fmla="*/ 569525 h 1017654"/>
                <a:gd name="connsiteX11" fmla="*/ 3869905 w 5089287"/>
                <a:gd name="connsiteY11" fmla="*/ 257226 h 1017654"/>
                <a:gd name="connsiteX12" fmla="*/ 3596855 w 5089287"/>
                <a:gd name="connsiteY12" fmla="*/ 252368 h 1017654"/>
                <a:gd name="connsiteX13" fmla="*/ 3414821 w 5089287"/>
                <a:gd name="connsiteY13" fmla="*/ 328568 h 1017654"/>
                <a:gd name="connsiteX14" fmla="*/ 3296288 w 5089287"/>
                <a:gd name="connsiteY14" fmla="*/ 447100 h 1017654"/>
                <a:gd name="connsiteX15" fmla="*/ 3084621 w 5089287"/>
                <a:gd name="connsiteY15" fmla="*/ 828100 h 1017654"/>
                <a:gd name="connsiteX16" fmla="*/ 2906821 w 5089287"/>
                <a:gd name="connsiteY16" fmla="*/ 980501 h 1017654"/>
                <a:gd name="connsiteX17" fmla="*/ 2542755 w 5089287"/>
                <a:gd name="connsiteY17" fmla="*/ 1014367 h 1017654"/>
                <a:gd name="connsiteX18" fmla="*/ 1856955 w 5089287"/>
                <a:gd name="connsiteY18" fmla="*/ 921234 h 1017654"/>
                <a:gd name="connsiteX19" fmla="*/ 1188088 w 5089287"/>
                <a:gd name="connsiteY19" fmla="*/ 709568 h 1017654"/>
                <a:gd name="connsiteX20" fmla="*/ 891755 w 5089287"/>
                <a:gd name="connsiteY20" fmla="*/ 438634 h 1017654"/>
                <a:gd name="connsiteX21" fmla="*/ 705488 w 5089287"/>
                <a:gd name="connsiteY21" fmla="*/ 311634 h 1017654"/>
                <a:gd name="connsiteX22" fmla="*/ 502288 w 5089287"/>
                <a:gd name="connsiteY22" fmla="*/ 260834 h 1017654"/>
                <a:gd name="connsiteX23" fmla="*/ 146687 w 5089287"/>
                <a:gd name="connsiteY23" fmla="*/ 218501 h 1017654"/>
                <a:gd name="connsiteX24" fmla="*/ 19688 w 5089287"/>
                <a:gd name="connsiteY24" fmla="*/ 218501 h 1017654"/>
                <a:gd name="connsiteX25" fmla="*/ 87421 w 5089287"/>
                <a:gd name="connsiteY25" fmla="*/ 125367 h 1017654"/>
                <a:gd name="connsiteX0" fmla="*/ 87421 w 5089287"/>
                <a:gd name="connsiteY0" fmla="*/ 125367 h 1017654"/>
                <a:gd name="connsiteX1" fmla="*/ 815555 w 5089287"/>
                <a:gd name="connsiteY1" fmla="*/ 269301 h 1017654"/>
                <a:gd name="connsiteX2" fmla="*/ 1416688 w 5089287"/>
                <a:gd name="connsiteY2" fmla="*/ 709567 h 1017654"/>
                <a:gd name="connsiteX3" fmla="*/ 2813688 w 5089287"/>
                <a:gd name="connsiteY3" fmla="*/ 904301 h 1017654"/>
                <a:gd name="connsiteX4" fmla="*/ 3313221 w 5089287"/>
                <a:gd name="connsiteY4" fmla="*/ 269301 h 1017654"/>
                <a:gd name="connsiteX5" fmla="*/ 3935522 w 5089287"/>
                <a:gd name="connsiteY5" fmla="*/ 167747 h 1017654"/>
                <a:gd name="connsiteX6" fmla="*/ 4295355 w 5089287"/>
                <a:gd name="connsiteY6" fmla="*/ 328849 h 1017654"/>
                <a:gd name="connsiteX7" fmla="*/ 4244555 w 5089287"/>
                <a:gd name="connsiteY7" fmla="*/ 23766 h 1017654"/>
                <a:gd name="connsiteX8" fmla="*/ 4278421 w 5089287"/>
                <a:gd name="connsiteY8" fmla="*/ 108434 h 1017654"/>
                <a:gd name="connsiteX9" fmla="*/ 5089105 w 5089287"/>
                <a:gd name="connsiteY9" fmla="*/ 806827 h 1017654"/>
                <a:gd name="connsiteX10" fmla="*/ 4348270 w 5089287"/>
                <a:gd name="connsiteY10" fmla="*/ 569525 h 1017654"/>
                <a:gd name="connsiteX11" fmla="*/ 3869905 w 5089287"/>
                <a:gd name="connsiteY11" fmla="*/ 257226 h 1017654"/>
                <a:gd name="connsiteX12" fmla="*/ 3596855 w 5089287"/>
                <a:gd name="connsiteY12" fmla="*/ 252368 h 1017654"/>
                <a:gd name="connsiteX13" fmla="*/ 3414821 w 5089287"/>
                <a:gd name="connsiteY13" fmla="*/ 328568 h 1017654"/>
                <a:gd name="connsiteX14" fmla="*/ 3296288 w 5089287"/>
                <a:gd name="connsiteY14" fmla="*/ 447100 h 1017654"/>
                <a:gd name="connsiteX15" fmla="*/ 3084621 w 5089287"/>
                <a:gd name="connsiteY15" fmla="*/ 828100 h 1017654"/>
                <a:gd name="connsiteX16" fmla="*/ 2906821 w 5089287"/>
                <a:gd name="connsiteY16" fmla="*/ 980501 h 1017654"/>
                <a:gd name="connsiteX17" fmla="*/ 2542755 w 5089287"/>
                <a:gd name="connsiteY17" fmla="*/ 1014367 h 1017654"/>
                <a:gd name="connsiteX18" fmla="*/ 1856955 w 5089287"/>
                <a:gd name="connsiteY18" fmla="*/ 921234 h 1017654"/>
                <a:gd name="connsiteX19" fmla="*/ 1188088 w 5089287"/>
                <a:gd name="connsiteY19" fmla="*/ 709568 h 1017654"/>
                <a:gd name="connsiteX20" fmla="*/ 891755 w 5089287"/>
                <a:gd name="connsiteY20" fmla="*/ 438634 h 1017654"/>
                <a:gd name="connsiteX21" fmla="*/ 705488 w 5089287"/>
                <a:gd name="connsiteY21" fmla="*/ 311634 h 1017654"/>
                <a:gd name="connsiteX22" fmla="*/ 502288 w 5089287"/>
                <a:gd name="connsiteY22" fmla="*/ 260834 h 1017654"/>
                <a:gd name="connsiteX23" fmla="*/ 146687 w 5089287"/>
                <a:gd name="connsiteY23" fmla="*/ 218501 h 1017654"/>
                <a:gd name="connsiteX24" fmla="*/ 19688 w 5089287"/>
                <a:gd name="connsiteY24" fmla="*/ 218501 h 1017654"/>
                <a:gd name="connsiteX25" fmla="*/ 87421 w 5089287"/>
                <a:gd name="connsiteY25" fmla="*/ 125367 h 1017654"/>
                <a:gd name="connsiteX0" fmla="*/ 87421 w 5089287"/>
                <a:gd name="connsiteY0" fmla="*/ 132291 h 1024578"/>
                <a:gd name="connsiteX1" fmla="*/ 815555 w 5089287"/>
                <a:gd name="connsiteY1" fmla="*/ 276225 h 1024578"/>
                <a:gd name="connsiteX2" fmla="*/ 1416688 w 5089287"/>
                <a:gd name="connsiteY2" fmla="*/ 716491 h 1024578"/>
                <a:gd name="connsiteX3" fmla="*/ 2813688 w 5089287"/>
                <a:gd name="connsiteY3" fmla="*/ 911225 h 1024578"/>
                <a:gd name="connsiteX4" fmla="*/ 3313221 w 5089287"/>
                <a:gd name="connsiteY4" fmla="*/ 276225 h 1024578"/>
                <a:gd name="connsiteX5" fmla="*/ 3935522 w 5089287"/>
                <a:gd name="connsiteY5" fmla="*/ 174671 h 1024578"/>
                <a:gd name="connsiteX6" fmla="*/ 4346155 w 5089287"/>
                <a:gd name="connsiteY6" fmla="*/ 430204 h 1024578"/>
                <a:gd name="connsiteX7" fmla="*/ 4244555 w 5089287"/>
                <a:gd name="connsiteY7" fmla="*/ 30690 h 1024578"/>
                <a:gd name="connsiteX8" fmla="*/ 4278421 w 5089287"/>
                <a:gd name="connsiteY8" fmla="*/ 115358 h 1024578"/>
                <a:gd name="connsiteX9" fmla="*/ 5089105 w 5089287"/>
                <a:gd name="connsiteY9" fmla="*/ 813751 h 1024578"/>
                <a:gd name="connsiteX10" fmla="*/ 4348270 w 5089287"/>
                <a:gd name="connsiteY10" fmla="*/ 576449 h 1024578"/>
                <a:gd name="connsiteX11" fmla="*/ 3869905 w 5089287"/>
                <a:gd name="connsiteY11" fmla="*/ 264150 h 1024578"/>
                <a:gd name="connsiteX12" fmla="*/ 3596855 w 5089287"/>
                <a:gd name="connsiteY12" fmla="*/ 259292 h 1024578"/>
                <a:gd name="connsiteX13" fmla="*/ 3414821 w 5089287"/>
                <a:gd name="connsiteY13" fmla="*/ 335492 h 1024578"/>
                <a:gd name="connsiteX14" fmla="*/ 3296288 w 5089287"/>
                <a:gd name="connsiteY14" fmla="*/ 454024 h 1024578"/>
                <a:gd name="connsiteX15" fmla="*/ 3084621 w 5089287"/>
                <a:gd name="connsiteY15" fmla="*/ 835024 h 1024578"/>
                <a:gd name="connsiteX16" fmla="*/ 2906821 w 5089287"/>
                <a:gd name="connsiteY16" fmla="*/ 987425 h 1024578"/>
                <a:gd name="connsiteX17" fmla="*/ 2542755 w 5089287"/>
                <a:gd name="connsiteY17" fmla="*/ 1021291 h 1024578"/>
                <a:gd name="connsiteX18" fmla="*/ 1856955 w 5089287"/>
                <a:gd name="connsiteY18" fmla="*/ 928158 h 1024578"/>
                <a:gd name="connsiteX19" fmla="*/ 1188088 w 5089287"/>
                <a:gd name="connsiteY19" fmla="*/ 716492 h 1024578"/>
                <a:gd name="connsiteX20" fmla="*/ 891755 w 5089287"/>
                <a:gd name="connsiteY20" fmla="*/ 445558 h 1024578"/>
                <a:gd name="connsiteX21" fmla="*/ 705488 w 5089287"/>
                <a:gd name="connsiteY21" fmla="*/ 318558 h 1024578"/>
                <a:gd name="connsiteX22" fmla="*/ 502288 w 5089287"/>
                <a:gd name="connsiteY22" fmla="*/ 267758 h 1024578"/>
                <a:gd name="connsiteX23" fmla="*/ 146687 w 5089287"/>
                <a:gd name="connsiteY23" fmla="*/ 225425 h 1024578"/>
                <a:gd name="connsiteX24" fmla="*/ 19688 w 5089287"/>
                <a:gd name="connsiteY24" fmla="*/ 225425 h 1024578"/>
                <a:gd name="connsiteX25" fmla="*/ 87421 w 5089287"/>
                <a:gd name="connsiteY25" fmla="*/ 132291 h 1024578"/>
                <a:gd name="connsiteX0" fmla="*/ 87421 w 5089284"/>
                <a:gd name="connsiteY0" fmla="*/ 132291 h 1024578"/>
                <a:gd name="connsiteX1" fmla="*/ 815555 w 5089284"/>
                <a:gd name="connsiteY1" fmla="*/ 276225 h 1024578"/>
                <a:gd name="connsiteX2" fmla="*/ 1416688 w 5089284"/>
                <a:gd name="connsiteY2" fmla="*/ 716491 h 1024578"/>
                <a:gd name="connsiteX3" fmla="*/ 2813688 w 5089284"/>
                <a:gd name="connsiteY3" fmla="*/ 911225 h 1024578"/>
                <a:gd name="connsiteX4" fmla="*/ 3313221 w 5089284"/>
                <a:gd name="connsiteY4" fmla="*/ 276225 h 1024578"/>
                <a:gd name="connsiteX5" fmla="*/ 3935522 w 5089284"/>
                <a:gd name="connsiteY5" fmla="*/ 174671 h 1024578"/>
                <a:gd name="connsiteX6" fmla="*/ 4346155 w 5089284"/>
                <a:gd name="connsiteY6" fmla="*/ 430204 h 1024578"/>
                <a:gd name="connsiteX7" fmla="*/ 4244555 w 5089284"/>
                <a:gd name="connsiteY7" fmla="*/ 30690 h 1024578"/>
                <a:gd name="connsiteX8" fmla="*/ 4278421 w 5089284"/>
                <a:gd name="connsiteY8" fmla="*/ 115358 h 1024578"/>
                <a:gd name="connsiteX9" fmla="*/ 5089105 w 5089284"/>
                <a:gd name="connsiteY9" fmla="*/ 813751 h 1024578"/>
                <a:gd name="connsiteX10" fmla="*/ 4348270 w 5089284"/>
                <a:gd name="connsiteY10" fmla="*/ 576449 h 1024578"/>
                <a:gd name="connsiteX11" fmla="*/ 3920705 w 5089284"/>
                <a:gd name="connsiteY11" fmla="*/ 278677 h 1024578"/>
                <a:gd name="connsiteX12" fmla="*/ 3596855 w 5089284"/>
                <a:gd name="connsiteY12" fmla="*/ 259292 h 1024578"/>
                <a:gd name="connsiteX13" fmla="*/ 3414821 w 5089284"/>
                <a:gd name="connsiteY13" fmla="*/ 335492 h 1024578"/>
                <a:gd name="connsiteX14" fmla="*/ 3296288 w 5089284"/>
                <a:gd name="connsiteY14" fmla="*/ 454024 h 1024578"/>
                <a:gd name="connsiteX15" fmla="*/ 3084621 w 5089284"/>
                <a:gd name="connsiteY15" fmla="*/ 835024 h 1024578"/>
                <a:gd name="connsiteX16" fmla="*/ 2906821 w 5089284"/>
                <a:gd name="connsiteY16" fmla="*/ 987425 h 1024578"/>
                <a:gd name="connsiteX17" fmla="*/ 2542755 w 5089284"/>
                <a:gd name="connsiteY17" fmla="*/ 1021291 h 1024578"/>
                <a:gd name="connsiteX18" fmla="*/ 1856955 w 5089284"/>
                <a:gd name="connsiteY18" fmla="*/ 928158 h 1024578"/>
                <a:gd name="connsiteX19" fmla="*/ 1188088 w 5089284"/>
                <a:gd name="connsiteY19" fmla="*/ 716492 h 1024578"/>
                <a:gd name="connsiteX20" fmla="*/ 891755 w 5089284"/>
                <a:gd name="connsiteY20" fmla="*/ 445558 h 1024578"/>
                <a:gd name="connsiteX21" fmla="*/ 705488 w 5089284"/>
                <a:gd name="connsiteY21" fmla="*/ 318558 h 1024578"/>
                <a:gd name="connsiteX22" fmla="*/ 502288 w 5089284"/>
                <a:gd name="connsiteY22" fmla="*/ 267758 h 1024578"/>
                <a:gd name="connsiteX23" fmla="*/ 146687 w 5089284"/>
                <a:gd name="connsiteY23" fmla="*/ 225425 h 1024578"/>
                <a:gd name="connsiteX24" fmla="*/ 19688 w 5089284"/>
                <a:gd name="connsiteY24" fmla="*/ 225425 h 1024578"/>
                <a:gd name="connsiteX25" fmla="*/ 87421 w 5089284"/>
                <a:gd name="connsiteY25" fmla="*/ 132291 h 1024578"/>
                <a:gd name="connsiteX0" fmla="*/ 87421 w 5089273"/>
                <a:gd name="connsiteY0" fmla="*/ 132291 h 1024578"/>
                <a:gd name="connsiteX1" fmla="*/ 815555 w 5089273"/>
                <a:gd name="connsiteY1" fmla="*/ 276225 h 1024578"/>
                <a:gd name="connsiteX2" fmla="*/ 1416688 w 5089273"/>
                <a:gd name="connsiteY2" fmla="*/ 716491 h 1024578"/>
                <a:gd name="connsiteX3" fmla="*/ 2813688 w 5089273"/>
                <a:gd name="connsiteY3" fmla="*/ 911225 h 1024578"/>
                <a:gd name="connsiteX4" fmla="*/ 3313221 w 5089273"/>
                <a:gd name="connsiteY4" fmla="*/ 276225 h 1024578"/>
                <a:gd name="connsiteX5" fmla="*/ 3935522 w 5089273"/>
                <a:gd name="connsiteY5" fmla="*/ 174671 h 1024578"/>
                <a:gd name="connsiteX6" fmla="*/ 4346155 w 5089273"/>
                <a:gd name="connsiteY6" fmla="*/ 430204 h 1024578"/>
                <a:gd name="connsiteX7" fmla="*/ 4244555 w 5089273"/>
                <a:gd name="connsiteY7" fmla="*/ 30690 h 1024578"/>
                <a:gd name="connsiteX8" fmla="*/ 4278421 w 5089273"/>
                <a:gd name="connsiteY8" fmla="*/ 115358 h 1024578"/>
                <a:gd name="connsiteX9" fmla="*/ 5089105 w 5089273"/>
                <a:gd name="connsiteY9" fmla="*/ 813751 h 1024578"/>
                <a:gd name="connsiteX10" fmla="*/ 4348270 w 5089273"/>
                <a:gd name="connsiteY10" fmla="*/ 576449 h 1024578"/>
                <a:gd name="connsiteX11" fmla="*/ 4145428 w 5089273"/>
                <a:gd name="connsiteY11" fmla="*/ 414436 h 1024578"/>
                <a:gd name="connsiteX12" fmla="*/ 3920705 w 5089273"/>
                <a:gd name="connsiteY12" fmla="*/ 278677 h 1024578"/>
                <a:gd name="connsiteX13" fmla="*/ 3596855 w 5089273"/>
                <a:gd name="connsiteY13" fmla="*/ 259292 h 1024578"/>
                <a:gd name="connsiteX14" fmla="*/ 3414821 w 5089273"/>
                <a:gd name="connsiteY14" fmla="*/ 335492 h 1024578"/>
                <a:gd name="connsiteX15" fmla="*/ 3296288 w 5089273"/>
                <a:gd name="connsiteY15" fmla="*/ 454024 h 1024578"/>
                <a:gd name="connsiteX16" fmla="*/ 3084621 w 5089273"/>
                <a:gd name="connsiteY16" fmla="*/ 835024 h 1024578"/>
                <a:gd name="connsiteX17" fmla="*/ 2906821 w 5089273"/>
                <a:gd name="connsiteY17" fmla="*/ 987425 h 1024578"/>
                <a:gd name="connsiteX18" fmla="*/ 2542755 w 5089273"/>
                <a:gd name="connsiteY18" fmla="*/ 1021291 h 1024578"/>
                <a:gd name="connsiteX19" fmla="*/ 1856955 w 5089273"/>
                <a:gd name="connsiteY19" fmla="*/ 928158 h 1024578"/>
                <a:gd name="connsiteX20" fmla="*/ 1188088 w 5089273"/>
                <a:gd name="connsiteY20" fmla="*/ 716492 h 1024578"/>
                <a:gd name="connsiteX21" fmla="*/ 891755 w 5089273"/>
                <a:gd name="connsiteY21" fmla="*/ 445558 h 1024578"/>
                <a:gd name="connsiteX22" fmla="*/ 705488 w 5089273"/>
                <a:gd name="connsiteY22" fmla="*/ 318558 h 1024578"/>
                <a:gd name="connsiteX23" fmla="*/ 502288 w 5089273"/>
                <a:gd name="connsiteY23" fmla="*/ 267758 h 1024578"/>
                <a:gd name="connsiteX24" fmla="*/ 146687 w 5089273"/>
                <a:gd name="connsiteY24" fmla="*/ 225425 h 1024578"/>
                <a:gd name="connsiteX25" fmla="*/ 19688 w 5089273"/>
                <a:gd name="connsiteY25" fmla="*/ 225425 h 1024578"/>
                <a:gd name="connsiteX26" fmla="*/ 87421 w 5089273"/>
                <a:gd name="connsiteY26" fmla="*/ 132291 h 1024578"/>
                <a:gd name="connsiteX0" fmla="*/ 87421 w 5089273"/>
                <a:gd name="connsiteY0" fmla="*/ 132291 h 1024578"/>
                <a:gd name="connsiteX1" fmla="*/ 815555 w 5089273"/>
                <a:gd name="connsiteY1" fmla="*/ 276225 h 1024578"/>
                <a:gd name="connsiteX2" fmla="*/ 1416688 w 5089273"/>
                <a:gd name="connsiteY2" fmla="*/ 716491 h 1024578"/>
                <a:gd name="connsiteX3" fmla="*/ 2813688 w 5089273"/>
                <a:gd name="connsiteY3" fmla="*/ 911225 h 1024578"/>
                <a:gd name="connsiteX4" fmla="*/ 3313221 w 5089273"/>
                <a:gd name="connsiteY4" fmla="*/ 276225 h 1024578"/>
                <a:gd name="connsiteX5" fmla="*/ 3878372 w 5089273"/>
                <a:gd name="connsiteY5" fmla="*/ 174671 h 1024578"/>
                <a:gd name="connsiteX6" fmla="*/ 4346155 w 5089273"/>
                <a:gd name="connsiteY6" fmla="*/ 430204 h 1024578"/>
                <a:gd name="connsiteX7" fmla="*/ 4244555 w 5089273"/>
                <a:gd name="connsiteY7" fmla="*/ 30690 h 1024578"/>
                <a:gd name="connsiteX8" fmla="*/ 4278421 w 5089273"/>
                <a:gd name="connsiteY8" fmla="*/ 115358 h 1024578"/>
                <a:gd name="connsiteX9" fmla="*/ 5089105 w 5089273"/>
                <a:gd name="connsiteY9" fmla="*/ 813751 h 1024578"/>
                <a:gd name="connsiteX10" fmla="*/ 4348270 w 5089273"/>
                <a:gd name="connsiteY10" fmla="*/ 576449 h 1024578"/>
                <a:gd name="connsiteX11" fmla="*/ 4145428 w 5089273"/>
                <a:gd name="connsiteY11" fmla="*/ 414436 h 1024578"/>
                <a:gd name="connsiteX12" fmla="*/ 3920705 w 5089273"/>
                <a:gd name="connsiteY12" fmla="*/ 278677 h 1024578"/>
                <a:gd name="connsiteX13" fmla="*/ 3596855 w 5089273"/>
                <a:gd name="connsiteY13" fmla="*/ 259292 h 1024578"/>
                <a:gd name="connsiteX14" fmla="*/ 3414821 w 5089273"/>
                <a:gd name="connsiteY14" fmla="*/ 335492 h 1024578"/>
                <a:gd name="connsiteX15" fmla="*/ 3296288 w 5089273"/>
                <a:gd name="connsiteY15" fmla="*/ 454024 h 1024578"/>
                <a:gd name="connsiteX16" fmla="*/ 3084621 w 5089273"/>
                <a:gd name="connsiteY16" fmla="*/ 835024 h 1024578"/>
                <a:gd name="connsiteX17" fmla="*/ 2906821 w 5089273"/>
                <a:gd name="connsiteY17" fmla="*/ 987425 h 1024578"/>
                <a:gd name="connsiteX18" fmla="*/ 2542755 w 5089273"/>
                <a:gd name="connsiteY18" fmla="*/ 1021291 h 1024578"/>
                <a:gd name="connsiteX19" fmla="*/ 1856955 w 5089273"/>
                <a:gd name="connsiteY19" fmla="*/ 928158 h 1024578"/>
                <a:gd name="connsiteX20" fmla="*/ 1188088 w 5089273"/>
                <a:gd name="connsiteY20" fmla="*/ 716492 h 1024578"/>
                <a:gd name="connsiteX21" fmla="*/ 891755 w 5089273"/>
                <a:gd name="connsiteY21" fmla="*/ 445558 h 1024578"/>
                <a:gd name="connsiteX22" fmla="*/ 705488 w 5089273"/>
                <a:gd name="connsiteY22" fmla="*/ 318558 h 1024578"/>
                <a:gd name="connsiteX23" fmla="*/ 502288 w 5089273"/>
                <a:gd name="connsiteY23" fmla="*/ 267758 h 1024578"/>
                <a:gd name="connsiteX24" fmla="*/ 146687 w 5089273"/>
                <a:gd name="connsiteY24" fmla="*/ 225425 h 1024578"/>
                <a:gd name="connsiteX25" fmla="*/ 19688 w 5089273"/>
                <a:gd name="connsiteY25" fmla="*/ 225425 h 1024578"/>
                <a:gd name="connsiteX26" fmla="*/ 87421 w 5089273"/>
                <a:gd name="connsiteY26" fmla="*/ 132291 h 1024578"/>
                <a:gd name="connsiteX0" fmla="*/ 87421 w 5089273"/>
                <a:gd name="connsiteY0" fmla="*/ 132291 h 1024578"/>
                <a:gd name="connsiteX1" fmla="*/ 815555 w 5089273"/>
                <a:gd name="connsiteY1" fmla="*/ 276225 h 1024578"/>
                <a:gd name="connsiteX2" fmla="*/ 1416688 w 5089273"/>
                <a:gd name="connsiteY2" fmla="*/ 716491 h 1024578"/>
                <a:gd name="connsiteX3" fmla="*/ 2813688 w 5089273"/>
                <a:gd name="connsiteY3" fmla="*/ 911225 h 1024578"/>
                <a:gd name="connsiteX4" fmla="*/ 3313221 w 5089273"/>
                <a:gd name="connsiteY4" fmla="*/ 276225 h 1024578"/>
                <a:gd name="connsiteX5" fmla="*/ 3878372 w 5089273"/>
                <a:gd name="connsiteY5" fmla="*/ 174671 h 1024578"/>
                <a:gd name="connsiteX6" fmla="*/ 4346155 w 5089273"/>
                <a:gd name="connsiteY6" fmla="*/ 430204 h 1024578"/>
                <a:gd name="connsiteX7" fmla="*/ 4244555 w 5089273"/>
                <a:gd name="connsiteY7" fmla="*/ 30690 h 1024578"/>
                <a:gd name="connsiteX8" fmla="*/ 4278421 w 5089273"/>
                <a:gd name="connsiteY8" fmla="*/ 115358 h 1024578"/>
                <a:gd name="connsiteX9" fmla="*/ 5089105 w 5089273"/>
                <a:gd name="connsiteY9" fmla="*/ 813751 h 1024578"/>
                <a:gd name="connsiteX10" fmla="*/ 4348270 w 5089273"/>
                <a:gd name="connsiteY10" fmla="*/ 576449 h 1024578"/>
                <a:gd name="connsiteX11" fmla="*/ 4145428 w 5089273"/>
                <a:gd name="connsiteY11" fmla="*/ 414436 h 1024578"/>
                <a:gd name="connsiteX12" fmla="*/ 3920705 w 5089273"/>
                <a:gd name="connsiteY12" fmla="*/ 278677 h 1024578"/>
                <a:gd name="connsiteX13" fmla="*/ 3596855 w 5089273"/>
                <a:gd name="connsiteY13" fmla="*/ 259292 h 1024578"/>
                <a:gd name="connsiteX14" fmla="*/ 3414821 w 5089273"/>
                <a:gd name="connsiteY14" fmla="*/ 335492 h 1024578"/>
                <a:gd name="connsiteX15" fmla="*/ 3296288 w 5089273"/>
                <a:gd name="connsiteY15" fmla="*/ 454024 h 1024578"/>
                <a:gd name="connsiteX16" fmla="*/ 3084621 w 5089273"/>
                <a:gd name="connsiteY16" fmla="*/ 835024 h 1024578"/>
                <a:gd name="connsiteX17" fmla="*/ 2906821 w 5089273"/>
                <a:gd name="connsiteY17" fmla="*/ 987425 h 1024578"/>
                <a:gd name="connsiteX18" fmla="*/ 2542755 w 5089273"/>
                <a:gd name="connsiteY18" fmla="*/ 1021291 h 1024578"/>
                <a:gd name="connsiteX19" fmla="*/ 1856955 w 5089273"/>
                <a:gd name="connsiteY19" fmla="*/ 928158 h 1024578"/>
                <a:gd name="connsiteX20" fmla="*/ 1188088 w 5089273"/>
                <a:gd name="connsiteY20" fmla="*/ 716492 h 1024578"/>
                <a:gd name="connsiteX21" fmla="*/ 891755 w 5089273"/>
                <a:gd name="connsiteY21" fmla="*/ 445558 h 1024578"/>
                <a:gd name="connsiteX22" fmla="*/ 705488 w 5089273"/>
                <a:gd name="connsiteY22" fmla="*/ 318558 h 1024578"/>
                <a:gd name="connsiteX23" fmla="*/ 502288 w 5089273"/>
                <a:gd name="connsiteY23" fmla="*/ 267758 h 1024578"/>
                <a:gd name="connsiteX24" fmla="*/ 146687 w 5089273"/>
                <a:gd name="connsiteY24" fmla="*/ 225425 h 1024578"/>
                <a:gd name="connsiteX25" fmla="*/ 19688 w 5089273"/>
                <a:gd name="connsiteY25" fmla="*/ 225425 h 1024578"/>
                <a:gd name="connsiteX26" fmla="*/ 87421 w 5089273"/>
                <a:gd name="connsiteY26" fmla="*/ 132291 h 1024578"/>
                <a:gd name="connsiteX0" fmla="*/ 87421 w 5274764"/>
                <a:gd name="connsiteY0" fmla="*/ 101602 h 993889"/>
                <a:gd name="connsiteX1" fmla="*/ 815555 w 5274764"/>
                <a:gd name="connsiteY1" fmla="*/ 245536 h 993889"/>
                <a:gd name="connsiteX2" fmla="*/ 1416688 w 5274764"/>
                <a:gd name="connsiteY2" fmla="*/ 685802 h 993889"/>
                <a:gd name="connsiteX3" fmla="*/ 2813688 w 5274764"/>
                <a:gd name="connsiteY3" fmla="*/ 880536 h 993889"/>
                <a:gd name="connsiteX4" fmla="*/ 3313221 w 5274764"/>
                <a:gd name="connsiteY4" fmla="*/ 245536 h 993889"/>
                <a:gd name="connsiteX5" fmla="*/ 3878372 w 5274764"/>
                <a:gd name="connsiteY5" fmla="*/ 143982 h 993889"/>
                <a:gd name="connsiteX6" fmla="*/ 4346155 w 5274764"/>
                <a:gd name="connsiteY6" fmla="*/ 399515 h 993889"/>
                <a:gd name="connsiteX7" fmla="*/ 4244555 w 5274764"/>
                <a:gd name="connsiteY7" fmla="*/ 1 h 993889"/>
                <a:gd name="connsiteX8" fmla="*/ 5211871 w 5274764"/>
                <a:gd name="connsiteY8" fmla="*/ 397015 h 993889"/>
                <a:gd name="connsiteX9" fmla="*/ 5089105 w 5274764"/>
                <a:gd name="connsiteY9" fmla="*/ 783062 h 993889"/>
                <a:gd name="connsiteX10" fmla="*/ 4348270 w 5274764"/>
                <a:gd name="connsiteY10" fmla="*/ 545760 h 993889"/>
                <a:gd name="connsiteX11" fmla="*/ 4145428 w 5274764"/>
                <a:gd name="connsiteY11" fmla="*/ 383747 h 993889"/>
                <a:gd name="connsiteX12" fmla="*/ 3920705 w 5274764"/>
                <a:gd name="connsiteY12" fmla="*/ 247988 h 993889"/>
                <a:gd name="connsiteX13" fmla="*/ 3596855 w 5274764"/>
                <a:gd name="connsiteY13" fmla="*/ 228603 h 993889"/>
                <a:gd name="connsiteX14" fmla="*/ 3414821 w 5274764"/>
                <a:gd name="connsiteY14" fmla="*/ 304803 h 993889"/>
                <a:gd name="connsiteX15" fmla="*/ 3296288 w 5274764"/>
                <a:gd name="connsiteY15" fmla="*/ 423335 h 993889"/>
                <a:gd name="connsiteX16" fmla="*/ 3084621 w 5274764"/>
                <a:gd name="connsiteY16" fmla="*/ 804335 h 993889"/>
                <a:gd name="connsiteX17" fmla="*/ 2906821 w 5274764"/>
                <a:gd name="connsiteY17" fmla="*/ 956736 h 993889"/>
                <a:gd name="connsiteX18" fmla="*/ 2542755 w 5274764"/>
                <a:gd name="connsiteY18" fmla="*/ 990602 h 993889"/>
                <a:gd name="connsiteX19" fmla="*/ 1856955 w 5274764"/>
                <a:gd name="connsiteY19" fmla="*/ 897469 h 993889"/>
                <a:gd name="connsiteX20" fmla="*/ 1188088 w 5274764"/>
                <a:gd name="connsiteY20" fmla="*/ 685803 h 993889"/>
                <a:gd name="connsiteX21" fmla="*/ 891755 w 5274764"/>
                <a:gd name="connsiteY21" fmla="*/ 414869 h 993889"/>
                <a:gd name="connsiteX22" fmla="*/ 705488 w 5274764"/>
                <a:gd name="connsiteY22" fmla="*/ 287869 h 993889"/>
                <a:gd name="connsiteX23" fmla="*/ 502288 w 5274764"/>
                <a:gd name="connsiteY23" fmla="*/ 237069 h 993889"/>
                <a:gd name="connsiteX24" fmla="*/ 146687 w 5274764"/>
                <a:gd name="connsiteY24" fmla="*/ 194736 h 993889"/>
                <a:gd name="connsiteX25" fmla="*/ 19688 w 5274764"/>
                <a:gd name="connsiteY25" fmla="*/ 194736 h 993889"/>
                <a:gd name="connsiteX26" fmla="*/ 87421 w 5274764"/>
                <a:gd name="connsiteY26" fmla="*/ 101602 h 993889"/>
                <a:gd name="connsiteX0" fmla="*/ 87421 w 5241495"/>
                <a:gd name="connsiteY0" fmla="*/ 585 h 892872"/>
                <a:gd name="connsiteX1" fmla="*/ 815555 w 5241495"/>
                <a:gd name="connsiteY1" fmla="*/ 144519 h 892872"/>
                <a:gd name="connsiteX2" fmla="*/ 1416688 w 5241495"/>
                <a:gd name="connsiteY2" fmla="*/ 584785 h 892872"/>
                <a:gd name="connsiteX3" fmla="*/ 2813688 w 5241495"/>
                <a:gd name="connsiteY3" fmla="*/ 779519 h 892872"/>
                <a:gd name="connsiteX4" fmla="*/ 3313221 w 5241495"/>
                <a:gd name="connsiteY4" fmla="*/ 144519 h 892872"/>
                <a:gd name="connsiteX5" fmla="*/ 3878372 w 5241495"/>
                <a:gd name="connsiteY5" fmla="*/ 42965 h 892872"/>
                <a:gd name="connsiteX6" fmla="*/ 4346155 w 5241495"/>
                <a:gd name="connsiteY6" fmla="*/ 298498 h 892872"/>
                <a:gd name="connsiteX7" fmla="*/ 4695405 w 5241495"/>
                <a:gd name="connsiteY7" fmla="*/ 392927 h 892872"/>
                <a:gd name="connsiteX8" fmla="*/ 5211871 w 5241495"/>
                <a:gd name="connsiteY8" fmla="*/ 295998 h 892872"/>
                <a:gd name="connsiteX9" fmla="*/ 5089105 w 5241495"/>
                <a:gd name="connsiteY9" fmla="*/ 682045 h 892872"/>
                <a:gd name="connsiteX10" fmla="*/ 4348270 w 5241495"/>
                <a:gd name="connsiteY10" fmla="*/ 444743 h 892872"/>
                <a:gd name="connsiteX11" fmla="*/ 4145428 w 5241495"/>
                <a:gd name="connsiteY11" fmla="*/ 282730 h 892872"/>
                <a:gd name="connsiteX12" fmla="*/ 3920705 w 5241495"/>
                <a:gd name="connsiteY12" fmla="*/ 146971 h 892872"/>
                <a:gd name="connsiteX13" fmla="*/ 3596855 w 5241495"/>
                <a:gd name="connsiteY13" fmla="*/ 127586 h 892872"/>
                <a:gd name="connsiteX14" fmla="*/ 3414821 w 5241495"/>
                <a:gd name="connsiteY14" fmla="*/ 203786 h 892872"/>
                <a:gd name="connsiteX15" fmla="*/ 3296288 w 5241495"/>
                <a:gd name="connsiteY15" fmla="*/ 322318 h 892872"/>
                <a:gd name="connsiteX16" fmla="*/ 3084621 w 5241495"/>
                <a:gd name="connsiteY16" fmla="*/ 703318 h 892872"/>
                <a:gd name="connsiteX17" fmla="*/ 2906821 w 5241495"/>
                <a:gd name="connsiteY17" fmla="*/ 855719 h 892872"/>
                <a:gd name="connsiteX18" fmla="*/ 2542755 w 5241495"/>
                <a:gd name="connsiteY18" fmla="*/ 889585 h 892872"/>
                <a:gd name="connsiteX19" fmla="*/ 1856955 w 5241495"/>
                <a:gd name="connsiteY19" fmla="*/ 796452 h 892872"/>
                <a:gd name="connsiteX20" fmla="*/ 1188088 w 5241495"/>
                <a:gd name="connsiteY20" fmla="*/ 584786 h 892872"/>
                <a:gd name="connsiteX21" fmla="*/ 891755 w 5241495"/>
                <a:gd name="connsiteY21" fmla="*/ 313852 h 892872"/>
                <a:gd name="connsiteX22" fmla="*/ 705488 w 5241495"/>
                <a:gd name="connsiteY22" fmla="*/ 186852 h 892872"/>
                <a:gd name="connsiteX23" fmla="*/ 502288 w 5241495"/>
                <a:gd name="connsiteY23" fmla="*/ 136052 h 892872"/>
                <a:gd name="connsiteX24" fmla="*/ 146687 w 5241495"/>
                <a:gd name="connsiteY24" fmla="*/ 93719 h 892872"/>
                <a:gd name="connsiteX25" fmla="*/ 19688 w 5241495"/>
                <a:gd name="connsiteY25" fmla="*/ 93719 h 892872"/>
                <a:gd name="connsiteX26" fmla="*/ 87421 w 5241495"/>
                <a:gd name="connsiteY26" fmla="*/ 585 h 892872"/>
                <a:gd name="connsiteX0" fmla="*/ 87421 w 5241495"/>
                <a:gd name="connsiteY0" fmla="*/ 585 h 892872"/>
                <a:gd name="connsiteX1" fmla="*/ 815555 w 5241495"/>
                <a:gd name="connsiteY1" fmla="*/ 144519 h 892872"/>
                <a:gd name="connsiteX2" fmla="*/ 1416688 w 5241495"/>
                <a:gd name="connsiteY2" fmla="*/ 584785 h 892872"/>
                <a:gd name="connsiteX3" fmla="*/ 2813688 w 5241495"/>
                <a:gd name="connsiteY3" fmla="*/ 779519 h 892872"/>
                <a:gd name="connsiteX4" fmla="*/ 3313221 w 5241495"/>
                <a:gd name="connsiteY4" fmla="*/ 144519 h 892872"/>
                <a:gd name="connsiteX5" fmla="*/ 3878372 w 5241495"/>
                <a:gd name="connsiteY5" fmla="*/ 42965 h 892872"/>
                <a:gd name="connsiteX6" fmla="*/ 4346155 w 5241495"/>
                <a:gd name="connsiteY6" fmla="*/ 313026 h 892872"/>
                <a:gd name="connsiteX7" fmla="*/ 4695405 w 5241495"/>
                <a:gd name="connsiteY7" fmla="*/ 392927 h 892872"/>
                <a:gd name="connsiteX8" fmla="*/ 5211871 w 5241495"/>
                <a:gd name="connsiteY8" fmla="*/ 295998 h 892872"/>
                <a:gd name="connsiteX9" fmla="*/ 5089105 w 5241495"/>
                <a:gd name="connsiteY9" fmla="*/ 682045 h 892872"/>
                <a:gd name="connsiteX10" fmla="*/ 4348270 w 5241495"/>
                <a:gd name="connsiteY10" fmla="*/ 444743 h 892872"/>
                <a:gd name="connsiteX11" fmla="*/ 4145428 w 5241495"/>
                <a:gd name="connsiteY11" fmla="*/ 282730 h 892872"/>
                <a:gd name="connsiteX12" fmla="*/ 3920705 w 5241495"/>
                <a:gd name="connsiteY12" fmla="*/ 146971 h 892872"/>
                <a:gd name="connsiteX13" fmla="*/ 3596855 w 5241495"/>
                <a:gd name="connsiteY13" fmla="*/ 127586 h 892872"/>
                <a:gd name="connsiteX14" fmla="*/ 3414821 w 5241495"/>
                <a:gd name="connsiteY14" fmla="*/ 203786 h 892872"/>
                <a:gd name="connsiteX15" fmla="*/ 3296288 w 5241495"/>
                <a:gd name="connsiteY15" fmla="*/ 322318 h 892872"/>
                <a:gd name="connsiteX16" fmla="*/ 3084621 w 5241495"/>
                <a:gd name="connsiteY16" fmla="*/ 703318 h 892872"/>
                <a:gd name="connsiteX17" fmla="*/ 2906821 w 5241495"/>
                <a:gd name="connsiteY17" fmla="*/ 855719 h 892872"/>
                <a:gd name="connsiteX18" fmla="*/ 2542755 w 5241495"/>
                <a:gd name="connsiteY18" fmla="*/ 889585 h 892872"/>
                <a:gd name="connsiteX19" fmla="*/ 1856955 w 5241495"/>
                <a:gd name="connsiteY19" fmla="*/ 796452 h 892872"/>
                <a:gd name="connsiteX20" fmla="*/ 1188088 w 5241495"/>
                <a:gd name="connsiteY20" fmla="*/ 584786 h 892872"/>
                <a:gd name="connsiteX21" fmla="*/ 891755 w 5241495"/>
                <a:gd name="connsiteY21" fmla="*/ 313852 h 892872"/>
                <a:gd name="connsiteX22" fmla="*/ 705488 w 5241495"/>
                <a:gd name="connsiteY22" fmla="*/ 186852 h 892872"/>
                <a:gd name="connsiteX23" fmla="*/ 502288 w 5241495"/>
                <a:gd name="connsiteY23" fmla="*/ 136052 h 892872"/>
                <a:gd name="connsiteX24" fmla="*/ 146687 w 5241495"/>
                <a:gd name="connsiteY24" fmla="*/ 93719 h 892872"/>
                <a:gd name="connsiteX25" fmla="*/ 19688 w 5241495"/>
                <a:gd name="connsiteY25" fmla="*/ 93719 h 892872"/>
                <a:gd name="connsiteX26" fmla="*/ 87421 w 5241495"/>
                <a:gd name="connsiteY26" fmla="*/ 585 h 892872"/>
                <a:gd name="connsiteX0" fmla="*/ 87421 w 5239369"/>
                <a:gd name="connsiteY0" fmla="*/ 585 h 892872"/>
                <a:gd name="connsiteX1" fmla="*/ 815555 w 5239369"/>
                <a:gd name="connsiteY1" fmla="*/ 144519 h 892872"/>
                <a:gd name="connsiteX2" fmla="*/ 1416688 w 5239369"/>
                <a:gd name="connsiteY2" fmla="*/ 584785 h 892872"/>
                <a:gd name="connsiteX3" fmla="*/ 2813688 w 5239369"/>
                <a:gd name="connsiteY3" fmla="*/ 779519 h 892872"/>
                <a:gd name="connsiteX4" fmla="*/ 3313221 w 5239369"/>
                <a:gd name="connsiteY4" fmla="*/ 144519 h 892872"/>
                <a:gd name="connsiteX5" fmla="*/ 3878372 w 5239369"/>
                <a:gd name="connsiteY5" fmla="*/ 42965 h 892872"/>
                <a:gd name="connsiteX6" fmla="*/ 4346155 w 5239369"/>
                <a:gd name="connsiteY6" fmla="*/ 313026 h 892872"/>
                <a:gd name="connsiteX7" fmla="*/ 4695405 w 5239369"/>
                <a:gd name="connsiteY7" fmla="*/ 392927 h 892872"/>
                <a:gd name="connsiteX8" fmla="*/ 5211871 w 5239369"/>
                <a:gd name="connsiteY8" fmla="*/ 295998 h 892872"/>
                <a:gd name="connsiteX9" fmla="*/ 5089105 w 5239369"/>
                <a:gd name="connsiteY9" fmla="*/ 682045 h 892872"/>
                <a:gd name="connsiteX10" fmla="*/ 4418120 w 5239369"/>
                <a:gd name="connsiteY10" fmla="*/ 452007 h 892872"/>
                <a:gd name="connsiteX11" fmla="*/ 4145428 w 5239369"/>
                <a:gd name="connsiteY11" fmla="*/ 282730 h 892872"/>
                <a:gd name="connsiteX12" fmla="*/ 3920705 w 5239369"/>
                <a:gd name="connsiteY12" fmla="*/ 146971 h 892872"/>
                <a:gd name="connsiteX13" fmla="*/ 3596855 w 5239369"/>
                <a:gd name="connsiteY13" fmla="*/ 127586 h 892872"/>
                <a:gd name="connsiteX14" fmla="*/ 3414821 w 5239369"/>
                <a:gd name="connsiteY14" fmla="*/ 203786 h 892872"/>
                <a:gd name="connsiteX15" fmla="*/ 3296288 w 5239369"/>
                <a:gd name="connsiteY15" fmla="*/ 322318 h 892872"/>
                <a:gd name="connsiteX16" fmla="*/ 3084621 w 5239369"/>
                <a:gd name="connsiteY16" fmla="*/ 703318 h 892872"/>
                <a:gd name="connsiteX17" fmla="*/ 2906821 w 5239369"/>
                <a:gd name="connsiteY17" fmla="*/ 855719 h 892872"/>
                <a:gd name="connsiteX18" fmla="*/ 2542755 w 5239369"/>
                <a:gd name="connsiteY18" fmla="*/ 889585 h 892872"/>
                <a:gd name="connsiteX19" fmla="*/ 1856955 w 5239369"/>
                <a:gd name="connsiteY19" fmla="*/ 796452 h 892872"/>
                <a:gd name="connsiteX20" fmla="*/ 1188088 w 5239369"/>
                <a:gd name="connsiteY20" fmla="*/ 584786 h 892872"/>
                <a:gd name="connsiteX21" fmla="*/ 891755 w 5239369"/>
                <a:gd name="connsiteY21" fmla="*/ 313852 h 892872"/>
                <a:gd name="connsiteX22" fmla="*/ 705488 w 5239369"/>
                <a:gd name="connsiteY22" fmla="*/ 186852 h 892872"/>
                <a:gd name="connsiteX23" fmla="*/ 502288 w 5239369"/>
                <a:gd name="connsiteY23" fmla="*/ 136052 h 892872"/>
                <a:gd name="connsiteX24" fmla="*/ 146687 w 5239369"/>
                <a:gd name="connsiteY24" fmla="*/ 93719 h 892872"/>
                <a:gd name="connsiteX25" fmla="*/ 19688 w 5239369"/>
                <a:gd name="connsiteY25" fmla="*/ 93719 h 892872"/>
                <a:gd name="connsiteX26" fmla="*/ 87421 w 5239369"/>
                <a:gd name="connsiteY26" fmla="*/ 585 h 892872"/>
                <a:gd name="connsiteX0" fmla="*/ 87421 w 5318933"/>
                <a:gd name="connsiteY0" fmla="*/ 585 h 892872"/>
                <a:gd name="connsiteX1" fmla="*/ 815555 w 5318933"/>
                <a:gd name="connsiteY1" fmla="*/ 144519 h 892872"/>
                <a:gd name="connsiteX2" fmla="*/ 1416688 w 5318933"/>
                <a:gd name="connsiteY2" fmla="*/ 584785 h 892872"/>
                <a:gd name="connsiteX3" fmla="*/ 2813688 w 5318933"/>
                <a:gd name="connsiteY3" fmla="*/ 779519 h 892872"/>
                <a:gd name="connsiteX4" fmla="*/ 3313221 w 5318933"/>
                <a:gd name="connsiteY4" fmla="*/ 144519 h 892872"/>
                <a:gd name="connsiteX5" fmla="*/ 3878372 w 5318933"/>
                <a:gd name="connsiteY5" fmla="*/ 42965 h 892872"/>
                <a:gd name="connsiteX6" fmla="*/ 4346155 w 5318933"/>
                <a:gd name="connsiteY6" fmla="*/ 313026 h 892872"/>
                <a:gd name="connsiteX7" fmla="*/ 4695405 w 5318933"/>
                <a:gd name="connsiteY7" fmla="*/ 392927 h 892872"/>
                <a:gd name="connsiteX8" fmla="*/ 5211871 w 5318933"/>
                <a:gd name="connsiteY8" fmla="*/ 295998 h 892872"/>
                <a:gd name="connsiteX9" fmla="*/ 5247855 w 5318933"/>
                <a:gd name="connsiteY9" fmla="*/ 623934 h 892872"/>
                <a:gd name="connsiteX10" fmla="*/ 4418120 w 5318933"/>
                <a:gd name="connsiteY10" fmla="*/ 452007 h 892872"/>
                <a:gd name="connsiteX11" fmla="*/ 4145428 w 5318933"/>
                <a:gd name="connsiteY11" fmla="*/ 282730 h 892872"/>
                <a:gd name="connsiteX12" fmla="*/ 3920705 w 5318933"/>
                <a:gd name="connsiteY12" fmla="*/ 146971 h 892872"/>
                <a:gd name="connsiteX13" fmla="*/ 3596855 w 5318933"/>
                <a:gd name="connsiteY13" fmla="*/ 127586 h 892872"/>
                <a:gd name="connsiteX14" fmla="*/ 3414821 w 5318933"/>
                <a:gd name="connsiteY14" fmla="*/ 203786 h 892872"/>
                <a:gd name="connsiteX15" fmla="*/ 3296288 w 5318933"/>
                <a:gd name="connsiteY15" fmla="*/ 322318 h 892872"/>
                <a:gd name="connsiteX16" fmla="*/ 3084621 w 5318933"/>
                <a:gd name="connsiteY16" fmla="*/ 703318 h 892872"/>
                <a:gd name="connsiteX17" fmla="*/ 2906821 w 5318933"/>
                <a:gd name="connsiteY17" fmla="*/ 855719 h 892872"/>
                <a:gd name="connsiteX18" fmla="*/ 2542755 w 5318933"/>
                <a:gd name="connsiteY18" fmla="*/ 889585 h 892872"/>
                <a:gd name="connsiteX19" fmla="*/ 1856955 w 5318933"/>
                <a:gd name="connsiteY19" fmla="*/ 796452 h 892872"/>
                <a:gd name="connsiteX20" fmla="*/ 1188088 w 5318933"/>
                <a:gd name="connsiteY20" fmla="*/ 584786 h 892872"/>
                <a:gd name="connsiteX21" fmla="*/ 891755 w 5318933"/>
                <a:gd name="connsiteY21" fmla="*/ 313852 h 892872"/>
                <a:gd name="connsiteX22" fmla="*/ 705488 w 5318933"/>
                <a:gd name="connsiteY22" fmla="*/ 186852 h 892872"/>
                <a:gd name="connsiteX23" fmla="*/ 502288 w 5318933"/>
                <a:gd name="connsiteY23" fmla="*/ 136052 h 892872"/>
                <a:gd name="connsiteX24" fmla="*/ 146687 w 5318933"/>
                <a:gd name="connsiteY24" fmla="*/ 93719 h 892872"/>
                <a:gd name="connsiteX25" fmla="*/ 19688 w 5318933"/>
                <a:gd name="connsiteY25" fmla="*/ 93719 h 892872"/>
                <a:gd name="connsiteX26" fmla="*/ 87421 w 5318933"/>
                <a:gd name="connsiteY26" fmla="*/ 585 h 892872"/>
                <a:gd name="connsiteX0" fmla="*/ 87421 w 5315541"/>
                <a:gd name="connsiteY0" fmla="*/ 585 h 892872"/>
                <a:gd name="connsiteX1" fmla="*/ 815555 w 5315541"/>
                <a:gd name="connsiteY1" fmla="*/ 144519 h 892872"/>
                <a:gd name="connsiteX2" fmla="*/ 1416688 w 5315541"/>
                <a:gd name="connsiteY2" fmla="*/ 584785 h 892872"/>
                <a:gd name="connsiteX3" fmla="*/ 2813688 w 5315541"/>
                <a:gd name="connsiteY3" fmla="*/ 779519 h 892872"/>
                <a:gd name="connsiteX4" fmla="*/ 3313221 w 5315541"/>
                <a:gd name="connsiteY4" fmla="*/ 144519 h 892872"/>
                <a:gd name="connsiteX5" fmla="*/ 3878372 w 5315541"/>
                <a:gd name="connsiteY5" fmla="*/ 42965 h 892872"/>
                <a:gd name="connsiteX6" fmla="*/ 4346155 w 5315541"/>
                <a:gd name="connsiteY6" fmla="*/ 313026 h 892872"/>
                <a:gd name="connsiteX7" fmla="*/ 4771605 w 5315541"/>
                <a:gd name="connsiteY7" fmla="*/ 407455 h 892872"/>
                <a:gd name="connsiteX8" fmla="*/ 5211871 w 5315541"/>
                <a:gd name="connsiteY8" fmla="*/ 295998 h 892872"/>
                <a:gd name="connsiteX9" fmla="*/ 5247855 w 5315541"/>
                <a:gd name="connsiteY9" fmla="*/ 623934 h 892872"/>
                <a:gd name="connsiteX10" fmla="*/ 4418120 w 5315541"/>
                <a:gd name="connsiteY10" fmla="*/ 452007 h 892872"/>
                <a:gd name="connsiteX11" fmla="*/ 4145428 w 5315541"/>
                <a:gd name="connsiteY11" fmla="*/ 282730 h 892872"/>
                <a:gd name="connsiteX12" fmla="*/ 3920705 w 5315541"/>
                <a:gd name="connsiteY12" fmla="*/ 146971 h 892872"/>
                <a:gd name="connsiteX13" fmla="*/ 3596855 w 5315541"/>
                <a:gd name="connsiteY13" fmla="*/ 127586 h 892872"/>
                <a:gd name="connsiteX14" fmla="*/ 3414821 w 5315541"/>
                <a:gd name="connsiteY14" fmla="*/ 203786 h 892872"/>
                <a:gd name="connsiteX15" fmla="*/ 3296288 w 5315541"/>
                <a:gd name="connsiteY15" fmla="*/ 322318 h 892872"/>
                <a:gd name="connsiteX16" fmla="*/ 3084621 w 5315541"/>
                <a:gd name="connsiteY16" fmla="*/ 703318 h 892872"/>
                <a:gd name="connsiteX17" fmla="*/ 2906821 w 5315541"/>
                <a:gd name="connsiteY17" fmla="*/ 855719 h 892872"/>
                <a:gd name="connsiteX18" fmla="*/ 2542755 w 5315541"/>
                <a:gd name="connsiteY18" fmla="*/ 889585 h 892872"/>
                <a:gd name="connsiteX19" fmla="*/ 1856955 w 5315541"/>
                <a:gd name="connsiteY19" fmla="*/ 796452 h 892872"/>
                <a:gd name="connsiteX20" fmla="*/ 1188088 w 5315541"/>
                <a:gd name="connsiteY20" fmla="*/ 584786 h 892872"/>
                <a:gd name="connsiteX21" fmla="*/ 891755 w 5315541"/>
                <a:gd name="connsiteY21" fmla="*/ 313852 h 892872"/>
                <a:gd name="connsiteX22" fmla="*/ 705488 w 5315541"/>
                <a:gd name="connsiteY22" fmla="*/ 186852 h 892872"/>
                <a:gd name="connsiteX23" fmla="*/ 502288 w 5315541"/>
                <a:gd name="connsiteY23" fmla="*/ 136052 h 892872"/>
                <a:gd name="connsiteX24" fmla="*/ 146687 w 5315541"/>
                <a:gd name="connsiteY24" fmla="*/ 93719 h 892872"/>
                <a:gd name="connsiteX25" fmla="*/ 19688 w 5315541"/>
                <a:gd name="connsiteY25" fmla="*/ 93719 h 892872"/>
                <a:gd name="connsiteX26" fmla="*/ 87421 w 5315541"/>
                <a:gd name="connsiteY26" fmla="*/ 585 h 892872"/>
                <a:gd name="connsiteX0" fmla="*/ 87421 w 5315541"/>
                <a:gd name="connsiteY0" fmla="*/ 585 h 892872"/>
                <a:gd name="connsiteX1" fmla="*/ 815555 w 5315541"/>
                <a:gd name="connsiteY1" fmla="*/ 144519 h 892872"/>
                <a:gd name="connsiteX2" fmla="*/ 1416688 w 5315541"/>
                <a:gd name="connsiteY2" fmla="*/ 584785 h 892872"/>
                <a:gd name="connsiteX3" fmla="*/ 2813688 w 5315541"/>
                <a:gd name="connsiteY3" fmla="*/ 779519 h 892872"/>
                <a:gd name="connsiteX4" fmla="*/ 3313221 w 5315541"/>
                <a:gd name="connsiteY4" fmla="*/ 144519 h 892872"/>
                <a:gd name="connsiteX5" fmla="*/ 3878372 w 5315541"/>
                <a:gd name="connsiteY5" fmla="*/ 42965 h 892872"/>
                <a:gd name="connsiteX6" fmla="*/ 4346155 w 5315541"/>
                <a:gd name="connsiteY6" fmla="*/ 313026 h 892872"/>
                <a:gd name="connsiteX7" fmla="*/ 4771605 w 5315541"/>
                <a:gd name="connsiteY7" fmla="*/ 407455 h 892872"/>
                <a:gd name="connsiteX8" fmla="*/ 5211871 w 5315541"/>
                <a:gd name="connsiteY8" fmla="*/ 295998 h 892872"/>
                <a:gd name="connsiteX9" fmla="*/ 5247855 w 5315541"/>
                <a:gd name="connsiteY9" fmla="*/ 623934 h 892872"/>
                <a:gd name="connsiteX10" fmla="*/ 4418120 w 5315541"/>
                <a:gd name="connsiteY10" fmla="*/ 452007 h 892872"/>
                <a:gd name="connsiteX11" fmla="*/ 4145428 w 5315541"/>
                <a:gd name="connsiteY11" fmla="*/ 282730 h 892872"/>
                <a:gd name="connsiteX12" fmla="*/ 3920705 w 5315541"/>
                <a:gd name="connsiteY12" fmla="*/ 146971 h 892872"/>
                <a:gd name="connsiteX13" fmla="*/ 3596855 w 5315541"/>
                <a:gd name="connsiteY13" fmla="*/ 127586 h 892872"/>
                <a:gd name="connsiteX14" fmla="*/ 3414821 w 5315541"/>
                <a:gd name="connsiteY14" fmla="*/ 203786 h 892872"/>
                <a:gd name="connsiteX15" fmla="*/ 3296288 w 5315541"/>
                <a:gd name="connsiteY15" fmla="*/ 322318 h 892872"/>
                <a:gd name="connsiteX16" fmla="*/ 3084621 w 5315541"/>
                <a:gd name="connsiteY16" fmla="*/ 703318 h 892872"/>
                <a:gd name="connsiteX17" fmla="*/ 2906821 w 5315541"/>
                <a:gd name="connsiteY17" fmla="*/ 855719 h 892872"/>
                <a:gd name="connsiteX18" fmla="*/ 2542755 w 5315541"/>
                <a:gd name="connsiteY18" fmla="*/ 889585 h 892872"/>
                <a:gd name="connsiteX19" fmla="*/ 1856955 w 5315541"/>
                <a:gd name="connsiteY19" fmla="*/ 796452 h 892872"/>
                <a:gd name="connsiteX20" fmla="*/ 1188088 w 5315541"/>
                <a:gd name="connsiteY20" fmla="*/ 584786 h 892872"/>
                <a:gd name="connsiteX21" fmla="*/ 891755 w 5315541"/>
                <a:gd name="connsiteY21" fmla="*/ 313852 h 892872"/>
                <a:gd name="connsiteX22" fmla="*/ 705488 w 5315541"/>
                <a:gd name="connsiteY22" fmla="*/ 186852 h 892872"/>
                <a:gd name="connsiteX23" fmla="*/ 502288 w 5315541"/>
                <a:gd name="connsiteY23" fmla="*/ 136052 h 892872"/>
                <a:gd name="connsiteX24" fmla="*/ 146687 w 5315541"/>
                <a:gd name="connsiteY24" fmla="*/ 93719 h 892872"/>
                <a:gd name="connsiteX25" fmla="*/ 19688 w 5315541"/>
                <a:gd name="connsiteY25" fmla="*/ 93719 h 892872"/>
                <a:gd name="connsiteX26" fmla="*/ 87421 w 5315541"/>
                <a:gd name="connsiteY26" fmla="*/ 585 h 892872"/>
                <a:gd name="connsiteX0" fmla="*/ 87421 w 5315541"/>
                <a:gd name="connsiteY0" fmla="*/ 585 h 892872"/>
                <a:gd name="connsiteX1" fmla="*/ 815555 w 5315541"/>
                <a:gd name="connsiteY1" fmla="*/ 144519 h 892872"/>
                <a:gd name="connsiteX2" fmla="*/ 1416688 w 5315541"/>
                <a:gd name="connsiteY2" fmla="*/ 584785 h 892872"/>
                <a:gd name="connsiteX3" fmla="*/ 2813688 w 5315541"/>
                <a:gd name="connsiteY3" fmla="*/ 779519 h 892872"/>
                <a:gd name="connsiteX4" fmla="*/ 3313221 w 5315541"/>
                <a:gd name="connsiteY4" fmla="*/ 144519 h 892872"/>
                <a:gd name="connsiteX5" fmla="*/ 3878372 w 5315541"/>
                <a:gd name="connsiteY5" fmla="*/ 42965 h 892872"/>
                <a:gd name="connsiteX6" fmla="*/ 4346155 w 5315541"/>
                <a:gd name="connsiteY6" fmla="*/ 313026 h 892872"/>
                <a:gd name="connsiteX7" fmla="*/ 4771605 w 5315541"/>
                <a:gd name="connsiteY7" fmla="*/ 407455 h 892872"/>
                <a:gd name="connsiteX8" fmla="*/ 5211871 w 5315541"/>
                <a:gd name="connsiteY8" fmla="*/ 295998 h 892872"/>
                <a:gd name="connsiteX9" fmla="*/ 5247855 w 5315541"/>
                <a:gd name="connsiteY9" fmla="*/ 623934 h 892872"/>
                <a:gd name="connsiteX10" fmla="*/ 4418120 w 5315541"/>
                <a:gd name="connsiteY10" fmla="*/ 452007 h 892872"/>
                <a:gd name="connsiteX11" fmla="*/ 4145428 w 5315541"/>
                <a:gd name="connsiteY11" fmla="*/ 282730 h 892872"/>
                <a:gd name="connsiteX12" fmla="*/ 3920705 w 5315541"/>
                <a:gd name="connsiteY12" fmla="*/ 146971 h 892872"/>
                <a:gd name="connsiteX13" fmla="*/ 3596855 w 5315541"/>
                <a:gd name="connsiteY13" fmla="*/ 127586 h 892872"/>
                <a:gd name="connsiteX14" fmla="*/ 3414821 w 5315541"/>
                <a:gd name="connsiteY14" fmla="*/ 203786 h 892872"/>
                <a:gd name="connsiteX15" fmla="*/ 3296288 w 5315541"/>
                <a:gd name="connsiteY15" fmla="*/ 322318 h 892872"/>
                <a:gd name="connsiteX16" fmla="*/ 3084621 w 5315541"/>
                <a:gd name="connsiteY16" fmla="*/ 703318 h 892872"/>
                <a:gd name="connsiteX17" fmla="*/ 2906821 w 5315541"/>
                <a:gd name="connsiteY17" fmla="*/ 855719 h 892872"/>
                <a:gd name="connsiteX18" fmla="*/ 2542755 w 5315541"/>
                <a:gd name="connsiteY18" fmla="*/ 889585 h 892872"/>
                <a:gd name="connsiteX19" fmla="*/ 1856955 w 5315541"/>
                <a:gd name="connsiteY19" fmla="*/ 796452 h 892872"/>
                <a:gd name="connsiteX20" fmla="*/ 1188088 w 5315541"/>
                <a:gd name="connsiteY20" fmla="*/ 584786 h 892872"/>
                <a:gd name="connsiteX21" fmla="*/ 891755 w 5315541"/>
                <a:gd name="connsiteY21" fmla="*/ 313852 h 892872"/>
                <a:gd name="connsiteX22" fmla="*/ 705488 w 5315541"/>
                <a:gd name="connsiteY22" fmla="*/ 186852 h 892872"/>
                <a:gd name="connsiteX23" fmla="*/ 502288 w 5315541"/>
                <a:gd name="connsiteY23" fmla="*/ 136052 h 892872"/>
                <a:gd name="connsiteX24" fmla="*/ 146687 w 5315541"/>
                <a:gd name="connsiteY24" fmla="*/ 93719 h 892872"/>
                <a:gd name="connsiteX25" fmla="*/ 19688 w 5315541"/>
                <a:gd name="connsiteY25" fmla="*/ 93719 h 892872"/>
                <a:gd name="connsiteX26" fmla="*/ 87421 w 5315541"/>
                <a:gd name="connsiteY26" fmla="*/ 585 h 892872"/>
                <a:gd name="connsiteX0" fmla="*/ 87421 w 5323628"/>
                <a:gd name="connsiteY0" fmla="*/ 38479 h 930766"/>
                <a:gd name="connsiteX1" fmla="*/ 815555 w 5323628"/>
                <a:gd name="connsiteY1" fmla="*/ 182413 h 930766"/>
                <a:gd name="connsiteX2" fmla="*/ 1416688 w 5323628"/>
                <a:gd name="connsiteY2" fmla="*/ 622679 h 930766"/>
                <a:gd name="connsiteX3" fmla="*/ 2813688 w 5323628"/>
                <a:gd name="connsiteY3" fmla="*/ 817413 h 930766"/>
                <a:gd name="connsiteX4" fmla="*/ 3313221 w 5323628"/>
                <a:gd name="connsiteY4" fmla="*/ 182413 h 930766"/>
                <a:gd name="connsiteX5" fmla="*/ 3878372 w 5323628"/>
                <a:gd name="connsiteY5" fmla="*/ 80859 h 930766"/>
                <a:gd name="connsiteX6" fmla="*/ 4346155 w 5323628"/>
                <a:gd name="connsiteY6" fmla="*/ 350920 h 930766"/>
                <a:gd name="connsiteX7" fmla="*/ 4771605 w 5323628"/>
                <a:gd name="connsiteY7" fmla="*/ 445349 h 930766"/>
                <a:gd name="connsiteX8" fmla="*/ 4596279 w 5323628"/>
                <a:gd name="connsiteY8" fmla="*/ 1014 h 930766"/>
                <a:gd name="connsiteX9" fmla="*/ 5211871 w 5323628"/>
                <a:gd name="connsiteY9" fmla="*/ 333892 h 930766"/>
                <a:gd name="connsiteX10" fmla="*/ 5247855 w 5323628"/>
                <a:gd name="connsiteY10" fmla="*/ 661828 h 930766"/>
                <a:gd name="connsiteX11" fmla="*/ 4418120 w 5323628"/>
                <a:gd name="connsiteY11" fmla="*/ 489901 h 930766"/>
                <a:gd name="connsiteX12" fmla="*/ 4145428 w 5323628"/>
                <a:gd name="connsiteY12" fmla="*/ 320624 h 930766"/>
                <a:gd name="connsiteX13" fmla="*/ 3920705 w 5323628"/>
                <a:gd name="connsiteY13" fmla="*/ 184865 h 930766"/>
                <a:gd name="connsiteX14" fmla="*/ 3596855 w 5323628"/>
                <a:gd name="connsiteY14" fmla="*/ 165480 h 930766"/>
                <a:gd name="connsiteX15" fmla="*/ 3414821 w 5323628"/>
                <a:gd name="connsiteY15" fmla="*/ 241680 h 930766"/>
                <a:gd name="connsiteX16" fmla="*/ 3296288 w 5323628"/>
                <a:gd name="connsiteY16" fmla="*/ 360212 h 930766"/>
                <a:gd name="connsiteX17" fmla="*/ 3084621 w 5323628"/>
                <a:gd name="connsiteY17" fmla="*/ 741212 h 930766"/>
                <a:gd name="connsiteX18" fmla="*/ 2906821 w 5323628"/>
                <a:gd name="connsiteY18" fmla="*/ 893613 h 930766"/>
                <a:gd name="connsiteX19" fmla="*/ 2542755 w 5323628"/>
                <a:gd name="connsiteY19" fmla="*/ 927479 h 930766"/>
                <a:gd name="connsiteX20" fmla="*/ 1856955 w 5323628"/>
                <a:gd name="connsiteY20" fmla="*/ 834346 h 930766"/>
                <a:gd name="connsiteX21" fmla="*/ 1188088 w 5323628"/>
                <a:gd name="connsiteY21" fmla="*/ 622680 h 930766"/>
                <a:gd name="connsiteX22" fmla="*/ 891755 w 5323628"/>
                <a:gd name="connsiteY22" fmla="*/ 351746 h 930766"/>
                <a:gd name="connsiteX23" fmla="*/ 705488 w 5323628"/>
                <a:gd name="connsiteY23" fmla="*/ 224746 h 930766"/>
                <a:gd name="connsiteX24" fmla="*/ 502288 w 5323628"/>
                <a:gd name="connsiteY24" fmla="*/ 173946 h 930766"/>
                <a:gd name="connsiteX25" fmla="*/ 146687 w 5323628"/>
                <a:gd name="connsiteY25" fmla="*/ 131613 h 930766"/>
                <a:gd name="connsiteX26" fmla="*/ 19688 w 5323628"/>
                <a:gd name="connsiteY26" fmla="*/ 131613 h 930766"/>
                <a:gd name="connsiteX27" fmla="*/ 87421 w 5323628"/>
                <a:gd name="connsiteY27" fmla="*/ 38479 h 930766"/>
                <a:gd name="connsiteX0" fmla="*/ 87421 w 5263955"/>
                <a:gd name="connsiteY0" fmla="*/ 81802 h 974089"/>
                <a:gd name="connsiteX1" fmla="*/ 815555 w 5263955"/>
                <a:gd name="connsiteY1" fmla="*/ 225736 h 974089"/>
                <a:gd name="connsiteX2" fmla="*/ 1416688 w 5263955"/>
                <a:gd name="connsiteY2" fmla="*/ 666002 h 974089"/>
                <a:gd name="connsiteX3" fmla="*/ 2813688 w 5263955"/>
                <a:gd name="connsiteY3" fmla="*/ 860736 h 974089"/>
                <a:gd name="connsiteX4" fmla="*/ 3313221 w 5263955"/>
                <a:gd name="connsiteY4" fmla="*/ 225736 h 974089"/>
                <a:gd name="connsiteX5" fmla="*/ 3878372 w 5263955"/>
                <a:gd name="connsiteY5" fmla="*/ 124182 h 974089"/>
                <a:gd name="connsiteX6" fmla="*/ 4346155 w 5263955"/>
                <a:gd name="connsiteY6" fmla="*/ 394243 h 974089"/>
                <a:gd name="connsiteX7" fmla="*/ 4771605 w 5263955"/>
                <a:gd name="connsiteY7" fmla="*/ 488672 h 974089"/>
                <a:gd name="connsiteX8" fmla="*/ 4596279 w 5263955"/>
                <a:gd name="connsiteY8" fmla="*/ 44337 h 974089"/>
                <a:gd name="connsiteX9" fmla="*/ 4938821 w 5263955"/>
                <a:gd name="connsiteY9" fmla="*/ 57605 h 974089"/>
                <a:gd name="connsiteX10" fmla="*/ 5247855 w 5263955"/>
                <a:gd name="connsiteY10" fmla="*/ 705151 h 974089"/>
                <a:gd name="connsiteX11" fmla="*/ 4418120 w 5263955"/>
                <a:gd name="connsiteY11" fmla="*/ 533224 h 974089"/>
                <a:gd name="connsiteX12" fmla="*/ 4145428 w 5263955"/>
                <a:gd name="connsiteY12" fmla="*/ 363947 h 974089"/>
                <a:gd name="connsiteX13" fmla="*/ 3920705 w 5263955"/>
                <a:gd name="connsiteY13" fmla="*/ 228188 h 974089"/>
                <a:gd name="connsiteX14" fmla="*/ 3596855 w 5263955"/>
                <a:gd name="connsiteY14" fmla="*/ 208803 h 974089"/>
                <a:gd name="connsiteX15" fmla="*/ 3414821 w 5263955"/>
                <a:gd name="connsiteY15" fmla="*/ 285003 h 974089"/>
                <a:gd name="connsiteX16" fmla="*/ 3296288 w 5263955"/>
                <a:gd name="connsiteY16" fmla="*/ 403535 h 974089"/>
                <a:gd name="connsiteX17" fmla="*/ 3084621 w 5263955"/>
                <a:gd name="connsiteY17" fmla="*/ 784535 h 974089"/>
                <a:gd name="connsiteX18" fmla="*/ 2906821 w 5263955"/>
                <a:gd name="connsiteY18" fmla="*/ 936936 h 974089"/>
                <a:gd name="connsiteX19" fmla="*/ 2542755 w 5263955"/>
                <a:gd name="connsiteY19" fmla="*/ 970802 h 974089"/>
                <a:gd name="connsiteX20" fmla="*/ 1856955 w 5263955"/>
                <a:gd name="connsiteY20" fmla="*/ 877669 h 974089"/>
                <a:gd name="connsiteX21" fmla="*/ 1188088 w 5263955"/>
                <a:gd name="connsiteY21" fmla="*/ 666003 h 974089"/>
                <a:gd name="connsiteX22" fmla="*/ 891755 w 5263955"/>
                <a:gd name="connsiteY22" fmla="*/ 395069 h 974089"/>
                <a:gd name="connsiteX23" fmla="*/ 705488 w 5263955"/>
                <a:gd name="connsiteY23" fmla="*/ 268069 h 974089"/>
                <a:gd name="connsiteX24" fmla="*/ 502288 w 5263955"/>
                <a:gd name="connsiteY24" fmla="*/ 217269 h 974089"/>
                <a:gd name="connsiteX25" fmla="*/ 146687 w 5263955"/>
                <a:gd name="connsiteY25" fmla="*/ 174936 h 974089"/>
                <a:gd name="connsiteX26" fmla="*/ 19688 w 5263955"/>
                <a:gd name="connsiteY26" fmla="*/ 174936 h 974089"/>
                <a:gd name="connsiteX27" fmla="*/ 87421 w 5263955"/>
                <a:gd name="connsiteY27" fmla="*/ 81802 h 974089"/>
                <a:gd name="connsiteX0" fmla="*/ 87421 w 5259533"/>
                <a:gd name="connsiteY0" fmla="*/ 56909 h 949196"/>
                <a:gd name="connsiteX1" fmla="*/ 815555 w 5259533"/>
                <a:gd name="connsiteY1" fmla="*/ 200843 h 949196"/>
                <a:gd name="connsiteX2" fmla="*/ 1416688 w 5259533"/>
                <a:gd name="connsiteY2" fmla="*/ 641109 h 949196"/>
                <a:gd name="connsiteX3" fmla="*/ 2813688 w 5259533"/>
                <a:gd name="connsiteY3" fmla="*/ 835843 h 949196"/>
                <a:gd name="connsiteX4" fmla="*/ 3313221 w 5259533"/>
                <a:gd name="connsiteY4" fmla="*/ 200843 h 949196"/>
                <a:gd name="connsiteX5" fmla="*/ 3878372 w 5259533"/>
                <a:gd name="connsiteY5" fmla="*/ 99289 h 949196"/>
                <a:gd name="connsiteX6" fmla="*/ 4346155 w 5259533"/>
                <a:gd name="connsiteY6" fmla="*/ 369350 h 949196"/>
                <a:gd name="connsiteX7" fmla="*/ 4771605 w 5259533"/>
                <a:gd name="connsiteY7" fmla="*/ 463779 h 949196"/>
                <a:gd name="connsiteX8" fmla="*/ 4596279 w 5259533"/>
                <a:gd name="connsiteY8" fmla="*/ 19444 h 949196"/>
                <a:gd name="connsiteX9" fmla="*/ 4938821 w 5259533"/>
                <a:gd name="connsiteY9" fmla="*/ 32712 h 949196"/>
                <a:gd name="connsiteX10" fmla="*/ 4907429 w 5259533"/>
                <a:gd name="connsiteY10" fmla="*/ 324528 h 949196"/>
                <a:gd name="connsiteX11" fmla="*/ 5247855 w 5259533"/>
                <a:gd name="connsiteY11" fmla="*/ 680258 h 949196"/>
                <a:gd name="connsiteX12" fmla="*/ 4418120 w 5259533"/>
                <a:gd name="connsiteY12" fmla="*/ 508331 h 949196"/>
                <a:gd name="connsiteX13" fmla="*/ 4145428 w 5259533"/>
                <a:gd name="connsiteY13" fmla="*/ 339054 h 949196"/>
                <a:gd name="connsiteX14" fmla="*/ 3920705 w 5259533"/>
                <a:gd name="connsiteY14" fmla="*/ 203295 h 949196"/>
                <a:gd name="connsiteX15" fmla="*/ 3596855 w 5259533"/>
                <a:gd name="connsiteY15" fmla="*/ 183910 h 949196"/>
                <a:gd name="connsiteX16" fmla="*/ 3414821 w 5259533"/>
                <a:gd name="connsiteY16" fmla="*/ 260110 h 949196"/>
                <a:gd name="connsiteX17" fmla="*/ 3296288 w 5259533"/>
                <a:gd name="connsiteY17" fmla="*/ 378642 h 949196"/>
                <a:gd name="connsiteX18" fmla="*/ 3084621 w 5259533"/>
                <a:gd name="connsiteY18" fmla="*/ 759642 h 949196"/>
                <a:gd name="connsiteX19" fmla="*/ 2906821 w 5259533"/>
                <a:gd name="connsiteY19" fmla="*/ 912043 h 949196"/>
                <a:gd name="connsiteX20" fmla="*/ 2542755 w 5259533"/>
                <a:gd name="connsiteY20" fmla="*/ 945909 h 949196"/>
                <a:gd name="connsiteX21" fmla="*/ 1856955 w 5259533"/>
                <a:gd name="connsiteY21" fmla="*/ 852776 h 949196"/>
                <a:gd name="connsiteX22" fmla="*/ 1188088 w 5259533"/>
                <a:gd name="connsiteY22" fmla="*/ 641110 h 949196"/>
                <a:gd name="connsiteX23" fmla="*/ 891755 w 5259533"/>
                <a:gd name="connsiteY23" fmla="*/ 370176 h 949196"/>
                <a:gd name="connsiteX24" fmla="*/ 705488 w 5259533"/>
                <a:gd name="connsiteY24" fmla="*/ 243176 h 949196"/>
                <a:gd name="connsiteX25" fmla="*/ 502288 w 5259533"/>
                <a:gd name="connsiteY25" fmla="*/ 192376 h 949196"/>
                <a:gd name="connsiteX26" fmla="*/ 146687 w 5259533"/>
                <a:gd name="connsiteY26" fmla="*/ 150043 h 949196"/>
                <a:gd name="connsiteX27" fmla="*/ 19688 w 5259533"/>
                <a:gd name="connsiteY27" fmla="*/ 150043 h 949196"/>
                <a:gd name="connsiteX28" fmla="*/ 87421 w 5259533"/>
                <a:gd name="connsiteY28" fmla="*/ 56909 h 949196"/>
                <a:gd name="connsiteX0" fmla="*/ 87421 w 5259533"/>
                <a:gd name="connsiteY0" fmla="*/ 64241 h 956528"/>
                <a:gd name="connsiteX1" fmla="*/ 815555 w 5259533"/>
                <a:gd name="connsiteY1" fmla="*/ 208175 h 956528"/>
                <a:gd name="connsiteX2" fmla="*/ 1416688 w 5259533"/>
                <a:gd name="connsiteY2" fmla="*/ 648441 h 956528"/>
                <a:gd name="connsiteX3" fmla="*/ 2813688 w 5259533"/>
                <a:gd name="connsiteY3" fmla="*/ 843175 h 956528"/>
                <a:gd name="connsiteX4" fmla="*/ 3313221 w 5259533"/>
                <a:gd name="connsiteY4" fmla="*/ 208175 h 956528"/>
                <a:gd name="connsiteX5" fmla="*/ 3878372 w 5259533"/>
                <a:gd name="connsiteY5" fmla="*/ 106621 h 956528"/>
                <a:gd name="connsiteX6" fmla="*/ 4346155 w 5259533"/>
                <a:gd name="connsiteY6" fmla="*/ 376682 h 956528"/>
                <a:gd name="connsiteX7" fmla="*/ 4771605 w 5259533"/>
                <a:gd name="connsiteY7" fmla="*/ 471111 h 956528"/>
                <a:gd name="connsiteX8" fmla="*/ 4653429 w 5259533"/>
                <a:gd name="connsiteY8" fmla="*/ 302805 h 956528"/>
                <a:gd name="connsiteX9" fmla="*/ 4596279 w 5259533"/>
                <a:gd name="connsiteY9" fmla="*/ 26776 h 956528"/>
                <a:gd name="connsiteX10" fmla="*/ 4938821 w 5259533"/>
                <a:gd name="connsiteY10" fmla="*/ 40044 h 956528"/>
                <a:gd name="connsiteX11" fmla="*/ 4907429 w 5259533"/>
                <a:gd name="connsiteY11" fmla="*/ 331860 h 956528"/>
                <a:gd name="connsiteX12" fmla="*/ 5247855 w 5259533"/>
                <a:gd name="connsiteY12" fmla="*/ 687590 h 956528"/>
                <a:gd name="connsiteX13" fmla="*/ 4418120 w 5259533"/>
                <a:gd name="connsiteY13" fmla="*/ 515663 h 956528"/>
                <a:gd name="connsiteX14" fmla="*/ 4145428 w 5259533"/>
                <a:gd name="connsiteY14" fmla="*/ 346386 h 956528"/>
                <a:gd name="connsiteX15" fmla="*/ 3920705 w 5259533"/>
                <a:gd name="connsiteY15" fmla="*/ 210627 h 956528"/>
                <a:gd name="connsiteX16" fmla="*/ 3596855 w 5259533"/>
                <a:gd name="connsiteY16" fmla="*/ 191242 h 956528"/>
                <a:gd name="connsiteX17" fmla="*/ 3414821 w 5259533"/>
                <a:gd name="connsiteY17" fmla="*/ 267442 h 956528"/>
                <a:gd name="connsiteX18" fmla="*/ 3296288 w 5259533"/>
                <a:gd name="connsiteY18" fmla="*/ 385974 h 956528"/>
                <a:gd name="connsiteX19" fmla="*/ 3084621 w 5259533"/>
                <a:gd name="connsiteY19" fmla="*/ 766974 h 956528"/>
                <a:gd name="connsiteX20" fmla="*/ 2906821 w 5259533"/>
                <a:gd name="connsiteY20" fmla="*/ 919375 h 956528"/>
                <a:gd name="connsiteX21" fmla="*/ 2542755 w 5259533"/>
                <a:gd name="connsiteY21" fmla="*/ 953241 h 956528"/>
                <a:gd name="connsiteX22" fmla="*/ 1856955 w 5259533"/>
                <a:gd name="connsiteY22" fmla="*/ 860108 h 956528"/>
                <a:gd name="connsiteX23" fmla="*/ 1188088 w 5259533"/>
                <a:gd name="connsiteY23" fmla="*/ 648442 h 956528"/>
                <a:gd name="connsiteX24" fmla="*/ 891755 w 5259533"/>
                <a:gd name="connsiteY24" fmla="*/ 377508 h 956528"/>
                <a:gd name="connsiteX25" fmla="*/ 705488 w 5259533"/>
                <a:gd name="connsiteY25" fmla="*/ 250508 h 956528"/>
                <a:gd name="connsiteX26" fmla="*/ 502288 w 5259533"/>
                <a:gd name="connsiteY26" fmla="*/ 199708 h 956528"/>
                <a:gd name="connsiteX27" fmla="*/ 146687 w 5259533"/>
                <a:gd name="connsiteY27" fmla="*/ 157375 h 956528"/>
                <a:gd name="connsiteX28" fmla="*/ 19688 w 5259533"/>
                <a:gd name="connsiteY28" fmla="*/ 157375 h 956528"/>
                <a:gd name="connsiteX29" fmla="*/ 87421 w 5259533"/>
                <a:gd name="connsiteY29" fmla="*/ 64241 h 956528"/>
                <a:gd name="connsiteX0" fmla="*/ 87421 w 5259533"/>
                <a:gd name="connsiteY0" fmla="*/ 64242 h 956529"/>
                <a:gd name="connsiteX1" fmla="*/ 815555 w 5259533"/>
                <a:gd name="connsiteY1" fmla="*/ 208176 h 956529"/>
                <a:gd name="connsiteX2" fmla="*/ 1416688 w 5259533"/>
                <a:gd name="connsiteY2" fmla="*/ 648442 h 956529"/>
                <a:gd name="connsiteX3" fmla="*/ 2813688 w 5259533"/>
                <a:gd name="connsiteY3" fmla="*/ 843176 h 956529"/>
                <a:gd name="connsiteX4" fmla="*/ 3313221 w 5259533"/>
                <a:gd name="connsiteY4" fmla="*/ 208176 h 956529"/>
                <a:gd name="connsiteX5" fmla="*/ 3878372 w 5259533"/>
                <a:gd name="connsiteY5" fmla="*/ 106622 h 956529"/>
                <a:gd name="connsiteX6" fmla="*/ 4346155 w 5259533"/>
                <a:gd name="connsiteY6" fmla="*/ 376683 h 956529"/>
                <a:gd name="connsiteX7" fmla="*/ 4771605 w 5259533"/>
                <a:gd name="connsiteY7" fmla="*/ 471112 h 956529"/>
                <a:gd name="connsiteX8" fmla="*/ 4653429 w 5259533"/>
                <a:gd name="connsiteY8" fmla="*/ 302806 h 956529"/>
                <a:gd name="connsiteX9" fmla="*/ 4596279 w 5259533"/>
                <a:gd name="connsiteY9" fmla="*/ 26777 h 956529"/>
                <a:gd name="connsiteX10" fmla="*/ 4938821 w 5259533"/>
                <a:gd name="connsiteY10" fmla="*/ 40045 h 956529"/>
                <a:gd name="connsiteX11" fmla="*/ 4907429 w 5259533"/>
                <a:gd name="connsiteY11" fmla="*/ 331861 h 956529"/>
                <a:gd name="connsiteX12" fmla="*/ 5247855 w 5259533"/>
                <a:gd name="connsiteY12" fmla="*/ 687591 h 956529"/>
                <a:gd name="connsiteX13" fmla="*/ 4418120 w 5259533"/>
                <a:gd name="connsiteY13" fmla="*/ 515664 h 956529"/>
                <a:gd name="connsiteX14" fmla="*/ 4145428 w 5259533"/>
                <a:gd name="connsiteY14" fmla="*/ 346387 h 956529"/>
                <a:gd name="connsiteX15" fmla="*/ 3920705 w 5259533"/>
                <a:gd name="connsiteY15" fmla="*/ 210628 h 956529"/>
                <a:gd name="connsiteX16" fmla="*/ 3596855 w 5259533"/>
                <a:gd name="connsiteY16" fmla="*/ 191243 h 956529"/>
                <a:gd name="connsiteX17" fmla="*/ 3414821 w 5259533"/>
                <a:gd name="connsiteY17" fmla="*/ 267443 h 956529"/>
                <a:gd name="connsiteX18" fmla="*/ 3296288 w 5259533"/>
                <a:gd name="connsiteY18" fmla="*/ 385975 h 956529"/>
                <a:gd name="connsiteX19" fmla="*/ 3084621 w 5259533"/>
                <a:gd name="connsiteY19" fmla="*/ 766975 h 956529"/>
                <a:gd name="connsiteX20" fmla="*/ 2906821 w 5259533"/>
                <a:gd name="connsiteY20" fmla="*/ 919376 h 956529"/>
                <a:gd name="connsiteX21" fmla="*/ 2542755 w 5259533"/>
                <a:gd name="connsiteY21" fmla="*/ 953242 h 956529"/>
                <a:gd name="connsiteX22" fmla="*/ 1856955 w 5259533"/>
                <a:gd name="connsiteY22" fmla="*/ 860109 h 956529"/>
                <a:gd name="connsiteX23" fmla="*/ 1188088 w 5259533"/>
                <a:gd name="connsiteY23" fmla="*/ 648443 h 956529"/>
                <a:gd name="connsiteX24" fmla="*/ 891755 w 5259533"/>
                <a:gd name="connsiteY24" fmla="*/ 377509 h 956529"/>
                <a:gd name="connsiteX25" fmla="*/ 705488 w 5259533"/>
                <a:gd name="connsiteY25" fmla="*/ 250509 h 956529"/>
                <a:gd name="connsiteX26" fmla="*/ 502288 w 5259533"/>
                <a:gd name="connsiteY26" fmla="*/ 199709 h 956529"/>
                <a:gd name="connsiteX27" fmla="*/ 146687 w 5259533"/>
                <a:gd name="connsiteY27" fmla="*/ 157376 h 956529"/>
                <a:gd name="connsiteX28" fmla="*/ 19688 w 5259533"/>
                <a:gd name="connsiteY28" fmla="*/ 157376 h 956529"/>
                <a:gd name="connsiteX29" fmla="*/ 87421 w 5259533"/>
                <a:gd name="connsiteY29" fmla="*/ 64242 h 956529"/>
                <a:gd name="connsiteX0" fmla="*/ 87421 w 5259672"/>
                <a:gd name="connsiteY0" fmla="*/ 58517 h 950804"/>
                <a:gd name="connsiteX1" fmla="*/ 815555 w 5259672"/>
                <a:gd name="connsiteY1" fmla="*/ 202451 h 950804"/>
                <a:gd name="connsiteX2" fmla="*/ 1416688 w 5259672"/>
                <a:gd name="connsiteY2" fmla="*/ 642717 h 950804"/>
                <a:gd name="connsiteX3" fmla="*/ 2813688 w 5259672"/>
                <a:gd name="connsiteY3" fmla="*/ 837451 h 950804"/>
                <a:gd name="connsiteX4" fmla="*/ 3313221 w 5259672"/>
                <a:gd name="connsiteY4" fmla="*/ 202451 h 950804"/>
                <a:gd name="connsiteX5" fmla="*/ 3878372 w 5259672"/>
                <a:gd name="connsiteY5" fmla="*/ 100897 h 950804"/>
                <a:gd name="connsiteX6" fmla="*/ 4346155 w 5259672"/>
                <a:gd name="connsiteY6" fmla="*/ 370958 h 950804"/>
                <a:gd name="connsiteX7" fmla="*/ 4771605 w 5259672"/>
                <a:gd name="connsiteY7" fmla="*/ 465387 h 950804"/>
                <a:gd name="connsiteX8" fmla="*/ 4653429 w 5259672"/>
                <a:gd name="connsiteY8" fmla="*/ 297081 h 950804"/>
                <a:gd name="connsiteX9" fmla="*/ 4596279 w 5259672"/>
                <a:gd name="connsiteY9" fmla="*/ 21052 h 950804"/>
                <a:gd name="connsiteX10" fmla="*/ 4938821 w 5259672"/>
                <a:gd name="connsiteY10" fmla="*/ 34320 h 950804"/>
                <a:gd name="connsiteX11" fmla="*/ 4939179 w 5259672"/>
                <a:gd name="connsiteY11" fmla="*/ 217179 h 950804"/>
                <a:gd name="connsiteX12" fmla="*/ 4907429 w 5259672"/>
                <a:gd name="connsiteY12" fmla="*/ 326136 h 950804"/>
                <a:gd name="connsiteX13" fmla="*/ 5247855 w 5259672"/>
                <a:gd name="connsiteY13" fmla="*/ 681866 h 950804"/>
                <a:gd name="connsiteX14" fmla="*/ 4418120 w 5259672"/>
                <a:gd name="connsiteY14" fmla="*/ 509939 h 950804"/>
                <a:gd name="connsiteX15" fmla="*/ 4145428 w 5259672"/>
                <a:gd name="connsiteY15" fmla="*/ 340662 h 950804"/>
                <a:gd name="connsiteX16" fmla="*/ 3920705 w 5259672"/>
                <a:gd name="connsiteY16" fmla="*/ 204903 h 950804"/>
                <a:gd name="connsiteX17" fmla="*/ 3596855 w 5259672"/>
                <a:gd name="connsiteY17" fmla="*/ 185518 h 950804"/>
                <a:gd name="connsiteX18" fmla="*/ 3414821 w 5259672"/>
                <a:gd name="connsiteY18" fmla="*/ 261718 h 950804"/>
                <a:gd name="connsiteX19" fmla="*/ 3296288 w 5259672"/>
                <a:gd name="connsiteY19" fmla="*/ 380250 h 950804"/>
                <a:gd name="connsiteX20" fmla="*/ 3084621 w 5259672"/>
                <a:gd name="connsiteY20" fmla="*/ 761250 h 950804"/>
                <a:gd name="connsiteX21" fmla="*/ 2906821 w 5259672"/>
                <a:gd name="connsiteY21" fmla="*/ 913651 h 950804"/>
                <a:gd name="connsiteX22" fmla="*/ 2542755 w 5259672"/>
                <a:gd name="connsiteY22" fmla="*/ 947517 h 950804"/>
                <a:gd name="connsiteX23" fmla="*/ 1856955 w 5259672"/>
                <a:gd name="connsiteY23" fmla="*/ 854384 h 950804"/>
                <a:gd name="connsiteX24" fmla="*/ 1188088 w 5259672"/>
                <a:gd name="connsiteY24" fmla="*/ 642718 h 950804"/>
                <a:gd name="connsiteX25" fmla="*/ 891755 w 5259672"/>
                <a:gd name="connsiteY25" fmla="*/ 371784 h 950804"/>
                <a:gd name="connsiteX26" fmla="*/ 705488 w 5259672"/>
                <a:gd name="connsiteY26" fmla="*/ 244784 h 950804"/>
                <a:gd name="connsiteX27" fmla="*/ 502288 w 5259672"/>
                <a:gd name="connsiteY27" fmla="*/ 193984 h 950804"/>
                <a:gd name="connsiteX28" fmla="*/ 146687 w 5259672"/>
                <a:gd name="connsiteY28" fmla="*/ 151651 h 950804"/>
                <a:gd name="connsiteX29" fmla="*/ 19688 w 5259672"/>
                <a:gd name="connsiteY29" fmla="*/ 151651 h 950804"/>
                <a:gd name="connsiteX30" fmla="*/ 87421 w 5259672"/>
                <a:gd name="connsiteY30" fmla="*/ 58517 h 950804"/>
                <a:gd name="connsiteX0" fmla="*/ 87421 w 5256262"/>
                <a:gd name="connsiteY0" fmla="*/ 58517 h 950804"/>
                <a:gd name="connsiteX1" fmla="*/ 815555 w 5256262"/>
                <a:gd name="connsiteY1" fmla="*/ 202451 h 950804"/>
                <a:gd name="connsiteX2" fmla="*/ 1416688 w 5256262"/>
                <a:gd name="connsiteY2" fmla="*/ 642717 h 950804"/>
                <a:gd name="connsiteX3" fmla="*/ 2813688 w 5256262"/>
                <a:gd name="connsiteY3" fmla="*/ 837451 h 950804"/>
                <a:gd name="connsiteX4" fmla="*/ 3313221 w 5256262"/>
                <a:gd name="connsiteY4" fmla="*/ 202451 h 950804"/>
                <a:gd name="connsiteX5" fmla="*/ 3878372 w 5256262"/>
                <a:gd name="connsiteY5" fmla="*/ 100897 h 950804"/>
                <a:gd name="connsiteX6" fmla="*/ 4346155 w 5256262"/>
                <a:gd name="connsiteY6" fmla="*/ 370958 h 950804"/>
                <a:gd name="connsiteX7" fmla="*/ 4771605 w 5256262"/>
                <a:gd name="connsiteY7" fmla="*/ 465387 h 950804"/>
                <a:gd name="connsiteX8" fmla="*/ 4653429 w 5256262"/>
                <a:gd name="connsiteY8" fmla="*/ 297081 h 950804"/>
                <a:gd name="connsiteX9" fmla="*/ 4596279 w 5256262"/>
                <a:gd name="connsiteY9" fmla="*/ 21052 h 950804"/>
                <a:gd name="connsiteX10" fmla="*/ 4938821 w 5256262"/>
                <a:gd name="connsiteY10" fmla="*/ 34320 h 950804"/>
                <a:gd name="connsiteX11" fmla="*/ 4939179 w 5256262"/>
                <a:gd name="connsiteY11" fmla="*/ 217179 h 950804"/>
                <a:gd name="connsiteX12" fmla="*/ 4850279 w 5256262"/>
                <a:gd name="connsiteY12" fmla="*/ 333399 h 950804"/>
                <a:gd name="connsiteX13" fmla="*/ 5247855 w 5256262"/>
                <a:gd name="connsiteY13" fmla="*/ 681866 h 950804"/>
                <a:gd name="connsiteX14" fmla="*/ 4418120 w 5256262"/>
                <a:gd name="connsiteY14" fmla="*/ 509939 h 950804"/>
                <a:gd name="connsiteX15" fmla="*/ 4145428 w 5256262"/>
                <a:gd name="connsiteY15" fmla="*/ 340662 h 950804"/>
                <a:gd name="connsiteX16" fmla="*/ 3920705 w 5256262"/>
                <a:gd name="connsiteY16" fmla="*/ 204903 h 950804"/>
                <a:gd name="connsiteX17" fmla="*/ 3596855 w 5256262"/>
                <a:gd name="connsiteY17" fmla="*/ 185518 h 950804"/>
                <a:gd name="connsiteX18" fmla="*/ 3414821 w 5256262"/>
                <a:gd name="connsiteY18" fmla="*/ 261718 h 950804"/>
                <a:gd name="connsiteX19" fmla="*/ 3296288 w 5256262"/>
                <a:gd name="connsiteY19" fmla="*/ 380250 h 950804"/>
                <a:gd name="connsiteX20" fmla="*/ 3084621 w 5256262"/>
                <a:gd name="connsiteY20" fmla="*/ 761250 h 950804"/>
                <a:gd name="connsiteX21" fmla="*/ 2906821 w 5256262"/>
                <a:gd name="connsiteY21" fmla="*/ 913651 h 950804"/>
                <a:gd name="connsiteX22" fmla="*/ 2542755 w 5256262"/>
                <a:gd name="connsiteY22" fmla="*/ 947517 h 950804"/>
                <a:gd name="connsiteX23" fmla="*/ 1856955 w 5256262"/>
                <a:gd name="connsiteY23" fmla="*/ 854384 h 950804"/>
                <a:gd name="connsiteX24" fmla="*/ 1188088 w 5256262"/>
                <a:gd name="connsiteY24" fmla="*/ 642718 h 950804"/>
                <a:gd name="connsiteX25" fmla="*/ 891755 w 5256262"/>
                <a:gd name="connsiteY25" fmla="*/ 371784 h 950804"/>
                <a:gd name="connsiteX26" fmla="*/ 705488 w 5256262"/>
                <a:gd name="connsiteY26" fmla="*/ 244784 h 950804"/>
                <a:gd name="connsiteX27" fmla="*/ 502288 w 5256262"/>
                <a:gd name="connsiteY27" fmla="*/ 193984 h 950804"/>
                <a:gd name="connsiteX28" fmla="*/ 146687 w 5256262"/>
                <a:gd name="connsiteY28" fmla="*/ 151651 h 950804"/>
                <a:gd name="connsiteX29" fmla="*/ 19688 w 5256262"/>
                <a:gd name="connsiteY29" fmla="*/ 151651 h 950804"/>
                <a:gd name="connsiteX30" fmla="*/ 87421 w 5256262"/>
                <a:gd name="connsiteY30" fmla="*/ 58517 h 950804"/>
                <a:gd name="connsiteX0" fmla="*/ 87421 w 5256262"/>
                <a:gd name="connsiteY0" fmla="*/ 113346 h 1005633"/>
                <a:gd name="connsiteX1" fmla="*/ 815555 w 5256262"/>
                <a:gd name="connsiteY1" fmla="*/ 257280 h 1005633"/>
                <a:gd name="connsiteX2" fmla="*/ 1416688 w 5256262"/>
                <a:gd name="connsiteY2" fmla="*/ 697546 h 1005633"/>
                <a:gd name="connsiteX3" fmla="*/ 2813688 w 5256262"/>
                <a:gd name="connsiteY3" fmla="*/ 892280 h 1005633"/>
                <a:gd name="connsiteX4" fmla="*/ 3313221 w 5256262"/>
                <a:gd name="connsiteY4" fmla="*/ 257280 h 1005633"/>
                <a:gd name="connsiteX5" fmla="*/ 3878372 w 5256262"/>
                <a:gd name="connsiteY5" fmla="*/ 155726 h 1005633"/>
                <a:gd name="connsiteX6" fmla="*/ 4346155 w 5256262"/>
                <a:gd name="connsiteY6" fmla="*/ 425787 h 1005633"/>
                <a:gd name="connsiteX7" fmla="*/ 4771605 w 5256262"/>
                <a:gd name="connsiteY7" fmla="*/ 520216 h 1005633"/>
                <a:gd name="connsiteX8" fmla="*/ 4653429 w 5256262"/>
                <a:gd name="connsiteY8" fmla="*/ 351910 h 1005633"/>
                <a:gd name="connsiteX9" fmla="*/ 4596279 w 5256262"/>
                <a:gd name="connsiteY9" fmla="*/ 75881 h 1005633"/>
                <a:gd name="connsiteX10" fmla="*/ 4913421 w 5256262"/>
                <a:gd name="connsiteY10" fmla="*/ 9246 h 1005633"/>
                <a:gd name="connsiteX11" fmla="*/ 4939179 w 5256262"/>
                <a:gd name="connsiteY11" fmla="*/ 272008 h 1005633"/>
                <a:gd name="connsiteX12" fmla="*/ 4850279 w 5256262"/>
                <a:gd name="connsiteY12" fmla="*/ 388228 h 1005633"/>
                <a:gd name="connsiteX13" fmla="*/ 5247855 w 5256262"/>
                <a:gd name="connsiteY13" fmla="*/ 736695 h 1005633"/>
                <a:gd name="connsiteX14" fmla="*/ 4418120 w 5256262"/>
                <a:gd name="connsiteY14" fmla="*/ 564768 h 1005633"/>
                <a:gd name="connsiteX15" fmla="*/ 4145428 w 5256262"/>
                <a:gd name="connsiteY15" fmla="*/ 395491 h 1005633"/>
                <a:gd name="connsiteX16" fmla="*/ 3920705 w 5256262"/>
                <a:gd name="connsiteY16" fmla="*/ 259732 h 1005633"/>
                <a:gd name="connsiteX17" fmla="*/ 3596855 w 5256262"/>
                <a:gd name="connsiteY17" fmla="*/ 240347 h 1005633"/>
                <a:gd name="connsiteX18" fmla="*/ 3414821 w 5256262"/>
                <a:gd name="connsiteY18" fmla="*/ 316547 h 1005633"/>
                <a:gd name="connsiteX19" fmla="*/ 3296288 w 5256262"/>
                <a:gd name="connsiteY19" fmla="*/ 435079 h 1005633"/>
                <a:gd name="connsiteX20" fmla="*/ 3084621 w 5256262"/>
                <a:gd name="connsiteY20" fmla="*/ 816079 h 1005633"/>
                <a:gd name="connsiteX21" fmla="*/ 2906821 w 5256262"/>
                <a:gd name="connsiteY21" fmla="*/ 968480 h 1005633"/>
                <a:gd name="connsiteX22" fmla="*/ 2542755 w 5256262"/>
                <a:gd name="connsiteY22" fmla="*/ 1002346 h 1005633"/>
                <a:gd name="connsiteX23" fmla="*/ 1856955 w 5256262"/>
                <a:gd name="connsiteY23" fmla="*/ 909213 h 1005633"/>
                <a:gd name="connsiteX24" fmla="*/ 1188088 w 5256262"/>
                <a:gd name="connsiteY24" fmla="*/ 697547 h 1005633"/>
                <a:gd name="connsiteX25" fmla="*/ 891755 w 5256262"/>
                <a:gd name="connsiteY25" fmla="*/ 426613 h 1005633"/>
                <a:gd name="connsiteX26" fmla="*/ 705488 w 5256262"/>
                <a:gd name="connsiteY26" fmla="*/ 299613 h 1005633"/>
                <a:gd name="connsiteX27" fmla="*/ 502288 w 5256262"/>
                <a:gd name="connsiteY27" fmla="*/ 248813 h 1005633"/>
                <a:gd name="connsiteX28" fmla="*/ 146687 w 5256262"/>
                <a:gd name="connsiteY28" fmla="*/ 206480 h 1005633"/>
                <a:gd name="connsiteX29" fmla="*/ 19688 w 5256262"/>
                <a:gd name="connsiteY29" fmla="*/ 206480 h 1005633"/>
                <a:gd name="connsiteX30" fmla="*/ 87421 w 5256262"/>
                <a:gd name="connsiteY30" fmla="*/ 113346 h 1005633"/>
                <a:gd name="connsiteX0" fmla="*/ 87421 w 5256262"/>
                <a:gd name="connsiteY0" fmla="*/ 130420 h 1022707"/>
                <a:gd name="connsiteX1" fmla="*/ 815555 w 5256262"/>
                <a:gd name="connsiteY1" fmla="*/ 274354 h 1022707"/>
                <a:gd name="connsiteX2" fmla="*/ 1416688 w 5256262"/>
                <a:gd name="connsiteY2" fmla="*/ 714620 h 1022707"/>
                <a:gd name="connsiteX3" fmla="*/ 2813688 w 5256262"/>
                <a:gd name="connsiteY3" fmla="*/ 909354 h 1022707"/>
                <a:gd name="connsiteX4" fmla="*/ 3313221 w 5256262"/>
                <a:gd name="connsiteY4" fmla="*/ 274354 h 1022707"/>
                <a:gd name="connsiteX5" fmla="*/ 3878372 w 5256262"/>
                <a:gd name="connsiteY5" fmla="*/ 172800 h 1022707"/>
                <a:gd name="connsiteX6" fmla="*/ 4346155 w 5256262"/>
                <a:gd name="connsiteY6" fmla="*/ 442861 h 1022707"/>
                <a:gd name="connsiteX7" fmla="*/ 4771605 w 5256262"/>
                <a:gd name="connsiteY7" fmla="*/ 537290 h 1022707"/>
                <a:gd name="connsiteX8" fmla="*/ 4653429 w 5256262"/>
                <a:gd name="connsiteY8" fmla="*/ 368984 h 1022707"/>
                <a:gd name="connsiteX9" fmla="*/ 4577229 w 5256262"/>
                <a:gd name="connsiteY9" fmla="*/ 34845 h 1022707"/>
                <a:gd name="connsiteX10" fmla="*/ 4913421 w 5256262"/>
                <a:gd name="connsiteY10" fmla="*/ 26320 h 1022707"/>
                <a:gd name="connsiteX11" fmla="*/ 4939179 w 5256262"/>
                <a:gd name="connsiteY11" fmla="*/ 289082 h 1022707"/>
                <a:gd name="connsiteX12" fmla="*/ 4850279 w 5256262"/>
                <a:gd name="connsiteY12" fmla="*/ 405302 h 1022707"/>
                <a:gd name="connsiteX13" fmla="*/ 5247855 w 5256262"/>
                <a:gd name="connsiteY13" fmla="*/ 753769 h 1022707"/>
                <a:gd name="connsiteX14" fmla="*/ 4418120 w 5256262"/>
                <a:gd name="connsiteY14" fmla="*/ 581842 h 1022707"/>
                <a:gd name="connsiteX15" fmla="*/ 4145428 w 5256262"/>
                <a:gd name="connsiteY15" fmla="*/ 412565 h 1022707"/>
                <a:gd name="connsiteX16" fmla="*/ 3920705 w 5256262"/>
                <a:gd name="connsiteY16" fmla="*/ 276806 h 1022707"/>
                <a:gd name="connsiteX17" fmla="*/ 3596855 w 5256262"/>
                <a:gd name="connsiteY17" fmla="*/ 257421 h 1022707"/>
                <a:gd name="connsiteX18" fmla="*/ 3414821 w 5256262"/>
                <a:gd name="connsiteY18" fmla="*/ 333621 h 1022707"/>
                <a:gd name="connsiteX19" fmla="*/ 3296288 w 5256262"/>
                <a:gd name="connsiteY19" fmla="*/ 452153 h 1022707"/>
                <a:gd name="connsiteX20" fmla="*/ 3084621 w 5256262"/>
                <a:gd name="connsiteY20" fmla="*/ 833153 h 1022707"/>
                <a:gd name="connsiteX21" fmla="*/ 2906821 w 5256262"/>
                <a:gd name="connsiteY21" fmla="*/ 985554 h 1022707"/>
                <a:gd name="connsiteX22" fmla="*/ 2542755 w 5256262"/>
                <a:gd name="connsiteY22" fmla="*/ 1019420 h 1022707"/>
                <a:gd name="connsiteX23" fmla="*/ 1856955 w 5256262"/>
                <a:gd name="connsiteY23" fmla="*/ 926287 h 1022707"/>
                <a:gd name="connsiteX24" fmla="*/ 1188088 w 5256262"/>
                <a:gd name="connsiteY24" fmla="*/ 714621 h 1022707"/>
                <a:gd name="connsiteX25" fmla="*/ 891755 w 5256262"/>
                <a:gd name="connsiteY25" fmla="*/ 443687 h 1022707"/>
                <a:gd name="connsiteX26" fmla="*/ 705488 w 5256262"/>
                <a:gd name="connsiteY26" fmla="*/ 316687 h 1022707"/>
                <a:gd name="connsiteX27" fmla="*/ 502288 w 5256262"/>
                <a:gd name="connsiteY27" fmla="*/ 265887 h 1022707"/>
                <a:gd name="connsiteX28" fmla="*/ 146687 w 5256262"/>
                <a:gd name="connsiteY28" fmla="*/ 223554 h 1022707"/>
                <a:gd name="connsiteX29" fmla="*/ 19688 w 5256262"/>
                <a:gd name="connsiteY29" fmla="*/ 223554 h 1022707"/>
                <a:gd name="connsiteX30" fmla="*/ 87421 w 5256262"/>
                <a:gd name="connsiteY30" fmla="*/ 130420 h 1022707"/>
                <a:gd name="connsiteX0" fmla="*/ 87421 w 5256262"/>
                <a:gd name="connsiteY0" fmla="*/ 129917 h 1022204"/>
                <a:gd name="connsiteX1" fmla="*/ 815555 w 5256262"/>
                <a:gd name="connsiteY1" fmla="*/ 273851 h 1022204"/>
                <a:gd name="connsiteX2" fmla="*/ 1416688 w 5256262"/>
                <a:gd name="connsiteY2" fmla="*/ 714117 h 1022204"/>
                <a:gd name="connsiteX3" fmla="*/ 2813688 w 5256262"/>
                <a:gd name="connsiteY3" fmla="*/ 908851 h 1022204"/>
                <a:gd name="connsiteX4" fmla="*/ 3313221 w 5256262"/>
                <a:gd name="connsiteY4" fmla="*/ 273851 h 1022204"/>
                <a:gd name="connsiteX5" fmla="*/ 3878372 w 5256262"/>
                <a:gd name="connsiteY5" fmla="*/ 172297 h 1022204"/>
                <a:gd name="connsiteX6" fmla="*/ 4346155 w 5256262"/>
                <a:gd name="connsiteY6" fmla="*/ 442358 h 1022204"/>
                <a:gd name="connsiteX7" fmla="*/ 4771605 w 5256262"/>
                <a:gd name="connsiteY7" fmla="*/ 536787 h 1022204"/>
                <a:gd name="connsiteX8" fmla="*/ 4653429 w 5256262"/>
                <a:gd name="connsiteY8" fmla="*/ 368481 h 1022204"/>
                <a:gd name="connsiteX9" fmla="*/ 4577229 w 5256262"/>
                <a:gd name="connsiteY9" fmla="*/ 34342 h 1022204"/>
                <a:gd name="connsiteX10" fmla="*/ 4913421 w 5256262"/>
                <a:gd name="connsiteY10" fmla="*/ 25817 h 1022204"/>
                <a:gd name="connsiteX11" fmla="*/ 4882029 w 5256262"/>
                <a:gd name="connsiteY11" fmla="*/ 281315 h 1022204"/>
                <a:gd name="connsiteX12" fmla="*/ 4850279 w 5256262"/>
                <a:gd name="connsiteY12" fmla="*/ 404799 h 1022204"/>
                <a:gd name="connsiteX13" fmla="*/ 5247855 w 5256262"/>
                <a:gd name="connsiteY13" fmla="*/ 753266 h 1022204"/>
                <a:gd name="connsiteX14" fmla="*/ 4418120 w 5256262"/>
                <a:gd name="connsiteY14" fmla="*/ 581339 h 1022204"/>
                <a:gd name="connsiteX15" fmla="*/ 4145428 w 5256262"/>
                <a:gd name="connsiteY15" fmla="*/ 412062 h 1022204"/>
                <a:gd name="connsiteX16" fmla="*/ 3920705 w 5256262"/>
                <a:gd name="connsiteY16" fmla="*/ 276303 h 1022204"/>
                <a:gd name="connsiteX17" fmla="*/ 3596855 w 5256262"/>
                <a:gd name="connsiteY17" fmla="*/ 256918 h 1022204"/>
                <a:gd name="connsiteX18" fmla="*/ 3414821 w 5256262"/>
                <a:gd name="connsiteY18" fmla="*/ 333118 h 1022204"/>
                <a:gd name="connsiteX19" fmla="*/ 3296288 w 5256262"/>
                <a:gd name="connsiteY19" fmla="*/ 451650 h 1022204"/>
                <a:gd name="connsiteX20" fmla="*/ 3084621 w 5256262"/>
                <a:gd name="connsiteY20" fmla="*/ 832650 h 1022204"/>
                <a:gd name="connsiteX21" fmla="*/ 2906821 w 5256262"/>
                <a:gd name="connsiteY21" fmla="*/ 985051 h 1022204"/>
                <a:gd name="connsiteX22" fmla="*/ 2542755 w 5256262"/>
                <a:gd name="connsiteY22" fmla="*/ 1018917 h 1022204"/>
                <a:gd name="connsiteX23" fmla="*/ 1856955 w 5256262"/>
                <a:gd name="connsiteY23" fmla="*/ 925784 h 1022204"/>
                <a:gd name="connsiteX24" fmla="*/ 1188088 w 5256262"/>
                <a:gd name="connsiteY24" fmla="*/ 714118 h 1022204"/>
                <a:gd name="connsiteX25" fmla="*/ 891755 w 5256262"/>
                <a:gd name="connsiteY25" fmla="*/ 443184 h 1022204"/>
                <a:gd name="connsiteX26" fmla="*/ 705488 w 5256262"/>
                <a:gd name="connsiteY26" fmla="*/ 316184 h 1022204"/>
                <a:gd name="connsiteX27" fmla="*/ 502288 w 5256262"/>
                <a:gd name="connsiteY27" fmla="*/ 265384 h 1022204"/>
                <a:gd name="connsiteX28" fmla="*/ 146687 w 5256262"/>
                <a:gd name="connsiteY28" fmla="*/ 223051 h 1022204"/>
                <a:gd name="connsiteX29" fmla="*/ 19688 w 5256262"/>
                <a:gd name="connsiteY29" fmla="*/ 223051 h 1022204"/>
                <a:gd name="connsiteX30" fmla="*/ 87421 w 5256262"/>
                <a:gd name="connsiteY30" fmla="*/ 129917 h 1022204"/>
                <a:gd name="connsiteX0" fmla="*/ 87421 w 5256262"/>
                <a:gd name="connsiteY0" fmla="*/ 129917 h 1022204"/>
                <a:gd name="connsiteX1" fmla="*/ 815555 w 5256262"/>
                <a:gd name="connsiteY1" fmla="*/ 273851 h 1022204"/>
                <a:gd name="connsiteX2" fmla="*/ 1416688 w 5256262"/>
                <a:gd name="connsiteY2" fmla="*/ 714117 h 1022204"/>
                <a:gd name="connsiteX3" fmla="*/ 2813688 w 5256262"/>
                <a:gd name="connsiteY3" fmla="*/ 908851 h 1022204"/>
                <a:gd name="connsiteX4" fmla="*/ 3313221 w 5256262"/>
                <a:gd name="connsiteY4" fmla="*/ 273851 h 1022204"/>
                <a:gd name="connsiteX5" fmla="*/ 3878372 w 5256262"/>
                <a:gd name="connsiteY5" fmla="*/ 172297 h 1022204"/>
                <a:gd name="connsiteX6" fmla="*/ 4346155 w 5256262"/>
                <a:gd name="connsiteY6" fmla="*/ 442358 h 1022204"/>
                <a:gd name="connsiteX7" fmla="*/ 4771605 w 5256262"/>
                <a:gd name="connsiteY7" fmla="*/ 536787 h 1022204"/>
                <a:gd name="connsiteX8" fmla="*/ 4640729 w 5256262"/>
                <a:gd name="connsiteY8" fmla="*/ 332162 h 1022204"/>
                <a:gd name="connsiteX9" fmla="*/ 4577229 w 5256262"/>
                <a:gd name="connsiteY9" fmla="*/ 34342 h 1022204"/>
                <a:gd name="connsiteX10" fmla="*/ 4913421 w 5256262"/>
                <a:gd name="connsiteY10" fmla="*/ 25817 h 1022204"/>
                <a:gd name="connsiteX11" fmla="*/ 4882029 w 5256262"/>
                <a:gd name="connsiteY11" fmla="*/ 281315 h 1022204"/>
                <a:gd name="connsiteX12" fmla="*/ 4850279 w 5256262"/>
                <a:gd name="connsiteY12" fmla="*/ 404799 h 1022204"/>
                <a:gd name="connsiteX13" fmla="*/ 5247855 w 5256262"/>
                <a:gd name="connsiteY13" fmla="*/ 753266 h 1022204"/>
                <a:gd name="connsiteX14" fmla="*/ 4418120 w 5256262"/>
                <a:gd name="connsiteY14" fmla="*/ 581339 h 1022204"/>
                <a:gd name="connsiteX15" fmla="*/ 4145428 w 5256262"/>
                <a:gd name="connsiteY15" fmla="*/ 412062 h 1022204"/>
                <a:gd name="connsiteX16" fmla="*/ 3920705 w 5256262"/>
                <a:gd name="connsiteY16" fmla="*/ 276303 h 1022204"/>
                <a:gd name="connsiteX17" fmla="*/ 3596855 w 5256262"/>
                <a:gd name="connsiteY17" fmla="*/ 256918 h 1022204"/>
                <a:gd name="connsiteX18" fmla="*/ 3414821 w 5256262"/>
                <a:gd name="connsiteY18" fmla="*/ 333118 h 1022204"/>
                <a:gd name="connsiteX19" fmla="*/ 3296288 w 5256262"/>
                <a:gd name="connsiteY19" fmla="*/ 451650 h 1022204"/>
                <a:gd name="connsiteX20" fmla="*/ 3084621 w 5256262"/>
                <a:gd name="connsiteY20" fmla="*/ 832650 h 1022204"/>
                <a:gd name="connsiteX21" fmla="*/ 2906821 w 5256262"/>
                <a:gd name="connsiteY21" fmla="*/ 985051 h 1022204"/>
                <a:gd name="connsiteX22" fmla="*/ 2542755 w 5256262"/>
                <a:gd name="connsiteY22" fmla="*/ 1018917 h 1022204"/>
                <a:gd name="connsiteX23" fmla="*/ 1856955 w 5256262"/>
                <a:gd name="connsiteY23" fmla="*/ 925784 h 1022204"/>
                <a:gd name="connsiteX24" fmla="*/ 1188088 w 5256262"/>
                <a:gd name="connsiteY24" fmla="*/ 714118 h 1022204"/>
                <a:gd name="connsiteX25" fmla="*/ 891755 w 5256262"/>
                <a:gd name="connsiteY25" fmla="*/ 443184 h 1022204"/>
                <a:gd name="connsiteX26" fmla="*/ 705488 w 5256262"/>
                <a:gd name="connsiteY26" fmla="*/ 316184 h 1022204"/>
                <a:gd name="connsiteX27" fmla="*/ 502288 w 5256262"/>
                <a:gd name="connsiteY27" fmla="*/ 265384 h 1022204"/>
                <a:gd name="connsiteX28" fmla="*/ 146687 w 5256262"/>
                <a:gd name="connsiteY28" fmla="*/ 223051 h 1022204"/>
                <a:gd name="connsiteX29" fmla="*/ 19688 w 5256262"/>
                <a:gd name="connsiteY29" fmla="*/ 223051 h 1022204"/>
                <a:gd name="connsiteX30" fmla="*/ 87421 w 5256262"/>
                <a:gd name="connsiteY30" fmla="*/ 129917 h 1022204"/>
                <a:gd name="connsiteX0" fmla="*/ 87421 w 5262867"/>
                <a:gd name="connsiteY0" fmla="*/ 129917 h 1022204"/>
                <a:gd name="connsiteX1" fmla="*/ 815555 w 5262867"/>
                <a:gd name="connsiteY1" fmla="*/ 273851 h 1022204"/>
                <a:gd name="connsiteX2" fmla="*/ 1416688 w 5262867"/>
                <a:gd name="connsiteY2" fmla="*/ 714117 h 1022204"/>
                <a:gd name="connsiteX3" fmla="*/ 2813688 w 5262867"/>
                <a:gd name="connsiteY3" fmla="*/ 908851 h 1022204"/>
                <a:gd name="connsiteX4" fmla="*/ 3313221 w 5262867"/>
                <a:gd name="connsiteY4" fmla="*/ 273851 h 1022204"/>
                <a:gd name="connsiteX5" fmla="*/ 3878372 w 5262867"/>
                <a:gd name="connsiteY5" fmla="*/ 172297 h 1022204"/>
                <a:gd name="connsiteX6" fmla="*/ 4346155 w 5262867"/>
                <a:gd name="connsiteY6" fmla="*/ 442358 h 1022204"/>
                <a:gd name="connsiteX7" fmla="*/ 4771605 w 5262867"/>
                <a:gd name="connsiteY7" fmla="*/ 536787 h 1022204"/>
                <a:gd name="connsiteX8" fmla="*/ 4640729 w 5262867"/>
                <a:gd name="connsiteY8" fmla="*/ 332162 h 1022204"/>
                <a:gd name="connsiteX9" fmla="*/ 4577229 w 5262867"/>
                <a:gd name="connsiteY9" fmla="*/ 34342 h 1022204"/>
                <a:gd name="connsiteX10" fmla="*/ 4913421 w 5262867"/>
                <a:gd name="connsiteY10" fmla="*/ 25817 h 1022204"/>
                <a:gd name="connsiteX11" fmla="*/ 4882029 w 5262867"/>
                <a:gd name="connsiteY11" fmla="*/ 281315 h 1022204"/>
                <a:gd name="connsiteX12" fmla="*/ 4850279 w 5262867"/>
                <a:gd name="connsiteY12" fmla="*/ 404799 h 1022204"/>
                <a:gd name="connsiteX13" fmla="*/ 4945528 w 5262867"/>
                <a:gd name="connsiteY13" fmla="*/ 608188 h 1022204"/>
                <a:gd name="connsiteX14" fmla="*/ 5247855 w 5262867"/>
                <a:gd name="connsiteY14" fmla="*/ 753266 h 1022204"/>
                <a:gd name="connsiteX15" fmla="*/ 4418120 w 5262867"/>
                <a:gd name="connsiteY15" fmla="*/ 581339 h 1022204"/>
                <a:gd name="connsiteX16" fmla="*/ 4145428 w 5262867"/>
                <a:gd name="connsiteY16" fmla="*/ 412062 h 1022204"/>
                <a:gd name="connsiteX17" fmla="*/ 3920705 w 5262867"/>
                <a:gd name="connsiteY17" fmla="*/ 276303 h 1022204"/>
                <a:gd name="connsiteX18" fmla="*/ 3596855 w 5262867"/>
                <a:gd name="connsiteY18" fmla="*/ 256918 h 1022204"/>
                <a:gd name="connsiteX19" fmla="*/ 3414821 w 5262867"/>
                <a:gd name="connsiteY19" fmla="*/ 333118 h 1022204"/>
                <a:gd name="connsiteX20" fmla="*/ 3296288 w 5262867"/>
                <a:gd name="connsiteY20" fmla="*/ 451650 h 1022204"/>
                <a:gd name="connsiteX21" fmla="*/ 3084621 w 5262867"/>
                <a:gd name="connsiteY21" fmla="*/ 832650 h 1022204"/>
                <a:gd name="connsiteX22" fmla="*/ 2906821 w 5262867"/>
                <a:gd name="connsiteY22" fmla="*/ 985051 h 1022204"/>
                <a:gd name="connsiteX23" fmla="*/ 2542755 w 5262867"/>
                <a:gd name="connsiteY23" fmla="*/ 1018917 h 1022204"/>
                <a:gd name="connsiteX24" fmla="*/ 1856955 w 5262867"/>
                <a:gd name="connsiteY24" fmla="*/ 925784 h 1022204"/>
                <a:gd name="connsiteX25" fmla="*/ 1188088 w 5262867"/>
                <a:gd name="connsiteY25" fmla="*/ 714118 h 1022204"/>
                <a:gd name="connsiteX26" fmla="*/ 891755 w 5262867"/>
                <a:gd name="connsiteY26" fmla="*/ 443184 h 1022204"/>
                <a:gd name="connsiteX27" fmla="*/ 705488 w 5262867"/>
                <a:gd name="connsiteY27" fmla="*/ 316184 h 1022204"/>
                <a:gd name="connsiteX28" fmla="*/ 502288 w 5262867"/>
                <a:gd name="connsiteY28" fmla="*/ 265384 h 1022204"/>
                <a:gd name="connsiteX29" fmla="*/ 146687 w 5262867"/>
                <a:gd name="connsiteY29" fmla="*/ 223051 h 1022204"/>
                <a:gd name="connsiteX30" fmla="*/ 19688 w 5262867"/>
                <a:gd name="connsiteY30" fmla="*/ 223051 h 1022204"/>
                <a:gd name="connsiteX31" fmla="*/ 87421 w 5262867"/>
                <a:gd name="connsiteY31" fmla="*/ 129917 h 1022204"/>
                <a:gd name="connsiteX0" fmla="*/ 87421 w 4954253"/>
                <a:gd name="connsiteY0" fmla="*/ 129917 h 1022204"/>
                <a:gd name="connsiteX1" fmla="*/ 815555 w 4954253"/>
                <a:gd name="connsiteY1" fmla="*/ 273851 h 1022204"/>
                <a:gd name="connsiteX2" fmla="*/ 1416688 w 4954253"/>
                <a:gd name="connsiteY2" fmla="*/ 714117 h 1022204"/>
                <a:gd name="connsiteX3" fmla="*/ 2813688 w 4954253"/>
                <a:gd name="connsiteY3" fmla="*/ 908851 h 1022204"/>
                <a:gd name="connsiteX4" fmla="*/ 3313221 w 4954253"/>
                <a:gd name="connsiteY4" fmla="*/ 273851 h 1022204"/>
                <a:gd name="connsiteX5" fmla="*/ 3878372 w 4954253"/>
                <a:gd name="connsiteY5" fmla="*/ 172297 h 1022204"/>
                <a:gd name="connsiteX6" fmla="*/ 4346155 w 4954253"/>
                <a:gd name="connsiteY6" fmla="*/ 442358 h 1022204"/>
                <a:gd name="connsiteX7" fmla="*/ 4771605 w 4954253"/>
                <a:gd name="connsiteY7" fmla="*/ 536787 h 1022204"/>
                <a:gd name="connsiteX8" fmla="*/ 4640729 w 4954253"/>
                <a:gd name="connsiteY8" fmla="*/ 332162 h 1022204"/>
                <a:gd name="connsiteX9" fmla="*/ 4577229 w 4954253"/>
                <a:gd name="connsiteY9" fmla="*/ 34342 h 1022204"/>
                <a:gd name="connsiteX10" fmla="*/ 4913421 w 4954253"/>
                <a:gd name="connsiteY10" fmla="*/ 25817 h 1022204"/>
                <a:gd name="connsiteX11" fmla="*/ 4882029 w 4954253"/>
                <a:gd name="connsiteY11" fmla="*/ 281315 h 1022204"/>
                <a:gd name="connsiteX12" fmla="*/ 4850279 w 4954253"/>
                <a:gd name="connsiteY12" fmla="*/ 404799 h 1022204"/>
                <a:gd name="connsiteX13" fmla="*/ 4945528 w 4954253"/>
                <a:gd name="connsiteY13" fmla="*/ 608188 h 1022204"/>
                <a:gd name="connsiteX14" fmla="*/ 4593805 w 4954253"/>
                <a:gd name="connsiteY14" fmla="*/ 651572 h 1022204"/>
                <a:gd name="connsiteX15" fmla="*/ 4418120 w 4954253"/>
                <a:gd name="connsiteY15" fmla="*/ 581339 h 1022204"/>
                <a:gd name="connsiteX16" fmla="*/ 4145428 w 4954253"/>
                <a:gd name="connsiteY16" fmla="*/ 412062 h 1022204"/>
                <a:gd name="connsiteX17" fmla="*/ 3920705 w 4954253"/>
                <a:gd name="connsiteY17" fmla="*/ 276303 h 1022204"/>
                <a:gd name="connsiteX18" fmla="*/ 3596855 w 4954253"/>
                <a:gd name="connsiteY18" fmla="*/ 256918 h 1022204"/>
                <a:gd name="connsiteX19" fmla="*/ 3414821 w 4954253"/>
                <a:gd name="connsiteY19" fmla="*/ 333118 h 1022204"/>
                <a:gd name="connsiteX20" fmla="*/ 3296288 w 4954253"/>
                <a:gd name="connsiteY20" fmla="*/ 451650 h 1022204"/>
                <a:gd name="connsiteX21" fmla="*/ 3084621 w 4954253"/>
                <a:gd name="connsiteY21" fmla="*/ 832650 h 1022204"/>
                <a:gd name="connsiteX22" fmla="*/ 2906821 w 4954253"/>
                <a:gd name="connsiteY22" fmla="*/ 985051 h 1022204"/>
                <a:gd name="connsiteX23" fmla="*/ 2542755 w 4954253"/>
                <a:gd name="connsiteY23" fmla="*/ 1018917 h 1022204"/>
                <a:gd name="connsiteX24" fmla="*/ 1856955 w 4954253"/>
                <a:gd name="connsiteY24" fmla="*/ 925784 h 1022204"/>
                <a:gd name="connsiteX25" fmla="*/ 1188088 w 4954253"/>
                <a:gd name="connsiteY25" fmla="*/ 714118 h 1022204"/>
                <a:gd name="connsiteX26" fmla="*/ 891755 w 4954253"/>
                <a:gd name="connsiteY26" fmla="*/ 443184 h 1022204"/>
                <a:gd name="connsiteX27" fmla="*/ 705488 w 4954253"/>
                <a:gd name="connsiteY27" fmla="*/ 316184 h 1022204"/>
                <a:gd name="connsiteX28" fmla="*/ 502288 w 4954253"/>
                <a:gd name="connsiteY28" fmla="*/ 265384 h 1022204"/>
                <a:gd name="connsiteX29" fmla="*/ 146687 w 4954253"/>
                <a:gd name="connsiteY29" fmla="*/ 223051 h 1022204"/>
                <a:gd name="connsiteX30" fmla="*/ 19688 w 4954253"/>
                <a:gd name="connsiteY30" fmla="*/ 223051 h 1022204"/>
                <a:gd name="connsiteX31" fmla="*/ 87421 w 4954253"/>
                <a:gd name="connsiteY31" fmla="*/ 129917 h 1022204"/>
                <a:gd name="connsiteX0" fmla="*/ 87421 w 4975828"/>
                <a:gd name="connsiteY0" fmla="*/ 129917 h 1022204"/>
                <a:gd name="connsiteX1" fmla="*/ 815555 w 4975828"/>
                <a:gd name="connsiteY1" fmla="*/ 273851 h 1022204"/>
                <a:gd name="connsiteX2" fmla="*/ 1416688 w 4975828"/>
                <a:gd name="connsiteY2" fmla="*/ 714117 h 1022204"/>
                <a:gd name="connsiteX3" fmla="*/ 2813688 w 4975828"/>
                <a:gd name="connsiteY3" fmla="*/ 908851 h 1022204"/>
                <a:gd name="connsiteX4" fmla="*/ 3313221 w 4975828"/>
                <a:gd name="connsiteY4" fmla="*/ 273851 h 1022204"/>
                <a:gd name="connsiteX5" fmla="*/ 3878372 w 4975828"/>
                <a:gd name="connsiteY5" fmla="*/ 172297 h 1022204"/>
                <a:gd name="connsiteX6" fmla="*/ 4346155 w 4975828"/>
                <a:gd name="connsiteY6" fmla="*/ 442358 h 1022204"/>
                <a:gd name="connsiteX7" fmla="*/ 4771605 w 4975828"/>
                <a:gd name="connsiteY7" fmla="*/ 536787 h 1022204"/>
                <a:gd name="connsiteX8" fmla="*/ 4640729 w 4975828"/>
                <a:gd name="connsiteY8" fmla="*/ 332162 h 1022204"/>
                <a:gd name="connsiteX9" fmla="*/ 4577229 w 4975828"/>
                <a:gd name="connsiteY9" fmla="*/ 34342 h 1022204"/>
                <a:gd name="connsiteX10" fmla="*/ 4913421 w 4975828"/>
                <a:gd name="connsiteY10" fmla="*/ 25817 h 1022204"/>
                <a:gd name="connsiteX11" fmla="*/ 4882029 w 4975828"/>
                <a:gd name="connsiteY11" fmla="*/ 281315 h 1022204"/>
                <a:gd name="connsiteX12" fmla="*/ 4850279 w 4975828"/>
                <a:gd name="connsiteY12" fmla="*/ 404799 h 1022204"/>
                <a:gd name="connsiteX13" fmla="*/ 4945528 w 4975828"/>
                <a:gd name="connsiteY13" fmla="*/ 608188 h 1022204"/>
                <a:gd name="connsiteX14" fmla="*/ 4873205 w 4975828"/>
                <a:gd name="connsiteY14" fmla="*/ 796849 h 1022204"/>
                <a:gd name="connsiteX15" fmla="*/ 4418120 w 4975828"/>
                <a:gd name="connsiteY15" fmla="*/ 581339 h 1022204"/>
                <a:gd name="connsiteX16" fmla="*/ 4145428 w 4975828"/>
                <a:gd name="connsiteY16" fmla="*/ 412062 h 1022204"/>
                <a:gd name="connsiteX17" fmla="*/ 3920705 w 4975828"/>
                <a:gd name="connsiteY17" fmla="*/ 276303 h 1022204"/>
                <a:gd name="connsiteX18" fmla="*/ 3596855 w 4975828"/>
                <a:gd name="connsiteY18" fmla="*/ 256918 h 1022204"/>
                <a:gd name="connsiteX19" fmla="*/ 3414821 w 4975828"/>
                <a:gd name="connsiteY19" fmla="*/ 333118 h 1022204"/>
                <a:gd name="connsiteX20" fmla="*/ 3296288 w 4975828"/>
                <a:gd name="connsiteY20" fmla="*/ 451650 h 1022204"/>
                <a:gd name="connsiteX21" fmla="*/ 3084621 w 4975828"/>
                <a:gd name="connsiteY21" fmla="*/ 832650 h 1022204"/>
                <a:gd name="connsiteX22" fmla="*/ 2906821 w 4975828"/>
                <a:gd name="connsiteY22" fmla="*/ 985051 h 1022204"/>
                <a:gd name="connsiteX23" fmla="*/ 2542755 w 4975828"/>
                <a:gd name="connsiteY23" fmla="*/ 1018917 h 1022204"/>
                <a:gd name="connsiteX24" fmla="*/ 1856955 w 4975828"/>
                <a:gd name="connsiteY24" fmla="*/ 925784 h 1022204"/>
                <a:gd name="connsiteX25" fmla="*/ 1188088 w 4975828"/>
                <a:gd name="connsiteY25" fmla="*/ 714118 h 1022204"/>
                <a:gd name="connsiteX26" fmla="*/ 891755 w 4975828"/>
                <a:gd name="connsiteY26" fmla="*/ 443184 h 1022204"/>
                <a:gd name="connsiteX27" fmla="*/ 705488 w 4975828"/>
                <a:gd name="connsiteY27" fmla="*/ 316184 h 1022204"/>
                <a:gd name="connsiteX28" fmla="*/ 502288 w 4975828"/>
                <a:gd name="connsiteY28" fmla="*/ 265384 h 1022204"/>
                <a:gd name="connsiteX29" fmla="*/ 146687 w 4975828"/>
                <a:gd name="connsiteY29" fmla="*/ 223051 h 1022204"/>
                <a:gd name="connsiteX30" fmla="*/ 19688 w 4975828"/>
                <a:gd name="connsiteY30" fmla="*/ 223051 h 1022204"/>
                <a:gd name="connsiteX31" fmla="*/ 87421 w 4975828"/>
                <a:gd name="connsiteY31" fmla="*/ 129917 h 1022204"/>
                <a:gd name="connsiteX0" fmla="*/ 87421 w 4975610"/>
                <a:gd name="connsiteY0" fmla="*/ 129917 h 1022204"/>
                <a:gd name="connsiteX1" fmla="*/ 815555 w 4975610"/>
                <a:gd name="connsiteY1" fmla="*/ 273851 h 1022204"/>
                <a:gd name="connsiteX2" fmla="*/ 1416688 w 4975610"/>
                <a:gd name="connsiteY2" fmla="*/ 714117 h 1022204"/>
                <a:gd name="connsiteX3" fmla="*/ 2813688 w 4975610"/>
                <a:gd name="connsiteY3" fmla="*/ 908851 h 1022204"/>
                <a:gd name="connsiteX4" fmla="*/ 3313221 w 4975610"/>
                <a:gd name="connsiteY4" fmla="*/ 273851 h 1022204"/>
                <a:gd name="connsiteX5" fmla="*/ 3878372 w 4975610"/>
                <a:gd name="connsiteY5" fmla="*/ 172297 h 1022204"/>
                <a:gd name="connsiteX6" fmla="*/ 4346155 w 4975610"/>
                <a:gd name="connsiteY6" fmla="*/ 442358 h 1022204"/>
                <a:gd name="connsiteX7" fmla="*/ 4771605 w 4975610"/>
                <a:gd name="connsiteY7" fmla="*/ 536787 h 1022204"/>
                <a:gd name="connsiteX8" fmla="*/ 4640729 w 4975610"/>
                <a:gd name="connsiteY8" fmla="*/ 332162 h 1022204"/>
                <a:gd name="connsiteX9" fmla="*/ 4577229 w 4975610"/>
                <a:gd name="connsiteY9" fmla="*/ 34342 h 1022204"/>
                <a:gd name="connsiteX10" fmla="*/ 4913421 w 4975610"/>
                <a:gd name="connsiteY10" fmla="*/ 25817 h 1022204"/>
                <a:gd name="connsiteX11" fmla="*/ 4882029 w 4975610"/>
                <a:gd name="connsiteY11" fmla="*/ 281315 h 1022204"/>
                <a:gd name="connsiteX12" fmla="*/ 4850279 w 4975610"/>
                <a:gd name="connsiteY12" fmla="*/ 404799 h 1022204"/>
                <a:gd name="connsiteX13" fmla="*/ 4945528 w 4975610"/>
                <a:gd name="connsiteY13" fmla="*/ 608188 h 1022204"/>
                <a:gd name="connsiteX14" fmla="*/ 4873205 w 4975610"/>
                <a:gd name="connsiteY14" fmla="*/ 796849 h 1022204"/>
                <a:gd name="connsiteX15" fmla="*/ 4424470 w 4975610"/>
                <a:gd name="connsiteY15" fmla="*/ 712089 h 1022204"/>
                <a:gd name="connsiteX16" fmla="*/ 4145428 w 4975610"/>
                <a:gd name="connsiteY16" fmla="*/ 412062 h 1022204"/>
                <a:gd name="connsiteX17" fmla="*/ 3920705 w 4975610"/>
                <a:gd name="connsiteY17" fmla="*/ 276303 h 1022204"/>
                <a:gd name="connsiteX18" fmla="*/ 3596855 w 4975610"/>
                <a:gd name="connsiteY18" fmla="*/ 256918 h 1022204"/>
                <a:gd name="connsiteX19" fmla="*/ 3414821 w 4975610"/>
                <a:gd name="connsiteY19" fmla="*/ 333118 h 1022204"/>
                <a:gd name="connsiteX20" fmla="*/ 3296288 w 4975610"/>
                <a:gd name="connsiteY20" fmla="*/ 451650 h 1022204"/>
                <a:gd name="connsiteX21" fmla="*/ 3084621 w 4975610"/>
                <a:gd name="connsiteY21" fmla="*/ 832650 h 1022204"/>
                <a:gd name="connsiteX22" fmla="*/ 2906821 w 4975610"/>
                <a:gd name="connsiteY22" fmla="*/ 985051 h 1022204"/>
                <a:gd name="connsiteX23" fmla="*/ 2542755 w 4975610"/>
                <a:gd name="connsiteY23" fmla="*/ 1018917 h 1022204"/>
                <a:gd name="connsiteX24" fmla="*/ 1856955 w 4975610"/>
                <a:gd name="connsiteY24" fmla="*/ 925784 h 1022204"/>
                <a:gd name="connsiteX25" fmla="*/ 1188088 w 4975610"/>
                <a:gd name="connsiteY25" fmla="*/ 714118 h 1022204"/>
                <a:gd name="connsiteX26" fmla="*/ 891755 w 4975610"/>
                <a:gd name="connsiteY26" fmla="*/ 443184 h 1022204"/>
                <a:gd name="connsiteX27" fmla="*/ 705488 w 4975610"/>
                <a:gd name="connsiteY27" fmla="*/ 316184 h 1022204"/>
                <a:gd name="connsiteX28" fmla="*/ 502288 w 4975610"/>
                <a:gd name="connsiteY28" fmla="*/ 265384 h 1022204"/>
                <a:gd name="connsiteX29" fmla="*/ 146687 w 4975610"/>
                <a:gd name="connsiteY29" fmla="*/ 223051 h 1022204"/>
                <a:gd name="connsiteX30" fmla="*/ 19688 w 4975610"/>
                <a:gd name="connsiteY30" fmla="*/ 223051 h 1022204"/>
                <a:gd name="connsiteX31" fmla="*/ 87421 w 4975610"/>
                <a:gd name="connsiteY31" fmla="*/ 129917 h 1022204"/>
                <a:gd name="connsiteX0" fmla="*/ 87421 w 4975610"/>
                <a:gd name="connsiteY0" fmla="*/ 129917 h 1022204"/>
                <a:gd name="connsiteX1" fmla="*/ 815555 w 4975610"/>
                <a:gd name="connsiteY1" fmla="*/ 273851 h 1022204"/>
                <a:gd name="connsiteX2" fmla="*/ 1416688 w 4975610"/>
                <a:gd name="connsiteY2" fmla="*/ 714117 h 1022204"/>
                <a:gd name="connsiteX3" fmla="*/ 2813688 w 4975610"/>
                <a:gd name="connsiteY3" fmla="*/ 908851 h 1022204"/>
                <a:gd name="connsiteX4" fmla="*/ 3313221 w 4975610"/>
                <a:gd name="connsiteY4" fmla="*/ 273851 h 1022204"/>
                <a:gd name="connsiteX5" fmla="*/ 3878372 w 4975610"/>
                <a:gd name="connsiteY5" fmla="*/ 172297 h 1022204"/>
                <a:gd name="connsiteX6" fmla="*/ 4358855 w 4975610"/>
                <a:gd name="connsiteY6" fmla="*/ 464150 h 1022204"/>
                <a:gd name="connsiteX7" fmla="*/ 4771605 w 4975610"/>
                <a:gd name="connsiteY7" fmla="*/ 536787 h 1022204"/>
                <a:gd name="connsiteX8" fmla="*/ 4640729 w 4975610"/>
                <a:gd name="connsiteY8" fmla="*/ 332162 h 1022204"/>
                <a:gd name="connsiteX9" fmla="*/ 4577229 w 4975610"/>
                <a:gd name="connsiteY9" fmla="*/ 34342 h 1022204"/>
                <a:gd name="connsiteX10" fmla="*/ 4913421 w 4975610"/>
                <a:gd name="connsiteY10" fmla="*/ 25817 h 1022204"/>
                <a:gd name="connsiteX11" fmla="*/ 4882029 w 4975610"/>
                <a:gd name="connsiteY11" fmla="*/ 281315 h 1022204"/>
                <a:gd name="connsiteX12" fmla="*/ 4850279 w 4975610"/>
                <a:gd name="connsiteY12" fmla="*/ 404799 h 1022204"/>
                <a:gd name="connsiteX13" fmla="*/ 4945528 w 4975610"/>
                <a:gd name="connsiteY13" fmla="*/ 608188 h 1022204"/>
                <a:gd name="connsiteX14" fmla="*/ 4873205 w 4975610"/>
                <a:gd name="connsiteY14" fmla="*/ 796849 h 1022204"/>
                <a:gd name="connsiteX15" fmla="*/ 4424470 w 4975610"/>
                <a:gd name="connsiteY15" fmla="*/ 712089 h 1022204"/>
                <a:gd name="connsiteX16" fmla="*/ 4145428 w 4975610"/>
                <a:gd name="connsiteY16" fmla="*/ 412062 h 1022204"/>
                <a:gd name="connsiteX17" fmla="*/ 3920705 w 4975610"/>
                <a:gd name="connsiteY17" fmla="*/ 276303 h 1022204"/>
                <a:gd name="connsiteX18" fmla="*/ 3596855 w 4975610"/>
                <a:gd name="connsiteY18" fmla="*/ 256918 h 1022204"/>
                <a:gd name="connsiteX19" fmla="*/ 3414821 w 4975610"/>
                <a:gd name="connsiteY19" fmla="*/ 333118 h 1022204"/>
                <a:gd name="connsiteX20" fmla="*/ 3296288 w 4975610"/>
                <a:gd name="connsiteY20" fmla="*/ 451650 h 1022204"/>
                <a:gd name="connsiteX21" fmla="*/ 3084621 w 4975610"/>
                <a:gd name="connsiteY21" fmla="*/ 832650 h 1022204"/>
                <a:gd name="connsiteX22" fmla="*/ 2906821 w 4975610"/>
                <a:gd name="connsiteY22" fmla="*/ 985051 h 1022204"/>
                <a:gd name="connsiteX23" fmla="*/ 2542755 w 4975610"/>
                <a:gd name="connsiteY23" fmla="*/ 1018917 h 1022204"/>
                <a:gd name="connsiteX24" fmla="*/ 1856955 w 4975610"/>
                <a:gd name="connsiteY24" fmla="*/ 925784 h 1022204"/>
                <a:gd name="connsiteX25" fmla="*/ 1188088 w 4975610"/>
                <a:gd name="connsiteY25" fmla="*/ 714118 h 1022204"/>
                <a:gd name="connsiteX26" fmla="*/ 891755 w 4975610"/>
                <a:gd name="connsiteY26" fmla="*/ 443184 h 1022204"/>
                <a:gd name="connsiteX27" fmla="*/ 705488 w 4975610"/>
                <a:gd name="connsiteY27" fmla="*/ 316184 h 1022204"/>
                <a:gd name="connsiteX28" fmla="*/ 502288 w 4975610"/>
                <a:gd name="connsiteY28" fmla="*/ 265384 h 1022204"/>
                <a:gd name="connsiteX29" fmla="*/ 146687 w 4975610"/>
                <a:gd name="connsiteY29" fmla="*/ 223051 h 1022204"/>
                <a:gd name="connsiteX30" fmla="*/ 19688 w 4975610"/>
                <a:gd name="connsiteY30" fmla="*/ 223051 h 1022204"/>
                <a:gd name="connsiteX31" fmla="*/ 87421 w 4975610"/>
                <a:gd name="connsiteY31" fmla="*/ 129917 h 1022204"/>
                <a:gd name="connsiteX0" fmla="*/ 87421 w 4975610"/>
                <a:gd name="connsiteY0" fmla="*/ 129917 h 1022204"/>
                <a:gd name="connsiteX1" fmla="*/ 815555 w 4975610"/>
                <a:gd name="connsiteY1" fmla="*/ 273851 h 1022204"/>
                <a:gd name="connsiteX2" fmla="*/ 1416688 w 4975610"/>
                <a:gd name="connsiteY2" fmla="*/ 714117 h 1022204"/>
                <a:gd name="connsiteX3" fmla="*/ 2813688 w 4975610"/>
                <a:gd name="connsiteY3" fmla="*/ 908851 h 1022204"/>
                <a:gd name="connsiteX4" fmla="*/ 3313221 w 4975610"/>
                <a:gd name="connsiteY4" fmla="*/ 273851 h 1022204"/>
                <a:gd name="connsiteX5" fmla="*/ 3878372 w 4975610"/>
                <a:gd name="connsiteY5" fmla="*/ 172297 h 1022204"/>
                <a:gd name="connsiteX6" fmla="*/ 4358855 w 4975610"/>
                <a:gd name="connsiteY6" fmla="*/ 464150 h 1022204"/>
                <a:gd name="connsiteX7" fmla="*/ 4551827 w 4975610"/>
                <a:gd name="connsiteY7" fmla="*/ 651771 h 1022204"/>
                <a:gd name="connsiteX8" fmla="*/ 4771605 w 4975610"/>
                <a:gd name="connsiteY8" fmla="*/ 536787 h 1022204"/>
                <a:gd name="connsiteX9" fmla="*/ 4640729 w 4975610"/>
                <a:gd name="connsiteY9" fmla="*/ 332162 h 1022204"/>
                <a:gd name="connsiteX10" fmla="*/ 4577229 w 4975610"/>
                <a:gd name="connsiteY10" fmla="*/ 34342 h 1022204"/>
                <a:gd name="connsiteX11" fmla="*/ 4913421 w 4975610"/>
                <a:gd name="connsiteY11" fmla="*/ 25817 h 1022204"/>
                <a:gd name="connsiteX12" fmla="*/ 4882029 w 4975610"/>
                <a:gd name="connsiteY12" fmla="*/ 281315 h 1022204"/>
                <a:gd name="connsiteX13" fmla="*/ 4850279 w 4975610"/>
                <a:gd name="connsiteY13" fmla="*/ 404799 h 1022204"/>
                <a:gd name="connsiteX14" fmla="*/ 4945528 w 4975610"/>
                <a:gd name="connsiteY14" fmla="*/ 608188 h 1022204"/>
                <a:gd name="connsiteX15" fmla="*/ 4873205 w 4975610"/>
                <a:gd name="connsiteY15" fmla="*/ 796849 h 1022204"/>
                <a:gd name="connsiteX16" fmla="*/ 4424470 w 4975610"/>
                <a:gd name="connsiteY16" fmla="*/ 712089 h 1022204"/>
                <a:gd name="connsiteX17" fmla="*/ 4145428 w 4975610"/>
                <a:gd name="connsiteY17" fmla="*/ 412062 h 1022204"/>
                <a:gd name="connsiteX18" fmla="*/ 3920705 w 4975610"/>
                <a:gd name="connsiteY18" fmla="*/ 276303 h 1022204"/>
                <a:gd name="connsiteX19" fmla="*/ 3596855 w 4975610"/>
                <a:gd name="connsiteY19" fmla="*/ 256918 h 1022204"/>
                <a:gd name="connsiteX20" fmla="*/ 3414821 w 4975610"/>
                <a:gd name="connsiteY20" fmla="*/ 333118 h 1022204"/>
                <a:gd name="connsiteX21" fmla="*/ 3296288 w 4975610"/>
                <a:gd name="connsiteY21" fmla="*/ 451650 h 1022204"/>
                <a:gd name="connsiteX22" fmla="*/ 3084621 w 4975610"/>
                <a:gd name="connsiteY22" fmla="*/ 832650 h 1022204"/>
                <a:gd name="connsiteX23" fmla="*/ 2906821 w 4975610"/>
                <a:gd name="connsiteY23" fmla="*/ 985051 h 1022204"/>
                <a:gd name="connsiteX24" fmla="*/ 2542755 w 4975610"/>
                <a:gd name="connsiteY24" fmla="*/ 1018917 h 1022204"/>
                <a:gd name="connsiteX25" fmla="*/ 1856955 w 4975610"/>
                <a:gd name="connsiteY25" fmla="*/ 925784 h 1022204"/>
                <a:gd name="connsiteX26" fmla="*/ 1188088 w 4975610"/>
                <a:gd name="connsiteY26" fmla="*/ 714118 h 1022204"/>
                <a:gd name="connsiteX27" fmla="*/ 891755 w 4975610"/>
                <a:gd name="connsiteY27" fmla="*/ 443184 h 1022204"/>
                <a:gd name="connsiteX28" fmla="*/ 705488 w 4975610"/>
                <a:gd name="connsiteY28" fmla="*/ 316184 h 1022204"/>
                <a:gd name="connsiteX29" fmla="*/ 502288 w 4975610"/>
                <a:gd name="connsiteY29" fmla="*/ 265384 h 1022204"/>
                <a:gd name="connsiteX30" fmla="*/ 146687 w 4975610"/>
                <a:gd name="connsiteY30" fmla="*/ 223051 h 1022204"/>
                <a:gd name="connsiteX31" fmla="*/ 19688 w 4975610"/>
                <a:gd name="connsiteY31" fmla="*/ 223051 h 1022204"/>
                <a:gd name="connsiteX32" fmla="*/ 87421 w 4975610"/>
                <a:gd name="connsiteY32" fmla="*/ 129917 h 1022204"/>
                <a:gd name="connsiteX0" fmla="*/ 87421 w 4975610"/>
                <a:gd name="connsiteY0" fmla="*/ 129917 h 1022204"/>
                <a:gd name="connsiteX1" fmla="*/ 815555 w 4975610"/>
                <a:gd name="connsiteY1" fmla="*/ 273851 h 1022204"/>
                <a:gd name="connsiteX2" fmla="*/ 1416688 w 4975610"/>
                <a:gd name="connsiteY2" fmla="*/ 714117 h 1022204"/>
                <a:gd name="connsiteX3" fmla="*/ 2813688 w 4975610"/>
                <a:gd name="connsiteY3" fmla="*/ 908851 h 1022204"/>
                <a:gd name="connsiteX4" fmla="*/ 3313221 w 4975610"/>
                <a:gd name="connsiteY4" fmla="*/ 273851 h 1022204"/>
                <a:gd name="connsiteX5" fmla="*/ 3878372 w 4975610"/>
                <a:gd name="connsiteY5" fmla="*/ 172297 h 1022204"/>
                <a:gd name="connsiteX6" fmla="*/ 4327105 w 4975610"/>
                <a:gd name="connsiteY6" fmla="*/ 464150 h 1022204"/>
                <a:gd name="connsiteX7" fmla="*/ 4551827 w 4975610"/>
                <a:gd name="connsiteY7" fmla="*/ 651771 h 1022204"/>
                <a:gd name="connsiteX8" fmla="*/ 4771605 w 4975610"/>
                <a:gd name="connsiteY8" fmla="*/ 536787 h 1022204"/>
                <a:gd name="connsiteX9" fmla="*/ 4640729 w 4975610"/>
                <a:gd name="connsiteY9" fmla="*/ 332162 h 1022204"/>
                <a:gd name="connsiteX10" fmla="*/ 4577229 w 4975610"/>
                <a:gd name="connsiteY10" fmla="*/ 34342 h 1022204"/>
                <a:gd name="connsiteX11" fmla="*/ 4913421 w 4975610"/>
                <a:gd name="connsiteY11" fmla="*/ 25817 h 1022204"/>
                <a:gd name="connsiteX12" fmla="*/ 4882029 w 4975610"/>
                <a:gd name="connsiteY12" fmla="*/ 281315 h 1022204"/>
                <a:gd name="connsiteX13" fmla="*/ 4850279 w 4975610"/>
                <a:gd name="connsiteY13" fmla="*/ 404799 h 1022204"/>
                <a:gd name="connsiteX14" fmla="*/ 4945528 w 4975610"/>
                <a:gd name="connsiteY14" fmla="*/ 608188 h 1022204"/>
                <a:gd name="connsiteX15" fmla="*/ 4873205 w 4975610"/>
                <a:gd name="connsiteY15" fmla="*/ 796849 h 1022204"/>
                <a:gd name="connsiteX16" fmla="*/ 4424470 w 4975610"/>
                <a:gd name="connsiteY16" fmla="*/ 712089 h 1022204"/>
                <a:gd name="connsiteX17" fmla="*/ 4145428 w 4975610"/>
                <a:gd name="connsiteY17" fmla="*/ 412062 h 1022204"/>
                <a:gd name="connsiteX18" fmla="*/ 3920705 w 4975610"/>
                <a:gd name="connsiteY18" fmla="*/ 276303 h 1022204"/>
                <a:gd name="connsiteX19" fmla="*/ 3596855 w 4975610"/>
                <a:gd name="connsiteY19" fmla="*/ 256918 h 1022204"/>
                <a:gd name="connsiteX20" fmla="*/ 3414821 w 4975610"/>
                <a:gd name="connsiteY20" fmla="*/ 333118 h 1022204"/>
                <a:gd name="connsiteX21" fmla="*/ 3296288 w 4975610"/>
                <a:gd name="connsiteY21" fmla="*/ 451650 h 1022204"/>
                <a:gd name="connsiteX22" fmla="*/ 3084621 w 4975610"/>
                <a:gd name="connsiteY22" fmla="*/ 832650 h 1022204"/>
                <a:gd name="connsiteX23" fmla="*/ 2906821 w 4975610"/>
                <a:gd name="connsiteY23" fmla="*/ 985051 h 1022204"/>
                <a:gd name="connsiteX24" fmla="*/ 2542755 w 4975610"/>
                <a:gd name="connsiteY24" fmla="*/ 1018917 h 1022204"/>
                <a:gd name="connsiteX25" fmla="*/ 1856955 w 4975610"/>
                <a:gd name="connsiteY25" fmla="*/ 925784 h 1022204"/>
                <a:gd name="connsiteX26" fmla="*/ 1188088 w 4975610"/>
                <a:gd name="connsiteY26" fmla="*/ 714118 h 1022204"/>
                <a:gd name="connsiteX27" fmla="*/ 891755 w 4975610"/>
                <a:gd name="connsiteY27" fmla="*/ 443184 h 1022204"/>
                <a:gd name="connsiteX28" fmla="*/ 705488 w 4975610"/>
                <a:gd name="connsiteY28" fmla="*/ 316184 h 1022204"/>
                <a:gd name="connsiteX29" fmla="*/ 502288 w 4975610"/>
                <a:gd name="connsiteY29" fmla="*/ 265384 h 1022204"/>
                <a:gd name="connsiteX30" fmla="*/ 146687 w 4975610"/>
                <a:gd name="connsiteY30" fmla="*/ 223051 h 1022204"/>
                <a:gd name="connsiteX31" fmla="*/ 19688 w 4975610"/>
                <a:gd name="connsiteY31" fmla="*/ 223051 h 1022204"/>
                <a:gd name="connsiteX32" fmla="*/ 87421 w 4975610"/>
                <a:gd name="connsiteY32" fmla="*/ 129917 h 1022204"/>
                <a:gd name="connsiteX0" fmla="*/ 87421 w 4975610"/>
                <a:gd name="connsiteY0" fmla="*/ 129917 h 1022204"/>
                <a:gd name="connsiteX1" fmla="*/ 815555 w 4975610"/>
                <a:gd name="connsiteY1" fmla="*/ 273851 h 1022204"/>
                <a:gd name="connsiteX2" fmla="*/ 1416688 w 4975610"/>
                <a:gd name="connsiteY2" fmla="*/ 714117 h 1022204"/>
                <a:gd name="connsiteX3" fmla="*/ 2813688 w 4975610"/>
                <a:gd name="connsiteY3" fmla="*/ 908851 h 1022204"/>
                <a:gd name="connsiteX4" fmla="*/ 3313221 w 4975610"/>
                <a:gd name="connsiteY4" fmla="*/ 273851 h 1022204"/>
                <a:gd name="connsiteX5" fmla="*/ 3878372 w 4975610"/>
                <a:gd name="connsiteY5" fmla="*/ 172297 h 1022204"/>
                <a:gd name="connsiteX6" fmla="*/ 4327105 w 4975610"/>
                <a:gd name="connsiteY6" fmla="*/ 464150 h 1022204"/>
                <a:gd name="connsiteX7" fmla="*/ 4437527 w 4975610"/>
                <a:gd name="connsiteY7" fmla="*/ 622716 h 1022204"/>
                <a:gd name="connsiteX8" fmla="*/ 4771605 w 4975610"/>
                <a:gd name="connsiteY8" fmla="*/ 536787 h 1022204"/>
                <a:gd name="connsiteX9" fmla="*/ 4640729 w 4975610"/>
                <a:gd name="connsiteY9" fmla="*/ 332162 h 1022204"/>
                <a:gd name="connsiteX10" fmla="*/ 4577229 w 4975610"/>
                <a:gd name="connsiteY10" fmla="*/ 34342 h 1022204"/>
                <a:gd name="connsiteX11" fmla="*/ 4913421 w 4975610"/>
                <a:gd name="connsiteY11" fmla="*/ 25817 h 1022204"/>
                <a:gd name="connsiteX12" fmla="*/ 4882029 w 4975610"/>
                <a:gd name="connsiteY12" fmla="*/ 281315 h 1022204"/>
                <a:gd name="connsiteX13" fmla="*/ 4850279 w 4975610"/>
                <a:gd name="connsiteY13" fmla="*/ 404799 h 1022204"/>
                <a:gd name="connsiteX14" fmla="*/ 4945528 w 4975610"/>
                <a:gd name="connsiteY14" fmla="*/ 608188 h 1022204"/>
                <a:gd name="connsiteX15" fmla="*/ 4873205 w 4975610"/>
                <a:gd name="connsiteY15" fmla="*/ 796849 h 1022204"/>
                <a:gd name="connsiteX16" fmla="*/ 4424470 w 4975610"/>
                <a:gd name="connsiteY16" fmla="*/ 712089 h 1022204"/>
                <a:gd name="connsiteX17" fmla="*/ 4145428 w 4975610"/>
                <a:gd name="connsiteY17" fmla="*/ 412062 h 1022204"/>
                <a:gd name="connsiteX18" fmla="*/ 3920705 w 4975610"/>
                <a:gd name="connsiteY18" fmla="*/ 276303 h 1022204"/>
                <a:gd name="connsiteX19" fmla="*/ 3596855 w 4975610"/>
                <a:gd name="connsiteY19" fmla="*/ 256918 h 1022204"/>
                <a:gd name="connsiteX20" fmla="*/ 3414821 w 4975610"/>
                <a:gd name="connsiteY20" fmla="*/ 333118 h 1022204"/>
                <a:gd name="connsiteX21" fmla="*/ 3296288 w 4975610"/>
                <a:gd name="connsiteY21" fmla="*/ 451650 h 1022204"/>
                <a:gd name="connsiteX22" fmla="*/ 3084621 w 4975610"/>
                <a:gd name="connsiteY22" fmla="*/ 832650 h 1022204"/>
                <a:gd name="connsiteX23" fmla="*/ 2906821 w 4975610"/>
                <a:gd name="connsiteY23" fmla="*/ 985051 h 1022204"/>
                <a:gd name="connsiteX24" fmla="*/ 2542755 w 4975610"/>
                <a:gd name="connsiteY24" fmla="*/ 1018917 h 1022204"/>
                <a:gd name="connsiteX25" fmla="*/ 1856955 w 4975610"/>
                <a:gd name="connsiteY25" fmla="*/ 925784 h 1022204"/>
                <a:gd name="connsiteX26" fmla="*/ 1188088 w 4975610"/>
                <a:gd name="connsiteY26" fmla="*/ 714118 h 1022204"/>
                <a:gd name="connsiteX27" fmla="*/ 891755 w 4975610"/>
                <a:gd name="connsiteY27" fmla="*/ 443184 h 1022204"/>
                <a:gd name="connsiteX28" fmla="*/ 705488 w 4975610"/>
                <a:gd name="connsiteY28" fmla="*/ 316184 h 1022204"/>
                <a:gd name="connsiteX29" fmla="*/ 502288 w 4975610"/>
                <a:gd name="connsiteY29" fmla="*/ 265384 h 1022204"/>
                <a:gd name="connsiteX30" fmla="*/ 146687 w 4975610"/>
                <a:gd name="connsiteY30" fmla="*/ 223051 h 1022204"/>
                <a:gd name="connsiteX31" fmla="*/ 19688 w 4975610"/>
                <a:gd name="connsiteY31" fmla="*/ 223051 h 1022204"/>
                <a:gd name="connsiteX32" fmla="*/ 87421 w 4975610"/>
                <a:gd name="connsiteY32" fmla="*/ 129917 h 1022204"/>
                <a:gd name="connsiteX0" fmla="*/ 87421 w 4975610"/>
                <a:gd name="connsiteY0" fmla="*/ 129917 h 1022204"/>
                <a:gd name="connsiteX1" fmla="*/ 815555 w 4975610"/>
                <a:gd name="connsiteY1" fmla="*/ 273851 h 1022204"/>
                <a:gd name="connsiteX2" fmla="*/ 1416688 w 4975610"/>
                <a:gd name="connsiteY2" fmla="*/ 714117 h 1022204"/>
                <a:gd name="connsiteX3" fmla="*/ 2813688 w 4975610"/>
                <a:gd name="connsiteY3" fmla="*/ 908851 h 1022204"/>
                <a:gd name="connsiteX4" fmla="*/ 3313221 w 4975610"/>
                <a:gd name="connsiteY4" fmla="*/ 273851 h 1022204"/>
                <a:gd name="connsiteX5" fmla="*/ 3878372 w 4975610"/>
                <a:gd name="connsiteY5" fmla="*/ 172297 h 1022204"/>
                <a:gd name="connsiteX6" fmla="*/ 4327105 w 4975610"/>
                <a:gd name="connsiteY6" fmla="*/ 464150 h 1022204"/>
                <a:gd name="connsiteX7" fmla="*/ 4488327 w 4975610"/>
                <a:gd name="connsiteY7" fmla="*/ 644508 h 1022204"/>
                <a:gd name="connsiteX8" fmla="*/ 4771605 w 4975610"/>
                <a:gd name="connsiteY8" fmla="*/ 536787 h 1022204"/>
                <a:gd name="connsiteX9" fmla="*/ 4640729 w 4975610"/>
                <a:gd name="connsiteY9" fmla="*/ 332162 h 1022204"/>
                <a:gd name="connsiteX10" fmla="*/ 4577229 w 4975610"/>
                <a:gd name="connsiteY10" fmla="*/ 34342 h 1022204"/>
                <a:gd name="connsiteX11" fmla="*/ 4913421 w 4975610"/>
                <a:gd name="connsiteY11" fmla="*/ 25817 h 1022204"/>
                <a:gd name="connsiteX12" fmla="*/ 4882029 w 4975610"/>
                <a:gd name="connsiteY12" fmla="*/ 281315 h 1022204"/>
                <a:gd name="connsiteX13" fmla="*/ 4850279 w 4975610"/>
                <a:gd name="connsiteY13" fmla="*/ 404799 h 1022204"/>
                <a:gd name="connsiteX14" fmla="*/ 4945528 w 4975610"/>
                <a:gd name="connsiteY14" fmla="*/ 608188 h 1022204"/>
                <a:gd name="connsiteX15" fmla="*/ 4873205 w 4975610"/>
                <a:gd name="connsiteY15" fmla="*/ 796849 h 1022204"/>
                <a:gd name="connsiteX16" fmla="*/ 4424470 w 4975610"/>
                <a:gd name="connsiteY16" fmla="*/ 712089 h 1022204"/>
                <a:gd name="connsiteX17" fmla="*/ 4145428 w 4975610"/>
                <a:gd name="connsiteY17" fmla="*/ 412062 h 1022204"/>
                <a:gd name="connsiteX18" fmla="*/ 3920705 w 4975610"/>
                <a:gd name="connsiteY18" fmla="*/ 276303 h 1022204"/>
                <a:gd name="connsiteX19" fmla="*/ 3596855 w 4975610"/>
                <a:gd name="connsiteY19" fmla="*/ 256918 h 1022204"/>
                <a:gd name="connsiteX20" fmla="*/ 3414821 w 4975610"/>
                <a:gd name="connsiteY20" fmla="*/ 333118 h 1022204"/>
                <a:gd name="connsiteX21" fmla="*/ 3296288 w 4975610"/>
                <a:gd name="connsiteY21" fmla="*/ 451650 h 1022204"/>
                <a:gd name="connsiteX22" fmla="*/ 3084621 w 4975610"/>
                <a:gd name="connsiteY22" fmla="*/ 832650 h 1022204"/>
                <a:gd name="connsiteX23" fmla="*/ 2906821 w 4975610"/>
                <a:gd name="connsiteY23" fmla="*/ 985051 h 1022204"/>
                <a:gd name="connsiteX24" fmla="*/ 2542755 w 4975610"/>
                <a:gd name="connsiteY24" fmla="*/ 1018917 h 1022204"/>
                <a:gd name="connsiteX25" fmla="*/ 1856955 w 4975610"/>
                <a:gd name="connsiteY25" fmla="*/ 925784 h 1022204"/>
                <a:gd name="connsiteX26" fmla="*/ 1188088 w 4975610"/>
                <a:gd name="connsiteY26" fmla="*/ 714118 h 1022204"/>
                <a:gd name="connsiteX27" fmla="*/ 891755 w 4975610"/>
                <a:gd name="connsiteY27" fmla="*/ 443184 h 1022204"/>
                <a:gd name="connsiteX28" fmla="*/ 705488 w 4975610"/>
                <a:gd name="connsiteY28" fmla="*/ 316184 h 1022204"/>
                <a:gd name="connsiteX29" fmla="*/ 502288 w 4975610"/>
                <a:gd name="connsiteY29" fmla="*/ 265384 h 1022204"/>
                <a:gd name="connsiteX30" fmla="*/ 146687 w 4975610"/>
                <a:gd name="connsiteY30" fmla="*/ 223051 h 1022204"/>
                <a:gd name="connsiteX31" fmla="*/ 19688 w 4975610"/>
                <a:gd name="connsiteY31" fmla="*/ 223051 h 1022204"/>
                <a:gd name="connsiteX32" fmla="*/ 87421 w 4975610"/>
                <a:gd name="connsiteY32" fmla="*/ 129917 h 1022204"/>
                <a:gd name="connsiteX0" fmla="*/ 87421 w 4975610"/>
                <a:gd name="connsiteY0" fmla="*/ 129917 h 1022204"/>
                <a:gd name="connsiteX1" fmla="*/ 815555 w 4975610"/>
                <a:gd name="connsiteY1" fmla="*/ 273851 h 1022204"/>
                <a:gd name="connsiteX2" fmla="*/ 1416688 w 4975610"/>
                <a:gd name="connsiteY2" fmla="*/ 714117 h 1022204"/>
                <a:gd name="connsiteX3" fmla="*/ 2813688 w 4975610"/>
                <a:gd name="connsiteY3" fmla="*/ 908851 h 1022204"/>
                <a:gd name="connsiteX4" fmla="*/ 3313221 w 4975610"/>
                <a:gd name="connsiteY4" fmla="*/ 273851 h 1022204"/>
                <a:gd name="connsiteX5" fmla="*/ 3878372 w 4975610"/>
                <a:gd name="connsiteY5" fmla="*/ 172297 h 1022204"/>
                <a:gd name="connsiteX6" fmla="*/ 4327105 w 4975610"/>
                <a:gd name="connsiteY6" fmla="*/ 464150 h 1022204"/>
                <a:gd name="connsiteX7" fmla="*/ 4469277 w 4975610"/>
                <a:gd name="connsiteY7" fmla="*/ 622716 h 1022204"/>
                <a:gd name="connsiteX8" fmla="*/ 4771605 w 4975610"/>
                <a:gd name="connsiteY8" fmla="*/ 536787 h 1022204"/>
                <a:gd name="connsiteX9" fmla="*/ 4640729 w 4975610"/>
                <a:gd name="connsiteY9" fmla="*/ 332162 h 1022204"/>
                <a:gd name="connsiteX10" fmla="*/ 4577229 w 4975610"/>
                <a:gd name="connsiteY10" fmla="*/ 34342 h 1022204"/>
                <a:gd name="connsiteX11" fmla="*/ 4913421 w 4975610"/>
                <a:gd name="connsiteY11" fmla="*/ 25817 h 1022204"/>
                <a:gd name="connsiteX12" fmla="*/ 4882029 w 4975610"/>
                <a:gd name="connsiteY12" fmla="*/ 281315 h 1022204"/>
                <a:gd name="connsiteX13" fmla="*/ 4850279 w 4975610"/>
                <a:gd name="connsiteY13" fmla="*/ 404799 h 1022204"/>
                <a:gd name="connsiteX14" fmla="*/ 4945528 w 4975610"/>
                <a:gd name="connsiteY14" fmla="*/ 608188 h 1022204"/>
                <a:gd name="connsiteX15" fmla="*/ 4873205 w 4975610"/>
                <a:gd name="connsiteY15" fmla="*/ 796849 h 1022204"/>
                <a:gd name="connsiteX16" fmla="*/ 4424470 w 4975610"/>
                <a:gd name="connsiteY16" fmla="*/ 712089 h 1022204"/>
                <a:gd name="connsiteX17" fmla="*/ 4145428 w 4975610"/>
                <a:gd name="connsiteY17" fmla="*/ 412062 h 1022204"/>
                <a:gd name="connsiteX18" fmla="*/ 3920705 w 4975610"/>
                <a:gd name="connsiteY18" fmla="*/ 276303 h 1022204"/>
                <a:gd name="connsiteX19" fmla="*/ 3596855 w 4975610"/>
                <a:gd name="connsiteY19" fmla="*/ 256918 h 1022204"/>
                <a:gd name="connsiteX20" fmla="*/ 3414821 w 4975610"/>
                <a:gd name="connsiteY20" fmla="*/ 333118 h 1022204"/>
                <a:gd name="connsiteX21" fmla="*/ 3296288 w 4975610"/>
                <a:gd name="connsiteY21" fmla="*/ 451650 h 1022204"/>
                <a:gd name="connsiteX22" fmla="*/ 3084621 w 4975610"/>
                <a:gd name="connsiteY22" fmla="*/ 832650 h 1022204"/>
                <a:gd name="connsiteX23" fmla="*/ 2906821 w 4975610"/>
                <a:gd name="connsiteY23" fmla="*/ 985051 h 1022204"/>
                <a:gd name="connsiteX24" fmla="*/ 2542755 w 4975610"/>
                <a:gd name="connsiteY24" fmla="*/ 1018917 h 1022204"/>
                <a:gd name="connsiteX25" fmla="*/ 1856955 w 4975610"/>
                <a:gd name="connsiteY25" fmla="*/ 925784 h 1022204"/>
                <a:gd name="connsiteX26" fmla="*/ 1188088 w 4975610"/>
                <a:gd name="connsiteY26" fmla="*/ 714118 h 1022204"/>
                <a:gd name="connsiteX27" fmla="*/ 891755 w 4975610"/>
                <a:gd name="connsiteY27" fmla="*/ 443184 h 1022204"/>
                <a:gd name="connsiteX28" fmla="*/ 705488 w 4975610"/>
                <a:gd name="connsiteY28" fmla="*/ 316184 h 1022204"/>
                <a:gd name="connsiteX29" fmla="*/ 502288 w 4975610"/>
                <a:gd name="connsiteY29" fmla="*/ 265384 h 1022204"/>
                <a:gd name="connsiteX30" fmla="*/ 146687 w 4975610"/>
                <a:gd name="connsiteY30" fmla="*/ 223051 h 1022204"/>
                <a:gd name="connsiteX31" fmla="*/ 19688 w 4975610"/>
                <a:gd name="connsiteY31" fmla="*/ 223051 h 1022204"/>
                <a:gd name="connsiteX32" fmla="*/ 87421 w 4975610"/>
                <a:gd name="connsiteY32" fmla="*/ 129917 h 1022204"/>
                <a:gd name="connsiteX0" fmla="*/ 87421 w 4975610"/>
                <a:gd name="connsiteY0" fmla="*/ 129917 h 1022204"/>
                <a:gd name="connsiteX1" fmla="*/ 815555 w 4975610"/>
                <a:gd name="connsiteY1" fmla="*/ 273851 h 1022204"/>
                <a:gd name="connsiteX2" fmla="*/ 1416688 w 4975610"/>
                <a:gd name="connsiteY2" fmla="*/ 714117 h 1022204"/>
                <a:gd name="connsiteX3" fmla="*/ 2813688 w 4975610"/>
                <a:gd name="connsiteY3" fmla="*/ 908851 h 1022204"/>
                <a:gd name="connsiteX4" fmla="*/ 3313221 w 4975610"/>
                <a:gd name="connsiteY4" fmla="*/ 273851 h 1022204"/>
                <a:gd name="connsiteX5" fmla="*/ 3878372 w 4975610"/>
                <a:gd name="connsiteY5" fmla="*/ 172297 h 1022204"/>
                <a:gd name="connsiteX6" fmla="*/ 4327105 w 4975610"/>
                <a:gd name="connsiteY6" fmla="*/ 464150 h 1022204"/>
                <a:gd name="connsiteX7" fmla="*/ 4469277 w 4975610"/>
                <a:gd name="connsiteY7" fmla="*/ 622716 h 1022204"/>
                <a:gd name="connsiteX8" fmla="*/ 4710577 w 4975610"/>
                <a:gd name="connsiteY8" fmla="*/ 659035 h 1022204"/>
                <a:gd name="connsiteX9" fmla="*/ 4771605 w 4975610"/>
                <a:gd name="connsiteY9" fmla="*/ 536787 h 1022204"/>
                <a:gd name="connsiteX10" fmla="*/ 4640729 w 4975610"/>
                <a:gd name="connsiteY10" fmla="*/ 332162 h 1022204"/>
                <a:gd name="connsiteX11" fmla="*/ 4577229 w 4975610"/>
                <a:gd name="connsiteY11" fmla="*/ 34342 h 1022204"/>
                <a:gd name="connsiteX12" fmla="*/ 4913421 w 4975610"/>
                <a:gd name="connsiteY12" fmla="*/ 25817 h 1022204"/>
                <a:gd name="connsiteX13" fmla="*/ 4882029 w 4975610"/>
                <a:gd name="connsiteY13" fmla="*/ 281315 h 1022204"/>
                <a:gd name="connsiteX14" fmla="*/ 4850279 w 4975610"/>
                <a:gd name="connsiteY14" fmla="*/ 404799 h 1022204"/>
                <a:gd name="connsiteX15" fmla="*/ 4945528 w 4975610"/>
                <a:gd name="connsiteY15" fmla="*/ 608188 h 1022204"/>
                <a:gd name="connsiteX16" fmla="*/ 4873205 w 4975610"/>
                <a:gd name="connsiteY16" fmla="*/ 796849 h 1022204"/>
                <a:gd name="connsiteX17" fmla="*/ 4424470 w 4975610"/>
                <a:gd name="connsiteY17" fmla="*/ 712089 h 1022204"/>
                <a:gd name="connsiteX18" fmla="*/ 4145428 w 4975610"/>
                <a:gd name="connsiteY18" fmla="*/ 412062 h 1022204"/>
                <a:gd name="connsiteX19" fmla="*/ 3920705 w 4975610"/>
                <a:gd name="connsiteY19" fmla="*/ 276303 h 1022204"/>
                <a:gd name="connsiteX20" fmla="*/ 3596855 w 4975610"/>
                <a:gd name="connsiteY20" fmla="*/ 256918 h 1022204"/>
                <a:gd name="connsiteX21" fmla="*/ 3414821 w 4975610"/>
                <a:gd name="connsiteY21" fmla="*/ 333118 h 1022204"/>
                <a:gd name="connsiteX22" fmla="*/ 3296288 w 4975610"/>
                <a:gd name="connsiteY22" fmla="*/ 451650 h 1022204"/>
                <a:gd name="connsiteX23" fmla="*/ 3084621 w 4975610"/>
                <a:gd name="connsiteY23" fmla="*/ 832650 h 1022204"/>
                <a:gd name="connsiteX24" fmla="*/ 2906821 w 4975610"/>
                <a:gd name="connsiteY24" fmla="*/ 985051 h 1022204"/>
                <a:gd name="connsiteX25" fmla="*/ 2542755 w 4975610"/>
                <a:gd name="connsiteY25" fmla="*/ 1018917 h 1022204"/>
                <a:gd name="connsiteX26" fmla="*/ 1856955 w 4975610"/>
                <a:gd name="connsiteY26" fmla="*/ 925784 h 1022204"/>
                <a:gd name="connsiteX27" fmla="*/ 1188088 w 4975610"/>
                <a:gd name="connsiteY27" fmla="*/ 714118 h 1022204"/>
                <a:gd name="connsiteX28" fmla="*/ 891755 w 4975610"/>
                <a:gd name="connsiteY28" fmla="*/ 443184 h 1022204"/>
                <a:gd name="connsiteX29" fmla="*/ 705488 w 4975610"/>
                <a:gd name="connsiteY29" fmla="*/ 316184 h 1022204"/>
                <a:gd name="connsiteX30" fmla="*/ 502288 w 4975610"/>
                <a:gd name="connsiteY30" fmla="*/ 265384 h 1022204"/>
                <a:gd name="connsiteX31" fmla="*/ 146687 w 4975610"/>
                <a:gd name="connsiteY31" fmla="*/ 223051 h 1022204"/>
                <a:gd name="connsiteX32" fmla="*/ 19688 w 4975610"/>
                <a:gd name="connsiteY32" fmla="*/ 223051 h 1022204"/>
                <a:gd name="connsiteX33" fmla="*/ 87421 w 4975610"/>
                <a:gd name="connsiteY33" fmla="*/ 129917 h 1022204"/>
                <a:gd name="connsiteX0" fmla="*/ 87421 w 4975610"/>
                <a:gd name="connsiteY0" fmla="*/ 129917 h 1022204"/>
                <a:gd name="connsiteX1" fmla="*/ 815555 w 4975610"/>
                <a:gd name="connsiteY1" fmla="*/ 273851 h 1022204"/>
                <a:gd name="connsiteX2" fmla="*/ 1416688 w 4975610"/>
                <a:gd name="connsiteY2" fmla="*/ 714117 h 1022204"/>
                <a:gd name="connsiteX3" fmla="*/ 2813688 w 4975610"/>
                <a:gd name="connsiteY3" fmla="*/ 908851 h 1022204"/>
                <a:gd name="connsiteX4" fmla="*/ 3313221 w 4975610"/>
                <a:gd name="connsiteY4" fmla="*/ 273851 h 1022204"/>
                <a:gd name="connsiteX5" fmla="*/ 3878372 w 4975610"/>
                <a:gd name="connsiteY5" fmla="*/ 172297 h 1022204"/>
                <a:gd name="connsiteX6" fmla="*/ 4327105 w 4975610"/>
                <a:gd name="connsiteY6" fmla="*/ 464150 h 1022204"/>
                <a:gd name="connsiteX7" fmla="*/ 4469277 w 4975610"/>
                <a:gd name="connsiteY7" fmla="*/ 622716 h 1022204"/>
                <a:gd name="connsiteX8" fmla="*/ 4710577 w 4975610"/>
                <a:gd name="connsiteY8" fmla="*/ 659035 h 1022204"/>
                <a:gd name="connsiteX9" fmla="*/ 4771605 w 4975610"/>
                <a:gd name="connsiteY9" fmla="*/ 536787 h 1022204"/>
                <a:gd name="connsiteX10" fmla="*/ 4640729 w 4975610"/>
                <a:gd name="connsiteY10" fmla="*/ 332162 h 1022204"/>
                <a:gd name="connsiteX11" fmla="*/ 4577229 w 4975610"/>
                <a:gd name="connsiteY11" fmla="*/ 34342 h 1022204"/>
                <a:gd name="connsiteX12" fmla="*/ 4913421 w 4975610"/>
                <a:gd name="connsiteY12" fmla="*/ 25817 h 1022204"/>
                <a:gd name="connsiteX13" fmla="*/ 4882029 w 4975610"/>
                <a:gd name="connsiteY13" fmla="*/ 281315 h 1022204"/>
                <a:gd name="connsiteX14" fmla="*/ 4850279 w 4975610"/>
                <a:gd name="connsiteY14" fmla="*/ 404799 h 1022204"/>
                <a:gd name="connsiteX15" fmla="*/ 4945528 w 4975610"/>
                <a:gd name="connsiteY15" fmla="*/ 608188 h 1022204"/>
                <a:gd name="connsiteX16" fmla="*/ 4873205 w 4975610"/>
                <a:gd name="connsiteY16" fmla="*/ 796849 h 1022204"/>
                <a:gd name="connsiteX17" fmla="*/ 4424470 w 4975610"/>
                <a:gd name="connsiteY17" fmla="*/ 712089 h 1022204"/>
                <a:gd name="connsiteX18" fmla="*/ 4145428 w 4975610"/>
                <a:gd name="connsiteY18" fmla="*/ 412062 h 1022204"/>
                <a:gd name="connsiteX19" fmla="*/ 3920705 w 4975610"/>
                <a:gd name="connsiteY19" fmla="*/ 276303 h 1022204"/>
                <a:gd name="connsiteX20" fmla="*/ 3596855 w 4975610"/>
                <a:gd name="connsiteY20" fmla="*/ 256918 h 1022204"/>
                <a:gd name="connsiteX21" fmla="*/ 3414821 w 4975610"/>
                <a:gd name="connsiteY21" fmla="*/ 333118 h 1022204"/>
                <a:gd name="connsiteX22" fmla="*/ 3296288 w 4975610"/>
                <a:gd name="connsiteY22" fmla="*/ 451650 h 1022204"/>
                <a:gd name="connsiteX23" fmla="*/ 3084621 w 4975610"/>
                <a:gd name="connsiteY23" fmla="*/ 832650 h 1022204"/>
                <a:gd name="connsiteX24" fmla="*/ 2906821 w 4975610"/>
                <a:gd name="connsiteY24" fmla="*/ 985051 h 1022204"/>
                <a:gd name="connsiteX25" fmla="*/ 2542755 w 4975610"/>
                <a:gd name="connsiteY25" fmla="*/ 1018917 h 1022204"/>
                <a:gd name="connsiteX26" fmla="*/ 1856955 w 4975610"/>
                <a:gd name="connsiteY26" fmla="*/ 925784 h 1022204"/>
                <a:gd name="connsiteX27" fmla="*/ 1188088 w 4975610"/>
                <a:gd name="connsiteY27" fmla="*/ 714118 h 1022204"/>
                <a:gd name="connsiteX28" fmla="*/ 891755 w 4975610"/>
                <a:gd name="connsiteY28" fmla="*/ 443184 h 1022204"/>
                <a:gd name="connsiteX29" fmla="*/ 705488 w 4975610"/>
                <a:gd name="connsiteY29" fmla="*/ 316184 h 1022204"/>
                <a:gd name="connsiteX30" fmla="*/ 502288 w 4975610"/>
                <a:gd name="connsiteY30" fmla="*/ 265384 h 1022204"/>
                <a:gd name="connsiteX31" fmla="*/ 146687 w 4975610"/>
                <a:gd name="connsiteY31" fmla="*/ 223051 h 1022204"/>
                <a:gd name="connsiteX32" fmla="*/ 19688 w 4975610"/>
                <a:gd name="connsiteY32" fmla="*/ 223051 h 1022204"/>
                <a:gd name="connsiteX33" fmla="*/ 87421 w 4975610"/>
                <a:gd name="connsiteY33" fmla="*/ 129917 h 1022204"/>
                <a:gd name="connsiteX0" fmla="*/ 87421 w 4975610"/>
                <a:gd name="connsiteY0" fmla="*/ 129917 h 1022204"/>
                <a:gd name="connsiteX1" fmla="*/ 815555 w 4975610"/>
                <a:gd name="connsiteY1" fmla="*/ 273851 h 1022204"/>
                <a:gd name="connsiteX2" fmla="*/ 1416688 w 4975610"/>
                <a:gd name="connsiteY2" fmla="*/ 714117 h 1022204"/>
                <a:gd name="connsiteX3" fmla="*/ 2813688 w 4975610"/>
                <a:gd name="connsiteY3" fmla="*/ 908851 h 1022204"/>
                <a:gd name="connsiteX4" fmla="*/ 3313221 w 4975610"/>
                <a:gd name="connsiteY4" fmla="*/ 273851 h 1022204"/>
                <a:gd name="connsiteX5" fmla="*/ 3878372 w 4975610"/>
                <a:gd name="connsiteY5" fmla="*/ 172297 h 1022204"/>
                <a:gd name="connsiteX6" fmla="*/ 4327105 w 4975610"/>
                <a:gd name="connsiteY6" fmla="*/ 464150 h 1022204"/>
                <a:gd name="connsiteX7" fmla="*/ 4469277 w 4975610"/>
                <a:gd name="connsiteY7" fmla="*/ 622716 h 1022204"/>
                <a:gd name="connsiteX8" fmla="*/ 4767727 w 4975610"/>
                <a:gd name="connsiteY8" fmla="*/ 688091 h 1022204"/>
                <a:gd name="connsiteX9" fmla="*/ 4771605 w 4975610"/>
                <a:gd name="connsiteY9" fmla="*/ 536787 h 1022204"/>
                <a:gd name="connsiteX10" fmla="*/ 4640729 w 4975610"/>
                <a:gd name="connsiteY10" fmla="*/ 332162 h 1022204"/>
                <a:gd name="connsiteX11" fmla="*/ 4577229 w 4975610"/>
                <a:gd name="connsiteY11" fmla="*/ 34342 h 1022204"/>
                <a:gd name="connsiteX12" fmla="*/ 4913421 w 4975610"/>
                <a:gd name="connsiteY12" fmla="*/ 25817 h 1022204"/>
                <a:gd name="connsiteX13" fmla="*/ 4882029 w 4975610"/>
                <a:gd name="connsiteY13" fmla="*/ 281315 h 1022204"/>
                <a:gd name="connsiteX14" fmla="*/ 4850279 w 4975610"/>
                <a:gd name="connsiteY14" fmla="*/ 404799 h 1022204"/>
                <a:gd name="connsiteX15" fmla="*/ 4945528 w 4975610"/>
                <a:gd name="connsiteY15" fmla="*/ 608188 h 1022204"/>
                <a:gd name="connsiteX16" fmla="*/ 4873205 w 4975610"/>
                <a:gd name="connsiteY16" fmla="*/ 796849 h 1022204"/>
                <a:gd name="connsiteX17" fmla="*/ 4424470 w 4975610"/>
                <a:gd name="connsiteY17" fmla="*/ 712089 h 1022204"/>
                <a:gd name="connsiteX18" fmla="*/ 4145428 w 4975610"/>
                <a:gd name="connsiteY18" fmla="*/ 412062 h 1022204"/>
                <a:gd name="connsiteX19" fmla="*/ 3920705 w 4975610"/>
                <a:gd name="connsiteY19" fmla="*/ 276303 h 1022204"/>
                <a:gd name="connsiteX20" fmla="*/ 3596855 w 4975610"/>
                <a:gd name="connsiteY20" fmla="*/ 256918 h 1022204"/>
                <a:gd name="connsiteX21" fmla="*/ 3414821 w 4975610"/>
                <a:gd name="connsiteY21" fmla="*/ 333118 h 1022204"/>
                <a:gd name="connsiteX22" fmla="*/ 3296288 w 4975610"/>
                <a:gd name="connsiteY22" fmla="*/ 451650 h 1022204"/>
                <a:gd name="connsiteX23" fmla="*/ 3084621 w 4975610"/>
                <a:gd name="connsiteY23" fmla="*/ 832650 h 1022204"/>
                <a:gd name="connsiteX24" fmla="*/ 2906821 w 4975610"/>
                <a:gd name="connsiteY24" fmla="*/ 985051 h 1022204"/>
                <a:gd name="connsiteX25" fmla="*/ 2542755 w 4975610"/>
                <a:gd name="connsiteY25" fmla="*/ 1018917 h 1022204"/>
                <a:gd name="connsiteX26" fmla="*/ 1856955 w 4975610"/>
                <a:gd name="connsiteY26" fmla="*/ 925784 h 1022204"/>
                <a:gd name="connsiteX27" fmla="*/ 1188088 w 4975610"/>
                <a:gd name="connsiteY27" fmla="*/ 714118 h 1022204"/>
                <a:gd name="connsiteX28" fmla="*/ 891755 w 4975610"/>
                <a:gd name="connsiteY28" fmla="*/ 443184 h 1022204"/>
                <a:gd name="connsiteX29" fmla="*/ 705488 w 4975610"/>
                <a:gd name="connsiteY29" fmla="*/ 316184 h 1022204"/>
                <a:gd name="connsiteX30" fmla="*/ 502288 w 4975610"/>
                <a:gd name="connsiteY30" fmla="*/ 265384 h 1022204"/>
                <a:gd name="connsiteX31" fmla="*/ 146687 w 4975610"/>
                <a:gd name="connsiteY31" fmla="*/ 223051 h 1022204"/>
                <a:gd name="connsiteX32" fmla="*/ 19688 w 4975610"/>
                <a:gd name="connsiteY32" fmla="*/ 223051 h 1022204"/>
                <a:gd name="connsiteX33" fmla="*/ 87421 w 4975610"/>
                <a:gd name="connsiteY33" fmla="*/ 129917 h 1022204"/>
                <a:gd name="connsiteX0" fmla="*/ 87421 w 4942938"/>
                <a:gd name="connsiteY0" fmla="*/ 129917 h 1022204"/>
                <a:gd name="connsiteX1" fmla="*/ 815555 w 4942938"/>
                <a:gd name="connsiteY1" fmla="*/ 273851 h 1022204"/>
                <a:gd name="connsiteX2" fmla="*/ 1416688 w 4942938"/>
                <a:gd name="connsiteY2" fmla="*/ 714117 h 1022204"/>
                <a:gd name="connsiteX3" fmla="*/ 2813688 w 4942938"/>
                <a:gd name="connsiteY3" fmla="*/ 908851 h 1022204"/>
                <a:gd name="connsiteX4" fmla="*/ 3313221 w 4942938"/>
                <a:gd name="connsiteY4" fmla="*/ 273851 h 1022204"/>
                <a:gd name="connsiteX5" fmla="*/ 3878372 w 4942938"/>
                <a:gd name="connsiteY5" fmla="*/ 172297 h 1022204"/>
                <a:gd name="connsiteX6" fmla="*/ 4327105 w 4942938"/>
                <a:gd name="connsiteY6" fmla="*/ 464150 h 1022204"/>
                <a:gd name="connsiteX7" fmla="*/ 4469277 w 4942938"/>
                <a:gd name="connsiteY7" fmla="*/ 622716 h 1022204"/>
                <a:gd name="connsiteX8" fmla="*/ 4767727 w 4942938"/>
                <a:gd name="connsiteY8" fmla="*/ 688091 h 1022204"/>
                <a:gd name="connsiteX9" fmla="*/ 4771605 w 4942938"/>
                <a:gd name="connsiteY9" fmla="*/ 536787 h 1022204"/>
                <a:gd name="connsiteX10" fmla="*/ 4640729 w 4942938"/>
                <a:gd name="connsiteY10" fmla="*/ 332162 h 1022204"/>
                <a:gd name="connsiteX11" fmla="*/ 4577229 w 4942938"/>
                <a:gd name="connsiteY11" fmla="*/ 34342 h 1022204"/>
                <a:gd name="connsiteX12" fmla="*/ 4913421 w 4942938"/>
                <a:gd name="connsiteY12" fmla="*/ 25817 h 1022204"/>
                <a:gd name="connsiteX13" fmla="*/ 4882029 w 4942938"/>
                <a:gd name="connsiteY13" fmla="*/ 281315 h 1022204"/>
                <a:gd name="connsiteX14" fmla="*/ 4850279 w 4942938"/>
                <a:gd name="connsiteY14" fmla="*/ 404799 h 1022204"/>
                <a:gd name="connsiteX15" fmla="*/ 4901078 w 4942938"/>
                <a:gd name="connsiteY15" fmla="*/ 659035 h 1022204"/>
                <a:gd name="connsiteX16" fmla="*/ 4873205 w 4942938"/>
                <a:gd name="connsiteY16" fmla="*/ 796849 h 1022204"/>
                <a:gd name="connsiteX17" fmla="*/ 4424470 w 4942938"/>
                <a:gd name="connsiteY17" fmla="*/ 712089 h 1022204"/>
                <a:gd name="connsiteX18" fmla="*/ 4145428 w 4942938"/>
                <a:gd name="connsiteY18" fmla="*/ 412062 h 1022204"/>
                <a:gd name="connsiteX19" fmla="*/ 3920705 w 4942938"/>
                <a:gd name="connsiteY19" fmla="*/ 276303 h 1022204"/>
                <a:gd name="connsiteX20" fmla="*/ 3596855 w 4942938"/>
                <a:gd name="connsiteY20" fmla="*/ 256918 h 1022204"/>
                <a:gd name="connsiteX21" fmla="*/ 3414821 w 4942938"/>
                <a:gd name="connsiteY21" fmla="*/ 333118 h 1022204"/>
                <a:gd name="connsiteX22" fmla="*/ 3296288 w 4942938"/>
                <a:gd name="connsiteY22" fmla="*/ 451650 h 1022204"/>
                <a:gd name="connsiteX23" fmla="*/ 3084621 w 4942938"/>
                <a:gd name="connsiteY23" fmla="*/ 832650 h 1022204"/>
                <a:gd name="connsiteX24" fmla="*/ 2906821 w 4942938"/>
                <a:gd name="connsiteY24" fmla="*/ 985051 h 1022204"/>
                <a:gd name="connsiteX25" fmla="*/ 2542755 w 4942938"/>
                <a:gd name="connsiteY25" fmla="*/ 1018917 h 1022204"/>
                <a:gd name="connsiteX26" fmla="*/ 1856955 w 4942938"/>
                <a:gd name="connsiteY26" fmla="*/ 925784 h 1022204"/>
                <a:gd name="connsiteX27" fmla="*/ 1188088 w 4942938"/>
                <a:gd name="connsiteY27" fmla="*/ 714118 h 1022204"/>
                <a:gd name="connsiteX28" fmla="*/ 891755 w 4942938"/>
                <a:gd name="connsiteY28" fmla="*/ 443184 h 1022204"/>
                <a:gd name="connsiteX29" fmla="*/ 705488 w 4942938"/>
                <a:gd name="connsiteY29" fmla="*/ 316184 h 1022204"/>
                <a:gd name="connsiteX30" fmla="*/ 502288 w 4942938"/>
                <a:gd name="connsiteY30" fmla="*/ 265384 h 1022204"/>
                <a:gd name="connsiteX31" fmla="*/ 146687 w 4942938"/>
                <a:gd name="connsiteY31" fmla="*/ 223051 h 1022204"/>
                <a:gd name="connsiteX32" fmla="*/ 19688 w 4942938"/>
                <a:gd name="connsiteY32" fmla="*/ 223051 h 1022204"/>
                <a:gd name="connsiteX33" fmla="*/ 87421 w 4942938"/>
                <a:gd name="connsiteY33" fmla="*/ 129917 h 1022204"/>
                <a:gd name="connsiteX0" fmla="*/ 87421 w 4930686"/>
                <a:gd name="connsiteY0" fmla="*/ 129917 h 1022204"/>
                <a:gd name="connsiteX1" fmla="*/ 815555 w 4930686"/>
                <a:gd name="connsiteY1" fmla="*/ 273851 h 1022204"/>
                <a:gd name="connsiteX2" fmla="*/ 1416688 w 4930686"/>
                <a:gd name="connsiteY2" fmla="*/ 714117 h 1022204"/>
                <a:gd name="connsiteX3" fmla="*/ 2813688 w 4930686"/>
                <a:gd name="connsiteY3" fmla="*/ 908851 h 1022204"/>
                <a:gd name="connsiteX4" fmla="*/ 3313221 w 4930686"/>
                <a:gd name="connsiteY4" fmla="*/ 273851 h 1022204"/>
                <a:gd name="connsiteX5" fmla="*/ 3878372 w 4930686"/>
                <a:gd name="connsiteY5" fmla="*/ 172297 h 1022204"/>
                <a:gd name="connsiteX6" fmla="*/ 4327105 w 4930686"/>
                <a:gd name="connsiteY6" fmla="*/ 464150 h 1022204"/>
                <a:gd name="connsiteX7" fmla="*/ 4469277 w 4930686"/>
                <a:gd name="connsiteY7" fmla="*/ 622716 h 1022204"/>
                <a:gd name="connsiteX8" fmla="*/ 4767727 w 4930686"/>
                <a:gd name="connsiteY8" fmla="*/ 688091 h 1022204"/>
                <a:gd name="connsiteX9" fmla="*/ 4771605 w 4930686"/>
                <a:gd name="connsiteY9" fmla="*/ 536787 h 1022204"/>
                <a:gd name="connsiteX10" fmla="*/ 4640729 w 4930686"/>
                <a:gd name="connsiteY10" fmla="*/ 332162 h 1022204"/>
                <a:gd name="connsiteX11" fmla="*/ 4577229 w 4930686"/>
                <a:gd name="connsiteY11" fmla="*/ 34342 h 1022204"/>
                <a:gd name="connsiteX12" fmla="*/ 4913421 w 4930686"/>
                <a:gd name="connsiteY12" fmla="*/ 25817 h 1022204"/>
                <a:gd name="connsiteX13" fmla="*/ 4882029 w 4930686"/>
                <a:gd name="connsiteY13" fmla="*/ 281315 h 1022204"/>
                <a:gd name="connsiteX14" fmla="*/ 4850279 w 4930686"/>
                <a:gd name="connsiteY14" fmla="*/ 404799 h 1022204"/>
                <a:gd name="connsiteX15" fmla="*/ 4901078 w 4930686"/>
                <a:gd name="connsiteY15" fmla="*/ 659035 h 1022204"/>
                <a:gd name="connsiteX16" fmla="*/ 4771605 w 4930686"/>
                <a:gd name="connsiteY16" fmla="*/ 804113 h 1022204"/>
                <a:gd name="connsiteX17" fmla="*/ 4424470 w 4930686"/>
                <a:gd name="connsiteY17" fmla="*/ 712089 h 1022204"/>
                <a:gd name="connsiteX18" fmla="*/ 4145428 w 4930686"/>
                <a:gd name="connsiteY18" fmla="*/ 412062 h 1022204"/>
                <a:gd name="connsiteX19" fmla="*/ 3920705 w 4930686"/>
                <a:gd name="connsiteY19" fmla="*/ 276303 h 1022204"/>
                <a:gd name="connsiteX20" fmla="*/ 3596855 w 4930686"/>
                <a:gd name="connsiteY20" fmla="*/ 256918 h 1022204"/>
                <a:gd name="connsiteX21" fmla="*/ 3414821 w 4930686"/>
                <a:gd name="connsiteY21" fmla="*/ 333118 h 1022204"/>
                <a:gd name="connsiteX22" fmla="*/ 3296288 w 4930686"/>
                <a:gd name="connsiteY22" fmla="*/ 451650 h 1022204"/>
                <a:gd name="connsiteX23" fmla="*/ 3084621 w 4930686"/>
                <a:gd name="connsiteY23" fmla="*/ 832650 h 1022204"/>
                <a:gd name="connsiteX24" fmla="*/ 2906821 w 4930686"/>
                <a:gd name="connsiteY24" fmla="*/ 985051 h 1022204"/>
                <a:gd name="connsiteX25" fmla="*/ 2542755 w 4930686"/>
                <a:gd name="connsiteY25" fmla="*/ 1018917 h 1022204"/>
                <a:gd name="connsiteX26" fmla="*/ 1856955 w 4930686"/>
                <a:gd name="connsiteY26" fmla="*/ 925784 h 1022204"/>
                <a:gd name="connsiteX27" fmla="*/ 1188088 w 4930686"/>
                <a:gd name="connsiteY27" fmla="*/ 714118 h 1022204"/>
                <a:gd name="connsiteX28" fmla="*/ 891755 w 4930686"/>
                <a:gd name="connsiteY28" fmla="*/ 443184 h 1022204"/>
                <a:gd name="connsiteX29" fmla="*/ 705488 w 4930686"/>
                <a:gd name="connsiteY29" fmla="*/ 316184 h 1022204"/>
                <a:gd name="connsiteX30" fmla="*/ 502288 w 4930686"/>
                <a:gd name="connsiteY30" fmla="*/ 265384 h 1022204"/>
                <a:gd name="connsiteX31" fmla="*/ 146687 w 4930686"/>
                <a:gd name="connsiteY31" fmla="*/ 223051 h 1022204"/>
                <a:gd name="connsiteX32" fmla="*/ 19688 w 4930686"/>
                <a:gd name="connsiteY32" fmla="*/ 223051 h 1022204"/>
                <a:gd name="connsiteX33" fmla="*/ 87421 w 4930686"/>
                <a:gd name="connsiteY33" fmla="*/ 129917 h 1022204"/>
                <a:gd name="connsiteX0" fmla="*/ 87421 w 4930686"/>
                <a:gd name="connsiteY0" fmla="*/ 129917 h 1022204"/>
                <a:gd name="connsiteX1" fmla="*/ 815555 w 4930686"/>
                <a:gd name="connsiteY1" fmla="*/ 273851 h 1022204"/>
                <a:gd name="connsiteX2" fmla="*/ 1416688 w 4930686"/>
                <a:gd name="connsiteY2" fmla="*/ 714117 h 1022204"/>
                <a:gd name="connsiteX3" fmla="*/ 2813688 w 4930686"/>
                <a:gd name="connsiteY3" fmla="*/ 908851 h 1022204"/>
                <a:gd name="connsiteX4" fmla="*/ 3313221 w 4930686"/>
                <a:gd name="connsiteY4" fmla="*/ 273851 h 1022204"/>
                <a:gd name="connsiteX5" fmla="*/ 3878372 w 4930686"/>
                <a:gd name="connsiteY5" fmla="*/ 172297 h 1022204"/>
                <a:gd name="connsiteX6" fmla="*/ 4327105 w 4930686"/>
                <a:gd name="connsiteY6" fmla="*/ 464150 h 1022204"/>
                <a:gd name="connsiteX7" fmla="*/ 4469277 w 4930686"/>
                <a:gd name="connsiteY7" fmla="*/ 622716 h 1022204"/>
                <a:gd name="connsiteX8" fmla="*/ 4767727 w 4930686"/>
                <a:gd name="connsiteY8" fmla="*/ 688091 h 1022204"/>
                <a:gd name="connsiteX9" fmla="*/ 4771605 w 4930686"/>
                <a:gd name="connsiteY9" fmla="*/ 536787 h 1022204"/>
                <a:gd name="connsiteX10" fmla="*/ 4640729 w 4930686"/>
                <a:gd name="connsiteY10" fmla="*/ 332162 h 1022204"/>
                <a:gd name="connsiteX11" fmla="*/ 4577229 w 4930686"/>
                <a:gd name="connsiteY11" fmla="*/ 34342 h 1022204"/>
                <a:gd name="connsiteX12" fmla="*/ 4913421 w 4930686"/>
                <a:gd name="connsiteY12" fmla="*/ 25817 h 1022204"/>
                <a:gd name="connsiteX13" fmla="*/ 4882029 w 4930686"/>
                <a:gd name="connsiteY13" fmla="*/ 281315 h 1022204"/>
                <a:gd name="connsiteX14" fmla="*/ 4850279 w 4930686"/>
                <a:gd name="connsiteY14" fmla="*/ 404799 h 1022204"/>
                <a:gd name="connsiteX15" fmla="*/ 4901078 w 4930686"/>
                <a:gd name="connsiteY15" fmla="*/ 659035 h 1022204"/>
                <a:gd name="connsiteX16" fmla="*/ 4746205 w 4930686"/>
                <a:gd name="connsiteY16" fmla="*/ 804113 h 1022204"/>
                <a:gd name="connsiteX17" fmla="*/ 4424470 w 4930686"/>
                <a:gd name="connsiteY17" fmla="*/ 712089 h 1022204"/>
                <a:gd name="connsiteX18" fmla="*/ 4145428 w 4930686"/>
                <a:gd name="connsiteY18" fmla="*/ 412062 h 1022204"/>
                <a:gd name="connsiteX19" fmla="*/ 3920705 w 4930686"/>
                <a:gd name="connsiteY19" fmla="*/ 276303 h 1022204"/>
                <a:gd name="connsiteX20" fmla="*/ 3596855 w 4930686"/>
                <a:gd name="connsiteY20" fmla="*/ 256918 h 1022204"/>
                <a:gd name="connsiteX21" fmla="*/ 3414821 w 4930686"/>
                <a:gd name="connsiteY21" fmla="*/ 333118 h 1022204"/>
                <a:gd name="connsiteX22" fmla="*/ 3296288 w 4930686"/>
                <a:gd name="connsiteY22" fmla="*/ 451650 h 1022204"/>
                <a:gd name="connsiteX23" fmla="*/ 3084621 w 4930686"/>
                <a:gd name="connsiteY23" fmla="*/ 832650 h 1022204"/>
                <a:gd name="connsiteX24" fmla="*/ 2906821 w 4930686"/>
                <a:gd name="connsiteY24" fmla="*/ 985051 h 1022204"/>
                <a:gd name="connsiteX25" fmla="*/ 2542755 w 4930686"/>
                <a:gd name="connsiteY25" fmla="*/ 1018917 h 1022204"/>
                <a:gd name="connsiteX26" fmla="*/ 1856955 w 4930686"/>
                <a:gd name="connsiteY26" fmla="*/ 925784 h 1022204"/>
                <a:gd name="connsiteX27" fmla="*/ 1188088 w 4930686"/>
                <a:gd name="connsiteY27" fmla="*/ 714118 h 1022204"/>
                <a:gd name="connsiteX28" fmla="*/ 891755 w 4930686"/>
                <a:gd name="connsiteY28" fmla="*/ 443184 h 1022204"/>
                <a:gd name="connsiteX29" fmla="*/ 705488 w 4930686"/>
                <a:gd name="connsiteY29" fmla="*/ 316184 h 1022204"/>
                <a:gd name="connsiteX30" fmla="*/ 502288 w 4930686"/>
                <a:gd name="connsiteY30" fmla="*/ 265384 h 1022204"/>
                <a:gd name="connsiteX31" fmla="*/ 146687 w 4930686"/>
                <a:gd name="connsiteY31" fmla="*/ 223051 h 1022204"/>
                <a:gd name="connsiteX32" fmla="*/ 19688 w 4930686"/>
                <a:gd name="connsiteY32" fmla="*/ 223051 h 1022204"/>
                <a:gd name="connsiteX33" fmla="*/ 87421 w 4930686"/>
                <a:gd name="connsiteY33" fmla="*/ 129917 h 1022204"/>
                <a:gd name="connsiteX0" fmla="*/ 87421 w 4930686"/>
                <a:gd name="connsiteY0" fmla="*/ 129917 h 1022204"/>
                <a:gd name="connsiteX1" fmla="*/ 815555 w 4930686"/>
                <a:gd name="connsiteY1" fmla="*/ 273851 h 1022204"/>
                <a:gd name="connsiteX2" fmla="*/ 1416688 w 4930686"/>
                <a:gd name="connsiteY2" fmla="*/ 714117 h 1022204"/>
                <a:gd name="connsiteX3" fmla="*/ 2813688 w 4930686"/>
                <a:gd name="connsiteY3" fmla="*/ 908851 h 1022204"/>
                <a:gd name="connsiteX4" fmla="*/ 3313221 w 4930686"/>
                <a:gd name="connsiteY4" fmla="*/ 273851 h 1022204"/>
                <a:gd name="connsiteX5" fmla="*/ 3878372 w 4930686"/>
                <a:gd name="connsiteY5" fmla="*/ 172297 h 1022204"/>
                <a:gd name="connsiteX6" fmla="*/ 4327105 w 4930686"/>
                <a:gd name="connsiteY6" fmla="*/ 464150 h 1022204"/>
                <a:gd name="connsiteX7" fmla="*/ 4469277 w 4930686"/>
                <a:gd name="connsiteY7" fmla="*/ 622716 h 1022204"/>
                <a:gd name="connsiteX8" fmla="*/ 4767727 w 4930686"/>
                <a:gd name="connsiteY8" fmla="*/ 688091 h 1022204"/>
                <a:gd name="connsiteX9" fmla="*/ 4771605 w 4930686"/>
                <a:gd name="connsiteY9" fmla="*/ 536787 h 1022204"/>
                <a:gd name="connsiteX10" fmla="*/ 4640729 w 4930686"/>
                <a:gd name="connsiteY10" fmla="*/ 332162 h 1022204"/>
                <a:gd name="connsiteX11" fmla="*/ 4577229 w 4930686"/>
                <a:gd name="connsiteY11" fmla="*/ 34342 h 1022204"/>
                <a:gd name="connsiteX12" fmla="*/ 4913421 w 4930686"/>
                <a:gd name="connsiteY12" fmla="*/ 25817 h 1022204"/>
                <a:gd name="connsiteX13" fmla="*/ 4882029 w 4930686"/>
                <a:gd name="connsiteY13" fmla="*/ 281315 h 1022204"/>
                <a:gd name="connsiteX14" fmla="*/ 4850279 w 4930686"/>
                <a:gd name="connsiteY14" fmla="*/ 404799 h 1022204"/>
                <a:gd name="connsiteX15" fmla="*/ 4862978 w 4930686"/>
                <a:gd name="connsiteY15" fmla="*/ 717146 h 1022204"/>
                <a:gd name="connsiteX16" fmla="*/ 4746205 w 4930686"/>
                <a:gd name="connsiteY16" fmla="*/ 804113 h 1022204"/>
                <a:gd name="connsiteX17" fmla="*/ 4424470 w 4930686"/>
                <a:gd name="connsiteY17" fmla="*/ 712089 h 1022204"/>
                <a:gd name="connsiteX18" fmla="*/ 4145428 w 4930686"/>
                <a:gd name="connsiteY18" fmla="*/ 412062 h 1022204"/>
                <a:gd name="connsiteX19" fmla="*/ 3920705 w 4930686"/>
                <a:gd name="connsiteY19" fmla="*/ 276303 h 1022204"/>
                <a:gd name="connsiteX20" fmla="*/ 3596855 w 4930686"/>
                <a:gd name="connsiteY20" fmla="*/ 256918 h 1022204"/>
                <a:gd name="connsiteX21" fmla="*/ 3414821 w 4930686"/>
                <a:gd name="connsiteY21" fmla="*/ 333118 h 1022204"/>
                <a:gd name="connsiteX22" fmla="*/ 3296288 w 4930686"/>
                <a:gd name="connsiteY22" fmla="*/ 451650 h 1022204"/>
                <a:gd name="connsiteX23" fmla="*/ 3084621 w 4930686"/>
                <a:gd name="connsiteY23" fmla="*/ 832650 h 1022204"/>
                <a:gd name="connsiteX24" fmla="*/ 2906821 w 4930686"/>
                <a:gd name="connsiteY24" fmla="*/ 985051 h 1022204"/>
                <a:gd name="connsiteX25" fmla="*/ 2542755 w 4930686"/>
                <a:gd name="connsiteY25" fmla="*/ 1018917 h 1022204"/>
                <a:gd name="connsiteX26" fmla="*/ 1856955 w 4930686"/>
                <a:gd name="connsiteY26" fmla="*/ 925784 h 1022204"/>
                <a:gd name="connsiteX27" fmla="*/ 1188088 w 4930686"/>
                <a:gd name="connsiteY27" fmla="*/ 714118 h 1022204"/>
                <a:gd name="connsiteX28" fmla="*/ 891755 w 4930686"/>
                <a:gd name="connsiteY28" fmla="*/ 443184 h 1022204"/>
                <a:gd name="connsiteX29" fmla="*/ 705488 w 4930686"/>
                <a:gd name="connsiteY29" fmla="*/ 316184 h 1022204"/>
                <a:gd name="connsiteX30" fmla="*/ 502288 w 4930686"/>
                <a:gd name="connsiteY30" fmla="*/ 265384 h 1022204"/>
                <a:gd name="connsiteX31" fmla="*/ 146687 w 4930686"/>
                <a:gd name="connsiteY31" fmla="*/ 223051 h 1022204"/>
                <a:gd name="connsiteX32" fmla="*/ 19688 w 4930686"/>
                <a:gd name="connsiteY32" fmla="*/ 223051 h 1022204"/>
                <a:gd name="connsiteX33" fmla="*/ 87421 w 4930686"/>
                <a:gd name="connsiteY33" fmla="*/ 129917 h 1022204"/>
                <a:gd name="connsiteX0" fmla="*/ 87421 w 4935989"/>
                <a:gd name="connsiteY0" fmla="*/ 129917 h 1022204"/>
                <a:gd name="connsiteX1" fmla="*/ 815555 w 4935989"/>
                <a:gd name="connsiteY1" fmla="*/ 273851 h 1022204"/>
                <a:gd name="connsiteX2" fmla="*/ 1416688 w 4935989"/>
                <a:gd name="connsiteY2" fmla="*/ 714117 h 1022204"/>
                <a:gd name="connsiteX3" fmla="*/ 2813688 w 4935989"/>
                <a:gd name="connsiteY3" fmla="*/ 908851 h 1022204"/>
                <a:gd name="connsiteX4" fmla="*/ 3313221 w 4935989"/>
                <a:gd name="connsiteY4" fmla="*/ 273851 h 1022204"/>
                <a:gd name="connsiteX5" fmla="*/ 3878372 w 4935989"/>
                <a:gd name="connsiteY5" fmla="*/ 172297 h 1022204"/>
                <a:gd name="connsiteX6" fmla="*/ 4327105 w 4935989"/>
                <a:gd name="connsiteY6" fmla="*/ 464150 h 1022204"/>
                <a:gd name="connsiteX7" fmla="*/ 4469277 w 4935989"/>
                <a:gd name="connsiteY7" fmla="*/ 622716 h 1022204"/>
                <a:gd name="connsiteX8" fmla="*/ 4767727 w 4935989"/>
                <a:gd name="connsiteY8" fmla="*/ 688091 h 1022204"/>
                <a:gd name="connsiteX9" fmla="*/ 4771605 w 4935989"/>
                <a:gd name="connsiteY9" fmla="*/ 536787 h 1022204"/>
                <a:gd name="connsiteX10" fmla="*/ 4640729 w 4935989"/>
                <a:gd name="connsiteY10" fmla="*/ 332162 h 1022204"/>
                <a:gd name="connsiteX11" fmla="*/ 4577229 w 4935989"/>
                <a:gd name="connsiteY11" fmla="*/ 34342 h 1022204"/>
                <a:gd name="connsiteX12" fmla="*/ 4913421 w 4935989"/>
                <a:gd name="connsiteY12" fmla="*/ 25817 h 1022204"/>
                <a:gd name="connsiteX13" fmla="*/ 4882029 w 4935989"/>
                <a:gd name="connsiteY13" fmla="*/ 281315 h 1022204"/>
                <a:gd name="connsiteX14" fmla="*/ 4850279 w 4935989"/>
                <a:gd name="connsiteY14" fmla="*/ 404799 h 1022204"/>
                <a:gd name="connsiteX15" fmla="*/ 4920128 w 4935989"/>
                <a:gd name="connsiteY15" fmla="*/ 702618 h 1022204"/>
                <a:gd name="connsiteX16" fmla="*/ 4746205 w 4935989"/>
                <a:gd name="connsiteY16" fmla="*/ 804113 h 1022204"/>
                <a:gd name="connsiteX17" fmla="*/ 4424470 w 4935989"/>
                <a:gd name="connsiteY17" fmla="*/ 712089 h 1022204"/>
                <a:gd name="connsiteX18" fmla="*/ 4145428 w 4935989"/>
                <a:gd name="connsiteY18" fmla="*/ 412062 h 1022204"/>
                <a:gd name="connsiteX19" fmla="*/ 3920705 w 4935989"/>
                <a:gd name="connsiteY19" fmla="*/ 276303 h 1022204"/>
                <a:gd name="connsiteX20" fmla="*/ 3596855 w 4935989"/>
                <a:gd name="connsiteY20" fmla="*/ 256918 h 1022204"/>
                <a:gd name="connsiteX21" fmla="*/ 3414821 w 4935989"/>
                <a:gd name="connsiteY21" fmla="*/ 333118 h 1022204"/>
                <a:gd name="connsiteX22" fmla="*/ 3296288 w 4935989"/>
                <a:gd name="connsiteY22" fmla="*/ 451650 h 1022204"/>
                <a:gd name="connsiteX23" fmla="*/ 3084621 w 4935989"/>
                <a:gd name="connsiteY23" fmla="*/ 832650 h 1022204"/>
                <a:gd name="connsiteX24" fmla="*/ 2906821 w 4935989"/>
                <a:gd name="connsiteY24" fmla="*/ 985051 h 1022204"/>
                <a:gd name="connsiteX25" fmla="*/ 2542755 w 4935989"/>
                <a:gd name="connsiteY25" fmla="*/ 1018917 h 1022204"/>
                <a:gd name="connsiteX26" fmla="*/ 1856955 w 4935989"/>
                <a:gd name="connsiteY26" fmla="*/ 925784 h 1022204"/>
                <a:gd name="connsiteX27" fmla="*/ 1188088 w 4935989"/>
                <a:gd name="connsiteY27" fmla="*/ 714118 h 1022204"/>
                <a:gd name="connsiteX28" fmla="*/ 891755 w 4935989"/>
                <a:gd name="connsiteY28" fmla="*/ 443184 h 1022204"/>
                <a:gd name="connsiteX29" fmla="*/ 705488 w 4935989"/>
                <a:gd name="connsiteY29" fmla="*/ 316184 h 1022204"/>
                <a:gd name="connsiteX30" fmla="*/ 502288 w 4935989"/>
                <a:gd name="connsiteY30" fmla="*/ 265384 h 1022204"/>
                <a:gd name="connsiteX31" fmla="*/ 146687 w 4935989"/>
                <a:gd name="connsiteY31" fmla="*/ 223051 h 1022204"/>
                <a:gd name="connsiteX32" fmla="*/ 19688 w 4935989"/>
                <a:gd name="connsiteY32" fmla="*/ 223051 h 1022204"/>
                <a:gd name="connsiteX33" fmla="*/ 87421 w 4935989"/>
                <a:gd name="connsiteY33" fmla="*/ 129917 h 1022204"/>
                <a:gd name="connsiteX0" fmla="*/ 87421 w 4935989"/>
                <a:gd name="connsiteY0" fmla="*/ 129917 h 1022204"/>
                <a:gd name="connsiteX1" fmla="*/ 815555 w 4935989"/>
                <a:gd name="connsiteY1" fmla="*/ 273851 h 1022204"/>
                <a:gd name="connsiteX2" fmla="*/ 1416688 w 4935989"/>
                <a:gd name="connsiteY2" fmla="*/ 714117 h 1022204"/>
                <a:gd name="connsiteX3" fmla="*/ 2813688 w 4935989"/>
                <a:gd name="connsiteY3" fmla="*/ 908851 h 1022204"/>
                <a:gd name="connsiteX4" fmla="*/ 3313221 w 4935989"/>
                <a:gd name="connsiteY4" fmla="*/ 273851 h 1022204"/>
                <a:gd name="connsiteX5" fmla="*/ 3878372 w 4935989"/>
                <a:gd name="connsiteY5" fmla="*/ 172297 h 1022204"/>
                <a:gd name="connsiteX6" fmla="*/ 4327105 w 4935989"/>
                <a:gd name="connsiteY6" fmla="*/ 464150 h 1022204"/>
                <a:gd name="connsiteX7" fmla="*/ 4469277 w 4935989"/>
                <a:gd name="connsiteY7" fmla="*/ 622716 h 1022204"/>
                <a:gd name="connsiteX8" fmla="*/ 4767727 w 4935989"/>
                <a:gd name="connsiteY8" fmla="*/ 688091 h 1022204"/>
                <a:gd name="connsiteX9" fmla="*/ 4771605 w 4935989"/>
                <a:gd name="connsiteY9" fmla="*/ 536787 h 1022204"/>
                <a:gd name="connsiteX10" fmla="*/ 4640729 w 4935989"/>
                <a:gd name="connsiteY10" fmla="*/ 332162 h 1022204"/>
                <a:gd name="connsiteX11" fmla="*/ 4577229 w 4935989"/>
                <a:gd name="connsiteY11" fmla="*/ 34342 h 1022204"/>
                <a:gd name="connsiteX12" fmla="*/ 4913421 w 4935989"/>
                <a:gd name="connsiteY12" fmla="*/ 25817 h 1022204"/>
                <a:gd name="connsiteX13" fmla="*/ 4882029 w 4935989"/>
                <a:gd name="connsiteY13" fmla="*/ 281315 h 1022204"/>
                <a:gd name="connsiteX14" fmla="*/ 4850279 w 4935989"/>
                <a:gd name="connsiteY14" fmla="*/ 404799 h 1022204"/>
                <a:gd name="connsiteX15" fmla="*/ 4920128 w 4935989"/>
                <a:gd name="connsiteY15" fmla="*/ 702618 h 1022204"/>
                <a:gd name="connsiteX16" fmla="*/ 4746205 w 4935989"/>
                <a:gd name="connsiteY16" fmla="*/ 804113 h 1022204"/>
                <a:gd name="connsiteX17" fmla="*/ 4424470 w 4935989"/>
                <a:gd name="connsiteY17" fmla="*/ 712089 h 1022204"/>
                <a:gd name="connsiteX18" fmla="*/ 4145428 w 4935989"/>
                <a:gd name="connsiteY18" fmla="*/ 412062 h 1022204"/>
                <a:gd name="connsiteX19" fmla="*/ 3920705 w 4935989"/>
                <a:gd name="connsiteY19" fmla="*/ 276303 h 1022204"/>
                <a:gd name="connsiteX20" fmla="*/ 3596855 w 4935989"/>
                <a:gd name="connsiteY20" fmla="*/ 256918 h 1022204"/>
                <a:gd name="connsiteX21" fmla="*/ 3414821 w 4935989"/>
                <a:gd name="connsiteY21" fmla="*/ 333118 h 1022204"/>
                <a:gd name="connsiteX22" fmla="*/ 3296288 w 4935989"/>
                <a:gd name="connsiteY22" fmla="*/ 451650 h 1022204"/>
                <a:gd name="connsiteX23" fmla="*/ 3084621 w 4935989"/>
                <a:gd name="connsiteY23" fmla="*/ 832650 h 1022204"/>
                <a:gd name="connsiteX24" fmla="*/ 2906821 w 4935989"/>
                <a:gd name="connsiteY24" fmla="*/ 985051 h 1022204"/>
                <a:gd name="connsiteX25" fmla="*/ 2542755 w 4935989"/>
                <a:gd name="connsiteY25" fmla="*/ 1018917 h 1022204"/>
                <a:gd name="connsiteX26" fmla="*/ 1856955 w 4935989"/>
                <a:gd name="connsiteY26" fmla="*/ 925784 h 1022204"/>
                <a:gd name="connsiteX27" fmla="*/ 1188088 w 4935989"/>
                <a:gd name="connsiteY27" fmla="*/ 714118 h 1022204"/>
                <a:gd name="connsiteX28" fmla="*/ 891755 w 4935989"/>
                <a:gd name="connsiteY28" fmla="*/ 443184 h 1022204"/>
                <a:gd name="connsiteX29" fmla="*/ 705488 w 4935989"/>
                <a:gd name="connsiteY29" fmla="*/ 316184 h 1022204"/>
                <a:gd name="connsiteX30" fmla="*/ 502288 w 4935989"/>
                <a:gd name="connsiteY30" fmla="*/ 265384 h 1022204"/>
                <a:gd name="connsiteX31" fmla="*/ 146687 w 4935989"/>
                <a:gd name="connsiteY31" fmla="*/ 223051 h 1022204"/>
                <a:gd name="connsiteX32" fmla="*/ 19688 w 4935989"/>
                <a:gd name="connsiteY32" fmla="*/ 223051 h 1022204"/>
                <a:gd name="connsiteX33" fmla="*/ 87421 w 4935989"/>
                <a:gd name="connsiteY33" fmla="*/ 129917 h 1022204"/>
                <a:gd name="connsiteX0" fmla="*/ 87421 w 4930686"/>
                <a:gd name="connsiteY0" fmla="*/ 129917 h 1022204"/>
                <a:gd name="connsiteX1" fmla="*/ 815555 w 4930686"/>
                <a:gd name="connsiteY1" fmla="*/ 273851 h 1022204"/>
                <a:gd name="connsiteX2" fmla="*/ 1416688 w 4930686"/>
                <a:gd name="connsiteY2" fmla="*/ 714117 h 1022204"/>
                <a:gd name="connsiteX3" fmla="*/ 2813688 w 4930686"/>
                <a:gd name="connsiteY3" fmla="*/ 908851 h 1022204"/>
                <a:gd name="connsiteX4" fmla="*/ 3313221 w 4930686"/>
                <a:gd name="connsiteY4" fmla="*/ 273851 h 1022204"/>
                <a:gd name="connsiteX5" fmla="*/ 3878372 w 4930686"/>
                <a:gd name="connsiteY5" fmla="*/ 172297 h 1022204"/>
                <a:gd name="connsiteX6" fmla="*/ 4327105 w 4930686"/>
                <a:gd name="connsiteY6" fmla="*/ 464150 h 1022204"/>
                <a:gd name="connsiteX7" fmla="*/ 4469277 w 4930686"/>
                <a:gd name="connsiteY7" fmla="*/ 622716 h 1022204"/>
                <a:gd name="connsiteX8" fmla="*/ 4767727 w 4930686"/>
                <a:gd name="connsiteY8" fmla="*/ 688091 h 1022204"/>
                <a:gd name="connsiteX9" fmla="*/ 4771605 w 4930686"/>
                <a:gd name="connsiteY9" fmla="*/ 536787 h 1022204"/>
                <a:gd name="connsiteX10" fmla="*/ 4640729 w 4930686"/>
                <a:gd name="connsiteY10" fmla="*/ 332162 h 1022204"/>
                <a:gd name="connsiteX11" fmla="*/ 4577229 w 4930686"/>
                <a:gd name="connsiteY11" fmla="*/ 34342 h 1022204"/>
                <a:gd name="connsiteX12" fmla="*/ 4913421 w 4930686"/>
                <a:gd name="connsiteY12" fmla="*/ 25817 h 1022204"/>
                <a:gd name="connsiteX13" fmla="*/ 4882029 w 4930686"/>
                <a:gd name="connsiteY13" fmla="*/ 281315 h 1022204"/>
                <a:gd name="connsiteX14" fmla="*/ 4850279 w 4930686"/>
                <a:gd name="connsiteY14" fmla="*/ 404799 h 1022204"/>
                <a:gd name="connsiteX15" fmla="*/ 4869328 w 4930686"/>
                <a:gd name="connsiteY15" fmla="*/ 731674 h 1022204"/>
                <a:gd name="connsiteX16" fmla="*/ 4746205 w 4930686"/>
                <a:gd name="connsiteY16" fmla="*/ 804113 h 1022204"/>
                <a:gd name="connsiteX17" fmla="*/ 4424470 w 4930686"/>
                <a:gd name="connsiteY17" fmla="*/ 712089 h 1022204"/>
                <a:gd name="connsiteX18" fmla="*/ 4145428 w 4930686"/>
                <a:gd name="connsiteY18" fmla="*/ 412062 h 1022204"/>
                <a:gd name="connsiteX19" fmla="*/ 3920705 w 4930686"/>
                <a:gd name="connsiteY19" fmla="*/ 276303 h 1022204"/>
                <a:gd name="connsiteX20" fmla="*/ 3596855 w 4930686"/>
                <a:gd name="connsiteY20" fmla="*/ 256918 h 1022204"/>
                <a:gd name="connsiteX21" fmla="*/ 3414821 w 4930686"/>
                <a:gd name="connsiteY21" fmla="*/ 333118 h 1022204"/>
                <a:gd name="connsiteX22" fmla="*/ 3296288 w 4930686"/>
                <a:gd name="connsiteY22" fmla="*/ 451650 h 1022204"/>
                <a:gd name="connsiteX23" fmla="*/ 3084621 w 4930686"/>
                <a:gd name="connsiteY23" fmla="*/ 832650 h 1022204"/>
                <a:gd name="connsiteX24" fmla="*/ 2906821 w 4930686"/>
                <a:gd name="connsiteY24" fmla="*/ 985051 h 1022204"/>
                <a:gd name="connsiteX25" fmla="*/ 2542755 w 4930686"/>
                <a:gd name="connsiteY25" fmla="*/ 1018917 h 1022204"/>
                <a:gd name="connsiteX26" fmla="*/ 1856955 w 4930686"/>
                <a:gd name="connsiteY26" fmla="*/ 925784 h 1022204"/>
                <a:gd name="connsiteX27" fmla="*/ 1188088 w 4930686"/>
                <a:gd name="connsiteY27" fmla="*/ 714118 h 1022204"/>
                <a:gd name="connsiteX28" fmla="*/ 891755 w 4930686"/>
                <a:gd name="connsiteY28" fmla="*/ 443184 h 1022204"/>
                <a:gd name="connsiteX29" fmla="*/ 705488 w 4930686"/>
                <a:gd name="connsiteY29" fmla="*/ 316184 h 1022204"/>
                <a:gd name="connsiteX30" fmla="*/ 502288 w 4930686"/>
                <a:gd name="connsiteY30" fmla="*/ 265384 h 1022204"/>
                <a:gd name="connsiteX31" fmla="*/ 146687 w 4930686"/>
                <a:gd name="connsiteY31" fmla="*/ 223051 h 1022204"/>
                <a:gd name="connsiteX32" fmla="*/ 19688 w 4930686"/>
                <a:gd name="connsiteY32" fmla="*/ 223051 h 1022204"/>
                <a:gd name="connsiteX33" fmla="*/ 87421 w 4930686"/>
                <a:gd name="connsiteY33" fmla="*/ 129917 h 1022204"/>
                <a:gd name="connsiteX0" fmla="*/ 87421 w 4930686"/>
                <a:gd name="connsiteY0" fmla="*/ 129917 h 1022204"/>
                <a:gd name="connsiteX1" fmla="*/ 815555 w 4930686"/>
                <a:gd name="connsiteY1" fmla="*/ 273851 h 1022204"/>
                <a:gd name="connsiteX2" fmla="*/ 1416688 w 4930686"/>
                <a:gd name="connsiteY2" fmla="*/ 714117 h 1022204"/>
                <a:gd name="connsiteX3" fmla="*/ 2813688 w 4930686"/>
                <a:gd name="connsiteY3" fmla="*/ 908851 h 1022204"/>
                <a:gd name="connsiteX4" fmla="*/ 3313221 w 4930686"/>
                <a:gd name="connsiteY4" fmla="*/ 273851 h 1022204"/>
                <a:gd name="connsiteX5" fmla="*/ 3878372 w 4930686"/>
                <a:gd name="connsiteY5" fmla="*/ 172297 h 1022204"/>
                <a:gd name="connsiteX6" fmla="*/ 4327105 w 4930686"/>
                <a:gd name="connsiteY6" fmla="*/ 464150 h 1022204"/>
                <a:gd name="connsiteX7" fmla="*/ 4469277 w 4930686"/>
                <a:gd name="connsiteY7" fmla="*/ 622716 h 1022204"/>
                <a:gd name="connsiteX8" fmla="*/ 4767727 w 4930686"/>
                <a:gd name="connsiteY8" fmla="*/ 688091 h 1022204"/>
                <a:gd name="connsiteX9" fmla="*/ 4771605 w 4930686"/>
                <a:gd name="connsiteY9" fmla="*/ 536787 h 1022204"/>
                <a:gd name="connsiteX10" fmla="*/ 4640729 w 4930686"/>
                <a:gd name="connsiteY10" fmla="*/ 332162 h 1022204"/>
                <a:gd name="connsiteX11" fmla="*/ 4577229 w 4930686"/>
                <a:gd name="connsiteY11" fmla="*/ 34342 h 1022204"/>
                <a:gd name="connsiteX12" fmla="*/ 4913421 w 4930686"/>
                <a:gd name="connsiteY12" fmla="*/ 25817 h 1022204"/>
                <a:gd name="connsiteX13" fmla="*/ 4882029 w 4930686"/>
                <a:gd name="connsiteY13" fmla="*/ 281315 h 1022204"/>
                <a:gd name="connsiteX14" fmla="*/ 4850279 w 4930686"/>
                <a:gd name="connsiteY14" fmla="*/ 404799 h 1022204"/>
                <a:gd name="connsiteX15" fmla="*/ 4869328 w 4930686"/>
                <a:gd name="connsiteY15" fmla="*/ 731674 h 1022204"/>
                <a:gd name="connsiteX16" fmla="*/ 4746205 w 4930686"/>
                <a:gd name="connsiteY16" fmla="*/ 804113 h 1022204"/>
                <a:gd name="connsiteX17" fmla="*/ 4424470 w 4930686"/>
                <a:gd name="connsiteY17" fmla="*/ 712089 h 1022204"/>
                <a:gd name="connsiteX18" fmla="*/ 4145428 w 4930686"/>
                <a:gd name="connsiteY18" fmla="*/ 412062 h 1022204"/>
                <a:gd name="connsiteX19" fmla="*/ 3920705 w 4930686"/>
                <a:gd name="connsiteY19" fmla="*/ 276303 h 1022204"/>
                <a:gd name="connsiteX20" fmla="*/ 3596855 w 4930686"/>
                <a:gd name="connsiteY20" fmla="*/ 256918 h 1022204"/>
                <a:gd name="connsiteX21" fmla="*/ 3414821 w 4930686"/>
                <a:gd name="connsiteY21" fmla="*/ 333118 h 1022204"/>
                <a:gd name="connsiteX22" fmla="*/ 3296288 w 4930686"/>
                <a:gd name="connsiteY22" fmla="*/ 451650 h 1022204"/>
                <a:gd name="connsiteX23" fmla="*/ 3084621 w 4930686"/>
                <a:gd name="connsiteY23" fmla="*/ 832650 h 1022204"/>
                <a:gd name="connsiteX24" fmla="*/ 2906821 w 4930686"/>
                <a:gd name="connsiteY24" fmla="*/ 985051 h 1022204"/>
                <a:gd name="connsiteX25" fmla="*/ 2542755 w 4930686"/>
                <a:gd name="connsiteY25" fmla="*/ 1018917 h 1022204"/>
                <a:gd name="connsiteX26" fmla="*/ 1856955 w 4930686"/>
                <a:gd name="connsiteY26" fmla="*/ 925784 h 1022204"/>
                <a:gd name="connsiteX27" fmla="*/ 1188088 w 4930686"/>
                <a:gd name="connsiteY27" fmla="*/ 714118 h 1022204"/>
                <a:gd name="connsiteX28" fmla="*/ 891755 w 4930686"/>
                <a:gd name="connsiteY28" fmla="*/ 443184 h 1022204"/>
                <a:gd name="connsiteX29" fmla="*/ 705488 w 4930686"/>
                <a:gd name="connsiteY29" fmla="*/ 316184 h 1022204"/>
                <a:gd name="connsiteX30" fmla="*/ 502288 w 4930686"/>
                <a:gd name="connsiteY30" fmla="*/ 265384 h 1022204"/>
                <a:gd name="connsiteX31" fmla="*/ 146687 w 4930686"/>
                <a:gd name="connsiteY31" fmla="*/ 223051 h 1022204"/>
                <a:gd name="connsiteX32" fmla="*/ 19688 w 4930686"/>
                <a:gd name="connsiteY32" fmla="*/ 223051 h 1022204"/>
                <a:gd name="connsiteX33" fmla="*/ 87421 w 4930686"/>
                <a:gd name="connsiteY33" fmla="*/ 129917 h 1022204"/>
                <a:gd name="connsiteX0" fmla="*/ 87421 w 4930686"/>
                <a:gd name="connsiteY0" fmla="*/ 129917 h 1022204"/>
                <a:gd name="connsiteX1" fmla="*/ 815555 w 4930686"/>
                <a:gd name="connsiteY1" fmla="*/ 273851 h 1022204"/>
                <a:gd name="connsiteX2" fmla="*/ 1416688 w 4930686"/>
                <a:gd name="connsiteY2" fmla="*/ 714117 h 1022204"/>
                <a:gd name="connsiteX3" fmla="*/ 2813688 w 4930686"/>
                <a:gd name="connsiteY3" fmla="*/ 908851 h 1022204"/>
                <a:gd name="connsiteX4" fmla="*/ 3313221 w 4930686"/>
                <a:gd name="connsiteY4" fmla="*/ 273851 h 1022204"/>
                <a:gd name="connsiteX5" fmla="*/ 3878372 w 4930686"/>
                <a:gd name="connsiteY5" fmla="*/ 172297 h 1022204"/>
                <a:gd name="connsiteX6" fmla="*/ 4327105 w 4930686"/>
                <a:gd name="connsiteY6" fmla="*/ 464150 h 1022204"/>
                <a:gd name="connsiteX7" fmla="*/ 4469277 w 4930686"/>
                <a:gd name="connsiteY7" fmla="*/ 622716 h 1022204"/>
                <a:gd name="connsiteX8" fmla="*/ 4767727 w 4930686"/>
                <a:gd name="connsiteY8" fmla="*/ 688091 h 1022204"/>
                <a:gd name="connsiteX9" fmla="*/ 4771605 w 4930686"/>
                <a:gd name="connsiteY9" fmla="*/ 536787 h 1022204"/>
                <a:gd name="connsiteX10" fmla="*/ 4640729 w 4930686"/>
                <a:gd name="connsiteY10" fmla="*/ 332162 h 1022204"/>
                <a:gd name="connsiteX11" fmla="*/ 4577229 w 4930686"/>
                <a:gd name="connsiteY11" fmla="*/ 34342 h 1022204"/>
                <a:gd name="connsiteX12" fmla="*/ 4913421 w 4930686"/>
                <a:gd name="connsiteY12" fmla="*/ 25817 h 1022204"/>
                <a:gd name="connsiteX13" fmla="*/ 4882029 w 4930686"/>
                <a:gd name="connsiteY13" fmla="*/ 281315 h 1022204"/>
                <a:gd name="connsiteX14" fmla="*/ 4850279 w 4930686"/>
                <a:gd name="connsiteY14" fmla="*/ 404799 h 1022204"/>
                <a:gd name="connsiteX15" fmla="*/ 4869328 w 4930686"/>
                <a:gd name="connsiteY15" fmla="*/ 731674 h 1022204"/>
                <a:gd name="connsiteX16" fmla="*/ 4746205 w 4930686"/>
                <a:gd name="connsiteY16" fmla="*/ 804113 h 1022204"/>
                <a:gd name="connsiteX17" fmla="*/ 4424470 w 4930686"/>
                <a:gd name="connsiteY17" fmla="*/ 712089 h 1022204"/>
                <a:gd name="connsiteX18" fmla="*/ 4145428 w 4930686"/>
                <a:gd name="connsiteY18" fmla="*/ 412062 h 1022204"/>
                <a:gd name="connsiteX19" fmla="*/ 3920705 w 4930686"/>
                <a:gd name="connsiteY19" fmla="*/ 276303 h 1022204"/>
                <a:gd name="connsiteX20" fmla="*/ 3596855 w 4930686"/>
                <a:gd name="connsiteY20" fmla="*/ 256918 h 1022204"/>
                <a:gd name="connsiteX21" fmla="*/ 3414821 w 4930686"/>
                <a:gd name="connsiteY21" fmla="*/ 333118 h 1022204"/>
                <a:gd name="connsiteX22" fmla="*/ 3296288 w 4930686"/>
                <a:gd name="connsiteY22" fmla="*/ 451650 h 1022204"/>
                <a:gd name="connsiteX23" fmla="*/ 3084621 w 4930686"/>
                <a:gd name="connsiteY23" fmla="*/ 832650 h 1022204"/>
                <a:gd name="connsiteX24" fmla="*/ 2906821 w 4930686"/>
                <a:gd name="connsiteY24" fmla="*/ 985051 h 1022204"/>
                <a:gd name="connsiteX25" fmla="*/ 2542755 w 4930686"/>
                <a:gd name="connsiteY25" fmla="*/ 1018917 h 1022204"/>
                <a:gd name="connsiteX26" fmla="*/ 1856955 w 4930686"/>
                <a:gd name="connsiteY26" fmla="*/ 925784 h 1022204"/>
                <a:gd name="connsiteX27" fmla="*/ 1188088 w 4930686"/>
                <a:gd name="connsiteY27" fmla="*/ 714118 h 1022204"/>
                <a:gd name="connsiteX28" fmla="*/ 891755 w 4930686"/>
                <a:gd name="connsiteY28" fmla="*/ 443184 h 1022204"/>
                <a:gd name="connsiteX29" fmla="*/ 705488 w 4930686"/>
                <a:gd name="connsiteY29" fmla="*/ 316184 h 1022204"/>
                <a:gd name="connsiteX30" fmla="*/ 502288 w 4930686"/>
                <a:gd name="connsiteY30" fmla="*/ 265384 h 1022204"/>
                <a:gd name="connsiteX31" fmla="*/ 146687 w 4930686"/>
                <a:gd name="connsiteY31" fmla="*/ 223051 h 1022204"/>
                <a:gd name="connsiteX32" fmla="*/ 19688 w 4930686"/>
                <a:gd name="connsiteY32" fmla="*/ 223051 h 1022204"/>
                <a:gd name="connsiteX33" fmla="*/ 87421 w 4930686"/>
                <a:gd name="connsiteY33" fmla="*/ 129917 h 1022204"/>
                <a:gd name="connsiteX0" fmla="*/ 87421 w 4930686"/>
                <a:gd name="connsiteY0" fmla="*/ 129917 h 1022204"/>
                <a:gd name="connsiteX1" fmla="*/ 815555 w 4930686"/>
                <a:gd name="connsiteY1" fmla="*/ 273851 h 1022204"/>
                <a:gd name="connsiteX2" fmla="*/ 1416688 w 4930686"/>
                <a:gd name="connsiteY2" fmla="*/ 714117 h 1022204"/>
                <a:gd name="connsiteX3" fmla="*/ 2813688 w 4930686"/>
                <a:gd name="connsiteY3" fmla="*/ 908851 h 1022204"/>
                <a:gd name="connsiteX4" fmla="*/ 3313221 w 4930686"/>
                <a:gd name="connsiteY4" fmla="*/ 273851 h 1022204"/>
                <a:gd name="connsiteX5" fmla="*/ 3878372 w 4930686"/>
                <a:gd name="connsiteY5" fmla="*/ 172297 h 1022204"/>
                <a:gd name="connsiteX6" fmla="*/ 4308055 w 4930686"/>
                <a:gd name="connsiteY6" fmla="*/ 427831 h 1022204"/>
                <a:gd name="connsiteX7" fmla="*/ 4469277 w 4930686"/>
                <a:gd name="connsiteY7" fmla="*/ 622716 h 1022204"/>
                <a:gd name="connsiteX8" fmla="*/ 4767727 w 4930686"/>
                <a:gd name="connsiteY8" fmla="*/ 688091 h 1022204"/>
                <a:gd name="connsiteX9" fmla="*/ 4771605 w 4930686"/>
                <a:gd name="connsiteY9" fmla="*/ 536787 h 1022204"/>
                <a:gd name="connsiteX10" fmla="*/ 4640729 w 4930686"/>
                <a:gd name="connsiteY10" fmla="*/ 332162 h 1022204"/>
                <a:gd name="connsiteX11" fmla="*/ 4577229 w 4930686"/>
                <a:gd name="connsiteY11" fmla="*/ 34342 h 1022204"/>
                <a:gd name="connsiteX12" fmla="*/ 4913421 w 4930686"/>
                <a:gd name="connsiteY12" fmla="*/ 25817 h 1022204"/>
                <a:gd name="connsiteX13" fmla="*/ 4882029 w 4930686"/>
                <a:gd name="connsiteY13" fmla="*/ 281315 h 1022204"/>
                <a:gd name="connsiteX14" fmla="*/ 4850279 w 4930686"/>
                <a:gd name="connsiteY14" fmla="*/ 404799 h 1022204"/>
                <a:gd name="connsiteX15" fmla="*/ 4869328 w 4930686"/>
                <a:gd name="connsiteY15" fmla="*/ 731674 h 1022204"/>
                <a:gd name="connsiteX16" fmla="*/ 4746205 w 4930686"/>
                <a:gd name="connsiteY16" fmla="*/ 804113 h 1022204"/>
                <a:gd name="connsiteX17" fmla="*/ 4424470 w 4930686"/>
                <a:gd name="connsiteY17" fmla="*/ 712089 h 1022204"/>
                <a:gd name="connsiteX18" fmla="*/ 4145428 w 4930686"/>
                <a:gd name="connsiteY18" fmla="*/ 412062 h 1022204"/>
                <a:gd name="connsiteX19" fmla="*/ 3920705 w 4930686"/>
                <a:gd name="connsiteY19" fmla="*/ 276303 h 1022204"/>
                <a:gd name="connsiteX20" fmla="*/ 3596855 w 4930686"/>
                <a:gd name="connsiteY20" fmla="*/ 256918 h 1022204"/>
                <a:gd name="connsiteX21" fmla="*/ 3414821 w 4930686"/>
                <a:gd name="connsiteY21" fmla="*/ 333118 h 1022204"/>
                <a:gd name="connsiteX22" fmla="*/ 3296288 w 4930686"/>
                <a:gd name="connsiteY22" fmla="*/ 451650 h 1022204"/>
                <a:gd name="connsiteX23" fmla="*/ 3084621 w 4930686"/>
                <a:gd name="connsiteY23" fmla="*/ 832650 h 1022204"/>
                <a:gd name="connsiteX24" fmla="*/ 2906821 w 4930686"/>
                <a:gd name="connsiteY24" fmla="*/ 985051 h 1022204"/>
                <a:gd name="connsiteX25" fmla="*/ 2542755 w 4930686"/>
                <a:gd name="connsiteY25" fmla="*/ 1018917 h 1022204"/>
                <a:gd name="connsiteX26" fmla="*/ 1856955 w 4930686"/>
                <a:gd name="connsiteY26" fmla="*/ 925784 h 1022204"/>
                <a:gd name="connsiteX27" fmla="*/ 1188088 w 4930686"/>
                <a:gd name="connsiteY27" fmla="*/ 714118 h 1022204"/>
                <a:gd name="connsiteX28" fmla="*/ 891755 w 4930686"/>
                <a:gd name="connsiteY28" fmla="*/ 443184 h 1022204"/>
                <a:gd name="connsiteX29" fmla="*/ 705488 w 4930686"/>
                <a:gd name="connsiteY29" fmla="*/ 316184 h 1022204"/>
                <a:gd name="connsiteX30" fmla="*/ 502288 w 4930686"/>
                <a:gd name="connsiteY30" fmla="*/ 265384 h 1022204"/>
                <a:gd name="connsiteX31" fmla="*/ 146687 w 4930686"/>
                <a:gd name="connsiteY31" fmla="*/ 223051 h 1022204"/>
                <a:gd name="connsiteX32" fmla="*/ 19688 w 4930686"/>
                <a:gd name="connsiteY32" fmla="*/ 223051 h 1022204"/>
                <a:gd name="connsiteX33" fmla="*/ 87421 w 4930686"/>
                <a:gd name="connsiteY33" fmla="*/ 129917 h 1022204"/>
                <a:gd name="connsiteX0" fmla="*/ 87421 w 4930686"/>
                <a:gd name="connsiteY0" fmla="*/ 129917 h 1022204"/>
                <a:gd name="connsiteX1" fmla="*/ 815555 w 4930686"/>
                <a:gd name="connsiteY1" fmla="*/ 273851 h 1022204"/>
                <a:gd name="connsiteX2" fmla="*/ 1416688 w 4930686"/>
                <a:gd name="connsiteY2" fmla="*/ 714117 h 1022204"/>
                <a:gd name="connsiteX3" fmla="*/ 2813688 w 4930686"/>
                <a:gd name="connsiteY3" fmla="*/ 908851 h 1022204"/>
                <a:gd name="connsiteX4" fmla="*/ 3313221 w 4930686"/>
                <a:gd name="connsiteY4" fmla="*/ 273851 h 1022204"/>
                <a:gd name="connsiteX5" fmla="*/ 3878372 w 4930686"/>
                <a:gd name="connsiteY5" fmla="*/ 172297 h 1022204"/>
                <a:gd name="connsiteX6" fmla="*/ 4308055 w 4930686"/>
                <a:gd name="connsiteY6" fmla="*/ 427831 h 1022204"/>
                <a:gd name="connsiteX7" fmla="*/ 4469277 w 4930686"/>
                <a:gd name="connsiteY7" fmla="*/ 622716 h 1022204"/>
                <a:gd name="connsiteX8" fmla="*/ 4767727 w 4930686"/>
                <a:gd name="connsiteY8" fmla="*/ 688091 h 1022204"/>
                <a:gd name="connsiteX9" fmla="*/ 4771605 w 4930686"/>
                <a:gd name="connsiteY9" fmla="*/ 536787 h 1022204"/>
                <a:gd name="connsiteX10" fmla="*/ 4640729 w 4930686"/>
                <a:gd name="connsiteY10" fmla="*/ 332162 h 1022204"/>
                <a:gd name="connsiteX11" fmla="*/ 4577229 w 4930686"/>
                <a:gd name="connsiteY11" fmla="*/ 34342 h 1022204"/>
                <a:gd name="connsiteX12" fmla="*/ 4913421 w 4930686"/>
                <a:gd name="connsiteY12" fmla="*/ 25817 h 1022204"/>
                <a:gd name="connsiteX13" fmla="*/ 4882029 w 4930686"/>
                <a:gd name="connsiteY13" fmla="*/ 281315 h 1022204"/>
                <a:gd name="connsiteX14" fmla="*/ 4850279 w 4930686"/>
                <a:gd name="connsiteY14" fmla="*/ 404799 h 1022204"/>
                <a:gd name="connsiteX15" fmla="*/ 4869328 w 4930686"/>
                <a:gd name="connsiteY15" fmla="*/ 731674 h 1022204"/>
                <a:gd name="connsiteX16" fmla="*/ 4746205 w 4930686"/>
                <a:gd name="connsiteY16" fmla="*/ 804113 h 1022204"/>
                <a:gd name="connsiteX17" fmla="*/ 4424470 w 4930686"/>
                <a:gd name="connsiteY17" fmla="*/ 712089 h 1022204"/>
                <a:gd name="connsiteX18" fmla="*/ 4145428 w 4930686"/>
                <a:gd name="connsiteY18" fmla="*/ 412062 h 1022204"/>
                <a:gd name="connsiteX19" fmla="*/ 3920705 w 4930686"/>
                <a:gd name="connsiteY19" fmla="*/ 276303 h 1022204"/>
                <a:gd name="connsiteX20" fmla="*/ 3596855 w 4930686"/>
                <a:gd name="connsiteY20" fmla="*/ 256918 h 1022204"/>
                <a:gd name="connsiteX21" fmla="*/ 3414821 w 4930686"/>
                <a:gd name="connsiteY21" fmla="*/ 333118 h 1022204"/>
                <a:gd name="connsiteX22" fmla="*/ 3296288 w 4930686"/>
                <a:gd name="connsiteY22" fmla="*/ 451650 h 1022204"/>
                <a:gd name="connsiteX23" fmla="*/ 3084621 w 4930686"/>
                <a:gd name="connsiteY23" fmla="*/ 832650 h 1022204"/>
                <a:gd name="connsiteX24" fmla="*/ 2906821 w 4930686"/>
                <a:gd name="connsiteY24" fmla="*/ 985051 h 1022204"/>
                <a:gd name="connsiteX25" fmla="*/ 2542755 w 4930686"/>
                <a:gd name="connsiteY25" fmla="*/ 1018917 h 1022204"/>
                <a:gd name="connsiteX26" fmla="*/ 1856955 w 4930686"/>
                <a:gd name="connsiteY26" fmla="*/ 925784 h 1022204"/>
                <a:gd name="connsiteX27" fmla="*/ 1188088 w 4930686"/>
                <a:gd name="connsiteY27" fmla="*/ 714118 h 1022204"/>
                <a:gd name="connsiteX28" fmla="*/ 891755 w 4930686"/>
                <a:gd name="connsiteY28" fmla="*/ 443184 h 1022204"/>
                <a:gd name="connsiteX29" fmla="*/ 705488 w 4930686"/>
                <a:gd name="connsiteY29" fmla="*/ 316184 h 1022204"/>
                <a:gd name="connsiteX30" fmla="*/ 502288 w 4930686"/>
                <a:gd name="connsiteY30" fmla="*/ 265384 h 1022204"/>
                <a:gd name="connsiteX31" fmla="*/ 146687 w 4930686"/>
                <a:gd name="connsiteY31" fmla="*/ 223051 h 1022204"/>
                <a:gd name="connsiteX32" fmla="*/ 19688 w 4930686"/>
                <a:gd name="connsiteY32" fmla="*/ 223051 h 1022204"/>
                <a:gd name="connsiteX33" fmla="*/ 87421 w 4930686"/>
                <a:gd name="connsiteY33" fmla="*/ 129917 h 1022204"/>
                <a:gd name="connsiteX0" fmla="*/ 87421 w 4930686"/>
                <a:gd name="connsiteY0" fmla="*/ 129917 h 1022204"/>
                <a:gd name="connsiteX1" fmla="*/ 815555 w 4930686"/>
                <a:gd name="connsiteY1" fmla="*/ 273851 h 1022204"/>
                <a:gd name="connsiteX2" fmla="*/ 1416688 w 4930686"/>
                <a:gd name="connsiteY2" fmla="*/ 714117 h 1022204"/>
                <a:gd name="connsiteX3" fmla="*/ 2813688 w 4930686"/>
                <a:gd name="connsiteY3" fmla="*/ 908851 h 1022204"/>
                <a:gd name="connsiteX4" fmla="*/ 3313221 w 4930686"/>
                <a:gd name="connsiteY4" fmla="*/ 273851 h 1022204"/>
                <a:gd name="connsiteX5" fmla="*/ 3878372 w 4930686"/>
                <a:gd name="connsiteY5" fmla="*/ 172297 h 1022204"/>
                <a:gd name="connsiteX6" fmla="*/ 4308055 w 4930686"/>
                <a:gd name="connsiteY6" fmla="*/ 427831 h 1022204"/>
                <a:gd name="connsiteX7" fmla="*/ 4469277 w 4930686"/>
                <a:gd name="connsiteY7" fmla="*/ 622716 h 1022204"/>
                <a:gd name="connsiteX8" fmla="*/ 4767727 w 4930686"/>
                <a:gd name="connsiteY8" fmla="*/ 688091 h 1022204"/>
                <a:gd name="connsiteX9" fmla="*/ 4771605 w 4930686"/>
                <a:gd name="connsiteY9" fmla="*/ 536787 h 1022204"/>
                <a:gd name="connsiteX10" fmla="*/ 4640729 w 4930686"/>
                <a:gd name="connsiteY10" fmla="*/ 332162 h 1022204"/>
                <a:gd name="connsiteX11" fmla="*/ 4577229 w 4930686"/>
                <a:gd name="connsiteY11" fmla="*/ 34342 h 1022204"/>
                <a:gd name="connsiteX12" fmla="*/ 4913421 w 4930686"/>
                <a:gd name="connsiteY12" fmla="*/ 25817 h 1022204"/>
                <a:gd name="connsiteX13" fmla="*/ 4882029 w 4930686"/>
                <a:gd name="connsiteY13" fmla="*/ 281315 h 1022204"/>
                <a:gd name="connsiteX14" fmla="*/ 4850279 w 4930686"/>
                <a:gd name="connsiteY14" fmla="*/ 404799 h 1022204"/>
                <a:gd name="connsiteX15" fmla="*/ 4869328 w 4930686"/>
                <a:gd name="connsiteY15" fmla="*/ 731674 h 1022204"/>
                <a:gd name="connsiteX16" fmla="*/ 4746205 w 4930686"/>
                <a:gd name="connsiteY16" fmla="*/ 804113 h 1022204"/>
                <a:gd name="connsiteX17" fmla="*/ 4424470 w 4930686"/>
                <a:gd name="connsiteY17" fmla="*/ 712089 h 1022204"/>
                <a:gd name="connsiteX18" fmla="*/ 4158128 w 4930686"/>
                <a:gd name="connsiteY18" fmla="*/ 397534 h 1022204"/>
                <a:gd name="connsiteX19" fmla="*/ 3920705 w 4930686"/>
                <a:gd name="connsiteY19" fmla="*/ 276303 h 1022204"/>
                <a:gd name="connsiteX20" fmla="*/ 3596855 w 4930686"/>
                <a:gd name="connsiteY20" fmla="*/ 256918 h 1022204"/>
                <a:gd name="connsiteX21" fmla="*/ 3414821 w 4930686"/>
                <a:gd name="connsiteY21" fmla="*/ 333118 h 1022204"/>
                <a:gd name="connsiteX22" fmla="*/ 3296288 w 4930686"/>
                <a:gd name="connsiteY22" fmla="*/ 451650 h 1022204"/>
                <a:gd name="connsiteX23" fmla="*/ 3084621 w 4930686"/>
                <a:gd name="connsiteY23" fmla="*/ 832650 h 1022204"/>
                <a:gd name="connsiteX24" fmla="*/ 2906821 w 4930686"/>
                <a:gd name="connsiteY24" fmla="*/ 985051 h 1022204"/>
                <a:gd name="connsiteX25" fmla="*/ 2542755 w 4930686"/>
                <a:gd name="connsiteY25" fmla="*/ 1018917 h 1022204"/>
                <a:gd name="connsiteX26" fmla="*/ 1856955 w 4930686"/>
                <a:gd name="connsiteY26" fmla="*/ 925784 h 1022204"/>
                <a:gd name="connsiteX27" fmla="*/ 1188088 w 4930686"/>
                <a:gd name="connsiteY27" fmla="*/ 714118 h 1022204"/>
                <a:gd name="connsiteX28" fmla="*/ 891755 w 4930686"/>
                <a:gd name="connsiteY28" fmla="*/ 443184 h 1022204"/>
                <a:gd name="connsiteX29" fmla="*/ 705488 w 4930686"/>
                <a:gd name="connsiteY29" fmla="*/ 316184 h 1022204"/>
                <a:gd name="connsiteX30" fmla="*/ 502288 w 4930686"/>
                <a:gd name="connsiteY30" fmla="*/ 265384 h 1022204"/>
                <a:gd name="connsiteX31" fmla="*/ 146687 w 4930686"/>
                <a:gd name="connsiteY31" fmla="*/ 223051 h 1022204"/>
                <a:gd name="connsiteX32" fmla="*/ 19688 w 4930686"/>
                <a:gd name="connsiteY32" fmla="*/ 223051 h 1022204"/>
                <a:gd name="connsiteX33" fmla="*/ 87421 w 4930686"/>
                <a:gd name="connsiteY33" fmla="*/ 129917 h 1022204"/>
                <a:gd name="connsiteX0" fmla="*/ 87421 w 4930686"/>
                <a:gd name="connsiteY0" fmla="*/ 129917 h 1022204"/>
                <a:gd name="connsiteX1" fmla="*/ 815555 w 4930686"/>
                <a:gd name="connsiteY1" fmla="*/ 273851 h 1022204"/>
                <a:gd name="connsiteX2" fmla="*/ 1416688 w 4930686"/>
                <a:gd name="connsiteY2" fmla="*/ 714117 h 1022204"/>
                <a:gd name="connsiteX3" fmla="*/ 2813688 w 4930686"/>
                <a:gd name="connsiteY3" fmla="*/ 908851 h 1022204"/>
                <a:gd name="connsiteX4" fmla="*/ 3313221 w 4930686"/>
                <a:gd name="connsiteY4" fmla="*/ 273851 h 1022204"/>
                <a:gd name="connsiteX5" fmla="*/ 3878372 w 4930686"/>
                <a:gd name="connsiteY5" fmla="*/ 172297 h 1022204"/>
                <a:gd name="connsiteX6" fmla="*/ 4308055 w 4930686"/>
                <a:gd name="connsiteY6" fmla="*/ 427831 h 1022204"/>
                <a:gd name="connsiteX7" fmla="*/ 4469277 w 4930686"/>
                <a:gd name="connsiteY7" fmla="*/ 622716 h 1022204"/>
                <a:gd name="connsiteX8" fmla="*/ 4767727 w 4930686"/>
                <a:gd name="connsiteY8" fmla="*/ 688091 h 1022204"/>
                <a:gd name="connsiteX9" fmla="*/ 4771605 w 4930686"/>
                <a:gd name="connsiteY9" fmla="*/ 536787 h 1022204"/>
                <a:gd name="connsiteX10" fmla="*/ 4640729 w 4930686"/>
                <a:gd name="connsiteY10" fmla="*/ 332162 h 1022204"/>
                <a:gd name="connsiteX11" fmla="*/ 4577229 w 4930686"/>
                <a:gd name="connsiteY11" fmla="*/ 34342 h 1022204"/>
                <a:gd name="connsiteX12" fmla="*/ 4913421 w 4930686"/>
                <a:gd name="connsiteY12" fmla="*/ 25817 h 1022204"/>
                <a:gd name="connsiteX13" fmla="*/ 4882029 w 4930686"/>
                <a:gd name="connsiteY13" fmla="*/ 281315 h 1022204"/>
                <a:gd name="connsiteX14" fmla="*/ 4850279 w 4930686"/>
                <a:gd name="connsiteY14" fmla="*/ 404799 h 1022204"/>
                <a:gd name="connsiteX15" fmla="*/ 4869328 w 4930686"/>
                <a:gd name="connsiteY15" fmla="*/ 731674 h 1022204"/>
                <a:gd name="connsiteX16" fmla="*/ 4746205 w 4930686"/>
                <a:gd name="connsiteY16" fmla="*/ 804113 h 1022204"/>
                <a:gd name="connsiteX17" fmla="*/ 4424470 w 4930686"/>
                <a:gd name="connsiteY17" fmla="*/ 712089 h 1022204"/>
                <a:gd name="connsiteX18" fmla="*/ 4158128 w 4930686"/>
                <a:gd name="connsiteY18" fmla="*/ 397534 h 1022204"/>
                <a:gd name="connsiteX19" fmla="*/ 3920705 w 4930686"/>
                <a:gd name="connsiteY19" fmla="*/ 276303 h 1022204"/>
                <a:gd name="connsiteX20" fmla="*/ 3596855 w 4930686"/>
                <a:gd name="connsiteY20" fmla="*/ 256918 h 1022204"/>
                <a:gd name="connsiteX21" fmla="*/ 3414821 w 4930686"/>
                <a:gd name="connsiteY21" fmla="*/ 333118 h 1022204"/>
                <a:gd name="connsiteX22" fmla="*/ 3296288 w 4930686"/>
                <a:gd name="connsiteY22" fmla="*/ 451650 h 1022204"/>
                <a:gd name="connsiteX23" fmla="*/ 3084621 w 4930686"/>
                <a:gd name="connsiteY23" fmla="*/ 832650 h 1022204"/>
                <a:gd name="connsiteX24" fmla="*/ 2906821 w 4930686"/>
                <a:gd name="connsiteY24" fmla="*/ 985051 h 1022204"/>
                <a:gd name="connsiteX25" fmla="*/ 2542755 w 4930686"/>
                <a:gd name="connsiteY25" fmla="*/ 1018917 h 1022204"/>
                <a:gd name="connsiteX26" fmla="*/ 1856955 w 4930686"/>
                <a:gd name="connsiteY26" fmla="*/ 925784 h 1022204"/>
                <a:gd name="connsiteX27" fmla="*/ 1188088 w 4930686"/>
                <a:gd name="connsiteY27" fmla="*/ 714118 h 1022204"/>
                <a:gd name="connsiteX28" fmla="*/ 891755 w 4930686"/>
                <a:gd name="connsiteY28" fmla="*/ 443184 h 1022204"/>
                <a:gd name="connsiteX29" fmla="*/ 705488 w 4930686"/>
                <a:gd name="connsiteY29" fmla="*/ 316184 h 1022204"/>
                <a:gd name="connsiteX30" fmla="*/ 502288 w 4930686"/>
                <a:gd name="connsiteY30" fmla="*/ 265384 h 1022204"/>
                <a:gd name="connsiteX31" fmla="*/ 146687 w 4930686"/>
                <a:gd name="connsiteY31" fmla="*/ 223051 h 1022204"/>
                <a:gd name="connsiteX32" fmla="*/ 19688 w 4930686"/>
                <a:gd name="connsiteY32" fmla="*/ 223051 h 1022204"/>
                <a:gd name="connsiteX33" fmla="*/ 87421 w 4930686"/>
                <a:gd name="connsiteY33" fmla="*/ 129917 h 1022204"/>
                <a:gd name="connsiteX0" fmla="*/ 87421 w 4930686"/>
                <a:gd name="connsiteY0" fmla="*/ 129917 h 1022204"/>
                <a:gd name="connsiteX1" fmla="*/ 815555 w 4930686"/>
                <a:gd name="connsiteY1" fmla="*/ 273851 h 1022204"/>
                <a:gd name="connsiteX2" fmla="*/ 1416688 w 4930686"/>
                <a:gd name="connsiteY2" fmla="*/ 714117 h 1022204"/>
                <a:gd name="connsiteX3" fmla="*/ 2813688 w 4930686"/>
                <a:gd name="connsiteY3" fmla="*/ 908851 h 1022204"/>
                <a:gd name="connsiteX4" fmla="*/ 3313221 w 4930686"/>
                <a:gd name="connsiteY4" fmla="*/ 273851 h 1022204"/>
                <a:gd name="connsiteX5" fmla="*/ 3878372 w 4930686"/>
                <a:gd name="connsiteY5" fmla="*/ 172297 h 1022204"/>
                <a:gd name="connsiteX6" fmla="*/ 4308055 w 4930686"/>
                <a:gd name="connsiteY6" fmla="*/ 427831 h 1022204"/>
                <a:gd name="connsiteX7" fmla="*/ 4469277 w 4930686"/>
                <a:gd name="connsiteY7" fmla="*/ 622716 h 1022204"/>
                <a:gd name="connsiteX8" fmla="*/ 4564527 w 4930686"/>
                <a:gd name="connsiteY8" fmla="*/ 673563 h 1022204"/>
                <a:gd name="connsiteX9" fmla="*/ 4767727 w 4930686"/>
                <a:gd name="connsiteY9" fmla="*/ 688091 h 1022204"/>
                <a:gd name="connsiteX10" fmla="*/ 4771605 w 4930686"/>
                <a:gd name="connsiteY10" fmla="*/ 536787 h 1022204"/>
                <a:gd name="connsiteX11" fmla="*/ 4640729 w 4930686"/>
                <a:gd name="connsiteY11" fmla="*/ 332162 h 1022204"/>
                <a:gd name="connsiteX12" fmla="*/ 4577229 w 4930686"/>
                <a:gd name="connsiteY12" fmla="*/ 34342 h 1022204"/>
                <a:gd name="connsiteX13" fmla="*/ 4913421 w 4930686"/>
                <a:gd name="connsiteY13" fmla="*/ 25817 h 1022204"/>
                <a:gd name="connsiteX14" fmla="*/ 4882029 w 4930686"/>
                <a:gd name="connsiteY14" fmla="*/ 281315 h 1022204"/>
                <a:gd name="connsiteX15" fmla="*/ 4850279 w 4930686"/>
                <a:gd name="connsiteY15" fmla="*/ 404799 h 1022204"/>
                <a:gd name="connsiteX16" fmla="*/ 4869328 w 4930686"/>
                <a:gd name="connsiteY16" fmla="*/ 731674 h 1022204"/>
                <a:gd name="connsiteX17" fmla="*/ 4746205 w 4930686"/>
                <a:gd name="connsiteY17" fmla="*/ 804113 h 1022204"/>
                <a:gd name="connsiteX18" fmla="*/ 4424470 w 4930686"/>
                <a:gd name="connsiteY18" fmla="*/ 712089 h 1022204"/>
                <a:gd name="connsiteX19" fmla="*/ 4158128 w 4930686"/>
                <a:gd name="connsiteY19" fmla="*/ 397534 h 1022204"/>
                <a:gd name="connsiteX20" fmla="*/ 3920705 w 4930686"/>
                <a:gd name="connsiteY20" fmla="*/ 276303 h 1022204"/>
                <a:gd name="connsiteX21" fmla="*/ 3596855 w 4930686"/>
                <a:gd name="connsiteY21" fmla="*/ 256918 h 1022204"/>
                <a:gd name="connsiteX22" fmla="*/ 3414821 w 4930686"/>
                <a:gd name="connsiteY22" fmla="*/ 333118 h 1022204"/>
                <a:gd name="connsiteX23" fmla="*/ 3296288 w 4930686"/>
                <a:gd name="connsiteY23" fmla="*/ 451650 h 1022204"/>
                <a:gd name="connsiteX24" fmla="*/ 3084621 w 4930686"/>
                <a:gd name="connsiteY24" fmla="*/ 832650 h 1022204"/>
                <a:gd name="connsiteX25" fmla="*/ 2906821 w 4930686"/>
                <a:gd name="connsiteY25" fmla="*/ 985051 h 1022204"/>
                <a:gd name="connsiteX26" fmla="*/ 2542755 w 4930686"/>
                <a:gd name="connsiteY26" fmla="*/ 1018917 h 1022204"/>
                <a:gd name="connsiteX27" fmla="*/ 1856955 w 4930686"/>
                <a:gd name="connsiteY27" fmla="*/ 925784 h 1022204"/>
                <a:gd name="connsiteX28" fmla="*/ 1188088 w 4930686"/>
                <a:gd name="connsiteY28" fmla="*/ 714118 h 1022204"/>
                <a:gd name="connsiteX29" fmla="*/ 891755 w 4930686"/>
                <a:gd name="connsiteY29" fmla="*/ 443184 h 1022204"/>
                <a:gd name="connsiteX30" fmla="*/ 705488 w 4930686"/>
                <a:gd name="connsiteY30" fmla="*/ 316184 h 1022204"/>
                <a:gd name="connsiteX31" fmla="*/ 502288 w 4930686"/>
                <a:gd name="connsiteY31" fmla="*/ 265384 h 1022204"/>
                <a:gd name="connsiteX32" fmla="*/ 146687 w 4930686"/>
                <a:gd name="connsiteY32" fmla="*/ 223051 h 1022204"/>
                <a:gd name="connsiteX33" fmla="*/ 19688 w 4930686"/>
                <a:gd name="connsiteY33" fmla="*/ 223051 h 1022204"/>
                <a:gd name="connsiteX34" fmla="*/ 87421 w 4930686"/>
                <a:gd name="connsiteY34" fmla="*/ 129917 h 1022204"/>
                <a:gd name="connsiteX0" fmla="*/ 87421 w 4930686"/>
                <a:gd name="connsiteY0" fmla="*/ 129917 h 1022204"/>
                <a:gd name="connsiteX1" fmla="*/ 815555 w 4930686"/>
                <a:gd name="connsiteY1" fmla="*/ 273851 h 1022204"/>
                <a:gd name="connsiteX2" fmla="*/ 1416688 w 4930686"/>
                <a:gd name="connsiteY2" fmla="*/ 714117 h 1022204"/>
                <a:gd name="connsiteX3" fmla="*/ 2813688 w 4930686"/>
                <a:gd name="connsiteY3" fmla="*/ 908851 h 1022204"/>
                <a:gd name="connsiteX4" fmla="*/ 3313221 w 4930686"/>
                <a:gd name="connsiteY4" fmla="*/ 273851 h 1022204"/>
                <a:gd name="connsiteX5" fmla="*/ 3878372 w 4930686"/>
                <a:gd name="connsiteY5" fmla="*/ 172297 h 1022204"/>
                <a:gd name="connsiteX6" fmla="*/ 4308055 w 4930686"/>
                <a:gd name="connsiteY6" fmla="*/ 427831 h 1022204"/>
                <a:gd name="connsiteX7" fmla="*/ 4469277 w 4930686"/>
                <a:gd name="connsiteY7" fmla="*/ 622716 h 1022204"/>
                <a:gd name="connsiteX8" fmla="*/ 4564527 w 4930686"/>
                <a:gd name="connsiteY8" fmla="*/ 673563 h 1022204"/>
                <a:gd name="connsiteX9" fmla="*/ 4767727 w 4930686"/>
                <a:gd name="connsiteY9" fmla="*/ 688091 h 1022204"/>
                <a:gd name="connsiteX10" fmla="*/ 4771605 w 4930686"/>
                <a:gd name="connsiteY10" fmla="*/ 536787 h 1022204"/>
                <a:gd name="connsiteX11" fmla="*/ 4640729 w 4930686"/>
                <a:gd name="connsiteY11" fmla="*/ 332162 h 1022204"/>
                <a:gd name="connsiteX12" fmla="*/ 4577229 w 4930686"/>
                <a:gd name="connsiteY12" fmla="*/ 34342 h 1022204"/>
                <a:gd name="connsiteX13" fmla="*/ 4913421 w 4930686"/>
                <a:gd name="connsiteY13" fmla="*/ 25817 h 1022204"/>
                <a:gd name="connsiteX14" fmla="*/ 4882029 w 4930686"/>
                <a:gd name="connsiteY14" fmla="*/ 281315 h 1022204"/>
                <a:gd name="connsiteX15" fmla="*/ 4850279 w 4930686"/>
                <a:gd name="connsiteY15" fmla="*/ 404799 h 1022204"/>
                <a:gd name="connsiteX16" fmla="*/ 4869328 w 4930686"/>
                <a:gd name="connsiteY16" fmla="*/ 731674 h 1022204"/>
                <a:gd name="connsiteX17" fmla="*/ 4746205 w 4930686"/>
                <a:gd name="connsiteY17" fmla="*/ 804113 h 1022204"/>
                <a:gd name="connsiteX18" fmla="*/ 4424470 w 4930686"/>
                <a:gd name="connsiteY18" fmla="*/ 712089 h 1022204"/>
                <a:gd name="connsiteX19" fmla="*/ 4158128 w 4930686"/>
                <a:gd name="connsiteY19" fmla="*/ 397534 h 1022204"/>
                <a:gd name="connsiteX20" fmla="*/ 3920705 w 4930686"/>
                <a:gd name="connsiteY20" fmla="*/ 276303 h 1022204"/>
                <a:gd name="connsiteX21" fmla="*/ 3596855 w 4930686"/>
                <a:gd name="connsiteY21" fmla="*/ 256918 h 1022204"/>
                <a:gd name="connsiteX22" fmla="*/ 3414821 w 4930686"/>
                <a:gd name="connsiteY22" fmla="*/ 333118 h 1022204"/>
                <a:gd name="connsiteX23" fmla="*/ 3296288 w 4930686"/>
                <a:gd name="connsiteY23" fmla="*/ 451650 h 1022204"/>
                <a:gd name="connsiteX24" fmla="*/ 3084621 w 4930686"/>
                <a:gd name="connsiteY24" fmla="*/ 832650 h 1022204"/>
                <a:gd name="connsiteX25" fmla="*/ 2906821 w 4930686"/>
                <a:gd name="connsiteY25" fmla="*/ 985051 h 1022204"/>
                <a:gd name="connsiteX26" fmla="*/ 2542755 w 4930686"/>
                <a:gd name="connsiteY26" fmla="*/ 1018917 h 1022204"/>
                <a:gd name="connsiteX27" fmla="*/ 1856955 w 4930686"/>
                <a:gd name="connsiteY27" fmla="*/ 925784 h 1022204"/>
                <a:gd name="connsiteX28" fmla="*/ 1188088 w 4930686"/>
                <a:gd name="connsiteY28" fmla="*/ 714118 h 1022204"/>
                <a:gd name="connsiteX29" fmla="*/ 891755 w 4930686"/>
                <a:gd name="connsiteY29" fmla="*/ 443184 h 1022204"/>
                <a:gd name="connsiteX30" fmla="*/ 705488 w 4930686"/>
                <a:gd name="connsiteY30" fmla="*/ 316184 h 1022204"/>
                <a:gd name="connsiteX31" fmla="*/ 502288 w 4930686"/>
                <a:gd name="connsiteY31" fmla="*/ 265384 h 1022204"/>
                <a:gd name="connsiteX32" fmla="*/ 146687 w 4930686"/>
                <a:gd name="connsiteY32" fmla="*/ 223051 h 1022204"/>
                <a:gd name="connsiteX33" fmla="*/ 19688 w 4930686"/>
                <a:gd name="connsiteY33" fmla="*/ 223051 h 1022204"/>
                <a:gd name="connsiteX34" fmla="*/ 87421 w 4930686"/>
                <a:gd name="connsiteY34" fmla="*/ 129917 h 1022204"/>
                <a:gd name="connsiteX0" fmla="*/ 87421 w 4930686"/>
                <a:gd name="connsiteY0" fmla="*/ 129917 h 1022204"/>
                <a:gd name="connsiteX1" fmla="*/ 815555 w 4930686"/>
                <a:gd name="connsiteY1" fmla="*/ 273851 h 1022204"/>
                <a:gd name="connsiteX2" fmla="*/ 1416688 w 4930686"/>
                <a:gd name="connsiteY2" fmla="*/ 714117 h 1022204"/>
                <a:gd name="connsiteX3" fmla="*/ 2813688 w 4930686"/>
                <a:gd name="connsiteY3" fmla="*/ 908851 h 1022204"/>
                <a:gd name="connsiteX4" fmla="*/ 3313221 w 4930686"/>
                <a:gd name="connsiteY4" fmla="*/ 273851 h 1022204"/>
                <a:gd name="connsiteX5" fmla="*/ 3878372 w 4930686"/>
                <a:gd name="connsiteY5" fmla="*/ 172297 h 1022204"/>
                <a:gd name="connsiteX6" fmla="*/ 4308055 w 4930686"/>
                <a:gd name="connsiteY6" fmla="*/ 427831 h 1022204"/>
                <a:gd name="connsiteX7" fmla="*/ 4469277 w 4930686"/>
                <a:gd name="connsiteY7" fmla="*/ 622716 h 1022204"/>
                <a:gd name="connsiteX8" fmla="*/ 4564527 w 4930686"/>
                <a:gd name="connsiteY8" fmla="*/ 673563 h 1022204"/>
                <a:gd name="connsiteX9" fmla="*/ 4767727 w 4930686"/>
                <a:gd name="connsiteY9" fmla="*/ 688091 h 1022204"/>
                <a:gd name="connsiteX10" fmla="*/ 4771605 w 4930686"/>
                <a:gd name="connsiteY10" fmla="*/ 536787 h 1022204"/>
                <a:gd name="connsiteX11" fmla="*/ 4640729 w 4930686"/>
                <a:gd name="connsiteY11" fmla="*/ 332162 h 1022204"/>
                <a:gd name="connsiteX12" fmla="*/ 4577229 w 4930686"/>
                <a:gd name="connsiteY12" fmla="*/ 34342 h 1022204"/>
                <a:gd name="connsiteX13" fmla="*/ 4913421 w 4930686"/>
                <a:gd name="connsiteY13" fmla="*/ 25817 h 1022204"/>
                <a:gd name="connsiteX14" fmla="*/ 4882029 w 4930686"/>
                <a:gd name="connsiteY14" fmla="*/ 281315 h 1022204"/>
                <a:gd name="connsiteX15" fmla="*/ 4850279 w 4930686"/>
                <a:gd name="connsiteY15" fmla="*/ 404799 h 1022204"/>
                <a:gd name="connsiteX16" fmla="*/ 4869328 w 4930686"/>
                <a:gd name="connsiteY16" fmla="*/ 731674 h 1022204"/>
                <a:gd name="connsiteX17" fmla="*/ 4746205 w 4930686"/>
                <a:gd name="connsiteY17" fmla="*/ 804113 h 1022204"/>
                <a:gd name="connsiteX18" fmla="*/ 4424470 w 4930686"/>
                <a:gd name="connsiteY18" fmla="*/ 712089 h 1022204"/>
                <a:gd name="connsiteX19" fmla="*/ 4158128 w 4930686"/>
                <a:gd name="connsiteY19" fmla="*/ 397534 h 1022204"/>
                <a:gd name="connsiteX20" fmla="*/ 3920705 w 4930686"/>
                <a:gd name="connsiteY20" fmla="*/ 276303 h 1022204"/>
                <a:gd name="connsiteX21" fmla="*/ 3596855 w 4930686"/>
                <a:gd name="connsiteY21" fmla="*/ 256918 h 1022204"/>
                <a:gd name="connsiteX22" fmla="*/ 3414821 w 4930686"/>
                <a:gd name="connsiteY22" fmla="*/ 333118 h 1022204"/>
                <a:gd name="connsiteX23" fmla="*/ 3296288 w 4930686"/>
                <a:gd name="connsiteY23" fmla="*/ 451650 h 1022204"/>
                <a:gd name="connsiteX24" fmla="*/ 3084621 w 4930686"/>
                <a:gd name="connsiteY24" fmla="*/ 832650 h 1022204"/>
                <a:gd name="connsiteX25" fmla="*/ 2906821 w 4930686"/>
                <a:gd name="connsiteY25" fmla="*/ 985051 h 1022204"/>
                <a:gd name="connsiteX26" fmla="*/ 2542755 w 4930686"/>
                <a:gd name="connsiteY26" fmla="*/ 1018917 h 1022204"/>
                <a:gd name="connsiteX27" fmla="*/ 1856955 w 4930686"/>
                <a:gd name="connsiteY27" fmla="*/ 925784 h 1022204"/>
                <a:gd name="connsiteX28" fmla="*/ 1188088 w 4930686"/>
                <a:gd name="connsiteY28" fmla="*/ 714118 h 1022204"/>
                <a:gd name="connsiteX29" fmla="*/ 891755 w 4930686"/>
                <a:gd name="connsiteY29" fmla="*/ 443184 h 1022204"/>
                <a:gd name="connsiteX30" fmla="*/ 705488 w 4930686"/>
                <a:gd name="connsiteY30" fmla="*/ 316184 h 1022204"/>
                <a:gd name="connsiteX31" fmla="*/ 502288 w 4930686"/>
                <a:gd name="connsiteY31" fmla="*/ 265384 h 1022204"/>
                <a:gd name="connsiteX32" fmla="*/ 146687 w 4930686"/>
                <a:gd name="connsiteY32" fmla="*/ 223051 h 1022204"/>
                <a:gd name="connsiteX33" fmla="*/ 19688 w 4930686"/>
                <a:gd name="connsiteY33" fmla="*/ 223051 h 1022204"/>
                <a:gd name="connsiteX34" fmla="*/ 87421 w 4930686"/>
                <a:gd name="connsiteY34" fmla="*/ 129917 h 1022204"/>
                <a:gd name="connsiteX0" fmla="*/ 87421 w 4930686"/>
                <a:gd name="connsiteY0" fmla="*/ 129917 h 1022204"/>
                <a:gd name="connsiteX1" fmla="*/ 815555 w 4930686"/>
                <a:gd name="connsiteY1" fmla="*/ 273851 h 1022204"/>
                <a:gd name="connsiteX2" fmla="*/ 1416688 w 4930686"/>
                <a:gd name="connsiteY2" fmla="*/ 714117 h 1022204"/>
                <a:gd name="connsiteX3" fmla="*/ 2813688 w 4930686"/>
                <a:gd name="connsiteY3" fmla="*/ 908851 h 1022204"/>
                <a:gd name="connsiteX4" fmla="*/ 3313221 w 4930686"/>
                <a:gd name="connsiteY4" fmla="*/ 273851 h 1022204"/>
                <a:gd name="connsiteX5" fmla="*/ 3878372 w 4930686"/>
                <a:gd name="connsiteY5" fmla="*/ 172297 h 1022204"/>
                <a:gd name="connsiteX6" fmla="*/ 4308055 w 4930686"/>
                <a:gd name="connsiteY6" fmla="*/ 427831 h 1022204"/>
                <a:gd name="connsiteX7" fmla="*/ 4469277 w 4930686"/>
                <a:gd name="connsiteY7" fmla="*/ 622716 h 1022204"/>
                <a:gd name="connsiteX8" fmla="*/ 4564527 w 4930686"/>
                <a:gd name="connsiteY8" fmla="*/ 673563 h 1022204"/>
                <a:gd name="connsiteX9" fmla="*/ 4767727 w 4930686"/>
                <a:gd name="connsiteY9" fmla="*/ 688091 h 1022204"/>
                <a:gd name="connsiteX10" fmla="*/ 4771605 w 4930686"/>
                <a:gd name="connsiteY10" fmla="*/ 536787 h 1022204"/>
                <a:gd name="connsiteX11" fmla="*/ 4640729 w 4930686"/>
                <a:gd name="connsiteY11" fmla="*/ 332162 h 1022204"/>
                <a:gd name="connsiteX12" fmla="*/ 4577229 w 4930686"/>
                <a:gd name="connsiteY12" fmla="*/ 34342 h 1022204"/>
                <a:gd name="connsiteX13" fmla="*/ 4913421 w 4930686"/>
                <a:gd name="connsiteY13" fmla="*/ 25817 h 1022204"/>
                <a:gd name="connsiteX14" fmla="*/ 4882029 w 4930686"/>
                <a:gd name="connsiteY14" fmla="*/ 281315 h 1022204"/>
                <a:gd name="connsiteX15" fmla="*/ 4850279 w 4930686"/>
                <a:gd name="connsiteY15" fmla="*/ 404799 h 1022204"/>
                <a:gd name="connsiteX16" fmla="*/ 4869328 w 4930686"/>
                <a:gd name="connsiteY16" fmla="*/ 731674 h 1022204"/>
                <a:gd name="connsiteX17" fmla="*/ 4746205 w 4930686"/>
                <a:gd name="connsiteY17" fmla="*/ 804113 h 1022204"/>
                <a:gd name="connsiteX18" fmla="*/ 4424470 w 4930686"/>
                <a:gd name="connsiteY18" fmla="*/ 712089 h 1022204"/>
                <a:gd name="connsiteX19" fmla="*/ 4158128 w 4930686"/>
                <a:gd name="connsiteY19" fmla="*/ 397534 h 1022204"/>
                <a:gd name="connsiteX20" fmla="*/ 3920705 w 4930686"/>
                <a:gd name="connsiteY20" fmla="*/ 276303 h 1022204"/>
                <a:gd name="connsiteX21" fmla="*/ 3596855 w 4930686"/>
                <a:gd name="connsiteY21" fmla="*/ 256918 h 1022204"/>
                <a:gd name="connsiteX22" fmla="*/ 3414821 w 4930686"/>
                <a:gd name="connsiteY22" fmla="*/ 333118 h 1022204"/>
                <a:gd name="connsiteX23" fmla="*/ 3296288 w 4930686"/>
                <a:gd name="connsiteY23" fmla="*/ 451650 h 1022204"/>
                <a:gd name="connsiteX24" fmla="*/ 3084621 w 4930686"/>
                <a:gd name="connsiteY24" fmla="*/ 832650 h 1022204"/>
                <a:gd name="connsiteX25" fmla="*/ 2906821 w 4930686"/>
                <a:gd name="connsiteY25" fmla="*/ 985051 h 1022204"/>
                <a:gd name="connsiteX26" fmla="*/ 2542755 w 4930686"/>
                <a:gd name="connsiteY26" fmla="*/ 1018917 h 1022204"/>
                <a:gd name="connsiteX27" fmla="*/ 1856955 w 4930686"/>
                <a:gd name="connsiteY27" fmla="*/ 925784 h 1022204"/>
                <a:gd name="connsiteX28" fmla="*/ 1188088 w 4930686"/>
                <a:gd name="connsiteY28" fmla="*/ 714118 h 1022204"/>
                <a:gd name="connsiteX29" fmla="*/ 891755 w 4930686"/>
                <a:gd name="connsiteY29" fmla="*/ 443184 h 1022204"/>
                <a:gd name="connsiteX30" fmla="*/ 705488 w 4930686"/>
                <a:gd name="connsiteY30" fmla="*/ 316184 h 1022204"/>
                <a:gd name="connsiteX31" fmla="*/ 502288 w 4930686"/>
                <a:gd name="connsiteY31" fmla="*/ 265384 h 1022204"/>
                <a:gd name="connsiteX32" fmla="*/ 146687 w 4930686"/>
                <a:gd name="connsiteY32" fmla="*/ 223051 h 1022204"/>
                <a:gd name="connsiteX33" fmla="*/ 19688 w 4930686"/>
                <a:gd name="connsiteY33" fmla="*/ 223051 h 1022204"/>
                <a:gd name="connsiteX34" fmla="*/ 87421 w 4930686"/>
                <a:gd name="connsiteY34" fmla="*/ 129917 h 1022204"/>
                <a:gd name="connsiteX0" fmla="*/ 87421 w 4930686"/>
                <a:gd name="connsiteY0" fmla="*/ 129917 h 1022204"/>
                <a:gd name="connsiteX1" fmla="*/ 815555 w 4930686"/>
                <a:gd name="connsiteY1" fmla="*/ 273851 h 1022204"/>
                <a:gd name="connsiteX2" fmla="*/ 1416688 w 4930686"/>
                <a:gd name="connsiteY2" fmla="*/ 714117 h 1022204"/>
                <a:gd name="connsiteX3" fmla="*/ 2813688 w 4930686"/>
                <a:gd name="connsiteY3" fmla="*/ 908851 h 1022204"/>
                <a:gd name="connsiteX4" fmla="*/ 3313221 w 4930686"/>
                <a:gd name="connsiteY4" fmla="*/ 273851 h 1022204"/>
                <a:gd name="connsiteX5" fmla="*/ 3878372 w 4930686"/>
                <a:gd name="connsiteY5" fmla="*/ 172297 h 1022204"/>
                <a:gd name="connsiteX6" fmla="*/ 4308055 w 4930686"/>
                <a:gd name="connsiteY6" fmla="*/ 427831 h 1022204"/>
                <a:gd name="connsiteX7" fmla="*/ 4469277 w 4930686"/>
                <a:gd name="connsiteY7" fmla="*/ 622716 h 1022204"/>
                <a:gd name="connsiteX8" fmla="*/ 4564527 w 4930686"/>
                <a:gd name="connsiteY8" fmla="*/ 673563 h 1022204"/>
                <a:gd name="connsiteX9" fmla="*/ 4767727 w 4930686"/>
                <a:gd name="connsiteY9" fmla="*/ 688091 h 1022204"/>
                <a:gd name="connsiteX10" fmla="*/ 4771605 w 4930686"/>
                <a:gd name="connsiteY10" fmla="*/ 536787 h 1022204"/>
                <a:gd name="connsiteX11" fmla="*/ 4640729 w 4930686"/>
                <a:gd name="connsiteY11" fmla="*/ 332162 h 1022204"/>
                <a:gd name="connsiteX12" fmla="*/ 4577229 w 4930686"/>
                <a:gd name="connsiteY12" fmla="*/ 34342 h 1022204"/>
                <a:gd name="connsiteX13" fmla="*/ 4913421 w 4930686"/>
                <a:gd name="connsiteY13" fmla="*/ 25817 h 1022204"/>
                <a:gd name="connsiteX14" fmla="*/ 4882029 w 4930686"/>
                <a:gd name="connsiteY14" fmla="*/ 281315 h 1022204"/>
                <a:gd name="connsiteX15" fmla="*/ 4850279 w 4930686"/>
                <a:gd name="connsiteY15" fmla="*/ 404799 h 1022204"/>
                <a:gd name="connsiteX16" fmla="*/ 4869328 w 4930686"/>
                <a:gd name="connsiteY16" fmla="*/ 731674 h 1022204"/>
                <a:gd name="connsiteX17" fmla="*/ 4746205 w 4930686"/>
                <a:gd name="connsiteY17" fmla="*/ 804113 h 1022204"/>
                <a:gd name="connsiteX18" fmla="*/ 4424470 w 4930686"/>
                <a:gd name="connsiteY18" fmla="*/ 712089 h 1022204"/>
                <a:gd name="connsiteX19" fmla="*/ 4158128 w 4930686"/>
                <a:gd name="connsiteY19" fmla="*/ 397534 h 1022204"/>
                <a:gd name="connsiteX20" fmla="*/ 3920705 w 4930686"/>
                <a:gd name="connsiteY20" fmla="*/ 276303 h 1022204"/>
                <a:gd name="connsiteX21" fmla="*/ 3596855 w 4930686"/>
                <a:gd name="connsiteY21" fmla="*/ 256918 h 1022204"/>
                <a:gd name="connsiteX22" fmla="*/ 3414821 w 4930686"/>
                <a:gd name="connsiteY22" fmla="*/ 333118 h 1022204"/>
                <a:gd name="connsiteX23" fmla="*/ 3296288 w 4930686"/>
                <a:gd name="connsiteY23" fmla="*/ 451650 h 1022204"/>
                <a:gd name="connsiteX24" fmla="*/ 3084621 w 4930686"/>
                <a:gd name="connsiteY24" fmla="*/ 832650 h 1022204"/>
                <a:gd name="connsiteX25" fmla="*/ 2906821 w 4930686"/>
                <a:gd name="connsiteY25" fmla="*/ 985051 h 1022204"/>
                <a:gd name="connsiteX26" fmla="*/ 2542755 w 4930686"/>
                <a:gd name="connsiteY26" fmla="*/ 1018917 h 1022204"/>
                <a:gd name="connsiteX27" fmla="*/ 1856955 w 4930686"/>
                <a:gd name="connsiteY27" fmla="*/ 925784 h 1022204"/>
                <a:gd name="connsiteX28" fmla="*/ 1188088 w 4930686"/>
                <a:gd name="connsiteY28" fmla="*/ 714118 h 1022204"/>
                <a:gd name="connsiteX29" fmla="*/ 891755 w 4930686"/>
                <a:gd name="connsiteY29" fmla="*/ 443184 h 1022204"/>
                <a:gd name="connsiteX30" fmla="*/ 705488 w 4930686"/>
                <a:gd name="connsiteY30" fmla="*/ 316184 h 1022204"/>
                <a:gd name="connsiteX31" fmla="*/ 502288 w 4930686"/>
                <a:gd name="connsiteY31" fmla="*/ 265384 h 1022204"/>
                <a:gd name="connsiteX32" fmla="*/ 146687 w 4930686"/>
                <a:gd name="connsiteY32" fmla="*/ 223051 h 1022204"/>
                <a:gd name="connsiteX33" fmla="*/ 19688 w 4930686"/>
                <a:gd name="connsiteY33" fmla="*/ 223051 h 1022204"/>
                <a:gd name="connsiteX34" fmla="*/ 87421 w 4930686"/>
                <a:gd name="connsiteY34" fmla="*/ 129917 h 1022204"/>
                <a:gd name="connsiteX0" fmla="*/ 87421 w 4930686"/>
                <a:gd name="connsiteY0" fmla="*/ 129917 h 1022204"/>
                <a:gd name="connsiteX1" fmla="*/ 815555 w 4930686"/>
                <a:gd name="connsiteY1" fmla="*/ 273851 h 1022204"/>
                <a:gd name="connsiteX2" fmla="*/ 1416688 w 4930686"/>
                <a:gd name="connsiteY2" fmla="*/ 714117 h 1022204"/>
                <a:gd name="connsiteX3" fmla="*/ 2813688 w 4930686"/>
                <a:gd name="connsiteY3" fmla="*/ 908851 h 1022204"/>
                <a:gd name="connsiteX4" fmla="*/ 3313221 w 4930686"/>
                <a:gd name="connsiteY4" fmla="*/ 273851 h 1022204"/>
                <a:gd name="connsiteX5" fmla="*/ 3878372 w 4930686"/>
                <a:gd name="connsiteY5" fmla="*/ 172297 h 1022204"/>
                <a:gd name="connsiteX6" fmla="*/ 4308055 w 4930686"/>
                <a:gd name="connsiteY6" fmla="*/ 427831 h 1022204"/>
                <a:gd name="connsiteX7" fmla="*/ 4469277 w 4930686"/>
                <a:gd name="connsiteY7" fmla="*/ 622716 h 1022204"/>
                <a:gd name="connsiteX8" fmla="*/ 4564527 w 4930686"/>
                <a:gd name="connsiteY8" fmla="*/ 673563 h 1022204"/>
                <a:gd name="connsiteX9" fmla="*/ 4786777 w 4930686"/>
                <a:gd name="connsiteY9" fmla="*/ 695355 h 1022204"/>
                <a:gd name="connsiteX10" fmla="*/ 4771605 w 4930686"/>
                <a:gd name="connsiteY10" fmla="*/ 536787 h 1022204"/>
                <a:gd name="connsiteX11" fmla="*/ 4640729 w 4930686"/>
                <a:gd name="connsiteY11" fmla="*/ 332162 h 1022204"/>
                <a:gd name="connsiteX12" fmla="*/ 4577229 w 4930686"/>
                <a:gd name="connsiteY12" fmla="*/ 34342 h 1022204"/>
                <a:gd name="connsiteX13" fmla="*/ 4913421 w 4930686"/>
                <a:gd name="connsiteY13" fmla="*/ 25817 h 1022204"/>
                <a:gd name="connsiteX14" fmla="*/ 4882029 w 4930686"/>
                <a:gd name="connsiteY14" fmla="*/ 281315 h 1022204"/>
                <a:gd name="connsiteX15" fmla="*/ 4850279 w 4930686"/>
                <a:gd name="connsiteY15" fmla="*/ 404799 h 1022204"/>
                <a:gd name="connsiteX16" fmla="*/ 4869328 w 4930686"/>
                <a:gd name="connsiteY16" fmla="*/ 731674 h 1022204"/>
                <a:gd name="connsiteX17" fmla="*/ 4746205 w 4930686"/>
                <a:gd name="connsiteY17" fmla="*/ 804113 h 1022204"/>
                <a:gd name="connsiteX18" fmla="*/ 4424470 w 4930686"/>
                <a:gd name="connsiteY18" fmla="*/ 712089 h 1022204"/>
                <a:gd name="connsiteX19" fmla="*/ 4158128 w 4930686"/>
                <a:gd name="connsiteY19" fmla="*/ 397534 h 1022204"/>
                <a:gd name="connsiteX20" fmla="*/ 3920705 w 4930686"/>
                <a:gd name="connsiteY20" fmla="*/ 276303 h 1022204"/>
                <a:gd name="connsiteX21" fmla="*/ 3596855 w 4930686"/>
                <a:gd name="connsiteY21" fmla="*/ 256918 h 1022204"/>
                <a:gd name="connsiteX22" fmla="*/ 3414821 w 4930686"/>
                <a:gd name="connsiteY22" fmla="*/ 333118 h 1022204"/>
                <a:gd name="connsiteX23" fmla="*/ 3296288 w 4930686"/>
                <a:gd name="connsiteY23" fmla="*/ 451650 h 1022204"/>
                <a:gd name="connsiteX24" fmla="*/ 3084621 w 4930686"/>
                <a:gd name="connsiteY24" fmla="*/ 832650 h 1022204"/>
                <a:gd name="connsiteX25" fmla="*/ 2906821 w 4930686"/>
                <a:gd name="connsiteY25" fmla="*/ 985051 h 1022204"/>
                <a:gd name="connsiteX26" fmla="*/ 2542755 w 4930686"/>
                <a:gd name="connsiteY26" fmla="*/ 1018917 h 1022204"/>
                <a:gd name="connsiteX27" fmla="*/ 1856955 w 4930686"/>
                <a:gd name="connsiteY27" fmla="*/ 925784 h 1022204"/>
                <a:gd name="connsiteX28" fmla="*/ 1188088 w 4930686"/>
                <a:gd name="connsiteY28" fmla="*/ 714118 h 1022204"/>
                <a:gd name="connsiteX29" fmla="*/ 891755 w 4930686"/>
                <a:gd name="connsiteY29" fmla="*/ 443184 h 1022204"/>
                <a:gd name="connsiteX30" fmla="*/ 705488 w 4930686"/>
                <a:gd name="connsiteY30" fmla="*/ 316184 h 1022204"/>
                <a:gd name="connsiteX31" fmla="*/ 502288 w 4930686"/>
                <a:gd name="connsiteY31" fmla="*/ 265384 h 1022204"/>
                <a:gd name="connsiteX32" fmla="*/ 146687 w 4930686"/>
                <a:gd name="connsiteY32" fmla="*/ 223051 h 1022204"/>
                <a:gd name="connsiteX33" fmla="*/ 19688 w 4930686"/>
                <a:gd name="connsiteY33" fmla="*/ 223051 h 1022204"/>
                <a:gd name="connsiteX34" fmla="*/ 87421 w 4930686"/>
                <a:gd name="connsiteY34" fmla="*/ 129917 h 1022204"/>
                <a:gd name="connsiteX0" fmla="*/ 87421 w 4930686"/>
                <a:gd name="connsiteY0" fmla="*/ 129917 h 1022204"/>
                <a:gd name="connsiteX1" fmla="*/ 815555 w 4930686"/>
                <a:gd name="connsiteY1" fmla="*/ 273851 h 1022204"/>
                <a:gd name="connsiteX2" fmla="*/ 1416688 w 4930686"/>
                <a:gd name="connsiteY2" fmla="*/ 714117 h 1022204"/>
                <a:gd name="connsiteX3" fmla="*/ 2813688 w 4930686"/>
                <a:gd name="connsiteY3" fmla="*/ 908851 h 1022204"/>
                <a:gd name="connsiteX4" fmla="*/ 3313221 w 4930686"/>
                <a:gd name="connsiteY4" fmla="*/ 273851 h 1022204"/>
                <a:gd name="connsiteX5" fmla="*/ 3878372 w 4930686"/>
                <a:gd name="connsiteY5" fmla="*/ 172297 h 1022204"/>
                <a:gd name="connsiteX6" fmla="*/ 4308055 w 4930686"/>
                <a:gd name="connsiteY6" fmla="*/ 427831 h 1022204"/>
                <a:gd name="connsiteX7" fmla="*/ 4469277 w 4930686"/>
                <a:gd name="connsiteY7" fmla="*/ 622716 h 1022204"/>
                <a:gd name="connsiteX8" fmla="*/ 4564527 w 4930686"/>
                <a:gd name="connsiteY8" fmla="*/ 673563 h 1022204"/>
                <a:gd name="connsiteX9" fmla="*/ 4786777 w 4930686"/>
                <a:gd name="connsiteY9" fmla="*/ 695355 h 1022204"/>
                <a:gd name="connsiteX10" fmla="*/ 4803355 w 4930686"/>
                <a:gd name="connsiteY10" fmla="*/ 514996 h 1022204"/>
                <a:gd name="connsiteX11" fmla="*/ 4640729 w 4930686"/>
                <a:gd name="connsiteY11" fmla="*/ 332162 h 1022204"/>
                <a:gd name="connsiteX12" fmla="*/ 4577229 w 4930686"/>
                <a:gd name="connsiteY12" fmla="*/ 34342 h 1022204"/>
                <a:gd name="connsiteX13" fmla="*/ 4913421 w 4930686"/>
                <a:gd name="connsiteY13" fmla="*/ 25817 h 1022204"/>
                <a:gd name="connsiteX14" fmla="*/ 4882029 w 4930686"/>
                <a:gd name="connsiteY14" fmla="*/ 281315 h 1022204"/>
                <a:gd name="connsiteX15" fmla="*/ 4850279 w 4930686"/>
                <a:gd name="connsiteY15" fmla="*/ 404799 h 1022204"/>
                <a:gd name="connsiteX16" fmla="*/ 4869328 w 4930686"/>
                <a:gd name="connsiteY16" fmla="*/ 731674 h 1022204"/>
                <a:gd name="connsiteX17" fmla="*/ 4746205 w 4930686"/>
                <a:gd name="connsiteY17" fmla="*/ 804113 h 1022204"/>
                <a:gd name="connsiteX18" fmla="*/ 4424470 w 4930686"/>
                <a:gd name="connsiteY18" fmla="*/ 712089 h 1022204"/>
                <a:gd name="connsiteX19" fmla="*/ 4158128 w 4930686"/>
                <a:gd name="connsiteY19" fmla="*/ 397534 h 1022204"/>
                <a:gd name="connsiteX20" fmla="*/ 3920705 w 4930686"/>
                <a:gd name="connsiteY20" fmla="*/ 276303 h 1022204"/>
                <a:gd name="connsiteX21" fmla="*/ 3596855 w 4930686"/>
                <a:gd name="connsiteY21" fmla="*/ 256918 h 1022204"/>
                <a:gd name="connsiteX22" fmla="*/ 3414821 w 4930686"/>
                <a:gd name="connsiteY22" fmla="*/ 333118 h 1022204"/>
                <a:gd name="connsiteX23" fmla="*/ 3296288 w 4930686"/>
                <a:gd name="connsiteY23" fmla="*/ 451650 h 1022204"/>
                <a:gd name="connsiteX24" fmla="*/ 3084621 w 4930686"/>
                <a:gd name="connsiteY24" fmla="*/ 832650 h 1022204"/>
                <a:gd name="connsiteX25" fmla="*/ 2906821 w 4930686"/>
                <a:gd name="connsiteY25" fmla="*/ 985051 h 1022204"/>
                <a:gd name="connsiteX26" fmla="*/ 2542755 w 4930686"/>
                <a:gd name="connsiteY26" fmla="*/ 1018917 h 1022204"/>
                <a:gd name="connsiteX27" fmla="*/ 1856955 w 4930686"/>
                <a:gd name="connsiteY27" fmla="*/ 925784 h 1022204"/>
                <a:gd name="connsiteX28" fmla="*/ 1188088 w 4930686"/>
                <a:gd name="connsiteY28" fmla="*/ 714118 h 1022204"/>
                <a:gd name="connsiteX29" fmla="*/ 891755 w 4930686"/>
                <a:gd name="connsiteY29" fmla="*/ 443184 h 1022204"/>
                <a:gd name="connsiteX30" fmla="*/ 705488 w 4930686"/>
                <a:gd name="connsiteY30" fmla="*/ 316184 h 1022204"/>
                <a:gd name="connsiteX31" fmla="*/ 502288 w 4930686"/>
                <a:gd name="connsiteY31" fmla="*/ 265384 h 1022204"/>
                <a:gd name="connsiteX32" fmla="*/ 146687 w 4930686"/>
                <a:gd name="connsiteY32" fmla="*/ 223051 h 1022204"/>
                <a:gd name="connsiteX33" fmla="*/ 19688 w 4930686"/>
                <a:gd name="connsiteY33" fmla="*/ 223051 h 1022204"/>
                <a:gd name="connsiteX34" fmla="*/ 87421 w 4930686"/>
                <a:gd name="connsiteY34" fmla="*/ 129917 h 1022204"/>
                <a:gd name="connsiteX0" fmla="*/ 87421 w 4930686"/>
                <a:gd name="connsiteY0" fmla="*/ 129917 h 1022204"/>
                <a:gd name="connsiteX1" fmla="*/ 815555 w 4930686"/>
                <a:gd name="connsiteY1" fmla="*/ 273851 h 1022204"/>
                <a:gd name="connsiteX2" fmla="*/ 1416688 w 4930686"/>
                <a:gd name="connsiteY2" fmla="*/ 714117 h 1022204"/>
                <a:gd name="connsiteX3" fmla="*/ 2813688 w 4930686"/>
                <a:gd name="connsiteY3" fmla="*/ 908851 h 1022204"/>
                <a:gd name="connsiteX4" fmla="*/ 3313221 w 4930686"/>
                <a:gd name="connsiteY4" fmla="*/ 273851 h 1022204"/>
                <a:gd name="connsiteX5" fmla="*/ 3878372 w 4930686"/>
                <a:gd name="connsiteY5" fmla="*/ 172297 h 1022204"/>
                <a:gd name="connsiteX6" fmla="*/ 4308055 w 4930686"/>
                <a:gd name="connsiteY6" fmla="*/ 427831 h 1022204"/>
                <a:gd name="connsiteX7" fmla="*/ 4469277 w 4930686"/>
                <a:gd name="connsiteY7" fmla="*/ 622716 h 1022204"/>
                <a:gd name="connsiteX8" fmla="*/ 4564527 w 4930686"/>
                <a:gd name="connsiteY8" fmla="*/ 673563 h 1022204"/>
                <a:gd name="connsiteX9" fmla="*/ 4786777 w 4930686"/>
                <a:gd name="connsiteY9" fmla="*/ 695355 h 1022204"/>
                <a:gd name="connsiteX10" fmla="*/ 4797005 w 4930686"/>
                <a:gd name="connsiteY10" fmla="*/ 514996 h 1022204"/>
                <a:gd name="connsiteX11" fmla="*/ 4640729 w 4930686"/>
                <a:gd name="connsiteY11" fmla="*/ 332162 h 1022204"/>
                <a:gd name="connsiteX12" fmla="*/ 4577229 w 4930686"/>
                <a:gd name="connsiteY12" fmla="*/ 34342 h 1022204"/>
                <a:gd name="connsiteX13" fmla="*/ 4913421 w 4930686"/>
                <a:gd name="connsiteY13" fmla="*/ 25817 h 1022204"/>
                <a:gd name="connsiteX14" fmla="*/ 4882029 w 4930686"/>
                <a:gd name="connsiteY14" fmla="*/ 281315 h 1022204"/>
                <a:gd name="connsiteX15" fmla="*/ 4850279 w 4930686"/>
                <a:gd name="connsiteY15" fmla="*/ 404799 h 1022204"/>
                <a:gd name="connsiteX16" fmla="*/ 4869328 w 4930686"/>
                <a:gd name="connsiteY16" fmla="*/ 731674 h 1022204"/>
                <a:gd name="connsiteX17" fmla="*/ 4746205 w 4930686"/>
                <a:gd name="connsiteY17" fmla="*/ 804113 h 1022204"/>
                <a:gd name="connsiteX18" fmla="*/ 4424470 w 4930686"/>
                <a:gd name="connsiteY18" fmla="*/ 712089 h 1022204"/>
                <a:gd name="connsiteX19" fmla="*/ 4158128 w 4930686"/>
                <a:gd name="connsiteY19" fmla="*/ 397534 h 1022204"/>
                <a:gd name="connsiteX20" fmla="*/ 3920705 w 4930686"/>
                <a:gd name="connsiteY20" fmla="*/ 276303 h 1022204"/>
                <a:gd name="connsiteX21" fmla="*/ 3596855 w 4930686"/>
                <a:gd name="connsiteY21" fmla="*/ 256918 h 1022204"/>
                <a:gd name="connsiteX22" fmla="*/ 3414821 w 4930686"/>
                <a:gd name="connsiteY22" fmla="*/ 333118 h 1022204"/>
                <a:gd name="connsiteX23" fmla="*/ 3296288 w 4930686"/>
                <a:gd name="connsiteY23" fmla="*/ 451650 h 1022204"/>
                <a:gd name="connsiteX24" fmla="*/ 3084621 w 4930686"/>
                <a:gd name="connsiteY24" fmla="*/ 832650 h 1022204"/>
                <a:gd name="connsiteX25" fmla="*/ 2906821 w 4930686"/>
                <a:gd name="connsiteY25" fmla="*/ 985051 h 1022204"/>
                <a:gd name="connsiteX26" fmla="*/ 2542755 w 4930686"/>
                <a:gd name="connsiteY26" fmla="*/ 1018917 h 1022204"/>
                <a:gd name="connsiteX27" fmla="*/ 1856955 w 4930686"/>
                <a:gd name="connsiteY27" fmla="*/ 925784 h 1022204"/>
                <a:gd name="connsiteX28" fmla="*/ 1188088 w 4930686"/>
                <a:gd name="connsiteY28" fmla="*/ 714118 h 1022204"/>
                <a:gd name="connsiteX29" fmla="*/ 891755 w 4930686"/>
                <a:gd name="connsiteY29" fmla="*/ 443184 h 1022204"/>
                <a:gd name="connsiteX30" fmla="*/ 705488 w 4930686"/>
                <a:gd name="connsiteY30" fmla="*/ 316184 h 1022204"/>
                <a:gd name="connsiteX31" fmla="*/ 502288 w 4930686"/>
                <a:gd name="connsiteY31" fmla="*/ 265384 h 1022204"/>
                <a:gd name="connsiteX32" fmla="*/ 146687 w 4930686"/>
                <a:gd name="connsiteY32" fmla="*/ 223051 h 1022204"/>
                <a:gd name="connsiteX33" fmla="*/ 19688 w 4930686"/>
                <a:gd name="connsiteY33" fmla="*/ 223051 h 1022204"/>
                <a:gd name="connsiteX34" fmla="*/ 87421 w 4930686"/>
                <a:gd name="connsiteY34" fmla="*/ 129917 h 1022204"/>
                <a:gd name="connsiteX0" fmla="*/ 87421 w 4930686"/>
                <a:gd name="connsiteY0" fmla="*/ 129917 h 1022204"/>
                <a:gd name="connsiteX1" fmla="*/ 815555 w 4930686"/>
                <a:gd name="connsiteY1" fmla="*/ 273851 h 1022204"/>
                <a:gd name="connsiteX2" fmla="*/ 1416688 w 4930686"/>
                <a:gd name="connsiteY2" fmla="*/ 714117 h 1022204"/>
                <a:gd name="connsiteX3" fmla="*/ 2813688 w 4930686"/>
                <a:gd name="connsiteY3" fmla="*/ 908851 h 1022204"/>
                <a:gd name="connsiteX4" fmla="*/ 3313221 w 4930686"/>
                <a:gd name="connsiteY4" fmla="*/ 273851 h 1022204"/>
                <a:gd name="connsiteX5" fmla="*/ 3878372 w 4930686"/>
                <a:gd name="connsiteY5" fmla="*/ 172297 h 1022204"/>
                <a:gd name="connsiteX6" fmla="*/ 4308055 w 4930686"/>
                <a:gd name="connsiteY6" fmla="*/ 427831 h 1022204"/>
                <a:gd name="connsiteX7" fmla="*/ 4469277 w 4930686"/>
                <a:gd name="connsiteY7" fmla="*/ 622716 h 1022204"/>
                <a:gd name="connsiteX8" fmla="*/ 4564527 w 4930686"/>
                <a:gd name="connsiteY8" fmla="*/ 673563 h 1022204"/>
                <a:gd name="connsiteX9" fmla="*/ 4786777 w 4930686"/>
                <a:gd name="connsiteY9" fmla="*/ 695355 h 1022204"/>
                <a:gd name="connsiteX10" fmla="*/ 4790655 w 4930686"/>
                <a:gd name="connsiteY10" fmla="*/ 514996 h 1022204"/>
                <a:gd name="connsiteX11" fmla="*/ 4640729 w 4930686"/>
                <a:gd name="connsiteY11" fmla="*/ 332162 h 1022204"/>
                <a:gd name="connsiteX12" fmla="*/ 4577229 w 4930686"/>
                <a:gd name="connsiteY12" fmla="*/ 34342 h 1022204"/>
                <a:gd name="connsiteX13" fmla="*/ 4913421 w 4930686"/>
                <a:gd name="connsiteY13" fmla="*/ 25817 h 1022204"/>
                <a:gd name="connsiteX14" fmla="*/ 4882029 w 4930686"/>
                <a:gd name="connsiteY14" fmla="*/ 281315 h 1022204"/>
                <a:gd name="connsiteX15" fmla="*/ 4850279 w 4930686"/>
                <a:gd name="connsiteY15" fmla="*/ 404799 h 1022204"/>
                <a:gd name="connsiteX16" fmla="*/ 4869328 w 4930686"/>
                <a:gd name="connsiteY16" fmla="*/ 731674 h 1022204"/>
                <a:gd name="connsiteX17" fmla="*/ 4746205 w 4930686"/>
                <a:gd name="connsiteY17" fmla="*/ 804113 h 1022204"/>
                <a:gd name="connsiteX18" fmla="*/ 4424470 w 4930686"/>
                <a:gd name="connsiteY18" fmla="*/ 712089 h 1022204"/>
                <a:gd name="connsiteX19" fmla="*/ 4158128 w 4930686"/>
                <a:gd name="connsiteY19" fmla="*/ 397534 h 1022204"/>
                <a:gd name="connsiteX20" fmla="*/ 3920705 w 4930686"/>
                <a:gd name="connsiteY20" fmla="*/ 276303 h 1022204"/>
                <a:gd name="connsiteX21" fmla="*/ 3596855 w 4930686"/>
                <a:gd name="connsiteY21" fmla="*/ 256918 h 1022204"/>
                <a:gd name="connsiteX22" fmla="*/ 3414821 w 4930686"/>
                <a:gd name="connsiteY22" fmla="*/ 333118 h 1022204"/>
                <a:gd name="connsiteX23" fmla="*/ 3296288 w 4930686"/>
                <a:gd name="connsiteY23" fmla="*/ 451650 h 1022204"/>
                <a:gd name="connsiteX24" fmla="*/ 3084621 w 4930686"/>
                <a:gd name="connsiteY24" fmla="*/ 832650 h 1022204"/>
                <a:gd name="connsiteX25" fmla="*/ 2906821 w 4930686"/>
                <a:gd name="connsiteY25" fmla="*/ 985051 h 1022204"/>
                <a:gd name="connsiteX26" fmla="*/ 2542755 w 4930686"/>
                <a:gd name="connsiteY26" fmla="*/ 1018917 h 1022204"/>
                <a:gd name="connsiteX27" fmla="*/ 1856955 w 4930686"/>
                <a:gd name="connsiteY27" fmla="*/ 925784 h 1022204"/>
                <a:gd name="connsiteX28" fmla="*/ 1188088 w 4930686"/>
                <a:gd name="connsiteY28" fmla="*/ 714118 h 1022204"/>
                <a:gd name="connsiteX29" fmla="*/ 891755 w 4930686"/>
                <a:gd name="connsiteY29" fmla="*/ 443184 h 1022204"/>
                <a:gd name="connsiteX30" fmla="*/ 705488 w 4930686"/>
                <a:gd name="connsiteY30" fmla="*/ 316184 h 1022204"/>
                <a:gd name="connsiteX31" fmla="*/ 502288 w 4930686"/>
                <a:gd name="connsiteY31" fmla="*/ 265384 h 1022204"/>
                <a:gd name="connsiteX32" fmla="*/ 146687 w 4930686"/>
                <a:gd name="connsiteY32" fmla="*/ 223051 h 1022204"/>
                <a:gd name="connsiteX33" fmla="*/ 19688 w 4930686"/>
                <a:gd name="connsiteY33" fmla="*/ 223051 h 1022204"/>
                <a:gd name="connsiteX34" fmla="*/ 87421 w 4930686"/>
                <a:gd name="connsiteY34" fmla="*/ 129917 h 1022204"/>
                <a:gd name="connsiteX0" fmla="*/ 87421 w 4930686"/>
                <a:gd name="connsiteY0" fmla="*/ 129917 h 1022204"/>
                <a:gd name="connsiteX1" fmla="*/ 815555 w 4930686"/>
                <a:gd name="connsiteY1" fmla="*/ 273851 h 1022204"/>
                <a:gd name="connsiteX2" fmla="*/ 1416688 w 4930686"/>
                <a:gd name="connsiteY2" fmla="*/ 714117 h 1022204"/>
                <a:gd name="connsiteX3" fmla="*/ 2813688 w 4930686"/>
                <a:gd name="connsiteY3" fmla="*/ 908851 h 1022204"/>
                <a:gd name="connsiteX4" fmla="*/ 3313221 w 4930686"/>
                <a:gd name="connsiteY4" fmla="*/ 273851 h 1022204"/>
                <a:gd name="connsiteX5" fmla="*/ 3878372 w 4930686"/>
                <a:gd name="connsiteY5" fmla="*/ 172297 h 1022204"/>
                <a:gd name="connsiteX6" fmla="*/ 4308055 w 4930686"/>
                <a:gd name="connsiteY6" fmla="*/ 427831 h 1022204"/>
                <a:gd name="connsiteX7" fmla="*/ 4469277 w 4930686"/>
                <a:gd name="connsiteY7" fmla="*/ 622716 h 1022204"/>
                <a:gd name="connsiteX8" fmla="*/ 4564527 w 4930686"/>
                <a:gd name="connsiteY8" fmla="*/ 673563 h 1022204"/>
                <a:gd name="connsiteX9" fmla="*/ 4786777 w 4930686"/>
                <a:gd name="connsiteY9" fmla="*/ 695355 h 1022204"/>
                <a:gd name="connsiteX10" fmla="*/ 4790655 w 4930686"/>
                <a:gd name="connsiteY10" fmla="*/ 514996 h 1022204"/>
                <a:gd name="connsiteX11" fmla="*/ 4640729 w 4930686"/>
                <a:gd name="connsiteY11" fmla="*/ 332162 h 1022204"/>
                <a:gd name="connsiteX12" fmla="*/ 4577229 w 4930686"/>
                <a:gd name="connsiteY12" fmla="*/ 34342 h 1022204"/>
                <a:gd name="connsiteX13" fmla="*/ 4913421 w 4930686"/>
                <a:gd name="connsiteY13" fmla="*/ 25817 h 1022204"/>
                <a:gd name="connsiteX14" fmla="*/ 4882029 w 4930686"/>
                <a:gd name="connsiteY14" fmla="*/ 281315 h 1022204"/>
                <a:gd name="connsiteX15" fmla="*/ 4850279 w 4930686"/>
                <a:gd name="connsiteY15" fmla="*/ 404799 h 1022204"/>
                <a:gd name="connsiteX16" fmla="*/ 4869328 w 4930686"/>
                <a:gd name="connsiteY16" fmla="*/ 731674 h 1022204"/>
                <a:gd name="connsiteX17" fmla="*/ 4689055 w 4930686"/>
                <a:gd name="connsiteY17" fmla="*/ 804113 h 1022204"/>
                <a:gd name="connsiteX18" fmla="*/ 4424470 w 4930686"/>
                <a:gd name="connsiteY18" fmla="*/ 712089 h 1022204"/>
                <a:gd name="connsiteX19" fmla="*/ 4158128 w 4930686"/>
                <a:gd name="connsiteY19" fmla="*/ 397534 h 1022204"/>
                <a:gd name="connsiteX20" fmla="*/ 3920705 w 4930686"/>
                <a:gd name="connsiteY20" fmla="*/ 276303 h 1022204"/>
                <a:gd name="connsiteX21" fmla="*/ 3596855 w 4930686"/>
                <a:gd name="connsiteY21" fmla="*/ 256918 h 1022204"/>
                <a:gd name="connsiteX22" fmla="*/ 3414821 w 4930686"/>
                <a:gd name="connsiteY22" fmla="*/ 333118 h 1022204"/>
                <a:gd name="connsiteX23" fmla="*/ 3296288 w 4930686"/>
                <a:gd name="connsiteY23" fmla="*/ 451650 h 1022204"/>
                <a:gd name="connsiteX24" fmla="*/ 3084621 w 4930686"/>
                <a:gd name="connsiteY24" fmla="*/ 832650 h 1022204"/>
                <a:gd name="connsiteX25" fmla="*/ 2906821 w 4930686"/>
                <a:gd name="connsiteY25" fmla="*/ 985051 h 1022204"/>
                <a:gd name="connsiteX26" fmla="*/ 2542755 w 4930686"/>
                <a:gd name="connsiteY26" fmla="*/ 1018917 h 1022204"/>
                <a:gd name="connsiteX27" fmla="*/ 1856955 w 4930686"/>
                <a:gd name="connsiteY27" fmla="*/ 925784 h 1022204"/>
                <a:gd name="connsiteX28" fmla="*/ 1188088 w 4930686"/>
                <a:gd name="connsiteY28" fmla="*/ 714118 h 1022204"/>
                <a:gd name="connsiteX29" fmla="*/ 891755 w 4930686"/>
                <a:gd name="connsiteY29" fmla="*/ 443184 h 1022204"/>
                <a:gd name="connsiteX30" fmla="*/ 705488 w 4930686"/>
                <a:gd name="connsiteY30" fmla="*/ 316184 h 1022204"/>
                <a:gd name="connsiteX31" fmla="*/ 502288 w 4930686"/>
                <a:gd name="connsiteY31" fmla="*/ 265384 h 1022204"/>
                <a:gd name="connsiteX32" fmla="*/ 146687 w 4930686"/>
                <a:gd name="connsiteY32" fmla="*/ 223051 h 1022204"/>
                <a:gd name="connsiteX33" fmla="*/ 19688 w 4930686"/>
                <a:gd name="connsiteY33" fmla="*/ 223051 h 1022204"/>
                <a:gd name="connsiteX34" fmla="*/ 87421 w 4930686"/>
                <a:gd name="connsiteY34" fmla="*/ 129917 h 1022204"/>
                <a:gd name="connsiteX0" fmla="*/ 87421 w 4930686"/>
                <a:gd name="connsiteY0" fmla="*/ 129917 h 1022204"/>
                <a:gd name="connsiteX1" fmla="*/ 815555 w 4930686"/>
                <a:gd name="connsiteY1" fmla="*/ 273851 h 1022204"/>
                <a:gd name="connsiteX2" fmla="*/ 1416688 w 4930686"/>
                <a:gd name="connsiteY2" fmla="*/ 714117 h 1022204"/>
                <a:gd name="connsiteX3" fmla="*/ 2813688 w 4930686"/>
                <a:gd name="connsiteY3" fmla="*/ 908851 h 1022204"/>
                <a:gd name="connsiteX4" fmla="*/ 3313221 w 4930686"/>
                <a:gd name="connsiteY4" fmla="*/ 273851 h 1022204"/>
                <a:gd name="connsiteX5" fmla="*/ 3878372 w 4930686"/>
                <a:gd name="connsiteY5" fmla="*/ 172297 h 1022204"/>
                <a:gd name="connsiteX6" fmla="*/ 4308055 w 4930686"/>
                <a:gd name="connsiteY6" fmla="*/ 427831 h 1022204"/>
                <a:gd name="connsiteX7" fmla="*/ 4469277 w 4930686"/>
                <a:gd name="connsiteY7" fmla="*/ 622716 h 1022204"/>
                <a:gd name="connsiteX8" fmla="*/ 4621677 w 4930686"/>
                <a:gd name="connsiteY8" fmla="*/ 702618 h 1022204"/>
                <a:gd name="connsiteX9" fmla="*/ 4786777 w 4930686"/>
                <a:gd name="connsiteY9" fmla="*/ 695355 h 1022204"/>
                <a:gd name="connsiteX10" fmla="*/ 4790655 w 4930686"/>
                <a:gd name="connsiteY10" fmla="*/ 514996 h 1022204"/>
                <a:gd name="connsiteX11" fmla="*/ 4640729 w 4930686"/>
                <a:gd name="connsiteY11" fmla="*/ 332162 h 1022204"/>
                <a:gd name="connsiteX12" fmla="*/ 4577229 w 4930686"/>
                <a:gd name="connsiteY12" fmla="*/ 34342 h 1022204"/>
                <a:gd name="connsiteX13" fmla="*/ 4913421 w 4930686"/>
                <a:gd name="connsiteY13" fmla="*/ 25817 h 1022204"/>
                <a:gd name="connsiteX14" fmla="*/ 4882029 w 4930686"/>
                <a:gd name="connsiteY14" fmla="*/ 281315 h 1022204"/>
                <a:gd name="connsiteX15" fmla="*/ 4850279 w 4930686"/>
                <a:gd name="connsiteY15" fmla="*/ 404799 h 1022204"/>
                <a:gd name="connsiteX16" fmla="*/ 4869328 w 4930686"/>
                <a:gd name="connsiteY16" fmla="*/ 731674 h 1022204"/>
                <a:gd name="connsiteX17" fmla="*/ 4689055 w 4930686"/>
                <a:gd name="connsiteY17" fmla="*/ 804113 h 1022204"/>
                <a:gd name="connsiteX18" fmla="*/ 4424470 w 4930686"/>
                <a:gd name="connsiteY18" fmla="*/ 712089 h 1022204"/>
                <a:gd name="connsiteX19" fmla="*/ 4158128 w 4930686"/>
                <a:gd name="connsiteY19" fmla="*/ 397534 h 1022204"/>
                <a:gd name="connsiteX20" fmla="*/ 3920705 w 4930686"/>
                <a:gd name="connsiteY20" fmla="*/ 276303 h 1022204"/>
                <a:gd name="connsiteX21" fmla="*/ 3596855 w 4930686"/>
                <a:gd name="connsiteY21" fmla="*/ 256918 h 1022204"/>
                <a:gd name="connsiteX22" fmla="*/ 3414821 w 4930686"/>
                <a:gd name="connsiteY22" fmla="*/ 333118 h 1022204"/>
                <a:gd name="connsiteX23" fmla="*/ 3296288 w 4930686"/>
                <a:gd name="connsiteY23" fmla="*/ 451650 h 1022204"/>
                <a:gd name="connsiteX24" fmla="*/ 3084621 w 4930686"/>
                <a:gd name="connsiteY24" fmla="*/ 832650 h 1022204"/>
                <a:gd name="connsiteX25" fmla="*/ 2906821 w 4930686"/>
                <a:gd name="connsiteY25" fmla="*/ 985051 h 1022204"/>
                <a:gd name="connsiteX26" fmla="*/ 2542755 w 4930686"/>
                <a:gd name="connsiteY26" fmla="*/ 1018917 h 1022204"/>
                <a:gd name="connsiteX27" fmla="*/ 1856955 w 4930686"/>
                <a:gd name="connsiteY27" fmla="*/ 925784 h 1022204"/>
                <a:gd name="connsiteX28" fmla="*/ 1188088 w 4930686"/>
                <a:gd name="connsiteY28" fmla="*/ 714118 h 1022204"/>
                <a:gd name="connsiteX29" fmla="*/ 891755 w 4930686"/>
                <a:gd name="connsiteY29" fmla="*/ 443184 h 1022204"/>
                <a:gd name="connsiteX30" fmla="*/ 705488 w 4930686"/>
                <a:gd name="connsiteY30" fmla="*/ 316184 h 1022204"/>
                <a:gd name="connsiteX31" fmla="*/ 502288 w 4930686"/>
                <a:gd name="connsiteY31" fmla="*/ 265384 h 1022204"/>
                <a:gd name="connsiteX32" fmla="*/ 146687 w 4930686"/>
                <a:gd name="connsiteY32" fmla="*/ 223051 h 1022204"/>
                <a:gd name="connsiteX33" fmla="*/ 19688 w 4930686"/>
                <a:gd name="connsiteY33" fmla="*/ 223051 h 1022204"/>
                <a:gd name="connsiteX34" fmla="*/ 87421 w 4930686"/>
                <a:gd name="connsiteY34" fmla="*/ 129917 h 1022204"/>
                <a:gd name="connsiteX0" fmla="*/ 87421 w 4915096"/>
                <a:gd name="connsiteY0" fmla="*/ 134459 h 1026746"/>
                <a:gd name="connsiteX1" fmla="*/ 815555 w 4915096"/>
                <a:gd name="connsiteY1" fmla="*/ 278393 h 1026746"/>
                <a:gd name="connsiteX2" fmla="*/ 1416688 w 4915096"/>
                <a:gd name="connsiteY2" fmla="*/ 718659 h 1026746"/>
                <a:gd name="connsiteX3" fmla="*/ 2813688 w 4915096"/>
                <a:gd name="connsiteY3" fmla="*/ 913393 h 1026746"/>
                <a:gd name="connsiteX4" fmla="*/ 3313221 w 4915096"/>
                <a:gd name="connsiteY4" fmla="*/ 278393 h 1026746"/>
                <a:gd name="connsiteX5" fmla="*/ 3878372 w 4915096"/>
                <a:gd name="connsiteY5" fmla="*/ 176839 h 1026746"/>
                <a:gd name="connsiteX6" fmla="*/ 4308055 w 4915096"/>
                <a:gd name="connsiteY6" fmla="*/ 432373 h 1026746"/>
                <a:gd name="connsiteX7" fmla="*/ 4469277 w 4915096"/>
                <a:gd name="connsiteY7" fmla="*/ 627258 h 1026746"/>
                <a:gd name="connsiteX8" fmla="*/ 4621677 w 4915096"/>
                <a:gd name="connsiteY8" fmla="*/ 707160 h 1026746"/>
                <a:gd name="connsiteX9" fmla="*/ 4786777 w 4915096"/>
                <a:gd name="connsiteY9" fmla="*/ 699897 h 1026746"/>
                <a:gd name="connsiteX10" fmla="*/ 4790655 w 4915096"/>
                <a:gd name="connsiteY10" fmla="*/ 519538 h 1026746"/>
                <a:gd name="connsiteX11" fmla="*/ 4640729 w 4915096"/>
                <a:gd name="connsiteY11" fmla="*/ 336704 h 1026746"/>
                <a:gd name="connsiteX12" fmla="*/ 4577229 w 4915096"/>
                <a:gd name="connsiteY12" fmla="*/ 38884 h 1026746"/>
                <a:gd name="connsiteX13" fmla="*/ 4894371 w 4915096"/>
                <a:gd name="connsiteY13" fmla="*/ 23095 h 1026746"/>
                <a:gd name="connsiteX14" fmla="*/ 4882029 w 4915096"/>
                <a:gd name="connsiteY14" fmla="*/ 285857 h 1026746"/>
                <a:gd name="connsiteX15" fmla="*/ 4850279 w 4915096"/>
                <a:gd name="connsiteY15" fmla="*/ 409341 h 1026746"/>
                <a:gd name="connsiteX16" fmla="*/ 4869328 w 4915096"/>
                <a:gd name="connsiteY16" fmla="*/ 736216 h 1026746"/>
                <a:gd name="connsiteX17" fmla="*/ 4689055 w 4915096"/>
                <a:gd name="connsiteY17" fmla="*/ 808655 h 1026746"/>
                <a:gd name="connsiteX18" fmla="*/ 4424470 w 4915096"/>
                <a:gd name="connsiteY18" fmla="*/ 716631 h 1026746"/>
                <a:gd name="connsiteX19" fmla="*/ 4158128 w 4915096"/>
                <a:gd name="connsiteY19" fmla="*/ 402076 h 1026746"/>
                <a:gd name="connsiteX20" fmla="*/ 3920705 w 4915096"/>
                <a:gd name="connsiteY20" fmla="*/ 280845 h 1026746"/>
                <a:gd name="connsiteX21" fmla="*/ 3596855 w 4915096"/>
                <a:gd name="connsiteY21" fmla="*/ 261460 h 1026746"/>
                <a:gd name="connsiteX22" fmla="*/ 3414821 w 4915096"/>
                <a:gd name="connsiteY22" fmla="*/ 337660 h 1026746"/>
                <a:gd name="connsiteX23" fmla="*/ 3296288 w 4915096"/>
                <a:gd name="connsiteY23" fmla="*/ 456192 h 1026746"/>
                <a:gd name="connsiteX24" fmla="*/ 3084621 w 4915096"/>
                <a:gd name="connsiteY24" fmla="*/ 837192 h 1026746"/>
                <a:gd name="connsiteX25" fmla="*/ 2906821 w 4915096"/>
                <a:gd name="connsiteY25" fmla="*/ 989593 h 1026746"/>
                <a:gd name="connsiteX26" fmla="*/ 2542755 w 4915096"/>
                <a:gd name="connsiteY26" fmla="*/ 1023459 h 1026746"/>
                <a:gd name="connsiteX27" fmla="*/ 1856955 w 4915096"/>
                <a:gd name="connsiteY27" fmla="*/ 930326 h 1026746"/>
                <a:gd name="connsiteX28" fmla="*/ 1188088 w 4915096"/>
                <a:gd name="connsiteY28" fmla="*/ 718660 h 1026746"/>
                <a:gd name="connsiteX29" fmla="*/ 891755 w 4915096"/>
                <a:gd name="connsiteY29" fmla="*/ 447726 h 1026746"/>
                <a:gd name="connsiteX30" fmla="*/ 705488 w 4915096"/>
                <a:gd name="connsiteY30" fmla="*/ 320726 h 1026746"/>
                <a:gd name="connsiteX31" fmla="*/ 502288 w 4915096"/>
                <a:gd name="connsiteY31" fmla="*/ 269926 h 1026746"/>
                <a:gd name="connsiteX32" fmla="*/ 146687 w 4915096"/>
                <a:gd name="connsiteY32" fmla="*/ 227593 h 1026746"/>
                <a:gd name="connsiteX33" fmla="*/ 19688 w 4915096"/>
                <a:gd name="connsiteY33" fmla="*/ 227593 h 1026746"/>
                <a:gd name="connsiteX34" fmla="*/ 87421 w 4915096"/>
                <a:gd name="connsiteY34" fmla="*/ 134459 h 1026746"/>
                <a:gd name="connsiteX0" fmla="*/ 87421 w 4936122"/>
                <a:gd name="connsiteY0" fmla="*/ 116533 h 1008820"/>
                <a:gd name="connsiteX1" fmla="*/ 815555 w 4936122"/>
                <a:gd name="connsiteY1" fmla="*/ 260467 h 1008820"/>
                <a:gd name="connsiteX2" fmla="*/ 1416688 w 4936122"/>
                <a:gd name="connsiteY2" fmla="*/ 700733 h 1008820"/>
                <a:gd name="connsiteX3" fmla="*/ 2813688 w 4936122"/>
                <a:gd name="connsiteY3" fmla="*/ 895467 h 1008820"/>
                <a:gd name="connsiteX4" fmla="*/ 3313221 w 4936122"/>
                <a:gd name="connsiteY4" fmla="*/ 260467 h 1008820"/>
                <a:gd name="connsiteX5" fmla="*/ 3878372 w 4936122"/>
                <a:gd name="connsiteY5" fmla="*/ 158913 h 1008820"/>
                <a:gd name="connsiteX6" fmla="*/ 4308055 w 4936122"/>
                <a:gd name="connsiteY6" fmla="*/ 414447 h 1008820"/>
                <a:gd name="connsiteX7" fmla="*/ 4469277 w 4936122"/>
                <a:gd name="connsiteY7" fmla="*/ 609332 h 1008820"/>
                <a:gd name="connsiteX8" fmla="*/ 4621677 w 4936122"/>
                <a:gd name="connsiteY8" fmla="*/ 689234 h 1008820"/>
                <a:gd name="connsiteX9" fmla="*/ 4786777 w 4936122"/>
                <a:gd name="connsiteY9" fmla="*/ 681971 h 1008820"/>
                <a:gd name="connsiteX10" fmla="*/ 4790655 w 4936122"/>
                <a:gd name="connsiteY10" fmla="*/ 501612 h 1008820"/>
                <a:gd name="connsiteX11" fmla="*/ 4640729 w 4936122"/>
                <a:gd name="connsiteY11" fmla="*/ 318778 h 1008820"/>
                <a:gd name="connsiteX12" fmla="*/ 4577229 w 4936122"/>
                <a:gd name="connsiteY12" fmla="*/ 20958 h 1008820"/>
                <a:gd name="connsiteX13" fmla="*/ 4919771 w 4936122"/>
                <a:gd name="connsiteY13" fmla="*/ 41488 h 1008820"/>
                <a:gd name="connsiteX14" fmla="*/ 4882029 w 4936122"/>
                <a:gd name="connsiteY14" fmla="*/ 267931 h 1008820"/>
                <a:gd name="connsiteX15" fmla="*/ 4850279 w 4936122"/>
                <a:gd name="connsiteY15" fmla="*/ 391415 h 1008820"/>
                <a:gd name="connsiteX16" fmla="*/ 4869328 w 4936122"/>
                <a:gd name="connsiteY16" fmla="*/ 718290 h 1008820"/>
                <a:gd name="connsiteX17" fmla="*/ 4689055 w 4936122"/>
                <a:gd name="connsiteY17" fmla="*/ 790729 h 1008820"/>
                <a:gd name="connsiteX18" fmla="*/ 4424470 w 4936122"/>
                <a:gd name="connsiteY18" fmla="*/ 698705 h 1008820"/>
                <a:gd name="connsiteX19" fmla="*/ 4158128 w 4936122"/>
                <a:gd name="connsiteY19" fmla="*/ 384150 h 1008820"/>
                <a:gd name="connsiteX20" fmla="*/ 3920705 w 4936122"/>
                <a:gd name="connsiteY20" fmla="*/ 262919 h 1008820"/>
                <a:gd name="connsiteX21" fmla="*/ 3596855 w 4936122"/>
                <a:gd name="connsiteY21" fmla="*/ 243534 h 1008820"/>
                <a:gd name="connsiteX22" fmla="*/ 3414821 w 4936122"/>
                <a:gd name="connsiteY22" fmla="*/ 319734 h 1008820"/>
                <a:gd name="connsiteX23" fmla="*/ 3296288 w 4936122"/>
                <a:gd name="connsiteY23" fmla="*/ 438266 h 1008820"/>
                <a:gd name="connsiteX24" fmla="*/ 3084621 w 4936122"/>
                <a:gd name="connsiteY24" fmla="*/ 819266 h 1008820"/>
                <a:gd name="connsiteX25" fmla="*/ 2906821 w 4936122"/>
                <a:gd name="connsiteY25" fmla="*/ 971667 h 1008820"/>
                <a:gd name="connsiteX26" fmla="*/ 2542755 w 4936122"/>
                <a:gd name="connsiteY26" fmla="*/ 1005533 h 1008820"/>
                <a:gd name="connsiteX27" fmla="*/ 1856955 w 4936122"/>
                <a:gd name="connsiteY27" fmla="*/ 912400 h 1008820"/>
                <a:gd name="connsiteX28" fmla="*/ 1188088 w 4936122"/>
                <a:gd name="connsiteY28" fmla="*/ 700734 h 1008820"/>
                <a:gd name="connsiteX29" fmla="*/ 891755 w 4936122"/>
                <a:gd name="connsiteY29" fmla="*/ 429800 h 1008820"/>
                <a:gd name="connsiteX30" fmla="*/ 705488 w 4936122"/>
                <a:gd name="connsiteY30" fmla="*/ 302800 h 1008820"/>
                <a:gd name="connsiteX31" fmla="*/ 502288 w 4936122"/>
                <a:gd name="connsiteY31" fmla="*/ 252000 h 1008820"/>
                <a:gd name="connsiteX32" fmla="*/ 146687 w 4936122"/>
                <a:gd name="connsiteY32" fmla="*/ 209667 h 1008820"/>
                <a:gd name="connsiteX33" fmla="*/ 19688 w 4936122"/>
                <a:gd name="connsiteY33" fmla="*/ 209667 h 1008820"/>
                <a:gd name="connsiteX34" fmla="*/ 87421 w 4936122"/>
                <a:gd name="connsiteY34" fmla="*/ 116533 h 1008820"/>
                <a:gd name="connsiteX0" fmla="*/ 87421 w 4944320"/>
                <a:gd name="connsiteY0" fmla="*/ 117903 h 1010190"/>
                <a:gd name="connsiteX1" fmla="*/ 815555 w 4944320"/>
                <a:gd name="connsiteY1" fmla="*/ 261837 h 1010190"/>
                <a:gd name="connsiteX2" fmla="*/ 1416688 w 4944320"/>
                <a:gd name="connsiteY2" fmla="*/ 702103 h 1010190"/>
                <a:gd name="connsiteX3" fmla="*/ 2813688 w 4944320"/>
                <a:gd name="connsiteY3" fmla="*/ 896837 h 1010190"/>
                <a:gd name="connsiteX4" fmla="*/ 3313221 w 4944320"/>
                <a:gd name="connsiteY4" fmla="*/ 261837 h 1010190"/>
                <a:gd name="connsiteX5" fmla="*/ 3878372 w 4944320"/>
                <a:gd name="connsiteY5" fmla="*/ 160283 h 1010190"/>
                <a:gd name="connsiteX6" fmla="*/ 4308055 w 4944320"/>
                <a:gd name="connsiteY6" fmla="*/ 415817 h 1010190"/>
                <a:gd name="connsiteX7" fmla="*/ 4469277 w 4944320"/>
                <a:gd name="connsiteY7" fmla="*/ 610702 h 1010190"/>
                <a:gd name="connsiteX8" fmla="*/ 4621677 w 4944320"/>
                <a:gd name="connsiteY8" fmla="*/ 690604 h 1010190"/>
                <a:gd name="connsiteX9" fmla="*/ 4786777 w 4944320"/>
                <a:gd name="connsiteY9" fmla="*/ 683341 h 1010190"/>
                <a:gd name="connsiteX10" fmla="*/ 4790655 w 4944320"/>
                <a:gd name="connsiteY10" fmla="*/ 502982 h 1010190"/>
                <a:gd name="connsiteX11" fmla="*/ 4640729 w 4944320"/>
                <a:gd name="connsiteY11" fmla="*/ 320148 h 1010190"/>
                <a:gd name="connsiteX12" fmla="*/ 4577229 w 4944320"/>
                <a:gd name="connsiteY12" fmla="*/ 22328 h 1010190"/>
                <a:gd name="connsiteX13" fmla="*/ 4919771 w 4944320"/>
                <a:gd name="connsiteY13" fmla="*/ 42858 h 1010190"/>
                <a:gd name="connsiteX14" fmla="*/ 4913779 w 4944320"/>
                <a:gd name="connsiteY14" fmla="*/ 298356 h 1010190"/>
                <a:gd name="connsiteX15" fmla="*/ 4850279 w 4944320"/>
                <a:gd name="connsiteY15" fmla="*/ 392785 h 1010190"/>
                <a:gd name="connsiteX16" fmla="*/ 4869328 w 4944320"/>
                <a:gd name="connsiteY16" fmla="*/ 719660 h 1010190"/>
                <a:gd name="connsiteX17" fmla="*/ 4689055 w 4944320"/>
                <a:gd name="connsiteY17" fmla="*/ 792099 h 1010190"/>
                <a:gd name="connsiteX18" fmla="*/ 4424470 w 4944320"/>
                <a:gd name="connsiteY18" fmla="*/ 700075 h 1010190"/>
                <a:gd name="connsiteX19" fmla="*/ 4158128 w 4944320"/>
                <a:gd name="connsiteY19" fmla="*/ 385520 h 1010190"/>
                <a:gd name="connsiteX20" fmla="*/ 3920705 w 4944320"/>
                <a:gd name="connsiteY20" fmla="*/ 264289 h 1010190"/>
                <a:gd name="connsiteX21" fmla="*/ 3596855 w 4944320"/>
                <a:gd name="connsiteY21" fmla="*/ 244904 h 1010190"/>
                <a:gd name="connsiteX22" fmla="*/ 3414821 w 4944320"/>
                <a:gd name="connsiteY22" fmla="*/ 321104 h 1010190"/>
                <a:gd name="connsiteX23" fmla="*/ 3296288 w 4944320"/>
                <a:gd name="connsiteY23" fmla="*/ 439636 h 1010190"/>
                <a:gd name="connsiteX24" fmla="*/ 3084621 w 4944320"/>
                <a:gd name="connsiteY24" fmla="*/ 820636 h 1010190"/>
                <a:gd name="connsiteX25" fmla="*/ 2906821 w 4944320"/>
                <a:gd name="connsiteY25" fmla="*/ 973037 h 1010190"/>
                <a:gd name="connsiteX26" fmla="*/ 2542755 w 4944320"/>
                <a:gd name="connsiteY26" fmla="*/ 1006903 h 1010190"/>
                <a:gd name="connsiteX27" fmla="*/ 1856955 w 4944320"/>
                <a:gd name="connsiteY27" fmla="*/ 913770 h 1010190"/>
                <a:gd name="connsiteX28" fmla="*/ 1188088 w 4944320"/>
                <a:gd name="connsiteY28" fmla="*/ 702104 h 1010190"/>
                <a:gd name="connsiteX29" fmla="*/ 891755 w 4944320"/>
                <a:gd name="connsiteY29" fmla="*/ 431170 h 1010190"/>
                <a:gd name="connsiteX30" fmla="*/ 705488 w 4944320"/>
                <a:gd name="connsiteY30" fmla="*/ 304170 h 1010190"/>
                <a:gd name="connsiteX31" fmla="*/ 502288 w 4944320"/>
                <a:gd name="connsiteY31" fmla="*/ 253370 h 1010190"/>
                <a:gd name="connsiteX32" fmla="*/ 146687 w 4944320"/>
                <a:gd name="connsiteY32" fmla="*/ 211037 h 1010190"/>
                <a:gd name="connsiteX33" fmla="*/ 19688 w 4944320"/>
                <a:gd name="connsiteY33" fmla="*/ 211037 h 1010190"/>
                <a:gd name="connsiteX34" fmla="*/ 87421 w 4944320"/>
                <a:gd name="connsiteY34" fmla="*/ 117903 h 1010190"/>
                <a:gd name="connsiteX0" fmla="*/ 87421 w 4944320"/>
                <a:gd name="connsiteY0" fmla="*/ 127740 h 1020027"/>
                <a:gd name="connsiteX1" fmla="*/ 815555 w 4944320"/>
                <a:gd name="connsiteY1" fmla="*/ 271674 h 1020027"/>
                <a:gd name="connsiteX2" fmla="*/ 1416688 w 4944320"/>
                <a:gd name="connsiteY2" fmla="*/ 711940 h 1020027"/>
                <a:gd name="connsiteX3" fmla="*/ 2813688 w 4944320"/>
                <a:gd name="connsiteY3" fmla="*/ 906674 h 1020027"/>
                <a:gd name="connsiteX4" fmla="*/ 3313221 w 4944320"/>
                <a:gd name="connsiteY4" fmla="*/ 271674 h 1020027"/>
                <a:gd name="connsiteX5" fmla="*/ 3878372 w 4944320"/>
                <a:gd name="connsiteY5" fmla="*/ 170120 h 1020027"/>
                <a:gd name="connsiteX6" fmla="*/ 4308055 w 4944320"/>
                <a:gd name="connsiteY6" fmla="*/ 425654 h 1020027"/>
                <a:gd name="connsiteX7" fmla="*/ 4469277 w 4944320"/>
                <a:gd name="connsiteY7" fmla="*/ 620539 h 1020027"/>
                <a:gd name="connsiteX8" fmla="*/ 4621677 w 4944320"/>
                <a:gd name="connsiteY8" fmla="*/ 700441 h 1020027"/>
                <a:gd name="connsiteX9" fmla="*/ 4786777 w 4944320"/>
                <a:gd name="connsiteY9" fmla="*/ 693178 h 1020027"/>
                <a:gd name="connsiteX10" fmla="*/ 4790655 w 4944320"/>
                <a:gd name="connsiteY10" fmla="*/ 512819 h 1020027"/>
                <a:gd name="connsiteX11" fmla="*/ 4640729 w 4944320"/>
                <a:gd name="connsiteY11" fmla="*/ 329985 h 1020027"/>
                <a:gd name="connsiteX12" fmla="*/ 4577229 w 4944320"/>
                <a:gd name="connsiteY12" fmla="*/ 32165 h 1020027"/>
                <a:gd name="connsiteX13" fmla="*/ 4919771 w 4944320"/>
                <a:gd name="connsiteY13" fmla="*/ 30903 h 1020027"/>
                <a:gd name="connsiteX14" fmla="*/ 4913779 w 4944320"/>
                <a:gd name="connsiteY14" fmla="*/ 308193 h 1020027"/>
                <a:gd name="connsiteX15" fmla="*/ 4850279 w 4944320"/>
                <a:gd name="connsiteY15" fmla="*/ 402622 h 1020027"/>
                <a:gd name="connsiteX16" fmla="*/ 4869328 w 4944320"/>
                <a:gd name="connsiteY16" fmla="*/ 729497 h 1020027"/>
                <a:gd name="connsiteX17" fmla="*/ 4689055 w 4944320"/>
                <a:gd name="connsiteY17" fmla="*/ 801936 h 1020027"/>
                <a:gd name="connsiteX18" fmla="*/ 4424470 w 4944320"/>
                <a:gd name="connsiteY18" fmla="*/ 709912 h 1020027"/>
                <a:gd name="connsiteX19" fmla="*/ 4158128 w 4944320"/>
                <a:gd name="connsiteY19" fmla="*/ 395357 h 1020027"/>
                <a:gd name="connsiteX20" fmla="*/ 3920705 w 4944320"/>
                <a:gd name="connsiteY20" fmla="*/ 274126 h 1020027"/>
                <a:gd name="connsiteX21" fmla="*/ 3596855 w 4944320"/>
                <a:gd name="connsiteY21" fmla="*/ 254741 h 1020027"/>
                <a:gd name="connsiteX22" fmla="*/ 3414821 w 4944320"/>
                <a:gd name="connsiteY22" fmla="*/ 330941 h 1020027"/>
                <a:gd name="connsiteX23" fmla="*/ 3296288 w 4944320"/>
                <a:gd name="connsiteY23" fmla="*/ 449473 h 1020027"/>
                <a:gd name="connsiteX24" fmla="*/ 3084621 w 4944320"/>
                <a:gd name="connsiteY24" fmla="*/ 830473 h 1020027"/>
                <a:gd name="connsiteX25" fmla="*/ 2906821 w 4944320"/>
                <a:gd name="connsiteY25" fmla="*/ 982874 h 1020027"/>
                <a:gd name="connsiteX26" fmla="*/ 2542755 w 4944320"/>
                <a:gd name="connsiteY26" fmla="*/ 1016740 h 1020027"/>
                <a:gd name="connsiteX27" fmla="*/ 1856955 w 4944320"/>
                <a:gd name="connsiteY27" fmla="*/ 923607 h 1020027"/>
                <a:gd name="connsiteX28" fmla="*/ 1188088 w 4944320"/>
                <a:gd name="connsiteY28" fmla="*/ 711941 h 1020027"/>
                <a:gd name="connsiteX29" fmla="*/ 891755 w 4944320"/>
                <a:gd name="connsiteY29" fmla="*/ 441007 h 1020027"/>
                <a:gd name="connsiteX30" fmla="*/ 705488 w 4944320"/>
                <a:gd name="connsiteY30" fmla="*/ 314007 h 1020027"/>
                <a:gd name="connsiteX31" fmla="*/ 502288 w 4944320"/>
                <a:gd name="connsiteY31" fmla="*/ 263207 h 1020027"/>
                <a:gd name="connsiteX32" fmla="*/ 146687 w 4944320"/>
                <a:gd name="connsiteY32" fmla="*/ 220874 h 1020027"/>
                <a:gd name="connsiteX33" fmla="*/ 19688 w 4944320"/>
                <a:gd name="connsiteY33" fmla="*/ 220874 h 1020027"/>
                <a:gd name="connsiteX34" fmla="*/ 87421 w 4944320"/>
                <a:gd name="connsiteY34" fmla="*/ 127740 h 1020027"/>
                <a:gd name="connsiteX0" fmla="*/ 87421 w 4933727"/>
                <a:gd name="connsiteY0" fmla="*/ 127740 h 1020027"/>
                <a:gd name="connsiteX1" fmla="*/ 815555 w 4933727"/>
                <a:gd name="connsiteY1" fmla="*/ 271674 h 1020027"/>
                <a:gd name="connsiteX2" fmla="*/ 1416688 w 4933727"/>
                <a:gd name="connsiteY2" fmla="*/ 711940 h 1020027"/>
                <a:gd name="connsiteX3" fmla="*/ 2813688 w 4933727"/>
                <a:gd name="connsiteY3" fmla="*/ 906674 h 1020027"/>
                <a:gd name="connsiteX4" fmla="*/ 3313221 w 4933727"/>
                <a:gd name="connsiteY4" fmla="*/ 271674 h 1020027"/>
                <a:gd name="connsiteX5" fmla="*/ 3878372 w 4933727"/>
                <a:gd name="connsiteY5" fmla="*/ 170120 h 1020027"/>
                <a:gd name="connsiteX6" fmla="*/ 4308055 w 4933727"/>
                <a:gd name="connsiteY6" fmla="*/ 425654 h 1020027"/>
                <a:gd name="connsiteX7" fmla="*/ 4469277 w 4933727"/>
                <a:gd name="connsiteY7" fmla="*/ 620539 h 1020027"/>
                <a:gd name="connsiteX8" fmla="*/ 4621677 w 4933727"/>
                <a:gd name="connsiteY8" fmla="*/ 700441 h 1020027"/>
                <a:gd name="connsiteX9" fmla="*/ 4786777 w 4933727"/>
                <a:gd name="connsiteY9" fmla="*/ 693178 h 1020027"/>
                <a:gd name="connsiteX10" fmla="*/ 4790655 w 4933727"/>
                <a:gd name="connsiteY10" fmla="*/ 512819 h 1020027"/>
                <a:gd name="connsiteX11" fmla="*/ 4640729 w 4933727"/>
                <a:gd name="connsiteY11" fmla="*/ 329985 h 1020027"/>
                <a:gd name="connsiteX12" fmla="*/ 4577229 w 4933727"/>
                <a:gd name="connsiteY12" fmla="*/ 32165 h 1020027"/>
                <a:gd name="connsiteX13" fmla="*/ 4919771 w 4933727"/>
                <a:gd name="connsiteY13" fmla="*/ 30903 h 1020027"/>
                <a:gd name="connsiteX14" fmla="*/ 4869329 w 4933727"/>
                <a:gd name="connsiteY14" fmla="*/ 308193 h 1020027"/>
                <a:gd name="connsiteX15" fmla="*/ 4850279 w 4933727"/>
                <a:gd name="connsiteY15" fmla="*/ 402622 h 1020027"/>
                <a:gd name="connsiteX16" fmla="*/ 4869328 w 4933727"/>
                <a:gd name="connsiteY16" fmla="*/ 729497 h 1020027"/>
                <a:gd name="connsiteX17" fmla="*/ 4689055 w 4933727"/>
                <a:gd name="connsiteY17" fmla="*/ 801936 h 1020027"/>
                <a:gd name="connsiteX18" fmla="*/ 4424470 w 4933727"/>
                <a:gd name="connsiteY18" fmla="*/ 709912 h 1020027"/>
                <a:gd name="connsiteX19" fmla="*/ 4158128 w 4933727"/>
                <a:gd name="connsiteY19" fmla="*/ 395357 h 1020027"/>
                <a:gd name="connsiteX20" fmla="*/ 3920705 w 4933727"/>
                <a:gd name="connsiteY20" fmla="*/ 274126 h 1020027"/>
                <a:gd name="connsiteX21" fmla="*/ 3596855 w 4933727"/>
                <a:gd name="connsiteY21" fmla="*/ 254741 h 1020027"/>
                <a:gd name="connsiteX22" fmla="*/ 3414821 w 4933727"/>
                <a:gd name="connsiteY22" fmla="*/ 330941 h 1020027"/>
                <a:gd name="connsiteX23" fmla="*/ 3296288 w 4933727"/>
                <a:gd name="connsiteY23" fmla="*/ 449473 h 1020027"/>
                <a:gd name="connsiteX24" fmla="*/ 3084621 w 4933727"/>
                <a:gd name="connsiteY24" fmla="*/ 830473 h 1020027"/>
                <a:gd name="connsiteX25" fmla="*/ 2906821 w 4933727"/>
                <a:gd name="connsiteY25" fmla="*/ 982874 h 1020027"/>
                <a:gd name="connsiteX26" fmla="*/ 2542755 w 4933727"/>
                <a:gd name="connsiteY26" fmla="*/ 1016740 h 1020027"/>
                <a:gd name="connsiteX27" fmla="*/ 1856955 w 4933727"/>
                <a:gd name="connsiteY27" fmla="*/ 923607 h 1020027"/>
                <a:gd name="connsiteX28" fmla="*/ 1188088 w 4933727"/>
                <a:gd name="connsiteY28" fmla="*/ 711941 h 1020027"/>
                <a:gd name="connsiteX29" fmla="*/ 891755 w 4933727"/>
                <a:gd name="connsiteY29" fmla="*/ 441007 h 1020027"/>
                <a:gd name="connsiteX30" fmla="*/ 705488 w 4933727"/>
                <a:gd name="connsiteY30" fmla="*/ 314007 h 1020027"/>
                <a:gd name="connsiteX31" fmla="*/ 502288 w 4933727"/>
                <a:gd name="connsiteY31" fmla="*/ 263207 h 1020027"/>
                <a:gd name="connsiteX32" fmla="*/ 146687 w 4933727"/>
                <a:gd name="connsiteY32" fmla="*/ 220874 h 1020027"/>
                <a:gd name="connsiteX33" fmla="*/ 19688 w 4933727"/>
                <a:gd name="connsiteY33" fmla="*/ 220874 h 1020027"/>
                <a:gd name="connsiteX34" fmla="*/ 87421 w 4933727"/>
                <a:gd name="connsiteY34" fmla="*/ 127740 h 1020027"/>
                <a:gd name="connsiteX0" fmla="*/ 87421 w 4933727"/>
                <a:gd name="connsiteY0" fmla="*/ 127740 h 1020027"/>
                <a:gd name="connsiteX1" fmla="*/ 815555 w 4933727"/>
                <a:gd name="connsiteY1" fmla="*/ 271674 h 1020027"/>
                <a:gd name="connsiteX2" fmla="*/ 1416688 w 4933727"/>
                <a:gd name="connsiteY2" fmla="*/ 711940 h 1020027"/>
                <a:gd name="connsiteX3" fmla="*/ 2813688 w 4933727"/>
                <a:gd name="connsiteY3" fmla="*/ 906674 h 1020027"/>
                <a:gd name="connsiteX4" fmla="*/ 3313221 w 4933727"/>
                <a:gd name="connsiteY4" fmla="*/ 271674 h 1020027"/>
                <a:gd name="connsiteX5" fmla="*/ 3878372 w 4933727"/>
                <a:gd name="connsiteY5" fmla="*/ 170120 h 1020027"/>
                <a:gd name="connsiteX6" fmla="*/ 4308055 w 4933727"/>
                <a:gd name="connsiteY6" fmla="*/ 425654 h 1020027"/>
                <a:gd name="connsiteX7" fmla="*/ 4469277 w 4933727"/>
                <a:gd name="connsiteY7" fmla="*/ 620539 h 1020027"/>
                <a:gd name="connsiteX8" fmla="*/ 4621677 w 4933727"/>
                <a:gd name="connsiteY8" fmla="*/ 700441 h 1020027"/>
                <a:gd name="connsiteX9" fmla="*/ 4786777 w 4933727"/>
                <a:gd name="connsiteY9" fmla="*/ 693178 h 1020027"/>
                <a:gd name="connsiteX10" fmla="*/ 4790655 w 4933727"/>
                <a:gd name="connsiteY10" fmla="*/ 512819 h 1020027"/>
                <a:gd name="connsiteX11" fmla="*/ 4640729 w 4933727"/>
                <a:gd name="connsiteY11" fmla="*/ 329985 h 1020027"/>
                <a:gd name="connsiteX12" fmla="*/ 4577229 w 4933727"/>
                <a:gd name="connsiteY12" fmla="*/ 32165 h 1020027"/>
                <a:gd name="connsiteX13" fmla="*/ 4919771 w 4933727"/>
                <a:gd name="connsiteY13" fmla="*/ 30903 h 1020027"/>
                <a:gd name="connsiteX14" fmla="*/ 4869329 w 4933727"/>
                <a:gd name="connsiteY14" fmla="*/ 308193 h 1020027"/>
                <a:gd name="connsiteX15" fmla="*/ 4818529 w 4933727"/>
                <a:gd name="connsiteY15" fmla="*/ 380831 h 1020027"/>
                <a:gd name="connsiteX16" fmla="*/ 4869328 w 4933727"/>
                <a:gd name="connsiteY16" fmla="*/ 729497 h 1020027"/>
                <a:gd name="connsiteX17" fmla="*/ 4689055 w 4933727"/>
                <a:gd name="connsiteY17" fmla="*/ 801936 h 1020027"/>
                <a:gd name="connsiteX18" fmla="*/ 4424470 w 4933727"/>
                <a:gd name="connsiteY18" fmla="*/ 709912 h 1020027"/>
                <a:gd name="connsiteX19" fmla="*/ 4158128 w 4933727"/>
                <a:gd name="connsiteY19" fmla="*/ 395357 h 1020027"/>
                <a:gd name="connsiteX20" fmla="*/ 3920705 w 4933727"/>
                <a:gd name="connsiteY20" fmla="*/ 274126 h 1020027"/>
                <a:gd name="connsiteX21" fmla="*/ 3596855 w 4933727"/>
                <a:gd name="connsiteY21" fmla="*/ 254741 h 1020027"/>
                <a:gd name="connsiteX22" fmla="*/ 3414821 w 4933727"/>
                <a:gd name="connsiteY22" fmla="*/ 330941 h 1020027"/>
                <a:gd name="connsiteX23" fmla="*/ 3296288 w 4933727"/>
                <a:gd name="connsiteY23" fmla="*/ 449473 h 1020027"/>
                <a:gd name="connsiteX24" fmla="*/ 3084621 w 4933727"/>
                <a:gd name="connsiteY24" fmla="*/ 830473 h 1020027"/>
                <a:gd name="connsiteX25" fmla="*/ 2906821 w 4933727"/>
                <a:gd name="connsiteY25" fmla="*/ 982874 h 1020027"/>
                <a:gd name="connsiteX26" fmla="*/ 2542755 w 4933727"/>
                <a:gd name="connsiteY26" fmla="*/ 1016740 h 1020027"/>
                <a:gd name="connsiteX27" fmla="*/ 1856955 w 4933727"/>
                <a:gd name="connsiteY27" fmla="*/ 923607 h 1020027"/>
                <a:gd name="connsiteX28" fmla="*/ 1188088 w 4933727"/>
                <a:gd name="connsiteY28" fmla="*/ 711941 h 1020027"/>
                <a:gd name="connsiteX29" fmla="*/ 891755 w 4933727"/>
                <a:gd name="connsiteY29" fmla="*/ 441007 h 1020027"/>
                <a:gd name="connsiteX30" fmla="*/ 705488 w 4933727"/>
                <a:gd name="connsiteY30" fmla="*/ 314007 h 1020027"/>
                <a:gd name="connsiteX31" fmla="*/ 502288 w 4933727"/>
                <a:gd name="connsiteY31" fmla="*/ 263207 h 1020027"/>
                <a:gd name="connsiteX32" fmla="*/ 146687 w 4933727"/>
                <a:gd name="connsiteY32" fmla="*/ 220874 h 1020027"/>
                <a:gd name="connsiteX33" fmla="*/ 19688 w 4933727"/>
                <a:gd name="connsiteY33" fmla="*/ 220874 h 1020027"/>
                <a:gd name="connsiteX34" fmla="*/ 87421 w 4933727"/>
                <a:gd name="connsiteY34" fmla="*/ 127740 h 1020027"/>
                <a:gd name="connsiteX0" fmla="*/ 87421 w 4933727"/>
                <a:gd name="connsiteY0" fmla="*/ 127740 h 1020027"/>
                <a:gd name="connsiteX1" fmla="*/ 815555 w 4933727"/>
                <a:gd name="connsiteY1" fmla="*/ 271674 h 1020027"/>
                <a:gd name="connsiteX2" fmla="*/ 1416688 w 4933727"/>
                <a:gd name="connsiteY2" fmla="*/ 711940 h 1020027"/>
                <a:gd name="connsiteX3" fmla="*/ 2813688 w 4933727"/>
                <a:gd name="connsiteY3" fmla="*/ 906674 h 1020027"/>
                <a:gd name="connsiteX4" fmla="*/ 3313221 w 4933727"/>
                <a:gd name="connsiteY4" fmla="*/ 271674 h 1020027"/>
                <a:gd name="connsiteX5" fmla="*/ 3878372 w 4933727"/>
                <a:gd name="connsiteY5" fmla="*/ 170120 h 1020027"/>
                <a:gd name="connsiteX6" fmla="*/ 4308055 w 4933727"/>
                <a:gd name="connsiteY6" fmla="*/ 425654 h 1020027"/>
                <a:gd name="connsiteX7" fmla="*/ 4469277 w 4933727"/>
                <a:gd name="connsiteY7" fmla="*/ 620539 h 1020027"/>
                <a:gd name="connsiteX8" fmla="*/ 4621677 w 4933727"/>
                <a:gd name="connsiteY8" fmla="*/ 700441 h 1020027"/>
                <a:gd name="connsiteX9" fmla="*/ 4786777 w 4933727"/>
                <a:gd name="connsiteY9" fmla="*/ 693178 h 1020027"/>
                <a:gd name="connsiteX10" fmla="*/ 4746205 w 4933727"/>
                <a:gd name="connsiteY10" fmla="*/ 505555 h 1020027"/>
                <a:gd name="connsiteX11" fmla="*/ 4640729 w 4933727"/>
                <a:gd name="connsiteY11" fmla="*/ 329985 h 1020027"/>
                <a:gd name="connsiteX12" fmla="*/ 4577229 w 4933727"/>
                <a:gd name="connsiteY12" fmla="*/ 32165 h 1020027"/>
                <a:gd name="connsiteX13" fmla="*/ 4919771 w 4933727"/>
                <a:gd name="connsiteY13" fmla="*/ 30903 h 1020027"/>
                <a:gd name="connsiteX14" fmla="*/ 4869329 w 4933727"/>
                <a:gd name="connsiteY14" fmla="*/ 308193 h 1020027"/>
                <a:gd name="connsiteX15" fmla="*/ 4818529 w 4933727"/>
                <a:gd name="connsiteY15" fmla="*/ 380831 h 1020027"/>
                <a:gd name="connsiteX16" fmla="*/ 4869328 w 4933727"/>
                <a:gd name="connsiteY16" fmla="*/ 729497 h 1020027"/>
                <a:gd name="connsiteX17" fmla="*/ 4689055 w 4933727"/>
                <a:gd name="connsiteY17" fmla="*/ 801936 h 1020027"/>
                <a:gd name="connsiteX18" fmla="*/ 4424470 w 4933727"/>
                <a:gd name="connsiteY18" fmla="*/ 709912 h 1020027"/>
                <a:gd name="connsiteX19" fmla="*/ 4158128 w 4933727"/>
                <a:gd name="connsiteY19" fmla="*/ 395357 h 1020027"/>
                <a:gd name="connsiteX20" fmla="*/ 3920705 w 4933727"/>
                <a:gd name="connsiteY20" fmla="*/ 274126 h 1020027"/>
                <a:gd name="connsiteX21" fmla="*/ 3596855 w 4933727"/>
                <a:gd name="connsiteY21" fmla="*/ 254741 h 1020027"/>
                <a:gd name="connsiteX22" fmla="*/ 3414821 w 4933727"/>
                <a:gd name="connsiteY22" fmla="*/ 330941 h 1020027"/>
                <a:gd name="connsiteX23" fmla="*/ 3296288 w 4933727"/>
                <a:gd name="connsiteY23" fmla="*/ 449473 h 1020027"/>
                <a:gd name="connsiteX24" fmla="*/ 3084621 w 4933727"/>
                <a:gd name="connsiteY24" fmla="*/ 830473 h 1020027"/>
                <a:gd name="connsiteX25" fmla="*/ 2906821 w 4933727"/>
                <a:gd name="connsiteY25" fmla="*/ 982874 h 1020027"/>
                <a:gd name="connsiteX26" fmla="*/ 2542755 w 4933727"/>
                <a:gd name="connsiteY26" fmla="*/ 1016740 h 1020027"/>
                <a:gd name="connsiteX27" fmla="*/ 1856955 w 4933727"/>
                <a:gd name="connsiteY27" fmla="*/ 923607 h 1020027"/>
                <a:gd name="connsiteX28" fmla="*/ 1188088 w 4933727"/>
                <a:gd name="connsiteY28" fmla="*/ 711941 h 1020027"/>
                <a:gd name="connsiteX29" fmla="*/ 891755 w 4933727"/>
                <a:gd name="connsiteY29" fmla="*/ 441007 h 1020027"/>
                <a:gd name="connsiteX30" fmla="*/ 705488 w 4933727"/>
                <a:gd name="connsiteY30" fmla="*/ 314007 h 1020027"/>
                <a:gd name="connsiteX31" fmla="*/ 502288 w 4933727"/>
                <a:gd name="connsiteY31" fmla="*/ 263207 h 1020027"/>
                <a:gd name="connsiteX32" fmla="*/ 146687 w 4933727"/>
                <a:gd name="connsiteY32" fmla="*/ 220874 h 1020027"/>
                <a:gd name="connsiteX33" fmla="*/ 19688 w 4933727"/>
                <a:gd name="connsiteY33" fmla="*/ 220874 h 1020027"/>
                <a:gd name="connsiteX34" fmla="*/ 87421 w 4933727"/>
                <a:gd name="connsiteY34" fmla="*/ 127740 h 1020027"/>
                <a:gd name="connsiteX0" fmla="*/ 87421 w 4933727"/>
                <a:gd name="connsiteY0" fmla="*/ 127740 h 1020027"/>
                <a:gd name="connsiteX1" fmla="*/ 815555 w 4933727"/>
                <a:gd name="connsiteY1" fmla="*/ 271674 h 1020027"/>
                <a:gd name="connsiteX2" fmla="*/ 1416688 w 4933727"/>
                <a:gd name="connsiteY2" fmla="*/ 711940 h 1020027"/>
                <a:gd name="connsiteX3" fmla="*/ 2813688 w 4933727"/>
                <a:gd name="connsiteY3" fmla="*/ 906674 h 1020027"/>
                <a:gd name="connsiteX4" fmla="*/ 3313221 w 4933727"/>
                <a:gd name="connsiteY4" fmla="*/ 271674 h 1020027"/>
                <a:gd name="connsiteX5" fmla="*/ 3878372 w 4933727"/>
                <a:gd name="connsiteY5" fmla="*/ 170120 h 1020027"/>
                <a:gd name="connsiteX6" fmla="*/ 4308055 w 4933727"/>
                <a:gd name="connsiteY6" fmla="*/ 425654 h 1020027"/>
                <a:gd name="connsiteX7" fmla="*/ 4469277 w 4933727"/>
                <a:gd name="connsiteY7" fmla="*/ 620539 h 1020027"/>
                <a:gd name="connsiteX8" fmla="*/ 4621677 w 4933727"/>
                <a:gd name="connsiteY8" fmla="*/ 700441 h 1020027"/>
                <a:gd name="connsiteX9" fmla="*/ 4735977 w 4933727"/>
                <a:gd name="connsiteY9" fmla="*/ 671386 h 1020027"/>
                <a:gd name="connsiteX10" fmla="*/ 4746205 w 4933727"/>
                <a:gd name="connsiteY10" fmla="*/ 505555 h 1020027"/>
                <a:gd name="connsiteX11" fmla="*/ 4640729 w 4933727"/>
                <a:gd name="connsiteY11" fmla="*/ 329985 h 1020027"/>
                <a:gd name="connsiteX12" fmla="*/ 4577229 w 4933727"/>
                <a:gd name="connsiteY12" fmla="*/ 32165 h 1020027"/>
                <a:gd name="connsiteX13" fmla="*/ 4919771 w 4933727"/>
                <a:gd name="connsiteY13" fmla="*/ 30903 h 1020027"/>
                <a:gd name="connsiteX14" fmla="*/ 4869329 w 4933727"/>
                <a:gd name="connsiteY14" fmla="*/ 308193 h 1020027"/>
                <a:gd name="connsiteX15" fmla="*/ 4818529 w 4933727"/>
                <a:gd name="connsiteY15" fmla="*/ 380831 h 1020027"/>
                <a:gd name="connsiteX16" fmla="*/ 4869328 w 4933727"/>
                <a:gd name="connsiteY16" fmla="*/ 729497 h 1020027"/>
                <a:gd name="connsiteX17" fmla="*/ 4689055 w 4933727"/>
                <a:gd name="connsiteY17" fmla="*/ 801936 h 1020027"/>
                <a:gd name="connsiteX18" fmla="*/ 4424470 w 4933727"/>
                <a:gd name="connsiteY18" fmla="*/ 709912 h 1020027"/>
                <a:gd name="connsiteX19" fmla="*/ 4158128 w 4933727"/>
                <a:gd name="connsiteY19" fmla="*/ 395357 h 1020027"/>
                <a:gd name="connsiteX20" fmla="*/ 3920705 w 4933727"/>
                <a:gd name="connsiteY20" fmla="*/ 274126 h 1020027"/>
                <a:gd name="connsiteX21" fmla="*/ 3596855 w 4933727"/>
                <a:gd name="connsiteY21" fmla="*/ 254741 h 1020027"/>
                <a:gd name="connsiteX22" fmla="*/ 3414821 w 4933727"/>
                <a:gd name="connsiteY22" fmla="*/ 330941 h 1020027"/>
                <a:gd name="connsiteX23" fmla="*/ 3296288 w 4933727"/>
                <a:gd name="connsiteY23" fmla="*/ 449473 h 1020027"/>
                <a:gd name="connsiteX24" fmla="*/ 3084621 w 4933727"/>
                <a:gd name="connsiteY24" fmla="*/ 830473 h 1020027"/>
                <a:gd name="connsiteX25" fmla="*/ 2906821 w 4933727"/>
                <a:gd name="connsiteY25" fmla="*/ 982874 h 1020027"/>
                <a:gd name="connsiteX26" fmla="*/ 2542755 w 4933727"/>
                <a:gd name="connsiteY26" fmla="*/ 1016740 h 1020027"/>
                <a:gd name="connsiteX27" fmla="*/ 1856955 w 4933727"/>
                <a:gd name="connsiteY27" fmla="*/ 923607 h 1020027"/>
                <a:gd name="connsiteX28" fmla="*/ 1188088 w 4933727"/>
                <a:gd name="connsiteY28" fmla="*/ 711941 h 1020027"/>
                <a:gd name="connsiteX29" fmla="*/ 891755 w 4933727"/>
                <a:gd name="connsiteY29" fmla="*/ 441007 h 1020027"/>
                <a:gd name="connsiteX30" fmla="*/ 705488 w 4933727"/>
                <a:gd name="connsiteY30" fmla="*/ 314007 h 1020027"/>
                <a:gd name="connsiteX31" fmla="*/ 502288 w 4933727"/>
                <a:gd name="connsiteY31" fmla="*/ 263207 h 1020027"/>
                <a:gd name="connsiteX32" fmla="*/ 146687 w 4933727"/>
                <a:gd name="connsiteY32" fmla="*/ 220874 h 1020027"/>
                <a:gd name="connsiteX33" fmla="*/ 19688 w 4933727"/>
                <a:gd name="connsiteY33" fmla="*/ 220874 h 1020027"/>
                <a:gd name="connsiteX34" fmla="*/ 87421 w 4933727"/>
                <a:gd name="connsiteY34" fmla="*/ 127740 h 1020027"/>
                <a:gd name="connsiteX0" fmla="*/ 87421 w 4933727"/>
                <a:gd name="connsiteY0" fmla="*/ 127740 h 1020027"/>
                <a:gd name="connsiteX1" fmla="*/ 815555 w 4933727"/>
                <a:gd name="connsiteY1" fmla="*/ 271674 h 1020027"/>
                <a:gd name="connsiteX2" fmla="*/ 1416688 w 4933727"/>
                <a:gd name="connsiteY2" fmla="*/ 711940 h 1020027"/>
                <a:gd name="connsiteX3" fmla="*/ 2813688 w 4933727"/>
                <a:gd name="connsiteY3" fmla="*/ 906674 h 1020027"/>
                <a:gd name="connsiteX4" fmla="*/ 3313221 w 4933727"/>
                <a:gd name="connsiteY4" fmla="*/ 271674 h 1020027"/>
                <a:gd name="connsiteX5" fmla="*/ 3878372 w 4933727"/>
                <a:gd name="connsiteY5" fmla="*/ 170120 h 1020027"/>
                <a:gd name="connsiteX6" fmla="*/ 4308055 w 4933727"/>
                <a:gd name="connsiteY6" fmla="*/ 425654 h 1020027"/>
                <a:gd name="connsiteX7" fmla="*/ 4469277 w 4933727"/>
                <a:gd name="connsiteY7" fmla="*/ 620539 h 1020027"/>
                <a:gd name="connsiteX8" fmla="*/ 4621677 w 4933727"/>
                <a:gd name="connsiteY8" fmla="*/ 700441 h 1020027"/>
                <a:gd name="connsiteX9" fmla="*/ 4735977 w 4933727"/>
                <a:gd name="connsiteY9" fmla="*/ 671386 h 1020027"/>
                <a:gd name="connsiteX10" fmla="*/ 4746205 w 4933727"/>
                <a:gd name="connsiteY10" fmla="*/ 505555 h 1020027"/>
                <a:gd name="connsiteX11" fmla="*/ 4640729 w 4933727"/>
                <a:gd name="connsiteY11" fmla="*/ 329985 h 1020027"/>
                <a:gd name="connsiteX12" fmla="*/ 4577229 w 4933727"/>
                <a:gd name="connsiteY12" fmla="*/ 32165 h 1020027"/>
                <a:gd name="connsiteX13" fmla="*/ 4919771 w 4933727"/>
                <a:gd name="connsiteY13" fmla="*/ 30903 h 1020027"/>
                <a:gd name="connsiteX14" fmla="*/ 4869329 w 4933727"/>
                <a:gd name="connsiteY14" fmla="*/ 308193 h 1020027"/>
                <a:gd name="connsiteX15" fmla="*/ 4818529 w 4933727"/>
                <a:gd name="connsiteY15" fmla="*/ 380831 h 1020027"/>
                <a:gd name="connsiteX16" fmla="*/ 4799478 w 4933727"/>
                <a:gd name="connsiteY16" fmla="*/ 751288 h 1020027"/>
                <a:gd name="connsiteX17" fmla="*/ 4689055 w 4933727"/>
                <a:gd name="connsiteY17" fmla="*/ 801936 h 1020027"/>
                <a:gd name="connsiteX18" fmla="*/ 4424470 w 4933727"/>
                <a:gd name="connsiteY18" fmla="*/ 709912 h 1020027"/>
                <a:gd name="connsiteX19" fmla="*/ 4158128 w 4933727"/>
                <a:gd name="connsiteY19" fmla="*/ 395357 h 1020027"/>
                <a:gd name="connsiteX20" fmla="*/ 3920705 w 4933727"/>
                <a:gd name="connsiteY20" fmla="*/ 274126 h 1020027"/>
                <a:gd name="connsiteX21" fmla="*/ 3596855 w 4933727"/>
                <a:gd name="connsiteY21" fmla="*/ 254741 h 1020027"/>
                <a:gd name="connsiteX22" fmla="*/ 3414821 w 4933727"/>
                <a:gd name="connsiteY22" fmla="*/ 330941 h 1020027"/>
                <a:gd name="connsiteX23" fmla="*/ 3296288 w 4933727"/>
                <a:gd name="connsiteY23" fmla="*/ 449473 h 1020027"/>
                <a:gd name="connsiteX24" fmla="*/ 3084621 w 4933727"/>
                <a:gd name="connsiteY24" fmla="*/ 830473 h 1020027"/>
                <a:gd name="connsiteX25" fmla="*/ 2906821 w 4933727"/>
                <a:gd name="connsiteY25" fmla="*/ 982874 h 1020027"/>
                <a:gd name="connsiteX26" fmla="*/ 2542755 w 4933727"/>
                <a:gd name="connsiteY26" fmla="*/ 1016740 h 1020027"/>
                <a:gd name="connsiteX27" fmla="*/ 1856955 w 4933727"/>
                <a:gd name="connsiteY27" fmla="*/ 923607 h 1020027"/>
                <a:gd name="connsiteX28" fmla="*/ 1188088 w 4933727"/>
                <a:gd name="connsiteY28" fmla="*/ 711941 h 1020027"/>
                <a:gd name="connsiteX29" fmla="*/ 891755 w 4933727"/>
                <a:gd name="connsiteY29" fmla="*/ 441007 h 1020027"/>
                <a:gd name="connsiteX30" fmla="*/ 705488 w 4933727"/>
                <a:gd name="connsiteY30" fmla="*/ 314007 h 1020027"/>
                <a:gd name="connsiteX31" fmla="*/ 502288 w 4933727"/>
                <a:gd name="connsiteY31" fmla="*/ 263207 h 1020027"/>
                <a:gd name="connsiteX32" fmla="*/ 146687 w 4933727"/>
                <a:gd name="connsiteY32" fmla="*/ 220874 h 1020027"/>
                <a:gd name="connsiteX33" fmla="*/ 19688 w 4933727"/>
                <a:gd name="connsiteY33" fmla="*/ 220874 h 1020027"/>
                <a:gd name="connsiteX34" fmla="*/ 87421 w 4933727"/>
                <a:gd name="connsiteY34" fmla="*/ 127740 h 1020027"/>
                <a:gd name="connsiteX0" fmla="*/ 87421 w 4933727"/>
                <a:gd name="connsiteY0" fmla="*/ 127740 h 1020027"/>
                <a:gd name="connsiteX1" fmla="*/ 815555 w 4933727"/>
                <a:gd name="connsiteY1" fmla="*/ 271674 h 1020027"/>
                <a:gd name="connsiteX2" fmla="*/ 1416688 w 4933727"/>
                <a:gd name="connsiteY2" fmla="*/ 711940 h 1020027"/>
                <a:gd name="connsiteX3" fmla="*/ 2813688 w 4933727"/>
                <a:gd name="connsiteY3" fmla="*/ 906674 h 1020027"/>
                <a:gd name="connsiteX4" fmla="*/ 3313221 w 4933727"/>
                <a:gd name="connsiteY4" fmla="*/ 271674 h 1020027"/>
                <a:gd name="connsiteX5" fmla="*/ 3878372 w 4933727"/>
                <a:gd name="connsiteY5" fmla="*/ 170120 h 1020027"/>
                <a:gd name="connsiteX6" fmla="*/ 4308055 w 4933727"/>
                <a:gd name="connsiteY6" fmla="*/ 425654 h 1020027"/>
                <a:gd name="connsiteX7" fmla="*/ 4469277 w 4933727"/>
                <a:gd name="connsiteY7" fmla="*/ 620539 h 1020027"/>
                <a:gd name="connsiteX8" fmla="*/ 4621677 w 4933727"/>
                <a:gd name="connsiteY8" fmla="*/ 700441 h 1020027"/>
                <a:gd name="connsiteX9" fmla="*/ 4735977 w 4933727"/>
                <a:gd name="connsiteY9" fmla="*/ 671386 h 1020027"/>
                <a:gd name="connsiteX10" fmla="*/ 4746205 w 4933727"/>
                <a:gd name="connsiteY10" fmla="*/ 505555 h 1020027"/>
                <a:gd name="connsiteX11" fmla="*/ 4634379 w 4933727"/>
                <a:gd name="connsiteY11" fmla="*/ 293666 h 1020027"/>
                <a:gd name="connsiteX12" fmla="*/ 4577229 w 4933727"/>
                <a:gd name="connsiteY12" fmla="*/ 32165 h 1020027"/>
                <a:gd name="connsiteX13" fmla="*/ 4919771 w 4933727"/>
                <a:gd name="connsiteY13" fmla="*/ 30903 h 1020027"/>
                <a:gd name="connsiteX14" fmla="*/ 4869329 w 4933727"/>
                <a:gd name="connsiteY14" fmla="*/ 308193 h 1020027"/>
                <a:gd name="connsiteX15" fmla="*/ 4818529 w 4933727"/>
                <a:gd name="connsiteY15" fmla="*/ 380831 h 1020027"/>
                <a:gd name="connsiteX16" fmla="*/ 4799478 w 4933727"/>
                <a:gd name="connsiteY16" fmla="*/ 751288 h 1020027"/>
                <a:gd name="connsiteX17" fmla="*/ 4689055 w 4933727"/>
                <a:gd name="connsiteY17" fmla="*/ 801936 h 1020027"/>
                <a:gd name="connsiteX18" fmla="*/ 4424470 w 4933727"/>
                <a:gd name="connsiteY18" fmla="*/ 709912 h 1020027"/>
                <a:gd name="connsiteX19" fmla="*/ 4158128 w 4933727"/>
                <a:gd name="connsiteY19" fmla="*/ 395357 h 1020027"/>
                <a:gd name="connsiteX20" fmla="*/ 3920705 w 4933727"/>
                <a:gd name="connsiteY20" fmla="*/ 274126 h 1020027"/>
                <a:gd name="connsiteX21" fmla="*/ 3596855 w 4933727"/>
                <a:gd name="connsiteY21" fmla="*/ 254741 h 1020027"/>
                <a:gd name="connsiteX22" fmla="*/ 3414821 w 4933727"/>
                <a:gd name="connsiteY22" fmla="*/ 330941 h 1020027"/>
                <a:gd name="connsiteX23" fmla="*/ 3296288 w 4933727"/>
                <a:gd name="connsiteY23" fmla="*/ 449473 h 1020027"/>
                <a:gd name="connsiteX24" fmla="*/ 3084621 w 4933727"/>
                <a:gd name="connsiteY24" fmla="*/ 830473 h 1020027"/>
                <a:gd name="connsiteX25" fmla="*/ 2906821 w 4933727"/>
                <a:gd name="connsiteY25" fmla="*/ 982874 h 1020027"/>
                <a:gd name="connsiteX26" fmla="*/ 2542755 w 4933727"/>
                <a:gd name="connsiteY26" fmla="*/ 1016740 h 1020027"/>
                <a:gd name="connsiteX27" fmla="*/ 1856955 w 4933727"/>
                <a:gd name="connsiteY27" fmla="*/ 923607 h 1020027"/>
                <a:gd name="connsiteX28" fmla="*/ 1188088 w 4933727"/>
                <a:gd name="connsiteY28" fmla="*/ 711941 h 1020027"/>
                <a:gd name="connsiteX29" fmla="*/ 891755 w 4933727"/>
                <a:gd name="connsiteY29" fmla="*/ 441007 h 1020027"/>
                <a:gd name="connsiteX30" fmla="*/ 705488 w 4933727"/>
                <a:gd name="connsiteY30" fmla="*/ 314007 h 1020027"/>
                <a:gd name="connsiteX31" fmla="*/ 502288 w 4933727"/>
                <a:gd name="connsiteY31" fmla="*/ 263207 h 1020027"/>
                <a:gd name="connsiteX32" fmla="*/ 146687 w 4933727"/>
                <a:gd name="connsiteY32" fmla="*/ 220874 h 1020027"/>
                <a:gd name="connsiteX33" fmla="*/ 19688 w 4933727"/>
                <a:gd name="connsiteY33" fmla="*/ 220874 h 1020027"/>
                <a:gd name="connsiteX34" fmla="*/ 87421 w 4933727"/>
                <a:gd name="connsiteY34" fmla="*/ 127740 h 1020027"/>
                <a:gd name="connsiteX0" fmla="*/ 87421 w 4933727"/>
                <a:gd name="connsiteY0" fmla="*/ 127740 h 1020027"/>
                <a:gd name="connsiteX1" fmla="*/ 815555 w 4933727"/>
                <a:gd name="connsiteY1" fmla="*/ 271674 h 1020027"/>
                <a:gd name="connsiteX2" fmla="*/ 1416688 w 4933727"/>
                <a:gd name="connsiteY2" fmla="*/ 711940 h 1020027"/>
                <a:gd name="connsiteX3" fmla="*/ 2813688 w 4933727"/>
                <a:gd name="connsiteY3" fmla="*/ 906674 h 1020027"/>
                <a:gd name="connsiteX4" fmla="*/ 3313221 w 4933727"/>
                <a:gd name="connsiteY4" fmla="*/ 271674 h 1020027"/>
                <a:gd name="connsiteX5" fmla="*/ 3878372 w 4933727"/>
                <a:gd name="connsiteY5" fmla="*/ 170120 h 1020027"/>
                <a:gd name="connsiteX6" fmla="*/ 4308055 w 4933727"/>
                <a:gd name="connsiteY6" fmla="*/ 425654 h 1020027"/>
                <a:gd name="connsiteX7" fmla="*/ 4469277 w 4933727"/>
                <a:gd name="connsiteY7" fmla="*/ 620539 h 1020027"/>
                <a:gd name="connsiteX8" fmla="*/ 4621677 w 4933727"/>
                <a:gd name="connsiteY8" fmla="*/ 700441 h 1020027"/>
                <a:gd name="connsiteX9" fmla="*/ 4735977 w 4933727"/>
                <a:gd name="connsiteY9" fmla="*/ 671386 h 1020027"/>
                <a:gd name="connsiteX10" fmla="*/ 4746205 w 4933727"/>
                <a:gd name="connsiteY10" fmla="*/ 505555 h 1020027"/>
                <a:gd name="connsiteX11" fmla="*/ 4634379 w 4933727"/>
                <a:gd name="connsiteY11" fmla="*/ 293666 h 1020027"/>
                <a:gd name="connsiteX12" fmla="*/ 4577229 w 4933727"/>
                <a:gd name="connsiteY12" fmla="*/ 32165 h 1020027"/>
                <a:gd name="connsiteX13" fmla="*/ 4919771 w 4933727"/>
                <a:gd name="connsiteY13" fmla="*/ 30903 h 1020027"/>
                <a:gd name="connsiteX14" fmla="*/ 4869329 w 4933727"/>
                <a:gd name="connsiteY14" fmla="*/ 308193 h 1020027"/>
                <a:gd name="connsiteX15" fmla="*/ 4818529 w 4933727"/>
                <a:gd name="connsiteY15" fmla="*/ 380831 h 1020027"/>
                <a:gd name="connsiteX16" fmla="*/ 4799478 w 4933727"/>
                <a:gd name="connsiteY16" fmla="*/ 751288 h 1020027"/>
                <a:gd name="connsiteX17" fmla="*/ 4689055 w 4933727"/>
                <a:gd name="connsiteY17" fmla="*/ 801936 h 1020027"/>
                <a:gd name="connsiteX18" fmla="*/ 4424470 w 4933727"/>
                <a:gd name="connsiteY18" fmla="*/ 709912 h 1020027"/>
                <a:gd name="connsiteX19" fmla="*/ 4158128 w 4933727"/>
                <a:gd name="connsiteY19" fmla="*/ 395357 h 1020027"/>
                <a:gd name="connsiteX20" fmla="*/ 3920705 w 4933727"/>
                <a:gd name="connsiteY20" fmla="*/ 274126 h 1020027"/>
                <a:gd name="connsiteX21" fmla="*/ 3596855 w 4933727"/>
                <a:gd name="connsiteY21" fmla="*/ 254741 h 1020027"/>
                <a:gd name="connsiteX22" fmla="*/ 3414821 w 4933727"/>
                <a:gd name="connsiteY22" fmla="*/ 330941 h 1020027"/>
                <a:gd name="connsiteX23" fmla="*/ 3296288 w 4933727"/>
                <a:gd name="connsiteY23" fmla="*/ 449473 h 1020027"/>
                <a:gd name="connsiteX24" fmla="*/ 3084621 w 4933727"/>
                <a:gd name="connsiteY24" fmla="*/ 830473 h 1020027"/>
                <a:gd name="connsiteX25" fmla="*/ 2906821 w 4933727"/>
                <a:gd name="connsiteY25" fmla="*/ 982874 h 1020027"/>
                <a:gd name="connsiteX26" fmla="*/ 2542755 w 4933727"/>
                <a:gd name="connsiteY26" fmla="*/ 1016740 h 1020027"/>
                <a:gd name="connsiteX27" fmla="*/ 1856955 w 4933727"/>
                <a:gd name="connsiteY27" fmla="*/ 923607 h 1020027"/>
                <a:gd name="connsiteX28" fmla="*/ 1188088 w 4933727"/>
                <a:gd name="connsiteY28" fmla="*/ 711941 h 1020027"/>
                <a:gd name="connsiteX29" fmla="*/ 891755 w 4933727"/>
                <a:gd name="connsiteY29" fmla="*/ 441007 h 1020027"/>
                <a:gd name="connsiteX30" fmla="*/ 705488 w 4933727"/>
                <a:gd name="connsiteY30" fmla="*/ 314007 h 1020027"/>
                <a:gd name="connsiteX31" fmla="*/ 502288 w 4933727"/>
                <a:gd name="connsiteY31" fmla="*/ 263207 h 1020027"/>
                <a:gd name="connsiteX32" fmla="*/ 146687 w 4933727"/>
                <a:gd name="connsiteY32" fmla="*/ 220874 h 1020027"/>
                <a:gd name="connsiteX33" fmla="*/ 19688 w 4933727"/>
                <a:gd name="connsiteY33" fmla="*/ 220874 h 1020027"/>
                <a:gd name="connsiteX34" fmla="*/ 87421 w 4933727"/>
                <a:gd name="connsiteY34" fmla="*/ 127740 h 1020027"/>
                <a:gd name="connsiteX0" fmla="*/ 87421 w 4933727"/>
                <a:gd name="connsiteY0" fmla="*/ 127740 h 1020027"/>
                <a:gd name="connsiteX1" fmla="*/ 815555 w 4933727"/>
                <a:gd name="connsiteY1" fmla="*/ 271674 h 1020027"/>
                <a:gd name="connsiteX2" fmla="*/ 1416688 w 4933727"/>
                <a:gd name="connsiteY2" fmla="*/ 711940 h 1020027"/>
                <a:gd name="connsiteX3" fmla="*/ 2813688 w 4933727"/>
                <a:gd name="connsiteY3" fmla="*/ 906674 h 1020027"/>
                <a:gd name="connsiteX4" fmla="*/ 3313221 w 4933727"/>
                <a:gd name="connsiteY4" fmla="*/ 271674 h 1020027"/>
                <a:gd name="connsiteX5" fmla="*/ 3878372 w 4933727"/>
                <a:gd name="connsiteY5" fmla="*/ 170120 h 1020027"/>
                <a:gd name="connsiteX6" fmla="*/ 4308055 w 4933727"/>
                <a:gd name="connsiteY6" fmla="*/ 425654 h 1020027"/>
                <a:gd name="connsiteX7" fmla="*/ 4469277 w 4933727"/>
                <a:gd name="connsiteY7" fmla="*/ 620539 h 1020027"/>
                <a:gd name="connsiteX8" fmla="*/ 4621677 w 4933727"/>
                <a:gd name="connsiteY8" fmla="*/ 700441 h 1020027"/>
                <a:gd name="connsiteX9" fmla="*/ 4735977 w 4933727"/>
                <a:gd name="connsiteY9" fmla="*/ 671386 h 1020027"/>
                <a:gd name="connsiteX10" fmla="*/ 4746205 w 4933727"/>
                <a:gd name="connsiteY10" fmla="*/ 505555 h 1020027"/>
                <a:gd name="connsiteX11" fmla="*/ 4634379 w 4933727"/>
                <a:gd name="connsiteY11" fmla="*/ 293666 h 1020027"/>
                <a:gd name="connsiteX12" fmla="*/ 4577229 w 4933727"/>
                <a:gd name="connsiteY12" fmla="*/ 32165 h 1020027"/>
                <a:gd name="connsiteX13" fmla="*/ 4919771 w 4933727"/>
                <a:gd name="connsiteY13" fmla="*/ 30903 h 1020027"/>
                <a:gd name="connsiteX14" fmla="*/ 4869329 w 4933727"/>
                <a:gd name="connsiteY14" fmla="*/ 308193 h 1020027"/>
                <a:gd name="connsiteX15" fmla="*/ 4818529 w 4933727"/>
                <a:gd name="connsiteY15" fmla="*/ 380831 h 1020027"/>
                <a:gd name="connsiteX16" fmla="*/ 4799478 w 4933727"/>
                <a:gd name="connsiteY16" fmla="*/ 751288 h 1020027"/>
                <a:gd name="connsiteX17" fmla="*/ 4689055 w 4933727"/>
                <a:gd name="connsiteY17" fmla="*/ 801936 h 1020027"/>
                <a:gd name="connsiteX18" fmla="*/ 4424470 w 4933727"/>
                <a:gd name="connsiteY18" fmla="*/ 709912 h 1020027"/>
                <a:gd name="connsiteX19" fmla="*/ 4158128 w 4933727"/>
                <a:gd name="connsiteY19" fmla="*/ 395357 h 1020027"/>
                <a:gd name="connsiteX20" fmla="*/ 3920705 w 4933727"/>
                <a:gd name="connsiteY20" fmla="*/ 274126 h 1020027"/>
                <a:gd name="connsiteX21" fmla="*/ 3596855 w 4933727"/>
                <a:gd name="connsiteY21" fmla="*/ 254741 h 1020027"/>
                <a:gd name="connsiteX22" fmla="*/ 3414821 w 4933727"/>
                <a:gd name="connsiteY22" fmla="*/ 330941 h 1020027"/>
                <a:gd name="connsiteX23" fmla="*/ 3296288 w 4933727"/>
                <a:gd name="connsiteY23" fmla="*/ 449473 h 1020027"/>
                <a:gd name="connsiteX24" fmla="*/ 3084621 w 4933727"/>
                <a:gd name="connsiteY24" fmla="*/ 830473 h 1020027"/>
                <a:gd name="connsiteX25" fmla="*/ 2906821 w 4933727"/>
                <a:gd name="connsiteY25" fmla="*/ 982874 h 1020027"/>
                <a:gd name="connsiteX26" fmla="*/ 2542755 w 4933727"/>
                <a:gd name="connsiteY26" fmla="*/ 1016740 h 1020027"/>
                <a:gd name="connsiteX27" fmla="*/ 1856955 w 4933727"/>
                <a:gd name="connsiteY27" fmla="*/ 923607 h 1020027"/>
                <a:gd name="connsiteX28" fmla="*/ 1188088 w 4933727"/>
                <a:gd name="connsiteY28" fmla="*/ 711941 h 1020027"/>
                <a:gd name="connsiteX29" fmla="*/ 891755 w 4933727"/>
                <a:gd name="connsiteY29" fmla="*/ 441007 h 1020027"/>
                <a:gd name="connsiteX30" fmla="*/ 705488 w 4933727"/>
                <a:gd name="connsiteY30" fmla="*/ 314007 h 1020027"/>
                <a:gd name="connsiteX31" fmla="*/ 502288 w 4933727"/>
                <a:gd name="connsiteY31" fmla="*/ 263207 h 1020027"/>
                <a:gd name="connsiteX32" fmla="*/ 146687 w 4933727"/>
                <a:gd name="connsiteY32" fmla="*/ 220874 h 1020027"/>
                <a:gd name="connsiteX33" fmla="*/ 19688 w 4933727"/>
                <a:gd name="connsiteY33" fmla="*/ 220874 h 1020027"/>
                <a:gd name="connsiteX34" fmla="*/ 87421 w 4933727"/>
                <a:gd name="connsiteY34" fmla="*/ 127740 h 1020027"/>
                <a:gd name="connsiteX0" fmla="*/ 87421 w 4933727"/>
                <a:gd name="connsiteY0" fmla="*/ 127740 h 1020027"/>
                <a:gd name="connsiteX1" fmla="*/ 815555 w 4933727"/>
                <a:gd name="connsiteY1" fmla="*/ 271674 h 1020027"/>
                <a:gd name="connsiteX2" fmla="*/ 1416688 w 4933727"/>
                <a:gd name="connsiteY2" fmla="*/ 711940 h 1020027"/>
                <a:gd name="connsiteX3" fmla="*/ 2813688 w 4933727"/>
                <a:gd name="connsiteY3" fmla="*/ 906674 h 1020027"/>
                <a:gd name="connsiteX4" fmla="*/ 3313221 w 4933727"/>
                <a:gd name="connsiteY4" fmla="*/ 271674 h 1020027"/>
                <a:gd name="connsiteX5" fmla="*/ 3878372 w 4933727"/>
                <a:gd name="connsiteY5" fmla="*/ 170120 h 1020027"/>
                <a:gd name="connsiteX6" fmla="*/ 4308055 w 4933727"/>
                <a:gd name="connsiteY6" fmla="*/ 425654 h 1020027"/>
                <a:gd name="connsiteX7" fmla="*/ 4469277 w 4933727"/>
                <a:gd name="connsiteY7" fmla="*/ 620539 h 1020027"/>
                <a:gd name="connsiteX8" fmla="*/ 4621677 w 4933727"/>
                <a:gd name="connsiteY8" fmla="*/ 700441 h 1020027"/>
                <a:gd name="connsiteX9" fmla="*/ 4735977 w 4933727"/>
                <a:gd name="connsiteY9" fmla="*/ 671386 h 1020027"/>
                <a:gd name="connsiteX10" fmla="*/ 4746205 w 4933727"/>
                <a:gd name="connsiteY10" fmla="*/ 505555 h 1020027"/>
                <a:gd name="connsiteX11" fmla="*/ 4634379 w 4933727"/>
                <a:gd name="connsiteY11" fmla="*/ 293666 h 1020027"/>
                <a:gd name="connsiteX12" fmla="*/ 4577229 w 4933727"/>
                <a:gd name="connsiteY12" fmla="*/ 32165 h 1020027"/>
                <a:gd name="connsiteX13" fmla="*/ 4919771 w 4933727"/>
                <a:gd name="connsiteY13" fmla="*/ 30903 h 1020027"/>
                <a:gd name="connsiteX14" fmla="*/ 4869329 w 4933727"/>
                <a:gd name="connsiteY14" fmla="*/ 308193 h 1020027"/>
                <a:gd name="connsiteX15" fmla="*/ 4818529 w 4933727"/>
                <a:gd name="connsiteY15" fmla="*/ 380831 h 1020027"/>
                <a:gd name="connsiteX16" fmla="*/ 4799478 w 4933727"/>
                <a:gd name="connsiteY16" fmla="*/ 751288 h 1020027"/>
                <a:gd name="connsiteX17" fmla="*/ 4689055 w 4933727"/>
                <a:gd name="connsiteY17" fmla="*/ 801936 h 1020027"/>
                <a:gd name="connsiteX18" fmla="*/ 4424470 w 4933727"/>
                <a:gd name="connsiteY18" fmla="*/ 709912 h 1020027"/>
                <a:gd name="connsiteX19" fmla="*/ 4158128 w 4933727"/>
                <a:gd name="connsiteY19" fmla="*/ 395357 h 1020027"/>
                <a:gd name="connsiteX20" fmla="*/ 3920705 w 4933727"/>
                <a:gd name="connsiteY20" fmla="*/ 274126 h 1020027"/>
                <a:gd name="connsiteX21" fmla="*/ 3596855 w 4933727"/>
                <a:gd name="connsiteY21" fmla="*/ 254741 h 1020027"/>
                <a:gd name="connsiteX22" fmla="*/ 3414821 w 4933727"/>
                <a:gd name="connsiteY22" fmla="*/ 330941 h 1020027"/>
                <a:gd name="connsiteX23" fmla="*/ 3296288 w 4933727"/>
                <a:gd name="connsiteY23" fmla="*/ 449473 h 1020027"/>
                <a:gd name="connsiteX24" fmla="*/ 3084621 w 4933727"/>
                <a:gd name="connsiteY24" fmla="*/ 830473 h 1020027"/>
                <a:gd name="connsiteX25" fmla="*/ 2906821 w 4933727"/>
                <a:gd name="connsiteY25" fmla="*/ 982874 h 1020027"/>
                <a:gd name="connsiteX26" fmla="*/ 2542755 w 4933727"/>
                <a:gd name="connsiteY26" fmla="*/ 1016740 h 1020027"/>
                <a:gd name="connsiteX27" fmla="*/ 1856955 w 4933727"/>
                <a:gd name="connsiteY27" fmla="*/ 923607 h 1020027"/>
                <a:gd name="connsiteX28" fmla="*/ 1188088 w 4933727"/>
                <a:gd name="connsiteY28" fmla="*/ 711941 h 1020027"/>
                <a:gd name="connsiteX29" fmla="*/ 891755 w 4933727"/>
                <a:gd name="connsiteY29" fmla="*/ 441007 h 1020027"/>
                <a:gd name="connsiteX30" fmla="*/ 705488 w 4933727"/>
                <a:gd name="connsiteY30" fmla="*/ 314007 h 1020027"/>
                <a:gd name="connsiteX31" fmla="*/ 502288 w 4933727"/>
                <a:gd name="connsiteY31" fmla="*/ 263207 h 1020027"/>
                <a:gd name="connsiteX32" fmla="*/ 146687 w 4933727"/>
                <a:gd name="connsiteY32" fmla="*/ 220874 h 1020027"/>
                <a:gd name="connsiteX33" fmla="*/ 19688 w 4933727"/>
                <a:gd name="connsiteY33" fmla="*/ 220874 h 1020027"/>
                <a:gd name="connsiteX34" fmla="*/ 87421 w 4933727"/>
                <a:gd name="connsiteY34" fmla="*/ 127740 h 1020027"/>
                <a:gd name="connsiteX0" fmla="*/ 87421 w 4933727"/>
                <a:gd name="connsiteY0" fmla="*/ 127740 h 1020027"/>
                <a:gd name="connsiteX1" fmla="*/ 815555 w 4933727"/>
                <a:gd name="connsiteY1" fmla="*/ 271674 h 1020027"/>
                <a:gd name="connsiteX2" fmla="*/ 1416688 w 4933727"/>
                <a:gd name="connsiteY2" fmla="*/ 711940 h 1020027"/>
                <a:gd name="connsiteX3" fmla="*/ 2813688 w 4933727"/>
                <a:gd name="connsiteY3" fmla="*/ 906674 h 1020027"/>
                <a:gd name="connsiteX4" fmla="*/ 3313221 w 4933727"/>
                <a:gd name="connsiteY4" fmla="*/ 271674 h 1020027"/>
                <a:gd name="connsiteX5" fmla="*/ 3878372 w 4933727"/>
                <a:gd name="connsiteY5" fmla="*/ 170120 h 1020027"/>
                <a:gd name="connsiteX6" fmla="*/ 4308055 w 4933727"/>
                <a:gd name="connsiteY6" fmla="*/ 425654 h 1020027"/>
                <a:gd name="connsiteX7" fmla="*/ 4469277 w 4933727"/>
                <a:gd name="connsiteY7" fmla="*/ 620539 h 1020027"/>
                <a:gd name="connsiteX8" fmla="*/ 4621677 w 4933727"/>
                <a:gd name="connsiteY8" fmla="*/ 700441 h 1020027"/>
                <a:gd name="connsiteX9" fmla="*/ 4735977 w 4933727"/>
                <a:gd name="connsiteY9" fmla="*/ 671386 h 1020027"/>
                <a:gd name="connsiteX10" fmla="*/ 4746205 w 4933727"/>
                <a:gd name="connsiteY10" fmla="*/ 505555 h 1020027"/>
                <a:gd name="connsiteX11" fmla="*/ 4634379 w 4933727"/>
                <a:gd name="connsiteY11" fmla="*/ 293666 h 1020027"/>
                <a:gd name="connsiteX12" fmla="*/ 4577229 w 4933727"/>
                <a:gd name="connsiteY12" fmla="*/ 32165 h 1020027"/>
                <a:gd name="connsiteX13" fmla="*/ 4919771 w 4933727"/>
                <a:gd name="connsiteY13" fmla="*/ 30903 h 1020027"/>
                <a:gd name="connsiteX14" fmla="*/ 4869329 w 4933727"/>
                <a:gd name="connsiteY14" fmla="*/ 308193 h 1020027"/>
                <a:gd name="connsiteX15" fmla="*/ 4818529 w 4933727"/>
                <a:gd name="connsiteY15" fmla="*/ 380831 h 1020027"/>
                <a:gd name="connsiteX16" fmla="*/ 4799478 w 4933727"/>
                <a:gd name="connsiteY16" fmla="*/ 751288 h 1020027"/>
                <a:gd name="connsiteX17" fmla="*/ 4689055 w 4933727"/>
                <a:gd name="connsiteY17" fmla="*/ 801936 h 1020027"/>
                <a:gd name="connsiteX18" fmla="*/ 4424470 w 4933727"/>
                <a:gd name="connsiteY18" fmla="*/ 709912 h 1020027"/>
                <a:gd name="connsiteX19" fmla="*/ 4158128 w 4933727"/>
                <a:gd name="connsiteY19" fmla="*/ 395357 h 1020027"/>
                <a:gd name="connsiteX20" fmla="*/ 3920705 w 4933727"/>
                <a:gd name="connsiteY20" fmla="*/ 274126 h 1020027"/>
                <a:gd name="connsiteX21" fmla="*/ 3596855 w 4933727"/>
                <a:gd name="connsiteY21" fmla="*/ 254741 h 1020027"/>
                <a:gd name="connsiteX22" fmla="*/ 3414821 w 4933727"/>
                <a:gd name="connsiteY22" fmla="*/ 330941 h 1020027"/>
                <a:gd name="connsiteX23" fmla="*/ 3296288 w 4933727"/>
                <a:gd name="connsiteY23" fmla="*/ 449473 h 1020027"/>
                <a:gd name="connsiteX24" fmla="*/ 3084621 w 4933727"/>
                <a:gd name="connsiteY24" fmla="*/ 830473 h 1020027"/>
                <a:gd name="connsiteX25" fmla="*/ 2906821 w 4933727"/>
                <a:gd name="connsiteY25" fmla="*/ 982874 h 1020027"/>
                <a:gd name="connsiteX26" fmla="*/ 2542755 w 4933727"/>
                <a:gd name="connsiteY26" fmla="*/ 1016740 h 1020027"/>
                <a:gd name="connsiteX27" fmla="*/ 1856955 w 4933727"/>
                <a:gd name="connsiteY27" fmla="*/ 923607 h 1020027"/>
                <a:gd name="connsiteX28" fmla="*/ 1188088 w 4933727"/>
                <a:gd name="connsiteY28" fmla="*/ 711941 h 1020027"/>
                <a:gd name="connsiteX29" fmla="*/ 891755 w 4933727"/>
                <a:gd name="connsiteY29" fmla="*/ 441007 h 1020027"/>
                <a:gd name="connsiteX30" fmla="*/ 705488 w 4933727"/>
                <a:gd name="connsiteY30" fmla="*/ 314007 h 1020027"/>
                <a:gd name="connsiteX31" fmla="*/ 502288 w 4933727"/>
                <a:gd name="connsiteY31" fmla="*/ 263207 h 1020027"/>
                <a:gd name="connsiteX32" fmla="*/ 146687 w 4933727"/>
                <a:gd name="connsiteY32" fmla="*/ 220874 h 1020027"/>
                <a:gd name="connsiteX33" fmla="*/ 19688 w 4933727"/>
                <a:gd name="connsiteY33" fmla="*/ 220874 h 1020027"/>
                <a:gd name="connsiteX34" fmla="*/ 87421 w 4933727"/>
                <a:gd name="connsiteY34" fmla="*/ 127740 h 1020027"/>
                <a:gd name="connsiteX0" fmla="*/ 87421 w 4933727"/>
                <a:gd name="connsiteY0" fmla="*/ 127740 h 1020027"/>
                <a:gd name="connsiteX1" fmla="*/ 815555 w 4933727"/>
                <a:gd name="connsiteY1" fmla="*/ 271674 h 1020027"/>
                <a:gd name="connsiteX2" fmla="*/ 1416688 w 4933727"/>
                <a:gd name="connsiteY2" fmla="*/ 711940 h 1020027"/>
                <a:gd name="connsiteX3" fmla="*/ 2813688 w 4933727"/>
                <a:gd name="connsiteY3" fmla="*/ 906674 h 1020027"/>
                <a:gd name="connsiteX4" fmla="*/ 3313221 w 4933727"/>
                <a:gd name="connsiteY4" fmla="*/ 271674 h 1020027"/>
                <a:gd name="connsiteX5" fmla="*/ 3878372 w 4933727"/>
                <a:gd name="connsiteY5" fmla="*/ 170120 h 1020027"/>
                <a:gd name="connsiteX6" fmla="*/ 4308055 w 4933727"/>
                <a:gd name="connsiteY6" fmla="*/ 425654 h 1020027"/>
                <a:gd name="connsiteX7" fmla="*/ 4469277 w 4933727"/>
                <a:gd name="connsiteY7" fmla="*/ 620539 h 1020027"/>
                <a:gd name="connsiteX8" fmla="*/ 4621677 w 4933727"/>
                <a:gd name="connsiteY8" fmla="*/ 700441 h 1020027"/>
                <a:gd name="connsiteX9" fmla="*/ 4735977 w 4933727"/>
                <a:gd name="connsiteY9" fmla="*/ 671386 h 1020027"/>
                <a:gd name="connsiteX10" fmla="*/ 4746205 w 4933727"/>
                <a:gd name="connsiteY10" fmla="*/ 505555 h 1020027"/>
                <a:gd name="connsiteX11" fmla="*/ 4723278 w 4933727"/>
                <a:gd name="connsiteY11" fmla="*/ 388097 h 1020027"/>
                <a:gd name="connsiteX12" fmla="*/ 4634379 w 4933727"/>
                <a:gd name="connsiteY12" fmla="*/ 293666 h 1020027"/>
                <a:gd name="connsiteX13" fmla="*/ 4577229 w 4933727"/>
                <a:gd name="connsiteY13" fmla="*/ 32165 h 1020027"/>
                <a:gd name="connsiteX14" fmla="*/ 4919771 w 4933727"/>
                <a:gd name="connsiteY14" fmla="*/ 30903 h 1020027"/>
                <a:gd name="connsiteX15" fmla="*/ 4869329 w 4933727"/>
                <a:gd name="connsiteY15" fmla="*/ 308193 h 1020027"/>
                <a:gd name="connsiteX16" fmla="*/ 4818529 w 4933727"/>
                <a:gd name="connsiteY16" fmla="*/ 380831 h 1020027"/>
                <a:gd name="connsiteX17" fmla="*/ 4799478 w 4933727"/>
                <a:gd name="connsiteY17" fmla="*/ 751288 h 1020027"/>
                <a:gd name="connsiteX18" fmla="*/ 4689055 w 4933727"/>
                <a:gd name="connsiteY18" fmla="*/ 801936 h 1020027"/>
                <a:gd name="connsiteX19" fmla="*/ 4424470 w 4933727"/>
                <a:gd name="connsiteY19" fmla="*/ 709912 h 1020027"/>
                <a:gd name="connsiteX20" fmla="*/ 4158128 w 4933727"/>
                <a:gd name="connsiteY20" fmla="*/ 395357 h 1020027"/>
                <a:gd name="connsiteX21" fmla="*/ 3920705 w 4933727"/>
                <a:gd name="connsiteY21" fmla="*/ 274126 h 1020027"/>
                <a:gd name="connsiteX22" fmla="*/ 3596855 w 4933727"/>
                <a:gd name="connsiteY22" fmla="*/ 254741 h 1020027"/>
                <a:gd name="connsiteX23" fmla="*/ 3414821 w 4933727"/>
                <a:gd name="connsiteY23" fmla="*/ 330941 h 1020027"/>
                <a:gd name="connsiteX24" fmla="*/ 3296288 w 4933727"/>
                <a:gd name="connsiteY24" fmla="*/ 449473 h 1020027"/>
                <a:gd name="connsiteX25" fmla="*/ 3084621 w 4933727"/>
                <a:gd name="connsiteY25" fmla="*/ 830473 h 1020027"/>
                <a:gd name="connsiteX26" fmla="*/ 2906821 w 4933727"/>
                <a:gd name="connsiteY26" fmla="*/ 982874 h 1020027"/>
                <a:gd name="connsiteX27" fmla="*/ 2542755 w 4933727"/>
                <a:gd name="connsiteY27" fmla="*/ 1016740 h 1020027"/>
                <a:gd name="connsiteX28" fmla="*/ 1856955 w 4933727"/>
                <a:gd name="connsiteY28" fmla="*/ 923607 h 1020027"/>
                <a:gd name="connsiteX29" fmla="*/ 1188088 w 4933727"/>
                <a:gd name="connsiteY29" fmla="*/ 711941 h 1020027"/>
                <a:gd name="connsiteX30" fmla="*/ 891755 w 4933727"/>
                <a:gd name="connsiteY30" fmla="*/ 441007 h 1020027"/>
                <a:gd name="connsiteX31" fmla="*/ 705488 w 4933727"/>
                <a:gd name="connsiteY31" fmla="*/ 314007 h 1020027"/>
                <a:gd name="connsiteX32" fmla="*/ 502288 w 4933727"/>
                <a:gd name="connsiteY32" fmla="*/ 263207 h 1020027"/>
                <a:gd name="connsiteX33" fmla="*/ 146687 w 4933727"/>
                <a:gd name="connsiteY33" fmla="*/ 220874 h 1020027"/>
                <a:gd name="connsiteX34" fmla="*/ 19688 w 4933727"/>
                <a:gd name="connsiteY34" fmla="*/ 220874 h 1020027"/>
                <a:gd name="connsiteX35" fmla="*/ 87421 w 4933727"/>
                <a:gd name="connsiteY35" fmla="*/ 127740 h 1020027"/>
                <a:gd name="connsiteX0" fmla="*/ 87421 w 4933727"/>
                <a:gd name="connsiteY0" fmla="*/ 127740 h 1020027"/>
                <a:gd name="connsiteX1" fmla="*/ 815555 w 4933727"/>
                <a:gd name="connsiteY1" fmla="*/ 271674 h 1020027"/>
                <a:gd name="connsiteX2" fmla="*/ 1416688 w 4933727"/>
                <a:gd name="connsiteY2" fmla="*/ 711940 h 1020027"/>
                <a:gd name="connsiteX3" fmla="*/ 2813688 w 4933727"/>
                <a:gd name="connsiteY3" fmla="*/ 906674 h 1020027"/>
                <a:gd name="connsiteX4" fmla="*/ 3313221 w 4933727"/>
                <a:gd name="connsiteY4" fmla="*/ 271674 h 1020027"/>
                <a:gd name="connsiteX5" fmla="*/ 3878372 w 4933727"/>
                <a:gd name="connsiteY5" fmla="*/ 170120 h 1020027"/>
                <a:gd name="connsiteX6" fmla="*/ 4308055 w 4933727"/>
                <a:gd name="connsiteY6" fmla="*/ 425654 h 1020027"/>
                <a:gd name="connsiteX7" fmla="*/ 4469277 w 4933727"/>
                <a:gd name="connsiteY7" fmla="*/ 620539 h 1020027"/>
                <a:gd name="connsiteX8" fmla="*/ 4621677 w 4933727"/>
                <a:gd name="connsiteY8" fmla="*/ 700441 h 1020027"/>
                <a:gd name="connsiteX9" fmla="*/ 4735977 w 4933727"/>
                <a:gd name="connsiteY9" fmla="*/ 671386 h 1020027"/>
                <a:gd name="connsiteX10" fmla="*/ 4746205 w 4933727"/>
                <a:gd name="connsiteY10" fmla="*/ 527347 h 1020027"/>
                <a:gd name="connsiteX11" fmla="*/ 4723278 w 4933727"/>
                <a:gd name="connsiteY11" fmla="*/ 388097 h 1020027"/>
                <a:gd name="connsiteX12" fmla="*/ 4634379 w 4933727"/>
                <a:gd name="connsiteY12" fmla="*/ 293666 h 1020027"/>
                <a:gd name="connsiteX13" fmla="*/ 4577229 w 4933727"/>
                <a:gd name="connsiteY13" fmla="*/ 32165 h 1020027"/>
                <a:gd name="connsiteX14" fmla="*/ 4919771 w 4933727"/>
                <a:gd name="connsiteY14" fmla="*/ 30903 h 1020027"/>
                <a:gd name="connsiteX15" fmla="*/ 4869329 w 4933727"/>
                <a:gd name="connsiteY15" fmla="*/ 308193 h 1020027"/>
                <a:gd name="connsiteX16" fmla="*/ 4818529 w 4933727"/>
                <a:gd name="connsiteY16" fmla="*/ 380831 h 1020027"/>
                <a:gd name="connsiteX17" fmla="*/ 4799478 w 4933727"/>
                <a:gd name="connsiteY17" fmla="*/ 751288 h 1020027"/>
                <a:gd name="connsiteX18" fmla="*/ 4689055 w 4933727"/>
                <a:gd name="connsiteY18" fmla="*/ 801936 h 1020027"/>
                <a:gd name="connsiteX19" fmla="*/ 4424470 w 4933727"/>
                <a:gd name="connsiteY19" fmla="*/ 709912 h 1020027"/>
                <a:gd name="connsiteX20" fmla="*/ 4158128 w 4933727"/>
                <a:gd name="connsiteY20" fmla="*/ 395357 h 1020027"/>
                <a:gd name="connsiteX21" fmla="*/ 3920705 w 4933727"/>
                <a:gd name="connsiteY21" fmla="*/ 274126 h 1020027"/>
                <a:gd name="connsiteX22" fmla="*/ 3596855 w 4933727"/>
                <a:gd name="connsiteY22" fmla="*/ 254741 h 1020027"/>
                <a:gd name="connsiteX23" fmla="*/ 3414821 w 4933727"/>
                <a:gd name="connsiteY23" fmla="*/ 330941 h 1020027"/>
                <a:gd name="connsiteX24" fmla="*/ 3296288 w 4933727"/>
                <a:gd name="connsiteY24" fmla="*/ 449473 h 1020027"/>
                <a:gd name="connsiteX25" fmla="*/ 3084621 w 4933727"/>
                <a:gd name="connsiteY25" fmla="*/ 830473 h 1020027"/>
                <a:gd name="connsiteX26" fmla="*/ 2906821 w 4933727"/>
                <a:gd name="connsiteY26" fmla="*/ 982874 h 1020027"/>
                <a:gd name="connsiteX27" fmla="*/ 2542755 w 4933727"/>
                <a:gd name="connsiteY27" fmla="*/ 1016740 h 1020027"/>
                <a:gd name="connsiteX28" fmla="*/ 1856955 w 4933727"/>
                <a:gd name="connsiteY28" fmla="*/ 923607 h 1020027"/>
                <a:gd name="connsiteX29" fmla="*/ 1188088 w 4933727"/>
                <a:gd name="connsiteY29" fmla="*/ 711941 h 1020027"/>
                <a:gd name="connsiteX30" fmla="*/ 891755 w 4933727"/>
                <a:gd name="connsiteY30" fmla="*/ 441007 h 1020027"/>
                <a:gd name="connsiteX31" fmla="*/ 705488 w 4933727"/>
                <a:gd name="connsiteY31" fmla="*/ 314007 h 1020027"/>
                <a:gd name="connsiteX32" fmla="*/ 502288 w 4933727"/>
                <a:gd name="connsiteY32" fmla="*/ 263207 h 1020027"/>
                <a:gd name="connsiteX33" fmla="*/ 146687 w 4933727"/>
                <a:gd name="connsiteY33" fmla="*/ 220874 h 1020027"/>
                <a:gd name="connsiteX34" fmla="*/ 19688 w 4933727"/>
                <a:gd name="connsiteY34" fmla="*/ 220874 h 1020027"/>
                <a:gd name="connsiteX35" fmla="*/ 87421 w 4933727"/>
                <a:gd name="connsiteY35" fmla="*/ 127740 h 1020027"/>
                <a:gd name="connsiteX0" fmla="*/ 87421 w 4933727"/>
                <a:gd name="connsiteY0" fmla="*/ 127740 h 1020027"/>
                <a:gd name="connsiteX1" fmla="*/ 815555 w 4933727"/>
                <a:gd name="connsiteY1" fmla="*/ 271674 h 1020027"/>
                <a:gd name="connsiteX2" fmla="*/ 1416688 w 4933727"/>
                <a:gd name="connsiteY2" fmla="*/ 711940 h 1020027"/>
                <a:gd name="connsiteX3" fmla="*/ 2813688 w 4933727"/>
                <a:gd name="connsiteY3" fmla="*/ 906674 h 1020027"/>
                <a:gd name="connsiteX4" fmla="*/ 3313221 w 4933727"/>
                <a:gd name="connsiteY4" fmla="*/ 271674 h 1020027"/>
                <a:gd name="connsiteX5" fmla="*/ 3878372 w 4933727"/>
                <a:gd name="connsiteY5" fmla="*/ 170120 h 1020027"/>
                <a:gd name="connsiteX6" fmla="*/ 4308055 w 4933727"/>
                <a:gd name="connsiteY6" fmla="*/ 425654 h 1020027"/>
                <a:gd name="connsiteX7" fmla="*/ 4469277 w 4933727"/>
                <a:gd name="connsiteY7" fmla="*/ 620539 h 1020027"/>
                <a:gd name="connsiteX8" fmla="*/ 4621677 w 4933727"/>
                <a:gd name="connsiteY8" fmla="*/ 700441 h 1020027"/>
                <a:gd name="connsiteX9" fmla="*/ 4735977 w 4933727"/>
                <a:gd name="connsiteY9" fmla="*/ 671386 h 1020027"/>
                <a:gd name="connsiteX10" fmla="*/ 4746205 w 4933727"/>
                <a:gd name="connsiteY10" fmla="*/ 527347 h 1020027"/>
                <a:gd name="connsiteX11" fmla="*/ 4723278 w 4933727"/>
                <a:gd name="connsiteY11" fmla="*/ 388097 h 1020027"/>
                <a:gd name="connsiteX12" fmla="*/ 4634379 w 4933727"/>
                <a:gd name="connsiteY12" fmla="*/ 293666 h 1020027"/>
                <a:gd name="connsiteX13" fmla="*/ 4577229 w 4933727"/>
                <a:gd name="connsiteY13" fmla="*/ 32165 h 1020027"/>
                <a:gd name="connsiteX14" fmla="*/ 4919771 w 4933727"/>
                <a:gd name="connsiteY14" fmla="*/ 30903 h 1020027"/>
                <a:gd name="connsiteX15" fmla="*/ 4869329 w 4933727"/>
                <a:gd name="connsiteY15" fmla="*/ 308193 h 1020027"/>
                <a:gd name="connsiteX16" fmla="*/ 4818529 w 4933727"/>
                <a:gd name="connsiteY16" fmla="*/ 380831 h 1020027"/>
                <a:gd name="connsiteX17" fmla="*/ 4799478 w 4933727"/>
                <a:gd name="connsiteY17" fmla="*/ 751288 h 1020027"/>
                <a:gd name="connsiteX18" fmla="*/ 4638255 w 4933727"/>
                <a:gd name="connsiteY18" fmla="*/ 794673 h 1020027"/>
                <a:gd name="connsiteX19" fmla="*/ 4424470 w 4933727"/>
                <a:gd name="connsiteY19" fmla="*/ 709912 h 1020027"/>
                <a:gd name="connsiteX20" fmla="*/ 4158128 w 4933727"/>
                <a:gd name="connsiteY20" fmla="*/ 395357 h 1020027"/>
                <a:gd name="connsiteX21" fmla="*/ 3920705 w 4933727"/>
                <a:gd name="connsiteY21" fmla="*/ 274126 h 1020027"/>
                <a:gd name="connsiteX22" fmla="*/ 3596855 w 4933727"/>
                <a:gd name="connsiteY22" fmla="*/ 254741 h 1020027"/>
                <a:gd name="connsiteX23" fmla="*/ 3414821 w 4933727"/>
                <a:gd name="connsiteY23" fmla="*/ 330941 h 1020027"/>
                <a:gd name="connsiteX24" fmla="*/ 3296288 w 4933727"/>
                <a:gd name="connsiteY24" fmla="*/ 449473 h 1020027"/>
                <a:gd name="connsiteX25" fmla="*/ 3084621 w 4933727"/>
                <a:gd name="connsiteY25" fmla="*/ 830473 h 1020027"/>
                <a:gd name="connsiteX26" fmla="*/ 2906821 w 4933727"/>
                <a:gd name="connsiteY26" fmla="*/ 982874 h 1020027"/>
                <a:gd name="connsiteX27" fmla="*/ 2542755 w 4933727"/>
                <a:gd name="connsiteY27" fmla="*/ 1016740 h 1020027"/>
                <a:gd name="connsiteX28" fmla="*/ 1856955 w 4933727"/>
                <a:gd name="connsiteY28" fmla="*/ 923607 h 1020027"/>
                <a:gd name="connsiteX29" fmla="*/ 1188088 w 4933727"/>
                <a:gd name="connsiteY29" fmla="*/ 711941 h 1020027"/>
                <a:gd name="connsiteX30" fmla="*/ 891755 w 4933727"/>
                <a:gd name="connsiteY30" fmla="*/ 441007 h 1020027"/>
                <a:gd name="connsiteX31" fmla="*/ 705488 w 4933727"/>
                <a:gd name="connsiteY31" fmla="*/ 314007 h 1020027"/>
                <a:gd name="connsiteX32" fmla="*/ 502288 w 4933727"/>
                <a:gd name="connsiteY32" fmla="*/ 263207 h 1020027"/>
                <a:gd name="connsiteX33" fmla="*/ 146687 w 4933727"/>
                <a:gd name="connsiteY33" fmla="*/ 220874 h 1020027"/>
                <a:gd name="connsiteX34" fmla="*/ 19688 w 4933727"/>
                <a:gd name="connsiteY34" fmla="*/ 220874 h 1020027"/>
                <a:gd name="connsiteX35" fmla="*/ 87421 w 4933727"/>
                <a:gd name="connsiteY35" fmla="*/ 127740 h 1020027"/>
                <a:gd name="connsiteX0" fmla="*/ 87421 w 4933727"/>
                <a:gd name="connsiteY0" fmla="*/ 127740 h 1020027"/>
                <a:gd name="connsiteX1" fmla="*/ 815555 w 4933727"/>
                <a:gd name="connsiteY1" fmla="*/ 271674 h 1020027"/>
                <a:gd name="connsiteX2" fmla="*/ 1416688 w 4933727"/>
                <a:gd name="connsiteY2" fmla="*/ 711940 h 1020027"/>
                <a:gd name="connsiteX3" fmla="*/ 2813688 w 4933727"/>
                <a:gd name="connsiteY3" fmla="*/ 906674 h 1020027"/>
                <a:gd name="connsiteX4" fmla="*/ 3313221 w 4933727"/>
                <a:gd name="connsiteY4" fmla="*/ 271674 h 1020027"/>
                <a:gd name="connsiteX5" fmla="*/ 3878372 w 4933727"/>
                <a:gd name="connsiteY5" fmla="*/ 170120 h 1020027"/>
                <a:gd name="connsiteX6" fmla="*/ 4308055 w 4933727"/>
                <a:gd name="connsiteY6" fmla="*/ 425654 h 1020027"/>
                <a:gd name="connsiteX7" fmla="*/ 4469277 w 4933727"/>
                <a:gd name="connsiteY7" fmla="*/ 620539 h 1020027"/>
                <a:gd name="connsiteX8" fmla="*/ 4621677 w 4933727"/>
                <a:gd name="connsiteY8" fmla="*/ 700441 h 1020027"/>
                <a:gd name="connsiteX9" fmla="*/ 4735977 w 4933727"/>
                <a:gd name="connsiteY9" fmla="*/ 671386 h 1020027"/>
                <a:gd name="connsiteX10" fmla="*/ 4746205 w 4933727"/>
                <a:gd name="connsiteY10" fmla="*/ 527347 h 1020027"/>
                <a:gd name="connsiteX11" fmla="*/ 4723278 w 4933727"/>
                <a:gd name="connsiteY11" fmla="*/ 388097 h 1020027"/>
                <a:gd name="connsiteX12" fmla="*/ 4634379 w 4933727"/>
                <a:gd name="connsiteY12" fmla="*/ 293666 h 1020027"/>
                <a:gd name="connsiteX13" fmla="*/ 4577229 w 4933727"/>
                <a:gd name="connsiteY13" fmla="*/ 32165 h 1020027"/>
                <a:gd name="connsiteX14" fmla="*/ 4919771 w 4933727"/>
                <a:gd name="connsiteY14" fmla="*/ 30903 h 1020027"/>
                <a:gd name="connsiteX15" fmla="*/ 4869329 w 4933727"/>
                <a:gd name="connsiteY15" fmla="*/ 308193 h 1020027"/>
                <a:gd name="connsiteX16" fmla="*/ 4818529 w 4933727"/>
                <a:gd name="connsiteY16" fmla="*/ 380831 h 1020027"/>
                <a:gd name="connsiteX17" fmla="*/ 4824878 w 4933727"/>
                <a:gd name="connsiteY17" fmla="*/ 656858 h 1020027"/>
                <a:gd name="connsiteX18" fmla="*/ 4638255 w 4933727"/>
                <a:gd name="connsiteY18" fmla="*/ 794673 h 1020027"/>
                <a:gd name="connsiteX19" fmla="*/ 4424470 w 4933727"/>
                <a:gd name="connsiteY19" fmla="*/ 709912 h 1020027"/>
                <a:gd name="connsiteX20" fmla="*/ 4158128 w 4933727"/>
                <a:gd name="connsiteY20" fmla="*/ 395357 h 1020027"/>
                <a:gd name="connsiteX21" fmla="*/ 3920705 w 4933727"/>
                <a:gd name="connsiteY21" fmla="*/ 274126 h 1020027"/>
                <a:gd name="connsiteX22" fmla="*/ 3596855 w 4933727"/>
                <a:gd name="connsiteY22" fmla="*/ 254741 h 1020027"/>
                <a:gd name="connsiteX23" fmla="*/ 3414821 w 4933727"/>
                <a:gd name="connsiteY23" fmla="*/ 330941 h 1020027"/>
                <a:gd name="connsiteX24" fmla="*/ 3296288 w 4933727"/>
                <a:gd name="connsiteY24" fmla="*/ 449473 h 1020027"/>
                <a:gd name="connsiteX25" fmla="*/ 3084621 w 4933727"/>
                <a:gd name="connsiteY25" fmla="*/ 830473 h 1020027"/>
                <a:gd name="connsiteX26" fmla="*/ 2906821 w 4933727"/>
                <a:gd name="connsiteY26" fmla="*/ 982874 h 1020027"/>
                <a:gd name="connsiteX27" fmla="*/ 2542755 w 4933727"/>
                <a:gd name="connsiteY27" fmla="*/ 1016740 h 1020027"/>
                <a:gd name="connsiteX28" fmla="*/ 1856955 w 4933727"/>
                <a:gd name="connsiteY28" fmla="*/ 923607 h 1020027"/>
                <a:gd name="connsiteX29" fmla="*/ 1188088 w 4933727"/>
                <a:gd name="connsiteY29" fmla="*/ 711941 h 1020027"/>
                <a:gd name="connsiteX30" fmla="*/ 891755 w 4933727"/>
                <a:gd name="connsiteY30" fmla="*/ 441007 h 1020027"/>
                <a:gd name="connsiteX31" fmla="*/ 705488 w 4933727"/>
                <a:gd name="connsiteY31" fmla="*/ 314007 h 1020027"/>
                <a:gd name="connsiteX32" fmla="*/ 502288 w 4933727"/>
                <a:gd name="connsiteY32" fmla="*/ 263207 h 1020027"/>
                <a:gd name="connsiteX33" fmla="*/ 146687 w 4933727"/>
                <a:gd name="connsiteY33" fmla="*/ 220874 h 1020027"/>
                <a:gd name="connsiteX34" fmla="*/ 19688 w 4933727"/>
                <a:gd name="connsiteY34" fmla="*/ 220874 h 1020027"/>
                <a:gd name="connsiteX35" fmla="*/ 87421 w 4933727"/>
                <a:gd name="connsiteY35" fmla="*/ 127740 h 1020027"/>
                <a:gd name="connsiteX0" fmla="*/ 87421 w 4933727"/>
                <a:gd name="connsiteY0" fmla="*/ 127740 h 1020027"/>
                <a:gd name="connsiteX1" fmla="*/ 815555 w 4933727"/>
                <a:gd name="connsiteY1" fmla="*/ 271674 h 1020027"/>
                <a:gd name="connsiteX2" fmla="*/ 1416688 w 4933727"/>
                <a:gd name="connsiteY2" fmla="*/ 711940 h 1020027"/>
                <a:gd name="connsiteX3" fmla="*/ 2813688 w 4933727"/>
                <a:gd name="connsiteY3" fmla="*/ 906674 h 1020027"/>
                <a:gd name="connsiteX4" fmla="*/ 3313221 w 4933727"/>
                <a:gd name="connsiteY4" fmla="*/ 271674 h 1020027"/>
                <a:gd name="connsiteX5" fmla="*/ 3878372 w 4933727"/>
                <a:gd name="connsiteY5" fmla="*/ 170120 h 1020027"/>
                <a:gd name="connsiteX6" fmla="*/ 4308055 w 4933727"/>
                <a:gd name="connsiteY6" fmla="*/ 425654 h 1020027"/>
                <a:gd name="connsiteX7" fmla="*/ 4469277 w 4933727"/>
                <a:gd name="connsiteY7" fmla="*/ 620539 h 1020027"/>
                <a:gd name="connsiteX8" fmla="*/ 4621677 w 4933727"/>
                <a:gd name="connsiteY8" fmla="*/ 700441 h 1020027"/>
                <a:gd name="connsiteX9" fmla="*/ 4735977 w 4933727"/>
                <a:gd name="connsiteY9" fmla="*/ 671386 h 1020027"/>
                <a:gd name="connsiteX10" fmla="*/ 4746205 w 4933727"/>
                <a:gd name="connsiteY10" fmla="*/ 527347 h 1020027"/>
                <a:gd name="connsiteX11" fmla="*/ 4723278 w 4933727"/>
                <a:gd name="connsiteY11" fmla="*/ 388097 h 1020027"/>
                <a:gd name="connsiteX12" fmla="*/ 4634379 w 4933727"/>
                <a:gd name="connsiteY12" fmla="*/ 293666 h 1020027"/>
                <a:gd name="connsiteX13" fmla="*/ 4577229 w 4933727"/>
                <a:gd name="connsiteY13" fmla="*/ 32165 h 1020027"/>
                <a:gd name="connsiteX14" fmla="*/ 4919771 w 4933727"/>
                <a:gd name="connsiteY14" fmla="*/ 30903 h 1020027"/>
                <a:gd name="connsiteX15" fmla="*/ 4869329 w 4933727"/>
                <a:gd name="connsiteY15" fmla="*/ 308193 h 1020027"/>
                <a:gd name="connsiteX16" fmla="*/ 4818529 w 4933727"/>
                <a:gd name="connsiteY16" fmla="*/ 380831 h 1020027"/>
                <a:gd name="connsiteX17" fmla="*/ 4824878 w 4933727"/>
                <a:gd name="connsiteY17" fmla="*/ 656858 h 1020027"/>
                <a:gd name="connsiteX18" fmla="*/ 4638255 w 4933727"/>
                <a:gd name="connsiteY18" fmla="*/ 794673 h 1020027"/>
                <a:gd name="connsiteX19" fmla="*/ 4424470 w 4933727"/>
                <a:gd name="connsiteY19" fmla="*/ 709912 h 1020027"/>
                <a:gd name="connsiteX20" fmla="*/ 4158128 w 4933727"/>
                <a:gd name="connsiteY20" fmla="*/ 395357 h 1020027"/>
                <a:gd name="connsiteX21" fmla="*/ 3920705 w 4933727"/>
                <a:gd name="connsiteY21" fmla="*/ 274126 h 1020027"/>
                <a:gd name="connsiteX22" fmla="*/ 3596855 w 4933727"/>
                <a:gd name="connsiteY22" fmla="*/ 254741 h 1020027"/>
                <a:gd name="connsiteX23" fmla="*/ 3414821 w 4933727"/>
                <a:gd name="connsiteY23" fmla="*/ 330941 h 1020027"/>
                <a:gd name="connsiteX24" fmla="*/ 3296288 w 4933727"/>
                <a:gd name="connsiteY24" fmla="*/ 449473 h 1020027"/>
                <a:gd name="connsiteX25" fmla="*/ 3084621 w 4933727"/>
                <a:gd name="connsiteY25" fmla="*/ 830473 h 1020027"/>
                <a:gd name="connsiteX26" fmla="*/ 2906821 w 4933727"/>
                <a:gd name="connsiteY26" fmla="*/ 982874 h 1020027"/>
                <a:gd name="connsiteX27" fmla="*/ 2542755 w 4933727"/>
                <a:gd name="connsiteY27" fmla="*/ 1016740 h 1020027"/>
                <a:gd name="connsiteX28" fmla="*/ 1856955 w 4933727"/>
                <a:gd name="connsiteY28" fmla="*/ 923607 h 1020027"/>
                <a:gd name="connsiteX29" fmla="*/ 1188088 w 4933727"/>
                <a:gd name="connsiteY29" fmla="*/ 711941 h 1020027"/>
                <a:gd name="connsiteX30" fmla="*/ 891755 w 4933727"/>
                <a:gd name="connsiteY30" fmla="*/ 441007 h 1020027"/>
                <a:gd name="connsiteX31" fmla="*/ 705488 w 4933727"/>
                <a:gd name="connsiteY31" fmla="*/ 314007 h 1020027"/>
                <a:gd name="connsiteX32" fmla="*/ 502288 w 4933727"/>
                <a:gd name="connsiteY32" fmla="*/ 263207 h 1020027"/>
                <a:gd name="connsiteX33" fmla="*/ 146687 w 4933727"/>
                <a:gd name="connsiteY33" fmla="*/ 220874 h 1020027"/>
                <a:gd name="connsiteX34" fmla="*/ 19688 w 4933727"/>
                <a:gd name="connsiteY34" fmla="*/ 220874 h 1020027"/>
                <a:gd name="connsiteX35" fmla="*/ 87421 w 4933727"/>
                <a:gd name="connsiteY35" fmla="*/ 127740 h 1020027"/>
                <a:gd name="connsiteX0" fmla="*/ 87421 w 4933727"/>
                <a:gd name="connsiteY0" fmla="*/ 127740 h 1020027"/>
                <a:gd name="connsiteX1" fmla="*/ 815555 w 4933727"/>
                <a:gd name="connsiteY1" fmla="*/ 271674 h 1020027"/>
                <a:gd name="connsiteX2" fmla="*/ 1416688 w 4933727"/>
                <a:gd name="connsiteY2" fmla="*/ 711940 h 1020027"/>
                <a:gd name="connsiteX3" fmla="*/ 2813688 w 4933727"/>
                <a:gd name="connsiteY3" fmla="*/ 906674 h 1020027"/>
                <a:gd name="connsiteX4" fmla="*/ 3313221 w 4933727"/>
                <a:gd name="connsiteY4" fmla="*/ 271674 h 1020027"/>
                <a:gd name="connsiteX5" fmla="*/ 3878372 w 4933727"/>
                <a:gd name="connsiteY5" fmla="*/ 170120 h 1020027"/>
                <a:gd name="connsiteX6" fmla="*/ 4308055 w 4933727"/>
                <a:gd name="connsiteY6" fmla="*/ 425654 h 1020027"/>
                <a:gd name="connsiteX7" fmla="*/ 4469277 w 4933727"/>
                <a:gd name="connsiteY7" fmla="*/ 620539 h 1020027"/>
                <a:gd name="connsiteX8" fmla="*/ 4621677 w 4933727"/>
                <a:gd name="connsiteY8" fmla="*/ 700441 h 1020027"/>
                <a:gd name="connsiteX9" fmla="*/ 4735977 w 4933727"/>
                <a:gd name="connsiteY9" fmla="*/ 671386 h 1020027"/>
                <a:gd name="connsiteX10" fmla="*/ 4746205 w 4933727"/>
                <a:gd name="connsiteY10" fmla="*/ 527347 h 1020027"/>
                <a:gd name="connsiteX11" fmla="*/ 4723278 w 4933727"/>
                <a:gd name="connsiteY11" fmla="*/ 388097 h 1020027"/>
                <a:gd name="connsiteX12" fmla="*/ 4634379 w 4933727"/>
                <a:gd name="connsiteY12" fmla="*/ 293666 h 1020027"/>
                <a:gd name="connsiteX13" fmla="*/ 4577229 w 4933727"/>
                <a:gd name="connsiteY13" fmla="*/ 32165 h 1020027"/>
                <a:gd name="connsiteX14" fmla="*/ 4919771 w 4933727"/>
                <a:gd name="connsiteY14" fmla="*/ 30903 h 1020027"/>
                <a:gd name="connsiteX15" fmla="*/ 4869329 w 4933727"/>
                <a:gd name="connsiteY15" fmla="*/ 308193 h 1020027"/>
                <a:gd name="connsiteX16" fmla="*/ 4818529 w 4933727"/>
                <a:gd name="connsiteY16" fmla="*/ 380831 h 1020027"/>
                <a:gd name="connsiteX17" fmla="*/ 4824878 w 4933727"/>
                <a:gd name="connsiteY17" fmla="*/ 656858 h 1020027"/>
                <a:gd name="connsiteX18" fmla="*/ 4638255 w 4933727"/>
                <a:gd name="connsiteY18" fmla="*/ 794673 h 1020027"/>
                <a:gd name="connsiteX19" fmla="*/ 4424470 w 4933727"/>
                <a:gd name="connsiteY19" fmla="*/ 709912 h 1020027"/>
                <a:gd name="connsiteX20" fmla="*/ 4158128 w 4933727"/>
                <a:gd name="connsiteY20" fmla="*/ 395357 h 1020027"/>
                <a:gd name="connsiteX21" fmla="*/ 3920705 w 4933727"/>
                <a:gd name="connsiteY21" fmla="*/ 274126 h 1020027"/>
                <a:gd name="connsiteX22" fmla="*/ 3596855 w 4933727"/>
                <a:gd name="connsiteY22" fmla="*/ 254741 h 1020027"/>
                <a:gd name="connsiteX23" fmla="*/ 3414821 w 4933727"/>
                <a:gd name="connsiteY23" fmla="*/ 330941 h 1020027"/>
                <a:gd name="connsiteX24" fmla="*/ 3296288 w 4933727"/>
                <a:gd name="connsiteY24" fmla="*/ 449473 h 1020027"/>
                <a:gd name="connsiteX25" fmla="*/ 3084621 w 4933727"/>
                <a:gd name="connsiteY25" fmla="*/ 830473 h 1020027"/>
                <a:gd name="connsiteX26" fmla="*/ 2906821 w 4933727"/>
                <a:gd name="connsiteY26" fmla="*/ 982874 h 1020027"/>
                <a:gd name="connsiteX27" fmla="*/ 2542755 w 4933727"/>
                <a:gd name="connsiteY27" fmla="*/ 1016740 h 1020027"/>
                <a:gd name="connsiteX28" fmla="*/ 1856955 w 4933727"/>
                <a:gd name="connsiteY28" fmla="*/ 923607 h 1020027"/>
                <a:gd name="connsiteX29" fmla="*/ 1188088 w 4933727"/>
                <a:gd name="connsiteY29" fmla="*/ 711941 h 1020027"/>
                <a:gd name="connsiteX30" fmla="*/ 891755 w 4933727"/>
                <a:gd name="connsiteY30" fmla="*/ 441007 h 1020027"/>
                <a:gd name="connsiteX31" fmla="*/ 705488 w 4933727"/>
                <a:gd name="connsiteY31" fmla="*/ 314007 h 1020027"/>
                <a:gd name="connsiteX32" fmla="*/ 502288 w 4933727"/>
                <a:gd name="connsiteY32" fmla="*/ 263207 h 1020027"/>
                <a:gd name="connsiteX33" fmla="*/ 146687 w 4933727"/>
                <a:gd name="connsiteY33" fmla="*/ 220874 h 1020027"/>
                <a:gd name="connsiteX34" fmla="*/ 19688 w 4933727"/>
                <a:gd name="connsiteY34" fmla="*/ 220874 h 1020027"/>
                <a:gd name="connsiteX35" fmla="*/ 87421 w 4933727"/>
                <a:gd name="connsiteY35" fmla="*/ 127740 h 1020027"/>
                <a:gd name="connsiteX0" fmla="*/ 87421 w 4933727"/>
                <a:gd name="connsiteY0" fmla="*/ 127740 h 1020027"/>
                <a:gd name="connsiteX1" fmla="*/ 815555 w 4933727"/>
                <a:gd name="connsiteY1" fmla="*/ 271674 h 1020027"/>
                <a:gd name="connsiteX2" fmla="*/ 1416688 w 4933727"/>
                <a:gd name="connsiteY2" fmla="*/ 711940 h 1020027"/>
                <a:gd name="connsiteX3" fmla="*/ 2813688 w 4933727"/>
                <a:gd name="connsiteY3" fmla="*/ 906674 h 1020027"/>
                <a:gd name="connsiteX4" fmla="*/ 3313221 w 4933727"/>
                <a:gd name="connsiteY4" fmla="*/ 271674 h 1020027"/>
                <a:gd name="connsiteX5" fmla="*/ 3878372 w 4933727"/>
                <a:gd name="connsiteY5" fmla="*/ 170120 h 1020027"/>
                <a:gd name="connsiteX6" fmla="*/ 4308055 w 4933727"/>
                <a:gd name="connsiteY6" fmla="*/ 425654 h 1020027"/>
                <a:gd name="connsiteX7" fmla="*/ 4469277 w 4933727"/>
                <a:gd name="connsiteY7" fmla="*/ 620539 h 1020027"/>
                <a:gd name="connsiteX8" fmla="*/ 4621677 w 4933727"/>
                <a:gd name="connsiteY8" fmla="*/ 700441 h 1020027"/>
                <a:gd name="connsiteX9" fmla="*/ 4735977 w 4933727"/>
                <a:gd name="connsiteY9" fmla="*/ 671386 h 1020027"/>
                <a:gd name="connsiteX10" fmla="*/ 4746205 w 4933727"/>
                <a:gd name="connsiteY10" fmla="*/ 527347 h 1020027"/>
                <a:gd name="connsiteX11" fmla="*/ 4723278 w 4933727"/>
                <a:gd name="connsiteY11" fmla="*/ 388097 h 1020027"/>
                <a:gd name="connsiteX12" fmla="*/ 4634379 w 4933727"/>
                <a:gd name="connsiteY12" fmla="*/ 293666 h 1020027"/>
                <a:gd name="connsiteX13" fmla="*/ 4577229 w 4933727"/>
                <a:gd name="connsiteY13" fmla="*/ 32165 h 1020027"/>
                <a:gd name="connsiteX14" fmla="*/ 4919771 w 4933727"/>
                <a:gd name="connsiteY14" fmla="*/ 30903 h 1020027"/>
                <a:gd name="connsiteX15" fmla="*/ 4869329 w 4933727"/>
                <a:gd name="connsiteY15" fmla="*/ 308193 h 1020027"/>
                <a:gd name="connsiteX16" fmla="*/ 4818529 w 4933727"/>
                <a:gd name="connsiteY16" fmla="*/ 380831 h 1020027"/>
                <a:gd name="connsiteX17" fmla="*/ 4824878 w 4933727"/>
                <a:gd name="connsiteY17" fmla="*/ 656858 h 1020027"/>
                <a:gd name="connsiteX18" fmla="*/ 4638255 w 4933727"/>
                <a:gd name="connsiteY18" fmla="*/ 794673 h 1020027"/>
                <a:gd name="connsiteX19" fmla="*/ 4424470 w 4933727"/>
                <a:gd name="connsiteY19" fmla="*/ 709912 h 1020027"/>
                <a:gd name="connsiteX20" fmla="*/ 4158128 w 4933727"/>
                <a:gd name="connsiteY20" fmla="*/ 395357 h 1020027"/>
                <a:gd name="connsiteX21" fmla="*/ 3920705 w 4933727"/>
                <a:gd name="connsiteY21" fmla="*/ 274126 h 1020027"/>
                <a:gd name="connsiteX22" fmla="*/ 3596855 w 4933727"/>
                <a:gd name="connsiteY22" fmla="*/ 254741 h 1020027"/>
                <a:gd name="connsiteX23" fmla="*/ 3414821 w 4933727"/>
                <a:gd name="connsiteY23" fmla="*/ 330941 h 1020027"/>
                <a:gd name="connsiteX24" fmla="*/ 3296288 w 4933727"/>
                <a:gd name="connsiteY24" fmla="*/ 449473 h 1020027"/>
                <a:gd name="connsiteX25" fmla="*/ 3084621 w 4933727"/>
                <a:gd name="connsiteY25" fmla="*/ 830473 h 1020027"/>
                <a:gd name="connsiteX26" fmla="*/ 2906821 w 4933727"/>
                <a:gd name="connsiteY26" fmla="*/ 982874 h 1020027"/>
                <a:gd name="connsiteX27" fmla="*/ 2542755 w 4933727"/>
                <a:gd name="connsiteY27" fmla="*/ 1016740 h 1020027"/>
                <a:gd name="connsiteX28" fmla="*/ 1856955 w 4933727"/>
                <a:gd name="connsiteY28" fmla="*/ 923607 h 1020027"/>
                <a:gd name="connsiteX29" fmla="*/ 1188088 w 4933727"/>
                <a:gd name="connsiteY29" fmla="*/ 711941 h 1020027"/>
                <a:gd name="connsiteX30" fmla="*/ 891755 w 4933727"/>
                <a:gd name="connsiteY30" fmla="*/ 441007 h 1020027"/>
                <a:gd name="connsiteX31" fmla="*/ 705488 w 4933727"/>
                <a:gd name="connsiteY31" fmla="*/ 314007 h 1020027"/>
                <a:gd name="connsiteX32" fmla="*/ 502288 w 4933727"/>
                <a:gd name="connsiteY32" fmla="*/ 263207 h 1020027"/>
                <a:gd name="connsiteX33" fmla="*/ 146687 w 4933727"/>
                <a:gd name="connsiteY33" fmla="*/ 220874 h 1020027"/>
                <a:gd name="connsiteX34" fmla="*/ 19688 w 4933727"/>
                <a:gd name="connsiteY34" fmla="*/ 220874 h 1020027"/>
                <a:gd name="connsiteX35" fmla="*/ 87421 w 4933727"/>
                <a:gd name="connsiteY35" fmla="*/ 127740 h 1020027"/>
                <a:gd name="connsiteX0" fmla="*/ 87421 w 4933727"/>
                <a:gd name="connsiteY0" fmla="*/ 127740 h 1020027"/>
                <a:gd name="connsiteX1" fmla="*/ 815555 w 4933727"/>
                <a:gd name="connsiteY1" fmla="*/ 271674 h 1020027"/>
                <a:gd name="connsiteX2" fmla="*/ 1416688 w 4933727"/>
                <a:gd name="connsiteY2" fmla="*/ 711940 h 1020027"/>
                <a:gd name="connsiteX3" fmla="*/ 2813688 w 4933727"/>
                <a:gd name="connsiteY3" fmla="*/ 906674 h 1020027"/>
                <a:gd name="connsiteX4" fmla="*/ 3313221 w 4933727"/>
                <a:gd name="connsiteY4" fmla="*/ 271674 h 1020027"/>
                <a:gd name="connsiteX5" fmla="*/ 3878372 w 4933727"/>
                <a:gd name="connsiteY5" fmla="*/ 170120 h 1020027"/>
                <a:gd name="connsiteX6" fmla="*/ 4308055 w 4933727"/>
                <a:gd name="connsiteY6" fmla="*/ 425654 h 1020027"/>
                <a:gd name="connsiteX7" fmla="*/ 4469277 w 4933727"/>
                <a:gd name="connsiteY7" fmla="*/ 620539 h 1020027"/>
                <a:gd name="connsiteX8" fmla="*/ 4621677 w 4933727"/>
                <a:gd name="connsiteY8" fmla="*/ 700441 h 1020027"/>
                <a:gd name="connsiteX9" fmla="*/ 4735977 w 4933727"/>
                <a:gd name="connsiteY9" fmla="*/ 671386 h 1020027"/>
                <a:gd name="connsiteX10" fmla="*/ 4746205 w 4933727"/>
                <a:gd name="connsiteY10" fmla="*/ 527347 h 1020027"/>
                <a:gd name="connsiteX11" fmla="*/ 4723278 w 4933727"/>
                <a:gd name="connsiteY11" fmla="*/ 388097 h 1020027"/>
                <a:gd name="connsiteX12" fmla="*/ 4634379 w 4933727"/>
                <a:gd name="connsiteY12" fmla="*/ 293666 h 1020027"/>
                <a:gd name="connsiteX13" fmla="*/ 4577229 w 4933727"/>
                <a:gd name="connsiteY13" fmla="*/ 32165 h 1020027"/>
                <a:gd name="connsiteX14" fmla="*/ 4919771 w 4933727"/>
                <a:gd name="connsiteY14" fmla="*/ 30903 h 1020027"/>
                <a:gd name="connsiteX15" fmla="*/ 4869329 w 4933727"/>
                <a:gd name="connsiteY15" fmla="*/ 308193 h 1020027"/>
                <a:gd name="connsiteX16" fmla="*/ 4818529 w 4933727"/>
                <a:gd name="connsiteY16" fmla="*/ 380831 h 1020027"/>
                <a:gd name="connsiteX17" fmla="*/ 4824878 w 4933727"/>
                <a:gd name="connsiteY17" fmla="*/ 656858 h 1020027"/>
                <a:gd name="connsiteX18" fmla="*/ 4748678 w 4933727"/>
                <a:gd name="connsiteY18" fmla="*/ 773081 h 1020027"/>
                <a:gd name="connsiteX19" fmla="*/ 4638255 w 4933727"/>
                <a:gd name="connsiteY19" fmla="*/ 794673 h 1020027"/>
                <a:gd name="connsiteX20" fmla="*/ 4424470 w 4933727"/>
                <a:gd name="connsiteY20" fmla="*/ 709912 h 1020027"/>
                <a:gd name="connsiteX21" fmla="*/ 4158128 w 4933727"/>
                <a:gd name="connsiteY21" fmla="*/ 395357 h 1020027"/>
                <a:gd name="connsiteX22" fmla="*/ 3920705 w 4933727"/>
                <a:gd name="connsiteY22" fmla="*/ 274126 h 1020027"/>
                <a:gd name="connsiteX23" fmla="*/ 3596855 w 4933727"/>
                <a:gd name="connsiteY23" fmla="*/ 254741 h 1020027"/>
                <a:gd name="connsiteX24" fmla="*/ 3414821 w 4933727"/>
                <a:gd name="connsiteY24" fmla="*/ 330941 h 1020027"/>
                <a:gd name="connsiteX25" fmla="*/ 3296288 w 4933727"/>
                <a:gd name="connsiteY25" fmla="*/ 449473 h 1020027"/>
                <a:gd name="connsiteX26" fmla="*/ 3084621 w 4933727"/>
                <a:gd name="connsiteY26" fmla="*/ 830473 h 1020027"/>
                <a:gd name="connsiteX27" fmla="*/ 2906821 w 4933727"/>
                <a:gd name="connsiteY27" fmla="*/ 982874 h 1020027"/>
                <a:gd name="connsiteX28" fmla="*/ 2542755 w 4933727"/>
                <a:gd name="connsiteY28" fmla="*/ 1016740 h 1020027"/>
                <a:gd name="connsiteX29" fmla="*/ 1856955 w 4933727"/>
                <a:gd name="connsiteY29" fmla="*/ 923607 h 1020027"/>
                <a:gd name="connsiteX30" fmla="*/ 1188088 w 4933727"/>
                <a:gd name="connsiteY30" fmla="*/ 711941 h 1020027"/>
                <a:gd name="connsiteX31" fmla="*/ 891755 w 4933727"/>
                <a:gd name="connsiteY31" fmla="*/ 441007 h 1020027"/>
                <a:gd name="connsiteX32" fmla="*/ 705488 w 4933727"/>
                <a:gd name="connsiteY32" fmla="*/ 314007 h 1020027"/>
                <a:gd name="connsiteX33" fmla="*/ 502288 w 4933727"/>
                <a:gd name="connsiteY33" fmla="*/ 263207 h 1020027"/>
                <a:gd name="connsiteX34" fmla="*/ 146687 w 4933727"/>
                <a:gd name="connsiteY34" fmla="*/ 220874 h 1020027"/>
                <a:gd name="connsiteX35" fmla="*/ 19688 w 4933727"/>
                <a:gd name="connsiteY35" fmla="*/ 220874 h 1020027"/>
                <a:gd name="connsiteX36" fmla="*/ 87421 w 4933727"/>
                <a:gd name="connsiteY36" fmla="*/ 127740 h 1020027"/>
                <a:gd name="connsiteX0" fmla="*/ 87421 w 4933727"/>
                <a:gd name="connsiteY0" fmla="*/ 127740 h 1020027"/>
                <a:gd name="connsiteX1" fmla="*/ 815555 w 4933727"/>
                <a:gd name="connsiteY1" fmla="*/ 271674 h 1020027"/>
                <a:gd name="connsiteX2" fmla="*/ 1416688 w 4933727"/>
                <a:gd name="connsiteY2" fmla="*/ 711940 h 1020027"/>
                <a:gd name="connsiteX3" fmla="*/ 2813688 w 4933727"/>
                <a:gd name="connsiteY3" fmla="*/ 906674 h 1020027"/>
                <a:gd name="connsiteX4" fmla="*/ 3313221 w 4933727"/>
                <a:gd name="connsiteY4" fmla="*/ 271674 h 1020027"/>
                <a:gd name="connsiteX5" fmla="*/ 3878372 w 4933727"/>
                <a:gd name="connsiteY5" fmla="*/ 170120 h 1020027"/>
                <a:gd name="connsiteX6" fmla="*/ 4308055 w 4933727"/>
                <a:gd name="connsiteY6" fmla="*/ 425654 h 1020027"/>
                <a:gd name="connsiteX7" fmla="*/ 4469277 w 4933727"/>
                <a:gd name="connsiteY7" fmla="*/ 620539 h 1020027"/>
                <a:gd name="connsiteX8" fmla="*/ 4621677 w 4933727"/>
                <a:gd name="connsiteY8" fmla="*/ 700441 h 1020027"/>
                <a:gd name="connsiteX9" fmla="*/ 4735977 w 4933727"/>
                <a:gd name="connsiteY9" fmla="*/ 671386 h 1020027"/>
                <a:gd name="connsiteX10" fmla="*/ 4746205 w 4933727"/>
                <a:gd name="connsiteY10" fmla="*/ 527347 h 1020027"/>
                <a:gd name="connsiteX11" fmla="*/ 4723278 w 4933727"/>
                <a:gd name="connsiteY11" fmla="*/ 388097 h 1020027"/>
                <a:gd name="connsiteX12" fmla="*/ 4634379 w 4933727"/>
                <a:gd name="connsiteY12" fmla="*/ 293666 h 1020027"/>
                <a:gd name="connsiteX13" fmla="*/ 4577229 w 4933727"/>
                <a:gd name="connsiteY13" fmla="*/ 32165 h 1020027"/>
                <a:gd name="connsiteX14" fmla="*/ 4919771 w 4933727"/>
                <a:gd name="connsiteY14" fmla="*/ 30903 h 1020027"/>
                <a:gd name="connsiteX15" fmla="*/ 4869329 w 4933727"/>
                <a:gd name="connsiteY15" fmla="*/ 308193 h 1020027"/>
                <a:gd name="connsiteX16" fmla="*/ 4818529 w 4933727"/>
                <a:gd name="connsiteY16" fmla="*/ 380831 h 1020027"/>
                <a:gd name="connsiteX17" fmla="*/ 4824878 w 4933727"/>
                <a:gd name="connsiteY17" fmla="*/ 656858 h 1020027"/>
                <a:gd name="connsiteX18" fmla="*/ 4748678 w 4933727"/>
                <a:gd name="connsiteY18" fmla="*/ 773081 h 1020027"/>
                <a:gd name="connsiteX19" fmla="*/ 4638255 w 4933727"/>
                <a:gd name="connsiteY19" fmla="*/ 794673 h 1020027"/>
                <a:gd name="connsiteX20" fmla="*/ 4424470 w 4933727"/>
                <a:gd name="connsiteY20" fmla="*/ 709912 h 1020027"/>
                <a:gd name="connsiteX21" fmla="*/ 4158128 w 4933727"/>
                <a:gd name="connsiteY21" fmla="*/ 395357 h 1020027"/>
                <a:gd name="connsiteX22" fmla="*/ 3920705 w 4933727"/>
                <a:gd name="connsiteY22" fmla="*/ 274126 h 1020027"/>
                <a:gd name="connsiteX23" fmla="*/ 3596855 w 4933727"/>
                <a:gd name="connsiteY23" fmla="*/ 254741 h 1020027"/>
                <a:gd name="connsiteX24" fmla="*/ 3414821 w 4933727"/>
                <a:gd name="connsiteY24" fmla="*/ 330941 h 1020027"/>
                <a:gd name="connsiteX25" fmla="*/ 3296288 w 4933727"/>
                <a:gd name="connsiteY25" fmla="*/ 449473 h 1020027"/>
                <a:gd name="connsiteX26" fmla="*/ 3084621 w 4933727"/>
                <a:gd name="connsiteY26" fmla="*/ 830473 h 1020027"/>
                <a:gd name="connsiteX27" fmla="*/ 2906821 w 4933727"/>
                <a:gd name="connsiteY27" fmla="*/ 982874 h 1020027"/>
                <a:gd name="connsiteX28" fmla="*/ 2542755 w 4933727"/>
                <a:gd name="connsiteY28" fmla="*/ 1016740 h 1020027"/>
                <a:gd name="connsiteX29" fmla="*/ 1856955 w 4933727"/>
                <a:gd name="connsiteY29" fmla="*/ 923607 h 1020027"/>
                <a:gd name="connsiteX30" fmla="*/ 1188088 w 4933727"/>
                <a:gd name="connsiteY30" fmla="*/ 711941 h 1020027"/>
                <a:gd name="connsiteX31" fmla="*/ 891755 w 4933727"/>
                <a:gd name="connsiteY31" fmla="*/ 441007 h 1020027"/>
                <a:gd name="connsiteX32" fmla="*/ 705488 w 4933727"/>
                <a:gd name="connsiteY32" fmla="*/ 314007 h 1020027"/>
                <a:gd name="connsiteX33" fmla="*/ 502288 w 4933727"/>
                <a:gd name="connsiteY33" fmla="*/ 263207 h 1020027"/>
                <a:gd name="connsiteX34" fmla="*/ 146687 w 4933727"/>
                <a:gd name="connsiteY34" fmla="*/ 220874 h 1020027"/>
                <a:gd name="connsiteX35" fmla="*/ 19688 w 4933727"/>
                <a:gd name="connsiteY35" fmla="*/ 220874 h 1020027"/>
                <a:gd name="connsiteX36" fmla="*/ 87421 w 4933727"/>
                <a:gd name="connsiteY36" fmla="*/ 127740 h 1020027"/>
                <a:gd name="connsiteX0" fmla="*/ 87421 w 4936122"/>
                <a:gd name="connsiteY0" fmla="*/ 128220 h 1020507"/>
                <a:gd name="connsiteX1" fmla="*/ 815555 w 4936122"/>
                <a:gd name="connsiteY1" fmla="*/ 272154 h 1020507"/>
                <a:gd name="connsiteX2" fmla="*/ 1416688 w 4936122"/>
                <a:gd name="connsiteY2" fmla="*/ 712420 h 1020507"/>
                <a:gd name="connsiteX3" fmla="*/ 2813688 w 4936122"/>
                <a:gd name="connsiteY3" fmla="*/ 907154 h 1020507"/>
                <a:gd name="connsiteX4" fmla="*/ 3313221 w 4936122"/>
                <a:gd name="connsiteY4" fmla="*/ 272154 h 1020507"/>
                <a:gd name="connsiteX5" fmla="*/ 3878372 w 4936122"/>
                <a:gd name="connsiteY5" fmla="*/ 170600 h 1020507"/>
                <a:gd name="connsiteX6" fmla="*/ 4308055 w 4936122"/>
                <a:gd name="connsiteY6" fmla="*/ 426134 h 1020507"/>
                <a:gd name="connsiteX7" fmla="*/ 4469277 w 4936122"/>
                <a:gd name="connsiteY7" fmla="*/ 621019 h 1020507"/>
                <a:gd name="connsiteX8" fmla="*/ 4621677 w 4936122"/>
                <a:gd name="connsiteY8" fmla="*/ 700921 h 1020507"/>
                <a:gd name="connsiteX9" fmla="*/ 4735977 w 4936122"/>
                <a:gd name="connsiteY9" fmla="*/ 671866 h 1020507"/>
                <a:gd name="connsiteX10" fmla="*/ 4746205 w 4936122"/>
                <a:gd name="connsiteY10" fmla="*/ 527827 h 1020507"/>
                <a:gd name="connsiteX11" fmla="*/ 4723278 w 4936122"/>
                <a:gd name="connsiteY11" fmla="*/ 388577 h 1020507"/>
                <a:gd name="connsiteX12" fmla="*/ 4634379 w 4936122"/>
                <a:gd name="connsiteY12" fmla="*/ 294146 h 1020507"/>
                <a:gd name="connsiteX13" fmla="*/ 4577229 w 4936122"/>
                <a:gd name="connsiteY13" fmla="*/ 32645 h 1020507"/>
                <a:gd name="connsiteX14" fmla="*/ 4919771 w 4936122"/>
                <a:gd name="connsiteY14" fmla="*/ 31383 h 1020507"/>
                <a:gd name="connsiteX15" fmla="*/ 4882029 w 4936122"/>
                <a:gd name="connsiteY15" fmla="*/ 315937 h 1020507"/>
                <a:gd name="connsiteX16" fmla="*/ 4818529 w 4936122"/>
                <a:gd name="connsiteY16" fmla="*/ 381311 h 1020507"/>
                <a:gd name="connsiteX17" fmla="*/ 4824878 w 4936122"/>
                <a:gd name="connsiteY17" fmla="*/ 657338 h 1020507"/>
                <a:gd name="connsiteX18" fmla="*/ 4748678 w 4936122"/>
                <a:gd name="connsiteY18" fmla="*/ 773561 h 1020507"/>
                <a:gd name="connsiteX19" fmla="*/ 4638255 w 4936122"/>
                <a:gd name="connsiteY19" fmla="*/ 795153 h 1020507"/>
                <a:gd name="connsiteX20" fmla="*/ 4424470 w 4936122"/>
                <a:gd name="connsiteY20" fmla="*/ 710392 h 1020507"/>
                <a:gd name="connsiteX21" fmla="*/ 4158128 w 4936122"/>
                <a:gd name="connsiteY21" fmla="*/ 395837 h 1020507"/>
                <a:gd name="connsiteX22" fmla="*/ 3920705 w 4936122"/>
                <a:gd name="connsiteY22" fmla="*/ 274606 h 1020507"/>
                <a:gd name="connsiteX23" fmla="*/ 3596855 w 4936122"/>
                <a:gd name="connsiteY23" fmla="*/ 255221 h 1020507"/>
                <a:gd name="connsiteX24" fmla="*/ 3414821 w 4936122"/>
                <a:gd name="connsiteY24" fmla="*/ 331421 h 1020507"/>
                <a:gd name="connsiteX25" fmla="*/ 3296288 w 4936122"/>
                <a:gd name="connsiteY25" fmla="*/ 449953 h 1020507"/>
                <a:gd name="connsiteX26" fmla="*/ 3084621 w 4936122"/>
                <a:gd name="connsiteY26" fmla="*/ 830953 h 1020507"/>
                <a:gd name="connsiteX27" fmla="*/ 2906821 w 4936122"/>
                <a:gd name="connsiteY27" fmla="*/ 983354 h 1020507"/>
                <a:gd name="connsiteX28" fmla="*/ 2542755 w 4936122"/>
                <a:gd name="connsiteY28" fmla="*/ 1017220 h 1020507"/>
                <a:gd name="connsiteX29" fmla="*/ 1856955 w 4936122"/>
                <a:gd name="connsiteY29" fmla="*/ 924087 h 1020507"/>
                <a:gd name="connsiteX30" fmla="*/ 1188088 w 4936122"/>
                <a:gd name="connsiteY30" fmla="*/ 712421 h 1020507"/>
                <a:gd name="connsiteX31" fmla="*/ 891755 w 4936122"/>
                <a:gd name="connsiteY31" fmla="*/ 441487 h 1020507"/>
                <a:gd name="connsiteX32" fmla="*/ 705488 w 4936122"/>
                <a:gd name="connsiteY32" fmla="*/ 314487 h 1020507"/>
                <a:gd name="connsiteX33" fmla="*/ 502288 w 4936122"/>
                <a:gd name="connsiteY33" fmla="*/ 263687 h 1020507"/>
                <a:gd name="connsiteX34" fmla="*/ 146687 w 4936122"/>
                <a:gd name="connsiteY34" fmla="*/ 221354 h 1020507"/>
                <a:gd name="connsiteX35" fmla="*/ 19688 w 4936122"/>
                <a:gd name="connsiteY35" fmla="*/ 221354 h 1020507"/>
                <a:gd name="connsiteX36" fmla="*/ 87421 w 4936122"/>
                <a:gd name="connsiteY36" fmla="*/ 128220 h 1020507"/>
                <a:gd name="connsiteX0" fmla="*/ 87421 w 4920152"/>
                <a:gd name="connsiteY0" fmla="*/ 132452 h 1024739"/>
                <a:gd name="connsiteX1" fmla="*/ 815555 w 4920152"/>
                <a:gd name="connsiteY1" fmla="*/ 276386 h 1024739"/>
                <a:gd name="connsiteX2" fmla="*/ 1416688 w 4920152"/>
                <a:gd name="connsiteY2" fmla="*/ 716652 h 1024739"/>
                <a:gd name="connsiteX3" fmla="*/ 2813688 w 4920152"/>
                <a:gd name="connsiteY3" fmla="*/ 911386 h 1024739"/>
                <a:gd name="connsiteX4" fmla="*/ 3313221 w 4920152"/>
                <a:gd name="connsiteY4" fmla="*/ 276386 h 1024739"/>
                <a:gd name="connsiteX5" fmla="*/ 3878372 w 4920152"/>
                <a:gd name="connsiteY5" fmla="*/ 174832 h 1024739"/>
                <a:gd name="connsiteX6" fmla="*/ 4308055 w 4920152"/>
                <a:gd name="connsiteY6" fmla="*/ 430366 h 1024739"/>
                <a:gd name="connsiteX7" fmla="*/ 4469277 w 4920152"/>
                <a:gd name="connsiteY7" fmla="*/ 625251 h 1024739"/>
                <a:gd name="connsiteX8" fmla="*/ 4621677 w 4920152"/>
                <a:gd name="connsiteY8" fmla="*/ 705153 h 1024739"/>
                <a:gd name="connsiteX9" fmla="*/ 4735977 w 4920152"/>
                <a:gd name="connsiteY9" fmla="*/ 676098 h 1024739"/>
                <a:gd name="connsiteX10" fmla="*/ 4746205 w 4920152"/>
                <a:gd name="connsiteY10" fmla="*/ 532059 h 1024739"/>
                <a:gd name="connsiteX11" fmla="*/ 4723278 w 4920152"/>
                <a:gd name="connsiteY11" fmla="*/ 392809 h 1024739"/>
                <a:gd name="connsiteX12" fmla="*/ 4634379 w 4920152"/>
                <a:gd name="connsiteY12" fmla="*/ 298378 h 1024739"/>
                <a:gd name="connsiteX13" fmla="*/ 4577229 w 4920152"/>
                <a:gd name="connsiteY13" fmla="*/ 36877 h 1024739"/>
                <a:gd name="connsiteX14" fmla="*/ 4900721 w 4920152"/>
                <a:gd name="connsiteY14" fmla="*/ 28351 h 1024739"/>
                <a:gd name="connsiteX15" fmla="*/ 4882029 w 4920152"/>
                <a:gd name="connsiteY15" fmla="*/ 320169 h 1024739"/>
                <a:gd name="connsiteX16" fmla="*/ 4818529 w 4920152"/>
                <a:gd name="connsiteY16" fmla="*/ 385543 h 1024739"/>
                <a:gd name="connsiteX17" fmla="*/ 4824878 w 4920152"/>
                <a:gd name="connsiteY17" fmla="*/ 661570 h 1024739"/>
                <a:gd name="connsiteX18" fmla="*/ 4748678 w 4920152"/>
                <a:gd name="connsiteY18" fmla="*/ 777793 h 1024739"/>
                <a:gd name="connsiteX19" fmla="*/ 4638255 w 4920152"/>
                <a:gd name="connsiteY19" fmla="*/ 799385 h 1024739"/>
                <a:gd name="connsiteX20" fmla="*/ 4424470 w 4920152"/>
                <a:gd name="connsiteY20" fmla="*/ 714624 h 1024739"/>
                <a:gd name="connsiteX21" fmla="*/ 4158128 w 4920152"/>
                <a:gd name="connsiteY21" fmla="*/ 400069 h 1024739"/>
                <a:gd name="connsiteX22" fmla="*/ 3920705 w 4920152"/>
                <a:gd name="connsiteY22" fmla="*/ 278838 h 1024739"/>
                <a:gd name="connsiteX23" fmla="*/ 3596855 w 4920152"/>
                <a:gd name="connsiteY23" fmla="*/ 259453 h 1024739"/>
                <a:gd name="connsiteX24" fmla="*/ 3414821 w 4920152"/>
                <a:gd name="connsiteY24" fmla="*/ 335653 h 1024739"/>
                <a:gd name="connsiteX25" fmla="*/ 3296288 w 4920152"/>
                <a:gd name="connsiteY25" fmla="*/ 454185 h 1024739"/>
                <a:gd name="connsiteX26" fmla="*/ 3084621 w 4920152"/>
                <a:gd name="connsiteY26" fmla="*/ 835185 h 1024739"/>
                <a:gd name="connsiteX27" fmla="*/ 2906821 w 4920152"/>
                <a:gd name="connsiteY27" fmla="*/ 987586 h 1024739"/>
                <a:gd name="connsiteX28" fmla="*/ 2542755 w 4920152"/>
                <a:gd name="connsiteY28" fmla="*/ 1021452 h 1024739"/>
                <a:gd name="connsiteX29" fmla="*/ 1856955 w 4920152"/>
                <a:gd name="connsiteY29" fmla="*/ 928319 h 1024739"/>
                <a:gd name="connsiteX30" fmla="*/ 1188088 w 4920152"/>
                <a:gd name="connsiteY30" fmla="*/ 716653 h 1024739"/>
                <a:gd name="connsiteX31" fmla="*/ 891755 w 4920152"/>
                <a:gd name="connsiteY31" fmla="*/ 445719 h 1024739"/>
                <a:gd name="connsiteX32" fmla="*/ 705488 w 4920152"/>
                <a:gd name="connsiteY32" fmla="*/ 318719 h 1024739"/>
                <a:gd name="connsiteX33" fmla="*/ 502288 w 4920152"/>
                <a:gd name="connsiteY33" fmla="*/ 267919 h 1024739"/>
                <a:gd name="connsiteX34" fmla="*/ 146687 w 4920152"/>
                <a:gd name="connsiteY34" fmla="*/ 225586 h 1024739"/>
                <a:gd name="connsiteX35" fmla="*/ 19688 w 4920152"/>
                <a:gd name="connsiteY35" fmla="*/ 225586 h 1024739"/>
                <a:gd name="connsiteX36" fmla="*/ 87421 w 4920152"/>
                <a:gd name="connsiteY36" fmla="*/ 132452 h 1024739"/>
                <a:gd name="connsiteX0" fmla="*/ 87421 w 4919231"/>
                <a:gd name="connsiteY0" fmla="*/ 144145 h 1036432"/>
                <a:gd name="connsiteX1" fmla="*/ 815555 w 4919231"/>
                <a:gd name="connsiteY1" fmla="*/ 288079 h 1036432"/>
                <a:gd name="connsiteX2" fmla="*/ 1416688 w 4919231"/>
                <a:gd name="connsiteY2" fmla="*/ 728345 h 1036432"/>
                <a:gd name="connsiteX3" fmla="*/ 2813688 w 4919231"/>
                <a:gd name="connsiteY3" fmla="*/ 923079 h 1036432"/>
                <a:gd name="connsiteX4" fmla="*/ 3313221 w 4919231"/>
                <a:gd name="connsiteY4" fmla="*/ 288079 h 1036432"/>
                <a:gd name="connsiteX5" fmla="*/ 3878372 w 4919231"/>
                <a:gd name="connsiteY5" fmla="*/ 186525 h 1036432"/>
                <a:gd name="connsiteX6" fmla="*/ 4308055 w 4919231"/>
                <a:gd name="connsiteY6" fmla="*/ 442059 h 1036432"/>
                <a:gd name="connsiteX7" fmla="*/ 4469277 w 4919231"/>
                <a:gd name="connsiteY7" fmla="*/ 636944 h 1036432"/>
                <a:gd name="connsiteX8" fmla="*/ 4621677 w 4919231"/>
                <a:gd name="connsiteY8" fmla="*/ 716846 h 1036432"/>
                <a:gd name="connsiteX9" fmla="*/ 4735977 w 4919231"/>
                <a:gd name="connsiteY9" fmla="*/ 687791 h 1036432"/>
                <a:gd name="connsiteX10" fmla="*/ 4746205 w 4919231"/>
                <a:gd name="connsiteY10" fmla="*/ 543752 h 1036432"/>
                <a:gd name="connsiteX11" fmla="*/ 4723278 w 4919231"/>
                <a:gd name="connsiteY11" fmla="*/ 404502 h 1036432"/>
                <a:gd name="connsiteX12" fmla="*/ 4634379 w 4919231"/>
                <a:gd name="connsiteY12" fmla="*/ 310071 h 1036432"/>
                <a:gd name="connsiteX13" fmla="*/ 4589929 w 4919231"/>
                <a:gd name="connsiteY13" fmla="*/ 26779 h 1036432"/>
                <a:gd name="connsiteX14" fmla="*/ 4900721 w 4919231"/>
                <a:gd name="connsiteY14" fmla="*/ 40044 h 1036432"/>
                <a:gd name="connsiteX15" fmla="*/ 4882029 w 4919231"/>
                <a:gd name="connsiteY15" fmla="*/ 331862 h 1036432"/>
                <a:gd name="connsiteX16" fmla="*/ 4818529 w 4919231"/>
                <a:gd name="connsiteY16" fmla="*/ 397236 h 1036432"/>
                <a:gd name="connsiteX17" fmla="*/ 4824878 w 4919231"/>
                <a:gd name="connsiteY17" fmla="*/ 673263 h 1036432"/>
                <a:gd name="connsiteX18" fmla="*/ 4748678 w 4919231"/>
                <a:gd name="connsiteY18" fmla="*/ 789486 h 1036432"/>
                <a:gd name="connsiteX19" fmla="*/ 4638255 w 4919231"/>
                <a:gd name="connsiteY19" fmla="*/ 811078 h 1036432"/>
                <a:gd name="connsiteX20" fmla="*/ 4424470 w 4919231"/>
                <a:gd name="connsiteY20" fmla="*/ 726317 h 1036432"/>
                <a:gd name="connsiteX21" fmla="*/ 4158128 w 4919231"/>
                <a:gd name="connsiteY21" fmla="*/ 411762 h 1036432"/>
                <a:gd name="connsiteX22" fmla="*/ 3920705 w 4919231"/>
                <a:gd name="connsiteY22" fmla="*/ 290531 h 1036432"/>
                <a:gd name="connsiteX23" fmla="*/ 3596855 w 4919231"/>
                <a:gd name="connsiteY23" fmla="*/ 271146 h 1036432"/>
                <a:gd name="connsiteX24" fmla="*/ 3414821 w 4919231"/>
                <a:gd name="connsiteY24" fmla="*/ 347346 h 1036432"/>
                <a:gd name="connsiteX25" fmla="*/ 3296288 w 4919231"/>
                <a:gd name="connsiteY25" fmla="*/ 465878 h 1036432"/>
                <a:gd name="connsiteX26" fmla="*/ 3084621 w 4919231"/>
                <a:gd name="connsiteY26" fmla="*/ 846878 h 1036432"/>
                <a:gd name="connsiteX27" fmla="*/ 2906821 w 4919231"/>
                <a:gd name="connsiteY27" fmla="*/ 999279 h 1036432"/>
                <a:gd name="connsiteX28" fmla="*/ 2542755 w 4919231"/>
                <a:gd name="connsiteY28" fmla="*/ 1033145 h 1036432"/>
                <a:gd name="connsiteX29" fmla="*/ 1856955 w 4919231"/>
                <a:gd name="connsiteY29" fmla="*/ 940012 h 1036432"/>
                <a:gd name="connsiteX30" fmla="*/ 1188088 w 4919231"/>
                <a:gd name="connsiteY30" fmla="*/ 728346 h 1036432"/>
                <a:gd name="connsiteX31" fmla="*/ 891755 w 4919231"/>
                <a:gd name="connsiteY31" fmla="*/ 457412 h 1036432"/>
                <a:gd name="connsiteX32" fmla="*/ 705488 w 4919231"/>
                <a:gd name="connsiteY32" fmla="*/ 330412 h 1036432"/>
                <a:gd name="connsiteX33" fmla="*/ 502288 w 4919231"/>
                <a:gd name="connsiteY33" fmla="*/ 279612 h 1036432"/>
                <a:gd name="connsiteX34" fmla="*/ 146687 w 4919231"/>
                <a:gd name="connsiteY34" fmla="*/ 237279 h 1036432"/>
                <a:gd name="connsiteX35" fmla="*/ 19688 w 4919231"/>
                <a:gd name="connsiteY35" fmla="*/ 237279 h 1036432"/>
                <a:gd name="connsiteX36" fmla="*/ 87421 w 4919231"/>
                <a:gd name="connsiteY36" fmla="*/ 144145 h 1036432"/>
                <a:gd name="connsiteX0" fmla="*/ 87421 w 4918311"/>
                <a:gd name="connsiteY0" fmla="*/ 135969 h 1028256"/>
                <a:gd name="connsiteX1" fmla="*/ 815555 w 4918311"/>
                <a:gd name="connsiteY1" fmla="*/ 279903 h 1028256"/>
                <a:gd name="connsiteX2" fmla="*/ 1416688 w 4918311"/>
                <a:gd name="connsiteY2" fmla="*/ 720169 h 1028256"/>
                <a:gd name="connsiteX3" fmla="*/ 2813688 w 4918311"/>
                <a:gd name="connsiteY3" fmla="*/ 914903 h 1028256"/>
                <a:gd name="connsiteX4" fmla="*/ 3313221 w 4918311"/>
                <a:gd name="connsiteY4" fmla="*/ 279903 h 1028256"/>
                <a:gd name="connsiteX5" fmla="*/ 3878372 w 4918311"/>
                <a:gd name="connsiteY5" fmla="*/ 178349 h 1028256"/>
                <a:gd name="connsiteX6" fmla="*/ 4308055 w 4918311"/>
                <a:gd name="connsiteY6" fmla="*/ 433883 h 1028256"/>
                <a:gd name="connsiteX7" fmla="*/ 4469277 w 4918311"/>
                <a:gd name="connsiteY7" fmla="*/ 628768 h 1028256"/>
                <a:gd name="connsiteX8" fmla="*/ 4621677 w 4918311"/>
                <a:gd name="connsiteY8" fmla="*/ 708670 h 1028256"/>
                <a:gd name="connsiteX9" fmla="*/ 4735977 w 4918311"/>
                <a:gd name="connsiteY9" fmla="*/ 679615 h 1028256"/>
                <a:gd name="connsiteX10" fmla="*/ 4746205 w 4918311"/>
                <a:gd name="connsiteY10" fmla="*/ 535576 h 1028256"/>
                <a:gd name="connsiteX11" fmla="*/ 4723278 w 4918311"/>
                <a:gd name="connsiteY11" fmla="*/ 396326 h 1028256"/>
                <a:gd name="connsiteX12" fmla="*/ 4634379 w 4918311"/>
                <a:gd name="connsiteY12" fmla="*/ 301895 h 1028256"/>
                <a:gd name="connsiteX13" fmla="*/ 4602629 w 4918311"/>
                <a:gd name="connsiteY13" fmla="*/ 33131 h 1028256"/>
                <a:gd name="connsiteX14" fmla="*/ 4900721 w 4918311"/>
                <a:gd name="connsiteY14" fmla="*/ 31868 h 1028256"/>
                <a:gd name="connsiteX15" fmla="*/ 4882029 w 4918311"/>
                <a:gd name="connsiteY15" fmla="*/ 323686 h 1028256"/>
                <a:gd name="connsiteX16" fmla="*/ 4818529 w 4918311"/>
                <a:gd name="connsiteY16" fmla="*/ 389060 h 1028256"/>
                <a:gd name="connsiteX17" fmla="*/ 4824878 w 4918311"/>
                <a:gd name="connsiteY17" fmla="*/ 665087 h 1028256"/>
                <a:gd name="connsiteX18" fmla="*/ 4748678 w 4918311"/>
                <a:gd name="connsiteY18" fmla="*/ 781310 h 1028256"/>
                <a:gd name="connsiteX19" fmla="*/ 4638255 w 4918311"/>
                <a:gd name="connsiteY19" fmla="*/ 802902 h 1028256"/>
                <a:gd name="connsiteX20" fmla="*/ 4424470 w 4918311"/>
                <a:gd name="connsiteY20" fmla="*/ 718141 h 1028256"/>
                <a:gd name="connsiteX21" fmla="*/ 4158128 w 4918311"/>
                <a:gd name="connsiteY21" fmla="*/ 403586 h 1028256"/>
                <a:gd name="connsiteX22" fmla="*/ 3920705 w 4918311"/>
                <a:gd name="connsiteY22" fmla="*/ 282355 h 1028256"/>
                <a:gd name="connsiteX23" fmla="*/ 3596855 w 4918311"/>
                <a:gd name="connsiteY23" fmla="*/ 262970 h 1028256"/>
                <a:gd name="connsiteX24" fmla="*/ 3414821 w 4918311"/>
                <a:gd name="connsiteY24" fmla="*/ 339170 h 1028256"/>
                <a:gd name="connsiteX25" fmla="*/ 3296288 w 4918311"/>
                <a:gd name="connsiteY25" fmla="*/ 457702 h 1028256"/>
                <a:gd name="connsiteX26" fmla="*/ 3084621 w 4918311"/>
                <a:gd name="connsiteY26" fmla="*/ 838702 h 1028256"/>
                <a:gd name="connsiteX27" fmla="*/ 2906821 w 4918311"/>
                <a:gd name="connsiteY27" fmla="*/ 991103 h 1028256"/>
                <a:gd name="connsiteX28" fmla="*/ 2542755 w 4918311"/>
                <a:gd name="connsiteY28" fmla="*/ 1024969 h 1028256"/>
                <a:gd name="connsiteX29" fmla="*/ 1856955 w 4918311"/>
                <a:gd name="connsiteY29" fmla="*/ 931836 h 1028256"/>
                <a:gd name="connsiteX30" fmla="*/ 1188088 w 4918311"/>
                <a:gd name="connsiteY30" fmla="*/ 720170 h 1028256"/>
                <a:gd name="connsiteX31" fmla="*/ 891755 w 4918311"/>
                <a:gd name="connsiteY31" fmla="*/ 449236 h 1028256"/>
                <a:gd name="connsiteX32" fmla="*/ 705488 w 4918311"/>
                <a:gd name="connsiteY32" fmla="*/ 322236 h 1028256"/>
                <a:gd name="connsiteX33" fmla="*/ 502288 w 4918311"/>
                <a:gd name="connsiteY33" fmla="*/ 271436 h 1028256"/>
                <a:gd name="connsiteX34" fmla="*/ 146687 w 4918311"/>
                <a:gd name="connsiteY34" fmla="*/ 229103 h 1028256"/>
                <a:gd name="connsiteX35" fmla="*/ 19688 w 4918311"/>
                <a:gd name="connsiteY35" fmla="*/ 229103 h 1028256"/>
                <a:gd name="connsiteX36" fmla="*/ 87421 w 4918311"/>
                <a:gd name="connsiteY36" fmla="*/ 135969 h 1028256"/>
                <a:gd name="connsiteX0" fmla="*/ 87421 w 4907942"/>
                <a:gd name="connsiteY0" fmla="*/ 130799 h 1023086"/>
                <a:gd name="connsiteX1" fmla="*/ 815555 w 4907942"/>
                <a:gd name="connsiteY1" fmla="*/ 274733 h 1023086"/>
                <a:gd name="connsiteX2" fmla="*/ 1416688 w 4907942"/>
                <a:gd name="connsiteY2" fmla="*/ 714999 h 1023086"/>
                <a:gd name="connsiteX3" fmla="*/ 2813688 w 4907942"/>
                <a:gd name="connsiteY3" fmla="*/ 909733 h 1023086"/>
                <a:gd name="connsiteX4" fmla="*/ 3313221 w 4907942"/>
                <a:gd name="connsiteY4" fmla="*/ 274733 h 1023086"/>
                <a:gd name="connsiteX5" fmla="*/ 3878372 w 4907942"/>
                <a:gd name="connsiteY5" fmla="*/ 173179 h 1023086"/>
                <a:gd name="connsiteX6" fmla="*/ 4308055 w 4907942"/>
                <a:gd name="connsiteY6" fmla="*/ 428713 h 1023086"/>
                <a:gd name="connsiteX7" fmla="*/ 4469277 w 4907942"/>
                <a:gd name="connsiteY7" fmla="*/ 623598 h 1023086"/>
                <a:gd name="connsiteX8" fmla="*/ 4621677 w 4907942"/>
                <a:gd name="connsiteY8" fmla="*/ 703500 h 1023086"/>
                <a:gd name="connsiteX9" fmla="*/ 4735977 w 4907942"/>
                <a:gd name="connsiteY9" fmla="*/ 674445 h 1023086"/>
                <a:gd name="connsiteX10" fmla="*/ 4746205 w 4907942"/>
                <a:gd name="connsiteY10" fmla="*/ 530406 h 1023086"/>
                <a:gd name="connsiteX11" fmla="*/ 4723278 w 4907942"/>
                <a:gd name="connsiteY11" fmla="*/ 391156 h 1023086"/>
                <a:gd name="connsiteX12" fmla="*/ 4634379 w 4907942"/>
                <a:gd name="connsiteY12" fmla="*/ 296725 h 1023086"/>
                <a:gd name="connsiteX13" fmla="*/ 4602629 w 4907942"/>
                <a:gd name="connsiteY13" fmla="*/ 27961 h 1023086"/>
                <a:gd name="connsiteX14" fmla="*/ 4748678 w 4907942"/>
                <a:gd name="connsiteY14" fmla="*/ 13436 h 1023086"/>
                <a:gd name="connsiteX15" fmla="*/ 4900721 w 4907942"/>
                <a:gd name="connsiteY15" fmla="*/ 26698 h 1023086"/>
                <a:gd name="connsiteX16" fmla="*/ 4882029 w 4907942"/>
                <a:gd name="connsiteY16" fmla="*/ 318516 h 1023086"/>
                <a:gd name="connsiteX17" fmla="*/ 4818529 w 4907942"/>
                <a:gd name="connsiteY17" fmla="*/ 383890 h 1023086"/>
                <a:gd name="connsiteX18" fmla="*/ 4824878 w 4907942"/>
                <a:gd name="connsiteY18" fmla="*/ 659917 h 1023086"/>
                <a:gd name="connsiteX19" fmla="*/ 4748678 w 4907942"/>
                <a:gd name="connsiteY19" fmla="*/ 776140 h 1023086"/>
                <a:gd name="connsiteX20" fmla="*/ 4638255 w 4907942"/>
                <a:gd name="connsiteY20" fmla="*/ 797732 h 1023086"/>
                <a:gd name="connsiteX21" fmla="*/ 4424470 w 4907942"/>
                <a:gd name="connsiteY21" fmla="*/ 712971 h 1023086"/>
                <a:gd name="connsiteX22" fmla="*/ 4158128 w 4907942"/>
                <a:gd name="connsiteY22" fmla="*/ 398416 h 1023086"/>
                <a:gd name="connsiteX23" fmla="*/ 3920705 w 4907942"/>
                <a:gd name="connsiteY23" fmla="*/ 277185 h 1023086"/>
                <a:gd name="connsiteX24" fmla="*/ 3596855 w 4907942"/>
                <a:gd name="connsiteY24" fmla="*/ 257800 h 1023086"/>
                <a:gd name="connsiteX25" fmla="*/ 3414821 w 4907942"/>
                <a:gd name="connsiteY25" fmla="*/ 334000 h 1023086"/>
                <a:gd name="connsiteX26" fmla="*/ 3296288 w 4907942"/>
                <a:gd name="connsiteY26" fmla="*/ 452532 h 1023086"/>
                <a:gd name="connsiteX27" fmla="*/ 3084621 w 4907942"/>
                <a:gd name="connsiteY27" fmla="*/ 833532 h 1023086"/>
                <a:gd name="connsiteX28" fmla="*/ 2906821 w 4907942"/>
                <a:gd name="connsiteY28" fmla="*/ 985933 h 1023086"/>
                <a:gd name="connsiteX29" fmla="*/ 2542755 w 4907942"/>
                <a:gd name="connsiteY29" fmla="*/ 1019799 h 1023086"/>
                <a:gd name="connsiteX30" fmla="*/ 1856955 w 4907942"/>
                <a:gd name="connsiteY30" fmla="*/ 926666 h 1023086"/>
                <a:gd name="connsiteX31" fmla="*/ 1188088 w 4907942"/>
                <a:gd name="connsiteY31" fmla="*/ 715000 h 1023086"/>
                <a:gd name="connsiteX32" fmla="*/ 891755 w 4907942"/>
                <a:gd name="connsiteY32" fmla="*/ 444066 h 1023086"/>
                <a:gd name="connsiteX33" fmla="*/ 705488 w 4907942"/>
                <a:gd name="connsiteY33" fmla="*/ 317066 h 1023086"/>
                <a:gd name="connsiteX34" fmla="*/ 502288 w 4907942"/>
                <a:gd name="connsiteY34" fmla="*/ 266266 h 1023086"/>
                <a:gd name="connsiteX35" fmla="*/ 146687 w 4907942"/>
                <a:gd name="connsiteY35" fmla="*/ 223933 h 1023086"/>
                <a:gd name="connsiteX36" fmla="*/ 19688 w 4907942"/>
                <a:gd name="connsiteY36" fmla="*/ 223933 h 1023086"/>
                <a:gd name="connsiteX37" fmla="*/ 87421 w 4907942"/>
                <a:gd name="connsiteY37" fmla="*/ 130799 h 1023086"/>
                <a:gd name="connsiteX0" fmla="*/ 87421 w 4907942"/>
                <a:gd name="connsiteY0" fmla="*/ 130799 h 1023086"/>
                <a:gd name="connsiteX1" fmla="*/ 815555 w 4907942"/>
                <a:gd name="connsiteY1" fmla="*/ 274733 h 1023086"/>
                <a:gd name="connsiteX2" fmla="*/ 1416688 w 4907942"/>
                <a:gd name="connsiteY2" fmla="*/ 714999 h 1023086"/>
                <a:gd name="connsiteX3" fmla="*/ 2813688 w 4907942"/>
                <a:gd name="connsiteY3" fmla="*/ 909733 h 1023086"/>
                <a:gd name="connsiteX4" fmla="*/ 3313221 w 4907942"/>
                <a:gd name="connsiteY4" fmla="*/ 274733 h 1023086"/>
                <a:gd name="connsiteX5" fmla="*/ 3878372 w 4907942"/>
                <a:gd name="connsiteY5" fmla="*/ 173179 h 1023086"/>
                <a:gd name="connsiteX6" fmla="*/ 4308055 w 4907942"/>
                <a:gd name="connsiteY6" fmla="*/ 428713 h 1023086"/>
                <a:gd name="connsiteX7" fmla="*/ 4469277 w 4907942"/>
                <a:gd name="connsiteY7" fmla="*/ 623598 h 1023086"/>
                <a:gd name="connsiteX8" fmla="*/ 4621677 w 4907942"/>
                <a:gd name="connsiteY8" fmla="*/ 703500 h 1023086"/>
                <a:gd name="connsiteX9" fmla="*/ 4735977 w 4907942"/>
                <a:gd name="connsiteY9" fmla="*/ 674445 h 1023086"/>
                <a:gd name="connsiteX10" fmla="*/ 4746205 w 4907942"/>
                <a:gd name="connsiteY10" fmla="*/ 530406 h 1023086"/>
                <a:gd name="connsiteX11" fmla="*/ 4735978 w 4907942"/>
                <a:gd name="connsiteY11" fmla="*/ 391156 h 1023086"/>
                <a:gd name="connsiteX12" fmla="*/ 4634379 w 4907942"/>
                <a:gd name="connsiteY12" fmla="*/ 296725 h 1023086"/>
                <a:gd name="connsiteX13" fmla="*/ 4602629 w 4907942"/>
                <a:gd name="connsiteY13" fmla="*/ 27961 h 1023086"/>
                <a:gd name="connsiteX14" fmla="*/ 4748678 w 4907942"/>
                <a:gd name="connsiteY14" fmla="*/ 13436 h 1023086"/>
                <a:gd name="connsiteX15" fmla="*/ 4900721 w 4907942"/>
                <a:gd name="connsiteY15" fmla="*/ 26698 h 1023086"/>
                <a:gd name="connsiteX16" fmla="*/ 4882029 w 4907942"/>
                <a:gd name="connsiteY16" fmla="*/ 318516 h 1023086"/>
                <a:gd name="connsiteX17" fmla="*/ 4818529 w 4907942"/>
                <a:gd name="connsiteY17" fmla="*/ 383890 h 1023086"/>
                <a:gd name="connsiteX18" fmla="*/ 4824878 w 4907942"/>
                <a:gd name="connsiteY18" fmla="*/ 659917 h 1023086"/>
                <a:gd name="connsiteX19" fmla="*/ 4748678 w 4907942"/>
                <a:gd name="connsiteY19" fmla="*/ 776140 h 1023086"/>
                <a:gd name="connsiteX20" fmla="*/ 4638255 w 4907942"/>
                <a:gd name="connsiteY20" fmla="*/ 797732 h 1023086"/>
                <a:gd name="connsiteX21" fmla="*/ 4424470 w 4907942"/>
                <a:gd name="connsiteY21" fmla="*/ 712971 h 1023086"/>
                <a:gd name="connsiteX22" fmla="*/ 4158128 w 4907942"/>
                <a:gd name="connsiteY22" fmla="*/ 398416 h 1023086"/>
                <a:gd name="connsiteX23" fmla="*/ 3920705 w 4907942"/>
                <a:gd name="connsiteY23" fmla="*/ 277185 h 1023086"/>
                <a:gd name="connsiteX24" fmla="*/ 3596855 w 4907942"/>
                <a:gd name="connsiteY24" fmla="*/ 257800 h 1023086"/>
                <a:gd name="connsiteX25" fmla="*/ 3414821 w 4907942"/>
                <a:gd name="connsiteY25" fmla="*/ 334000 h 1023086"/>
                <a:gd name="connsiteX26" fmla="*/ 3296288 w 4907942"/>
                <a:gd name="connsiteY26" fmla="*/ 452532 h 1023086"/>
                <a:gd name="connsiteX27" fmla="*/ 3084621 w 4907942"/>
                <a:gd name="connsiteY27" fmla="*/ 833532 h 1023086"/>
                <a:gd name="connsiteX28" fmla="*/ 2906821 w 4907942"/>
                <a:gd name="connsiteY28" fmla="*/ 985933 h 1023086"/>
                <a:gd name="connsiteX29" fmla="*/ 2542755 w 4907942"/>
                <a:gd name="connsiteY29" fmla="*/ 1019799 h 1023086"/>
                <a:gd name="connsiteX30" fmla="*/ 1856955 w 4907942"/>
                <a:gd name="connsiteY30" fmla="*/ 926666 h 1023086"/>
                <a:gd name="connsiteX31" fmla="*/ 1188088 w 4907942"/>
                <a:gd name="connsiteY31" fmla="*/ 715000 h 1023086"/>
                <a:gd name="connsiteX32" fmla="*/ 891755 w 4907942"/>
                <a:gd name="connsiteY32" fmla="*/ 444066 h 1023086"/>
                <a:gd name="connsiteX33" fmla="*/ 705488 w 4907942"/>
                <a:gd name="connsiteY33" fmla="*/ 317066 h 1023086"/>
                <a:gd name="connsiteX34" fmla="*/ 502288 w 4907942"/>
                <a:gd name="connsiteY34" fmla="*/ 266266 h 1023086"/>
                <a:gd name="connsiteX35" fmla="*/ 146687 w 4907942"/>
                <a:gd name="connsiteY35" fmla="*/ 223933 h 1023086"/>
                <a:gd name="connsiteX36" fmla="*/ 19688 w 4907942"/>
                <a:gd name="connsiteY36" fmla="*/ 223933 h 1023086"/>
                <a:gd name="connsiteX37" fmla="*/ 87421 w 4907942"/>
                <a:gd name="connsiteY37" fmla="*/ 130799 h 1023086"/>
                <a:gd name="connsiteX0" fmla="*/ 87421 w 4904925"/>
                <a:gd name="connsiteY0" fmla="*/ 130799 h 1023086"/>
                <a:gd name="connsiteX1" fmla="*/ 815555 w 4904925"/>
                <a:gd name="connsiteY1" fmla="*/ 274733 h 1023086"/>
                <a:gd name="connsiteX2" fmla="*/ 1416688 w 4904925"/>
                <a:gd name="connsiteY2" fmla="*/ 714999 h 1023086"/>
                <a:gd name="connsiteX3" fmla="*/ 2813688 w 4904925"/>
                <a:gd name="connsiteY3" fmla="*/ 909733 h 1023086"/>
                <a:gd name="connsiteX4" fmla="*/ 3313221 w 4904925"/>
                <a:gd name="connsiteY4" fmla="*/ 274733 h 1023086"/>
                <a:gd name="connsiteX5" fmla="*/ 3878372 w 4904925"/>
                <a:gd name="connsiteY5" fmla="*/ 173179 h 1023086"/>
                <a:gd name="connsiteX6" fmla="*/ 4308055 w 4904925"/>
                <a:gd name="connsiteY6" fmla="*/ 428713 h 1023086"/>
                <a:gd name="connsiteX7" fmla="*/ 4469277 w 4904925"/>
                <a:gd name="connsiteY7" fmla="*/ 623598 h 1023086"/>
                <a:gd name="connsiteX8" fmla="*/ 4621677 w 4904925"/>
                <a:gd name="connsiteY8" fmla="*/ 703500 h 1023086"/>
                <a:gd name="connsiteX9" fmla="*/ 4735977 w 4904925"/>
                <a:gd name="connsiteY9" fmla="*/ 674445 h 1023086"/>
                <a:gd name="connsiteX10" fmla="*/ 4746205 w 4904925"/>
                <a:gd name="connsiteY10" fmla="*/ 530406 h 1023086"/>
                <a:gd name="connsiteX11" fmla="*/ 4735978 w 4904925"/>
                <a:gd name="connsiteY11" fmla="*/ 391156 h 1023086"/>
                <a:gd name="connsiteX12" fmla="*/ 4634379 w 4904925"/>
                <a:gd name="connsiteY12" fmla="*/ 296725 h 1023086"/>
                <a:gd name="connsiteX13" fmla="*/ 4602629 w 4904925"/>
                <a:gd name="connsiteY13" fmla="*/ 27961 h 1023086"/>
                <a:gd name="connsiteX14" fmla="*/ 4748678 w 4904925"/>
                <a:gd name="connsiteY14" fmla="*/ 13436 h 1023086"/>
                <a:gd name="connsiteX15" fmla="*/ 4900721 w 4904925"/>
                <a:gd name="connsiteY15" fmla="*/ 26698 h 1023086"/>
                <a:gd name="connsiteX16" fmla="*/ 4862979 w 4904925"/>
                <a:gd name="connsiteY16" fmla="*/ 318516 h 1023086"/>
                <a:gd name="connsiteX17" fmla="*/ 4818529 w 4904925"/>
                <a:gd name="connsiteY17" fmla="*/ 383890 h 1023086"/>
                <a:gd name="connsiteX18" fmla="*/ 4824878 w 4904925"/>
                <a:gd name="connsiteY18" fmla="*/ 659917 h 1023086"/>
                <a:gd name="connsiteX19" fmla="*/ 4748678 w 4904925"/>
                <a:gd name="connsiteY19" fmla="*/ 776140 h 1023086"/>
                <a:gd name="connsiteX20" fmla="*/ 4638255 w 4904925"/>
                <a:gd name="connsiteY20" fmla="*/ 797732 h 1023086"/>
                <a:gd name="connsiteX21" fmla="*/ 4424470 w 4904925"/>
                <a:gd name="connsiteY21" fmla="*/ 712971 h 1023086"/>
                <a:gd name="connsiteX22" fmla="*/ 4158128 w 4904925"/>
                <a:gd name="connsiteY22" fmla="*/ 398416 h 1023086"/>
                <a:gd name="connsiteX23" fmla="*/ 3920705 w 4904925"/>
                <a:gd name="connsiteY23" fmla="*/ 277185 h 1023086"/>
                <a:gd name="connsiteX24" fmla="*/ 3596855 w 4904925"/>
                <a:gd name="connsiteY24" fmla="*/ 257800 h 1023086"/>
                <a:gd name="connsiteX25" fmla="*/ 3414821 w 4904925"/>
                <a:gd name="connsiteY25" fmla="*/ 334000 h 1023086"/>
                <a:gd name="connsiteX26" fmla="*/ 3296288 w 4904925"/>
                <a:gd name="connsiteY26" fmla="*/ 452532 h 1023086"/>
                <a:gd name="connsiteX27" fmla="*/ 3084621 w 4904925"/>
                <a:gd name="connsiteY27" fmla="*/ 833532 h 1023086"/>
                <a:gd name="connsiteX28" fmla="*/ 2906821 w 4904925"/>
                <a:gd name="connsiteY28" fmla="*/ 985933 h 1023086"/>
                <a:gd name="connsiteX29" fmla="*/ 2542755 w 4904925"/>
                <a:gd name="connsiteY29" fmla="*/ 1019799 h 1023086"/>
                <a:gd name="connsiteX30" fmla="*/ 1856955 w 4904925"/>
                <a:gd name="connsiteY30" fmla="*/ 926666 h 1023086"/>
                <a:gd name="connsiteX31" fmla="*/ 1188088 w 4904925"/>
                <a:gd name="connsiteY31" fmla="*/ 715000 h 1023086"/>
                <a:gd name="connsiteX32" fmla="*/ 891755 w 4904925"/>
                <a:gd name="connsiteY32" fmla="*/ 444066 h 1023086"/>
                <a:gd name="connsiteX33" fmla="*/ 705488 w 4904925"/>
                <a:gd name="connsiteY33" fmla="*/ 317066 h 1023086"/>
                <a:gd name="connsiteX34" fmla="*/ 502288 w 4904925"/>
                <a:gd name="connsiteY34" fmla="*/ 266266 h 1023086"/>
                <a:gd name="connsiteX35" fmla="*/ 146687 w 4904925"/>
                <a:gd name="connsiteY35" fmla="*/ 223933 h 1023086"/>
                <a:gd name="connsiteX36" fmla="*/ 19688 w 4904925"/>
                <a:gd name="connsiteY36" fmla="*/ 223933 h 1023086"/>
                <a:gd name="connsiteX37" fmla="*/ 87421 w 4904925"/>
                <a:gd name="connsiteY37" fmla="*/ 130799 h 1023086"/>
                <a:gd name="connsiteX0" fmla="*/ 87421 w 4904925"/>
                <a:gd name="connsiteY0" fmla="*/ 130799 h 1023086"/>
                <a:gd name="connsiteX1" fmla="*/ 815555 w 4904925"/>
                <a:gd name="connsiteY1" fmla="*/ 274733 h 1023086"/>
                <a:gd name="connsiteX2" fmla="*/ 1416688 w 4904925"/>
                <a:gd name="connsiteY2" fmla="*/ 714999 h 1023086"/>
                <a:gd name="connsiteX3" fmla="*/ 2813688 w 4904925"/>
                <a:gd name="connsiteY3" fmla="*/ 909733 h 1023086"/>
                <a:gd name="connsiteX4" fmla="*/ 3313221 w 4904925"/>
                <a:gd name="connsiteY4" fmla="*/ 274733 h 1023086"/>
                <a:gd name="connsiteX5" fmla="*/ 3878372 w 4904925"/>
                <a:gd name="connsiteY5" fmla="*/ 173179 h 1023086"/>
                <a:gd name="connsiteX6" fmla="*/ 4308055 w 4904925"/>
                <a:gd name="connsiteY6" fmla="*/ 428713 h 1023086"/>
                <a:gd name="connsiteX7" fmla="*/ 4469277 w 4904925"/>
                <a:gd name="connsiteY7" fmla="*/ 623598 h 1023086"/>
                <a:gd name="connsiteX8" fmla="*/ 4621677 w 4904925"/>
                <a:gd name="connsiteY8" fmla="*/ 703500 h 1023086"/>
                <a:gd name="connsiteX9" fmla="*/ 4735977 w 4904925"/>
                <a:gd name="connsiteY9" fmla="*/ 674445 h 1023086"/>
                <a:gd name="connsiteX10" fmla="*/ 4746205 w 4904925"/>
                <a:gd name="connsiteY10" fmla="*/ 530406 h 1023086"/>
                <a:gd name="connsiteX11" fmla="*/ 4735978 w 4904925"/>
                <a:gd name="connsiteY11" fmla="*/ 391156 h 1023086"/>
                <a:gd name="connsiteX12" fmla="*/ 4634379 w 4904925"/>
                <a:gd name="connsiteY12" fmla="*/ 296725 h 1023086"/>
                <a:gd name="connsiteX13" fmla="*/ 4621679 w 4904925"/>
                <a:gd name="connsiteY13" fmla="*/ 195031 h 1023086"/>
                <a:gd name="connsiteX14" fmla="*/ 4602629 w 4904925"/>
                <a:gd name="connsiteY14" fmla="*/ 27961 h 1023086"/>
                <a:gd name="connsiteX15" fmla="*/ 4748678 w 4904925"/>
                <a:gd name="connsiteY15" fmla="*/ 13436 h 1023086"/>
                <a:gd name="connsiteX16" fmla="*/ 4900721 w 4904925"/>
                <a:gd name="connsiteY16" fmla="*/ 26698 h 1023086"/>
                <a:gd name="connsiteX17" fmla="*/ 4862979 w 4904925"/>
                <a:gd name="connsiteY17" fmla="*/ 318516 h 1023086"/>
                <a:gd name="connsiteX18" fmla="*/ 4818529 w 4904925"/>
                <a:gd name="connsiteY18" fmla="*/ 383890 h 1023086"/>
                <a:gd name="connsiteX19" fmla="*/ 4824878 w 4904925"/>
                <a:gd name="connsiteY19" fmla="*/ 659917 h 1023086"/>
                <a:gd name="connsiteX20" fmla="*/ 4748678 w 4904925"/>
                <a:gd name="connsiteY20" fmla="*/ 776140 h 1023086"/>
                <a:gd name="connsiteX21" fmla="*/ 4638255 w 4904925"/>
                <a:gd name="connsiteY21" fmla="*/ 797732 h 1023086"/>
                <a:gd name="connsiteX22" fmla="*/ 4424470 w 4904925"/>
                <a:gd name="connsiteY22" fmla="*/ 712971 h 1023086"/>
                <a:gd name="connsiteX23" fmla="*/ 4158128 w 4904925"/>
                <a:gd name="connsiteY23" fmla="*/ 398416 h 1023086"/>
                <a:gd name="connsiteX24" fmla="*/ 3920705 w 4904925"/>
                <a:gd name="connsiteY24" fmla="*/ 277185 h 1023086"/>
                <a:gd name="connsiteX25" fmla="*/ 3596855 w 4904925"/>
                <a:gd name="connsiteY25" fmla="*/ 257800 h 1023086"/>
                <a:gd name="connsiteX26" fmla="*/ 3414821 w 4904925"/>
                <a:gd name="connsiteY26" fmla="*/ 334000 h 1023086"/>
                <a:gd name="connsiteX27" fmla="*/ 3296288 w 4904925"/>
                <a:gd name="connsiteY27" fmla="*/ 452532 h 1023086"/>
                <a:gd name="connsiteX28" fmla="*/ 3084621 w 4904925"/>
                <a:gd name="connsiteY28" fmla="*/ 833532 h 1023086"/>
                <a:gd name="connsiteX29" fmla="*/ 2906821 w 4904925"/>
                <a:gd name="connsiteY29" fmla="*/ 985933 h 1023086"/>
                <a:gd name="connsiteX30" fmla="*/ 2542755 w 4904925"/>
                <a:gd name="connsiteY30" fmla="*/ 1019799 h 1023086"/>
                <a:gd name="connsiteX31" fmla="*/ 1856955 w 4904925"/>
                <a:gd name="connsiteY31" fmla="*/ 926666 h 1023086"/>
                <a:gd name="connsiteX32" fmla="*/ 1188088 w 4904925"/>
                <a:gd name="connsiteY32" fmla="*/ 715000 h 1023086"/>
                <a:gd name="connsiteX33" fmla="*/ 891755 w 4904925"/>
                <a:gd name="connsiteY33" fmla="*/ 444066 h 1023086"/>
                <a:gd name="connsiteX34" fmla="*/ 705488 w 4904925"/>
                <a:gd name="connsiteY34" fmla="*/ 317066 h 1023086"/>
                <a:gd name="connsiteX35" fmla="*/ 502288 w 4904925"/>
                <a:gd name="connsiteY35" fmla="*/ 266266 h 1023086"/>
                <a:gd name="connsiteX36" fmla="*/ 146687 w 4904925"/>
                <a:gd name="connsiteY36" fmla="*/ 223933 h 1023086"/>
                <a:gd name="connsiteX37" fmla="*/ 19688 w 4904925"/>
                <a:gd name="connsiteY37" fmla="*/ 223933 h 1023086"/>
                <a:gd name="connsiteX38" fmla="*/ 87421 w 4904925"/>
                <a:gd name="connsiteY38" fmla="*/ 130799 h 1023086"/>
                <a:gd name="connsiteX0" fmla="*/ 87421 w 4904925"/>
                <a:gd name="connsiteY0" fmla="*/ 130799 h 1023086"/>
                <a:gd name="connsiteX1" fmla="*/ 815555 w 4904925"/>
                <a:gd name="connsiteY1" fmla="*/ 274733 h 1023086"/>
                <a:gd name="connsiteX2" fmla="*/ 1416688 w 4904925"/>
                <a:gd name="connsiteY2" fmla="*/ 714999 h 1023086"/>
                <a:gd name="connsiteX3" fmla="*/ 2813688 w 4904925"/>
                <a:gd name="connsiteY3" fmla="*/ 909733 h 1023086"/>
                <a:gd name="connsiteX4" fmla="*/ 3313221 w 4904925"/>
                <a:gd name="connsiteY4" fmla="*/ 274733 h 1023086"/>
                <a:gd name="connsiteX5" fmla="*/ 3878372 w 4904925"/>
                <a:gd name="connsiteY5" fmla="*/ 173179 h 1023086"/>
                <a:gd name="connsiteX6" fmla="*/ 4308055 w 4904925"/>
                <a:gd name="connsiteY6" fmla="*/ 428713 h 1023086"/>
                <a:gd name="connsiteX7" fmla="*/ 4469277 w 4904925"/>
                <a:gd name="connsiteY7" fmla="*/ 623598 h 1023086"/>
                <a:gd name="connsiteX8" fmla="*/ 4621677 w 4904925"/>
                <a:gd name="connsiteY8" fmla="*/ 703500 h 1023086"/>
                <a:gd name="connsiteX9" fmla="*/ 4735977 w 4904925"/>
                <a:gd name="connsiteY9" fmla="*/ 674445 h 1023086"/>
                <a:gd name="connsiteX10" fmla="*/ 4746205 w 4904925"/>
                <a:gd name="connsiteY10" fmla="*/ 530406 h 1023086"/>
                <a:gd name="connsiteX11" fmla="*/ 4735978 w 4904925"/>
                <a:gd name="connsiteY11" fmla="*/ 391156 h 1023086"/>
                <a:gd name="connsiteX12" fmla="*/ 4653429 w 4904925"/>
                <a:gd name="connsiteY12" fmla="*/ 303989 h 1023086"/>
                <a:gd name="connsiteX13" fmla="*/ 4621679 w 4904925"/>
                <a:gd name="connsiteY13" fmla="*/ 195031 h 1023086"/>
                <a:gd name="connsiteX14" fmla="*/ 4602629 w 4904925"/>
                <a:gd name="connsiteY14" fmla="*/ 27961 h 1023086"/>
                <a:gd name="connsiteX15" fmla="*/ 4748678 w 4904925"/>
                <a:gd name="connsiteY15" fmla="*/ 13436 h 1023086"/>
                <a:gd name="connsiteX16" fmla="*/ 4900721 w 4904925"/>
                <a:gd name="connsiteY16" fmla="*/ 26698 h 1023086"/>
                <a:gd name="connsiteX17" fmla="*/ 4862979 w 4904925"/>
                <a:gd name="connsiteY17" fmla="*/ 318516 h 1023086"/>
                <a:gd name="connsiteX18" fmla="*/ 4818529 w 4904925"/>
                <a:gd name="connsiteY18" fmla="*/ 383890 h 1023086"/>
                <a:gd name="connsiteX19" fmla="*/ 4824878 w 4904925"/>
                <a:gd name="connsiteY19" fmla="*/ 659917 h 1023086"/>
                <a:gd name="connsiteX20" fmla="*/ 4748678 w 4904925"/>
                <a:gd name="connsiteY20" fmla="*/ 776140 h 1023086"/>
                <a:gd name="connsiteX21" fmla="*/ 4638255 w 4904925"/>
                <a:gd name="connsiteY21" fmla="*/ 797732 h 1023086"/>
                <a:gd name="connsiteX22" fmla="*/ 4424470 w 4904925"/>
                <a:gd name="connsiteY22" fmla="*/ 712971 h 1023086"/>
                <a:gd name="connsiteX23" fmla="*/ 4158128 w 4904925"/>
                <a:gd name="connsiteY23" fmla="*/ 398416 h 1023086"/>
                <a:gd name="connsiteX24" fmla="*/ 3920705 w 4904925"/>
                <a:gd name="connsiteY24" fmla="*/ 277185 h 1023086"/>
                <a:gd name="connsiteX25" fmla="*/ 3596855 w 4904925"/>
                <a:gd name="connsiteY25" fmla="*/ 257800 h 1023086"/>
                <a:gd name="connsiteX26" fmla="*/ 3414821 w 4904925"/>
                <a:gd name="connsiteY26" fmla="*/ 334000 h 1023086"/>
                <a:gd name="connsiteX27" fmla="*/ 3296288 w 4904925"/>
                <a:gd name="connsiteY27" fmla="*/ 452532 h 1023086"/>
                <a:gd name="connsiteX28" fmla="*/ 3084621 w 4904925"/>
                <a:gd name="connsiteY28" fmla="*/ 833532 h 1023086"/>
                <a:gd name="connsiteX29" fmla="*/ 2906821 w 4904925"/>
                <a:gd name="connsiteY29" fmla="*/ 985933 h 1023086"/>
                <a:gd name="connsiteX30" fmla="*/ 2542755 w 4904925"/>
                <a:gd name="connsiteY30" fmla="*/ 1019799 h 1023086"/>
                <a:gd name="connsiteX31" fmla="*/ 1856955 w 4904925"/>
                <a:gd name="connsiteY31" fmla="*/ 926666 h 1023086"/>
                <a:gd name="connsiteX32" fmla="*/ 1188088 w 4904925"/>
                <a:gd name="connsiteY32" fmla="*/ 715000 h 1023086"/>
                <a:gd name="connsiteX33" fmla="*/ 891755 w 4904925"/>
                <a:gd name="connsiteY33" fmla="*/ 444066 h 1023086"/>
                <a:gd name="connsiteX34" fmla="*/ 705488 w 4904925"/>
                <a:gd name="connsiteY34" fmla="*/ 317066 h 1023086"/>
                <a:gd name="connsiteX35" fmla="*/ 502288 w 4904925"/>
                <a:gd name="connsiteY35" fmla="*/ 266266 h 1023086"/>
                <a:gd name="connsiteX36" fmla="*/ 146687 w 4904925"/>
                <a:gd name="connsiteY36" fmla="*/ 223933 h 1023086"/>
                <a:gd name="connsiteX37" fmla="*/ 19688 w 4904925"/>
                <a:gd name="connsiteY37" fmla="*/ 223933 h 1023086"/>
                <a:gd name="connsiteX38" fmla="*/ 87421 w 4904925"/>
                <a:gd name="connsiteY38" fmla="*/ 130799 h 1023086"/>
                <a:gd name="connsiteX0" fmla="*/ 87421 w 4904925"/>
                <a:gd name="connsiteY0" fmla="*/ 130799 h 1023086"/>
                <a:gd name="connsiteX1" fmla="*/ 815555 w 4904925"/>
                <a:gd name="connsiteY1" fmla="*/ 274733 h 1023086"/>
                <a:gd name="connsiteX2" fmla="*/ 1416688 w 4904925"/>
                <a:gd name="connsiteY2" fmla="*/ 714999 h 1023086"/>
                <a:gd name="connsiteX3" fmla="*/ 2813688 w 4904925"/>
                <a:gd name="connsiteY3" fmla="*/ 909733 h 1023086"/>
                <a:gd name="connsiteX4" fmla="*/ 3313221 w 4904925"/>
                <a:gd name="connsiteY4" fmla="*/ 274733 h 1023086"/>
                <a:gd name="connsiteX5" fmla="*/ 3878372 w 4904925"/>
                <a:gd name="connsiteY5" fmla="*/ 173179 h 1023086"/>
                <a:gd name="connsiteX6" fmla="*/ 4308055 w 4904925"/>
                <a:gd name="connsiteY6" fmla="*/ 428713 h 1023086"/>
                <a:gd name="connsiteX7" fmla="*/ 4469277 w 4904925"/>
                <a:gd name="connsiteY7" fmla="*/ 623598 h 1023086"/>
                <a:gd name="connsiteX8" fmla="*/ 4621677 w 4904925"/>
                <a:gd name="connsiteY8" fmla="*/ 703500 h 1023086"/>
                <a:gd name="connsiteX9" fmla="*/ 4735977 w 4904925"/>
                <a:gd name="connsiteY9" fmla="*/ 674445 h 1023086"/>
                <a:gd name="connsiteX10" fmla="*/ 4746205 w 4904925"/>
                <a:gd name="connsiteY10" fmla="*/ 530406 h 1023086"/>
                <a:gd name="connsiteX11" fmla="*/ 4735978 w 4904925"/>
                <a:gd name="connsiteY11" fmla="*/ 391156 h 1023086"/>
                <a:gd name="connsiteX12" fmla="*/ 4659779 w 4904925"/>
                <a:gd name="connsiteY12" fmla="*/ 311253 h 1023086"/>
                <a:gd name="connsiteX13" fmla="*/ 4621679 w 4904925"/>
                <a:gd name="connsiteY13" fmla="*/ 195031 h 1023086"/>
                <a:gd name="connsiteX14" fmla="*/ 4602629 w 4904925"/>
                <a:gd name="connsiteY14" fmla="*/ 27961 h 1023086"/>
                <a:gd name="connsiteX15" fmla="*/ 4748678 w 4904925"/>
                <a:gd name="connsiteY15" fmla="*/ 13436 h 1023086"/>
                <a:gd name="connsiteX16" fmla="*/ 4900721 w 4904925"/>
                <a:gd name="connsiteY16" fmla="*/ 26698 h 1023086"/>
                <a:gd name="connsiteX17" fmla="*/ 4862979 w 4904925"/>
                <a:gd name="connsiteY17" fmla="*/ 318516 h 1023086"/>
                <a:gd name="connsiteX18" fmla="*/ 4818529 w 4904925"/>
                <a:gd name="connsiteY18" fmla="*/ 383890 h 1023086"/>
                <a:gd name="connsiteX19" fmla="*/ 4824878 w 4904925"/>
                <a:gd name="connsiteY19" fmla="*/ 659917 h 1023086"/>
                <a:gd name="connsiteX20" fmla="*/ 4748678 w 4904925"/>
                <a:gd name="connsiteY20" fmla="*/ 776140 h 1023086"/>
                <a:gd name="connsiteX21" fmla="*/ 4638255 w 4904925"/>
                <a:gd name="connsiteY21" fmla="*/ 797732 h 1023086"/>
                <a:gd name="connsiteX22" fmla="*/ 4424470 w 4904925"/>
                <a:gd name="connsiteY22" fmla="*/ 712971 h 1023086"/>
                <a:gd name="connsiteX23" fmla="*/ 4158128 w 4904925"/>
                <a:gd name="connsiteY23" fmla="*/ 398416 h 1023086"/>
                <a:gd name="connsiteX24" fmla="*/ 3920705 w 4904925"/>
                <a:gd name="connsiteY24" fmla="*/ 277185 h 1023086"/>
                <a:gd name="connsiteX25" fmla="*/ 3596855 w 4904925"/>
                <a:gd name="connsiteY25" fmla="*/ 257800 h 1023086"/>
                <a:gd name="connsiteX26" fmla="*/ 3414821 w 4904925"/>
                <a:gd name="connsiteY26" fmla="*/ 334000 h 1023086"/>
                <a:gd name="connsiteX27" fmla="*/ 3296288 w 4904925"/>
                <a:gd name="connsiteY27" fmla="*/ 452532 h 1023086"/>
                <a:gd name="connsiteX28" fmla="*/ 3084621 w 4904925"/>
                <a:gd name="connsiteY28" fmla="*/ 833532 h 1023086"/>
                <a:gd name="connsiteX29" fmla="*/ 2906821 w 4904925"/>
                <a:gd name="connsiteY29" fmla="*/ 985933 h 1023086"/>
                <a:gd name="connsiteX30" fmla="*/ 2542755 w 4904925"/>
                <a:gd name="connsiteY30" fmla="*/ 1019799 h 1023086"/>
                <a:gd name="connsiteX31" fmla="*/ 1856955 w 4904925"/>
                <a:gd name="connsiteY31" fmla="*/ 926666 h 1023086"/>
                <a:gd name="connsiteX32" fmla="*/ 1188088 w 4904925"/>
                <a:gd name="connsiteY32" fmla="*/ 715000 h 1023086"/>
                <a:gd name="connsiteX33" fmla="*/ 891755 w 4904925"/>
                <a:gd name="connsiteY33" fmla="*/ 444066 h 1023086"/>
                <a:gd name="connsiteX34" fmla="*/ 705488 w 4904925"/>
                <a:gd name="connsiteY34" fmla="*/ 317066 h 1023086"/>
                <a:gd name="connsiteX35" fmla="*/ 502288 w 4904925"/>
                <a:gd name="connsiteY35" fmla="*/ 266266 h 1023086"/>
                <a:gd name="connsiteX36" fmla="*/ 146687 w 4904925"/>
                <a:gd name="connsiteY36" fmla="*/ 223933 h 1023086"/>
                <a:gd name="connsiteX37" fmla="*/ 19688 w 4904925"/>
                <a:gd name="connsiteY37" fmla="*/ 223933 h 1023086"/>
                <a:gd name="connsiteX38" fmla="*/ 87421 w 4904925"/>
                <a:gd name="connsiteY38" fmla="*/ 130799 h 1023086"/>
                <a:gd name="connsiteX0" fmla="*/ 87421 w 4904925"/>
                <a:gd name="connsiteY0" fmla="*/ 130799 h 1023086"/>
                <a:gd name="connsiteX1" fmla="*/ 815555 w 4904925"/>
                <a:gd name="connsiteY1" fmla="*/ 274733 h 1023086"/>
                <a:gd name="connsiteX2" fmla="*/ 1416688 w 4904925"/>
                <a:gd name="connsiteY2" fmla="*/ 714999 h 1023086"/>
                <a:gd name="connsiteX3" fmla="*/ 2813688 w 4904925"/>
                <a:gd name="connsiteY3" fmla="*/ 909733 h 1023086"/>
                <a:gd name="connsiteX4" fmla="*/ 3313221 w 4904925"/>
                <a:gd name="connsiteY4" fmla="*/ 274733 h 1023086"/>
                <a:gd name="connsiteX5" fmla="*/ 3878372 w 4904925"/>
                <a:gd name="connsiteY5" fmla="*/ 173179 h 1023086"/>
                <a:gd name="connsiteX6" fmla="*/ 4308055 w 4904925"/>
                <a:gd name="connsiteY6" fmla="*/ 428713 h 1023086"/>
                <a:gd name="connsiteX7" fmla="*/ 4469277 w 4904925"/>
                <a:gd name="connsiteY7" fmla="*/ 623598 h 1023086"/>
                <a:gd name="connsiteX8" fmla="*/ 4621677 w 4904925"/>
                <a:gd name="connsiteY8" fmla="*/ 703500 h 1023086"/>
                <a:gd name="connsiteX9" fmla="*/ 4735977 w 4904925"/>
                <a:gd name="connsiteY9" fmla="*/ 674445 h 1023086"/>
                <a:gd name="connsiteX10" fmla="*/ 4746205 w 4904925"/>
                <a:gd name="connsiteY10" fmla="*/ 530406 h 1023086"/>
                <a:gd name="connsiteX11" fmla="*/ 4735978 w 4904925"/>
                <a:gd name="connsiteY11" fmla="*/ 391156 h 1023086"/>
                <a:gd name="connsiteX12" fmla="*/ 4666129 w 4904925"/>
                <a:gd name="connsiteY12" fmla="*/ 303989 h 1023086"/>
                <a:gd name="connsiteX13" fmla="*/ 4621679 w 4904925"/>
                <a:gd name="connsiteY13" fmla="*/ 195031 h 1023086"/>
                <a:gd name="connsiteX14" fmla="*/ 4602629 w 4904925"/>
                <a:gd name="connsiteY14" fmla="*/ 27961 h 1023086"/>
                <a:gd name="connsiteX15" fmla="*/ 4748678 w 4904925"/>
                <a:gd name="connsiteY15" fmla="*/ 13436 h 1023086"/>
                <a:gd name="connsiteX16" fmla="*/ 4900721 w 4904925"/>
                <a:gd name="connsiteY16" fmla="*/ 26698 h 1023086"/>
                <a:gd name="connsiteX17" fmla="*/ 4862979 w 4904925"/>
                <a:gd name="connsiteY17" fmla="*/ 318516 h 1023086"/>
                <a:gd name="connsiteX18" fmla="*/ 4818529 w 4904925"/>
                <a:gd name="connsiteY18" fmla="*/ 383890 h 1023086"/>
                <a:gd name="connsiteX19" fmla="*/ 4824878 w 4904925"/>
                <a:gd name="connsiteY19" fmla="*/ 659917 h 1023086"/>
                <a:gd name="connsiteX20" fmla="*/ 4748678 w 4904925"/>
                <a:gd name="connsiteY20" fmla="*/ 776140 h 1023086"/>
                <a:gd name="connsiteX21" fmla="*/ 4638255 w 4904925"/>
                <a:gd name="connsiteY21" fmla="*/ 797732 h 1023086"/>
                <a:gd name="connsiteX22" fmla="*/ 4424470 w 4904925"/>
                <a:gd name="connsiteY22" fmla="*/ 712971 h 1023086"/>
                <a:gd name="connsiteX23" fmla="*/ 4158128 w 4904925"/>
                <a:gd name="connsiteY23" fmla="*/ 398416 h 1023086"/>
                <a:gd name="connsiteX24" fmla="*/ 3920705 w 4904925"/>
                <a:gd name="connsiteY24" fmla="*/ 277185 h 1023086"/>
                <a:gd name="connsiteX25" fmla="*/ 3596855 w 4904925"/>
                <a:gd name="connsiteY25" fmla="*/ 257800 h 1023086"/>
                <a:gd name="connsiteX26" fmla="*/ 3414821 w 4904925"/>
                <a:gd name="connsiteY26" fmla="*/ 334000 h 1023086"/>
                <a:gd name="connsiteX27" fmla="*/ 3296288 w 4904925"/>
                <a:gd name="connsiteY27" fmla="*/ 452532 h 1023086"/>
                <a:gd name="connsiteX28" fmla="*/ 3084621 w 4904925"/>
                <a:gd name="connsiteY28" fmla="*/ 833532 h 1023086"/>
                <a:gd name="connsiteX29" fmla="*/ 2906821 w 4904925"/>
                <a:gd name="connsiteY29" fmla="*/ 985933 h 1023086"/>
                <a:gd name="connsiteX30" fmla="*/ 2542755 w 4904925"/>
                <a:gd name="connsiteY30" fmla="*/ 1019799 h 1023086"/>
                <a:gd name="connsiteX31" fmla="*/ 1856955 w 4904925"/>
                <a:gd name="connsiteY31" fmla="*/ 926666 h 1023086"/>
                <a:gd name="connsiteX32" fmla="*/ 1188088 w 4904925"/>
                <a:gd name="connsiteY32" fmla="*/ 715000 h 1023086"/>
                <a:gd name="connsiteX33" fmla="*/ 891755 w 4904925"/>
                <a:gd name="connsiteY33" fmla="*/ 444066 h 1023086"/>
                <a:gd name="connsiteX34" fmla="*/ 705488 w 4904925"/>
                <a:gd name="connsiteY34" fmla="*/ 317066 h 1023086"/>
                <a:gd name="connsiteX35" fmla="*/ 502288 w 4904925"/>
                <a:gd name="connsiteY35" fmla="*/ 266266 h 1023086"/>
                <a:gd name="connsiteX36" fmla="*/ 146687 w 4904925"/>
                <a:gd name="connsiteY36" fmla="*/ 223933 h 1023086"/>
                <a:gd name="connsiteX37" fmla="*/ 19688 w 4904925"/>
                <a:gd name="connsiteY37" fmla="*/ 223933 h 1023086"/>
                <a:gd name="connsiteX38" fmla="*/ 87421 w 4904925"/>
                <a:gd name="connsiteY38" fmla="*/ 130799 h 1023086"/>
                <a:gd name="connsiteX0" fmla="*/ 87421 w 4907942"/>
                <a:gd name="connsiteY0" fmla="*/ 130388 h 1022675"/>
                <a:gd name="connsiteX1" fmla="*/ 815555 w 4907942"/>
                <a:gd name="connsiteY1" fmla="*/ 274322 h 1022675"/>
                <a:gd name="connsiteX2" fmla="*/ 1416688 w 4907942"/>
                <a:gd name="connsiteY2" fmla="*/ 714588 h 1022675"/>
                <a:gd name="connsiteX3" fmla="*/ 2813688 w 4907942"/>
                <a:gd name="connsiteY3" fmla="*/ 909322 h 1022675"/>
                <a:gd name="connsiteX4" fmla="*/ 3313221 w 4907942"/>
                <a:gd name="connsiteY4" fmla="*/ 274322 h 1022675"/>
                <a:gd name="connsiteX5" fmla="*/ 3878372 w 4907942"/>
                <a:gd name="connsiteY5" fmla="*/ 172768 h 1022675"/>
                <a:gd name="connsiteX6" fmla="*/ 4308055 w 4907942"/>
                <a:gd name="connsiteY6" fmla="*/ 428302 h 1022675"/>
                <a:gd name="connsiteX7" fmla="*/ 4469277 w 4907942"/>
                <a:gd name="connsiteY7" fmla="*/ 623187 h 1022675"/>
                <a:gd name="connsiteX8" fmla="*/ 4621677 w 4907942"/>
                <a:gd name="connsiteY8" fmla="*/ 703089 h 1022675"/>
                <a:gd name="connsiteX9" fmla="*/ 4735977 w 4907942"/>
                <a:gd name="connsiteY9" fmla="*/ 674034 h 1022675"/>
                <a:gd name="connsiteX10" fmla="*/ 4746205 w 4907942"/>
                <a:gd name="connsiteY10" fmla="*/ 529995 h 1022675"/>
                <a:gd name="connsiteX11" fmla="*/ 4735978 w 4907942"/>
                <a:gd name="connsiteY11" fmla="*/ 390745 h 1022675"/>
                <a:gd name="connsiteX12" fmla="*/ 4666129 w 4907942"/>
                <a:gd name="connsiteY12" fmla="*/ 303578 h 1022675"/>
                <a:gd name="connsiteX13" fmla="*/ 4621679 w 4907942"/>
                <a:gd name="connsiteY13" fmla="*/ 194620 h 1022675"/>
                <a:gd name="connsiteX14" fmla="*/ 4602629 w 4907942"/>
                <a:gd name="connsiteY14" fmla="*/ 27550 h 1022675"/>
                <a:gd name="connsiteX15" fmla="*/ 4748678 w 4907942"/>
                <a:gd name="connsiteY15" fmla="*/ 13025 h 1022675"/>
                <a:gd name="connsiteX16" fmla="*/ 4900721 w 4907942"/>
                <a:gd name="connsiteY16" fmla="*/ 26287 h 1022675"/>
                <a:gd name="connsiteX17" fmla="*/ 4882029 w 4907942"/>
                <a:gd name="connsiteY17" fmla="*/ 252730 h 1022675"/>
                <a:gd name="connsiteX18" fmla="*/ 4818529 w 4907942"/>
                <a:gd name="connsiteY18" fmla="*/ 383479 h 1022675"/>
                <a:gd name="connsiteX19" fmla="*/ 4824878 w 4907942"/>
                <a:gd name="connsiteY19" fmla="*/ 659506 h 1022675"/>
                <a:gd name="connsiteX20" fmla="*/ 4748678 w 4907942"/>
                <a:gd name="connsiteY20" fmla="*/ 775729 h 1022675"/>
                <a:gd name="connsiteX21" fmla="*/ 4638255 w 4907942"/>
                <a:gd name="connsiteY21" fmla="*/ 797321 h 1022675"/>
                <a:gd name="connsiteX22" fmla="*/ 4424470 w 4907942"/>
                <a:gd name="connsiteY22" fmla="*/ 712560 h 1022675"/>
                <a:gd name="connsiteX23" fmla="*/ 4158128 w 4907942"/>
                <a:gd name="connsiteY23" fmla="*/ 398005 h 1022675"/>
                <a:gd name="connsiteX24" fmla="*/ 3920705 w 4907942"/>
                <a:gd name="connsiteY24" fmla="*/ 276774 h 1022675"/>
                <a:gd name="connsiteX25" fmla="*/ 3596855 w 4907942"/>
                <a:gd name="connsiteY25" fmla="*/ 257389 h 1022675"/>
                <a:gd name="connsiteX26" fmla="*/ 3414821 w 4907942"/>
                <a:gd name="connsiteY26" fmla="*/ 333589 h 1022675"/>
                <a:gd name="connsiteX27" fmla="*/ 3296288 w 4907942"/>
                <a:gd name="connsiteY27" fmla="*/ 452121 h 1022675"/>
                <a:gd name="connsiteX28" fmla="*/ 3084621 w 4907942"/>
                <a:gd name="connsiteY28" fmla="*/ 833121 h 1022675"/>
                <a:gd name="connsiteX29" fmla="*/ 2906821 w 4907942"/>
                <a:gd name="connsiteY29" fmla="*/ 985522 h 1022675"/>
                <a:gd name="connsiteX30" fmla="*/ 2542755 w 4907942"/>
                <a:gd name="connsiteY30" fmla="*/ 1019388 h 1022675"/>
                <a:gd name="connsiteX31" fmla="*/ 1856955 w 4907942"/>
                <a:gd name="connsiteY31" fmla="*/ 926255 h 1022675"/>
                <a:gd name="connsiteX32" fmla="*/ 1188088 w 4907942"/>
                <a:gd name="connsiteY32" fmla="*/ 714589 h 1022675"/>
                <a:gd name="connsiteX33" fmla="*/ 891755 w 4907942"/>
                <a:gd name="connsiteY33" fmla="*/ 443655 h 1022675"/>
                <a:gd name="connsiteX34" fmla="*/ 705488 w 4907942"/>
                <a:gd name="connsiteY34" fmla="*/ 316655 h 1022675"/>
                <a:gd name="connsiteX35" fmla="*/ 502288 w 4907942"/>
                <a:gd name="connsiteY35" fmla="*/ 265855 h 1022675"/>
                <a:gd name="connsiteX36" fmla="*/ 146687 w 4907942"/>
                <a:gd name="connsiteY36" fmla="*/ 223522 h 1022675"/>
                <a:gd name="connsiteX37" fmla="*/ 19688 w 4907942"/>
                <a:gd name="connsiteY37" fmla="*/ 223522 h 1022675"/>
                <a:gd name="connsiteX38" fmla="*/ 87421 w 4907942"/>
                <a:gd name="connsiteY38" fmla="*/ 130388 h 1022675"/>
                <a:gd name="connsiteX0" fmla="*/ 87421 w 4907942"/>
                <a:gd name="connsiteY0" fmla="*/ 130388 h 1022675"/>
                <a:gd name="connsiteX1" fmla="*/ 815555 w 4907942"/>
                <a:gd name="connsiteY1" fmla="*/ 274322 h 1022675"/>
                <a:gd name="connsiteX2" fmla="*/ 1416688 w 4907942"/>
                <a:gd name="connsiteY2" fmla="*/ 714588 h 1022675"/>
                <a:gd name="connsiteX3" fmla="*/ 2813688 w 4907942"/>
                <a:gd name="connsiteY3" fmla="*/ 909322 h 1022675"/>
                <a:gd name="connsiteX4" fmla="*/ 3313221 w 4907942"/>
                <a:gd name="connsiteY4" fmla="*/ 274322 h 1022675"/>
                <a:gd name="connsiteX5" fmla="*/ 3878372 w 4907942"/>
                <a:gd name="connsiteY5" fmla="*/ 172768 h 1022675"/>
                <a:gd name="connsiteX6" fmla="*/ 4308055 w 4907942"/>
                <a:gd name="connsiteY6" fmla="*/ 428302 h 1022675"/>
                <a:gd name="connsiteX7" fmla="*/ 4469277 w 4907942"/>
                <a:gd name="connsiteY7" fmla="*/ 623187 h 1022675"/>
                <a:gd name="connsiteX8" fmla="*/ 4621677 w 4907942"/>
                <a:gd name="connsiteY8" fmla="*/ 703089 h 1022675"/>
                <a:gd name="connsiteX9" fmla="*/ 4735977 w 4907942"/>
                <a:gd name="connsiteY9" fmla="*/ 674034 h 1022675"/>
                <a:gd name="connsiteX10" fmla="*/ 4746205 w 4907942"/>
                <a:gd name="connsiteY10" fmla="*/ 529995 h 1022675"/>
                <a:gd name="connsiteX11" fmla="*/ 4735978 w 4907942"/>
                <a:gd name="connsiteY11" fmla="*/ 390745 h 1022675"/>
                <a:gd name="connsiteX12" fmla="*/ 4666129 w 4907942"/>
                <a:gd name="connsiteY12" fmla="*/ 303578 h 1022675"/>
                <a:gd name="connsiteX13" fmla="*/ 4621679 w 4907942"/>
                <a:gd name="connsiteY13" fmla="*/ 194620 h 1022675"/>
                <a:gd name="connsiteX14" fmla="*/ 4602629 w 4907942"/>
                <a:gd name="connsiteY14" fmla="*/ 27550 h 1022675"/>
                <a:gd name="connsiteX15" fmla="*/ 4748678 w 4907942"/>
                <a:gd name="connsiteY15" fmla="*/ 13025 h 1022675"/>
                <a:gd name="connsiteX16" fmla="*/ 4900721 w 4907942"/>
                <a:gd name="connsiteY16" fmla="*/ 26287 h 1022675"/>
                <a:gd name="connsiteX17" fmla="*/ 4882029 w 4907942"/>
                <a:gd name="connsiteY17" fmla="*/ 252730 h 1022675"/>
                <a:gd name="connsiteX18" fmla="*/ 4818529 w 4907942"/>
                <a:gd name="connsiteY18" fmla="*/ 383480 h 1022675"/>
                <a:gd name="connsiteX19" fmla="*/ 4824878 w 4907942"/>
                <a:gd name="connsiteY19" fmla="*/ 659506 h 1022675"/>
                <a:gd name="connsiteX20" fmla="*/ 4748678 w 4907942"/>
                <a:gd name="connsiteY20" fmla="*/ 775729 h 1022675"/>
                <a:gd name="connsiteX21" fmla="*/ 4638255 w 4907942"/>
                <a:gd name="connsiteY21" fmla="*/ 797321 h 1022675"/>
                <a:gd name="connsiteX22" fmla="*/ 4424470 w 4907942"/>
                <a:gd name="connsiteY22" fmla="*/ 712560 h 1022675"/>
                <a:gd name="connsiteX23" fmla="*/ 4158128 w 4907942"/>
                <a:gd name="connsiteY23" fmla="*/ 398005 h 1022675"/>
                <a:gd name="connsiteX24" fmla="*/ 3920705 w 4907942"/>
                <a:gd name="connsiteY24" fmla="*/ 276774 h 1022675"/>
                <a:gd name="connsiteX25" fmla="*/ 3596855 w 4907942"/>
                <a:gd name="connsiteY25" fmla="*/ 257389 h 1022675"/>
                <a:gd name="connsiteX26" fmla="*/ 3414821 w 4907942"/>
                <a:gd name="connsiteY26" fmla="*/ 333589 h 1022675"/>
                <a:gd name="connsiteX27" fmla="*/ 3296288 w 4907942"/>
                <a:gd name="connsiteY27" fmla="*/ 452121 h 1022675"/>
                <a:gd name="connsiteX28" fmla="*/ 3084621 w 4907942"/>
                <a:gd name="connsiteY28" fmla="*/ 833121 h 1022675"/>
                <a:gd name="connsiteX29" fmla="*/ 2906821 w 4907942"/>
                <a:gd name="connsiteY29" fmla="*/ 985522 h 1022675"/>
                <a:gd name="connsiteX30" fmla="*/ 2542755 w 4907942"/>
                <a:gd name="connsiteY30" fmla="*/ 1019388 h 1022675"/>
                <a:gd name="connsiteX31" fmla="*/ 1856955 w 4907942"/>
                <a:gd name="connsiteY31" fmla="*/ 926255 h 1022675"/>
                <a:gd name="connsiteX32" fmla="*/ 1188088 w 4907942"/>
                <a:gd name="connsiteY32" fmla="*/ 714589 h 1022675"/>
                <a:gd name="connsiteX33" fmla="*/ 891755 w 4907942"/>
                <a:gd name="connsiteY33" fmla="*/ 443655 h 1022675"/>
                <a:gd name="connsiteX34" fmla="*/ 705488 w 4907942"/>
                <a:gd name="connsiteY34" fmla="*/ 316655 h 1022675"/>
                <a:gd name="connsiteX35" fmla="*/ 502288 w 4907942"/>
                <a:gd name="connsiteY35" fmla="*/ 265855 h 1022675"/>
                <a:gd name="connsiteX36" fmla="*/ 146687 w 4907942"/>
                <a:gd name="connsiteY36" fmla="*/ 223522 h 1022675"/>
                <a:gd name="connsiteX37" fmla="*/ 19688 w 4907942"/>
                <a:gd name="connsiteY37" fmla="*/ 223522 h 1022675"/>
                <a:gd name="connsiteX38" fmla="*/ 87421 w 4907942"/>
                <a:gd name="connsiteY38" fmla="*/ 130388 h 1022675"/>
                <a:gd name="connsiteX0" fmla="*/ 87421 w 4907942"/>
                <a:gd name="connsiteY0" fmla="*/ 130388 h 1022675"/>
                <a:gd name="connsiteX1" fmla="*/ 815555 w 4907942"/>
                <a:gd name="connsiteY1" fmla="*/ 274322 h 1022675"/>
                <a:gd name="connsiteX2" fmla="*/ 1416688 w 4907942"/>
                <a:gd name="connsiteY2" fmla="*/ 714588 h 1022675"/>
                <a:gd name="connsiteX3" fmla="*/ 2813688 w 4907942"/>
                <a:gd name="connsiteY3" fmla="*/ 909322 h 1022675"/>
                <a:gd name="connsiteX4" fmla="*/ 3313221 w 4907942"/>
                <a:gd name="connsiteY4" fmla="*/ 274322 h 1022675"/>
                <a:gd name="connsiteX5" fmla="*/ 3878372 w 4907942"/>
                <a:gd name="connsiteY5" fmla="*/ 172768 h 1022675"/>
                <a:gd name="connsiteX6" fmla="*/ 4308055 w 4907942"/>
                <a:gd name="connsiteY6" fmla="*/ 428302 h 1022675"/>
                <a:gd name="connsiteX7" fmla="*/ 4469277 w 4907942"/>
                <a:gd name="connsiteY7" fmla="*/ 623187 h 1022675"/>
                <a:gd name="connsiteX8" fmla="*/ 4621677 w 4907942"/>
                <a:gd name="connsiteY8" fmla="*/ 703089 h 1022675"/>
                <a:gd name="connsiteX9" fmla="*/ 4735977 w 4907942"/>
                <a:gd name="connsiteY9" fmla="*/ 674034 h 1022675"/>
                <a:gd name="connsiteX10" fmla="*/ 4746205 w 4907942"/>
                <a:gd name="connsiteY10" fmla="*/ 529995 h 1022675"/>
                <a:gd name="connsiteX11" fmla="*/ 4735978 w 4907942"/>
                <a:gd name="connsiteY11" fmla="*/ 390745 h 1022675"/>
                <a:gd name="connsiteX12" fmla="*/ 4666129 w 4907942"/>
                <a:gd name="connsiteY12" fmla="*/ 303578 h 1022675"/>
                <a:gd name="connsiteX13" fmla="*/ 4621679 w 4907942"/>
                <a:gd name="connsiteY13" fmla="*/ 194620 h 1022675"/>
                <a:gd name="connsiteX14" fmla="*/ 4602629 w 4907942"/>
                <a:gd name="connsiteY14" fmla="*/ 27550 h 1022675"/>
                <a:gd name="connsiteX15" fmla="*/ 4748678 w 4907942"/>
                <a:gd name="connsiteY15" fmla="*/ 13025 h 1022675"/>
                <a:gd name="connsiteX16" fmla="*/ 4900721 w 4907942"/>
                <a:gd name="connsiteY16" fmla="*/ 26287 h 1022675"/>
                <a:gd name="connsiteX17" fmla="*/ 4882029 w 4907942"/>
                <a:gd name="connsiteY17" fmla="*/ 252730 h 1022675"/>
                <a:gd name="connsiteX18" fmla="*/ 4837579 w 4907942"/>
                <a:gd name="connsiteY18" fmla="*/ 405271 h 1022675"/>
                <a:gd name="connsiteX19" fmla="*/ 4824878 w 4907942"/>
                <a:gd name="connsiteY19" fmla="*/ 659506 h 1022675"/>
                <a:gd name="connsiteX20" fmla="*/ 4748678 w 4907942"/>
                <a:gd name="connsiteY20" fmla="*/ 775729 h 1022675"/>
                <a:gd name="connsiteX21" fmla="*/ 4638255 w 4907942"/>
                <a:gd name="connsiteY21" fmla="*/ 797321 h 1022675"/>
                <a:gd name="connsiteX22" fmla="*/ 4424470 w 4907942"/>
                <a:gd name="connsiteY22" fmla="*/ 712560 h 1022675"/>
                <a:gd name="connsiteX23" fmla="*/ 4158128 w 4907942"/>
                <a:gd name="connsiteY23" fmla="*/ 398005 h 1022675"/>
                <a:gd name="connsiteX24" fmla="*/ 3920705 w 4907942"/>
                <a:gd name="connsiteY24" fmla="*/ 276774 h 1022675"/>
                <a:gd name="connsiteX25" fmla="*/ 3596855 w 4907942"/>
                <a:gd name="connsiteY25" fmla="*/ 257389 h 1022675"/>
                <a:gd name="connsiteX26" fmla="*/ 3414821 w 4907942"/>
                <a:gd name="connsiteY26" fmla="*/ 333589 h 1022675"/>
                <a:gd name="connsiteX27" fmla="*/ 3296288 w 4907942"/>
                <a:gd name="connsiteY27" fmla="*/ 452121 h 1022675"/>
                <a:gd name="connsiteX28" fmla="*/ 3084621 w 4907942"/>
                <a:gd name="connsiteY28" fmla="*/ 833121 h 1022675"/>
                <a:gd name="connsiteX29" fmla="*/ 2906821 w 4907942"/>
                <a:gd name="connsiteY29" fmla="*/ 985522 h 1022675"/>
                <a:gd name="connsiteX30" fmla="*/ 2542755 w 4907942"/>
                <a:gd name="connsiteY30" fmla="*/ 1019388 h 1022675"/>
                <a:gd name="connsiteX31" fmla="*/ 1856955 w 4907942"/>
                <a:gd name="connsiteY31" fmla="*/ 926255 h 1022675"/>
                <a:gd name="connsiteX32" fmla="*/ 1188088 w 4907942"/>
                <a:gd name="connsiteY32" fmla="*/ 714589 h 1022675"/>
                <a:gd name="connsiteX33" fmla="*/ 891755 w 4907942"/>
                <a:gd name="connsiteY33" fmla="*/ 443655 h 1022675"/>
                <a:gd name="connsiteX34" fmla="*/ 705488 w 4907942"/>
                <a:gd name="connsiteY34" fmla="*/ 316655 h 1022675"/>
                <a:gd name="connsiteX35" fmla="*/ 502288 w 4907942"/>
                <a:gd name="connsiteY35" fmla="*/ 265855 h 1022675"/>
                <a:gd name="connsiteX36" fmla="*/ 146687 w 4907942"/>
                <a:gd name="connsiteY36" fmla="*/ 223522 h 1022675"/>
                <a:gd name="connsiteX37" fmla="*/ 19688 w 4907942"/>
                <a:gd name="connsiteY37" fmla="*/ 223522 h 1022675"/>
                <a:gd name="connsiteX38" fmla="*/ 87421 w 4907942"/>
                <a:gd name="connsiteY38" fmla="*/ 130388 h 1022675"/>
                <a:gd name="connsiteX0" fmla="*/ 87421 w 4907942"/>
                <a:gd name="connsiteY0" fmla="*/ 130388 h 1022675"/>
                <a:gd name="connsiteX1" fmla="*/ 815555 w 4907942"/>
                <a:gd name="connsiteY1" fmla="*/ 274322 h 1022675"/>
                <a:gd name="connsiteX2" fmla="*/ 1416688 w 4907942"/>
                <a:gd name="connsiteY2" fmla="*/ 714588 h 1022675"/>
                <a:gd name="connsiteX3" fmla="*/ 2813688 w 4907942"/>
                <a:gd name="connsiteY3" fmla="*/ 909322 h 1022675"/>
                <a:gd name="connsiteX4" fmla="*/ 3313221 w 4907942"/>
                <a:gd name="connsiteY4" fmla="*/ 274322 h 1022675"/>
                <a:gd name="connsiteX5" fmla="*/ 3878372 w 4907942"/>
                <a:gd name="connsiteY5" fmla="*/ 172768 h 1022675"/>
                <a:gd name="connsiteX6" fmla="*/ 4308055 w 4907942"/>
                <a:gd name="connsiteY6" fmla="*/ 428302 h 1022675"/>
                <a:gd name="connsiteX7" fmla="*/ 4469277 w 4907942"/>
                <a:gd name="connsiteY7" fmla="*/ 623187 h 1022675"/>
                <a:gd name="connsiteX8" fmla="*/ 4621677 w 4907942"/>
                <a:gd name="connsiteY8" fmla="*/ 703089 h 1022675"/>
                <a:gd name="connsiteX9" fmla="*/ 4735977 w 4907942"/>
                <a:gd name="connsiteY9" fmla="*/ 674034 h 1022675"/>
                <a:gd name="connsiteX10" fmla="*/ 4765255 w 4907942"/>
                <a:gd name="connsiteY10" fmla="*/ 529995 h 1022675"/>
                <a:gd name="connsiteX11" fmla="*/ 4735978 w 4907942"/>
                <a:gd name="connsiteY11" fmla="*/ 390745 h 1022675"/>
                <a:gd name="connsiteX12" fmla="*/ 4666129 w 4907942"/>
                <a:gd name="connsiteY12" fmla="*/ 303578 h 1022675"/>
                <a:gd name="connsiteX13" fmla="*/ 4621679 w 4907942"/>
                <a:gd name="connsiteY13" fmla="*/ 194620 h 1022675"/>
                <a:gd name="connsiteX14" fmla="*/ 4602629 w 4907942"/>
                <a:gd name="connsiteY14" fmla="*/ 27550 h 1022675"/>
                <a:gd name="connsiteX15" fmla="*/ 4748678 w 4907942"/>
                <a:gd name="connsiteY15" fmla="*/ 13025 h 1022675"/>
                <a:gd name="connsiteX16" fmla="*/ 4900721 w 4907942"/>
                <a:gd name="connsiteY16" fmla="*/ 26287 h 1022675"/>
                <a:gd name="connsiteX17" fmla="*/ 4882029 w 4907942"/>
                <a:gd name="connsiteY17" fmla="*/ 252730 h 1022675"/>
                <a:gd name="connsiteX18" fmla="*/ 4837579 w 4907942"/>
                <a:gd name="connsiteY18" fmla="*/ 405271 h 1022675"/>
                <a:gd name="connsiteX19" fmla="*/ 4824878 w 4907942"/>
                <a:gd name="connsiteY19" fmla="*/ 659506 h 1022675"/>
                <a:gd name="connsiteX20" fmla="*/ 4748678 w 4907942"/>
                <a:gd name="connsiteY20" fmla="*/ 775729 h 1022675"/>
                <a:gd name="connsiteX21" fmla="*/ 4638255 w 4907942"/>
                <a:gd name="connsiteY21" fmla="*/ 797321 h 1022675"/>
                <a:gd name="connsiteX22" fmla="*/ 4424470 w 4907942"/>
                <a:gd name="connsiteY22" fmla="*/ 712560 h 1022675"/>
                <a:gd name="connsiteX23" fmla="*/ 4158128 w 4907942"/>
                <a:gd name="connsiteY23" fmla="*/ 398005 h 1022675"/>
                <a:gd name="connsiteX24" fmla="*/ 3920705 w 4907942"/>
                <a:gd name="connsiteY24" fmla="*/ 276774 h 1022675"/>
                <a:gd name="connsiteX25" fmla="*/ 3596855 w 4907942"/>
                <a:gd name="connsiteY25" fmla="*/ 257389 h 1022675"/>
                <a:gd name="connsiteX26" fmla="*/ 3414821 w 4907942"/>
                <a:gd name="connsiteY26" fmla="*/ 333589 h 1022675"/>
                <a:gd name="connsiteX27" fmla="*/ 3296288 w 4907942"/>
                <a:gd name="connsiteY27" fmla="*/ 452121 h 1022675"/>
                <a:gd name="connsiteX28" fmla="*/ 3084621 w 4907942"/>
                <a:gd name="connsiteY28" fmla="*/ 833121 h 1022675"/>
                <a:gd name="connsiteX29" fmla="*/ 2906821 w 4907942"/>
                <a:gd name="connsiteY29" fmla="*/ 985522 h 1022675"/>
                <a:gd name="connsiteX30" fmla="*/ 2542755 w 4907942"/>
                <a:gd name="connsiteY30" fmla="*/ 1019388 h 1022675"/>
                <a:gd name="connsiteX31" fmla="*/ 1856955 w 4907942"/>
                <a:gd name="connsiteY31" fmla="*/ 926255 h 1022675"/>
                <a:gd name="connsiteX32" fmla="*/ 1188088 w 4907942"/>
                <a:gd name="connsiteY32" fmla="*/ 714589 h 1022675"/>
                <a:gd name="connsiteX33" fmla="*/ 891755 w 4907942"/>
                <a:gd name="connsiteY33" fmla="*/ 443655 h 1022675"/>
                <a:gd name="connsiteX34" fmla="*/ 705488 w 4907942"/>
                <a:gd name="connsiteY34" fmla="*/ 316655 h 1022675"/>
                <a:gd name="connsiteX35" fmla="*/ 502288 w 4907942"/>
                <a:gd name="connsiteY35" fmla="*/ 265855 h 1022675"/>
                <a:gd name="connsiteX36" fmla="*/ 146687 w 4907942"/>
                <a:gd name="connsiteY36" fmla="*/ 223522 h 1022675"/>
                <a:gd name="connsiteX37" fmla="*/ 19688 w 4907942"/>
                <a:gd name="connsiteY37" fmla="*/ 223522 h 1022675"/>
                <a:gd name="connsiteX38" fmla="*/ 87421 w 4907942"/>
                <a:gd name="connsiteY38" fmla="*/ 130388 h 1022675"/>
                <a:gd name="connsiteX0" fmla="*/ 7696 w 6707817"/>
                <a:gd name="connsiteY0" fmla="*/ 4051839 h 4051855"/>
                <a:gd name="connsiteX1" fmla="*/ 2615430 w 6707817"/>
                <a:gd name="connsiteY1" fmla="*/ 331408 h 4051855"/>
                <a:gd name="connsiteX2" fmla="*/ 3216563 w 6707817"/>
                <a:gd name="connsiteY2" fmla="*/ 771674 h 4051855"/>
                <a:gd name="connsiteX3" fmla="*/ 4613563 w 6707817"/>
                <a:gd name="connsiteY3" fmla="*/ 966408 h 4051855"/>
                <a:gd name="connsiteX4" fmla="*/ 5113096 w 6707817"/>
                <a:gd name="connsiteY4" fmla="*/ 331408 h 4051855"/>
                <a:gd name="connsiteX5" fmla="*/ 5678247 w 6707817"/>
                <a:gd name="connsiteY5" fmla="*/ 229854 h 4051855"/>
                <a:gd name="connsiteX6" fmla="*/ 6107930 w 6707817"/>
                <a:gd name="connsiteY6" fmla="*/ 485388 h 4051855"/>
                <a:gd name="connsiteX7" fmla="*/ 6269152 w 6707817"/>
                <a:gd name="connsiteY7" fmla="*/ 680273 h 4051855"/>
                <a:gd name="connsiteX8" fmla="*/ 6421552 w 6707817"/>
                <a:gd name="connsiteY8" fmla="*/ 760175 h 4051855"/>
                <a:gd name="connsiteX9" fmla="*/ 6535852 w 6707817"/>
                <a:gd name="connsiteY9" fmla="*/ 731120 h 4051855"/>
                <a:gd name="connsiteX10" fmla="*/ 6565130 w 6707817"/>
                <a:gd name="connsiteY10" fmla="*/ 587081 h 4051855"/>
                <a:gd name="connsiteX11" fmla="*/ 6535853 w 6707817"/>
                <a:gd name="connsiteY11" fmla="*/ 447831 h 4051855"/>
                <a:gd name="connsiteX12" fmla="*/ 6466004 w 6707817"/>
                <a:gd name="connsiteY12" fmla="*/ 360664 h 4051855"/>
                <a:gd name="connsiteX13" fmla="*/ 6421554 w 6707817"/>
                <a:gd name="connsiteY13" fmla="*/ 251706 h 4051855"/>
                <a:gd name="connsiteX14" fmla="*/ 6402504 w 6707817"/>
                <a:gd name="connsiteY14" fmla="*/ 84636 h 4051855"/>
                <a:gd name="connsiteX15" fmla="*/ 6548553 w 6707817"/>
                <a:gd name="connsiteY15" fmla="*/ 70111 h 4051855"/>
                <a:gd name="connsiteX16" fmla="*/ 6700596 w 6707817"/>
                <a:gd name="connsiteY16" fmla="*/ 83373 h 4051855"/>
                <a:gd name="connsiteX17" fmla="*/ 6681904 w 6707817"/>
                <a:gd name="connsiteY17" fmla="*/ 309816 h 4051855"/>
                <a:gd name="connsiteX18" fmla="*/ 6637454 w 6707817"/>
                <a:gd name="connsiteY18" fmla="*/ 462357 h 4051855"/>
                <a:gd name="connsiteX19" fmla="*/ 6624753 w 6707817"/>
                <a:gd name="connsiteY19" fmla="*/ 716592 h 4051855"/>
                <a:gd name="connsiteX20" fmla="*/ 6548553 w 6707817"/>
                <a:gd name="connsiteY20" fmla="*/ 832815 h 4051855"/>
                <a:gd name="connsiteX21" fmla="*/ 6438130 w 6707817"/>
                <a:gd name="connsiteY21" fmla="*/ 854407 h 4051855"/>
                <a:gd name="connsiteX22" fmla="*/ 6224345 w 6707817"/>
                <a:gd name="connsiteY22" fmla="*/ 769646 h 4051855"/>
                <a:gd name="connsiteX23" fmla="*/ 5958003 w 6707817"/>
                <a:gd name="connsiteY23" fmla="*/ 455091 h 4051855"/>
                <a:gd name="connsiteX24" fmla="*/ 5720580 w 6707817"/>
                <a:gd name="connsiteY24" fmla="*/ 333860 h 4051855"/>
                <a:gd name="connsiteX25" fmla="*/ 5396730 w 6707817"/>
                <a:gd name="connsiteY25" fmla="*/ 314475 h 4051855"/>
                <a:gd name="connsiteX26" fmla="*/ 5214696 w 6707817"/>
                <a:gd name="connsiteY26" fmla="*/ 390675 h 4051855"/>
                <a:gd name="connsiteX27" fmla="*/ 5096163 w 6707817"/>
                <a:gd name="connsiteY27" fmla="*/ 509207 h 4051855"/>
                <a:gd name="connsiteX28" fmla="*/ 4884496 w 6707817"/>
                <a:gd name="connsiteY28" fmla="*/ 890207 h 4051855"/>
                <a:gd name="connsiteX29" fmla="*/ 4706696 w 6707817"/>
                <a:gd name="connsiteY29" fmla="*/ 1042608 h 4051855"/>
                <a:gd name="connsiteX30" fmla="*/ 4342630 w 6707817"/>
                <a:gd name="connsiteY30" fmla="*/ 1076474 h 4051855"/>
                <a:gd name="connsiteX31" fmla="*/ 3656830 w 6707817"/>
                <a:gd name="connsiteY31" fmla="*/ 983341 h 4051855"/>
                <a:gd name="connsiteX32" fmla="*/ 2987963 w 6707817"/>
                <a:gd name="connsiteY32" fmla="*/ 771675 h 4051855"/>
                <a:gd name="connsiteX33" fmla="*/ 2691630 w 6707817"/>
                <a:gd name="connsiteY33" fmla="*/ 500741 h 4051855"/>
                <a:gd name="connsiteX34" fmla="*/ 2505363 w 6707817"/>
                <a:gd name="connsiteY34" fmla="*/ 373741 h 4051855"/>
                <a:gd name="connsiteX35" fmla="*/ 2302163 w 6707817"/>
                <a:gd name="connsiteY35" fmla="*/ 322941 h 4051855"/>
                <a:gd name="connsiteX36" fmla="*/ 1946562 w 6707817"/>
                <a:gd name="connsiteY36" fmla="*/ 280608 h 4051855"/>
                <a:gd name="connsiteX37" fmla="*/ 1819563 w 6707817"/>
                <a:gd name="connsiteY37" fmla="*/ 280608 h 4051855"/>
                <a:gd name="connsiteX38" fmla="*/ 7696 w 6707817"/>
                <a:gd name="connsiteY38" fmla="*/ 4051839 h 4051855"/>
                <a:gd name="connsiteX0" fmla="*/ 384154 w 7084275"/>
                <a:gd name="connsiteY0" fmla="*/ 3994753 h 4016402"/>
                <a:gd name="connsiteX1" fmla="*/ 2991888 w 7084275"/>
                <a:gd name="connsiteY1" fmla="*/ 274322 h 4016402"/>
                <a:gd name="connsiteX2" fmla="*/ 3593021 w 7084275"/>
                <a:gd name="connsiteY2" fmla="*/ 714588 h 4016402"/>
                <a:gd name="connsiteX3" fmla="*/ 4990021 w 7084275"/>
                <a:gd name="connsiteY3" fmla="*/ 909322 h 4016402"/>
                <a:gd name="connsiteX4" fmla="*/ 5489554 w 7084275"/>
                <a:gd name="connsiteY4" fmla="*/ 274322 h 4016402"/>
                <a:gd name="connsiteX5" fmla="*/ 6054705 w 7084275"/>
                <a:gd name="connsiteY5" fmla="*/ 172768 h 4016402"/>
                <a:gd name="connsiteX6" fmla="*/ 6484388 w 7084275"/>
                <a:gd name="connsiteY6" fmla="*/ 428302 h 4016402"/>
                <a:gd name="connsiteX7" fmla="*/ 6645610 w 7084275"/>
                <a:gd name="connsiteY7" fmla="*/ 623187 h 4016402"/>
                <a:gd name="connsiteX8" fmla="*/ 6798010 w 7084275"/>
                <a:gd name="connsiteY8" fmla="*/ 703089 h 4016402"/>
                <a:gd name="connsiteX9" fmla="*/ 6912310 w 7084275"/>
                <a:gd name="connsiteY9" fmla="*/ 674034 h 4016402"/>
                <a:gd name="connsiteX10" fmla="*/ 6941588 w 7084275"/>
                <a:gd name="connsiteY10" fmla="*/ 529995 h 4016402"/>
                <a:gd name="connsiteX11" fmla="*/ 6912311 w 7084275"/>
                <a:gd name="connsiteY11" fmla="*/ 390745 h 4016402"/>
                <a:gd name="connsiteX12" fmla="*/ 6842462 w 7084275"/>
                <a:gd name="connsiteY12" fmla="*/ 303578 h 4016402"/>
                <a:gd name="connsiteX13" fmla="*/ 6798012 w 7084275"/>
                <a:gd name="connsiteY13" fmla="*/ 194620 h 4016402"/>
                <a:gd name="connsiteX14" fmla="*/ 6778962 w 7084275"/>
                <a:gd name="connsiteY14" fmla="*/ 27550 h 4016402"/>
                <a:gd name="connsiteX15" fmla="*/ 6925011 w 7084275"/>
                <a:gd name="connsiteY15" fmla="*/ 13025 h 4016402"/>
                <a:gd name="connsiteX16" fmla="*/ 7077054 w 7084275"/>
                <a:gd name="connsiteY16" fmla="*/ 26287 h 4016402"/>
                <a:gd name="connsiteX17" fmla="*/ 7058362 w 7084275"/>
                <a:gd name="connsiteY17" fmla="*/ 252730 h 4016402"/>
                <a:gd name="connsiteX18" fmla="*/ 7013912 w 7084275"/>
                <a:gd name="connsiteY18" fmla="*/ 405271 h 4016402"/>
                <a:gd name="connsiteX19" fmla="*/ 7001211 w 7084275"/>
                <a:gd name="connsiteY19" fmla="*/ 659506 h 4016402"/>
                <a:gd name="connsiteX20" fmla="*/ 6925011 w 7084275"/>
                <a:gd name="connsiteY20" fmla="*/ 775729 h 4016402"/>
                <a:gd name="connsiteX21" fmla="*/ 6814588 w 7084275"/>
                <a:gd name="connsiteY21" fmla="*/ 797321 h 4016402"/>
                <a:gd name="connsiteX22" fmla="*/ 6600803 w 7084275"/>
                <a:gd name="connsiteY22" fmla="*/ 712560 h 4016402"/>
                <a:gd name="connsiteX23" fmla="*/ 6334461 w 7084275"/>
                <a:gd name="connsiteY23" fmla="*/ 398005 h 4016402"/>
                <a:gd name="connsiteX24" fmla="*/ 6097038 w 7084275"/>
                <a:gd name="connsiteY24" fmla="*/ 276774 h 4016402"/>
                <a:gd name="connsiteX25" fmla="*/ 5773188 w 7084275"/>
                <a:gd name="connsiteY25" fmla="*/ 257389 h 4016402"/>
                <a:gd name="connsiteX26" fmla="*/ 5591154 w 7084275"/>
                <a:gd name="connsiteY26" fmla="*/ 333589 h 4016402"/>
                <a:gd name="connsiteX27" fmla="*/ 5472621 w 7084275"/>
                <a:gd name="connsiteY27" fmla="*/ 452121 h 4016402"/>
                <a:gd name="connsiteX28" fmla="*/ 5260954 w 7084275"/>
                <a:gd name="connsiteY28" fmla="*/ 833121 h 4016402"/>
                <a:gd name="connsiteX29" fmla="*/ 5083154 w 7084275"/>
                <a:gd name="connsiteY29" fmla="*/ 985522 h 4016402"/>
                <a:gd name="connsiteX30" fmla="*/ 4719088 w 7084275"/>
                <a:gd name="connsiteY30" fmla="*/ 1019388 h 4016402"/>
                <a:gd name="connsiteX31" fmla="*/ 4033288 w 7084275"/>
                <a:gd name="connsiteY31" fmla="*/ 926255 h 4016402"/>
                <a:gd name="connsiteX32" fmla="*/ 3364421 w 7084275"/>
                <a:gd name="connsiteY32" fmla="*/ 714589 h 4016402"/>
                <a:gd name="connsiteX33" fmla="*/ 3068088 w 7084275"/>
                <a:gd name="connsiteY33" fmla="*/ 443655 h 4016402"/>
                <a:gd name="connsiteX34" fmla="*/ 2881821 w 7084275"/>
                <a:gd name="connsiteY34" fmla="*/ 316655 h 4016402"/>
                <a:gd name="connsiteX35" fmla="*/ 2678621 w 7084275"/>
                <a:gd name="connsiteY35" fmla="*/ 265855 h 4016402"/>
                <a:gd name="connsiteX36" fmla="*/ 2323020 w 7084275"/>
                <a:gd name="connsiteY36" fmla="*/ 223522 h 4016402"/>
                <a:gd name="connsiteX37" fmla="*/ 214821 w 7084275"/>
                <a:gd name="connsiteY37" fmla="*/ 1734401 h 4016402"/>
                <a:gd name="connsiteX38" fmla="*/ 384154 w 7084275"/>
                <a:gd name="connsiteY38" fmla="*/ 3994753 h 4016402"/>
                <a:gd name="connsiteX0" fmla="*/ 257445 w 6957566"/>
                <a:gd name="connsiteY0" fmla="*/ 3994753 h 4014088"/>
                <a:gd name="connsiteX1" fmla="*/ 2865179 w 6957566"/>
                <a:gd name="connsiteY1" fmla="*/ 274322 h 4014088"/>
                <a:gd name="connsiteX2" fmla="*/ 3466312 w 6957566"/>
                <a:gd name="connsiteY2" fmla="*/ 714588 h 4014088"/>
                <a:gd name="connsiteX3" fmla="*/ 4863312 w 6957566"/>
                <a:gd name="connsiteY3" fmla="*/ 909322 h 4014088"/>
                <a:gd name="connsiteX4" fmla="*/ 5362845 w 6957566"/>
                <a:gd name="connsiteY4" fmla="*/ 274322 h 4014088"/>
                <a:gd name="connsiteX5" fmla="*/ 5927996 w 6957566"/>
                <a:gd name="connsiteY5" fmla="*/ 172768 h 4014088"/>
                <a:gd name="connsiteX6" fmla="*/ 6357679 w 6957566"/>
                <a:gd name="connsiteY6" fmla="*/ 428302 h 4014088"/>
                <a:gd name="connsiteX7" fmla="*/ 6518901 w 6957566"/>
                <a:gd name="connsiteY7" fmla="*/ 623187 h 4014088"/>
                <a:gd name="connsiteX8" fmla="*/ 6671301 w 6957566"/>
                <a:gd name="connsiteY8" fmla="*/ 703089 h 4014088"/>
                <a:gd name="connsiteX9" fmla="*/ 6785601 w 6957566"/>
                <a:gd name="connsiteY9" fmla="*/ 674034 h 4014088"/>
                <a:gd name="connsiteX10" fmla="*/ 6814879 w 6957566"/>
                <a:gd name="connsiteY10" fmla="*/ 529995 h 4014088"/>
                <a:gd name="connsiteX11" fmla="*/ 6785602 w 6957566"/>
                <a:gd name="connsiteY11" fmla="*/ 390745 h 4014088"/>
                <a:gd name="connsiteX12" fmla="*/ 6715753 w 6957566"/>
                <a:gd name="connsiteY12" fmla="*/ 303578 h 4014088"/>
                <a:gd name="connsiteX13" fmla="*/ 6671303 w 6957566"/>
                <a:gd name="connsiteY13" fmla="*/ 194620 h 4014088"/>
                <a:gd name="connsiteX14" fmla="*/ 6652253 w 6957566"/>
                <a:gd name="connsiteY14" fmla="*/ 27550 h 4014088"/>
                <a:gd name="connsiteX15" fmla="*/ 6798302 w 6957566"/>
                <a:gd name="connsiteY15" fmla="*/ 13025 h 4014088"/>
                <a:gd name="connsiteX16" fmla="*/ 6950345 w 6957566"/>
                <a:gd name="connsiteY16" fmla="*/ 26287 h 4014088"/>
                <a:gd name="connsiteX17" fmla="*/ 6931653 w 6957566"/>
                <a:gd name="connsiteY17" fmla="*/ 252730 h 4014088"/>
                <a:gd name="connsiteX18" fmla="*/ 6887203 w 6957566"/>
                <a:gd name="connsiteY18" fmla="*/ 405271 h 4014088"/>
                <a:gd name="connsiteX19" fmla="*/ 6874502 w 6957566"/>
                <a:gd name="connsiteY19" fmla="*/ 659506 h 4014088"/>
                <a:gd name="connsiteX20" fmla="*/ 6798302 w 6957566"/>
                <a:gd name="connsiteY20" fmla="*/ 775729 h 4014088"/>
                <a:gd name="connsiteX21" fmla="*/ 6687879 w 6957566"/>
                <a:gd name="connsiteY21" fmla="*/ 797321 h 4014088"/>
                <a:gd name="connsiteX22" fmla="*/ 6474094 w 6957566"/>
                <a:gd name="connsiteY22" fmla="*/ 712560 h 4014088"/>
                <a:gd name="connsiteX23" fmla="*/ 6207752 w 6957566"/>
                <a:gd name="connsiteY23" fmla="*/ 398005 h 4014088"/>
                <a:gd name="connsiteX24" fmla="*/ 5970329 w 6957566"/>
                <a:gd name="connsiteY24" fmla="*/ 276774 h 4014088"/>
                <a:gd name="connsiteX25" fmla="*/ 5646479 w 6957566"/>
                <a:gd name="connsiteY25" fmla="*/ 257389 h 4014088"/>
                <a:gd name="connsiteX26" fmla="*/ 5464445 w 6957566"/>
                <a:gd name="connsiteY26" fmla="*/ 333589 h 4014088"/>
                <a:gd name="connsiteX27" fmla="*/ 5345912 w 6957566"/>
                <a:gd name="connsiteY27" fmla="*/ 452121 h 4014088"/>
                <a:gd name="connsiteX28" fmla="*/ 5134245 w 6957566"/>
                <a:gd name="connsiteY28" fmla="*/ 833121 h 4014088"/>
                <a:gd name="connsiteX29" fmla="*/ 4956445 w 6957566"/>
                <a:gd name="connsiteY29" fmla="*/ 985522 h 4014088"/>
                <a:gd name="connsiteX30" fmla="*/ 4592379 w 6957566"/>
                <a:gd name="connsiteY30" fmla="*/ 1019388 h 4014088"/>
                <a:gd name="connsiteX31" fmla="*/ 3906579 w 6957566"/>
                <a:gd name="connsiteY31" fmla="*/ 926255 h 4014088"/>
                <a:gd name="connsiteX32" fmla="*/ 3237712 w 6957566"/>
                <a:gd name="connsiteY32" fmla="*/ 714589 h 4014088"/>
                <a:gd name="connsiteX33" fmla="*/ 2941379 w 6957566"/>
                <a:gd name="connsiteY33" fmla="*/ 443655 h 4014088"/>
                <a:gd name="connsiteX34" fmla="*/ 2755112 w 6957566"/>
                <a:gd name="connsiteY34" fmla="*/ 316655 h 4014088"/>
                <a:gd name="connsiteX35" fmla="*/ 2551912 w 6957566"/>
                <a:gd name="connsiteY35" fmla="*/ 265855 h 4014088"/>
                <a:gd name="connsiteX36" fmla="*/ 189711 w 6957566"/>
                <a:gd name="connsiteY36" fmla="*/ 1734402 h 4014088"/>
                <a:gd name="connsiteX37" fmla="*/ 88112 w 6957566"/>
                <a:gd name="connsiteY37" fmla="*/ 1734401 h 4014088"/>
                <a:gd name="connsiteX38" fmla="*/ 257445 w 6957566"/>
                <a:gd name="connsiteY38" fmla="*/ 3994753 h 4014088"/>
                <a:gd name="connsiteX0" fmla="*/ 319449 w 7019570"/>
                <a:gd name="connsiteY0" fmla="*/ 3994753 h 4016552"/>
                <a:gd name="connsiteX1" fmla="*/ 2927183 w 7019570"/>
                <a:gd name="connsiteY1" fmla="*/ 274322 h 4016552"/>
                <a:gd name="connsiteX2" fmla="*/ 3528316 w 7019570"/>
                <a:gd name="connsiteY2" fmla="*/ 714588 h 4016552"/>
                <a:gd name="connsiteX3" fmla="*/ 4925316 w 7019570"/>
                <a:gd name="connsiteY3" fmla="*/ 909322 h 4016552"/>
                <a:gd name="connsiteX4" fmla="*/ 5424849 w 7019570"/>
                <a:gd name="connsiteY4" fmla="*/ 274322 h 4016552"/>
                <a:gd name="connsiteX5" fmla="*/ 5990000 w 7019570"/>
                <a:gd name="connsiteY5" fmla="*/ 172768 h 4016552"/>
                <a:gd name="connsiteX6" fmla="*/ 6419683 w 7019570"/>
                <a:gd name="connsiteY6" fmla="*/ 428302 h 4016552"/>
                <a:gd name="connsiteX7" fmla="*/ 6580905 w 7019570"/>
                <a:gd name="connsiteY7" fmla="*/ 623187 h 4016552"/>
                <a:gd name="connsiteX8" fmla="*/ 6733305 w 7019570"/>
                <a:gd name="connsiteY8" fmla="*/ 703089 h 4016552"/>
                <a:gd name="connsiteX9" fmla="*/ 6847605 w 7019570"/>
                <a:gd name="connsiteY9" fmla="*/ 674034 h 4016552"/>
                <a:gd name="connsiteX10" fmla="*/ 6876883 w 7019570"/>
                <a:gd name="connsiteY10" fmla="*/ 529995 h 4016552"/>
                <a:gd name="connsiteX11" fmla="*/ 6847606 w 7019570"/>
                <a:gd name="connsiteY11" fmla="*/ 390745 h 4016552"/>
                <a:gd name="connsiteX12" fmla="*/ 6777757 w 7019570"/>
                <a:gd name="connsiteY12" fmla="*/ 303578 h 4016552"/>
                <a:gd name="connsiteX13" fmla="*/ 6733307 w 7019570"/>
                <a:gd name="connsiteY13" fmla="*/ 194620 h 4016552"/>
                <a:gd name="connsiteX14" fmla="*/ 6714257 w 7019570"/>
                <a:gd name="connsiteY14" fmla="*/ 27550 h 4016552"/>
                <a:gd name="connsiteX15" fmla="*/ 6860306 w 7019570"/>
                <a:gd name="connsiteY15" fmla="*/ 13025 h 4016552"/>
                <a:gd name="connsiteX16" fmla="*/ 7012349 w 7019570"/>
                <a:gd name="connsiteY16" fmla="*/ 26287 h 4016552"/>
                <a:gd name="connsiteX17" fmla="*/ 6993657 w 7019570"/>
                <a:gd name="connsiteY17" fmla="*/ 252730 h 4016552"/>
                <a:gd name="connsiteX18" fmla="*/ 6949207 w 7019570"/>
                <a:gd name="connsiteY18" fmla="*/ 405271 h 4016552"/>
                <a:gd name="connsiteX19" fmla="*/ 6936506 w 7019570"/>
                <a:gd name="connsiteY19" fmla="*/ 659506 h 4016552"/>
                <a:gd name="connsiteX20" fmla="*/ 6860306 w 7019570"/>
                <a:gd name="connsiteY20" fmla="*/ 775729 h 4016552"/>
                <a:gd name="connsiteX21" fmla="*/ 6749883 w 7019570"/>
                <a:gd name="connsiteY21" fmla="*/ 797321 h 4016552"/>
                <a:gd name="connsiteX22" fmla="*/ 6536098 w 7019570"/>
                <a:gd name="connsiteY22" fmla="*/ 712560 h 4016552"/>
                <a:gd name="connsiteX23" fmla="*/ 6269756 w 7019570"/>
                <a:gd name="connsiteY23" fmla="*/ 398005 h 4016552"/>
                <a:gd name="connsiteX24" fmla="*/ 6032333 w 7019570"/>
                <a:gd name="connsiteY24" fmla="*/ 276774 h 4016552"/>
                <a:gd name="connsiteX25" fmla="*/ 5708483 w 7019570"/>
                <a:gd name="connsiteY25" fmla="*/ 257389 h 4016552"/>
                <a:gd name="connsiteX26" fmla="*/ 5526449 w 7019570"/>
                <a:gd name="connsiteY26" fmla="*/ 333589 h 4016552"/>
                <a:gd name="connsiteX27" fmla="*/ 5407916 w 7019570"/>
                <a:gd name="connsiteY27" fmla="*/ 452121 h 4016552"/>
                <a:gd name="connsiteX28" fmla="*/ 5196249 w 7019570"/>
                <a:gd name="connsiteY28" fmla="*/ 833121 h 4016552"/>
                <a:gd name="connsiteX29" fmla="*/ 5018449 w 7019570"/>
                <a:gd name="connsiteY29" fmla="*/ 985522 h 4016552"/>
                <a:gd name="connsiteX30" fmla="*/ 4654383 w 7019570"/>
                <a:gd name="connsiteY30" fmla="*/ 1019388 h 4016552"/>
                <a:gd name="connsiteX31" fmla="*/ 3968583 w 7019570"/>
                <a:gd name="connsiteY31" fmla="*/ 926255 h 4016552"/>
                <a:gd name="connsiteX32" fmla="*/ 3299716 w 7019570"/>
                <a:gd name="connsiteY32" fmla="*/ 714589 h 4016552"/>
                <a:gd name="connsiteX33" fmla="*/ 3003383 w 7019570"/>
                <a:gd name="connsiteY33" fmla="*/ 443655 h 4016552"/>
                <a:gd name="connsiteX34" fmla="*/ 2817116 w 7019570"/>
                <a:gd name="connsiteY34" fmla="*/ 316655 h 4016552"/>
                <a:gd name="connsiteX35" fmla="*/ 2613916 w 7019570"/>
                <a:gd name="connsiteY35" fmla="*/ 265855 h 4016552"/>
                <a:gd name="connsiteX36" fmla="*/ 251715 w 7019570"/>
                <a:gd name="connsiteY36" fmla="*/ 1734402 h 4016552"/>
                <a:gd name="connsiteX37" fmla="*/ 35816 w 7019570"/>
                <a:gd name="connsiteY37" fmla="*/ 1807040 h 4016552"/>
                <a:gd name="connsiteX38" fmla="*/ 319449 w 7019570"/>
                <a:gd name="connsiteY38" fmla="*/ 3994753 h 4016552"/>
                <a:gd name="connsiteX0" fmla="*/ 321163 w 7021284"/>
                <a:gd name="connsiteY0" fmla="*/ 3994753 h 4016668"/>
                <a:gd name="connsiteX1" fmla="*/ 2928897 w 7021284"/>
                <a:gd name="connsiteY1" fmla="*/ 274322 h 4016668"/>
                <a:gd name="connsiteX2" fmla="*/ 3530030 w 7021284"/>
                <a:gd name="connsiteY2" fmla="*/ 714588 h 4016668"/>
                <a:gd name="connsiteX3" fmla="*/ 4927030 w 7021284"/>
                <a:gd name="connsiteY3" fmla="*/ 909322 h 4016668"/>
                <a:gd name="connsiteX4" fmla="*/ 5426563 w 7021284"/>
                <a:gd name="connsiteY4" fmla="*/ 274322 h 4016668"/>
                <a:gd name="connsiteX5" fmla="*/ 5991714 w 7021284"/>
                <a:gd name="connsiteY5" fmla="*/ 172768 h 4016668"/>
                <a:gd name="connsiteX6" fmla="*/ 6421397 w 7021284"/>
                <a:gd name="connsiteY6" fmla="*/ 428302 h 4016668"/>
                <a:gd name="connsiteX7" fmla="*/ 6582619 w 7021284"/>
                <a:gd name="connsiteY7" fmla="*/ 623187 h 4016668"/>
                <a:gd name="connsiteX8" fmla="*/ 6735019 w 7021284"/>
                <a:gd name="connsiteY8" fmla="*/ 703089 h 4016668"/>
                <a:gd name="connsiteX9" fmla="*/ 6849319 w 7021284"/>
                <a:gd name="connsiteY9" fmla="*/ 674034 h 4016668"/>
                <a:gd name="connsiteX10" fmla="*/ 6878597 w 7021284"/>
                <a:gd name="connsiteY10" fmla="*/ 529995 h 4016668"/>
                <a:gd name="connsiteX11" fmla="*/ 6849320 w 7021284"/>
                <a:gd name="connsiteY11" fmla="*/ 390745 h 4016668"/>
                <a:gd name="connsiteX12" fmla="*/ 6779471 w 7021284"/>
                <a:gd name="connsiteY12" fmla="*/ 303578 h 4016668"/>
                <a:gd name="connsiteX13" fmla="*/ 6735021 w 7021284"/>
                <a:gd name="connsiteY13" fmla="*/ 194620 h 4016668"/>
                <a:gd name="connsiteX14" fmla="*/ 6715971 w 7021284"/>
                <a:gd name="connsiteY14" fmla="*/ 27550 h 4016668"/>
                <a:gd name="connsiteX15" fmla="*/ 6862020 w 7021284"/>
                <a:gd name="connsiteY15" fmla="*/ 13025 h 4016668"/>
                <a:gd name="connsiteX16" fmla="*/ 7014063 w 7021284"/>
                <a:gd name="connsiteY16" fmla="*/ 26287 h 4016668"/>
                <a:gd name="connsiteX17" fmla="*/ 6995371 w 7021284"/>
                <a:gd name="connsiteY17" fmla="*/ 252730 h 4016668"/>
                <a:gd name="connsiteX18" fmla="*/ 6950921 w 7021284"/>
                <a:gd name="connsiteY18" fmla="*/ 405271 h 4016668"/>
                <a:gd name="connsiteX19" fmla="*/ 6938220 w 7021284"/>
                <a:gd name="connsiteY19" fmla="*/ 659506 h 4016668"/>
                <a:gd name="connsiteX20" fmla="*/ 6862020 w 7021284"/>
                <a:gd name="connsiteY20" fmla="*/ 775729 h 4016668"/>
                <a:gd name="connsiteX21" fmla="*/ 6751597 w 7021284"/>
                <a:gd name="connsiteY21" fmla="*/ 797321 h 4016668"/>
                <a:gd name="connsiteX22" fmla="*/ 6537812 w 7021284"/>
                <a:gd name="connsiteY22" fmla="*/ 712560 h 4016668"/>
                <a:gd name="connsiteX23" fmla="*/ 6271470 w 7021284"/>
                <a:gd name="connsiteY23" fmla="*/ 398005 h 4016668"/>
                <a:gd name="connsiteX24" fmla="*/ 6034047 w 7021284"/>
                <a:gd name="connsiteY24" fmla="*/ 276774 h 4016668"/>
                <a:gd name="connsiteX25" fmla="*/ 5710197 w 7021284"/>
                <a:gd name="connsiteY25" fmla="*/ 257389 h 4016668"/>
                <a:gd name="connsiteX26" fmla="*/ 5528163 w 7021284"/>
                <a:gd name="connsiteY26" fmla="*/ 333589 h 4016668"/>
                <a:gd name="connsiteX27" fmla="*/ 5409630 w 7021284"/>
                <a:gd name="connsiteY27" fmla="*/ 452121 h 4016668"/>
                <a:gd name="connsiteX28" fmla="*/ 5197963 w 7021284"/>
                <a:gd name="connsiteY28" fmla="*/ 833121 h 4016668"/>
                <a:gd name="connsiteX29" fmla="*/ 5020163 w 7021284"/>
                <a:gd name="connsiteY29" fmla="*/ 985522 h 4016668"/>
                <a:gd name="connsiteX30" fmla="*/ 4656097 w 7021284"/>
                <a:gd name="connsiteY30" fmla="*/ 1019388 h 4016668"/>
                <a:gd name="connsiteX31" fmla="*/ 3970297 w 7021284"/>
                <a:gd name="connsiteY31" fmla="*/ 926255 h 4016668"/>
                <a:gd name="connsiteX32" fmla="*/ 3301430 w 7021284"/>
                <a:gd name="connsiteY32" fmla="*/ 714589 h 4016668"/>
                <a:gd name="connsiteX33" fmla="*/ 3005097 w 7021284"/>
                <a:gd name="connsiteY33" fmla="*/ 443655 h 4016668"/>
                <a:gd name="connsiteX34" fmla="*/ 2818830 w 7021284"/>
                <a:gd name="connsiteY34" fmla="*/ 316655 h 4016668"/>
                <a:gd name="connsiteX35" fmla="*/ 2615630 w 7021284"/>
                <a:gd name="connsiteY35" fmla="*/ 265855 h 4016668"/>
                <a:gd name="connsiteX36" fmla="*/ 278829 w 7021284"/>
                <a:gd name="connsiteY36" fmla="*/ 1661763 h 4016668"/>
                <a:gd name="connsiteX37" fmla="*/ 37530 w 7021284"/>
                <a:gd name="connsiteY37" fmla="*/ 1807040 h 4016668"/>
                <a:gd name="connsiteX38" fmla="*/ 321163 w 7021284"/>
                <a:gd name="connsiteY38" fmla="*/ 3994753 h 4016668"/>
                <a:gd name="connsiteX0" fmla="*/ 337514 w 7037635"/>
                <a:gd name="connsiteY0" fmla="*/ 3994753 h 4028926"/>
                <a:gd name="connsiteX1" fmla="*/ 2945248 w 7037635"/>
                <a:gd name="connsiteY1" fmla="*/ 274322 h 4028926"/>
                <a:gd name="connsiteX2" fmla="*/ 3546381 w 7037635"/>
                <a:gd name="connsiteY2" fmla="*/ 714588 h 4028926"/>
                <a:gd name="connsiteX3" fmla="*/ 4943381 w 7037635"/>
                <a:gd name="connsiteY3" fmla="*/ 909322 h 4028926"/>
                <a:gd name="connsiteX4" fmla="*/ 5442914 w 7037635"/>
                <a:gd name="connsiteY4" fmla="*/ 274322 h 4028926"/>
                <a:gd name="connsiteX5" fmla="*/ 6008065 w 7037635"/>
                <a:gd name="connsiteY5" fmla="*/ 172768 h 4028926"/>
                <a:gd name="connsiteX6" fmla="*/ 6437748 w 7037635"/>
                <a:gd name="connsiteY6" fmla="*/ 428302 h 4028926"/>
                <a:gd name="connsiteX7" fmla="*/ 6598970 w 7037635"/>
                <a:gd name="connsiteY7" fmla="*/ 623187 h 4028926"/>
                <a:gd name="connsiteX8" fmla="*/ 6751370 w 7037635"/>
                <a:gd name="connsiteY8" fmla="*/ 703089 h 4028926"/>
                <a:gd name="connsiteX9" fmla="*/ 6865670 w 7037635"/>
                <a:gd name="connsiteY9" fmla="*/ 674034 h 4028926"/>
                <a:gd name="connsiteX10" fmla="*/ 6894948 w 7037635"/>
                <a:gd name="connsiteY10" fmla="*/ 529995 h 4028926"/>
                <a:gd name="connsiteX11" fmla="*/ 6865671 w 7037635"/>
                <a:gd name="connsiteY11" fmla="*/ 390745 h 4028926"/>
                <a:gd name="connsiteX12" fmla="*/ 6795822 w 7037635"/>
                <a:gd name="connsiteY12" fmla="*/ 303578 h 4028926"/>
                <a:gd name="connsiteX13" fmla="*/ 6751372 w 7037635"/>
                <a:gd name="connsiteY13" fmla="*/ 194620 h 4028926"/>
                <a:gd name="connsiteX14" fmla="*/ 6732322 w 7037635"/>
                <a:gd name="connsiteY14" fmla="*/ 27550 h 4028926"/>
                <a:gd name="connsiteX15" fmla="*/ 6878371 w 7037635"/>
                <a:gd name="connsiteY15" fmla="*/ 13025 h 4028926"/>
                <a:gd name="connsiteX16" fmla="*/ 7030414 w 7037635"/>
                <a:gd name="connsiteY16" fmla="*/ 26287 h 4028926"/>
                <a:gd name="connsiteX17" fmla="*/ 7011722 w 7037635"/>
                <a:gd name="connsiteY17" fmla="*/ 252730 h 4028926"/>
                <a:gd name="connsiteX18" fmla="*/ 6967272 w 7037635"/>
                <a:gd name="connsiteY18" fmla="*/ 405271 h 4028926"/>
                <a:gd name="connsiteX19" fmla="*/ 6954571 w 7037635"/>
                <a:gd name="connsiteY19" fmla="*/ 659506 h 4028926"/>
                <a:gd name="connsiteX20" fmla="*/ 6878371 w 7037635"/>
                <a:gd name="connsiteY20" fmla="*/ 775729 h 4028926"/>
                <a:gd name="connsiteX21" fmla="*/ 6767948 w 7037635"/>
                <a:gd name="connsiteY21" fmla="*/ 797321 h 4028926"/>
                <a:gd name="connsiteX22" fmla="*/ 6554163 w 7037635"/>
                <a:gd name="connsiteY22" fmla="*/ 712560 h 4028926"/>
                <a:gd name="connsiteX23" fmla="*/ 6287821 w 7037635"/>
                <a:gd name="connsiteY23" fmla="*/ 398005 h 4028926"/>
                <a:gd name="connsiteX24" fmla="*/ 6050398 w 7037635"/>
                <a:gd name="connsiteY24" fmla="*/ 276774 h 4028926"/>
                <a:gd name="connsiteX25" fmla="*/ 5726548 w 7037635"/>
                <a:gd name="connsiteY25" fmla="*/ 257389 h 4028926"/>
                <a:gd name="connsiteX26" fmla="*/ 5544514 w 7037635"/>
                <a:gd name="connsiteY26" fmla="*/ 333589 h 4028926"/>
                <a:gd name="connsiteX27" fmla="*/ 5425981 w 7037635"/>
                <a:gd name="connsiteY27" fmla="*/ 452121 h 4028926"/>
                <a:gd name="connsiteX28" fmla="*/ 5214314 w 7037635"/>
                <a:gd name="connsiteY28" fmla="*/ 833121 h 4028926"/>
                <a:gd name="connsiteX29" fmla="*/ 5036514 w 7037635"/>
                <a:gd name="connsiteY29" fmla="*/ 985522 h 4028926"/>
                <a:gd name="connsiteX30" fmla="*/ 4672448 w 7037635"/>
                <a:gd name="connsiteY30" fmla="*/ 1019388 h 4028926"/>
                <a:gd name="connsiteX31" fmla="*/ 3986648 w 7037635"/>
                <a:gd name="connsiteY31" fmla="*/ 926255 h 4028926"/>
                <a:gd name="connsiteX32" fmla="*/ 3317781 w 7037635"/>
                <a:gd name="connsiteY32" fmla="*/ 714589 h 4028926"/>
                <a:gd name="connsiteX33" fmla="*/ 3021448 w 7037635"/>
                <a:gd name="connsiteY33" fmla="*/ 443655 h 4028926"/>
                <a:gd name="connsiteX34" fmla="*/ 2835181 w 7037635"/>
                <a:gd name="connsiteY34" fmla="*/ 316655 h 4028926"/>
                <a:gd name="connsiteX35" fmla="*/ 2631981 w 7037635"/>
                <a:gd name="connsiteY35" fmla="*/ 265855 h 4028926"/>
                <a:gd name="connsiteX36" fmla="*/ 295180 w 7037635"/>
                <a:gd name="connsiteY36" fmla="*/ 1661763 h 4028926"/>
                <a:gd name="connsiteX37" fmla="*/ 28481 w 7037635"/>
                <a:gd name="connsiteY37" fmla="*/ 2097594 h 4028926"/>
                <a:gd name="connsiteX38" fmla="*/ 337514 w 7037635"/>
                <a:gd name="connsiteY38" fmla="*/ 3994753 h 4028926"/>
                <a:gd name="connsiteX0" fmla="*/ 337514 w 7037635"/>
                <a:gd name="connsiteY0" fmla="*/ 3994753 h 4028730"/>
                <a:gd name="connsiteX1" fmla="*/ 2945248 w 7037635"/>
                <a:gd name="connsiteY1" fmla="*/ 274322 h 4028730"/>
                <a:gd name="connsiteX2" fmla="*/ 3546381 w 7037635"/>
                <a:gd name="connsiteY2" fmla="*/ 714588 h 4028730"/>
                <a:gd name="connsiteX3" fmla="*/ 4943381 w 7037635"/>
                <a:gd name="connsiteY3" fmla="*/ 909322 h 4028730"/>
                <a:gd name="connsiteX4" fmla="*/ 5442914 w 7037635"/>
                <a:gd name="connsiteY4" fmla="*/ 274322 h 4028730"/>
                <a:gd name="connsiteX5" fmla="*/ 6008065 w 7037635"/>
                <a:gd name="connsiteY5" fmla="*/ 172768 h 4028730"/>
                <a:gd name="connsiteX6" fmla="*/ 6437748 w 7037635"/>
                <a:gd name="connsiteY6" fmla="*/ 428302 h 4028730"/>
                <a:gd name="connsiteX7" fmla="*/ 6598970 w 7037635"/>
                <a:gd name="connsiteY7" fmla="*/ 623187 h 4028730"/>
                <a:gd name="connsiteX8" fmla="*/ 6751370 w 7037635"/>
                <a:gd name="connsiteY8" fmla="*/ 703089 h 4028730"/>
                <a:gd name="connsiteX9" fmla="*/ 6865670 w 7037635"/>
                <a:gd name="connsiteY9" fmla="*/ 674034 h 4028730"/>
                <a:gd name="connsiteX10" fmla="*/ 6894948 w 7037635"/>
                <a:gd name="connsiteY10" fmla="*/ 529995 h 4028730"/>
                <a:gd name="connsiteX11" fmla="*/ 6865671 w 7037635"/>
                <a:gd name="connsiteY11" fmla="*/ 390745 h 4028730"/>
                <a:gd name="connsiteX12" fmla="*/ 6795822 w 7037635"/>
                <a:gd name="connsiteY12" fmla="*/ 303578 h 4028730"/>
                <a:gd name="connsiteX13" fmla="*/ 6751372 w 7037635"/>
                <a:gd name="connsiteY13" fmla="*/ 194620 h 4028730"/>
                <a:gd name="connsiteX14" fmla="*/ 6732322 w 7037635"/>
                <a:gd name="connsiteY14" fmla="*/ 27550 h 4028730"/>
                <a:gd name="connsiteX15" fmla="*/ 6878371 w 7037635"/>
                <a:gd name="connsiteY15" fmla="*/ 13025 h 4028730"/>
                <a:gd name="connsiteX16" fmla="*/ 7030414 w 7037635"/>
                <a:gd name="connsiteY16" fmla="*/ 26287 h 4028730"/>
                <a:gd name="connsiteX17" fmla="*/ 7011722 w 7037635"/>
                <a:gd name="connsiteY17" fmla="*/ 252730 h 4028730"/>
                <a:gd name="connsiteX18" fmla="*/ 6967272 w 7037635"/>
                <a:gd name="connsiteY18" fmla="*/ 405271 h 4028730"/>
                <a:gd name="connsiteX19" fmla="*/ 6954571 w 7037635"/>
                <a:gd name="connsiteY19" fmla="*/ 659506 h 4028730"/>
                <a:gd name="connsiteX20" fmla="*/ 6878371 w 7037635"/>
                <a:gd name="connsiteY20" fmla="*/ 775729 h 4028730"/>
                <a:gd name="connsiteX21" fmla="*/ 6767948 w 7037635"/>
                <a:gd name="connsiteY21" fmla="*/ 797321 h 4028730"/>
                <a:gd name="connsiteX22" fmla="*/ 6554163 w 7037635"/>
                <a:gd name="connsiteY22" fmla="*/ 712560 h 4028730"/>
                <a:gd name="connsiteX23" fmla="*/ 6287821 w 7037635"/>
                <a:gd name="connsiteY23" fmla="*/ 398005 h 4028730"/>
                <a:gd name="connsiteX24" fmla="*/ 6050398 w 7037635"/>
                <a:gd name="connsiteY24" fmla="*/ 276774 h 4028730"/>
                <a:gd name="connsiteX25" fmla="*/ 5726548 w 7037635"/>
                <a:gd name="connsiteY25" fmla="*/ 257389 h 4028730"/>
                <a:gd name="connsiteX26" fmla="*/ 5544514 w 7037635"/>
                <a:gd name="connsiteY26" fmla="*/ 333589 h 4028730"/>
                <a:gd name="connsiteX27" fmla="*/ 5425981 w 7037635"/>
                <a:gd name="connsiteY27" fmla="*/ 452121 h 4028730"/>
                <a:gd name="connsiteX28" fmla="*/ 5214314 w 7037635"/>
                <a:gd name="connsiteY28" fmla="*/ 833121 h 4028730"/>
                <a:gd name="connsiteX29" fmla="*/ 5036514 w 7037635"/>
                <a:gd name="connsiteY29" fmla="*/ 985522 h 4028730"/>
                <a:gd name="connsiteX30" fmla="*/ 4672448 w 7037635"/>
                <a:gd name="connsiteY30" fmla="*/ 1019388 h 4028730"/>
                <a:gd name="connsiteX31" fmla="*/ 3986648 w 7037635"/>
                <a:gd name="connsiteY31" fmla="*/ 926255 h 4028730"/>
                <a:gd name="connsiteX32" fmla="*/ 3317781 w 7037635"/>
                <a:gd name="connsiteY32" fmla="*/ 714589 h 4028730"/>
                <a:gd name="connsiteX33" fmla="*/ 3021448 w 7037635"/>
                <a:gd name="connsiteY33" fmla="*/ 443655 h 4028730"/>
                <a:gd name="connsiteX34" fmla="*/ 2835181 w 7037635"/>
                <a:gd name="connsiteY34" fmla="*/ 316655 h 4028730"/>
                <a:gd name="connsiteX35" fmla="*/ 2631981 w 7037635"/>
                <a:gd name="connsiteY35" fmla="*/ 265855 h 4028730"/>
                <a:gd name="connsiteX36" fmla="*/ 295180 w 7037635"/>
                <a:gd name="connsiteY36" fmla="*/ 1734402 h 4028730"/>
                <a:gd name="connsiteX37" fmla="*/ 28481 w 7037635"/>
                <a:gd name="connsiteY37" fmla="*/ 2097594 h 4028730"/>
                <a:gd name="connsiteX38" fmla="*/ 337514 w 7037635"/>
                <a:gd name="connsiteY38" fmla="*/ 3994753 h 4028730"/>
                <a:gd name="connsiteX0" fmla="*/ 337514 w 7037635"/>
                <a:gd name="connsiteY0" fmla="*/ 3994753 h 4028730"/>
                <a:gd name="connsiteX1" fmla="*/ 2945248 w 7037635"/>
                <a:gd name="connsiteY1" fmla="*/ 274322 h 4028730"/>
                <a:gd name="connsiteX2" fmla="*/ 3546381 w 7037635"/>
                <a:gd name="connsiteY2" fmla="*/ 714588 h 4028730"/>
                <a:gd name="connsiteX3" fmla="*/ 4943381 w 7037635"/>
                <a:gd name="connsiteY3" fmla="*/ 909322 h 4028730"/>
                <a:gd name="connsiteX4" fmla="*/ 5442914 w 7037635"/>
                <a:gd name="connsiteY4" fmla="*/ 274322 h 4028730"/>
                <a:gd name="connsiteX5" fmla="*/ 6008065 w 7037635"/>
                <a:gd name="connsiteY5" fmla="*/ 172768 h 4028730"/>
                <a:gd name="connsiteX6" fmla="*/ 6437748 w 7037635"/>
                <a:gd name="connsiteY6" fmla="*/ 428302 h 4028730"/>
                <a:gd name="connsiteX7" fmla="*/ 6598970 w 7037635"/>
                <a:gd name="connsiteY7" fmla="*/ 623187 h 4028730"/>
                <a:gd name="connsiteX8" fmla="*/ 6751370 w 7037635"/>
                <a:gd name="connsiteY8" fmla="*/ 703089 h 4028730"/>
                <a:gd name="connsiteX9" fmla="*/ 6865670 w 7037635"/>
                <a:gd name="connsiteY9" fmla="*/ 674034 h 4028730"/>
                <a:gd name="connsiteX10" fmla="*/ 6894948 w 7037635"/>
                <a:gd name="connsiteY10" fmla="*/ 529995 h 4028730"/>
                <a:gd name="connsiteX11" fmla="*/ 6865671 w 7037635"/>
                <a:gd name="connsiteY11" fmla="*/ 390745 h 4028730"/>
                <a:gd name="connsiteX12" fmla="*/ 6795822 w 7037635"/>
                <a:gd name="connsiteY12" fmla="*/ 303578 h 4028730"/>
                <a:gd name="connsiteX13" fmla="*/ 6751372 w 7037635"/>
                <a:gd name="connsiteY13" fmla="*/ 194620 h 4028730"/>
                <a:gd name="connsiteX14" fmla="*/ 6732322 w 7037635"/>
                <a:gd name="connsiteY14" fmla="*/ 27550 h 4028730"/>
                <a:gd name="connsiteX15" fmla="*/ 6878371 w 7037635"/>
                <a:gd name="connsiteY15" fmla="*/ 13025 h 4028730"/>
                <a:gd name="connsiteX16" fmla="*/ 7030414 w 7037635"/>
                <a:gd name="connsiteY16" fmla="*/ 26287 h 4028730"/>
                <a:gd name="connsiteX17" fmla="*/ 7011722 w 7037635"/>
                <a:gd name="connsiteY17" fmla="*/ 252730 h 4028730"/>
                <a:gd name="connsiteX18" fmla="*/ 6967272 w 7037635"/>
                <a:gd name="connsiteY18" fmla="*/ 405271 h 4028730"/>
                <a:gd name="connsiteX19" fmla="*/ 6954571 w 7037635"/>
                <a:gd name="connsiteY19" fmla="*/ 659506 h 4028730"/>
                <a:gd name="connsiteX20" fmla="*/ 6878371 w 7037635"/>
                <a:gd name="connsiteY20" fmla="*/ 775729 h 4028730"/>
                <a:gd name="connsiteX21" fmla="*/ 6767948 w 7037635"/>
                <a:gd name="connsiteY21" fmla="*/ 797321 h 4028730"/>
                <a:gd name="connsiteX22" fmla="*/ 6554163 w 7037635"/>
                <a:gd name="connsiteY22" fmla="*/ 712560 h 4028730"/>
                <a:gd name="connsiteX23" fmla="*/ 6287821 w 7037635"/>
                <a:gd name="connsiteY23" fmla="*/ 398005 h 4028730"/>
                <a:gd name="connsiteX24" fmla="*/ 6050398 w 7037635"/>
                <a:gd name="connsiteY24" fmla="*/ 276774 h 4028730"/>
                <a:gd name="connsiteX25" fmla="*/ 5726548 w 7037635"/>
                <a:gd name="connsiteY25" fmla="*/ 257389 h 4028730"/>
                <a:gd name="connsiteX26" fmla="*/ 5544514 w 7037635"/>
                <a:gd name="connsiteY26" fmla="*/ 333589 h 4028730"/>
                <a:gd name="connsiteX27" fmla="*/ 5425981 w 7037635"/>
                <a:gd name="connsiteY27" fmla="*/ 452121 h 4028730"/>
                <a:gd name="connsiteX28" fmla="*/ 5214314 w 7037635"/>
                <a:gd name="connsiteY28" fmla="*/ 833121 h 4028730"/>
                <a:gd name="connsiteX29" fmla="*/ 5036514 w 7037635"/>
                <a:gd name="connsiteY29" fmla="*/ 985522 h 4028730"/>
                <a:gd name="connsiteX30" fmla="*/ 4672448 w 7037635"/>
                <a:gd name="connsiteY30" fmla="*/ 1019388 h 4028730"/>
                <a:gd name="connsiteX31" fmla="*/ 3986648 w 7037635"/>
                <a:gd name="connsiteY31" fmla="*/ 926255 h 4028730"/>
                <a:gd name="connsiteX32" fmla="*/ 3317781 w 7037635"/>
                <a:gd name="connsiteY32" fmla="*/ 714589 h 4028730"/>
                <a:gd name="connsiteX33" fmla="*/ 3021448 w 7037635"/>
                <a:gd name="connsiteY33" fmla="*/ 443655 h 4028730"/>
                <a:gd name="connsiteX34" fmla="*/ 2898681 w 7037635"/>
                <a:gd name="connsiteY34" fmla="*/ 69684 h 4028730"/>
                <a:gd name="connsiteX35" fmla="*/ 2631981 w 7037635"/>
                <a:gd name="connsiteY35" fmla="*/ 265855 h 4028730"/>
                <a:gd name="connsiteX36" fmla="*/ 295180 w 7037635"/>
                <a:gd name="connsiteY36" fmla="*/ 1734402 h 4028730"/>
                <a:gd name="connsiteX37" fmla="*/ 28481 w 7037635"/>
                <a:gd name="connsiteY37" fmla="*/ 2097594 h 4028730"/>
                <a:gd name="connsiteX38" fmla="*/ 337514 w 7037635"/>
                <a:gd name="connsiteY38" fmla="*/ 3994753 h 4028730"/>
                <a:gd name="connsiteX0" fmla="*/ 337514 w 7037635"/>
                <a:gd name="connsiteY0" fmla="*/ 4035199 h 4069176"/>
                <a:gd name="connsiteX1" fmla="*/ 2945248 w 7037635"/>
                <a:gd name="connsiteY1" fmla="*/ 314768 h 4069176"/>
                <a:gd name="connsiteX2" fmla="*/ 3546381 w 7037635"/>
                <a:gd name="connsiteY2" fmla="*/ 755034 h 4069176"/>
                <a:gd name="connsiteX3" fmla="*/ 4943381 w 7037635"/>
                <a:gd name="connsiteY3" fmla="*/ 949768 h 4069176"/>
                <a:gd name="connsiteX4" fmla="*/ 5442914 w 7037635"/>
                <a:gd name="connsiteY4" fmla="*/ 314768 h 4069176"/>
                <a:gd name="connsiteX5" fmla="*/ 6008065 w 7037635"/>
                <a:gd name="connsiteY5" fmla="*/ 213214 h 4069176"/>
                <a:gd name="connsiteX6" fmla="*/ 6437748 w 7037635"/>
                <a:gd name="connsiteY6" fmla="*/ 468748 h 4069176"/>
                <a:gd name="connsiteX7" fmla="*/ 6598970 w 7037635"/>
                <a:gd name="connsiteY7" fmla="*/ 663633 h 4069176"/>
                <a:gd name="connsiteX8" fmla="*/ 6751370 w 7037635"/>
                <a:gd name="connsiteY8" fmla="*/ 743535 h 4069176"/>
                <a:gd name="connsiteX9" fmla="*/ 6865670 w 7037635"/>
                <a:gd name="connsiteY9" fmla="*/ 714480 h 4069176"/>
                <a:gd name="connsiteX10" fmla="*/ 6894948 w 7037635"/>
                <a:gd name="connsiteY10" fmla="*/ 570441 h 4069176"/>
                <a:gd name="connsiteX11" fmla="*/ 6865671 w 7037635"/>
                <a:gd name="connsiteY11" fmla="*/ 431191 h 4069176"/>
                <a:gd name="connsiteX12" fmla="*/ 6795822 w 7037635"/>
                <a:gd name="connsiteY12" fmla="*/ 344024 h 4069176"/>
                <a:gd name="connsiteX13" fmla="*/ 6751372 w 7037635"/>
                <a:gd name="connsiteY13" fmla="*/ 235066 h 4069176"/>
                <a:gd name="connsiteX14" fmla="*/ 6732322 w 7037635"/>
                <a:gd name="connsiteY14" fmla="*/ 67996 h 4069176"/>
                <a:gd name="connsiteX15" fmla="*/ 6878371 w 7037635"/>
                <a:gd name="connsiteY15" fmla="*/ 53471 h 4069176"/>
                <a:gd name="connsiteX16" fmla="*/ 7030414 w 7037635"/>
                <a:gd name="connsiteY16" fmla="*/ 66733 h 4069176"/>
                <a:gd name="connsiteX17" fmla="*/ 7011722 w 7037635"/>
                <a:gd name="connsiteY17" fmla="*/ 293176 h 4069176"/>
                <a:gd name="connsiteX18" fmla="*/ 6967272 w 7037635"/>
                <a:gd name="connsiteY18" fmla="*/ 445717 h 4069176"/>
                <a:gd name="connsiteX19" fmla="*/ 6954571 w 7037635"/>
                <a:gd name="connsiteY19" fmla="*/ 699952 h 4069176"/>
                <a:gd name="connsiteX20" fmla="*/ 6878371 w 7037635"/>
                <a:gd name="connsiteY20" fmla="*/ 816175 h 4069176"/>
                <a:gd name="connsiteX21" fmla="*/ 6767948 w 7037635"/>
                <a:gd name="connsiteY21" fmla="*/ 837767 h 4069176"/>
                <a:gd name="connsiteX22" fmla="*/ 6554163 w 7037635"/>
                <a:gd name="connsiteY22" fmla="*/ 753006 h 4069176"/>
                <a:gd name="connsiteX23" fmla="*/ 6287821 w 7037635"/>
                <a:gd name="connsiteY23" fmla="*/ 438451 h 4069176"/>
                <a:gd name="connsiteX24" fmla="*/ 6050398 w 7037635"/>
                <a:gd name="connsiteY24" fmla="*/ 317220 h 4069176"/>
                <a:gd name="connsiteX25" fmla="*/ 5726548 w 7037635"/>
                <a:gd name="connsiteY25" fmla="*/ 297835 h 4069176"/>
                <a:gd name="connsiteX26" fmla="*/ 5544514 w 7037635"/>
                <a:gd name="connsiteY26" fmla="*/ 374035 h 4069176"/>
                <a:gd name="connsiteX27" fmla="*/ 5425981 w 7037635"/>
                <a:gd name="connsiteY27" fmla="*/ 492567 h 4069176"/>
                <a:gd name="connsiteX28" fmla="*/ 5214314 w 7037635"/>
                <a:gd name="connsiteY28" fmla="*/ 873567 h 4069176"/>
                <a:gd name="connsiteX29" fmla="*/ 5036514 w 7037635"/>
                <a:gd name="connsiteY29" fmla="*/ 1025968 h 4069176"/>
                <a:gd name="connsiteX30" fmla="*/ 4672448 w 7037635"/>
                <a:gd name="connsiteY30" fmla="*/ 1059834 h 4069176"/>
                <a:gd name="connsiteX31" fmla="*/ 3986648 w 7037635"/>
                <a:gd name="connsiteY31" fmla="*/ 966701 h 4069176"/>
                <a:gd name="connsiteX32" fmla="*/ 3317781 w 7037635"/>
                <a:gd name="connsiteY32" fmla="*/ 755035 h 4069176"/>
                <a:gd name="connsiteX33" fmla="*/ 2843648 w 7037635"/>
                <a:gd name="connsiteY33" fmla="*/ 1646316 h 4069176"/>
                <a:gd name="connsiteX34" fmla="*/ 2898681 w 7037635"/>
                <a:gd name="connsiteY34" fmla="*/ 110130 h 4069176"/>
                <a:gd name="connsiteX35" fmla="*/ 2631981 w 7037635"/>
                <a:gd name="connsiteY35" fmla="*/ 306301 h 4069176"/>
                <a:gd name="connsiteX36" fmla="*/ 295180 w 7037635"/>
                <a:gd name="connsiteY36" fmla="*/ 1774848 h 4069176"/>
                <a:gd name="connsiteX37" fmla="*/ 28481 w 7037635"/>
                <a:gd name="connsiteY37" fmla="*/ 2138040 h 4069176"/>
                <a:gd name="connsiteX38" fmla="*/ 337514 w 7037635"/>
                <a:gd name="connsiteY38" fmla="*/ 4035199 h 4069176"/>
                <a:gd name="connsiteX0" fmla="*/ 337514 w 7037635"/>
                <a:gd name="connsiteY0" fmla="*/ 4241204 h 4275181"/>
                <a:gd name="connsiteX1" fmla="*/ 2945248 w 7037635"/>
                <a:gd name="connsiteY1" fmla="*/ 520773 h 4275181"/>
                <a:gd name="connsiteX2" fmla="*/ 3546381 w 7037635"/>
                <a:gd name="connsiteY2" fmla="*/ 961039 h 4275181"/>
                <a:gd name="connsiteX3" fmla="*/ 4943381 w 7037635"/>
                <a:gd name="connsiteY3" fmla="*/ 1155773 h 4275181"/>
                <a:gd name="connsiteX4" fmla="*/ 5442914 w 7037635"/>
                <a:gd name="connsiteY4" fmla="*/ 520773 h 4275181"/>
                <a:gd name="connsiteX5" fmla="*/ 6008065 w 7037635"/>
                <a:gd name="connsiteY5" fmla="*/ 419219 h 4275181"/>
                <a:gd name="connsiteX6" fmla="*/ 6437748 w 7037635"/>
                <a:gd name="connsiteY6" fmla="*/ 674753 h 4275181"/>
                <a:gd name="connsiteX7" fmla="*/ 6598970 w 7037635"/>
                <a:gd name="connsiteY7" fmla="*/ 869638 h 4275181"/>
                <a:gd name="connsiteX8" fmla="*/ 6751370 w 7037635"/>
                <a:gd name="connsiteY8" fmla="*/ 949540 h 4275181"/>
                <a:gd name="connsiteX9" fmla="*/ 6865670 w 7037635"/>
                <a:gd name="connsiteY9" fmla="*/ 920485 h 4275181"/>
                <a:gd name="connsiteX10" fmla="*/ 6894948 w 7037635"/>
                <a:gd name="connsiteY10" fmla="*/ 776446 h 4275181"/>
                <a:gd name="connsiteX11" fmla="*/ 6865671 w 7037635"/>
                <a:gd name="connsiteY11" fmla="*/ 637196 h 4275181"/>
                <a:gd name="connsiteX12" fmla="*/ 6795822 w 7037635"/>
                <a:gd name="connsiteY12" fmla="*/ 550029 h 4275181"/>
                <a:gd name="connsiteX13" fmla="*/ 6751372 w 7037635"/>
                <a:gd name="connsiteY13" fmla="*/ 441071 h 4275181"/>
                <a:gd name="connsiteX14" fmla="*/ 6732322 w 7037635"/>
                <a:gd name="connsiteY14" fmla="*/ 274001 h 4275181"/>
                <a:gd name="connsiteX15" fmla="*/ 6878371 w 7037635"/>
                <a:gd name="connsiteY15" fmla="*/ 259476 h 4275181"/>
                <a:gd name="connsiteX16" fmla="*/ 7030414 w 7037635"/>
                <a:gd name="connsiteY16" fmla="*/ 272738 h 4275181"/>
                <a:gd name="connsiteX17" fmla="*/ 7011722 w 7037635"/>
                <a:gd name="connsiteY17" fmla="*/ 499181 h 4275181"/>
                <a:gd name="connsiteX18" fmla="*/ 6967272 w 7037635"/>
                <a:gd name="connsiteY18" fmla="*/ 651722 h 4275181"/>
                <a:gd name="connsiteX19" fmla="*/ 6954571 w 7037635"/>
                <a:gd name="connsiteY19" fmla="*/ 905957 h 4275181"/>
                <a:gd name="connsiteX20" fmla="*/ 6878371 w 7037635"/>
                <a:gd name="connsiteY20" fmla="*/ 1022180 h 4275181"/>
                <a:gd name="connsiteX21" fmla="*/ 6767948 w 7037635"/>
                <a:gd name="connsiteY21" fmla="*/ 1043772 h 4275181"/>
                <a:gd name="connsiteX22" fmla="*/ 6554163 w 7037635"/>
                <a:gd name="connsiteY22" fmla="*/ 959011 h 4275181"/>
                <a:gd name="connsiteX23" fmla="*/ 6287821 w 7037635"/>
                <a:gd name="connsiteY23" fmla="*/ 644456 h 4275181"/>
                <a:gd name="connsiteX24" fmla="*/ 6050398 w 7037635"/>
                <a:gd name="connsiteY24" fmla="*/ 523225 h 4275181"/>
                <a:gd name="connsiteX25" fmla="*/ 5726548 w 7037635"/>
                <a:gd name="connsiteY25" fmla="*/ 503840 h 4275181"/>
                <a:gd name="connsiteX26" fmla="*/ 5544514 w 7037635"/>
                <a:gd name="connsiteY26" fmla="*/ 580040 h 4275181"/>
                <a:gd name="connsiteX27" fmla="*/ 5425981 w 7037635"/>
                <a:gd name="connsiteY27" fmla="*/ 698572 h 4275181"/>
                <a:gd name="connsiteX28" fmla="*/ 5214314 w 7037635"/>
                <a:gd name="connsiteY28" fmla="*/ 1079572 h 4275181"/>
                <a:gd name="connsiteX29" fmla="*/ 5036514 w 7037635"/>
                <a:gd name="connsiteY29" fmla="*/ 1231973 h 4275181"/>
                <a:gd name="connsiteX30" fmla="*/ 4672448 w 7037635"/>
                <a:gd name="connsiteY30" fmla="*/ 1265839 h 4275181"/>
                <a:gd name="connsiteX31" fmla="*/ 3986648 w 7037635"/>
                <a:gd name="connsiteY31" fmla="*/ 1172706 h 4275181"/>
                <a:gd name="connsiteX32" fmla="*/ 3317781 w 7037635"/>
                <a:gd name="connsiteY32" fmla="*/ 961040 h 4275181"/>
                <a:gd name="connsiteX33" fmla="*/ 3364348 w 7037635"/>
                <a:gd name="connsiteY33" fmla="*/ 21833 h 4275181"/>
                <a:gd name="connsiteX34" fmla="*/ 2898681 w 7037635"/>
                <a:gd name="connsiteY34" fmla="*/ 316135 h 4275181"/>
                <a:gd name="connsiteX35" fmla="*/ 2631981 w 7037635"/>
                <a:gd name="connsiteY35" fmla="*/ 512306 h 4275181"/>
                <a:gd name="connsiteX36" fmla="*/ 295180 w 7037635"/>
                <a:gd name="connsiteY36" fmla="*/ 1980853 h 4275181"/>
                <a:gd name="connsiteX37" fmla="*/ 28481 w 7037635"/>
                <a:gd name="connsiteY37" fmla="*/ 2344045 h 4275181"/>
                <a:gd name="connsiteX38" fmla="*/ 337514 w 7037635"/>
                <a:gd name="connsiteY38" fmla="*/ 4241204 h 4275181"/>
                <a:gd name="connsiteX0" fmla="*/ 309213 w 7009334"/>
                <a:gd name="connsiteY0" fmla="*/ 4241204 h 4271164"/>
                <a:gd name="connsiteX1" fmla="*/ 1735847 w 7009334"/>
                <a:gd name="connsiteY1" fmla="*/ 3324617 h 4271164"/>
                <a:gd name="connsiteX2" fmla="*/ 3518080 w 7009334"/>
                <a:gd name="connsiteY2" fmla="*/ 961039 h 4271164"/>
                <a:gd name="connsiteX3" fmla="*/ 4915080 w 7009334"/>
                <a:gd name="connsiteY3" fmla="*/ 1155773 h 4271164"/>
                <a:gd name="connsiteX4" fmla="*/ 5414613 w 7009334"/>
                <a:gd name="connsiteY4" fmla="*/ 520773 h 4271164"/>
                <a:gd name="connsiteX5" fmla="*/ 5979764 w 7009334"/>
                <a:gd name="connsiteY5" fmla="*/ 419219 h 4271164"/>
                <a:gd name="connsiteX6" fmla="*/ 6409447 w 7009334"/>
                <a:gd name="connsiteY6" fmla="*/ 674753 h 4271164"/>
                <a:gd name="connsiteX7" fmla="*/ 6570669 w 7009334"/>
                <a:gd name="connsiteY7" fmla="*/ 869638 h 4271164"/>
                <a:gd name="connsiteX8" fmla="*/ 6723069 w 7009334"/>
                <a:gd name="connsiteY8" fmla="*/ 949540 h 4271164"/>
                <a:gd name="connsiteX9" fmla="*/ 6837369 w 7009334"/>
                <a:gd name="connsiteY9" fmla="*/ 920485 h 4271164"/>
                <a:gd name="connsiteX10" fmla="*/ 6866647 w 7009334"/>
                <a:gd name="connsiteY10" fmla="*/ 776446 h 4271164"/>
                <a:gd name="connsiteX11" fmla="*/ 6837370 w 7009334"/>
                <a:gd name="connsiteY11" fmla="*/ 637196 h 4271164"/>
                <a:gd name="connsiteX12" fmla="*/ 6767521 w 7009334"/>
                <a:gd name="connsiteY12" fmla="*/ 550029 h 4271164"/>
                <a:gd name="connsiteX13" fmla="*/ 6723071 w 7009334"/>
                <a:gd name="connsiteY13" fmla="*/ 441071 h 4271164"/>
                <a:gd name="connsiteX14" fmla="*/ 6704021 w 7009334"/>
                <a:gd name="connsiteY14" fmla="*/ 274001 h 4271164"/>
                <a:gd name="connsiteX15" fmla="*/ 6850070 w 7009334"/>
                <a:gd name="connsiteY15" fmla="*/ 259476 h 4271164"/>
                <a:gd name="connsiteX16" fmla="*/ 7002113 w 7009334"/>
                <a:gd name="connsiteY16" fmla="*/ 272738 h 4271164"/>
                <a:gd name="connsiteX17" fmla="*/ 6983421 w 7009334"/>
                <a:gd name="connsiteY17" fmla="*/ 499181 h 4271164"/>
                <a:gd name="connsiteX18" fmla="*/ 6938971 w 7009334"/>
                <a:gd name="connsiteY18" fmla="*/ 651722 h 4271164"/>
                <a:gd name="connsiteX19" fmla="*/ 6926270 w 7009334"/>
                <a:gd name="connsiteY19" fmla="*/ 905957 h 4271164"/>
                <a:gd name="connsiteX20" fmla="*/ 6850070 w 7009334"/>
                <a:gd name="connsiteY20" fmla="*/ 1022180 h 4271164"/>
                <a:gd name="connsiteX21" fmla="*/ 6739647 w 7009334"/>
                <a:gd name="connsiteY21" fmla="*/ 1043772 h 4271164"/>
                <a:gd name="connsiteX22" fmla="*/ 6525862 w 7009334"/>
                <a:gd name="connsiteY22" fmla="*/ 959011 h 4271164"/>
                <a:gd name="connsiteX23" fmla="*/ 6259520 w 7009334"/>
                <a:gd name="connsiteY23" fmla="*/ 644456 h 4271164"/>
                <a:gd name="connsiteX24" fmla="*/ 6022097 w 7009334"/>
                <a:gd name="connsiteY24" fmla="*/ 523225 h 4271164"/>
                <a:gd name="connsiteX25" fmla="*/ 5698247 w 7009334"/>
                <a:gd name="connsiteY25" fmla="*/ 503840 h 4271164"/>
                <a:gd name="connsiteX26" fmla="*/ 5516213 w 7009334"/>
                <a:gd name="connsiteY26" fmla="*/ 580040 h 4271164"/>
                <a:gd name="connsiteX27" fmla="*/ 5397680 w 7009334"/>
                <a:gd name="connsiteY27" fmla="*/ 698572 h 4271164"/>
                <a:gd name="connsiteX28" fmla="*/ 5186013 w 7009334"/>
                <a:gd name="connsiteY28" fmla="*/ 1079572 h 4271164"/>
                <a:gd name="connsiteX29" fmla="*/ 5008213 w 7009334"/>
                <a:gd name="connsiteY29" fmla="*/ 1231973 h 4271164"/>
                <a:gd name="connsiteX30" fmla="*/ 4644147 w 7009334"/>
                <a:gd name="connsiteY30" fmla="*/ 1265839 h 4271164"/>
                <a:gd name="connsiteX31" fmla="*/ 3958347 w 7009334"/>
                <a:gd name="connsiteY31" fmla="*/ 1172706 h 4271164"/>
                <a:gd name="connsiteX32" fmla="*/ 3289480 w 7009334"/>
                <a:gd name="connsiteY32" fmla="*/ 961040 h 4271164"/>
                <a:gd name="connsiteX33" fmla="*/ 3336047 w 7009334"/>
                <a:gd name="connsiteY33" fmla="*/ 21833 h 4271164"/>
                <a:gd name="connsiteX34" fmla="*/ 2870380 w 7009334"/>
                <a:gd name="connsiteY34" fmla="*/ 316135 h 4271164"/>
                <a:gd name="connsiteX35" fmla="*/ 2603680 w 7009334"/>
                <a:gd name="connsiteY35" fmla="*/ 512306 h 4271164"/>
                <a:gd name="connsiteX36" fmla="*/ 266879 w 7009334"/>
                <a:gd name="connsiteY36" fmla="*/ 1980853 h 4271164"/>
                <a:gd name="connsiteX37" fmla="*/ 180 w 7009334"/>
                <a:gd name="connsiteY37" fmla="*/ 2344045 h 4271164"/>
                <a:gd name="connsiteX38" fmla="*/ 309213 w 7009334"/>
                <a:gd name="connsiteY38" fmla="*/ 4241204 h 4271164"/>
                <a:gd name="connsiteX0" fmla="*/ 794896 w 7025117"/>
                <a:gd name="connsiteY0" fmla="*/ 681920 h 3325396"/>
                <a:gd name="connsiteX1" fmla="*/ 1751630 w 7025117"/>
                <a:gd name="connsiteY1" fmla="*/ 3324617 h 3325396"/>
                <a:gd name="connsiteX2" fmla="*/ 3533863 w 7025117"/>
                <a:gd name="connsiteY2" fmla="*/ 961039 h 3325396"/>
                <a:gd name="connsiteX3" fmla="*/ 4930863 w 7025117"/>
                <a:gd name="connsiteY3" fmla="*/ 1155773 h 3325396"/>
                <a:gd name="connsiteX4" fmla="*/ 5430396 w 7025117"/>
                <a:gd name="connsiteY4" fmla="*/ 520773 h 3325396"/>
                <a:gd name="connsiteX5" fmla="*/ 5995547 w 7025117"/>
                <a:gd name="connsiteY5" fmla="*/ 419219 h 3325396"/>
                <a:gd name="connsiteX6" fmla="*/ 6425230 w 7025117"/>
                <a:gd name="connsiteY6" fmla="*/ 674753 h 3325396"/>
                <a:gd name="connsiteX7" fmla="*/ 6586452 w 7025117"/>
                <a:gd name="connsiteY7" fmla="*/ 869638 h 3325396"/>
                <a:gd name="connsiteX8" fmla="*/ 6738852 w 7025117"/>
                <a:gd name="connsiteY8" fmla="*/ 949540 h 3325396"/>
                <a:gd name="connsiteX9" fmla="*/ 6853152 w 7025117"/>
                <a:gd name="connsiteY9" fmla="*/ 920485 h 3325396"/>
                <a:gd name="connsiteX10" fmla="*/ 6882430 w 7025117"/>
                <a:gd name="connsiteY10" fmla="*/ 776446 h 3325396"/>
                <a:gd name="connsiteX11" fmla="*/ 6853153 w 7025117"/>
                <a:gd name="connsiteY11" fmla="*/ 637196 h 3325396"/>
                <a:gd name="connsiteX12" fmla="*/ 6783304 w 7025117"/>
                <a:gd name="connsiteY12" fmla="*/ 550029 h 3325396"/>
                <a:gd name="connsiteX13" fmla="*/ 6738854 w 7025117"/>
                <a:gd name="connsiteY13" fmla="*/ 441071 h 3325396"/>
                <a:gd name="connsiteX14" fmla="*/ 6719804 w 7025117"/>
                <a:gd name="connsiteY14" fmla="*/ 274001 h 3325396"/>
                <a:gd name="connsiteX15" fmla="*/ 6865853 w 7025117"/>
                <a:gd name="connsiteY15" fmla="*/ 259476 h 3325396"/>
                <a:gd name="connsiteX16" fmla="*/ 7017896 w 7025117"/>
                <a:gd name="connsiteY16" fmla="*/ 272738 h 3325396"/>
                <a:gd name="connsiteX17" fmla="*/ 6999204 w 7025117"/>
                <a:gd name="connsiteY17" fmla="*/ 499181 h 3325396"/>
                <a:gd name="connsiteX18" fmla="*/ 6954754 w 7025117"/>
                <a:gd name="connsiteY18" fmla="*/ 651722 h 3325396"/>
                <a:gd name="connsiteX19" fmla="*/ 6942053 w 7025117"/>
                <a:gd name="connsiteY19" fmla="*/ 905957 h 3325396"/>
                <a:gd name="connsiteX20" fmla="*/ 6865853 w 7025117"/>
                <a:gd name="connsiteY20" fmla="*/ 1022180 h 3325396"/>
                <a:gd name="connsiteX21" fmla="*/ 6755430 w 7025117"/>
                <a:gd name="connsiteY21" fmla="*/ 1043772 h 3325396"/>
                <a:gd name="connsiteX22" fmla="*/ 6541645 w 7025117"/>
                <a:gd name="connsiteY22" fmla="*/ 959011 h 3325396"/>
                <a:gd name="connsiteX23" fmla="*/ 6275303 w 7025117"/>
                <a:gd name="connsiteY23" fmla="*/ 644456 h 3325396"/>
                <a:gd name="connsiteX24" fmla="*/ 6037880 w 7025117"/>
                <a:gd name="connsiteY24" fmla="*/ 523225 h 3325396"/>
                <a:gd name="connsiteX25" fmla="*/ 5714030 w 7025117"/>
                <a:gd name="connsiteY25" fmla="*/ 503840 h 3325396"/>
                <a:gd name="connsiteX26" fmla="*/ 5531996 w 7025117"/>
                <a:gd name="connsiteY26" fmla="*/ 580040 h 3325396"/>
                <a:gd name="connsiteX27" fmla="*/ 5413463 w 7025117"/>
                <a:gd name="connsiteY27" fmla="*/ 698572 h 3325396"/>
                <a:gd name="connsiteX28" fmla="*/ 5201796 w 7025117"/>
                <a:gd name="connsiteY28" fmla="*/ 1079572 h 3325396"/>
                <a:gd name="connsiteX29" fmla="*/ 5023996 w 7025117"/>
                <a:gd name="connsiteY29" fmla="*/ 1231973 h 3325396"/>
                <a:gd name="connsiteX30" fmla="*/ 4659930 w 7025117"/>
                <a:gd name="connsiteY30" fmla="*/ 1265839 h 3325396"/>
                <a:gd name="connsiteX31" fmla="*/ 3974130 w 7025117"/>
                <a:gd name="connsiteY31" fmla="*/ 1172706 h 3325396"/>
                <a:gd name="connsiteX32" fmla="*/ 3305263 w 7025117"/>
                <a:gd name="connsiteY32" fmla="*/ 961040 h 3325396"/>
                <a:gd name="connsiteX33" fmla="*/ 3351830 w 7025117"/>
                <a:gd name="connsiteY33" fmla="*/ 21833 h 3325396"/>
                <a:gd name="connsiteX34" fmla="*/ 2886163 w 7025117"/>
                <a:gd name="connsiteY34" fmla="*/ 316135 h 3325396"/>
                <a:gd name="connsiteX35" fmla="*/ 2619463 w 7025117"/>
                <a:gd name="connsiteY35" fmla="*/ 512306 h 3325396"/>
                <a:gd name="connsiteX36" fmla="*/ 282662 w 7025117"/>
                <a:gd name="connsiteY36" fmla="*/ 1980853 h 3325396"/>
                <a:gd name="connsiteX37" fmla="*/ 15963 w 7025117"/>
                <a:gd name="connsiteY37" fmla="*/ 2344045 h 3325396"/>
                <a:gd name="connsiteX38" fmla="*/ 794896 w 7025117"/>
                <a:gd name="connsiteY38" fmla="*/ 681920 h 3325396"/>
                <a:gd name="connsiteX0" fmla="*/ 794896 w 7025117"/>
                <a:gd name="connsiteY0" fmla="*/ 1165652 h 2875842"/>
                <a:gd name="connsiteX1" fmla="*/ 2361230 w 7025117"/>
                <a:gd name="connsiteY1" fmla="*/ 2094 h 2875842"/>
                <a:gd name="connsiteX2" fmla="*/ 3533863 w 7025117"/>
                <a:gd name="connsiteY2" fmla="*/ 1444771 h 2875842"/>
                <a:gd name="connsiteX3" fmla="*/ 4930863 w 7025117"/>
                <a:gd name="connsiteY3" fmla="*/ 1639505 h 2875842"/>
                <a:gd name="connsiteX4" fmla="*/ 5430396 w 7025117"/>
                <a:gd name="connsiteY4" fmla="*/ 1004505 h 2875842"/>
                <a:gd name="connsiteX5" fmla="*/ 5995547 w 7025117"/>
                <a:gd name="connsiteY5" fmla="*/ 902951 h 2875842"/>
                <a:gd name="connsiteX6" fmla="*/ 6425230 w 7025117"/>
                <a:gd name="connsiteY6" fmla="*/ 1158485 h 2875842"/>
                <a:gd name="connsiteX7" fmla="*/ 6586452 w 7025117"/>
                <a:gd name="connsiteY7" fmla="*/ 1353370 h 2875842"/>
                <a:gd name="connsiteX8" fmla="*/ 6738852 w 7025117"/>
                <a:gd name="connsiteY8" fmla="*/ 1433272 h 2875842"/>
                <a:gd name="connsiteX9" fmla="*/ 6853152 w 7025117"/>
                <a:gd name="connsiteY9" fmla="*/ 1404217 h 2875842"/>
                <a:gd name="connsiteX10" fmla="*/ 6882430 w 7025117"/>
                <a:gd name="connsiteY10" fmla="*/ 1260178 h 2875842"/>
                <a:gd name="connsiteX11" fmla="*/ 6853153 w 7025117"/>
                <a:gd name="connsiteY11" fmla="*/ 1120928 h 2875842"/>
                <a:gd name="connsiteX12" fmla="*/ 6783304 w 7025117"/>
                <a:gd name="connsiteY12" fmla="*/ 1033761 h 2875842"/>
                <a:gd name="connsiteX13" fmla="*/ 6738854 w 7025117"/>
                <a:gd name="connsiteY13" fmla="*/ 924803 h 2875842"/>
                <a:gd name="connsiteX14" fmla="*/ 6719804 w 7025117"/>
                <a:gd name="connsiteY14" fmla="*/ 757733 h 2875842"/>
                <a:gd name="connsiteX15" fmla="*/ 6865853 w 7025117"/>
                <a:gd name="connsiteY15" fmla="*/ 743208 h 2875842"/>
                <a:gd name="connsiteX16" fmla="*/ 7017896 w 7025117"/>
                <a:gd name="connsiteY16" fmla="*/ 756470 h 2875842"/>
                <a:gd name="connsiteX17" fmla="*/ 6999204 w 7025117"/>
                <a:gd name="connsiteY17" fmla="*/ 982913 h 2875842"/>
                <a:gd name="connsiteX18" fmla="*/ 6954754 w 7025117"/>
                <a:gd name="connsiteY18" fmla="*/ 1135454 h 2875842"/>
                <a:gd name="connsiteX19" fmla="*/ 6942053 w 7025117"/>
                <a:gd name="connsiteY19" fmla="*/ 1389689 h 2875842"/>
                <a:gd name="connsiteX20" fmla="*/ 6865853 w 7025117"/>
                <a:gd name="connsiteY20" fmla="*/ 1505912 h 2875842"/>
                <a:gd name="connsiteX21" fmla="*/ 6755430 w 7025117"/>
                <a:gd name="connsiteY21" fmla="*/ 1527504 h 2875842"/>
                <a:gd name="connsiteX22" fmla="*/ 6541645 w 7025117"/>
                <a:gd name="connsiteY22" fmla="*/ 1442743 h 2875842"/>
                <a:gd name="connsiteX23" fmla="*/ 6275303 w 7025117"/>
                <a:gd name="connsiteY23" fmla="*/ 1128188 h 2875842"/>
                <a:gd name="connsiteX24" fmla="*/ 6037880 w 7025117"/>
                <a:gd name="connsiteY24" fmla="*/ 1006957 h 2875842"/>
                <a:gd name="connsiteX25" fmla="*/ 5714030 w 7025117"/>
                <a:gd name="connsiteY25" fmla="*/ 987572 h 2875842"/>
                <a:gd name="connsiteX26" fmla="*/ 5531996 w 7025117"/>
                <a:gd name="connsiteY26" fmla="*/ 1063772 h 2875842"/>
                <a:gd name="connsiteX27" fmla="*/ 5413463 w 7025117"/>
                <a:gd name="connsiteY27" fmla="*/ 1182304 h 2875842"/>
                <a:gd name="connsiteX28" fmla="*/ 5201796 w 7025117"/>
                <a:gd name="connsiteY28" fmla="*/ 1563304 h 2875842"/>
                <a:gd name="connsiteX29" fmla="*/ 5023996 w 7025117"/>
                <a:gd name="connsiteY29" fmla="*/ 1715705 h 2875842"/>
                <a:gd name="connsiteX30" fmla="*/ 4659930 w 7025117"/>
                <a:gd name="connsiteY30" fmla="*/ 1749571 h 2875842"/>
                <a:gd name="connsiteX31" fmla="*/ 3974130 w 7025117"/>
                <a:gd name="connsiteY31" fmla="*/ 1656438 h 2875842"/>
                <a:gd name="connsiteX32" fmla="*/ 3305263 w 7025117"/>
                <a:gd name="connsiteY32" fmla="*/ 1444772 h 2875842"/>
                <a:gd name="connsiteX33" fmla="*/ 3351830 w 7025117"/>
                <a:gd name="connsiteY33" fmla="*/ 505565 h 2875842"/>
                <a:gd name="connsiteX34" fmla="*/ 2886163 w 7025117"/>
                <a:gd name="connsiteY34" fmla="*/ 799867 h 2875842"/>
                <a:gd name="connsiteX35" fmla="*/ 2619463 w 7025117"/>
                <a:gd name="connsiteY35" fmla="*/ 996038 h 2875842"/>
                <a:gd name="connsiteX36" fmla="*/ 282662 w 7025117"/>
                <a:gd name="connsiteY36" fmla="*/ 2464585 h 2875842"/>
                <a:gd name="connsiteX37" fmla="*/ 15963 w 7025117"/>
                <a:gd name="connsiteY37" fmla="*/ 2827777 h 2875842"/>
                <a:gd name="connsiteX38" fmla="*/ 794896 w 7025117"/>
                <a:gd name="connsiteY38" fmla="*/ 1165652 h 2875842"/>
                <a:gd name="connsiteX0" fmla="*/ 844703 w 7074924"/>
                <a:gd name="connsiteY0" fmla="*/ 1165652 h 4164334"/>
                <a:gd name="connsiteX1" fmla="*/ 2411037 w 7074924"/>
                <a:gd name="connsiteY1" fmla="*/ 2094 h 4164334"/>
                <a:gd name="connsiteX2" fmla="*/ 3583670 w 7074924"/>
                <a:gd name="connsiteY2" fmla="*/ 1444771 h 4164334"/>
                <a:gd name="connsiteX3" fmla="*/ 4980670 w 7074924"/>
                <a:gd name="connsiteY3" fmla="*/ 1639505 h 4164334"/>
                <a:gd name="connsiteX4" fmla="*/ 5480203 w 7074924"/>
                <a:gd name="connsiteY4" fmla="*/ 1004505 h 4164334"/>
                <a:gd name="connsiteX5" fmla="*/ 6045354 w 7074924"/>
                <a:gd name="connsiteY5" fmla="*/ 902951 h 4164334"/>
                <a:gd name="connsiteX6" fmla="*/ 6475037 w 7074924"/>
                <a:gd name="connsiteY6" fmla="*/ 1158485 h 4164334"/>
                <a:gd name="connsiteX7" fmla="*/ 6636259 w 7074924"/>
                <a:gd name="connsiteY7" fmla="*/ 1353370 h 4164334"/>
                <a:gd name="connsiteX8" fmla="*/ 6788659 w 7074924"/>
                <a:gd name="connsiteY8" fmla="*/ 1433272 h 4164334"/>
                <a:gd name="connsiteX9" fmla="*/ 6902959 w 7074924"/>
                <a:gd name="connsiteY9" fmla="*/ 1404217 h 4164334"/>
                <a:gd name="connsiteX10" fmla="*/ 6932237 w 7074924"/>
                <a:gd name="connsiteY10" fmla="*/ 1260178 h 4164334"/>
                <a:gd name="connsiteX11" fmla="*/ 6902960 w 7074924"/>
                <a:gd name="connsiteY11" fmla="*/ 1120928 h 4164334"/>
                <a:gd name="connsiteX12" fmla="*/ 6833111 w 7074924"/>
                <a:gd name="connsiteY12" fmla="*/ 1033761 h 4164334"/>
                <a:gd name="connsiteX13" fmla="*/ 6788661 w 7074924"/>
                <a:gd name="connsiteY13" fmla="*/ 924803 h 4164334"/>
                <a:gd name="connsiteX14" fmla="*/ 6769611 w 7074924"/>
                <a:gd name="connsiteY14" fmla="*/ 757733 h 4164334"/>
                <a:gd name="connsiteX15" fmla="*/ 6915660 w 7074924"/>
                <a:gd name="connsiteY15" fmla="*/ 743208 h 4164334"/>
                <a:gd name="connsiteX16" fmla="*/ 7067703 w 7074924"/>
                <a:gd name="connsiteY16" fmla="*/ 756470 h 4164334"/>
                <a:gd name="connsiteX17" fmla="*/ 7049011 w 7074924"/>
                <a:gd name="connsiteY17" fmla="*/ 982913 h 4164334"/>
                <a:gd name="connsiteX18" fmla="*/ 7004561 w 7074924"/>
                <a:gd name="connsiteY18" fmla="*/ 1135454 h 4164334"/>
                <a:gd name="connsiteX19" fmla="*/ 6991860 w 7074924"/>
                <a:gd name="connsiteY19" fmla="*/ 1389689 h 4164334"/>
                <a:gd name="connsiteX20" fmla="*/ 6915660 w 7074924"/>
                <a:gd name="connsiteY20" fmla="*/ 1505912 h 4164334"/>
                <a:gd name="connsiteX21" fmla="*/ 6805237 w 7074924"/>
                <a:gd name="connsiteY21" fmla="*/ 1527504 h 4164334"/>
                <a:gd name="connsiteX22" fmla="*/ 6591452 w 7074924"/>
                <a:gd name="connsiteY22" fmla="*/ 1442743 h 4164334"/>
                <a:gd name="connsiteX23" fmla="*/ 6325110 w 7074924"/>
                <a:gd name="connsiteY23" fmla="*/ 1128188 h 4164334"/>
                <a:gd name="connsiteX24" fmla="*/ 6087687 w 7074924"/>
                <a:gd name="connsiteY24" fmla="*/ 1006957 h 4164334"/>
                <a:gd name="connsiteX25" fmla="*/ 5763837 w 7074924"/>
                <a:gd name="connsiteY25" fmla="*/ 987572 h 4164334"/>
                <a:gd name="connsiteX26" fmla="*/ 5581803 w 7074924"/>
                <a:gd name="connsiteY26" fmla="*/ 1063772 h 4164334"/>
                <a:gd name="connsiteX27" fmla="*/ 5463270 w 7074924"/>
                <a:gd name="connsiteY27" fmla="*/ 1182304 h 4164334"/>
                <a:gd name="connsiteX28" fmla="*/ 5251603 w 7074924"/>
                <a:gd name="connsiteY28" fmla="*/ 1563304 h 4164334"/>
                <a:gd name="connsiteX29" fmla="*/ 5073803 w 7074924"/>
                <a:gd name="connsiteY29" fmla="*/ 1715705 h 4164334"/>
                <a:gd name="connsiteX30" fmla="*/ 4709737 w 7074924"/>
                <a:gd name="connsiteY30" fmla="*/ 1749571 h 4164334"/>
                <a:gd name="connsiteX31" fmla="*/ 4023937 w 7074924"/>
                <a:gd name="connsiteY31" fmla="*/ 1656438 h 4164334"/>
                <a:gd name="connsiteX32" fmla="*/ 3355070 w 7074924"/>
                <a:gd name="connsiteY32" fmla="*/ 1444772 h 4164334"/>
                <a:gd name="connsiteX33" fmla="*/ 3401637 w 7074924"/>
                <a:gd name="connsiteY33" fmla="*/ 505565 h 4164334"/>
                <a:gd name="connsiteX34" fmla="*/ 2935970 w 7074924"/>
                <a:gd name="connsiteY34" fmla="*/ 799867 h 4164334"/>
                <a:gd name="connsiteX35" fmla="*/ 2669270 w 7074924"/>
                <a:gd name="connsiteY35" fmla="*/ 996038 h 4164334"/>
                <a:gd name="connsiteX36" fmla="*/ 91169 w 7074924"/>
                <a:gd name="connsiteY36" fmla="*/ 4164325 h 4164334"/>
                <a:gd name="connsiteX37" fmla="*/ 65770 w 7074924"/>
                <a:gd name="connsiteY37" fmla="*/ 2827777 h 4164334"/>
                <a:gd name="connsiteX38" fmla="*/ 844703 w 7074924"/>
                <a:gd name="connsiteY38" fmla="*/ 1165652 h 4164334"/>
                <a:gd name="connsiteX0" fmla="*/ 844703 w 7074924"/>
                <a:gd name="connsiteY0" fmla="*/ 1165652 h 4286252"/>
                <a:gd name="connsiteX1" fmla="*/ 2411037 w 7074924"/>
                <a:gd name="connsiteY1" fmla="*/ 2094 h 4286252"/>
                <a:gd name="connsiteX2" fmla="*/ 3583670 w 7074924"/>
                <a:gd name="connsiteY2" fmla="*/ 1444771 h 4286252"/>
                <a:gd name="connsiteX3" fmla="*/ 4980670 w 7074924"/>
                <a:gd name="connsiteY3" fmla="*/ 1639505 h 4286252"/>
                <a:gd name="connsiteX4" fmla="*/ 5480203 w 7074924"/>
                <a:gd name="connsiteY4" fmla="*/ 1004505 h 4286252"/>
                <a:gd name="connsiteX5" fmla="*/ 6045354 w 7074924"/>
                <a:gd name="connsiteY5" fmla="*/ 902951 h 4286252"/>
                <a:gd name="connsiteX6" fmla="*/ 6475037 w 7074924"/>
                <a:gd name="connsiteY6" fmla="*/ 1158485 h 4286252"/>
                <a:gd name="connsiteX7" fmla="*/ 6636259 w 7074924"/>
                <a:gd name="connsiteY7" fmla="*/ 1353370 h 4286252"/>
                <a:gd name="connsiteX8" fmla="*/ 6788659 w 7074924"/>
                <a:gd name="connsiteY8" fmla="*/ 1433272 h 4286252"/>
                <a:gd name="connsiteX9" fmla="*/ 6902959 w 7074924"/>
                <a:gd name="connsiteY9" fmla="*/ 1404217 h 4286252"/>
                <a:gd name="connsiteX10" fmla="*/ 6932237 w 7074924"/>
                <a:gd name="connsiteY10" fmla="*/ 1260178 h 4286252"/>
                <a:gd name="connsiteX11" fmla="*/ 6902960 w 7074924"/>
                <a:gd name="connsiteY11" fmla="*/ 1120928 h 4286252"/>
                <a:gd name="connsiteX12" fmla="*/ 6833111 w 7074924"/>
                <a:gd name="connsiteY12" fmla="*/ 1033761 h 4286252"/>
                <a:gd name="connsiteX13" fmla="*/ 6788661 w 7074924"/>
                <a:gd name="connsiteY13" fmla="*/ 924803 h 4286252"/>
                <a:gd name="connsiteX14" fmla="*/ 6769611 w 7074924"/>
                <a:gd name="connsiteY14" fmla="*/ 757733 h 4286252"/>
                <a:gd name="connsiteX15" fmla="*/ 6915660 w 7074924"/>
                <a:gd name="connsiteY15" fmla="*/ 743208 h 4286252"/>
                <a:gd name="connsiteX16" fmla="*/ 7067703 w 7074924"/>
                <a:gd name="connsiteY16" fmla="*/ 756470 h 4286252"/>
                <a:gd name="connsiteX17" fmla="*/ 7049011 w 7074924"/>
                <a:gd name="connsiteY17" fmla="*/ 982913 h 4286252"/>
                <a:gd name="connsiteX18" fmla="*/ 7004561 w 7074924"/>
                <a:gd name="connsiteY18" fmla="*/ 1135454 h 4286252"/>
                <a:gd name="connsiteX19" fmla="*/ 6991860 w 7074924"/>
                <a:gd name="connsiteY19" fmla="*/ 1389689 h 4286252"/>
                <a:gd name="connsiteX20" fmla="*/ 6915660 w 7074924"/>
                <a:gd name="connsiteY20" fmla="*/ 1505912 h 4286252"/>
                <a:gd name="connsiteX21" fmla="*/ 6805237 w 7074924"/>
                <a:gd name="connsiteY21" fmla="*/ 1527504 h 4286252"/>
                <a:gd name="connsiteX22" fmla="*/ 6591452 w 7074924"/>
                <a:gd name="connsiteY22" fmla="*/ 1442743 h 4286252"/>
                <a:gd name="connsiteX23" fmla="*/ 6325110 w 7074924"/>
                <a:gd name="connsiteY23" fmla="*/ 1128188 h 4286252"/>
                <a:gd name="connsiteX24" fmla="*/ 6087687 w 7074924"/>
                <a:gd name="connsiteY24" fmla="*/ 1006957 h 4286252"/>
                <a:gd name="connsiteX25" fmla="*/ 5763837 w 7074924"/>
                <a:gd name="connsiteY25" fmla="*/ 987572 h 4286252"/>
                <a:gd name="connsiteX26" fmla="*/ 5581803 w 7074924"/>
                <a:gd name="connsiteY26" fmla="*/ 1063772 h 4286252"/>
                <a:gd name="connsiteX27" fmla="*/ 5463270 w 7074924"/>
                <a:gd name="connsiteY27" fmla="*/ 1182304 h 4286252"/>
                <a:gd name="connsiteX28" fmla="*/ 5251603 w 7074924"/>
                <a:gd name="connsiteY28" fmla="*/ 1563304 h 4286252"/>
                <a:gd name="connsiteX29" fmla="*/ 5073803 w 7074924"/>
                <a:gd name="connsiteY29" fmla="*/ 1715705 h 4286252"/>
                <a:gd name="connsiteX30" fmla="*/ 4709737 w 7074924"/>
                <a:gd name="connsiteY30" fmla="*/ 1749571 h 4286252"/>
                <a:gd name="connsiteX31" fmla="*/ 4023937 w 7074924"/>
                <a:gd name="connsiteY31" fmla="*/ 1656438 h 4286252"/>
                <a:gd name="connsiteX32" fmla="*/ 3355070 w 7074924"/>
                <a:gd name="connsiteY32" fmla="*/ 1444772 h 4286252"/>
                <a:gd name="connsiteX33" fmla="*/ 3401637 w 7074924"/>
                <a:gd name="connsiteY33" fmla="*/ 505565 h 4286252"/>
                <a:gd name="connsiteX34" fmla="*/ 2935970 w 7074924"/>
                <a:gd name="connsiteY34" fmla="*/ 799867 h 4286252"/>
                <a:gd name="connsiteX35" fmla="*/ 675370 w 7074924"/>
                <a:gd name="connsiteY35" fmla="*/ 3974215 h 4286252"/>
                <a:gd name="connsiteX36" fmla="*/ 91169 w 7074924"/>
                <a:gd name="connsiteY36" fmla="*/ 4164325 h 4286252"/>
                <a:gd name="connsiteX37" fmla="*/ 65770 w 7074924"/>
                <a:gd name="connsiteY37" fmla="*/ 2827777 h 4286252"/>
                <a:gd name="connsiteX38" fmla="*/ 844703 w 7074924"/>
                <a:gd name="connsiteY38" fmla="*/ 1165652 h 4286252"/>
                <a:gd name="connsiteX0" fmla="*/ 844703 w 7074924"/>
                <a:gd name="connsiteY0" fmla="*/ 1165652 h 4164582"/>
                <a:gd name="connsiteX1" fmla="*/ 2411037 w 7074924"/>
                <a:gd name="connsiteY1" fmla="*/ 2094 h 4164582"/>
                <a:gd name="connsiteX2" fmla="*/ 3583670 w 7074924"/>
                <a:gd name="connsiteY2" fmla="*/ 1444771 h 4164582"/>
                <a:gd name="connsiteX3" fmla="*/ 4980670 w 7074924"/>
                <a:gd name="connsiteY3" fmla="*/ 1639505 h 4164582"/>
                <a:gd name="connsiteX4" fmla="*/ 5480203 w 7074924"/>
                <a:gd name="connsiteY4" fmla="*/ 1004505 h 4164582"/>
                <a:gd name="connsiteX5" fmla="*/ 6045354 w 7074924"/>
                <a:gd name="connsiteY5" fmla="*/ 902951 h 4164582"/>
                <a:gd name="connsiteX6" fmla="*/ 6475037 w 7074924"/>
                <a:gd name="connsiteY6" fmla="*/ 1158485 h 4164582"/>
                <a:gd name="connsiteX7" fmla="*/ 6636259 w 7074924"/>
                <a:gd name="connsiteY7" fmla="*/ 1353370 h 4164582"/>
                <a:gd name="connsiteX8" fmla="*/ 6788659 w 7074924"/>
                <a:gd name="connsiteY8" fmla="*/ 1433272 h 4164582"/>
                <a:gd name="connsiteX9" fmla="*/ 6902959 w 7074924"/>
                <a:gd name="connsiteY9" fmla="*/ 1404217 h 4164582"/>
                <a:gd name="connsiteX10" fmla="*/ 6932237 w 7074924"/>
                <a:gd name="connsiteY10" fmla="*/ 1260178 h 4164582"/>
                <a:gd name="connsiteX11" fmla="*/ 6902960 w 7074924"/>
                <a:gd name="connsiteY11" fmla="*/ 1120928 h 4164582"/>
                <a:gd name="connsiteX12" fmla="*/ 6833111 w 7074924"/>
                <a:gd name="connsiteY12" fmla="*/ 1033761 h 4164582"/>
                <a:gd name="connsiteX13" fmla="*/ 6788661 w 7074924"/>
                <a:gd name="connsiteY13" fmla="*/ 924803 h 4164582"/>
                <a:gd name="connsiteX14" fmla="*/ 6769611 w 7074924"/>
                <a:gd name="connsiteY14" fmla="*/ 757733 h 4164582"/>
                <a:gd name="connsiteX15" fmla="*/ 6915660 w 7074924"/>
                <a:gd name="connsiteY15" fmla="*/ 743208 h 4164582"/>
                <a:gd name="connsiteX16" fmla="*/ 7067703 w 7074924"/>
                <a:gd name="connsiteY16" fmla="*/ 756470 h 4164582"/>
                <a:gd name="connsiteX17" fmla="*/ 7049011 w 7074924"/>
                <a:gd name="connsiteY17" fmla="*/ 982913 h 4164582"/>
                <a:gd name="connsiteX18" fmla="*/ 7004561 w 7074924"/>
                <a:gd name="connsiteY18" fmla="*/ 1135454 h 4164582"/>
                <a:gd name="connsiteX19" fmla="*/ 6991860 w 7074924"/>
                <a:gd name="connsiteY19" fmla="*/ 1389689 h 4164582"/>
                <a:gd name="connsiteX20" fmla="*/ 6915660 w 7074924"/>
                <a:gd name="connsiteY20" fmla="*/ 1505912 h 4164582"/>
                <a:gd name="connsiteX21" fmla="*/ 6805237 w 7074924"/>
                <a:gd name="connsiteY21" fmla="*/ 1527504 h 4164582"/>
                <a:gd name="connsiteX22" fmla="*/ 6591452 w 7074924"/>
                <a:gd name="connsiteY22" fmla="*/ 1442743 h 4164582"/>
                <a:gd name="connsiteX23" fmla="*/ 6325110 w 7074924"/>
                <a:gd name="connsiteY23" fmla="*/ 1128188 h 4164582"/>
                <a:gd name="connsiteX24" fmla="*/ 6087687 w 7074924"/>
                <a:gd name="connsiteY24" fmla="*/ 1006957 h 4164582"/>
                <a:gd name="connsiteX25" fmla="*/ 5763837 w 7074924"/>
                <a:gd name="connsiteY25" fmla="*/ 987572 h 4164582"/>
                <a:gd name="connsiteX26" fmla="*/ 5581803 w 7074924"/>
                <a:gd name="connsiteY26" fmla="*/ 1063772 h 4164582"/>
                <a:gd name="connsiteX27" fmla="*/ 5463270 w 7074924"/>
                <a:gd name="connsiteY27" fmla="*/ 1182304 h 4164582"/>
                <a:gd name="connsiteX28" fmla="*/ 5251603 w 7074924"/>
                <a:gd name="connsiteY28" fmla="*/ 1563304 h 4164582"/>
                <a:gd name="connsiteX29" fmla="*/ 5073803 w 7074924"/>
                <a:gd name="connsiteY29" fmla="*/ 1715705 h 4164582"/>
                <a:gd name="connsiteX30" fmla="*/ 4709737 w 7074924"/>
                <a:gd name="connsiteY30" fmla="*/ 1749571 h 4164582"/>
                <a:gd name="connsiteX31" fmla="*/ 4023937 w 7074924"/>
                <a:gd name="connsiteY31" fmla="*/ 1656438 h 4164582"/>
                <a:gd name="connsiteX32" fmla="*/ 3355070 w 7074924"/>
                <a:gd name="connsiteY32" fmla="*/ 1444772 h 4164582"/>
                <a:gd name="connsiteX33" fmla="*/ 3401637 w 7074924"/>
                <a:gd name="connsiteY33" fmla="*/ 505565 h 4164582"/>
                <a:gd name="connsiteX34" fmla="*/ 1538970 w 7074924"/>
                <a:gd name="connsiteY34" fmla="*/ 3516545 h 4164582"/>
                <a:gd name="connsiteX35" fmla="*/ 675370 w 7074924"/>
                <a:gd name="connsiteY35" fmla="*/ 3974215 h 4164582"/>
                <a:gd name="connsiteX36" fmla="*/ 91169 w 7074924"/>
                <a:gd name="connsiteY36" fmla="*/ 4164325 h 4164582"/>
                <a:gd name="connsiteX37" fmla="*/ 65770 w 7074924"/>
                <a:gd name="connsiteY37" fmla="*/ 2827777 h 4164582"/>
                <a:gd name="connsiteX38" fmla="*/ 844703 w 7074924"/>
                <a:gd name="connsiteY38" fmla="*/ 1165652 h 4164582"/>
                <a:gd name="connsiteX0" fmla="*/ 844703 w 7074924"/>
                <a:gd name="connsiteY0" fmla="*/ 1165652 h 4164582"/>
                <a:gd name="connsiteX1" fmla="*/ 2411037 w 7074924"/>
                <a:gd name="connsiteY1" fmla="*/ 2094 h 4164582"/>
                <a:gd name="connsiteX2" fmla="*/ 3583670 w 7074924"/>
                <a:gd name="connsiteY2" fmla="*/ 1444771 h 4164582"/>
                <a:gd name="connsiteX3" fmla="*/ 4980670 w 7074924"/>
                <a:gd name="connsiteY3" fmla="*/ 1639505 h 4164582"/>
                <a:gd name="connsiteX4" fmla="*/ 5480203 w 7074924"/>
                <a:gd name="connsiteY4" fmla="*/ 1004505 h 4164582"/>
                <a:gd name="connsiteX5" fmla="*/ 6045354 w 7074924"/>
                <a:gd name="connsiteY5" fmla="*/ 902951 h 4164582"/>
                <a:gd name="connsiteX6" fmla="*/ 6475037 w 7074924"/>
                <a:gd name="connsiteY6" fmla="*/ 1158485 h 4164582"/>
                <a:gd name="connsiteX7" fmla="*/ 6636259 w 7074924"/>
                <a:gd name="connsiteY7" fmla="*/ 1353370 h 4164582"/>
                <a:gd name="connsiteX8" fmla="*/ 6788659 w 7074924"/>
                <a:gd name="connsiteY8" fmla="*/ 1433272 h 4164582"/>
                <a:gd name="connsiteX9" fmla="*/ 6902959 w 7074924"/>
                <a:gd name="connsiteY9" fmla="*/ 1404217 h 4164582"/>
                <a:gd name="connsiteX10" fmla="*/ 6932237 w 7074924"/>
                <a:gd name="connsiteY10" fmla="*/ 1260178 h 4164582"/>
                <a:gd name="connsiteX11" fmla="*/ 6902960 w 7074924"/>
                <a:gd name="connsiteY11" fmla="*/ 1120928 h 4164582"/>
                <a:gd name="connsiteX12" fmla="*/ 6833111 w 7074924"/>
                <a:gd name="connsiteY12" fmla="*/ 1033761 h 4164582"/>
                <a:gd name="connsiteX13" fmla="*/ 6788661 w 7074924"/>
                <a:gd name="connsiteY13" fmla="*/ 924803 h 4164582"/>
                <a:gd name="connsiteX14" fmla="*/ 6769611 w 7074924"/>
                <a:gd name="connsiteY14" fmla="*/ 757733 h 4164582"/>
                <a:gd name="connsiteX15" fmla="*/ 6915660 w 7074924"/>
                <a:gd name="connsiteY15" fmla="*/ 743208 h 4164582"/>
                <a:gd name="connsiteX16" fmla="*/ 7067703 w 7074924"/>
                <a:gd name="connsiteY16" fmla="*/ 756470 h 4164582"/>
                <a:gd name="connsiteX17" fmla="*/ 7049011 w 7074924"/>
                <a:gd name="connsiteY17" fmla="*/ 982913 h 4164582"/>
                <a:gd name="connsiteX18" fmla="*/ 7004561 w 7074924"/>
                <a:gd name="connsiteY18" fmla="*/ 1135454 h 4164582"/>
                <a:gd name="connsiteX19" fmla="*/ 6991860 w 7074924"/>
                <a:gd name="connsiteY19" fmla="*/ 1389689 h 4164582"/>
                <a:gd name="connsiteX20" fmla="*/ 6915660 w 7074924"/>
                <a:gd name="connsiteY20" fmla="*/ 1505912 h 4164582"/>
                <a:gd name="connsiteX21" fmla="*/ 6805237 w 7074924"/>
                <a:gd name="connsiteY21" fmla="*/ 1527504 h 4164582"/>
                <a:gd name="connsiteX22" fmla="*/ 6591452 w 7074924"/>
                <a:gd name="connsiteY22" fmla="*/ 1442743 h 4164582"/>
                <a:gd name="connsiteX23" fmla="*/ 6325110 w 7074924"/>
                <a:gd name="connsiteY23" fmla="*/ 1128188 h 4164582"/>
                <a:gd name="connsiteX24" fmla="*/ 6087687 w 7074924"/>
                <a:gd name="connsiteY24" fmla="*/ 1006957 h 4164582"/>
                <a:gd name="connsiteX25" fmla="*/ 5763837 w 7074924"/>
                <a:gd name="connsiteY25" fmla="*/ 987572 h 4164582"/>
                <a:gd name="connsiteX26" fmla="*/ 5581803 w 7074924"/>
                <a:gd name="connsiteY26" fmla="*/ 1063772 h 4164582"/>
                <a:gd name="connsiteX27" fmla="*/ 5463270 w 7074924"/>
                <a:gd name="connsiteY27" fmla="*/ 1182304 h 4164582"/>
                <a:gd name="connsiteX28" fmla="*/ 5251603 w 7074924"/>
                <a:gd name="connsiteY28" fmla="*/ 1563304 h 4164582"/>
                <a:gd name="connsiteX29" fmla="*/ 5073803 w 7074924"/>
                <a:gd name="connsiteY29" fmla="*/ 1715705 h 4164582"/>
                <a:gd name="connsiteX30" fmla="*/ 4709737 w 7074924"/>
                <a:gd name="connsiteY30" fmla="*/ 1749571 h 4164582"/>
                <a:gd name="connsiteX31" fmla="*/ 4023937 w 7074924"/>
                <a:gd name="connsiteY31" fmla="*/ 1656438 h 4164582"/>
                <a:gd name="connsiteX32" fmla="*/ 3355070 w 7074924"/>
                <a:gd name="connsiteY32" fmla="*/ 1444772 h 4164582"/>
                <a:gd name="connsiteX33" fmla="*/ 2093537 w 7074924"/>
                <a:gd name="connsiteY33" fmla="*/ 2815467 h 4164582"/>
                <a:gd name="connsiteX34" fmla="*/ 1538970 w 7074924"/>
                <a:gd name="connsiteY34" fmla="*/ 3516545 h 4164582"/>
                <a:gd name="connsiteX35" fmla="*/ 675370 w 7074924"/>
                <a:gd name="connsiteY35" fmla="*/ 3974215 h 4164582"/>
                <a:gd name="connsiteX36" fmla="*/ 91169 w 7074924"/>
                <a:gd name="connsiteY36" fmla="*/ 4164325 h 4164582"/>
                <a:gd name="connsiteX37" fmla="*/ 65770 w 7074924"/>
                <a:gd name="connsiteY37" fmla="*/ 2827777 h 4164582"/>
                <a:gd name="connsiteX38" fmla="*/ 844703 w 7074924"/>
                <a:gd name="connsiteY38" fmla="*/ 1165652 h 4164582"/>
                <a:gd name="connsiteX0" fmla="*/ 820719 w 7050940"/>
                <a:gd name="connsiteY0" fmla="*/ 1165652 h 4064372"/>
                <a:gd name="connsiteX1" fmla="*/ 2387053 w 7050940"/>
                <a:gd name="connsiteY1" fmla="*/ 2094 h 4064372"/>
                <a:gd name="connsiteX2" fmla="*/ 3559686 w 7050940"/>
                <a:gd name="connsiteY2" fmla="*/ 1444771 h 4064372"/>
                <a:gd name="connsiteX3" fmla="*/ 4956686 w 7050940"/>
                <a:gd name="connsiteY3" fmla="*/ 1639505 h 4064372"/>
                <a:gd name="connsiteX4" fmla="*/ 5456219 w 7050940"/>
                <a:gd name="connsiteY4" fmla="*/ 1004505 h 4064372"/>
                <a:gd name="connsiteX5" fmla="*/ 6021370 w 7050940"/>
                <a:gd name="connsiteY5" fmla="*/ 902951 h 4064372"/>
                <a:gd name="connsiteX6" fmla="*/ 6451053 w 7050940"/>
                <a:gd name="connsiteY6" fmla="*/ 1158485 h 4064372"/>
                <a:gd name="connsiteX7" fmla="*/ 6612275 w 7050940"/>
                <a:gd name="connsiteY7" fmla="*/ 1353370 h 4064372"/>
                <a:gd name="connsiteX8" fmla="*/ 6764675 w 7050940"/>
                <a:gd name="connsiteY8" fmla="*/ 1433272 h 4064372"/>
                <a:gd name="connsiteX9" fmla="*/ 6878975 w 7050940"/>
                <a:gd name="connsiteY9" fmla="*/ 1404217 h 4064372"/>
                <a:gd name="connsiteX10" fmla="*/ 6908253 w 7050940"/>
                <a:gd name="connsiteY10" fmla="*/ 1260178 h 4064372"/>
                <a:gd name="connsiteX11" fmla="*/ 6878976 w 7050940"/>
                <a:gd name="connsiteY11" fmla="*/ 1120928 h 4064372"/>
                <a:gd name="connsiteX12" fmla="*/ 6809127 w 7050940"/>
                <a:gd name="connsiteY12" fmla="*/ 1033761 h 4064372"/>
                <a:gd name="connsiteX13" fmla="*/ 6764677 w 7050940"/>
                <a:gd name="connsiteY13" fmla="*/ 924803 h 4064372"/>
                <a:gd name="connsiteX14" fmla="*/ 6745627 w 7050940"/>
                <a:gd name="connsiteY14" fmla="*/ 757733 h 4064372"/>
                <a:gd name="connsiteX15" fmla="*/ 6891676 w 7050940"/>
                <a:gd name="connsiteY15" fmla="*/ 743208 h 4064372"/>
                <a:gd name="connsiteX16" fmla="*/ 7043719 w 7050940"/>
                <a:gd name="connsiteY16" fmla="*/ 756470 h 4064372"/>
                <a:gd name="connsiteX17" fmla="*/ 7025027 w 7050940"/>
                <a:gd name="connsiteY17" fmla="*/ 982913 h 4064372"/>
                <a:gd name="connsiteX18" fmla="*/ 6980577 w 7050940"/>
                <a:gd name="connsiteY18" fmla="*/ 1135454 h 4064372"/>
                <a:gd name="connsiteX19" fmla="*/ 6967876 w 7050940"/>
                <a:gd name="connsiteY19" fmla="*/ 1389689 h 4064372"/>
                <a:gd name="connsiteX20" fmla="*/ 6891676 w 7050940"/>
                <a:gd name="connsiteY20" fmla="*/ 1505912 h 4064372"/>
                <a:gd name="connsiteX21" fmla="*/ 6781253 w 7050940"/>
                <a:gd name="connsiteY21" fmla="*/ 1527504 h 4064372"/>
                <a:gd name="connsiteX22" fmla="*/ 6567468 w 7050940"/>
                <a:gd name="connsiteY22" fmla="*/ 1442743 h 4064372"/>
                <a:gd name="connsiteX23" fmla="*/ 6301126 w 7050940"/>
                <a:gd name="connsiteY23" fmla="*/ 1128188 h 4064372"/>
                <a:gd name="connsiteX24" fmla="*/ 6063703 w 7050940"/>
                <a:gd name="connsiteY24" fmla="*/ 1006957 h 4064372"/>
                <a:gd name="connsiteX25" fmla="*/ 5739853 w 7050940"/>
                <a:gd name="connsiteY25" fmla="*/ 987572 h 4064372"/>
                <a:gd name="connsiteX26" fmla="*/ 5557819 w 7050940"/>
                <a:gd name="connsiteY26" fmla="*/ 1063772 h 4064372"/>
                <a:gd name="connsiteX27" fmla="*/ 5439286 w 7050940"/>
                <a:gd name="connsiteY27" fmla="*/ 1182304 h 4064372"/>
                <a:gd name="connsiteX28" fmla="*/ 5227619 w 7050940"/>
                <a:gd name="connsiteY28" fmla="*/ 1563304 h 4064372"/>
                <a:gd name="connsiteX29" fmla="*/ 5049819 w 7050940"/>
                <a:gd name="connsiteY29" fmla="*/ 1715705 h 4064372"/>
                <a:gd name="connsiteX30" fmla="*/ 4685753 w 7050940"/>
                <a:gd name="connsiteY30" fmla="*/ 1749571 h 4064372"/>
                <a:gd name="connsiteX31" fmla="*/ 3999953 w 7050940"/>
                <a:gd name="connsiteY31" fmla="*/ 1656438 h 4064372"/>
                <a:gd name="connsiteX32" fmla="*/ 3331086 w 7050940"/>
                <a:gd name="connsiteY32" fmla="*/ 1444772 h 4064372"/>
                <a:gd name="connsiteX33" fmla="*/ 2069553 w 7050940"/>
                <a:gd name="connsiteY33" fmla="*/ 2815467 h 4064372"/>
                <a:gd name="connsiteX34" fmla="*/ 1514986 w 7050940"/>
                <a:gd name="connsiteY34" fmla="*/ 3516545 h 4064372"/>
                <a:gd name="connsiteX35" fmla="*/ 651386 w 7050940"/>
                <a:gd name="connsiteY35" fmla="*/ 3974215 h 4064372"/>
                <a:gd name="connsiteX36" fmla="*/ 143385 w 7050940"/>
                <a:gd name="connsiteY36" fmla="*/ 4062631 h 4064372"/>
                <a:gd name="connsiteX37" fmla="*/ 41786 w 7050940"/>
                <a:gd name="connsiteY37" fmla="*/ 2827777 h 4064372"/>
                <a:gd name="connsiteX38" fmla="*/ 820719 w 7050940"/>
                <a:gd name="connsiteY38" fmla="*/ 1165652 h 4064372"/>
                <a:gd name="connsiteX0" fmla="*/ 820719 w 7050940"/>
                <a:gd name="connsiteY0" fmla="*/ 1165652 h 4201278"/>
                <a:gd name="connsiteX1" fmla="*/ 2387053 w 7050940"/>
                <a:gd name="connsiteY1" fmla="*/ 2094 h 4201278"/>
                <a:gd name="connsiteX2" fmla="*/ 3559686 w 7050940"/>
                <a:gd name="connsiteY2" fmla="*/ 1444771 h 4201278"/>
                <a:gd name="connsiteX3" fmla="*/ 4956686 w 7050940"/>
                <a:gd name="connsiteY3" fmla="*/ 1639505 h 4201278"/>
                <a:gd name="connsiteX4" fmla="*/ 5456219 w 7050940"/>
                <a:gd name="connsiteY4" fmla="*/ 1004505 h 4201278"/>
                <a:gd name="connsiteX5" fmla="*/ 6021370 w 7050940"/>
                <a:gd name="connsiteY5" fmla="*/ 902951 h 4201278"/>
                <a:gd name="connsiteX6" fmla="*/ 6451053 w 7050940"/>
                <a:gd name="connsiteY6" fmla="*/ 1158485 h 4201278"/>
                <a:gd name="connsiteX7" fmla="*/ 6612275 w 7050940"/>
                <a:gd name="connsiteY7" fmla="*/ 1353370 h 4201278"/>
                <a:gd name="connsiteX8" fmla="*/ 6764675 w 7050940"/>
                <a:gd name="connsiteY8" fmla="*/ 1433272 h 4201278"/>
                <a:gd name="connsiteX9" fmla="*/ 6878975 w 7050940"/>
                <a:gd name="connsiteY9" fmla="*/ 1404217 h 4201278"/>
                <a:gd name="connsiteX10" fmla="*/ 6908253 w 7050940"/>
                <a:gd name="connsiteY10" fmla="*/ 1260178 h 4201278"/>
                <a:gd name="connsiteX11" fmla="*/ 6878976 w 7050940"/>
                <a:gd name="connsiteY11" fmla="*/ 1120928 h 4201278"/>
                <a:gd name="connsiteX12" fmla="*/ 6809127 w 7050940"/>
                <a:gd name="connsiteY12" fmla="*/ 1033761 h 4201278"/>
                <a:gd name="connsiteX13" fmla="*/ 6764677 w 7050940"/>
                <a:gd name="connsiteY13" fmla="*/ 924803 h 4201278"/>
                <a:gd name="connsiteX14" fmla="*/ 6745627 w 7050940"/>
                <a:gd name="connsiteY14" fmla="*/ 757733 h 4201278"/>
                <a:gd name="connsiteX15" fmla="*/ 6891676 w 7050940"/>
                <a:gd name="connsiteY15" fmla="*/ 743208 h 4201278"/>
                <a:gd name="connsiteX16" fmla="*/ 7043719 w 7050940"/>
                <a:gd name="connsiteY16" fmla="*/ 756470 h 4201278"/>
                <a:gd name="connsiteX17" fmla="*/ 7025027 w 7050940"/>
                <a:gd name="connsiteY17" fmla="*/ 982913 h 4201278"/>
                <a:gd name="connsiteX18" fmla="*/ 6980577 w 7050940"/>
                <a:gd name="connsiteY18" fmla="*/ 1135454 h 4201278"/>
                <a:gd name="connsiteX19" fmla="*/ 6967876 w 7050940"/>
                <a:gd name="connsiteY19" fmla="*/ 1389689 h 4201278"/>
                <a:gd name="connsiteX20" fmla="*/ 6891676 w 7050940"/>
                <a:gd name="connsiteY20" fmla="*/ 1505912 h 4201278"/>
                <a:gd name="connsiteX21" fmla="*/ 6781253 w 7050940"/>
                <a:gd name="connsiteY21" fmla="*/ 1527504 h 4201278"/>
                <a:gd name="connsiteX22" fmla="*/ 6567468 w 7050940"/>
                <a:gd name="connsiteY22" fmla="*/ 1442743 h 4201278"/>
                <a:gd name="connsiteX23" fmla="*/ 6301126 w 7050940"/>
                <a:gd name="connsiteY23" fmla="*/ 1128188 h 4201278"/>
                <a:gd name="connsiteX24" fmla="*/ 6063703 w 7050940"/>
                <a:gd name="connsiteY24" fmla="*/ 1006957 h 4201278"/>
                <a:gd name="connsiteX25" fmla="*/ 5739853 w 7050940"/>
                <a:gd name="connsiteY25" fmla="*/ 987572 h 4201278"/>
                <a:gd name="connsiteX26" fmla="*/ 5557819 w 7050940"/>
                <a:gd name="connsiteY26" fmla="*/ 1063772 h 4201278"/>
                <a:gd name="connsiteX27" fmla="*/ 5439286 w 7050940"/>
                <a:gd name="connsiteY27" fmla="*/ 1182304 h 4201278"/>
                <a:gd name="connsiteX28" fmla="*/ 5227619 w 7050940"/>
                <a:gd name="connsiteY28" fmla="*/ 1563304 h 4201278"/>
                <a:gd name="connsiteX29" fmla="*/ 5049819 w 7050940"/>
                <a:gd name="connsiteY29" fmla="*/ 1715705 h 4201278"/>
                <a:gd name="connsiteX30" fmla="*/ 4685753 w 7050940"/>
                <a:gd name="connsiteY30" fmla="*/ 1749571 h 4201278"/>
                <a:gd name="connsiteX31" fmla="*/ 3999953 w 7050940"/>
                <a:gd name="connsiteY31" fmla="*/ 1656438 h 4201278"/>
                <a:gd name="connsiteX32" fmla="*/ 3331086 w 7050940"/>
                <a:gd name="connsiteY32" fmla="*/ 1444772 h 4201278"/>
                <a:gd name="connsiteX33" fmla="*/ 2069553 w 7050940"/>
                <a:gd name="connsiteY33" fmla="*/ 2815467 h 4201278"/>
                <a:gd name="connsiteX34" fmla="*/ 1514986 w 7050940"/>
                <a:gd name="connsiteY34" fmla="*/ 3516545 h 4201278"/>
                <a:gd name="connsiteX35" fmla="*/ 460886 w 7050940"/>
                <a:gd name="connsiteY35" fmla="*/ 4177603 h 4201278"/>
                <a:gd name="connsiteX36" fmla="*/ 143385 w 7050940"/>
                <a:gd name="connsiteY36" fmla="*/ 4062631 h 4201278"/>
                <a:gd name="connsiteX37" fmla="*/ 41786 w 7050940"/>
                <a:gd name="connsiteY37" fmla="*/ 2827777 h 4201278"/>
                <a:gd name="connsiteX38" fmla="*/ 820719 w 7050940"/>
                <a:gd name="connsiteY38" fmla="*/ 1165652 h 4201278"/>
                <a:gd name="connsiteX0" fmla="*/ 820719 w 7050940"/>
                <a:gd name="connsiteY0" fmla="*/ 1165652 h 4201278"/>
                <a:gd name="connsiteX1" fmla="*/ 2387053 w 7050940"/>
                <a:gd name="connsiteY1" fmla="*/ 2094 h 4201278"/>
                <a:gd name="connsiteX2" fmla="*/ 3559686 w 7050940"/>
                <a:gd name="connsiteY2" fmla="*/ 1444771 h 4201278"/>
                <a:gd name="connsiteX3" fmla="*/ 4956686 w 7050940"/>
                <a:gd name="connsiteY3" fmla="*/ 1639505 h 4201278"/>
                <a:gd name="connsiteX4" fmla="*/ 5456219 w 7050940"/>
                <a:gd name="connsiteY4" fmla="*/ 1004505 h 4201278"/>
                <a:gd name="connsiteX5" fmla="*/ 6021370 w 7050940"/>
                <a:gd name="connsiteY5" fmla="*/ 902951 h 4201278"/>
                <a:gd name="connsiteX6" fmla="*/ 6451053 w 7050940"/>
                <a:gd name="connsiteY6" fmla="*/ 1158485 h 4201278"/>
                <a:gd name="connsiteX7" fmla="*/ 6612275 w 7050940"/>
                <a:gd name="connsiteY7" fmla="*/ 1353370 h 4201278"/>
                <a:gd name="connsiteX8" fmla="*/ 6764675 w 7050940"/>
                <a:gd name="connsiteY8" fmla="*/ 1433272 h 4201278"/>
                <a:gd name="connsiteX9" fmla="*/ 6878975 w 7050940"/>
                <a:gd name="connsiteY9" fmla="*/ 1404217 h 4201278"/>
                <a:gd name="connsiteX10" fmla="*/ 6908253 w 7050940"/>
                <a:gd name="connsiteY10" fmla="*/ 1260178 h 4201278"/>
                <a:gd name="connsiteX11" fmla="*/ 6878976 w 7050940"/>
                <a:gd name="connsiteY11" fmla="*/ 1120928 h 4201278"/>
                <a:gd name="connsiteX12" fmla="*/ 6809127 w 7050940"/>
                <a:gd name="connsiteY12" fmla="*/ 1033761 h 4201278"/>
                <a:gd name="connsiteX13" fmla="*/ 6764677 w 7050940"/>
                <a:gd name="connsiteY13" fmla="*/ 924803 h 4201278"/>
                <a:gd name="connsiteX14" fmla="*/ 6745627 w 7050940"/>
                <a:gd name="connsiteY14" fmla="*/ 757733 h 4201278"/>
                <a:gd name="connsiteX15" fmla="*/ 6891676 w 7050940"/>
                <a:gd name="connsiteY15" fmla="*/ 743208 h 4201278"/>
                <a:gd name="connsiteX16" fmla="*/ 7043719 w 7050940"/>
                <a:gd name="connsiteY16" fmla="*/ 756470 h 4201278"/>
                <a:gd name="connsiteX17" fmla="*/ 7025027 w 7050940"/>
                <a:gd name="connsiteY17" fmla="*/ 982913 h 4201278"/>
                <a:gd name="connsiteX18" fmla="*/ 6980577 w 7050940"/>
                <a:gd name="connsiteY18" fmla="*/ 1135454 h 4201278"/>
                <a:gd name="connsiteX19" fmla="*/ 6967876 w 7050940"/>
                <a:gd name="connsiteY19" fmla="*/ 1389689 h 4201278"/>
                <a:gd name="connsiteX20" fmla="*/ 6891676 w 7050940"/>
                <a:gd name="connsiteY20" fmla="*/ 1505912 h 4201278"/>
                <a:gd name="connsiteX21" fmla="*/ 6781253 w 7050940"/>
                <a:gd name="connsiteY21" fmla="*/ 1527504 h 4201278"/>
                <a:gd name="connsiteX22" fmla="*/ 6567468 w 7050940"/>
                <a:gd name="connsiteY22" fmla="*/ 1442743 h 4201278"/>
                <a:gd name="connsiteX23" fmla="*/ 6301126 w 7050940"/>
                <a:gd name="connsiteY23" fmla="*/ 1128188 h 4201278"/>
                <a:gd name="connsiteX24" fmla="*/ 6063703 w 7050940"/>
                <a:gd name="connsiteY24" fmla="*/ 1006957 h 4201278"/>
                <a:gd name="connsiteX25" fmla="*/ 5739853 w 7050940"/>
                <a:gd name="connsiteY25" fmla="*/ 987572 h 4201278"/>
                <a:gd name="connsiteX26" fmla="*/ 5557819 w 7050940"/>
                <a:gd name="connsiteY26" fmla="*/ 1063772 h 4201278"/>
                <a:gd name="connsiteX27" fmla="*/ 5439286 w 7050940"/>
                <a:gd name="connsiteY27" fmla="*/ 1182304 h 4201278"/>
                <a:gd name="connsiteX28" fmla="*/ 5227619 w 7050940"/>
                <a:gd name="connsiteY28" fmla="*/ 1563304 h 4201278"/>
                <a:gd name="connsiteX29" fmla="*/ 5049819 w 7050940"/>
                <a:gd name="connsiteY29" fmla="*/ 1715705 h 4201278"/>
                <a:gd name="connsiteX30" fmla="*/ 4685753 w 7050940"/>
                <a:gd name="connsiteY30" fmla="*/ 1749571 h 4201278"/>
                <a:gd name="connsiteX31" fmla="*/ 3999953 w 7050940"/>
                <a:gd name="connsiteY31" fmla="*/ 1656438 h 4201278"/>
                <a:gd name="connsiteX32" fmla="*/ 2950086 w 7050940"/>
                <a:gd name="connsiteY32" fmla="*/ 2098518 h 4201278"/>
                <a:gd name="connsiteX33" fmla="*/ 2069553 w 7050940"/>
                <a:gd name="connsiteY33" fmla="*/ 2815467 h 4201278"/>
                <a:gd name="connsiteX34" fmla="*/ 1514986 w 7050940"/>
                <a:gd name="connsiteY34" fmla="*/ 3516545 h 4201278"/>
                <a:gd name="connsiteX35" fmla="*/ 460886 w 7050940"/>
                <a:gd name="connsiteY35" fmla="*/ 4177603 h 4201278"/>
                <a:gd name="connsiteX36" fmla="*/ 143385 w 7050940"/>
                <a:gd name="connsiteY36" fmla="*/ 4062631 h 4201278"/>
                <a:gd name="connsiteX37" fmla="*/ 41786 w 7050940"/>
                <a:gd name="connsiteY37" fmla="*/ 2827777 h 4201278"/>
                <a:gd name="connsiteX38" fmla="*/ 820719 w 7050940"/>
                <a:gd name="connsiteY38" fmla="*/ 1165652 h 4201278"/>
                <a:gd name="connsiteX0" fmla="*/ 820719 w 7050940"/>
                <a:gd name="connsiteY0" fmla="*/ 1165652 h 4201278"/>
                <a:gd name="connsiteX1" fmla="*/ 2387053 w 7050940"/>
                <a:gd name="connsiteY1" fmla="*/ 2094 h 4201278"/>
                <a:gd name="connsiteX2" fmla="*/ 3559686 w 7050940"/>
                <a:gd name="connsiteY2" fmla="*/ 1444771 h 4201278"/>
                <a:gd name="connsiteX3" fmla="*/ 4956686 w 7050940"/>
                <a:gd name="connsiteY3" fmla="*/ 1639505 h 4201278"/>
                <a:gd name="connsiteX4" fmla="*/ 5456219 w 7050940"/>
                <a:gd name="connsiteY4" fmla="*/ 1004505 h 4201278"/>
                <a:gd name="connsiteX5" fmla="*/ 6021370 w 7050940"/>
                <a:gd name="connsiteY5" fmla="*/ 902951 h 4201278"/>
                <a:gd name="connsiteX6" fmla="*/ 6451053 w 7050940"/>
                <a:gd name="connsiteY6" fmla="*/ 1158485 h 4201278"/>
                <a:gd name="connsiteX7" fmla="*/ 6612275 w 7050940"/>
                <a:gd name="connsiteY7" fmla="*/ 1353370 h 4201278"/>
                <a:gd name="connsiteX8" fmla="*/ 6764675 w 7050940"/>
                <a:gd name="connsiteY8" fmla="*/ 1433272 h 4201278"/>
                <a:gd name="connsiteX9" fmla="*/ 6878975 w 7050940"/>
                <a:gd name="connsiteY9" fmla="*/ 1404217 h 4201278"/>
                <a:gd name="connsiteX10" fmla="*/ 6908253 w 7050940"/>
                <a:gd name="connsiteY10" fmla="*/ 1260178 h 4201278"/>
                <a:gd name="connsiteX11" fmla="*/ 6878976 w 7050940"/>
                <a:gd name="connsiteY11" fmla="*/ 1120928 h 4201278"/>
                <a:gd name="connsiteX12" fmla="*/ 6809127 w 7050940"/>
                <a:gd name="connsiteY12" fmla="*/ 1033761 h 4201278"/>
                <a:gd name="connsiteX13" fmla="*/ 6764677 w 7050940"/>
                <a:gd name="connsiteY13" fmla="*/ 924803 h 4201278"/>
                <a:gd name="connsiteX14" fmla="*/ 6745627 w 7050940"/>
                <a:gd name="connsiteY14" fmla="*/ 757733 h 4201278"/>
                <a:gd name="connsiteX15" fmla="*/ 6891676 w 7050940"/>
                <a:gd name="connsiteY15" fmla="*/ 743208 h 4201278"/>
                <a:gd name="connsiteX16" fmla="*/ 7043719 w 7050940"/>
                <a:gd name="connsiteY16" fmla="*/ 756470 h 4201278"/>
                <a:gd name="connsiteX17" fmla="*/ 7025027 w 7050940"/>
                <a:gd name="connsiteY17" fmla="*/ 982913 h 4201278"/>
                <a:gd name="connsiteX18" fmla="*/ 6980577 w 7050940"/>
                <a:gd name="connsiteY18" fmla="*/ 1135454 h 4201278"/>
                <a:gd name="connsiteX19" fmla="*/ 6967876 w 7050940"/>
                <a:gd name="connsiteY19" fmla="*/ 1389689 h 4201278"/>
                <a:gd name="connsiteX20" fmla="*/ 6891676 w 7050940"/>
                <a:gd name="connsiteY20" fmla="*/ 1505912 h 4201278"/>
                <a:gd name="connsiteX21" fmla="*/ 6781253 w 7050940"/>
                <a:gd name="connsiteY21" fmla="*/ 1527504 h 4201278"/>
                <a:gd name="connsiteX22" fmla="*/ 6567468 w 7050940"/>
                <a:gd name="connsiteY22" fmla="*/ 1442743 h 4201278"/>
                <a:gd name="connsiteX23" fmla="*/ 6301126 w 7050940"/>
                <a:gd name="connsiteY23" fmla="*/ 1128188 h 4201278"/>
                <a:gd name="connsiteX24" fmla="*/ 6063703 w 7050940"/>
                <a:gd name="connsiteY24" fmla="*/ 1006957 h 4201278"/>
                <a:gd name="connsiteX25" fmla="*/ 5739853 w 7050940"/>
                <a:gd name="connsiteY25" fmla="*/ 987572 h 4201278"/>
                <a:gd name="connsiteX26" fmla="*/ 5557819 w 7050940"/>
                <a:gd name="connsiteY26" fmla="*/ 1063772 h 4201278"/>
                <a:gd name="connsiteX27" fmla="*/ 5439286 w 7050940"/>
                <a:gd name="connsiteY27" fmla="*/ 1182304 h 4201278"/>
                <a:gd name="connsiteX28" fmla="*/ 5227619 w 7050940"/>
                <a:gd name="connsiteY28" fmla="*/ 1563304 h 4201278"/>
                <a:gd name="connsiteX29" fmla="*/ 5049819 w 7050940"/>
                <a:gd name="connsiteY29" fmla="*/ 1715705 h 4201278"/>
                <a:gd name="connsiteX30" fmla="*/ 4685753 w 7050940"/>
                <a:gd name="connsiteY30" fmla="*/ 1749571 h 4201278"/>
                <a:gd name="connsiteX31" fmla="*/ 3911053 w 7050940"/>
                <a:gd name="connsiteY31" fmla="*/ 1917937 h 4201278"/>
                <a:gd name="connsiteX32" fmla="*/ 2950086 w 7050940"/>
                <a:gd name="connsiteY32" fmla="*/ 2098518 h 4201278"/>
                <a:gd name="connsiteX33" fmla="*/ 2069553 w 7050940"/>
                <a:gd name="connsiteY33" fmla="*/ 2815467 h 4201278"/>
                <a:gd name="connsiteX34" fmla="*/ 1514986 w 7050940"/>
                <a:gd name="connsiteY34" fmla="*/ 3516545 h 4201278"/>
                <a:gd name="connsiteX35" fmla="*/ 460886 w 7050940"/>
                <a:gd name="connsiteY35" fmla="*/ 4177603 h 4201278"/>
                <a:gd name="connsiteX36" fmla="*/ 143385 w 7050940"/>
                <a:gd name="connsiteY36" fmla="*/ 4062631 h 4201278"/>
                <a:gd name="connsiteX37" fmla="*/ 41786 w 7050940"/>
                <a:gd name="connsiteY37" fmla="*/ 2827777 h 4201278"/>
                <a:gd name="connsiteX38" fmla="*/ 820719 w 7050940"/>
                <a:gd name="connsiteY38" fmla="*/ 1165652 h 4201278"/>
                <a:gd name="connsiteX0" fmla="*/ 820719 w 7050940"/>
                <a:gd name="connsiteY0" fmla="*/ 1165652 h 4201278"/>
                <a:gd name="connsiteX1" fmla="*/ 2387053 w 7050940"/>
                <a:gd name="connsiteY1" fmla="*/ 2094 h 4201278"/>
                <a:gd name="connsiteX2" fmla="*/ 3559686 w 7050940"/>
                <a:gd name="connsiteY2" fmla="*/ 1444771 h 4201278"/>
                <a:gd name="connsiteX3" fmla="*/ 4956686 w 7050940"/>
                <a:gd name="connsiteY3" fmla="*/ 1639505 h 4201278"/>
                <a:gd name="connsiteX4" fmla="*/ 5456219 w 7050940"/>
                <a:gd name="connsiteY4" fmla="*/ 1004505 h 4201278"/>
                <a:gd name="connsiteX5" fmla="*/ 6021370 w 7050940"/>
                <a:gd name="connsiteY5" fmla="*/ 902951 h 4201278"/>
                <a:gd name="connsiteX6" fmla="*/ 6451053 w 7050940"/>
                <a:gd name="connsiteY6" fmla="*/ 1158485 h 4201278"/>
                <a:gd name="connsiteX7" fmla="*/ 6612275 w 7050940"/>
                <a:gd name="connsiteY7" fmla="*/ 1353370 h 4201278"/>
                <a:gd name="connsiteX8" fmla="*/ 6764675 w 7050940"/>
                <a:gd name="connsiteY8" fmla="*/ 1433272 h 4201278"/>
                <a:gd name="connsiteX9" fmla="*/ 6878975 w 7050940"/>
                <a:gd name="connsiteY9" fmla="*/ 1404217 h 4201278"/>
                <a:gd name="connsiteX10" fmla="*/ 6908253 w 7050940"/>
                <a:gd name="connsiteY10" fmla="*/ 1260178 h 4201278"/>
                <a:gd name="connsiteX11" fmla="*/ 6878976 w 7050940"/>
                <a:gd name="connsiteY11" fmla="*/ 1120928 h 4201278"/>
                <a:gd name="connsiteX12" fmla="*/ 6809127 w 7050940"/>
                <a:gd name="connsiteY12" fmla="*/ 1033761 h 4201278"/>
                <a:gd name="connsiteX13" fmla="*/ 6764677 w 7050940"/>
                <a:gd name="connsiteY13" fmla="*/ 924803 h 4201278"/>
                <a:gd name="connsiteX14" fmla="*/ 6745627 w 7050940"/>
                <a:gd name="connsiteY14" fmla="*/ 757733 h 4201278"/>
                <a:gd name="connsiteX15" fmla="*/ 6891676 w 7050940"/>
                <a:gd name="connsiteY15" fmla="*/ 743208 h 4201278"/>
                <a:gd name="connsiteX16" fmla="*/ 7043719 w 7050940"/>
                <a:gd name="connsiteY16" fmla="*/ 756470 h 4201278"/>
                <a:gd name="connsiteX17" fmla="*/ 7025027 w 7050940"/>
                <a:gd name="connsiteY17" fmla="*/ 982913 h 4201278"/>
                <a:gd name="connsiteX18" fmla="*/ 6980577 w 7050940"/>
                <a:gd name="connsiteY18" fmla="*/ 1135454 h 4201278"/>
                <a:gd name="connsiteX19" fmla="*/ 6967876 w 7050940"/>
                <a:gd name="connsiteY19" fmla="*/ 1389689 h 4201278"/>
                <a:gd name="connsiteX20" fmla="*/ 6891676 w 7050940"/>
                <a:gd name="connsiteY20" fmla="*/ 1505912 h 4201278"/>
                <a:gd name="connsiteX21" fmla="*/ 6781253 w 7050940"/>
                <a:gd name="connsiteY21" fmla="*/ 1527504 h 4201278"/>
                <a:gd name="connsiteX22" fmla="*/ 6567468 w 7050940"/>
                <a:gd name="connsiteY22" fmla="*/ 1442743 h 4201278"/>
                <a:gd name="connsiteX23" fmla="*/ 6301126 w 7050940"/>
                <a:gd name="connsiteY23" fmla="*/ 1128188 h 4201278"/>
                <a:gd name="connsiteX24" fmla="*/ 6063703 w 7050940"/>
                <a:gd name="connsiteY24" fmla="*/ 1006957 h 4201278"/>
                <a:gd name="connsiteX25" fmla="*/ 5739853 w 7050940"/>
                <a:gd name="connsiteY25" fmla="*/ 987572 h 4201278"/>
                <a:gd name="connsiteX26" fmla="*/ 5557819 w 7050940"/>
                <a:gd name="connsiteY26" fmla="*/ 1063772 h 4201278"/>
                <a:gd name="connsiteX27" fmla="*/ 5439286 w 7050940"/>
                <a:gd name="connsiteY27" fmla="*/ 1182304 h 4201278"/>
                <a:gd name="connsiteX28" fmla="*/ 5227619 w 7050940"/>
                <a:gd name="connsiteY28" fmla="*/ 1563304 h 4201278"/>
                <a:gd name="connsiteX29" fmla="*/ 5049819 w 7050940"/>
                <a:gd name="connsiteY29" fmla="*/ 1715705 h 4201278"/>
                <a:gd name="connsiteX30" fmla="*/ 4685753 w 7050940"/>
                <a:gd name="connsiteY30" fmla="*/ 1880320 h 4201278"/>
                <a:gd name="connsiteX31" fmla="*/ 3911053 w 7050940"/>
                <a:gd name="connsiteY31" fmla="*/ 1917937 h 4201278"/>
                <a:gd name="connsiteX32" fmla="*/ 2950086 w 7050940"/>
                <a:gd name="connsiteY32" fmla="*/ 2098518 h 4201278"/>
                <a:gd name="connsiteX33" fmla="*/ 2069553 w 7050940"/>
                <a:gd name="connsiteY33" fmla="*/ 2815467 h 4201278"/>
                <a:gd name="connsiteX34" fmla="*/ 1514986 w 7050940"/>
                <a:gd name="connsiteY34" fmla="*/ 3516545 h 4201278"/>
                <a:gd name="connsiteX35" fmla="*/ 460886 w 7050940"/>
                <a:gd name="connsiteY35" fmla="*/ 4177603 h 4201278"/>
                <a:gd name="connsiteX36" fmla="*/ 143385 w 7050940"/>
                <a:gd name="connsiteY36" fmla="*/ 4062631 h 4201278"/>
                <a:gd name="connsiteX37" fmla="*/ 41786 w 7050940"/>
                <a:gd name="connsiteY37" fmla="*/ 2827777 h 4201278"/>
                <a:gd name="connsiteX38" fmla="*/ 820719 w 7050940"/>
                <a:gd name="connsiteY38" fmla="*/ 1165652 h 4201278"/>
                <a:gd name="connsiteX0" fmla="*/ 820719 w 7050940"/>
                <a:gd name="connsiteY0" fmla="*/ 1165652 h 4103460"/>
                <a:gd name="connsiteX1" fmla="*/ 2387053 w 7050940"/>
                <a:gd name="connsiteY1" fmla="*/ 2094 h 4103460"/>
                <a:gd name="connsiteX2" fmla="*/ 3559686 w 7050940"/>
                <a:gd name="connsiteY2" fmla="*/ 1444771 h 4103460"/>
                <a:gd name="connsiteX3" fmla="*/ 4956686 w 7050940"/>
                <a:gd name="connsiteY3" fmla="*/ 1639505 h 4103460"/>
                <a:gd name="connsiteX4" fmla="*/ 5456219 w 7050940"/>
                <a:gd name="connsiteY4" fmla="*/ 1004505 h 4103460"/>
                <a:gd name="connsiteX5" fmla="*/ 6021370 w 7050940"/>
                <a:gd name="connsiteY5" fmla="*/ 902951 h 4103460"/>
                <a:gd name="connsiteX6" fmla="*/ 6451053 w 7050940"/>
                <a:gd name="connsiteY6" fmla="*/ 1158485 h 4103460"/>
                <a:gd name="connsiteX7" fmla="*/ 6612275 w 7050940"/>
                <a:gd name="connsiteY7" fmla="*/ 1353370 h 4103460"/>
                <a:gd name="connsiteX8" fmla="*/ 6764675 w 7050940"/>
                <a:gd name="connsiteY8" fmla="*/ 1433272 h 4103460"/>
                <a:gd name="connsiteX9" fmla="*/ 6878975 w 7050940"/>
                <a:gd name="connsiteY9" fmla="*/ 1404217 h 4103460"/>
                <a:gd name="connsiteX10" fmla="*/ 6908253 w 7050940"/>
                <a:gd name="connsiteY10" fmla="*/ 1260178 h 4103460"/>
                <a:gd name="connsiteX11" fmla="*/ 6878976 w 7050940"/>
                <a:gd name="connsiteY11" fmla="*/ 1120928 h 4103460"/>
                <a:gd name="connsiteX12" fmla="*/ 6809127 w 7050940"/>
                <a:gd name="connsiteY12" fmla="*/ 1033761 h 4103460"/>
                <a:gd name="connsiteX13" fmla="*/ 6764677 w 7050940"/>
                <a:gd name="connsiteY13" fmla="*/ 924803 h 4103460"/>
                <a:gd name="connsiteX14" fmla="*/ 6745627 w 7050940"/>
                <a:gd name="connsiteY14" fmla="*/ 757733 h 4103460"/>
                <a:gd name="connsiteX15" fmla="*/ 6891676 w 7050940"/>
                <a:gd name="connsiteY15" fmla="*/ 743208 h 4103460"/>
                <a:gd name="connsiteX16" fmla="*/ 7043719 w 7050940"/>
                <a:gd name="connsiteY16" fmla="*/ 756470 h 4103460"/>
                <a:gd name="connsiteX17" fmla="*/ 7025027 w 7050940"/>
                <a:gd name="connsiteY17" fmla="*/ 982913 h 4103460"/>
                <a:gd name="connsiteX18" fmla="*/ 6980577 w 7050940"/>
                <a:gd name="connsiteY18" fmla="*/ 1135454 h 4103460"/>
                <a:gd name="connsiteX19" fmla="*/ 6967876 w 7050940"/>
                <a:gd name="connsiteY19" fmla="*/ 1389689 h 4103460"/>
                <a:gd name="connsiteX20" fmla="*/ 6891676 w 7050940"/>
                <a:gd name="connsiteY20" fmla="*/ 1505912 h 4103460"/>
                <a:gd name="connsiteX21" fmla="*/ 6781253 w 7050940"/>
                <a:gd name="connsiteY21" fmla="*/ 1527504 h 4103460"/>
                <a:gd name="connsiteX22" fmla="*/ 6567468 w 7050940"/>
                <a:gd name="connsiteY22" fmla="*/ 1442743 h 4103460"/>
                <a:gd name="connsiteX23" fmla="*/ 6301126 w 7050940"/>
                <a:gd name="connsiteY23" fmla="*/ 1128188 h 4103460"/>
                <a:gd name="connsiteX24" fmla="*/ 6063703 w 7050940"/>
                <a:gd name="connsiteY24" fmla="*/ 1006957 h 4103460"/>
                <a:gd name="connsiteX25" fmla="*/ 5739853 w 7050940"/>
                <a:gd name="connsiteY25" fmla="*/ 987572 h 4103460"/>
                <a:gd name="connsiteX26" fmla="*/ 5557819 w 7050940"/>
                <a:gd name="connsiteY26" fmla="*/ 1063772 h 4103460"/>
                <a:gd name="connsiteX27" fmla="*/ 5439286 w 7050940"/>
                <a:gd name="connsiteY27" fmla="*/ 1182304 h 4103460"/>
                <a:gd name="connsiteX28" fmla="*/ 5227619 w 7050940"/>
                <a:gd name="connsiteY28" fmla="*/ 1563304 h 4103460"/>
                <a:gd name="connsiteX29" fmla="*/ 5049819 w 7050940"/>
                <a:gd name="connsiteY29" fmla="*/ 1715705 h 4103460"/>
                <a:gd name="connsiteX30" fmla="*/ 4685753 w 7050940"/>
                <a:gd name="connsiteY30" fmla="*/ 1880320 h 4103460"/>
                <a:gd name="connsiteX31" fmla="*/ 3911053 w 7050940"/>
                <a:gd name="connsiteY31" fmla="*/ 1917937 h 4103460"/>
                <a:gd name="connsiteX32" fmla="*/ 2950086 w 7050940"/>
                <a:gd name="connsiteY32" fmla="*/ 2098518 h 4103460"/>
                <a:gd name="connsiteX33" fmla="*/ 2069553 w 7050940"/>
                <a:gd name="connsiteY33" fmla="*/ 2815467 h 4103460"/>
                <a:gd name="connsiteX34" fmla="*/ 1514986 w 7050940"/>
                <a:gd name="connsiteY34" fmla="*/ 3516545 h 4103460"/>
                <a:gd name="connsiteX35" fmla="*/ 625986 w 7050940"/>
                <a:gd name="connsiteY35" fmla="*/ 4061382 h 4103460"/>
                <a:gd name="connsiteX36" fmla="*/ 143385 w 7050940"/>
                <a:gd name="connsiteY36" fmla="*/ 4062631 h 4103460"/>
                <a:gd name="connsiteX37" fmla="*/ 41786 w 7050940"/>
                <a:gd name="connsiteY37" fmla="*/ 2827777 h 4103460"/>
                <a:gd name="connsiteX38" fmla="*/ 820719 w 7050940"/>
                <a:gd name="connsiteY38" fmla="*/ 1165652 h 4103460"/>
                <a:gd name="connsiteX0" fmla="*/ 820719 w 7050940"/>
                <a:gd name="connsiteY0" fmla="*/ 1165652 h 4103460"/>
                <a:gd name="connsiteX1" fmla="*/ 2387053 w 7050940"/>
                <a:gd name="connsiteY1" fmla="*/ 2094 h 4103460"/>
                <a:gd name="connsiteX2" fmla="*/ 3559686 w 7050940"/>
                <a:gd name="connsiteY2" fmla="*/ 1444771 h 4103460"/>
                <a:gd name="connsiteX3" fmla="*/ 4956686 w 7050940"/>
                <a:gd name="connsiteY3" fmla="*/ 1639505 h 4103460"/>
                <a:gd name="connsiteX4" fmla="*/ 5456219 w 7050940"/>
                <a:gd name="connsiteY4" fmla="*/ 1004505 h 4103460"/>
                <a:gd name="connsiteX5" fmla="*/ 6021370 w 7050940"/>
                <a:gd name="connsiteY5" fmla="*/ 902951 h 4103460"/>
                <a:gd name="connsiteX6" fmla="*/ 6451053 w 7050940"/>
                <a:gd name="connsiteY6" fmla="*/ 1158485 h 4103460"/>
                <a:gd name="connsiteX7" fmla="*/ 6612275 w 7050940"/>
                <a:gd name="connsiteY7" fmla="*/ 1353370 h 4103460"/>
                <a:gd name="connsiteX8" fmla="*/ 6764675 w 7050940"/>
                <a:gd name="connsiteY8" fmla="*/ 1433272 h 4103460"/>
                <a:gd name="connsiteX9" fmla="*/ 6878975 w 7050940"/>
                <a:gd name="connsiteY9" fmla="*/ 1404217 h 4103460"/>
                <a:gd name="connsiteX10" fmla="*/ 6908253 w 7050940"/>
                <a:gd name="connsiteY10" fmla="*/ 1260178 h 4103460"/>
                <a:gd name="connsiteX11" fmla="*/ 6878976 w 7050940"/>
                <a:gd name="connsiteY11" fmla="*/ 1120928 h 4103460"/>
                <a:gd name="connsiteX12" fmla="*/ 6809127 w 7050940"/>
                <a:gd name="connsiteY12" fmla="*/ 1033761 h 4103460"/>
                <a:gd name="connsiteX13" fmla="*/ 6764677 w 7050940"/>
                <a:gd name="connsiteY13" fmla="*/ 924803 h 4103460"/>
                <a:gd name="connsiteX14" fmla="*/ 6745627 w 7050940"/>
                <a:gd name="connsiteY14" fmla="*/ 757733 h 4103460"/>
                <a:gd name="connsiteX15" fmla="*/ 6891676 w 7050940"/>
                <a:gd name="connsiteY15" fmla="*/ 743208 h 4103460"/>
                <a:gd name="connsiteX16" fmla="*/ 7043719 w 7050940"/>
                <a:gd name="connsiteY16" fmla="*/ 756470 h 4103460"/>
                <a:gd name="connsiteX17" fmla="*/ 7025027 w 7050940"/>
                <a:gd name="connsiteY17" fmla="*/ 982913 h 4103460"/>
                <a:gd name="connsiteX18" fmla="*/ 6980577 w 7050940"/>
                <a:gd name="connsiteY18" fmla="*/ 1135454 h 4103460"/>
                <a:gd name="connsiteX19" fmla="*/ 6967876 w 7050940"/>
                <a:gd name="connsiteY19" fmla="*/ 1389689 h 4103460"/>
                <a:gd name="connsiteX20" fmla="*/ 6891676 w 7050940"/>
                <a:gd name="connsiteY20" fmla="*/ 1505912 h 4103460"/>
                <a:gd name="connsiteX21" fmla="*/ 6781253 w 7050940"/>
                <a:gd name="connsiteY21" fmla="*/ 1527504 h 4103460"/>
                <a:gd name="connsiteX22" fmla="*/ 6567468 w 7050940"/>
                <a:gd name="connsiteY22" fmla="*/ 1442743 h 4103460"/>
                <a:gd name="connsiteX23" fmla="*/ 6301126 w 7050940"/>
                <a:gd name="connsiteY23" fmla="*/ 1128188 h 4103460"/>
                <a:gd name="connsiteX24" fmla="*/ 6063703 w 7050940"/>
                <a:gd name="connsiteY24" fmla="*/ 1006957 h 4103460"/>
                <a:gd name="connsiteX25" fmla="*/ 5739853 w 7050940"/>
                <a:gd name="connsiteY25" fmla="*/ 987572 h 4103460"/>
                <a:gd name="connsiteX26" fmla="*/ 5557819 w 7050940"/>
                <a:gd name="connsiteY26" fmla="*/ 1063772 h 4103460"/>
                <a:gd name="connsiteX27" fmla="*/ 5439286 w 7050940"/>
                <a:gd name="connsiteY27" fmla="*/ 1182304 h 4103460"/>
                <a:gd name="connsiteX28" fmla="*/ 5227619 w 7050940"/>
                <a:gd name="connsiteY28" fmla="*/ 1563304 h 4103460"/>
                <a:gd name="connsiteX29" fmla="*/ 5049819 w 7050940"/>
                <a:gd name="connsiteY29" fmla="*/ 1715705 h 4103460"/>
                <a:gd name="connsiteX30" fmla="*/ 4685753 w 7050940"/>
                <a:gd name="connsiteY30" fmla="*/ 1880320 h 4103460"/>
                <a:gd name="connsiteX31" fmla="*/ 3911053 w 7050940"/>
                <a:gd name="connsiteY31" fmla="*/ 1917937 h 4103460"/>
                <a:gd name="connsiteX32" fmla="*/ 2950086 w 7050940"/>
                <a:gd name="connsiteY32" fmla="*/ 2098518 h 4103460"/>
                <a:gd name="connsiteX33" fmla="*/ 2069553 w 7050940"/>
                <a:gd name="connsiteY33" fmla="*/ 2815467 h 4103460"/>
                <a:gd name="connsiteX34" fmla="*/ 1514986 w 7050940"/>
                <a:gd name="connsiteY34" fmla="*/ 3516545 h 4103460"/>
                <a:gd name="connsiteX35" fmla="*/ 625986 w 7050940"/>
                <a:gd name="connsiteY35" fmla="*/ 4061382 h 4103460"/>
                <a:gd name="connsiteX36" fmla="*/ 143385 w 7050940"/>
                <a:gd name="connsiteY36" fmla="*/ 4062631 h 4103460"/>
                <a:gd name="connsiteX37" fmla="*/ 41786 w 7050940"/>
                <a:gd name="connsiteY37" fmla="*/ 2827777 h 4103460"/>
                <a:gd name="connsiteX38" fmla="*/ 820719 w 7050940"/>
                <a:gd name="connsiteY38" fmla="*/ 1165652 h 4103460"/>
                <a:gd name="connsiteX0" fmla="*/ 187895 w 7154716"/>
                <a:gd name="connsiteY0" fmla="*/ 2486123 h 4116439"/>
                <a:gd name="connsiteX1" fmla="*/ 2490829 w 7154716"/>
                <a:gd name="connsiteY1" fmla="*/ 15073 h 4116439"/>
                <a:gd name="connsiteX2" fmla="*/ 3663462 w 7154716"/>
                <a:gd name="connsiteY2" fmla="*/ 1457750 h 4116439"/>
                <a:gd name="connsiteX3" fmla="*/ 5060462 w 7154716"/>
                <a:gd name="connsiteY3" fmla="*/ 1652484 h 4116439"/>
                <a:gd name="connsiteX4" fmla="*/ 5559995 w 7154716"/>
                <a:gd name="connsiteY4" fmla="*/ 1017484 h 4116439"/>
                <a:gd name="connsiteX5" fmla="*/ 6125146 w 7154716"/>
                <a:gd name="connsiteY5" fmla="*/ 915930 h 4116439"/>
                <a:gd name="connsiteX6" fmla="*/ 6554829 w 7154716"/>
                <a:gd name="connsiteY6" fmla="*/ 1171464 h 4116439"/>
                <a:gd name="connsiteX7" fmla="*/ 6716051 w 7154716"/>
                <a:gd name="connsiteY7" fmla="*/ 1366349 h 4116439"/>
                <a:gd name="connsiteX8" fmla="*/ 6868451 w 7154716"/>
                <a:gd name="connsiteY8" fmla="*/ 1446251 h 4116439"/>
                <a:gd name="connsiteX9" fmla="*/ 6982751 w 7154716"/>
                <a:gd name="connsiteY9" fmla="*/ 1417196 h 4116439"/>
                <a:gd name="connsiteX10" fmla="*/ 7012029 w 7154716"/>
                <a:gd name="connsiteY10" fmla="*/ 1273157 h 4116439"/>
                <a:gd name="connsiteX11" fmla="*/ 6982752 w 7154716"/>
                <a:gd name="connsiteY11" fmla="*/ 1133907 h 4116439"/>
                <a:gd name="connsiteX12" fmla="*/ 6912903 w 7154716"/>
                <a:gd name="connsiteY12" fmla="*/ 1046740 h 4116439"/>
                <a:gd name="connsiteX13" fmla="*/ 6868453 w 7154716"/>
                <a:gd name="connsiteY13" fmla="*/ 937782 h 4116439"/>
                <a:gd name="connsiteX14" fmla="*/ 6849403 w 7154716"/>
                <a:gd name="connsiteY14" fmla="*/ 770712 h 4116439"/>
                <a:gd name="connsiteX15" fmla="*/ 6995452 w 7154716"/>
                <a:gd name="connsiteY15" fmla="*/ 756187 h 4116439"/>
                <a:gd name="connsiteX16" fmla="*/ 7147495 w 7154716"/>
                <a:gd name="connsiteY16" fmla="*/ 769449 h 4116439"/>
                <a:gd name="connsiteX17" fmla="*/ 7128803 w 7154716"/>
                <a:gd name="connsiteY17" fmla="*/ 995892 h 4116439"/>
                <a:gd name="connsiteX18" fmla="*/ 7084353 w 7154716"/>
                <a:gd name="connsiteY18" fmla="*/ 1148433 h 4116439"/>
                <a:gd name="connsiteX19" fmla="*/ 7071652 w 7154716"/>
                <a:gd name="connsiteY19" fmla="*/ 1402668 h 4116439"/>
                <a:gd name="connsiteX20" fmla="*/ 6995452 w 7154716"/>
                <a:gd name="connsiteY20" fmla="*/ 1518891 h 4116439"/>
                <a:gd name="connsiteX21" fmla="*/ 6885029 w 7154716"/>
                <a:gd name="connsiteY21" fmla="*/ 1540483 h 4116439"/>
                <a:gd name="connsiteX22" fmla="*/ 6671244 w 7154716"/>
                <a:gd name="connsiteY22" fmla="*/ 1455722 h 4116439"/>
                <a:gd name="connsiteX23" fmla="*/ 6404902 w 7154716"/>
                <a:gd name="connsiteY23" fmla="*/ 1141167 h 4116439"/>
                <a:gd name="connsiteX24" fmla="*/ 6167479 w 7154716"/>
                <a:gd name="connsiteY24" fmla="*/ 1019936 h 4116439"/>
                <a:gd name="connsiteX25" fmla="*/ 5843629 w 7154716"/>
                <a:gd name="connsiteY25" fmla="*/ 1000551 h 4116439"/>
                <a:gd name="connsiteX26" fmla="*/ 5661595 w 7154716"/>
                <a:gd name="connsiteY26" fmla="*/ 1076751 h 4116439"/>
                <a:gd name="connsiteX27" fmla="*/ 5543062 w 7154716"/>
                <a:gd name="connsiteY27" fmla="*/ 1195283 h 4116439"/>
                <a:gd name="connsiteX28" fmla="*/ 5331395 w 7154716"/>
                <a:gd name="connsiteY28" fmla="*/ 1576283 h 4116439"/>
                <a:gd name="connsiteX29" fmla="*/ 5153595 w 7154716"/>
                <a:gd name="connsiteY29" fmla="*/ 1728684 h 4116439"/>
                <a:gd name="connsiteX30" fmla="*/ 4789529 w 7154716"/>
                <a:gd name="connsiteY30" fmla="*/ 1893299 h 4116439"/>
                <a:gd name="connsiteX31" fmla="*/ 4014829 w 7154716"/>
                <a:gd name="connsiteY31" fmla="*/ 1930916 h 4116439"/>
                <a:gd name="connsiteX32" fmla="*/ 3053862 w 7154716"/>
                <a:gd name="connsiteY32" fmla="*/ 2111497 h 4116439"/>
                <a:gd name="connsiteX33" fmla="*/ 2173329 w 7154716"/>
                <a:gd name="connsiteY33" fmla="*/ 2828446 h 4116439"/>
                <a:gd name="connsiteX34" fmla="*/ 1618762 w 7154716"/>
                <a:gd name="connsiteY34" fmla="*/ 3529524 h 4116439"/>
                <a:gd name="connsiteX35" fmla="*/ 729762 w 7154716"/>
                <a:gd name="connsiteY35" fmla="*/ 4074361 h 4116439"/>
                <a:gd name="connsiteX36" fmla="*/ 247161 w 7154716"/>
                <a:gd name="connsiteY36" fmla="*/ 4075610 h 4116439"/>
                <a:gd name="connsiteX37" fmla="*/ 145562 w 7154716"/>
                <a:gd name="connsiteY37" fmla="*/ 2840756 h 4116439"/>
                <a:gd name="connsiteX38" fmla="*/ 187895 w 7154716"/>
                <a:gd name="connsiteY38" fmla="*/ 2486123 h 4116439"/>
                <a:gd name="connsiteX0" fmla="*/ 386103 w 7022724"/>
                <a:gd name="connsiteY0" fmla="*/ 2011139 h 4106341"/>
                <a:gd name="connsiteX1" fmla="*/ 2358837 w 7022724"/>
                <a:gd name="connsiteY1" fmla="*/ 4975 h 4106341"/>
                <a:gd name="connsiteX2" fmla="*/ 3531470 w 7022724"/>
                <a:gd name="connsiteY2" fmla="*/ 1447652 h 4106341"/>
                <a:gd name="connsiteX3" fmla="*/ 4928470 w 7022724"/>
                <a:gd name="connsiteY3" fmla="*/ 1642386 h 4106341"/>
                <a:gd name="connsiteX4" fmla="*/ 5428003 w 7022724"/>
                <a:gd name="connsiteY4" fmla="*/ 1007386 h 4106341"/>
                <a:gd name="connsiteX5" fmla="*/ 5993154 w 7022724"/>
                <a:gd name="connsiteY5" fmla="*/ 905832 h 4106341"/>
                <a:gd name="connsiteX6" fmla="*/ 6422837 w 7022724"/>
                <a:gd name="connsiteY6" fmla="*/ 1161366 h 4106341"/>
                <a:gd name="connsiteX7" fmla="*/ 6584059 w 7022724"/>
                <a:gd name="connsiteY7" fmla="*/ 1356251 h 4106341"/>
                <a:gd name="connsiteX8" fmla="*/ 6736459 w 7022724"/>
                <a:gd name="connsiteY8" fmla="*/ 1436153 h 4106341"/>
                <a:gd name="connsiteX9" fmla="*/ 6850759 w 7022724"/>
                <a:gd name="connsiteY9" fmla="*/ 1407098 h 4106341"/>
                <a:gd name="connsiteX10" fmla="*/ 6880037 w 7022724"/>
                <a:gd name="connsiteY10" fmla="*/ 1263059 h 4106341"/>
                <a:gd name="connsiteX11" fmla="*/ 6850760 w 7022724"/>
                <a:gd name="connsiteY11" fmla="*/ 1123809 h 4106341"/>
                <a:gd name="connsiteX12" fmla="*/ 6780911 w 7022724"/>
                <a:gd name="connsiteY12" fmla="*/ 1036642 h 4106341"/>
                <a:gd name="connsiteX13" fmla="*/ 6736461 w 7022724"/>
                <a:gd name="connsiteY13" fmla="*/ 927684 h 4106341"/>
                <a:gd name="connsiteX14" fmla="*/ 6717411 w 7022724"/>
                <a:gd name="connsiteY14" fmla="*/ 760614 h 4106341"/>
                <a:gd name="connsiteX15" fmla="*/ 6863460 w 7022724"/>
                <a:gd name="connsiteY15" fmla="*/ 746089 h 4106341"/>
                <a:gd name="connsiteX16" fmla="*/ 7015503 w 7022724"/>
                <a:gd name="connsiteY16" fmla="*/ 759351 h 4106341"/>
                <a:gd name="connsiteX17" fmla="*/ 6996811 w 7022724"/>
                <a:gd name="connsiteY17" fmla="*/ 985794 h 4106341"/>
                <a:gd name="connsiteX18" fmla="*/ 6952361 w 7022724"/>
                <a:gd name="connsiteY18" fmla="*/ 1138335 h 4106341"/>
                <a:gd name="connsiteX19" fmla="*/ 6939660 w 7022724"/>
                <a:gd name="connsiteY19" fmla="*/ 1392570 h 4106341"/>
                <a:gd name="connsiteX20" fmla="*/ 6863460 w 7022724"/>
                <a:gd name="connsiteY20" fmla="*/ 1508793 h 4106341"/>
                <a:gd name="connsiteX21" fmla="*/ 6753037 w 7022724"/>
                <a:gd name="connsiteY21" fmla="*/ 1530385 h 4106341"/>
                <a:gd name="connsiteX22" fmla="*/ 6539252 w 7022724"/>
                <a:gd name="connsiteY22" fmla="*/ 1445624 h 4106341"/>
                <a:gd name="connsiteX23" fmla="*/ 6272910 w 7022724"/>
                <a:gd name="connsiteY23" fmla="*/ 1131069 h 4106341"/>
                <a:gd name="connsiteX24" fmla="*/ 6035487 w 7022724"/>
                <a:gd name="connsiteY24" fmla="*/ 1009838 h 4106341"/>
                <a:gd name="connsiteX25" fmla="*/ 5711637 w 7022724"/>
                <a:gd name="connsiteY25" fmla="*/ 990453 h 4106341"/>
                <a:gd name="connsiteX26" fmla="*/ 5529603 w 7022724"/>
                <a:gd name="connsiteY26" fmla="*/ 1066653 h 4106341"/>
                <a:gd name="connsiteX27" fmla="*/ 5411070 w 7022724"/>
                <a:gd name="connsiteY27" fmla="*/ 1185185 h 4106341"/>
                <a:gd name="connsiteX28" fmla="*/ 5199403 w 7022724"/>
                <a:gd name="connsiteY28" fmla="*/ 1566185 h 4106341"/>
                <a:gd name="connsiteX29" fmla="*/ 5021603 w 7022724"/>
                <a:gd name="connsiteY29" fmla="*/ 1718586 h 4106341"/>
                <a:gd name="connsiteX30" fmla="*/ 4657537 w 7022724"/>
                <a:gd name="connsiteY30" fmla="*/ 1883201 h 4106341"/>
                <a:gd name="connsiteX31" fmla="*/ 3882837 w 7022724"/>
                <a:gd name="connsiteY31" fmla="*/ 1920818 h 4106341"/>
                <a:gd name="connsiteX32" fmla="*/ 2921870 w 7022724"/>
                <a:gd name="connsiteY32" fmla="*/ 2101399 h 4106341"/>
                <a:gd name="connsiteX33" fmla="*/ 2041337 w 7022724"/>
                <a:gd name="connsiteY33" fmla="*/ 2818348 h 4106341"/>
                <a:gd name="connsiteX34" fmla="*/ 1486770 w 7022724"/>
                <a:gd name="connsiteY34" fmla="*/ 3519426 h 4106341"/>
                <a:gd name="connsiteX35" fmla="*/ 597770 w 7022724"/>
                <a:gd name="connsiteY35" fmla="*/ 4064263 h 4106341"/>
                <a:gd name="connsiteX36" fmla="*/ 115169 w 7022724"/>
                <a:gd name="connsiteY36" fmla="*/ 4065512 h 4106341"/>
                <a:gd name="connsiteX37" fmla="*/ 13570 w 7022724"/>
                <a:gd name="connsiteY37" fmla="*/ 2830658 h 4106341"/>
                <a:gd name="connsiteX38" fmla="*/ 386103 w 7022724"/>
                <a:gd name="connsiteY38" fmla="*/ 2011139 h 4106341"/>
                <a:gd name="connsiteX0" fmla="*/ 223168 w 7075689"/>
                <a:gd name="connsiteY0" fmla="*/ 2456308 h 4115680"/>
                <a:gd name="connsiteX1" fmla="*/ 2411802 w 7075689"/>
                <a:gd name="connsiteY1" fmla="*/ 14314 h 4115680"/>
                <a:gd name="connsiteX2" fmla="*/ 3584435 w 7075689"/>
                <a:gd name="connsiteY2" fmla="*/ 1456991 h 4115680"/>
                <a:gd name="connsiteX3" fmla="*/ 4981435 w 7075689"/>
                <a:gd name="connsiteY3" fmla="*/ 1651725 h 4115680"/>
                <a:gd name="connsiteX4" fmla="*/ 5480968 w 7075689"/>
                <a:gd name="connsiteY4" fmla="*/ 1016725 h 4115680"/>
                <a:gd name="connsiteX5" fmla="*/ 6046119 w 7075689"/>
                <a:gd name="connsiteY5" fmla="*/ 915171 h 4115680"/>
                <a:gd name="connsiteX6" fmla="*/ 6475802 w 7075689"/>
                <a:gd name="connsiteY6" fmla="*/ 1170705 h 4115680"/>
                <a:gd name="connsiteX7" fmla="*/ 6637024 w 7075689"/>
                <a:gd name="connsiteY7" fmla="*/ 1365590 h 4115680"/>
                <a:gd name="connsiteX8" fmla="*/ 6789424 w 7075689"/>
                <a:gd name="connsiteY8" fmla="*/ 1445492 h 4115680"/>
                <a:gd name="connsiteX9" fmla="*/ 6903724 w 7075689"/>
                <a:gd name="connsiteY9" fmla="*/ 1416437 h 4115680"/>
                <a:gd name="connsiteX10" fmla="*/ 6933002 w 7075689"/>
                <a:gd name="connsiteY10" fmla="*/ 1272398 h 4115680"/>
                <a:gd name="connsiteX11" fmla="*/ 6903725 w 7075689"/>
                <a:gd name="connsiteY11" fmla="*/ 1133148 h 4115680"/>
                <a:gd name="connsiteX12" fmla="*/ 6833876 w 7075689"/>
                <a:gd name="connsiteY12" fmla="*/ 1045981 h 4115680"/>
                <a:gd name="connsiteX13" fmla="*/ 6789426 w 7075689"/>
                <a:gd name="connsiteY13" fmla="*/ 937023 h 4115680"/>
                <a:gd name="connsiteX14" fmla="*/ 6770376 w 7075689"/>
                <a:gd name="connsiteY14" fmla="*/ 769953 h 4115680"/>
                <a:gd name="connsiteX15" fmla="*/ 6916425 w 7075689"/>
                <a:gd name="connsiteY15" fmla="*/ 755428 h 4115680"/>
                <a:gd name="connsiteX16" fmla="*/ 7068468 w 7075689"/>
                <a:gd name="connsiteY16" fmla="*/ 768690 h 4115680"/>
                <a:gd name="connsiteX17" fmla="*/ 7049776 w 7075689"/>
                <a:gd name="connsiteY17" fmla="*/ 995133 h 4115680"/>
                <a:gd name="connsiteX18" fmla="*/ 7005326 w 7075689"/>
                <a:gd name="connsiteY18" fmla="*/ 1147674 h 4115680"/>
                <a:gd name="connsiteX19" fmla="*/ 6992625 w 7075689"/>
                <a:gd name="connsiteY19" fmla="*/ 1401909 h 4115680"/>
                <a:gd name="connsiteX20" fmla="*/ 6916425 w 7075689"/>
                <a:gd name="connsiteY20" fmla="*/ 1518132 h 4115680"/>
                <a:gd name="connsiteX21" fmla="*/ 6806002 w 7075689"/>
                <a:gd name="connsiteY21" fmla="*/ 1539724 h 4115680"/>
                <a:gd name="connsiteX22" fmla="*/ 6592217 w 7075689"/>
                <a:gd name="connsiteY22" fmla="*/ 1454963 h 4115680"/>
                <a:gd name="connsiteX23" fmla="*/ 6325875 w 7075689"/>
                <a:gd name="connsiteY23" fmla="*/ 1140408 h 4115680"/>
                <a:gd name="connsiteX24" fmla="*/ 6088452 w 7075689"/>
                <a:gd name="connsiteY24" fmla="*/ 1019177 h 4115680"/>
                <a:gd name="connsiteX25" fmla="*/ 5764602 w 7075689"/>
                <a:gd name="connsiteY25" fmla="*/ 999792 h 4115680"/>
                <a:gd name="connsiteX26" fmla="*/ 5582568 w 7075689"/>
                <a:gd name="connsiteY26" fmla="*/ 1075992 h 4115680"/>
                <a:gd name="connsiteX27" fmla="*/ 5464035 w 7075689"/>
                <a:gd name="connsiteY27" fmla="*/ 1194524 h 4115680"/>
                <a:gd name="connsiteX28" fmla="*/ 5252368 w 7075689"/>
                <a:gd name="connsiteY28" fmla="*/ 1575524 h 4115680"/>
                <a:gd name="connsiteX29" fmla="*/ 5074568 w 7075689"/>
                <a:gd name="connsiteY29" fmla="*/ 1727925 h 4115680"/>
                <a:gd name="connsiteX30" fmla="*/ 4710502 w 7075689"/>
                <a:gd name="connsiteY30" fmla="*/ 1892540 h 4115680"/>
                <a:gd name="connsiteX31" fmla="*/ 3935802 w 7075689"/>
                <a:gd name="connsiteY31" fmla="*/ 1930157 h 4115680"/>
                <a:gd name="connsiteX32" fmla="*/ 2974835 w 7075689"/>
                <a:gd name="connsiteY32" fmla="*/ 2110738 h 4115680"/>
                <a:gd name="connsiteX33" fmla="*/ 2094302 w 7075689"/>
                <a:gd name="connsiteY33" fmla="*/ 2827687 h 4115680"/>
                <a:gd name="connsiteX34" fmla="*/ 1539735 w 7075689"/>
                <a:gd name="connsiteY34" fmla="*/ 3528765 h 4115680"/>
                <a:gd name="connsiteX35" fmla="*/ 650735 w 7075689"/>
                <a:gd name="connsiteY35" fmla="*/ 4073602 h 4115680"/>
                <a:gd name="connsiteX36" fmla="*/ 168134 w 7075689"/>
                <a:gd name="connsiteY36" fmla="*/ 4074851 h 4115680"/>
                <a:gd name="connsiteX37" fmla="*/ 66535 w 7075689"/>
                <a:gd name="connsiteY37" fmla="*/ 2839997 h 4115680"/>
                <a:gd name="connsiteX38" fmla="*/ 223168 w 7075689"/>
                <a:gd name="connsiteY38" fmla="*/ 2456308 h 4115680"/>
                <a:gd name="connsiteX0" fmla="*/ 159332 w 7011853"/>
                <a:gd name="connsiteY0" fmla="*/ 2456308 h 4115680"/>
                <a:gd name="connsiteX1" fmla="*/ 2347966 w 7011853"/>
                <a:gd name="connsiteY1" fmla="*/ 14314 h 4115680"/>
                <a:gd name="connsiteX2" fmla="*/ 3520599 w 7011853"/>
                <a:gd name="connsiteY2" fmla="*/ 1456991 h 4115680"/>
                <a:gd name="connsiteX3" fmla="*/ 4917599 w 7011853"/>
                <a:gd name="connsiteY3" fmla="*/ 1651725 h 4115680"/>
                <a:gd name="connsiteX4" fmla="*/ 5417132 w 7011853"/>
                <a:gd name="connsiteY4" fmla="*/ 1016725 h 4115680"/>
                <a:gd name="connsiteX5" fmla="*/ 5982283 w 7011853"/>
                <a:gd name="connsiteY5" fmla="*/ 915171 h 4115680"/>
                <a:gd name="connsiteX6" fmla="*/ 6411966 w 7011853"/>
                <a:gd name="connsiteY6" fmla="*/ 1170705 h 4115680"/>
                <a:gd name="connsiteX7" fmla="*/ 6573188 w 7011853"/>
                <a:gd name="connsiteY7" fmla="*/ 1365590 h 4115680"/>
                <a:gd name="connsiteX8" fmla="*/ 6725588 w 7011853"/>
                <a:gd name="connsiteY8" fmla="*/ 1445492 h 4115680"/>
                <a:gd name="connsiteX9" fmla="*/ 6839888 w 7011853"/>
                <a:gd name="connsiteY9" fmla="*/ 1416437 h 4115680"/>
                <a:gd name="connsiteX10" fmla="*/ 6869166 w 7011853"/>
                <a:gd name="connsiteY10" fmla="*/ 1272398 h 4115680"/>
                <a:gd name="connsiteX11" fmla="*/ 6839889 w 7011853"/>
                <a:gd name="connsiteY11" fmla="*/ 1133148 h 4115680"/>
                <a:gd name="connsiteX12" fmla="*/ 6770040 w 7011853"/>
                <a:gd name="connsiteY12" fmla="*/ 1045981 h 4115680"/>
                <a:gd name="connsiteX13" fmla="*/ 6725590 w 7011853"/>
                <a:gd name="connsiteY13" fmla="*/ 937023 h 4115680"/>
                <a:gd name="connsiteX14" fmla="*/ 6706540 w 7011853"/>
                <a:gd name="connsiteY14" fmla="*/ 769953 h 4115680"/>
                <a:gd name="connsiteX15" fmla="*/ 6852589 w 7011853"/>
                <a:gd name="connsiteY15" fmla="*/ 755428 h 4115680"/>
                <a:gd name="connsiteX16" fmla="*/ 7004632 w 7011853"/>
                <a:gd name="connsiteY16" fmla="*/ 768690 h 4115680"/>
                <a:gd name="connsiteX17" fmla="*/ 6985940 w 7011853"/>
                <a:gd name="connsiteY17" fmla="*/ 995133 h 4115680"/>
                <a:gd name="connsiteX18" fmla="*/ 6941490 w 7011853"/>
                <a:gd name="connsiteY18" fmla="*/ 1147674 h 4115680"/>
                <a:gd name="connsiteX19" fmla="*/ 6928789 w 7011853"/>
                <a:gd name="connsiteY19" fmla="*/ 1401909 h 4115680"/>
                <a:gd name="connsiteX20" fmla="*/ 6852589 w 7011853"/>
                <a:gd name="connsiteY20" fmla="*/ 1518132 h 4115680"/>
                <a:gd name="connsiteX21" fmla="*/ 6742166 w 7011853"/>
                <a:gd name="connsiteY21" fmla="*/ 1539724 h 4115680"/>
                <a:gd name="connsiteX22" fmla="*/ 6528381 w 7011853"/>
                <a:gd name="connsiteY22" fmla="*/ 1454963 h 4115680"/>
                <a:gd name="connsiteX23" fmla="*/ 6262039 w 7011853"/>
                <a:gd name="connsiteY23" fmla="*/ 1140408 h 4115680"/>
                <a:gd name="connsiteX24" fmla="*/ 6024616 w 7011853"/>
                <a:gd name="connsiteY24" fmla="*/ 1019177 h 4115680"/>
                <a:gd name="connsiteX25" fmla="*/ 5700766 w 7011853"/>
                <a:gd name="connsiteY25" fmla="*/ 999792 h 4115680"/>
                <a:gd name="connsiteX26" fmla="*/ 5518732 w 7011853"/>
                <a:gd name="connsiteY26" fmla="*/ 1075992 h 4115680"/>
                <a:gd name="connsiteX27" fmla="*/ 5400199 w 7011853"/>
                <a:gd name="connsiteY27" fmla="*/ 1194524 h 4115680"/>
                <a:gd name="connsiteX28" fmla="*/ 5188532 w 7011853"/>
                <a:gd name="connsiteY28" fmla="*/ 1575524 h 4115680"/>
                <a:gd name="connsiteX29" fmla="*/ 5010732 w 7011853"/>
                <a:gd name="connsiteY29" fmla="*/ 1727925 h 4115680"/>
                <a:gd name="connsiteX30" fmla="*/ 4646666 w 7011853"/>
                <a:gd name="connsiteY30" fmla="*/ 1892540 h 4115680"/>
                <a:gd name="connsiteX31" fmla="*/ 3871966 w 7011853"/>
                <a:gd name="connsiteY31" fmla="*/ 1930157 h 4115680"/>
                <a:gd name="connsiteX32" fmla="*/ 2910999 w 7011853"/>
                <a:gd name="connsiteY32" fmla="*/ 2110738 h 4115680"/>
                <a:gd name="connsiteX33" fmla="*/ 2030466 w 7011853"/>
                <a:gd name="connsiteY33" fmla="*/ 2827687 h 4115680"/>
                <a:gd name="connsiteX34" fmla="*/ 1475899 w 7011853"/>
                <a:gd name="connsiteY34" fmla="*/ 3528765 h 4115680"/>
                <a:gd name="connsiteX35" fmla="*/ 586899 w 7011853"/>
                <a:gd name="connsiteY35" fmla="*/ 4073602 h 4115680"/>
                <a:gd name="connsiteX36" fmla="*/ 104298 w 7011853"/>
                <a:gd name="connsiteY36" fmla="*/ 4074851 h 4115680"/>
                <a:gd name="connsiteX37" fmla="*/ 2699 w 7011853"/>
                <a:gd name="connsiteY37" fmla="*/ 2839997 h 4115680"/>
                <a:gd name="connsiteX38" fmla="*/ 159332 w 7011853"/>
                <a:gd name="connsiteY38" fmla="*/ 2456308 h 4115680"/>
                <a:gd name="connsiteX0" fmla="*/ 157927 w 7010448"/>
                <a:gd name="connsiteY0" fmla="*/ 2456308 h 4115680"/>
                <a:gd name="connsiteX1" fmla="*/ 2346561 w 7010448"/>
                <a:gd name="connsiteY1" fmla="*/ 14314 h 4115680"/>
                <a:gd name="connsiteX2" fmla="*/ 3519194 w 7010448"/>
                <a:gd name="connsiteY2" fmla="*/ 1456991 h 4115680"/>
                <a:gd name="connsiteX3" fmla="*/ 4916194 w 7010448"/>
                <a:gd name="connsiteY3" fmla="*/ 1651725 h 4115680"/>
                <a:gd name="connsiteX4" fmla="*/ 5415727 w 7010448"/>
                <a:gd name="connsiteY4" fmla="*/ 1016725 h 4115680"/>
                <a:gd name="connsiteX5" fmla="*/ 5980878 w 7010448"/>
                <a:gd name="connsiteY5" fmla="*/ 915171 h 4115680"/>
                <a:gd name="connsiteX6" fmla="*/ 6410561 w 7010448"/>
                <a:gd name="connsiteY6" fmla="*/ 1170705 h 4115680"/>
                <a:gd name="connsiteX7" fmla="*/ 6571783 w 7010448"/>
                <a:gd name="connsiteY7" fmla="*/ 1365590 h 4115680"/>
                <a:gd name="connsiteX8" fmla="*/ 6724183 w 7010448"/>
                <a:gd name="connsiteY8" fmla="*/ 1445492 h 4115680"/>
                <a:gd name="connsiteX9" fmla="*/ 6838483 w 7010448"/>
                <a:gd name="connsiteY9" fmla="*/ 1416437 h 4115680"/>
                <a:gd name="connsiteX10" fmla="*/ 6867761 w 7010448"/>
                <a:gd name="connsiteY10" fmla="*/ 1272398 h 4115680"/>
                <a:gd name="connsiteX11" fmla="*/ 6838484 w 7010448"/>
                <a:gd name="connsiteY11" fmla="*/ 1133148 h 4115680"/>
                <a:gd name="connsiteX12" fmla="*/ 6768635 w 7010448"/>
                <a:gd name="connsiteY12" fmla="*/ 1045981 h 4115680"/>
                <a:gd name="connsiteX13" fmla="*/ 6724185 w 7010448"/>
                <a:gd name="connsiteY13" fmla="*/ 937023 h 4115680"/>
                <a:gd name="connsiteX14" fmla="*/ 6705135 w 7010448"/>
                <a:gd name="connsiteY14" fmla="*/ 769953 h 4115680"/>
                <a:gd name="connsiteX15" fmla="*/ 6851184 w 7010448"/>
                <a:gd name="connsiteY15" fmla="*/ 755428 h 4115680"/>
                <a:gd name="connsiteX16" fmla="*/ 7003227 w 7010448"/>
                <a:gd name="connsiteY16" fmla="*/ 768690 h 4115680"/>
                <a:gd name="connsiteX17" fmla="*/ 6984535 w 7010448"/>
                <a:gd name="connsiteY17" fmla="*/ 995133 h 4115680"/>
                <a:gd name="connsiteX18" fmla="*/ 6940085 w 7010448"/>
                <a:gd name="connsiteY18" fmla="*/ 1147674 h 4115680"/>
                <a:gd name="connsiteX19" fmla="*/ 6927384 w 7010448"/>
                <a:gd name="connsiteY19" fmla="*/ 1401909 h 4115680"/>
                <a:gd name="connsiteX20" fmla="*/ 6851184 w 7010448"/>
                <a:gd name="connsiteY20" fmla="*/ 1518132 h 4115680"/>
                <a:gd name="connsiteX21" fmla="*/ 6740761 w 7010448"/>
                <a:gd name="connsiteY21" fmla="*/ 1539724 h 4115680"/>
                <a:gd name="connsiteX22" fmla="*/ 6526976 w 7010448"/>
                <a:gd name="connsiteY22" fmla="*/ 1454963 h 4115680"/>
                <a:gd name="connsiteX23" fmla="*/ 6260634 w 7010448"/>
                <a:gd name="connsiteY23" fmla="*/ 1140408 h 4115680"/>
                <a:gd name="connsiteX24" fmla="*/ 6023211 w 7010448"/>
                <a:gd name="connsiteY24" fmla="*/ 1019177 h 4115680"/>
                <a:gd name="connsiteX25" fmla="*/ 5699361 w 7010448"/>
                <a:gd name="connsiteY25" fmla="*/ 999792 h 4115680"/>
                <a:gd name="connsiteX26" fmla="*/ 5517327 w 7010448"/>
                <a:gd name="connsiteY26" fmla="*/ 1075992 h 4115680"/>
                <a:gd name="connsiteX27" fmla="*/ 5398794 w 7010448"/>
                <a:gd name="connsiteY27" fmla="*/ 1194524 h 4115680"/>
                <a:gd name="connsiteX28" fmla="*/ 5187127 w 7010448"/>
                <a:gd name="connsiteY28" fmla="*/ 1575524 h 4115680"/>
                <a:gd name="connsiteX29" fmla="*/ 5009327 w 7010448"/>
                <a:gd name="connsiteY29" fmla="*/ 1727925 h 4115680"/>
                <a:gd name="connsiteX30" fmla="*/ 4645261 w 7010448"/>
                <a:gd name="connsiteY30" fmla="*/ 1892540 h 4115680"/>
                <a:gd name="connsiteX31" fmla="*/ 3870561 w 7010448"/>
                <a:gd name="connsiteY31" fmla="*/ 1930157 h 4115680"/>
                <a:gd name="connsiteX32" fmla="*/ 2909594 w 7010448"/>
                <a:gd name="connsiteY32" fmla="*/ 2110738 h 4115680"/>
                <a:gd name="connsiteX33" fmla="*/ 2029061 w 7010448"/>
                <a:gd name="connsiteY33" fmla="*/ 2827687 h 4115680"/>
                <a:gd name="connsiteX34" fmla="*/ 1474494 w 7010448"/>
                <a:gd name="connsiteY34" fmla="*/ 3528765 h 4115680"/>
                <a:gd name="connsiteX35" fmla="*/ 585494 w 7010448"/>
                <a:gd name="connsiteY35" fmla="*/ 4073602 h 4115680"/>
                <a:gd name="connsiteX36" fmla="*/ 102893 w 7010448"/>
                <a:gd name="connsiteY36" fmla="*/ 4074851 h 4115680"/>
                <a:gd name="connsiteX37" fmla="*/ 1294 w 7010448"/>
                <a:gd name="connsiteY37" fmla="*/ 2839997 h 4115680"/>
                <a:gd name="connsiteX38" fmla="*/ 157927 w 7010448"/>
                <a:gd name="connsiteY38" fmla="*/ 2456308 h 4115680"/>
                <a:gd name="connsiteX0" fmla="*/ 92117 w 7033538"/>
                <a:gd name="connsiteY0" fmla="*/ 2456308 h 4115680"/>
                <a:gd name="connsiteX1" fmla="*/ 2369651 w 7033538"/>
                <a:gd name="connsiteY1" fmla="*/ 14314 h 4115680"/>
                <a:gd name="connsiteX2" fmla="*/ 3542284 w 7033538"/>
                <a:gd name="connsiteY2" fmla="*/ 1456991 h 4115680"/>
                <a:gd name="connsiteX3" fmla="*/ 4939284 w 7033538"/>
                <a:gd name="connsiteY3" fmla="*/ 1651725 h 4115680"/>
                <a:gd name="connsiteX4" fmla="*/ 5438817 w 7033538"/>
                <a:gd name="connsiteY4" fmla="*/ 1016725 h 4115680"/>
                <a:gd name="connsiteX5" fmla="*/ 6003968 w 7033538"/>
                <a:gd name="connsiteY5" fmla="*/ 915171 h 4115680"/>
                <a:gd name="connsiteX6" fmla="*/ 6433651 w 7033538"/>
                <a:gd name="connsiteY6" fmla="*/ 1170705 h 4115680"/>
                <a:gd name="connsiteX7" fmla="*/ 6594873 w 7033538"/>
                <a:gd name="connsiteY7" fmla="*/ 1365590 h 4115680"/>
                <a:gd name="connsiteX8" fmla="*/ 6747273 w 7033538"/>
                <a:gd name="connsiteY8" fmla="*/ 1445492 h 4115680"/>
                <a:gd name="connsiteX9" fmla="*/ 6861573 w 7033538"/>
                <a:gd name="connsiteY9" fmla="*/ 1416437 h 4115680"/>
                <a:gd name="connsiteX10" fmla="*/ 6890851 w 7033538"/>
                <a:gd name="connsiteY10" fmla="*/ 1272398 h 4115680"/>
                <a:gd name="connsiteX11" fmla="*/ 6861574 w 7033538"/>
                <a:gd name="connsiteY11" fmla="*/ 1133148 h 4115680"/>
                <a:gd name="connsiteX12" fmla="*/ 6791725 w 7033538"/>
                <a:gd name="connsiteY12" fmla="*/ 1045981 h 4115680"/>
                <a:gd name="connsiteX13" fmla="*/ 6747275 w 7033538"/>
                <a:gd name="connsiteY13" fmla="*/ 937023 h 4115680"/>
                <a:gd name="connsiteX14" fmla="*/ 6728225 w 7033538"/>
                <a:gd name="connsiteY14" fmla="*/ 769953 h 4115680"/>
                <a:gd name="connsiteX15" fmla="*/ 6874274 w 7033538"/>
                <a:gd name="connsiteY15" fmla="*/ 755428 h 4115680"/>
                <a:gd name="connsiteX16" fmla="*/ 7026317 w 7033538"/>
                <a:gd name="connsiteY16" fmla="*/ 768690 h 4115680"/>
                <a:gd name="connsiteX17" fmla="*/ 7007625 w 7033538"/>
                <a:gd name="connsiteY17" fmla="*/ 995133 h 4115680"/>
                <a:gd name="connsiteX18" fmla="*/ 6963175 w 7033538"/>
                <a:gd name="connsiteY18" fmla="*/ 1147674 h 4115680"/>
                <a:gd name="connsiteX19" fmla="*/ 6950474 w 7033538"/>
                <a:gd name="connsiteY19" fmla="*/ 1401909 h 4115680"/>
                <a:gd name="connsiteX20" fmla="*/ 6874274 w 7033538"/>
                <a:gd name="connsiteY20" fmla="*/ 1518132 h 4115680"/>
                <a:gd name="connsiteX21" fmla="*/ 6763851 w 7033538"/>
                <a:gd name="connsiteY21" fmla="*/ 1539724 h 4115680"/>
                <a:gd name="connsiteX22" fmla="*/ 6550066 w 7033538"/>
                <a:gd name="connsiteY22" fmla="*/ 1454963 h 4115680"/>
                <a:gd name="connsiteX23" fmla="*/ 6283724 w 7033538"/>
                <a:gd name="connsiteY23" fmla="*/ 1140408 h 4115680"/>
                <a:gd name="connsiteX24" fmla="*/ 6046301 w 7033538"/>
                <a:gd name="connsiteY24" fmla="*/ 1019177 h 4115680"/>
                <a:gd name="connsiteX25" fmla="*/ 5722451 w 7033538"/>
                <a:gd name="connsiteY25" fmla="*/ 999792 h 4115680"/>
                <a:gd name="connsiteX26" fmla="*/ 5540417 w 7033538"/>
                <a:gd name="connsiteY26" fmla="*/ 1075992 h 4115680"/>
                <a:gd name="connsiteX27" fmla="*/ 5421884 w 7033538"/>
                <a:gd name="connsiteY27" fmla="*/ 1194524 h 4115680"/>
                <a:gd name="connsiteX28" fmla="*/ 5210217 w 7033538"/>
                <a:gd name="connsiteY28" fmla="*/ 1575524 h 4115680"/>
                <a:gd name="connsiteX29" fmla="*/ 5032417 w 7033538"/>
                <a:gd name="connsiteY29" fmla="*/ 1727925 h 4115680"/>
                <a:gd name="connsiteX30" fmla="*/ 4668351 w 7033538"/>
                <a:gd name="connsiteY30" fmla="*/ 1892540 h 4115680"/>
                <a:gd name="connsiteX31" fmla="*/ 3893651 w 7033538"/>
                <a:gd name="connsiteY31" fmla="*/ 1930157 h 4115680"/>
                <a:gd name="connsiteX32" fmla="*/ 2932684 w 7033538"/>
                <a:gd name="connsiteY32" fmla="*/ 2110738 h 4115680"/>
                <a:gd name="connsiteX33" fmla="*/ 2052151 w 7033538"/>
                <a:gd name="connsiteY33" fmla="*/ 2827687 h 4115680"/>
                <a:gd name="connsiteX34" fmla="*/ 1497584 w 7033538"/>
                <a:gd name="connsiteY34" fmla="*/ 3528765 h 4115680"/>
                <a:gd name="connsiteX35" fmla="*/ 608584 w 7033538"/>
                <a:gd name="connsiteY35" fmla="*/ 4073602 h 4115680"/>
                <a:gd name="connsiteX36" fmla="*/ 125983 w 7033538"/>
                <a:gd name="connsiteY36" fmla="*/ 4074851 h 4115680"/>
                <a:gd name="connsiteX37" fmla="*/ 24384 w 7033538"/>
                <a:gd name="connsiteY37" fmla="*/ 2839997 h 4115680"/>
                <a:gd name="connsiteX38" fmla="*/ 92117 w 7033538"/>
                <a:gd name="connsiteY38" fmla="*/ 2456308 h 4115680"/>
                <a:gd name="connsiteX0" fmla="*/ 92117 w 7033538"/>
                <a:gd name="connsiteY0" fmla="*/ 2501035 h 4116824"/>
                <a:gd name="connsiteX1" fmla="*/ 2369651 w 7033538"/>
                <a:gd name="connsiteY1" fmla="*/ 15458 h 4116824"/>
                <a:gd name="connsiteX2" fmla="*/ 3542284 w 7033538"/>
                <a:gd name="connsiteY2" fmla="*/ 1458135 h 4116824"/>
                <a:gd name="connsiteX3" fmla="*/ 4939284 w 7033538"/>
                <a:gd name="connsiteY3" fmla="*/ 1652869 h 4116824"/>
                <a:gd name="connsiteX4" fmla="*/ 5438817 w 7033538"/>
                <a:gd name="connsiteY4" fmla="*/ 1017869 h 4116824"/>
                <a:gd name="connsiteX5" fmla="*/ 6003968 w 7033538"/>
                <a:gd name="connsiteY5" fmla="*/ 916315 h 4116824"/>
                <a:gd name="connsiteX6" fmla="*/ 6433651 w 7033538"/>
                <a:gd name="connsiteY6" fmla="*/ 1171849 h 4116824"/>
                <a:gd name="connsiteX7" fmla="*/ 6594873 w 7033538"/>
                <a:gd name="connsiteY7" fmla="*/ 1366734 h 4116824"/>
                <a:gd name="connsiteX8" fmla="*/ 6747273 w 7033538"/>
                <a:gd name="connsiteY8" fmla="*/ 1446636 h 4116824"/>
                <a:gd name="connsiteX9" fmla="*/ 6861573 w 7033538"/>
                <a:gd name="connsiteY9" fmla="*/ 1417581 h 4116824"/>
                <a:gd name="connsiteX10" fmla="*/ 6890851 w 7033538"/>
                <a:gd name="connsiteY10" fmla="*/ 1273542 h 4116824"/>
                <a:gd name="connsiteX11" fmla="*/ 6861574 w 7033538"/>
                <a:gd name="connsiteY11" fmla="*/ 1134292 h 4116824"/>
                <a:gd name="connsiteX12" fmla="*/ 6791725 w 7033538"/>
                <a:gd name="connsiteY12" fmla="*/ 1047125 h 4116824"/>
                <a:gd name="connsiteX13" fmla="*/ 6747275 w 7033538"/>
                <a:gd name="connsiteY13" fmla="*/ 938167 h 4116824"/>
                <a:gd name="connsiteX14" fmla="*/ 6728225 w 7033538"/>
                <a:gd name="connsiteY14" fmla="*/ 771097 h 4116824"/>
                <a:gd name="connsiteX15" fmla="*/ 6874274 w 7033538"/>
                <a:gd name="connsiteY15" fmla="*/ 756572 h 4116824"/>
                <a:gd name="connsiteX16" fmla="*/ 7026317 w 7033538"/>
                <a:gd name="connsiteY16" fmla="*/ 769834 h 4116824"/>
                <a:gd name="connsiteX17" fmla="*/ 7007625 w 7033538"/>
                <a:gd name="connsiteY17" fmla="*/ 996277 h 4116824"/>
                <a:gd name="connsiteX18" fmla="*/ 6963175 w 7033538"/>
                <a:gd name="connsiteY18" fmla="*/ 1148818 h 4116824"/>
                <a:gd name="connsiteX19" fmla="*/ 6950474 w 7033538"/>
                <a:gd name="connsiteY19" fmla="*/ 1403053 h 4116824"/>
                <a:gd name="connsiteX20" fmla="*/ 6874274 w 7033538"/>
                <a:gd name="connsiteY20" fmla="*/ 1519276 h 4116824"/>
                <a:gd name="connsiteX21" fmla="*/ 6763851 w 7033538"/>
                <a:gd name="connsiteY21" fmla="*/ 1540868 h 4116824"/>
                <a:gd name="connsiteX22" fmla="*/ 6550066 w 7033538"/>
                <a:gd name="connsiteY22" fmla="*/ 1456107 h 4116824"/>
                <a:gd name="connsiteX23" fmla="*/ 6283724 w 7033538"/>
                <a:gd name="connsiteY23" fmla="*/ 1141552 h 4116824"/>
                <a:gd name="connsiteX24" fmla="*/ 6046301 w 7033538"/>
                <a:gd name="connsiteY24" fmla="*/ 1020321 h 4116824"/>
                <a:gd name="connsiteX25" fmla="*/ 5722451 w 7033538"/>
                <a:gd name="connsiteY25" fmla="*/ 1000936 h 4116824"/>
                <a:gd name="connsiteX26" fmla="*/ 5540417 w 7033538"/>
                <a:gd name="connsiteY26" fmla="*/ 1077136 h 4116824"/>
                <a:gd name="connsiteX27" fmla="*/ 5421884 w 7033538"/>
                <a:gd name="connsiteY27" fmla="*/ 1195668 h 4116824"/>
                <a:gd name="connsiteX28" fmla="*/ 5210217 w 7033538"/>
                <a:gd name="connsiteY28" fmla="*/ 1576668 h 4116824"/>
                <a:gd name="connsiteX29" fmla="*/ 5032417 w 7033538"/>
                <a:gd name="connsiteY29" fmla="*/ 1729069 h 4116824"/>
                <a:gd name="connsiteX30" fmla="*/ 4668351 w 7033538"/>
                <a:gd name="connsiteY30" fmla="*/ 1893684 h 4116824"/>
                <a:gd name="connsiteX31" fmla="*/ 3893651 w 7033538"/>
                <a:gd name="connsiteY31" fmla="*/ 1931301 h 4116824"/>
                <a:gd name="connsiteX32" fmla="*/ 2932684 w 7033538"/>
                <a:gd name="connsiteY32" fmla="*/ 2111882 h 4116824"/>
                <a:gd name="connsiteX33" fmla="*/ 2052151 w 7033538"/>
                <a:gd name="connsiteY33" fmla="*/ 2828831 h 4116824"/>
                <a:gd name="connsiteX34" fmla="*/ 1497584 w 7033538"/>
                <a:gd name="connsiteY34" fmla="*/ 3529909 h 4116824"/>
                <a:gd name="connsiteX35" fmla="*/ 608584 w 7033538"/>
                <a:gd name="connsiteY35" fmla="*/ 4074746 h 4116824"/>
                <a:gd name="connsiteX36" fmla="*/ 125983 w 7033538"/>
                <a:gd name="connsiteY36" fmla="*/ 4075995 h 4116824"/>
                <a:gd name="connsiteX37" fmla="*/ 24384 w 7033538"/>
                <a:gd name="connsiteY37" fmla="*/ 2841141 h 4116824"/>
                <a:gd name="connsiteX38" fmla="*/ 92117 w 7033538"/>
                <a:gd name="connsiteY38" fmla="*/ 2501035 h 4116824"/>
                <a:gd name="connsiteX0" fmla="*/ 68304 w 7009725"/>
                <a:gd name="connsiteY0" fmla="*/ 2499669 h 4115458"/>
                <a:gd name="connsiteX1" fmla="*/ 217529 w 7009725"/>
                <a:gd name="connsiteY1" fmla="*/ 2447461 h 4115458"/>
                <a:gd name="connsiteX2" fmla="*/ 2345838 w 7009725"/>
                <a:gd name="connsiteY2" fmla="*/ 14092 h 4115458"/>
                <a:gd name="connsiteX3" fmla="*/ 3518471 w 7009725"/>
                <a:gd name="connsiteY3" fmla="*/ 1456769 h 4115458"/>
                <a:gd name="connsiteX4" fmla="*/ 4915471 w 7009725"/>
                <a:gd name="connsiteY4" fmla="*/ 1651503 h 4115458"/>
                <a:gd name="connsiteX5" fmla="*/ 5415004 w 7009725"/>
                <a:gd name="connsiteY5" fmla="*/ 1016503 h 4115458"/>
                <a:gd name="connsiteX6" fmla="*/ 5980155 w 7009725"/>
                <a:gd name="connsiteY6" fmla="*/ 914949 h 4115458"/>
                <a:gd name="connsiteX7" fmla="*/ 6409838 w 7009725"/>
                <a:gd name="connsiteY7" fmla="*/ 1170483 h 4115458"/>
                <a:gd name="connsiteX8" fmla="*/ 6571060 w 7009725"/>
                <a:gd name="connsiteY8" fmla="*/ 1365368 h 4115458"/>
                <a:gd name="connsiteX9" fmla="*/ 6723460 w 7009725"/>
                <a:gd name="connsiteY9" fmla="*/ 1445270 h 4115458"/>
                <a:gd name="connsiteX10" fmla="*/ 6837760 w 7009725"/>
                <a:gd name="connsiteY10" fmla="*/ 1416215 h 4115458"/>
                <a:gd name="connsiteX11" fmla="*/ 6867038 w 7009725"/>
                <a:gd name="connsiteY11" fmla="*/ 1272176 h 4115458"/>
                <a:gd name="connsiteX12" fmla="*/ 6837761 w 7009725"/>
                <a:gd name="connsiteY12" fmla="*/ 1132926 h 4115458"/>
                <a:gd name="connsiteX13" fmla="*/ 6767912 w 7009725"/>
                <a:gd name="connsiteY13" fmla="*/ 1045759 h 4115458"/>
                <a:gd name="connsiteX14" fmla="*/ 6723462 w 7009725"/>
                <a:gd name="connsiteY14" fmla="*/ 936801 h 4115458"/>
                <a:gd name="connsiteX15" fmla="*/ 6704412 w 7009725"/>
                <a:gd name="connsiteY15" fmla="*/ 769731 h 4115458"/>
                <a:gd name="connsiteX16" fmla="*/ 6850461 w 7009725"/>
                <a:gd name="connsiteY16" fmla="*/ 755206 h 4115458"/>
                <a:gd name="connsiteX17" fmla="*/ 7002504 w 7009725"/>
                <a:gd name="connsiteY17" fmla="*/ 768468 h 4115458"/>
                <a:gd name="connsiteX18" fmla="*/ 6983812 w 7009725"/>
                <a:gd name="connsiteY18" fmla="*/ 994911 h 4115458"/>
                <a:gd name="connsiteX19" fmla="*/ 6939362 w 7009725"/>
                <a:gd name="connsiteY19" fmla="*/ 1147452 h 4115458"/>
                <a:gd name="connsiteX20" fmla="*/ 6926661 w 7009725"/>
                <a:gd name="connsiteY20" fmla="*/ 1401687 h 4115458"/>
                <a:gd name="connsiteX21" fmla="*/ 6850461 w 7009725"/>
                <a:gd name="connsiteY21" fmla="*/ 1517910 h 4115458"/>
                <a:gd name="connsiteX22" fmla="*/ 6740038 w 7009725"/>
                <a:gd name="connsiteY22" fmla="*/ 1539502 h 4115458"/>
                <a:gd name="connsiteX23" fmla="*/ 6526253 w 7009725"/>
                <a:gd name="connsiteY23" fmla="*/ 1454741 h 4115458"/>
                <a:gd name="connsiteX24" fmla="*/ 6259911 w 7009725"/>
                <a:gd name="connsiteY24" fmla="*/ 1140186 h 4115458"/>
                <a:gd name="connsiteX25" fmla="*/ 6022488 w 7009725"/>
                <a:gd name="connsiteY25" fmla="*/ 1018955 h 4115458"/>
                <a:gd name="connsiteX26" fmla="*/ 5698638 w 7009725"/>
                <a:gd name="connsiteY26" fmla="*/ 999570 h 4115458"/>
                <a:gd name="connsiteX27" fmla="*/ 5516604 w 7009725"/>
                <a:gd name="connsiteY27" fmla="*/ 1075770 h 4115458"/>
                <a:gd name="connsiteX28" fmla="*/ 5398071 w 7009725"/>
                <a:gd name="connsiteY28" fmla="*/ 1194302 h 4115458"/>
                <a:gd name="connsiteX29" fmla="*/ 5186404 w 7009725"/>
                <a:gd name="connsiteY29" fmla="*/ 1575302 h 4115458"/>
                <a:gd name="connsiteX30" fmla="*/ 5008604 w 7009725"/>
                <a:gd name="connsiteY30" fmla="*/ 1727703 h 4115458"/>
                <a:gd name="connsiteX31" fmla="*/ 4644538 w 7009725"/>
                <a:gd name="connsiteY31" fmla="*/ 1892318 h 4115458"/>
                <a:gd name="connsiteX32" fmla="*/ 3869838 w 7009725"/>
                <a:gd name="connsiteY32" fmla="*/ 1929935 h 4115458"/>
                <a:gd name="connsiteX33" fmla="*/ 2908871 w 7009725"/>
                <a:gd name="connsiteY33" fmla="*/ 2110516 h 4115458"/>
                <a:gd name="connsiteX34" fmla="*/ 2028338 w 7009725"/>
                <a:gd name="connsiteY34" fmla="*/ 2827465 h 4115458"/>
                <a:gd name="connsiteX35" fmla="*/ 1473771 w 7009725"/>
                <a:gd name="connsiteY35" fmla="*/ 3528543 h 4115458"/>
                <a:gd name="connsiteX36" fmla="*/ 584771 w 7009725"/>
                <a:gd name="connsiteY36" fmla="*/ 4073380 h 4115458"/>
                <a:gd name="connsiteX37" fmla="*/ 102170 w 7009725"/>
                <a:gd name="connsiteY37" fmla="*/ 4074629 h 4115458"/>
                <a:gd name="connsiteX38" fmla="*/ 571 w 7009725"/>
                <a:gd name="connsiteY38" fmla="*/ 2839775 h 4115458"/>
                <a:gd name="connsiteX39" fmla="*/ 68304 w 7009725"/>
                <a:gd name="connsiteY39" fmla="*/ 2499669 h 4115458"/>
                <a:gd name="connsiteX0" fmla="*/ 68304 w 7009725"/>
                <a:gd name="connsiteY0" fmla="*/ 2545960 h 4161749"/>
                <a:gd name="connsiteX1" fmla="*/ 217529 w 7009725"/>
                <a:gd name="connsiteY1" fmla="*/ 2493752 h 4161749"/>
                <a:gd name="connsiteX2" fmla="*/ 516447 w 7009725"/>
                <a:gd name="connsiteY2" fmla="*/ 3800481 h 4161749"/>
                <a:gd name="connsiteX3" fmla="*/ 2345838 w 7009725"/>
                <a:gd name="connsiteY3" fmla="*/ 60383 h 4161749"/>
                <a:gd name="connsiteX4" fmla="*/ 3518471 w 7009725"/>
                <a:gd name="connsiteY4" fmla="*/ 1503060 h 4161749"/>
                <a:gd name="connsiteX5" fmla="*/ 4915471 w 7009725"/>
                <a:gd name="connsiteY5" fmla="*/ 1697794 h 4161749"/>
                <a:gd name="connsiteX6" fmla="*/ 5415004 w 7009725"/>
                <a:gd name="connsiteY6" fmla="*/ 1062794 h 4161749"/>
                <a:gd name="connsiteX7" fmla="*/ 5980155 w 7009725"/>
                <a:gd name="connsiteY7" fmla="*/ 961240 h 4161749"/>
                <a:gd name="connsiteX8" fmla="*/ 6409838 w 7009725"/>
                <a:gd name="connsiteY8" fmla="*/ 1216774 h 4161749"/>
                <a:gd name="connsiteX9" fmla="*/ 6571060 w 7009725"/>
                <a:gd name="connsiteY9" fmla="*/ 1411659 h 4161749"/>
                <a:gd name="connsiteX10" fmla="*/ 6723460 w 7009725"/>
                <a:gd name="connsiteY10" fmla="*/ 1491561 h 4161749"/>
                <a:gd name="connsiteX11" fmla="*/ 6837760 w 7009725"/>
                <a:gd name="connsiteY11" fmla="*/ 1462506 h 4161749"/>
                <a:gd name="connsiteX12" fmla="*/ 6867038 w 7009725"/>
                <a:gd name="connsiteY12" fmla="*/ 1318467 h 4161749"/>
                <a:gd name="connsiteX13" fmla="*/ 6837761 w 7009725"/>
                <a:gd name="connsiteY13" fmla="*/ 1179217 h 4161749"/>
                <a:gd name="connsiteX14" fmla="*/ 6767912 w 7009725"/>
                <a:gd name="connsiteY14" fmla="*/ 1092050 h 4161749"/>
                <a:gd name="connsiteX15" fmla="*/ 6723462 w 7009725"/>
                <a:gd name="connsiteY15" fmla="*/ 983092 h 4161749"/>
                <a:gd name="connsiteX16" fmla="*/ 6704412 w 7009725"/>
                <a:gd name="connsiteY16" fmla="*/ 816022 h 4161749"/>
                <a:gd name="connsiteX17" fmla="*/ 6850461 w 7009725"/>
                <a:gd name="connsiteY17" fmla="*/ 801497 h 4161749"/>
                <a:gd name="connsiteX18" fmla="*/ 7002504 w 7009725"/>
                <a:gd name="connsiteY18" fmla="*/ 814759 h 4161749"/>
                <a:gd name="connsiteX19" fmla="*/ 6983812 w 7009725"/>
                <a:gd name="connsiteY19" fmla="*/ 1041202 h 4161749"/>
                <a:gd name="connsiteX20" fmla="*/ 6939362 w 7009725"/>
                <a:gd name="connsiteY20" fmla="*/ 1193743 h 4161749"/>
                <a:gd name="connsiteX21" fmla="*/ 6926661 w 7009725"/>
                <a:gd name="connsiteY21" fmla="*/ 1447978 h 4161749"/>
                <a:gd name="connsiteX22" fmla="*/ 6850461 w 7009725"/>
                <a:gd name="connsiteY22" fmla="*/ 1564201 h 4161749"/>
                <a:gd name="connsiteX23" fmla="*/ 6740038 w 7009725"/>
                <a:gd name="connsiteY23" fmla="*/ 1585793 h 4161749"/>
                <a:gd name="connsiteX24" fmla="*/ 6526253 w 7009725"/>
                <a:gd name="connsiteY24" fmla="*/ 1501032 h 4161749"/>
                <a:gd name="connsiteX25" fmla="*/ 6259911 w 7009725"/>
                <a:gd name="connsiteY25" fmla="*/ 1186477 h 4161749"/>
                <a:gd name="connsiteX26" fmla="*/ 6022488 w 7009725"/>
                <a:gd name="connsiteY26" fmla="*/ 1065246 h 4161749"/>
                <a:gd name="connsiteX27" fmla="*/ 5698638 w 7009725"/>
                <a:gd name="connsiteY27" fmla="*/ 1045861 h 4161749"/>
                <a:gd name="connsiteX28" fmla="*/ 5516604 w 7009725"/>
                <a:gd name="connsiteY28" fmla="*/ 1122061 h 4161749"/>
                <a:gd name="connsiteX29" fmla="*/ 5398071 w 7009725"/>
                <a:gd name="connsiteY29" fmla="*/ 1240593 h 4161749"/>
                <a:gd name="connsiteX30" fmla="*/ 5186404 w 7009725"/>
                <a:gd name="connsiteY30" fmla="*/ 1621593 h 4161749"/>
                <a:gd name="connsiteX31" fmla="*/ 5008604 w 7009725"/>
                <a:gd name="connsiteY31" fmla="*/ 1773994 h 4161749"/>
                <a:gd name="connsiteX32" fmla="*/ 4644538 w 7009725"/>
                <a:gd name="connsiteY32" fmla="*/ 1938609 h 4161749"/>
                <a:gd name="connsiteX33" fmla="*/ 3869838 w 7009725"/>
                <a:gd name="connsiteY33" fmla="*/ 1976226 h 4161749"/>
                <a:gd name="connsiteX34" fmla="*/ 2908871 w 7009725"/>
                <a:gd name="connsiteY34" fmla="*/ 2156807 h 4161749"/>
                <a:gd name="connsiteX35" fmla="*/ 2028338 w 7009725"/>
                <a:gd name="connsiteY35" fmla="*/ 2873756 h 4161749"/>
                <a:gd name="connsiteX36" fmla="*/ 1473771 w 7009725"/>
                <a:gd name="connsiteY36" fmla="*/ 3574834 h 4161749"/>
                <a:gd name="connsiteX37" fmla="*/ 584771 w 7009725"/>
                <a:gd name="connsiteY37" fmla="*/ 4119671 h 4161749"/>
                <a:gd name="connsiteX38" fmla="*/ 102170 w 7009725"/>
                <a:gd name="connsiteY38" fmla="*/ 4120920 h 4161749"/>
                <a:gd name="connsiteX39" fmla="*/ 571 w 7009725"/>
                <a:gd name="connsiteY39" fmla="*/ 2886066 h 4161749"/>
                <a:gd name="connsiteX40" fmla="*/ 68304 w 7009725"/>
                <a:gd name="connsiteY40" fmla="*/ 2545960 h 4161749"/>
                <a:gd name="connsiteX0" fmla="*/ 68304 w 7009725"/>
                <a:gd name="connsiteY0" fmla="*/ 2545960 h 4161749"/>
                <a:gd name="connsiteX1" fmla="*/ 217529 w 7009725"/>
                <a:gd name="connsiteY1" fmla="*/ 2493752 h 4161749"/>
                <a:gd name="connsiteX2" fmla="*/ 516447 w 7009725"/>
                <a:gd name="connsiteY2" fmla="*/ 3800481 h 4161749"/>
                <a:gd name="connsiteX3" fmla="*/ 2345838 w 7009725"/>
                <a:gd name="connsiteY3" fmla="*/ 60383 h 4161749"/>
                <a:gd name="connsiteX4" fmla="*/ 3518471 w 7009725"/>
                <a:gd name="connsiteY4" fmla="*/ 1503060 h 4161749"/>
                <a:gd name="connsiteX5" fmla="*/ 4915471 w 7009725"/>
                <a:gd name="connsiteY5" fmla="*/ 1697794 h 4161749"/>
                <a:gd name="connsiteX6" fmla="*/ 5415004 w 7009725"/>
                <a:gd name="connsiteY6" fmla="*/ 1062794 h 4161749"/>
                <a:gd name="connsiteX7" fmla="*/ 5980155 w 7009725"/>
                <a:gd name="connsiteY7" fmla="*/ 961240 h 4161749"/>
                <a:gd name="connsiteX8" fmla="*/ 6409838 w 7009725"/>
                <a:gd name="connsiteY8" fmla="*/ 1216774 h 4161749"/>
                <a:gd name="connsiteX9" fmla="*/ 6571060 w 7009725"/>
                <a:gd name="connsiteY9" fmla="*/ 1411659 h 4161749"/>
                <a:gd name="connsiteX10" fmla="*/ 6723460 w 7009725"/>
                <a:gd name="connsiteY10" fmla="*/ 1491561 h 4161749"/>
                <a:gd name="connsiteX11" fmla="*/ 6837760 w 7009725"/>
                <a:gd name="connsiteY11" fmla="*/ 1462506 h 4161749"/>
                <a:gd name="connsiteX12" fmla="*/ 6867038 w 7009725"/>
                <a:gd name="connsiteY12" fmla="*/ 1318467 h 4161749"/>
                <a:gd name="connsiteX13" fmla="*/ 6837761 w 7009725"/>
                <a:gd name="connsiteY13" fmla="*/ 1179217 h 4161749"/>
                <a:gd name="connsiteX14" fmla="*/ 6767912 w 7009725"/>
                <a:gd name="connsiteY14" fmla="*/ 1092050 h 4161749"/>
                <a:gd name="connsiteX15" fmla="*/ 6723462 w 7009725"/>
                <a:gd name="connsiteY15" fmla="*/ 983092 h 4161749"/>
                <a:gd name="connsiteX16" fmla="*/ 6704412 w 7009725"/>
                <a:gd name="connsiteY16" fmla="*/ 816022 h 4161749"/>
                <a:gd name="connsiteX17" fmla="*/ 6850461 w 7009725"/>
                <a:gd name="connsiteY17" fmla="*/ 801497 h 4161749"/>
                <a:gd name="connsiteX18" fmla="*/ 7002504 w 7009725"/>
                <a:gd name="connsiteY18" fmla="*/ 814759 h 4161749"/>
                <a:gd name="connsiteX19" fmla="*/ 6983812 w 7009725"/>
                <a:gd name="connsiteY19" fmla="*/ 1041202 h 4161749"/>
                <a:gd name="connsiteX20" fmla="*/ 6939362 w 7009725"/>
                <a:gd name="connsiteY20" fmla="*/ 1193743 h 4161749"/>
                <a:gd name="connsiteX21" fmla="*/ 6926661 w 7009725"/>
                <a:gd name="connsiteY21" fmla="*/ 1447978 h 4161749"/>
                <a:gd name="connsiteX22" fmla="*/ 6850461 w 7009725"/>
                <a:gd name="connsiteY22" fmla="*/ 1564201 h 4161749"/>
                <a:gd name="connsiteX23" fmla="*/ 6740038 w 7009725"/>
                <a:gd name="connsiteY23" fmla="*/ 1585793 h 4161749"/>
                <a:gd name="connsiteX24" fmla="*/ 6526253 w 7009725"/>
                <a:gd name="connsiteY24" fmla="*/ 1501032 h 4161749"/>
                <a:gd name="connsiteX25" fmla="*/ 6259911 w 7009725"/>
                <a:gd name="connsiteY25" fmla="*/ 1186477 h 4161749"/>
                <a:gd name="connsiteX26" fmla="*/ 6022488 w 7009725"/>
                <a:gd name="connsiteY26" fmla="*/ 1065246 h 4161749"/>
                <a:gd name="connsiteX27" fmla="*/ 5698638 w 7009725"/>
                <a:gd name="connsiteY27" fmla="*/ 1045861 h 4161749"/>
                <a:gd name="connsiteX28" fmla="*/ 5516604 w 7009725"/>
                <a:gd name="connsiteY28" fmla="*/ 1122061 h 4161749"/>
                <a:gd name="connsiteX29" fmla="*/ 5398071 w 7009725"/>
                <a:gd name="connsiteY29" fmla="*/ 1240593 h 4161749"/>
                <a:gd name="connsiteX30" fmla="*/ 5186404 w 7009725"/>
                <a:gd name="connsiteY30" fmla="*/ 1621593 h 4161749"/>
                <a:gd name="connsiteX31" fmla="*/ 5008604 w 7009725"/>
                <a:gd name="connsiteY31" fmla="*/ 1773994 h 4161749"/>
                <a:gd name="connsiteX32" fmla="*/ 4644538 w 7009725"/>
                <a:gd name="connsiteY32" fmla="*/ 1938609 h 4161749"/>
                <a:gd name="connsiteX33" fmla="*/ 3869838 w 7009725"/>
                <a:gd name="connsiteY33" fmla="*/ 1976226 h 4161749"/>
                <a:gd name="connsiteX34" fmla="*/ 2908871 w 7009725"/>
                <a:gd name="connsiteY34" fmla="*/ 2156807 h 4161749"/>
                <a:gd name="connsiteX35" fmla="*/ 2028338 w 7009725"/>
                <a:gd name="connsiteY35" fmla="*/ 2873756 h 4161749"/>
                <a:gd name="connsiteX36" fmla="*/ 1473771 w 7009725"/>
                <a:gd name="connsiteY36" fmla="*/ 3574834 h 4161749"/>
                <a:gd name="connsiteX37" fmla="*/ 584771 w 7009725"/>
                <a:gd name="connsiteY37" fmla="*/ 4119671 h 4161749"/>
                <a:gd name="connsiteX38" fmla="*/ 102170 w 7009725"/>
                <a:gd name="connsiteY38" fmla="*/ 4120920 h 4161749"/>
                <a:gd name="connsiteX39" fmla="*/ 571 w 7009725"/>
                <a:gd name="connsiteY39" fmla="*/ 2886066 h 4161749"/>
                <a:gd name="connsiteX40" fmla="*/ 68304 w 7009725"/>
                <a:gd name="connsiteY40" fmla="*/ 2545960 h 4161749"/>
                <a:gd name="connsiteX0" fmla="*/ 68304 w 7009725"/>
                <a:gd name="connsiteY0" fmla="*/ 2545960 h 4161749"/>
                <a:gd name="connsiteX1" fmla="*/ 217529 w 7009725"/>
                <a:gd name="connsiteY1" fmla="*/ 2493752 h 4161749"/>
                <a:gd name="connsiteX2" fmla="*/ 516447 w 7009725"/>
                <a:gd name="connsiteY2" fmla="*/ 3800481 h 4161749"/>
                <a:gd name="connsiteX3" fmla="*/ 2345838 w 7009725"/>
                <a:gd name="connsiteY3" fmla="*/ 60383 h 4161749"/>
                <a:gd name="connsiteX4" fmla="*/ 3518471 w 7009725"/>
                <a:gd name="connsiteY4" fmla="*/ 1503060 h 4161749"/>
                <a:gd name="connsiteX5" fmla="*/ 4915471 w 7009725"/>
                <a:gd name="connsiteY5" fmla="*/ 1697794 h 4161749"/>
                <a:gd name="connsiteX6" fmla="*/ 5415004 w 7009725"/>
                <a:gd name="connsiteY6" fmla="*/ 1062794 h 4161749"/>
                <a:gd name="connsiteX7" fmla="*/ 5980155 w 7009725"/>
                <a:gd name="connsiteY7" fmla="*/ 961240 h 4161749"/>
                <a:gd name="connsiteX8" fmla="*/ 6409838 w 7009725"/>
                <a:gd name="connsiteY8" fmla="*/ 1216774 h 4161749"/>
                <a:gd name="connsiteX9" fmla="*/ 6571060 w 7009725"/>
                <a:gd name="connsiteY9" fmla="*/ 1411659 h 4161749"/>
                <a:gd name="connsiteX10" fmla="*/ 6723460 w 7009725"/>
                <a:gd name="connsiteY10" fmla="*/ 1491561 h 4161749"/>
                <a:gd name="connsiteX11" fmla="*/ 6837760 w 7009725"/>
                <a:gd name="connsiteY11" fmla="*/ 1462506 h 4161749"/>
                <a:gd name="connsiteX12" fmla="*/ 6867038 w 7009725"/>
                <a:gd name="connsiteY12" fmla="*/ 1318467 h 4161749"/>
                <a:gd name="connsiteX13" fmla="*/ 6837761 w 7009725"/>
                <a:gd name="connsiteY13" fmla="*/ 1179217 h 4161749"/>
                <a:gd name="connsiteX14" fmla="*/ 6767912 w 7009725"/>
                <a:gd name="connsiteY14" fmla="*/ 1092050 h 4161749"/>
                <a:gd name="connsiteX15" fmla="*/ 6723462 w 7009725"/>
                <a:gd name="connsiteY15" fmla="*/ 983092 h 4161749"/>
                <a:gd name="connsiteX16" fmla="*/ 6704412 w 7009725"/>
                <a:gd name="connsiteY16" fmla="*/ 816022 h 4161749"/>
                <a:gd name="connsiteX17" fmla="*/ 6850461 w 7009725"/>
                <a:gd name="connsiteY17" fmla="*/ 801497 h 4161749"/>
                <a:gd name="connsiteX18" fmla="*/ 7002504 w 7009725"/>
                <a:gd name="connsiteY18" fmla="*/ 814759 h 4161749"/>
                <a:gd name="connsiteX19" fmla="*/ 6983812 w 7009725"/>
                <a:gd name="connsiteY19" fmla="*/ 1041202 h 4161749"/>
                <a:gd name="connsiteX20" fmla="*/ 6939362 w 7009725"/>
                <a:gd name="connsiteY20" fmla="*/ 1193743 h 4161749"/>
                <a:gd name="connsiteX21" fmla="*/ 6926661 w 7009725"/>
                <a:gd name="connsiteY21" fmla="*/ 1447978 h 4161749"/>
                <a:gd name="connsiteX22" fmla="*/ 6850461 w 7009725"/>
                <a:gd name="connsiteY22" fmla="*/ 1564201 h 4161749"/>
                <a:gd name="connsiteX23" fmla="*/ 6740038 w 7009725"/>
                <a:gd name="connsiteY23" fmla="*/ 1585793 h 4161749"/>
                <a:gd name="connsiteX24" fmla="*/ 6526253 w 7009725"/>
                <a:gd name="connsiteY24" fmla="*/ 1501032 h 4161749"/>
                <a:gd name="connsiteX25" fmla="*/ 6259911 w 7009725"/>
                <a:gd name="connsiteY25" fmla="*/ 1186477 h 4161749"/>
                <a:gd name="connsiteX26" fmla="*/ 6022488 w 7009725"/>
                <a:gd name="connsiteY26" fmla="*/ 1065246 h 4161749"/>
                <a:gd name="connsiteX27" fmla="*/ 5698638 w 7009725"/>
                <a:gd name="connsiteY27" fmla="*/ 1045861 h 4161749"/>
                <a:gd name="connsiteX28" fmla="*/ 5516604 w 7009725"/>
                <a:gd name="connsiteY28" fmla="*/ 1122061 h 4161749"/>
                <a:gd name="connsiteX29" fmla="*/ 5398071 w 7009725"/>
                <a:gd name="connsiteY29" fmla="*/ 1240593 h 4161749"/>
                <a:gd name="connsiteX30" fmla="*/ 5186404 w 7009725"/>
                <a:gd name="connsiteY30" fmla="*/ 1621593 h 4161749"/>
                <a:gd name="connsiteX31" fmla="*/ 5008604 w 7009725"/>
                <a:gd name="connsiteY31" fmla="*/ 1773994 h 4161749"/>
                <a:gd name="connsiteX32" fmla="*/ 4644538 w 7009725"/>
                <a:gd name="connsiteY32" fmla="*/ 1938609 h 4161749"/>
                <a:gd name="connsiteX33" fmla="*/ 3869838 w 7009725"/>
                <a:gd name="connsiteY33" fmla="*/ 1976226 h 4161749"/>
                <a:gd name="connsiteX34" fmla="*/ 2908871 w 7009725"/>
                <a:gd name="connsiteY34" fmla="*/ 2156807 h 4161749"/>
                <a:gd name="connsiteX35" fmla="*/ 2028338 w 7009725"/>
                <a:gd name="connsiteY35" fmla="*/ 2873756 h 4161749"/>
                <a:gd name="connsiteX36" fmla="*/ 1473771 w 7009725"/>
                <a:gd name="connsiteY36" fmla="*/ 3574834 h 4161749"/>
                <a:gd name="connsiteX37" fmla="*/ 584771 w 7009725"/>
                <a:gd name="connsiteY37" fmla="*/ 4119671 h 4161749"/>
                <a:gd name="connsiteX38" fmla="*/ 102170 w 7009725"/>
                <a:gd name="connsiteY38" fmla="*/ 4120920 h 4161749"/>
                <a:gd name="connsiteX39" fmla="*/ 571 w 7009725"/>
                <a:gd name="connsiteY39" fmla="*/ 2886066 h 4161749"/>
                <a:gd name="connsiteX40" fmla="*/ 68304 w 7009725"/>
                <a:gd name="connsiteY40" fmla="*/ 2545960 h 4161749"/>
                <a:gd name="connsiteX0" fmla="*/ 68304 w 7009725"/>
                <a:gd name="connsiteY0" fmla="*/ 2553711 h 4169500"/>
                <a:gd name="connsiteX1" fmla="*/ 217529 w 7009725"/>
                <a:gd name="connsiteY1" fmla="*/ 2501503 h 4169500"/>
                <a:gd name="connsiteX2" fmla="*/ 391319 w 7009725"/>
                <a:gd name="connsiteY2" fmla="*/ 3984400 h 4169500"/>
                <a:gd name="connsiteX3" fmla="*/ 2345838 w 7009725"/>
                <a:gd name="connsiteY3" fmla="*/ 68134 h 4169500"/>
                <a:gd name="connsiteX4" fmla="*/ 3518471 w 7009725"/>
                <a:gd name="connsiteY4" fmla="*/ 1510811 h 4169500"/>
                <a:gd name="connsiteX5" fmla="*/ 4915471 w 7009725"/>
                <a:gd name="connsiteY5" fmla="*/ 1705545 h 4169500"/>
                <a:gd name="connsiteX6" fmla="*/ 5415004 w 7009725"/>
                <a:gd name="connsiteY6" fmla="*/ 1070545 h 4169500"/>
                <a:gd name="connsiteX7" fmla="*/ 5980155 w 7009725"/>
                <a:gd name="connsiteY7" fmla="*/ 968991 h 4169500"/>
                <a:gd name="connsiteX8" fmla="*/ 6409838 w 7009725"/>
                <a:gd name="connsiteY8" fmla="*/ 1224525 h 4169500"/>
                <a:gd name="connsiteX9" fmla="*/ 6571060 w 7009725"/>
                <a:gd name="connsiteY9" fmla="*/ 1419410 h 4169500"/>
                <a:gd name="connsiteX10" fmla="*/ 6723460 w 7009725"/>
                <a:gd name="connsiteY10" fmla="*/ 1499312 h 4169500"/>
                <a:gd name="connsiteX11" fmla="*/ 6837760 w 7009725"/>
                <a:gd name="connsiteY11" fmla="*/ 1470257 h 4169500"/>
                <a:gd name="connsiteX12" fmla="*/ 6867038 w 7009725"/>
                <a:gd name="connsiteY12" fmla="*/ 1326218 h 4169500"/>
                <a:gd name="connsiteX13" fmla="*/ 6837761 w 7009725"/>
                <a:gd name="connsiteY13" fmla="*/ 1186968 h 4169500"/>
                <a:gd name="connsiteX14" fmla="*/ 6767912 w 7009725"/>
                <a:gd name="connsiteY14" fmla="*/ 1099801 h 4169500"/>
                <a:gd name="connsiteX15" fmla="*/ 6723462 w 7009725"/>
                <a:gd name="connsiteY15" fmla="*/ 990843 h 4169500"/>
                <a:gd name="connsiteX16" fmla="*/ 6704412 w 7009725"/>
                <a:gd name="connsiteY16" fmla="*/ 823773 h 4169500"/>
                <a:gd name="connsiteX17" fmla="*/ 6850461 w 7009725"/>
                <a:gd name="connsiteY17" fmla="*/ 809248 h 4169500"/>
                <a:gd name="connsiteX18" fmla="*/ 7002504 w 7009725"/>
                <a:gd name="connsiteY18" fmla="*/ 822510 h 4169500"/>
                <a:gd name="connsiteX19" fmla="*/ 6983812 w 7009725"/>
                <a:gd name="connsiteY19" fmla="*/ 1048953 h 4169500"/>
                <a:gd name="connsiteX20" fmla="*/ 6939362 w 7009725"/>
                <a:gd name="connsiteY20" fmla="*/ 1201494 h 4169500"/>
                <a:gd name="connsiteX21" fmla="*/ 6926661 w 7009725"/>
                <a:gd name="connsiteY21" fmla="*/ 1455729 h 4169500"/>
                <a:gd name="connsiteX22" fmla="*/ 6850461 w 7009725"/>
                <a:gd name="connsiteY22" fmla="*/ 1571952 h 4169500"/>
                <a:gd name="connsiteX23" fmla="*/ 6740038 w 7009725"/>
                <a:gd name="connsiteY23" fmla="*/ 1593544 h 4169500"/>
                <a:gd name="connsiteX24" fmla="*/ 6526253 w 7009725"/>
                <a:gd name="connsiteY24" fmla="*/ 1508783 h 4169500"/>
                <a:gd name="connsiteX25" fmla="*/ 6259911 w 7009725"/>
                <a:gd name="connsiteY25" fmla="*/ 1194228 h 4169500"/>
                <a:gd name="connsiteX26" fmla="*/ 6022488 w 7009725"/>
                <a:gd name="connsiteY26" fmla="*/ 1072997 h 4169500"/>
                <a:gd name="connsiteX27" fmla="*/ 5698638 w 7009725"/>
                <a:gd name="connsiteY27" fmla="*/ 1053612 h 4169500"/>
                <a:gd name="connsiteX28" fmla="*/ 5516604 w 7009725"/>
                <a:gd name="connsiteY28" fmla="*/ 1129812 h 4169500"/>
                <a:gd name="connsiteX29" fmla="*/ 5398071 w 7009725"/>
                <a:gd name="connsiteY29" fmla="*/ 1248344 h 4169500"/>
                <a:gd name="connsiteX30" fmla="*/ 5186404 w 7009725"/>
                <a:gd name="connsiteY30" fmla="*/ 1629344 h 4169500"/>
                <a:gd name="connsiteX31" fmla="*/ 5008604 w 7009725"/>
                <a:gd name="connsiteY31" fmla="*/ 1781745 h 4169500"/>
                <a:gd name="connsiteX32" fmla="*/ 4644538 w 7009725"/>
                <a:gd name="connsiteY32" fmla="*/ 1946360 h 4169500"/>
                <a:gd name="connsiteX33" fmla="*/ 3869838 w 7009725"/>
                <a:gd name="connsiteY33" fmla="*/ 1983977 h 4169500"/>
                <a:gd name="connsiteX34" fmla="*/ 2908871 w 7009725"/>
                <a:gd name="connsiteY34" fmla="*/ 2164558 h 4169500"/>
                <a:gd name="connsiteX35" fmla="*/ 2028338 w 7009725"/>
                <a:gd name="connsiteY35" fmla="*/ 2881507 h 4169500"/>
                <a:gd name="connsiteX36" fmla="*/ 1473771 w 7009725"/>
                <a:gd name="connsiteY36" fmla="*/ 3582585 h 4169500"/>
                <a:gd name="connsiteX37" fmla="*/ 584771 w 7009725"/>
                <a:gd name="connsiteY37" fmla="*/ 4127422 h 4169500"/>
                <a:gd name="connsiteX38" fmla="*/ 102170 w 7009725"/>
                <a:gd name="connsiteY38" fmla="*/ 4128671 h 4169500"/>
                <a:gd name="connsiteX39" fmla="*/ 571 w 7009725"/>
                <a:gd name="connsiteY39" fmla="*/ 2893817 h 4169500"/>
                <a:gd name="connsiteX40" fmla="*/ 68304 w 7009725"/>
                <a:gd name="connsiteY40" fmla="*/ 2553711 h 4169500"/>
                <a:gd name="connsiteX0" fmla="*/ 108360 w 7049781"/>
                <a:gd name="connsiteY0" fmla="*/ 2553711 h 4169500"/>
                <a:gd name="connsiteX1" fmla="*/ 257585 w 7049781"/>
                <a:gd name="connsiteY1" fmla="*/ 2501503 h 4169500"/>
                <a:gd name="connsiteX2" fmla="*/ 431375 w 7049781"/>
                <a:gd name="connsiteY2" fmla="*/ 3984400 h 4169500"/>
                <a:gd name="connsiteX3" fmla="*/ 2385894 w 7049781"/>
                <a:gd name="connsiteY3" fmla="*/ 68134 h 4169500"/>
                <a:gd name="connsiteX4" fmla="*/ 3558527 w 7049781"/>
                <a:gd name="connsiteY4" fmla="*/ 1510811 h 4169500"/>
                <a:gd name="connsiteX5" fmla="*/ 4955527 w 7049781"/>
                <a:gd name="connsiteY5" fmla="*/ 1705545 h 4169500"/>
                <a:gd name="connsiteX6" fmla="*/ 5455060 w 7049781"/>
                <a:gd name="connsiteY6" fmla="*/ 1070545 h 4169500"/>
                <a:gd name="connsiteX7" fmla="*/ 6020211 w 7049781"/>
                <a:gd name="connsiteY7" fmla="*/ 968991 h 4169500"/>
                <a:gd name="connsiteX8" fmla="*/ 6449894 w 7049781"/>
                <a:gd name="connsiteY8" fmla="*/ 1224525 h 4169500"/>
                <a:gd name="connsiteX9" fmla="*/ 6611116 w 7049781"/>
                <a:gd name="connsiteY9" fmla="*/ 1419410 h 4169500"/>
                <a:gd name="connsiteX10" fmla="*/ 6763516 w 7049781"/>
                <a:gd name="connsiteY10" fmla="*/ 1499312 h 4169500"/>
                <a:gd name="connsiteX11" fmla="*/ 6877816 w 7049781"/>
                <a:gd name="connsiteY11" fmla="*/ 1470257 h 4169500"/>
                <a:gd name="connsiteX12" fmla="*/ 6907094 w 7049781"/>
                <a:gd name="connsiteY12" fmla="*/ 1326218 h 4169500"/>
                <a:gd name="connsiteX13" fmla="*/ 6877817 w 7049781"/>
                <a:gd name="connsiteY13" fmla="*/ 1186968 h 4169500"/>
                <a:gd name="connsiteX14" fmla="*/ 6807968 w 7049781"/>
                <a:gd name="connsiteY14" fmla="*/ 1099801 h 4169500"/>
                <a:gd name="connsiteX15" fmla="*/ 6763518 w 7049781"/>
                <a:gd name="connsiteY15" fmla="*/ 990843 h 4169500"/>
                <a:gd name="connsiteX16" fmla="*/ 6744468 w 7049781"/>
                <a:gd name="connsiteY16" fmla="*/ 823773 h 4169500"/>
                <a:gd name="connsiteX17" fmla="*/ 6890517 w 7049781"/>
                <a:gd name="connsiteY17" fmla="*/ 809248 h 4169500"/>
                <a:gd name="connsiteX18" fmla="*/ 7042560 w 7049781"/>
                <a:gd name="connsiteY18" fmla="*/ 822510 h 4169500"/>
                <a:gd name="connsiteX19" fmla="*/ 7023868 w 7049781"/>
                <a:gd name="connsiteY19" fmla="*/ 1048953 h 4169500"/>
                <a:gd name="connsiteX20" fmla="*/ 6979418 w 7049781"/>
                <a:gd name="connsiteY20" fmla="*/ 1201494 h 4169500"/>
                <a:gd name="connsiteX21" fmla="*/ 6966717 w 7049781"/>
                <a:gd name="connsiteY21" fmla="*/ 1455729 h 4169500"/>
                <a:gd name="connsiteX22" fmla="*/ 6890517 w 7049781"/>
                <a:gd name="connsiteY22" fmla="*/ 1571952 h 4169500"/>
                <a:gd name="connsiteX23" fmla="*/ 6780094 w 7049781"/>
                <a:gd name="connsiteY23" fmla="*/ 1593544 h 4169500"/>
                <a:gd name="connsiteX24" fmla="*/ 6566309 w 7049781"/>
                <a:gd name="connsiteY24" fmla="*/ 1508783 h 4169500"/>
                <a:gd name="connsiteX25" fmla="*/ 6299967 w 7049781"/>
                <a:gd name="connsiteY25" fmla="*/ 1194228 h 4169500"/>
                <a:gd name="connsiteX26" fmla="*/ 6062544 w 7049781"/>
                <a:gd name="connsiteY26" fmla="*/ 1072997 h 4169500"/>
                <a:gd name="connsiteX27" fmla="*/ 5738694 w 7049781"/>
                <a:gd name="connsiteY27" fmla="*/ 1053612 h 4169500"/>
                <a:gd name="connsiteX28" fmla="*/ 5556660 w 7049781"/>
                <a:gd name="connsiteY28" fmla="*/ 1129812 h 4169500"/>
                <a:gd name="connsiteX29" fmla="*/ 5438127 w 7049781"/>
                <a:gd name="connsiteY29" fmla="*/ 1248344 h 4169500"/>
                <a:gd name="connsiteX30" fmla="*/ 5226460 w 7049781"/>
                <a:gd name="connsiteY30" fmla="*/ 1629344 h 4169500"/>
                <a:gd name="connsiteX31" fmla="*/ 5048660 w 7049781"/>
                <a:gd name="connsiteY31" fmla="*/ 1781745 h 4169500"/>
                <a:gd name="connsiteX32" fmla="*/ 4684594 w 7049781"/>
                <a:gd name="connsiteY32" fmla="*/ 1946360 h 4169500"/>
                <a:gd name="connsiteX33" fmla="*/ 3909894 w 7049781"/>
                <a:gd name="connsiteY33" fmla="*/ 1983977 h 4169500"/>
                <a:gd name="connsiteX34" fmla="*/ 2948927 w 7049781"/>
                <a:gd name="connsiteY34" fmla="*/ 2164558 h 4169500"/>
                <a:gd name="connsiteX35" fmla="*/ 2068394 w 7049781"/>
                <a:gd name="connsiteY35" fmla="*/ 2881507 h 4169500"/>
                <a:gd name="connsiteX36" fmla="*/ 1513827 w 7049781"/>
                <a:gd name="connsiteY36" fmla="*/ 3582585 h 4169500"/>
                <a:gd name="connsiteX37" fmla="*/ 624827 w 7049781"/>
                <a:gd name="connsiteY37" fmla="*/ 4127422 h 4169500"/>
                <a:gd name="connsiteX38" fmla="*/ 142226 w 7049781"/>
                <a:gd name="connsiteY38" fmla="*/ 4128671 h 4169500"/>
                <a:gd name="connsiteX39" fmla="*/ 40627 w 7049781"/>
                <a:gd name="connsiteY39" fmla="*/ 2893817 h 4169500"/>
                <a:gd name="connsiteX40" fmla="*/ 108360 w 7049781"/>
                <a:gd name="connsiteY40" fmla="*/ 2553711 h 4169500"/>
                <a:gd name="connsiteX0" fmla="*/ 108360 w 7049781"/>
                <a:gd name="connsiteY0" fmla="*/ 2553711 h 4169500"/>
                <a:gd name="connsiteX1" fmla="*/ 257585 w 7049781"/>
                <a:gd name="connsiteY1" fmla="*/ 2501503 h 4169500"/>
                <a:gd name="connsiteX2" fmla="*/ 431375 w 7049781"/>
                <a:gd name="connsiteY2" fmla="*/ 3984400 h 4169500"/>
                <a:gd name="connsiteX3" fmla="*/ 2385894 w 7049781"/>
                <a:gd name="connsiteY3" fmla="*/ 68134 h 4169500"/>
                <a:gd name="connsiteX4" fmla="*/ 3558527 w 7049781"/>
                <a:gd name="connsiteY4" fmla="*/ 1510811 h 4169500"/>
                <a:gd name="connsiteX5" fmla="*/ 4955527 w 7049781"/>
                <a:gd name="connsiteY5" fmla="*/ 1705545 h 4169500"/>
                <a:gd name="connsiteX6" fmla="*/ 5455060 w 7049781"/>
                <a:gd name="connsiteY6" fmla="*/ 1070545 h 4169500"/>
                <a:gd name="connsiteX7" fmla="*/ 6020211 w 7049781"/>
                <a:gd name="connsiteY7" fmla="*/ 968991 h 4169500"/>
                <a:gd name="connsiteX8" fmla="*/ 6449894 w 7049781"/>
                <a:gd name="connsiteY8" fmla="*/ 1224525 h 4169500"/>
                <a:gd name="connsiteX9" fmla="*/ 6611116 w 7049781"/>
                <a:gd name="connsiteY9" fmla="*/ 1419410 h 4169500"/>
                <a:gd name="connsiteX10" fmla="*/ 6763516 w 7049781"/>
                <a:gd name="connsiteY10" fmla="*/ 1499312 h 4169500"/>
                <a:gd name="connsiteX11" fmla="*/ 6877816 w 7049781"/>
                <a:gd name="connsiteY11" fmla="*/ 1470257 h 4169500"/>
                <a:gd name="connsiteX12" fmla="*/ 6907094 w 7049781"/>
                <a:gd name="connsiteY12" fmla="*/ 1326218 h 4169500"/>
                <a:gd name="connsiteX13" fmla="*/ 6877817 w 7049781"/>
                <a:gd name="connsiteY13" fmla="*/ 1186968 h 4169500"/>
                <a:gd name="connsiteX14" fmla="*/ 6807968 w 7049781"/>
                <a:gd name="connsiteY14" fmla="*/ 1099801 h 4169500"/>
                <a:gd name="connsiteX15" fmla="*/ 6763518 w 7049781"/>
                <a:gd name="connsiteY15" fmla="*/ 990843 h 4169500"/>
                <a:gd name="connsiteX16" fmla="*/ 6744468 w 7049781"/>
                <a:gd name="connsiteY16" fmla="*/ 823773 h 4169500"/>
                <a:gd name="connsiteX17" fmla="*/ 6890517 w 7049781"/>
                <a:gd name="connsiteY17" fmla="*/ 809248 h 4169500"/>
                <a:gd name="connsiteX18" fmla="*/ 7042560 w 7049781"/>
                <a:gd name="connsiteY18" fmla="*/ 822510 h 4169500"/>
                <a:gd name="connsiteX19" fmla="*/ 7023868 w 7049781"/>
                <a:gd name="connsiteY19" fmla="*/ 1048953 h 4169500"/>
                <a:gd name="connsiteX20" fmla="*/ 6979418 w 7049781"/>
                <a:gd name="connsiteY20" fmla="*/ 1201494 h 4169500"/>
                <a:gd name="connsiteX21" fmla="*/ 6966717 w 7049781"/>
                <a:gd name="connsiteY21" fmla="*/ 1455729 h 4169500"/>
                <a:gd name="connsiteX22" fmla="*/ 6890517 w 7049781"/>
                <a:gd name="connsiteY22" fmla="*/ 1571952 h 4169500"/>
                <a:gd name="connsiteX23" fmla="*/ 6780094 w 7049781"/>
                <a:gd name="connsiteY23" fmla="*/ 1593544 h 4169500"/>
                <a:gd name="connsiteX24" fmla="*/ 6566309 w 7049781"/>
                <a:gd name="connsiteY24" fmla="*/ 1508783 h 4169500"/>
                <a:gd name="connsiteX25" fmla="*/ 6299967 w 7049781"/>
                <a:gd name="connsiteY25" fmla="*/ 1194228 h 4169500"/>
                <a:gd name="connsiteX26" fmla="*/ 6062544 w 7049781"/>
                <a:gd name="connsiteY26" fmla="*/ 1072997 h 4169500"/>
                <a:gd name="connsiteX27" fmla="*/ 5738694 w 7049781"/>
                <a:gd name="connsiteY27" fmla="*/ 1053612 h 4169500"/>
                <a:gd name="connsiteX28" fmla="*/ 5556660 w 7049781"/>
                <a:gd name="connsiteY28" fmla="*/ 1129812 h 4169500"/>
                <a:gd name="connsiteX29" fmla="*/ 5438127 w 7049781"/>
                <a:gd name="connsiteY29" fmla="*/ 1248344 h 4169500"/>
                <a:gd name="connsiteX30" fmla="*/ 5226460 w 7049781"/>
                <a:gd name="connsiteY30" fmla="*/ 1629344 h 4169500"/>
                <a:gd name="connsiteX31" fmla="*/ 5048660 w 7049781"/>
                <a:gd name="connsiteY31" fmla="*/ 1781745 h 4169500"/>
                <a:gd name="connsiteX32" fmla="*/ 4684594 w 7049781"/>
                <a:gd name="connsiteY32" fmla="*/ 1946360 h 4169500"/>
                <a:gd name="connsiteX33" fmla="*/ 3909894 w 7049781"/>
                <a:gd name="connsiteY33" fmla="*/ 1983977 h 4169500"/>
                <a:gd name="connsiteX34" fmla="*/ 2948927 w 7049781"/>
                <a:gd name="connsiteY34" fmla="*/ 2164558 h 4169500"/>
                <a:gd name="connsiteX35" fmla="*/ 2068394 w 7049781"/>
                <a:gd name="connsiteY35" fmla="*/ 2881507 h 4169500"/>
                <a:gd name="connsiteX36" fmla="*/ 1513827 w 7049781"/>
                <a:gd name="connsiteY36" fmla="*/ 3582585 h 4169500"/>
                <a:gd name="connsiteX37" fmla="*/ 624827 w 7049781"/>
                <a:gd name="connsiteY37" fmla="*/ 4127422 h 4169500"/>
                <a:gd name="connsiteX38" fmla="*/ 142226 w 7049781"/>
                <a:gd name="connsiteY38" fmla="*/ 4128671 h 4169500"/>
                <a:gd name="connsiteX39" fmla="*/ 40627 w 7049781"/>
                <a:gd name="connsiteY39" fmla="*/ 2893817 h 4169500"/>
                <a:gd name="connsiteX40" fmla="*/ 108360 w 7049781"/>
                <a:gd name="connsiteY40" fmla="*/ 2553711 h 4169500"/>
                <a:gd name="connsiteX0" fmla="*/ 108360 w 7049781"/>
                <a:gd name="connsiteY0" fmla="*/ 2553711 h 4169500"/>
                <a:gd name="connsiteX1" fmla="*/ 257585 w 7049781"/>
                <a:gd name="connsiteY1" fmla="*/ 2501503 h 4169500"/>
                <a:gd name="connsiteX2" fmla="*/ 431375 w 7049781"/>
                <a:gd name="connsiteY2" fmla="*/ 3984400 h 4169500"/>
                <a:gd name="connsiteX3" fmla="*/ 2385894 w 7049781"/>
                <a:gd name="connsiteY3" fmla="*/ 68134 h 4169500"/>
                <a:gd name="connsiteX4" fmla="*/ 3558527 w 7049781"/>
                <a:gd name="connsiteY4" fmla="*/ 1510811 h 4169500"/>
                <a:gd name="connsiteX5" fmla="*/ 4955527 w 7049781"/>
                <a:gd name="connsiteY5" fmla="*/ 1705545 h 4169500"/>
                <a:gd name="connsiteX6" fmla="*/ 5455060 w 7049781"/>
                <a:gd name="connsiteY6" fmla="*/ 1070545 h 4169500"/>
                <a:gd name="connsiteX7" fmla="*/ 6020211 w 7049781"/>
                <a:gd name="connsiteY7" fmla="*/ 968991 h 4169500"/>
                <a:gd name="connsiteX8" fmla="*/ 6449894 w 7049781"/>
                <a:gd name="connsiteY8" fmla="*/ 1224525 h 4169500"/>
                <a:gd name="connsiteX9" fmla="*/ 6611116 w 7049781"/>
                <a:gd name="connsiteY9" fmla="*/ 1419410 h 4169500"/>
                <a:gd name="connsiteX10" fmla="*/ 6763516 w 7049781"/>
                <a:gd name="connsiteY10" fmla="*/ 1499312 h 4169500"/>
                <a:gd name="connsiteX11" fmla="*/ 6877816 w 7049781"/>
                <a:gd name="connsiteY11" fmla="*/ 1470257 h 4169500"/>
                <a:gd name="connsiteX12" fmla="*/ 6907094 w 7049781"/>
                <a:gd name="connsiteY12" fmla="*/ 1326218 h 4169500"/>
                <a:gd name="connsiteX13" fmla="*/ 6877817 w 7049781"/>
                <a:gd name="connsiteY13" fmla="*/ 1186968 h 4169500"/>
                <a:gd name="connsiteX14" fmla="*/ 6807968 w 7049781"/>
                <a:gd name="connsiteY14" fmla="*/ 1099801 h 4169500"/>
                <a:gd name="connsiteX15" fmla="*/ 6763518 w 7049781"/>
                <a:gd name="connsiteY15" fmla="*/ 990843 h 4169500"/>
                <a:gd name="connsiteX16" fmla="*/ 6744468 w 7049781"/>
                <a:gd name="connsiteY16" fmla="*/ 823773 h 4169500"/>
                <a:gd name="connsiteX17" fmla="*/ 6890517 w 7049781"/>
                <a:gd name="connsiteY17" fmla="*/ 809248 h 4169500"/>
                <a:gd name="connsiteX18" fmla="*/ 7042560 w 7049781"/>
                <a:gd name="connsiteY18" fmla="*/ 822510 h 4169500"/>
                <a:gd name="connsiteX19" fmla="*/ 7023868 w 7049781"/>
                <a:gd name="connsiteY19" fmla="*/ 1048953 h 4169500"/>
                <a:gd name="connsiteX20" fmla="*/ 6979418 w 7049781"/>
                <a:gd name="connsiteY20" fmla="*/ 1201494 h 4169500"/>
                <a:gd name="connsiteX21" fmla="*/ 6966717 w 7049781"/>
                <a:gd name="connsiteY21" fmla="*/ 1455729 h 4169500"/>
                <a:gd name="connsiteX22" fmla="*/ 6890517 w 7049781"/>
                <a:gd name="connsiteY22" fmla="*/ 1571952 h 4169500"/>
                <a:gd name="connsiteX23" fmla="*/ 6780094 w 7049781"/>
                <a:gd name="connsiteY23" fmla="*/ 1593544 h 4169500"/>
                <a:gd name="connsiteX24" fmla="*/ 6566309 w 7049781"/>
                <a:gd name="connsiteY24" fmla="*/ 1508783 h 4169500"/>
                <a:gd name="connsiteX25" fmla="*/ 6299967 w 7049781"/>
                <a:gd name="connsiteY25" fmla="*/ 1194228 h 4169500"/>
                <a:gd name="connsiteX26" fmla="*/ 6062544 w 7049781"/>
                <a:gd name="connsiteY26" fmla="*/ 1072997 h 4169500"/>
                <a:gd name="connsiteX27" fmla="*/ 5738694 w 7049781"/>
                <a:gd name="connsiteY27" fmla="*/ 1053612 h 4169500"/>
                <a:gd name="connsiteX28" fmla="*/ 5556660 w 7049781"/>
                <a:gd name="connsiteY28" fmla="*/ 1129812 h 4169500"/>
                <a:gd name="connsiteX29" fmla="*/ 5438127 w 7049781"/>
                <a:gd name="connsiteY29" fmla="*/ 1248344 h 4169500"/>
                <a:gd name="connsiteX30" fmla="*/ 5226460 w 7049781"/>
                <a:gd name="connsiteY30" fmla="*/ 1629344 h 4169500"/>
                <a:gd name="connsiteX31" fmla="*/ 5048660 w 7049781"/>
                <a:gd name="connsiteY31" fmla="*/ 1781745 h 4169500"/>
                <a:gd name="connsiteX32" fmla="*/ 4684594 w 7049781"/>
                <a:gd name="connsiteY32" fmla="*/ 1946360 h 4169500"/>
                <a:gd name="connsiteX33" fmla="*/ 3909894 w 7049781"/>
                <a:gd name="connsiteY33" fmla="*/ 1983977 h 4169500"/>
                <a:gd name="connsiteX34" fmla="*/ 2948927 w 7049781"/>
                <a:gd name="connsiteY34" fmla="*/ 2164558 h 4169500"/>
                <a:gd name="connsiteX35" fmla="*/ 2068394 w 7049781"/>
                <a:gd name="connsiteY35" fmla="*/ 2881507 h 4169500"/>
                <a:gd name="connsiteX36" fmla="*/ 1513827 w 7049781"/>
                <a:gd name="connsiteY36" fmla="*/ 3582585 h 4169500"/>
                <a:gd name="connsiteX37" fmla="*/ 624827 w 7049781"/>
                <a:gd name="connsiteY37" fmla="*/ 4127422 h 4169500"/>
                <a:gd name="connsiteX38" fmla="*/ 142226 w 7049781"/>
                <a:gd name="connsiteY38" fmla="*/ 4128671 h 4169500"/>
                <a:gd name="connsiteX39" fmla="*/ 40627 w 7049781"/>
                <a:gd name="connsiteY39" fmla="*/ 2893817 h 4169500"/>
                <a:gd name="connsiteX40" fmla="*/ 108360 w 7049781"/>
                <a:gd name="connsiteY40" fmla="*/ 2553711 h 4169500"/>
                <a:gd name="connsiteX0" fmla="*/ 74796 w 7150970"/>
                <a:gd name="connsiteY0" fmla="*/ 2553711 h 4169500"/>
                <a:gd name="connsiteX1" fmla="*/ 358774 w 7150970"/>
                <a:gd name="connsiteY1" fmla="*/ 2501503 h 4169500"/>
                <a:gd name="connsiteX2" fmla="*/ 532564 w 7150970"/>
                <a:gd name="connsiteY2" fmla="*/ 3984400 h 4169500"/>
                <a:gd name="connsiteX3" fmla="*/ 2487083 w 7150970"/>
                <a:gd name="connsiteY3" fmla="*/ 68134 h 4169500"/>
                <a:gd name="connsiteX4" fmla="*/ 3659716 w 7150970"/>
                <a:gd name="connsiteY4" fmla="*/ 1510811 h 4169500"/>
                <a:gd name="connsiteX5" fmla="*/ 5056716 w 7150970"/>
                <a:gd name="connsiteY5" fmla="*/ 1705545 h 4169500"/>
                <a:gd name="connsiteX6" fmla="*/ 5556249 w 7150970"/>
                <a:gd name="connsiteY6" fmla="*/ 1070545 h 4169500"/>
                <a:gd name="connsiteX7" fmla="*/ 6121400 w 7150970"/>
                <a:gd name="connsiteY7" fmla="*/ 968991 h 4169500"/>
                <a:gd name="connsiteX8" fmla="*/ 6551083 w 7150970"/>
                <a:gd name="connsiteY8" fmla="*/ 1224525 h 4169500"/>
                <a:gd name="connsiteX9" fmla="*/ 6712305 w 7150970"/>
                <a:gd name="connsiteY9" fmla="*/ 1419410 h 4169500"/>
                <a:gd name="connsiteX10" fmla="*/ 6864705 w 7150970"/>
                <a:gd name="connsiteY10" fmla="*/ 1499312 h 4169500"/>
                <a:gd name="connsiteX11" fmla="*/ 6979005 w 7150970"/>
                <a:gd name="connsiteY11" fmla="*/ 1470257 h 4169500"/>
                <a:gd name="connsiteX12" fmla="*/ 7008283 w 7150970"/>
                <a:gd name="connsiteY12" fmla="*/ 1326218 h 4169500"/>
                <a:gd name="connsiteX13" fmla="*/ 6979006 w 7150970"/>
                <a:gd name="connsiteY13" fmla="*/ 1186968 h 4169500"/>
                <a:gd name="connsiteX14" fmla="*/ 6909157 w 7150970"/>
                <a:gd name="connsiteY14" fmla="*/ 1099801 h 4169500"/>
                <a:gd name="connsiteX15" fmla="*/ 6864707 w 7150970"/>
                <a:gd name="connsiteY15" fmla="*/ 990843 h 4169500"/>
                <a:gd name="connsiteX16" fmla="*/ 6845657 w 7150970"/>
                <a:gd name="connsiteY16" fmla="*/ 823773 h 4169500"/>
                <a:gd name="connsiteX17" fmla="*/ 6991706 w 7150970"/>
                <a:gd name="connsiteY17" fmla="*/ 809248 h 4169500"/>
                <a:gd name="connsiteX18" fmla="*/ 7143749 w 7150970"/>
                <a:gd name="connsiteY18" fmla="*/ 822510 h 4169500"/>
                <a:gd name="connsiteX19" fmla="*/ 7125057 w 7150970"/>
                <a:gd name="connsiteY19" fmla="*/ 1048953 h 4169500"/>
                <a:gd name="connsiteX20" fmla="*/ 7080607 w 7150970"/>
                <a:gd name="connsiteY20" fmla="*/ 1201494 h 4169500"/>
                <a:gd name="connsiteX21" fmla="*/ 7067906 w 7150970"/>
                <a:gd name="connsiteY21" fmla="*/ 1455729 h 4169500"/>
                <a:gd name="connsiteX22" fmla="*/ 6991706 w 7150970"/>
                <a:gd name="connsiteY22" fmla="*/ 1571952 h 4169500"/>
                <a:gd name="connsiteX23" fmla="*/ 6881283 w 7150970"/>
                <a:gd name="connsiteY23" fmla="*/ 1593544 h 4169500"/>
                <a:gd name="connsiteX24" fmla="*/ 6667498 w 7150970"/>
                <a:gd name="connsiteY24" fmla="*/ 1508783 h 4169500"/>
                <a:gd name="connsiteX25" fmla="*/ 6401156 w 7150970"/>
                <a:gd name="connsiteY25" fmla="*/ 1194228 h 4169500"/>
                <a:gd name="connsiteX26" fmla="*/ 6163733 w 7150970"/>
                <a:gd name="connsiteY26" fmla="*/ 1072997 h 4169500"/>
                <a:gd name="connsiteX27" fmla="*/ 5839883 w 7150970"/>
                <a:gd name="connsiteY27" fmla="*/ 1053612 h 4169500"/>
                <a:gd name="connsiteX28" fmla="*/ 5657849 w 7150970"/>
                <a:gd name="connsiteY28" fmla="*/ 1129812 h 4169500"/>
                <a:gd name="connsiteX29" fmla="*/ 5539316 w 7150970"/>
                <a:gd name="connsiteY29" fmla="*/ 1248344 h 4169500"/>
                <a:gd name="connsiteX30" fmla="*/ 5327649 w 7150970"/>
                <a:gd name="connsiteY30" fmla="*/ 1629344 h 4169500"/>
                <a:gd name="connsiteX31" fmla="*/ 5149849 w 7150970"/>
                <a:gd name="connsiteY31" fmla="*/ 1781745 h 4169500"/>
                <a:gd name="connsiteX32" fmla="*/ 4785783 w 7150970"/>
                <a:gd name="connsiteY32" fmla="*/ 1946360 h 4169500"/>
                <a:gd name="connsiteX33" fmla="*/ 4011083 w 7150970"/>
                <a:gd name="connsiteY33" fmla="*/ 1983977 h 4169500"/>
                <a:gd name="connsiteX34" fmla="*/ 3050116 w 7150970"/>
                <a:gd name="connsiteY34" fmla="*/ 2164558 h 4169500"/>
                <a:gd name="connsiteX35" fmla="*/ 2169583 w 7150970"/>
                <a:gd name="connsiteY35" fmla="*/ 2881507 h 4169500"/>
                <a:gd name="connsiteX36" fmla="*/ 1615016 w 7150970"/>
                <a:gd name="connsiteY36" fmla="*/ 3582585 h 4169500"/>
                <a:gd name="connsiteX37" fmla="*/ 726016 w 7150970"/>
                <a:gd name="connsiteY37" fmla="*/ 4127422 h 4169500"/>
                <a:gd name="connsiteX38" fmla="*/ 243415 w 7150970"/>
                <a:gd name="connsiteY38" fmla="*/ 4128671 h 4169500"/>
                <a:gd name="connsiteX39" fmla="*/ 141816 w 7150970"/>
                <a:gd name="connsiteY39" fmla="*/ 2893817 h 4169500"/>
                <a:gd name="connsiteX40" fmla="*/ 74796 w 7150970"/>
                <a:gd name="connsiteY40" fmla="*/ 2553711 h 4169500"/>
                <a:gd name="connsiteX0" fmla="*/ 15846 w 7092020"/>
                <a:gd name="connsiteY0" fmla="*/ 2553711 h 4169500"/>
                <a:gd name="connsiteX1" fmla="*/ 396077 w 7092020"/>
                <a:gd name="connsiteY1" fmla="*/ 2490493 h 4169500"/>
                <a:gd name="connsiteX2" fmla="*/ 473614 w 7092020"/>
                <a:gd name="connsiteY2" fmla="*/ 3984400 h 4169500"/>
                <a:gd name="connsiteX3" fmla="*/ 2428133 w 7092020"/>
                <a:gd name="connsiteY3" fmla="*/ 68134 h 4169500"/>
                <a:gd name="connsiteX4" fmla="*/ 3600766 w 7092020"/>
                <a:gd name="connsiteY4" fmla="*/ 1510811 h 4169500"/>
                <a:gd name="connsiteX5" fmla="*/ 4997766 w 7092020"/>
                <a:gd name="connsiteY5" fmla="*/ 1705545 h 4169500"/>
                <a:gd name="connsiteX6" fmla="*/ 5497299 w 7092020"/>
                <a:gd name="connsiteY6" fmla="*/ 1070545 h 4169500"/>
                <a:gd name="connsiteX7" fmla="*/ 6062450 w 7092020"/>
                <a:gd name="connsiteY7" fmla="*/ 968991 h 4169500"/>
                <a:gd name="connsiteX8" fmla="*/ 6492133 w 7092020"/>
                <a:gd name="connsiteY8" fmla="*/ 1224525 h 4169500"/>
                <a:gd name="connsiteX9" fmla="*/ 6653355 w 7092020"/>
                <a:gd name="connsiteY9" fmla="*/ 1419410 h 4169500"/>
                <a:gd name="connsiteX10" fmla="*/ 6805755 w 7092020"/>
                <a:gd name="connsiteY10" fmla="*/ 1499312 h 4169500"/>
                <a:gd name="connsiteX11" fmla="*/ 6920055 w 7092020"/>
                <a:gd name="connsiteY11" fmla="*/ 1470257 h 4169500"/>
                <a:gd name="connsiteX12" fmla="*/ 6949333 w 7092020"/>
                <a:gd name="connsiteY12" fmla="*/ 1326218 h 4169500"/>
                <a:gd name="connsiteX13" fmla="*/ 6920056 w 7092020"/>
                <a:gd name="connsiteY13" fmla="*/ 1186968 h 4169500"/>
                <a:gd name="connsiteX14" fmla="*/ 6850207 w 7092020"/>
                <a:gd name="connsiteY14" fmla="*/ 1099801 h 4169500"/>
                <a:gd name="connsiteX15" fmla="*/ 6805757 w 7092020"/>
                <a:gd name="connsiteY15" fmla="*/ 990843 h 4169500"/>
                <a:gd name="connsiteX16" fmla="*/ 6786707 w 7092020"/>
                <a:gd name="connsiteY16" fmla="*/ 823773 h 4169500"/>
                <a:gd name="connsiteX17" fmla="*/ 6932756 w 7092020"/>
                <a:gd name="connsiteY17" fmla="*/ 809248 h 4169500"/>
                <a:gd name="connsiteX18" fmla="*/ 7084799 w 7092020"/>
                <a:gd name="connsiteY18" fmla="*/ 822510 h 4169500"/>
                <a:gd name="connsiteX19" fmla="*/ 7066107 w 7092020"/>
                <a:gd name="connsiteY19" fmla="*/ 1048953 h 4169500"/>
                <a:gd name="connsiteX20" fmla="*/ 7021657 w 7092020"/>
                <a:gd name="connsiteY20" fmla="*/ 1201494 h 4169500"/>
                <a:gd name="connsiteX21" fmla="*/ 7008956 w 7092020"/>
                <a:gd name="connsiteY21" fmla="*/ 1455729 h 4169500"/>
                <a:gd name="connsiteX22" fmla="*/ 6932756 w 7092020"/>
                <a:gd name="connsiteY22" fmla="*/ 1571952 h 4169500"/>
                <a:gd name="connsiteX23" fmla="*/ 6822333 w 7092020"/>
                <a:gd name="connsiteY23" fmla="*/ 1593544 h 4169500"/>
                <a:gd name="connsiteX24" fmla="*/ 6608548 w 7092020"/>
                <a:gd name="connsiteY24" fmla="*/ 1508783 h 4169500"/>
                <a:gd name="connsiteX25" fmla="*/ 6342206 w 7092020"/>
                <a:gd name="connsiteY25" fmla="*/ 1194228 h 4169500"/>
                <a:gd name="connsiteX26" fmla="*/ 6104783 w 7092020"/>
                <a:gd name="connsiteY26" fmla="*/ 1072997 h 4169500"/>
                <a:gd name="connsiteX27" fmla="*/ 5780933 w 7092020"/>
                <a:gd name="connsiteY27" fmla="*/ 1053612 h 4169500"/>
                <a:gd name="connsiteX28" fmla="*/ 5598899 w 7092020"/>
                <a:gd name="connsiteY28" fmla="*/ 1129812 h 4169500"/>
                <a:gd name="connsiteX29" fmla="*/ 5480366 w 7092020"/>
                <a:gd name="connsiteY29" fmla="*/ 1248344 h 4169500"/>
                <a:gd name="connsiteX30" fmla="*/ 5268699 w 7092020"/>
                <a:gd name="connsiteY30" fmla="*/ 1629344 h 4169500"/>
                <a:gd name="connsiteX31" fmla="*/ 5090899 w 7092020"/>
                <a:gd name="connsiteY31" fmla="*/ 1781745 h 4169500"/>
                <a:gd name="connsiteX32" fmla="*/ 4726833 w 7092020"/>
                <a:gd name="connsiteY32" fmla="*/ 1946360 h 4169500"/>
                <a:gd name="connsiteX33" fmla="*/ 3952133 w 7092020"/>
                <a:gd name="connsiteY33" fmla="*/ 1983977 h 4169500"/>
                <a:gd name="connsiteX34" fmla="*/ 2991166 w 7092020"/>
                <a:gd name="connsiteY34" fmla="*/ 2164558 h 4169500"/>
                <a:gd name="connsiteX35" fmla="*/ 2110633 w 7092020"/>
                <a:gd name="connsiteY35" fmla="*/ 2881507 h 4169500"/>
                <a:gd name="connsiteX36" fmla="*/ 1556066 w 7092020"/>
                <a:gd name="connsiteY36" fmla="*/ 3582585 h 4169500"/>
                <a:gd name="connsiteX37" fmla="*/ 667066 w 7092020"/>
                <a:gd name="connsiteY37" fmla="*/ 4127422 h 4169500"/>
                <a:gd name="connsiteX38" fmla="*/ 184465 w 7092020"/>
                <a:gd name="connsiteY38" fmla="*/ 4128671 h 4169500"/>
                <a:gd name="connsiteX39" fmla="*/ 82866 w 7092020"/>
                <a:gd name="connsiteY39" fmla="*/ 2893817 h 4169500"/>
                <a:gd name="connsiteX40" fmla="*/ 15846 w 7092020"/>
                <a:gd name="connsiteY40" fmla="*/ 2553711 h 4169500"/>
                <a:gd name="connsiteX0" fmla="*/ 145596 w 7010014"/>
                <a:gd name="connsiteY0" fmla="*/ 2509670 h 4169500"/>
                <a:gd name="connsiteX1" fmla="*/ 314071 w 7010014"/>
                <a:gd name="connsiteY1" fmla="*/ 2490493 h 4169500"/>
                <a:gd name="connsiteX2" fmla="*/ 391608 w 7010014"/>
                <a:gd name="connsiteY2" fmla="*/ 3984400 h 4169500"/>
                <a:gd name="connsiteX3" fmla="*/ 2346127 w 7010014"/>
                <a:gd name="connsiteY3" fmla="*/ 68134 h 4169500"/>
                <a:gd name="connsiteX4" fmla="*/ 3518760 w 7010014"/>
                <a:gd name="connsiteY4" fmla="*/ 1510811 h 4169500"/>
                <a:gd name="connsiteX5" fmla="*/ 4915760 w 7010014"/>
                <a:gd name="connsiteY5" fmla="*/ 1705545 h 4169500"/>
                <a:gd name="connsiteX6" fmla="*/ 5415293 w 7010014"/>
                <a:gd name="connsiteY6" fmla="*/ 1070545 h 4169500"/>
                <a:gd name="connsiteX7" fmla="*/ 5980444 w 7010014"/>
                <a:gd name="connsiteY7" fmla="*/ 968991 h 4169500"/>
                <a:gd name="connsiteX8" fmla="*/ 6410127 w 7010014"/>
                <a:gd name="connsiteY8" fmla="*/ 1224525 h 4169500"/>
                <a:gd name="connsiteX9" fmla="*/ 6571349 w 7010014"/>
                <a:gd name="connsiteY9" fmla="*/ 1419410 h 4169500"/>
                <a:gd name="connsiteX10" fmla="*/ 6723749 w 7010014"/>
                <a:gd name="connsiteY10" fmla="*/ 1499312 h 4169500"/>
                <a:gd name="connsiteX11" fmla="*/ 6838049 w 7010014"/>
                <a:gd name="connsiteY11" fmla="*/ 1470257 h 4169500"/>
                <a:gd name="connsiteX12" fmla="*/ 6867327 w 7010014"/>
                <a:gd name="connsiteY12" fmla="*/ 1326218 h 4169500"/>
                <a:gd name="connsiteX13" fmla="*/ 6838050 w 7010014"/>
                <a:gd name="connsiteY13" fmla="*/ 1186968 h 4169500"/>
                <a:gd name="connsiteX14" fmla="*/ 6768201 w 7010014"/>
                <a:gd name="connsiteY14" fmla="*/ 1099801 h 4169500"/>
                <a:gd name="connsiteX15" fmla="*/ 6723751 w 7010014"/>
                <a:gd name="connsiteY15" fmla="*/ 990843 h 4169500"/>
                <a:gd name="connsiteX16" fmla="*/ 6704701 w 7010014"/>
                <a:gd name="connsiteY16" fmla="*/ 823773 h 4169500"/>
                <a:gd name="connsiteX17" fmla="*/ 6850750 w 7010014"/>
                <a:gd name="connsiteY17" fmla="*/ 809248 h 4169500"/>
                <a:gd name="connsiteX18" fmla="*/ 7002793 w 7010014"/>
                <a:gd name="connsiteY18" fmla="*/ 822510 h 4169500"/>
                <a:gd name="connsiteX19" fmla="*/ 6984101 w 7010014"/>
                <a:gd name="connsiteY19" fmla="*/ 1048953 h 4169500"/>
                <a:gd name="connsiteX20" fmla="*/ 6939651 w 7010014"/>
                <a:gd name="connsiteY20" fmla="*/ 1201494 h 4169500"/>
                <a:gd name="connsiteX21" fmla="*/ 6926950 w 7010014"/>
                <a:gd name="connsiteY21" fmla="*/ 1455729 h 4169500"/>
                <a:gd name="connsiteX22" fmla="*/ 6850750 w 7010014"/>
                <a:gd name="connsiteY22" fmla="*/ 1571952 h 4169500"/>
                <a:gd name="connsiteX23" fmla="*/ 6740327 w 7010014"/>
                <a:gd name="connsiteY23" fmla="*/ 1593544 h 4169500"/>
                <a:gd name="connsiteX24" fmla="*/ 6526542 w 7010014"/>
                <a:gd name="connsiteY24" fmla="*/ 1508783 h 4169500"/>
                <a:gd name="connsiteX25" fmla="*/ 6260200 w 7010014"/>
                <a:gd name="connsiteY25" fmla="*/ 1194228 h 4169500"/>
                <a:gd name="connsiteX26" fmla="*/ 6022777 w 7010014"/>
                <a:gd name="connsiteY26" fmla="*/ 1072997 h 4169500"/>
                <a:gd name="connsiteX27" fmla="*/ 5698927 w 7010014"/>
                <a:gd name="connsiteY27" fmla="*/ 1053612 h 4169500"/>
                <a:gd name="connsiteX28" fmla="*/ 5516893 w 7010014"/>
                <a:gd name="connsiteY28" fmla="*/ 1129812 h 4169500"/>
                <a:gd name="connsiteX29" fmla="*/ 5398360 w 7010014"/>
                <a:gd name="connsiteY29" fmla="*/ 1248344 h 4169500"/>
                <a:gd name="connsiteX30" fmla="*/ 5186693 w 7010014"/>
                <a:gd name="connsiteY30" fmla="*/ 1629344 h 4169500"/>
                <a:gd name="connsiteX31" fmla="*/ 5008893 w 7010014"/>
                <a:gd name="connsiteY31" fmla="*/ 1781745 h 4169500"/>
                <a:gd name="connsiteX32" fmla="*/ 4644827 w 7010014"/>
                <a:gd name="connsiteY32" fmla="*/ 1946360 h 4169500"/>
                <a:gd name="connsiteX33" fmla="*/ 3870127 w 7010014"/>
                <a:gd name="connsiteY33" fmla="*/ 1983977 h 4169500"/>
                <a:gd name="connsiteX34" fmla="*/ 2909160 w 7010014"/>
                <a:gd name="connsiteY34" fmla="*/ 2164558 h 4169500"/>
                <a:gd name="connsiteX35" fmla="*/ 2028627 w 7010014"/>
                <a:gd name="connsiteY35" fmla="*/ 2881507 h 4169500"/>
                <a:gd name="connsiteX36" fmla="*/ 1474060 w 7010014"/>
                <a:gd name="connsiteY36" fmla="*/ 3582585 h 4169500"/>
                <a:gd name="connsiteX37" fmla="*/ 585060 w 7010014"/>
                <a:gd name="connsiteY37" fmla="*/ 4127422 h 4169500"/>
                <a:gd name="connsiteX38" fmla="*/ 102459 w 7010014"/>
                <a:gd name="connsiteY38" fmla="*/ 4128671 h 4169500"/>
                <a:gd name="connsiteX39" fmla="*/ 860 w 7010014"/>
                <a:gd name="connsiteY39" fmla="*/ 2893817 h 4169500"/>
                <a:gd name="connsiteX40" fmla="*/ 145596 w 7010014"/>
                <a:gd name="connsiteY40" fmla="*/ 2509670 h 4169500"/>
                <a:gd name="connsiteX0" fmla="*/ 145596 w 7010014"/>
                <a:gd name="connsiteY0" fmla="*/ 2509670 h 4169500"/>
                <a:gd name="connsiteX1" fmla="*/ 314071 w 7010014"/>
                <a:gd name="connsiteY1" fmla="*/ 2490493 h 4169500"/>
                <a:gd name="connsiteX2" fmla="*/ 391608 w 7010014"/>
                <a:gd name="connsiteY2" fmla="*/ 3984400 h 4169500"/>
                <a:gd name="connsiteX3" fmla="*/ 2346127 w 7010014"/>
                <a:gd name="connsiteY3" fmla="*/ 68134 h 4169500"/>
                <a:gd name="connsiteX4" fmla="*/ 3518760 w 7010014"/>
                <a:gd name="connsiteY4" fmla="*/ 1510811 h 4169500"/>
                <a:gd name="connsiteX5" fmla="*/ 4915760 w 7010014"/>
                <a:gd name="connsiteY5" fmla="*/ 1705545 h 4169500"/>
                <a:gd name="connsiteX6" fmla="*/ 5415293 w 7010014"/>
                <a:gd name="connsiteY6" fmla="*/ 1070545 h 4169500"/>
                <a:gd name="connsiteX7" fmla="*/ 5980444 w 7010014"/>
                <a:gd name="connsiteY7" fmla="*/ 968991 h 4169500"/>
                <a:gd name="connsiteX8" fmla="*/ 6410127 w 7010014"/>
                <a:gd name="connsiteY8" fmla="*/ 1224525 h 4169500"/>
                <a:gd name="connsiteX9" fmla="*/ 6571349 w 7010014"/>
                <a:gd name="connsiteY9" fmla="*/ 1419410 h 4169500"/>
                <a:gd name="connsiteX10" fmla="*/ 6723749 w 7010014"/>
                <a:gd name="connsiteY10" fmla="*/ 1499312 h 4169500"/>
                <a:gd name="connsiteX11" fmla="*/ 6838049 w 7010014"/>
                <a:gd name="connsiteY11" fmla="*/ 1470257 h 4169500"/>
                <a:gd name="connsiteX12" fmla="*/ 6867327 w 7010014"/>
                <a:gd name="connsiteY12" fmla="*/ 1326218 h 4169500"/>
                <a:gd name="connsiteX13" fmla="*/ 6838050 w 7010014"/>
                <a:gd name="connsiteY13" fmla="*/ 1186968 h 4169500"/>
                <a:gd name="connsiteX14" fmla="*/ 6768201 w 7010014"/>
                <a:gd name="connsiteY14" fmla="*/ 1099801 h 4169500"/>
                <a:gd name="connsiteX15" fmla="*/ 6723751 w 7010014"/>
                <a:gd name="connsiteY15" fmla="*/ 990843 h 4169500"/>
                <a:gd name="connsiteX16" fmla="*/ 6704701 w 7010014"/>
                <a:gd name="connsiteY16" fmla="*/ 823773 h 4169500"/>
                <a:gd name="connsiteX17" fmla="*/ 6850750 w 7010014"/>
                <a:gd name="connsiteY17" fmla="*/ 809248 h 4169500"/>
                <a:gd name="connsiteX18" fmla="*/ 7002793 w 7010014"/>
                <a:gd name="connsiteY18" fmla="*/ 822510 h 4169500"/>
                <a:gd name="connsiteX19" fmla="*/ 6984101 w 7010014"/>
                <a:gd name="connsiteY19" fmla="*/ 1048953 h 4169500"/>
                <a:gd name="connsiteX20" fmla="*/ 6939651 w 7010014"/>
                <a:gd name="connsiteY20" fmla="*/ 1201494 h 4169500"/>
                <a:gd name="connsiteX21" fmla="*/ 6926950 w 7010014"/>
                <a:gd name="connsiteY21" fmla="*/ 1455729 h 4169500"/>
                <a:gd name="connsiteX22" fmla="*/ 6850750 w 7010014"/>
                <a:gd name="connsiteY22" fmla="*/ 1571952 h 4169500"/>
                <a:gd name="connsiteX23" fmla="*/ 6740327 w 7010014"/>
                <a:gd name="connsiteY23" fmla="*/ 1593544 h 4169500"/>
                <a:gd name="connsiteX24" fmla="*/ 6526542 w 7010014"/>
                <a:gd name="connsiteY24" fmla="*/ 1508783 h 4169500"/>
                <a:gd name="connsiteX25" fmla="*/ 6260200 w 7010014"/>
                <a:gd name="connsiteY25" fmla="*/ 1194228 h 4169500"/>
                <a:gd name="connsiteX26" fmla="*/ 6022777 w 7010014"/>
                <a:gd name="connsiteY26" fmla="*/ 1072997 h 4169500"/>
                <a:gd name="connsiteX27" fmla="*/ 5698927 w 7010014"/>
                <a:gd name="connsiteY27" fmla="*/ 1053612 h 4169500"/>
                <a:gd name="connsiteX28" fmla="*/ 5516893 w 7010014"/>
                <a:gd name="connsiteY28" fmla="*/ 1129812 h 4169500"/>
                <a:gd name="connsiteX29" fmla="*/ 5398360 w 7010014"/>
                <a:gd name="connsiteY29" fmla="*/ 1248344 h 4169500"/>
                <a:gd name="connsiteX30" fmla="*/ 5186693 w 7010014"/>
                <a:gd name="connsiteY30" fmla="*/ 1629344 h 4169500"/>
                <a:gd name="connsiteX31" fmla="*/ 5008893 w 7010014"/>
                <a:gd name="connsiteY31" fmla="*/ 1781745 h 4169500"/>
                <a:gd name="connsiteX32" fmla="*/ 4644827 w 7010014"/>
                <a:gd name="connsiteY32" fmla="*/ 1946360 h 4169500"/>
                <a:gd name="connsiteX33" fmla="*/ 3870127 w 7010014"/>
                <a:gd name="connsiteY33" fmla="*/ 1983977 h 4169500"/>
                <a:gd name="connsiteX34" fmla="*/ 2909160 w 7010014"/>
                <a:gd name="connsiteY34" fmla="*/ 2164558 h 4169500"/>
                <a:gd name="connsiteX35" fmla="*/ 2028627 w 7010014"/>
                <a:gd name="connsiteY35" fmla="*/ 2881507 h 4169500"/>
                <a:gd name="connsiteX36" fmla="*/ 1474060 w 7010014"/>
                <a:gd name="connsiteY36" fmla="*/ 3582585 h 4169500"/>
                <a:gd name="connsiteX37" fmla="*/ 585060 w 7010014"/>
                <a:gd name="connsiteY37" fmla="*/ 4127422 h 4169500"/>
                <a:gd name="connsiteX38" fmla="*/ 102459 w 7010014"/>
                <a:gd name="connsiteY38" fmla="*/ 4128671 h 4169500"/>
                <a:gd name="connsiteX39" fmla="*/ 860 w 7010014"/>
                <a:gd name="connsiteY39" fmla="*/ 2893817 h 4169500"/>
                <a:gd name="connsiteX40" fmla="*/ 145596 w 7010014"/>
                <a:gd name="connsiteY40" fmla="*/ 2509670 h 4169500"/>
                <a:gd name="connsiteX0" fmla="*/ 135667 w 7009711"/>
                <a:gd name="connsiteY0" fmla="*/ 2509670 h 4169500"/>
                <a:gd name="connsiteX1" fmla="*/ 313768 w 7009711"/>
                <a:gd name="connsiteY1" fmla="*/ 2490493 h 4169500"/>
                <a:gd name="connsiteX2" fmla="*/ 391305 w 7009711"/>
                <a:gd name="connsiteY2" fmla="*/ 3984400 h 4169500"/>
                <a:gd name="connsiteX3" fmla="*/ 2345824 w 7009711"/>
                <a:gd name="connsiteY3" fmla="*/ 68134 h 4169500"/>
                <a:gd name="connsiteX4" fmla="*/ 3518457 w 7009711"/>
                <a:gd name="connsiteY4" fmla="*/ 1510811 h 4169500"/>
                <a:gd name="connsiteX5" fmla="*/ 4915457 w 7009711"/>
                <a:gd name="connsiteY5" fmla="*/ 1705545 h 4169500"/>
                <a:gd name="connsiteX6" fmla="*/ 5414990 w 7009711"/>
                <a:gd name="connsiteY6" fmla="*/ 1070545 h 4169500"/>
                <a:gd name="connsiteX7" fmla="*/ 5980141 w 7009711"/>
                <a:gd name="connsiteY7" fmla="*/ 968991 h 4169500"/>
                <a:gd name="connsiteX8" fmla="*/ 6409824 w 7009711"/>
                <a:gd name="connsiteY8" fmla="*/ 1224525 h 4169500"/>
                <a:gd name="connsiteX9" fmla="*/ 6571046 w 7009711"/>
                <a:gd name="connsiteY9" fmla="*/ 1419410 h 4169500"/>
                <a:gd name="connsiteX10" fmla="*/ 6723446 w 7009711"/>
                <a:gd name="connsiteY10" fmla="*/ 1499312 h 4169500"/>
                <a:gd name="connsiteX11" fmla="*/ 6837746 w 7009711"/>
                <a:gd name="connsiteY11" fmla="*/ 1470257 h 4169500"/>
                <a:gd name="connsiteX12" fmla="*/ 6867024 w 7009711"/>
                <a:gd name="connsiteY12" fmla="*/ 1326218 h 4169500"/>
                <a:gd name="connsiteX13" fmla="*/ 6837747 w 7009711"/>
                <a:gd name="connsiteY13" fmla="*/ 1186968 h 4169500"/>
                <a:gd name="connsiteX14" fmla="*/ 6767898 w 7009711"/>
                <a:gd name="connsiteY14" fmla="*/ 1099801 h 4169500"/>
                <a:gd name="connsiteX15" fmla="*/ 6723448 w 7009711"/>
                <a:gd name="connsiteY15" fmla="*/ 990843 h 4169500"/>
                <a:gd name="connsiteX16" fmla="*/ 6704398 w 7009711"/>
                <a:gd name="connsiteY16" fmla="*/ 823773 h 4169500"/>
                <a:gd name="connsiteX17" fmla="*/ 6850447 w 7009711"/>
                <a:gd name="connsiteY17" fmla="*/ 809248 h 4169500"/>
                <a:gd name="connsiteX18" fmla="*/ 7002490 w 7009711"/>
                <a:gd name="connsiteY18" fmla="*/ 822510 h 4169500"/>
                <a:gd name="connsiteX19" fmla="*/ 6983798 w 7009711"/>
                <a:gd name="connsiteY19" fmla="*/ 1048953 h 4169500"/>
                <a:gd name="connsiteX20" fmla="*/ 6939348 w 7009711"/>
                <a:gd name="connsiteY20" fmla="*/ 1201494 h 4169500"/>
                <a:gd name="connsiteX21" fmla="*/ 6926647 w 7009711"/>
                <a:gd name="connsiteY21" fmla="*/ 1455729 h 4169500"/>
                <a:gd name="connsiteX22" fmla="*/ 6850447 w 7009711"/>
                <a:gd name="connsiteY22" fmla="*/ 1571952 h 4169500"/>
                <a:gd name="connsiteX23" fmla="*/ 6740024 w 7009711"/>
                <a:gd name="connsiteY23" fmla="*/ 1593544 h 4169500"/>
                <a:gd name="connsiteX24" fmla="*/ 6526239 w 7009711"/>
                <a:gd name="connsiteY24" fmla="*/ 1508783 h 4169500"/>
                <a:gd name="connsiteX25" fmla="*/ 6259897 w 7009711"/>
                <a:gd name="connsiteY25" fmla="*/ 1194228 h 4169500"/>
                <a:gd name="connsiteX26" fmla="*/ 6022474 w 7009711"/>
                <a:gd name="connsiteY26" fmla="*/ 1072997 h 4169500"/>
                <a:gd name="connsiteX27" fmla="*/ 5698624 w 7009711"/>
                <a:gd name="connsiteY27" fmla="*/ 1053612 h 4169500"/>
                <a:gd name="connsiteX28" fmla="*/ 5516590 w 7009711"/>
                <a:gd name="connsiteY28" fmla="*/ 1129812 h 4169500"/>
                <a:gd name="connsiteX29" fmla="*/ 5398057 w 7009711"/>
                <a:gd name="connsiteY29" fmla="*/ 1248344 h 4169500"/>
                <a:gd name="connsiteX30" fmla="*/ 5186390 w 7009711"/>
                <a:gd name="connsiteY30" fmla="*/ 1629344 h 4169500"/>
                <a:gd name="connsiteX31" fmla="*/ 5008590 w 7009711"/>
                <a:gd name="connsiteY31" fmla="*/ 1781745 h 4169500"/>
                <a:gd name="connsiteX32" fmla="*/ 4644524 w 7009711"/>
                <a:gd name="connsiteY32" fmla="*/ 1946360 h 4169500"/>
                <a:gd name="connsiteX33" fmla="*/ 3869824 w 7009711"/>
                <a:gd name="connsiteY33" fmla="*/ 1983977 h 4169500"/>
                <a:gd name="connsiteX34" fmla="*/ 2908857 w 7009711"/>
                <a:gd name="connsiteY34" fmla="*/ 2164558 h 4169500"/>
                <a:gd name="connsiteX35" fmla="*/ 2028324 w 7009711"/>
                <a:gd name="connsiteY35" fmla="*/ 2881507 h 4169500"/>
                <a:gd name="connsiteX36" fmla="*/ 1473757 w 7009711"/>
                <a:gd name="connsiteY36" fmla="*/ 3582585 h 4169500"/>
                <a:gd name="connsiteX37" fmla="*/ 584757 w 7009711"/>
                <a:gd name="connsiteY37" fmla="*/ 4127422 h 4169500"/>
                <a:gd name="connsiteX38" fmla="*/ 102156 w 7009711"/>
                <a:gd name="connsiteY38" fmla="*/ 4128671 h 4169500"/>
                <a:gd name="connsiteX39" fmla="*/ 557 w 7009711"/>
                <a:gd name="connsiteY39" fmla="*/ 2893817 h 4169500"/>
                <a:gd name="connsiteX40" fmla="*/ 135667 w 7009711"/>
                <a:gd name="connsiteY40" fmla="*/ 2509670 h 4169500"/>
                <a:gd name="connsiteX0" fmla="*/ 65001 w 6939045"/>
                <a:gd name="connsiteY0" fmla="*/ 2509670 h 4169500"/>
                <a:gd name="connsiteX1" fmla="*/ 243102 w 6939045"/>
                <a:gd name="connsiteY1" fmla="*/ 2490493 h 4169500"/>
                <a:gd name="connsiteX2" fmla="*/ 320639 w 6939045"/>
                <a:gd name="connsiteY2" fmla="*/ 3984400 h 4169500"/>
                <a:gd name="connsiteX3" fmla="*/ 2275158 w 6939045"/>
                <a:gd name="connsiteY3" fmla="*/ 68134 h 4169500"/>
                <a:gd name="connsiteX4" fmla="*/ 3447791 w 6939045"/>
                <a:gd name="connsiteY4" fmla="*/ 1510811 h 4169500"/>
                <a:gd name="connsiteX5" fmla="*/ 4844791 w 6939045"/>
                <a:gd name="connsiteY5" fmla="*/ 1705545 h 4169500"/>
                <a:gd name="connsiteX6" fmla="*/ 5344324 w 6939045"/>
                <a:gd name="connsiteY6" fmla="*/ 1070545 h 4169500"/>
                <a:gd name="connsiteX7" fmla="*/ 5909475 w 6939045"/>
                <a:gd name="connsiteY7" fmla="*/ 968991 h 4169500"/>
                <a:gd name="connsiteX8" fmla="*/ 6339158 w 6939045"/>
                <a:gd name="connsiteY8" fmla="*/ 1224525 h 4169500"/>
                <a:gd name="connsiteX9" fmla="*/ 6500380 w 6939045"/>
                <a:gd name="connsiteY9" fmla="*/ 1419410 h 4169500"/>
                <a:gd name="connsiteX10" fmla="*/ 6652780 w 6939045"/>
                <a:gd name="connsiteY10" fmla="*/ 1499312 h 4169500"/>
                <a:gd name="connsiteX11" fmla="*/ 6767080 w 6939045"/>
                <a:gd name="connsiteY11" fmla="*/ 1470257 h 4169500"/>
                <a:gd name="connsiteX12" fmla="*/ 6796358 w 6939045"/>
                <a:gd name="connsiteY12" fmla="*/ 1326218 h 4169500"/>
                <a:gd name="connsiteX13" fmla="*/ 6767081 w 6939045"/>
                <a:gd name="connsiteY13" fmla="*/ 1186968 h 4169500"/>
                <a:gd name="connsiteX14" fmla="*/ 6697232 w 6939045"/>
                <a:gd name="connsiteY14" fmla="*/ 1099801 h 4169500"/>
                <a:gd name="connsiteX15" fmla="*/ 6652782 w 6939045"/>
                <a:gd name="connsiteY15" fmla="*/ 990843 h 4169500"/>
                <a:gd name="connsiteX16" fmla="*/ 6633732 w 6939045"/>
                <a:gd name="connsiteY16" fmla="*/ 823773 h 4169500"/>
                <a:gd name="connsiteX17" fmla="*/ 6779781 w 6939045"/>
                <a:gd name="connsiteY17" fmla="*/ 809248 h 4169500"/>
                <a:gd name="connsiteX18" fmla="*/ 6931824 w 6939045"/>
                <a:gd name="connsiteY18" fmla="*/ 822510 h 4169500"/>
                <a:gd name="connsiteX19" fmla="*/ 6913132 w 6939045"/>
                <a:gd name="connsiteY19" fmla="*/ 1048953 h 4169500"/>
                <a:gd name="connsiteX20" fmla="*/ 6868682 w 6939045"/>
                <a:gd name="connsiteY20" fmla="*/ 1201494 h 4169500"/>
                <a:gd name="connsiteX21" fmla="*/ 6855981 w 6939045"/>
                <a:gd name="connsiteY21" fmla="*/ 1455729 h 4169500"/>
                <a:gd name="connsiteX22" fmla="*/ 6779781 w 6939045"/>
                <a:gd name="connsiteY22" fmla="*/ 1571952 h 4169500"/>
                <a:gd name="connsiteX23" fmla="*/ 6669358 w 6939045"/>
                <a:gd name="connsiteY23" fmla="*/ 1593544 h 4169500"/>
                <a:gd name="connsiteX24" fmla="*/ 6455573 w 6939045"/>
                <a:gd name="connsiteY24" fmla="*/ 1508783 h 4169500"/>
                <a:gd name="connsiteX25" fmla="*/ 6189231 w 6939045"/>
                <a:gd name="connsiteY25" fmla="*/ 1194228 h 4169500"/>
                <a:gd name="connsiteX26" fmla="*/ 5951808 w 6939045"/>
                <a:gd name="connsiteY26" fmla="*/ 1072997 h 4169500"/>
                <a:gd name="connsiteX27" fmla="*/ 5627958 w 6939045"/>
                <a:gd name="connsiteY27" fmla="*/ 1053612 h 4169500"/>
                <a:gd name="connsiteX28" fmla="*/ 5445924 w 6939045"/>
                <a:gd name="connsiteY28" fmla="*/ 1129812 h 4169500"/>
                <a:gd name="connsiteX29" fmla="*/ 5327391 w 6939045"/>
                <a:gd name="connsiteY29" fmla="*/ 1248344 h 4169500"/>
                <a:gd name="connsiteX30" fmla="*/ 5115724 w 6939045"/>
                <a:gd name="connsiteY30" fmla="*/ 1629344 h 4169500"/>
                <a:gd name="connsiteX31" fmla="*/ 4937924 w 6939045"/>
                <a:gd name="connsiteY31" fmla="*/ 1781745 h 4169500"/>
                <a:gd name="connsiteX32" fmla="*/ 4573858 w 6939045"/>
                <a:gd name="connsiteY32" fmla="*/ 1946360 h 4169500"/>
                <a:gd name="connsiteX33" fmla="*/ 3799158 w 6939045"/>
                <a:gd name="connsiteY33" fmla="*/ 1983977 h 4169500"/>
                <a:gd name="connsiteX34" fmla="*/ 2838191 w 6939045"/>
                <a:gd name="connsiteY34" fmla="*/ 2164558 h 4169500"/>
                <a:gd name="connsiteX35" fmla="*/ 1957658 w 6939045"/>
                <a:gd name="connsiteY35" fmla="*/ 2881507 h 4169500"/>
                <a:gd name="connsiteX36" fmla="*/ 1403091 w 6939045"/>
                <a:gd name="connsiteY36" fmla="*/ 3582585 h 4169500"/>
                <a:gd name="connsiteX37" fmla="*/ 514091 w 6939045"/>
                <a:gd name="connsiteY37" fmla="*/ 4127422 h 4169500"/>
                <a:gd name="connsiteX38" fmla="*/ 31490 w 6939045"/>
                <a:gd name="connsiteY38" fmla="*/ 4128671 h 4169500"/>
                <a:gd name="connsiteX39" fmla="*/ 35769 w 6939045"/>
                <a:gd name="connsiteY39" fmla="*/ 2893817 h 4169500"/>
                <a:gd name="connsiteX40" fmla="*/ 65001 w 6939045"/>
                <a:gd name="connsiteY40" fmla="*/ 2509670 h 4169500"/>
                <a:gd name="connsiteX0" fmla="*/ 65001 w 6939045"/>
                <a:gd name="connsiteY0" fmla="*/ 2509670 h 4169500"/>
                <a:gd name="connsiteX1" fmla="*/ 223852 w 6939045"/>
                <a:gd name="connsiteY1" fmla="*/ 2468473 h 4169500"/>
                <a:gd name="connsiteX2" fmla="*/ 320639 w 6939045"/>
                <a:gd name="connsiteY2" fmla="*/ 3984400 h 4169500"/>
                <a:gd name="connsiteX3" fmla="*/ 2275158 w 6939045"/>
                <a:gd name="connsiteY3" fmla="*/ 68134 h 4169500"/>
                <a:gd name="connsiteX4" fmla="*/ 3447791 w 6939045"/>
                <a:gd name="connsiteY4" fmla="*/ 1510811 h 4169500"/>
                <a:gd name="connsiteX5" fmla="*/ 4844791 w 6939045"/>
                <a:gd name="connsiteY5" fmla="*/ 1705545 h 4169500"/>
                <a:gd name="connsiteX6" fmla="*/ 5344324 w 6939045"/>
                <a:gd name="connsiteY6" fmla="*/ 1070545 h 4169500"/>
                <a:gd name="connsiteX7" fmla="*/ 5909475 w 6939045"/>
                <a:gd name="connsiteY7" fmla="*/ 968991 h 4169500"/>
                <a:gd name="connsiteX8" fmla="*/ 6339158 w 6939045"/>
                <a:gd name="connsiteY8" fmla="*/ 1224525 h 4169500"/>
                <a:gd name="connsiteX9" fmla="*/ 6500380 w 6939045"/>
                <a:gd name="connsiteY9" fmla="*/ 1419410 h 4169500"/>
                <a:gd name="connsiteX10" fmla="*/ 6652780 w 6939045"/>
                <a:gd name="connsiteY10" fmla="*/ 1499312 h 4169500"/>
                <a:gd name="connsiteX11" fmla="*/ 6767080 w 6939045"/>
                <a:gd name="connsiteY11" fmla="*/ 1470257 h 4169500"/>
                <a:gd name="connsiteX12" fmla="*/ 6796358 w 6939045"/>
                <a:gd name="connsiteY12" fmla="*/ 1326218 h 4169500"/>
                <a:gd name="connsiteX13" fmla="*/ 6767081 w 6939045"/>
                <a:gd name="connsiteY13" fmla="*/ 1186968 h 4169500"/>
                <a:gd name="connsiteX14" fmla="*/ 6697232 w 6939045"/>
                <a:gd name="connsiteY14" fmla="*/ 1099801 h 4169500"/>
                <a:gd name="connsiteX15" fmla="*/ 6652782 w 6939045"/>
                <a:gd name="connsiteY15" fmla="*/ 990843 h 4169500"/>
                <a:gd name="connsiteX16" fmla="*/ 6633732 w 6939045"/>
                <a:gd name="connsiteY16" fmla="*/ 823773 h 4169500"/>
                <a:gd name="connsiteX17" fmla="*/ 6779781 w 6939045"/>
                <a:gd name="connsiteY17" fmla="*/ 809248 h 4169500"/>
                <a:gd name="connsiteX18" fmla="*/ 6931824 w 6939045"/>
                <a:gd name="connsiteY18" fmla="*/ 822510 h 4169500"/>
                <a:gd name="connsiteX19" fmla="*/ 6913132 w 6939045"/>
                <a:gd name="connsiteY19" fmla="*/ 1048953 h 4169500"/>
                <a:gd name="connsiteX20" fmla="*/ 6868682 w 6939045"/>
                <a:gd name="connsiteY20" fmla="*/ 1201494 h 4169500"/>
                <a:gd name="connsiteX21" fmla="*/ 6855981 w 6939045"/>
                <a:gd name="connsiteY21" fmla="*/ 1455729 h 4169500"/>
                <a:gd name="connsiteX22" fmla="*/ 6779781 w 6939045"/>
                <a:gd name="connsiteY22" fmla="*/ 1571952 h 4169500"/>
                <a:gd name="connsiteX23" fmla="*/ 6669358 w 6939045"/>
                <a:gd name="connsiteY23" fmla="*/ 1593544 h 4169500"/>
                <a:gd name="connsiteX24" fmla="*/ 6455573 w 6939045"/>
                <a:gd name="connsiteY24" fmla="*/ 1508783 h 4169500"/>
                <a:gd name="connsiteX25" fmla="*/ 6189231 w 6939045"/>
                <a:gd name="connsiteY25" fmla="*/ 1194228 h 4169500"/>
                <a:gd name="connsiteX26" fmla="*/ 5951808 w 6939045"/>
                <a:gd name="connsiteY26" fmla="*/ 1072997 h 4169500"/>
                <a:gd name="connsiteX27" fmla="*/ 5627958 w 6939045"/>
                <a:gd name="connsiteY27" fmla="*/ 1053612 h 4169500"/>
                <a:gd name="connsiteX28" fmla="*/ 5445924 w 6939045"/>
                <a:gd name="connsiteY28" fmla="*/ 1129812 h 4169500"/>
                <a:gd name="connsiteX29" fmla="*/ 5327391 w 6939045"/>
                <a:gd name="connsiteY29" fmla="*/ 1248344 h 4169500"/>
                <a:gd name="connsiteX30" fmla="*/ 5115724 w 6939045"/>
                <a:gd name="connsiteY30" fmla="*/ 1629344 h 4169500"/>
                <a:gd name="connsiteX31" fmla="*/ 4937924 w 6939045"/>
                <a:gd name="connsiteY31" fmla="*/ 1781745 h 4169500"/>
                <a:gd name="connsiteX32" fmla="*/ 4573858 w 6939045"/>
                <a:gd name="connsiteY32" fmla="*/ 1946360 h 4169500"/>
                <a:gd name="connsiteX33" fmla="*/ 3799158 w 6939045"/>
                <a:gd name="connsiteY33" fmla="*/ 1983977 h 4169500"/>
                <a:gd name="connsiteX34" fmla="*/ 2838191 w 6939045"/>
                <a:gd name="connsiteY34" fmla="*/ 2164558 h 4169500"/>
                <a:gd name="connsiteX35" fmla="*/ 1957658 w 6939045"/>
                <a:gd name="connsiteY35" fmla="*/ 2881507 h 4169500"/>
                <a:gd name="connsiteX36" fmla="*/ 1403091 w 6939045"/>
                <a:gd name="connsiteY36" fmla="*/ 3582585 h 4169500"/>
                <a:gd name="connsiteX37" fmla="*/ 514091 w 6939045"/>
                <a:gd name="connsiteY37" fmla="*/ 4127422 h 4169500"/>
                <a:gd name="connsiteX38" fmla="*/ 31490 w 6939045"/>
                <a:gd name="connsiteY38" fmla="*/ 4128671 h 4169500"/>
                <a:gd name="connsiteX39" fmla="*/ 35769 w 6939045"/>
                <a:gd name="connsiteY39" fmla="*/ 2893817 h 4169500"/>
                <a:gd name="connsiteX40" fmla="*/ 65001 w 6939045"/>
                <a:gd name="connsiteY40" fmla="*/ 2509670 h 4169500"/>
                <a:gd name="connsiteX0" fmla="*/ 65001 w 6939045"/>
                <a:gd name="connsiteY0" fmla="*/ 2509670 h 4169500"/>
                <a:gd name="connsiteX1" fmla="*/ 223852 w 6939045"/>
                <a:gd name="connsiteY1" fmla="*/ 2468473 h 4169500"/>
                <a:gd name="connsiteX2" fmla="*/ 253262 w 6939045"/>
                <a:gd name="connsiteY2" fmla="*/ 3290740 h 4169500"/>
                <a:gd name="connsiteX3" fmla="*/ 320639 w 6939045"/>
                <a:gd name="connsiteY3" fmla="*/ 3984400 h 4169500"/>
                <a:gd name="connsiteX4" fmla="*/ 2275158 w 6939045"/>
                <a:gd name="connsiteY4" fmla="*/ 68134 h 4169500"/>
                <a:gd name="connsiteX5" fmla="*/ 3447791 w 6939045"/>
                <a:gd name="connsiteY5" fmla="*/ 1510811 h 4169500"/>
                <a:gd name="connsiteX6" fmla="*/ 4844791 w 6939045"/>
                <a:gd name="connsiteY6" fmla="*/ 1705545 h 4169500"/>
                <a:gd name="connsiteX7" fmla="*/ 5344324 w 6939045"/>
                <a:gd name="connsiteY7" fmla="*/ 1070545 h 4169500"/>
                <a:gd name="connsiteX8" fmla="*/ 5909475 w 6939045"/>
                <a:gd name="connsiteY8" fmla="*/ 968991 h 4169500"/>
                <a:gd name="connsiteX9" fmla="*/ 6339158 w 6939045"/>
                <a:gd name="connsiteY9" fmla="*/ 1224525 h 4169500"/>
                <a:gd name="connsiteX10" fmla="*/ 6500380 w 6939045"/>
                <a:gd name="connsiteY10" fmla="*/ 1419410 h 4169500"/>
                <a:gd name="connsiteX11" fmla="*/ 6652780 w 6939045"/>
                <a:gd name="connsiteY11" fmla="*/ 1499312 h 4169500"/>
                <a:gd name="connsiteX12" fmla="*/ 6767080 w 6939045"/>
                <a:gd name="connsiteY12" fmla="*/ 1470257 h 4169500"/>
                <a:gd name="connsiteX13" fmla="*/ 6796358 w 6939045"/>
                <a:gd name="connsiteY13" fmla="*/ 1326218 h 4169500"/>
                <a:gd name="connsiteX14" fmla="*/ 6767081 w 6939045"/>
                <a:gd name="connsiteY14" fmla="*/ 1186968 h 4169500"/>
                <a:gd name="connsiteX15" fmla="*/ 6697232 w 6939045"/>
                <a:gd name="connsiteY15" fmla="*/ 1099801 h 4169500"/>
                <a:gd name="connsiteX16" fmla="*/ 6652782 w 6939045"/>
                <a:gd name="connsiteY16" fmla="*/ 990843 h 4169500"/>
                <a:gd name="connsiteX17" fmla="*/ 6633732 w 6939045"/>
                <a:gd name="connsiteY17" fmla="*/ 823773 h 4169500"/>
                <a:gd name="connsiteX18" fmla="*/ 6779781 w 6939045"/>
                <a:gd name="connsiteY18" fmla="*/ 809248 h 4169500"/>
                <a:gd name="connsiteX19" fmla="*/ 6931824 w 6939045"/>
                <a:gd name="connsiteY19" fmla="*/ 822510 h 4169500"/>
                <a:gd name="connsiteX20" fmla="*/ 6913132 w 6939045"/>
                <a:gd name="connsiteY20" fmla="*/ 1048953 h 4169500"/>
                <a:gd name="connsiteX21" fmla="*/ 6868682 w 6939045"/>
                <a:gd name="connsiteY21" fmla="*/ 1201494 h 4169500"/>
                <a:gd name="connsiteX22" fmla="*/ 6855981 w 6939045"/>
                <a:gd name="connsiteY22" fmla="*/ 1455729 h 4169500"/>
                <a:gd name="connsiteX23" fmla="*/ 6779781 w 6939045"/>
                <a:gd name="connsiteY23" fmla="*/ 1571952 h 4169500"/>
                <a:gd name="connsiteX24" fmla="*/ 6669358 w 6939045"/>
                <a:gd name="connsiteY24" fmla="*/ 1593544 h 4169500"/>
                <a:gd name="connsiteX25" fmla="*/ 6455573 w 6939045"/>
                <a:gd name="connsiteY25" fmla="*/ 1508783 h 4169500"/>
                <a:gd name="connsiteX26" fmla="*/ 6189231 w 6939045"/>
                <a:gd name="connsiteY26" fmla="*/ 1194228 h 4169500"/>
                <a:gd name="connsiteX27" fmla="*/ 5951808 w 6939045"/>
                <a:gd name="connsiteY27" fmla="*/ 1072997 h 4169500"/>
                <a:gd name="connsiteX28" fmla="*/ 5627958 w 6939045"/>
                <a:gd name="connsiteY28" fmla="*/ 1053612 h 4169500"/>
                <a:gd name="connsiteX29" fmla="*/ 5445924 w 6939045"/>
                <a:gd name="connsiteY29" fmla="*/ 1129812 h 4169500"/>
                <a:gd name="connsiteX30" fmla="*/ 5327391 w 6939045"/>
                <a:gd name="connsiteY30" fmla="*/ 1248344 h 4169500"/>
                <a:gd name="connsiteX31" fmla="*/ 5115724 w 6939045"/>
                <a:gd name="connsiteY31" fmla="*/ 1629344 h 4169500"/>
                <a:gd name="connsiteX32" fmla="*/ 4937924 w 6939045"/>
                <a:gd name="connsiteY32" fmla="*/ 1781745 h 4169500"/>
                <a:gd name="connsiteX33" fmla="*/ 4573858 w 6939045"/>
                <a:gd name="connsiteY33" fmla="*/ 1946360 h 4169500"/>
                <a:gd name="connsiteX34" fmla="*/ 3799158 w 6939045"/>
                <a:gd name="connsiteY34" fmla="*/ 1983977 h 4169500"/>
                <a:gd name="connsiteX35" fmla="*/ 2838191 w 6939045"/>
                <a:gd name="connsiteY35" fmla="*/ 2164558 h 4169500"/>
                <a:gd name="connsiteX36" fmla="*/ 1957658 w 6939045"/>
                <a:gd name="connsiteY36" fmla="*/ 2881507 h 4169500"/>
                <a:gd name="connsiteX37" fmla="*/ 1403091 w 6939045"/>
                <a:gd name="connsiteY37" fmla="*/ 3582585 h 4169500"/>
                <a:gd name="connsiteX38" fmla="*/ 514091 w 6939045"/>
                <a:gd name="connsiteY38" fmla="*/ 4127422 h 4169500"/>
                <a:gd name="connsiteX39" fmla="*/ 31490 w 6939045"/>
                <a:gd name="connsiteY39" fmla="*/ 4128671 h 4169500"/>
                <a:gd name="connsiteX40" fmla="*/ 35769 w 6939045"/>
                <a:gd name="connsiteY40" fmla="*/ 2893817 h 4169500"/>
                <a:gd name="connsiteX41" fmla="*/ 65001 w 6939045"/>
                <a:gd name="connsiteY41" fmla="*/ 2509670 h 4169500"/>
                <a:gd name="connsiteX0" fmla="*/ 65001 w 6939045"/>
                <a:gd name="connsiteY0" fmla="*/ 2509670 h 4169500"/>
                <a:gd name="connsiteX1" fmla="*/ 223852 w 6939045"/>
                <a:gd name="connsiteY1" fmla="*/ 2468473 h 4169500"/>
                <a:gd name="connsiteX2" fmla="*/ 253262 w 6939045"/>
                <a:gd name="connsiteY2" fmla="*/ 3290740 h 4169500"/>
                <a:gd name="connsiteX3" fmla="*/ 320639 w 6939045"/>
                <a:gd name="connsiteY3" fmla="*/ 3984400 h 4169500"/>
                <a:gd name="connsiteX4" fmla="*/ 2275158 w 6939045"/>
                <a:gd name="connsiteY4" fmla="*/ 68134 h 4169500"/>
                <a:gd name="connsiteX5" fmla="*/ 3447791 w 6939045"/>
                <a:gd name="connsiteY5" fmla="*/ 1510811 h 4169500"/>
                <a:gd name="connsiteX6" fmla="*/ 4844791 w 6939045"/>
                <a:gd name="connsiteY6" fmla="*/ 1705545 h 4169500"/>
                <a:gd name="connsiteX7" fmla="*/ 5344324 w 6939045"/>
                <a:gd name="connsiteY7" fmla="*/ 1070545 h 4169500"/>
                <a:gd name="connsiteX8" fmla="*/ 5909475 w 6939045"/>
                <a:gd name="connsiteY8" fmla="*/ 968991 h 4169500"/>
                <a:gd name="connsiteX9" fmla="*/ 6339158 w 6939045"/>
                <a:gd name="connsiteY9" fmla="*/ 1224525 h 4169500"/>
                <a:gd name="connsiteX10" fmla="*/ 6500380 w 6939045"/>
                <a:gd name="connsiteY10" fmla="*/ 1419410 h 4169500"/>
                <a:gd name="connsiteX11" fmla="*/ 6652780 w 6939045"/>
                <a:gd name="connsiteY11" fmla="*/ 1499312 h 4169500"/>
                <a:gd name="connsiteX12" fmla="*/ 6767080 w 6939045"/>
                <a:gd name="connsiteY12" fmla="*/ 1470257 h 4169500"/>
                <a:gd name="connsiteX13" fmla="*/ 6796358 w 6939045"/>
                <a:gd name="connsiteY13" fmla="*/ 1326218 h 4169500"/>
                <a:gd name="connsiteX14" fmla="*/ 6767081 w 6939045"/>
                <a:gd name="connsiteY14" fmla="*/ 1186968 h 4169500"/>
                <a:gd name="connsiteX15" fmla="*/ 6697232 w 6939045"/>
                <a:gd name="connsiteY15" fmla="*/ 1099801 h 4169500"/>
                <a:gd name="connsiteX16" fmla="*/ 6652782 w 6939045"/>
                <a:gd name="connsiteY16" fmla="*/ 990843 h 4169500"/>
                <a:gd name="connsiteX17" fmla="*/ 6633732 w 6939045"/>
                <a:gd name="connsiteY17" fmla="*/ 823773 h 4169500"/>
                <a:gd name="connsiteX18" fmla="*/ 6779781 w 6939045"/>
                <a:gd name="connsiteY18" fmla="*/ 809248 h 4169500"/>
                <a:gd name="connsiteX19" fmla="*/ 6931824 w 6939045"/>
                <a:gd name="connsiteY19" fmla="*/ 822510 h 4169500"/>
                <a:gd name="connsiteX20" fmla="*/ 6913132 w 6939045"/>
                <a:gd name="connsiteY20" fmla="*/ 1048953 h 4169500"/>
                <a:gd name="connsiteX21" fmla="*/ 6868682 w 6939045"/>
                <a:gd name="connsiteY21" fmla="*/ 1201494 h 4169500"/>
                <a:gd name="connsiteX22" fmla="*/ 6855981 w 6939045"/>
                <a:gd name="connsiteY22" fmla="*/ 1455729 h 4169500"/>
                <a:gd name="connsiteX23" fmla="*/ 6779781 w 6939045"/>
                <a:gd name="connsiteY23" fmla="*/ 1571952 h 4169500"/>
                <a:gd name="connsiteX24" fmla="*/ 6669358 w 6939045"/>
                <a:gd name="connsiteY24" fmla="*/ 1593544 h 4169500"/>
                <a:gd name="connsiteX25" fmla="*/ 6455573 w 6939045"/>
                <a:gd name="connsiteY25" fmla="*/ 1508783 h 4169500"/>
                <a:gd name="connsiteX26" fmla="*/ 6189231 w 6939045"/>
                <a:gd name="connsiteY26" fmla="*/ 1194228 h 4169500"/>
                <a:gd name="connsiteX27" fmla="*/ 5951808 w 6939045"/>
                <a:gd name="connsiteY27" fmla="*/ 1072997 h 4169500"/>
                <a:gd name="connsiteX28" fmla="*/ 5627958 w 6939045"/>
                <a:gd name="connsiteY28" fmla="*/ 1053612 h 4169500"/>
                <a:gd name="connsiteX29" fmla="*/ 5445924 w 6939045"/>
                <a:gd name="connsiteY29" fmla="*/ 1129812 h 4169500"/>
                <a:gd name="connsiteX30" fmla="*/ 5327391 w 6939045"/>
                <a:gd name="connsiteY30" fmla="*/ 1248344 h 4169500"/>
                <a:gd name="connsiteX31" fmla="*/ 5115724 w 6939045"/>
                <a:gd name="connsiteY31" fmla="*/ 1629344 h 4169500"/>
                <a:gd name="connsiteX32" fmla="*/ 4937924 w 6939045"/>
                <a:gd name="connsiteY32" fmla="*/ 1781745 h 4169500"/>
                <a:gd name="connsiteX33" fmla="*/ 4573858 w 6939045"/>
                <a:gd name="connsiteY33" fmla="*/ 1946360 h 4169500"/>
                <a:gd name="connsiteX34" fmla="*/ 3799158 w 6939045"/>
                <a:gd name="connsiteY34" fmla="*/ 1983977 h 4169500"/>
                <a:gd name="connsiteX35" fmla="*/ 2838191 w 6939045"/>
                <a:gd name="connsiteY35" fmla="*/ 2164558 h 4169500"/>
                <a:gd name="connsiteX36" fmla="*/ 1957658 w 6939045"/>
                <a:gd name="connsiteY36" fmla="*/ 2881507 h 4169500"/>
                <a:gd name="connsiteX37" fmla="*/ 1403091 w 6939045"/>
                <a:gd name="connsiteY37" fmla="*/ 3582585 h 4169500"/>
                <a:gd name="connsiteX38" fmla="*/ 514091 w 6939045"/>
                <a:gd name="connsiteY38" fmla="*/ 4127422 h 4169500"/>
                <a:gd name="connsiteX39" fmla="*/ 31490 w 6939045"/>
                <a:gd name="connsiteY39" fmla="*/ 4128671 h 4169500"/>
                <a:gd name="connsiteX40" fmla="*/ 35769 w 6939045"/>
                <a:gd name="connsiteY40" fmla="*/ 2893817 h 4169500"/>
                <a:gd name="connsiteX41" fmla="*/ 65001 w 6939045"/>
                <a:gd name="connsiteY41" fmla="*/ 2509670 h 4169500"/>
                <a:gd name="connsiteX0" fmla="*/ 65001 w 6939045"/>
                <a:gd name="connsiteY0" fmla="*/ 2509670 h 4169500"/>
                <a:gd name="connsiteX1" fmla="*/ 223852 w 6939045"/>
                <a:gd name="connsiteY1" fmla="*/ 2468473 h 4169500"/>
                <a:gd name="connsiteX2" fmla="*/ 176260 w 6939045"/>
                <a:gd name="connsiteY2" fmla="*/ 3290740 h 4169500"/>
                <a:gd name="connsiteX3" fmla="*/ 320639 w 6939045"/>
                <a:gd name="connsiteY3" fmla="*/ 3984400 h 4169500"/>
                <a:gd name="connsiteX4" fmla="*/ 2275158 w 6939045"/>
                <a:gd name="connsiteY4" fmla="*/ 68134 h 4169500"/>
                <a:gd name="connsiteX5" fmla="*/ 3447791 w 6939045"/>
                <a:gd name="connsiteY5" fmla="*/ 1510811 h 4169500"/>
                <a:gd name="connsiteX6" fmla="*/ 4844791 w 6939045"/>
                <a:gd name="connsiteY6" fmla="*/ 1705545 h 4169500"/>
                <a:gd name="connsiteX7" fmla="*/ 5344324 w 6939045"/>
                <a:gd name="connsiteY7" fmla="*/ 1070545 h 4169500"/>
                <a:gd name="connsiteX8" fmla="*/ 5909475 w 6939045"/>
                <a:gd name="connsiteY8" fmla="*/ 968991 h 4169500"/>
                <a:gd name="connsiteX9" fmla="*/ 6339158 w 6939045"/>
                <a:gd name="connsiteY9" fmla="*/ 1224525 h 4169500"/>
                <a:gd name="connsiteX10" fmla="*/ 6500380 w 6939045"/>
                <a:gd name="connsiteY10" fmla="*/ 1419410 h 4169500"/>
                <a:gd name="connsiteX11" fmla="*/ 6652780 w 6939045"/>
                <a:gd name="connsiteY11" fmla="*/ 1499312 h 4169500"/>
                <a:gd name="connsiteX12" fmla="*/ 6767080 w 6939045"/>
                <a:gd name="connsiteY12" fmla="*/ 1470257 h 4169500"/>
                <a:gd name="connsiteX13" fmla="*/ 6796358 w 6939045"/>
                <a:gd name="connsiteY13" fmla="*/ 1326218 h 4169500"/>
                <a:gd name="connsiteX14" fmla="*/ 6767081 w 6939045"/>
                <a:gd name="connsiteY14" fmla="*/ 1186968 h 4169500"/>
                <a:gd name="connsiteX15" fmla="*/ 6697232 w 6939045"/>
                <a:gd name="connsiteY15" fmla="*/ 1099801 h 4169500"/>
                <a:gd name="connsiteX16" fmla="*/ 6652782 w 6939045"/>
                <a:gd name="connsiteY16" fmla="*/ 990843 h 4169500"/>
                <a:gd name="connsiteX17" fmla="*/ 6633732 w 6939045"/>
                <a:gd name="connsiteY17" fmla="*/ 823773 h 4169500"/>
                <a:gd name="connsiteX18" fmla="*/ 6779781 w 6939045"/>
                <a:gd name="connsiteY18" fmla="*/ 809248 h 4169500"/>
                <a:gd name="connsiteX19" fmla="*/ 6931824 w 6939045"/>
                <a:gd name="connsiteY19" fmla="*/ 822510 h 4169500"/>
                <a:gd name="connsiteX20" fmla="*/ 6913132 w 6939045"/>
                <a:gd name="connsiteY20" fmla="*/ 1048953 h 4169500"/>
                <a:gd name="connsiteX21" fmla="*/ 6868682 w 6939045"/>
                <a:gd name="connsiteY21" fmla="*/ 1201494 h 4169500"/>
                <a:gd name="connsiteX22" fmla="*/ 6855981 w 6939045"/>
                <a:gd name="connsiteY22" fmla="*/ 1455729 h 4169500"/>
                <a:gd name="connsiteX23" fmla="*/ 6779781 w 6939045"/>
                <a:gd name="connsiteY23" fmla="*/ 1571952 h 4169500"/>
                <a:gd name="connsiteX24" fmla="*/ 6669358 w 6939045"/>
                <a:gd name="connsiteY24" fmla="*/ 1593544 h 4169500"/>
                <a:gd name="connsiteX25" fmla="*/ 6455573 w 6939045"/>
                <a:gd name="connsiteY25" fmla="*/ 1508783 h 4169500"/>
                <a:gd name="connsiteX26" fmla="*/ 6189231 w 6939045"/>
                <a:gd name="connsiteY26" fmla="*/ 1194228 h 4169500"/>
                <a:gd name="connsiteX27" fmla="*/ 5951808 w 6939045"/>
                <a:gd name="connsiteY27" fmla="*/ 1072997 h 4169500"/>
                <a:gd name="connsiteX28" fmla="*/ 5627958 w 6939045"/>
                <a:gd name="connsiteY28" fmla="*/ 1053612 h 4169500"/>
                <a:gd name="connsiteX29" fmla="*/ 5445924 w 6939045"/>
                <a:gd name="connsiteY29" fmla="*/ 1129812 h 4169500"/>
                <a:gd name="connsiteX30" fmla="*/ 5327391 w 6939045"/>
                <a:gd name="connsiteY30" fmla="*/ 1248344 h 4169500"/>
                <a:gd name="connsiteX31" fmla="*/ 5115724 w 6939045"/>
                <a:gd name="connsiteY31" fmla="*/ 1629344 h 4169500"/>
                <a:gd name="connsiteX32" fmla="*/ 4937924 w 6939045"/>
                <a:gd name="connsiteY32" fmla="*/ 1781745 h 4169500"/>
                <a:gd name="connsiteX33" fmla="*/ 4573858 w 6939045"/>
                <a:gd name="connsiteY33" fmla="*/ 1946360 h 4169500"/>
                <a:gd name="connsiteX34" fmla="*/ 3799158 w 6939045"/>
                <a:gd name="connsiteY34" fmla="*/ 1983977 h 4169500"/>
                <a:gd name="connsiteX35" fmla="*/ 2838191 w 6939045"/>
                <a:gd name="connsiteY35" fmla="*/ 2164558 h 4169500"/>
                <a:gd name="connsiteX36" fmla="*/ 1957658 w 6939045"/>
                <a:gd name="connsiteY36" fmla="*/ 2881507 h 4169500"/>
                <a:gd name="connsiteX37" fmla="*/ 1403091 w 6939045"/>
                <a:gd name="connsiteY37" fmla="*/ 3582585 h 4169500"/>
                <a:gd name="connsiteX38" fmla="*/ 514091 w 6939045"/>
                <a:gd name="connsiteY38" fmla="*/ 4127422 h 4169500"/>
                <a:gd name="connsiteX39" fmla="*/ 31490 w 6939045"/>
                <a:gd name="connsiteY39" fmla="*/ 4128671 h 4169500"/>
                <a:gd name="connsiteX40" fmla="*/ 35769 w 6939045"/>
                <a:gd name="connsiteY40" fmla="*/ 2893817 h 4169500"/>
                <a:gd name="connsiteX41" fmla="*/ 65001 w 6939045"/>
                <a:gd name="connsiteY41" fmla="*/ 2509670 h 4169500"/>
                <a:gd name="connsiteX0" fmla="*/ 65001 w 6939045"/>
                <a:gd name="connsiteY0" fmla="*/ 2509670 h 4169500"/>
                <a:gd name="connsiteX1" fmla="*/ 223852 w 6939045"/>
                <a:gd name="connsiteY1" fmla="*/ 2468473 h 4169500"/>
                <a:gd name="connsiteX2" fmla="*/ 176260 w 6939045"/>
                <a:gd name="connsiteY2" fmla="*/ 3290740 h 4169500"/>
                <a:gd name="connsiteX3" fmla="*/ 320639 w 6939045"/>
                <a:gd name="connsiteY3" fmla="*/ 3984400 h 4169500"/>
                <a:gd name="connsiteX4" fmla="*/ 2275158 w 6939045"/>
                <a:gd name="connsiteY4" fmla="*/ 68134 h 4169500"/>
                <a:gd name="connsiteX5" fmla="*/ 3447791 w 6939045"/>
                <a:gd name="connsiteY5" fmla="*/ 1510811 h 4169500"/>
                <a:gd name="connsiteX6" fmla="*/ 4844791 w 6939045"/>
                <a:gd name="connsiteY6" fmla="*/ 1705545 h 4169500"/>
                <a:gd name="connsiteX7" fmla="*/ 5344324 w 6939045"/>
                <a:gd name="connsiteY7" fmla="*/ 1070545 h 4169500"/>
                <a:gd name="connsiteX8" fmla="*/ 5909475 w 6939045"/>
                <a:gd name="connsiteY8" fmla="*/ 968991 h 4169500"/>
                <a:gd name="connsiteX9" fmla="*/ 6339158 w 6939045"/>
                <a:gd name="connsiteY9" fmla="*/ 1224525 h 4169500"/>
                <a:gd name="connsiteX10" fmla="*/ 6500380 w 6939045"/>
                <a:gd name="connsiteY10" fmla="*/ 1419410 h 4169500"/>
                <a:gd name="connsiteX11" fmla="*/ 6652780 w 6939045"/>
                <a:gd name="connsiteY11" fmla="*/ 1499312 h 4169500"/>
                <a:gd name="connsiteX12" fmla="*/ 6767080 w 6939045"/>
                <a:gd name="connsiteY12" fmla="*/ 1470257 h 4169500"/>
                <a:gd name="connsiteX13" fmla="*/ 6796358 w 6939045"/>
                <a:gd name="connsiteY13" fmla="*/ 1326218 h 4169500"/>
                <a:gd name="connsiteX14" fmla="*/ 6767081 w 6939045"/>
                <a:gd name="connsiteY14" fmla="*/ 1186968 h 4169500"/>
                <a:gd name="connsiteX15" fmla="*/ 6697232 w 6939045"/>
                <a:gd name="connsiteY15" fmla="*/ 1099801 h 4169500"/>
                <a:gd name="connsiteX16" fmla="*/ 6652782 w 6939045"/>
                <a:gd name="connsiteY16" fmla="*/ 990843 h 4169500"/>
                <a:gd name="connsiteX17" fmla="*/ 6633732 w 6939045"/>
                <a:gd name="connsiteY17" fmla="*/ 823773 h 4169500"/>
                <a:gd name="connsiteX18" fmla="*/ 6779781 w 6939045"/>
                <a:gd name="connsiteY18" fmla="*/ 809248 h 4169500"/>
                <a:gd name="connsiteX19" fmla="*/ 6931824 w 6939045"/>
                <a:gd name="connsiteY19" fmla="*/ 822510 h 4169500"/>
                <a:gd name="connsiteX20" fmla="*/ 6913132 w 6939045"/>
                <a:gd name="connsiteY20" fmla="*/ 1048953 h 4169500"/>
                <a:gd name="connsiteX21" fmla="*/ 6868682 w 6939045"/>
                <a:gd name="connsiteY21" fmla="*/ 1201494 h 4169500"/>
                <a:gd name="connsiteX22" fmla="*/ 6855981 w 6939045"/>
                <a:gd name="connsiteY22" fmla="*/ 1455729 h 4169500"/>
                <a:gd name="connsiteX23" fmla="*/ 6779781 w 6939045"/>
                <a:gd name="connsiteY23" fmla="*/ 1571952 h 4169500"/>
                <a:gd name="connsiteX24" fmla="*/ 6669358 w 6939045"/>
                <a:gd name="connsiteY24" fmla="*/ 1593544 h 4169500"/>
                <a:gd name="connsiteX25" fmla="*/ 6455573 w 6939045"/>
                <a:gd name="connsiteY25" fmla="*/ 1508783 h 4169500"/>
                <a:gd name="connsiteX26" fmla="*/ 6189231 w 6939045"/>
                <a:gd name="connsiteY26" fmla="*/ 1194228 h 4169500"/>
                <a:gd name="connsiteX27" fmla="*/ 5951808 w 6939045"/>
                <a:gd name="connsiteY27" fmla="*/ 1072997 h 4169500"/>
                <a:gd name="connsiteX28" fmla="*/ 5627958 w 6939045"/>
                <a:gd name="connsiteY28" fmla="*/ 1053612 h 4169500"/>
                <a:gd name="connsiteX29" fmla="*/ 5445924 w 6939045"/>
                <a:gd name="connsiteY29" fmla="*/ 1129812 h 4169500"/>
                <a:gd name="connsiteX30" fmla="*/ 5327391 w 6939045"/>
                <a:gd name="connsiteY30" fmla="*/ 1248344 h 4169500"/>
                <a:gd name="connsiteX31" fmla="*/ 5115724 w 6939045"/>
                <a:gd name="connsiteY31" fmla="*/ 1629344 h 4169500"/>
                <a:gd name="connsiteX32" fmla="*/ 4937924 w 6939045"/>
                <a:gd name="connsiteY32" fmla="*/ 1781745 h 4169500"/>
                <a:gd name="connsiteX33" fmla="*/ 4573858 w 6939045"/>
                <a:gd name="connsiteY33" fmla="*/ 1946360 h 4169500"/>
                <a:gd name="connsiteX34" fmla="*/ 3799158 w 6939045"/>
                <a:gd name="connsiteY34" fmla="*/ 1983977 h 4169500"/>
                <a:gd name="connsiteX35" fmla="*/ 2838191 w 6939045"/>
                <a:gd name="connsiteY35" fmla="*/ 2164558 h 4169500"/>
                <a:gd name="connsiteX36" fmla="*/ 1957658 w 6939045"/>
                <a:gd name="connsiteY36" fmla="*/ 2881507 h 4169500"/>
                <a:gd name="connsiteX37" fmla="*/ 1403091 w 6939045"/>
                <a:gd name="connsiteY37" fmla="*/ 3582585 h 4169500"/>
                <a:gd name="connsiteX38" fmla="*/ 514091 w 6939045"/>
                <a:gd name="connsiteY38" fmla="*/ 4127422 h 4169500"/>
                <a:gd name="connsiteX39" fmla="*/ 31490 w 6939045"/>
                <a:gd name="connsiteY39" fmla="*/ 4128671 h 4169500"/>
                <a:gd name="connsiteX40" fmla="*/ 35769 w 6939045"/>
                <a:gd name="connsiteY40" fmla="*/ 2893817 h 4169500"/>
                <a:gd name="connsiteX41" fmla="*/ 65001 w 6939045"/>
                <a:gd name="connsiteY41" fmla="*/ 2509670 h 4169500"/>
                <a:gd name="connsiteX0" fmla="*/ 30788 w 6904832"/>
                <a:gd name="connsiteY0" fmla="*/ 2509670 h 4173593"/>
                <a:gd name="connsiteX1" fmla="*/ 189639 w 6904832"/>
                <a:gd name="connsiteY1" fmla="*/ 2468473 h 4173593"/>
                <a:gd name="connsiteX2" fmla="*/ 142047 w 6904832"/>
                <a:gd name="connsiteY2" fmla="*/ 3290740 h 4173593"/>
                <a:gd name="connsiteX3" fmla="*/ 286426 w 6904832"/>
                <a:gd name="connsiteY3" fmla="*/ 3984400 h 4173593"/>
                <a:gd name="connsiteX4" fmla="*/ 2240945 w 6904832"/>
                <a:gd name="connsiteY4" fmla="*/ 68134 h 4173593"/>
                <a:gd name="connsiteX5" fmla="*/ 3413578 w 6904832"/>
                <a:gd name="connsiteY5" fmla="*/ 1510811 h 4173593"/>
                <a:gd name="connsiteX6" fmla="*/ 4810578 w 6904832"/>
                <a:gd name="connsiteY6" fmla="*/ 1705545 h 4173593"/>
                <a:gd name="connsiteX7" fmla="*/ 5310111 w 6904832"/>
                <a:gd name="connsiteY7" fmla="*/ 1070545 h 4173593"/>
                <a:gd name="connsiteX8" fmla="*/ 5875262 w 6904832"/>
                <a:gd name="connsiteY8" fmla="*/ 968991 h 4173593"/>
                <a:gd name="connsiteX9" fmla="*/ 6304945 w 6904832"/>
                <a:gd name="connsiteY9" fmla="*/ 1224525 h 4173593"/>
                <a:gd name="connsiteX10" fmla="*/ 6466167 w 6904832"/>
                <a:gd name="connsiteY10" fmla="*/ 1419410 h 4173593"/>
                <a:gd name="connsiteX11" fmla="*/ 6618567 w 6904832"/>
                <a:gd name="connsiteY11" fmla="*/ 1499312 h 4173593"/>
                <a:gd name="connsiteX12" fmla="*/ 6732867 w 6904832"/>
                <a:gd name="connsiteY12" fmla="*/ 1470257 h 4173593"/>
                <a:gd name="connsiteX13" fmla="*/ 6762145 w 6904832"/>
                <a:gd name="connsiteY13" fmla="*/ 1326218 h 4173593"/>
                <a:gd name="connsiteX14" fmla="*/ 6732868 w 6904832"/>
                <a:gd name="connsiteY14" fmla="*/ 1186968 h 4173593"/>
                <a:gd name="connsiteX15" fmla="*/ 6663019 w 6904832"/>
                <a:gd name="connsiteY15" fmla="*/ 1099801 h 4173593"/>
                <a:gd name="connsiteX16" fmla="*/ 6618569 w 6904832"/>
                <a:gd name="connsiteY16" fmla="*/ 990843 h 4173593"/>
                <a:gd name="connsiteX17" fmla="*/ 6599519 w 6904832"/>
                <a:gd name="connsiteY17" fmla="*/ 823773 h 4173593"/>
                <a:gd name="connsiteX18" fmla="*/ 6745568 w 6904832"/>
                <a:gd name="connsiteY18" fmla="*/ 809248 h 4173593"/>
                <a:gd name="connsiteX19" fmla="*/ 6897611 w 6904832"/>
                <a:gd name="connsiteY19" fmla="*/ 822510 h 4173593"/>
                <a:gd name="connsiteX20" fmla="*/ 6878919 w 6904832"/>
                <a:gd name="connsiteY20" fmla="*/ 1048953 h 4173593"/>
                <a:gd name="connsiteX21" fmla="*/ 6834469 w 6904832"/>
                <a:gd name="connsiteY21" fmla="*/ 1201494 h 4173593"/>
                <a:gd name="connsiteX22" fmla="*/ 6821768 w 6904832"/>
                <a:gd name="connsiteY22" fmla="*/ 1455729 h 4173593"/>
                <a:gd name="connsiteX23" fmla="*/ 6745568 w 6904832"/>
                <a:gd name="connsiteY23" fmla="*/ 1571952 h 4173593"/>
                <a:gd name="connsiteX24" fmla="*/ 6635145 w 6904832"/>
                <a:gd name="connsiteY24" fmla="*/ 1593544 h 4173593"/>
                <a:gd name="connsiteX25" fmla="*/ 6421360 w 6904832"/>
                <a:gd name="connsiteY25" fmla="*/ 1508783 h 4173593"/>
                <a:gd name="connsiteX26" fmla="*/ 6155018 w 6904832"/>
                <a:gd name="connsiteY26" fmla="*/ 1194228 h 4173593"/>
                <a:gd name="connsiteX27" fmla="*/ 5917595 w 6904832"/>
                <a:gd name="connsiteY27" fmla="*/ 1072997 h 4173593"/>
                <a:gd name="connsiteX28" fmla="*/ 5593745 w 6904832"/>
                <a:gd name="connsiteY28" fmla="*/ 1053612 h 4173593"/>
                <a:gd name="connsiteX29" fmla="*/ 5411711 w 6904832"/>
                <a:gd name="connsiteY29" fmla="*/ 1129812 h 4173593"/>
                <a:gd name="connsiteX30" fmla="*/ 5293178 w 6904832"/>
                <a:gd name="connsiteY30" fmla="*/ 1248344 h 4173593"/>
                <a:gd name="connsiteX31" fmla="*/ 5081511 w 6904832"/>
                <a:gd name="connsiteY31" fmla="*/ 1629344 h 4173593"/>
                <a:gd name="connsiteX32" fmla="*/ 4903711 w 6904832"/>
                <a:gd name="connsiteY32" fmla="*/ 1781745 h 4173593"/>
                <a:gd name="connsiteX33" fmla="*/ 4539645 w 6904832"/>
                <a:gd name="connsiteY33" fmla="*/ 1946360 h 4173593"/>
                <a:gd name="connsiteX34" fmla="*/ 3764945 w 6904832"/>
                <a:gd name="connsiteY34" fmla="*/ 1983977 h 4173593"/>
                <a:gd name="connsiteX35" fmla="*/ 2803978 w 6904832"/>
                <a:gd name="connsiteY35" fmla="*/ 2164558 h 4173593"/>
                <a:gd name="connsiteX36" fmla="*/ 1923445 w 6904832"/>
                <a:gd name="connsiteY36" fmla="*/ 2881507 h 4173593"/>
                <a:gd name="connsiteX37" fmla="*/ 1368878 w 6904832"/>
                <a:gd name="connsiteY37" fmla="*/ 3582585 h 4173593"/>
                <a:gd name="connsiteX38" fmla="*/ 479878 w 6904832"/>
                <a:gd name="connsiteY38" fmla="*/ 4127422 h 4173593"/>
                <a:gd name="connsiteX39" fmla="*/ 55028 w 6904832"/>
                <a:gd name="connsiteY39" fmla="*/ 4139682 h 4173593"/>
                <a:gd name="connsiteX40" fmla="*/ 1556 w 6904832"/>
                <a:gd name="connsiteY40" fmla="*/ 2893817 h 4173593"/>
                <a:gd name="connsiteX41" fmla="*/ 30788 w 6904832"/>
                <a:gd name="connsiteY41" fmla="*/ 2509670 h 4173593"/>
                <a:gd name="connsiteX0" fmla="*/ 30788 w 6904832"/>
                <a:gd name="connsiteY0" fmla="*/ 2509670 h 4173593"/>
                <a:gd name="connsiteX1" fmla="*/ 189639 w 6904832"/>
                <a:gd name="connsiteY1" fmla="*/ 2468473 h 4173593"/>
                <a:gd name="connsiteX2" fmla="*/ 142047 w 6904832"/>
                <a:gd name="connsiteY2" fmla="*/ 3290740 h 4173593"/>
                <a:gd name="connsiteX3" fmla="*/ 286426 w 6904832"/>
                <a:gd name="connsiteY3" fmla="*/ 3984400 h 4173593"/>
                <a:gd name="connsiteX4" fmla="*/ 2240945 w 6904832"/>
                <a:gd name="connsiteY4" fmla="*/ 68134 h 4173593"/>
                <a:gd name="connsiteX5" fmla="*/ 3413578 w 6904832"/>
                <a:gd name="connsiteY5" fmla="*/ 1510811 h 4173593"/>
                <a:gd name="connsiteX6" fmla="*/ 4810578 w 6904832"/>
                <a:gd name="connsiteY6" fmla="*/ 1705545 h 4173593"/>
                <a:gd name="connsiteX7" fmla="*/ 5310111 w 6904832"/>
                <a:gd name="connsiteY7" fmla="*/ 1070545 h 4173593"/>
                <a:gd name="connsiteX8" fmla="*/ 5875262 w 6904832"/>
                <a:gd name="connsiteY8" fmla="*/ 968991 h 4173593"/>
                <a:gd name="connsiteX9" fmla="*/ 6304945 w 6904832"/>
                <a:gd name="connsiteY9" fmla="*/ 1224525 h 4173593"/>
                <a:gd name="connsiteX10" fmla="*/ 6466167 w 6904832"/>
                <a:gd name="connsiteY10" fmla="*/ 1419410 h 4173593"/>
                <a:gd name="connsiteX11" fmla="*/ 6618567 w 6904832"/>
                <a:gd name="connsiteY11" fmla="*/ 1499312 h 4173593"/>
                <a:gd name="connsiteX12" fmla="*/ 6732867 w 6904832"/>
                <a:gd name="connsiteY12" fmla="*/ 1470257 h 4173593"/>
                <a:gd name="connsiteX13" fmla="*/ 6762145 w 6904832"/>
                <a:gd name="connsiteY13" fmla="*/ 1326218 h 4173593"/>
                <a:gd name="connsiteX14" fmla="*/ 6732868 w 6904832"/>
                <a:gd name="connsiteY14" fmla="*/ 1186968 h 4173593"/>
                <a:gd name="connsiteX15" fmla="*/ 6663019 w 6904832"/>
                <a:gd name="connsiteY15" fmla="*/ 1099801 h 4173593"/>
                <a:gd name="connsiteX16" fmla="*/ 6618569 w 6904832"/>
                <a:gd name="connsiteY16" fmla="*/ 990843 h 4173593"/>
                <a:gd name="connsiteX17" fmla="*/ 6599519 w 6904832"/>
                <a:gd name="connsiteY17" fmla="*/ 823773 h 4173593"/>
                <a:gd name="connsiteX18" fmla="*/ 6745568 w 6904832"/>
                <a:gd name="connsiteY18" fmla="*/ 809248 h 4173593"/>
                <a:gd name="connsiteX19" fmla="*/ 6897611 w 6904832"/>
                <a:gd name="connsiteY19" fmla="*/ 822510 h 4173593"/>
                <a:gd name="connsiteX20" fmla="*/ 6878919 w 6904832"/>
                <a:gd name="connsiteY20" fmla="*/ 1048953 h 4173593"/>
                <a:gd name="connsiteX21" fmla="*/ 6834469 w 6904832"/>
                <a:gd name="connsiteY21" fmla="*/ 1201494 h 4173593"/>
                <a:gd name="connsiteX22" fmla="*/ 6821768 w 6904832"/>
                <a:gd name="connsiteY22" fmla="*/ 1455729 h 4173593"/>
                <a:gd name="connsiteX23" fmla="*/ 6745568 w 6904832"/>
                <a:gd name="connsiteY23" fmla="*/ 1571952 h 4173593"/>
                <a:gd name="connsiteX24" fmla="*/ 6635145 w 6904832"/>
                <a:gd name="connsiteY24" fmla="*/ 1593544 h 4173593"/>
                <a:gd name="connsiteX25" fmla="*/ 6421360 w 6904832"/>
                <a:gd name="connsiteY25" fmla="*/ 1508783 h 4173593"/>
                <a:gd name="connsiteX26" fmla="*/ 6155018 w 6904832"/>
                <a:gd name="connsiteY26" fmla="*/ 1194228 h 4173593"/>
                <a:gd name="connsiteX27" fmla="*/ 5917595 w 6904832"/>
                <a:gd name="connsiteY27" fmla="*/ 1072997 h 4173593"/>
                <a:gd name="connsiteX28" fmla="*/ 5593745 w 6904832"/>
                <a:gd name="connsiteY28" fmla="*/ 1053612 h 4173593"/>
                <a:gd name="connsiteX29" fmla="*/ 5411711 w 6904832"/>
                <a:gd name="connsiteY29" fmla="*/ 1129812 h 4173593"/>
                <a:gd name="connsiteX30" fmla="*/ 5293178 w 6904832"/>
                <a:gd name="connsiteY30" fmla="*/ 1248344 h 4173593"/>
                <a:gd name="connsiteX31" fmla="*/ 5081511 w 6904832"/>
                <a:gd name="connsiteY31" fmla="*/ 1629344 h 4173593"/>
                <a:gd name="connsiteX32" fmla="*/ 4903711 w 6904832"/>
                <a:gd name="connsiteY32" fmla="*/ 1781745 h 4173593"/>
                <a:gd name="connsiteX33" fmla="*/ 4539645 w 6904832"/>
                <a:gd name="connsiteY33" fmla="*/ 1946360 h 4173593"/>
                <a:gd name="connsiteX34" fmla="*/ 3764945 w 6904832"/>
                <a:gd name="connsiteY34" fmla="*/ 1983977 h 4173593"/>
                <a:gd name="connsiteX35" fmla="*/ 2803978 w 6904832"/>
                <a:gd name="connsiteY35" fmla="*/ 2164558 h 4173593"/>
                <a:gd name="connsiteX36" fmla="*/ 1923445 w 6904832"/>
                <a:gd name="connsiteY36" fmla="*/ 2881507 h 4173593"/>
                <a:gd name="connsiteX37" fmla="*/ 1368878 w 6904832"/>
                <a:gd name="connsiteY37" fmla="*/ 3582585 h 4173593"/>
                <a:gd name="connsiteX38" fmla="*/ 479878 w 6904832"/>
                <a:gd name="connsiteY38" fmla="*/ 4127422 h 4173593"/>
                <a:gd name="connsiteX39" fmla="*/ 55028 w 6904832"/>
                <a:gd name="connsiteY39" fmla="*/ 4139682 h 4173593"/>
                <a:gd name="connsiteX40" fmla="*/ 1556 w 6904832"/>
                <a:gd name="connsiteY40" fmla="*/ 2893817 h 4173593"/>
                <a:gd name="connsiteX41" fmla="*/ 30788 w 6904832"/>
                <a:gd name="connsiteY41" fmla="*/ 2509670 h 4173593"/>
                <a:gd name="connsiteX0" fmla="*/ 30315 w 6904359"/>
                <a:gd name="connsiteY0" fmla="*/ 2509670 h 4173593"/>
                <a:gd name="connsiteX1" fmla="*/ 160290 w 6904359"/>
                <a:gd name="connsiteY1" fmla="*/ 2457461 h 4173593"/>
                <a:gd name="connsiteX2" fmla="*/ 141574 w 6904359"/>
                <a:gd name="connsiteY2" fmla="*/ 3290740 h 4173593"/>
                <a:gd name="connsiteX3" fmla="*/ 285953 w 6904359"/>
                <a:gd name="connsiteY3" fmla="*/ 3984400 h 4173593"/>
                <a:gd name="connsiteX4" fmla="*/ 2240472 w 6904359"/>
                <a:gd name="connsiteY4" fmla="*/ 68134 h 4173593"/>
                <a:gd name="connsiteX5" fmla="*/ 3413105 w 6904359"/>
                <a:gd name="connsiteY5" fmla="*/ 1510811 h 4173593"/>
                <a:gd name="connsiteX6" fmla="*/ 4810105 w 6904359"/>
                <a:gd name="connsiteY6" fmla="*/ 1705545 h 4173593"/>
                <a:gd name="connsiteX7" fmla="*/ 5309638 w 6904359"/>
                <a:gd name="connsiteY7" fmla="*/ 1070545 h 4173593"/>
                <a:gd name="connsiteX8" fmla="*/ 5874789 w 6904359"/>
                <a:gd name="connsiteY8" fmla="*/ 968991 h 4173593"/>
                <a:gd name="connsiteX9" fmla="*/ 6304472 w 6904359"/>
                <a:gd name="connsiteY9" fmla="*/ 1224525 h 4173593"/>
                <a:gd name="connsiteX10" fmla="*/ 6465694 w 6904359"/>
                <a:gd name="connsiteY10" fmla="*/ 1419410 h 4173593"/>
                <a:gd name="connsiteX11" fmla="*/ 6618094 w 6904359"/>
                <a:gd name="connsiteY11" fmla="*/ 1499312 h 4173593"/>
                <a:gd name="connsiteX12" fmla="*/ 6732394 w 6904359"/>
                <a:gd name="connsiteY12" fmla="*/ 1470257 h 4173593"/>
                <a:gd name="connsiteX13" fmla="*/ 6761672 w 6904359"/>
                <a:gd name="connsiteY13" fmla="*/ 1326218 h 4173593"/>
                <a:gd name="connsiteX14" fmla="*/ 6732395 w 6904359"/>
                <a:gd name="connsiteY14" fmla="*/ 1186968 h 4173593"/>
                <a:gd name="connsiteX15" fmla="*/ 6662546 w 6904359"/>
                <a:gd name="connsiteY15" fmla="*/ 1099801 h 4173593"/>
                <a:gd name="connsiteX16" fmla="*/ 6618096 w 6904359"/>
                <a:gd name="connsiteY16" fmla="*/ 990843 h 4173593"/>
                <a:gd name="connsiteX17" fmla="*/ 6599046 w 6904359"/>
                <a:gd name="connsiteY17" fmla="*/ 823773 h 4173593"/>
                <a:gd name="connsiteX18" fmla="*/ 6745095 w 6904359"/>
                <a:gd name="connsiteY18" fmla="*/ 809248 h 4173593"/>
                <a:gd name="connsiteX19" fmla="*/ 6897138 w 6904359"/>
                <a:gd name="connsiteY19" fmla="*/ 822510 h 4173593"/>
                <a:gd name="connsiteX20" fmla="*/ 6878446 w 6904359"/>
                <a:gd name="connsiteY20" fmla="*/ 1048953 h 4173593"/>
                <a:gd name="connsiteX21" fmla="*/ 6833996 w 6904359"/>
                <a:gd name="connsiteY21" fmla="*/ 1201494 h 4173593"/>
                <a:gd name="connsiteX22" fmla="*/ 6821295 w 6904359"/>
                <a:gd name="connsiteY22" fmla="*/ 1455729 h 4173593"/>
                <a:gd name="connsiteX23" fmla="*/ 6745095 w 6904359"/>
                <a:gd name="connsiteY23" fmla="*/ 1571952 h 4173593"/>
                <a:gd name="connsiteX24" fmla="*/ 6634672 w 6904359"/>
                <a:gd name="connsiteY24" fmla="*/ 1593544 h 4173593"/>
                <a:gd name="connsiteX25" fmla="*/ 6420887 w 6904359"/>
                <a:gd name="connsiteY25" fmla="*/ 1508783 h 4173593"/>
                <a:gd name="connsiteX26" fmla="*/ 6154545 w 6904359"/>
                <a:gd name="connsiteY26" fmla="*/ 1194228 h 4173593"/>
                <a:gd name="connsiteX27" fmla="*/ 5917122 w 6904359"/>
                <a:gd name="connsiteY27" fmla="*/ 1072997 h 4173593"/>
                <a:gd name="connsiteX28" fmla="*/ 5593272 w 6904359"/>
                <a:gd name="connsiteY28" fmla="*/ 1053612 h 4173593"/>
                <a:gd name="connsiteX29" fmla="*/ 5411238 w 6904359"/>
                <a:gd name="connsiteY29" fmla="*/ 1129812 h 4173593"/>
                <a:gd name="connsiteX30" fmla="*/ 5292705 w 6904359"/>
                <a:gd name="connsiteY30" fmla="*/ 1248344 h 4173593"/>
                <a:gd name="connsiteX31" fmla="*/ 5081038 w 6904359"/>
                <a:gd name="connsiteY31" fmla="*/ 1629344 h 4173593"/>
                <a:gd name="connsiteX32" fmla="*/ 4903238 w 6904359"/>
                <a:gd name="connsiteY32" fmla="*/ 1781745 h 4173593"/>
                <a:gd name="connsiteX33" fmla="*/ 4539172 w 6904359"/>
                <a:gd name="connsiteY33" fmla="*/ 1946360 h 4173593"/>
                <a:gd name="connsiteX34" fmla="*/ 3764472 w 6904359"/>
                <a:gd name="connsiteY34" fmla="*/ 1983977 h 4173593"/>
                <a:gd name="connsiteX35" fmla="*/ 2803505 w 6904359"/>
                <a:gd name="connsiteY35" fmla="*/ 2164558 h 4173593"/>
                <a:gd name="connsiteX36" fmla="*/ 1922972 w 6904359"/>
                <a:gd name="connsiteY36" fmla="*/ 2881507 h 4173593"/>
                <a:gd name="connsiteX37" fmla="*/ 1368405 w 6904359"/>
                <a:gd name="connsiteY37" fmla="*/ 3582585 h 4173593"/>
                <a:gd name="connsiteX38" fmla="*/ 479405 w 6904359"/>
                <a:gd name="connsiteY38" fmla="*/ 4127422 h 4173593"/>
                <a:gd name="connsiteX39" fmla="*/ 54555 w 6904359"/>
                <a:gd name="connsiteY39" fmla="*/ 4139682 h 4173593"/>
                <a:gd name="connsiteX40" fmla="*/ 1083 w 6904359"/>
                <a:gd name="connsiteY40" fmla="*/ 2893817 h 4173593"/>
                <a:gd name="connsiteX41" fmla="*/ 30315 w 6904359"/>
                <a:gd name="connsiteY41" fmla="*/ 2509670 h 4173593"/>
                <a:gd name="connsiteX0" fmla="*/ 30315 w 6904359"/>
                <a:gd name="connsiteY0" fmla="*/ 2509670 h 4173593"/>
                <a:gd name="connsiteX1" fmla="*/ 160290 w 6904359"/>
                <a:gd name="connsiteY1" fmla="*/ 2457461 h 4173593"/>
                <a:gd name="connsiteX2" fmla="*/ 160825 w 6904359"/>
                <a:gd name="connsiteY2" fmla="*/ 3290740 h 4173593"/>
                <a:gd name="connsiteX3" fmla="*/ 285953 w 6904359"/>
                <a:gd name="connsiteY3" fmla="*/ 3984400 h 4173593"/>
                <a:gd name="connsiteX4" fmla="*/ 2240472 w 6904359"/>
                <a:gd name="connsiteY4" fmla="*/ 68134 h 4173593"/>
                <a:gd name="connsiteX5" fmla="*/ 3413105 w 6904359"/>
                <a:gd name="connsiteY5" fmla="*/ 1510811 h 4173593"/>
                <a:gd name="connsiteX6" fmla="*/ 4810105 w 6904359"/>
                <a:gd name="connsiteY6" fmla="*/ 1705545 h 4173593"/>
                <a:gd name="connsiteX7" fmla="*/ 5309638 w 6904359"/>
                <a:gd name="connsiteY7" fmla="*/ 1070545 h 4173593"/>
                <a:gd name="connsiteX8" fmla="*/ 5874789 w 6904359"/>
                <a:gd name="connsiteY8" fmla="*/ 968991 h 4173593"/>
                <a:gd name="connsiteX9" fmla="*/ 6304472 w 6904359"/>
                <a:gd name="connsiteY9" fmla="*/ 1224525 h 4173593"/>
                <a:gd name="connsiteX10" fmla="*/ 6465694 w 6904359"/>
                <a:gd name="connsiteY10" fmla="*/ 1419410 h 4173593"/>
                <a:gd name="connsiteX11" fmla="*/ 6618094 w 6904359"/>
                <a:gd name="connsiteY11" fmla="*/ 1499312 h 4173593"/>
                <a:gd name="connsiteX12" fmla="*/ 6732394 w 6904359"/>
                <a:gd name="connsiteY12" fmla="*/ 1470257 h 4173593"/>
                <a:gd name="connsiteX13" fmla="*/ 6761672 w 6904359"/>
                <a:gd name="connsiteY13" fmla="*/ 1326218 h 4173593"/>
                <a:gd name="connsiteX14" fmla="*/ 6732395 w 6904359"/>
                <a:gd name="connsiteY14" fmla="*/ 1186968 h 4173593"/>
                <a:gd name="connsiteX15" fmla="*/ 6662546 w 6904359"/>
                <a:gd name="connsiteY15" fmla="*/ 1099801 h 4173593"/>
                <a:gd name="connsiteX16" fmla="*/ 6618096 w 6904359"/>
                <a:gd name="connsiteY16" fmla="*/ 990843 h 4173593"/>
                <a:gd name="connsiteX17" fmla="*/ 6599046 w 6904359"/>
                <a:gd name="connsiteY17" fmla="*/ 823773 h 4173593"/>
                <a:gd name="connsiteX18" fmla="*/ 6745095 w 6904359"/>
                <a:gd name="connsiteY18" fmla="*/ 809248 h 4173593"/>
                <a:gd name="connsiteX19" fmla="*/ 6897138 w 6904359"/>
                <a:gd name="connsiteY19" fmla="*/ 822510 h 4173593"/>
                <a:gd name="connsiteX20" fmla="*/ 6878446 w 6904359"/>
                <a:gd name="connsiteY20" fmla="*/ 1048953 h 4173593"/>
                <a:gd name="connsiteX21" fmla="*/ 6833996 w 6904359"/>
                <a:gd name="connsiteY21" fmla="*/ 1201494 h 4173593"/>
                <a:gd name="connsiteX22" fmla="*/ 6821295 w 6904359"/>
                <a:gd name="connsiteY22" fmla="*/ 1455729 h 4173593"/>
                <a:gd name="connsiteX23" fmla="*/ 6745095 w 6904359"/>
                <a:gd name="connsiteY23" fmla="*/ 1571952 h 4173593"/>
                <a:gd name="connsiteX24" fmla="*/ 6634672 w 6904359"/>
                <a:gd name="connsiteY24" fmla="*/ 1593544 h 4173593"/>
                <a:gd name="connsiteX25" fmla="*/ 6420887 w 6904359"/>
                <a:gd name="connsiteY25" fmla="*/ 1508783 h 4173593"/>
                <a:gd name="connsiteX26" fmla="*/ 6154545 w 6904359"/>
                <a:gd name="connsiteY26" fmla="*/ 1194228 h 4173593"/>
                <a:gd name="connsiteX27" fmla="*/ 5917122 w 6904359"/>
                <a:gd name="connsiteY27" fmla="*/ 1072997 h 4173593"/>
                <a:gd name="connsiteX28" fmla="*/ 5593272 w 6904359"/>
                <a:gd name="connsiteY28" fmla="*/ 1053612 h 4173593"/>
                <a:gd name="connsiteX29" fmla="*/ 5411238 w 6904359"/>
                <a:gd name="connsiteY29" fmla="*/ 1129812 h 4173593"/>
                <a:gd name="connsiteX30" fmla="*/ 5292705 w 6904359"/>
                <a:gd name="connsiteY30" fmla="*/ 1248344 h 4173593"/>
                <a:gd name="connsiteX31" fmla="*/ 5081038 w 6904359"/>
                <a:gd name="connsiteY31" fmla="*/ 1629344 h 4173593"/>
                <a:gd name="connsiteX32" fmla="*/ 4903238 w 6904359"/>
                <a:gd name="connsiteY32" fmla="*/ 1781745 h 4173593"/>
                <a:gd name="connsiteX33" fmla="*/ 4539172 w 6904359"/>
                <a:gd name="connsiteY33" fmla="*/ 1946360 h 4173593"/>
                <a:gd name="connsiteX34" fmla="*/ 3764472 w 6904359"/>
                <a:gd name="connsiteY34" fmla="*/ 1983977 h 4173593"/>
                <a:gd name="connsiteX35" fmla="*/ 2803505 w 6904359"/>
                <a:gd name="connsiteY35" fmla="*/ 2164558 h 4173593"/>
                <a:gd name="connsiteX36" fmla="*/ 1922972 w 6904359"/>
                <a:gd name="connsiteY36" fmla="*/ 2881507 h 4173593"/>
                <a:gd name="connsiteX37" fmla="*/ 1368405 w 6904359"/>
                <a:gd name="connsiteY37" fmla="*/ 3582585 h 4173593"/>
                <a:gd name="connsiteX38" fmla="*/ 479405 w 6904359"/>
                <a:gd name="connsiteY38" fmla="*/ 4127422 h 4173593"/>
                <a:gd name="connsiteX39" fmla="*/ 54555 w 6904359"/>
                <a:gd name="connsiteY39" fmla="*/ 4139682 h 4173593"/>
                <a:gd name="connsiteX40" fmla="*/ 1083 w 6904359"/>
                <a:gd name="connsiteY40" fmla="*/ 2893817 h 4173593"/>
                <a:gd name="connsiteX41" fmla="*/ 30315 w 6904359"/>
                <a:gd name="connsiteY41" fmla="*/ 2509670 h 4173593"/>
                <a:gd name="connsiteX0" fmla="*/ 30315 w 6904359"/>
                <a:gd name="connsiteY0" fmla="*/ 2509670 h 4173593"/>
                <a:gd name="connsiteX1" fmla="*/ 160290 w 6904359"/>
                <a:gd name="connsiteY1" fmla="*/ 2457461 h 4173593"/>
                <a:gd name="connsiteX2" fmla="*/ 160825 w 6904359"/>
                <a:gd name="connsiteY2" fmla="*/ 3290740 h 4173593"/>
                <a:gd name="connsiteX3" fmla="*/ 305204 w 6904359"/>
                <a:gd name="connsiteY3" fmla="*/ 3984400 h 4173593"/>
                <a:gd name="connsiteX4" fmla="*/ 2240472 w 6904359"/>
                <a:gd name="connsiteY4" fmla="*/ 68134 h 4173593"/>
                <a:gd name="connsiteX5" fmla="*/ 3413105 w 6904359"/>
                <a:gd name="connsiteY5" fmla="*/ 1510811 h 4173593"/>
                <a:gd name="connsiteX6" fmla="*/ 4810105 w 6904359"/>
                <a:gd name="connsiteY6" fmla="*/ 1705545 h 4173593"/>
                <a:gd name="connsiteX7" fmla="*/ 5309638 w 6904359"/>
                <a:gd name="connsiteY7" fmla="*/ 1070545 h 4173593"/>
                <a:gd name="connsiteX8" fmla="*/ 5874789 w 6904359"/>
                <a:gd name="connsiteY8" fmla="*/ 968991 h 4173593"/>
                <a:gd name="connsiteX9" fmla="*/ 6304472 w 6904359"/>
                <a:gd name="connsiteY9" fmla="*/ 1224525 h 4173593"/>
                <a:gd name="connsiteX10" fmla="*/ 6465694 w 6904359"/>
                <a:gd name="connsiteY10" fmla="*/ 1419410 h 4173593"/>
                <a:gd name="connsiteX11" fmla="*/ 6618094 w 6904359"/>
                <a:gd name="connsiteY11" fmla="*/ 1499312 h 4173593"/>
                <a:gd name="connsiteX12" fmla="*/ 6732394 w 6904359"/>
                <a:gd name="connsiteY12" fmla="*/ 1470257 h 4173593"/>
                <a:gd name="connsiteX13" fmla="*/ 6761672 w 6904359"/>
                <a:gd name="connsiteY13" fmla="*/ 1326218 h 4173593"/>
                <a:gd name="connsiteX14" fmla="*/ 6732395 w 6904359"/>
                <a:gd name="connsiteY14" fmla="*/ 1186968 h 4173593"/>
                <a:gd name="connsiteX15" fmla="*/ 6662546 w 6904359"/>
                <a:gd name="connsiteY15" fmla="*/ 1099801 h 4173593"/>
                <a:gd name="connsiteX16" fmla="*/ 6618096 w 6904359"/>
                <a:gd name="connsiteY16" fmla="*/ 990843 h 4173593"/>
                <a:gd name="connsiteX17" fmla="*/ 6599046 w 6904359"/>
                <a:gd name="connsiteY17" fmla="*/ 823773 h 4173593"/>
                <a:gd name="connsiteX18" fmla="*/ 6745095 w 6904359"/>
                <a:gd name="connsiteY18" fmla="*/ 809248 h 4173593"/>
                <a:gd name="connsiteX19" fmla="*/ 6897138 w 6904359"/>
                <a:gd name="connsiteY19" fmla="*/ 822510 h 4173593"/>
                <a:gd name="connsiteX20" fmla="*/ 6878446 w 6904359"/>
                <a:gd name="connsiteY20" fmla="*/ 1048953 h 4173593"/>
                <a:gd name="connsiteX21" fmla="*/ 6833996 w 6904359"/>
                <a:gd name="connsiteY21" fmla="*/ 1201494 h 4173593"/>
                <a:gd name="connsiteX22" fmla="*/ 6821295 w 6904359"/>
                <a:gd name="connsiteY22" fmla="*/ 1455729 h 4173593"/>
                <a:gd name="connsiteX23" fmla="*/ 6745095 w 6904359"/>
                <a:gd name="connsiteY23" fmla="*/ 1571952 h 4173593"/>
                <a:gd name="connsiteX24" fmla="*/ 6634672 w 6904359"/>
                <a:gd name="connsiteY24" fmla="*/ 1593544 h 4173593"/>
                <a:gd name="connsiteX25" fmla="*/ 6420887 w 6904359"/>
                <a:gd name="connsiteY25" fmla="*/ 1508783 h 4173593"/>
                <a:gd name="connsiteX26" fmla="*/ 6154545 w 6904359"/>
                <a:gd name="connsiteY26" fmla="*/ 1194228 h 4173593"/>
                <a:gd name="connsiteX27" fmla="*/ 5917122 w 6904359"/>
                <a:gd name="connsiteY27" fmla="*/ 1072997 h 4173593"/>
                <a:gd name="connsiteX28" fmla="*/ 5593272 w 6904359"/>
                <a:gd name="connsiteY28" fmla="*/ 1053612 h 4173593"/>
                <a:gd name="connsiteX29" fmla="*/ 5411238 w 6904359"/>
                <a:gd name="connsiteY29" fmla="*/ 1129812 h 4173593"/>
                <a:gd name="connsiteX30" fmla="*/ 5292705 w 6904359"/>
                <a:gd name="connsiteY30" fmla="*/ 1248344 h 4173593"/>
                <a:gd name="connsiteX31" fmla="*/ 5081038 w 6904359"/>
                <a:gd name="connsiteY31" fmla="*/ 1629344 h 4173593"/>
                <a:gd name="connsiteX32" fmla="*/ 4903238 w 6904359"/>
                <a:gd name="connsiteY32" fmla="*/ 1781745 h 4173593"/>
                <a:gd name="connsiteX33" fmla="*/ 4539172 w 6904359"/>
                <a:gd name="connsiteY33" fmla="*/ 1946360 h 4173593"/>
                <a:gd name="connsiteX34" fmla="*/ 3764472 w 6904359"/>
                <a:gd name="connsiteY34" fmla="*/ 1983977 h 4173593"/>
                <a:gd name="connsiteX35" fmla="*/ 2803505 w 6904359"/>
                <a:gd name="connsiteY35" fmla="*/ 2164558 h 4173593"/>
                <a:gd name="connsiteX36" fmla="*/ 1922972 w 6904359"/>
                <a:gd name="connsiteY36" fmla="*/ 2881507 h 4173593"/>
                <a:gd name="connsiteX37" fmla="*/ 1368405 w 6904359"/>
                <a:gd name="connsiteY37" fmla="*/ 3582585 h 4173593"/>
                <a:gd name="connsiteX38" fmla="*/ 479405 w 6904359"/>
                <a:gd name="connsiteY38" fmla="*/ 4127422 h 4173593"/>
                <a:gd name="connsiteX39" fmla="*/ 54555 w 6904359"/>
                <a:gd name="connsiteY39" fmla="*/ 4139682 h 4173593"/>
                <a:gd name="connsiteX40" fmla="*/ 1083 w 6904359"/>
                <a:gd name="connsiteY40" fmla="*/ 2893817 h 4173593"/>
                <a:gd name="connsiteX41" fmla="*/ 30315 w 6904359"/>
                <a:gd name="connsiteY41" fmla="*/ 2509670 h 4173593"/>
                <a:gd name="connsiteX0" fmla="*/ 30315 w 6904359"/>
                <a:gd name="connsiteY0" fmla="*/ 2509670 h 4173593"/>
                <a:gd name="connsiteX1" fmla="*/ 160290 w 6904359"/>
                <a:gd name="connsiteY1" fmla="*/ 2457461 h 4173593"/>
                <a:gd name="connsiteX2" fmla="*/ 160825 w 6904359"/>
                <a:gd name="connsiteY2" fmla="*/ 3290740 h 4173593"/>
                <a:gd name="connsiteX3" fmla="*/ 334080 w 6904359"/>
                <a:gd name="connsiteY3" fmla="*/ 3984400 h 4173593"/>
                <a:gd name="connsiteX4" fmla="*/ 2240472 w 6904359"/>
                <a:gd name="connsiteY4" fmla="*/ 68134 h 4173593"/>
                <a:gd name="connsiteX5" fmla="*/ 3413105 w 6904359"/>
                <a:gd name="connsiteY5" fmla="*/ 1510811 h 4173593"/>
                <a:gd name="connsiteX6" fmla="*/ 4810105 w 6904359"/>
                <a:gd name="connsiteY6" fmla="*/ 1705545 h 4173593"/>
                <a:gd name="connsiteX7" fmla="*/ 5309638 w 6904359"/>
                <a:gd name="connsiteY7" fmla="*/ 1070545 h 4173593"/>
                <a:gd name="connsiteX8" fmla="*/ 5874789 w 6904359"/>
                <a:gd name="connsiteY8" fmla="*/ 968991 h 4173593"/>
                <a:gd name="connsiteX9" fmla="*/ 6304472 w 6904359"/>
                <a:gd name="connsiteY9" fmla="*/ 1224525 h 4173593"/>
                <a:gd name="connsiteX10" fmla="*/ 6465694 w 6904359"/>
                <a:gd name="connsiteY10" fmla="*/ 1419410 h 4173593"/>
                <a:gd name="connsiteX11" fmla="*/ 6618094 w 6904359"/>
                <a:gd name="connsiteY11" fmla="*/ 1499312 h 4173593"/>
                <a:gd name="connsiteX12" fmla="*/ 6732394 w 6904359"/>
                <a:gd name="connsiteY12" fmla="*/ 1470257 h 4173593"/>
                <a:gd name="connsiteX13" fmla="*/ 6761672 w 6904359"/>
                <a:gd name="connsiteY13" fmla="*/ 1326218 h 4173593"/>
                <a:gd name="connsiteX14" fmla="*/ 6732395 w 6904359"/>
                <a:gd name="connsiteY14" fmla="*/ 1186968 h 4173593"/>
                <a:gd name="connsiteX15" fmla="*/ 6662546 w 6904359"/>
                <a:gd name="connsiteY15" fmla="*/ 1099801 h 4173593"/>
                <a:gd name="connsiteX16" fmla="*/ 6618096 w 6904359"/>
                <a:gd name="connsiteY16" fmla="*/ 990843 h 4173593"/>
                <a:gd name="connsiteX17" fmla="*/ 6599046 w 6904359"/>
                <a:gd name="connsiteY17" fmla="*/ 823773 h 4173593"/>
                <a:gd name="connsiteX18" fmla="*/ 6745095 w 6904359"/>
                <a:gd name="connsiteY18" fmla="*/ 809248 h 4173593"/>
                <a:gd name="connsiteX19" fmla="*/ 6897138 w 6904359"/>
                <a:gd name="connsiteY19" fmla="*/ 822510 h 4173593"/>
                <a:gd name="connsiteX20" fmla="*/ 6878446 w 6904359"/>
                <a:gd name="connsiteY20" fmla="*/ 1048953 h 4173593"/>
                <a:gd name="connsiteX21" fmla="*/ 6833996 w 6904359"/>
                <a:gd name="connsiteY21" fmla="*/ 1201494 h 4173593"/>
                <a:gd name="connsiteX22" fmla="*/ 6821295 w 6904359"/>
                <a:gd name="connsiteY22" fmla="*/ 1455729 h 4173593"/>
                <a:gd name="connsiteX23" fmla="*/ 6745095 w 6904359"/>
                <a:gd name="connsiteY23" fmla="*/ 1571952 h 4173593"/>
                <a:gd name="connsiteX24" fmla="*/ 6634672 w 6904359"/>
                <a:gd name="connsiteY24" fmla="*/ 1593544 h 4173593"/>
                <a:gd name="connsiteX25" fmla="*/ 6420887 w 6904359"/>
                <a:gd name="connsiteY25" fmla="*/ 1508783 h 4173593"/>
                <a:gd name="connsiteX26" fmla="*/ 6154545 w 6904359"/>
                <a:gd name="connsiteY26" fmla="*/ 1194228 h 4173593"/>
                <a:gd name="connsiteX27" fmla="*/ 5917122 w 6904359"/>
                <a:gd name="connsiteY27" fmla="*/ 1072997 h 4173593"/>
                <a:gd name="connsiteX28" fmla="*/ 5593272 w 6904359"/>
                <a:gd name="connsiteY28" fmla="*/ 1053612 h 4173593"/>
                <a:gd name="connsiteX29" fmla="*/ 5411238 w 6904359"/>
                <a:gd name="connsiteY29" fmla="*/ 1129812 h 4173593"/>
                <a:gd name="connsiteX30" fmla="*/ 5292705 w 6904359"/>
                <a:gd name="connsiteY30" fmla="*/ 1248344 h 4173593"/>
                <a:gd name="connsiteX31" fmla="*/ 5081038 w 6904359"/>
                <a:gd name="connsiteY31" fmla="*/ 1629344 h 4173593"/>
                <a:gd name="connsiteX32" fmla="*/ 4903238 w 6904359"/>
                <a:gd name="connsiteY32" fmla="*/ 1781745 h 4173593"/>
                <a:gd name="connsiteX33" fmla="*/ 4539172 w 6904359"/>
                <a:gd name="connsiteY33" fmla="*/ 1946360 h 4173593"/>
                <a:gd name="connsiteX34" fmla="*/ 3764472 w 6904359"/>
                <a:gd name="connsiteY34" fmla="*/ 1983977 h 4173593"/>
                <a:gd name="connsiteX35" fmla="*/ 2803505 w 6904359"/>
                <a:gd name="connsiteY35" fmla="*/ 2164558 h 4173593"/>
                <a:gd name="connsiteX36" fmla="*/ 1922972 w 6904359"/>
                <a:gd name="connsiteY36" fmla="*/ 2881507 h 4173593"/>
                <a:gd name="connsiteX37" fmla="*/ 1368405 w 6904359"/>
                <a:gd name="connsiteY37" fmla="*/ 3582585 h 4173593"/>
                <a:gd name="connsiteX38" fmla="*/ 479405 w 6904359"/>
                <a:gd name="connsiteY38" fmla="*/ 4127422 h 4173593"/>
                <a:gd name="connsiteX39" fmla="*/ 54555 w 6904359"/>
                <a:gd name="connsiteY39" fmla="*/ 4139682 h 4173593"/>
                <a:gd name="connsiteX40" fmla="*/ 1083 w 6904359"/>
                <a:gd name="connsiteY40" fmla="*/ 2893817 h 4173593"/>
                <a:gd name="connsiteX41" fmla="*/ 30315 w 6904359"/>
                <a:gd name="connsiteY41" fmla="*/ 2509670 h 4173593"/>
                <a:gd name="connsiteX0" fmla="*/ 30315 w 6904359"/>
                <a:gd name="connsiteY0" fmla="*/ 2509670 h 4292969"/>
                <a:gd name="connsiteX1" fmla="*/ 160290 w 6904359"/>
                <a:gd name="connsiteY1" fmla="*/ 2457461 h 4292969"/>
                <a:gd name="connsiteX2" fmla="*/ 160825 w 6904359"/>
                <a:gd name="connsiteY2" fmla="*/ 3290740 h 4292969"/>
                <a:gd name="connsiteX3" fmla="*/ 189699 w 6904359"/>
                <a:gd name="connsiteY3" fmla="*/ 3973390 h 4292969"/>
                <a:gd name="connsiteX4" fmla="*/ 334080 w 6904359"/>
                <a:gd name="connsiteY4" fmla="*/ 3984400 h 4292969"/>
                <a:gd name="connsiteX5" fmla="*/ 2240472 w 6904359"/>
                <a:gd name="connsiteY5" fmla="*/ 68134 h 4292969"/>
                <a:gd name="connsiteX6" fmla="*/ 3413105 w 6904359"/>
                <a:gd name="connsiteY6" fmla="*/ 1510811 h 4292969"/>
                <a:gd name="connsiteX7" fmla="*/ 4810105 w 6904359"/>
                <a:gd name="connsiteY7" fmla="*/ 1705545 h 4292969"/>
                <a:gd name="connsiteX8" fmla="*/ 5309638 w 6904359"/>
                <a:gd name="connsiteY8" fmla="*/ 1070545 h 4292969"/>
                <a:gd name="connsiteX9" fmla="*/ 5874789 w 6904359"/>
                <a:gd name="connsiteY9" fmla="*/ 968991 h 4292969"/>
                <a:gd name="connsiteX10" fmla="*/ 6304472 w 6904359"/>
                <a:gd name="connsiteY10" fmla="*/ 1224525 h 4292969"/>
                <a:gd name="connsiteX11" fmla="*/ 6465694 w 6904359"/>
                <a:gd name="connsiteY11" fmla="*/ 1419410 h 4292969"/>
                <a:gd name="connsiteX12" fmla="*/ 6618094 w 6904359"/>
                <a:gd name="connsiteY12" fmla="*/ 1499312 h 4292969"/>
                <a:gd name="connsiteX13" fmla="*/ 6732394 w 6904359"/>
                <a:gd name="connsiteY13" fmla="*/ 1470257 h 4292969"/>
                <a:gd name="connsiteX14" fmla="*/ 6761672 w 6904359"/>
                <a:gd name="connsiteY14" fmla="*/ 1326218 h 4292969"/>
                <a:gd name="connsiteX15" fmla="*/ 6732395 w 6904359"/>
                <a:gd name="connsiteY15" fmla="*/ 1186968 h 4292969"/>
                <a:gd name="connsiteX16" fmla="*/ 6662546 w 6904359"/>
                <a:gd name="connsiteY16" fmla="*/ 1099801 h 4292969"/>
                <a:gd name="connsiteX17" fmla="*/ 6618096 w 6904359"/>
                <a:gd name="connsiteY17" fmla="*/ 990843 h 4292969"/>
                <a:gd name="connsiteX18" fmla="*/ 6599046 w 6904359"/>
                <a:gd name="connsiteY18" fmla="*/ 823773 h 4292969"/>
                <a:gd name="connsiteX19" fmla="*/ 6745095 w 6904359"/>
                <a:gd name="connsiteY19" fmla="*/ 809248 h 4292969"/>
                <a:gd name="connsiteX20" fmla="*/ 6897138 w 6904359"/>
                <a:gd name="connsiteY20" fmla="*/ 822510 h 4292969"/>
                <a:gd name="connsiteX21" fmla="*/ 6878446 w 6904359"/>
                <a:gd name="connsiteY21" fmla="*/ 1048953 h 4292969"/>
                <a:gd name="connsiteX22" fmla="*/ 6833996 w 6904359"/>
                <a:gd name="connsiteY22" fmla="*/ 1201494 h 4292969"/>
                <a:gd name="connsiteX23" fmla="*/ 6821295 w 6904359"/>
                <a:gd name="connsiteY23" fmla="*/ 1455729 h 4292969"/>
                <a:gd name="connsiteX24" fmla="*/ 6745095 w 6904359"/>
                <a:gd name="connsiteY24" fmla="*/ 1571952 h 4292969"/>
                <a:gd name="connsiteX25" fmla="*/ 6634672 w 6904359"/>
                <a:gd name="connsiteY25" fmla="*/ 1593544 h 4292969"/>
                <a:gd name="connsiteX26" fmla="*/ 6420887 w 6904359"/>
                <a:gd name="connsiteY26" fmla="*/ 1508783 h 4292969"/>
                <a:gd name="connsiteX27" fmla="*/ 6154545 w 6904359"/>
                <a:gd name="connsiteY27" fmla="*/ 1194228 h 4292969"/>
                <a:gd name="connsiteX28" fmla="*/ 5917122 w 6904359"/>
                <a:gd name="connsiteY28" fmla="*/ 1072997 h 4292969"/>
                <a:gd name="connsiteX29" fmla="*/ 5593272 w 6904359"/>
                <a:gd name="connsiteY29" fmla="*/ 1053612 h 4292969"/>
                <a:gd name="connsiteX30" fmla="*/ 5411238 w 6904359"/>
                <a:gd name="connsiteY30" fmla="*/ 1129812 h 4292969"/>
                <a:gd name="connsiteX31" fmla="*/ 5292705 w 6904359"/>
                <a:gd name="connsiteY31" fmla="*/ 1248344 h 4292969"/>
                <a:gd name="connsiteX32" fmla="*/ 5081038 w 6904359"/>
                <a:gd name="connsiteY32" fmla="*/ 1629344 h 4292969"/>
                <a:gd name="connsiteX33" fmla="*/ 4903238 w 6904359"/>
                <a:gd name="connsiteY33" fmla="*/ 1781745 h 4292969"/>
                <a:gd name="connsiteX34" fmla="*/ 4539172 w 6904359"/>
                <a:gd name="connsiteY34" fmla="*/ 1946360 h 4292969"/>
                <a:gd name="connsiteX35" fmla="*/ 3764472 w 6904359"/>
                <a:gd name="connsiteY35" fmla="*/ 1983977 h 4292969"/>
                <a:gd name="connsiteX36" fmla="*/ 2803505 w 6904359"/>
                <a:gd name="connsiteY36" fmla="*/ 2164558 h 4292969"/>
                <a:gd name="connsiteX37" fmla="*/ 1922972 w 6904359"/>
                <a:gd name="connsiteY37" fmla="*/ 2881507 h 4292969"/>
                <a:gd name="connsiteX38" fmla="*/ 1368405 w 6904359"/>
                <a:gd name="connsiteY38" fmla="*/ 3582585 h 4292969"/>
                <a:gd name="connsiteX39" fmla="*/ 479405 w 6904359"/>
                <a:gd name="connsiteY39" fmla="*/ 4127422 h 4292969"/>
                <a:gd name="connsiteX40" fmla="*/ 54555 w 6904359"/>
                <a:gd name="connsiteY40" fmla="*/ 4139682 h 4292969"/>
                <a:gd name="connsiteX41" fmla="*/ 1083 w 6904359"/>
                <a:gd name="connsiteY41" fmla="*/ 2893817 h 4292969"/>
                <a:gd name="connsiteX42" fmla="*/ 30315 w 6904359"/>
                <a:gd name="connsiteY42" fmla="*/ 2509670 h 4292969"/>
                <a:gd name="connsiteX0" fmla="*/ 30315 w 6904359"/>
                <a:gd name="connsiteY0" fmla="*/ 2509670 h 4286578"/>
                <a:gd name="connsiteX1" fmla="*/ 160290 w 6904359"/>
                <a:gd name="connsiteY1" fmla="*/ 2457461 h 4286578"/>
                <a:gd name="connsiteX2" fmla="*/ 160825 w 6904359"/>
                <a:gd name="connsiteY2" fmla="*/ 3290740 h 4286578"/>
                <a:gd name="connsiteX3" fmla="*/ 189699 w 6904359"/>
                <a:gd name="connsiteY3" fmla="*/ 3951369 h 4286578"/>
                <a:gd name="connsiteX4" fmla="*/ 334080 w 6904359"/>
                <a:gd name="connsiteY4" fmla="*/ 3984400 h 4286578"/>
                <a:gd name="connsiteX5" fmla="*/ 2240472 w 6904359"/>
                <a:gd name="connsiteY5" fmla="*/ 68134 h 4286578"/>
                <a:gd name="connsiteX6" fmla="*/ 3413105 w 6904359"/>
                <a:gd name="connsiteY6" fmla="*/ 1510811 h 4286578"/>
                <a:gd name="connsiteX7" fmla="*/ 4810105 w 6904359"/>
                <a:gd name="connsiteY7" fmla="*/ 1705545 h 4286578"/>
                <a:gd name="connsiteX8" fmla="*/ 5309638 w 6904359"/>
                <a:gd name="connsiteY8" fmla="*/ 1070545 h 4286578"/>
                <a:gd name="connsiteX9" fmla="*/ 5874789 w 6904359"/>
                <a:gd name="connsiteY9" fmla="*/ 968991 h 4286578"/>
                <a:gd name="connsiteX10" fmla="*/ 6304472 w 6904359"/>
                <a:gd name="connsiteY10" fmla="*/ 1224525 h 4286578"/>
                <a:gd name="connsiteX11" fmla="*/ 6465694 w 6904359"/>
                <a:gd name="connsiteY11" fmla="*/ 1419410 h 4286578"/>
                <a:gd name="connsiteX12" fmla="*/ 6618094 w 6904359"/>
                <a:gd name="connsiteY12" fmla="*/ 1499312 h 4286578"/>
                <a:gd name="connsiteX13" fmla="*/ 6732394 w 6904359"/>
                <a:gd name="connsiteY13" fmla="*/ 1470257 h 4286578"/>
                <a:gd name="connsiteX14" fmla="*/ 6761672 w 6904359"/>
                <a:gd name="connsiteY14" fmla="*/ 1326218 h 4286578"/>
                <a:gd name="connsiteX15" fmla="*/ 6732395 w 6904359"/>
                <a:gd name="connsiteY15" fmla="*/ 1186968 h 4286578"/>
                <a:gd name="connsiteX16" fmla="*/ 6662546 w 6904359"/>
                <a:gd name="connsiteY16" fmla="*/ 1099801 h 4286578"/>
                <a:gd name="connsiteX17" fmla="*/ 6618096 w 6904359"/>
                <a:gd name="connsiteY17" fmla="*/ 990843 h 4286578"/>
                <a:gd name="connsiteX18" fmla="*/ 6599046 w 6904359"/>
                <a:gd name="connsiteY18" fmla="*/ 823773 h 4286578"/>
                <a:gd name="connsiteX19" fmla="*/ 6745095 w 6904359"/>
                <a:gd name="connsiteY19" fmla="*/ 809248 h 4286578"/>
                <a:gd name="connsiteX20" fmla="*/ 6897138 w 6904359"/>
                <a:gd name="connsiteY20" fmla="*/ 822510 h 4286578"/>
                <a:gd name="connsiteX21" fmla="*/ 6878446 w 6904359"/>
                <a:gd name="connsiteY21" fmla="*/ 1048953 h 4286578"/>
                <a:gd name="connsiteX22" fmla="*/ 6833996 w 6904359"/>
                <a:gd name="connsiteY22" fmla="*/ 1201494 h 4286578"/>
                <a:gd name="connsiteX23" fmla="*/ 6821295 w 6904359"/>
                <a:gd name="connsiteY23" fmla="*/ 1455729 h 4286578"/>
                <a:gd name="connsiteX24" fmla="*/ 6745095 w 6904359"/>
                <a:gd name="connsiteY24" fmla="*/ 1571952 h 4286578"/>
                <a:gd name="connsiteX25" fmla="*/ 6634672 w 6904359"/>
                <a:gd name="connsiteY25" fmla="*/ 1593544 h 4286578"/>
                <a:gd name="connsiteX26" fmla="*/ 6420887 w 6904359"/>
                <a:gd name="connsiteY26" fmla="*/ 1508783 h 4286578"/>
                <a:gd name="connsiteX27" fmla="*/ 6154545 w 6904359"/>
                <a:gd name="connsiteY27" fmla="*/ 1194228 h 4286578"/>
                <a:gd name="connsiteX28" fmla="*/ 5917122 w 6904359"/>
                <a:gd name="connsiteY28" fmla="*/ 1072997 h 4286578"/>
                <a:gd name="connsiteX29" fmla="*/ 5593272 w 6904359"/>
                <a:gd name="connsiteY29" fmla="*/ 1053612 h 4286578"/>
                <a:gd name="connsiteX30" fmla="*/ 5411238 w 6904359"/>
                <a:gd name="connsiteY30" fmla="*/ 1129812 h 4286578"/>
                <a:gd name="connsiteX31" fmla="*/ 5292705 w 6904359"/>
                <a:gd name="connsiteY31" fmla="*/ 1248344 h 4286578"/>
                <a:gd name="connsiteX32" fmla="*/ 5081038 w 6904359"/>
                <a:gd name="connsiteY32" fmla="*/ 1629344 h 4286578"/>
                <a:gd name="connsiteX33" fmla="*/ 4903238 w 6904359"/>
                <a:gd name="connsiteY33" fmla="*/ 1781745 h 4286578"/>
                <a:gd name="connsiteX34" fmla="*/ 4539172 w 6904359"/>
                <a:gd name="connsiteY34" fmla="*/ 1946360 h 4286578"/>
                <a:gd name="connsiteX35" fmla="*/ 3764472 w 6904359"/>
                <a:gd name="connsiteY35" fmla="*/ 1983977 h 4286578"/>
                <a:gd name="connsiteX36" fmla="*/ 2803505 w 6904359"/>
                <a:gd name="connsiteY36" fmla="*/ 2164558 h 4286578"/>
                <a:gd name="connsiteX37" fmla="*/ 1922972 w 6904359"/>
                <a:gd name="connsiteY37" fmla="*/ 2881507 h 4286578"/>
                <a:gd name="connsiteX38" fmla="*/ 1368405 w 6904359"/>
                <a:gd name="connsiteY38" fmla="*/ 3582585 h 4286578"/>
                <a:gd name="connsiteX39" fmla="*/ 479405 w 6904359"/>
                <a:gd name="connsiteY39" fmla="*/ 4127422 h 4286578"/>
                <a:gd name="connsiteX40" fmla="*/ 54555 w 6904359"/>
                <a:gd name="connsiteY40" fmla="*/ 4139682 h 4286578"/>
                <a:gd name="connsiteX41" fmla="*/ 1083 w 6904359"/>
                <a:gd name="connsiteY41" fmla="*/ 2893817 h 4286578"/>
                <a:gd name="connsiteX42" fmla="*/ 30315 w 6904359"/>
                <a:gd name="connsiteY42" fmla="*/ 2509670 h 4286578"/>
                <a:gd name="connsiteX0" fmla="*/ 30315 w 6904359"/>
                <a:gd name="connsiteY0" fmla="*/ 2509670 h 4274514"/>
                <a:gd name="connsiteX1" fmla="*/ 160290 w 6904359"/>
                <a:gd name="connsiteY1" fmla="*/ 2457461 h 4274514"/>
                <a:gd name="connsiteX2" fmla="*/ 160825 w 6904359"/>
                <a:gd name="connsiteY2" fmla="*/ 3290740 h 4274514"/>
                <a:gd name="connsiteX3" fmla="*/ 208949 w 6904359"/>
                <a:gd name="connsiteY3" fmla="*/ 3907327 h 4274514"/>
                <a:gd name="connsiteX4" fmla="*/ 334080 w 6904359"/>
                <a:gd name="connsiteY4" fmla="*/ 3984400 h 4274514"/>
                <a:gd name="connsiteX5" fmla="*/ 2240472 w 6904359"/>
                <a:gd name="connsiteY5" fmla="*/ 68134 h 4274514"/>
                <a:gd name="connsiteX6" fmla="*/ 3413105 w 6904359"/>
                <a:gd name="connsiteY6" fmla="*/ 1510811 h 4274514"/>
                <a:gd name="connsiteX7" fmla="*/ 4810105 w 6904359"/>
                <a:gd name="connsiteY7" fmla="*/ 1705545 h 4274514"/>
                <a:gd name="connsiteX8" fmla="*/ 5309638 w 6904359"/>
                <a:gd name="connsiteY8" fmla="*/ 1070545 h 4274514"/>
                <a:gd name="connsiteX9" fmla="*/ 5874789 w 6904359"/>
                <a:gd name="connsiteY9" fmla="*/ 968991 h 4274514"/>
                <a:gd name="connsiteX10" fmla="*/ 6304472 w 6904359"/>
                <a:gd name="connsiteY10" fmla="*/ 1224525 h 4274514"/>
                <a:gd name="connsiteX11" fmla="*/ 6465694 w 6904359"/>
                <a:gd name="connsiteY11" fmla="*/ 1419410 h 4274514"/>
                <a:gd name="connsiteX12" fmla="*/ 6618094 w 6904359"/>
                <a:gd name="connsiteY12" fmla="*/ 1499312 h 4274514"/>
                <a:gd name="connsiteX13" fmla="*/ 6732394 w 6904359"/>
                <a:gd name="connsiteY13" fmla="*/ 1470257 h 4274514"/>
                <a:gd name="connsiteX14" fmla="*/ 6761672 w 6904359"/>
                <a:gd name="connsiteY14" fmla="*/ 1326218 h 4274514"/>
                <a:gd name="connsiteX15" fmla="*/ 6732395 w 6904359"/>
                <a:gd name="connsiteY15" fmla="*/ 1186968 h 4274514"/>
                <a:gd name="connsiteX16" fmla="*/ 6662546 w 6904359"/>
                <a:gd name="connsiteY16" fmla="*/ 1099801 h 4274514"/>
                <a:gd name="connsiteX17" fmla="*/ 6618096 w 6904359"/>
                <a:gd name="connsiteY17" fmla="*/ 990843 h 4274514"/>
                <a:gd name="connsiteX18" fmla="*/ 6599046 w 6904359"/>
                <a:gd name="connsiteY18" fmla="*/ 823773 h 4274514"/>
                <a:gd name="connsiteX19" fmla="*/ 6745095 w 6904359"/>
                <a:gd name="connsiteY19" fmla="*/ 809248 h 4274514"/>
                <a:gd name="connsiteX20" fmla="*/ 6897138 w 6904359"/>
                <a:gd name="connsiteY20" fmla="*/ 822510 h 4274514"/>
                <a:gd name="connsiteX21" fmla="*/ 6878446 w 6904359"/>
                <a:gd name="connsiteY21" fmla="*/ 1048953 h 4274514"/>
                <a:gd name="connsiteX22" fmla="*/ 6833996 w 6904359"/>
                <a:gd name="connsiteY22" fmla="*/ 1201494 h 4274514"/>
                <a:gd name="connsiteX23" fmla="*/ 6821295 w 6904359"/>
                <a:gd name="connsiteY23" fmla="*/ 1455729 h 4274514"/>
                <a:gd name="connsiteX24" fmla="*/ 6745095 w 6904359"/>
                <a:gd name="connsiteY24" fmla="*/ 1571952 h 4274514"/>
                <a:gd name="connsiteX25" fmla="*/ 6634672 w 6904359"/>
                <a:gd name="connsiteY25" fmla="*/ 1593544 h 4274514"/>
                <a:gd name="connsiteX26" fmla="*/ 6420887 w 6904359"/>
                <a:gd name="connsiteY26" fmla="*/ 1508783 h 4274514"/>
                <a:gd name="connsiteX27" fmla="*/ 6154545 w 6904359"/>
                <a:gd name="connsiteY27" fmla="*/ 1194228 h 4274514"/>
                <a:gd name="connsiteX28" fmla="*/ 5917122 w 6904359"/>
                <a:gd name="connsiteY28" fmla="*/ 1072997 h 4274514"/>
                <a:gd name="connsiteX29" fmla="*/ 5593272 w 6904359"/>
                <a:gd name="connsiteY29" fmla="*/ 1053612 h 4274514"/>
                <a:gd name="connsiteX30" fmla="*/ 5411238 w 6904359"/>
                <a:gd name="connsiteY30" fmla="*/ 1129812 h 4274514"/>
                <a:gd name="connsiteX31" fmla="*/ 5292705 w 6904359"/>
                <a:gd name="connsiteY31" fmla="*/ 1248344 h 4274514"/>
                <a:gd name="connsiteX32" fmla="*/ 5081038 w 6904359"/>
                <a:gd name="connsiteY32" fmla="*/ 1629344 h 4274514"/>
                <a:gd name="connsiteX33" fmla="*/ 4903238 w 6904359"/>
                <a:gd name="connsiteY33" fmla="*/ 1781745 h 4274514"/>
                <a:gd name="connsiteX34" fmla="*/ 4539172 w 6904359"/>
                <a:gd name="connsiteY34" fmla="*/ 1946360 h 4274514"/>
                <a:gd name="connsiteX35" fmla="*/ 3764472 w 6904359"/>
                <a:gd name="connsiteY35" fmla="*/ 1983977 h 4274514"/>
                <a:gd name="connsiteX36" fmla="*/ 2803505 w 6904359"/>
                <a:gd name="connsiteY36" fmla="*/ 2164558 h 4274514"/>
                <a:gd name="connsiteX37" fmla="*/ 1922972 w 6904359"/>
                <a:gd name="connsiteY37" fmla="*/ 2881507 h 4274514"/>
                <a:gd name="connsiteX38" fmla="*/ 1368405 w 6904359"/>
                <a:gd name="connsiteY38" fmla="*/ 3582585 h 4274514"/>
                <a:gd name="connsiteX39" fmla="*/ 479405 w 6904359"/>
                <a:gd name="connsiteY39" fmla="*/ 4127422 h 4274514"/>
                <a:gd name="connsiteX40" fmla="*/ 54555 w 6904359"/>
                <a:gd name="connsiteY40" fmla="*/ 4139682 h 4274514"/>
                <a:gd name="connsiteX41" fmla="*/ 1083 w 6904359"/>
                <a:gd name="connsiteY41" fmla="*/ 2893817 h 4274514"/>
                <a:gd name="connsiteX42" fmla="*/ 30315 w 6904359"/>
                <a:gd name="connsiteY42" fmla="*/ 2509670 h 4274514"/>
                <a:gd name="connsiteX0" fmla="*/ 30315 w 6904359"/>
                <a:gd name="connsiteY0" fmla="*/ 2509670 h 4251182"/>
                <a:gd name="connsiteX1" fmla="*/ 160290 w 6904359"/>
                <a:gd name="connsiteY1" fmla="*/ 2457461 h 4251182"/>
                <a:gd name="connsiteX2" fmla="*/ 160825 w 6904359"/>
                <a:gd name="connsiteY2" fmla="*/ 3290740 h 4251182"/>
                <a:gd name="connsiteX3" fmla="*/ 208949 w 6904359"/>
                <a:gd name="connsiteY3" fmla="*/ 3907327 h 4251182"/>
                <a:gd name="connsiteX4" fmla="*/ 334080 w 6904359"/>
                <a:gd name="connsiteY4" fmla="*/ 3984400 h 4251182"/>
                <a:gd name="connsiteX5" fmla="*/ 2240472 w 6904359"/>
                <a:gd name="connsiteY5" fmla="*/ 68134 h 4251182"/>
                <a:gd name="connsiteX6" fmla="*/ 3413105 w 6904359"/>
                <a:gd name="connsiteY6" fmla="*/ 1510811 h 4251182"/>
                <a:gd name="connsiteX7" fmla="*/ 4810105 w 6904359"/>
                <a:gd name="connsiteY7" fmla="*/ 1705545 h 4251182"/>
                <a:gd name="connsiteX8" fmla="*/ 5309638 w 6904359"/>
                <a:gd name="connsiteY8" fmla="*/ 1070545 h 4251182"/>
                <a:gd name="connsiteX9" fmla="*/ 5874789 w 6904359"/>
                <a:gd name="connsiteY9" fmla="*/ 968991 h 4251182"/>
                <a:gd name="connsiteX10" fmla="*/ 6304472 w 6904359"/>
                <a:gd name="connsiteY10" fmla="*/ 1224525 h 4251182"/>
                <a:gd name="connsiteX11" fmla="*/ 6465694 w 6904359"/>
                <a:gd name="connsiteY11" fmla="*/ 1419410 h 4251182"/>
                <a:gd name="connsiteX12" fmla="*/ 6618094 w 6904359"/>
                <a:gd name="connsiteY12" fmla="*/ 1499312 h 4251182"/>
                <a:gd name="connsiteX13" fmla="*/ 6732394 w 6904359"/>
                <a:gd name="connsiteY13" fmla="*/ 1470257 h 4251182"/>
                <a:gd name="connsiteX14" fmla="*/ 6761672 w 6904359"/>
                <a:gd name="connsiteY14" fmla="*/ 1326218 h 4251182"/>
                <a:gd name="connsiteX15" fmla="*/ 6732395 w 6904359"/>
                <a:gd name="connsiteY15" fmla="*/ 1186968 h 4251182"/>
                <a:gd name="connsiteX16" fmla="*/ 6662546 w 6904359"/>
                <a:gd name="connsiteY16" fmla="*/ 1099801 h 4251182"/>
                <a:gd name="connsiteX17" fmla="*/ 6618096 w 6904359"/>
                <a:gd name="connsiteY17" fmla="*/ 990843 h 4251182"/>
                <a:gd name="connsiteX18" fmla="*/ 6599046 w 6904359"/>
                <a:gd name="connsiteY18" fmla="*/ 823773 h 4251182"/>
                <a:gd name="connsiteX19" fmla="*/ 6745095 w 6904359"/>
                <a:gd name="connsiteY19" fmla="*/ 809248 h 4251182"/>
                <a:gd name="connsiteX20" fmla="*/ 6897138 w 6904359"/>
                <a:gd name="connsiteY20" fmla="*/ 822510 h 4251182"/>
                <a:gd name="connsiteX21" fmla="*/ 6878446 w 6904359"/>
                <a:gd name="connsiteY21" fmla="*/ 1048953 h 4251182"/>
                <a:gd name="connsiteX22" fmla="*/ 6833996 w 6904359"/>
                <a:gd name="connsiteY22" fmla="*/ 1201494 h 4251182"/>
                <a:gd name="connsiteX23" fmla="*/ 6821295 w 6904359"/>
                <a:gd name="connsiteY23" fmla="*/ 1455729 h 4251182"/>
                <a:gd name="connsiteX24" fmla="*/ 6745095 w 6904359"/>
                <a:gd name="connsiteY24" fmla="*/ 1571952 h 4251182"/>
                <a:gd name="connsiteX25" fmla="*/ 6634672 w 6904359"/>
                <a:gd name="connsiteY25" fmla="*/ 1593544 h 4251182"/>
                <a:gd name="connsiteX26" fmla="*/ 6420887 w 6904359"/>
                <a:gd name="connsiteY26" fmla="*/ 1508783 h 4251182"/>
                <a:gd name="connsiteX27" fmla="*/ 6154545 w 6904359"/>
                <a:gd name="connsiteY27" fmla="*/ 1194228 h 4251182"/>
                <a:gd name="connsiteX28" fmla="*/ 5917122 w 6904359"/>
                <a:gd name="connsiteY28" fmla="*/ 1072997 h 4251182"/>
                <a:gd name="connsiteX29" fmla="*/ 5593272 w 6904359"/>
                <a:gd name="connsiteY29" fmla="*/ 1053612 h 4251182"/>
                <a:gd name="connsiteX30" fmla="*/ 5411238 w 6904359"/>
                <a:gd name="connsiteY30" fmla="*/ 1129812 h 4251182"/>
                <a:gd name="connsiteX31" fmla="*/ 5292705 w 6904359"/>
                <a:gd name="connsiteY31" fmla="*/ 1248344 h 4251182"/>
                <a:gd name="connsiteX32" fmla="*/ 5081038 w 6904359"/>
                <a:gd name="connsiteY32" fmla="*/ 1629344 h 4251182"/>
                <a:gd name="connsiteX33" fmla="*/ 4903238 w 6904359"/>
                <a:gd name="connsiteY33" fmla="*/ 1781745 h 4251182"/>
                <a:gd name="connsiteX34" fmla="*/ 4539172 w 6904359"/>
                <a:gd name="connsiteY34" fmla="*/ 1946360 h 4251182"/>
                <a:gd name="connsiteX35" fmla="*/ 3764472 w 6904359"/>
                <a:gd name="connsiteY35" fmla="*/ 1983977 h 4251182"/>
                <a:gd name="connsiteX36" fmla="*/ 2803505 w 6904359"/>
                <a:gd name="connsiteY36" fmla="*/ 2164558 h 4251182"/>
                <a:gd name="connsiteX37" fmla="*/ 1922972 w 6904359"/>
                <a:gd name="connsiteY37" fmla="*/ 2881507 h 4251182"/>
                <a:gd name="connsiteX38" fmla="*/ 1368405 w 6904359"/>
                <a:gd name="connsiteY38" fmla="*/ 3582585 h 4251182"/>
                <a:gd name="connsiteX39" fmla="*/ 479405 w 6904359"/>
                <a:gd name="connsiteY39" fmla="*/ 4127422 h 4251182"/>
                <a:gd name="connsiteX40" fmla="*/ 54555 w 6904359"/>
                <a:gd name="connsiteY40" fmla="*/ 4139682 h 4251182"/>
                <a:gd name="connsiteX41" fmla="*/ 1083 w 6904359"/>
                <a:gd name="connsiteY41" fmla="*/ 2893817 h 4251182"/>
                <a:gd name="connsiteX42" fmla="*/ 30315 w 6904359"/>
                <a:gd name="connsiteY42" fmla="*/ 2509670 h 4251182"/>
                <a:gd name="connsiteX0" fmla="*/ 30315 w 6904359"/>
                <a:gd name="connsiteY0" fmla="*/ 2489964 h 4153886"/>
                <a:gd name="connsiteX1" fmla="*/ 160290 w 6904359"/>
                <a:gd name="connsiteY1" fmla="*/ 2437755 h 4153886"/>
                <a:gd name="connsiteX2" fmla="*/ 160825 w 6904359"/>
                <a:gd name="connsiteY2" fmla="*/ 3271034 h 4153886"/>
                <a:gd name="connsiteX3" fmla="*/ 208949 w 6904359"/>
                <a:gd name="connsiteY3" fmla="*/ 3887621 h 4153886"/>
                <a:gd name="connsiteX4" fmla="*/ 930846 w 6904359"/>
                <a:gd name="connsiteY4" fmla="*/ 3502253 h 4153886"/>
                <a:gd name="connsiteX5" fmla="*/ 2240472 w 6904359"/>
                <a:gd name="connsiteY5" fmla="*/ 48428 h 4153886"/>
                <a:gd name="connsiteX6" fmla="*/ 3413105 w 6904359"/>
                <a:gd name="connsiteY6" fmla="*/ 1491105 h 4153886"/>
                <a:gd name="connsiteX7" fmla="*/ 4810105 w 6904359"/>
                <a:gd name="connsiteY7" fmla="*/ 1685839 h 4153886"/>
                <a:gd name="connsiteX8" fmla="*/ 5309638 w 6904359"/>
                <a:gd name="connsiteY8" fmla="*/ 1050839 h 4153886"/>
                <a:gd name="connsiteX9" fmla="*/ 5874789 w 6904359"/>
                <a:gd name="connsiteY9" fmla="*/ 949285 h 4153886"/>
                <a:gd name="connsiteX10" fmla="*/ 6304472 w 6904359"/>
                <a:gd name="connsiteY10" fmla="*/ 1204819 h 4153886"/>
                <a:gd name="connsiteX11" fmla="*/ 6465694 w 6904359"/>
                <a:gd name="connsiteY11" fmla="*/ 1399704 h 4153886"/>
                <a:gd name="connsiteX12" fmla="*/ 6618094 w 6904359"/>
                <a:gd name="connsiteY12" fmla="*/ 1479606 h 4153886"/>
                <a:gd name="connsiteX13" fmla="*/ 6732394 w 6904359"/>
                <a:gd name="connsiteY13" fmla="*/ 1450551 h 4153886"/>
                <a:gd name="connsiteX14" fmla="*/ 6761672 w 6904359"/>
                <a:gd name="connsiteY14" fmla="*/ 1306512 h 4153886"/>
                <a:gd name="connsiteX15" fmla="*/ 6732395 w 6904359"/>
                <a:gd name="connsiteY15" fmla="*/ 1167262 h 4153886"/>
                <a:gd name="connsiteX16" fmla="*/ 6662546 w 6904359"/>
                <a:gd name="connsiteY16" fmla="*/ 1080095 h 4153886"/>
                <a:gd name="connsiteX17" fmla="*/ 6618096 w 6904359"/>
                <a:gd name="connsiteY17" fmla="*/ 971137 h 4153886"/>
                <a:gd name="connsiteX18" fmla="*/ 6599046 w 6904359"/>
                <a:gd name="connsiteY18" fmla="*/ 804067 h 4153886"/>
                <a:gd name="connsiteX19" fmla="*/ 6745095 w 6904359"/>
                <a:gd name="connsiteY19" fmla="*/ 789542 h 4153886"/>
                <a:gd name="connsiteX20" fmla="*/ 6897138 w 6904359"/>
                <a:gd name="connsiteY20" fmla="*/ 802804 h 4153886"/>
                <a:gd name="connsiteX21" fmla="*/ 6878446 w 6904359"/>
                <a:gd name="connsiteY21" fmla="*/ 1029247 h 4153886"/>
                <a:gd name="connsiteX22" fmla="*/ 6833996 w 6904359"/>
                <a:gd name="connsiteY22" fmla="*/ 1181788 h 4153886"/>
                <a:gd name="connsiteX23" fmla="*/ 6821295 w 6904359"/>
                <a:gd name="connsiteY23" fmla="*/ 1436023 h 4153886"/>
                <a:gd name="connsiteX24" fmla="*/ 6745095 w 6904359"/>
                <a:gd name="connsiteY24" fmla="*/ 1552246 h 4153886"/>
                <a:gd name="connsiteX25" fmla="*/ 6634672 w 6904359"/>
                <a:gd name="connsiteY25" fmla="*/ 1573838 h 4153886"/>
                <a:gd name="connsiteX26" fmla="*/ 6420887 w 6904359"/>
                <a:gd name="connsiteY26" fmla="*/ 1489077 h 4153886"/>
                <a:gd name="connsiteX27" fmla="*/ 6154545 w 6904359"/>
                <a:gd name="connsiteY27" fmla="*/ 1174522 h 4153886"/>
                <a:gd name="connsiteX28" fmla="*/ 5917122 w 6904359"/>
                <a:gd name="connsiteY28" fmla="*/ 1053291 h 4153886"/>
                <a:gd name="connsiteX29" fmla="*/ 5593272 w 6904359"/>
                <a:gd name="connsiteY29" fmla="*/ 1033906 h 4153886"/>
                <a:gd name="connsiteX30" fmla="*/ 5411238 w 6904359"/>
                <a:gd name="connsiteY30" fmla="*/ 1110106 h 4153886"/>
                <a:gd name="connsiteX31" fmla="*/ 5292705 w 6904359"/>
                <a:gd name="connsiteY31" fmla="*/ 1228638 h 4153886"/>
                <a:gd name="connsiteX32" fmla="*/ 5081038 w 6904359"/>
                <a:gd name="connsiteY32" fmla="*/ 1609638 h 4153886"/>
                <a:gd name="connsiteX33" fmla="*/ 4903238 w 6904359"/>
                <a:gd name="connsiteY33" fmla="*/ 1762039 h 4153886"/>
                <a:gd name="connsiteX34" fmla="*/ 4539172 w 6904359"/>
                <a:gd name="connsiteY34" fmla="*/ 1926654 h 4153886"/>
                <a:gd name="connsiteX35" fmla="*/ 3764472 w 6904359"/>
                <a:gd name="connsiteY35" fmla="*/ 1964271 h 4153886"/>
                <a:gd name="connsiteX36" fmla="*/ 2803505 w 6904359"/>
                <a:gd name="connsiteY36" fmla="*/ 2144852 h 4153886"/>
                <a:gd name="connsiteX37" fmla="*/ 1922972 w 6904359"/>
                <a:gd name="connsiteY37" fmla="*/ 2861801 h 4153886"/>
                <a:gd name="connsiteX38" fmla="*/ 1368405 w 6904359"/>
                <a:gd name="connsiteY38" fmla="*/ 3562879 h 4153886"/>
                <a:gd name="connsiteX39" fmla="*/ 479405 w 6904359"/>
                <a:gd name="connsiteY39" fmla="*/ 4107716 h 4153886"/>
                <a:gd name="connsiteX40" fmla="*/ 54555 w 6904359"/>
                <a:gd name="connsiteY40" fmla="*/ 4119976 h 4153886"/>
                <a:gd name="connsiteX41" fmla="*/ 1083 w 6904359"/>
                <a:gd name="connsiteY41" fmla="*/ 2874111 h 4153886"/>
                <a:gd name="connsiteX42" fmla="*/ 30315 w 6904359"/>
                <a:gd name="connsiteY42" fmla="*/ 2489964 h 4153886"/>
                <a:gd name="connsiteX0" fmla="*/ 30315 w 6904359"/>
                <a:gd name="connsiteY0" fmla="*/ 2489964 h 4153887"/>
                <a:gd name="connsiteX1" fmla="*/ 160290 w 6904359"/>
                <a:gd name="connsiteY1" fmla="*/ 2437755 h 4153887"/>
                <a:gd name="connsiteX2" fmla="*/ 160825 w 6904359"/>
                <a:gd name="connsiteY2" fmla="*/ 3271034 h 4153887"/>
                <a:gd name="connsiteX3" fmla="*/ 160822 w 6904359"/>
                <a:gd name="connsiteY3" fmla="*/ 3887621 h 4153887"/>
                <a:gd name="connsiteX4" fmla="*/ 930846 w 6904359"/>
                <a:gd name="connsiteY4" fmla="*/ 3502253 h 4153887"/>
                <a:gd name="connsiteX5" fmla="*/ 2240472 w 6904359"/>
                <a:gd name="connsiteY5" fmla="*/ 48428 h 4153887"/>
                <a:gd name="connsiteX6" fmla="*/ 3413105 w 6904359"/>
                <a:gd name="connsiteY6" fmla="*/ 1491105 h 4153887"/>
                <a:gd name="connsiteX7" fmla="*/ 4810105 w 6904359"/>
                <a:gd name="connsiteY7" fmla="*/ 1685839 h 4153887"/>
                <a:gd name="connsiteX8" fmla="*/ 5309638 w 6904359"/>
                <a:gd name="connsiteY8" fmla="*/ 1050839 h 4153887"/>
                <a:gd name="connsiteX9" fmla="*/ 5874789 w 6904359"/>
                <a:gd name="connsiteY9" fmla="*/ 949285 h 4153887"/>
                <a:gd name="connsiteX10" fmla="*/ 6304472 w 6904359"/>
                <a:gd name="connsiteY10" fmla="*/ 1204819 h 4153887"/>
                <a:gd name="connsiteX11" fmla="*/ 6465694 w 6904359"/>
                <a:gd name="connsiteY11" fmla="*/ 1399704 h 4153887"/>
                <a:gd name="connsiteX12" fmla="*/ 6618094 w 6904359"/>
                <a:gd name="connsiteY12" fmla="*/ 1479606 h 4153887"/>
                <a:gd name="connsiteX13" fmla="*/ 6732394 w 6904359"/>
                <a:gd name="connsiteY13" fmla="*/ 1450551 h 4153887"/>
                <a:gd name="connsiteX14" fmla="*/ 6761672 w 6904359"/>
                <a:gd name="connsiteY14" fmla="*/ 1306512 h 4153887"/>
                <a:gd name="connsiteX15" fmla="*/ 6732395 w 6904359"/>
                <a:gd name="connsiteY15" fmla="*/ 1167262 h 4153887"/>
                <a:gd name="connsiteX16" fmla="*/ 6662546 w 6904359"/>
                <a:gd name="connsiteY16" fmla="*/ 1080095 h 4153887"/>
                <a:gd name="connsiteX17" fmla="*/ 6618096 w 6904359"/>
                <a:gd name="connsiteY17" fmla="*/ 971137 h 4153887"/>
                <a:gd name="connsiteX18" fmla="*/ 6599046 w 6904359"/>
                <a:gd name="connsiteY18" fmla="*/ 804067 h 4153887"/>
                <a:gd name="connsiteX19" fmla="*/ 6745095 w 6904359"/>
                <a:gd name="connsiteY19" fmla="*/ 789542 h 4153887"/>
                <a:gd name="connsiteX20" fmla="*/ 6897138 w 6904359"/>
                <a:gd name="connsiteY20" fmla="*/ 802804 h 4153887"/>
                <a:gd name="connsiteX21" fmla="*/ 6878446 w 6904359"/>
                <a:gd name="connsiteY21" fmla="*/ 1029247 h 4153887"/>
                <a:gd name="connsiteX22" fmla="*/ 6833996 w 6904359"/>
                <a:gd name="connsiteY22" fmla="*/ 1181788 h 4153887"/>
                <a:gd name="connsiteX23" fmla="*/ 6821295 w 6904359"/>
                <a:gd name="connsiteY23" fmla="*/ 1436023 h 4153887"/>
                <a:gd name="connsiteX24" fmla="*/ 6745095 w 6904359"/>
                <a:gd name="connsiteY24" fmla="*/ 1552246 h 4153887"/>
                <a:gd name="connsiteX25" fmla="*/ 6634672 w 6904359"/>
                <a:gd name="connsiteY25" fmla="*/ 1573838 h 4153887"/>
                <a:gd name="connsiteX26" fmla="*/ 6420887 w 6904359"/>
                <a:gd name="connsiteY26" fmla="*/ 1489077 h 4153887"/>
                <a:gd name="connsiteX27" fmla="*/ 6154545 w 6904359"/>
                <a:gd name="connsiteY27" fmla="*/ 1174522 h 4153887"/>
                <a:gd name="connsiteX28" fmla="*/ 5917122 w 6904359"/>
                <a:gd name="connsiteY28" fmla="*/ 1053291 h 4153887"/>
                <a:gd name="connsiteX29" fmla="*/ 5593272 w 6904359"/>
                <a:gd name="connsiteY29" fmla="*/ 1033906 h 4153887"/>
                <a:gd name="connsiteX30" fmla="*/ 5411238 w 6904359"/>
                <a:gd name="connsiteY30" fmla="*/ 1110106 h 4153887"/>
                <a:gd name="connsiteX31" fmla="*/ 5292705 w 6904359"/>
                <a:gd name="connsiteY31" fmla="*/ 1228638 h 4153887"/>
                <a:gd name="connsiteX32" fmla="*/ 5081038 w 6904359"/>
                <a:gd name="connsiteY32" fmla="*/ 1609638 h 4153887"/>
                <a:gd name="connsiteX33" fmla="*/ 4903238 w 6904359"/>
                <a:gd name="connsiteY33" fmla="*/ 1762039 h 4153887"/>
                <a:gd name="connsiteX34" fmla="*/ 4539172 w 6904359"/>
                <a:gd name="connsiteY34" fmla="*/ 1926654 h 4153887"/>
                <a:gd name="connsiteX35" fmla="*/ 3764472 w 6904359"/>
                <a:gd name="connsiteY35" fmla="*/ 1964271 h 4153887"/>
                <a:gd name="connsiteX36" fmla="*/ 2803505 w 6904359"/>
                <a:gd name="connsiteY36" fmla="*/ 2144852 h 4153887"/>
                <a:gd name="connsiteX37" fmla="*/ 1922972 w 6904359"/>
                <a:gd name="connsiteY37" fmla="*/ 2861801 h 4153887"/>
                <a:gd name="connsiteX38" fmla="*/ 1368405 w 6904359"/>
                <a:gd name="connsiteY38" fmla="*/ 3562879 h 4153887"/>
                <a:gd name="connsiteX39" fmla="*/ 479405 w 6904359"/>
                <a:gd name="connsiteY39" fmla="*/ 4107716 h 4153887"/>
                <a:gd name="connsiteX40" fmla="*/ 54555 w 6904359"/>
                <a:gd name="connsiteY40" fmla="*/ 4119976 h 4153887"/>
                <a:gd name="connsiteX41" fmla="*/ 1083 w 6904359"/>
                <a:gd name="connsiteY41" fmla="*/ 2874111 h 4153887"/>
                <a:gd name="connsiteX42" fmla="*/ 30315 w 6904359"/>
                <a:gd name="connsiteY42" fmla="*/ 2489964 h 4153887"/>
                <a:gd name="connsiteX0" fmla="*/ 30315 w 6904359"/>
                <a:gd name="connsiteY0" fmla="*/ 2489964 h 4153887"/>
                <a:gd name="connsiteX1" fmla="*/ 160290 w 6904359"/>
                <a:gd name="connsiteY1" fmla="*/ 2437755 h 4153887"/>
                <a:gd name="connsiteX2" fmla="*/ 160825 w 6904359"/>
                <a:gd name="connsiteY2" fmla="*/ 3271034 h 4153887"/>
                <a:gd name="connsiteX3" fmla="*/ 160822 w 6904359"/>
                <a:gd name="connsiteY3" fmla="*/ 3887621 h 4153887"/>
                <a:gd name="connsiteX4" fmla="*/ 930846 w 6904359"/>
                <a:gd name="connsiteY4" fmla="*/ 3502253 h 4153887"/>
                <a:gd name="connsiteX5" fmla="*/ 2240472 w 6904359"/>
                <a:gd name="connsiteY5" fmla="*/ 48428 h 4153887"/>
                <a:gd name="connsiteX6" fmla="*/ 3413105 w 6904359"/>
                <a:gd name="connsiteY6" fmla="*/ 1491105 h 4153887"/>
                <a:gd name="connsiteX7" fmla="*/ 4810105 w 6904359"/>
                <a:gd name="connsiteY7" fmla="*/ 1685839 h 4153887"/>
                <a:gd name="connsiteX8" fmla="*/ 5309638 w 6904359"/>
                <a:gd name="connsiteY8" fmla="*/ 1050839 h 4153887"/>
                <a:gd name="connsiteX9" fmla="*/ 5874789 w 6904359"/>
                <a:gd name="connsiteY9" fmla="*/ 949285 h 4153887"/>
                <a:gd name="connsiteX10" fmla="*/ 6304472 w 6904359"/>
                <a:gd name="connsiteY10" fmla="*/ 1204819 h 4153887"/>
                <a:gd name="connsiteX11" fmla="*/ 6465694 w 6904359"/>
                <a:gd name="connsiteY11" fmla="*/ 1399704 h 4153887"/>
                <a:gd name="connsiteX12" fmla="*/ 6618094 w 6904359"/>
                <a:gd name="connsiteY12" fmla="*/ 1479606 h 4153887"/>
                <a:gd name="connsiteX13" fmla="*/ 6732394 w 6904359"/>
                <a:gd name="connsiteY13" fmla="*/ 1450551 h 4153887"/>
                <a:gd name="connsiteX14" fmla="*/ 6761672 w 6904359"/>
                <a:gd name="connsiteY14" fmla="*/ 1306512 h 4153887"/>
                <a:gd name="connsiteX15" fmla="*/ 6732395 w 6904359"/>
                <a:gd name="connsiteY15" fmla="*/ 1167262 h 4153887"/>
                <a:gd name="connsiteX16" fmla="*/ 6662546 w 6904359"/>
                <a:gd name="connsiteY16" fmla="*/ 1080095 h 4153887"/>
                <a:gd name="connsiteX17" fmla="*/ 6618096 w 6904359"/>
                <a:gd name="connsiteY17" fmla="*/ 971137 h 4153887"/>
                <a:gd name="connsiteX18" fmla="*/ 6599046 w 6904359"/>
                <a:gd name="connsiteY18" fmla="*/ 804067 h 4153887"/>
                <a:gd name="connsiteX19" fmla="*/ 6745095 w 6904359"/>
                <a:gd name="connsiteY19" fmla="*/ 789542 h 4153887"/>
                <a:gd name="connsiteX20" fmla="*/ 6897138 w 6904359"/>
                <a:gd name="connsiteY20" fmla="*/ 802804 h 4153887"/>
                <a:gd name="connsiteX21" fmla="*/ 6878446 w 6904359"/>
                <a:gd name="connsiteY21" fmla="*/ 1029247 h 4153887"/>
                <a:gd name="connsiteX22" fmla="*/ 6833996 w 6904359"/>
                <a:gd name="connsiteY22" fmla="*/ 1181788 h 4153887"/>
                <a:gd name="connsiteX23" fmla="*/ 6821295 w 6904359"/>
                <a:gd name="connsiteY23" fmla="*/ 1436023 h 4153887"/>
                <a:gd name="connsiteX24" fmla="*/ 6745095 w 6904359"/>
                <a:gd name="connsiteY24" fmla="*/ 1552246 h 4153887"/>
                <a:gd name="connsiteX25" fmla="*/ 6634672 w 6904359"/>
                <a:gd name="connsiteY25" fmla="*/ 1573838 h 4153887"/>
                <a:gd name="connsiteX26" fmla="*/ 6420887 w 6904359"/>
                <a:gd name="connsiteY26" fmla="*/ 1489077 h 4153887"/>
                <a:gd name="connsiteX27" fmla="*/ 6154545 w 6904359"/>
                <a:gd name="connsiteY27" fmla="*/ 1174522 h 4153887"/>
                <a:gd name="connsiteX28" fmla="*/ 5917122 w 6904359"/>
                <a:gd name="connsiteY28" fmla="*/ 1053291 h 4153887"/>
                <a:gd name="connsiteX29" fmla="*/ 5593272 w 6904359"/>
                <a:gd name="connsiteY29" fmla="*/ 1033906 h 4153887"/>
                <a:gd name="connsiteX30" fmla="*/ 5411238 w 6904359"/>
                <a:gd name="connsiteY30" fmla="*/ 1110106 h 4153887"/>
                <a:gd name="connsiteX31" fmla="*/ 5292705 w 6904359"/>
                <a:gd name="connsiteY31" fmla="*/ 1228638 h 4153887"/>
                <a:gd name="connsiteX32" fmla="*/ 5081038 w 6904359"/>
                <a:gd name="connsiteY32" fmla="*/ 1609638 h 4153887"/>
                <a:gd name="connsiteX33" fmla="*/ 4903238 w 6904359"/>
                <a:gd name="connsiteY33" fmla="*/ 1762039 h 4153887"/>
                <a:gd name="connsiteX34" fmla="*/ 4539172 w 6904359"/>
                <a:gd name="connsiteY34" fmla="*/ 1926654 h 4153887"/>
                <a:gd name="connsiteX35" fmla="*/ 3764472 w 6904359"/>
                <a:gd name="connsiteY35" fmla="*/ 1964271 h 4153887"/>
                <a:gd name="connsiteX36" fmla="*/ 2803505 w 6904359"/>
                <a:gd name="connsiteY36" fmla="*/ 2144852 h 4153887"/>
                <a:gd name="connsiteX37" fmla="*/ 1922972 w 6904359"/>
                <a:gd name="connsiteY37" fmla="*/ 2861801 h 4153887"/>
                <a:gd name="connsiteX38" fmla="*/ 1368405 w 6904359"/>
                <a:gd name="connsiteY38" fmla="*/ 3562879 h 4153887"/>
                <a:gd name="connsiteX39" fmla="*/ 479405 w 6904359"/>
                <a:gd name="connsiteY39" fmla="*/ 4107716 h 4153887"/>
                <a:gd name="connsiteX40" fmla="*/ 54555 w 6904359"/>
                <a:gd name="connsiteY40" fmla="*/ 4119976 h 4153887"/>
                <a:gd name="connsiteX41" fmla="*/ 1083 w 6904359"/>
                <a:gd name="connsiteY41" fmla="*/ 2874111 h 4153887"/>
                <a:gd name="connsiteX42" fmla="*/ 30315 w 6904359"/>
                <a:gd name="connsiteY42" fmla="*/ 2489964 h 4153887"/>
                <a:gd name="connsiteX0" fmla="*/ 30315 w 6904359"/>
                <a:gd name="connsiteY0" fmla="*/ 2489964 h 4153887"/>
                <a:gd name="connsiteX1" fmla="*/ 160290 w 6904359"/>
                <a:gd name="connsiteY1" fmla="*/ 2437755 h 4153887"/>
                <a:gd name="connsiteX2" fmla="*/ 160825 w 6904359"/>
                <a:gd name="connsiteY2" fmla="*/ 3271034 h 4153887"/>
                <a:gd name="connsiteX3" fmla="*/ 228198 w 6904359"/>
                <a:gd name="connsiteY3" fmla="*/ 3953684 h 4153887"/>
                <a:gd name="connsiteX4" fmla="*/ 930846 w 6904359"/>
                <a:gd name="connsiteY4" fmla="*/ 3502253 h 4153887"/>
                <a:gd name="connsiteX5" fmla="*/ 2240472 w 6904359"/>
                <a:gd name="connsiteY5" fmla="*/ 48428 h 4153887"/>
                <a:gd name="connsiteX6" fmla="*/ 3413105 w 6904359"/>
                <a:gd name="connsiteY6" fmla="*/ 1491105 h 4153887"/>
                <a:gd name="connsiteX7" fmla="*/ 4810105 w 6904359"/>
                <a:gd name="connsiteY7" fmla="*/ 1685839 h 4153887"/>
                <a:gd name="connsiteX8" fmla="*/ 5309638 w 6904359"/>
                <a:gd name="connsiteY8" fmla="*/ 1050839 h 4153887"/>
                <a:gd name="connsiteX9" fmla="*/ 5874789 w 6904359"/>
                <a:gd name="connsiteY9" fmla="*/ 949285 h 4153887"/>
                <a:gd name="connsiteX10" fmla="*/ 6304472 w 6904359"/>
                <a:gd name="connsiteY10" fmla="*/ 1204819 h 4153887"/>
                <a:gd name="connsiteX11" fmla="*/ 6465694 w 6904359"/>
                <a:gd name="connsiteY11" fmla="*/ 1399704 h 4153887"/>
                <a:gd name="connsiteX12" fmla="*/ 6618094 w 6904359"/>
                <a:gd name="connsiteY12" fmla="*/ 1479606 h 4153887"/>
                <a:gd name="connsiteX13" fmla="*/ 6732394 w 6904359"/>
                <a:gd name="connsiteY13" fmla="*/ 1450551 h 4153887"/>
                <a:gd name="connsiteX14" fmla="*/ 6761672 w 6904359"/>
                <a:gd name="connsiteY14" fmla="*/ 1306512 h 4153887"/>
                <a:gd name="connsiteX15" fmla="*/ 6732395 w 6904359"/>
                <a:gd name="connsiteY15" fmla="*/ 1167262 h 4153887"/>
                <a:gd name="connsiteX16" fmla="*/ 6662546 w 6904359"/>
                <a:gd name="connsiteY16" fmla="*/ 1080095 h 4153887"/>
                <a:gd name="connsiteX17" fmla="*/ 6618096 w 6904359"/>
                <a:gd name="connsiteY17" fmla="*/ 971137 h 4153887"/>
                <a:gd name="connsiteX18" fmla="*/ 6599046 w 6904359"/>
                <a:gd name="connsiteY18" fmla="*/ 804067 h 4153887"/>
                <a:gd name="connsiteX19" fmla="*/ 6745095 w 6904359"/>
                <a:gd name="connsiteY19" fmla="*/ 789542 h 4153887"/>
                <a:gd name="connsiteX20" fmla="*/ 6897138 w 6904359"/>
                <a:gd name="connsiteY20" fmla="*/ 802804 h 4153887"/>
                <a:gd name="connsiteX21" fmla="*/ 6878446 w 6904359"/>
                <a:gd name="connsiteY21" fmla="*/ 1029247 h 4153887"/>
                <a:gd name="connsiteX22" fmla="*/ 6833996 w 6904359"/>
                <a:gd name="connsiteY22" fmla="*/ 1181788 h 4153887"/>
                <a:gd name="connsiteX23" fmla="*/ 6821295 w 6904359"/>
                <a:gd name="connsiteY23" fmla="*/ 1436023 h 4153887"/>
                <a:gd name="connsiteX24" fmla="*/ 6745095 w 6904359"/>
                <a:gd name="connsiteY24" fmla="*/ 1552246 h 4153887"/>
                <a:gd name="connsiteX25" fmla="*/ 6634672 w 6904359"/>
                <a:gd name="connsiteY25" fmla="*/ 1573838 h 4153887"/>
                <a:gd name="connsiteX26" fmla="*/ 6420887 w 6904359"/>
                <a:gd name="connsiteY26" fmla="*/ 1489077 h 4153887"/>
                <a:gd name="connsiteX27" fmla="*/ 6154545 w 6904359"/>
                <a:gd name="connsiteY27" fmla="*/ 1174522 h 4153887"/>
                <a:gd name="connsiteX28" fmla="*/ 5917122 w 6904359"/>
                <a:gd name="connsiteY28" fmla="*/ 1053291 h 4153887"/>
                <a:gd name="connsiteX29" fmla="*/ 5593272 w 6904359"/>
                <a:gd name="connsiteY29" fmla="*/ 1033906 h 4153887"/>
                <a:gd name="connsiteX30" fmla="*/ 5411238 w 6904359"/>
                <a:gd name="connsiteY30" fmla="*/ 1110106 h 4153887"/>
                <a:gd name="connsiteX31" fmla="*/ 5292705 w 6904359"/>
                <a:gd name="connsiteY31" fmla="*/ 1228638 h 4153887"/>
                <a:gd name="connsiteX32" fmla="*/ 5081038 w 6904359"/>
                <a:gd name="connsiteY32" fmla="*/ 1609638 h 4153887"/>
                <a:gd name="connsiteX33" fmla="*/ 4903238 w 6904359"/>
                <a:gd name="connsiteY33" fmla="*/ 1762039 h 4153887"/>
                <a:gd name="connsiteX34" fmla="*/ 4539172 w 6904359"/>
                <a:gd name="connsiteY34" fmla="*/ 1926654 h 4153887"/>
                <a:gd name="connsiteX35" fmla="*/ 3764472 w 6904359"/>
                <a:gd name="connsiteY35" fmla="*/ 1964271 h 4153887"/>
                <a:gd name="connsiteX36" fmla="*/ 2803505 w 6904359"/>
                <a:gd name="connsiteY36" fmla="*/ 2144852 h 4153887"/>
                <a:gd name="connsiteX37" fmla="*/ 1922972 w 6904359"/>
                <a:gd name="connsiteY37" fmla="*/ 2861801 h 4153887"/>
                <a:gd name="connsiteX38" fmla="*/ 1368405 w 6904359"/>
                <a:gd name="connsiteY38" fmla="*/ 3562879 h 4153887"/>
                <a:gd name="connsiteX39" fmla="*/ 479405 w 6904359"/>
                <a:gd name="connsiteY39" fmla="*/ 4107716 h 4153887"/>
                <a:gd name="connsiteX40" fmla="*/ 54555 w 6904359"/>
                <a:gd name="connsiteY40" fmla="*/ 4119976 h 4153887"/>
                <a:gd name="connsiteX41" fmla="*/ 1083 w 6904359"/>
                <a:gd name="connsiteY41" fmla="*/ 2874111 h 4153887"/>
                <a:gd name="connsiteX42" fmla="*/ 30315 w 6904359"/>
                <a:gd name="connsiteY42" fmla="*/ 2489964 h 4153887"/>
                <a:gd name="connsiteX0" fmla="*/ 30315 w 6904359"/>
                <a:gd name="connsiteY0" fmla="*/ 2489964 h 4153887"/>
                <a:gd name="connsiteX1" fmla="*/ 160290 w 6904359"/>
                <a:gd name="connsiteY1" fmla="*/ 2437755 h 4153887"/>
                <a:gd name="connsiteX2" fmla="*/ 160825 w 6904359"/>
                <a:gd name="connsiteY2" fmla="*/ 3271034 h 4153887"/>
                <a:gd name="connsiteX3" fmla="*/ 228198 w 6904359"/>
                <a:gd name="connsiteY3" fmla="*/ 3953684 h 4153887"/>
                <a:gd name="connsiteX4" fmla="*/ 930846 w 6904359"/>
                <a:gd name="connsiteY4" fmla="*/ 3502253 h 4153887"/>
                <a:gd name="connsiteX5" fmla="*/ 2240472 w 6904359"/>
                <a:gd name="connsiteY5" fmla="*/ 48428 h 4153887"/>
                <a:gd name="connsiteX6" fmla="*/ 3413105 w 6904359"/>
                <a:gd name="connsiteY6" fmla="*/ 1491105 h 4153887"/>
                <a:gd name="connsiteX7" fmla="*/ 4810105 w 6904359"/>
                <a:gd name="connsiteY7" fmla="*/ 1685839 h 4153887"/>
                <a:gd name="connsiteX8" fmla="*/ 5309638 w 6904359"/>
                <a:gd name="connsiteY8" fmla="*/ 1050839 h 4153887"/>
                <a:gd name="connsiteX9" fmla="*/ 5874789 w 6904359"/>
                <a:gd name="connsiteY9" fmla="*/ 949285 h 4153887"/>
                <a:gd name="connsiteX10" fmla="*/ 6304472 w 6904359"/>
                <a:gd name="connsiteY10" fmla="*/ 1204819 h 4153887"/>
                <a:gd name="connsiteX11" fmla="*/ 6465694 w 6904359"/>
                <a:gd name="connsiteY11" fmla="*/ 1399704 h 4153887"/>
                <a:gd name="connsiteX12" fmla="*/ 6618094 w 6904359"/>
                <a:gd name="connsiteY12" fmla="*/ 1479606 h 4153887"/>
                <a:gd name="connsiteX13" fmla="*/ 6732394 w 6904359"/>
                <a:gd name="connsiteY13" fmla="*/ 1450551 h 4153887"/>
                <a:gd name="connsiteX14" fmla="*/ 6761672 w 6904359"/>
                <a:gd name="connsiteY14" fmla="*/ 1306512 h 4153887"/>
                <a:gd name="connsiteX15" fmla="*/ 6732395 w 6904359"/>
                <a:gd name="connsiteY15" fmla="*/ 1167262 h 4153887"/>
                <a:gd name="connsiteX16" fmla="*/ 6662546 w 6904359"/>
                <a:gd name="connsiteY16" fmla="*/ 1080095 h 4153887"/>
                <a:gd name="connsiteX17" fmla="*/ 6618096 w 6904359"/>
                <a:gd name="connsiteY17" fmla="*/ 971137 h 4153887"/>
                <a:gd name="connsiteX18" fmla="*/ 6599046 w 6904359"/>
                <a:gd name="connsiteY18" fmla="*/ 804067 h 4153887"/>
                <a:gd name="connsiteX19" fmla="*/ 6745095 w 6904359"/>
                <a:gd name="connsiteY19" fmla="*/ 789542 h 4153887"/>
                <a:gd name="connsiteX20" fmla="*/ 6897138 w 6904359"/>
                <a:gd name="connsiteY20" fmla="*/ 802804 h 4153887"/>
                <a:gd name="connsiteX21" fmla="*/ 6878446 w 6904359"/>
                <a:gd name="connsiteY21" fmla="*/ 1029247 h 4153887"/>
                <a:gd name="connsiteX22" fmla="*/ 6833996 w 6904359"/>
                <a:gd name="connsiteY22" fmla="*/ 1181788 h 4153887"/>
                <a:gd name="connsiteX23" fmla="*/ 6821295 w 6904359"/>
                <a:gd name="connsiteY23" fmla="*/ 1436023 h 4153887"/>
                <a:gd name="connsiteX24" fmla="*/ 6745095 w 6904359"/>
                <a:gd name="connsiteY24" fmla="*/ 1552246 h 4153887"/>
                <a:gd name="connsiteX25" fmla="*/ 6634672 w 6904359"/>
                <a:gd name="connsiteY25" fmla="*/ 1573838 h 4153887"/>
                <a:gd name="connsiteX26" fmla="*/ 6420887 w 6904359"/>
                <a:gd name="connsiteY26" fmla="*/ 1489077 h 4153887"/>
                <a:gd name="connsiteX27" fmla="*/ 6154545 w 6904359"/>
                <a:gd name="connsiteY27" fmla="*/ 1174522 h 4153887"/>
                <a:gd name="connsiteX28" fmla="*/ 5917122 w 6904359"/>
                <a:gd name="connsiteY28" fmla="*/ 1053291 h 4153887"/>
                <a:gd name="connsiteX29" fmla="*/ 5593272 w 6904359"/>
                <a:gd name="connsiteY29" fmla="*/ 1033906 h 4153887"/>
                <a:gd name="connsiteX30" fmla="*/ 5411238 w 6904359"/>
                <a:gd name="connsiteY30" fmla="*/ 1110106 h 4153887"/>
                <a:gd name="connsiteX31" fmla="*/ 5292705 w 6904359"/>
                <a:gd name="connsiteY31" fmla="*/ 1228638 h 4153887"/>
                <a:gd name="connsiteX32" fmla="*/ 5081038 w 6904359"/>
                <a:gd name="connsiteY32" fmla="*/ 1609638 h 4153887"/>
                <a:gd name="connsiteX33" fmla="*/ 4903238 w 6904359"/>
                <a:gd name="connsiteY33" fmla="*/ 1762039 h 4153887"/>
                <a:gd name="connsiteX34" fmla="*/ 4539172 w 6904359"/>
                <a:gd name="connsiteY34" fmla="*/ 1926654 h 4153887"/>
                <a:gd name="connsiteX35" fmla="*/ 3764472 w 6904359"/>
                <a:gd name="connsiteY35" fmla="*/ 1964271 h 4153887"/>
                <a:gd name="connsiteX36" fmla="*/ 2803505 w 6904359"/>
                <a:gd name="connsiteY36" fmla="*/ 2144852 h 4153887"/>
                <a:gd name="connsiteX37" fmla="*/ 1922972 w 6904359"/>
                <a:gd name="connsiteY37" fmla="*/ 2861801 h 4153887"/>
                <a:gd name="connsiteX38" fmla="*/ 1368405 w 6904359"/>
                <a:gd name="connsiteY38" fmla="*/ 3562879 h 4153887"/>
                <a:gd name="connsiteX39" fmla="*/ 537157 w 6904359"/>
                <a:gd name="connsiteY39" fmla="*/ 4107716 h 4153887"/>
                <a:gd name="connsiteX40" fmla="*/ 54555 w 6904359"/>
                <a:gd name="connsiteY40" fmla="*/ 4119976 h 4153887"/>
                <a:gd name="connsiteX41" fmla="*/ 1083 w 6904359"/>
                <a:gd name="connsiteY41" fmla="*/ 2874111 h 4153887"/>
                <a:gd name="connsiteX42" fmla="*/ 30315 w 6904359"/>
                <a:gd name="connsiteY42" fmla="*/ 2489964 h 4153887"/>
                <a:gd name="connsiteX0" fmla="*/ 30315 w 6904359"/>
                <a:gd name="connsiteY0" fmla="*/ 2489964 h 4169774"/>
                <a:gd name="connsiteX1" fmla="*/ 160290 w 6904359"/>
                <a:gd name="connsiteY1" fmla="*/ 2437755 h 4169774"/>
                <a:gd name="connsiteX2" fmla="*/ 160825 w 6904359"/>
                <a:gd name="connsiteY2" fmla="*/ 3271034 h 4169774"/>
                <a:gd name="connsiteX3" fmla="*/ 228198 w 6904359"/>
                <a:gd name="connsiteY3" fmla="*/ 3953684 h 4169774"/>
                <a:gd name="connsiteX4" fmla="*/ 930846 w 6904359"/>
                <a:gd name="connsiteY4" fmla="*/ 3502253 h 4169774"/>
                <a:gd name="connsiteX5" fmla="*/ 2240472 w 6904359"/>
                <a:gd name="connsiteY5" fmla="*/ 48428 h 4169774"/>
                <a:gd name="connsiteX6" fmla="*/ 3413105 w 6904359"/>
                <a:gd name="connsiteY6" fmla="*/ 1491105 h 4169774"/>
                <a:gd name="connsiteX7" fmla="*/ 4810105 w 6904359"/>
                <a:gd name="connsiteY7" fmla="*/ 1685839 h 4169774"/>
                <a:gd name="connsiteX8" fmla="*/ 5309638 w 6904359"/>
                <a:gd name="connsiteY8" fmla="*/ 1050839 h 4169774"/>
                <a:gd name="connsiteX9" fmla="*/ 5874789 w 6904359"/>
                <a:gd name="connsiteY9" fmla="*/ 949285 h 4169774"/>
                <a:gd name="connsiteX10" fmla="*/ 6304472 w 6904359"/>
                <a:gd name="connsiteY10" fmla="*/ 1204819 h 4169774"/>
                <a:gd name="connsiteX11" fmla="*/ 6465694 w 6904359"/>
                <a:gd name="connsiteY11" fmla="*/ 1399704 h 4169774"/>
                <a:gd name="connsiteX12" fmla="*/ 6618094 w 6904359"/>
                <a:gd name="connsiteY12" fmla="*/ 1479606 h 4169774"/>
                <a:gd name="connsiteX13" fmla="*/ 6732394 w 6904359"/>
                <a:gd name="connsiteY13" fmla="*/ 1450551 h 4169774"/>
                <a:gd name="connsiteX14" fmla="*/ 6761672 w 6904359"/>
                <a:gd name="connsiteY14" fmla="*/ 1306512 h 4169774"/>
                <a:gd name="connsiteX15" fmla="*/ 6732395 w 6904359"/>
                <a:gd name="connsiteY15" fmla="*/ 1167262 h 4169774"/>
                <a:gd name="connsiteX16" fmla="*/ 6662546 w 6904359"/>
                <a:gd name="connsiteY16" fmla="*/ 1080095 h 4169774"/>
                <a:gd name="connsiteX17" fmla="*/ 6618096 w 6904359"/>
                <a:gd name="connsiteY17" fmla="*/ 971137 h 4169774"/>
                <a:gd name="connsiteX18" fmla="*/ 6599046 w 6904359"/>
                <a:gd name="connsiteY18" fmla="*/ 804067 h 4169774"/>
                <a:gd name="connsiteX19" fmla="*/ 6745095 w 6904359"/>
                <a:gd name="connsiteY19" fmla="*/ 789542 h 4169774"/>
                <a:gd name="connsiteX20" fmla="*/ 6897138 w 6904359"/>
                <a:gd name="connsiteY20" fmla="*/ 802804 h 4169774"/>
                <a:gd name="connsiteX21" fmla="*/ 6878446 w 6904359"/>
                <a:gd name="connsiteY21" fmla="*/ 1029247 h 4169774"/>
                <a:gd name="connsiteX22" fmla="*/ 6833996 w 6904359"/>
                <a:gd name="connsiteY22" fmla="*/ 1181788 h 4169774"/>
                <a:gd name="connsiteX23" fmla="*/ 6821295 w 6904359"/>
                <a:gd name="connsiteY23" fmla="*/ 1436023 h 4169774"/>
                <a:gd name="connsiteX24" fmla="*/ 6745095 w 6904359"/>
                <a:gd name="connsiteY24" fmla="*/ 1552246 h 4169774"/>
                <a:gd name="connsiteX25" fmla="*/ 6634672 w 6904359"/>
                <a:gd name="connsiteY25" fmla="*/ 1573838 h 4169774"/>
                <a:gd name="connsiteX26" fmla="*/ 6420887 w 6904359"/>
                <a:gd name="connsiteY26" fmla="*/ 1489077 h 4169774"/>
                <a:gd name="connsiteX27" fmla="*/ 6154545 w 6904359"/>
                <a:gd name="connsiteY27" fmla="*/ 1174522 h 4169774"/>
                <a:gd name="connsiteX28" fmla="*/ 5917122 w 6904359"/>
                <a:gd name="connsiteY28" fmla="*/ 1053291 h 4169774"/>
                <a:gd name="connsiteX29" fmla="*/ 5593272 w 6904359"/>
                <a:gd name="connsiteY29" fmla="*/ 1033906 h 4169774"/>
                <a:gd name="connsiteX30" fmla="*/ 5411238 w 6904359"/>
                <a:gd name="connsiteY30" fmla="*/ 1110106 h 4169774"/>
                <a:gd name="connsiteX31" fmla="*/ 5292705 w 6904359"/>
                <a:gd name="connsiteY31" fmla="*/ 1228638 h 4169774"/>
                <a:gd name="connsiteX32" fmla="*/ 5081038 w 6904359"/>
                <a:gd name="connsiteY32" fmla="*/ 1609638 h 4169774"/>
                <a:gd name="connsiteX33" fmla="*/ 4903238 w 6904359"/>
                <a:gd name="connsiteY33" fmla="*/ 1762039 h 4169774"/>
                <a:gd name="connsiteX34" fmla="*/ 4539172 w 6904359"/>
                <a:gd name="connsiteY34" fmla="*/ 1926654 h 4169774"/>
                <a:gd name="connsiteX35" fmla="*/ 3764472 w 6904359"/>
                <a:gd name="connsiteY35" fmla="*/ 1964271 h 4169774"/>
                <a:gd name="connsiteX36" fmla="*/ 2803505 w 6904359"/>
                <a:gd name="connsiteY36" fmla="*/ 2144852 h 4169774"/>
                <a:gd name="connsiteX37" fmla="*/ 1922972 w 6904359"/>
                <a:gd name="connsiteY37" fmla="*/ 2861801 h 4169774"/>
                <a:gd name="connsiteX38" fmla="*/ 1368405 w 6904359"/>
                <a:gd name="connsiteY38" fmla="*/ 3562879 h 4169774"/>
                <a:gd name="connsiteX39" fmla="*/ 594909 w 6904359"/>
                <a:gd name="connsiteY39" fmla="*/ 4129737 h 4169774"/>
                <a:gd name="connsiteX40" fmla="*/ 54555 w 6904359"/>
                <a:gd name="connsiteY40" fmla="*/ 4119976 h 4169774"/>
                <a:gd name="connsiteX41" fmla="*/ 1083 w 6904359"/>
                <a:gd name="connsiteY41" fmla="*/ 2874111 h 4169774"/>
                <a:gd name="connsiteX42" fmla="*/ 30315 w 6904359"/>
                <a:gd name="connsiteY42" fmla="*/ 2489964 h 4169774"/>
                <a:gd name="connsiteX0" fmla="*/ 35520 w 6909564"/>
                <a:gd name="connsiteY0" fmla="*/ 2489964 h 4166456"/>
                <a:gd name="connsiteX1" fmla="*/ 165495 w 6909564"/>
                <a:gd name="connsiteY1" fmla="*/ 2437755 h 4166456"/>
                <a:gd name="connsiteX2" fmla="*/ 166030 w 6909564"/>
                <a:gd name="connsiteY2" fmla="*/ 3271034 h 4166456"/>
                <a:gd name="connsiteX3" fmla="*/ 233403 w 6909564"/>
                <a:gd name="connsiteY3" fmla="*/ 3953684 h 4166456"/>
                <a:gd name="connsiteX4" fmla="*/ 936051 w 6909564"/>
                <a:gd name="connsiteY4" fmla="*/ 3502253 h 4166456"/>
                <a:gd name="connsiteX5" fmla="*/ 2245677 w 6909564"/>
                <a:gd name="connsiteY5" fmla="*/ 48428 h 4166456"/>
                <a:gd name="connsiteX6" fmla="*/ 3418310 w 6909564"/>
                <a:gd name="connsiteY6" fmla="*/ 1491105 h 4166456"/>
                <a:gd name="connsiteX7" fmla="*/ 4815310 w 6909564"/>
                <a:gd name="connsiteY7" fmla="*/ 1685839 h 4166456"/>
                <a:gd name="connsiteX8" fmla="*/ 5314843 w 6909564"/>
                <a:gd name="connsiteY8" fmla="*/ 1050839 h 4166456"/>
                <a:gd name="connsiteX9" fmla="*/ 5879994 w 6909564"/>
                <a:gd name="connsiteY9" fmla="*/ 949285 h 4166456"/>
                <a:gd name="connsiteX10" fmla="*/ 6309677 w 6909564"/>
                <a:gd name="connsiteY10" fmla="*/ 1204819 h 4166456"/>
                <a:gd name="connsiteX11" fmla="*/ 6470899 w 6909564"/>
                <a:gd name="connsiteY11" fmla="*/ 1399704 h 4166456"/>
                <a:gd name="connsiteX12" fmla="*/ 6623299 w 6909564"/>
                <a:gd name="connsiteY12" fmla="*/ 1479606 h 4166456"/>
                <a:gd name="connsiteX13" fmla="*/ 6737599 w 6909564"/>
                <a:gd name="connsiteY13" fmla="*/ 1450551 h 4166456"/>
                <a:gd name="connsiteX14" fmla="*/ 6766877 w 6909564"/>
                <a:gd name="connsiteY14" fmla="*/ 1306512 h 4166456"/>
                <a:gd name="connsiteX15" fmla="*/ 6737600 w 6909564"/>
                <a:gd name="connsiteY15" fmla="*/ 1167262 h 4166456"/>
                <a:gd name="connsiteX16" fmla="*/ 6667751 w 6909564"/>
                <a:gd name="connsiteY16" fmla="*/ 1080095 h 4166456"/>
                <a:gd name="connsiteX17" fmla="*/ 6623301 w 6909564"/>
                <a:gd name="connsiteY17" fmla="*/ 971137 h 4166456"/>
                <a:gd name="connsiteX18" fmla="*/ 6604251 w 6909564"/>
                <a:gd name="connsiteY18" fmla="*/ 804067 h 4166456"/>
                <a:gd name="connsiteX19" fmla="*/ 6750300 w 6909564"/>
                <a:gd name="connsiteY19" fmla="*/ 789542 h 4166456"/>
                <a:gd name="connsiteX20" fmla="*/ 6902343 w 6909564"/>
                <a:gd name="connsiteY20" fmla="*/ 802804 h 4166456"/>
                <a:gd name="connsiteX21" fmla="*/ 6883651 w 6909564"/>
                <a:gd name="connsiteY21" fmla="*/ 1029247 h 4166456"/>
                <a:gd name="connsiteX22" fmla="*/ 6839201 w 6909564"/>
                <a:gd name="connsiteY22" fmla="*/ 1181788 h 4166456"/>
                <a:gd name="connsiteX23" fmla="*/ 6826500 w 6909564"/>
                <a:gd name="connsiteY23" fmla="*/ 1436023 h 4166456"/>
                <a:gd name="connsiteX24" fmla="*/ 6750300 w 6909564"/>
                <a:gd name="connsiteY24" fmla="*/ 1552246 h 4166456"/>
                <a:gd name="connsiteX25" fmla="*/ 6639877 w 6909564"/>
                <a:gd name="connsiteY25" fmla="*/ 1573838 h 4166456"/>
                <a:gd name="connsiteX26" fmla="*/ 6426092 w 6909564"/>
                <a:gd name="connsiteY26" fmla="*/ 1489077 h 4166456"/>
                <a:gd name="connsiteX27" fmla="*/ 6159750 w 6909564"/>
                <a:gd name="connsiteY27" fmla="*/ 1174522 h 4166456"/>
                <a:gd name="connsiteX28" fmla="*/ 5922327 w 6909564"/>
                <a:gd name="connsiteY28" fmla="*/ 1053291 h 4166456"/>
                <a:gd name="connsiteX29" fmla="*/ 5598477 w 6909564"/>
                <a:gd name="connsiteY29" fmla="*/ 1033906 h 4166456"/>
                <a:gd name="connsiteX30" fmla="*/ 5416443 w 6909564"/>
                <a:gd name="connsiteY30" fmla="*/ 1110106 h 4166456"/>
                <a:gd name="connsiteX31" fmla="*/ 5297910 w 6909564"/>
                <a:gd name="connsiteY31" fmla="*/ 1228638 h 4166456"/>
                <a:gd name="connsiteX32" fmla="*/ 5086243 w 6909564"/>
                <a:gd name="connsiteY32" fmla="*/ 1609638 h 4166456"/>
                <a:gd name="connsiteX33" fmla="*/ 4908443 w 6909564"/>
                <a:gd name="connsiteY33" fmla="*/ 1762039 h 4166456"/>
                <a:gd name="connsiteX34" fmla="*/ 4544377 w 6909564"/>
                <a:gd name="connsiteY34" fmla="*/ 1926654 h 4166456"/>
                <a:gd name="connsiteX35" fmla="*/ 3769677 w 6909564"/>
                <a:gd name="connsiteY35" fmla="*/ 1964271 h 4166456"/>
                <a:gd name="connsiteX36" fmla="*/ 2808710 w 6909564"/>
                <a:gd name="connsiteY36" fmla="*/ 2144852 h 4166456"/>
                <a:gd name="connsiteX37" fmla="*/ 1928177 w 6909564"/>
                <a:gd name="connsiteY37" fmla="*/ 2861801 h 4166456"/>
                <a:gd name="connsiteX38" fmla="*/ 1373610 w 6909564"/>
                <a:gd name="connsiteY38" fmla="*/ 3562879 h 4166456"/>
                <a:gd name="connsiteX39" fmla="*/ 600114 w 6909564"/>
                <a:gd name="connsiteY39" fmla="*/ 4129737 h 4166456"/>
                <a:gd name="connsiteX40" fmla="*/ 136762 w 6909564"/>
                <a:gd name="connsiteY40" fmla="*/ 4108966 h 4166456"/>
                <a:gd name="connsiteX41" fmla="*/ 6288 w 6909564"/>
                <a:gd name="connsiteY41" fmla="*/ 2874111 h 4166456"/>
                <a:gd name="connsiteX42" fmla="*/ 35520 w 6909564"/>
                <a:gd name="connsiteY42" fmla="*/ 2489964 h 4166456"/>
                <a:gd name="connsiteX0" fmla="*/ 34162 w 6908206"/>
                <a:gd name="connsiteY0" fmla="*/ 2489964 h 4166456"/>
                <a:gd name="connsiteX1" fmla="*/ 164137 w 6908206"/>
                <a:gd name="connsiteY1" fmla="*/ 2437755 h 4166456"/>
                <a:gd name="connsiteX2" fmla="*/ 164672 w 6908206"/>
                <a:gd name="connsiteY2" fmla="*/ 3271034 h 4166456"/>
                <a:gd name="connsiteX3" fmla="*/ 232045 w 6908206"/>
                <a:gd name="connsiteY3" fmla="*/ 3953684 h 4166456"/>
                <a:gd name="connsiteX4" fmla="*/ 934693 w 6908206"/>
                <a:gd name="connsiteY4" fmla="*/ 3502253 h 4166456"/>
                <a:gd name="connsiteX5" fmla="*/ 2244319 w 6908206"/>
                <a:gd name="connsiteY5" fmla="*/ 48428 h 4166456"/>
                <a:gd name="connsiteX6" fmla="*/ 3416952 w 6908206"/>
                <a:gd name="connsiteY6" fmla="*/ 1491105 h 4166456"/>
                <a:gd name="connsiteX7" fmla="*/ 4813952 w 6908206"/>
                <a:gd name="connsiteY7" fmla="*/ 1685839 h 4166456"/>
                <a:gd name="connsiteX8" fmla="*/ 5313485 w 6908206"/>
                <a:gd name="connsiteY8" fmla="*/ 1050839 h 4166456"/>
                <a:gd name="connsiteX9" fmla="*/ 5878636 w 6908206"/>
                <a:gd name="connsiteY9" fmla="*/ 949285 h 4166456"/>
                <a:gd name="connsiteX10" fmla="*/ 6308319 w 6908206"/>
                <a:gd name="connsiteY10" fmla="*/ 1204819 h 4166456"/>
                <a:gd name="connsiteX11" fmla="*/ 6469541 w 6908206"/>
                <a:gd name="connsiteY11" fmla="*/ 1399704 h 4166456"/>
                <a:gd name="connsiteX12" fmla="*/ 6621941 w 6908206"/>
                <a:gd name="connsiteY12" fmla="*/ 1479606 h 4166456"/>
                <a:gd name="connsiteX13" fmla="*/ 6736241 w 6908206"/>
                <a:gd name="connsiteY13" fmla="*/ 1450551 h 4166456"/>
                <a:gd name="connsiteX14" fmla="*/ 6765519 w 6908206"/>
                <a:gd name="connsiteY14" fmla="*/ 1306512 h 4166456"/>
                <a:gd name="connsiteX15" fmla="*/ 6736242 w 6908206"/>
                <a:gd name="connsiteY15" fmla="*/ 1167262 h 4166456"/>
                <a:gd name="connsiteX16" fmla="*/ 6666393 w 6908206"/>
                <a:gd name="connsiteY16" fmla="*/ 1080095 h 4166456"/>
                <a:gd name="connsiteX17" fmla="*/ 6621943 w 6908206"/>
                <a:gd name="connsiteY17" fmla="*/ 971137 h 4166456"/>
                <a:gd name="connsiteX18" fmla="*/ 6602893 w 6908206"/>
                <a:gd name="connsiteY18" fmla="*/ 804067 h 4166456"/>
                <a:gd name="connsiteX19" fmla="*/ 6748942 w 6908206"/>
                <a:gd name="connsiteY19" fmla="*/ 789542 h 4166456"/>
                <a:gd name="connsiteX20" fmla="*/ 6900985 w 6908206"/>
                <a:gd name="connsiteY20" fmla="*/ 802804 h 4166456"/>
                <a:gd name="connsiteX21" fmla="*/ 6882293 w 6908206"/>
                <a:gd name="connsiteY21" fmla="*/ 1029247 h 4166456"/>
                <a:gd name="connsiteX22" fmla="*/ 6837843 w 6908206"/>
                <a:gd name="connsiteY22" fmla="*/ 1181788 h 4166456"/>
                <a:gd name="connsiteX23" fmla="*/ 6825142 w 6908206"/>
                <a:gd name="connsiteY23" fmla="*/ 1436023 h 4166456"/>
                <a:gd name="connsiteX24" fmla="*/ 6748942 w 6908206"/>
                <a:gd name="connsiteY24" fmla="*/ 1552246 h 4166456"/>
                <a:gd name="connsiteX25" fmla="*/ 6638519 w 6908206"/>
                <a:gd name="connsiteY25" fmla="*/ 1573838 h 4166456"/>
                <a:gd name="connsiteX26" fmla="*/ 6424734 w 6908206"/>
                <a:gd name="connsiteY26" fmla="*/ 1489077 h 4166456"/>
                <a:gd name="connsiteX27" fmla="*/ 6158392 w 6908206"/>
                <a:gd name="connsiteY27" fmla="*/ 1174522 h 4166456"/>
                <a:gd name="connsiteX28" fmla="*/ 5920969 w 6908206"/>
                <a:gd name="connsiteY28" fmla="*/ 1053291 h 4166456"/>
                <a:gd name="connsiteX29" fmla="*/ 5597119 w 6908206"/>
                <a:gd name="connsiteY29" fmla="*/ 1033906 h 4166456"/>
                <a:gd name="connsiteX30" fmla="*/ 5415085 w 6908206"/>
                <a:gd name="connsiteY30" fmla="*/ 1110106 h 4166456"/>
                <a:gd name="connsiteX31" fmla="*/ 5296552 w 6908206"/>
                <a:gd name="connsiteY31" fmla="*/ 1228638 h 4166456"/>
                <a:gd name="connsiteX32" fmla="*/ 5084885 w 6908206"/>
                <a:gd name="connsiteY32" fmla="*/ 1609638 h 4166456"/>
                <a:gd name="connsiteX33" fmla="*/ 4907085 w 6908206"/>
                <a:gd name="connsiteY33" fmla="*/ 1762039 h 4166456"/>
                <a:gd name="connsiteX34" fmla="*/ 4543019 w 6908206"/>
                <a:gd name="connsiteY34" fmla="*/ 1926654 h 4166456"/>
                <a:gd name="connsiteX35" fmla="*/ 3768319 w 6908206"/>
                <a:gd name="connsiteY35" fmla="*/ 1964271 h 4166456"/>
                <a:gd name="connsiteX36" fmla="*/ 2807352 w 6908206"/>
                <a:gd name="connsiteY36" fmla="*/ 2144852 h 4166456"/>
                <a:gd name="connsiteX37" fmla="*/ 1926819 w 6908206"/>
                <a:gd name="connsiteY37" fmla="*/ 2861801 h 4166456"/>
                <a:gd name="connsiteX38" fmla="*/ 1372252 w 6908206"/>
                <a:gd name="connsiteY38" fmla="*/ 3562879 h 4166456"/>
                <a:gd name="connsiteX39" fmla="*/ 598756 w 6908206"/>
                <a:gd name="connsiteY39" fmla="*/ 4129737 h 4166456"/>
                <a:gd name="connsiteX40" fmla="*/ 116153 w 6908206"/>
                <a:gd name="connsiteY40" fmla="*/ 4108966 h 4166456"/>
                <a:gd name="connsiteX41" fmla="*/ 4930 w 6908206"/>
                <a:gd name="connsiteY41" fmla="*/ 2874111 h 4166456"/>
                <a:gd name="connsiteX42" fmla="*/ 34162 w 6908206"/>
                <a:gd name="connsiteY42" fmla="*/ 2489964 h 4166456"/>
                <a:gd name="connsiteX0" fmla="*/ 34162 w 6908206"/>
                <a:gd name="connsiteY0" fmla="*/ 2489964 h 4166456"/>
                <a:gd name="connsiteX1" fmla="*/ 164137 w 6908206"/>
                <a:gd name="connsiteY1" fmla="*/ 2437755 h 4166456"/>
                <a:gd name="connsiteX2" fmla="*/ 174297 w 6908206"/>
                <a:gd name="connsiteY2" fmla="*/ 3359118 h 4166456"/>
                <a:gd name="connsiteX3" fmla="*/ 232045 w 6908206"/>
                <a:gd name="connsiteY3" fmla="*/ 3953684 h 4166456"/>
                <a:gd name="connsiteX4" fmla="*/ 934693 w 6908206"/>
                <a:gd name="connsiteY4" fmla="*/ 3502253 h 4166456"/>
                <a:gd name="connsiteX5" fmla="*/ 2244319 w 6908206"/>
                <a:gd name="connsiteY5" fmla="*/ 48428 h 4166456"/>
                <a:gd name="connsiteX6" fmla="*/ 3416952 w 6908206"/>
                <a:gd name="connsiteY6" fmla="*/ 1491105 h 4166456"/>
                <a:gd name="connsiteX7" fmla="*/ 4813952 w 6908206"/>
                <a:gd name="connsiteY7" fmla="*/ 1685839 h 4166456"/>
                <a:gd name="connsiteX8" fmla="*/ 5313485 w 6908206"/>
                <a:gd name="connsiteY8" fmla="*/ 1050839 h 4166456"/>
                <a:gd name="connsiteX9" fmla="*/ 5878636 w 6908206"/>
                <a:gd name="connsiteY9" fmla="*/ 949285 h 4166456"/>
                <a:gd name="connsiteX10" fmla="*/ 6308319 w 6908206"/>
                <a:gd name="connsiteY10" fmla="*/ 1204819 h 4166456"/>
                <a:gd name="connsiteX11" fmla="*/ 6469541 w 6908206"/>
                <a:gd name="connsiteY11" fmla="*/ 1399704 h 4166456"/>
                <a:gd name="connsiteX12" fmla="*/ 6621941 w 6908206"/>
                <a:gd name="connsiteY12" fmla="*/ 1479606 h 4166456"/>
                <a:gd name="connsiteX13" fmla="*/ 6736241 w 6908206"/>
                <a:gd name="connsiteY13" fmla="*/ 1450551 h 4166456"/>
                <a:gd name="connsiteX14" fmla="*/ 6765519 w 6908206"/>
                <a:gd name="connsiteY14" fmla="*/ 1306512 h 4166456"/>
                <a:gd name="connsiteX15" fmla="*/ 6736242 w 6908206"/>
                <a:gd name="connsiteY15" fmla="*/ 1167262 h 4166456"/>
                <a:gd name="connsiteX16" fmla="*/ 6666393 w 6908206"/>
                <a:gd name="connsiteY16" fmla="*/ 1080095 h 4166456"/>
                <a:gd name="connsiteX17" fmla="*/ 6621943 w 6908206"/>
                <a:gd name="connsiteY17" fmla="*/ 971137 h 4166456"/>
                <a:gd name="connsiteX18" fmla="*/ 6602893 w 6908206"/>
                <a:gd name="connsiteY18" fmla="*/ 804067 h 4166456"/>
                <a:gd name="connsiteX19" fmla="*/ 6748942 w 6908206"/>
                <a:gd name="connsiteY19" fmla="*/ 789542 h 4166456"/>
                <a:gd name="connsiteX20" fmla="*/ 6900985 w 6908206"/>
                <a:gd name="connsiteY20" fmla="*/ 802804 h 4166456"/>
                <a:gd name="connsiteX21" fmla="*/ 6882293 w 6908206"/>
                <a:gd name="connsiteY21" fmla="*/ 1029247 h 4166456"/>
                <a:gd name="connsiteX22" fmla="*/ 6837843 w 6908206"/>
                <a:gd name="connsiteY22" fmla="*/ 1181788 h 4166456"/>
                <a:gd name="connsiteX23" fmla="*/ 6825142 w 6908206"/>
                <a:gd name="connsiteY23" fmla="*/ 1436023 h 4166456"/>
                <a:gd name="connsiteX24" fmla="*/ 6748942 w 6908206"/>
                <a:gd name="connsiteY24" fmla="*/ 1552246 h 4166456"/>
                <a:gd name="connsiteX25" fmla="*/ 6638519 w 6908206"/>
                <a:gd name="connsiteY25" fmla="*/ 1573838 h 4166456"/>
                <a:gd name="connsiteX26" fmla="*/ 6424734 w 6908206"/>
                <a:gd name="connsiteY26" fmla="*/ 1489077 h 4166456"/>
                <a:gd name="connsiteX27" fmla="*/ 6158392 w 6908206"/>
                <a:gd name="connsiteY27" fmla="*/ 1174522 h 4166456"/>
                <a:gd name="connsiteX28" fmla="*/ 5920969 w 6908206"/>
                <a:gd name="connsiteY28" fmla="*/ 1053291 h 4166456"/>
                <a:gd name="connsiteX29" fmla="*/ 5597119 w 6908206"/>
                <a:gd name="connsiteY29" fmla="*/ 1033906 h 4166456"/>
                <a:gd name="connsiteX30" fmla="*/ 5415085 w 6908206"/>
                <a:gd name="connsiteY30" fmla="*/ 1110106 h 4166456"/>
                <a:gd name="connsiteX31" fmla="*/ 5296552 w 6908206"/>
                <a:gd name="connsiteY31" fmla="*/ 1228638 h 4166456"/>
                <a:gd name="connsiteX32" fmla="*/ 5084885 w 6908206"/>
                <a:gd name="connsiteY32" fmla="*/ 1609638 h 4166456"/>
                <a:gd name="connsiteX33" fmla="*/ 4907085 w 6908206"/>
                <a:gd name="connsiteY33" fmla="*/ 1762039 h 4166456"/>
                <a:gd name="connsiteX34" fmla="*/ 4543019 w 6908206"/>
                <a:gd name="connsiteY34" fmla="*/ 1926654 h 4166456"/>
                <a:gd name="connsiteX35" fmla="*/ 3768319 w 6908206"/>
                <a:gd name="connsiteY35" fmla="*/ 1964271 h 4166456"/>
                <a:gd name="connsiteX36" fmla="*/ 2807352 w 6908206"/>
                <a:gd name="connsiteY36" fmla="*/ 2144852 h 4166456"/>
                <a:gd name="connsiteX37" fmla="*/ 1926819 w 6908206"/>
                <a:gd name="connsiteY37" fmla="*/ 2861801 h 4166456"/>
                <a:gd name="connsiteX38" fmla="*/ 1372252 w 6908206"/>
                <a:gd name="connsiteY38" fmla="*/ 3562879 h 4166456"/>
                <a:gd name="connsiteX39" fmla="*/ 598756 w 6908206"/>
                <a:gd name="connsiteY39" fmla="*/ 4129737 h 4166456"/>
                <a:gd name="connsiteX40" fmla="*/ 116153 w 6908206"/>
                <a:gd name="connsiteY40" fmla="*/ 4108966 h 4166456"/>
                <a:gd name="connsiteX41" fmla="*/ 4930 w 6908206"/>
                <a:gd name="connsiteY41" fmla="*/ 2874111 h 4166456"/>
                <a:gd name="connsiteX42" fmla="*/ 34162 w 6908206"/>
                <a:gd name="connsiteY42" fmla="*/ 2489964 h 4166456"/>
                <a:gd name="connsiteX0" fmla="*/ 34162 w 6908206"/>
                <a:gd name="connsiteY0" fmla="*/ 2489964 h 4166456"/>
                <a:gd name="connsiteX1" fmla="*/ 164137 w 6908206"/>
                <a:gd name="connsiteY1" fmla="*/ 2437755 h 4166456"/>
                <a:gd name="connsiteX2" fmla="*/ 212798 w 6908206"/>
                <a:gd name="connsiteY2" fmla="*/ 3271034 h 4166456"/>
                <a:gd name="connsiteX3" fmla="*/ 232045 w 6908206"/>
                <a:gd name="connsiteY3" fmla="*/ 3953684 h 4166456"/>
                <a:gd name="connsiteX4" fmla="*/ 934693 w 6908206"/>
                <a:gd name="connsiteY4" fmla="*/ 3502253 h 4166456"/>
                <a:gd name="connsiteX5" fmla="*/ 2244319 w 6908206"/>
                <a:gd name="connsiteY5" fmla="*/ 48428 h 4166456"/>
                <a:gd name="connsiteX6" fmla="*/ 3416952 w 6908206"/>
                <a:gd name="connsiteY6" fmla="*/ 1491105 h 4166456"/>
                <a:gd name="connsiteX7" fmla="*/ 4813952 w 6908206"/>
                <a:gd name="connsiteY7" fmla="*/ 1685839 h 4166456"/>
                <a:gd name="connsiteX8" fmla="*/ 5313485 w 6908206"/>
                <a:gd name="connsiteY8" fmla="*/ 1050839 h 4166456"/>
                <a:gd name="connsiteX9" fmla="*/ 5878636 w 6908206"/>
                <a:gd name="connsiteY9" fmla="*/ 949285 h 4166456"/>
                <a:gd name="connsiteX10" fmla="*/ 6308319 w 6908206"/>
                <a:gd name="connsiteY10" fmla="*/ 1204819 h 4166456"/>
                <a:gd name="connsiteX11" fmla="*/ 6469541 w 6908206"/>
                <a:gd name="connsiteY11" fmla="*/ 1399704 h 4166456"/>
                <a:gd name="connsiteX12" fmla="*/ 6621941 w 6908206"/>
                <a:gd name="connsiteY12" fmla="*/ 1479606 h 4166456"/>
                <a:gd name="connsiteX13" fmla="*/ 6736241 w 6908206"/>
                <a:gd name="connsiteY13" fmla="*/ 1450551 h 4166456"/>
                <a:gd name="connsiteX14" fmla="*/ 6765519 w 6908206"/>
                <a:gd name="connsiteY14" fmla="*/ 1306512 h 4166456"/>
                <a:gd name="connsiteX15" fmla="*/ 6736242 w 6908206"/>
                <a:gd name="connsiteY15" fmla="*/ 1167262 h 4166456"/>
                <a:gd name="connsiteX16" fmla="*/ 6666393 w 6908206"/>
                <a:gd name="connsiteY16" fmla="*/ 1080095 h 4166456"/>
                <a:gd name="connsiteX17" fmla="*/ 6621943 w 6908206"/>
                <a:gd name="connsiteY17" fmla="*/ 971137 h 4166456"/>
                <a:gd name="connsiteX18" fmla="*/ 6602893 w 6908206"/>
                <a:gd name="connsiteY18" fmla="*/ 804067 h 4166456"/>
                <a:gd name="connsiteX19" fmla="*/ 6748942 w 6908206"/>
                <a:gd name="connsiteY19" fmla="*/ 789542 h 4166456"/>
                <a:gd name="connsiteX20" fmla="*/ 6900985 w 6908206"/>
                <a:gd name="connsiteY20" fmla="*/ 802804 h 4166456"/>
                <a:gd name="connsiteX21" fmla="*/ 6882293 w 6908206"/>
                <a:gd name="connsiteY21" fmla="*/ 1029247 h 4166456"/>
                <a:gd name="connsiteX22" fmla="*/ 6837843 w 6908206"/>
                <a:gd name="connsiteY22" fmla="*/ 1181788 h 4166456"/>
                <a:gd name="connsiteX23" fmla="*/ 6825142 w 6908206"/>
                <a:gd name="connsiteY23" fmla="*/ 1436023 h 4166456"/>
                <a:gd name="connsiteX24" fmla="*/ 6748942 w 6908206"/>
                <a:gd name="connsiteY24" fmla="*/ 1552246 h 4166456"/>
                <a:gd name="connsiteX25" fmla="*/ 6638519 w 6908206"/>
                <a:gd name="connsiteY25" fmla="*/ 1573838 h 4166456"/>
                <a:gd name="connsiteX26" fmla="*/ 6424734 w 6908206"/>
                <a:gd name="connsiteY26" fmla="*/ 1489077 h 4166456"/>
                <a:gd name="connsiteX27" fmla="*/ 6158392 w 6908206"/>
                <a:gd name="connsiteY27" fmla="*/ 1174522 h 4166456"/>
                <a:gd name="connsiteX28" fmla="*/ 5920969 w 6908206"/>
                <a:gd name="connsiteY28" fmla="*/ 1053291 h 4166456"/>
                <a:gd name="connsiteX29" fmla="*/ 5597119 w 6908206"/>
                <a:gd name="connsiteY29" fmla="*/ 1033906 h 4166456"/>
                <a:gd name="connsiteX30" fmla="*/ 5415085 w 6908206"/>
                <a:gd name="connsiteY30" fmla="*/ 1110106 h 4166456"/>
                <a:gd name="connsiteX31" fmla="*/ 5296552 w 6908206"/>
                <a:gd name="connsiteY31" fmla="*/ 1228638 h 4166456"/>
                <a:gd name="connsiteX32" fmla="*/ 5084885 w 6908206"/>
                <a:gd name="connsiteY32" fmla="*/ 1609638 h 4166456"/>
                <a:gd name="connsiteX33" fmla="*/ 4907085 w 6908206"/>
                <a:gd name="connsiteY33" fmla="*/ 1762039 h 4166456"/>
                <a:gd name="connsiteX34" fmla="*/ 4543019 w 6908206"/>
                <a:gd name="connsiteY34" fmla="*/ 1926654 h 4166456"/>
                <a:gd name="connsiteX35" fmla="*/ 3768319 w 6908206"/>
                <a:gd name="connsiteY35" fmla="*/ 1964271 h 4166456"/>
                <a:gd name="connsiteX36" fmla="*/ 2807352 w 6908206"/>
                <a:gd name="connsiteY36" fmla="*/ 2144852 h 4166456"/>
                <a:gd name="connsiteX37" fmla="*/ 1926819 w 6908206"/>
                <a:gd name="connsiteY37" fmla="*/ 2861801 h 4166456"/>
                <a:gd name="connsiteX38" fmla="*/ 1372252 w 6908206"/>
                <a:gd name="connsiteY38" fmla="*/ 3562879 h 4166456"/>
                <a:gd name="connsiteX39" fmla="*/ 598756 w 6908206"/>
                <a:gd name="connsiteY39" fmla="*/ 4129737 h 4166456"/>
                <a:gd name="connsiteX40" fmla="*/ 116153 w 6908206"/>
                <a:gd name="connsiteY40" fmla="*/ 4108966 h 4166456"/>
                <a:gd name="connsiteX41" fmla="*/ 4930 w 6908206"/>
                <a:gd name="connsiteY41" fmla="*/ 2874111 h 4166456"/>
                <a:gd name="connsiteX42" fmla="*/ 34162 w 6908206"/>
                <a:gd name="connsiteY42" fmla="*/ 2489964 h 4166456"/>
                <a:gd name="connsiteX0" fmla="*/ 34162 w 6908206"/>
                <a:gd name="connsiteY0" fmla="*/ 2489964 h 4166456"/>
                <a:gd name="connsiteX1" fmla="*/ 164137 w 6908206"/>
                <a:gd name="connsiteY1" fmla="*/ 2437755 h 4166456"/>
                <a:gd name="connsiteX2" fmla="*/ 232048 w 6908206"/>
                <a:gd name="connsiteY2" fmla="*/ 3226992 h 4166456"/>
                <a:gd name="connsiteX3" fmla="*/ 232045 w 6908206"/>
                <a:gd name="connsiteY3" fmla="*/ 3953684 h 4166456"/>
                <a:gd name="connsiteX4" fmla="*/ 934693 w 6908206"/>
                <a:gd name="connsiteY4" fmla="*/ 3502253 h 4166456"/>
                <a:gd name="connsiteX5" fmla="*/ 2244319 w 6908206"/>
                <a:gd name="connsiteY5" fmla="*/ 48428 h 4166456"/>
                <a:gd name="connsiteX6" fmla="*/ 3416952 w 6908206"/>
                <a:gd name="connsiteY6" fmla="*/ 1491105 h 4166456"/>
                <a:gd name="connsiteX7" fmla="*/ 4813952 w 6908206"/>
                <a:gd name="connsiteY7" fmla="*/ 1685839 h 4166456"/>
                <a:gd name="connsiteX8" fmla="*/ 5313485 w 6908206"/>
                <a:gd name="connsiteY8" fmla="*/ 1050839 h 4166456"/>
                <a:gd name="connsiteX9" fmla="*/ 5878636 w 6908206"/>
                <a:gd name="connsiteY9" fmla="*/ 949285 h 4166456"/>
                <a:gd name="connsiteX10" fmla="*/ 6308319 w 6908206"/>
                <a:gd name="connsiteY10" fmla="*/ 1204819 h 4166456"/>
                <a:gd name="connsiteX11" fmla="*/ 6469541 w 6908206"/>
                <a:gd name="connsiteY11" fmla="*/ 1399704 h 4166456"/>
                <a:gd name="connsiteX12" fmla="*/ 6621941 w 6908206"/>
                <a:gd name="connsiteY12" fmla="*/ 1479606 h 4166456"/>
                <a:gd name="connsiteX13" fmla="*/ 6736241 w 6908206"/>
                <a:gd name="connsiteY13" fmla="*/ 1450551 h 4166456"/>
                <a:gd name="connsiteX14" fmla="*/ 6765519 w 6908206"/>
                <a:gd name="connsiteY14" fmla="*/ 1306512 h 4166456"/>
                <a:gd name="connsiteX15" fmla="*/ 6736242 w 6908206"/>
                <a:gd name="connsiteY15" fmla="*/ 1167262 h 4166456"/>
                <a:gd name="connsiteX16" fmla="*/ 6666393 w 6908206"/>
                <a:gd name="connsiteY16" fmla="*/ 1080095 h 4166456"/>
                <a:gd name="connsiteX17" fmla="*/ 6621943 w 6908206"/>
                <a:gd name="connsiteY17" fmla="*/ 971137 h 4166456"/>
                <a:gd name="connsiteX18" fmla="*/ 6602893 w 6908206"/>
                <a:gd name="connsiteY18" fmla="*/ 804067 h 4166456"/>
                <a:gd name="connsiteX19" fmla="*/ 6748942 w 6908206"/>
                <a:gd name="connsiteY19" fmla="*/ 789542 h 4166456"/>
                <a:gd name="connsiteX20" fmla="*/ 6900985 w 6908206"/>
                <a:gd name="connsiteY20" fmla="*/ 802804 h 4166456"/>
                <a:gd name="connsiteX21" fmla="*/ 6882293 w 6908206"/>
                <a:gd name="connsiteY21" fmla="*/ 1029247 h 4166456"/>
                <a:gd name="connsiteX22" fmla="*/ 6837843 w 6908206"/>
                <a:gd name="connsiteY22" fmla="*/ 1181788 h 4166456"/>
                <a:gd name="connsiteX23" fmla="*/ 6825142 w 6908206"/>
                <a:gd name="connsiteY23" fmla="*/ 1436023 h 4166456"/>
                <a:gd name="connsiteX24" fmla="*/ 6748942 w 6908206"/>
                <a:gd name="connsiteY24" fmla="*/ 1552246 h 4166456"/>
                <a:gd name="connsiteX25" fmla="*/ 6638519 w 6908206"/>
                <a:gd name="connsiteY25" fmla="*/ 1573838 h 4166456"/>
                <a:gd name="connsiteX26" fmla="*/ 6424734 w 6908206"/>
                <a:gd name="connsiteY26" fmla="*/ 1489077 h 4166456"/>
                <a:gd name="connsiteX27" fmla="*/ 6158392 w 6908206"/>
                <a:gd name="connsiteY27" fmla="*/ 1174522 h 4166456"/>
                <a:gd name="connsiteX28" fmla="*/ 5920969 w 6908206"/>
                <a:gd name="connsiteY28" fmla="*/ 1053291 h 4166456"/>
                <a:gd name="connsiteX29" fmla="*/ 5597119 w 6908206"/>
                <a:gd name="connsiteY29" fmla="*/ 1033906 h 4166456"/>
                <a:gd name="connsiteX30" fmla="*/ 5415085 w 6908206"/>
                <a:gd name="connsiteY30" fmla="*/ 1110106 h 4166456"/>
                <a:gd name="connsiteX31" fmla="*/ 5296552 w 6908206"/>
                <a:gd name="connsiteY31" fmla="*/ 1228638 h 4166456"/>
                <a:gd name="connsiteX32" fmla="*/ 5084885 w 6908206"/>
                <a:gd name="connsiteY32" fmla="*/ 1609638 h 4166456"/>
                <a:gd name="connsiteX33" fmla="*/ 4907085 w 6908206"/>
                <a:gd name="connsiteY33" fmla="*/ 1762039 h 4166456"/>
                <a:gd name="connsiteX34" fmla="*/ 4543019 w 6908206"/>
                <a:gd name="connsiteY34" fmla="*/ 1926654 h 4166456"/>
                <a:gd name="connsiteX35" fmla="*/ 3768319 w 6908206"/>
                <a:gd name="connsiteY35" fmla="*/ 1964271 h 4166456"/>
                <a:gd name="connsiteX36" fmla="*/ 2807352 w 6908206"/>
                <a:gd name="connsiteY36" fmla="*/ 2144852 h 4166456"/>
                <a:gd name="connsiteX37" fmla="*/ 1926819 w 6908206"/>
                <a:gd name="connsiteY37" fmla="*/ 2861801 h 4166456"/>
                <a:gd name="connsiteX38" fmla="*/ 1372252 w 6908206"/>
                <a:gd name="connsiteY38" fmla="*/ 3562879 h 4166456"/>
                <a:gd name="connsiteX39" fmla="*/ 598756 w 6908206"/>
                <a:gd name="connsiteY39" fmla="*/ 4129737 h 4166456"/>
                <a:gd name="connsiteX40" fmla="*/ 116153 w 6908206"/>
                <a:gd name="connsiteY40" fmla="*/ 4108966 h 4166456"/>
                <a:gd name="connsiteX41" fmla="*/ 4930 w 6908206"/>
                <a:gd name="connsiteY41" fmla="*/ 2874111 h 4166456"/>
                <a:gd name="connsiteX42" fmla="*/ 34162 w 6908206"/>
                <a:gd name="connsiteY42" fmla="*/ 2489964 h 4166456"/>
                <a:gd name="connsiteX0" fmla="*/ 34162 w 6908206"/>
                <a:gd name="connsiteY0" fmla="*/ 2489964 h 4166456"/>
                <a:gd name="connsiteX1" fmla="*/ 164137 w 6908206"/>
                <a:gd name="connsiteY1" fmla="*/ 2437755 h 4166456"/>
                <a:gd name="connsiteX2" fmla="*/ 193547 w 6908206"/>
                <a:gd name="connsiteY2" fmla="*/ 3249013 h 4166456"/>
                <a:gd name="connsiteX3" fmla="*/ 232045 w 6908206"/>
                <a:gd name="connsiteY3" fmla="*/ 3953684 h 4166456"/>
                <a:gd name="connsiteX4" fmla="*/ 934693 w 6908206"/>
                <a:gd name="connsiteY4" fmla="*/ 3502253 h 4166456"/>
                <a:gd name="connsiteX5" fmla="*/ 2244319 w 6908206"/>
                <a:gd name="connsiteY5" fmla="*/ 48428 h 4166456"/>
                <a:gd name="connsiteX6" fmla="*/ 3416952 w 6908206"/>
                <a:gd name="connsiteY6" fmla="*/ 1491105 h 4166456"/>
                <a:gd name="connsiteX7" fmla="*/ 4813952 w 6908206"/>
                <a:gd name="connsiteY7" fmla="*/ 1685839 h 4166456"/>
                <a:gd name="connsiteX8" fmla="*/ 5313485 w 6908206"/>
                <a:gd name="connsiteY8" fmla="*/ 1050839 h 4166456"/>
                <a:gd name="connsiteX9" fmla="*/ 5878636 w 6908206"/>
                <a:gd name="connsiteY9" fmla="*/ 949285 h 4166456"/>
                <a:gd name="connsiteX10" fmla="*/ 6308319 w 6908206"/>
                <a:gd name="connsiteY10" fmla="*/ 1204819 h 4166456"/>
                <a:gd name="connsiteX11" fmla="*/ 6469541 w 6908206"/>
                <a:gd name="connsiteY11" fmla="*/ 1399704 h 4166456"/>
                <a:gd name="connsiteX12" fmla="*/ 6621941 w 6908206"/>
                <a:gd name="connsiteY12" fmla="*/ 1479606 h 4166456"/>
                <a:gd name="connsiteX13" fmla="*/ 6736241 w 6908206"/>
                <a:gd name="connsiteY13" fmla="*/ 1450551 h 4166456"/>
                <a:gd name="connsiteX14" fmla="*/ 6765519 w 6908206"/>
                <a:gd name="connsiteY14" fmla="*/ 1306512 h 4166456"/>
                <a:gd name="connsiteX15" fmla="*/ 6736242 w 6908206"/>
                <a:gd name="connsiteY15" fmla="*/ 1167262 h 4166456"/>
                <a:gd name="connsiteX16" fmla="*/ 6666393 w 6908206"/>
                <a:gd name="connsiteY16" fmla="*/ 1080095 h 4166456"/>
                <a:gd name="connsiteX17" fmla="*/ 6621943 w 6908206"/>
                <a:gd name="connsiteY17" fmla="*/ 971137 h 4166456"/>
                <a:gd name="connsiteX18" fmla="*/ 6602893 w 6908206"/>
                <a:gd name="connsiteY18" fmla="*/ 804067 h 4166456"/>
                <a:gd name="connsiteX19" fmla="*/ 6748942 w 6908206"/>
                <a:gd name="connsiteY19" fmla="*/ 789542 h 4166456"/>
                <a:gd name="connsiteX20" fmla="*/ 6900985 w 6908206"/>
                <a:gd name="connsiteY20" fmla="*/ 802804 h 4166456"/>
                <a:gd name="connsiteX21" fmla="*/ 6882293 w 6908206"/>
                <a:gd name="connsiteY21" fmla="*/ 1029247 h 4166456"/>
                <a:gd name="connsiteX22" fmla="*/ 6837843 w 6908206"/>
                <a:gd name="connsiteY22" fmla="*/ 1181788 h 4166456"/>
                <a:gd name="connsiteX23" fmla="*/ 6825142 w 6908206"/>
                <a:gd name="connsiteY23" fmla="*/ 1436023 h 4166456"/>
                <a:gd name="connsiteX24" fmla="*/ 6748942 w 6908206"/>
                <a:gd name="connsiteY24" fmla="*/ 1552246 h 4166456"/>
                <a:gd name="connsiteX25" fmla="*/ 6638519 w 6908206"/>
                <a:gd name="connsiteY25" fmla="*/ 1573838 h 4166456"/>
                <a:gd name="connsiteX26" fmla="*/ 6424734 w 6908206"/>
                <a:gd name="connsiteY26" fmla="*/ 1489077 h 4166456"/>
                <a:gd name="connsiteX27" fmla="*/ 6158392 w 6908206"/>
                <a:gd name="connsiteY27" fmla="*/ 1174522 h 4166456"/>
                <a:gd name="connsiteX28" fmla="*/ 5920969 w 6908206"/>
                <a:gd name="connsiteY28" fmla="*/ 1053291 h 4166456"/>
                <a:gd name="connsiteX29" fmla="*/ 5597119 w 6908206"/>
                <a:gd name="connsiteY29" fmla="*/ 1033906 h 4166456"/>
                <a:gd name="connsiteX30" fmla="*/ 5415085 w 6908206"/>
                <a:gd name="connsiteY30" fmla="*/ 1110106 h 4166456"/>
                <a:gd name="connsiteX31" fmla="*/ 5296552 w 6908206"/>
                <a:gd name="connsiteY31" fmla="*/ 1228638 h 4166456"/>
                <a:gd name="connsiteX32" fmla="*/ 5084885 w 6908206"/>
                <a:gd name="connsiteY32" fmla="*/ 1609638 h 4166456"/>
                <a:gd name="connsiteX33" fmla="*/ 4907085 w 6908206"/>
                <a:gd name="connsiteY33" fmla="*/ 1762039 h 4166456"/>
                <a:gd name="connsiteX34" fmla="*/ 4543019 w 6908206"/>
                <a:gd name="connsiteY34" fmla="*/ 1926654 h 4166456"/>
                <a:gd name="connsiteX35" fmla="*/ 3768319 w 6908206"/>
                <a:gd name="connsiteY35" fmla="*/ 1964271 h 4166456"/>
                <a:gd name="connsiteX36" fmla="*/ 2807352 w 6908206"/>
                <a:gd name="connsiteY36" fmla="*/ 2144852 h 4166456"/>
                <a:gd name="connsiteX37" fmla="*/ 1926819 w 6908206"/>
                <a:gd name="connsiteY37" fmla="*/ 2861801 h 4166456"/>
                <a:gd name="connsiteX38" fmla="*/ 1372252 w 6908206"/>
                <a:gd name="connsiteY38" fmla="*/ 3562879 h 4166456"/>
                <a:gd name="connsiteX39" fmla="*/ 598756 w 6908206"/>
                <a:gd name="connsiteY39" fmla="*/ 4129737 h 4166456"/>
                <a:gd name="connsiteX40" fmla="*/ 116153 w 6908206"/>
                <a:gd name="connsiteY40" fmla="*/ 4108966 h 4166456"/>
                <a:gd name="connsiteX41" fmla="*/ 4930 w 6908206"/>
                <a:gd name="connsiteY41" fmla="*/ 2874111 h 4166456"/>
                <a:gd name="connsiteX42" fmla="*/ 34162 w 6908206"/>
                <a:gd name="connsiteY42" fmla="*/ 2489964 h 4166456"/>
                <a:gd name="connsiteX0" fmla="*/ 34162 w 6908206"/>
                <a:gd name="connsiteY0" fmla="*/ 2489964 h 4166456"/>
                <a:gd name="connsiteX1" fmla="*/ 164137 w 6908206"/>
                <a:gd name="connsiteY1" fmla="*/ 2437755 h 4166456"/>
                <a:gd name="connsiteX2" fmla="*/ 164672 w 6908206"/>
                <a:gd name="connsiteY2" fmla="*/ 3249013 h 4166456"/>
                <a:gd name="connsiteX3" fmla="*/ 232045 w 6908206"/>
                <a:gd name="connsiteY3" fmla="*/ 3953684 h 4166456"/>
                <a:gd name="connsiteX4" fmla="*/ 934693 w 6908206"/>
                <a:gd name="connsiteY4" fmla="*/ 3502253 h 4166456"/>
                <a:gd name="connsiteX5" fmla="*/ 2244319 w 6908206"/>
                <a:gd name="connsiteY5" fmla="*/ 48428 h 4166456"/>
                <a:gd name="connsiteX6" fmla="*/ 3416952 w 6908206"/>
                <a:gd name="connsiteY6" fmla="*/ 1491105 h 4166456"/>
                <a:gd name="connsiteX7" fmla="*/ 4813952 w 6908206"/>
                <a:gd name="connsiteY7" fmla="*/ 1685839 h 4166456"/>
                <a:gd name="connsiteX8" fmla="*/ 5313485 w 6908206"/>
                <a:gd name="connsiteY8" fmla="*/ 1050839 h 4166456"/>
                <a:gd name="connsiteX9" fmla="*/ 5878636 w 6908206"/>
                <a:gd name="connsiteY9" fmla="*/ 949285 h 4166456"/>
                <a:gd name="connsiteX10" fmla="*/ 6308319 w 6908206"/>
                <a:gd name="connsiteY10" fmla="*/ 1204819 h 4166456"/>
                <a:gd name="connsiteX11" fmla="*/ 6469541 w 6908206"/>
                <a:gd name="connsiteY11" fmla="*/ 1399704 h 4166456"/>
                <a:gd name="connsiteX12" fmla="*/ 6621941 w 6908206"/>
                <a:gd name="connsiteY12" fmla="*/ 1479606 h 4166456"/>
                <a:gd name="connsiteX13" fmla="*/ 6736241 w 6908206"/>
                <a:gd name="connsiteY13" fmla="*/ 1450551 h 4166456"/>
                <a:gd name="connsiteX14" fmla="*/ 6765519 w 6908206"/>
                <a:gd name="connsiteY14" fmla="*/ 1306512 h 4166456"/>
                <a:gd name="connsiteX15" fmla="*/ 6736242 w 6908206"/>
                <a:gd name="connsiteY15" fmla="*/ 1167262 h 4166456"/>
                <a:gd name="connsiteX16" fmla="*/ 6666393 w 6908206"/>
                <a:gd name="connsiteY16" fmla="*/ 1080095 h 4166456"/>
                <a:gd name="connsiteX17" fmla="*/ 6621943 w 6908206"/>
                <a:gd name="connsiteY17" fmla="*/ 971137 h 4166456"/>
                <a:gd name="connsiteX18" fmla="*/ 6602893 w 6908206"/>
                <a:gd name="connsiteY18" fmla="*/ 804067 h 4166456"/>
                <a:gd name="connsiteX19" fmla="*/ 6748942 w 6908206"/>
                <a:gd name="connsiteY19" fmla="*/ 789542 h 4166456"/>
                <a:gd name="connsiteX20" fmla="*/ 6900985 w 6908206"/>
                <a:gd name="connsiteY20" fmla="*/ 802804 h 4166456"/>
                <a:gd name="connsiteX21" fmla="*/ 6882293 w 6908206"/>
                <a:gd name="connsiteY21" fmla="*/ 1029247 h 4166456"/>
                <a:gd name="connsiteX22" fmla="*/ 6837843 w 6908206"/>
                <a:gd name="connsiteY22" fmla="*/ 1181788 h 4166456"/>
                <a:gd name="connsiteX23" fmla="*/ 6825142 w 6908206"/>
                <a:gd name="connsiteY23" fmla="*/ 1436023 h 4166456"/>
                <a:gd name="connsiteX24" fmla="*/ 6748942 w 6908206"/>
                <a:gd name="connsiteY24" fmla="*/ 1552246 h 4166456"/>
                <a:gd name="connsiteX25" fmla="*/ 6638519 w 6908206"/>
                <a:gd name="connsiteY25" fmla="*/ 1573838 h 4166456"/>
                <a:gd name="connsiteX26" fmla="*/ 6424734 w 6908206"/>
                <a:gd name="connsiteY26" fmla="*/ 1489077 h 4166456"/>
                <a:gd name="connsiteX27" fmla="*/ 6158392 w 6908206"/>
                <a:gd name="connsiteY27" fmla="*/ 1174522 h 4166456"/>
                <a:gd name="connsiteX28" fmla="*/ 5920969 w 6908206"/>
                <a:gd name="connsiteY28" fmla="*/ 1053291 h 4166456"/>
                <a:gd name="connsiteX29" fmla="*/ 5597119 w 6908206"/>
                <a:gd name="connsiteY29" fmla="*/ 1033906 h 4166456"/>
                <a:gd name="connsiteX30" fmla="*/ 5415085 w 6908206"/>
                <a:gd name="connsiteY30" fmla="*/ 1110106 h 4166456"/>
                <a:gd name="connsiteX31" fmla="*/ 5296552 w 6908206"/>
                <a:gd name="connsiteY31" fmla="*/ 1228638 h 4166456"/>
                <a:gd name="connsiteX32" fmla="*/ 5084885 w 6908206"/>
                <a:gd name="connsiteY32" fmla="*/ 1609638 h 4166456"/>
                <a:gd name="connsiteX33" fmla="*/ 4907085 w 6908206"/>
                <a:gd name="connsiteY33" fmla="*/ 1762039 h 4166456"/>
                <a:gd name="connsiteX34" fmla="*/ 4543019 w 6908206"/>
                <a:gd name="connsiteY34" fmla="*/ 1926654 h 4166456"/>
                <a:gd name="connsiteX35" fmla="*/ 3768319 w 6908206"/>
                <a:gd name="connsiteY35" fmla="*/ 1964271 h 4166456"/>
                <a:gd name="connsiteX36" fmla="*/ 2807352 w 6908206"/>
                <a:gd name="connsiteY36" fmla="*/ 2144852 h 4166456"/>
                <a:gd name="connsiteX37" fmla="*/ 1926819 w 6908206"/>
                <a:gd name="connsiteY37" fmla="*/ 2861801 h 4166456"/>
                <a:gd name="connsiteX38" fmla="*/ 1372252 w 6908206"/>
                <a:gd name="connsiteY38" fmla="*/ 3562879 h 4166456"/>
                <a:gd name="connsiteX39" fmla="*/ 598756 w 6908206"/>
                <a:gd name="connsiteY39" fmla="*/ 4129737 h 4166456"/>
                <a:gd name="connsiteX40" fmla="*/ 116153 w 6908206"/>
                <a:gd name="connsiteY40" fmla="*/ 4108966 h 4166456"/>
                <a:gd name="connsiteX41" fmla="*/ 4930 w 6908206"/>
                <a:gd name="connsiteY41" fmla="*/ 2874111 h 4166456"/>
                <a:gd name="connsiteX42" fmla="*/ 34162 w 6908206"/>
                <a:gd name="connsiteY42" fmla="*/ 2489964 h 4166456"/>
                <a:gd name="connsiteX0" fmla="*/ 34162 w 6908206"/>
                <a:gd name="connsiteY0" fmla="*/ 2489964 h 4166456"/>
                <a:gd name="connsiteX1" fmla="*/ 164137 w 6908206"/>
                <a:gd name="connsiteY1" fmla="*/ 2437755 h 4166456"/>
                <a:gd name="connsiteX2" fmla="*/ 164672 w 6908206"/>
                <a:gd name="connsiteY2" fmla="*/ 3249013 h 4166456"/>
                <a:gd name="connsiteX3" fmla="*/ 232045 w 6908206"/>
                <a:gd name="connsiteY3" fmla="*/ 3953684 h 4166456"/>
                <a:gd name="connsiteX4" fmla="*/ 934693 w 6908206"/>
                <a:gd name="connsiteY4" fmla="*/ 3502253 h 4166456"/>
                <a:gd name="connsiteX5" fmla="*/ 2244319 w 6908206"/>
                <a:gd name="connsiteY5" fmla="*/ 48428 h 4166456"/>
                <a:gd name="connsiteX6" fmla="*/ 3416952 w 6908206"/>
                <a:gd name="connsiteY6" fmla="*/ 1491105 h 4166456"/>
                <a:gd name="connsiteX7" fmla="*/ 4813952 w 6908206"/>
                <a:gd name="connsiteY7" fmla="*/ 1685839 h 4166456"/>
                <a:gd name="connsiteX8" fmla="*/ 5313485 w 6908206"/>
                <a:gd name="connsiteY8" fmla="*/ 1050839 h 4166456"/>
                <a:gd name="connsiteX9" fmla="*/ 5878636 w 6908206"/>
                <a:gd name="connsiteY9" fmla="*/ 949285 h 4166456"/>
                <a:gd name="connsiteX10" fmla="*/ 6308319 w 6908206"/>
                <a:gd name="connsiteY10" fmla="*/ 1204819 h 4166456"/>
                <a:gd name="connsiteX11" fmla="*/ 6469541 w 6908206"/>
                <a:gd name="connsiteY11" fmla="*/ 1399704 h 4166456"/>
                <a:gd name="connsiteX12" fmla="*/ 6621941 w 6908206"/>
                <a:gd name="connsiteY12" fmla="*/ 1479606 h 4166456"/>
                <a:gd name="connsiteX13" fmla="*/ 6736241 w 6908206"/>
                <a:gd name="connsiteY13" fmla="*/ 1450551 h 4166456"/>
                <a:gd name="connsiteX14" fmla="*/ 6765519 w 6908206"/>
                <a:gd name="connsiteY14" fmla="*/ 1306512 h 4166456"/>
                <a:gd name="connsiteX15" fmla="*/ 6736242 w 6908206"/>
                <a:gd name="connsiteY15" fmla="*/ 1167262 h 4166456"/>
                <a:gd name="connsiteX16" fmla="*/ 6666393 w 6908206"/>
                <a:gd name="connsiteY16" fmla="*/ 1080095 h 4166456"/>
                <a:gd name="connsiteX17" fmla="*/ 6621943 w 6908206"/>
                <a:gd name="connsiteY17" fmla="*/ 971137 h 4166456"/>
                <a:gd name="connsiteX18" fmla="*/ 6602893 w 6908206"/>
                <a:gd name="connsiteY18" fmla="*/ 804067 h 4166456"/>
                <a:gd name="connsiteX19" fmla="*/ 6748942 w 6908206"/>
                <a:gd name="connsiteY19" fmla="*/ 789542 h 4166456"/>
                <a:gd name="connsiteX20" fmla="*/ 6900985 w 6908206"/>
                <a:gd name="connsiteY20" fmla="*/ 802804 h 4166456"/>
                <a:gd name="connsiteX21" fmla="*/ 6882293 w 6908206"/>
                <a:gd name="connsiteY21" fmla="*/ 1029247 h 4166456"/>
                <a:gd name="connsiteX22" fmla="*/ 6837843 w 6908206"/>
                <a:gd name="connsiteY22" fmla="*/ 1181788 h 4166456"/>
                <a:gd name="connsiteX23" fmla="*/ 6825142 w 6908206"/>
                <a:gd name="connsiteY23" fmla="*/ 1436023 h 4166456"/>
                <a:gd name="connsiteX24" fmla="*/ 6748942 w 6908206"/>
                <a:gd name="connsiteY24" fmla="*/ 1552246 h 4166456"/>
                <a:gd name="connsiteX25" fmla="*/ 6638519 w 6908206"/>
                <a:gd name="connsiteY25" fmla="*/ 1573838 h 4166456"/>
                <a:gd name="connsiteX26" fmla="*/ 6424734 w 6908206"/>
                <a:gd name="connsiteY26" fmla="*/ 1489077 h 4166456"/>
                <a:gd name="connsiteX27" fmla="*/ 6158392 w 6908206"/>
                <a:gd name="connsiteY27" fmla="*/ 1174522 h 4166456"/>
                <a:gd name="connsiteX28" fmla="*/ 5920969 w 6908206"/>
                <a:gd name="connsiteY28" fmla="*/ 1053291 h 4166456"/>
                <a:gd name="connsiteX29" fmla="*/ 5597119 w 6908206"/>
                <a:gd name="connsiteY29" fmla="*/ 1033906 h 4166456"/>
                <a:gd name="connsiteX30" fmla="*/ 5415085 w 6908206"/>
                <a:gd name="connsiteY30" fmla="*/ 1110106 h 4166456"/>
                <a:gd name="connsiteX31" fmla="*/ 5296552 w 6908206"/>
                <a:gd name="connsiteY31" fmla="*/ 1228638 h 4166456"/>
                <a:gd name="connsiteX32" fmla="*/ 5084885 w 6908206"/>
                <a:gd name="connsiteY32" fmla="*/ 1609638 h 4166456"/>
                <a:gd name="connsiteX33" fmla="*/ 4907085 w 6908206"/>
                <a:gd name="connsiteY33" fmla="*/ 1762039 h 4166456"/>
                <a:gd name="connsiteX34" fmla="*/ 4543019 w 6908206"/>
                <a:gd name="connsiteY34" fmla="*/ 1926654 h 4166456"/>
                <a:gd name="connsiteX35" fmla="*/ 3768319 w 6908206"/>
                <a:gd name="connsiteY35" fmla="*/ 1964271 h 4166456"/>
                <a:gd name="connsiteX36" fmla="*/ 2807352 w 6908206"/>
                <a:gd name="connsiteY36" fmla="*/ 2144852 h 4166456"/>
                <a:gd name="connsiteX37" fmla="*/ 1926819 w 6908206"/>
                <a:gd name="connsiteY37" fmla="*/ 2861801 h 4166456"/>
                <a:gd name="connsiteX38" fmla="*/ 1372252 w 6908206"/>
                <a:gd name="connsiteY38" fmla="*/ 3562879 h 4166456"/>
                <a:gd name="connsiteX39" fmla="*/ 598756 w 6908206"/>
                <a:gd name="connsiteY39" fmla="*/ 4129737 h 4166456"/>
                <a:gd name="connsiteX40" fmla="*/ 116153 w 6908206"/>
                <a:gd name="connsiteY40" fmla="*/ 4108966 h 4166456"/>
                <a:gd name="connsiteX41" fmla="*/ 4930 w 6908206"/>
                <a:gd name="connsiteY41" fmla="*/ 2874111 h 4166456"/>
                <a:gd name="connsiteX42" fmla="*/ 34162 w 6908206"/>
                <a:gd name="connsiteY42" fmla="*/ 2489964 h 4166456"/>
                <a:gd name="connsiteX0" fmla="*/ 34162 w 6908206"/>
                <a:gd name="connsiteY0" fmla="*/ 2489964 h 4166456"/>
                <a:gd name="connsiteX1" fmla="*/ 164137 w 6908206"/>
                <a:gd name="connsiteY1" fmla="*/ 2437755 h 4166456"/>
                <a:gd name="connsiteX2" fmla="*/ 164672 w 6908206"/>
                <a:gd name="connsiteY2" fmla="*/ 3249013 h 4166456"/>
                <a:gd name="connsiteX3" fmla="*/ 232045 w 6908206"/>
                <a:gd name="connsiteY3" fmla="*/ 3953684 h 4166456"/>
                <a:gd name="connsiteX4" fmla="*/ 934693 w 6908206"/>
                <a:gd name="connsiteY4" fmla="*/ 3502253 h 4166456"/>
                <a:gd name="connsiteX5" fmla="*/ 2244319 w 6908206"/>
                <a:gd name="connsiteY5" fmla="*/ 48428 h 4166456"/>
                <a:gd name="connsiteX6" fmla="*/ 3416952 w 6908206"/>
                <a:gd name="connsiteY6" fmla="*/ 1491105 h 4166456"/>
                <a:gd name="connsiteX7" fmla="*/ 4813952 w 6908206"/>
                <a:gd name="connsiteY7" fmla="*/ 1685839 h 4166456"/>
                <a:gd name="connsiteX8" fmla="*/ 5313485 w 6908206"/>
                <a:gd name="connsiteY8" fmla="*/ 1050839 h 4166456"/>
                <a:gd name="connsiteX9" fmla="*/ 5878636 w 6908206"/>
                <a:gd name="connsiteY9" fmla="*/ 949285 h 4166456"/>
                <a:gd name="connsiteX10" fmla="*/ 6308319 w 6908206"/>
                <a:gd name="connsiteY10" fmla="*/ 1204819 h 4166456"/>
                <a:gd name="connsiteX11" fmla="*/ 6469541 w 6908206"/>
                <a:gd name="connsiteY11" fmla="*/ 1399704 h 4166456"/>
                <a:gd name="connsiteX12" fmla="*/ 6621941 w 6908206"/>
                <a:gd name="connsiteY12" fmla="*/ 1479606 h 4166456"/>
                <a:gd name="connsiteX13" fmla="*/ 6736241 w 6908206"/>
                <a:gd name="connsiteY13" fmla="*/ 1450551 h 4166456"/>
                <a:gd name="connsiteX14" fmla="*/ 6765519 w 6908206"/>
                <a:gd name="connsiteY14" fmla="*/ 1306512 h 4166456"/>
                <a:gd name="connsiteX15" fmla="*/ 6736242 w 6908206"/>
                <a:gd name="connsiteY15" fmla="*/ 1167262 h 4166456"/>
                <a:gd name="connsiteX16" fmla="*/ 6666393 w 6908206"/>
                <a:gd name="connsiteY16" fmla="*/ 1080095 h 4166456"/>
                <a:gd name="connsiteX17" fmla="*/ 6621943 w 6908206"/>
                <a:gd name="connsiteY17" fmla="*/ 971137 h 4166456"/>
                <a:gd name="connsiteX18" fmla="*/ 6602893 w 6908206"/>
                <a:gd name="connsiteY18" fmla="*/ 804067 h 4166456"/>
                <a:gd name="connsiteX19" fmla="*/ 6748942 w 6908206"/>
                <a:gd name="connsiteY19" fmla="*/ 789542 h 4166456"/>
                <a:gd name="connsiteX20" fmla="*/ 6900985 w 6908206"/>
                <a:gd name="connsiteY20" fmla="*/ 802804 h 4166456"/>
                <a:gd name="connsiteX21" fmla="*/ 6882293 w 6908206"/>
                <a:gd name="connsiteY21" fmla="*/ 1029247 h 4166456"/>
                <a:gd name="connsiteX22" fmla="*/ 6837843 w 6908206"/>
                <a:gd name="connsiteY22" fmla="*/ 1181788 h 4166456"/>
                <a:gd name="connsiteX23" fmla="*/ 6825142 w 6908206"/>
                <a:gd name="connsiteY23" fmla="*/ 1436023 h 4166456"/>
                <a:gd name="connsiteX24" fmla="*/ 6748942 w 6908206"/>
                <a:gd name="connsiteY24" fmla="*/ 1552246 h 4166456"/>
                <a:gd name="connsiteX25" fmla="*/ 6638519 w 6908206"/>
                <a:gd name="connsiteY25" fmla="*/ 1573838 h 4166456"/>
                <a:gd name="connsiteX26" fmla="*/ 6424734 w 6908206"/>
                <a:gd name="connsiteY26" fmla="*/ 1489077 h 4166456"/>
                <a:gd name="connsiteX27" fmla="*/ 6158392 w 6908206"/>
                <a:gd name="connsiteY27" fmla="*/ 1174522 h 4166456"/>
                <a:gd name="connsiteX28" fmla="*/ 5920969 w 6908206"/>
                <a:gd name="connsiteY28" fmla="*/ 1053291 h 4166456"/>
                <a:gd name="connsiteX29" fmla="*/ 5597119 w 6908206"/>
                <a:gd name="connsiteY29" fmla="*/ 1033906 h 4166456"/>
                <a:gd name="connsiteX30" fmla="*/ 5415085 w 6908206"/>
                <a:gd name="connsiteY30" fmla="*/ 1110106 h 4166456"/>
                <a:gd name="connsiteX31" fmla="*/ 5296552 w 6908206"/>
                <a:gd name="connsiteY31" fmla="*/ 1228638 h 4166456"/>
                <a:gd name="connsiteX32" fmla="*/ 5084885 w 6908206"/>
                <a:gd name="connsiteY32" fmla="*/ 1609638 h 4166456"/>
                <a:gd name="connsiteX33" fmla="*/ 4907085 w 6908206"/>
                <a:gd name="connsiteY33" fmla="*/ 1762039 h 4166456"/>
                <a:gd name="connsiteX34" fmla="*/ 4543019 w 6908206"/>
                <a:gd name="connsiteY34" fmla="*/ 1926654 h 4166456"/>
                <a:gd name="connsiteX35" fmla="*/ 3768319 w 6908206"/>
                <a:gd name="connsiteY35" fmla="*/ 1964271 h 4166456"/>
                <a:gd name="connsiteX36" fmla="*/ 2807352 w 6908206"/>
                <a:gd name="connsiteY36" fmla="*/ 2144852 h 4166456"/>
                <a:gd name="connsiteX37" fmla="*/ 1926819 w 6908206"/>
                <a:gd name="connsiteY37" fmla="*/ 2861801 h 4166456"/>
                <a:gd name="connsiteX38" fmla="*/ 1372252 w 6908206"/>
                <a:gd name="connsiteY38" fmla="*/ 3562879 h 4166456"/>
                <a:gd name="connsiteX39" fmla="*/ 598756 w 6908206"/>
                <a:gd name="connsiteY39" fmla="*/ 4129737 h 4166456"/>
                <a:gd name="connsiteX40" fmla="*/ 116153 w 6908206"/>
                <a:gd name="connsiteY40" fmla="*/ 4108966 h 4166456"/>
                <a:gd name="connsiteX41" fmla="*/ 4930 w 6908206"/>
                <a:gd name="connsiteY41" fmla="*/ 2874111 h 4166456"/>
                <a:gd name="connsiteX42" fmla="*/ 34162 w 6908206"/>
                <a:gd name="connsiteY42" fmla="*/ 2489964 h 4166456"/>
                <a:gd name="connsiteX0" fmla="*/ 26144 w 6900188"/>
                <a:gd name="connsiteY0" fmla="*/ 2489964 h 4166456"/>
                <a:gd name="connsiteX1" fmla="*/ 156119 w 6900188"/>
                <a:gd name="connsiteY1" fmla="*/ 2437755 h 4166456"/>
                <a:gd name="connsiteX2" fmla="*/ 156654 w 6900188"/>
                <a:gd name="connsiteY2" fmla="*/ 3249013 h 4166456"/>
                <a:gd name="connsiteX3" fmla="*/ 224027 w 6900188"/>
                <a:gd name="connsiteY3" fmla="*/ 3953684 h 4166456"/>
                <a:gd name="connsiteX4" fmla="*/ 926675 w 6900188"/>
                <a:gd name="connsiteY4" fmla="*/ 3502253 h 4166456"/>
                <a:gd name="connsiteX5" fmla="*/ 2236301 w 6900188"/>
                <a:gd name="connsiteY5" fmla="*/ 48428 h 4166456"/>
                <a:gd name="connsiteX6" fmla="*/ 3408934 w 6900188"/>
                <a:gd name="connsiteY6" fmla="*/ 1491105 h 4166456"/>
                <a:gd name="connsiteX7" fmla="*/ 4805934 w 6900188"/>
                <a:gd name="connsiteY7" fmla="*/ 1685839 h 4166456"/>
                <a:gd name="connsiteX8" fmla="*/ 5305467 w 6900188"/>
                <a:gd name="connsiteY8" fmla="*/ 1050839 h 4166456"/>
                <a:gd name="connsiteX9" fmla="*/ 5870618 w 6900188"/>
                <a:gd name="connsiteY9" fmla="*/ 949285 h 4166456"/>
                <a:gd name="connsiteX10" fmla="*/ 6300301 w 6900188"/>
                <a:gd name="connsiteY10" fmla="*/ 1204819 h 4166456"/>
                <a:gd name="connsiteX11" fmla="*/ 6461523 w 6900188"/>
                <a:gd name="connsiteY11" fmla="*/ 1399704 h 4166456"/>
                <a:gd name="connsiteX12" fmla="*/ 6613923 w 6900188"/>
                <a:gd name="connsiteY12" fmla="*/ 1479606 h 4166456"/>
                <a:gd name="connsiteX13" fmla="*/ 6728223 w 6900188"/>
                <a:gd name="connsiteY13" fmla="*/ 1450551 h 4166456"/>
                <a:gd name="connsiteX14" fmla="*/ 6757501 w 6900188"/>
                <a:gd name="connsiteY14" fmla="*/ 1306512 h 4166456"/>
                <a:gd name="connsiteX15" fmla="*/ 6728224 w 6900188"/>
                <a:gd name="connsiteY15" fmla="*/ 1167262 h 4166456"/>
                <a:gd name="connsiteX16" fmla="*/ 6658375 w 6900188"/>
                <a:gd name="connsiteY16" fmla="*/ 1080095 h 4166456"/>
                <a:gd name="connsiteX17" fmla="*/ 6613925 w 6900188"/>
                <a:gd name="connsiteY17" fmla="*/ 971137 h 4166456"/>
                <a:gd name="connsiteX18" fmla="*/ 6594875 w 6900188"/>
                <a:gd name="connsiteY18" fmla="*/ 804067 h 4166456"/>
                <a:gd name="connsiteX19" fmla="*/ 6740924 w 6900188"/>
                <a:gd name="connsiteY19" fmla="*/ 789542 h 4166456"/>
                <a:gd name="connsiteX20" fmla="*/ 6892967 w 6900188"/>
                <a:gd name="connsiteY20" fmla="*/ 802804 h 4166456"/>
                <a:gd name="connsiteX21" fmla="*/ 6874275 w 6900188"/>
                <a:gd name="connsiteY21" fmla="*/ 1029247 h 4166456"/>
                <a:gd name="connsiteX22" fmla="*/ 6829825 w 6900188"/>
                <a:gd name="connsiteY22" fmla="*/ 1181788 h 4166456"/>
                <a:gd name="connsiteX23" fmla="*/ 6817124 w 6900188"/>
                <a:gd name="connsiteY23" fmla="*/ 1436023 h 4166456"/>
                <a:gd name="connsiteX24" fmla="*/ 6740924 w 6900188"/>
                <a:gd name="connsiteY24" fmla="*/ 1552246 h 4166456"/>
                <a:gd name="connsiteX25" fmla="*/ 6630501 w 6900188"/>
                <a:gd name="connsiteY25" fmla="*/ 1573838 h 4166456"/>
                <a:gd name="connsiteX26" fmla="*/ 6416716 w 6900188"/>
                <a:gd name="connsiteY26" fmla="*/ 1489077 h 4166456"/>
                <a:gd name="connsiteX27" fmla="*/ 6150374 w 6900188"/>
                <a:gd name="connsiteY27" fmla="*/ 1174522 h 4166456"/>
                <a:gd name="connsiteX28" fmla="*/ 5912951 w 6900188"/>
                <a:gd name="connsiteY28" fmla="*/ 1053291 h 4166456"/>
                <a:gd name="connsiteX29" fmla="*/ 5589101 w 6900188"/>
                <a:gd name="connsiteY29" fmla="*/ 1033906 h 4166456"/>
                <a:gd name="connsiteX30" fmla="*/ 5407067 w 6900188"/>
                <a:gd name="connsiteY30" fmla="*/ 1110106 h 4166456"/>
                <a:gd name="connsiteX31" fmla="*/ 5288534 w 6900188"/>
                <a:gd name="connsiteY31" fmla="*/ 1228638 h 4166456"/>
                <a:gd name="connsiteX32" fmla="*/ 5076867 w 6900188"/>
                <a:gd name="connsiteY32" fmla="*/ 1609638 h 4166456"/>
                <a:gd name="connsiteX33" fmla="*/ 4899067 w 6900188"/>
                <a:gd name="connsiteY33" fmla="*/ 1762039 h 4166456"/>
                <a:gd name="connsiteX34" fmla="*/ 4535001 w 6900188"/>
                <a:gd name="connsiteY34" fmla="*/ 1926654 h 4166456"/>
                <a:gd name="connsiteX35" fmla="*/ 3760301 w 6900188"/>
                <a:gd name="connsiteY35" fmla="*/ 1964271 h 4166456"/>
                <a:gd name="connsiteX36" fmla="*/ 2799334 w 6900188"/>
                <a:gd name="connsiteY36" fmla="*/ 2144852 h 4166456"/>
                <a:gd name="connsiteX37" fmla="*/ 1918801 w 6900188"/>
                <a:gd name="connsiteY37" fmla="*/ 2861801 h 4166456"/>
                <a:gd name="connsiteX38" fmla="*/ 1364234 w 6900188"/>
                <a:gd name="connsiteY38" fmla="*/ 3562879 h 4166456"/>
                <a:gd name="connsiteX39" fmla="*/ 590738 w 6900188"/>
                <a:gd name="connsiteY39" fmla="*/ 4129737 h 4166456"/>
                <a:gd name="connsiteX40" fmla="*/ 108135 w 6900188"/>
                <a:gd name="connsiteY40" fmla="*/ 4108966 h 4166456"/>
                <a:gd name="connsiteX41" fmla="*/ 6537 w 6900188"/>
                <a:gd name="connsiteY41" fmla="*/ 2973206 h 4166456"/>
                <a:gd name="connsiteX42" fmla="*/ 26144 w 6900188"/>
                <a:gd name="connsiteY42" fmla="*/ 2489964 h 4166456"/>
                <a:gd name="connsiteX0" fmla="*/ 7924 w 6939720"/>
                <a:gd name="connsiteY0" fmla="*/ 2611080 h 4166456"/>
                <a:gd name="connsiteX1" fmla="*/ 195651 w 6939720"/>
                <a:gd name="connsiteY1" fmla="*/ 2437755 h 4166456"/>
                <a:gd name="connsiteX2" fmla="*/ 196186 w 6939720"/>
                <a:gd name="connsiteY2" fmla="*/ 3249013 h 4166456"/>
                <a:gd name="connsiteX3" fmla="*/ 263559 w 6939720"/>
                <a:gd name="connsiteY3" fmla="*/ 3953684 h 4166456"/>
                <a:gd name="connsiteX4" fmla="*/ 966207 w 6939720"/>
                <a:gd name="connsiteY4" fmla="*/ 3502253 h 4166456"/>
                <a:gd name="connsiteX5" fmla="*/ 2275833 w 6939720"/>
                <a:gd name="connsiteY5" fmla="*/ 48428 h 4166456"/>
                <a:gd name="connsiteX6" fmla="*/ 3448466 w 6939720"/>
                <a:gd name="connsiteY6" fmla="*/ 1491105 h 4166456"/>
                <a:gd name="connsiteX7" fmla="*/ 4845466 w 6939720"/>
                <a:gd name="connsiteY7" fmla="*/ 1685839 h 4166456"/>
                <a:gd name="connsiteX8" fmla="*/ 5344999 w 6939720"/>
                <a:gd name="connsiteY8" fmla="*/ 1050839 h 4166456"/>
                <a:gd name="connsiteX9" fmla="*/ 5910150 w 6939720"/>
                <a:gd name="connsiteY9" fmla="*/ 949285 h 4166456"/>
                <a:gd name="connsiteX10" fmla="*/ 6339833 w 6939720"/>
                <a:gd name="connsiteY10" fmla="*/ 1204819 h 4166456"/>
                <a:gd name="connsiteX11" fmla="*/ 6501055 w 6939720"/>
                <a:gd name="connsiteY11" fmla="*/ 1399704 h 4166456"/>
                <a:gd name="connsiteX12" fmla="*/ 6653455 w 6939720"/>
                <a:gd name="connsiteY12" fmla="*/ 1479606 h 4166456"/>
                <a:gd name="connsiteX13" fmla="*/ 6767755 w 6939720"/>
                <a:gd name="connsiteY13" fmla="*/ 1450551 h 4166456"/>
                <a:gd name="connsiteX14" fmla="*/ 6797033 w 6939720"/>
                <a:gd name="connsiteY14" fmla="*/ 1306512 h 4166456"/>
                <a:gd name="connsiteX15" fmla="*/ 6767756 w 6939720"/>
                <a:gd name="connsiteY15" fmla="*/ 1167262 h 4166456"/>
                <a:gd name="connsiteX16" fmla="*/ 6697907 w 6939720"/>
                <a:gd name="connsiteY16" fmla="*/ 1080095 h 4166456"/>
                <a:gd name="connsiteX17" fmla="*/ 6653457 w 6939720"/>
                <a:gd name="connsiteY17" fmla="*/ 971137 h 4166456"/>
                <a:gd name="connsiteX18" fmla="*/ 6634407 w 6939720"/>
                <a:gd name="connsiteY18" fmla="*/ 804067 h 4166456"/>
                <a:gd name="connsiteX19" fmla="*/ 6780456 w 6939720"/>
                <a:gd name="connsiteY19" fmla="*/ 789542 h 4166456"/>
                <a:gd name="connsiteX20" fmla="*/ 6932499 w 6939720"/>
                <a:gd name="connsiteY20" fmla="*/ 802804 h 4166456"/>
                <a:gd name="connsiteX21" fmla="*/ 6913807 w 6939720"/>
                <a:gd name="connsiteY21" fmla="*/ 1029247 h 4166456"/>
                <a:gd name="connsiteX22" fmla="*/ 6869357 w 6939720"/>
                <a:gd name="connsiteY22" fmla="*/ 1181788 h 4166456"/>
                <a:gd name="connsiteX23" fmla="*/ 6856656 w 6939720"/>
                <a:gd name="connsiteY23" fmla="*/ 1436023 h 4166456"/>
                <a:gd name="connsiteX24" fmla="*/ 6780456 w 6939720"/>
                <a:gd name="connsiteY24" fmla="*/ 1552246 h 4166456"/>
                <a:gd name="connsiteX25" fmla="*/ 6670033 w 6939720"/>
                <a:gd name="connsiteY25" fmla="*/ 1573838 h 4166456"/>
                <a:gd name="connsiteX26" fmla="*/ 6456248 w 6939720"/>
                <a:gd name="connsiteY26" fmla="*/ 1489077 h 4166456"/>
                <a:gd name="connsiteX27" fmla="*/ 6189906 w 6939720"/>
                <a:gd name="connsiteY27" fmla="*/ 1174522 h 4166456"/>
                <a:gd name="connsiteX28" fmla="*/ 5952483 w 6939720"/>
                <a:gd name="connsiteY28" fmla="*/ 1053291 h 4166456"/>
                <a:gd name="connsiteX29" fmla="*/ 5628633 w 6939720"/>
                <a:gd name="connsiteY29" fmla="*/ 1033906 h 4166456"/>
                <a:gd name="connsiteX30" fmla="*/ 5446599 w 6939720"/>
                <a:gd name="connsiteY30" fmla="*/ 1110106 h 4166456"/>
                <a:gd name="connsiteX31" fmla="*/ 5328066 w 6939720"/>
                <a:gd name="connsiteY31" fmla="*/ 1228638 h 4166456"/>
                <a:gd name="connsiteX32" fmla="*/ 5116399 w 6939720"/>
                <a:gd name="connsiteY32" fmla="*/ 1609638 h 4166456"/>
                <a:gd name="connsiteX33" fmla="*/ 4938599 w 6939720"/>
                <a:gd name="connsiteY33" fmla="*/ 1762039 h 4166456"/>
                <a:gd name="connsiteX34" fmla="*/ 4574533 w 6939720"/>
                <a:gd name="connsiteY34" fmla="*/ 1926654 h 4166456"/>
                <a:gd name="connsiteX35" fmla="*/ 3799833 w 6939720"/>
                <a:gd name="connsiteY35" fmla="*/ 1964271 h 4166456"/>
                <a:gd name="connsiteX36" fmla="*/ 2838866 w 6939720"/>
                <a:gd name="connsiteY36" fmla="*/ 2144852 h 4166456"/>
                <a:gd name="connsiteX37" fmla="*/ 1958333 w 6939720"/>
                <a:gd name="connsiteY37" fmla="*/ 2861801 h 4166456"/>
                <a:gd name="connsiteX38" fmla="*/ 1403766 w 6939720"/>
                <a:gd name="connsiteY38" fmla="*/ 3562879 h 4166456"/>
                <a:gd name="connsiteX39" fmla="*/ 630270 w 6939720"/>
                <a:gd name="connsiteY39" fmla="*/ 4129737 h 4166456"/>
                <a:gd name="connsiteX40" fmla="*/ 147667 w 6939720"/>
                <a:gd name="connsiteY40" fmla="*/ 4108966 h 4166456"/>
                <a:gd name="connsiteX41" fmla="*/ 46069 w 6939720"/>
                <a:gd name="connsiteY41" fmla="*/ 2973206 h 4166456"/>
                <a:gd name="connsiteX42" fmla="*/ 7924 w 6939720"/>
                <a:gd name="connsiteY42" fmla="*/ 2611080 h 4166456"/>
                <a:gd name="connsiteX0" fmla="*/ 15974 w 6909269"/>
                <a:gd name="connsiteY0" fmla="*/ 2644111 h 4166456"/>
                <a:gd name="connsiteX1" fmla="*/ 165200 w 6909269"/>
                <a:gd name="connsiteY1" fmla="*/ 2437755 h 4166456"/>
                <a:gd name="connsiteX2" fmla="*/ 165735 w 6909269"/>
                <a:gd name="connsiteY2" fmla="*/ 3249013 h 4166456"/>
                <a:gd name="connsiteX3" fmla="*/ 233108 w 6909269"/>
                <a:gd name="connsiteY3" fmla="*/ 3953684 h 4166456"/>
                <a:gd name="connsiteX4" fmla="*/ 935756 w 6909269"/>
                <a:gd name="connsiteY4" fmla="*/ 3502253 h 4166456"/>
                <a:gd name="connsiteX5" fmla="*/ 2245382 w 6909269"/>
                <a:gd name="connsiteY5" fmla="*/ 48428 h 4166456"/>
                <a:gd name="connsiteX6" fmla="*/ 3418015 w 6909269"/>
                <a:gd name="connsiteY6" fmla="*/ 1491105 h 4166456"/>
                <a:gd name="connsiteX7" fmla="*/ 4815015 w 6909269"/>
                <a:gd name="connsiteY7" fmla="*/ 1685839 h 4166456"/>
                <a:gd name="connsiteX8" fmla="*/ 5314548 w 6909269"/>
                <a:gd name="connsiteY8" fmla="*/ 1050839 h 4166456"/>
                <a:gd name="connsiteX9" fmla="*/ 5879699 w 6909269"/>
                <a:gd name="connsiteY9" fmla="*/ 949285 h 4166456"/>
                <a:gd name="connsiteX10" fmla="*/ 6309382 w 6909269"/>
                <a:gd name="connsiteY10" fmla="*/ 1204819 h 4166456"/>
                <a:gd name="connsiteX11" fmla="*/ 6470604 w 6909269"/>
                <a:gd name="connsiteY11" fmla="*/ 1399704 h 4166456"/>
                <a:gd name="connsiteX12" fmla="*/ 6623004 w 6909269"/>
                <a:gd name="connsiteY12" fmla="*/ 1479606 h 4166456"/>
                <a:gd name="connsiteX13" fmla="*/ 6737304 w 6909269"/>
                <a:gd name="connsiteY13" fmla="*/ 1450551 h 4166456"/>
                <a:gd name="connsiteX14" fmla="*/ 6766582 w 6909269"/>
                <a:gd name="connsiteY14" fmla="*/ 1306512 h 4166456"/>
                <a:gd name="connsiteX15" fmla="*/ 6737305 w 6909269"/>
                <a:gd name="connsiteY15" fmla="*/ 1167262 h 4166456"/>
                <a:gd name="connsiteX16" fmla="*/ 6667456 w 6909269"/>
                <a:gd name="connsiteY16" fmla="*/ 1080095 h 4166456"/>
                <a:gd name="connsiteX17" fmla="*/ 6623006 w 6909269"/>
                <a:gd name="connsiteY17" fmla="*/ 971137 h 4166456"/>
                <a:gd name="connsiteX18" fmla="*/ 6603956 w 6909269"/>
                <a:gd name="connsiteY18" fmla="*/ 804067 h 4166456"/>
                <a:gd name="connsiteX19" fmla="*/ 6750005 w 6909269"/>
                <a:gd name="connsiteY19" fmla="*/ 789542 h 4166456"/>
                <a:gd name="connsiteX20" fmla="*/ 6902048 w 6909269"/>
                <a:gd name="connsiteY20" fmla="*/ 802804 h 4166456"/>
                <a:gd name="connsiteX21" fmla="*/ 6883356 w 6909269"/>
                <a:gd name="connsiteY21" fmla="*/ 1029247 h 4166456"/>
                <a:gd name="connsiteX22" fmla="*/ 6838906 w 6909269"/>
                <a:gd name="connsiteY22" fmla="*/ 1181788 h 4166456"/>
                <a:gd name="connsiteX23" fmla="*/ 6826205 w 6909269"/>
                <a:gd name="connsiteY23" fmla="*/ 1436023 h 4166456"/>
                <a:gd name="connsiteX24" fmla="*/ 6750005 w 6909269"/>
                <a:gd name="connsiteY24" fmla="*/ 1552246 h 4166456"/>
                <a:gd name="connsiteX25" fmla="*/ 6639582 w 6909269"/>
                <a:gd name="connsiteY25" fmla="*/ 1573838 h 4166456"/>
                <a:gd name="connsiteX26" fmla="*/ 6425797 w 6909269"/>
                <a:gd name="connsiteY26" fmla="*/ 1489077 h 4166456"/>
                <a:gd name="connsiteX27" fmla="*/ 6159455 w 6909269"/>
                <a:gd name="connsiteY27" fmla="*/ 1174522 h 4166456"/>
                <a:gd name="connsiteX28" fmla="*/ 5922032 w 6909269"/>
                <a:gd name="connsiteY28" fmla="*/ 1053291 h 4166456"/>
                <a:gd name="connsiteX29" fmla="*/ 5598182 w 6909269"/>
                <a:gd name="connsiteY29" fmla="*/ 1033906 h 4166456"/>
                <a:gd name="connsiteX30" fmla="*/ 5416148 w 6909269"/>
                <a:gd name="connsiteY30" fmla="*/ 1110106 h 4166456"/>
                <a:gd name="connsiteX31" fmla="*/ 5297615 w 6909269"/>
                <a:gd name="connsiteY31" fmla="*/ 1228638 h 4166456"/>
                <a:gd name="connsiteX32" fmla="*/ 5085948 w 6909269"/>
                <a:gd name="connsiteY32" fmla="*/ 1609638 h 4166456"/>
                <a:gd name="connsiteX33" fmla="*/ 4908148 w 6909269"/>
                <a:gd name="connsiteY33" fmla="*/ 1762039 h 4166456"/>
                <a:gd name="connsiteX34" fmla="*/ 4544082 w 6909269"/>
                <a:gd name="connsiteY34" fmla="*/ 1926654 h 4166456"/>
                <a:gd name="connsiteX35" fmla="*/ 3769382 w 6909269"/>
                <a:gd name="connsiteY35" fmla="*/ 1964271 h 4166456"/>
                <a:gd name="connsiteX36" fmla="*/ 2808415 w 6909269"/>
                <a:gd name="connsiteY36" fmla="*/ 2144852 h 4166456"/>
                <a:gd name="connsiteX37" fmla="*/ 1927882 w 6909269"/>
                <a:gd name="connsiteY37" fmla="*/ 2861801 h 4166456"/>
                <a:gd name="connsiteX38" fmla="*/ 1373315 w 6909269"/>
                <a:gd name="connsiteY38" fmla="*/ 3562879 h 4166456"/>
                <a:gd name="connsiteX39" fmla="*/ 599819 w 6909269"/>
                <a:gd name="connsiteY39" fmla="*/ 4129737 h 4166456"/>
                <a:gd name="connsiteX40" fmla="*/ 117216 w 6909269"/>
                <a:gd name="connsiteY40" fmla="*/ 4108966 h 4166456"/>
                <a:gd name="connsiteX41" fmla="*/ 15618 w 6909269"/>
                <a:gd name="connsiteY41" fmla="*/ 2973206 h 4166456"/>
                <a:gd name="connsiteX42" fmla="*/ 15974 w 6909269"/>
                <a:gd name="connsiteY42" fmla="*/ 2644111 h 4166456"/>
                <a:gd name="connsiteX0" fmla="*/ 10712 w 6923258"/>
                <a:gd name="connsiteY0" fmla="*/ 2688153 h 4166456"/>
                <a:gd name="connsiteX1" fmla="*/ 179189 w 6923258"/>
                <a:gd name="connsiteY1" fmla="*/ 2437755 h 4166456"/>
                <a:gd name="connsiteX2" fmla="*/ 179724 w 6923258"/>
                <a:gd name="connsiteY2" fmla="*/ 3249013 h 4166456"/>
                <a:gd name="connsiteX3" fmla="*/ 247097 w 6923258"/>
                <a:gd name="connsiteY3" fmla="*/ 3953684 h 4166456"/>
                <a:gd name="connsiteX4" fmla="*/ 949745 w 6923258"/>
                <a:gd name="connsiteY4" fmla="*/ 3502253 h 4166456"/>
                <a:gd name="connsiteX5" fmla="*/ 2259371 w 6923258"/>
                <a:gd name="connsiteY5" fmla="*/ 48428 h 4166456"/>
                <a:gd name="connsiteX6" fmla="*/ 3432004 w 6923258"/>
                <a:gd name="connsiteY6" fmla="*/ 1491105 h 4166456"/>
                <a:gd name="connsiteX7" fmla="*/ 4829004 w 6923258"/>
                <a:gd name="connsiteY7" fmla="*/ 1685839 h 4166456"/>
                <a:gd name="connsiteX8" fmla="*/ 5328537 w 6923258"/>
                <a:gd name="connsiteY8" fmla="*/ 1050839 h 4166456"/>
                <a:gd name="connsiteX9" fmla="*/ 5893688 w 6923258"/>
                <a:gd name="connsiteY9" fmla="*/ 949285 h 4166456"/>
                <a:gd name="connsiteX10" fmla="*/ 6323371 w 6923258"/>
                <a:gd name="connsiteY10" fmla="*/ 1204819 h 4166456"/>
                <a:gd name="connsiteX11" fmla="*/ 6484593 w 6923258"/>
                <a:gd name="connsiteY11" fmla="*/ 1399704 h 4166456"/>
                <a:gd name="connsiteX12" fmla="*/ 6636993 w 6923258"/>
                <a:gd name="connsiteY12" fmla="*/ 1479606 h 4166456"/>
                <a:gd name="connsiteX13" fmla="*/ 6751293 w 6923258"/>
                <a:gd name="connsiteY13" fmla="*/ 1450551 h 4166456"/>
                <a:gd name="connsiteX14" fmla="*/ 6780571 w 6923258"/>
                <a:gd name="connsiteY14" fmla="*/ 1306512 h 4166456"/>
                <a:gd name="connsiteX15" fmla="*/ 6751294 w 6923258"/>
                <a:gd name="connsiteY15" fmla="*/ 1167262 h 4166456"/>
                <a:gd name="connsiteX16" fmla="*/ 6681445 w 6923258"/>
                <a:gd name="connsiteY16" fmla="*/ 1080095 h 4166456"/>
                <a:gd name="connsiteX17" fmla="*/ 6636995 w 6923258"/>
                <a:gd name="connsiteY17" fmla="*/ 971137 h 4166456"/>
                <a:gd name="connsiteX18" fmla="*/ 6617945 w 6923258"/>
                <a:gd name="connsiteY18" fmla="*/ 804067 h 4166456"/>
                <a:gd name="connsiteX19" fmla="*/ 6763994 w 6923258"/>
                <a:gd name="connsiteY19" fmla="*/ 789542 h 4166456"/>
                <a:gd name="connsiteX20" fmla="*/ 6916037 w 6923258"/>
                <a:gd name="connsiteY20" fmla="*/ 802804 h 4166456"/>
                <a:gd name="connsiteX21" fmla="*/ 6897345 w 6923258"/>
                <a:gd name="connsiteY21" fmla="*/ 1029247 h 4166456"/>
                <a:gd name="connsiteX22" fmla="*/ 6852895 w 6923258"/>
                <a:gd name="connsiteY22" fmla="*/ 1181788 h 4166456"/>
                <a:gd name="connsiteX23" fmla="*/ 6840194 w 6923258"/>
                <a:gd name="connsiteY23" fmla="*/ 1436023 h 4166456"/>
                <a:gd name="connsiteX24" fmla="*/ 6763994 w 6923258"/>
                <a:gd name="connsiteY24" fmla="*/ 1552246 h 4166456"/>
                <a:gd name="connsiteX25" fmla="*/ 6653571 w 6923258"/>
                <a:gd name="connsiteY25" fmla="*/ 1573838 h 4166456"/>
                <a:gd name="connsiteX26" fmla="*/ 6439786 w 6923258"/>
                <a:gd name="connsiteY26" fmla="*/ 1489077 h 4166456"/>
                <a:gd name="connsiteX27" fmla="*/ 6173444 w 6923258"/>
                <a:gd name="connsiteY27" fmla="*/ 1174522 h 4166456"/>
                <a:gd name="connsiteX28" fmla="*/ 5936021 w 6923258"/>
                <a:gd name="connsiteY28" fmla="*/ 1053291 h 4166456"/>
                <a:gd name="connsiteX29" fmla="*/ 5612171 w 6923258"/>
                <a:gd name="connsiteY29" fmla="*/ 1033906 h 4166456"/>
                <a:gd name="connsiteX30" fmla="*/ 5430137 w 6923258"/>
                <a:gd name="connsiteY30" fmla="*/ 1110106 h 4166456"/>
                <a:gd name="connsiteX31" fmla="*/ 5311604 w 6923258"/>
                <a:gd name="connsiteY31" fmla="*/ 1228638 h 4166456"/>
                <a:gd name="connsiteX32" fmla="*/ 5099937 w 6923258"/>
                <a:gd name="connsiteY32" fmla="*/ 1609638 h 4166456"/>
                <a:gd name="connsiteX33" fmla="*/ 4922137 w 6923258"/>
                <a:gd name="connsiteY33" fmla="*/ 1762039 h 4166456"/>
                <a:gd name="connsiteX34" fmla="*/ 4558071 w 6923258"/>
                <a:gd name="connsiteY34" fmla="*/ 1926654 h 4166456"/>
                <a:gd name="connsiteX35" fmla="*/ 3783371 w 6923258"/>
                <a:gd name="connsiteY35" fmla="*/ 1964271 h 4166456"/>
                <a:gd name="connsiteX36" fmla="*/ 2822404 w 6923258"/>
                <a:gd name="connsiteY36" fmla="*/ 2144852 h 4166456"/>
                <a:gd name="connsiteX37" fmla="*/ 1941871 w 6923258"/>
                <a:gd name="connsiteY37" fmla="*/ 2861801 h 4166456"/>
                <a:gd name="connsiteX38" fmla="*/ 1387304 w 6923258"/>
                <a:gd name="connsiteY38" fmla="*/ 3562879 h 4166456"/>
                <a:gd name="connsiteX39" fmla="*/ 613808 w 6923258"/>
                <a:gd name="connsiteY39" fmla="*/ 4129737 h 4166456"/>
                <a:gd name="connsiteX40" fmla="*/ 131205 w 6923258"/>
                <a:gd name="connsiteY40" fmla="*/ 4108966 h 4166456"/>
                <a:gd name="connsiteX41" fmla="*/ 29607 w 6923258"/>
                <a:gd name="connsiteY41" fmla="*/ 2973206 h 4166456"/>
                <a:gd name="connsiteX42" fmla="*/ 10712 w 6923258"/>
                <a:gd name="connsiteY42" fmla="*/ 2688153 h 4166456"/>
                <a:gd name="connsiteX0" fmla="*/ 21444 w 6933990"/>
                <a:gd name="connsiteY0" fmla="*/ 2688153 h 4166456"/>
                <a:gd name="connsiteX1" fmla="*/ 189921 w 6933990"/>
                <a:gd name="connsiteY1" fmla="*/ 2437755 h 4166456"/>
                <a:gd name="connsiteX2" fmla="*/ 190456 w 6933990"/>
                <a:gd name="connsiteY2" fmla="*/ 3249013 h 4166456"/>
                <a:gd name="connsiteX3" fmla="*/ 257829 w 6933990"/>
                <a:gd name="connsiteY3" fmla="*/ 3953684 h 4166456"/>
                <a:gd name="connsiteX4" fmla="*/ 960477 w 6933990"/>
                <a:gd name="connsiteY4" fmla="*/ 3502253 h 4166456"/>
                <a:gd name="connsiteX5" fmla="*/ 2270103 w 6933990"/>
                <a:gd name="connsiteY5" fmla="*/ 48428 h 4166456"/>
                <a:gd name="connsiteX6" fmla="*/ 3442736 w 6933990"/>
                <a:gd name="connsiteY6" fmla="*/ 1491105 h 4166456"/>
                <a:gd name="connsiteX7" fmla="*/ 4839736 w 6933990"/>
                <a:gd name="connsiteY7" fmla="*/ 1685839 h 4166456"/>
                <a:gd name="connsiteX8" fmla="*/ 5339269 w 6933990"/>
                <a:gd name="connsiteY8" fmla="*/ 1050839 h 4166456"/>
                <a:gd name="connsiteX9" fmla="*/ 5904420 w 6933990"/>
                <a:gd name="connsiteY9" fmla="*/ 949285 h 4166456"/>
                <a:gd name="connsiteX10" fmla="*/ 6334103 w 6933990"/>
                <a:gd name="connsiteY10" fmla="*/ 1204819 h 4166456"/>
                <a:gd name="connsiteX11" fmla="*/ 6495325 w 6933990"/>
                <a:gd name="connsiteY11" fmla="*/ 1399704 h 4166456"/>
                <a:gd name="connsiteX12" fmla="*/ 6647725 w 6933990"/>
                <a:gd name="connsiteY12" fmla="*/ 1479606 h 4166456"/>
                <a:gd name="connsiteX13" fmla="*/ 6762025 w 6933990"/>
                <a:gd name="connsiteY13" fmla="*/ 1450551 h 4166456"/>
                <a:gd name="connsiteX14" fmla="*/ 6791303 w 6933990"/>
                <a:gd name="connsiteY14" fmla="*/ 1306512 h 4166456"/>
                <a:gd name="connsiteX15" fmla="*/ 6762026 w 6933990"/>
                <a:gd name="connsiteY15" fmla="*/ 1167262 h 4166456"/>
                <a:gd name="connsiteX16" fmla="*/ 6692177 w 6933990"/>
                <a:gd name="connsiteY16" fmla="*/ 1080095 h 4166456"/>
                <a:gd name="connsiteX17" fmla="*/ 6647727 w 6933990"/>
                <a:gd name="connsiteY17" fmla="*/ 971137 h 4166456"/>
                <a:gd name="connsiteX18" fmla="*/ 6628677 w 6933990"/>
                <a:gd name="connsiteY18" fmla="*/ 804067 h 4166456"/>
                <a:gd name="connsiteX19" fmla="*/ 6774726 w 6933990"/>
                <a:gd name="connsiteY19" fmla="*/ 789542 h 4166456"/>
                <a:gd name="connsiteX20" fmla="*/ 6926769 w 6933990"/>
                <a:gd name="connsiteY20" fmla="*/ 802804 h 4166456"/>
                <a:gd name="connsiteX21" fmla="*/ 6908077 w 6933990"/>
                <a:gd name="connsiteY21" fmla="*/ 1029247 h 4166456"/>
                <a:gd name="connsiteX22" fmla="*/ 6863627 w 6933990"/>
                <a:gd name="connsiteY22" fmla="*/ 1181788 h 4166456"/>
                <a:gd name="connsiteX23" fmla="*/ 6850926 w 6933990"/>
                <a:gd name="connsiteY23" fmla="*/ 1436023 h 4166456"/>
                <a:gd name="connsiteX24" fmla="*/ 6774726 w 6933990"/>
                <a:gd name="connsiteY24" fmla="*/ 1552246 h 4166456"/>
                <a:gd name="connsiteX25" fmla="*/ 6664303 w 6933990"/>
                <a:gd name="connsiteY25" fmla="*/ 1573838 h 4166456"/>
                <a:gd name="connsiteX26" fmla="*/ 6450518 w 6933990"/>
                <a:gd name="connsiteY26" fmla="*/ 1489077 h 4166456"/>
                <a:gd name="connsiteX27" fmla="*/ 6184176 w 6933990"/>
                <a:gd name="connsiteY27" fmla="*/ 1174522 h 4166456"/>
                <a:gd name="connsiteX28" fmla="*/ 5946753 w 6933990"/>
                <a:gd name="connsiteY28" fmla="*/ 1053291 h 4166456"/>
                <a:gd name="connsiteX29" fmla="*/ 5622903 w 6933990"/>
                <a:gd name="connsiteY29" fmla="*/ 1033906 h 4166456"/>
                <a:gd name="connsiteX30" fmla="*/ 5440869 w 6933990"/>
                <a:gd name="connsiteY30" fmla="*/ 1110106 h 4166456"/>
                <a:gd name="connsiteX31" fmla="*/ 5322336 w 6933990"/>
                <a:gd name="connsiteY31" fmla="*/ 1228638 h 4166456"/>
                <a:gd name="connsiteX32" fmla="*/ 5110669 w 6933990"/>
                <a:gd name="connsiteY32" fmla="*/ 1609638 h 4166456"/>
                <a:gd name="connsiteX33" fmla="*/ 4932869 w 6933990"/>
                <a:gd name="connsiteY33" fmla="*/ 1762039 h 4166456"/>
                <a:gd name="connsiteX34" fmla="*/ 4568803 w 6933990"/>
                <a:gd name="connsiteY34" fmla="*/ 1926654 h 4166456"/>
                <a:gd name="connsiteX35" fmla="*/ 3794103 w 6933990"/>
                <a:gd name="connsiteY35" fmla="*/ 1964271 h 4166456"/>
                <a:gd name="connsiteX36" fmla="*/ 2833136 w 6933990"/>
                <a:gd name="connsiteY36" fmla="*/ 2144852 h 4166456"/>
                <a:gd name="connsiteX37" fmla="*/ 1952603 w 6933990"/>
                <a:gd name="connsiteY37" fmla="*/ 2861801 h 4166456"/>
                <a:gd name="connsiteX38" fmla="*/ 1398036 w 6933990"/>
                <a:gd name="connsiteY38" fmla="*/ 3562879 h 4166456"/>
                <a:gd name="connsiteX39" fmla="*/ 624540 w 6933990"/>
                <a:gd name="connsiteY39" fmla="*/ 4129737 h 4166456"/>
                <a:gd name="connsiteX40" fmla="*/ 141937 w 6933990"/>
                <a:gd name="connsiteY40" fmla="*/ 4108966 h 4166456"/>
                <a:gd name="connsiteX41" fmla="*/ 40339 w 6933990"/>
                <a:gd name="connsiteY41" fmla="*/ 2973206 h 4166456"/>
                <a:gd name="connsiteX42" fmla="*/ 21444 w 6933990"/>
                <a:gd name="connsiteY42" fmla="*/ 2688153 h 4166456"/>
                <a:gd name="connsiteX0" fmla="*/ 21444 w 6933990"/>
                <a:gd name="connsiteY0" fmla="*/ 2690386 h 4168689"/>
                <a:gd name="connsiteX1" fmla="*/ 189921 w 6933990"/>
                <a:gd name="connsiteY1" fmla="*/ 2439988 h 4168689"/>
                <a:gd name="connsiteX2" fmla="*/ 190456 w 6933990"/>
                <a:gd name="connsiteY2" fmla="*/ 3251246 h 4168689"/>
                <a:gd name="connsiteX3" fmla="*/ 257829 w 6933990"/>
                <a:gd name="connsiteY3" fmla="*/ 3955917 h 4168689"/>
                <a:gd name="connsiteX4" fmla="*/ 1075980 w 6933990"/>
                <a:gd name="connsiteY4" fmla="*/ 3559539 h 4168689"/>
                <a:gd name="connsiteX5" fmla="*/ 2270103 w 6933990"/>
                <a:gd name="connsiteY5" fmla="*/ 50661 h 4168689"/>
                <a:gd name="connsiteX6" fmla="*/ 3442736 w 6933990"/>
                <a:gd name="connsiteY6" fmla="*/ 1493338 h 4168689"/>
                <a:gd name="connsiteX7" fmla="*/ 4839736 w 6933990"/>
                <a:gd name="connsiteY7" fmla="*/ 1688072 h 4168689"/>
                <a:gd name="connsiteX8" fmla="*/ 5339269 w 6933990"/>
                <a:gd name="connsiteY8" fmla="*/ 1053072 h 4168689"/>
                <a:gd name="connsiteX9" fmla="*/ 5904420 w 6933990"/>
                <a:gd name="connsiteY9" fmla="*/ 951518 h 4168689"/>
                <a:gd name="connsiteX10" fmla="*/ 6334103 w 6933990"/>
                <a:gd name="connsiteY10" fmla="*/ 1207052 h 4168689"/>
                <a:gd name="connsiteX11" fmla="*/ 6495325 w 6933990"/>
                <a:gd name="connsiteY11" fmla="*/ 1401937 h 4168689"/>
                <a:gd name="connsiteX12" fmla="*/ 6647725 w 6933990"/>
                <a:gd name="connsiteY12" fmla="*/ 1481839 h 4168689"/>
                <a:gd name="connsiteX13" fmla="*/ 6762025 w 6933990"/>
                <a:gd name="connsiteY13" fmla="*/ 1452784 h 4168689"/>
                <a:gd name="connsiteX14" fmla="*/ 6791303 w 6933990"/>
                <a:gd name="connsiteY14" fmla="*/ 1308745 h 4168689"/>
                <a:gd name="connsiteX15" fmla="*/ 6762026 w 6933990"/>
                <a:gd name="connsiteY15" fmla="*/ 1169495 h 4168689"/>
                <a:gd name="connsiteX16" fmla="*/ 6692177 w 6933990"/>
                <a:gd name="connsiteY16" fmla="*/ 1082328 h 4168689"/>
                <a:gd name="connsiteX17" fmla="*/ 6647727 w 6933990"/>
                <a:gd name="connsiteY17" fmla="*/ 973370 h 4168689"/>
                <a:gd name="connsiteX18" fmla="*/ 6628677 w 6933990"/>
                <a:gd name="connsiteY18" fmla="*/ 806300 h 4168689"/>
                <a:gd name="connsiteX19" fmla="*/ 6774726 w 6933990"/>
                <a:gd name="connsiteY19" fmla="*/ 791775 h 4168689"/>
                <a:gd name="connsiteX20" fmla="*/ 6926769 w 6933990"/>
                <a:gd name="connsiteY20" fmla="*/ 805037 h 4168689"/>
                <a:gd name="connsiteX21" fmla="*/ 6908077 w 6933990"/>
                <a:gd name="connsiteY21" fmla="*/ 1031480 h 4168689"/>
                <a:gd name="connsiteX22" fmla="*/ 6863627 w 6933990"/>
                <a:gd name="connsiteY22" fmla="*/ 1184021 h 4168689"/>
                <a:gd name="connsiteX23" fmla="*/ 6850926 w 6933990"/>
                <a:gd name="connsiteY23" fmla="*/ 1438256 h 4168689"/>
                <a:gd name="connsiteX24" fmla="*/ 6774726 w 6933990"/>
                <a:gd name="connsiteY24" fmla="*/ 1554479 h 4168689"/>
                <a:gd name="connsiteX25" fmla="*/ 6664303 w 6933990"/>
                <a:gd name="connsiteY25" fmla="*/ 1576071 h 4168689"/>
                <a:gd name="connsiteX26" fmla="*/ 6450518 w 6933990"/>
                <a:gd name="connsiteY26" fmla="*/ 1491310 h 4168689"/>
                <a:gd name="connsiteX27" fmla="*/ 6184176 w 6933990"/>
                <a:gd name="connsiteY27" fmla="*/ 1176755 h 4168689"/>
                <a:gd name="connsiteX28" fmla="*/ 5946753 w 6933990"/>
                <a:gd name="connsiteY28" fmla="*/ 1055524 h 4168689"/>
                <a:gd name="connsiteX29" fmla="*/ 5622903 w 6933990"/>
                <a:gd name="connsiteY29" fmla="*/ 1036139 h 4168689"/>
                <a:gd name="connsiteX30" fmla="*/ 5440869 w 6933990"/>
                <a:gd name="connsiteY30" fmla="*/ 1112339 h 4168689"/>
                <a:gd name="connsiteX31" fmla="*/ 5322336 w 6933990"/>
                <a:gd name="connsiteY31" fmla="*/ 1230871 h 4168689"/>
                <a:gd name="connsiteX32" fmla="*/ 5110669 w 6933990"/>
                <a:gd name="connsiteY32" fmla="*/ 1611871 h 4168689"/>
                <a:gd name="connsiteX33" fmla="*/ 4932869 w 6933990"/>
                <a:gd name="connsiteY33" fmla="*/ 1764272 h 4168689"/>
                <a:gd name="connsiteX34" fmla="*/ 4568803 w 6933990"/>
                <a:gd name="connsiteY34" fmla="*/ 1928887 h 4168689"/>
                <a:gd name="connsiteX35" fmla="*/ 3794103 w 6933990"/>
                <a:gd name="connsiteY35" fmla="*/ 1966504 h 4168689"/>
                <a:gd name="connsiteX36" fmla="*/ 2833136 w 6933990"/>
                <a:gd name="connsiteY36" fmla="*/ 2147085 h 4168689"/>
                <a:gd name="connsiteX37" fmla="*/ 1952603 w 6933990"/>
                <a:gd name="connsiteY37" fmla="*/ 2864034 h 4168689"/>
                <a:gd name="connsiteX38" fmla="*/ 1398036 w 6933990"/>
                <a:gd name="connsiteY38" fmla="*/ 3565112 h 4168689"/>
                <a:gd name="connsiteX39" fmla="*/ 624540 w 6933990"/>
                <a:gd name="connsiteY39" fmla="*/ 4131970 h 4168689"/>
                <a:gd name="connsiteX40" fmla="*/ 141937 w 6933990"/>
                <a:gd name="connsiteY40" fmla="*/ 4111199 h 4168689"/>
                <a:gd name="connsiteX41" fmla="*/ 40339 w 6933990"/>
                <a:gd name="connsiteY41" fmla="*/ 2975439 h 4168689"/>
                <a:gd name="connsiteX42" fmla="*/ 21444 w 6933990"/>
                <a:gd name="connsiteY42" fmla="*/ 2690386 h 4168689"/>
                <a:gd name="connsiteX0" fmla="*/ 21444 w 6933990"/>
                <a:gd name="connsiteY0" fmla="*/ 2690386 h 4168689"/>
                <a:gd name="connsiteX1" fmla="*/ 189921 w 6933990"/>
                <a:gd name="connsiteY1" fmla="*/ 2439988 h 4168689"/>
                <a:gd name="connsiteX2" fmla="*/ 190456 w 6933990"/>
                <a:gd name="connsiteY2" fmla="*/ 3251246 h 4168689"/>
                <a:gd name="connsiteX3" fmla="*/ 257829 w 6933990"/>
                <a:gd name="connsiteY3" fmla="*/ 3955917 h 4168689"/>
                <a:gd name="connsiteX4" fmla="*/ 1075980 w 6933990"/>
                <a:gd name="connsiteY4" fmla="*/ 3559539 h 4168689"/>
                <a:gd name="connsiteX5" fmla="*/ 2270103 w 6933990"/>
                <a:gd name="connsiteY5" fmla="*/ 50661 h 4168689"/>
                <a:gd name="connsiteX6" fmla="*/ 3442736 w 6933990"/>
                <a:gd name="connsiteY6" fmla="*/ 1493338 h 4168689"/>
                <a:gd name="connsiteX7" fmla="*/ 4839736 w 6933990"/>
                <a:gd name="connsiteY7" fmla="*/ 1688072 h 4168689"/>
                <a:gd name="connsiteX8" fmla="*/ 5339269 w 6933990"/>
                <a:gd name="connsiteY8" fmla="*/ 1053072 h 4168689"/>
                <a:gd name="connsiteX9" fmla="*/ 5904420 w 6933990"/>
                <a:gd name="connsiteY9" fmla="*/ 951518 h 4168689"/>
                <a:gd name="connsiteX10" fmla="*/ 6334103 w 6933990"/>
                <a:gd name="connsiteY10" fmla="*/ 1207052 h 4168689"/>
                <a:gd name="connsiteX11" fmla="*/ 6495325 w 6933990"/>
                <a:gd name="connsiteY11" fmla="*/ 1401937 h 4168689"/>
                <a:gd name="connsiteX12" fmla="*/ 6647725 w 6933990"/>
                <a:gd name="connsiteY12" fmla="*/ 1481839 h 4168689"/>
                <a:gd name="connsiteX13" fmla="*/ 6762025 w 6933990"/>
                <a:gd name="connsiteY13" fmla="*/ 1452784 h 4168689"/>
                <a:gd name="connsiteX14" fmla="*/ 6791303 w 6933990"/>
                <a:gd name="connsiteY14" fmla="*/ 1308745 h 4168689"/>
                <a:gd name="connsiteX15" fmla="*/ 6762026 w 6933990"/>
                <a:gd name="connsiteY15" fmla="*/ 1169495 h 4168689"/>
                <a:gd name="connsiteX16" fmla="*/ 6692177 w 6933990"/>
                <a:gd name="connsiteY16" fmla="*/ 1082328 h 4168689"/>
                <a:gd name="connsiteX17" fmla="*/ 6647727 w 6933990"/>
                <a:gd name="connsiteY17" fmla="*/ 973370 h 4168689"/>
                <a:gd name="connsiteX18" fmla="*/ 6628677 w 6933990"/>
                <a:gd name="connsiteY18" fmla="*/ 806300 h 4168689"/>
                <a:gd name="connsiteX19" fmla="*/ 6774726 w 6933990"/>
                <a:gd name="connsiteY19" fmla="*/ 791775 h 4168689"/>
                <a:gd name="connsiteX20" fmla="*/ 6926769 w 6933990"/>
                <a:gd name="connsiteY20" fmla="*/ 805037 h 4168689"/>
                <a:gd name="connsiteX21" fmla="*/ 6908077 w 6933990"/>
                <a:gd name="connsiteY21" fmla="*/ 1031480 h 4168689"/>
                <a:gd name="connsiteX22" fmla="*/ 6863627 w 6933990"/>
                <a:gd name="connsiteY22" fmla="*/ 1184021 h 4168689"/>
                <a:gd name="connsiteX23" fmla="*/ 6850926 w 6933990"/>
                <a:gd name="connsiteY23" fmla="*/ 1438256 h 4168689"/>
                <a:gd name="connsiteX24" fmla="*/ 6774726 w 6933990"/>
                <a:gd name="connsiteY24" fmla="*/ 1554479 h 4168689"/>
                <a:gd name="connsiteX25" fmla="*/ 6664303 w 6933990"/>
                <a:gd name="connsiteY25" fmla="*/ 1576071 h 4168689"/>
                <a:gd name="connsiteX26" fmla="*/ 6450518 w 6933990"/>
                <a:gd name="connsiteY26" fmla="*/ 1491310 h 4168689"/>
                <a:gd name="connsiteX27" fmla="*/ 6184176 w 6933990"/>
                <a:gd name="connsiteY27" fmla="*/ 1176755 h 4168689"/>
                <a:gd name="connsiteX28" fmla="*/ 5946753 w 6933990"/>
                <a:gd name="connsiteY28" fmla="*/ 1055524 h 4168689"/>
                <a:gd name="connsiteX29" fmla="*/ 5622903 w 6933990"/>
                <a:gd name="connsiteY29" fmla="*/ 1036139 h 4168689"/>
                <a:gd name="connsiteX30" fmla="*/ 5440869 w 6933990"/>
                <a:gd name="connsiteY30" fmla="*/ 1112339 h 4168689"/>
                <a:gd name="connsiteX31" fmla="*/ 5322336 w 6933990"/>
                <a:gd name="connsiteY31" fmla="*/ 1230871 h 4168689"/>
                <a:gd name="connsiteX32" fmla="*/ 5110669 w 6933990"/>
                <a:gd name="connsiteY32" fmla="*/ 1611871 h 4168689"/>
                <a:gd name="connsiteX33" fmla="*/ 4932869 w 6933990"/>
                <a:gd name="connsiteY33" fmla="*/ 1764272 h 4168689"/>
                <a:gd name="connsiteX34" fmla="*/ 4568803 w 6933990"/>
                <a:gd name="connsiteY34" fmla="*/ 1928887 h 4168689"/>
                <a:gd name="connsiteX35" fmla="*/ 3794103 w 6933990"/>
                <a:gd name="connsiteY35" fmla="*/ 1966504 h 4168689"/>
                <a:gd name="connsiteX36" fmla="*/ 2833136 w 6933990"/>
                <a:gd name="connsiteY36" fmla="*/ 2147085 h 4168689"/>
                <a:gd name="connsiteX37" fmla="*/ 1952603 w 6933990"/>
                <a:gd name="connsiteY37" fmla="*/ 2864034 h 4168689"/>
                <a:gd name="connsiteX38" fmla="*/ 1398036 w 6933990"/>
                <a:gd name="connsiteY38" fmla="*/ 3565112 h 4168689"/>
                <a:gd name="connsiteX39" fmla="*/ 624540 w 6933990"/>
                <a:gd name="connsiteY39" fmla="*/ 4131970 h 4168689"/>
                <a:gd name="connsiteX40" fmla="*/ 141937 w 6933990"/>
                <a:gd name="connsiteY40" fmla="*/ 4111199 h 4168689"/>
                <a:gd name="connsiteX41" fmla="*/ 40339 w 6933990"/>
                <a:gd name="connsiteY41" fmla="*/ 2975439 h 4168689"/>
                <a:gd name="connsiteX42" fmla="*/ 21444 w 6933990"/>
                <a:gd name="connsiteY42" fmla="*/ 2690386 h 4168689"/>
                <a:gd name="connsiteX0" fmla="*/ 21444 w 6933990"/>
                <a:gd name="connsiteY0" fmla="*/ 2690386 h 4168689"/>
                <a:gd name="connsiteX1" fmla="*/ 189921 w 6933990"/>
                <a:gd name="connsiteY1" fmla="*/ 2439988 h 4168689"/>
                <a:gd name="connsiteX2" fmla="*/ 190456 w 6933990"/>
                <a:gd name="connsiteY2" fmla="*/ 3251246 h 4168689"/>
                <a:gd name="connsiteX3" fmla="*/ 257829 w 6933990"/>
                <a:gd name="connsiteY3" fmla="*/ 3955917 h 4168689"/>
                <a:gd name="connsiteX4" fmla="*/ 1075980 w 6933990"/>
                <a:gd name="connsiteY4" fmla="*/ 3559539 h 4168689"/>
                <a:gd name="connsiteX5" fmla="*/ 2270103 w 6933990"/>
                <a:gd name="connsiteY5" fmla="*/ 50661 h 4168689"/>
                <a:gd name="connsiteX6" fmla="*/ 3442736 w 6933990"/>
                <a:gd name="connsiteY6" fmla="*/ 1493338 h 4168689"/>
                <a:gd name="connsiteX7" fmla="*/ 4839736 w 6933990"/>
                <a:gd name="connsiteY7" fmla="*/ 1688072 h 4168689"/>
                <a:gd name="connsiteX8" fmla="*/ 5339269 w 6933990"/>
                <a:gd name="connsiteY8" fmla="*/ 1053072 h 4168689"/>
                <a:gd name="connsiteX9" fmla="*/ 5904420 w 6933990"/>
                <a:gd name="connsiteY9" fmla="*/ 951518 h 4168689"/>
                <a:gd name="connsiteX10" fmla="*/ 6334103 w 6933990"/>
                <a:gd name="connsiteY10" fmla="*/ 1207052 h 4168689"/>
                <a:gd name="connsiteX11" fmla="*/ 6495325 w 6933990"/>
                <a:gd name="connsiteY11" fmla="*/ 1401937 h 4168689"/>
                <a:gd name="connsiteX12" fmla="*/ 6647725 w 6933990"/>
                <a:gd name="connsiteY12" fmla="*/ 1481839 h 4168689"/>
                <a:gd name="connsiteX13" fmla="*/ 6762025 w 6933990"/>
                <a:gd name="connsiteY13" fmla="*/ 1452784 h 4168689"/>
                <a:gd name="connsiteX14" fmla="*/ 6791303 w 6933990"/>
                <a:gd name="connsiteY14" fmla="*/ 1308745 h 4168689"/>
                <a:gd name="connsiteX15" fmla="*/ 6762026 w 6933990"/>
                <a:gd name="connsiteY15" fmla="*/ 1169495 h 4168689"/>
                <a:gd name="connsiteX16" fmla="*/ 6692177 w 6933990"/>
                <a:gd name="connsiteY16" fmla="*/ 1082328 h 4168689"/>
                <a:gd name="connsiteX17" fmla="*/ 6647727 w 6933990"/>
                <a:gd name="connsiteY17" fmla="*/ 973370 h 4168689"/>
                <a:gd name="connsiteX18" fmla="*/ 6628677 w 6933990"/>
                <a:gd name="connsiteY18" fmla="*/ 806300 h 4168689"/>
                <a:gd name="connsiteX19" fmla="*/ 6774726 w 6933990"/>
                <a:gd name="connsiteY19" fmla="*/ 791775 h 4168689"/>
                <a:gd name="connsiteX20" fmla="*/ 6926769 w 6933990"/>
                <a:gd name="connsiteY20" fmla="*/ 805037 h 4168689"/>
                <a:gd name="connsiteX21" fmla="*/ 6908077 w 6933990"/>
                <a:gd name="connsiteY21" fmla="*/ 1031480 h 4168689"/>
                <a:gd name="connsiteX22" fmla="*/ 6863627 w 6933990"/>
                <a:gd name="connsiteY22" fmla="*/ 1184021 h 4168689"/>
                <a:gd name="connsiteX23" fmla="*/ 6850926 w 6933990"/>
                <a:gd name="connsiteY23" fmla="*/ 1438256 h 4168689"/>
                <a:gd name="connsiteX24" fmla="*/ 6774726 w 6933990"/>
                <a:gd name="connsiteY24" fmla="*/ 1554479 h 4168689"/>
                <a:gd name="connsiteX25" fmla="*/ 6664303 w 6933990"/>
                <a:gd name="connsiteY25" fmla="*/ 1576071 h 4168689"/>
                <a:gd name="connsiteX26" fmla="*/ 6450518 w 6933990"/>
                <a:gd name="connsiteY26" fmla="*/ 1491310 h 4168689"/>
                <a:gd name="connsiteX27" fmla="*/ 6184176 w 6933990"/>
                <a:gd name="connsiteY27" fmla="*/ 1176755 h 4168689"/>
                <a:gd name="connsiteX28" fmla="*/ 5946753 w 6933990"/>
                <a:gd name="connsiteY28" fmla="*/ 1055524 h 4168689"/>
                <a:gd name="connsiteX29" fmla="*/ 5622903 w 6933990"/>
                <a:gd name="connsiteY29" fmla="*/ 1036139 h 4168689"/>
                <a:gd name="connsiteX30" fmla="*/ 5440869 w 6933990"/>
                <a:gd name="connsiteY30" fmla="*/ 1112339 h 4168689"/>
                <a:gd name="connsiteX31" fmla="*/ 5322336 w 6933990"/>
                <a:gd name="connsiteY31" fmla="*/ 1230871 h 4168689"/>
                <a:gd name="connsiteX32" fmla="*/ 5110669 w 6933990"/>
                <a:gd name="connsiteY32" fmla="*/ 1611871 h 4168689"/>
                <a:gd name="connsiteX33" fmla="*/ 4932869 w 6933990"/>
                <a:gd name="connsiteY33" fmla="*/ 1764272 h 4168689"/>
                <a:gd name="connsiteX34" fmla="*/ 4568803 w 6933990"/>
                <a:gd name="connsiteY34" fmla="*/ 1928887 h 4168689"/>
                <a:gd name="connsiteX35" fmla="*/ 3794103 w 6933990"/>
                <a:gd name="connsiteY35" fmla="*/ 1966504 h 4168689"/>
                <a:gd name="connsiteX36" fmla="*/ 2833136 w 6933990"/>
                <a:gd name="connsiteY36" fmla="*/ 2147085 h 4168689"/>
                <a:gd name="connsiteX37" fmla="*/ 1952603 w 6933990"/>
                <a:gd name="connsiteY37" fmla="*/ 2864034 h 4168689"/>
                <a:gd name="connsiteX38" fmla="*/ 1398036 w 6933990"/>
                <a:gd name="connsiteY38" fmla="*/ 3565112 h 4168689"/>
                <a:gd name="connsiteX39" fmla="*/ 624540 w 6933990"/>
                <a:gd name="connsiteY39" fmla="*/ 4131970 h 4168689"/>
                <a:gd name="connsiteX40" fmla="*/ 141937 w 6933990"/>
                <a:gd name="connsiteY40" fmla="*/ 4111199 h 4168689"/>
                <a:gd name="connsiteX41" fmla="*/ 40339 w 6933990"/>
                <a:gd name="connsiteY41" fmla="*/ 2975439 h 4168689"/>
                <a:gd name="connsiteX42" fmla="*/ 21444 w 6933990"/>
                <a:gd name="connsiteY42" fmla="*/ 2690386 h 4168689"/>
                <a:gd name="connsiteX0" fmla="*/ 21444 w 6933990"/>
                <a:gd name="connsiteY0" fmla="*/ 2690386 h 4168689"/>
                <a:gd name="connsiteX1" fmla="*/ 189921 w 6933990"/>
                <a:gd name="connsiteY1" fmla="*/ 2439988 h 4168689"/>
                <a:gd name="connsiteX2" fmla="*/ 190456 w 6933990"/>
                <a:gd name="connsiteY2" fmla="*/ 3251246 h 4168689"/>
                <a:gd name="connsiteX3" fmla="*/ 257829 w 6933990"/>
                <a:gd name="connsiteY3" fmla="*/ 3955917 h 4168689"/>
                <a:gd name="connsiteX4" fmla="*/ 1075980 w 6933990"/>
                <a:gd name="connsiteY4" fmla="*/ 3559539 h 4168689"/>
                <a:gd name="connsiteX5" fmla="*/ 2270103 w 6933990"/>
                <a:gd name="connsiteY5" fmla="*/ 50661 h 4168689"/>
                <a:gd name="connsiteX6" fmla="*/ 3442736 w 6933990"/>
                <a:gd name="connsiteY6" fmla="*/ 1493338 h 4168689"/>
                <a:gd name="connsiteX7" fmla="*/ 4839736 w 6933990"/>
                <a:gd name="connsiteY7" fmla="*/ 1688072 h 4168689"/>
                <a:gd name="connsiteX8" fmla="*/ 5339269 w 6933990"/>
                <a:gd name="connsiteY8" fmla="*/ 1053072 h 4168689"/>
                <a:gd name="connsiteX9" fmla="*/ 5904420 w 6933990"/>
                <a:gd name="connsiteY9" fmla="*/ 951518 h 4168689"/>
                <a:gd name="connsiteX10" fmla="*/ 6334103 w 6933990"/>
                <a:gd name="connsiteY10" fmla="*/ 1207052 h 4168689"/>
                <a:gd name="connsiteX11" fmla="*/ 6495325 w 6933990"/>
                <a:gd name="connsiteY11" fmla="*/ 1401937 h 4168689"/>
                <a:gd name="connsiteX12" fmla="*/ 6647725 w 6933990"/>
                <a:gd name="connsiteY12" fmla="*/ 1481839 h 4168689"/>
                <a:gd name="connsiteX13" fmla="*/ 6762025 w 6933990"/>
                <a:gd name="connsiteY13" fmla="*/ 1452784 h 4168689"/>
                <a:gd name="connsiteX14" fmla="*/ 6791303 w 6933990"/>
                <a:gd name="connsiteY14" fmla="*/ 1308745 h 4168689"/>
                <a:gd name="connsiteX15" fmla="*/ 6762026 w 6933990"/>
                <a:gd name="connsiteY15" fmla="*/ 1169495 h 4168689"/>
                <a:gd name="connsiteX16" fmla="*/ 6692177 w 6933990"/>
                <a:gd name="connsiteY16" fmla="*/ 1082328 h 4168689"/>
                <a:gd name="connsiteX17" fmla="*/ 6647727 w 6933990"/>
                <a:gd name="connsiteY17" fmla="*/ 973370 h 4168689"/>
                <a:gd name="connsiteX18" fmla="*/ 6628677 w 6933990"/>
                <a:gd name="connsiteY18" fmla="*/ 806300 h 4168689"/>
                <a:gd name="connsiteX19" fmla="*/ 6774726 w 6933990"/>
                <a:gd name="connsiteY19" fmla="*/ 791775 h 4168689"/>
                <a:gd name="connsiteX20" fmla="*/ 6926769 w 6933990"/>
                <a:gd name="connsiteY20" fmla="*/ 805037 h 4168689"/>
                <a:gd name="connsiteX21" fmla="*/ 6908077 w 6933990"/>
                <a:gd name="connsiteY21" fmla="*/ 1031480 h 4168689"/>
                <a:gd name="connsiteX22" fmla="*/ 6863627 w 6933990"/>
                <a:gd name="connsiteY22" fmla="*/ 1184021 h 4168689"/>
                <a:gd name="connsiteX23" fmla="*/ 6850926 w 6933990"/>
                <a:gd name="connsiteY23" fmla="*/ 1438256 h 4168689"/>
                <a:gd name="connsiteX24" fmla="*/ 6774726 w 6933990"/>
                <a:gd name="connsiteY24" fmla="*/ 1554479 h 4168689"/>
                <a:gd name="connsiteX25" fmla="*/ 6664303 w 6933990"/>
                <a:gd name="connsiteY25" fmla="*/ 1576071 h 4168689"/>
                <a:gd name="connsiteX26" fmla="*/ 6450518 w 6933990"/>
                <a:gd name="connsiteY26" fmla="*/ 1491310 h 4168689"/>
                <a:gd name="connsiteX27" fmla="*/ 6184176 w 6933990"/>
                <a:gd name="connsiteY27" fmla="*/ 1176755 h 4168689"/>
                <a:gd name="connsiteX28" fmla="*/ 5946753 w 6933990"/>
                <a:gd name="connsiteY28" fmla="*/ 1055524 h 4168689"/>
                <a:gd name="connsiteX29" fmla="*/ 5622903 w 6933990"/>
                <a:gd name="connsiteY29" fmla="*/ 1036139 h 4168689"/>
                <a:gd name="connsiteX30" fmla="*/ 5440869 w 6933990"/>
                <a:gd name="connsiteY30" fmla="*/ 1112339 h 4168689"/>
                <a:gd name="connsiteX31" fmla="*/ 5322336 w 6933990"/>
                <a:gd name="connsiteY31" fmla="*/ 1230871 h 4168689"/>
                <a:gd name="connsiteX32" fmla="*/ 5110669 w 6933990"/>
                <a:gd name="connsiteY32" fmla="*/ 1611871 h 4168689"/>
                <a:gd name="connsiteX33" fmla="*/ 4932869 w 6933990"/>
                <a:gd name="connsiteY33" fmla="*/ 1764272 h 4168689"/>
                <a:gd name="connsiteX34" fmla="*/ 4568803 w 6933990"/>
                <a:gd name="connsiteY34" fmla="*/ 1928887 h 4168689"/>
                <a:gd name="connsiteX35" fmla="*/ 3794103 w 6933990"/>
                <a:gd name="connsiteY35" fmla="*/ 1966504 h 4168689"/>
                <a:gd name="connsiteX36" fmla="*/ 2833136 w 6933990"/>
                <a:gd name="connsiteY36" fmla="*/ 2147085 h 4168689"/>
                <a:gd name="connsiteX37" fmla="*/ 1952603 w 6933990"/>
                <a:gd name="connsiteY37" fmla="*/ 2864034 h 4168689"/>
                <a:gd name="connsiteX38" fmla="*/ 1398036 w 6933990"/>
                <a:gd name="connsiteY38" fmla="*/ 3565112 h 4168689"/>
                <a:gd name="connsiteX39" fmla="*/ 624540 w 6933990"/>
                <a:gd name="connsiteY39" fmla="*/ 4131970 h 4168689"/>
                <a:gd name="connsiteX40" fmla="*/ 141937 w 6933990"/>
                <a:gd name="connsiteY40" fmla="*/ 4111199 h 4168689"/>
                <a:gd name="connsiteX41" fmla="*/ 40339 w 6933990"/>
                <a:gd name="connsiteY41" fmla="*/ 2975439 h 4168689"/>
                <a:gd name="connsiteX42" fmla="*/ 21444 w 6933990"/>
                <a:gd name="connsiteY42" fmla="*/ 2690386 h 4168689"/>
                <a:gd name="connsiteX0" fmla="*/ 21444 w 6933990"/>
                <a:gd name="connsiteY0" fmla="*/ 2690386 h 4168689"/>
                <a:gd name="connsiteX1" fmla="*/ 189921 w 6933990"/>
                <a:gd name="connsiteY1" fmla="*/ 2439988 h 4168689"/>
                <a:gd name="connsiteX2" fmla="*/ 190456 w 6933990"/>
                <a:gd name="connsiteY2" fmla="*/ 3251246 h 4168689"/>
                <a:gd name="connsiteX3" fmla="*/ 257829 w 6933990"/>
                <a:gd name="connsiteY3" fmla="*/ 3955917 h 4168689"/>
                <a:gd name="connsiteX4" fmla="*/ 1075980 w 6933990"/>
                <a:gd name="connsiteY4" fmla="*/ 3559539 h 4168689"/>
                <a:gd name="connsiteX5" fmla="*/ 2270103 w 6933990"/>
                <a:gd name="connsiteY5" fmla="*/ 50661 h 4168689"/>
                <a:gd name="connsiteX6" fmla="*/ 3442736 w 6933990"/>
                <a:gd name="connsiteY6" fmla="*/ 1493338 h 4168689"/>
                <a:gd name="connsiteX7" fmla="*/ 4839736 w 6933990"/>
                <a:gd name="connsiteY7" fmla="*/ 1688072 h 4168689"/>
                <a:gd name="connsiteX8" fmla="*/ 5339269 w 6933990"/>
                <a:gd name="connsiteY8" fmla="*/ 1053072 h 4168689"/>
                <a:gd name="connsiteX9" fmla="*/ 5904420 w 6933990"/>
                <a:gd name="connsiteY9" fmla="*/ 951518 h 4168689"/>
                <a:gd name="connsiteX10" fmla="*/ 6334103 w 6933990"/>
                <a:gd name="connsiteY10" fmla="*/ 1207052 h 4168689"/>
                <a:gd name="connsiteX11" fmla="*/ 6495325 w 6933990"/>
                <a:gd name="connsiteY11" fmla="*/ 1401937 h 4168689"/>
                <a:gd name="connsiteX12" fmla="*/ 6647725 w 6933990"/>
                <a:gd name="connsiteY12" fmla="*/ 1481839 h 4168689"/>
                <a:gd name="connsiteX13" fmla="*/ 6762025 w 6933990"/>
                <a:gd name="connsiteY13" fmla="*/ 1452784 h 4168689"/>
                <a:gd name="connsiteX14" fmla="*/ 6791303 w 6933990"/>
                <a:gd name="connsiteY14" fmla="*/ 1308745 h 4168689"/>
                <a:gd name="connsiteX15" fmla="*/ 6762026 w 6933990"/>
                <a:gd name="connsiteY15" fmla="*/ 1169495 h 4168689"/>
                <a:gd name="connsiteX16" fmla="*/ 6692177 w 6933990"/>
                <a:gd name="connsiteY16" fmla="*/ 1082328 h 4168689"/>
                <a:gd name="connsiteX17" fmla="*/ 6647727 w 6933990"/>
                <a:gd name="connsiteY17" fmla="*/ 973370 h 4168689"/>
                <a:gd name="connsiteX18" fmla="*/ 6628677 w 6933990"/>
                <a:gd name="connsiteY18" fmla="*/ 806300 h 4168689"/>
                <a:gd name="connsiteX19" fmla="*/ 6774726 w 6933990"/>
                <a:gd name="connsiteY19" fmla="*/ 791775 h 4168689"/>
                <a:gd name="connsiteX20" fmla="*/ 6926769 w 6933990"/>
                <a:gd name="connsiteY20" fmla="*/ 805037 h 4168689"/>
                <a:gd name="connsiteX21" fmla="*/ 6908077 w 6933990"/>
                <a:gd name="connsiteY21" fmla="*/ 1031480 h 4168689"/>
                <a:gd name="connsiteX22" fmla="*/ 6863627 w 6933990"/>
                <a:gd name="connsiteY22" fmla="*/ 1184021 h 4168689"/>
                <a:gd name="connsiteX23" fmla="*/ 6850926 w 6933990"/>
                <a:gd name="connsiteY23" fmla="*/ 1438256 h 4168689"/>
                <a:gd name="connsiteX24" fmla="*/ 6774726 w 6933990"/>
                <a:gd name="connsiteY24" fmla="*/ 1554479 h 4168689"/>
                <a:gd name="connsiteX25" fmla="*/ 6664303 w 6933990"/>
                <a:gd name="connsiteY25" fmla="*/ 1576071 h 4168689"/>
                <a:gd name="connsiteX26" fmla="*/ 6450518 w 6933990"/>
                <a:gd name="connsiteY26" fmla="*/ 1491310 h 4168689"/>
                <a:gd name="connsiteX27" fmla="*/ 6184176 w 6933990"/>
                <a:gd name="connsiteY27" fmla="*/ 1176755 h 4168689"/>
                <a:gd name="connsiteX28" fmla="*/ 5946753 w 6933990"/>
                <a:gd name="connsiteY28" fmla="*/ 1055524 h 4168689"/>
                <a:gd name="connsiteX29" fmla="*/ 5622903 w 6933990"/>
                <a:gd name="connsiteY29" fmla="*/ 1036139 h 4168689"/>
                <a:gd name="connsiteX30" fmla="*/ 5440869 w 6933990"/>
                <a:gd name="connsiteY30" fmla="*/ 1112339 h 4168689"/>
                <a:gd name="connsiteX31" fmla="*/ 5322336 w 6933990"/>
                <a:gd name="connsiteY31" fmla="*/ 1230871 h 4168689"/>
                <a:gd name="connsiteX32" fmla="*/ 5110669 w 6933990"/>
                <a:gd name="connsiteY32" fmla="*/ 1611871 h 4168689"/>
                <a:gd name="connsiteX33" fmla="*/ 4932869 w 6933990"/>
                <a:gd name="connsiteY33" fmla="*/ 1764272 h 4168689"/>
                <a:gd name="connsiteX34" fmla="*/ 4568803 w 6933990"/>
                <a:gd name="connsiteY34" fmla="*/ 1928887 h 4168689"/>
                <a:gd name="connsiteX35" fmla="*/ 3794103 w 6933990"/>
                <a:gd name="connsiteY35" fmla="*/ 1966504 h 4168689"/>
                <a:gd name="connsiteX36" fmla="*/ 2833136 w 6933990"/>
                <a:gd name="connsiteY36" fmla="*/ 2147085 h 4168689"/>
                <a:gd name="connsiteX37" fmla="*/ 1952603 w 6933990"/>
                <a:gd name="connsiteY37" fmla="*/ 2864034 h 4168689"/>
                <a:gd name="connsiteX38" fmla="*/ 1398036 w 6933990"/>
                <a:gd name="connsiteY38" fmla="*/ 3565112 h 4168689"/>
                <a:gd name="connsiteX39" fmla="*/ 624540 w 6933990"/>
                <a:gd name="connsiteY39" fmla="*/ 4131970 h 4168689"/>
                <a:gd name="connsiteX40" fmla="*/ 141937 w 6933990"/>
                <a:gd name="connsiteY40" fmla="*/ 4111199 h 4168689"/>
                <a:gd name="connsiteX41" fmla="*/ 40339 w 6933990"/>
                <a:gd name="connsiteY41" fmla="*/ 2975439 h 4168689"/>
                <a:gd name="connsiteX42" fmla="*/ 21444 w 6933990"/>
                <a:gd name="connsiteY42" fmla="*/ 2690386 h 4168689"/>
                <a:gd name="connsiteX0" fmla="*/ 21444 w 6933990"/>
                <a:gd name="connsiteY0" fmla="*/ 2661121 h 4139424"/>
                <a:gd name="connsiteX1" fmla="*/ 189921 w 6933990"/>
                <a:gd name="connsiteY1" fmla="*/ 2410723 h 4139424"/>
                <a:gd name="connsiteX2" fmla="*/ 190456 w 6933990"/>
                <a:gd name="connsiteY2" fmla="*/ 3221981 h 4139424"/>
                <a:gd name="connsiteX3" fmla="*/ 257829 w 6933990"/>
                <a:gd name="connsiteY3" fmla="*/ 3926652 h 4139424"/>
                <a:gd name="connsiteX4" fmla="*/ 1075980 w 6933990"/>
                <a:gd name="connsiteY4" fmla="*/ 3530274 h 4139424"/>
                <a:gd name="connsiteX5" fmla="*/ 1884500 w 6933990"/>
                <a:gd name="connsiteY5" fmla="*/ 2715501 h 4139424"/>
                <a:gd name="connsiteX6" fmla="*/ 2270103 w 6933990"/>
                <a:gd name="connsiteY6" fmla="*/ 21396 h 4139424"/>
                <a:gd name="connsiteX7" fmla="*/ 3442736 w 6933990"/>
                <a:gd name="connsiteY7" fmla="*/ 1464073 h 4139424"/>
                <a:gd name="connsiteX8" fmla="*/ 4839736 w 6933990"/>
                <a:gd name="connsiteY8" fmla="*/ 1658807 h 4139424"/>
                <a:gd name="connsiteX9" fmla="*/ 5339269 w 6933990"/>
                <a:gd name="connsiteY9" fmla="*/ 1023807 h 4139424"/>
                <a:gd name="connsiteX10" fmla="*/ 5904420 w 6933990"/>
                <a:gd name="connsiteY10" fmla="*/ 922253 h 4139424"/>
                <a:gd name="connsiteX11" fmla="*/ 6334103 w 6933990"/>
                <a:gd name="connsiteY11" fmla="*/ 1177787 h 4139424"/>
                <a:gd name="connsiteX12" fmla="*/ 6495325 w 6933990"/>
                <a:gd name="connsiteY12" fmla="*/ 1372672 h 4139424"/>
                <a:gd name="connsiteX13" fmla="*/ 6647725 w 6933990"/>
                <a:gd name="connsiteY13" fmla="*/ 1452574 h 4139424"/>
                <a:gd name="connsiteX14" fmla="*/ 6762025 w 6933990"/>
                <a:gd name="connsiteY14" fmla="*/ 1423519 h 4139424"/>
                <a:gd name="connsiteX15" fmla="*/ 6791303 w 6933990"/>
                <a:gd name="connsiteY15" fmla="*/ 1279480 h 4139424"/>
                <a:gd name="connsiteX16" fmla="*/ 6762026 w 6933990"/>
                <a:gd name="connsiteY16" fmla="*/ 1140230 h 4139424"/>
                <a:gd name="connsiteX17" fmla="*/ 6692177 w 6933990"/>
                <a:gd name="connsiteY17" fmla="*/ 1053063 h 4139424"/>
                <a:gd name="connsiteX18" fmla="*/ 6647727 w 6933990"/>
                <a:gd name="connsiteY18" fmla="*/ 944105 h 4139424"/>
                <a:gd name="connsiteX19" fmla="*/ 6628677 w 6933990"/>
                <a:gd name="connsiteY19" fmla="*/ 777035 h 4139424"/>
                <a:gd name="connsiteX20" fmla="*/ 6774726 w 6933990"/>
                <a:gd name="connsiteY20" fmla="*/ 762510 h 4139424"/>
                <a:gd name="connsiteX21" fmla="*/ 6926769 w 6933990"/>
                <a:gd name="connsiteY21" fmla="*/ 775772 h 4139424"/>
                <a:gd name="connsiteX22" fmla="*/ 6908077 w 6933990"/>
                <a:gd name="connsiteY22" fmla="*/ 1002215 h 4139424"/>
                <a:gd name="connsiteX23" fmla="*/ 6863627 w 6933990"/>
                <a:gd name="connsiteY23" fmla="*/ 1154756 h 4139424"/>
                <a:gd name="connsiteX24" fmla="*/ 6850926 w 6933990"/>
                <a:gd name="connsiteY24" fmla="*/ 1408991 h 4139424"/>
                <a:gd name="connsiteX25" fmla="*/ 6774726 w 6933990"/>
                <a:gd name="connsiteY25" fmla="*/ 1525214 h 4139424"/>
                <a:gd name="connsiteX26" fmla="*/ 6664303 w 6933990"/>
                <a:gd name="connsiteY26" fmla="*/ 1546806 h 4139424"/>
                <a:gd name="connsiteX27" fmla="*/ 6450518 w 6933990"/>
                <a:gd name="connsiteY27" fmla="*/ 1462045 h 4139424"/>
                <a:gd name="connsiteX28" fmla="*/ 6184176 w 6933990"/>
                <a:gd name="connsiteY28" fmla="*/ 1147490 h 4139424"/>
                <a:gd name="connsiteX29" fmla="*/ 5946753 w 6933990"/>
                <a:gd name="connsiteY29" fmla="*/ 1026259 h 4139424"/>
                <a:gd name="connsiteX30" fmla="*/ 5622903 w 6933990"/>
                <a:gd name="connsiteY30" fmla="*/ 1006874 h 4139424"/>
                <a:gd name="connsiteX31" fmla="*/ 5440869 w 6933990"/>
                <a:gd name="connsiteY31" fmla="*/ 1083074 h 4139424"/>
                <a:gd name="connsiteX32" fmla="*/ 5322336 w 6933990"/>
                <a:gd name="connsiteY32" fmla="*/ 1201606 h 4139424"/>
                <a:gd name="connsiteX33" fmla="*/ 5110669 w 6933990"/>
                <a:gd name="connsiteY33" fmla="*/ 1582606 h 4139424"/>
                <a:gd name="connsiteX34" fmla="*/ 4932869 w 6933990"/>
                <a:gd name="connsiteY34" fmla="*/ 1735007 h 4139424"/>
                <a:gd name="connsiteX35" fmla="*/ 4568803 w 6933990"/>
                <a:gd name="connsiteY35" fmla="*/ 1899622 h 4139424"/>
                <a:gd name="connsiteX36" fmla="*/ 3794103 w 6933990"/>
                <a:gd name="connsiteY36" fmla="*/ 1937239 h 4139424"/>
                <a:gd name="connsiteX37" fmla="*/ 2833136 w 6933990"/>
                <a:gd name="connsiteY37" fmla="*/ 2117820 h 4139424"/>
                <a:gd name="connsiteX38" fmla="*/ 1952603 w 6933990"/>
                <a:gd name="connsiteY38" fmla="*/ 2834769 h 4139424"/>
                <a:gd name="connsiteX39" fmla="*/ 1398036 w 6933990"/>
                <a:gd name="connsiteY39" fmla="*/ 3535847 h 4139424"/>
                <a:gd name="connsiteX40" fmla="*/ 624540 w 6933990"/>
                <a:gd name="connsiteY40" fmla="*/ 4102705 h 4139424"/>
                <a:gd name="connsiteX41" fmla="*/ 141937 w 6933990"/>
                <a:gd name="connsiteY41" fmla="*/ 4081934 h 4139424"/>
                <a:gd name="connsiteX42" fmla="*/ 40339 w 6933990"/>
                <a:gd name="connsiteY42" fmla="*/ 2946174 h 4139424"/>
                <a:gd name="connsiteX43" fmla="*/ 21444 w 6933990"/>
                <a:gd name="connsiteY43" fmla="*/ 2661121 h 4139424"/>
                <a:gd name="connsiteX0" fmla="*/ 21444 w 6933990"/>
                <a:gd name="connsiteY0" fmla="*/ 2661121 h 4139424"/>
                <a:gd name="connsiteX1" fmla="*/ 189921 w 6933990"/>
                <a:gd name="connsiteY1" fmla="*/ 2410723 h 4139424"/>
                <a:gd name="connsiteX2" fmla="*/ 190456 w 6933990"/>
                <a:gd name="connsiteY2" fmla="*/ 3221981 h 4139424"/>
                <a:gd name="connsiteX3" fmla="*/ 257829 w 6933990"/>
                <a:gd name="connsiteY3" fmla="*/ 3926652 h 4139424"/>
                <a:gd name="connsiteX4" fmla="*/ 1075980 w 6933990"/>
                <a:gd name="connsiteY4" fmla="*/ 3574316 h 4139424"/>
                <a:gd name="connsiteX5" fmla="*/ 1884500 w 6933990"/>
                <a:gd name="connsiteY5" fmla="*/ 2715501 h 4139424"/>
                <a:gd name="connsiteX6" fmla="*/ 2270103 w 6933990"/>
                <a:gd name="connsiteY6" fmla="*/ 21396 h 4139424"/>
                <a:gd name="connsiteX7" fmla="*/ 3442736 w 6933990"/>
                <a:gd name="connsiteY7" fmla="*/ 1464073 h 4139424"/>
                <a:gd name="connsiteX8" fmla="*/ 4839736 w 6933990"/>
                <a:gd name="connsiteY8" fmla="*/ 1658807 h 4139424"/>
                <a:gd name="connsiteX9" fmla="*/ 5339269 w 6933990"/>
                <a:gd name="connsiteY9" fmla="*/ 1023807 h 4139424"/>
                <a:gd name="connsiteX10" fmla="*/ 5904420 w 6933990"/>
                <a:gd name="connsiteY10" fmla="*/ 922253 h 4139424"/>
                <a:gd name="connsiteX11" fmla="*/ 6334103 w 6933990"/>
                <a:gd name="connsiteY11" fmla="*/ 1177787 h 4139424"/>
                <a:gd name="connsiteX12" fmla="*/ 6495325 w 6933990"/>
                <a:gd name="connsiteY12" fmla="*/ 1372672 h 4139424"/>
                <a:gd name="connsiteX13" fmla="*/ 6647725 w 6933990"/>
                <a:gd name="connsiteY13" fmla="*/ 1452574 h 4139424"/>
                <a:gd name="connsiteX14" fmla="*/ 6762025 w 6933990"/>
                <a:gd name="connsiteY14" fmla="*/ 1423519 h 4139424"/>
                <a:gd name="connsiteX15" fmla="*/ 6791303 w 6933990"/>
                <a:gd name="connsiteY15" fmla="*/ 1279480 h 4139424"/>
                <a:gd name="connsiteX16" fmla="*/ 6762026 w 6933990"/>
                <a:gd name="connsiteY16" fmla="*/ 1140230 h 4139424"/>
                <a:gd name="connsiteX17" fmla="*/ 6692177 w 6933990"/>
                <a:gd name="connsiteY17" fmla="*/ 1053063 h 4139424"/>
                <a:gd name="connsiteX18" fmla="*/ 6647727 w 6933990"/>
                <a:gd name="connsiteY18" fmla="*/ 944105 h 4139424"/>
                <a:gd name="connsiteX19" fmla="*/ 6628677 w 6933990"/>
                <a:gd name="connsiteY19" fmla="*/ 777035 h 4139424"/>
                <a:gd name="connsiteX20" fmla="*/ 6774726 w 6933990"/>
                <a:gd name="connsiteY20" fmla="*/ 762510 h 4139424"/>
                <a:gd name="connsiteX21" fmla="*/ 6926769 w 6933990"/>
                <a:gd name="connsiteY21" fmla="*/ 775772 h 4139424"/>
                <a:gd name="connsiteX22" fmla="*/ 6908077 w 6933990"/>
                <a:gd name="connsiteY22" fmla="*/ 1002215 h 4139424"/>
                <a:gd name="connsiteX23" fmla="*/ 6863627 w 6933990"/>
                <a:gd name="connsiteY23" fmla="*/ 1154756 h 4139424"/>
                <a:gd name="connsiteX24" fmla="*/ 6850926 w 6933990"/>
                <a:gd name="connsiteY24" fmla="*/ 1408991 h 4139424"/>
                <a:gd name="connsiteX25" fmla="*/ 6774726 w 6933990"/>
                <a:gd name="connsiteY25" fmla="*/ 1525214 h 4139424"/>
                <a:gd name="connsiteX26" fmla="*/ 6664303 w 6933990"/>
                <a:gd name="connsiteY26" fmla="*/ 1546806 h 4139424"/>
                <a:gd name="connsiteX27" fmla="*/ 6450518 w 6933990"/>
                <a:gd name="connsiteY27" fmla="*/ 1462045 h 4139424"/>
                <a:gd name="connsiteX28" fmla="*/ 6184176 w 6933990"/>
                <a:gd name="connsiteY28" fmla="*/ 1147490 h 4139424"/>
                <a:gd name="connsiteX29" fmla="*/ 5946753 w 6933990"/>
                <a:gd name="connsiteY29" fmla="*/ 1026259 h 4139424"/>
                <a:gd name="connsiteX30" fmla="*/ 5622903 w 6933990"/>
                <a:gd name="connsiteY30" fmla="*/ 1006874 h 4139424"/>
                <a:gd name="connsiteX31" fmla="*/ 5440869 w 6933990"/>
                <a:gd name="connsiteY31" fmla="*/ 1083074 h 4139424"/>
                <a:gd name="connsiteX32" fmla="*/ 5322336 w 6933990"/>
                <a:gd name="connsiteY32" fmla="*/ 1201606 h 4139424"/>
                <a:gd name="connsiteX33" fmla="*/ 5110669 w 6933990"/>
                <a:gd name="connsiteY33" fmla="*/ 1582606 h 4139424"/>
                <a:gd name="connsiteX34" fmla="*/ 4932869 w 6933990"/>
                <a:gd name="connsiteY34" fmla="*/ 1735007 h 4139424"/>
                <a:gd name="connsiteX35" fmla="*/ 4568803 w 6933990"/>
                <a:gd name="connsiteY35" fmla="*/ 1899622 h 4139424"/>
                <a:gd name="connsiteX36" fmla="*/ 3794103 w 6933990"/>
                <a:gd name="connsiteY36" fmla="*/ 1937239 h 4139424"/>
                <a:gd name="connsiteX37" fmla="*/ 2833136 w 6933990"/>
                <a:gd name="connsiteY37" fmla="*/ 2117820 h 4139424"/>
                <a:gd name="connsiteX38" fmla="*/ 1952603 w 6933990"/>
                <a:gd name="connsiteY38" fmla="*/ 2834769 h 4139424"/>
                <a:gd name="connsiteX39" fmla="*/ 1398036 w 6933990"/>
                <a:gd name="connsiteY39" fmla="*/ 3535847 h 4139424"/>
                <a:gd name="connsiteX40" fmla="*/ 624540 w 6933990"/>
                <a:gd name="connsiteY40" fmla="*/ 4102705 h 4139424"/>
                <a:gd name="connsiteX41" fmla="*/ 141937 w 6933990"/>
                <a:gd name="connsiteY41" fmla="*/ 4081934 h 4139424"/>
                <a:gd name="connsiteX42" fmla="*/ 40339 w 6933990"/>
                <a:gd name="connsiteY42" fmla="*/ 2946174 h 4139424"/>
                <a:gd name="connsiteX43" fmla="*/ 21444 w 6933990"/>
                <a:gd name="connsiteY43" fmla="*/ 2661121 h 4139424"/>
                <a:gd name="connsiteX0" fmla="*/ 21444 w 6933990"/>
                <a:gd name="connsiteY0" fmla="*/ 2661121 h 4139424"/>
                <a:gd name="connsiteX1" fmla="*/ 189921 w 6933990"/>
                <a:gd name="connsiteY1" fmla="*/ 2410723 h 4139424"/>
                <a:gd name="connsiteX2" fmla="*/ 190456 w 6933990"/>
                <a:gd name="connsiteY2" fmla="*/ 3221981 h 4139424"/>
                <a:gd name="connsiteX3" fmla="*/ 257829 w 6933990"/>
                <a:gd name="connsiteY3" fmla="*/ 3926652 h 4139424"/>
                <a:gd name="connsiteX4" fmla="*/ 1085605 w 6933990"/>
                <a:gd name="connsiteY4" fmla="*/ 3574316 h 4139424"/>
                <a:gd name="connsiteX5" fmla="*/ 1884500 w 6933990"/>
                <a:gd name="connsiteY5" fmla="*/ 2715501 h 4139424"/>
                <a:gd name="connsiteX6" fmla="*/ 2270103 w 6933990"/>
                <a:gd name="connsiteY6" fmla="*/ 21396 h 4139424"/>
                <a:gd name="connsiteX7" fmla="*/ 3442736 w 6933990"/>
                <a:gd name="connsiteY7" fmla="*/ 1464073 h 4139424"/>
                <a:gd name="connsiteX8" fmla="*/ 4839736 w 6933990"/>
                <a:gd name="connsiteY8" fmla="*/ 1658807 h 4139424"/>
                <a:gd name="connsiteX9" fmla="*/ 5339269 w 6933990"/>
                <a:gd name="connsiteY9" fmla="*/ 1023807 h 4139424"/>
                <a:gd name="connsiteX10" fmla="*/ 5904420 w 6933990"/>
                <a:gd name="connsiteY10" fmla="*/ 922253 h 4139424"/>
                <a:gd name="connsiteX11" fmla="*/ 6334103 w 6933990"/>
                <a:gd name="connsiteY11" fmla="*/ 1177787 h 4139424"/>
                <a:gd name="connsiteX12" fmla="*/ 6495325 w 6933990"/>
                <a:gd name="connsiteY12" fmla="*/ 1372672 h 4139424"/>
                <a:gd name="connsiteX13" fmla="*/ 6647725 w 6933990"/>
                <a:gd name="connsiteY13" fmla="*/ 1452574 h 4139424"/>
                <a:gd name="connsiteX14" fmla="*/ 6762025 w 6933990"/>
                <a:gd name="connsiteY14" fmla="*/ 1423519 h 4139424"/>
                <a:gd name="connsiteX15" fmla="*/ 6791303 w 6933990"/>
                <a:gd name="connsiteY15" fmla="*/ 1279480 h 4139424"/>
                <a:gd name="connsiteX16" fmla="*/ 6762026 w 6933990"/>
                <a:gd name="connsiteY16" fmla="*/ 1140230 h 4139424"/>
                <a:gd name="connsiteX17" fmla="*/ 6692177 w 6933990"/>
                <a:gd name="connsiteY17" fmla="*/ 1053063 h 4139424"/>
                <a:gd name="connsiteX18" fmla="*/ 6647727 w 6933990"/>
                <a:gd name="connsiteY18" fmla="*/ 944105 h 4139424"/>
                <a:gd name="connsiteX19" fmla="*/ 6628677 w 6933990"/>
                <a:gd name="connsiteY19" fmla="*/ 777035 h 4139424"/>
                <a:gd name="connsiteX20" fmla="*/ 6774726 w 6933990"/>
                <a:gd name="connsiteY20" fmla="*/ 762510 h 4139424"/>
                <a:gd name="connsiteX21" fmla="*/ 6926769 w 6933990"/>
                <a:gd name="connsiteY21" fmla="*/ 775772 h 4139424"/>
                <a:gd name="connsiteX22" fmla="*/ 6908077 w 6933990"/>
                <a:gd name="connsiteY22" fmla="*/ 1002215 h 4139424"/>
                <a:gd name="connsiteX23" fmla="*/ 6863627 w 6933990"/>
                <a:gd name="connsiteY23" fmla="*/ 1154756 h 4139424"/>
                <a:gd name="connsiteX24" fmla="*/ 6850926 w 6933990"/>
                <a:gd name="connsiteY24" fmla="*/ 1408991 h 4139424"/>
                <a:gd name="connsiteX25" fmla="*/ 6774726 w 6933990"/>
                <a:gd name="connsiteY25" fmla="*/ 1525214 h 4139424"/>
                <a:gd name="connsiteX26" fmla="*/ 6664303 w 6933990"/>
                <a:gd name="connsiteY26" fmla="*/ 1546806 h 4139424"/>
                <a:gd name="connsiteX27" fmla="*/ 6450518 w 6933990"/>
                <a:gd name="connsiteY27" fmla="*/ 1462045 h 4139424"/>
                <a:gd name="connsiteX28" fmla="*/ 6184176 w 6933990"/>
                <a:gd name="connsiteY28" fmla="*/ 1147490 h 4139424"/>
                <a:gd name="connsiteX29" fmla="*/ 5946753 w 6933990"/>
                <a:gd name="connsiteY29" fmla="*/ 1026259 h 4139424"/>
                <a:gd name="connsiteX30" fmla="*/ 5622903 w 6933990"/>
                <a:gd name="connsiteY30" fmla="*/ 1006874 h 4139424"/>
                <a:gd name="connsiteX31" fmla="*/ 5440869 w 6933990"/>
                <a:gd name="connsiteY31" fmla="*/ 1083074 h 4139424"/>
                <a:gd name="connsiteX32" fmla="*/ 5322336 w 6933990"/>
                <a:gd name="connsiteY32" fmla="*/ 1201606 h 4139424"/>
                <a:gd name="connsiteX33" fmla="*/ 5110669 w 6933990"/>
                <a:gd name="connsiteY33" fmla="*/ 1582606 h 4139424"/>
                <a:gd name="connsiteX34" fmla="*/ 4932869 w 6933990"/>
                <a:gd name="connsiteY34" fmla="*/ 1735007 h 4139424"/>
                <a:gd name="connsiteX35" fmla="*/ 4568803 w 6933990"/>
                <a:gd name="connsiteY35" fmla="*/ 1899622 h 4139424"/>
                <a:gd name="connsiteX36" fmla="*/ 3794103 w 6933990"/>
                <a:gd name="connsiteY36" fmla="*/ 1937239 h 4139424"/>
                <a:gd name="connsiteX37" fmla="*/ 2833136 w 6933990"/>
                <a:gd name="connsiteY37" fmla="*/ 2117820 h 4139424"/>
                <a:gd name="connsiteX38" fmla="*/ 1952603 w 6933990"/>
                <a:gd name="connsiteY38" fmla="*/ 2834769 h 4139424"/>
                <a:gd name="connsiteX39" fmla="*/ 1398036 w 6933990"/>
                <a:gd name="connsiteY39" fmla="*/ 3535847 h 4139424"/>
                <a:gd name="connsiteX40" fmla="*/ 624540 w 6933990"/>
                <a:gd name="connsiteY40" fmla="*/ 4102705 h 4139424"/>
                <a:gd name="connsiteX41" fmla="*/ 141937 w 6933990"/>
                <a:gd name="connsiteY41" fmla="*/ 4081934 h 4139424"/>
                <a:gd name="connsiteX42" fmla="*/ 40339 w 6933990"/>
                <a:gd name="connsiteY42" fmla="*/ 2946174 h 4139424"/>
                <a:gd name="connsiteX43" fmla="*/ 21444 w 6933990"/>
                <a:gd name="connsiteY43" fmla="*/ 2661121 h 4139424"/>
                <a:gd name="connsiteX0" fmla="*/ 21444 w 6933990"/>
                <a:gd name="connsiteY0" fmla="*/ 2661121 h 4139424"/>
                <a:gd name="connsiteX1" fmla="*/ 189921 w 6933990"/>
                <a:gd name="connsiteY1" fmla="*/ 2410723 h 4139424"/>
                <a:gd name="connsiteX2" fmla="*/ 190456 w 6933990"/>
                <a:gd name="connsiteY2" fmla="*/ 3221981 h 4139424"/>
                <a:gd name="connsiteX3" fmla="*/ 257829 w 6933990"/>
                <a:gd name="connsiteY3" fmla="*/ 3926652 h 4139424"/>
                <a:gd name="connsiteX4" fmla="*/ 1085605 w 6933990"/>
                <a:gd name="connsiteY4" fmla="*/ 3574316 h 4139424"/>
                <a:gd name="connsiteX5" fmla="*/ 1884500 w 6933990"/>
                <a:gd name="connsiteY5" fmla="*/ 2715501 h 4139424"/>
                <a:gd name="connsiteX6" fmla="*/ 2270103 w 6933990"/>
                <a:gd name="connsiteY6" fmla="*/ 21396 h 4139424"/>
                <a:gd name="connsiteX7" fmla="*/ 3442736 w 6933990"/>
                <a:gd name="connsiteY7" fmla="*/ 1464073 h 4139424"/>
                <a:gd name="connsiteX8" fmla="*/ 4839736 w 6933990"/>
                <a:gd name="connsiteY8" fmla="*/ 1658807 h 4139424"/>
                <a:gd name="connsiteX9" fmla="*/ 5339269 w 6933990"/>
                <a:gd name="connsiteY9" fmla="*/ 1023807 h 4139424"/>
                <a:gd name="connsiteX10" fmla="*/ 5904420 w 6933990"/>
                <a:gd name="connsiteY10" fmla="*/ 922253 h 4139424"/>
                <a:gd name="connsiteX11" fmla="*/ 6334103 w 6933990"/>
                <a:gd name="connsiteY11" fmla="*/ 1177787 h 4139424"/>
                <a:gd name="connsiteX12" fmla="*/ 6495325 w 6933990"/>
                <a:gd name="connsiteY12" fmla="*/ 1372672 h 4139424"/>
                <a:gd name="connsiteX13" fmla="*/ 6647725 w 6933990"/>
                <a:gd name="connsiteY13" fmla="*/ 1452574 h 4139424"/>
                <a:gd name="connsiteX14" fmla="*/ 6762025 w 6933990"/>
                <a:gd name="connsiteY14" fmla="*/ 1423519 h 4139424"/>
                <a:gd name="connsiteX15" fmla="*/ 6791303 w 6933990"/>
                <a:gd name="connsiteY15" fmla="*/ 1279480 h 4139424"/>
                <a:gd name="connsiteX16" fmla="*/ 6762026 w 6933990"/>
                <a:gd name="connsiteY16" fmla="*/ 1140230 h 4139424"/>
                <a:gd name="connsiteX17" fmla="*/ 6692177 w 6933990"/>
                <a:gd name="connsiteY17" fmla="*/ 1053063 h 4139424"/>
                <a:gd name="connsiteX18" fmla="*/ 6647727 w 6933990"/>
                <a:gd name="connsiteY18" fmla="*/ 944105 h 4139424"/>
                <a:gd name="connsiteX19" fmla="*/ 6628677 w 6933990"/>
                <a:gd name="connsiteY19" fmla="*/ 777035 h 4139424"/>
                <a:gd name="connsiteX20" fmla="*/ 6774726 w 6933990"/>
                <a:gd name="connsiteY20" fmla="*/ 762510 h 4139424"/>
                <a:gd name="connsiteX21" fmla="*/ 6926769 w 6933990"/>
                <a:gd name="connsiteY21" fmla="*/ 775772 h 4139424"/>
                <a:gd name="connsiteX22" fmla="*/ 6908077 w 6933990"/>
                <a:gd name="connsiteY22" fmla="*/ 1002215 h 4139424"/>
                <a:gd name="connsiteX23" fmla="*/ 6863627 w 6933990"/>
                <a:gd name="connsiteY23" fmla="*/ 1154756 h 4139424"/>
                <a:gd name="connsiteX24" fmla="*/ 6850926 w 6933990"/>
                <a:gd name="connsiteY24" fmla="*/ 1408991 h 4139424"/>
                <a:gd name="connsiteX25" fmla="*/ 6774726 w 6933990"/>
                <a:gd name="connsiteY25" fmla="*/ 1525214 h 4139424"/>
                <a:gd name="connsiteX26" fmla="*/ 6664303 w 6933990"/>
                <a:gd name="connsiteY26" fmla="*/ 1546806 h 4139424"/>
                <a:gd name="connsiteX27" fmla="*/ 6450518 w 6933990"/>
                <a:gd name="connsiteY27" fmla="*/ 1462045 h 4139424"/>
                <a:gd name="connsiteX28" fmla="*/ 6184176 w 6933990"/>
                <a:gd name="connsiteY28" fmla="*/ 1147490 h 4139424"/>
                <a:gd name="connsiteX29" fmla="*/ 5946753 w 6933990"/>
                <a:gd name="connsiteY29" fmla="*/ 1026259 h 4139424"/>
                <a:gd name="connsiteX30" fmla="*/ 5622903 w 6933990"/>
                <a:gd name="connsiteY30" fmla="*/ 1006874 h 4139424"/>
                <a:gd name="connsiteX31" fmla="*/ 5440869 w 6933990"/>
                <a:gd name="connsiteY31" fmla="*/ 1083074 h 4139424"/>
                <a:gd name="connsiteX32" fmla="*/ 5322336 w 6933990"/>
                <a:gd name="connsiteY32" fmla="*/ 1201606 h 4139424"/>
                <a:gd name="connsiteX33" fmla="*/ 5110669 w 6933990"/>
                <a:gd name="connsiteY33" fmla="*/ 1582606 h 4139424"/>
                <a:gd name="connsiteX34" fmla="*/ 4932869 w 6933990"/>
                <a:gd name="connsiteY34" fmla="*/ 1735007 h 4139424"/>
                <a:gd name="connsiteX35" fmla="*/ 4568803 w 6933990"/>
                <a:gd name="connsiteY35" fmla="*/ 1899622 h 4139424"/>
                <a:gd name="connsiteX36" fmla="*/ 3794103 w 6933990"/>
                <a:gd name="connsiteY36" fmla="*/ 1937239 h 4139424"/>
                <a:gd name="connsiteX37" fmla="*/ 2833136 w 6933990"/>
                <a:gd name="connsiteY37" fmla="*/ 2117820 h 4139424"/>
                <a:gd name="connsiteX38" fmla="*/ 1952603 w 6933990"/>
                <a:gd name="connsiteY38" fmla="*/ 2834769 h 4139424"/>
                <a:gd name="connsiteX39" fmla="*/ 1398036 w 6933990"/>
                <a:gd name="connsiteY39" fmla="*/ 3535847 h 4139424"/>
                <a:gd name="connsiteX40" fmla="*/ 624540 w 6933990"/>
                <a:gd name="connsiteY40" fmla="*/ 4102705 h 4139424"/>
                <a:gd name="connsiteX41" fmla="*/ 141937 w 6933990"/>
                <a:gd name="connsiteY41" fmla="*/ 4081934 h 4139424"/>
                <a:gd name="connsiteX42" fmla="*/ 40339 w 6933990"/>
                <a:gd name="connsiteY42" fmla="*/ 2946174 h 4139424"/>
                <a:gd name="connsiteX43" fmla="*/ 21444 w 6933990"/>
                <a:gd name="connsiteY43" fmla="*/ 2661121 h 4139424"/>
                <a:gd name="connsiteX0" fmla="*/ 21444 w 6933990"/>
                <a:gd name="connsiteY0" fmla="*/ 2661121 h 4139424"/>
                <a:gd name="connsiteX1" fmla="*/ 189921 w 6933990"/>
                <a:gd name="connsiteY1" fmla="*/ 2410723 h 4139424"/>
                <a:gd name="connsiteX2" fmla="*/ 190456 w 6933990"/>
                <a:gd name="connsiteY2" fmla="*/ 3221981 h 4139424"/>
                <a:gd name="connsiteX3" fmla="*/ 257829 w 6933990"/>
                <a:gd name="connsiteY3" fmla="*/ 3926652 h 4139424"/>
                <a:gd name="connsiteX4" fmla="*/ 1085605 w 6933990"/>
                <a:gd name="connsiteY4" fmla="*/ 3574316 h 4139424"/>
                <a:gd name="connsiteX5" fmla="*/ 1884500 w 6933990"/>
                <a:gd name="connsiteY5" fmla="*/ 2715501 h 4139424"/>
                <a:gd name="connsiteX6" fmla="*/ 2270103 w 6933990"/>
                <a:gd name="connsiteY6" fmla="*/ 21396 h 4139424"/>
                <a:gd name="connsiteX7" fmla="*/ 3442736 w 6933990"/>
                <a:gd name="connsiteY7" fmla="*/ 1464073 h 4139424"/>
                <a:gd name="connsiteX8" fmla="*/ 4839736 w 6933990"/>
                <a:gd name="connsiteY8" fmla="*/ 1658807 h 4139424"/>
                <a:gd name="connsiteX9" fmla="*/ 5339269 w 6933990"/>
                <a:gd name="connsiteY9" fmla="*/ 1023807 h 4139424"/>
                <a:gd name="connsiteX10" fmla="*/ 5904420 w 6933990"/>
                <a:gd name="connsiteY10" fmla="*/ 922253 h 4139424"/>
                <a:gd name="connsiteX11" fmla="*/ 6334103 w 6933990"/>
                <a:gd name="connsiteY11" fmla="*/ 1177787 h 4139424"/>
                <a:gd name="connsiteX12" fmla="*/ 6495325 w 6933990"/>
                <a:gd name="connsiteY12" fmla="*/ 1372672 h 4139424"/>
                <a:gd name="connsiteX13" fmla="*/ 6647725 w 6933990"/>
                <a:gd name="connsiteY13" fmla="*/ 1452574 h 4139424"/>
                <a:gd name="connsiteX14" fmla="*/ 6762025 w 6933990"/>
                <a:gd name="connsiteY14" fmla="*/ 1423519 h 4139424"/>
                <a:gd name="connsiteX15" fmla="*/ 6791303 w 6933990"/>
                <a:gd name="connsiteY15" fmla="*/ 1279480 h 4139424"/>
                <a:gd name="connsiteX16" fmla="*/ 6762026 w 6933990"/>
                <a:gd name="connsiteY16" fmla="*/ 1140230 h 4139424"/>
                <a:gd name="connsiteX17" fmla="*/ 6692177 w 6933990"/>
                <a:gd name="connsiteY17" fmla="*/ 1053063 h 4139424"/>
                <a:gd name="connsiteX18" fmla="*/ 6647727 w 6933990"/>
                <a:gd name="connsiteY18" fmla="*/ 944105 h 4139424"/>
                <a:gd name="connsiteX19" fmla="*/ 6628677 w 6933990"/>
                <a:gd name="connsiteY19" fmla="*/ 777035 h 4139424"/>
                <a:gd name="connsiteX20" fmla="*/ 6774726 w 6933990"/>
                <a:gd name="connsiteY20" fmla="*/ 762510 h 4139424"/>
                <a:gd name="connsiteX21" fmla="*/ 6926769 w 6933990"/>
                <a:gd name="connsiteY21" fmla="*/ 775772 h 4139424"/>
                <a:gd name="connsiteX22" fmla="*/ 6908077 w 6933990"/>
                <a:gd name="connsiteY22" fmla="*/ 1002215 h 4139424"/>
                <a:gd name="connsiteX23" fmla="*/ 6863627 w 6933990"/>
                <a:gd name="connsiteY23" fmla="*/ 1154756 h 4139424"/>
                <a:gd name="connsiteX24" fmla="*/ 6850926 w 6933990"/>
                <a:gd name="connsiteY24" fmla="*/ 1408991 h 4139424"/>
                <a:gd name="connsiteX25" fmla="*/ 6774726 w 6933990"/>
                <a:gd name="connsiteY25" fmla="*/ 1525214 h 4139424"/>
                <a:gd name="connsiteX26" fmla="*/ 6664303 w 6933990"/>
                <a:gd name="connsiteY26" fmla="*/ 1546806 h 4139424"/>
                <a:gd name="connsiteX27" fmla="*/ 6450518 w 6933990"/>
                <a:gd name="connsiteY27" fmla="*/ 1462045 h 4139424"/>
                <a:gd name="connsiteX28" fmla="*/ 6184176 w 6933990"/>
                <a:gd name="connsiteY28" fmla="*/ 1147490 h 4139424"/>
                <a:gd name="connsiteX29" fmla="*/ 5946753 w 6933990"/>
                <a:gd name="connsiteY29" fmla="*/ 1026259 h 4139424"/>
                <a:gd name="connsiteX30" fmla="*/ 5622903 w 6933990"/>
                <a:gd name="connsiteY30" fmla="*/ 1006874 h 4139424"/>
                <a:gd name="connsiteX31" fmla="*/ 5440869 w 6933990"/>
                <a:gd name="connsiteY31" fmla="*/ 1083074 h 4139424"/>
                <a:gd name="connsiteX32" fmla="*/ 5322336 w 6933990"/>
                <a:gd name="connsiteY32" fmla="*/ 1201606 h 4139424"/>
                <a:gd name="connsiteX33" fmla="*/ 5110669 w 6933990"/>
                <a:gd name="connsiteY33" fmla="*/ 1582606 h 4139424"/>
                <a:gd name="connsiteX34" fmla="*/ 4932869 w 6933990"/>
                <a:gd name="connsiteY34" fmla="*/ 1735007 h 4139424"/>
                <a:gd name="connsiteX35" fmla="*/ 4568803 w 6933990"/>
                <a:gd name="connsiteY35" fmla="*/ 1899622 h 4139424"/>
                <a:gd name="connsiteX36" fmla="*/ 3794103 w 6933990"/>
                <a:gd name="connsiteY36" fmla="*/ 1937239 h 4139424"/>
                <a:gd name="connsiteX37" fmla="*/ 2833136 w 6933990"/>
                <a:gd name="connsiteY37" fmla="*/ 2117820 h 4139424"/>
                <a:gd name="connsiteX38" fmla="*/ 1952603 w 6933990"/>
                <a:gd name="connsiteY38" fmla="*/ 2834769 h 4139424"/>
                <a:gd name="connsiteX39" fmla="*/ 1398036 w 6933990"/>
                <a:gd name="connsiteY39" fmla="*/ 3535847 h 4139424"/>
                <a:gd name="connsiteX40" fmla="*/ 624540 w 6933990"/>
                <a:gd name="connsiteY40" fmla="*/ 4102705 h 4139424"/>
                <a:gd name="connsiteX41" fmla="*/ 141937 w 6933990"/>
                <a:gd name="connsiteY41" fmla="*/ 4081934 h 4139424"/>
                <a:gd name="connsiteX42" fmla="*/ 40339 w 6933990"/>
                <a:gd name="connsiteY42" fmla="*/ 2946174 h 4139424"/>
                <a:gd name="connsiteX43" fmla="*/ 21444 w 6933990"/>
                <a:gd name="connsiteY43" fmla="*/ 2661121 h 4139424"/>
                <a:gd name="connsiteX0" fmla="*/ 21444 w 6933990"/>
                <a:gd name="connsiteY0" fmla="*/ 2661121 h 4139424"/>
                <a:gd name="connsiteX1" fmla="*/ 189921 w 6933990"/>
                <a:gd name="connsiteY1" fmla="*/ 2410723 h 4139424"/>
                <a:gd name="connsiteX2" fmla="*/ 190456 w 6933990"/>
                <a:gd name="connsiteY2" fmla="*/ 3221981 h 4139424"/>
                <a:gd name="connsiteX3" fmla="*/ 257829 w 6933990"/>
                <a:gd name="connsiteY3" fmla="*/ 3926652 h 4139424"/>
                <a:gd name="connsiteX4" fmla="*/ 1085605 w 6933990"/>
                <a:gd name="connsiteY4" fmla="*/ 3574316 h 4139424"/>
                <a:gd name="connsiteX5" fmla="*/ 1884500 w 6933990"/>
                <a:gd name="connsiteY5" fmla="*/ 2715501 h 4139424"/>
                <a:gd name="connsiteX6" fmla="*/ 2270103 w 6933990"/>
                <a:gd name="connsiteY6" fmla="*/ 21396 h 4139424"/>
                <a:gd name="connsiteX7" fmla="*/ 3442736 w 6933990"/>
                <a:gd name="connsiteY7" fmla="*/ 1464073 h 4139424"/>
                <a:gd name="connsiteX8" fmla="*/ 4839736 w 6933990"/>
                <a:gd name="connsiteY8" fmla="*/ 1658807 h 4139424"/>
                <a:gd name="connsiteX9" fmla="*/ 5339269 w 6933990"/>
                <a:gd name="connsiteY9" fmla="*/ 1023807 h 4139424"/>
                <a:gd name="connsiteX10" fmla="*/ 5904420 w 6933990"/>
                <a:gd name="connsiteY10" fmla="*/ 922253 h 4139424"/>
                <a:gd name="connsiteX11" fmla="*/ 6334103 w 6933990"/>
                <a:gd name="connsiteY11" fmla="*/ 1177787 h 4139424"/>
                <a:gd name="connsiteX12" fmla="*/ 6495325 w 6933990"/>
                <a:gd name="connsiteY12" fmla="*/ 1372672 h 4139424"/>
                <a:gd name="connsiteX13" fmla="*/ 6647725 w 6933990"/>
                <a:gd name="connsiteY13" fmla="*/ 1452574 h 4139424"/>
                <a:gd name="connsiteX14" fmla="*/ 6762025 w 6933990"/>
                <a:gd name="connsiteY14" fmla="*/ 1423519 h 4139424"/>
                <a:gd name="connsiteX15" fmla="*/ 6791303 w 6933990"/>
                <a:gd name="connsiteY15" fmla="*/ 1279480 h 4139424"/>
                <a:gd name="connsiteX16" fmla="*/ 6762026 w 6933990"/>
                <a:gd name="connsiteY16" fmla="*/ 1140230 h 4139424"/>
                <a:gd name="connsiteX17" fmla="*/ 6692177 w 6933990"/>
                <a:gd name="connsiteY17" fmla="*/ 1053063 h 4139424"/>
                <a:gd name="connsiteX18" fmla="*/ 6647727 w 6933990"/>
                <a:gd name="connsiteY18" fmla="*/ 944105 h 4139424"/>
                <a:gd name="connsiteX19" fmla="*/ 6628677 w 6933990"/>
                <a:gd name="connsiteY19" fmla="*/ 777035 h 4139424"/>
                <a:gd name="connsiteX20" fmla="*/ 6774726 w 6933990"/>
                <a:gd name="connsiteY20" fmla="*/ 762510 h 4139424"/>
                <a:gd name="connsiteX21" fmla="*/ 6926769 w 6933990"/>
                <a:gd name="connsiteY21" fmla="*/ 775772 h 4139424"/>
                <a:gd name="connsiteX22" fmla="*/ 6908077 w 6933990"/>
                <a:gd name="connsiteY22" fmla="*/ 1002215 h 4139424"/>
                <a:gd name="connsiteX23" fmla="*/ 6863627 w 6933990"/>
                <a:gd name="connsiteY23" fmla="*/ 1154756 h 4139424"/>
                <a:gd name="connsiteX24" fmla="*/ 6850926 w 6933990"/>
                <a:gd name="connsiteY24" fmla="*/ 1408991 h 4139424"/>
                <a:gd name="connsiteX25" fmla="*/ 6774726 w 6933990"/>
                <a:gd name="connsiteY25" fmla="*/ 1525214 h 4139424"/>
                <a:gd name="connsiteX26" fmla="*/ 6664303 w 6933990"/>
                <a:gd name="connsiteY26" fmla="*/ 1546806 h 4139424"/>
                <a:gd name="connsiteX27" fmla="*/ 6450518 w 6933990"/>
                <a:gd name="connsiteY27" fmla="*/ 1462045 h 4139424"/>
                <a:gd name="connsiteX28" fmla="*/ 6184176 w 6933990"/>
                <a:gd name="connsiteY28" fmla="*/ 1147490 h 4139424"/>
                <a:gd name="connsiteX29" fmla="*/ 5946753 w 6933990"/>
                <a:gd name="connsiteY29" fmla="*/ 1026259 h 4139424"/>
                <a:gd name="connsiteX30" fmla="*/ 5622903 w 6933990"/>
                <a:gd name="connsiteY30" fmla="*/ 1006874 h 4139424"/>
                <a:gd name="connsiteX31" fmla="*/ 5440869 w 6933990"/>
                <a:gd name="connsiteY31" fmla="*/ 1083074 h 4139424"/>
                <a:gd name="connsiteX32" fmla="*/ 5322336 w 6933990"/>
                <a:gd name="connsiteY32" fmla="*/ 1201606 h 4139424"/>
                <a:gd name="connsiteX33" fmla="*/ 5110669 w 6933990"/>
                <a:gd name="connsiteY33" fmla="*/ 1582606 h 4139424"/>
                <a:gd name="connsiteX34" fmla="*/ 4932869 w 6933990"/>
                <a:gd name="connsiteY34" fmla="*/ 1735007 h 4139424"/>
                <a:gd name="connsiteX35" fmla="*/ 4568803 w 6933990"/>
                <a:gd name="connsiteY35" fmla="*/ 1899622 h 4139424"/>
                <a:gd name="connsiteX36" fmla="*/ 3794103 w 6933990"/>
                <a:gd name="connsiteY36" fmla="*/ 1937239 h 4139424"/>
                <a:gd name="connsiteX37" fmla="*/ 2833136 w 6933990"/>
                <a:gd name="connsiteY37" fmla="*/ 2117820 h 4139424"/>
                <a:gd name="connsiteX38" fmla="*/ 1952603 w 6933990"/>
                <a:gd name="connsiteY38" fmla="*/ 2834769 h 4139424"/>
                <a:gd name="connsiteX39" fmla="*/ 1398036 w 6933990"/>
                <a:gd name="connsiteY39" fmla="*/ 3535847 h 4139424"/>
                <a:gd name="connsiteX40" fmla="*/ 624540 w 6933990"/>
                <a:gd name="connsiteY40" fmla="*/ 4102705 h 4139424"/>
                <a:gd name="connsiteX41" fmla="*/ 141937 w 6933990"/>
                <a:gd name="connsiteY41" fmla="*/ 4081934 h 4139424"/>
                <a:gd name="connsiteX42" fmla="*/ 40339 w 6933990"/>
                <a:gd name="connsiteY42" fmla="*/ 2946174 h 4139424"/>
                <a:gd name="connsiteX43" fmla="*/ 21444 w 6933990"/>
                <a:gd name="connsiteY43" fmla="*/ 2661121 h 4139424"/>
                <a:gd name="connsiteX0" fmla="*/ 21444 w 6933990"/>
                <a:gd name="connsiteY0" fmla="*/ 2661121 h 4139424"/>
                <a:gd name="connsiteX1" fmla="*/ 189921 w 6933990"/>
                <a:gd name="connsiteY1" fmla="*/ 2410723 h 4139424"/>
                <a:gd name="connsiteX2" fmla="*/ 190456 w 6933990"/>
                <a:gd name="connsiteY2" fmla="*/ 3221981 h 4139424"/>
                <a:gd name="connsiteX3" fmla="*/ 257829 w 6933990"/>
                <a:gd name="connsiteY3" fmla="*/ 3926652 h 4139424"/>
                <a:gd name="connsiteX4" fmla="*/ 1085605 w 6933990"/>
                <a:gd name="connsiteY4" fmla="*/ 3574316 h 4139424"/>
                <a:gd name="connsiteX5" fmla="*/ 1884500 w 6933990"/>
                <a:gd name="connsiteY5" fmla="*/ 2715501 h 4139424"/>
                <a:gd name="connsiteX6" fmla="*/ 2270103 w 6933990"/>
                <a:gd name="connsiteY6" fmla="*/ 21396 h 4139424"/>
                <a:gd name="connsiteX7" fmla="*/ 3442736 w 6933990"/>
                <a:gd name="connsiteY7" fmla="*/ 1464073 h 4139424"/>
                <a:gd name="connsiteX8" fmla="*/ 4839736 w 6933990"/>
                <a:gd name="connsiteY8" fmla="*/ 1658807 h 4139424"/>
                <a:gd name="connsiteX9" fmla="*/ 5339269 w 6933990"/>
                <a:gd name="connsiteY9" fmla="*/ 1023807 h 4139424"/>
                <a:gd name="connsiteX10" fmla="*/ 5904420 w 6933990"/>
                <a:gd name="connsiteY10" fmla="*/ 922253 h 4139424"/>
                <a:gd name="connsiteX11" fmla="*/ 6334103 w 6933990"/>
                <a:gd name="connsiteY11" fmla="*/ 1177787 h 4139424"/>
                <a:gd name="connsiteX12" fmla="*/ 6495325 w 6933990"/>
                <a:gd name="connsiteY12" fmla="*/ 1372672 h 4139424"/>
                <a:gd name="connsiteX13" fmla="*/ 6647725 w 6933990"/>
                <a:gd name="connsiteY13" fmla="*/ 1452574 h 4139424"/>
                <a:gd name="connsiteX14" fmla="*/ 6762025 w 6933990"/>
                <a:gd name="connsiteY14" fmla="*/ 1423519 h 4139424"/>
                <a:gd name="connsiteX15" fmla="*/ 6791303 w 6933990"/>
                <a:gd name="connsiteY15" fmla="*/ 1279480 h 4139424"/>
                <a:gd name="connsiteX16" fmla="*/ 6762026 w 6933990"/>
                <a:gd name="connsiteY16" fmla="*/ 1140230 h 4139424"/>
                <a:gd name="connsiteX17" fmla="*/ 6692177 w 6933990"/>
                <a:gd name="connsiteY17" fmla="*/ 1053063 h 4139424"/>
                <a:gd name="connsiteX18" fmla="*/ 6647727 w 6933990"/>
                <a:gd name="connsiteY18" fmla="*/ 944105 h 4139424"/>
                <a:gd name="connsiteX19" fmla="*/ 6628677 w 6933990"/>
                <a:gd name="connsiteY19" fmla="*/ 777035 h 4139424"/>
                <a:gd name="connsiteX20" fmla="*/ 6774726 w 6933990"/>
                <a:gd name="connsiteY20" fmla="*/ 762510 h 4139424"/>
                <a:gd name="connsiteX21" fmla="*/ 6926769 w 6933990"/>
                <a:gd name="connsiteY21" fmla="*/ 775772 h 4139424"/>
                <a:gd name="connsiteX22" fmla="*/ 6908077 w 6933990"/>
                <a:gd name="connsiteY22" fmla="*/ 1002215 h 4139424"/>
                <a:gd name="connsiteX23" fmla="*/ 6863627 w 6933990"/>
                <a:gd name="connsiteY23" fmla="*/ 1154756 h 4139424"/>
                <a:gd name="connsiteX24" fmla="*/ 6850926 w 6933990"/>
                <a:gd name="connsiteY24" fmla="*/ 1408991 h 4139424"/>
                <a:gd name="connsiteX25" fmla="*/ 6774726 w 6933990"/>
                <a:gd name="connsiteY25" fmla="*/ 1525214 h 4139424"/>
                <a:gd name="connsiteX26" fmla="*/ 6664303 w 6933990"/>
                <a:gd name="connsiteY26" fmla="*/ 1546806 h 4139424"/>
                <a:gd name="connsiteX27" fmla="*/ 6450518 w 6933990"/>
                <a:gd name="connsiteY27" fmla="*/ 1462045 h 4139424"/>
                <a:gd name="connsiteX28" fmla="*/ 6184176 w 6933990"/>
                <a:gd name="connsiteY28" fmla="*/ 1147490 h 4139424"/>
                <a:gd name="connsiteX29" fmla="*/ 5946753 w 6933990"/>
                <a:gd name="connsiteY29" fmla="*/ 1026259 h 4139424"/>
                <a:gd name="connsiteX30" fmla="*/ 5622903 w 6933990"/>
                <a:gd name="connsiteY30" fmla="*/ 1006874 h 4139424"/>
                <a:gd name="connsiteX31" fmla="*/ 5440869 w 6933990"/>
                <a:gd name="connsiteY31" fmla="*/ 1083074 h 4139424"/>
                <a:gd name="connsiteX32" fmla="*/ 5322336 w 6933990"/>
                <a:gd name="connsiteY32" fmla="*/ 1201606 h 4139424"/>
                <a:gd name="connsiteX33" fmla="*/ 5110669 w 6933990"/>
                <a:gd name="connsiteY33" fmla="*/ 1582606 h 4139424"/>
                <a:gd name="connsiteX34" fmla="*/ 4932869 w 6933990"/>
                <a:gd name="connsiteY34" fmla="*/ 1735007 h 4139424"/>
                <a:gd name="connsiteX35" fmla="*/ 4568803 w 6933990"/>
                <a:gd name="connsiteY35" fmla="*/ 1899622 h 4139424"/>
                <a:gd name="connsiteX36" fmla="*/ 3794103 w 6933990"/>
                <a:gd name="connsiteY36" fmla="*/ 1937239 h 4139424"/>
                <a:gd name="connsiteX37" fmla="*/ 2833136 w 6933990"/>
                <a:gd name="connsiteY37" fmla="*/ 2117820 h 4139424"/>
                <a:gd name="connsiteX38" fmla="*/ 1952603 w 6933990"/>
                <a:gd name="connsiteY38" fmla="*/ 2834769 h 4139424"/>
                <a:gd name="connsiteX39" fmla="*/ 1398036 w 6933990"/>
                <a:gd name="connsiteY39" fmla="*/ 3535847 h 4139424"/>
                <a:gd name="connsiteX40" fmla="*/ 624540 w 6933990"/>
                <a:gd name="connsiteY40" fmla="*/ 4102705 h 4139424"/>
                <a:gd name="connsiteX41" fmla="*/ 141937 w 6933990"/>
                <a:gd name="connsiteY41" fmla="*/ 4081934 h 4139424"/>
                <a:gd name="connsiteX42" fmla="*/ 40339 w 6933990"/>
                <a:gd name="connsiteY42" fmla="*/ 2946174 h 4139424"/>
                <a:gd name="connsiteX43" fmla="*/ 21444 w 6933990"/>
                <a:gd name="connsiteY43" fmla="*/ 2661121 h 4139424"/>
                <a:gd name="connsiteX0" fmla="*/ 21444 w 6933990"/>
                <a:gd name="connsiteY0" fmla="*/ 2661121 h 4139424"/>
                <a:gd name="connsiteX1" fmla="*/ 189921 w 6933990"/>
                <a:gd name="connsiteY1" fmla="*/ 2410723 h 4139424"/>
                <a:gd name="connsiteX2" fmla="*/ 190456 w 6933990"/>
                <a:gd name="connsiteY2" fmla="*/ 3221981 h 4139424"/>
                <a:gd name="connsiteX3" fmla="*/ 257829 w 6933990"/>
                <a:gd name="connsiteY3" fmla="*/ 3926652 h 4139424"/>
                <a:gd name="connsiteX4" fmla="*/ 1085605 w 6933990"/>
                <a:gd name="connsiteY4" fmla="*/ 3574316 h 4139424"/>
                <a:gd name="connsiteX5" fmla="*/ 1884500 w 6933990"/>
                <a:gd name="connsiteY5" fmla="*/ 2715501 h 4139424"/>
                <a:gd name="connsiteX6" fmla="*/ 2270103 w 6933990"/>
                <a:gd name="connsiteY6" fmla="*/ 21396 h 4139424"/>
                <a:gd name="connsiteX7" fmla="*/ 3442736 w 6933990"/>
                <a:gd name="connsiteY7" fmla="*/ 1464073 h 4139424"/>
                <a:gd name="connsiteX8" fmla="*/ 4839736 w 6933990"/>
                <a:gd name="connsiteY8" fmla="*/ 1658807 h 4139424"/>
                <a:gd name="connsiteX9" fmla="*/ 5339269 w 6933990"/>
                <a:gd name="connsiteY9" fmla="*/ 1023807 h 4139424"/>
                <a:gd name="connsiteX10" fmla="*/ 5904420 w 6933990"/>
                <a:gd name="connsiteY10" fmla="*/ 922253 h 4139424"/>
                <a:gd name="connsiteX11" fmla="*/ 6334103 w 6933990"/>
                <a:gd name="connsiteY11" fmla="*/ 1177787 h 4139424"/>
                <a:gd name="connsiteX12" fmla="*/ 6495325 w 6933990"/>
                <a:gd name="connsiteY12" fmla="*/ 1372672 h 4139424"/>
                <a:gd name="connsiteX13" fmla="*/ 6647725 w 6933990"/>
                <a:gd name="connsiteY13" fmla="*/ 1452574 h 4139424"/>
                <a:gd name="connsiteX14" fmla="*/ 6762025 w 6933990"/>
                <a:gd name="connsiteY14" fmla="*/ 1423519 h 4139424"/>
                <a:gd name="connsiteX15" fmla="*/ 6791303 w 6933990"/>
                <a:gd name="connsiteY15" fmla="*/ 1279480 h 4139424"/>
                <a:gd name="connsiteX16" fmla="*/ 6762026 w 6933990"/>
                <a:gd name="connsiteY16" fmla="*/ 1140230 h 4139424"/>
                <a:gd name="connsiteX17" fmla="*/ 6692177 w 6933990"/>
                <a:gd name="connsiteY17" fmla="*/ 1053063 h 4139424"/>
                <a:gd name="connsiteX18" fmla="*/ 6647727 w 6933990"/>
                <a:gd name="connsiteY18" fmla="*/ 944105 h 4139424"/>
                <a:gd name="connsiteX19" fmla="*/ 6628677 w 6933990"/>
                <a:gd name="connsiteY19" fmla="*/ 777035 h 4139424"/>
                <a:gd name="connsiteX20" fmla="*/ 6774726 w 6933990"/>
                <a:gd name="connsiteY20" fmla="*/ 762510 h 4139424"/>
                <a:gd name="connsiteX21" fmla="*/ 6926769 w 6933990"/>
                <a:gd name="connsiteY21" fmla="*/ 775772 h 4139424"/>
                <a:gd name="connsiteX22" fmla="*/ 6908077 w 6933990"/>
                <a:gd name="connsiteY22" fmla="*/ 1002215 h 4139424"/>
                <a:gd name="connsiteX23" fmla="*/ 6863627 w 6933990"/>
                <a:gd name="connsiteY23" fmla="*/ 1154756 h 4139424"/>
                <a:gd name="connsiteX24" fmla="*/ 6850926 w 6933990"/>
                <a:gd name="connsiteY24" fmla="*/ 1408991 h 4139424"/>
                <a:gd name="connsiteX25" fmla="*/ 6774726 w 6933990"/>
                <a:gd name="connsiteY25" fmla="*/ 1525214 h 4139424"/>
                <a:gd name="connsiteX26" fmla="*/ 6664303 w 6933990"/>
                <a:gd name="connsiteY26" fmla="*/ 1546806 h 4139424"/>
                <a:gd name="connsiteX27" fmla="*/ 6450518 w 6933990"/>
                <a:gd name="connsiteY27" fmla="*/ 1462045 h 4139424"/>
                <a:gd name="connsiteX28" fmla="*/ 6184176 w 6933990"/>
                <a:gd name="connsiteY28" fmla="*/ 1147490 h 4139424"/>
                <a:gd name="connsiteX29" fmla="*/ 5946753 w 6933990"/>
                <a:gd name="connsiteY29" fmla="*/ 1026259 h 4139424"/>
                <a:gd name="connsiteX30" fmla="*/ 5622903 w 6933990"/>
                <a:gd name="connsiteY30" fmla="*/ 1006874 h 4139424"/>
                <a:gd name="connsiteX31" fmla="*/ 5440869 w 6933990"/>
                <a:gd name="connsiteY31" fmla="*/ 1083074 h 4139424"/>
                <a:gd name="connsiteX32" fmla="*/ 5322336 w 6933990"/>
                <a:gd name="connsiteY32" fmla="*/ 1201606 h 4139424"/>
                <a:gd name="connsiteX33" fmla="*/ 5110669 w 6933990"/>
                <a:gd name="connsiteY33" fmla="*/ 1582606 h 4139424"/>
                <a:gd name="connsiteX34" fmla="*/ 4932869 w 6933990"/>
                <a:gd name="connsiteY34" fmla="*/ 1735007 h 4139424"/>
                <a:gd name="connsiteX35" fmla="*/ 4568803 w 6933990"/>
                <a:gd name="connsiteY35" fmla="*/ 1899622 h 4139424"/>
                <a:gd name="connsiteX36" fmla="*/ 3794103 w 6933990"/>
                <a:gd name="connsiteY36" fmla="*/ 1937239 h 4139424"/>
                <a:gd name="connsiteX37" fmla="*/ 2833136 w 6933990"/>
                <a:gd name="connsiteY37" fmla="*/ 2117820 h 4139424"/>
                <a:gd name="connsiteX38" fmla="*/ 1952603 w 6933990"/>
                <a:gd name="connsiteY38" fmla="*/ 2834769 h 4139424"/>
                <a:gd name="connsiteX39" fmla="*/ 1398036 w 6933990"/>
                <a:gd name="connsiteY39" fmla="*/ 3535847 h 4139424"/>
                <a:gd name="connsiteX40" fmla="*/ 624540 w 6933990"/>
                <a:gd name="connsiteY40" fmla="*/ 4102705 h 4139424"/>
                <a:gd name="connsiteX41" fmla="*/ 141937 w 6933990"/>
                <a:gd name="connsiteY41" fmla="*/ 4081934 h 4139424"/>
                <a:gd name="connsiteX42" fmla="*/ 40339 w 6933990"/>
                <a:gd name="connsiteY42" fmla="*/ 2946174 h 4139424"/>
                <a:gd name="connsiteX43" fmla="*/ 21444 w 6933990"/>
                <a:gd name="connsiteY43" fmla="*/ 2661121 h 4139424"/>
                <a:gd name="connsiteX0" fmla="*/ 21444 w 6933990"/>
                <a:gd name="connsiteY0" fmla="*/ 2661121 h 4082491"/>
                <a:gd name="connsiteX1" fmla="*/ 189921 w 6933990"/>
                <a:gd name="connsiteY1" fmla="*/ 2410723 h 4082491"/>
                <a:gd name="connsiteX2" fmla="*/ 190456 w 6933990"/>
                <a:gd name="connsiteY2" fmla="*/ 3221981 h 4082491"/>
                <a:gd name="connsiteX3" fmla="*/ 257829 w 6933990"/>
                <a:gd name="connsiteY3" fmla="*/ 3926652 h 4082491"/>
                <a:gd name="connsiteX4" fmla="*/ 1085605 w 6933990"/>
                <a:gd name="connsiteY4" fmla="*/ 3574316 h 4082491"/>
                <a:gd name="connsiteX5" fmla="*/ 1884500 w 6933990"/>
                <a:gd name="connsiteY5" fmla="*/ 2715501 h 4082491"/>
                <a:gd name="connsiteX6" fmla="*/ 2270103 w 6933990"/>
                <a:gd name="connsiteY6" fmla="*/ 21396 h 4082491"/>
                <a:gd name="connsiteX7" fmla="*/ 3442736 w 6933990"/>
                <a:gd name="connsiteY7" fmla="*/ 1464073 h 4082491"/>
                <a:gd name="connsiteX8" fmla="*/ 4839736 w 6933990"/>
                <a:gd name="connsiteY8" fmla="*/ 1658807 h 4082491"/>
                <a:gd name="connsiteX9" fmla="*/ 5339269 w 6933990"/>
                <a:gd name="connsiteY9" fmla="*/ 1023807 h 4082491"/>
                <a:gd name="connsiteX10" fmla="*/ 5904420 w 6933990"/>
                <a:gd name="connsiteY10" fmla="*/ 922253 h 4082491"/>
                <a:gd name="connsiteX11" fmla="*/ 6334103 w 6933990"/>
                <a:gd name="connsiteY11" fmla="*/ 1177787 h 4082491"/>
                <a:gd name="connsiteX12" fmla="*/ 6495325 w 6933990"/>
                <a:gd name="connsiteY12" fmla="*/ 1372672 h 4082491"/>
                <a:gd name="connsiteX13" fmla="*/ 6647725 w 6933990"/>
                <a:gd name="connsiteY13" fmla="*/ 1452574 h 4082491"/>
                <a:gd name="connsiteX14" fmla="*/ 6762025 w 6933990"/>
                <a:gd name="connsiteY14" fmla="*/ 1423519 h 4082491"/>
                <a:gd name="connsiteX15" fmla="*/ 6791303 w 6933990"/>
                <a:gd name="connsiteY15" fmla="*/ 1279480 h 4082491"/>
                <a:gd name="connsiteX16" fmla="*/ 6762026 w 6933990"/>
                <a:gd name="connsiteY16" fmla="*/ 1140230 h 4082491"/>
                <a:gd name="connsiteX17" fmla="*/ 6692177 w 6933990"/>
                <a:gd name="connsiteY17" fmla="*/ 1053063 h 4082491"/>
                <a:gd name="connsiteX18" fmla="*/ 6647727 w 6933990"/>
                <a:gd name="connsiteY18" fmla="*/ 944105 h 4082491"/>
                <a:gd name="connsiteX19" fmla="*/ 6628677 w 6933990"/>
                <a:gd name="connsiteY19" fmla="*/ 777035 h 4082491"/>
                <a:gd name="connsiteX20" fmla="*/ 6774726 w 6933990"/>
                <a:gd name="connsiteY20" fmla="*/ 762510 h 4082491"/>
                <a:gd name="connsiteX21" fmla="*/ 6926769 w 6933990"/>
                <a:gd name="connsiteY21" fmla="*/ 775772 h 4082491"/>
                <a:gd name="connsiteX22" fmla="*/ 6908077 w 6933990"/>
                <a:gd name="connsiteY22" fmla="*/ 1002215 h 4082491"/>
                <a:gd name="connsiteX23" fmla="*/ 6863627 w 6933990"/>
                <a:gd name="connsiteY23" fmla="*/ 1154756 h 4082491"/>
                <a:gd name="connsiteX24" fmla="*/ 6850926 w 6933990"/>
                <a:gd name="connsiteY24" fmla="*/ 1408991 h 4082491"/>
                <a:gd name="connsiteX25" fmla="*/ 6774726 w 6933990"/>
                <a:gd name="connsiteY25" fmla="*/ 1525214 h 4082491"/>
                <a:gd name="connsiteX26" fmla="*/ 6664303 w 6933990"/>
                <a:gd name="connsiteY26" fmla="*/ 1546806 h 4082491"/>
                <a:gd name="connsiteX27" fmla="*/ 6450518 w 6933990"/>
                <a:gd name="connsiteY27" fmla="*/ 1462045 h 4082491"/>
                <a:gd name="connsiteX28" fmla="*/ 6184176 w 6933990"/>
                <a:gd name="connsiteY28" fmla="*/ 1147490 h 4082491"/>
                <a:gd name="connsiteX29" fmla="*/ 5946753 w 6933990"/>
                <a:gd name="connsiteY29" fmla="*/ 1026259 h 4082491"/>
                <a:gd name="connsiteX30" fmla="*/ 5622903 w 6933990"/>
                <a:gd name="connsiteY30" fmla="*/ 1006874 h 4082491"/>
                <a:gd name="connsiteX31" fmla="*/ 5440869 w 6933990"/>
                <a:gd name="connsiteY31" fmla="*/ 1083074 h 4082491"/>
                <a:gd name="connsiteX32" fmla="*/ 5322336 w 6933990"/>
                <a:gd name="connsiteY32" fmla="*/ 1201606 h 4082491"/>
                <a:gd name="connsiteX33" fmla="*/ 5110669 w 6933990"/>
                <a:gd name="connsiteY33" fmla="*/ 1582606 h 4082491"/>
                <a:gd name="connsiteX34" fmla="*/ 4932869 w 6933990"/>
                <a:gd name="connsiteY34" fmla="*/ 1735007 h 4082491"/>
                <a:gd name="connsiteX35" fmla="*/ 4568803 w 6933990"/>
                <a:gd name="connsiteY35" fmla="*/ 1899622 h 4082491"/>
                <a:gd name="connsiteX36" fmla="*/ 3794103 w 6933990"/>
                <a:gd name="connsiteY36" fmla="*/ 1937239 h 4082491"/>
                <a:gd name="connsiteX37" fmla="*/ 2833136 w 6933990"/>
                <a:gd name="connsiteY37" fmla="*/ 2117820 h 4082491"/>
                <a:gd name="connsiteX38" fmla="*/ 1952603 w 6933990"/>
                <a:gd name="connsiteY38" fmla="*/ 2834769 h 4082491"/>
                <a:gd name="connsiteX39" fmla="*/ 1398036 w 6933990"/>
                <a:gd name="connsiteY39" fmla="*/ 3535847 h 4082491"/>
                <a:gd name="connsiteX40" fmla="*/ 720793 w 6933990"/>
                <a:gd name="connsiteY40" fmla="*/ 3959569 h 4082491"/>
                <a:gd name="connsiteX41" fmla="*/ 141937 w 6933990"/>
                <a:gd name="connsiteY41" fmla="*/ 4081934 h 4082491"/>
                <a:gd name="connsiteX42" fmla="*/ 40339 w 6933990"/>
                <a:gd name="connsiteY42" fmla="*/ 2946174 h 4082491"/>
                <a:gd name="connsiteX43" fmla="*/ 21444 w 6933990"/>
                <a:gd name="connsiteY43" fmla="*/ 2661121 h 4082491"/>
                <a:gd name="connsiteX0" fmla="*/ 21444 w 6933990"/>
                <a:gd name="connsiteY0" fmla="*/ 2661121 h 4082491"/>
                <a:gd name="connsiteX1" fmla="*/ 189921 w 6933990"/>
                <a:gd name="connsiteY1" fmla="*/ 2410723 h 4082491"/>
                <a:gd name="connsiteX2" fmla="*/ 190456 w 6933990"/>
                <a:gd name="connsiteY2" fmla="*/ 3221981 h 4082491"/>
                <a:gd name="connsiteX3" fmla="*/ 257829 w 6933990"/>
                <a:gd name="connsiteY3" fmla="*/ 3926652 h 4082491"/>
                <a:gd name="connsiteX4" fmla="*/ 1085605 w 6933990"/>
                <a:gd name="connsiteY4" fmla="*/ 3574316 h 4082491"/>
                <a:gd name="connsiteX5" fmla="*/ 1884500 w 6933990"/>
                <a:gd name="connsiteY5" fmla="*/ 2715501 h 4082491"/>
                <a:gd name="connsiteX6" fmla="*/ 2270103 w 6933990"/>
                <a:gd name="connsiteY6" fmla="*/ 21396 h 4082491"/>
                <a:gd name="connsiteX7" fmla="*/ 3442736 w 6933990"/>
                <a:gd name="connsiteY7" fmla="*/ 1464073 h 4082491"/>
                <a:gd name="connsiteX8" fmla="*/ 4839736 w 6933990"/>
                <a:gd name="connsiteY8" fmla="*/ 1658807 h 4082491"/>
                <a:gd name="connsiteX9" fmla="*/ 5339269 w 6933990"/>
                <a:gd name="connsiteY9" fmla="*/ 1023807 h 4082491"/>
                <a:gd name="connsiteX10" fmla="*/ 5904420 w 6933990"/>
                <a:gd name="connsiteY10" fmla="*/ 922253 h 4082491"/>
                <a:gd name="connsiteX11" fmla="*/ 6334103 w 6933990"/>
                <a:gd name="connsiteY11" fmla="*/ 1177787 h 4082491"/>
                <a:gd name="connsiteX12" fmla="*/ 6495325 w 6933990"/>
                <a:gd name="connsiteY12" fmla="*/ 1372672 h 4082491"/>
                <a:gd name="connsiteX13" fmla="*/ 6647725 w 6933990"/>
                <a:gd name="connsiteY13" fmla="*/ 1452574 h 4082491"/>
                <a:gd name="connsiteX14" fmla="*/ 6762025 w 6933990"/>
                <a:gd name="connsiteY14" fmla="*/ 1423519 h 4082491"/>
                <a:gd name="connsiteX15" fmla="*/ 6791303 w 6933990"/>
                <a:gd name="connsiteY15" fmla="*/ 1279480 h 4082491"/>
                <a:gd name="connsiteX16" fmla="*/ 6762026 w 6933990"/>
                <a:gd name="connsiteY16" fmla="*/ 1140230 h 4082491"/>
                <a:gd name="connsiteX17" fmla="*/ 6692177 w 6933990"/>
                <a:gd name="connsiteY17" fmla="*/ 1053063 h 4082491"/>
                <a:gd name="connsiteX18" fmla="*/ 6647727 w 6933990"/>
                <a:gd name="connsiteY18" fmla="*/ 944105 h 4082491"/>
                <a:gd name="connsiteX19" fmla="*/ 6628677 w 6933990"/>
                <a:gd name="connsiteY19" fmla="*/ 777035 h 4082491"/>
                <a:gd name="connsiteX20" fmla="*/ 6774726 w 6933990"/>
                <a:gd name="connsiteY20" fmla="*/ 762510 h 4082491"/>
                <a:gd name="connsiteX21" fmla="*/ 6926769 w 6933990"/>
                <a:gd name="connsiteY21" fmla="*/ 775772 h 4082491"/>
                <a:gd name="connsiteX22" fmla="*/ 6908077 w 6933990"/>
                <a:gd name="connsiteY22" fmla="*/ 1002215 h 4082491"/>
                <a:gd name="connsiteX23" fmla="*/ 6863627 w 6933990"/>
                <a:gd name="connsiteY23" fmla="*/ 1154756 h 4082491"/>
                <a:gd name="connsiteX24" fmla="*/ 6850926 w 6933990"/>
                <a:gd name="connsiteY24" fmla="*/ 1408991 h 4082491"/>
                <a:gd name="connsiteX25" fmla="*/ 6774726 w 6933990"/>
                <a:gd name="connsiteY25" fmla="*/ 1525214 h 4082491"/>
                <a:gd name="connsiteX26" fmla="*/ 6664303 w 6933990"/>
                <a:gd name="connsiteY26" fmla="*/ 1546806 h 4082491"/>
                <a:gd name="connsiteX27" fmla="*/ 6450518 w 6933990"/>
                <a:gd name="connsiteY27" fmla="*/ 1462045 h 4082491"/>
                <a:gd name="connsiteX28" fmla="*/ 6184176 w 6933990"/>
                <a:gd name="connsiteY28" fmla="*/ 1147490 h 4082491"/>
                <a:gd name="connsiteX29" fmla="*/ 5946753 w 6933990"/>
                <a:gd name="connsiteY29" fmla="*/ 1026259 h 4082491"/>
                <a:gd name="connsiteX30" fmla="*/ 5622903 w 6933990"/>
                <a:gd name="connsiteY30" fmla="*/ 1006874 h 4082491"/>
                <a:gd name="connsiteX31" fmla="*/ 5440869 w 6933990"/>
                <a:gd name="connsiteY31" fmla="*/ 1083074 h 4082491"/>
                <a:gd name="connsiteX32" fmla="*/ 5322336 w 6933990"/>
                <a:gd name="connsiteY32" fmla="*/ 1201606 h 4082491"/>
                <a:gd name="connsiteX33" fmla="*/ 5110669 w 6933990"/>
                <a:gd name="connsiteY33" fmla="*/ 1582606 h 4082491"/>
                <a:gd name="connsiteX34" fmla="*/ 4932869 w 6933990"/>
                <a:gd name="connsiteY34" fmla="*/ 1735007 h 4082491"/>
                <a:gd name="connsiteX35" fmla="*/ 4568803 w 6933990"/>
                <a:gd name="connsiteY35" fmla="*/ 1899622 h 4082491"/>
                <a:gd name="connsiteX36" fmla="*/ 3794103 w 6933990"/>
                <a:gd name="connsiteY36" fmla="*/ 1937239 h 4082491"/>
                <a:gd name="connsiteX37" fmla="*/ 2833136 w 6933990"/>
                <a:gd name="connsiteY37" fmla="*/ 2117820 h 4082491"/>
                <a:gd name="connsiteX38" fmla="*/ 1991104 w 6933990"/>
                <a:gd name="connsiteY38" fmla="*/ 3032958 h 4082491"/>
                <a:gd name="connsiteX39" fmla="*/ 1398036 w 6933990"/>
                <a:gd name="connsiteY39" fmla="*/ 3535847 h 4082491"/>
                <a:gd name="connsiteX40" fmla="*/ 720793 w 6933990"/>
                <a:gd name="connsiteY40" fmla="*/ 3959569 h 4082491"/>
                <a:gd name="connsiteX41" fmla="*/ 141937 w 6933990"/>
                <a:gd name="connsiteY41" fmla="*/ 4081934 h 4082491"/>
                <a:gd name="connsiteX42" fmla="*/ 40339 w 6933990"/>
                <a:gd name="connsiteY42" fmla="*/ 2946174 h 4082491"/>
                <a:gd name="connsiteX43" fmla="*/ 21444 w 6933990"/>
                <a:gd name="connsiteY43" fmla="*/ 2661121 h 4082491"/>
                <a:gd name="connsiteX0" fmla="*/ 21444 w 6933990"/>
                <a:gd name="connsiteY0" fmla="*/ 2661454 h 4082824"/>
                <a:gd name="connsiteX1" fmla="*/ 189921 w 6933990"/>
                <a:gd name="connsiteY1" fmla="*/ 2411056 h 4082824"/>
                <a:gd name="connsiteX2" fmla="*/ 190456 w 6933990"/>
                <a:gd name="connsiteY2" fmla="*/ 3222314 h 4082824"/>
                <a:gd name="connsiteX3" fmla="*/ 257829 w 6933990"/>
                <a:gd name="connsiteY3" fmla="*/ 3926985 h 4082824"/>
                <a:gd name="connsiteX4" fmla="*/ 1085605 w 6933990"/>
                <a:gd name="connsiteY4" fmla="*/ 3574649 h 4082824"/>
                <a:gd name="connsiteX5" fmla="*/ 1990378 w 6933990"/>
                <a:gd name="connsiteY5" fmla="*/ 2726845 h 4082824"/>
                <a:gd name="connsiteX6" fmla="*/ 2270103 w 6933990"/>
                <a:gd name="connsiteY6" fmla="*/ 21729 h 4082824"/>
                <a:gd name="connsiteX7" fmla="*/ 3442736 w 6933990"/>
                <a:gd name="connsiteY7" fmla="*/ 1464406 h 4082824"/>
                <a:gd name="connsiteX8" fmla="*/ 4839736 w 6933990"/>
                <a:gd name="connsiteY8" fmla="*/ 1659140 h 4082824"/>
                <a:gd name="connsiteX9" fmla="*/ 5339269 w 6933990"/>
                <a:gd name="connsiteY9" fmla="*/ 1024140 h 4082824"/>
                <a:gd name="connsiteX10" fmla="*/ 5904420 w 6933990"/>
                <a:gd name="connsiteY10" fmla="*/ 922586 h 4082824"/>
                <a:gd name="connsiteX11" fmla="*/ 6334103 w 6933990"/>
                <a:gd name="connsiteY11" fmla="*/ 1178120 h 4082824"/>
                <a:gd name="connsiteX12" fmla="*/ 6495325 w 6933990"/>
                <a:gd name="connsiteY12" fmla="*/ 1373005 h 4082824"/>
                <a:gd name="connsiteX13" fmla="*/ 6647725 w 6933990"/>
                <a:gd name="connsiteY13" fmla="*/ 1452907 h 4082824"/>
                <a:gd name="connsiteX14" fmla="*/ 6762025 w 6933990"/>
                <a:gd name="connsiteY14" fmla="*/ 1423852 h 4082824"/>
                <a:gd name="connsiteX15" fmla="*/ 6791303 w 6933990"/>
                <a:gd name="connsiteY15" fmla="*/ 1279813 h 4082824"/>
                <a:gd name="connsiteX16" fmla="*/ 6762026 w 6933990"/>
                <a:gd name="connsiteY16" fmla="*/ 1140563 h 4082824"/>
                <a:gd name="connsiteX17" fmla="*/ 6692177 w 6933990"/>
                <a:gd name="connsiteY17" fmla="*/ 1053396 h 4082824"/>
                <a:gd name="connsiteX18" fmla="*/ 6647727 w 6933990"/>
                <a:gd name="connsiteY18" fmla="*/ 944438 h 4082824"/>
                <a:gd name="connsiteX19" fmla="*/ 6628677 w 6933990"/>
                <a:gd name="connsiteY19" fmla="*/ 777368 h 4082824"/>
                <a:gd name="connsiteX20" fmla="*/ 6774726 w 6933990"/>
                <a:gd name="connsiteY20" fmla="*/ 762843 h 4082824"/>
                <a:gd name="connsiteX21" fmla="*/ 6926769 w 6933990"/>
                <a:gd name="connsiteY21" fmla="*/ 776105 h 4082824"/>
                <a:gd name="connsiteX22" fmla="*/ 6908077 w 6933990"/>
                <a:gd name="connsiteY22" fmla="*/ 1002548 h 4082824"/>
                <a:gd name="connsiteX23" fmla="*/ 6863627 w 6933990"/>
                <a:gd name="connsiteY23" fmla="*/ 1155089 h 4082824"/>
                <a:gd name="connsiteX24" fmla="*/ 6850926 w 6933990"/>
                <a:gd name="connsiteY24" fmla="*/ 1409324 h 4082824"/>
                <a:gd name="connsiteX25" fmla="*/ 6774726 w 6933990"/>
                <a:gd name="connsiteY25" fmla="*/ 1525547 h 4082824"/>
                <a:gd name="connsiteX26" fmla="*/ 6664303 w 6933990"/>
                <a:gd name="connsiteY26" fmla="*/ 1547139 h 4082824"/>
                <a:gd name="connsiteX27" fmla="*/ 6450518 w 6933990"/>
                <a:gd name="connsiteY27" fmla="*/ 1462378 h 4082824"/>
                <a:gd name="connsiteX28" fmla="*/ 6184176 w 6933990"/>
                <a:gd name="connsiteY28" fmla="*/ 1147823 h 4082824"/>
                <a:gd name="connsiteX29" fmla="*/ 5946753 w 6933990"/>
                <a:gd name="connsiteY29" fmla="*/ 1026592 h 4082824"/>
                <a:gd name="connsiteX30" fmla="*/ 5622903 w 6933990"/>
                <a:gd name="connsiteY30" fmla="*/ 1007207 h 4082824"/>
                <a:gd name="connsiteX31" fmla="*/ 5440869 w 6933990"/>
                <a:gd name="connsiteY31" fmla="*/ 1083407 h 4082824"/>
                <a:gd name="connsiteX32" fmla="*/ 5322336 w 6933990"/>
                <a:gd name="connsiteY32" fmla="*/ 1201939 h 4082824"/>
                <a:gd name="connsiteX33" fmla="*/ 5110669 w 6933990"/>
                <a:gd name="connsiteY33" fmla="*/ 1582939 h 4082824"/>
                <a:gd name="connsiteX34" fmla="*/ 4932869 w 6933990"/>
                <a:gd name="connsiteY34" fmla="*/ 1735340 h 4082824"/>
                <a:gd name="connsiteX35" fmla="*/ 4568803 w 6933990"/>
                <a:gd name="connsiteY35" fmla="*/ 1899955 h 4082824"/>
                <a:gd name="connsiteX36" fmla="*/ 3794103 w 6933990"/>
                <a:gd name="connsiteY36" fmla="*/ 1937572 h 4082824"/>
                <a:gd name="connsiteX37" fmla="*/ 2833136 w 6933990"/>
                <a:gd name="connsiteY37" fmla="*/ 2118153 h 4082824"/>
                <a:gd name="connsiteX38" fmla="*/ 1991104 w 6933990"/>
                <a:gd name="connsiteY38" fmla="*/ 3033291 h 4082824"/>
                <a:gd name="connsiteX39" fmla="*/ 1398036 w 6933990"/>
                <a:gd name="connsiteY39" fmla="*/ 3536180 h 4082824"/>
                <a:gd name="connsiteX40" fmla="*/ 720793 w 6933990"/>
                <a:gd name="connsiteY40" fmla="*/ 3959902 h 4082824"/>
                <a:gd name="connsiteX41" fmla="*/ 141937 w 6933990"/>
                <a:gd name="connsiteY41" fmla="*/ 4082267 h 4082824"/>
                <a:gd name="connsiteX42" fmla="*/ 40339 w 6933990"/>
                <a:gd name="connsiteY42" fmla="*/ 2946507 h 4082824"/>
                <a:gd name="connsiteX43" fmla="*/ 21444 w 6933990"/>
                <a:gd name="connsiteY43" fmla="*/ 2661454 h 4082824"/>
                <a:gd name="connsiteX0" fmla="*/ 21444 w 6933990"/>
                <a:gd name="connsiteY0" fmla="*/ 2661454 h 4082824"/>
                <a:gd name="connsiteX1" fmla="*/ 189921 w 6933990"/>
                <a:gd name="connsiteY1" fmla="*/ 2411056 h 4082824"/>
                <a:gd name="connsiteX2" fmla="*/ 190456 w 6933990"/>
                <a:gd name="connsiteY2" fmla="*/ 3222314 h 4082824"/>
                <a:gd name="connsiteX3" fmla="*/ 257829 w 6933990"/>
                <a:gd name="connsiteY3" fmla="*/ 3926985 h 4082824"/>
                <a:gd name="connsiteX4" fmla="*/ 1085605 w 6933990"/>
                <a:gd name="connsiteY4" fmla="*/ 3574649 h 4082824"/>
                <a:gd name="connsiteX5" fmla="*/ 1990378 w 6933990"/>
                <a:gd name="connsiteY5" fmla="*/ 2726845 h 4082824"/>
                <a:gd name="connsiteX6" fmla="*/ 2270103 w 6933990"/>
                <a:gd name="connsiteY6" fmla="*/ 21729 h 4082824"/>
                <a:gd name="connsiteX7" fmla="*/ 3442736 w 6933990"/>
                <a:gd name="connsiteY7" fmla="*/ 1464406 h 4082824"/>
                <a:gd name="connsiteX8" fmla="*/ 4839736 w 6933990"/>
                <a:gd name="connsiteY8" fmla="*/ 1659140 h 4082824"/>
                <a:gd name="connsiteX9" fmla="*/ 5339269 w 6933990"/>
                <a:gd name="connsiteY9" fmla="*/ 1024140 h 4082824"/>
                <a:gd name="connsiteX10" fmla="*/ 5904420 w 6933990"/>
                <a:gd name="connsiteY10" fmla="*/ 922586 h 4082824"/>
                <a:gd name="connsiteX11" fmla="*/ 6334103 w 6933990"/>
                <a:gd name="connsiteY11" fmla="*/ 1178120 h 4082824"/>
                <a:gd name="connsiteX12" fmla="*/ 6495325 w 6933990"/>
                <a:gd name="connsiteY12" fmla="*/ 1373005 h 4082824"/>
                <a:gd name="connsiteX13" fmla="*/ 6647725 w 6933990"/>
                <a:gd name="connsiteY13" fmla="*/ 1452907 h 4082824"/>
                <a:gd name="connsiteX14" fmla="*/ 6762025 w 6933990"/>
                <a:gd name="connsiteY14" fmla="*/ 1423852 h 4082824"/>
                <a:gd name="connsiteX15" fmla="*/ 6791303 w 6933990"/>
                <a:gd name="connsiteY15" fmla="*/ 1279813 h 4082824"/>
                <a:gd name="connsiteX16" fmla="*/ 6762026 w 6933990"/>
                <a:gd name="connsiteY16" fmla="*/ 1140563 h 4082824"/>
                <a:gd name="connsiteX17" fmla="*/ 6692177 w 6933990"/>
                <a:gd name="connsiteY17" fmla="*/ 1053396 h 4082824"/>
                <a:gd name="connsiteX18" fmla="*/ 6647727 w 6933990"/>
                <a:gd name="connsiteY18" fmla="*/ 944438 h 4082824"/>
                <a:gd name="connsiteX19" fmla="*/ 6628677 w 6933990"/>
                <a:gd name="connsiteY19" fmla="*/ 777368 h 4082824"/>
                <a:gd name="connsiteX20" fmla="*/ 6774726 w 6933990"/>
                <a:gd name="connsiteY20" fmla="*/ 762843 h 4082824"/>
                <a:gd name="connsiteX21" fmla="*/ 6926769 w 6933990"/>
                <a:gd name="connsiteY21" fmla="*/ 776105 h 4082824"/>
                <a:gd name="connsiteX22" fmla="*/ 6908077 w 6933990"/>
                <a:gd name="connsiteY22" fmla="*/ 1002548 h 4082824"/>
                <a:gd name="connsiteX23" fmla="*/ 6863627 w 6933990"/>
                <a:gd name="connsiteY23" fmla="*/ 1155089 h 4082824"/>
                <a:gd name="connsiteX24" fmla="*/ 6850926 w 6933990"/>
                <a:gd name="connsiteY24" fmla="*/ 1409324 h 4082824"/>
                <a:gd name="connsiteX25" fmla="*/ 6774726 w 6933990"/>
                <a:gd name="connsiteY25" fmla="*/ 1525547 h 4082824"/>
                <a:gd name="connsiteX26" fmla="*/ 6664303 w 6933990"/>
                <a:gd name="connsiteY26" fmla="*/ 1547139 h 4082824"/>
                <a:gd name="connsiteX27" fmla="*/ 6450518 w 6933990"/>
                <a:gd name="connsiteY27" fmla="*/ 1462378 h 4082824"/>
                <a:gd name="connsiteX28" fmla="*/ 6184176 w 6933990"/>
                <a:gd name="connsiteY28" fmla="*/ 1147823 h 4082824"/>
                <a:gd name="connsiteX29" fmla="*/ 5946753 w 6933990"/>
                <a:gd name="connsiteY29" fmla="*/ 1026592 h 4082824"/>
                <a:gd name="connsiteX30" fmla="*/ 5622903 w 6933990"/>
                <a:gd name="connsiteY30" fmla="*/ 1007207 h 4082824"/>
                <a:gd name="connsiteX31" fmla="*/ 5440869 w 6933990"/>
                <a:gd name="connsiteY31" fmla="*/ 1083407 h 4082824"/>
                <a:gd name="connsiteX32" fmla="*/ 5322336 w 6933990"/>
                <a:gd name="connsiteY32" fmla="*/ 1201939 h 4082824"/>
                <a:gd name="connsiteX33" fmla="*/ 5110669 w 6933990"/>
                <a:gd name="connsiteY33" fmla="*/ 1582939 h 4082824"/>
                <a:gd name="connsiteX34" fmla="*/ 4932869 w 6933990"/>
                <a:gd name="connsiteY34" fmla="*/ 1735340 h 4082824"/>
                <a:gd name="connsiteX35" fmla="*/ 4568803 w 6933990"/>
                <a:gd name="connsiteY35" fmla="*/ 1899955 h 4082824"/>
                <a:gd name="connsiteX36" fmla="*/ 3794103 w 6933990"/>
                <a:gd name="connsiteY36" fmla="*/ 1937572 h 4082824"/>
                <a:gd name="connsiteX37" fmla="*/ 2833136 w 6933990"/>
                <a:gd name="connsiteY37" fmla="*/ 2118153 h 4082824"/>
                <a:gd name="connsiteX38" fmla="*/ 1991104 w 6933990"/>
                <a:gd name="connsiteY38" fmla="*/ 3033291 h 4082824"/>
                <a:gd name="connsiteX39" fmla="*/ 1398036 w 6933990"/>
                <a:gd name="connsiteY39" fmla="*/ 3536180 h 4082824"/>
                <a:gd name="connsiteX40" fmla="*/ 720793 w 6933990"/>
                <a:gd name="connsiteY40" fmla="*/ 3959902 h 4082824"/>
                <a:gd name="connsiteX41" fmla="*/ 141937 w 6933990"/>
                <a:gd name="connsiteY41" fmla="*/ 4082267 h 4082824"/>
                <a:gd name="connsiteX42" fmla="*/ 40339 w 6933990"/>
                <a:gd name="connsiteY42" fmla="*/ 2946507 h 4082824"/>
                <a:gd name="connsiteX43" fmla="*/ 21444 w 6933990"/>
                <a:gd name="connsiteY43" fmla="*/ 2661454 h 4082824"/>
                <a:gd name="connsiteX0" fmla="*/ 21444 w 6933990"/>
                <a:gd name="connsiteY0" fmla="*/ 2661454 h 4082824"/>
                <a:gd name="connsiteX1" fmla="*/ 189921 w 6933990"/>
                <a:gd name="connsiteY1" fmla="*/ 2411056 h 4082824"/>
                <a:gd name="connsiteX2" fmla="*/ 190456 w 6933990"/>
                <a:gd name="connsiteY2" fmla="*/ 3222314 h 4082824"/>
                <a:gd name="connsiteX3" fmla="*/ 257829 w 6933990"/>
                <a:gd name="connsiteY3" fmla="*/ 3926985 h 4082824"/>
                <a:gd name="connsiteX4" fmla="*/ 1085605 w 6933990"/>
                <a:gd name="connsiteY4" fmla="*/ 3574649 h 4082824"/>
                <a:gd name="connsiteX5" fmla="*/ 1990378 w 6933990"/>
                <a:gd name="connsiteY5" fmla="*/ 2726845 h 4082824"/>
                <a:gd name="connsiteX6" fmla="*/ 2270103 w 6933990"/>
                <a:gd name="connsiteY6" fmla="*/ 21729 h 4082824"/>
                <a:gd name="connsiteX7" fmla="*/ 3442736 w 6933990"/>
                <a:gd name="connsiteY7" fmla="*/ 1464406 h 4082824"/>
                <a:gd name="connsiteX8" fmla="*/ 4839736 w 6933990"/>
                <a:gd name="connsiteY8" fmla="*/ 1659140 h 4082824"/>
                <a:gd name="connsiteX9" fmla="*/ 5339269 w 6933990"/>
                <a:gd name="connsiteY9" fmla="*/ 1024140 h 4082824"/>
                <a:gd name="connsiteX10" fmla="*/ 5904420 w 6933990"/>
                <a:gd name="connsiteY10" fmla="*/ 922586 h 4082824"/>
                <a:gd name="connsiteX11" fmla="*/ 6334103 w 6933990"/>
                <a:gd name="connsiteY11" fmla="*/ 1178120 h 4082824"/>
                <a:gd name="connsiteX12" fmla="*/ 6495325 w 6933990"/>
                <a:gd name="connsiteY12" fmla="*/ 1373005 h 4082824"/>
                <a:gd name="connsiteX13" fmla="*/ 6647725 w 6933990"/>
                <a:gd name="connsiteY13" fmla="*/ 1452907 h 4082824"/>
                <a:gd name="connsiteX14" fmla="*/ 6762025 w 6933990"/>
                <a:gd name="connsiteY14" fmla="*/ 1423852 h 4082824"/>
                <a:gd name="connsiteX15" fmla="*/ 6791303 w 6933990"/>
                <a:gd name="connsiteY15" fmla="*/ 1279813 h 4082824"/>
                <a:gd name="connsiteX16" fmla="*/ 6762026 w 6933990"/>
                <a:gd name="connsiteY16" fmla="*/ 1140563 h 4082824"/>
                <a:gd name="connsiteX17" fmla="*/ 6692177 w 6933990"/>
                <a:gd name="connsiteY17" fmla="*/ 1053396 h 4082824"/>
                <a:gd name="connsiteX18" fmla="*/ 6647727 w 6933990"/>
                <a:gd name="connsiteY18" fmla="*/ 944438 h 4082824"/>
                <a:gd name="connsiteX19" fmla="*/ 6628677 w 6933990"/>
                <a:gd name="connsiteY19" fmla="*/ 777368 h 4082824"/>
                <a:gd name="connsiteX20" fmla="*/ 6774726 w 6933990"/>
                <a:gd name="connsiteY20" fmla="*/ 762843 h 4082824"/>
                <a:gd name="connsiteX21" fmla="*/ 6926769 w 6933990"/>
                <a:gd name="connsiteY21" fmla="*/ 776105 h 4082824"/>
                <a:gd name="connsiteX22" fmla="*/ 6908077 w 6933990"/>
                <a:gd name="connsiteY22" fmla="*/ 1002548 h 4082824"/>
                <a:gd name="connsiteX23" fmla="*/ 6863627 w 6933990"/>
                <a:gd name="connsiteY23" fmla="*/ 1155089 h 4082824"/>
                <a:gd name="connsiteX24" fmla="*/ 6850926 w 6933990"/>
                <a:gd name="connsiteY24" fmla="*/ 1409324 h 4082824"/>
                <a:gd name="connsiteX25" fmla="*/ 6774726 w 6933990"/>
                <a:gd name="connsiteY25" fmla="*/ 1525547 h 4082824"/>
                <a:gd name="connsiteX26" fmla="*/ 6664303 w 6933990"/>
                <a:gd name="connsiteY26" fmla="*/ 1547139 h 4082824"/>
                <a:gd name="connsiteX27" fmla="*/ 6450518 w 6933990"/>
                <a:gd name="connsiteY27" fmla="*/ 1462378 h 4082824"/>
                <a:gd name="connsiteX28" fmla="*/ 6184176 w 6933990"/>
                <a:gd name="connsiteY28" fmla="*/ 1147823 h 4082824"/>
                <a:gd name="connsiteX29" fmla="*/ 5946753 w 6933990"/>
                <a:gd name="connsiteY29" fmla="*/ 1026592 h 4082824"/>
                <a:gd name="connsiteX30" fmla="*/ 5622903 w 6933990"/>
                <a:gd name="connsiteY30" fmla="*/ 1007207 h 4082824"/>
                <a:gd name="connsiteX31" fmla="*/ 5440869 w 6933990"/>
                <a:gd name="connsiteY31" fmla="*/ 1083407 h 4082824"/>
                <a:gd name="connsiteX32" fmla="*/ 5322336 w 6933990"/>
                <a:gd name="connsiteY32" fmla="*/ 1201939 h 4082824"/>
                <a:gd name="connsiteX33" fmla="*/ 5110669 w 6933990"/>
                <a:gd name="connsiteY33" fmla="*/ 1582939 h 4082824"/>
                <a:gd name="connsiteX34" fmla="*/ 4932869 w 6933990"/>
                <a:gd name="connsiteY34" fmla="*/ 1735340 h 4082824"/>
                <a:gd name="connsiteX35" fmla="*/ 4568803 w 6933990"/>
                <a:gd name="connsiteY35" fmla="*/ 1899955 h 4082824"/>
                <a:gd name="connsiteX36" fmla="*/ 3794103 w 6933990"/>
                <a:gd name="connsiteY36" fmla="*/ 1937572 h 4082824"/>
                <a:gd name="connsiteX37" fmla="*/ 2833136 w 6933990"/>
                <a:gd name="connsiteY37" fmla="*/ 2118153 h 4082824"/>
                <a:gd name="connsiteX38" fmla="*/ 1991104 w 6933990"/>
                <a:gd name="connsiteY38" fmla="*/ 3033291 h 4082824"/>
                <a:gd name="connsiteX39" fmla="*/ 1398036 w 6933990"/>
                <a:gd name="connsiteY39" fmla="*/ 3536180 h 4082824"/>
                <a:gd name="connsiteX40" fmla="*/ 720793 w 6933990"/>
                <a:gd name="connsiteY40" fmla="*/ 3959902 h 4082824"/>
                <a:gd name="connsiteX41" fmla="*/ 141937 w 6933990"/>
                <a:gd name="connsiteY41" fmla="*/ 4082267 h 4082824"/>
                <a:gd name="connsiteX42" fmla="*/ 40339 w 6933990"/>
                <a:gd name="connsiteY42" fmla="*/ 2946507 h 4082824"/>
                <a:gd name="connsiteX43" fmla="*/ 21444 w 6933990"/>
                <a:gd name="connsiteY43" fmla="*/ 2661454 h 4082824"/>
                <a:gd name="connsiteX0" fmla="*/ 21444 w 6933990"/>
                <a:gd name="connsiteY0" fmla="*/ 1911636 h 3333006"/>
                <a:gd name="connsiteX1" fmla="*/ 189921 w 6933990"/>
                <a:gd name="connsiteY1" fmla="*/ 1661238 h 3333006"/>
                <a:gd name="connsiteX2" fmla="*/ 190456 w 6933990"/>
                <a:gd name="connsiteY2" fmla="*/ 2472496 h 3333006"/>
                <a:gd name="connsiteX3" fmla="*/ 257829 w 6933990"/>
                <a:gd name="connsiteY3" fmla="*/ 3177167 h 3333006"/>
                <a:gd name="connsiteX4" fmla="*/ 1085605 w 6933990"/>
                <a:gd name="connsiteY4" fmla="*/ 2824831 h 3333006"/>
                <a:gd name="connsiteX5" fmla="*/ 1990378 w 6933990"/>
                <a:gd name="connsiteY5" fmla="*/ 1977027 h 3333006"/>
                <a:gd name="connsiteX6" fmla="*/ 2655114 w 6933990"/>
                <a:gd name="connsiteY6" fmla="*/ 1286825 h 3333006"/>
                <a:gd name="connsiteX7" fmla="*/ 3442736 w 6933990"/>
                <a:gd name="connsiteY7" fmla="*/ 714588 h 3333006"/>
                <a:gd name="connsiteX8" fmla="*/ 4839736 w 6933990"/>
                <a:gd name="connsiteY8" fmla="*/ 909322 h 3333006"/>
                <a:gd name="connsiteX9" fmla="*/ 5339269 w 6933990"/>
                <a:gd name="connsiteY9" fmla="*/ 274322 h 3333006"/>
                <a:gd name="connsiteX10" fmla="*/ 5904420 w 6933990"/>
                <a:gd name="connsiteY10" fmla="*/ 172768 h 3333006"/>
                <a:gd name="connsiteX11" fmla="*/ 6334103 w 6933990"/>
                <a:gd name="connsiteY11" fmla="*/ 428302 h 3333006"/>
                <a:gd name="connsiteX12" fmla="*/ 6495325 w 6933990"/>
                <a:gd name="connsiteY12" fmla="*/ 623187 h 3333006"/>
                <a:gd name="connsiteX13" fmla="*/ 6647725 w 6933990"/>
                <a:gd name="connsiteY13" fmla="*/ 703089 h 3333006"/>
                <a:gd name="connsiteX14" fmla="*/ 6762025 w 6933990"/>
                <a:gd name="connsiteY14" fmla="*/ 674034 h 3333006"/>
                <a:gd name="connsiteX15" fmla="*/ 6791303 w 6933990"/>
                <a:gd name="connsiteY15" fmla="*/ 529995 h 3333006"/>
                <a:gd name="connsiteX16" fmla="*/ 6762026 w 6933990"/>
                <a:gd name="connsiteY16" fmla="*/ 390745 h 3333006"/>
                <a:gd name="connsiteX17" fmla="*/ 6692177 w 6933990"/>
                <a:gd name="connsiteY17" fmla="*/ 303578 h 3333006"/>
                <a:gd name="connsiteX18" fmla="*/ 6647727 w 6933990"/>
                <a:gd name="connsiteY18" fmla="*/ 194620 h 3333006"/>
                <a:gd name="connsiteX19" fmla="*/ 6628677 w 6933990"/>
                <a:gd name="connsiteY19" fmla="*/ 27550 h 3333006"/>
                <a:gd name="connsiteX20" fmla="*/ 6774726 w 6933990"/>
                <a:gd name="connsiteY20" fmla="*/ 13025 h 3333006"/>
                <a:gd name="connsiteX21" fmla="*/ 6926769 w 6933990"/>
                <a:gd name="connsiteY21" fmla="*/ 26287 h 3333006"/>
                <a:gd name="connsiteX22" fmla="*/ 6908077 w 6933990"/>
                <a:gd name="connsiteY22" fmla="*/ 252730 h 3333006"/>
                <a:gd name="connsiteX23" fmla="*/ 6863627 w 6933990"/>
                <a:gd name="connsiteY23" fmla="*/ 405271 h 3333006"/>
                <a:gd name="connsiteX24" fmla="*/ 6850926 w 6933990"/>
                <a:gd name="connsiteY24" fmla="*/ 659506 h 3333006"/>
                <a:gd name="connsiteX25" fmla="*/ 6774726 w 6933990"/>
                <a:gd name="connsiteY25" fmla="*/ 775729 h 3333006"/>
                <a:gd name="connsiteX26" fmla="*/ 6664303 w 6933990"/>
                <a:gd name="connsiteY26" fmla="*/ 797321 h 3333006"/>
                <a:gd name="connsiteX27" fmla="*/ 6450518 w 6933990"/>
                <a:gd name="connsiteY27" fmla="*/ 712560 h 3333006"/>
                <a:gd name="connsiteX28" fmla="*/ 6184176 w 6933990"/>
                <a:gd name="connsiteY28" fmla="*/ 398005 h 3333006"/>
                <a:gd name="connsiteX29" fmla="*/ 5946753 w 6933990"/>
                <a:gd name="connsiteY29" fmla="*/ 276774 h 3333006"/>
                <a:gd name="connsiteX30" fmla="*/ 5622903 w 6933990"/>
                <a:gd name="connsiteY30" fmla="*/ 257389 h 3333006"/>
                <a:gd name="connsiteX31" fmla="*/ 5440869 w 6933990"/>
                <a:gd name="connsiteY31" fmla="*/ 333589 h 3333006"/>
                <a:gd name="connsiteX32" fmla="*/ 5322336 w 6933990"/>
                <a:gd name="connsiteY32" fmla="*/ 452121 h 3333006"/>
                <a:gd name="connsiteX33" fmla="*/ 5110669 w 6933990"/>
                <a:gd name="connsiteY33" fmla="*/ 833121 h 3333006"/>
                <a:gd name="connsiteX34" fmla="*/ 4932869 w 6933990"/>
                <a:gd name="connsiteY34" fmla="*/ 985522 h 3333006"/>
                <a:gd name="connsiteX35" fmla="*/ 4568803 w 6933990"/>
                <a:gd name="connsiteY35" fmla="*/ 1150137 h 3333006"/>
                <a:gd name="connsiteX36" fmla="*/ 3794103 w 6933990"/>
                <a:gd name="connsiteY36" fmla="*/ 1187754 h 3333006"/>
                <a:gd name="connsiteX37" fmla="*/ 2833136 w 6933990"/>
                <a:gd name="connsiteY37" fmla="*/ 1368335 h 3333006"/>
                <a:gd name="connsiteX38" fmla="*/ 1991104 w 6933990"/>
                <a:gd name="connsiteY38" fmla="*/ 2283473 h 3333006"/>
                <a:gd name="connsiteX39" fmla="*/ 1398036 w 6933990"/>
                <a:gd name="connsiteY39" fmla="*/ 2786362 h 3333006"/>
                <a:gd name="connsiteX40" fmla="*/ 720793 w 6933990"/>
                <a:gd name="connsiteY40" fmla="*/ 3210084 h 3333006"/>
                <a:gd name="connsiteX41" fmla="*/ 141937 w 6933990"/>
                <a:gd name="connsiteY41" fmla="*/ 3332449 h 3333006"/>
                <a:gd name="connsiteX42" fmla="*/ 40339 w 6933990"/>
                <a:gd name="connsiteY42" fmla="*/ 2196689 h 3333006"/>
                <a:gd name="connsiteX43" fmla="*/ 21444 w 6933990"/>
                <a:gd name="connsiteY43" fmla="*/ 1911636 h 3333006"/>
                <a:gd name="connsiteX0" fmla="*/ 21444 w 6933990"/>
                <a:gd name="connsiteY0" fmla="*/ 1911636 h 3333006"/>
                <a:gd name="connsiteX1" fmla="*/ 189921 w 6933990"/>
                <a:gd name="connsiteY1" fmla="*/ 1661238 h 3333006"/>
                <a:gd name="connsiteX2" fmla="*/ 190456 w 6933990"/>
                <a:gd name="connsiteY2" fmla="*/ 2472496 h 3333006"/>
                <a:gd name="connsiteX3" fmla="*/ 257829 w 6933990"/>
                <a:gd name="connsiteY3" fmla="*/ 3177167 h 3333006"/>
                <a:gd name="connsiteX4" fmla="*/ 1085605 w 6933990"/>
                <a:gd name="connsiteY4" fmla="*/ 2824831 h 3333006"/>
                <a:gd name="connsiteX5" fmla="*/ 1990378 w 6933990"/>
                <a:gd name="connsiteY5" fmla="*/ 1977027 h 3333006"/>
                <a:gd name="connsiteX6" fmla="*/ 2655114 w 6933990"/>
                <a:gd name="connsiteY6" fmla="*/ 1286825 h 3333006"/>
                <a:gd name="connsiteX7" fmla="*/ 3442736 w 6933990"/>
                <a:gd name="connsiteY7" fmla="*/ 714588 h 3333006"/>
                <a:gd name="connsiteX8" fmla="*/ 4839736 w 6933990"/>
                <a:gd name="connsiteY8" fmla="*/ 909322 h 3333006"/>
                <a:gd name="connsiteX9" fmla="*/ 5339269 w 6933990"/>
                <a:gd name="connsiteY9" fmla="*/ 274322 h 3333006"/>
                <a:gd name="connsiteX10" fmla="*/ 5904420 w 6933990"/>
                <a:gd name="connsiteY10" fmla="*/ 172768 h 3333006"/>
                <a:gd name="connsiteX11" fmla="*/ 6334103 w 6933990"/>
                <a:gd name="connsiteY11" fmla="*/ 428302 h 3333006"/>
                <a:gd name="connsiteX12" fmla="*/ 6495325 w 6933990"/>
                <a:gd name="connsiteY12" fmla="*/ 623187 h 3333006"/>
                <a:gd name="connsiteX13" fmla="*/ 6647725 w 6933990"/>
                <a:gd name="connsiteY13" fmla="*/ 703089 h 3333006"/>
                <a:gd name="connsiteX14" fmla="*/ 6762025 w 6933990"/>
                <a:gd name="connsiteY14" fmla="*/ 674034 h 3333006"/>
                <a:gd name="connsiteX15" fmla="*/ 6791303 w 6933990"/>
                <a:gd name="connsiteY15" fmla="*/ 529995 h 3333006"/>
                <a:gd name="connsiteX16" fmla="*/ 6762026 w 6933990"/>
                <a:gd name="connsiteY16" fmla="*/ 390745 h 3333006"/>
                <a:gd name="connsiteX17" fmla="*/ 6692177 w 6933990"/>
                <a:gd name="connsiteY17" fmla="*/ 303578 h 3333006"/>
                <a:gd name="connsiteX18" fmla="*/ 6647727 w 6933990"/>
                <a:gd name="connsiteY18" fmla="*/ 194620 h 3333006"/>
                <a:gd name="connsiteX19" fmla="*/ 6628677 w 6933990"/>
                <a:gd name="connsiteY19" fmla="*/ 27550 h 3333006"/>
                <a:gd name="connsiteX20" fmla="*/ 6774726 w 6933990"/>
                <a:gd name="connsiteY20" fmla="*/ 13025 h 3333006"/>
                <a:gd name="connsiteX21" fmla="*/ 6926769 w 6933990"/>
                <a:gd name="connsiteY21" fmla="*/ 26287 h 3333006"/>
                <a:gd name="connsiteX22" fmla="*/ 6908077 w 6933990"/>
                <a:gd name="connsiteY22" fmla="*/ 252730 h 3333006"/>
                <a:gd name="connsiteX23" fmla="*/ 6863627 w 6933990"/>
                <a:gd name="connsiteY23" fmla="*/ 405271 h 3333006"/>
                <a:gd name="connsiteX24" fmla="*/ 6850926 w 6933990"/>
                <a:gd name="connsiteY24" fmla="*/ 659506 h 3333006"/>
                <a:gd name="connsiteX25" fmla="*/ 6774726 w 6933990"/>
                <a:gd name="connsiteY25" fmla="*/ 775729 h 3333006"/>
                <a:gd name="connsiteX26" fmla="*/ 6664303 w 6933990"/>
                <a:gd name="connsiteY26" fmla="*/ 797321 h 3333006"/>
                <a:gd name="connsiteX27" fmla="*/ 6450518 w 6933990"/>
                <a:gd name="connsiteY27" fmla="*/ 712560 h 3333006"/>
                <a:gd name="connsiteX28" fmla="*/ 6184176 w 6933990"/>
                <a:gd name="connsiteY28" fmla="*/ 398005 h 3333006"/>
                <a:gd name="connsiteX29" fmla="*/ 5946753 w 6933990"/>
                <a:gd name="connsiteY29" fmla="*/ 276774 h 3333006"/>
                <a:gd name="connsiteX30" fmla="*/ 5622903 w 6933990"/>
                <a:gd name="connsiteY30" fmla="*/ 257389 h 3333006"/>
                <a:gd name="connsiteX31" fmla="*/ 5440869 w 6933990"/>
                <a:gd name="connsiteY31" fmla="*/ 333589 h 3333006"/>
                <a:gd name="connsiteX32" fmla="*/ 5322336 w 6933990"/>
                <a:gd name="connsiteY32" fmla="*/ 452121 h 3333006"/>
                <a:gd name="connsiteX33" fmla="*/ 5110669 w 6933990"/>
                <a:gd name="connsiteY33" fmla="*/ 833121 h 3333006"/>
                <a:gd name="connsiteX34" fmla="*/ 4932869 w 6933990"/>
                <a:gd name="connsiteY34" fmla="*/ 985522 h 3333006"/>
                <a:gd name="connsiteX35" fmla="*/ 4568803 w 6933990"/>
                <a:gd name="connsiteY35" fmla="*/ 1150137 h 3333006"/>
                <a:gd name="connsiteX36" fmla="*/ 3794103 w 6933990"/>
                <a:gd name="connsiteY36" fmla="*/ 1187754 h 3333006"/>
                <a:gd name="connsiteX37" fmla="*/ 2833136 w 6933990"/>
                <a:gd name="connsiteY37" fmla="*/ 1368335 h 3333006"/>
                <a:gd name="connsiteX38" fmla="*/ 1991104 w 6933990"/>
                <a:gd name="connsiteY38" fmla="*/ 2283473 h 3333006"/>
                <a:gd name="connsiteX39" fmla="*/ 1398036 w 6933990"/>
                <a:gd name="connsiteY39" fmla="*/ 2786362 h 3333006"/>
                <a:gd name="connsiteX40" fmla="*/ 720793 w 6933990"/>
                <a:gd name="connsiteY40" fmla="*/ 3210084 h 3333006"/>
                <a:gd name="connsiteX41" fmla="*/ 141937 w 6933990"/>
                <a:gd name="connsiteY41" fmla="*/ 3332449 h 3333006"/>
                <a:gd name="connsiteX42" fmla="*/ 40339 w 6933990"/>
                <a:gd name="connsiteY42" fmla="*/ 2196689 h 3333006"/>
                <a:gd name="connsiteX43" fmla="*/ 21444 w 6933990"/>
                <a:gd name="connsiteY43" fmla="*/ 1911636 h 3333006"/>
                <a:gd name="connsiteX0" fmla="*/ 21444 w 6933990"/>
                <a:gd name="connsiteY0" fmla="*/ 1911636 h 3333006"/>
                <a:gd name="connsiteX1" fmla="*/ 189921 w 6933990"/>
                <a:gd name="connsiteY1" fmla="*/ 1661238 h 3333006"/>
                <a:gd name="connsiteX2" fmla="*/ 190456 w 6933990"/>
                <a:gd name="connsiteY2" fmla="*/ 2472496 h 3333006"/>
                <a:gd name="connsiteX3" fmla="*/ 257829 w 6933990"/>
                <a:gd name="connsiteY3" fmla="*/ 3177167 h 3333006"/>
                <a:gd name="connsiteX4" fmla="*/ 1085605 w 6933990"/>
                <a:gd name="connsiteY4" fmla="*/ 2824831 h 3333006"/>
                <a:gd name="connsiteX5" fmla="*/ 1990378 w 6933990"/>
                <a:gd name="connsiteY5" fmla="*/ 1977027 h 3333006"/>
                <a:gd name="connsiteX6" fmla="*/ 2655114 w 6933990"/>
                <a:gd name="connsiteY6" fmla="*/ 1286825 h 3333006"/>
                <a:gd name="connsiteX7" fmla="*/ 3442736 w 6933990"/>
                <a:gd name="connsiteY7" fmla="*/ 714588 h 3333006"/>
                <a:gd name="connsiteX8" fmla="*/ 4839736 w 6933990"/>
                <a:gd name="connsiteY8" fmla="*/ 909322 h 3333006"/>
                <a:gd name="connsiteX9" fmla="*/ 5339269 w 6933990"/>
                <a:gd name="connsiteY9" fmla="*/ 274322 h 3333006"/>
                <a:gd name="connsiteX10" fmla="*/ 5904420 w 6933990"/>
                <a:gd name="connsiteY10" fmla="*/ 172768 h 3333006"/>
                <a:gd name="connsiteX11" fmla="*/ 6334103 w 6933990"/>
                <a:gd name="connsiteY11" fmla="*/ 428302 h 3333006"/>
                <a:gd name="connsiteX12" fmla="*/ 6495325 w 6933990"/>
                <a:gd name="connsiteY12" fmla="*/ 623187 h 3333006"/>
                <a:gd name="connsiteX13" fmla="*/ 6647725 w 6933990"/>
                <a:gd name="connsiteY13" fmla="*/ 703089 h 3333006"/>
                <a:gd name="connsiteX14" fmla="*/ 6762025 w 6933990"/>
                <a:gd name="connsiteY14" fmla="*/ 674034 h 3333006"/>
                <a:gd name="connsiteX15" fmla="*/ 6791303 w 6933990"/>
                <a:gd name="connsiteY15" fmla="*/ 529995 h 3333006"/>
                <a:gd name="connsiteX16" fmla="*/ 6762026 w 6933990"/>
                <a:gd name="connsiteY16" fmla="*/ 390745 h 3333006"/>
                <a:gd name="connsiteX17" fmla="*/ 6692177 w 6933990"/>
                <a:gd name="connsiteY17" fmla="*/ 303578 h 3333006"/>
                <a:gd name="connsiteX18" fmla="*/ 6647727 w 6933990"/>
                <a:gd name="connsiteY18" fmla="*/ 194620 h 3333006"/>
                <a:gd name="connsiteX19" fmla="*/ 6628677 w 6933990"/>
                <a:gd name="connsiteY19" fmla="*/ 27550 h 3333006"/>
                <a:gd name="connsiteX20" fmla="*/ 6774726 w 6933990"/>
                <a:gd name="connsiteY20" fmla="*/ 13025 h 3333006"/>
                <a:gd name="connsiteX21" fmla="*/ 6926769 w 6933990"/>
                <a:gd name="connsiteY21" fmla="*/ 26287 h 3333006"/>
                <a:gd name="connsiteX22" fmla="*/ 6908077 w 6933990"/>
                <a:gd name="connsiteY22" fmla="*/ 252730 h 3333006"/>
                <a:gd name="connsiteX23" fmla="*/ 6863627 w 6933990"/>
                <a:gd name="connsiteY23" fmla="*/ 405271 h 3333006"/>
                <a:gd name="connsiteX24" fmla="*/ 6850926 w 6933990"/>
                <a:gd name="connsiteY24" fmla="*/ 659506 h 3333006"/>
                <a:gd name="connsiteX25" fmla="*/ 6774726 w 6933990"/>
                <a:gd name="connsiteY25" fmla="*/ 775729 h 3333006"/>
                <a:gd name="connsiteX26" fmla="*/ 6664303 w 6933990"/>
                <a:gd name="connsiteY26" fmla="*/ 797321 h 3333006"/>
                <a:gd name="connsiteX27" fmla="*/ 6450518 w 6933990"/>
                <a:gd name="connsiteY27" fmla="*/ 712560 h 3333006"/>
                <a:gd name="connsiteX28" fmla="*/ 6184176 w 6933990"/>
                <a:gd name="connsiteY28" fmla="*/ 398005 h 3333006"/>
                <a:gd name="connsiteX29" fmla="*/ 5946753 w 6933990"/>
                <a:gd name="connsiteY29" fmla="*/ 276774 h 3333006"/>
                <a:gd name="connsiteX30" fmla="*/ 5622903 w 6933990"/>
                <a:gd name="connsiteY30" fmla="*/ 257389 h 3333006"/>
                <a:gd name="connsiteX31" fmla="*/ 5440869 w 6933990"/>
                <a:gd name="connsiteY31" fmla="*/ 333589 h 3333006"/>
                <a:gd name="connsiteX32" fmla="*/ 5322336 w 6933990"/>
                <a:gd name="connsiteY32" fmla="*/ 452121 h 3333006"/>
                <a:gd name="connsiteX33" fmla="*/ 5110669 w 6933990"/>
                <a:gd name="connsiteY33" fmla="*/ 833121 h 3333006"/>
                <a:gd name="connsiteX34" fmla="*/ 4932869 w 6933990"/>
                <a:gd name="connsiteY34" fmla="*/ 985522 h 3333006"/>
                <a:gd name="connsiteX35" fmla="*/ 4568803 w 6933990"/>
                <a:gd name="connsiteY35" fmla="*/ 1150137 h 3333006"/>
                <a:gd name="connsiteX36" fmla="*/ 3794103 w 6933990"/>
                <a:gd name="connsiteY36" fmla="*/ 1187754 h 3333006"/>
                <a:gd name="connsiteX37" fmla="*/ 2833136 w 6933990"/>
                <a:gd name="connsiteY37" fmla="*/ 1368335 h 3333006"/>
                <a:gd name="connsiteX38" fmla="*/ 1991104 w 6933990"/>
                <a:gd name="connsiteY38" fmla="*/ 2283473 h 3333006"/>
                <a:gd name="connsiteX39" fmla="*/ 1398036 w 6933990"/>
                <a:gd name="connsiteY39" fmla="*/ 2786362 h 3333006"/>
                <a:gd name="connsiteX40" fmla="*/ 720793 w 6933990"/>
                <a:gd name="connsiteY40" fmla="*/ 3210084 h 3333006"/>
                <a:gd name="connsiteX41" fmla="*/ 141937 w 6933990"/>
                <a:gd name="connsiteY41" fmla="*/ 3332449 h 3333006"/>
                <a:gd name="connsiteX42" fmla="*/ 40339 w 6933990"/>
                <a:gd name="connsiteY42" fmla="*/ 2196689 h 3333006"/>
                <a:gd name="connsiteX43" fmla="*/ 21444 w 6933990"/>
                <a:gd name="connsiteY43" fmla="*/ 1911636 h 3333006"/>
                <a:gd name="connsiteX0" fmla="*/ 21444 w 6933990"/>
                <a:gd name="connsiteY0" fmla="*/ 1911636 h 3333006"/>
                <a:gd name="connsiteX1" fmla="*/ 189921 w 6933990"/>
                <a:gd name="connsiteY1" fmla="*/ 1661238 h 3333006"/>
                <a:gd name="connsiteX2" fmla="*/ 190456 w 6933990"/>
                <a:gd name="connsiteY2" fmla="*/ 2472496 h 3333006"/>
                <a:gd name="connsiteX3" fmla="*/ 286704 w 6933990"/>
                <a:gd name="connsiteY3" fmla="*/ 3210199 h 3333006"/>
                <a:gd name="connsiteX4" fmla="*/ 1085605 w 6933990"/>
                <a:gd name="connsiteY4" fmla="*/ 2824831 h 3333006"/>
                <a:gd name="connsiteX5" fmla="*/ 1990378 w 6933990"/>
                <a:gd name="connsiteY5" fmla="*/ 1977027 h 3333006"/>
                <a:gd name="connsiteX6" fmla="*/ 2655114 w 6933990"/>
                <a:gd name="connsiteY6" fmla="*/ 1286825 h 3333006"/>
                <a:gd name="connsiteX7" fmla="*/ 3442736 w 6933990"/>
                <a:gd name="connsiteY7" fmla="*/ 714588 h 3333006"/>
                <a:gd name="connsiteX8" fmla="*/ 4839736 w 6933990"/>
                <a:gd name="connsiteY8" fmla="*/ 909322 h 3333006"/>
                <a:gd name="connsiteX9" fmla="*/ 5339269 w 6933990"/>
                <a:gd name="connsiteY9" fmla="*/ 274322 h 3333006"/>
                <a:gd name="connsiteX10" fmla="*/ 5904420 w 6933990"/>
                <a:gd name="connsiteY10" fmla="*/ 172768 h 3333006"/>
                <a:gd name="connsiteX11" fmla="*/ 6334103 w 6933990"/>
                <a:gd name="connsiteY11" fmla="*/ 428302 h 3333006"/>
                <a:gd name="connsiteX12" fmla="*/ 6495325 w 6933990"/>
                <a:gd name="connsiteY12" fmla="*/ 623187 h 3333006"/>
                <a:gd name="connsiteX13" fmla="*/ 6647725 w 6933990"/>
                <a:gd name="connsiteY13" fmla="*/ 703089 h 3333006"/>
                <a:gd name="connsiteX14" fmla="*/ 6762025 w 6933990"/>
                <a:gd name="connsiteY14" fmla="*/ 674034 h 3333006"/>
                <a:gd name="connsiteX15" fmla="*/ 6791303 w 6933990"/>
                <a:gd name="connsiteY15" fmla="*/ 529995 h 3333006"/>
                <a:gd name="connsiteX16" fmla="*/ 6762026 w 6933990"/>
                <a:gd name="connsiteY16" fmla="*/ 390745 h 3333006"/>
                <a:gd name="connsiteX17" fmla="*/ 6692177 w 6933990"/>
                <a:gd name="connsiteY17" fmla="*/ 303578 h 3333006"/>
                <a:gd name="connsiteX18" fmla="*/ 6647727 w 6933990"/>
                <a:gd name="connsiteY18" fmla="*/ 194620 h 3333006"/>
                <a:gd name="connsiteX19" fmla="*/ 6628677 w 6933990"/>
                <a:gd name="connsiteY19" fmla="*/ 27550 h 3333006"/>
                <a:gd name="connsiteX20" fmla="*/ 6774726 w 6933990"/>
                <a:gd name="connsiteY20" fmla="*/ 13025 h 3333006"/>
                <a:gd name="connsiteX21" fmla="*/ 6926769 w 6933990"/>
                <a:gd name="connsiteY21" fmla="*/ 26287 h 3333006"/>
                <a:gd name="connsiteX22" fmla="*/ 6908077 w 6933990"/>
                <a:gd name="connsiteY22" fmla="*/ 252730 h 3333006"/>
                <a:gd name="connsiteX23" fmla="*/ 6863627 w 6933990"/>
                <a:gd name="connsiteY23" fmla="*/ 405271 h 3333006"/>
                <a:gd name="connsiteX24" fmla="*/ 6850926 w 6933990"/>
                <a:gd name="connsiteY24" fmla="*/ 659506 h 3333006"/>
                <a:gd name="connsiteX25" fmla="*/ 6774726 w 6933990"/>
                <a:gd name="connsiteY25" fmla="*/ 775729 h 3333006"/>
                <a:gd name="connsiteX26" fmla="*/ 6664303 w 6933990"/>
                <a:gd name="connsiteY26" fmla="*/ 797321 h 3333006"/>
                <a:gd name="connsiteX27" fmla="*/ 6450518 w 6933990"/>
                <a:gd name="connsiteY27" fmla="*/ 712560 h 3333006"/>
                <a:gd name="connsiteX28" fmla="*/ 6184176 w 6933990"/>
                <a:gd name="connsiteY28" fmla="*/ 398005 h 3333006"/>
                <a:gd name="connsiteX29" fmla="*/ 5946753 w 6933990"/>
                <a:gd name="connsiteY29" fmla="*/ 276774 h 3333006"/>
                <a:gd name="connsiteX30" fmla="*/ 5622903 w 6933990"/>
                <a:gd name="connsiteY30" fmla="*/ 257389 h 3333006"/>
                <a:gd name="connsiteX31" fmla="*/ 5440869 w 6933990"/>
                <a:gd name="connsiteY31" fmla="*/ 333589 h 3333006"/>
                <a:gd name="connsiteX32" fmla="*/ 5322336 w 6933990"/>
                <a:gd name="connsiteY32" fmla="*/ 452121 h 3333006"/>
                <a:gd name="connsiteX33" fmla="*/ 5110669 w 6933990"/>
                <a:gd name="connsiteY33" fmla="*/ 833121 h 3333006"/>
                <a:gd name="connsiteX34" fmla="*/ 4932869 w 6933990"/>
                <a:gd name="connsiteY34" fmla="*/ 985522 h 3333006"/>
                <a:gd name="connsiteX35" fmla="*/ 4568803 w 6933990"/>
                <a:gd name="connsiteY35" fmla="*/ 1150137 h 3333006"/>
                <a:gd name="connsiteX36" fmla="*/ 3794103 w 6933990"/>
                <a:gd name="connsiteY36" fmla="*/ 1187754 h 3333006"/>
                <a:gd name="connsiteX37" fmla="*/ 2833136 w 6933990"/>
                <a:gd name="connsiteY37" fmla="*/ 1368335 h 3333006"/>
                <a:gd name="connsiteX38" fmla="*/ 1991104 w 6933990"/>
                <a:gd name="connsiteY38" fmla="*/ 2283473 h 3333006"/>
                <a:gd name="connsiteX39" fmla="*/ 1398036 w 6933990"/>
                <a:gd name="connsiteY39" fmla="*/ 2786362 h 3333006"/>
                <a:gd name="connsiteX40" fmla="*/ 720793 w 6933990"/>
                <a:gd name="connsiteY40" fmla="*/ 3210084 h 3333006"/>
                <a:gd name="connsiteX41" fmla="*/ 141937 w 6933990"/>
                <a:gd name="connsiteY41" fmla="*/ 3332449 h 3333006"/>
                <a:gd name="connsiteX42" fmla="*/ 40339 w 6933990"/>
                <a:gd name="connsiteY42" fmla="*/ 2196689 h 3333006"/>
                <a:gd name="connsiteX43" fmla="*/ 21444 w 6933990"/>
                <a:gd name="connsiteY43" fmla="*/ 1911636 h 3333006"/>
                <a:gd name="connsiteX0" fmla="*/ 21444 w 6933990"/>
                <a:gd name="connsiteY0" fmla="*/ 1911636 h 3280837"/>
                <a:gd name="connsiteX1" fmla="*/ 189921 w 6933990"/>
                <a:gd name="connsiteY1" fmla="*/ 1661238 h 3280837"/>
                <a:gd name="connsiteX2" fmla="*/ 190456 w 6933990"/>
                <a:gd name="connsiteY2" fmla="*/ 2472496 h 3280837"/>
                <a:gd name="connsiteX3" fmla="*/ 286704 w 6933990"/>
                <a:gd name="connsiteY3" fmla="*/ 3210199 h 3280837"/>
                <a:gd name="connsiteX4" fmla="*/ 1085605 w 6933990"/>
                <a:gd name="connsiteY4" fmla="*/ 2824831 h 3280837"/>
                <a:gd name="connsiteX5" fmla="*/ 1990378 w 6933990"/>
                <a:gd name="connsiteY5" fmla="*/ 1977027 h 3280837"/>
                <a:gd name="connsiteX6" fmla="*/ 2655114 w 6933990"/>
                <a:gd name="connsiteY6" fmla="*/ 1286825 h 3280837"/>
                <a:gd name="connsiteX7" fmla="*/ 3442736 w 6933990"/>
                <a:gd name="connsiteY7" fmla="*/ 714588 h 3280837"/>
                <a:gd name="connsiteX8" fmla="*/ 4839736 w 6933990"/>
                <a:gd name="connsiteY8" fmla="*/ 909322 h 3280837"/>
                <a:gd name="connsiteX9" fmla="*/ 5339269 w 6933990"/>
                <a:gd name="connsiteY9" fmla="*/ 274322 h 3280837"/>
                <a:gd name="connsiteX10" fmla="*/ 5904420 w 6933990"/>
                <a:gd name="connsiteY10" fmla="*/ 172768 h 3280837"/>
                <a:gd name="connsiteX11" fmla="*/ 6334103 w 6933990"/>
                <a:gd name="connsiteY11" fmla="*/ 428302 h 3280837"/>
                <a:gd name="connsiteX12" fmla="*/ 6495325 w 6933990"/>
                <a:gd name="connsiteY12" fmla="*/ 623187 h 3280837"/>
                <a:gd name="connsiteX13" fmla="*/ 6647725 w 6933990"/>
                <a:gd name="connsiteY13" fmla="*/ 703089 h 3280837"/>
                <a:gd name="connsiteX14" fmla="*/ 6762025 w 6933990"/>
                <a:gd name="connsiteY14" fmla="*/ 674034 h 3280837"/>
                <a:gd name="connsiteX15" fmla="*/ 6791303 w 6933990"/>
                <a:gd name="connsiteY15" fmla="*/ 529995 h 3280837"/>
                <a:gd name="connsiteX16" fmla="*/ 6762026 w 6933990"/>
                <a:gd name="connsiteY16" fmla="*/ 390745 h 3280837"/>
                <a:gd name="connsiteX17" fmla="*/ 6692177 w 6933990"/>
                <a:gd name="connsiteY17" fmla="*/ 303578 h 3280837"/>
                <a:gd name="connsiteX18" fmla="*/ 6647727 w 6933990"/>
                <a:gd name="connsiteY18" fmla="*/ 194620 h 3280837"/>
                <a:gd name="connsiteX19" fmla="*/ 6628677 w 6933990"/>
                <a:gd name="connsiteY19" fmla="*/ 27550 h 3280837"/>
                <a:gd name="connsiteX20" fmla="*/ 6774726 w 6933990"/>
                <a:gd name="connsiteY20" fmla="*/ 13025 h 3280837"/>
                <a:gd name="connsiteX21" fmla="*/ 6926769 w 6933990"/>
                <a:gd name="connsiteY21" fmla="*/ 26287 h 3280837"/>
                <a:gd name="connsiteX22" fmla="*/ 6908077 w 6933990"/>
                <a:gd name="connsiteY22" fmla="*/ 252730 h 3280837"/>
                <a:gd name="connsiteX23" fmla="*/ 6863627 w 6933990"/>
                <a:gd name="connsiteY23" fmla="*/ 405271 h 3280837"/>
                <a:gd name="connsiteX24" fmla="*/ 6850926 w 6933990"/>
                <a:gd name="connsiteY24" fmla="*/ 659506 h 3280837"/>
                <a:gd name="connsiteX25" fmla="*/ 6774726 w 6933990"/>
                <a:gd name="connsiteY25" fmla="*/ 775729 h 3280837"/>
                <a:gd name="connsiteX26" fmla="*/ 6664303 w 6933990"/>
                <a:gd name="connsiteY26" fmla="*/ 797321 h 3280837"/>
                <a:gd name="connsiteX27" fmla="*/ 6450518 w 6933990"/>
                <a:gd name="connsiteY27" fmla="*/ 712560 h 3280837"/>
                <a:gd name="connsiteX28" fmla="*/ 6184176 w 6933990"/>
                <a:gd name="connsiteY28" fmla="*/ 398005 h 3280837"/>
                <a:gd name="connsiteX29" fmla="*/ 5946753 w 6933990"/>
                <a:gd name="connsiteY29" fmla="*/ 276774 h 3280837"/>
                <a:gd name="connsiteX30" fmla="*/ 5622903 w 6933990"/>
                <a:gd name="connsiteY30" fmla="*/ 257389 h 3280837"/>
                <a:gd name="connsiteX31" fmla="*/ 5440869 w 6933990"/>
                <a:gd name="connsiteY31" fmla="*/ 333589 h 3280837"/>
                <a:gd name="connsiteX32" fmla="*/ 5322336 w 6933990"/>
                <a:gd name="connsiteY32" fmla="*/ 452121 h 3280837"/>
                <a:gd name="connsiteX33" fmla="*/ 5110669 w 6933990"/>
                <a:gd name="connsiteY33" fmla="*/ 833121 h 3280837"/>
                <a:gd name="connsiteX34" fmla="*/ 4932869 w 6933990"/>
                <a:gd name="connsiteY34" fmla="*/ 985522 h 3280837"/>
                <a:gd name="connsiteX35" fmla="*/ 4568803 w 6933990"/>
                <a:gd name="connsiteY35" fmla="*/ 1150137 h 3280837"/>
                <a:gd name="connsiteX36" fmla="*/ 3794103 w 6933990"/>
                <a:gd name="connsiteY36" fmla="*/ 1187754 h 3280837"/>
                <a:gd name="connsiteX37" fmla="*/ 2833136 w 6933990"/>
                <a:gd name="connsiteY37" fmla="*/ 1368335 h 3280837"/>
                <a:gd name="connsiteX38" fmla="*/ 1991104 w 6933990"/>
                <a:gd name="connsiteY38" fmla="*/ 2283473 h 3280837"/>
                <a:gd name="connsiteX39" fmla="*/ 1398036 w 6933990"/>
                <a:gd name="connsiteY39" fmla="*/ 2786362 h 3280837"/>
                <a:gd name="connsiteX40" fmla="*/ 720793 w 6933990"/>
                <a:gd name="connsiteY40" fmla="*/ 3210084 h 3280837"/>
                <a:gd name="connsiteX41" fmla="*/ 132311 w 6933990"/>
                <a:gd name="connsiteY41" fmla="*/ 3277397 h 3280837"/>
                <a:gd name="connsiteX42" fmla="*/ 40339 w 6933990"/>
                <a:gd name="connsiteY42" fmla="*/ 2196689 h 3280837"/>
                <a:gd name="connsiteX43" fmla="*/ 21444 w 6933990"/>
                <a:gd name="connsiteY43" fmla="*/ 1911636 h 3280837"/>
                <a:gd name="connsiteX0" fmla="*/ 21444 w 6933990"/>
                <a:gd name="connsiteY0" fmla="*/ 1911636 h 3772925"/>
                <a:gd name="connsiteX1" fmla="*/ 189921 w 6933990"/>
                <a:gd name="connsiteY1" fmla="*/ 1661238 h 3772925"/>
                <a:gd name="connsiteX2" fmla="*/ 190456 w 6933990"/>
                <a:gd name="connsiteY2" fmla="*/ 2472496 h 3772925"/>
                <a:gd name="connsiteX3" fmla="*/ 286704 w 6933990"/>
                <a:gd name="connsiteY3" fmla="*/ 3210199 h 3772925"/>
                <a:gd name="connsiteX4" fmla="*/ 1085605 w 6933990"/>
                <a:gd name="connsiteY4" fmla="*/ 2824831 h 3772925"/>
                <a:gd name="connsiteX5" fmla="*/ 1990378 w 6933990"/>
                <a:gd name="connsiteY5" fmla="*/ 1977027 h 3772925"/>
                <a:gd name="connsiteX6" fmla="*/ 2655114 w 6933990"/>
                <a:gd name="connsiteY6" fmla="*/ 1286825 h 3772925"/>
                <a:gd name="connsiteX7" fmla="*/ 3442736 w 6933990"/>
                <a:gd name="connsiteY7" fmla="*/ 714588 h 3772925"/>
                <a:gd name="connsiteX8" fmla="*/ 4839736 w 6933990"/>
                <a:gd name="connsiteY8" fmla="*/ 909322 h 3772925"/>
                <a:gd name="connsiteX9" fmla="*/ 5339269 w 6933990"/>
                <a:gd name="connsiteY9" fmla="*/ 274322 h 3772925"/>
                <a:gd name="connsiteX10" fmla="*/ 5904420 w 6933990"/>
                <a:gd name="connsiteY10" fmla="*/ 172768 h 3772925"/>
                <a:gd name="connsiteX11" fmla="*/ 6334103 w 6933990"/>
                <a:gd name="connsiteY11" fmla="*/ 428302 h 3772925"/>
                <a:gd name="connsiteX12" fmla="*/ 6495325 w 6933990"/>
                <a:gd name="connsiteY12" fmla="*/ 623187 h 3772925"/>
                <a:gd name="connsiteX13" fmla="*/ 6647725 w 6933990"/>
                <a:gd name="connsiteY13" fmla="*/ 703089 h 3772925"/>
                <a:gd name="connsiteX14" fmla="*/ 6762025 w 6933990"/>
                <a:gd name="connsiteY14" fmla="*/ 674034 h 3772925"/>
                <a:gd name="connsiteX15" fmla="*/ 6791303 w 6933990"/>
                <a:gd name="connsiteY15" fmla="*/ 529995 h 3772925"/>
                <a:gd name="connsiteX16" fmla="*/ 6762026 w 6933990"/>
                <a:gd name="connsiteY16" fmla="*/ 390745 h 3772925"/>
                <a:gd name="connsiteX17" fmla="*/ 6692177 w 6933990"/>
                <a:gd name="connsiteY17" fmla="*/ 303578 h 3772925"/>
                <a:gd name="connsiteX18" fmla="*/ 6647727 w 6933990"/>
                <a:gd name="connsiteY18" fmla="*/ 194620 h 3772925"/>
                <a:gd name="connsiteX19" fmla="*/ 6628677 w 6933990"/>
                <a:gd name="connsiteY19" fmla="*/ 27550 h 3772925"/>
                <a:gd name="connsiteX20" fmla="*/ 6774726 w 6933990"/>
                <a:gd name="connsiteY20" fmla="*/ 13025 h 3772925"/>
                <a:gd name="connsiteX21" fmla="*/ 6926769 w 6933990"/>
                <a:gd name="connsiteY21" fmla="*/ 26287 h 3772925"/>
                <a:gd name="connsiteX22" fmla="*/ 6908077 w 6933990"/>
                <a:gd name="connsiteY22" fmla="*/ 252730 h 3772925"/>
                <a:gd name="connsiteX23" fmla="*/ 6863627 w 6933990"/>
                <a:gd name="connsiteY23" fmla="*/ 405271 h 3772925"/>
                <a:gd name="connsiteX24" fmla="*/ 6850926 w 6933990"/>
                <a:gd name="connsiteY24" fmla="*/ 659506 h 3772925"/>
                <a:gd name="connsiteX25" fmla="*/ 6774726 w 6933990"/>
                <a:gd name="connsiteY25" fmla="*/ 775729 h 3772925"/>
                <a:gd name="connsiteX26" fmla="*/ 6664303 w 6933990"/>
                <a:gd name="connsiteY26" fmla="*/ 797321 h 3772925"/>
                <a:gd name="connsiteX27" fmla="*/ 6450518 w 6933990"/>
                <a:gd name="connsiteY27" fmla="*/ 712560 h 3772925"/>
                <a:gd name="connsiteX28" fmla="*/ 6184176 w 6933990"/>
                <a:gd name="connsiteY28" fmla="*/ 398005 h 3772925"/>
                <a:gd name="connsiteX29" fmla="*/ 5946753 w 6933990"/>
                <a:gd name="connsiteY29" fmla="*/ 276774 h 3772925"/>
                <a:gd name="connsiteX30" fmla="*/ 5622903 w 6933990"/>
                <a:gd name="connsiteY30" fmla="*/ 257389 h 3772925"/>
                <a:gd name="connsiteX31" fmla="*/ 5440869 w 6933990"/>
                <a:gd name="connsiteY31" fmla="*/ 333589 h 3772925"/>
                <a:gd name="connsiteX32" fmla="*/ 5322336 w 6933990"/>
                <a:gd name="connsiteY32" fmla="*/ 452121 h 3772925"/>
                <a:gd name="connsiteX33" fmla="*/ 5110669 w 6933990"/>
                <a:gd name="connsiteY33" fmla="*/ 833121 h 3772925"/>
                <a:gd name="connsiteX34" fmla="*/ 4932869 w 6933990"/>
                <a:gd name="connsiteY34" fmla="*/ 985522 h 3772925"/>
                <a:gd name="connsiteX35" fmla="*/ 4568803 w 6933990"/>
                <a:gd name="connsiteY35" fmla="*/ 1150137 h 3772925"/>
                <a:gd name="connsiteX36" fmla="*/ 3794103 w 6933990"/>
                <a:gd name="connsiteY36" fmla="*/ 1187754 h 3772925"/>
                <a:gd name="connsiteX37" fmla="*/ 2833136 w 6933990"/>
                <a:gd name="connsiteY37" fmla="*/ 1368335 h 3772925"/>
                <a:gd name="connsiteX38" fmla="*/ 1991104 w 6933990"/>
                <a:gd name="connsiteY38" fmla="*/ 2283473 h 3772925"/>
                <a:gd name="connsiteX39" fmla="*/ 1398036 w 6933990"/>
                <a:gd name="connsiteY39" fmla="*/ 2786362 h 3772925"/>
                <a:gd name="connsiteX40" fmla="*/ 720793 w 6933990"/>
                <a:gd name="connsiteY40" fmla="*/ 3210084 h 3772925"/>
                <a:gd name="connsiteX41" fmla="*/ 103435 w 6933990"/>
                <a:gd name="connsiteY41" fmla="*/ 3772868 h 3772925"/>
                <a:gd name="connsiteX42" fmla="*/ 40339 w 6933990"/>
                <a:gd name="connsiteY42" fmla="*/ 2196689 h 3772925"/>
                <a:gd name="connsiteX43" fmla="*/ 21444 w 6933990"/>
                <a:gd name="connsiteY43" fmla="*/ 1911636 h 3772925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86704 w 6933990"/>
                <a:gd name="connsiteY3" fmla="*/ 3210199 h 3830701"/>
                <a:gd name="connsiteX4" fmla="*/ 1085605 w 6933990"/>
                <a:gd name="connsiteY4" fmla="*/ 2824831 h 3830701"/>
                <a:gd name="connsiteX5" fmla="*/ 1990378 w 6933990"/>
                <a:gd name="connsiteY5" fmla="*/ 1977027 h 3830701"/>
                <a:gd name="connsiteX6" fmla="*/ 2655114 w 6933990"/>
                <a:gd name="connsiteY6" fmla="*/ 1286825 h 3830701"/>
                <a:gd name="connsiteX7" fmla="*/ 3442736 w 6933990"/>
                <a:gd name="connsiteY7" fmla="*/ 714588 h 3830701"/>
                <a:gd name="connsiteX8" fmla="*/ 4839736 w 6933990"/>
                <a:gd name="connsiteY8" fmla="*/ 909322 h 3830701"/>
                <a:gd name="connsiteX9" fmla="*/ 5339269 w 6933990"/>
                <a:gd name="connsiteY9" fmla="*/ 274322 h 3830701"/>
                <a:gd name="connsiteX10" fmla="*/ 5904420 w 6933990"/>
                <a:gd name="connsiteY10" fmla="*/ 172768 h 3830701"/>
                <a:gd name="connsiteX11" fmla="*/ 6334103 w 6933990"/>
                <a:gd name="connsiteY11" fmla="*/ 428302 h 3830701"/>
                <a:gd name="connsiteX12" fmla="*/ 6495325 w 6933990"/>
                <a:gd name="connsiteY12" fmla="*/ 623187 h 3830701"/>
                <a:gd name="connsiteX13" fmla="*/ 6647725 w 6933990"/>
                <a:gd name="connsiteY13" fmla="*/ 703089 h 3830701"/>
                <a:gd name="connsiteX14" fmla="*/ 6762025 w 6933990"/>
                <a:gd name="connsiteY14" fmla="*/ 674034 h 3830701"/>
                <a:gd name="connsiteX15" fmla="*/ 6791303 w 6933990"/>
                <a:gd name="connsiteY15" fmla="*/ 529995 h 3830701"/>
                <a:gd name="connsiteX16" fmla="*/ 6762026 w 6933990"/>
                <a:gd name="connsiteY16" fmla="*/ 390745 h 3830701"/>
                <a:gd name="connsiteX17" fmla="*/ 6692177 w 6933990"/>
                <a:gd name="connsiteY17" fmla="*/ 303578 h 3830701"/>
                <a:gd name="connsiteX18" fmla="*/ 6647727 w 6933990"/>
                <a:gd name="connsiteY18" fmla="*/ 194620 h 3830701"/>
                <a:gd name="connsiteX19" fmla="*/ 6628677 w 6933990"/>
                <a:gd name="connsiteY19" fmla="*/ 27550 h 3830701"/>
                <a:gd name="connsiteX20" fmla="*/ 6774726 w 6933990"/>
                <a:gd name="connsiteY20" fmla="*/ 13025 h 3830701"/>
                <a:gd name="connsiteX21" fmla="*/ 6926769 w 6933990"/>
                <a:gd name="connsiteY21" fmla="*/ 26287 h 3830701"/>
                <a:gd name="connsiteX22" fmla="*/ 6908077 w 6933990"/>
                <a:gd name="connsiteY22" fmla="*/ 252730 h 3830701"/>
                <a:gd name="connsiteX23" fmla="*/ 6863627 w 6933990"/>
                <a:gd name="connsiteY23" fmla="*/ 405271 h 3830701"/>
                <a:gd name="connsiteX24" fmla="*/ 6850926 w 6933990"/>
                <a:gd name="connsiteY24" fmla="*/ 659506 h 3830701"/>
                <a:gd name="connsiteX25" fmla="*/ 6774726 w 6933990"/>
                <a:gd name="connsiteY25" fmla="*/ 775729 h 3830701"/>
                <a:gd name="connsiteX26" fmla="*/ 6664303 w 6933990"/>
                <a:gd name="connsiteY26" fmla="*/ 797321 h 3830701"/>
                <a:gd name="connsiteX27" fmla="*/ 6450518 w 6933990"/>
                <a:gd name="connsiteY27" fmla="*/ 712560 h 3830701"/>
                <a:gd name="connsiteX28" fmla="*/ 6184176 w 6933990"/>
                <a:gd name="connsiteY28" fmla="*/ 398005 h 3830701"/>
                <a:gd name="connsiteX29" fmla="*/ 5946753 w 6933990"/>
                <a:gd name="connsiteY29" fmla="*/ 276774 h 3830701"/>
                <a:gd name="connsiteX30" fmla="*/ 5622903 w 6933990"/>
                <a:gd name="connsiteY30" fmla="*/ 257389 h 3830701"/>
                <a:gd name="connsiteX31" fmla="*/ 5440869 w 6933990"/>
                <a:gd name="connsiteY31" fmla="*/ 333589 h 3830701"/>
                <a:gd name="connsiteX32" fmla="*/ 5322336 w 6933990"/>
                <a:gd name="connsiteY32" fmla="*/ 452121 h 3830701"/>
                <a:gd name="connsiteX33" fmla="*/ 5110669 w 6933990"/>
                <a:gd name="connsiteY33" fmla="*/ 833121 h 3830701"/>
                <a:gd name="connsiteX34" fmla="*/ 4932869 w 6933990"/>
                <a:gd name="connsiteY34" fmla="*/ 985522 h 3830701"/>
                <a:gd name="connsiteX35" fmla="*/ 4568803 w 6933990"/>
                <a:gd name="connsiteY35" fmla="*/ 1150137 h 3830701"/>
                <a:gd name="connsiteX36" fmla="*/ 3794103 w 6933990"/>
                <a:gd name="connsiteY36" fmla="*/ 1187754 h 3830701"/>
                <a:gd name="connsiteX37" fmla="*/ 2833136 w 6933990"/>
                <a:gd name="connsiteY37" fmla="*/ 1368335 h 3830701"/>
                <a:gd name="connsiteX38" fmla="*/ 1991104 w 6933990"/>
                <a:gd name="connsiteY38" fmla="*/ 2283473 h 3830701"/>
                <a:gd name="connsiteX39" fmla="*/ 1398036 w 6933990"/>
                <a:gd name="connsiteY39" fmla="*/ 2786362 h 3830701"/>
                <a:gd name="connsiteX40" fmla="*/ 576414 w 6933990"/>
                <a:gd name="connsiteY40" fmla="*/ 3749596 h 3830701"/>
                <a:gd name="connsiteX41" fmla="*/ 103435 w 6933990"/>
                <a:gd name="connsiteY41" fmla="*/ 3772868 h 3830701"/>
                <a:gd name="connsiteX42" fmla="*/ 40339 w 6933990"/>
                <a:gd name="connsiteY42" fmla="*/ 2196689 h 3830701"/>
                <a:gd name="connsiteX43" fmla="*/ 21444 w 6933990"/>
                <a:gd name="connsiteY43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67454 w 6933990"/>
                <a:gd name="connsiteY3" fmla="*/ 3617585 h 3830701"/>
                <a:gd name="connsiteX4" fmla="*/ 1085605 w 6933990"/>
                <a:gd name="connsiteY4" fmla="*/ 2824831 h 3830701"/>
                <a:gd name="connsiteX5" fmla="*/ 1990378 w 6933990"/>
                <a:gd name="connsiteY5" fmla="*/ 1977027 h 3830701"/>
                <a:gd name="connsiteX6" fmla="*/ 2655114 w 6933990"/>
                <a:gd name="connsiteY6" fmla="*/ 1286825 h 3830701"/>
                <a:gd name="connsiteX7" fmla="*/ 3442736 w 6933990"/>
                <a:gd name="connsiteY7" fmla="*/ 714588 h 3830701"/>
                <a:gd name="connsiteX8" fmla="*/ 4839736 w 6933990"/>
                <a:gd name="connsiteY8" fmla="*/ 909322 h 3830701"/>
                <a:gd name="connsiteX9" fmla="*/ 5339269 w 6933990"/>
                <a:gd name="connsiteY9" fmla="*/ 274322 h 3830701"/>
                <a:gd name="connsiteX10" fmla="*/ 5904420 w 6933990"/>
                <a:gd name="connsiteY10" fmla="*/ 172768 h 3830701"/>
                <a:gd name="connsiteX11" fmla="*/ 6334103 w 6933990"/>
                <a:gd name="connsiteY11" fmla="*/ 428302 h 3830701"/>
                <a:gd name="connsiteX12" fmla="*/ 6495325 w 6933990"/>
                <a:gd name="connsiteY12" fmla="*/ 623187 h 3830701"/>
                <a:gd name="connsiteX13" fmla="*/ 6647725 w 6933990"/>
                <a:gd name="connsiteY13" fmla="*/ 703089 h 3830701"/>
                <a:gd name="connsiteX14" fmla="*/ 6762025 w 6933990"/>
                <a:gd name="connsiteY14" fmla="*/ 674034 h 3830701"/>
                <a:gd name="connsiteX15" fmla="*/ 6791303 w 6933990"/>
                <a:gd name="connsiteY15" fmla="*/ 529995 h 3830701"/>
                <a:gd name="connsiteX16" fmla="*/ 6762026 w 6933990"/>
                <a:gd name="connsiteY16" fmla="*/ 390745 h 3830701"/>
                <a:gd name="connsiteX17" fmla="*/ 6692177 w 6933990"/>
                <a:gd name="connsiteY17" fmla="*/ 303578 h 3830701"/>
                <a:gd name="connsiteX18" fmla="*/ 6647727 w 6933990"/>
                <a:gd name="connsiteY18" fmla="*/ 194620 h 3830701"/>
                <a:gd name="connsiteX19" fmla="*/ 6628677 w 6933990"/>
                <a:gd name="connsiteY19" fmla="*/ 27550 h 3830701"/>
                <a:gd name="connsiteX20" fmla="*/ 6774726 w 6933990"/>
                <a:gd name="connsiteY20" fmla="*/ 13025 h 3830701"/>
                <a:gd name="connsiteX21" fmla="*/ 6926769 w 6933990"/>
                <a:gd name="connsiteY21" fmla="*/ 26287 h 3830701"/>
                <a:gd name="connsiteX22" fmla="*/ 6908077 w 6933990"/>
                <a:gd name="connsiteY22" fmla="*/ 252730 h 3830701"/>
                <a:gd name="connsiteX23" fmla="*/ 6863627 w 6933990"/>
                <a:gd name="connsiteY23" fmla="*/ 405271 h 3830701"/>
                <a:gd name="connsiteX24" fmla="*/ 6850926 w 6933990"/>
                <a:gd name="connsiteY24" fmla="*/ 659506 h 3830701"/>
                <a:gd name="connsiteX25" fmla="*/ 6774726 w 6933990"/>
                <a:gd name="connsiteY25" fmla="*/ 775729 h 3830701"/>
                <a:gd name="connsiteX26" fmla="*/ 6664303 w 6933990"/>
                <a:gd name="connsiteY26" fmla="*/ 797321 h 3830701"/>
                <a:gd name="connsiteX27" fmla="*/ 6450518 w 6933990"/>
                <a:gd name="connsiteY27" fmla="*/ 712560 h 3830701"/>
                <a:gd name="connsiteX28" fmla="*/ 6184176 w 6933990"/>
                <a:gd name="connsiteY28" fmla="*/ 398005 h 3830701"/>
                <a:gd name="connsiteX29" fmla="*/ 5946753 w 6933990"/>
                <a:gd name="connsiteY29" fmla="*/ 276774 h 3830701"/>
                <a:gd name="connsiteX30" fmla="*/ 5622903 w 6933990"/>
                <a:gd name="connsiteY30" fmla="*/ 257389 h 3830701"/>
                <a:gd name="connsiteX31" fmla="*/ 5440869 w 6933990"/>
                <a:gd name="connsiteY31" fmla="*/ 333589 h 3830701"/>
                <a:gd name="connsiteX32" fmla="*/ 5322336 w 6933990"/>
                <a:gd name="connsiteY32" fmla="*/ 452121 h 3830701"/>
                <a:gd name="connsiteX33" fmla="*/ 5110669 w 6933990"/>
                <a:gd name="connsiteY33" fmla="*/ 833121 h 3830701"/>
                <a:gd name="connsiteX34" fmla="*/ 4932869 w 6933990"/>
                <a:gd name="connsiteY34" fmla="*/ 985522 h 3830701"/>
                <a:gd name="connsiteX35" fmla="*/ 4568803 w 6933990"/>
                <a:gd name="connsiteY35" fmla="*/ 1150137 h 3830701"/>
                <a:gd name="connsiteX36" fmla="*/ 3794103 w 6933990"/>
                <a:gd name="connsiteY36" fmla="*/ 1187754 h 3830701"/>
                <a:gd name="connsiteX37" fmla="*/ 2833136 w 6933990"/>
                <a:gd name="connsiteY37" fmla="*/ 1368335 h 3830701"/>
                <a:gd name="connsiteX38" fmla="*/ 1991104 w 6933990"/>
                <a:gd name="connsiteY38" fmla="*/ 2283473 h 3830701"/>
                <a:gd name="connsiteX39" fmla="*/ 1398036 w 6933990"/>
                <a:gd name="connsiteY39" fmla="*/ 2786362 h 3830701"/>
                <a:gd name="connsiteX40" fmla="*/ 576414 w 6933990"/>
                <a:gd name="connsiteY40" fmla="*/ 3749596 h 3830701"/>
                <a:gd name="connsiteX41" fmla="*/ 103435 w 6933990"/>
                <a:gd name="connsiteY41" fmla="*/ 3772868 h 3830701"/>
                <a:gd name="connsiteX42" fmla="*/ 40339 w 6933990"/>
                <a:gd name="connsiteY42" fmla="*/ 2196689 h 3830701"/>
                <a:gd name="connsiteX43" fmla="*/ 21444 w 6933990"/>
                <a:gd name="connsiteY43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67454 w 6933990"/>
                <a:gd name="connsiteY3" fmla="*/ 3617585 h 3830701"/>
                <a:gd name="connsiteX4" fmla="*/ 594715 w 6933990"/>
                <a:gd name="connsiteY4" fmla="*/ 3485458 h 3830701"/>
                <a:gd name="connsiteX5" fmla="*/ 1085605 w 6933990"/>
                <a:gd name="connsiteY5" fmla="*/ 2824831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68803 w 6933990"/>
                <a:gd name="connsiteY36" fmla="*/ 1150137 h 3830701"/>
                <a:gd name="connsiteX37" fmla="*/ 3794103 w 6933990"/>
                <a:gd name="connsiteY37" fmla="*/ 1187754 h 3830701"/>
                <a:gd name="connsiteX38" fmla="*/ 2833136 w 6933990"/>
                <a:gd name="connsiteY38" fmla="*/ 1368335 h 3830701"/>
                <a:gd name="connsiteX39" fmla="*/ 1991104 w 6933990"/>
                <a:gd name="connsiteY39" fmla="*/ 2283473 h 3830701"/>
                <a:gd name="connsiteX40" fmla="*/ 1398036 w 6933990"/>
                <a:gd name="connsiteY40" fmla="*/ 2786362 h 3830701"/>
                <a:gd name="connsiteX41" fmla="*/ 576414 w 6933990"/>
                <a:gd name="connsiteY41" fmla="*/ 3749596 h 3830701"/>
                <a:gd name="connsiteX42" fmla="*/ 103435 w 6933990"/>
                <a:gd name="connsiteY42" fmla="*/ 3772868 h 3830701"/>
                <a:gd name="connsiteX43" fmla="*/ 40339 w 6933990"/>
                <a:gd name="connsiteY43" fmla="*/ 2196689 h 3830701"/>
                <a:gd name="connsiteX44" fmla="*/ 21444 w 6933990"/>
                <a:gd name="connsiteY44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67454 w 6933990"/>
                <a:gd name="connsiteY3" fmla="*/ 3617585 h 3830701"/>
                <a:gd name="connsiteX4" fmla="*/ 594715 w 6933990"/>
                <a:gd name="connsiteY4" fmla="*/ 348545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68803 w 6933990"/>
                <a:gd name="connsiteY36" fmla="*/ 1150137 h 3830701"/>
                <a:gd name="connsiteX37" fmla="*/ 3794103 w 6933990"/>
                <a:gd name="connsiteY37" fmla="*/ 1187754 h 3830701"/>
                <a:gd name="connsiteX38" fmla="*/ 2833136 w 6933990"/>
                <a:gd name="connsiteY38" fmla="*/ 1368335 h 3830701"/>
                <a:gd name="connsiteX39" fmla="*/ 1991104 w 6933990"/>
                <a:gd name="connsiteY39" fmla="*/ 2283473 h 3830701"/>
                <a:gd name="connsiteX40" fmla="*/ 1398036 w 6933990"/>
                <a:gd name="connsiteY40" fmla="*/ 2786362 h 3830701"/>
                <a:gd name="connsiteX41" fmla="*/ 576414 w 6933990"/>
                <a:gd name="connsiteY41" fmla="*/ 3749596 h 3830701"/>
                <a:gd name="connsiteX42" fmla="*/ 103435 w 6933990"/>
                <a:gd name="connsiteY42" fmla="*/ 3772868 h 3830701"/>
                <a:gd name="connsiteX43" fmla="*/ 40339 w 6933990"/>
                <a:gd name="connsiteY43" fmla="*/ 2196689 h 3830701"/>
                <a:gd name="connsiteX44" fmla="*/ 21444 w 6933990"/>
                <a:gd name="connsiteY44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67454 w 6933990"/>
                <a:gd name="connsiteY3" fmla="*/ 3617585 h 3830701"/>
                <a:gd name="connsiteX4" fmla="*/ 594715 w 6933990"/>
                <a:gd name="connsiteY4" fmla="*/ 3540510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68803 w 6933990"/>
                <a:gd name="connsiteY36" fmla="*/ 1150137 h 3830701"/>
                <a:gd name="connsiteX37" fmla="*/ 3794103 w 6933990"/>
                <a:gd name="connsiteY37" fmla="*/ 1187754 h 3830701"/>
                <a:gd name="connsiteX38" fmla="*/ 2833136 w 6933990"/>
                <a:gd name="connsiteY38" fmla="*/ 1368335 h 3830701"/>
                <a:gd name="connsiteX39" fmla="*/ 1991104 w 6933990"/>
                <a:gd name="connsiteY39" fmla="*/ 2283473 h 3830701"/>
                <a:gd name="connsiteX40" fmla="*/ 1398036 w 6933990"/>
                <a:gd name="connsiteY40" fmla="*/ 2786362 h 3830701"/>
                <a:gd name="connsiteX41" fmla="*/ 576414 w 6933990"/>
                <a:gd name="connsiteY41" fmla="*/ 3749596 h 3830701"/>
                <a:gd name="connsiteX42" fmla="*/ 103435 w 6933990"/>
                <a:gd name="connsiteY42" fmla="*/ 3772868 h 3830701"/>
                <a:gd name="connsiteX43" fmla="*/ 40339 w 6933990"/>
                <a:gd name="connsiteY43" fmla="*/ 2196689 h 3830701"/>
                <a:gd name="connsiteX44" fmla="*/ 21444 w 6933990"/>
                <a:gd name="connsiteY44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67454 w 6933990"/>
                <a:gd name="connsiteY3" fmla="*/ 3617585 h 3830701"/>
                <a:gd name="connsiteX4" fmla="*/ 604341 w 6933990"/>
                <a:gd name="connsiteY4" fmla="*/ 3496467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68803 w 6933990"/>
                <a:gd name="connsiteY36" fmla="*/ 1150137 h 3830701"/>
                <a:gd name="connsiteX37" fmla="*/ 3794103 w 6933990"/>
                <a:gd name="connsiteY37" fmla="*/ 1187754 h 3830701"/>
                <a:gd name="connsiteX38" fmla="*/ 2833136 w 6933990"/>
                <a:gd name="connsiteY38" fmla="*/ 1368335 h 3830701"/>
                <a:gd name="connsiteX39" fmla="*/ 1991104 w 6933990"/>
                <a:gd name="connsiteY39" fmla="*/ 2283473 h 3830701"/>
                <a:gd name="connsiteX40" fmla="*/ 1398036 w 6933990"/>
                <a:gd name="connsiteY40" fmla="*/ 2786362 h 3830701"/>
                <a:gd name="connsiteX41" fmla="*/ 576414 w 6933990"/>
                <a:gd name="connsiteY41" fmla="*/ 3749596 h 3830701"/>
                <a:gd name="connsiteX42" fmla="*/ 103435 w 6933990"/>
                <a:gd name="connsiteY42" fmla="*/ 3772868 h 3830701"/>
                <a:gd name="connsiteX43" fmla="*/ 40339 w 6933990"/>
                <a:gd name="connsiteY43" fmla="*/ 2196689 h 3830701"/>
                <a:gd name="connsiteX44" fmla="*/ 21444 w 6933990"/>
                <a:gd name="connsiteY44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67454 w 6933990"/>
                <a:gd name="connsiteY3" fmla="*/ 361758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68803 w 6933990"/>
                <a:gd name="connsiteY36" fmla="*/ 1150137 h 3830701"/>
                <a:gd name="connsiteX37" fmla="*/ 3794103 w 6933990"/>
                <a:gd name="connsiteY37" fmla="*/ 1187754 h 3830701"/>
                <a:gd name="connsiteX38" fmla="*/ 2833136 w 6933990"/>
                <a:gd name="connsiteY38" fmla="*/ 1368335 h 3830701"/>
                <a:gd name="connsiteX39" fmla="*/ 1991104 w 6933990"/>
                <a:gd name="connsiteY39" fmla="*/ 2283473 h 3830701"/>
                <a:gd name="connsiteX40" fmla="*/ 1398036 w 6933990"/>
                <a:gd name="connsiteY40" fmla="*/ 2786362 h 3830701"/>
                <a:gd name="connsiteX41" fmla="*/ 576414 w 6933990"/>
                <a:gd name="connsiteY41" fmla="*/ 3749596 h 3830701"/>
                <a:gd name="connsiteX42" fmla="*/ 103435 w 6933990"/>
                <a:gd name="connsiteY42" fmla="*/ 3772868 h 3830701"/>
                <a:gd name="connsiteX43" fmla="*/ 40339 w 6933990"/>
                <a:gd name="connsiteY43" fmla="*/ 2196689 h 3830701"/>
                <a:gd name="connsiteX44" fmla="*/ 21444 w 6933990"/>
                <a:gd name="connsiteY44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67454 w 6933990"/>
                <a:gd name="connsiteY3" fmla="*/ 361758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68803 w 6933990"/>
                <a:gd name="connsiteY36" fmla="*/ 1150137 h 3830701"/>
                <a:gd name="connsiteX37" fmla="*/ 3794103 w 6933990"/>
                <a:gd name="connsiteY37" fmla="*/ 1187754 h 3830701"/>
                <a:gd name="connsiteX38" fmla="*/ 2833136 w 6933990"/>
                <a:gd name="connsiteY38" fmla="*/ 1368335 h 3830701"/>
                <a:gd name="connsiteX39" fmla="*/ 1991104 w 6933990"/>
                <a:gd name="connsiteY39" fmla="*/ 2283473 h 3830701"/>
                <a:gd name="connsiteX40" fmla="*/ 1398036 w 6933990"/>
                <a:gd name="connsiteY40" fmla="*/ 2786362 h 3830701"/>
                <a:gd name="connsiteX41" fmla="*/ 643791 w 6933990"/>
                <a:gd name="connsiteY41" fmla="*/ 3749596 h 3830701"/>
                <a:gd name="connsiteX42" fmla="*/ 103435 w 6933990"/>
                <a:gd name="connsiteY42" fmla="*/ 3772868 h 3830701"/>
                <a:gd name="connsiteX43" fmla="*/ 40339 w 6933990"/>
                <a:gd name="connsiteY43" fmla="*/ 2196689 h 3830701"/>
                <a:gd name="connsiteX44" fmla="*/ 21444 w 6933990"/>
                <a:gd name="connsiteY44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48203 w 6933990"/>
                <a:gd name="connsiteY3" fmla="*/ 360657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68803 w 6933990"/>
                <a:gd name="connsiteY36" fmla="*/ 1150137 h 3830701"/>
                <a:gd name="connsiteX37" fmla="*/ 3794103 w 6933990"/>
                <a:gd name="connsiteY37" fmla="*/ 1187754 h 3830701"/>
                <a:gd name="connsiteX38" fmla="*/ 2833136 w 6933990"/>
                <a:gd name="connsiteY38" fmla="*/ 1368335 h 3830701"/>
                <a:gd name="connsiteX39" fmla="*/ 1991104 w 6933990"/>
                <a:gd name="connsiteY39" fmla="*/ 2283473 h 3830701"/>
                <a:gd name="connsiteX40" fmla="*/ 1398036 w 6933990"/>
                <a:gd name="connsiteY40" fmla="*/ 2786362 h 3830701"/>
                <a:gd name="connsiteX41" fmla="*/ 643791 w 6933990"/>
                <a:gd name="connsiteY41" fmla="*/ 3749596 h 3830701"/>
                <a:gd name="connsiteX42" fmla="*/ 103435 w 6933990"/>
                <a:gd name="connsiteY42" fmla="*/ 3772868 h 3830701"/>
                <a:gd name="connsiteX43" fmla="*/ 40339 w 6933990"/>
                <a:gd name="connsiteY43" fmla="*/ 2196689 h 3830701"/>
                <a:gd name="connsiteX44" fmla="*/ 21444 w 6933990"/>
                <a:gd name="connsiteY44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68803 w 6933990"/>
                <a:gd name="connsiteY36" fmla="*/ 1150137 h 3830701"/>
                <a:gd name="connsiteX37" fmla="*/ 3794103 w 6933990"/>
                <a:gd name="connsiteY37" fmla="*/ 1187754 h 3830701"/>
                <a:gd name="connsiteX38" fmla="*/ 2833136 w 6933990"/>
                <a:gd name="connsiteY38" fmla="*/ 1368335 h 3830701"/>
                <a:gd name="connsiteX39" fmla="*/ 1991104 w 6933990"/>
                <a:gd name="connsiteY39" fmla="*/ 2283473 h 3830701"/>
                <a:gd name="connsiteX40" fmla="*/ 1398036 w 6933990"/>
                <a:gd name="connsiteY40" fmla="*/ 2786362 h 3830701"/>
                <a:gd name="connsiteX41" fmla="*/ 643791 w 6933990"/>
                <a:gd name="connsiteY41" fmla="*/ 3749596 h 3830701"/>
                <a:gd name="connsiteX42" fmla="*/ 103435 w 6933990"/>
                <a:gd name="connsiteY42" fmla="*/ 3772868 h 3830701"/>
                <a:gd name="connsiteX43" fmla="*/ 40339 w 6933990"/>
                <a:gd name="connsiteY43" fmla="*/ 2196689 h 3830701"/>
                <a:gd name="connsiteX44" fmla="*/ 21444 w 6933990"/>
                <a:gd name="connsiteY44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68803 w 6933990"/>
                <a:gd name="connsiteY36" fmla="*/ 1150137 h 3830701"/>
                <a:gd name="connsiteX37" fmla="*/ 3794103 w 6933990"/>
                <a:gd name="connsiteY37" fmla="*/ 1187754 h 3830701"/>
                <a:gd name="connsiteX38" fmla="*/ 2833136 w 6933990"/>
                <a:gd name="connsiteY38" fmla="*/ 1368335 h 3830701"/>
                <a:gd name="connsiteX39" fmla="*/ 1991104 w 6933990"/>
                <a:gd name="connsiteY39" fmla="*/ 2283473 h 3830701"/>
                <a:gd name="connsiteX40" fmla="*/ 1398036 w 6933990"/>
                <a:gd name="connsiteY40" fmla="*/ 2786362 h 3830701"/>
                <a:gd name="connsiteX41" fmla="*/ 643791 w 6933990"/>
                <a:gd name="connsiteY41" fmla="*/ 3749596 h 3830701"/>
                <a:gd name="connsiteX42" fmla="*/ 103435 w 6933990"/>
                <a:gd name="connsiteY42" fmla="*/ 3772868 h 3830701"/>
                <a:gd name="connsiteX43" fmla="*/ 40339 w 6933990"/>
                <a:gd name="connsiteY43" fmla="*/ 2196689 h 3830701"/>
                <a:gd name="connsiteX44" fmla="*/ 21444 w 6933990"/>
                <a:gd name="connsiteY44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68803 w 6933990"/>
                <a:gd name="connsiteY36" fmla="*/ 1150137 h 3830701"/>
                <a:gd name="connsiteX37" fmla="*/ 3794103 w 6933990"/>
                <a:gd name="connsiteY37" fmla="*/ 1187754 h 3830701"/>
                <a:gd name="connsiteX38" fmla="*/ 2833136 w 6933990"/>
                <a:gd name="connsiteY38" fmla="*/ 1368335 h 3830701"/>
                <a:gd name="connsiteX39" fmla="*/ 1991104 w 6933990"/>
                <a:gd name="connsiteY39" fmla="*/ 2283473 h 3830701"/>
                <a:gd name="connsiteX40" fmla="*/ 1398036 w 6933990"/>
                <a:gd name="connsiteY40" fmla="*/ 2786362 h 3830701"/>
                <a:gd name="connsiteX41" fmla="*/ 643791 w 6933990"/>
                <a:gd name="connsiteY41" fmla="*/ 3749596 h 3830701"/>
                <a:gd name="connsiteX42" fmla="*/ 103435 w 6933990"/>
                <a:gd name="connsiteY42" fmla="*/ 3772868 h 3830701"/>
                <a:gd name="connsiteX43" fmla="*/ 40339 w 6933990"/>
                <a:gd name="connsiteY43" fmla="*/ 2196689 h 3830701"/>
                <a:gd name="connsiteX44" fmla="*/ 21444 w 6933990"/>
                <a:gd name="connsiteY44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68803 w 6933990"/>
                <a:gd name="connsiteY36" fmla="*/ 1150137 h 3830701"/>
                <a:gd name="connsiteX37" fmla="*/ 3794103 w 6933990"/>
                <a:gd name="connsiteY37" fmla="*/ 1187754 h 3830701"/>
                <a:gd name="connsiteX38" fmla="*/ 2833136 w 6933990"/>
                <a:gd name="connsiteY38" fmla="*/ 1368335 h 3830701"/>
                <a:gd name="connsiteX39" fmla="*/ 1991104 w 6933990"/>
                <a:gd name="connsiteY39" fmla="*/ 2283473 h 3830701"/>
                <a:gd name="connsiteX40" fmla="*/ 1398036 w 6933990"/>
                <a:gd name="connsiteY40" fmla="*/ 2786362 h 3830701"/>
                <a:gd name="connsiteX41" fmla="*/ 643791 w 6933990"/>
                <a:gd name="connsiteY41" fmla="*/ 3749596 h 3830701"/>
                <a:gd name="connsiteX42" fmla="*/ 103435 w 6933990"/>
                <a:gd name="connsiteY42" fmla="*/ 3772868 h 3830701"/>
                <a:gd name="connsiteX43" fmla="*/ 40339 w 6933990"/>
                <a:gd name="connsiteY43" fmla="*/ 2196689 h 3830701"/>
                <a:gd name="connsiteX44" fmla="*/ 21444 w 6933990"/>
                <a:gd name="connsiteY44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68803 w 6933990"/>
                <a:gd name="connsiteY36" fmla="*/ 1150137 h 3830701"/>
                <a:gd name="connsiteX37" fmla="*/ 3794103 w 6933990"/>
                <a:gd name="connsiteY37" fmla="*/ 1187754 h 3830701"/>
                <a:gd name="connsiteX38" fmla="*/ 2833136 w 6933990"/>
                <a:gd name="connsiteY38" fmla="*/ 1368335 h 3830701"/>
                <a:gd name="connsiteX39" fmla="*/ 1991104 w 6933990"/>
                <a:gd name="connsiteY39" fmla="*/ 2283473 h 3830701"/>
                <a:gd name="connsiteX40" fmla="*/ 1398036 w 6933990"/>
                <a:gd name="connsiteY40" fmla="*/ 2786362 h 3830701"/>
                <a:gd name="connsiteX41" fmla="*/ 643791 w 6933990"/>
                <a:gd name="connsiteY41" fmla="*/ 3749596 h 3830701"/>
                <a:gd name="connsiteX42" fmla="*/ 103435 w 6933990"/>
                <a:gd name="connsiteY42" fmla="*/ 3772868 h 3830701"/>
                <a:gd name="connsiteX43" fmla="*/ 40339 w 6933990"/>
                <a:gd name="connsiteY43" fmla="*/ 2196689 h 3830701"/>
                <a:gd name="connsiteX44" fmla="*/ 21444 w 6933990"/>
                <a:gd name="connsiteY44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68803 w 6933990"/>
                <a:gd name="connsiteY36" fmla="*/ 1150137 h 3830701"/>
                <a:gd name="connsiteX37" fmla="*/ 3794103 w 6933990"/>
                <a:gd name="connsiteY37" fmla="*/ 1187754 h 3830701"/>
                <a:gd name="connsiteX38" fmla="*/ 2833136 w 6933990"/>
                <a:gd name="connsiteY38" fmla="*/ 1368335 h 3830701"/>
                <a:gd name="connsiteX39" fmla="*/ 1991104 w 6933990"/>
                <a:gd name="connsiteY39" fmla="*/ 2283473 h 3830701"/>
                <a:gd name="connsiteX40" fmla="*/ 1398036 w 6933990"/>
                <a:gd name="connsiteY40" fmla="*/ 2786362 h 3830701"/>
                <a:gd name="connsiteX41" fmla="*/ 643791 w 6933990"/>
                <a:gd name="connsiteY41" fmla="*/ 3749596 h 3830701"/>
                <a:gd name="connsiteX42" fmla="*/ 103435 w 6933990"/>
                <a:gd name="connsiteY42" fmla="*/ 3772868 h 3830701"/>
                <a:gd name="connsiteX43" fmla="*/ 40339 w 6933990"/>
                <a:gd name="connsiteY43" fmla="*/ 2196689 h 3830701"/>
                <a:gd name="connsiteX44" fmla="*/ 21444 w 6933990"/>
                <a:gd name="connsiteY44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68803 w 6933990"/>
                <a:gd name="connsiteY36" fmla="*/ 1150137 h 3830701"/>
                <a:gd name="connsiteX37" fmla="*/ 3794103 w 6933990"/>
                <a:gd name="connsiteY37" fmla="*/ 1187754 h 3830701"/>
                <a:gd name="connsiteX38" fmla="*/ 2833136 w 6933990"/>
                <a:gd name="connsiteY38" fmla="*/ 1368335 h 3830701"/>
                <a:gd name="connsiteX39" fmla="*/ 1991104 w 6933990"/>
                <a:gd name="connsiteY39" fmla="*/ 2283473 h 3830701"/>
                <a:gd name="connsiteX40" fmla="*/ 1398036 w 6933990"/>
                <a:gd name="connsiteY40" fmla="*/ 2786362 h 3830701"/>
                <a:gd name="connsiteX41" fmla="*/ 643791 w 6933990"/>
                <a:gd name="connsiteY41" fmla="*/ 3749596 h 3830701"/>
                <a:gd name="connsiteX42" fmla="*/ 103435 w 6933990"/>
                <a:gd name="connsiteY42" fmla="*/ 3772868 h 3830701"/>
                <a:gd name="connsiteX43" fmla="*/ 40339 w 6933990"/>
                <a:gd name="connsiteY43" fmla="*/ 2196689 h 3830701"/>
                <a:gd name="connsiteX44" fmla="*/ 21444 w 6933990"/>
                <a:gd name="connsiteY44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68803 w 6933990"/>
                <a:gd name="connsiteY36" fmla="*/ 1150137 h 3830701"/>
                <a:gd name="connsiteX37" fmla="*/ 3794103 w 6933990"/>
                <a:gd name="connsiteY37" fmla="*/ 1187754 h 3830701"/>
                <a:gd name="connsiteX38" fmla="*/ 2833136 w 6933990"/>
                <a:gd name="connsiteY38" fmla="*/ 1368335 h 3830701"/>
                <a:gd name="connsiteX39" fmla="*/ 1991104 w 6933990"/>
                <a:gd name="connsiteY39" fmla="*/ 2283473 h 3830701"/>
                <a:gd name="connsiteX40" fmla="*/ 1398036 w 6933990"/>
                <a:gd name="connsiteY40" fmla="*/ 2786362 h 3830701"/>
                <a:gd name="connsiteX41" fmla="*/ 643791 w 6933990"/>
                <a:gd name="connsiteY41" fmla="*/ 3749596 h 3830701"/>
                <a:gd name="connsiteX42" fmla="*/ 103435 w 6933990"/>
                <a:gd name="connsiteY42" fmla="*/ 3772868 h 3830701"/>
                <a:gd name="connsiteX43" fmla="*/ 40339 w 6933990"/>
                <a:gd name="connsiteY43" fmla="*/ 2196689 h 3830701"/>
                <a:gd name="connsiteX44" fmla="*/ 21444 w 6933990"/>
                <a:gd name="connsiteY44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68803 w 6933990"/>
                <a:gd name="connsiteY36" fmla="*/ 1150137 h 3830701"/>
                <a:gd name="connsiteX37" fmla="*/ 3794103 w 6933990"/>
                <a:gd name="connsiteY37" fmla="*/ 1187754 h 3830701"/>
                <a:gd name="connsiteX38" fmla="*/ 2833136 w 6933990"/>
                <a:gd name="connsiteY38" fmla="*/ 1368335 h 3830701"/>
                <a:gd name="connsiteX39" fmla="*/ 2145108 w 6933990"/>
                <a:gd name="connsiteY39" fmla="*/ 2096295 h 3830701"/>
                <a:gd name="connsiteX40" fmla="*/ 1398036 w 6933990"/>
                <a:gd name="connsiteY40" fmla="*/ 2786362 h 3830701"/>
                <a:gd name="connsiteX41" fmla="*/ 643791 w 6933990"/>
                <a:gd name="connsiteY41" fmla="*/ 3749596 h 3830701"/>
                <a:gd name="connsiteX42" fmla="*/ 103435 w 6933990"/>
                <a:gd name="connsiteY42" fmla="*/ 3772868 h 3830701"/>
                <a:gd name="connsiteX43" fmla="*/ 40339 w 6933990"/>
                <a:gd name="connsiteY43" fmla="*/ 2196689 h 3830701"/>
                <a:gd name="connsiteX44" fmla="*/ 21444 w 6933990"/>
                <a:gd name="connsiteY44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68803 w 6933990"/>
                <a:gd name="connsiteY36" fmla="*/ 1150137 h 3830701"/>
                <a:gd name="connsiteX37" fmla="*/ 3794103 w 6933990"/>
                <a:gd name="connsiteY37" fmla="*/ 1187754 h 3830701"/>
                <a:gd name="connsiteX38" fmla="*/ 2833136 w 6933990"/>
                <a:gd name="connsiteY38" fmla="*/ 1368335 h 3830701"/>
                <a:gd name="connsiteX39" fmla="*/ 2145108 w 6933990"/>
                <a:gd name="connsiteY39" fmla="*/ 2096295 h 3830701"/>
                <a:gd name="connsiteX40" fmla="*/ 1398036 w 6933990"/>
                <a:gd name="connsiteY40" fmla="*/ 2786362 h 3830701"/>
                <a:gd name="connsiteX41" fmla="*/ 643791 w 6933990"/>
                <a:gd name="connsiteY41" fmla="*/ 3749596 h 3830701"/>
                <a:gd name="connsiteX42" fmla="*/ 103435 w 6933990"/>
                <a:gd name="connsiteY42" fmla="*/ 3772868 h 3830701"/>
                <a:gd name="connsiteX43" fmla="*/ 40339 w 6933990"/>
                <a:gd name="connsiteY43" fmla="*/ 2196689 h 3830701"/>
                <a:gd name="connsiteX44" fmla="*/ 21444 w 6933990"/>
                <a:gd name="connsiteY44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68803 w 6933990"/>
                <a:gd name="connsiteY36" fmla="*/ 1150137 h 3830701"/>
                <a:gd name="connsiteX37" fmla="*/ 3794103 w 6933990"/>
                <a:gd name="connsiteY37" fmla="*/ 1187754 h 3830701"/>
                <a:gd name="connsiteX38" fmla="*/ 2833136 w 6933990"/>
                <a:gd name="connsiteY38" fmla="*/ 1368335 h 3830701"/>
                <a:gd name="connsiteX39" fmla="*/ 2145108 w 6933990"/>
                <a:gd name="connsiteY39" fmla="*/ 2096295 h 3830701"/>
                <a:gd name="connsiteX40" fmla="*/ 1398036 w 6933990"/>
                <a:gd name="connsiteY40" fmla="*/ 2786362 h 3830701"/>
                <a:gd name="connsiteX41" fmla="*/ 643791 w 6933990"/>
                <a:gd name="connsiteY41" fmla="*/ 3749596 h 3830701"/>
                <a:gd name="connsiteX42" fmla="*/ 103435 w 6933990"/>
                <a:gd name="connsiteY42" fmla="*/ 3772868 h 3830701"/>
                <a:gd name="connsiteX43" fmla="*/ 40339 w 6933990"/>
                <a:gd name="connsiteY43" fmla="*/ 2196689 h 3830701"/>
                <a:gd name="connsiteX44" fmla="*/ 21444 w 6933990"/>
                <a:gd name="connsiteY44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68803 w 6933990"/>
                <a:gd name="connsiteY36" fmla="*/ 1150137 h 3830701"/>
                <a:gd name="connsiteX37" fmla="*/ 3794103 w 6933990"/>
                <a:gd name="connsiteY37" fmla="*/ 1187754 h 3830701"/>
                <a:gd name="connsiteX38" fmla="*/ 2833136 w 6933990"/>
                <a:gd name="connsiteY38" fmla="*/ 1368335 h 3830701"/>
                <a:gd name="connsiteX39" fmla="*/ 2145108 w 6933990"/>
                <a:gd name="connsiteY39" fmla="*/ 2096295 h 3830701"/>
                <a:gd name="connsiteX40" fmla="*/ 1398036 w 6933990"/>
                <a:gd name="connsiteY40" fmla="*/ 2786362 h 3830701"/>
                <a:gd name="connsiteX41" fmla="*/ 643791 w 6933990"/>
                <a:gd name="connsiteY41" fmla="*/ 3749596 h 3830701"/>
                <a:gd name="connsiteX42" fmla="*/ 103435 w 6933990"/>
                <a:gd name="connsiteY42" fmla="*/ 3772868 h 3830701"/>
                <a:gd name="connsiteX43" fmla="*/ 40339 w 6933990"/>
                <a:gd name="connsiteY43" fmla="*/ 2196689 h 3830701"/>
                <a:gd name="connsiteX44" fmla="*/ 21444 w 6933990"/>
                <a:gd name="connsiteY44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68803 w 6933990"/>
                <a:gd name="connsiteY36" fmla="*/ 1150137 h 3830701"/>
                <a:gd name="connsiteX37" fmla="*/ 3794103 w 6933990"/>
                <a:gd name="connsiteY37" fmla="*/ 1187754 h 3830701"/>
                <a:gd name="connsiteX38" fmla="*/ 2833136 w 6933990"/>
                <a:gd name="connsiteY38" fmla="*/ 1368335 h 3830701"/>
                <a:gd name="connsiteX39" fmla="*/ 2145108 w 6933990"/>
                <a:gd name="connsiteY39" fmla="*/ 2096295 h 3830701"/>
                <a:gd name="connsiteX40" fmla="*/ 1398036 w 6933990"/>
                <a:gd name="connsiteY40" fmla="*/ 2786362 h 3830701"/>
                <a:gd name="connsiteX41" fmla="*/ 643791 w 6933990"/>
                <a:gd name="connsiteY41" fmla="*/ 3749596 h 3830701"/>
                <a:gd name="connsiteX42" fmla="*/ 103435 w 6933990"/>
                <a:gd name="connsiteY42" fmla="*/ 3772868 h 3830701"/>
                <a:gd name="connsiteX43" fmla="*/ 40339 w 6933990"/>
                <a:gd name="connsiteY43" fmla="*/ 2196689 h 3830701"/>
                <a:gd name="connsiteX44" fmla="*/ 21444 w 6933990"/>
                <a:gd name="connsiteY44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68803 w 6933990"/>
                <a:gd name="connsiteY36" fmla="*/ 1150137 h 3830701"/>
                <a:gd name="connsiteX37" fmla="*/ 3794103 w 6933990"/>
                <a:gd name="connsiteY37" fmla="*/ 1187754 h 3830701"/>
                <a:gd name="connsiteX38" fmla="*/ 2833136 w 6933990"/>
                <a:gd name="connsiteY38" fmla="*/ 1368335 h 3830701"/>
                <a:gd name="connsiteX39" fmla="*/ 2154733 w 6933990"/>
                <a:gd name="connsiteY39" fmla="*/ 2019221 h 3830701"/>
                <a:gd name="connsiteX40" fmla="*/ 1398036 w 6933990"/>
                <a:gd name="connsiteY40" fmla="*/ 2786362 h 3830701"/>
                <a:gd name="connsiteX41" fmla="*/ 643791 w 6933990"/>
                <a:gd name="connsiteY41" fmla="*/ 3749596 h 3830701"/>
                <a:gd name="connsiteX42" fmla="*/ 103435 w 6933990"/>
                <a:gd name="connsiteY42" fmla="*/ 3772868 h 3830701"/>
                <a:gd name="connsiteX43" fmla="*/ 40339 w 6933990"/>
                <a:gd name="connsiteY43" fmla="*/ 2196689 h 3830701"/>
                <a:gd name="connsiteX44" fmla="*/ 21444 w 6933990"/>
                <a:gd name="connsiteY44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68803 w 6933990"/>
                <a:gd name="connsiteY36" fmla="*/ 1150137 h 3830701"/>
                <a:gd name="connsiteX37" fmla="*/ 3794103 w 6933990"/>
                <a:gd name="connsiteY37" fmla="*/ 1187754 h 3830701"/>
                <a:gd name="connsiteX38" fmla="*/ 2833136 w 6933990"/>
                <a:gd name="connsiteY38" fmla="*/ 1346313 h 3830701"/>
                <a:gd name="connsiteX39" fmla="*/ 2154733 w 6933990"/>
                <a:gd name="connsiteY39" fmla="*/ 2019221 h 3830701"/>
                <a:gd name="connsiteX40" fmla="*/ 1398036 w 6933990"/>
                <a:gd name="connsiteY40" fmla="*/ 2786362 h 3830701"/>
                <a:gd name="connsiteX41" fmla="*/ 643791 w 6933990"/>
                <a:gd name="connsiteY41" fmla="*/ 3749596 h 3830701"/>
                <a:gd name="connsiteX42" fmla="*/ 103435 w 6933990"/>
                <a:gd name="connsiteY42" fmla="*/ 3772868 h 3830701"/>
                <a:gd name="connsiteX43" fmla="*/ 40339 w 6933990"/>
                <a:gd name="connsiteY43" fmla="*/ 2196689 h 3830701"/>
                <a:gd name="connsiteX44" fmla="*/ 21444 w 6933990"/>
                <a:gd name="connsiteY44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68803 w 6933990"/>
                <a:gd name="connsiteY36" fmla="*/ 1150137 h 3830701"/>
                <a:gd name="connsiteX37" fmla="*/ 3794103 w 6933990"/>
                <a:gd name="connsiteY37" fmla="*/ 1187754 h 3830701"/>
                <a:gd name="connsiteX38" fmla="*/ 2852387 w 6933990"/>
                <a:gd name="connsiteY38" fmla="*/ 1357324 h 3830701"/>
                <a:gd name="connsiteX39" fmla="*/ 2154733 w 6933990"/>
                <a:gd name="connsiteY39" fmla="*/ 2019221 h 3830701"/>
                <a:gd name="connsiteX40" fmla="*/ 1398036 w 6933990"/>
                <a:gd name="connsiteY40" fmla="*/ 2786362 h 3830701"/>
                <a:gd name="connsiteX41" fmla="*/ 643791 w 6933990"/>
                <a:gd name="connsiteY41" fmla="*/ 3749596 h 3830701"/>
                <a:gd name="connsiteX42" fmla="*/ 103435 w 6933990"/>
                <a:gd name="connsiteY42" fmla="*/ 3772868 h 3830701"/>
                <a:gd name="connsiteX43" fmla="*/ 40339 w 6933990"/>
                <a:gd name="connsiteY43" fmla="*/ 2196689 h 3830701"/>
                <a:gd name="connsiteX44" fmla="*/ 21444 w 6933990"/>
                <a:gd name="connsiteY44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68803 w 6933990"/>
                <a:gd name="connsiteY36" fmla="*/ 1150137 h 3830701"/>
                <a:gd name="connsiteX37" fmla="*/ 3794103 w 6933990"/>
                <a:gd name="connsiteY37" fmla="*/ 1187754 h 3830701"/>
                <a:gd name="connsiteX38" fmla="*/ 3453418 w 6933990"/>
                <a:gd name="connsiteY38" fmla="*/ 986083 h 3830701"/>
                <a:gd name="connsiteX39" fmla="*/ 2852387 w 6933990"/>
                <a:gd name="connsiteY39" fmla="*/ 1357324 h 3830701"/>
                <a:gd name="connsiteX40" fmla="*/ 2154733 w 6933990"/>
                <a:gd name="connsiteY40" fmla="*/ 2019221 h 3830701"/>
                <a:gd name="connsiteX41" fmla="*/ 1398036 w 6933990"/>
                <a:gd name="connsiteY41" fmla="*/ 2786362 h 3830701"/>
                <a:gd name="connsiteX42" fmla="*/ 643791 w 6933990"/>
                <a:gd name="connsiteY42" fmla="*/ 3749596 h 3830701"/>
                <a:gd name="connsiteX43" fmla="*/ 103435 w 6933990"/>
                <a:gd name="connsiteY43" fmla="*/ 3772868 h 3830701"/>
                <a:gd name="connsiteX44" fmla="*/ 40339 w 6933990"/>
                <a:gd name="connsiteY44" fmla="*/ 2196689 h 3830701"/>
                <a:gd name="connsiteX45" fmla="*/ 21444 w 6933990"/>
                <a:gd name="connsiteY45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68803 w 6933990"/>
                <a:gd name="connsiteY36" fmla="*/ 1150137 h 3830701"/>
                <a:gd name="connsiteX37" fmla="*/ 3794103 w 6933990"/>
                <a:gd name="connsiteY37" fmla="*/ 1187754 h 3830701"/>
                <a:gd name="connsiteX38" fmla="*/ 3463044 w 6933990"/>
                <a:gd name="connsiteY38" fmla="*/ 897999 h 3830701"/>
                <a:gd name="connsiteX39" fmla="*/ 2852387 w 6933990"/>
                <a:gd name="connsiteY39" fmla="*/ 1357324 h 3830701"/>
                <a:gd name="connsiteX40" fmla="*/ 2154733 w 6933990"/>
                <a:gd name="connsiteY40" fmla="*/ 2019221 h 3830701"/>
                <a:gd name="connsiteX41" fmla="*/ 1398036 w 6933990"/>
                <a:gd name="connsiteY41" fmla="*/ 2786362 h 3830701"/>
                <a:gd name="connsiteX42" fmla="*/ 643791 w 6933990"/>
                <a:gd name="connsiteY42" fmla="*/ 3749596 h 3830701"/>
                <a:gd name="connsiteX43" fmla="*/ 103435 w 6933990"/>
                <a:gd name="connsiteY43" fmla="*/ 3772868 h 3830701"/>
                <a:gd name="connsiteX44" fmla="*/ 40339 w 6933990"/>
                <a:gd name="connsiteY44" fmla="*/ 2196689 h 3830701"/>
                <a:gd name="connsiteX45" fmla="*/ 21444 w 6933990"/>
                <a:gd name="connsiteY45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68803 w 6933990"/>
                <a:gd name="connsiteY36" fmla="*/ 1150137 h 3830701"/>
                <a:gd name="connsiteX37" fmla="*/ 3851855 w 6933990"/>
                <a:gd name="connsiteY37" fmla="*/ 912494 h 3830701"/>
                <a:gd name="connsiteX38" fmla="*/ 3463044 w 6933990"/>
                <a:gd name="connsiteY38" fmla="*/ 897999 h 3830701"/>
                <a:gd name="connsiteX39" fmla="*/ 2852387 w 6933990"/>
                <a:gd name="connsiteY39" fmla="*/ 1357324 h 3830701"/>
                <a:gd name="connsiteX40" fmla="*/ 2154733 w 6933990"/>
                <a:gd name="connsiteY40" fmla="*/ 2019221 h 3830701"/>
                <a:gd name="connsiteX41" fmla="*/ 1398036 w 6933990"/>
                <a:gd name="connsiteY41" fmla="*/ 2786362 h 3830701"/>
                <a:gd name="connsiteX42" fmla="*/ 643791 w 6933990"/>
                <a:gd name="connsiteY42" fmla="*/ 3749596 h 3830701"/>
                <a:gd name="connsiteX43" fmla="*/ 103435 w 6933990"/>
                <a:gd name="connsiteY43" fmla="*/ 3772868 h 3830701"/>
                <a:gd name="connsiteX44" fmla="*/ 40339 w 6933990"/>
                <a:gd name="connsiteY44" fmla="*/ 2196689 h 3830701"/>
                <a:gd name="connsiteX45" fmla="*/ 21444 w 6933990"/>
                <a:gd name="connsiteY45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68803 w 6933990"/>
                <a:gd name="connsiteY36" fmla="*/ 1150137 h 3830701"/>
                <a:gd name="connsiteX37" fmla="*/ 3851855 w 6933990"/>
                <a:gd name="connsiteY37" fmla="*/ 912494 h 3830701"/>
                <a:gd name="connsiteX38" fmla="*/ 3463044 w 6933990"/>
                <a:gd name="connsiteY38" fmla="*/ 897999 h 3830701"/>
                <a:gd name="connsiteX39" fmla="*/ 2852387 w 6933990"/>
                <a:gd name="connsiteY39" fmla="*/ 1357324 h 3830701"/>
                <a:gd name="connsiteX40" fmla="*/ 2154733 w 6933990"/>
                <a:gd name="connsiteY40" fmla="*/ 2019221 h 3830701"/>
                <a:gd name="connsiteX41" fmla="*/ 1398036 w 6933990"/>
                <a:gd name="connsiteY41" fmla="*/ 2786362 h 3830701"/>
                <a:gd name="connsiteX42" fmla="*/ 643791 w 6933990"/>
                <a:gd name="connsiteY42" fmla="*/ 3749596 h 3830701"/>
                <a:gd name="connsiteX43" fmla="*/ 103435 w 6933990"/>
                <a:gd name="connsiteY43" fmla="*/ 3772868 h 3830701"/>
                <a:gd name="connsiteX44" fmla="*/ 40339 w 6933990"/>
                <a:gd name="connsiteY44" fmla="*/ 2196689 h 3830701"/>
                <a:gd name="connsiteX45" fmla="*/ 21444 w 6933990"/>
                <a:gd name="connsiteY45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88054 w 6933990"/>
                <a:gd name="connsiteY36" fmla="*/ 1051042 h 3830701"/>
                <a:gd name="connsiteX37" fmla="*/ 3851855 w 6933990"/>
                <a:gd name="connsiteY37" fmla="*/ 912494 h 3830701"/>
                <a:gd name="connsiteX38" fmla="*/ 3463044 w 6933990"/>
                <a:gd name="connsiteY38" fmla="*/ 897999 h 3830701"/>
                <a:gd name="connsiteX39" fmla="*/ 2852387 w 6933990"/>
                <a:gd name="connsiteY39" fmla="*/ 1357324 h 3830701"/>
                <a:gd name="connsiteX40" fmla="*/ 2154733 w 6933990"/>
                <a:gd name="connsiteY40" fmla="*/ 2019221 h 3830701"/>
                <a:gd name="connsiteX41" fmla="*/ 1398036 w 6933990"/>
                <a:gd name="connsiteY41" fmla="*/ 2786362 h 3830701"/>
                <a:gd name="connsiteX42" fmla="*/ 643791 w 6933990"/>
                <a:gd name="connsiteY42" fmla="*/ 3749596 h 3830701"/>
                <a:gd name="connsiteX43" fmla="*/ 103435 w 6933990"/>
                <a:gd name="connsiteY43" fmla="*/ 3772868 h 3830701"/>
                <a:gd name="connsiteX44" fmla="*/ 40339 w 6933990"/>
                <a:gd name="connsiteY44" fmla="*/ 2196689 h 3830701"/>
                <a:gd name="connsiteX45" fmla="*/ 21444 w 6933990"/>
                <a:gd name="connsiteY45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39927 w 6933990"/>
                <a:gd name="connsiteY36" fmla="*/ 1051042 h 3830701"/>
                <a:gd name="connsiteX37" fmla="*/ 3851855 w 6933990"/>
                <a:gd name="connsiteY37" fmla="*/ 912494 h 3830701"/>
                <a:gd name="connsiteX38" fmla="*/ 3463044 w 6933990"/>
                <a:gd name="connsiteY38" fmla="*/ 897999 h 3830701"/>
                <a:gd name="connsiteX39" fmla="*/ 2852387 w 6933990"/>
                <a:gd name="connsiteY39" fmla="*/ 1357324 h 3830701"/>
                <a:gd name="connsiteX40" fmla="*/ 2154733 w 6933990"/>
                <a:gd name="connsiteY40" fmla="*/ 2019221 h 3830701"/>
                <a:gd name="connsiteX41" fmla="*/ 1398036 w 6933990"/>
                <a:gd name="connsiteY41" fmla="*/ 2786362 h 3830701"/>
                <a:gd name="connsiteX42" fmla="*/ 643791 w 6933990"/>
                <a:gd name="connsiteY42" fmla="*/ 3749596 h 3830701"/>
                <a:gd name="connsiteX43" fmla="*/ 103435 w 6933990"/>
                <a:gd name="connsiteY43" fmla="*/ 3772868 h 3830701"/>
                <a:gd name="connsiteX44" fmla="*/ 40339 w 6933990"/>
                <a:gd name="connsiteY44" fmla="*/ 2196689 h 3830701"/>
                <a:gd name="connsiteX45" fmla="*/ 21444 w 6933990"/>
                <a:gd name="connsiteY45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20677 w 6933990"/>
                <a:gd name="connsiteY36" fmla="*/ 984980 h 3830701"/>
                <a:gd name="connsiteX37" fmla="*/ 3851855 w 6933990"/>
                <a:gd name="connsiteY37" fmla="*/ 912494 h 3830701"/>
                <a:gd name="connsiteX38" fmla="*/ 3463044 w 6933990"/>
                <a:gd name="connsiteY38" fmla="*/ 897999 h 3830701"/>
                <a:gd name="connsiteX39" fmla="*/ 2852387 w 6933990"/>
                <a:gd name="connsiteY39" fmla="*/ 1357324 h 3830701"/>
                <a:gd name="connsiteX40" fmla="*/ 2154733 w 6933990"/>
                <a:gd name="connsiteY40" fmla="*/ 2019221 h 3830701"/>
                <a:gd name="connsiteX41" fmla="*/ 1398036 w 6933990"/>
                <a:gd name="connsiteY41" fmla="*/ 2786362 h 3830701"/>
                <a:gd name="connsiteX42" fmla="*/ 643791 w 6933990"/>
                <a:gd name="connsiteY42" fmla="*/ 3749596 h 3830701"/>
                <a:gd name="connsiteX43" fmla="*/ 103435 w 6933990"/>
                <a:gd name="connsiteY43" fmla="*/ 3772868 h 3830701"/>
                <a:gd name="connsiteX44" fmla="*/ 40339 w 6933990"/>
                <a:gd name="connsiteY44" fmla="*/ 2196689 h 3830701"/>
                <a:gd name="connsiteX45" fmla="*/ 21444 w 6933990"/>
                <a:gd name="connsiteY45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20677 w 6933990"/>
                <a:gd name="connsiteY36" fmla="*/ 1018010 h 3830701"/>
                <a:gd name="connsiteX37" fmla="*/ 3851855 w 6933990"/>
                <a:gd name="connsiteY37" fmla="*/ 912494 h 3830701"/>
                <a:gd name="connsiteX38" fmla="*/ 3463044 w 6933990"/>
                <a:gd name="connsiteY38" fmla="*/ 897999 h 3830701"/>
                <a:gd name="connsiteX39" fmla="*/ 2852387 w 6933990"/>
                <a:gd name="connsiteY39" fmla="*/ 1357324 h 3830701"/>
                <a:gd name="connsiteX40" fmla="*/ 2154733 w 6933990"/>
                <a:gd name="connsiteY40" fmla="*/ 2019221 h 3830701"/>
                <a:gd name="connsiteX41" fmla="*/ 1398036 w 6933990"/>
                <a:gd name="connsiteY41" fmla="*/ 2786362 h 3830701"/>
                <a:gd name="connsiteX42" fmla="*/ 643791 w 6933990"/>
                <a:gd name="connsiteY42" fmla="*/ 3749596 h 3830701"/>
                <a:gd name="connsiteX43" fmla="*/ 103435 w 6933990"/>
                <a:gd name="connsiteY43" fmla="*/ 3772868 h 3830701"/>
                <a:gd name="connsiteX44" fmla="*/ 40339 w 6933990"/>
                <a:gd name="connsiteY44" fmla="*/ 2196689 h 3830701"/>
                <a:gd name="connsiteX45" fmla="*/ 21444 w 6933990"/>
                <a:gd name="connsiteY45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20677 w 6933990"/>
                <a:gd name="connsiteY36" fmla="*/ 1018010 h 3830701"/>
                <a:gd name="connsiteX37" fmla="*/ 3851855 w 6933990"/>
                <a:gd name="connsiteY37" fmla="*/ 912494 h 3830701"/>
                <a:gd name="connsiteX38" fmla="*/ 3463044 w 6933990"/>
                <a:gd name="connsiteY38" fmla="*/ 831937 h 3830701"/>
                <a:gd name="connsiteX39" fmla="*/ 2852387 w 6933990"/>
                <a:gd name="connsiteY39" fmla="*/ 1357324 h 3830701"/>
                <a:gd name="connsiteX40" fmla="*/ 2154733 w 6933990"/>
                <a:gd name="connsiteY40" fmla="*/ 2019221 h 3830701"/>
                <a:gd name="connsiteX41" fmla="*/ 1398036 w 6933990"/>
                <a:gd name="connsiteY41" fmla="*/ 2786362 h 3830701"/>
                <a:gd name="connsiteX42" fmla="*/ 643791 w 6933990"/>
                <a:gd name="connsiteY42" fmla="*/ 3749596 h 3830701"/>
                <a:gd name="connsiteX43" fmla="*/ 103435 w 6933990"/>
                <a:gd name="connsiteY43" fmla="*/ 3772868 h 3830701"/>
                <a:gd name="connsiteX44" fmla="*/ 40339 w 6933990"/>
                <a:gd name="connsiteY44" fmla="*/ 2196689 h 3830701"/>
                <a:gd name="connsiteX45" fmla="*/ 21444 w 6933990"/>
                <a:gd name="connsiteY45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20677 w 6933990"/>
                <a:gd name="connsiteY36" fmla="*/ 1018010 h 3830701"/>
                <a:gd name="connsiteX37" fmla="*/ 3851855 w 6933990"/>
                <a:gd name="connsiteY37" fmla="*/ 912494 h 3830701"/>
                <a:gd name="connsiteX38" fmla="*/ 3463044 w 6933990"/>
                <a:gd name="connsiteY38" fmla="*/ 831937 h 3830701"/>
                <a:gd name="connsiteX39" fmla="*/ 2852387 w 6933990"/>
                <a:gd name="connsiteY39" fmla="*/ 1357324 h 3830701"/>
                <a:gd name="connsiteX40" fmla="*/ 2154733 w 6933990"/>
                <a:gd name="connsiteY40" fmla="*/ 2019221 h 3830701"/>
                <a:gd name="connsiteX41" fmla="*/ 1398036 w 6933990"/>
                <a:gd name="connsiteY41" fmla="*/ 2786362 h 3830701"/>
                <a:gd name="connsiteX42" fmla="*/ 643791 w 6933990"/>
                <a:gd name="connsiteY42" fmla="*/ 3749596 h 3830701"/>
                <a:gd name="connsiteX43" fmla="*/ 103435 w 6933990"/>
                <a:gd name="connsiteY43" fmla="*/ 3772868 h 3830701"/>
                <a:gd name="connsiteX44" fmla="*/ 40339 w 6933990"/>
                <a:gd name="connsiteY44" fmla="*/ 2196689 h 3830701"/>
                <a:gd name="connsiteX45" fmla="*/ 21444 w 6933990"/>
                <a:gd name="connsiteY45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20677 w 6933990"/>
                <a:gd name="connsiteY36" fmla="*/ 1018010 h 3830701"/>
                <a:gd name="connsiteX37" fmla="*/ 3851855 w 6933990"/>
                <a:gd name="connsiteY37" fmla="*/ 857442 h 3830701"/>
                <a:gd name="connsiteX38" fmla="*/ 3463044 w 6933990"/>
                <a:gd name="connsiteY38" fmla="*/ 831937 h 3830701"/>
                <a:gd name="connsiteX39" fmla="*/ 2852387 w 6933990"/>
                <a:gd name="connsiteY39" fmla="*/ 1357324 h 3830701"/>
                <a:gd name="connsiteX40" fmla="*/ 2154733 w 6933990"/>
                <a:gd name="connsiteY40" fmla="*/ 2019221 h 3830701"/>
                <a:gd name="connsiteX41" fmla="*/ 1398036 w 6933990"/>
                <a:gd name="connsiteY41" fmla="*/ 2786362 h 3830701"/>
                <a:gd name="connsiteX42" fmla="*/ 643791 w 6933990"/>
                <a:gd name="connsiteY42" fmla="*/ 3749596 h 3830701"/>
                <a:gd name="connsiteX43" fmla="*/ 103435 w 6933990"/>
                <a:gd name="connsiteY43" fmla="*/ 3772868 h 3830701"/>
                <a:gd name="connsiteX44" fmla="*/ 40339 w 6933990"/>
                <a:gd name="connsiteY44" fmla="*/ 2196689 h 3830701"/>
                <a:gd name="connsiteX45" fmla="*/ 21444 w 6933990"/>
                <a:gd name="connsiteY45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20677 w 6933990"/>
                <a:gd name="connsiteY36" fmla="*/ 1018010 h 3830701"/>
                <a:gd name="connsiteX37" fmla="*/ 3851855 w 6933990"/>
                <a:gd name="connsiteY37" fmla="*/ 857442 h 3830701"/>
                <a:gd name="connsiteX38" fmla="*/ 3463044 w 6933990"/>
                <a:gd name="connsiteY38" fmla="*/ 831937 h 3830701"/>
                <a:gd name="connsiteX39" fmla="*/ 2794636 w 6933990"/>
                <a:gd name="connsiteY39" fmla="*/ 1368334 h 3830701"/>
                <a:gd name="connsiteX40" fmla="*/ 2154733 w 6933990"/>
                <a:gd name="connsiteY40" fmla="*/ 2019221 h 3830701"/>
                <a:gd name="connsiteX41" fmla="*/ 1398036 w 6933990"/>
                <a:gd name="connsiteY41" fmla="*/ 2786362 h 3830701"/>
                <a:gd name="connsiteX42" fmla="*/ 643791 w 6933990"/>
                <a:gd name="connsiteY42" fmla="*/ 3749596 h 3830701"/>
                <a:gd name="connsiteX43" fmla="*/ 103435 w 6933990"/>
                <a:gd name="connsiteY43" fmla="*/ 3772868 h 3830701"/>
                <a:gd name="connsiteX44" fmla="*/ 40339 w 6933990"/>
                <a:gd name="connsiteY44" fmla="*/ 2196689 h 3830701"/>
                <a:gd name="connsiteX45" fmla="*/ 21444 w 6933990"/>
                <a:gd name="connsiteY45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20677 w 6933990"/>
                <a:gd name="connsiteY36" fmla="*/ 1018010 h 3830701"/>
                <a:gd name="connsiteX37" fmla="*/ 3851855 w 6933990"/>
                <a:gd name="connsiteY37" fmla="*/ 857442 h 3830701"/>
                <a:gd name="connsiteX38" fmla="*/ 3463044 w 6933990"/>
                <a:gd name="connsiteY38" fmla="*/ 831937 h 3830701"/>
                <a:gd name="connsiteX39" fmla="*/ 2775386 w 6933990"/>
                <a:gd name="connsiteY39" fmla="*/ 1335303 h 3830701"/>
                <a:gd name="connsiteX40" fmla="*/ 2154733 w 6933990"/>
                <a:gd name="connsiteY40" fmla="*/ 2019221 h 3830701"/>
                <a:gd name="connsiteX41" fmla="*/ 1398036 w 6933990"/>
                <a:gd name="connsiteY41" fmla="*/ 2786362 h 3830701"/>
                <a:gd name="connsiteX42" fmla="*/ 643791 w 6933990"/>
                <a:gd name="connsiteY42" fmla="*/ 3749596 h 3830701"/>
                <a:gd name="connsiteX43" fmla="*/ 103435 w 6933990"/>
                <a:gd name="connsiteY43" fmla="*/ 3772868 h 3830701"/>
                <a:gd name="connsiteX44" fmla="*/ 40339 w 6933990"/>
                <a:gd name="connsiteY44" fmla="*/ 2196689 h 3830701"/>
                <a:gd name="connsiteX45" fmla="*/ 21444 w 6933990"/>
                <a:gd name="connsiteY45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20677 w 6933990"/>
                <a:gd name="connsiteY36" fmla="*/ 1018010 h 3830701"/>
                <a:gd name="connsiteX37" fmla="*/ 3851855 w 6933990"/>
                <a:gd name="connsiteY37" fmla="*/ 857442 h 3830701"/>
                <a:gd name="connsiteX38" fmla="*/ 3463044 w 6933990"/>
                <a:gd name="connsiteY38" fmla="*/ 831937 h 3830701"/>
                <a:gd name="connsiteX39" fmla="*/ 2794637 w 6933990"/>
                <a:gd name="connsiteY39" fmla="*/ 1280251 h 3830701"/>
                <a:gd name="connsiteX40" fmla="*/ 2154733 w 6933990"/>
                <a:gd name="connsiteY40" fmla="*/ 2019221 h 3830701"/>
                <a:gd name="connsiteX41" fmla="*/ 1398036 w 6933990"/>
                <a:gd name="connsiteY41" fmla="*/ 2786362 h 3830701"/>
                <a:gd name="connsiteX42" fmla="*/ 643791 w 6933990"/>
                <a:gd name="connsiteY42" fmla="*/ 3749596 h 3830701"/>
                <a:gd name="connsiteX43" fmla="*/ 103435 w 6933990"/>
                <a:gd name="connsiteY43" fmla="*/ 3772868 h 3830701"/>
                <a:gd name="connsiteX44" fmla="*/ 40339 w 6933990"/>
                <a:gd name="connsiteY44" fmla="*/ 2196689 h 3830701"/>
                <a:gd name="connsiteX45" fmla="*/ 21444 w 6933990"/>
                <a:gd name="connsiteY45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20677 w 6933990"/>
                <a:gd name="connsiteY36" fmla="*/ 1018010 h 3830701"/>
                <a:gd name="connsiteX37" fmla="*/ 3851855 w 6933990"/>
                <a:gd name="connsiteY37" fmla="*/ 857442 h 3830701"/>
                <a:gd name="connsiteX38" fmla="*/ 3463044 w 6933990"/>
                <a:gd name="connsiteY38" fmla="*/ 831937 h 3830701"/>
                <a:gd name="connsiteX39" fmla="*/ 2794637 w 6933990"/>
                <a:gd name="connsiteY39" fmla="*/ 1280251 h 3830701"/>
                <a:gd name="connsiteX40" fmla="*/ 2154733 w 6933990"/>
                <a:gd name="connsiteY40" fmla="*/ 2019221 h 3830701"/>
                <a:gd name="connsiteX41" fmla="*/ 1398036 w 6933990"/>
                <a:gd name="connsiteY41" fmla="*/ 2786362 h 3830701"/>
                <a:gd name="connsiteX42" fmla="*/ 643791 w 6933990"/>
                <a:gd name="connsiteY42" fmla="*/ 3749596 h 3830701"/>
                <a:gd name="connsiteX43" fmla="*/ 103435 w 6933990"/>
                <a:gd name="connsiteY43" fmla="*/ 3772868 h 3830701"/>
                <a:gd name="connsiteX44" fmla="*/ 40339 w 6933990"/>
                <a:gd name="connsiteY44" fmla="*/ 2196689 h 3830701"/>
                <a:gd name="connsiteX45" fmla="*/ 21444 w 6933990"/>
                <a:gd name="connsiteY45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55114 w 6933990"/>
                <a:gd name="connsiteY7" fmla="*/ 1286825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20677 w 6933990"/>
                <a:gd name="connsiteY36" fmla="*/ 1018010 h 3830701"/>
                <a:gd name="connsiteX37" fmla="*/ 3851855 w 6933990"/>
                <a:gd name="connsiteY37" fmla="*/ 857442 h 3830701"/>
                <a:gd name="connsiteX38" fmla="*/ 3463044 w 6933990"/>
                <a:gd name="connsiteY38" fmla="*/ 831937 h 3830701"/>
                <a:gd name="connsiteX39" fmla="*/ 2794637 w 6933990"/>
                <a:gd name="connsiteY39" fmla="*/ 1280251 h 3830701"/>
                <a:gd name="connsiteX40" fmla="*/ 2154733 w 6933990"/>
                <a:gd name="connsiteY40" fmla="*/ 2019221 h 3830701"/>
                <a:gd name="connsiteX41" fmla="*/ 1398036 w 6933990"/>
                <a:gd name="connsiteY41" fmla="*/ 2786362 h 3830701"/>
                <a:gd name="connsiteX42" fmla="*/ 643791 w 6933990"/>
                <a:gd name="connsiteY42" fmla="*/ 3749596 h 3830701"/>
                <a:gd name="connsiteX43" fmla="*/ 103435 w 6933990"/>
                <a:gd name="connsiteY43" fmla="*/ 3772868 h 3830701"/>
                <a:gd name="connsiteX44" fmla="*/ 40339 w 6933990"/>
                <a:gd name="connsiteY44" fmla="*/ 2196689 h 3830701"/>
                <a:gd name="connsiteX45" fmla="*/ 21444 w 6933990"/>
                <a:gd name="connsiteY45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26238 w 6933990"/>
                <a:gd name="connsiteY7" fmla="*/ 1341877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20677 w 6933990"/>
                <a:gd name="connsiteY36" fmla="*/ 1018010 h 3830701"/>
                <a:gd name="connsiteX37" fmla="*/ 3851855 w 6933990"/>
                <a:gd name="connsiteY37" fmla="*/ 857442 h 3830701"/>
                <a:gd name="connsiteX38" fmla="*/ 3463044 w 6933990"/>
                <a:gd name="connsiteY38" fmla="*/ 831937 h 3830701"/>
                <a:gd name="connsiteX39" fmla="*/ 2794637 w 6933990"/>
                <a:gd name="connsiteY39" fmla="*/ 1280251 h 3830701"/>
                <a:gd name="connsiteX40" fmla="*/ 2154733 w 6933990"/>
                <a:gd name="connsiteY40" fmla="*/ 2019221 h 3830701"/>
                <a:gd name="connsiteX41" fmla="*/ 1398036 w 6933990"/>
                <a:gd name="connsiteY41" fmla="*/ 2786362 h 3830701"/>
                <a:gd name="connsiteX42" fmla="*/ 643791 w 6933990"/>
                <a:gd name="connsiteY42" fmla="*/ 3749596 h 3830701"/>
                <a:gd name="connsiteX43" fmla="*/ 103435 w 6933990"/>
                <a:gd name="connsiteY43" fmla="*/ 3772868 h 3830701"/>
                <a:gd name="connsiteX44" fmla="*/ 40339 w 6933990"/>
                <a:gd name="connsiteY44" fmla="*/ 2196689 h 3830701"/>
                <a:gd name="connsiteX45" fmla="*/ 21444 w 6933990"/>
                <a:gd name="connsiteY45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77027 h 3830701"/>
                <a:gd name="connsiteX7" fmla="*/ 2626238 w 6933990"/>
                <a:gd name="connsiteY7" fmla="*/ 1341877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20677 w 6933990"/>
                <a:gd name="connsiteY36" fmla="*/ 1018010 h 3830701"/>
                <a:gd name="connsiteX37" fmla="*/ 3851855 w 6933990"/>
                <a:gd name="connsiteY37" fmla="*/ 857442 h 3830701"/>
                <a:gd name="connsiteX38" fmla="*/ 3463044 w 6933990"/>
                <a:gd name="connsiteY38" fmla="*/ 831937 h 3830701"/>
                <a:gd name="connsiteX39" fmla="*/ 2794637 w 6933990"/>
                <a:gd name="connsiteY39" fmla="*/ 1280251 h 3830701"/>
                <a:gd name="connsiteX40" fmla="*/ 2116232 w 6933990"/>
                <a:gd name="connsiteY40" fmla="*/ 1975179 h 3830701"/>
                <a:gd name="connsiteX41" fmla="*/ 1398036 w 6933990"/>
                <a:gd name="connsiteY41" fmla="*/ 2786362 h 3830701"/>
                <a:gd name="connsiteX42" fmla="*/ 643791 w 6933990"/>
                <a:gd name="connsiteY42" fmla="*/ 3749596 h 3830701"/>
                <a:gd name="connsiteX43" fmla="*/ 103435 w 6933990"/>
                <a:gd name="connsiteY43" fmla="*/ 3772868 h 3830701"/>
                <a:gd name="connsiteX44" fmla="*/ 40339 w 6933990"/>
                <a:gd name="connsiteY44" fmla="*/ 2196689 h 3830701"/>
                <a:gd name="connsiteX45" fmla="*/ 21444 w 6933990"/>
                <a:gd name="connsiteY45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55005 h 3830701"/>
                <a:gd name="connsiteX7" fmla="*/ 2626238 w 6933990"/>
                <a:gd name="connsiteY7" fmla="*/ 1341877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20677 w 6933990"/>
                <a:gd name="connsiteY36" fmla="*/ 1018010 h 3830701"/>
                <a:gd name="connsiteX37" fmla="*/ 3851855 w 6933990"/>
                <a:gd name="connsiteY37" fmla="*/ 857442 h 3830701"/>
                <a:gd name="connsiteX38" fmla="*/ 3463044 w 6933990"/>
                <a:gd name="connsiteY38" fmla="*/ 831937 h 3830701"/>
                <a:gd name="connsiteX39" fmla="*/ 2794637 w 6933990"/>
                <a:gd name="connsiteY39" fmla="*/ 1280251 h 3830701"/>
                <a:gd name="connsiteX40" fmla="*/ 2116232 w 6933990"/>
                <a:gd name="connsiteY40" fmla="*/ 1975179 h 3830701"/>
                <a:gd name="connsiteX41" fmla="*/ 1398036 w 6933990"/>
                <a:gd name="connsiteY41" fmla="*/ 2786362 h 3830701"/>
                <a:gd name="connsiteX42" fmla="*/ 643791 w 6933990"/>
                <a:gd name="connsiteY42" fmla="*/ 3749596 h 3830701"/>
                <a:gd name="connsiteX43" fmla="*/ 103435 w 6933990"/>
                <a:gd name="connsiteY43" fmla="*/ 3772868 h 3830701"/>
                <a:gd name="connsiteX44" fmla="*/ 40339 w 6933990"/>
                <a:gd name="connsiteY44" fmla="*/ 2196689 h 3830701"/>
                <a:gd name="connsiteX45" fmla="*/ 21444 w 6933990"/>
                <a:gd name="connsiteY45" fmla="*/ 1911636 h 3830701"/>
                <a:gd name="connsiteX0" fmla="*/ 21444 w 6933990"/>
                <a:gd name="connsiteY0" fmla="*/ 1911636 h 3830701"/>
                <a:gd name="connsiteX1" fmla="*/ 189921 w 6933990"/>
                <a:gd name="connsiteY1" fmla="*/ 1661238 h 3830701"/>
                <a:gd name="connsiteX2" fmla="*/ 190456 w 6933990"/>
                <a:gd name="connsiteY2" fmla="*/ 2472496 h 3830701"/>
                <a:gd name="connsiteX3" fmla="*/ 209702 w 6933990"/>
                <a:gd name="connsiteY3" fmla="*/ 3584555 h 3830701"/>
                <a:gd name="connsiteX4" fmla="*/ 623591 w 6933990"/>
                <a:gd name="connsiteY4" fmla="*/ 3529498 h 3830701"/>
                <a:gd name="connsiteX5" fmla="*/ 1172232 w 6933990"/>
                <a:gd name="connsiteY5" fmla="*/ 2846852 h 3830701"/>
                <a:gd name="connsiteX6" fmla="*/ 1990378 w 6933990"/>
                <a:gd name="connsiteY6" fmla="*/ 1955005 h 3830701"/>
                <a:gd name="connsiteX7" fmla="*/ 2626238 w 6933990"/>
                <a:gd name="connsiteY7" fmla="*/ 1341877 h 3830701"/>
                <a:gd name="connsiteX8" fmla="*/ 3442736 w 6933990"/>
                <a:gd name="connsiteY8" fmla="*/ 714588 h 3830701"/>
                <a:gd name="connsiteX9" fmla="*/ 4839736 w 6933990"/>
                <a:gd name="connsiteY9" fmla="*/ 909322 h 3830701"/>
                <a:gd name="connsiteX10" fmla="*/ 5339269 w 6933990"/>
                <a:gd name="connsiteY10" fmla="*/ 274322 h 3830701"/>
                <a:gd name="connsiteX11" fmla="*/ 5904420 w 6933990"/>
                <a:gd name="connsiteY11" fmla="*/ 172768 h 3830701"/>
                <a:gd name="connsiteX12" fmla="*/ 6334103 w 6933990"/>
                <a:gd name="connsiteY12" fmla="*/ 428302 h 3830701"/>
                <a:gd name="connsiteX13" fmla="*/ 6495325 w 6933990"/>
                <a:gd name="connsiteY13" fmla="*/ 623187 h 3830701"/>
                <a:gd name="connsiteX14" fmla="*/ 6647725 w 6933990"/>
                <a:gd name="connsiteY14" fmla="*/ 703089 h 3830701"/>
                <a:gd name="connsiteX15" fmla="*/ 6762025 w 6933990"/>
                <a:gd name="connsiteY15" fmla="*/ 674034 h 3830701"/>
                <a:gd name="connsiteX16" fmla="*/ 6791303 w 6933990"/>
                <a:gd name="connsiteY16" fmla="*/ 529995 h 3830701"/>
                <a:gd name="connsiteX17" fmla="*/ 6762026 w 6933990"/>
                <a:gd name="connsiteY17" fmla="*/ 390745 h 3830701"/>
                <a:gd name="connsiteX18" fmla="*/ 6692177 w 6933990"/>
                <a:gd name="connsiteY18" fmla="*/ 303578 h 3830701"/>
                <a:gd name="connsiteX19" fmla="*/ 6647727 w 6933990"/>
                <a:gd name="connsiteY19" fmla="*/ 194620 h 3830701"/>
                <a:gd name="connsiteX20" fmla="*/ 6628677 w 6933990"/>
                <a:gd name="connsiteY20" fmla="*/ 27550 h 3830701"/>
                <a:gd name="connsiteX21" fmla="*/ 6774726 w 6933990"/>
                <a:gd name="connsiteY21" fmla="*/ 13025 h 3830701"/>
                <a:gd name="connsiteX22" fmla="*/ 6926769 w 6933990"/>
                <a:gd name="connsiteY22" fmla="*/ 26287 h 3830701"/>
                <a:gd name="connsiteX23" fmla="*/ 6908077 w 6933990"/>
                <a:gd name="connsiteY23" fmla="*/ 252730 h 3830701"/>
                <a:gd name="connsiteX24" fmla="*/ 6863627 w 6933990"/>
                <a:gd name="connsiteY24" fmla="*/ 405271 h 3830701"/>
                <a:gd name="connsiteX25" fmla="*/ 6850926 w 6933990"/>
                <a:gd name="connsiteY25" fmla="*/ 659506 h 3830701"/>
                <a:gd name="connsiteX26" fmla="*/ 6774726 w 6933990"/>
                <a:gd name="connsiteY26" fmla="*/ 775729 h 3830701"/>
                <a:gd name="connsiteX27" fmla="*/ 6664303 w 6933990"/>
                <a:gd name="connsiteY27" fmla="*/ 797321 h 3830701"/>
                <a:gd name="connsiteX28" fmla="*/ 6450518 w 6933990"/>
                <a:gd name="connsiteY28" fmla="*/ 712560 h 3830701"/>
                <a:gd name="connsiteX29" fmla="*/ 6184176 w 6933990"/>
                <a:gd name="connsiteY29" fmla="*/ 398005 h 3830701"/>
                <a:gd name="connsiteX30" fmla="*/ 5946753 w 6933990"/>
                <a:gd name="connsiteY30" fmla="*/ 276774 h 3830701"/>
                <a:gd name="connsiteX31" fmla="*/ 5622903 w 6933990"/>
                <a:gd name="connsiteY31" fmla="*/ 257389 h 3830701"/>
                <a:gd name="connsiteX32" fmla="*/ 5440869 w 6933990"/>
                <a:gd name="connsiteY32" fmla="*/ 333589 h 3830701"/>
                <a:gd name="connsiteX33" fmla="*/ 5322336 w 6933990"/>
                <a:gd name="connsiteY33" fmla="*/ 452121 h 3830701"/>
                <a:gd name="connsiteX34" fmla="*/ 5110669 w 6933990"/>
                <a:gd name="connsiteY34" fmla="*/ 833121 h 3830701"/>
                <a:gd name="connsiteX35" fmla="*/ 4932869 w 6933990"/>
                <a:gd name="connsiteY35" fmla="*/ 985522 h 3830701"/>
                <a:gd name="connsiteX36" fmla="*/ 4520677 w 6933990"/>
                <a:gd name="connsiteY36" fmla="*/ 1018010 h 3830701"/>
                <a:gd name="connsiteX37" fmla="*/ 3851855 w 6933990"/>
                <a:gd name="connsiteY37" fmla="*/ 857442 h 3830701"/>
                <a:gd name="connsiteX38" fmla="*/ 3463044 w 6933990"/>
                <a:gd name="connsiteY38" fmla="*/ 831937 h 3830701"/>
                <a:gd name="connsiteX39" fmla="*/ 2794637 w 6933990"/>
                <a:gd name="connsiteY39" fmla="*/ 1324293 h 3830701"/>
                <a:gd name="connsiteX40" fmla="*/ 2116232 w 6933990"/>
                <a:gd name="connsiteY40" fmla="*/ 1975179 h 3830701"/>
                <a:gd name="connsiteX41" fmla="*/ 1398036 w 6933990"/>
                <a:gd name="connsiteY41" fmla="*/ 2786362 h 3830701"/>
                <a:gd name="connsiteX42" fmla="*/ 643791 w 6933990"/>
                <a:gd name="connsiteY42" fmla="*/ 3749596 h 3830701"/>
                <a:gd name="connsiteX43" fmla="*/ 103435 w 6933990"/>
                <a:gd name="connsiteY43" fmla="*/ 3772868 h 3830701"/>
                <a:gd name="connsiteX44" fmla="*/ 40339 w 6933990"/>
                <a:gd name="connsiteY44" fmla="*/ 2196689 h 3830701"/>
                <a:gd name="connsiteX45" fmla="*/ 21444 w 6933990"/>
                <a:gd name="connsiteY45" fmla="*/ 1911636 h 3830701"/>
                <a:gd name="connsiteX0" fmla="*/ 21444 w 6933990"/>
                <a:gd name="connsiteY0" fmla="*/ 1911636 h 3831507"/>
                <a:gd name="connsiteX1" fmla="*/ 189921 w 6933990"/>
                <a:gd name="connsiteY1" fmla="*/ 1661238 h 3831507"/>
                <a:gd name="connsiteX2" fmla="*/ 190456 w 6933990"/>
                <a:gd name="connsiteY2" fmla="*/ 2472496 h 3831507"/>
                <a:gd name="connsiteX3" fmla="*/ 209702 w 6933990"/>
                <a:gd name="connsiteY3" fmla="*/ 3584555 h 3831507"/>
                <a:gd name="connsiteX4" fmla="*/ 623591 w 6933990"/>
                <a:gd name="connsiteY4" fmla="*/ 3529498 h 3831507"/>
                <a:gd name="connsiteX5" fmla="*/ 1172232 w 6933990"/>
                <a:gd name="connsiteY5" fmla="*/ 2846852 h 3831507"/>
                <a:gd name="connsiteX6" fmla="*/ 1990378 w 6933990"/>
                <a:gd name="connsiteY6" fmla="*/ 1955005 h 3831507"/>
                <a:gd name="connsiteX7" fmla="*/ 2626238 w 6933990"/>
                <a:gd name="connsiteY7" fmla="*/ 1341877 h 3831507"/>
                <a:gd name="connsiteX8" fmla="*/ 3442736 w 6933990"/>
                <a:gd name="connsiteY8" fmla="*/ 714588 h 3831507"/>
                <a:gd name="connsiteX9" fmla="*/ 4839736 w 6933990"/>
                <a:gd name="connsiteY9" fmla="*/ 909322 h 3831507"/>
                <a:gd name="connsiteX10" fmla="*/ 5339269 w 6933990"/>
                <a:gd name="connsiteY10" fmla="*/ 274322 h 3831507"/>
                <a:gd name="connsiteX11" fmla="*/ 5904420 w 6933990"/>
                <a:gd name="connsiteY11" fmla="*/ 172768 h 3831507"/>
                <a:gd name="connsiteX12" fmla="*/ 6334103 w 6933990"/>
                <a:gd name="connsiteY12" fmla="*/ 428302 h 3831507"/>
                <a:gd name="connsiteX13" fmla="*/ 6495325 w 6933990"/>
                <a:gd name="connsiteY13" fmla="*/ 623187 h 3831507"/>
                <a:gd name="connsiteX14" fmla="*/ 6647725 w 6933990"/>
                <a:gd name="connsiteY14" fmla="*/ 703089 h 3831507"/>
                <a:gd name="connsiteX15" fmla="*/ 6762025 w 6933990"/>
                <a:gd name="connsiteY15" fmla="*/ 674034 h 3831507"/>
                <a:gd name="connsiteX16" fmla="*/ 6791303 w 6933990"/>
                <a:gd name="connsiteY16" fmla="*/ 529995 h 3831507"/>
                <a:gd name="connsiteX17" fmla="*/ 6762026 w 6933990"/>
                <a:gd name="connsiteY17" fmla="*/ 390745 h 3831507"/>
                <a:gd name="connsiteX18" fmla="*/ 6692177 w 6933990"/>
                <a:gd name="connsiteY18" fmla="*/ 303578 h 3831507"/>
                <a:gd name="connsiteX19" fmla="*/ 6647727 w 6933990"/>
                <a:gd name="connsiteY19" fmla="*/ 194620 h 3831507"/>
                <a:gd name="connsiteX20" fmla="*/ 6628677 w 6933990"/>
                <a:gd name="connsiteY20" fmla="*/ 27550 h 3831507"/>
                <a:gd name="connsiteX21" fmla="*/ 6774726 w 6933990"/>
                <a:gd name="connsiteY21" fmla="*/ 13025 h 3831507"/>
                <a:gd name="connsiteX22" fmla="*/ 6926769 w 6933990"/>
                <a:gd name="connsiteY22" fmla="*/ 26287 h 3831507"/>
                <a:gd name="connsiteX23" fmla="*/ 6908077 w 6933990"/>
                <a:gd name="connsiteY23" fmla="*/ 252730 h 3831507"/>
                <a:gd name="connsiteX24" fmla="*/ 6863627 w 6933990"/>
                <a:gd name="connsiteY24" fmla="*/ 405271 h 3831507"/>
                <a:gd name="connsiteX25" fmla="*/ 6850926 w 6933990"/>
                <a:gd name="connsiteY25" fmla="*/ 659506 h 3831507"/>
                <a:gd name="connsiteX26" fmla="*/ 6774726 w 6933990"/>
                <a:gd name="connsiteY26" fmla="*/ 775729 h 3831507"/>
                <a:gd name="connsiteX27" fmla="*/ 6664303 w 6933990"/>
                <a:gd name="connsiteY27" fmla="*/ 797321 h 3831507"/>
                <a:gd name="connsiteX28" fmla="*/ 6450518 w 6933990"/>
                <a:gd name="connsiteY28" fmla="*/ 712560 h 3831507"/>
                <a:gd name="connsiteX29" fmla="*/ 6184176 w 6933990"/>
                <a:gd name="connsiteY29" fmla="*/ 398005 h 3831507"/>
                <a:gd name="connsiteX30" fmla="*/ 5946753 w 6933990"/>
                <a:gd name="connsiteY30" fmla="*/ 276774 h 3831507"/>
                <a:gd name="connsiteX31" fmla="*/ 5622903 w 6933990"/>
                <a:gd name="connsiteY31" fmla="*/ 257389 h 3831507"/>
                <a:gd name="connsiteX32" fmla="*/ 5440869 w 6933990"/>
                <a:gd name="connsiteY32" fmla="*/ 333589 h 3831507"/>
                <a:gd name="connsiteX33" fmla="*/ 5322336 w 6933990"/>
                <a:gd name="connsiteY33" fmla="*/ 452121 h 3831507"/>
                <a:gd name="connsiteX34" fmla="*/ 5110669 w 6933990"/>
                <a:gd name="connsiteY34" fmla="*/ 833121 h 3831507"/>
                <a:gd name="connsiteX35" fmla="*/ 4932869 w 6933990"/>
                <a:gd name="connsiteY35" fmla="*/ 985522 h 3831507"/>
                <a:gd name="connsiteX36" fmla="*/ 4520677 w 6933990"/>
                <a:gd name="connsiteY36" fmla="*/ 1018010 h 3831507"/>
                <a:gd name="connsiteX37" fmla="*/ 3851855 w 6933990"/>
                <a:gd name="connsiteY37" fmla="*/ 857442 h 3831507"/>
                <a:gd name="connsiteX38" fmla="*/ 3463044 w 6933990"/>
                <a:gd name="connsiteY38" fmla="*/ 831937 h 3831507"/>
                <a:gd name="connsiteX39" fmla="*/ 2794637 w 6933990"/>
                <a:gd name="connsiteY39" fmla="*/ 1324293 h 3831507"/>
                <a:gd name="connsiteX40" fmla="*/ 2116232 w 6933990"/>
                <a:gd name="connsiteY40" fmla="*/ 1975179 h 3831507"/>
                <a:gd name="connsiteX41" fmla="*/ 1369160 w 6933990"/>
                <a:gd name="connsiteY41" fmla="*/ 2775352 h 3831507"/>
                <a:gd name="connsiteX42" fmla="*/ 643791 w 6933990"/>
                <a:gd name="connsiteY42" fmla="*/ 3749596 h 3831507"/>
                <a:gd name="connsiteX43" fmla="*/ 103435 w 6933990"/>
                <a:gd name="connsiteY43" fmla="*/ 3772868 h 3831507"/>
                <a:gd name="connsiteX44" fmla="*/ 40339 w 6933990"/>
                <a:gd name="connsiteY44" fmla="*/ 2196689 h 3831507"/>
                <a:gd name="connsiteX45" fmla="*/ 21444 w 6933990"/>
                <a:gd name="connsiteY45" fmla="*/ 1911636 h 3831507"/>
                <a:gd name="connsiteX0" fmla="*/ 21444 w 6933990"/>
                <a:gd name="connsiteY0" fmla="*/ 1911636 h 3831508"/>
                <a:gd name="connsiteX1" fmla="*/ 189921 w 6933990"/>
                <a:gd name="connsiteY1" fmla="*/ 1661238 h 3831508"/>
                <a:gd name="connsiteX2" fmla="*/ 190456 w 6933990"/>
                <a:gd name="connsiteY2" fmla="*/ 2472496 h 3831508"/>
                <a:gd name="connsiteX3" fmla="*/ 209702 w 6933990"/>
                <a:gd name="connsiteY3" fmla="*/ 3584555 h 3831508"/>
                <a:gd name="connsiteX4" fmla="*/ 623591 w 6933990"/>
                <a:gd name="connsiteY4" fmla="*/ 3529498 h 3831508"/>
                <a:gd name="connsiteX5" fmla="*/ 1172232 w 6933990"/>
                <a:gd name="connsiteY5" fmla="*/ 2846852 h 3831508"/>
                <a:gd name="connsiteX6" fmla="*/ 1990378 w 6933990"/>
                <a:gd name="connsiteY6" fmla="*/ 1955005 h 3831508"/>
                <a:gd name="connsiteX7" fmla="*/ 2626238 w 6933990"/>
                <a:gd name="connsiteY7" fmla="*/ 1341877 h 3831508"/>
                <a:gd name="connsiteX8" fmla="*/ 3471612 w 6933990"/>
                <a:gd name="connsiteY8" fmla="*/ 736610 h 3831508"/>
                <a:gd name="connsiteX9" fmla="*/ 4839736 w 6933990"/>
                <a:gd name="connsiteY9" fmla="*/ 909322 h 3831508"/>
                <a:gd name="connsiteX10" fmla="*/ 5339269 w 6933990"/>
                <a:gd name="connsiteY10" fmla="*/ 274322 h 3831508"/>
                <a:gd name="connsiteX11" fmla="*/ 5904420 w 6933990"/>
                <a:gd name="connsiteY11" fmla="*/ 172768 h 3831508"/>
                <a:gd name="connsiteX12" fmla="*/ 6334103 w 6933990"/>
                <a:gd name="connsiteY12" fmla="*/ 428302 h 3831508"/>
                <a:gd name="connsiteX13" fmla="*/ 6495325 w 6933990"/>
                <a:gd name="connsiteY13" fmla="*/ 623187 h 3831508"/>
                <a:gd name="connsiteX14" fmla="*/ 6647725 w 6933990"/>
                <a:gd name="connsiteY14" fmla="*/ 703089 h 3831508"/>
                <a:gd name="connsiteX15" fmla="*/ 6762025 w 6933990"/>
                <a:gd name="connsiteY15" fmla="*/ 674034 h 3831508"/>
                <a:gd name="connsiteX16" fmla="*/ 6791303 w 6933990"/>
                <a:gd name="connsiteY16" fmla="*/ 529995 h 3831508"/>
                <a:gd name="connsiteX17" fmla="*/ 6762026 w 6933990"/>
                <a:gd name="connsiteY17" fmla="*/ 390745 h 3831508"/>
                <a:gd name="connsiteX18" fmla="*/ 6692177 w 6933990"/>
                <a:gd name="connsiteY18" fmla="*/ 303578 h 3831508"/>
                <a:gd name="connsiteX19" fmla="*/ 6647727 w 6933990"/>
                <a:gd name="connsiteY19" fmla="*/ 194620 h 3831508"/>
                <a:gd name="connsiteX20" fmla="*/ 6628677 w 6933990"/>
                <a:gd name="connsiteY20" fmla="*/ 27550 h 3831508"/>
                <a:gd name="connsiteX21" fmla="*/ 6774726 w 6933990"/>
                <a:gd name="connsiteY21" fmla="*/ 13025 h 3831508"/>
                <a:gd name="connsiteX22" fmla="*/ 6926769 w 6933990"/>
                <a:gd name="connsiteY22" fmla="*/ 26287 h 3831508"/>
                <a:gd name="connsiteX23" fmla="*/ 6908077 w 6933990"/>
                <a:gd name="connsiteY23" fmla="*/ 252730 h 3831508"/>
                <a:gd name="connsiteX24" fmla="*/ 6863627 w 6933990"/>
                <a:gd name="connsiteY24" fmla="*/ 405271 h 3831508"/>
                <a:gd name="connsiteX25" fmla="*/ 6850926 w 6933990"/>
                <a:gd name="connsiteY25" fmla="*/ 659506 h 3831508"/>
                <a:gd name="connsiteX26" fmla="*/ 6774726 w 6933990"/>
                <a:gd name="connsiteY26" fmla="*/ 775729 h 3831508"/>
                <a:gd name="connsiteX27" fmla="*/ 6664303 w 6933990"/>
                <a:gd name="connsiteY27" fmla="*/ 797321 h 3831508"/>
                <a:gd name="connsiteX28" fmla="*/ 6450518 w 6933990"/>
                <a:gd name="connsiteY28" fmla="*/ 712560 h 3831508"/>
                <a:gd name="connsiteX29" fmla="*/ 6184176 w 6933990"/>
                <a:gd name="connsiteY29" fmla="*/ 398005 h 3831508"/>
                <a:gd name="connsiteX30" fmla="*/ 5946753 w 6933990"/>
                <a:gd name="connsiteY30" fmla="*/ 276774 h 3831508"/>
                <a:gd name="connsiteX31" fmla="*/ 5622903 w 6933990"/>
                <a:gd name="connsiteY31" fmla="*/ 257389 h 3831508"/>
                <a:gd name="connsiteX32" fmla="*/ 5440869 w 6933990"/>
                <a:gd name="connsiteY32" fmla="*/ 333589 h 3831508"/>
                <a:gd name="connsiteX33" fmla="*/ 5322336 w 6933990"/>
                <a:gd name="connsiteY33" fmla="*/ 452121 h 3831508"/>
                <a:gd name="connsiteX34" fmla="*/ 5110669 w 6933990"/>
                <a:gd name="connsiteY34" fmla="*/ 833121 h 3831508"/>
                <a:gd name="connsiteX35" fmla="*/ 4932869 w 6933990"/>
                <a:gd name="connsiteY35" fmla="*/ 985522 h 3831508"/>
                <a:gd name="connsiteX36" fmla="*/ 4520677 w 6933990"/>
                <a:gd name="connsiteY36" fmla="*/ 1018010 h 3831508"/>
                <a:gd name="connsiteX37" fmla="*/ 3851855 w 6933990"/>
                <a:gd name="connsiteY37" fmla="*/ 857442 h 3831508"/>
                <a:gd name="connsiteX38" fmla="*/ 3463044 w 6933990"/>
                <a:gd name="connsiteY38" fmla="*/ 831937 h 3831508"/>
                <a:gd name="connsiteX39" fmla="*/ 2794637 w 6933990"/>
                <a:gd name="connsiteY39" fmla="*/ 1324293 h 3831508"/>
                <a:gd name="connsiteX40" fmla="*/ 2116232 w 6933990"/>
                <a:gd name="connsiteY40" fmla="*/ 1975179 h 3831508"/>
                <a:gd name="connsiteX41" fmla="*/ 1369160 w 6933990"/>
                <a:gd name="connsiteY41" fmla="*/ 2775352 h 3831508"/>
                <a:gd name="connsiteX42" fmla="*/ 643791 w 6933990"/>
                <a:gd name="connsiteY42" fmla="*/ 3749596 h 3831508"/>
                <a:gd name="connsiteX43" fmla="*/ 103435 w 6933990"/>
                <a:gd name="connsiteY43" fmla="*/ 3772868 h 3831508"/>
                <a:gd name="connsiteX44" fmla="*/ 40339 w 6933990"/>
                <a:gd name="connsiteY44" fmla="*/ 2196689 h 3831508"/>
                <a:gd name="connsiteX45" fmla="*/ 21444 w 6933990"/>
                <a:gd name="connsiteY45" fmla="*/ 1911636 h 3831508"/>
                <a:gd name="connsiteX0" fmla="*/ 21444 w 6933990"/>
                <a:gd name="connsiteY0" fmla="*/ 1911636 h 3831508"/>
                <a:gd name="connsiteX1" fmla="*/ 189921 w 6933990"/>
                <a:gd name="connsiteY1" fmla="*/ 1661238 h 3831508"/>
                <a:gd name="connsiteX2" fmla="*/ 190456 w 6933990"/>
                <a:gd name="connsiteY2" fmla="*/ 2472496 h 3831508"/>
                <a:gd name="connsiteX3" fmla="*/ 209702 w 6933990"/>
                <a:gd name="connsiteY3" fmla="*/ 3584555 h 3831508"/>
                <a:gd name="connsiteX4" fmla="*/ 623591 w 6933990"/>
                <a:gd name="connsiteY4" fmla="*/ 3529498 h 3831508"/>
                <a:gd name="connsiteX5" fmla="*/ 1172232 w 6933990"/>
                <a:gd name="connsiteY5" fmla="*/ 2846852 h 3831508"/>
                <a:gd name="connsiteX6" fmla="*/ 1990378 w 6933990"/>
                <a:gd name="connsiteY6" fmla="*/ 1955005 h 3831508"/>
                <a:gd name="connsiteX7" fmla="*/ 2626238 w 6933990"/>
                <a:gd name="connsiteY7" fmla="*/ 1341877 h 3831508"/>
                <a:gd name="connsiteX8" fmla="*/ 3471612 w 6933990"/>
                <a:gd name="connsiteY8" fmla="*/ 736610 h 3831508"/>
                <a:gd name="connsiteX9" fmla="*/ 4839736 w 6933990"/>
                <a:gd name="connsiteY9" fmla="*/ 909322 h 3831508"/>
                <a:gd name="connsiteX10" fmla="*/ 5339269 w 6933990"/>
                <a:gd name="connsiteY10" fmla="*/ 274322 h 3831508"/>
                <a:gd name="connsiteX11" fmla="*/ 5904420 w 6933990"/>
                <a:gd name="connsiteY11" fmla="*/ 172768 h 3831508"/>
                <a:gd name="connsiteX12" fmla="*/ 6334103 w 6933990"/>
                <a:gd name="connsiteY12" fmla="*/ 428302 h 3831508"/>
                <a:gd name="connsiteX13" fmla="*/ 6495325 w 6933990"/>
                <a:gd name="connsiteY13" fmla="*/ 623187 h 3831508"/>
                <a:gd name="connsiteX14" fmla="*/ 6647725 w 6933990"/>
                <a:gd name="connsiteY14" fmla="*/ 703089 h 3831508"/>
                <a:gd name="connsiteX15" fmla="*/ 6762025 w 6933990"/>
                <a:gd name="connsiteY15" fmla="*/ 674034 h 3831508"/>
                <a:gd name="connsiteX16" fmla="*/ 6791303 w 6933990"/>
                <a:gd name="connsiteY16" fmla="*/ 529995 h 3831508"/>
                <a:gd name="connsiteX17" fmla="*/ 6762026 w 6933990"/>
                <a:gd name="connsiteY17" fmla="*/ 390745 h 3831508"/>
                <a:gd name="connsiteX18" fmla="*/ 6692177 w 6933990"/>
                <a:gd name="connsiteY18" fmla="*/ 303578 h 3831508"/>
                <a:gd name="connsiteX19" fmla="*/ 6647727 w 6933990"/>
                <a:gd name="connsiteY19" fmla="*/ 194620 h 3831508"/>
                <a:gd name="connsiteX20" fmla="*/ 6628677 w 6933990"/>
                <a:gd name="connsiteY20" fmla="*/ 27550 h 3831508"/>
                <a:gd name="connsiteX21" fmla="*/ 6774726 w 6933990"/>
                <a:gd name="connsiteY21" fmla="*/ 13025 h 3831508"/>
                <a:gd name="connsiteX22" fmla="*/ 6926769 w 6933990"/>
                <a:gd name="connsiteY22" fmla="*/ 26287 h 3831508"/>
                <a:gd name="connsiteX23" fmla="*/ 6908077 w 6933990"/>
                <a:gd name="connsiteY23" fmla="*/ 252730 h 3831508"/>
                <a:gd name="connsiteX24" fmla="*/ 6863627 w 6933990"/>
                <a:gd name="connsiteY24" fmla="*/ 405271 h 3831508"/>
                <a:gd name="connsiteX25" fmla="*/ 6850926 w 6933990"/>
                <a:gd name="connsiteY25" fmla="*/ 659506 h 3831508"/>
                <a:gd name="connsiteX26" fmla="*/ 6774726 w 6933990"/>
                <a:gd name="connsiteY26" fmla="*/ 775729 h 3831508"/>
                <a:gd name="connsiteX27" fmla="*/ 6664303 w 6933990"/>
                <a:gd name="connsiteY27" fmla="*/ 797321 h 3831508"/>
                <a:gd name="connsiteX28" fmla="*/ 6450518 w 6933990"/>
                <a:gd name="connsiteY28" fmla="*/ 712560 h 3831508"/>
                <a:gd name="connsiteX29" fmla="*/ 6184176 w 6933990"/>
                <a:gd name="connsiteY29" fmla="*/ 398005 h 3831508"/>
                <a:gd name="connsiteX30" fmla="*/ 5946753 w 6933990"/>
                <a:gd name="connsiteY30" fmla="*/ 276774 h 3831508"/>
                <a:gd name="connsiteX31" fmla="*/ 5622903 w 6933990"/>
                <a:gd name="connsiteY31" fmla="*/ 257389 h 3831508"/>
                <a:gd name="connsiteX32" fmla="*/ 5440869 w 6933990"/>
                <a:gd name="connsiteY32" fmla="*/ 333589 h 3831508"/>
                <a:gd name="connsiteX33" fmla="*/ 5322336 w 6933990"/>
                <a:gd name="connsiteY33" fmla="*/ 452121 h 3831508"/>
                <a:gd name="connsiteX34" fmla="*/ 5110669 w 6933990"/>
                <a:gd name="connsiteY34" fmla="*/ 833121 h 3831508"/>
                <a:gd name="connsiteX35" fmla="*/ 4932869 w 6933990"/>
                <a:gd name="connsiteY35" fmla="*/ 985522 h 3831508"/>
                <a:gd name="connsiteX36" fmla="*/ 4520677 w 6933990"/>
                <a:gd name="connsiteY36" fmla="*/ 1018010 h 3831508"/>
                <a:gd name="connsiteX37" fmla="*/ 3851855 w 6933990"/>
                <a:gd name="connsiteY37" fmla="*/ 857442 h 3831508"/>
                <a:gd name="connsiteX38" fmla="*/ 3463044 w 6933990"/>
                <a:gd name="connsiteY38" fmla="*/ 831937 h 3831508"/>
                <a:gd name="connsiteX39" fmla="*/ 2794637 w 6933990"/>
                <a:gd name="connsiteY39" fmla="*/ 1324293 h 3831508"/>
                <a:gd name="connsiteX40" fmla="*/ 2116232 w 6933990"/>
                <a:gd name="connsiteY40" fmla="*/ 1975179 h 3831508"/>
                <a:gd name="connsiteX41" fmla="*/ 1369160 w 6933990"/>
                <a:gd name="connsiteY41" fmla="*/ 2775352 h 3831508"/>
                <a:gd name="connsiteX42" fmla="*/ 643791 w 6933990"/>
                <a:gd name="connsiteY42" fmla="*/ 3749596 h 3831508"/>
                <a:gd name="connsiteX43" fmla="*/ 103435 w 6933990"/>
                <a:gd name="connsiteY43" fmla="*/ 3772868 h 3831508"/>
                <a:gd name="connsiteX44" fmla="*/ 40339 w 6933990"/>
                <a:gd name="connsiteY44" fmla="*/ 2196689 h 3831508"/>
                <a:gd name="connsiteX45" fmla="*/ 21444 w 6933990"/>
                <a:gd name="connsiteY45" fmla="*/ 1911636 h 3831508"/>
                <a:gd name="connsiteX0" fmla="*/ 21444 w 6933990"/>
                <a:gd name="connsiteY0" fmla="*/ 1911636 h 3831508"/>
                <a:gd name="connsiteX1" fmla="*/ 189921 w 6933990"/>
                <a:gd name="connsiteY1" fmla="*/ 1661238 h 3831508"/>
                <a:gd name="connsiteX2" fmla="*/ 190456 w 6933990"/>
                <a:gd name="connsiteY2" fmla="*/ 2472496 h 3831508"/>
                <a:gd name="connsiteX3" fmla="*/ 209702 w 6933990"/>
                <a:gd name="connsiteY3" fmla="*/ 3584555 h 3831508"/>
                <a:gd name="connsiteX4" fmla="*/ 623591 w 6933990"/>
                <a:gd name="connsiteY4" fmla="*/ 3562530 h 3831508"/>
                <a:gd name="connsiteX5" fmla="*/ 1172232 w 6933990"/>
                <a:gd name="connsiteY5" fmla="*/ 2846852 h 3831508"/>
                <a:gd name="connsiteX6" fmla="*/ 1990378 w 6933990"/>
                <a:gd name="connsiteY6" fmla="*/ 1955005 h 3831508"/>
                <a:gd name="connsiteX7" fmla="*/ 2626238 w 6933990"/>
                <a:gd name="connsiteY7" fmla="*/ 1341877 h 3831508"/>
                <a:gd name="connsiteX8" fmla="*/ 3471612 w 6933990"/>
                <a:gd name="connsiteY8" fmla="*/ 736610 h 3831508"/>
                <a:gd name="connsiteX9" fmla="*/ 4839736 w 6933990"/>
                <a:gd name="connsiteY9" fmla="*/ 909322 h 3831508"/>
                <a:gd name="connsiteX10" fmla="*/ 5339269 w 6933990"/>
                <a:gd name="connsiteY10" fmla="*/ 274322 h 3831508"/>
                <a:gd name="connsiteX11" fmla="*/ 5904420 w 6933990"/>
                <a:gd name="connsiteY11" fmla="*/ 172768 h 3831508"/>
                <a:gd name="connsiteX12" fmla="*/ 6334103 w 6933990"/>
                <a:gd name="connsiteY12" fmla="*/ 428302 h 3831508"/>
                <a:gd name="connsiteX13" fmla="*/ 6495325 w 6933990"/>
                <a:gd name="connsiteY13" fmla="*/ 623187 h 3831508"/>
                <a:gd name="connsiteX14" fmla="*/ 6647725 w 6933990"/>
                <a:gd name="connsiteY14" fmla="*/ 703089 h 3831508"/>
                <a:gd name="connsiteX15" fmla="*/ 6762025 w 6933990"/>
                <a:gd name="connsiteY15" fmla="*/ 674034 h 3831508"/>
                <a:gd name="connsiteX16" fmla="*/ 6791303 w 6933990"/>
                <a:gd name="connsiteY16" fmla="*/ 529995 h 3831508"/>
                <a:gd name="connsiteX17" fmla="*/ 6762026 w 6933990"/>
                <a:gd name="connsiteY17" fmla="*/ 390745 h 3831508"/>
                <a:gd name="connsiteX18" fmla="*/ 6692177 w 6933990"/>
                <a:gd name="connsiteY18" fmla="*/ 303578 h 3831508"/>
                <a:gd name="connsiteX19" fmla="*/ 6647727 w 6933990"/>
                <a:gd name="connsiteY19" fmla="*/ 194620 h 3831508"/>
                <a:gd name="connsiteX20" fmla="*/ 6628677 w 6933990"/>
                <a:gd name="connsiteY20" fmla="*/ 27550 h 3831508"/>
                <a:gd name="connsiteX21" fmla="*/ 6774726 w 6933990"/>
                <a:gd name="connsiteY21" fmla="*/ 13025 h 3831508"/>
                <a:gd name="connsiteX22" fmla="*/ 6926769 w 6933990"/>
                <a:gd name="connsiteY22" fmla="*/ 26287 h 3831508"/>
                <a:gd name="connsiteX23" fmla="*/ 6908077 w 6933990"/>
                <a:gd name="connsiteY23" fmla="*/ 252730 h 3831508"/>
                <a:gd name="connsiteX24" fmla="*/ 6863627 w 6933990"/>
                <a:gd name="connsiteY24" fmla="*/ 405271 h 3831508"/>
                <a:gd name="connsiteX25" fmla="*/ 6850926 w 6933990"/>
                <a:gd name="connsiteY25" fmla="*/ 659506 h 3831508"/>
                <a:gd name="connsiteX26" fmla="*/ 6774726 w 6933990"/>
                <a:gd name="connsiteY26" fmla="*/ 775729 h 3831508"/>
                <a:gd name="connsiteX27" fmla="*/ 6664303 w 6933990"/>
                <a:gd name="connsiteY27" fmla="*/ 797321 h 3831508"/>
                <a:gd name="connsiteX28" fmla="*/ 6450518 w 6933990"/>
                <a:gd name="connsiteY28" fmla="*/ 712560 h 3831508"/>
                <a:gd name="connsiteX29" fmla="*/ 6184176 w 6933990"/>
                <a:gd name="connsiteY29" fmla="*/ 398005 h 3831508"/>
                <a:gd name="connsiteX30" fmla="*/ 5946753 w 6933990"/>
                <a:gd name="connsiteY30" fmla="*/ 276774 h 3831508"/>
                <a:gd name="connsiteX31" fmla="*/ 5622903 w 6933990"/>
                <a:gd name="connsiteY31" fmla="*/ 257389 h 3831508"/>
                <a:gd name="connsiteX32" fmla="*/ 5440869 w 6933990"/>
                <a:gd name="connsiteY32" fmla="*/ 333589 h 3831508"/>
                <a:gd name="connsiteX33" fmla="*/ 5322336 w 6933990"/>
                <a:gd name="connsiteY33" fmla="*/ 452121 h 3831508"/>
                <a:gd name="connsiteX34" fmla="*/ 5110669 w 6933990"/>
                <a:gd name="connsiteY34" fmla="*/ 833121 h 3831508"/>
                <a:gd name="connsiteX35" fmla="*/ 4932869 w 6933990"/>
                <a:gd name="connsiteY35" fmla="*/ 985522 h 3831508"/>
                <a:gd name="connsiteX36" fmla="*/ 4520677 w 6933990"/>
                <a:gd name="connsiteY36" fmla="*/ 1018010 h 3831508"/>
                <a:gd name="connsiteX37" fmla="*/ 3851855 w 6933990"/>
                <a:gd name="connsiteY37" fmla="*/ 857442 h 3831508"/>
                <a:gd name="connsiteX38" fmla="*/ 3463044 w 6933990"/>
                <a:gd name="connsiteY38" fmla="*/ 831937 h 3831508"/>
                <a:gd name="connsiteX39" fmla="*/ 2794637 w 6933990"/>
                <a:gd name="connsiteY39" fmla="*/ 1324293 h 3831508"/>
                <a:gd name="connsiteX40" fmla="*/ 2116232 w 6933990"/>
                <a:gd name="connsiteY40" fmla="*/ 1975179 h 3831508"/>
                <a:gd name="connsiteX41" fmla="*/ 1369160 w 6933990"/>
                <a:gd name="connsiteY41" fmla="*/ 2775352 h 3831508"/>
                <a:gd name="connsiteX42" fmla="*/ 643791 w 6933990"/>
                <a:gd name="connsiteY42" fmla="*/ 3749596 h 3831508"/>
                <a:gd name="connsiteX43" fmla="*/ 103435 w 6933990"/>
                <a:gd name="connsiteY43" fmla="*/ 3772868 h 3831508"/>
                <a:gd name="connsiteX44" fmla="*/ 40339 w 6933990"/>
                <a:gd name="connsiteY44" fmla="*/ 2196689 h 3831508"/>
                <a:gd name="connsiteX45" fmla="*/ 21444 w 6933990"/>
                <a:gd name="connsiteY45" fmla="*/ 1911636 h 3831508"/>
                <a:gd name="connsiteX0" fmla="*/ 21444 w 6933990"/>
                <a:gd name="connsiteY0" fmla="*/ 1911636 h 3831508"/>
                <a:gd name="connsiteX1" fmla="*/ 189921 w 6933990"/>
                <a:gd name="connsiteY1" fmla="*/ 1661238 h 3831508"/>
                <a:gd name="connsiteX2" fmla="*/ 190456 w 6933990"/>
                <a:gd name="connsiteY2" fmla="*/ 2472496 h 3831508"/>
                <a:gd name="connsiteX3" fmla="*/ 209702 w 6933990"/>
                <a:gd name="connsiteY3" fmla="*/ 3584555 h 3831508"/>
                <a:gd name="connsiteX4" fmla="*/ 633216 w 6933990"/>
                <a:gd name="connsiteY4" fmla="*/ 3540509 h 3831508"/>
                <a:gd name="connsiteX5" fmla="*/ 1172232 w 6933990"/>
                <a:gd name="connsiteY5" fmla="*/ 2846852 h 3831508"/>
                <a:gd name="connsiteX6" fmla="*/ 1990378 w 6933990"/>
                <a:gd name="connsiteY6" fmla="*/ 1955005 h 3831508"/>
                <a:gd name="connsiteX7" fmla="*/ 2626238 w 6933990"/>
                <a:gd name="connsiteY7" fmla="*/ 1341877 h 3831508"/>
                <a:gd name="connsiteX8" fmla="*/ 3471612 w 6933990"/>
                <a:gd name="connsiteY8" fmla="*/ 736610 h 3831508"/>
                <a:gd name="connsiteX9" fmla="*/ 4839736 w 6933990"/>
                <a:gd name="connsiteY9" fmla="*/ 909322 h 3831508"/>
                <a:gd name="connsiteX10" fmla="*/ 5339269 w 6933990"/>
                <a:gd name="connsiteY10" fmla="*/ 274322 h 3831508"/>
                <a:gd name="connsiteX11" fmla="*/ 5904420 w 6933990"/>
                <a:gd name="connsiteY11" fmla="*/ 172768 h 3831508"/>
                <a:gd name="connsiteX12" fmla="*/ 6334103 w 6933990"/>
                <a:gd name="connsiteY12" fmla="*/ 428302 h 3831508"/>
                <a:gd name="connsiteX13" fmla="*/ 6495325 w 6933990"/>
                <a:gd name="connsiteY13" fmla="*/ 623187 h 3831508"/>
                <a:gd name="connsiteX14" fmla="*/ 6647725 w 6933990"/>
                <a:gd name="connsiteY14" fmla="*/ 703089 h 3831508"/>
                <a:gd name="connsiteX15" fmla="*/ 6762025 w 6933990"/>
                <a:gd name="connsiteY15" fmla="*/ 674034 h 3831508"/>
                <a:gd name="connsiteX16" fmla="*/ 6791303 w 6933990"/>
                <a:gd name="connsiteY16" fmla="*/ 529995 h 3831508"/>
                <a:gd name="connsiteX17" fmla="*/ 6762026 w 6933990"/>
                <a:gd name="connsiteY17" fmla="*/ 390745 h 3831508"/>
                <a:gd name="connsiteX18" fmla="*/ 6692177 w 6933990"/>
                <a:gd name="connsiteY18" fmla="*/ 303578 h 3831508"/>
                <a:gd name="connsiteX19" fmla="*/ 6647727 w 6933990"/>
                <a:gd name="connsiteY19" fmla="*/ 194620 h 3831508"/>
                <a:gd name="connsiteX20" fmla="*/ 6628677 w 6933990"/>
                <a:gd name="connsiteY20" fmla="*/ 27550 h 3831508"/>
                <a:gd name="connsiteX21" fmla="*/ 6774726 w 6933990"/>
                <a:gd name="connsiteY21" fmla="*/ 13025 h 3831508"/>
                <a:gd name="connsiteX22" fmla="*/ 6926769 w 6933990"/>
                <a:gd name="connsiteY22" fmla="*/ 26287 h 3831508"/>
                <a:gd name="connsiteX23" fmla="*/ 6908077 w 6933990"/>
                <a:gd name="connsiteY23" fmla="*/ 252730 h 3831508"/>
                <a:gd name="connsiteX24" fmla="*/ 6863627 w 6933990"/>
                <a:gd name="connsiteY24" fmla="*/ 405271 h 3831508"/>
                <a:gd name="connsiteX25" fmla="*/ 6850926 w 6933990"/>
                <a:gd name="connsiteY25" fmla="*/ 659506 h 3831508"/>
                <a:gd name="connsiteX26" fmla="*/ 6774726 w 6933990"/>
                <a:gd name="connsiteY26" fmla="*/ 775729 h 3831508"/>
                <a:gd name="connsiteX27" fmla="*/ 6664303 w 6933990"/>
                <a:gd name="connsiteY27" fmla="*/ 797321 h 3831508"/>
                <a:gd name="connsiteX28" fmla="*/ 6450518 w 6933990"/>
                <a:gd name="connsiteY28" fmla="*/ 712560 h 3831508"/>
                <a:gd name="connsiteX29" fmla="*/ 6184176 w 6933990"/>
                <a:gd name="connsiteY29" fmla="*/ 398005 h 3831508"/>
                <a:gd name="connsiteX30" fmla="*/ 5946753 w 6933990"/>
                <a:gd name="connsiteY30" fmla="*/ 276774 h 3831508"/>
                <a:gd name="connsiteX31" fmla="*/ 5622903 w 6933990"/>
                <a:gd name="connsiteY31" fmla="*/ 257389 h 3831508"/>
                <a:gd name="connsiteX32" fmla="*/ 5440869 w 6933990"/>
                <a:gd name="connsiteY32" fmla="*/ 333589 h 3831508"/>
                <a:gd name="connsiteX33" fmla="*/ 5322336 w 6933990"/>
                <a:gd name="connsiteY33" fmla="*/ 452121 h 3831508"/>
                <a:gd name="connsiteX34" fmla="*/ 5110669 w 6933990"/>
                <a:gd name="connsiteY34" fmla="*/ 833121 h 3831508"/>
                <a:gd name="connsiteX35" fmla="*/ 4932869 w 6933990"/>
                <a:gd name="connsiteY35" fmla="*/ 985522 h 3831508"/>
                <a:gd name="connsiteX36" fmla="*/ 4520677 w 6933990"/>
                <a:gd name="connsiteY36" fmla="*/ 1018010 h 3831508"/>
                <a:gd name="connsiteX37" fmla="*/ 3851855 w 6933990"/>
                <a:gd name="connsiteY37" fmla="*/ 857442 h 3831508"/>
                <a:gd name="connsiteX38" fmla="*/ 3463044 w 6933990"/>
                <a:gd name="connsiteY38" fmla="*/ 831937 h 3831508"/>
                <a:gd name="connsiteX39" fmla="*/ 2794637 w 6933990"/>
                <a:gd name="connsiteY39" fmla="*/ 1324293 h 3831508"/>
                <a:gd name="connsiteX40" fmla="*/ 2116232 w 6933990"/>
                <a:gd name="connsiteY40" fmla="*/ 1975179 h 3831508"/>
                <a:gd name="connsiteX41" fmla="*/ 1369160 w 6933990"/>
                <a:gd name="connsiteY41" fmla="*/ 2775352 h 3831508"/>
                <a:gd name="connsiteX42" fmla="*/ 643791 w 6933990"/>
                <a:gd name="connsiteY42" fmla="*/ 3749596 h 3831508"/>
                <a:gd name="connsiteX43" fmla="*/ 103435 w 6933990"/>
                <a:gd name="connsiteY43" fmla="*/ 3772868 h 3831508"/>
                <a:gd name="connsiteX44" fmla="*/ 40339 w 6933990"/>
                <a:gd name="connsiteY44" fmla="*/ 2196689 h 3831508"/>
                <a:gd name="connsiteX45" fmla="*/ 21444 w 6933990"/>
                <a:gd name="connsiteY45" fmla="*/ 1911636 h 3831508"/>
                <a:gd name="connsiteX0" fmla="*/ 21444 w 6933990"/>
                <a:gd name="connsiteY0" fmla="*/ 1911636 h 3831508"/>
                <a:gd name="connsiteX1" fmla="*/ 189921 w 6933990"/>
                <a:gd name="connsiteY1" fmla="*/ 1661238 h 3831508"/>
                <a:gd name="connsiteX2" fmla="*/ 190456 w 6933990"/>
                <a:gd name="connsiteY2" fmla="*/ 2472496 h 3831508"/>
                <a:gd name="connsiteX3" fmla="*/ 209702 w 6933990"/>
                <a:gd name="connsiteY3" fmla="*/ 3584555 h 3831508"/>
                <a:gd name="connsiteX4" fmla="*/ 633216 w 6933990"/>
                <a:gd name="connsiteY4" fmla="*/ 3540509 h 3831508"/>
                <a:gd name="connsiteX5" fmla="*/ 1172232 w 6933990"/>
                <a:gd name="connsiteY5" fmla="*/ 2846852 h 3831508"/>
                <a:gd name="connsiteX6" fmla="*/ 1990378 w 6933990"/>
                <a:gd name="connsiteY6" fmla="*/ 1955005 h 3831508"/>
                <a:gd name="connsiteX7" fmla="*/ 2626238 w 6933990"/>
                <a:gd name="connsiteY7" fmla="*/ 1341877 h 3831508"/>
                <a:gd name="connsiteX8" fmla="*/ 3471612 w 6933990"/>
                <a:gd name="connsiteY8" fmla="*/ 736610 h 3831508"/>
                <a:gd name="connsiteX9" fmla="*/ 4839736 w 6933990"/>
                <a:gd name="connsiteY9" fmla="*/ 909322 h 3831508"/>
                <a:gd name="connsiteX10" fmla="*/ 5339269 w 6933990"/>
                <a:gd name="connsiteY10" fmla="*/ 274322 h 3831508"/>
                <a:gd name="connsiteX11" fmla="*/ 5904420 w 6933990"/>
                <a:gd name="connsiteY11" fmla="*/ 172768 h 3831508"/>
                <a:gd name="connsiteX12" fmla="*/ 6334103 w 6933990"/>
                <a:gd name="connsiteY12" fmla="*/ 428302 h 3831508"/>
                <a:gd name="connsiteX13" fmla="*/ 6495325 w 6933990"/>
                <a:gd name="connsiteY13" fmla="*/ 623187 h 3831508"/>
                <a:gd name="connsiteX14" fmla="*/ 6647725 w 6933990"/>
                <a:gd name="connsiteY14" fmla="*/ 703089 h 3831508"/>
                <a:gd name="connsiteX15" fmla="*/ 6762025 w 6933990"/>
                <a:gd name="connsiteY15" fmla="*/ 674034 h 3831508"/>
                <a:gd name="connsiteX16" fmla="*/ 6791303 w 6933990"/>
                <a:gd name="connsiteY16" fmla="*/ 529995 h 3831508"/>
                <a:gd name="connsiteX17" fmla="*/ 6762026 w 6933990"/>
                <a:gd name="connsiteY17" fmla="*/ 390745 h 3831508"/>
                <a:gd name="connsiteX18" fmla="*/ 6692177 w 6933990"/>
                <a:gd name="connsiteY18" fmla="*/ 303578 h 3831508"/>
                <a:gd name="connsiteX19" fmla="*/ 6647727 w 6933990"/>
                <a:gd name="connsiteY19" fmla="*/ 194620 h 3831508"/>
                <a:gd name="connsiteX20" fmla="*/ 6628677 w 6933990"/>
                <a:gd name="connsiteY20" fmla="*/ 27550 h 3831508"/>
                <a:gd name="connsiteX21" fmla="*/ 6774726 w 6933990"/>
                <a:gd name="connsiteY21" fmla="*/ 13025 h 3831508"/>
                <a:gd name="connsiteX22" fmla="*/ 6926769 w 6933990"/>
                <a:gd name="connsiteY22" fmla="*/ 26287 h 3831508"/>
                <a:gd name="connsiteX23" fmla="*/ 6908077 w 6933990"/>
                <a:gd name="connsiteY23" fmla="*/ 252730 h 3831508"/>
                <a:gd name="connsiteX24" fmla="*/ 6863627 w 6933990"/>
                <a:gd name="connsiteY24" fmla="*/ 405271 h 3831508"/>
                <a:gd name="connsiteX25" fmla="*/ 6850926 w 6933990"/>
                <a:gd name="connsiteY25" fmla="*/ 659506 h 3831508"/>
                <a:gd name="connsiteX26" fmla="*/ 6774726 w 6933990"/>
                <a:gd name="connsiteY26" fmla="*/ 775729 h 3831508"/>
                <a:gd name="connsiteX27" fmla="*/ 6664303 w 6933990"/>
                <a:gd name="connsiteY27" fmla="*/ 797321 h 3831508"/>
                <a:gd name="connsiteX28" fmla="*/ 6450518 w 6933990"/>
                <a:gd name="connsiteY28" fmla="*/ 712560 h 3831508"/>
                <a:gd name="connsiteX29" fmla="*/ 6184176 w 6933990"/>
                <a:gd name="connsiteY29" fmla="*/ 398005 h 3831508"/>
                <a:gd name="connsiteX30" fmla="*/ 5946753 w 6933990"/>
                <a:gd name="connsiteY30" fmla="*/ 276774 h 3831508"/>
                <a:gd name="connsiteX31" fmla="*/ 5622903 w 6933990"/>
                <a:gd name="connsiteY31" fmla="*/ 257389 h 3831508"/>
                <a:gd name="connsiteX32" fmla="*/ 5440869 w 6933990"/>
                <a:gd name="connsiteY32" fmla="*/ 333589 h 3831508"/>
                <a:gd name="connsiteX33" fmla="*/ 5322336 w 6933990"/>
                <a:gd name="connsiteY33" fmla="*/ 452121 h 3831508"/>
                <a:gd name="connsiteX34" fmla="*/ 5110669 w 6933990"/>
                <a:gd name="connsiteY34" fmla="*/ 833121 h 3831508"/>
                <a:gd name="connsiteX35" fmla="*/ 4932869 w 6933990"/>
                <a:gd name="connsiteY35" fmla="*/ 985522 h 3831508"/>
                <a:gd name="connsiteX36" fmla="*/ 4520677 w 6933990"/>
                <a:gd name="connsiteY36" fmla="*/ 1018010 h 3831508"/>
                <a:gd name="connsiteX37" fmla="*/ 3851855 w 6933990"/>
                <a:gd name="connsiteY37" fmla="*/ 857442 h 3831508"/>
                <a:gd name="connsiteX38" fmla="*/ 3463044 w 6933990"/>
                <a:gd name="connsiteY38" fmla="*/ 831937 h 3831508"/>
                <a:gd name="connsiteX39" fmla="*/ 2794637 w 6933990"/>
                <a:gd name="connsiteY39" fmla="*/ 1324293 h 3831508"/>
                <a:gd name="connsiteX40" fmla="*/ 2116232 w 6933990"/>
                <a:gd name="connsiteY40" fmla="*/ 1975179 h 3831508"/>
                <a:gd name="connsiteX41" fmla="*/ 1369160 w 6933990"/>
                <a:gd name="connsiteY41" fmla="*/ 2775352 h 3831508"/>
                <a:gd name="connsiteX42" fmla="*/ 643791 w 6933990"/>
                <a:gd name="connsiteY42" fmla="*/ 3749596 h 3831508"/>
                <a:gd name="connsiteX43" fmla="*/ 103435 w 6933990"/>
                <a:gd name="connsiteY43" fmla="*/ 3772868 h 3831508"/>
                <a:gd name="connsiteX44" fmla="*/ 40339 w 6933990"/>
                <a:gd name="connsiteY44" fmla="*/ 2196689 h 3831508"/>
                <a:gd name="connsiteX45" fmla="*/ 21444 w 6933990"/>
                <a:gd name="connsiteY45" fmla="*/ 1911636 h 3831508"/>
                <a:gd name="connsiteX0" fmla="*/ 21444 w 6933990"/>
                <a:gd name="connsiteY0" fmla="*/ 1911636 h 3831508"/>
                <a:gd name="connsiteX1" fmla="*/ 189921 w 6933990"/>
                <a:gd name="connsiteY1" fmla="*/ 1661238 h 3831508"/>
                <a:gd name="connsiteX2" fmla="*/ 190456 w 6933990"/>
                <a:gd name="connsiteY2" fmla="*/ 2472496 h 3831508"/>
                <a:gd name="connsiteX3" fmla="*/ 209702 w 6933990"/>
                <a:gd name="connsiteY3" fmla="*/ 3584555 h 3831508"/>
                <a:gd name="connsiteX4" fmla="*/ 671717 w 6933990"/>
                <a:gd name="connsiteY4" fmla="*/ 3573541 h 3831508"/>
                <a:gd name="connsiteX5" fmla="*/ 1172232 w 6933990"/>
                <a:gd name="connsiteY5" fmla="*/ 2846852 h 3831508"/>
                <a:gd name="connsiteX6" fmla="*/ 1990378 w 6933990"/>
                <a:gd name="connsiteY6" fmla="*/ 1955005 h 3831508"/>
                <a:gd name="connsiteX7" fmla="*/ 2626238 w 6933990"/>
                <a:gd name="connsiteY7" fmla="*/ 1341877 h 3831508"/>
                <a:gd name="connsiteX8" fmla="*/ 3471612 w 6933990"/>
                <a:gd name="connsiteY8" fmla="*/ 736610 h 3831508"/>
                <a:gd name="connsiteX9" fmla="*/ 4839736 w 6933990"/>
                <a:gd name="connsiteY9" fmla="*/ 909322 h 3831508"/>
                <a:gd name="connsiteX10" fmla="*/ 5339269 w 6933990"/>
                <a:gd name="connsiteY10" fmla="*/ 274322 h 3831508"/>
                <a:gd name="connsiteX11" fmla="*/ 5904420 w 6933990"/>
                <a:gd name="connsiteY11" fmla="*/ 172768 h 3831508"/>
                <a:gd name="connsiteX12" fmla="*/ 6334103 w 6933990"/>
                <a:gd name="connsiteY12" fmla="*/ 428302 h 3831508"/>
                <a:gd name="connsiteX13" fmla="*/ 6495325 w 6933990"/>
                <a:gd name="connsiteY13" fmla="*/ 623187 h 3831508"/>
                <a:gd name="connsiteX14" fmla="*/ 6647725 w 6933990"/>
                <a:gd name="connsiteY14" fmla="*/ 703089 h 3831508"/>
                <a:gd name="connsiteX15" fmla="*/ 6762025 w 6933990"/>
                <a:gd name="connsiteY15" fmla="*/ 674034 h 3831508"/>
                <a:gd name="connsiteX16" fmla="*/ 6791303 w 6933990"/>
                <a:gd name="connsiteY16" fmla="*/ 529995 h 3831508"/>
                <a:gd name="connsiteX17" fmla="*/ 6762026 w 6933990"/>
                <a:gd name="connsiteY17" fmla="*/ 390745 h 3831508"/>
                <a:gd name="connsiteX18" fmla="*/ 6692177 w 6933990"/>
                <a:gd name="connsiteY18" fmla="*/ 303578 h 3831508"/>
                <a:gd name="connsiteX19" fmla="*/ 6647727 w 6933990"/>
                <a:gd name="connsiteY19" fmla="*/ 194620 h 3831508"/>
                <a:gd name="connsiteX20" fmla="*/ 6628677 w 6933990"/>
                <a:gd name="connsiteY20" fmla="*/ 27550 h 3831508"/>
                <a:gd name="connsiteX21" fmla="*/ 6774726 w 6933990"/>
                <a:gd name="connsiteY21" fmla="*/ 13025 h 3831508"/>
                <a:gd name="connsiteX22" fmla="*/ 6926769 w 6933990"/>
                <a:gd name="connsiteY22" fmla="*/ 26287 h 3831508"/>
                <a:gd name="connsiteX23" fmla="*/ 6908077 w 6933990"/>
                <a:gd name="connsiteY23" fmla="*/ 252730 h 3831508"/>
                <a:gd name="connsiteX24" fmla="*/ 6863627 w 6933990"/>
                <a:gd name="connsiteY24" fmla="*/ 405271 h 3831508"/>
                <a:gd name="connsiteX25" fmla="*/ 6850926 w 6933990"/>
                <a:gd name="connsiteY25" fmla="*/ 659506 h 3831508"/>
                <a:gd name="connsiteX26" fmla="*/ 6774726 w 6933990"/>
                <a:gd name="connsiteY26" fmla="*/ 775729 h 3831508"/>
                <a:gd name="connsiteX27" fmla="*/ 6664303 w 6933990"/>
                <a:gd name="connsiteY27" fmla="*/ 797321 h 3831508"/>
                <a:gd name="connsiteX28" fmla="*/ 6450518 w 6933990"/>
                <a:gd name="connsiteY28" fmla="*/ 712560 h 3831508"/>
                <a:gd name="connsiteX29" fmla="*/ 6184176 w 6933990"/>
                <a:gd name="connsiteY29" fmla="*/ 398005 h 3831508"/>
                <a:gd name="connsiteX30" fmla="*/ 5946753 w 6933990"/>
                <a:gd name="connsiteY30" fmla="*/ 276774 h 3831508"/>
                <a:gd name="connsiteX31" fmla="*/ 5622903 w 6933990"/>
                <a:gd name="connsiteY31" fmla="*/ 257389 h 3831508"/>
                <a:gd name="connsiteX32" fmla="*/ 5440869 w 6933990"/>
                <a:gd name="connsiteY32" fmla="*/ 333589 h 3831508"/>
                <a:gd name="connsiteX33" fmla="*/ 5322336 w 6933990"/>
                <a:gd name="connsiteY33" fmla="*/ 452121 h 3831508"/>
                <a:gd name="connsiteX34" fmla="*/ 5110669 w 6933990"/>
                <a:gd name="connsiteY34" fmla="*/ 833121 h 3831508"/>
                <a:gd name="connsiteX35" fmla="*/ 4932869 w 6933990"/>
                <a:gd name="connsiteY35" fmla="*/ 985522 h 3831508"/>
                <a:gd name="connsiteX36" fmla="*/ 4520677 w 6933990"/>
                <a:gd name="connsiteY36" fmla="*/ 1018010 h 3831508"/>
                <a:gd name="connsiteX37" fmla="*/ 3851855 w 6933990"/>
                <a:gd name="connsiteY37" fmla="*/ 857442 h 3831508"/>
                <a:gd name="connsiteX38" fmla="*/ 3463044 w 6933990"/>
                <a:gd name="connsiteY38" fmla="*/ 831937 h 3831508"/>
                <a:gd name="connsiteX39" fmla="*/ 2794637 w 6933990"/>
                <a:gd name="connsiteY39" fmla="*/ 1324293 h 3831508"/>
                <a:gd name="connsiteX40" fmla="*/ 2116232 w 6933990"/>
                <a:gd name="connsiteY40" fmla="*/ 1975179 h 3831508"/>
                <a:gd name="connsiteX41" fmla="*/ 1369160 w 6933990"/>
                <a:gd name="connsiteY41" fmla="*/ 2775352 h 3831508"/>
                <a:gd name="connsiteX42" fmla="*/ 643791 w 6933990"/>
                <a:gd name="connsiteY42" fmla="*/ 3749596 h 3831508"/>
                <a:gd name="connsiteX43" fmla="*/ 103435 w 6933990"/>
                <a:gd name="connsiteY43" fmla="*/ 3772868 h 3831508"/>
                <a:gd name="connsiteX44" fmla="*/ 40339 w 6933990"/>
                <a:gd name="connsiteY44" fmla="*/ 2196689 h 3831508"/>
                <a:gd name="connsiteX45" fmla="*/ 21444 w 6933990"/>
                <a:gd name="connsiteY45" fmla="*/ 1911636 h 3831508"/>
                <a:gd name="connsiteX0" fmla="*/ 21444 w 6933990"/>
                <a:gd name="connsiteY0" fmla="*/ 1911636 h 3831508"/>
                <a:gd name="connsiteX1" fmla="*/ 189921 w 6933990"/>
                <a:gd name="connsiteY1" fmla="*/ 1661238 h 3831508"/>
                <a:gd name="connsiteX2" fmla="*/ 190456 w 6933990"/>
                <a:gd name="connsiteY2" fmla="*/ 2472496 h 3831508"/>
                <a:gd name="connsiteX3" fmla="*/ 209702 w 6933990"/>
                <a:gd name="connsiteY3" fmla="*/ 3584555 h 3831508"/>
                <a:gd name="connsiteX4" fmla="*/ 671717 w 6933990"/>
                <a:gd name="connsiteY4" fmla="*/ 3573541 h 3831508"/>
                <a:gd name="connsiteX5" fmla="*/ 1172232 w 6933990"/>
                <a:gd name="connsiteY5" fmla="*/ 2846852 h 3831508"/>
                <a:gd name="connsiteX6" fmla="*/ 1990378 w 6933990"/>
                <a:gd name="connsiteY6" fmla="*/ 1955005 h 3831508"/>
                <a:gd name="connsiteX7" fmla="*/ 2626238 w 6933990"/>
                <a:gd name="connsiteY7" fmla="*/ 1341877 h 3831508"/>
                <a:gd name="connsiteX8" fmla="*/ 3471612 w 6933990"/>
                <a:gd name="connsiteY8" fmla="*/ 736610 h 3831508"/>
                <a:gd name="connsiteX9" fmla="*/ 4839736 w 6933990"/>
                <a:gd name="connsiteY9" fmla="*/ 909322 h 3831508"/>
                <a:gd name="connsiteX10" fmla="*/ 5339269 w 6933990"/>
                <a:gd name="connsiteY10" fmla="*/ 274322 h 3831508"/>
                <a:gd name="connsiteX11" fmla="*/ 5904420 w 6933990"/>
                <a:gd name="connsiteY11" fmla="*/ 172768 h 3831508"/>
                <a:gd name="connsiteX12" fmla="*/ 6334103 w 6933990"/>
                <a:gd name="connsiteY12" fmla="*/ 428302 h 3831508"/>
                <a:gd name="connsiteX13" fmla="*/ 6495325 w 6933990"/>
                <a:gd name="connsiteY13" fmla="*/ 623187 h 3831508"/>
                <a:gd name="connsiteX14" fmla="*/ 6647725 w 6933990"/>
                <a:gd name="connsiteY14" fmla="*/ 703089 h 3831508"/>
                <a:gd name="connsiteX15" fmla="*/ 6762025 w 6933990"/>
                <a:gd name="connsiteY15" fmla="*/ 674034 h 3831508"/>
                <a:gd name="connsiteX16" fmla="*/ 6791303 w 6933990"/>
                <a:gd name="connsiteY16" fmla="*/ 529995 h 3831508"/>
                <a:gd name="connsiteX17" fmla="*/ 6762026 w 6933990"/>
                <a:gd name="connsiteY17" fmla="*/ 390745 h 3831508"/>
                <a:gd name="connsiteX18" fmla="*/ 6692177 w 6933990"/>
                <a:gd name="connsiteY18" fmla="*/ 303578 h 3831508"/>
                <a:gd name="connsiteX19" fmla="*/ 6647727 w 6933990"/>
                <a:gd name="connsiteY19" fmla="*/ 194620 h 3831508"/>
                <a:gd name="connsiteX20" fmla="*/ 6628677 w 6933990"/>
                <a:gd name="connsiteY20" fmla="*/ 27550 h 3831508"/>
                <a:gd name="connsiteX21" fmla="*/ 6774726 w 6933990"/>
                <a:gd name="connsiteY21" fmla="*/ 13025 h 3831508"/>
                <a:gd name="connsiteX22" fmla="*/ 6926769 w 6933990"/>
                <a:gd name="connsiteY22" fmla="*/ 26287 h 3831508"/>
                <a:gd name="connsiteX23" fmla="*/ 6908077 w 6933990"/>
                <a:gd name="connsiteY23" fmla="*/ 252730 h 3831508"/>
                <a:gd name="connsiteX24" fmla="*/ 6863627 w 6933990"/>
                <a:gd name="connsiteY24" fmla="*/ 405271 h 3831508"/>
                <a:gd name="connsiteX25" fmla="*/ 6850926 w 6933990"/>
                <a:gd name="connsiteY25" fmla="*/ 659506 h 3831508"/>
                <a:gd name="connsiteX26" fmla="*/ 6774726 w 6933990"/>
                <a:gd name="connsiteY26" fmla="*/ 775729 h 3831508"/>
                <a:gd name="connsiteX27" fmla="*/ 6664303 w 6933990"/>
                <a:gd name="connsiteY27" fmla="*/ 797321 h 3831508"/>
                <a:gd name="connsiteX28" fmla="*/ 6450518 w 6933990"/>
                <a:gd name="connsiteY28" fmla="*/ 712560 h 3831508"/>
                <a:gd name="connsiteX29" fmla="*/ 6184176 w 6933990"/>
                <a:gd name="connsiteY29" fmla="*/ 398005 h 3831508"/>
                <a:gd name="connsiteX30" fmla="*/ 5946753 w 6933990"/>
                <a:gd name="connsiteY30" fmla="*/ 276774 h 3831508"/>
                <a:gd name="connsiteX31" fmla="*/ 5622903 w 6933990"/>
                <a:gd name="connsiteY31" fmla="*/ 257389 h 3831508"/>
                <a:gd name="connsiteX32" fmla="*/ 5440869 w 6933990"/>
                <a:gd name="connsiteY32" fmla="*/ 333589 h 3831508"/>
                <a:gd name="connsiteX33" fmla="*/ 5322336 w 6933990"/>
                <a:gd name="connsiteY33" fmla="*/ 452121 h 3831508"/>
                <a:gd name="connsiteX34" fmla="*/ 5110669 w 6933990"/>
                <a:gd name="connsiteY34" fmla="*/ 833121 h 3831508"/>
                <a:gd name="connsiteX35" fmla="*/ 4932869 w 6933990"/>
                <a:gd name="connsiteY35" fmla="*/ 985522 h 3831508"/>
                <a:gd name="connsiteX36" fmla="*/ 4520677 w 6933990"/>
                <a:gd name="connsiteY36" fmla="*/ 1018010 h 3831508"/>
                <a:gd name="connsiteX37" fmla="*/ 3851855 w 6933990"/>
                <a:gd name="connsiteY37" fmla="*/ 857442 h 3831508"/>
                <a:gd name="connsiteX38" fmla="*/ 3463044 w 6933990"/>
                <a:gd name="connsiteY38" fmla="*/ 831937 h 3831508"/>
                <a:gd name="connsiteX39" fmla="*/ 2794637 w 6933990"/>
                <a:gd name="connsiteY39" fmla="*/ 1324293 h 3831508"/>
                <a:gd name="connsiteX40" fmla="*/ 2116232 w 6933990"/>
                <a:gd name="connsiteY40" fmla="*/ 1975179 h 3831508"/>
                <a:gd name="connsiteX41" fmla="*/ 1369160 w 6933990"/>
                <a:gd name="connsiteY41" fmla="*/ 2775352 h 3831508"/>
                <a:gd name="connsiteX42" fmla="*/ 643791 w 6933990"/>
                <a:gd name="connsiteY42" fmla="*/ 3749596 h 3831508"/>
                <a:gd name="connsiteX43" fmla="*/ 103435 w 6933990"/>
                <a:gd name="connsiteY43" fmla="*/ 3772868 h 3831508"/>
                <a:gd name="connsiteX44" fmla="*/ 40339 w 6933990"/>
                <a:gd name="connsiteY44" fmla="*/ 2196689 h 3831508"/>
                <a:gd name="connsiteX45" fmla="*/ 21444 w 6933990"/>
                <a:gd name="connsiteY45" fmla="*/ 1911636 h 3831508"/>
                <a:gd name="connsiteX0" fmla="*/ 21444 w 6933990"/>
                <a:gd name="connsiteY0" fmla="*/ 1911636 h 3823459"/>
                <a:gd name="connsiteX1" fmla="*/ 189921 w 6933990"/>
                <a:gd name="connsiteY1" fmla="*/ 1661238 h 3823459"/>
                <a:gd name="connsiteX2" fmla="*/ 190456 w 6933990"/>
                <a:gd name="connsiteY2" fmla="*/ 2472496 h 3823459"/>
                <a:gd name="connsiteX3" fmla="*/ 209702 w 6933990"/>
                <a:gd name="connsiteY3" fmla="*/ 3584555 h 3823459"/>
                <a:gd name="connsiteX4" fmla="*/ 671717 w 6933990"/>
                <a:gd name="connsiteY4" fmla="*/ 3573541 h 3823459"/>
                <a:gd name="connsiteX5" fmla="*/ 1172232 w 6933990"/>
                <a:gd name="connsiteY5" fmla="*/ 2846852 h 3823459"/>
                <a:gd name="connsiteX6" fmla="*/ 1990378 w 6933990"/>
                <a:gd name="connsiteY6" fmla="*/ 1955005 h 3823459"/>
                <a:gd name="connsiteX7" fmla="*/ 2626238 w 6933990"/>
                <a:gd name="connsiteY7" fmla="*/ 1341877 h 3823459"/>
                <a:gd name="connsiteX8" fmla="*/ 3471612 w 6933990"/>
                <a:gd name="connsiteY8" fmla="*/ 736610 h 3823459"/>
                <a:gd name="connsiteX9" fmla="*/ 4839736 w 6933990"/>
                <a:gd name="connsiteY9" fmla="*/ 909322 h 3823459"/>
                <a:gd name="connsiteX10" fmla="*/ 5339269 w 6933990"/>
                <a:gd name="connsiteY10" fmla="*/ 274322 h 3823459"/>
                <a:gd name="connsiteX11" fmla="*/ 5904420 w 6933990"/>
                <a:gd name="connsiteY11" fmla="*/ 172768 h 3823459"/>
                <a:gd name="connsiteX12" fmla="*/ 6334103 w 6933990"/>
                <a:gd name="connsiteY12" fmla="*/ 428302 h 3823459"/>
                <a:gd name="connsiteX13" fmla="*/ 6495325 w 6933990"/>
                <a:gd name="connsiteY13" fmla="*/ 623187 h 3823459"/>
                <a:gd name="connsiteX14" fmla="*/ 6647725 w 6933990"/>
                <a:gd name="connsiteY14" fmla="*/ 703089 h 3823459"/>
                <a:gd name="connsiteX15" fmla="*/ 6762025 w 6933990"/>
                <a:gd name="connsiteY15" fmla="*/ 674034 h 3823459"/>
                <a:gd name="connsiteX16" fmla="*/ 6791303 w 6933990"/>
                <a:gd name="connsiteY16" fmla="*/ 529995 h 3823459"/>
                <a:gd name="connsiteX17" fmla="*/ 6762026 w 6933990"/>
                <a:gd name="connsiteY17" fmla="*/ 390745 h 3823459"/>
                <a:gd name="connsiteX18" fmla="*/ 6692177 w 6933990"/>
                <a:gd name="connsiteY18" fmla="*/ 303578 h 3823459"/>
                <a:gd name="connsiteX19" fmla="*/ 6647727 w 6933990"/>
                <a:gd name="connsiteY19" fmla="*/ 194620 h 3823459"/>
                <a:gd name="connsiteX20" fmla="*/ 6628677 w 6933990"/>
                <a:gd name="connsiteY20" fmla="*/ 27550 h 3823459"/>
                <a:gd name="connsiteX21" fmla="*/ 6774726 w 6933990"/>
                <a:gd name="connsiteY21" fmla="*/ 13025 h 3823459"/>
                <a:gd name="connsiteX22" fmla="*/ 6926769 w 6933990"/>
                <a:gd name="connsiteY22" fmla="*/ 26287 h 3823459"/>
                <a:gd name="connsiteX23" fmla="*/ 6908077 w 6933990"/>
                <a:gd name="connsiteY23" fmla="*/ 252730 h 3823459"/>
                <a:gd name="connsiteX24" fmla="*/ 6863627 w 6933990"/>
                <a:gd name="connsiteY24" fmla="*/ 405271 h 3823459"/>
                <a:gd name="connsiteX25" fmla="*/ 6850926 w 6933990"/>
                <a:gd name="connsiteY25" fmla="*/ 659506 h 3823459"/>
                <a:gd name="connsiteX26" fmla="*/ 6774726 w 6933990"/>
                <a:gd name="connsiteY26" fmla="*/ 775729 h 3823459"/>
                <a:gd name="connsiteX27" fmla="*/ 6664303 w 6933990"/>
                <a:gd name="connsiteY27" fmla="*/ 797321 h 3823459"/>
                <a:gd name="connsiteX28" fmla="*/ 6450518 w 6933990"/>
                <a:gd name="connsiteY28" fmla="*/ 712560 h 3823459"/>
                <a:gd name="connsiteX29" fmla="*/ 6184176 w 6933990"/>
                <a:gd name="connsiteY29" fmla="*/ 398005 h 3823459"/>
                <a:gd name="connsiteX30" fmla="*/ 5946753 w 6933990"/>
                <a:gd name="connsiteY30" fmla="*/ 276774 h 3823459"/>
                <a:gd name="connsiteX31" fmla="*/ 5622903 w 6933990"/>
                <a:gd name="connsiteY31" fmla="*/ 257389 h 3823459"/>
                <a:gd name="connsiteX32" fmla="*/ 5440869 w 6933990"/>
                <a:gd name="connsiteY32" fmla="*/ 333589 h 3823459"/>
                <a:gd name="connsiteX33" fmla="*/ 5322336 w 6933990"/>
                <a:gd name="connsiteY33" fmla="*/ 452121 h 3823459"/>
                <a:gd name="connsiteX34" fmla="*/ 5110669 w 6933990"/>
                <a:gd name="connsiteY34" fmla="*/ 833121 h 3823459"/>
                <a:gd name="connsiteX35" fmla="*/ 4932869 w 6933990"/>
                <a:gd name="connsiteY35" fmla="*/ 985522 h 3823459"/>
                <a:gd name="connsiteX36" fmla="*/ 4520677 w 6933990"/>
                <a:gd name="connsiteY36" fmla="*/ 1018010 h 3823459"/>
                <a:gd name="connsiteX37" fmla="*/ 3851855 w 6933990"/>
                <a:gd name="connsiteY37" fmla="*/ 857442 h 3823459"/>
                <a:gd name="connsiteX38" fmla="*/ 3463044 w 6933990"/>
                <a:gd name="connsiteY38" fmla="*/ 831937 h 3823459"/>
                <a:gd name="connsiteX39" fmla="*/ 2794637 w 6933990"/>
                <a:gd name="connsiteY39" fmla="*/ 1324293 h 3823459"/>
                <a:gd name="connsiteX40" fmla="*/ 2116232 w 6933990"/>
                <a:gd name="connsiteY40" fmla="*/ 1975179 h 3823459"/>
                <a:gd name="connsiteX41" fmla="*/ 1369160 w 6933990"/>
                <a:gd name="connsiteY41" fmla="*/ 2775352 h 3823459"/>
                <a:gd name="connsiteX42" fmla="*/ 643791 w 6933990"/>
                <a:gd name="connsiteY42" fmla="*/ 3749596 h 3823459"/>
                <a:gd name="connsiteX43" fmla="*/ 122686 w 6933990"/>
                <a:gd name="connsiteY43" fmla="*/ 3750846 h 3823459"/>
                <a:gd name="connsiteX44" fmla="*/ 40339 w 6933990"/>
                <a:gd name="connsiteY44" fmla="*/ 2196689 h 3823459"/>
                <a:gd name="connsiteX45" fmla="*/ 21444 w 6933990"/>
                <a:gd name="connsiteY45" fmla="*/ 1911636 h 3823459"/>
                <a:gd name="connsiteX0" fmla="*/ 21444 w 6933990"/>
                <a:gd name="connsiteY0" fmla="*/ 1911636 h 3904299"/>
                <a:gd name="connsiteX1" fmla="*/ 189921 w 6933990"/>
                <a:gd name="connsiteY1" fmla="*/ 1661238 h 3904299"/>
                <a:gd name="connsiteX2" fmla="*/ 190456 w 6933990"/>
                <a:gd name="connsiteY2" fmla="*/ 2472496 h 3904299"/>
                <a:gd name="connsiteX3" fmla="*/ 209702 w 6933990"/>
                <a:gd name="connsiteY3" fmla="*/ 3584555 h 3904299"/>
                <a:gd name="connsiteX4" fmla="*/ 671717 w 6933990"/>
                <a:gd name="connsiteY4" fmla="*/ 3573541 h 3904299"/>
                <a:gd name="connsiteX5" fmla="*/ 1172232 w 6933990"/>
                <a:gd name="connsiteY5" fmla="*/ 2846852 h 3904299"/>
                <a:gd name="connsiteX6" fmla="*/ 1990378 w 6933990"/>
                <a:gd name="connsiteY6" fmla="*/ 1955005 h 3904299"/>
                <a:gd name="connsiteX7" fmla="*/ 2626238 w 6933990"/>
                <a:gd name="connsiteY7" fmla="*/ 1341877 h 3904299"/>
                <a:gd name="connsiteX8" fmla="*/ 3471612 w 6933990"/>
                <a:gd name="connsiteY8" fmla="*/ 736610 h 3904299"/>
                <a:gd name="connsiteX9" fmla="*/ 4839736 w 6933990"/>
                <a:gd name="connsiteY9" fmla="*/ 909322 h 3904299"/>
                <a:gd name="connsiteX10" fmla="*/ 5339269 w 6933990"/>
                <a:gd name="connsiteY10" fmla="*/ 274322 h 3904299"/>
                <a:gd name="connsiteX11" fmla="*/ 5904420 w 6933990"/>
                <a:gd name="connsiteY11" fmla="*/ 172768 h 3904299"/>
                <a:gd name="connsiteX12" fmla="*/ 6334103 w 6933990"/>
                <a:gd name="connsiteY12" fmla="*/ 428302 h 3904299"/>
                <a:gd name="connsiteX13" fmla="*/ 6495325 w 6933990"/>
                <a:gd name="connsiteY13" fmla="*/ 623187 h 3904299"/>
                <a:gd name="connsiteX14" fmla="*/ 6647725 w 6933990"/>
                <a:gd name="connsiteY14" fmla="*/ 703089 h 3904299"/>
                <a:gd name="connsiteX15" fmla="*/ 6762025 w 6933990"/>
                <a:gd name="connsiteY15" fmla="*/ 674034 h 3904299"/>
                <a:gd name="connsiteX16" fmla="*/ 6791303 w 6933990"/>
                <a:gd name="connsiteY16" fmla="*/ 529995 h 3904299"/>
                <a:gd name="connsiteX17" fmla="*/ 6762026 w 6933990"/>
                <a:gd name="connsiteY17" fmla="*/ 390745 h 3904299"/>
                <a:gd name="connsiteX18" fmla="*/ 6692177 w 6933990"/>
                <a:gd name="connsiteY18" fmla="*/ 303578 h 3904299"/>
                <a:gd name="connsiteX19" fmla="*/ 6647727 w 6933990"/>
                <a:gd name="connsiteY19" fmla="*/ 194620 h 3904299"/>
                <a:gd name="connsiteX20" fmla="*/ 6628677 w 6933990"/>
                <a:gd name="connsiteY20" fmla="*/ 27550 h 3904299"/>
                <a:gd name="connsiteX21" fmla="*/ 6774726 w 6933990"/>
                <a:gd name="connsiteY21" fmla="*/ 13025 h 3904299"/>
                <a:gd name="connsiteX22" fmla="*/ 6926769 w 6933990"/>
                <a:gd name="connsiteY22" fmla="*/ 26287 h 3904299"/>
                <a:gd name="connsiteX23" fmla="*/ 6908077 w 6933990"/>
                <a:gd name="connsiteY23" fmla="*/ 252730 h 3904299"/>
                <a:gd name="connsiteX24" fmla="*/ 6863627 w 6933990"/>
                <a:gd name="connsiteY24" fmla="*/ 405271 h 3904299"/>
                <a:gd name="connsiteX25" fmla="*/ 6850926 w 6933990"/>
                <a:gd name="connsiteY25" fmla="*/ 659506 h 3904299"/>
                <a:gd name="connsiteX26" fmla="*/ 6774726 w 6933990"/>
                <a:gd name="connsiteY26" fmla="*/ 775729 h 3904299"/>
                <a:gd name="connsiteX27" fmla="*/ 6664303 w 6933990"/>
                <a:gd name="connsiteY27" fmla="*/ 797321 h 3904299"/>
                <a:gd name="connsiteX28" fmla="*/ 6450518 w 6933990"/>
                <a:gd name="connsiteY28" fmla="*/ 712560 h 3904299"/>
                <a:gd name="connsiteX29" fmla="*/ 6184176 w 6933990"/>
                <a:gd name="connsiteY29" fmla="*/ 398005 h 3904299"/>
                <a:gd name="connsiteX30" fmla="*/ 5946753 w 6933990"/>
                <a:gd name="connsiteY30" fmla="*/ 276774 h 3904299"/>
                <a:gd name="connsiteX31" fmla="*/ 5622903 w 6933990"/>
                <a:gd name="connsiteY31" fmla="*/ 257389 h 3904299"/>
                <a:gd name="connsiteX32" fmla="*/ 5440869 w 6933990"/>
                <a:gd name="connsiteY32" fmla="*/ 333589 h 3904299"/>
                <a:gd name="connsiteX33" fmla="*/ 5322336 w 6933990"/>
                <a:gd name="connsiteY33" fmla="*/ 452121 h 3904299"/>
                <a:gd name="connsiteX34" fmla="*/ 5110669 w 6933990"/>
                <a:gd name="connsiteY34" fmla="*/ 833121 h 3904299"/>
                <a:gd name="connsiteX35" fmla="*/ 4932869 w 6933990"/>
                <a:gd name="connsiteY35" fmla="*/ 985522 h 3904299"/>
                <a:gd name="connsiteX36" fmla="*/ 4520677 w 6933990"/>
                <a:gd name="connsiteY36" fmla="*/ 1018010 h 3904299"/>
                <a:gd name="connsiteX37" fmla="*/ 3851855 w 6933990"/>
                <a:gd name="connsiteY37" fmla="*/ 857442 h 3904299"/>
                <a:gd name="connsiteX38" fmla="*/ 3463044 w 6933990"/>
                <a:gd name="connsiteY38" fmla="*/ 831937 h 3904299"/>
                <a:gd name="connsiteX39" fmla="*/ 2794637 w 6933990"/>
                <a:gd name="connsiteY39" fmla="*/ 1324293 h 3904299"/>
                <a:gd name="connsiteX40" fmla="*/ 2116232 w 6933990"/>
                <a:gd name="connsiteY40" fmla="*/ 1975179 h 3904299"/>
                <a:gd name="connsiteX41" fmla="*/ 1369160 w 6933990"/>
                <a:gd name="connsiteY41" fmla="*/ 2775352 h 3904299"/>
                <a:gd name="connsiteX42" fmla="*/ 643791 w 6933990"/>
                <a:gd name="connsiteY42" fmla="*/ 3749596 h 3904299"/>
                <a:gd name="connsiteX43" fmla="*/ 122686 w 6933990"/>
                <a:gd name="connsiteY43" fmla="*/ 3750846 h 3904299"/>
                <a:gd name="connsiteX44" fmla="*/ 55700 w 6933990"/>
                <a:gd name="connsiteY44" fmla="*/ 2714723 h 3904299"/>
                <a:gd name="connsiteX45" fmla="*/ 40339 w 6933990"/>
                <a:gd name="connsiteY45" fmla="*/ 2196689 h 3904299"/>
                <a:gd name="connsiteX46" fmla="*/ 21444 w 6933990"/>
                <a:gd name="connsiteY46" fmla="*/ 1911636 h 3904299"/>
                <a:gd name="connsiteX0" fmla="*/ 21444 w 6933990"/>
                <a:gd name="connsiteY0" fmla="*/ 1911636 h 3853939"/>
                <a:gd name="connsiteX1" fmla="*/ 189921 w 6933990"/>
                <a:gd name="connsiteY1" fmla="*/ 1661238 h 3853939"/>
                <a:gd name="connsiteX2" fmla="*/ 190456 w 6933990"/>
                <a:gd name="connsiteY2" fmla="*/ 2472496 h 3853939"/>
                <a:gd name="connsiteX3" fmla="*/ 209702 w 6933990"/>
                <a:gd name="connsiteY3" fmla="*/ 3584555 h 3853939"/>
                <a:gd name="connsiteX4" fmla="*/ 671717 w 6933990"/>
                <a:gd name="connsiteY4" fmla="*/ 3573541 h 3853939"/>
                <a:gd name="connsiteX5" fmla="*/ 1172232 w 6933990"/>
                <a:gd name="connsiteY5" fmla="*/ 2846852 h 3853939"/>
                <a:gd name="connsiteX6" fmla="*/ 1990378 w 6933990"/>
                <a:gd name="connsiteY6" fmla="*/ 1955005 h 3853939"/>
                <a:gd name="connsiteX7" fmla="*/ 2626238 w 6933990"/>
                <a:gd name="connsiteY7" fmla="*/ 1341877 h 3853939"/>
                <a:gd name="connsiteX8" fmla="*/ 3471612 w 6933990"/>
                <a:gd name="connsiteY8" fmla="*/ 736610 h 3853939"/>
                <a:gd name="connsiteX9" fmla="*/ 4839736 w 6933990"/>
                <a:gd name="connsiteY9" fmla="*/ 909322 h 3853939"/>
                <a:gd name="connsiteX10" fmla="*/ 5339269 w 6933990"/>
                <a:gd name="connsiteY10" fmla="*/ 274322 h 3853939"/>
                <a:gd name="connsiteX11" fmla="*/ 5904420 w 6933990"/>
                <a:gd name="connsiteY11" fmla="*/ 172768 h 3853939"/>
                <a:gd name="connsiteX12" fmla="*/ 6334103 w 6933990"/>
                <a:gd name="connsiteY12" fmla="*/ 428302 h 3853939"/>
                <a:gd name="connsiteX13" fmla="*/ 6495325 w 6933990"/>
                <a:gd name="connsiteY13" fmla="*/ 623187 h 3853939"/>
                <a:gd name="connsiteX14" fmla="*/ 6647725 w 6933990"/>
                <a:gd name="connsiteY14" fmla="*/ 703089 h 3853939"/>
                <a:gd name="connsiteX15" fmla="*/ 6762025 w 6933990"/>
                <a:gd name="connsiteY15" fmla="*/ 674034 h 3853939"/>
                <a:gd name="connsiteX16" fmla="*/ 6791303 w 6933990"/>
                <a:gd name="connsiteY16" fmla="*/ 529995 h 3853939"/>
                <a:gd name="connsiteX17" fmla="*/ 6762026 w 6933990"/>
                <a:gd name="connsiteY17" fmla="*/ 390745 h 3853939"/>
                <a:gd name="connsiteX18" fmla="*/ 6692177 w 6933990"/>
                <a:gd name="connsiteY18" fmla="*/ 303578 h 3853939"/>
                <a:gd name="connsiteX19" fmla="*/ 6647727 w 6933990"/>
                <a:gd name="connsiteY19" fmla="*/ 194620 h 3853939"/>
                <a:gd name="connsiteX20" fmla="*/ 6628677 w 6933990"/>
                <a:gd name="connsiteY20" fmla="*/ 27550 h 3853939"/>
                <a:gd name="connsiteX21" fmla="*/ 6774726 w 6933990"/>
                <a:gd name="connsiteY21" fmla="*/ 13025 h 3853939"/>
                <a:gd name="connsiteX22" fmla="*/ 6926769 w 6933990"/>
                <a:gd name="connsiteY22" fmla="*/ 26287 h 3853939"/>
                <a:gd name="connsiteX23" fmla="*/ 6908077 w 6933990"/>
                <a:gd name="connsiteY23" fmla="*/ 252730 h 3853939"/>
                <a:gd name="connsiteX24" fmla="*/ 6863627 w 6933990"/>
                <a:gd name="connsiteY24" fmla="*/ 405271 h 3853939"/>
                <a:gd name="connsiteX25" fmla="*/ 6850926 w 6933990"/>
                <a:gd name="connsiteY25" fmla="*/ 659506 h 3853939"/>
                <a:gd name="connsiteX26" fmla="*/ 6774726 w 6933990"/>
                <a:gd name="connsiteY26" fmla="*/ 775729 h 3853939"/>
                <a:gd name="connsiteX27" fmla="*/ 6664303 w 6933990"/>
                <a:gd name="connsiteY27" fmla="*/ 797321 h 3853939"/>
                <a:gd name="connsiteX28" fmla="*/ 6450518 w 6933990"/>
                <a:gd name="connsiteY28" fmla="*/ 712560 h 3853939"/>
                <a:gd name="connsiteX29" fmla="*/ 6184176 w 6933990"/>
                <a:gd name="connsiteY29" fmla="*/ 398005 h 3853939"/>
                <a:gd name="connsiteX30" fmla="*/ 5946753 w 6933990"/>
                <a:gd name="connsiteY30" fmla="*/ 276774 h 3853939"/>
                <a:gd name="connsiteX31" fmla="*/ 5622903 w 6933990"/>
                <a:gd name="connsiteY31" fmla="*/ 257389 h 3853939"/>
                <a:gd name="connsiteX32" fmla="*/ 5440869 w 6933990"/>
                <a:gd name="connsiteY32" fmla="*/ 333589 h 3853939"/>
                <a:gd name="connsiteX33" fmla="*/ 5322336 w 6933990"/>
                <a:gd name="connsiteY33" fmla="*/ 452121 h 3853939"/>
                <a:gd name="connsiteX34" fmla="*/ 5110669 w 6933990"/>
                <a:gd name="connsiteY34" fmla="*/ 833121 h 3853939"/>
                <a:gd name="connsiteX35" fmla="*/ 4932869 w 6933990"/>
                <a:gd name="connsiteY35" fmla="*/ 985522 h 3853939"/>
                <a:gd name="connsiteX36" fmla="*/ 4520677 w 6933990"/>
                <a:gd name="connsiteY36" fmla="*/ 1018010 h 3853939"/>
                <a:gd name="connsiteX37" fmla="*/ 3851855 w 6933990"/>
                <a:gd name="connsiteY37" fmla="*/ 857442 h 3853939"/>
                <a:gd name="connsiteX38" fmla="*/ 3463044 w 6933990"/>
                <a:gd name="connsiteY38" fmla="*/ 831937 h 3853939"/>
                <a:gd name="connsiteX39" fmla="*/ 2794637 w 6933990"/>
                <a:gd name="connsiteY39" fmla="*/ 1324293 h 3853939"/>
                <a:gd name="connsiteX40" fmla="*/ 2116232 w 6933990"/>
                <a:gd name="connsiteY40" fmla="*/ 1975179 h 3853939"/>
                <a:gd name="connsiteX41" fmla="*/ 1369160 w 6933990"/>
                <a:gd name="connsiteY41" fmla="*/ 2775352 h 3853939"/>
                <a:gd name="connsiteX42" fmla="*/ 643791 w 6933990"/>
                <a:gd name="connsiteY42" fmla="*/ 3749596 h 3853939"/>
                <a:gd name="connsiteX43" fmla="*/ 122686 w 6933990"/>
                <a:gd name="connsiteY43" fmla="*/ 3750846 h 3853939"/>
                <a:gd name="connsiteX44" fmla="*/ 55700 w 6933990"/>
                <a:gd name="connsiteY44" fmla="*/ 2714723 h 3853939"/>
                <a:gd name="connsiteX45" fmla="*/ 40339 w 6933990"/>
                <a:gd name="connsiteY45" fmla="*/ 2196689 h 3853939"/>
                <a:gd name="connsiteX46" fmla="*/ 21444 w 6933990"/>
                <a:gd name="connsiteY46" fmla="*/ 1911636 h 3853939"/>
                <a:gd name="connsiteX0" fmla="*/ 21444 w 6933990"/>
                <a:gd name="connsiteY0" fmla="*/ 1911636 h 3839862"/>
                <a:gd name="connsiteX1" fmla="*/ 189921 w 6933990"/>
                <a:gd name="connsiteY1" fmla="*/ 1661238 h 3839862"/>
                <a:gd name="connsiteX2" fmla="*/ 190456 w 6933990"/>
                <a:gd name="connsiteY2" fmla="*/ 2472496 h 3839862"/>
                <a:gd name="connsiteX3" fmla="*/ 209702 w 6933990"/>
                <a:gd name="connsiteY3" fmla="*/ 3584555 h 3839862"/>
                <a:gd name="connsiteX4" fmla="*/ 671717 w 6933990"/>
                <a:gd name="connsiteY4" fmla="*/ 3573541 h 3839862"/>
                <a:gd name="connsiteX5" fmla="*/ 1172232 w 6933990"/>
                <a:gd name="connsiteY5" fmla="*/ 2846852 h 3839862"/>
                <a:gd name="connsiteX6" fmla="*/ 1990378 w 6933990"/>
                <a:gd name="connsiteY6" fmla="*/ 1955005 h 3839862"/>
                <a:gd name="connsiteX7" fmla="*/ 2626238 w 6933990"/>
                <a:gd name="connsiteY7" fmla="*/ 1341877 h 3839862"/>
                <a:gd name="connsiteX8" fmla="*/ 3471612 w 6933990"/>
                <a:gd name="connsiteY8" fmla="*/ 736610 h 3839862"/>
                <a:gd name="connsiteX9" fmla="*/ 4839736 w 6933990"/>
                <a:gd name="connsiteY9" fmla="*/ 909322 h 3839862"/>
                <a:gd name="connsiteX10" fmla="*/ 5339269 w 6933990"/>
                <a:gd name="connsiteY10" fmla="*/ 274322 h 3839862"/>
                <a:gd name="connsiteX11" fmla="*/ 5904420 w 6933990"/>
                <a:gd name="connsiteY11" fmla="*/ 172768 h 3839862"/>
                <a:gd name="connsiteX12" fmla="*/ 6334103 w 6933990"/>
                <a:gd name="connsiteY12" fmla="*/ 428302 h 3839862"/>
                <a:gd name="connsiteX13" fmla="*/ 6495325 w 6933990"/>
                <a:gd name="connsiteY13" fmla="*/ 623187 h 3839862"/>
                <a:gd name="connsiteX14" fmla="*/ 6647725 w 6933990"/>
                <a:gd name="connsiteY14" fmla="*/ 703089 h 3839862"/>
                <a:gd name="connsiteX15" fmla="*/ 6762025 w 6933990"/>
                <a:gd name="connsiteY15" fmla="*/ 674034 h 3839862"/>
                <a:gd name="connsiteX16" fmla="*/ 6791303 w 6933990"/>
                <a:gd name="connsiteY16" fmla="*/ 529995 h 3839862"/>
                <a:gd name="connsiteX17" fmla="*/ 6762026 w 6933990"/>
                <a:gd name="connsiteY17" fmla="*/ 390745 h 3839862"/>
                <a:gd name="connsiteX18" fmla="*/ 6692177 w 6933990"/>
                <a:gd name="connsiteY18" fmla="*/ 303578 h 3839862"/>
                <a:gd name="connsiteX19" fmla="*/ 6647727 w 6933990"/>
                <a:gd name="connsiteY19" fmla="*/ 194620 h 3839862"/>
                <a:gd name="connsiteX20" fmla="*/ 6628677 w 6933990"/>
                <a:gd name="connsiteY20" fmla="*/ 27550 h 3839862"/>
                <a:gd name="connsiteX21" fmla="*/ 6774726 w 6933990"/>
                <a:gd name="connsiteY21" fmla="*/ 13025 h 3839862"/>
                <a:gd name="connsiteX22" fmla="*/ 6926769 w 6933990"/>
                <a:gd name="connsiteY22" fmla="*/ 26287 h 3839862"/>
                <a:gd name="connsiteX23" fmla="*/ 6908077 w 6933990"/>
                <a:gd name="connsiteY23" fmla="*/ 252730 h 3839862"/>
                <a:gd name="connsiteX24" fmla="*/ 6863627 w 6933990"/>
                <a:gd name="connsiteY24" fmla="*/ 405271 h 3839862"/>
                <a:gd name="connsiteX25" fmla="*/ 6850926 w 6933990"/>
                <a:gd name="connsiteY25" fmla="*/ 659506 h 3839862"/>
                <a:gd name="connsiteX26" fmla="*/ 6774726 w 6933990"/>
                <a:gd name="connsiteY26" fmla="*/ 775729 h 3839862"/>
                <a:gd name="connsiteX27" fmla="*/ 6664303 w 6933990"/>
                <a:gd name="connsiteY27" fmla="*/ 797321 h 3839862"/>
                <a:gd name="connsiteX28" fmla="*/ 6450518 w 6933990"/>
                <a:gd name="connsiteY28" fmla="*/ 712560 h 3839862"/>
                <a:gd name="connsiteX29" fmla="*/ 6184176 w 6933990"/>
                <a:gd name="connsiteY29" fmla="*/ 398005 h 3839862"/>
                <a:gd name="connsiteX30" fmla="*/ 5946753 w 6933990"/>
                <a:gd name="connsiteY30" fmla="*/ 276774 h 3839862"/>
                <a:gd name="connsiteX31" fmla="*/ 5622903 w 6933990"/>
                <a:gd name="connsiteY31" fmla="*/ 257389 h 3839862"/>
                <a:gd name="connsiteX32" fmla="*/ 5440869 w 6933990"/>
                <a:gd name="connsiteY32" fmla="*/ 333589 h 3839862"/>
                <a:gd name="connsiteX33" fmla="*/ 5322336 w 6933990"/>
                <a:gd name="connsiteY33" fmla="*/ 452121 h 3839862"/>
                <a:gd name="connsiteX34" fmla="*/ 5110669 w 6933990"/>
                <a:gd name="connsiteY34" fmla="*/ 833121 h 3839862"/>
                <a:gd name="connsiteX35" fmla="*/ 4932869 w 6933990"/>
                <a:gd name="connsiteY35" fmla="*/ 985522 h 3839862"/>
                <a:gd name="connsiteX36" fmla="*/ 4520677 w 6933990"/>
                <a:gd name="connsiteY36" fmla="*/ 1018010 h 3839862"/>
                <a:gd name="connsiteX37" fmla="*/ 3851855 w 6933990"/>
                <a:gd name="connsiteY37" fmla="*/ 857442 h 3839862"/>
                <a:gd name="connsiteX38" fmla="*/ 3463044 w 6933990"/>
                <a:gd name="connsiteY38" fmla="*/ 831937 h 3839862"/>
                <a:gd name="connsiteX39" fmla="*/ 2794637 w 6933990"/>
                <a:gd name="connsiteY39" fmla="*/ 1324293 h 3839862"/>
                <a:gd name="connsiteX40" fmla="*/ 2116232 w 6933990"/>
                <a:gd name="connsiteY40" fmla="*/ 1975179 h 3839862"/>
                <a:gd name="connsiteX41" fmla="*/ 1369160 w 6933990"/>
                <a:gd name="connsiteY41" fmla="*/ 2775352 h 3839862"/>
                <a:gd name="connsiteX42" fmla="*/ 643791 w 6933990"/>
                <a:gd name="connsiteY42" fmla="*/ 3749596 h 3839862"/>
                <a:gd name="connsiteX43" fmla="*/ 122686 w 6933990"/>
                <a:gd name="connsiteY43" fmla="*/ 3750846 h 3839862"/>
                <a:gd name="connsiteX44" fmla="*/ 55700 w 6933990"/>
                <a:gd name="connsiteY44" fmla="*/ 2714723 h 3839862"/>
                <a:gd name="connsiteX45" fmla="*/ 40339 w 6933990"/>
                <a:gd name="connsiteY45" fmla="*/ 2196689 h 3839862"/>
                <a:gd name="connsiteX46" fmla="*/ 21444 w 6933990"/>
                <a:gd name="connsiteY46" fmla="*/ 1911636 h 3839862"/>
                <a:gd name="connsiteX0" fmla="*/ 21444 w 6933990"/>
                <a:gd name="connsiteY0" fmla="*/ 1911636 h 3812255"/>
                <a:gd name="connsiteX1" fmla="*/ 189921 w 6933990"/>
                <a:gd name="connsiteY1" fmla="*/ 1661238 h 3812255"/>
                <a:gd name="connsiteX2" fmla="*/ 190456 w 6933990"/>
                <a:gd name="connsiteY2" fmla="*/ 2472496 h 3812255"/>
                <a:gd name="connsiteX3" fmla="*/ 209702 w 6933990"/>
                <a:gd name="connsiteY3" fmla="*/ 3584555 h 3812255"/>
                <a:gd name="connsiteX4" fmla="*/ 671717 w 6933990"/>
                <a:gd name="connsiteY4" fmla="*/ 3573541 h 3812255"/>
                <a:gd name="connsiteX5" fmla="*/ 1172232 w 6933990"/>
                <a:gd name="connsiteY5" fmla="*/ 2846852 h 3812255"/>
                <a:gd name="connsiteX6" fmla="*/ 1990378 w 6933990"/>
                <a:gd name="connsiteY6" fmla="*/ 1955005 h 3812255"/>
                <a:gd name="connsiteX7" fmla="*/ 2626238 w 6933990"/>
                <a:gd name="connsiteY7" fmla="*/ 1341877 h 3812255"/>
                <a:gd name="connsiteX8" fmla="*/ 3471612 w 6933990"/>
                <a:gd name="connsiteY8" fmla="*/ 736610 h 3812255"/>
                <a:gd name="connsiteX9" fmla="*/ 4839736 w 6933990"/>
                <a:gd name="connsiteY9" fmla="*/ 909322 h 3812255"/>
                <a:gd name="connsiteX10" fmla="*/ 5339269 w 6933990"/>
                <a:gd name="connsiteY10" fmla="*/ 274322 h 3812255"/>
                <a:gd name="connsiteX11" fmla="*/ 5904420 w 6933990"/>
                <a:gd name="connsiteY11" fmla="*/ 172768 h 3812255"/>
                <a:gd name="connsiteX12" fmla="*/ 6334103 w 6933990"/>
                <a:gd name="connsiteY12" fmla="*/ 428302 h 3812255"/>
                <a:gd name="connsiteX13" fmla="*/ 6495325 w 6933990"/>
                <a:gd name="connsiteY13" fmla="*/ 623187 h 3812255"/>
                <a:gd name="connsiteX14" fmla="*/ 6647725 w 6933990"/>
                <a:gd name="connsiteY14" fmla="*/ 703089 h 3812255"/>
                <a:gd name="connsiteX15" fmla="*/ 6762025 w 6933990"/>
                <a:gd name="connsiteY15" fmla="*/ 674034 h 3812255"/>
                <a:gd name="connsiteX16" fmla="*/ 6791303 w 6933990"/>
                <a:gd name="connsiteY16" fmla="*/ 529995 h 3812255"/>
                <a:gd name="connsiteX17" fmla="*/ 6762026 w 6933990"/>
                <a:gd name="connsiteY17" fmla="*/ 390745 h 3812255"/>
                <a:gd name="connsiteX18" fmla="*/ 6692177 w 6933990"/>
                <a:gd name="connsiteY18" fmla="*/ 303578 h 3812255"/>
                <a:gd name="connsiteX19" fmla="*/ 6647727 w 6933990"/>
                <a:gd name="connsiteY19" fmla="*/ 194620 h 3812255"/>
                <a:gd name="connsiteX20" fmla="*/ 6628677 w 6933990"/>
                <a:gd name="connsiteY20" fmla="*/ 27550 h 3812255"/>
                <a:gd name="connsiteX21" fmla="*/ 6774726 w 6933990"/>
                <a:gd name="connsiteY21" fmla="*/ 13025 h 3812255"/>
                <a:gd name="connsiteX22" fmla="*/ 6926769 w 6933990"/>
                <a:gd name="connsiteY22" fmla="*/ 26287 h 3812255"/>
                <a:gd name="connsiteX23" fmla="*/ 6908077 w 6933990"/>
                <a:gd name="connsiteY23" fmla="*/ 252730 h 3812255"/>
                <a:gd name="connsiteX24" fmla="*/ 6863627 w 6933990"/>
                <a:gd name="connsiteY24" fmla="*/ 405271 h 3812255"/>
                <a:gd name="connsiteX25" fmla="*/ 6850926 w 6933990"/>
                <a:gd name="connsiteY25" fmla="*/ 659506 h 3812255"/>
                <a:gd name="connsiteX26" fmla="*/ 6774726 w 6933990"/>
                <a:gd name="connsiteY26" fmla="*/ 775729 h 3812255"/>
                <a:gd name="connsiteX27" fmla="*/ 6664303 w 6933990"/>
                <a:gd name="connsiteY27" fmla="*/ 797321 h 3812255"/>
                <a:gd name="connsiteX28" fmla="*/ 6450518 w 6933990"/>
                <a:gd name="connsiteY28" fmla="*/ 712560 h 3812255"/>
                <a:gd name="connsiteX29" fmla="*/ 6184176 w 6933990"/>
                <a:gd name="connsiteY29" fmla="*/ 398005 h 3812255"/>
                <a:gd name="connsiteX30" fmla="*/ 5946753 w 6933990"/>
                <a:gd name="connsiteY30" fmla="*/ 276774 h 3812255"/>
                <a:gd name="connsiteX31" fmla="*/ 5622903 w 6933990"/>
                <a:gd name="connsiteY31" fmla="*/ 257389 h 3812255"/>
                <a:gd name="connsiteX32" fmla="*/ 5440869 w 6933990"/>
                <a:gd name="connsiteY32" fmla="*/ 333589 h 3812255"/>
                <a:gd name="connsiteX33" fmla="*/ 5322336 w 6933990"/>
                <a:gd name="connsiteY33" fmla="*/ 452121 h 3812255"/>
                <a:gd name="connsiteX34" fmla="*/ 5110669 w 6933990"/>
                <a:gd name="connsiteY34" fmla="*/ 833121 h 3812255"/>
                <a:gd name="connsiteX35" fmla="*/ 4932869 w 6933990"/>
                <a:gd name="connsiteY35" fmla="*/ 985522 h 3812255"/>
                <a:gd name="connsiteX36" fmla="*/ 4520677 w 6933990"/>
                <a:gd name="connsiteY36" fmla="*/ 1018010 h 3812255"/>
                <a:gd name="connsiteX37" fmla="*/ 3851855 w 6933990"/>
                <a:gd name="connsiteY37" fmla="*/ 857442 h 3812255"/>
                <a:gd name="connsiteX38" fmla="*/ 3463044 w 6933990"/>
                <a:gd name="connsiteY38" fmla="*/ 831937 h 3812255"/>
                <a:gd name="connsiteX39" fmla="*/ 2794637 w 6933990"/>
                <a:gd name="connsiteY39" fmla="*/ 1324293 h 3812255"/>
                <a:gd name="connsiteX40" fmla="*/ 2116232 w 6933990"/>
                <a:gd name="connsiteY40" fmla="*/ 1975179 h 3812255"/>
                <a:gd name="connsiteX41" fmla="*/ 1369160 w 6933990"/>
                <a:gd name="connsiteY41" fmla="*/ 2775352 h 3812255"/>
                <a:gd name="connsiteX42" fmla="*/ 643791 w 6933990"/>
                <a:gd name="connsiteY42" fmla="*/ 3749596 h 3812255"/>
                <a:gd name="connsiteX43" fmla="*/ 122686 w 6933990"/>
                <a:gd name="connsiteY43" fmla="*/ 3750846 h 3812255"/>
                <a:gd name="connsiteX44" fmla="*/ 55700 w 6933990"/>
                <a:gd name="connsiteY44" fmla="*/ 2714723 h 3812255"/>
                <a:gd name="connsiteX45" fmla="*/ 40339 w 6933990"/>
                <a:gd name="connsiteY45" fmla="*/ 2196689 h 3812255"/>
                <a:gd name="connsiteX46" fmla="*/ 21444 w 6933990"/>
                <a:gd name="connsiteY46" fmla="*/ 1911636 h 3812255"/>
                <a:gd name="connsiteX0" fmla="*/ 21444 w 6933990"/>
                <a:gd name="connsiteY0" fmla="*/ 1911636 h 3812255"/>
                <a:gd name="connsiteX1" fmla="*/ 189921 w 6933990"/>
                <a:gd name="connsiteY1" fmla="*/ 1661238 h 3812255"/>
                <a:gd name="connsiteX2" fmla="*/ 190456 w 6933990"/>
                <a:gd name="connsiteY2" fmla="*/ 2802810 h 3812255"/>
                <a:gd name="connsiteX3" fmla="*/ 209702 w 6933990"/>
                <a:gd name="connsiteY3" fmla="*/ 3584555 h 3812255"/>
                <a:gd name="connsiteX4" fmla="*/ 671717 w 6933990"/>
                <a:gd name="connsiteY4" fmla="*/ 3573541 h 3812255"/>
                <a:gd name="connsiteX5" fmla="*/ 1172232 w 6933990"/>
                <a:gd name="connsiteY5" fmla="*/ 2846852 h 3812255"/>
                <a:gd name="connsiteX6" fmla="*/ 1990378 w 6933990"/>
                <a:gd name="connsiteY6" fmla="*/ 1955005 h 3812255"/>
                <a:gd name="connsiteX7" fmla="*/ 2626238 w 6933990"/>
                <a:gd name="connsiteY7" fmla="*/ 1341877 h 3812255"/>
                <a:gd name="connsiteX8" fmla="*/ 3471612 w 6933990"/>
                <a:gd name="connsiteY8" fmla="*/ 736610 h 3812255"/>
                <a:gd name="connsiteX9" fmla="*/ 4839736 w 6933990"/>
                <a:gd name="connsiteY9" fmla="*/ 909322 h 3812255"/>
                <a:gd name="connsiteX10" fmla="*/ 5339269 w 6933990"/>
                <a:gd name="connsiteY10" fmla="*/ 274322 h 3812255"/>
                <a:gd name="connsiteX11" fmla="*/ 5904420 w 6933990"/>
                <a:gd name="connsiteY11" fmla="*/ 172768 h 3812255"/>
                <a:gd name="connsiteX12" fmla="*/ 6334103 w 6933990"/>
                <a:gd name="connsiteY12" fmla="*/ 428302 h 3812255"/>
                <a:gd name="connsiteX13" fmla="*/ 6495325 w 6933990"/>
                <a:gd name="connsiteY13" fmla="*/ 623187 h 3812255"/>
                <a:gd name="connsiteX14" fmla="*/ 6647725 w 6933990"/>
                <a:gd name="connsiteY14" fmla="*/ 703089 h 3812255"/>
                <a:gd name="connsiteX15" fmla="*/ 6762025 w 6933990"/>
                <a:gd name="connsiteY15" fmla="*/ 674034 h 3812255"/>
                <a:gd name="connsiteX16" fmla="*/ 6791303 w 6933990"/>
                <a:gd name="connsiteY16" fmla="*/ 529995 h 3812255"/>
                <a:gd name="connsiteX17" fmla="*/ 6762026 w 6933990"/>
                <a:gd name="connsiteY17" fmla="*/ 390745 h 3812255"/>
                <a:gd name="connsiteX18" fmla="*/ 6692177 w 6933990"/>
                <a:gd name="connsiteY18" fmla="*/ 303578 h 3812255"/>
                <a:gd name="connsiteX19" fmla="*/ 6647727 w 6933990"/>
                <a:gd name="connsiteY19" fmla="*/ 194620 h 3812255"/>
                <a:gd name="connsiteX20" fmla="*/ 6628677 w 6933990"/>
                <a:gd name="connsiteY20" fmla="*/ 27550 h 3812255"/>
                <a:gd name="connsiteX21" fmla="*/ 6774726 w 6933990"/>
                <a:gd name="connsiteY21" fmla="*/ 13025 h 3812255"/>
                <a:gd name="connsiteX22" fmla="*/ 6926769 w 6933990"/>
                <a:gd name="connsiteY22" fmla="*/ 26287 h 3812255"/>
                <a:gd name="connsiteX23" fmla="*/ 6908077 w 6933990"/>
                <a:gd name="connsiteY23" fmla="*/ 252730 h 3812255"/>
                <a:gd name="connsiteX24" fmla="*/ 6863627 w 6933990"/>
                <a:gd name="connsiteY24" fmla="*/ 405271 h 3812255"/>
                <a:gd name="connsiteX25" fmla="*/ 6850926 w 6933990"/>
                <a:gd name="connsiteY25" fmla="*/ 659506 h 3812255"/>
                <a:gd name="connsiteX26" fmla="*/ 6774726 w 6933990"/>
                <a:gd name="connsiteY26" fmla="*/ 775729 h 3812255"/>
                <a:gd name="connsiteX27" fmla="*/ 6664303 w 6933990"/>
                <a:gd name="connsiteY27" fmla="*/ 797321 h 3812255"/>
                <a:gd name="connsiteX28" fmla="*/ 6450518 w 6933990"/>
                <a:gd name="connsiteY28" fmla="*/ 712560 h 3812255"/>
                <a:gd name="connsiteX29" fmla="*/ 6184176 w 6933990"/>
                <a:gd name="connsiteY29" fmla="*/ 398005 h 3812255"/>
                <a:gd name="connsiteX30" fmla="*/ 5946753 w 6933990"/>
                <a:gd name="connsiteY30" fmla="*/ 276774 h 3812255"/>
                <a:gd name="connsiteX31" fmla="*/ 5622903 w 6933990"/>
                <a:gd name="connsiteY31" fmla="*/ 257389 h 3812255"/>
                <a:gd name="connsiteX32" fmla="*/ 5440869 w 6933990"/>
                <a:gd name="connsiteY32" fmla="*/ 333589 h 3812255"/>
                <a:gd name="connsiteX33" fmla="*/ 5322336 w 6933990"/>
                <a:gd name="connsiteY33" fmla="*/ 452121 h 3812255"/>
                <a:gd name="connsiteX34" fmla="*/ 5110669 w 6933990"/>
                <a:gd name="connsiteY34" fmla="*/ 833121 h 3812255"/>
                <a:gd name="connsiteX35" fmla="*/ 4932869 w 6933990"/>
                <a:gd name="connsiteY35" fmla="*/ 985522 h 3812255"/>
                <a:gd name="connsiteX36" fmla="*/ 4520677 w 6933990"/>
                <a:gd name="connsiteY36" fmla="*/ 1018010 h 3812255"/>
                <a:gd name="connsiteX37" fmla="*/ 3851855 w 6933990"/>
                <a:gd name="connsiteY37" fmla="*/ 857442 h 3812255"/>
                <a:gd name="connsiteX38" fmla="*/ 3463044 w 6933990"/>
                <a:gd name="connsiteY38" fmla="*/ 831937 h 3812255"/>
                <a:gd name="connsiteX39" fmla="*/ 2794637 w 6933990"/>
                <a:gd name="connsiteY39" fmla="*/ 1324293 h 3812255"/>
                <a:gd name="connsiteX40" fmla="*/ 2116232 w 6933990"/>
                <a:gd name="connsiteY40" fmla="*/ 1975179 h 3812255"/>
                <a:gd name="connsiteX41" fmla="*/ 1369160 w 6933990"/>
                <a:gd name="connsiteY41" fmla="*/ 2775352 h 3812255"/>
                <a:gd name="connsiteX42" fmla="*/ 643791 w 6933990"/>
                <a:gd name="connsiteY42" fmla="*/ 3749596 h 3812255"/>
                <a:gd name="connsiteX43" fmla="*/ 122686 w 6933990"/>
                <a:gd name="connsiteY43" fmla="*/ 3750846 h 3812255"/>
                <a:gd name="connsiteX44" fmla="*/ 55700 w 6933990"/>
                <a:gd name="connsiteY44" fmla="*/ 2714723 h 3812255"/>
                <a:gd name="connsiteX45" fmla="*/ 40339 w 6933990"/>
                <a:gd name="connsiteY45" fmla="*/ 2196689 h 3812255"/>
                <a:gd name="connsiteX46" fmla="*/ 21444 w 6933990"/>
                <a:gd name="connsiteY46" fmla="*/ 1911636 h 3812255"/>
                <a:gd name="connsiteX0" fmla="*/ 3992 w 6916538"/>
                <a:gd name="connsiteY0" fmla="*/ 1911636 h 3812255"/>
                <a:gd name="connsiteX1" fmla="*/ 172469 w 6916538"/>
                <a:gd name="connsiteY1" fmla="*/ 1661238 h 3812255"/>
                <a:gd name="connsiteX2" fmla="*/ 173004 w 6916538"/>
                <a:gd name="connsiteY2" fmla="*/ 2802810 h 3812255"/>
                <a:gd name="connsiteX3" fmla="*/ 192250 w 6916538"/>
                <a:gd name="connsiteY3" fmla="*/ 3584555 h 3812255"/>
                <a:gd name="connsiteX4" fmla="*/ 654265 w 6916538"/>
                <a:gd name="connsiteY4" fmla="*/ 3573541 h 3812255"/>
                <a:gd name="connsiteX5" fmla="*/ 1154780 w 6916538"/>
                <a:gd name="connsiteY5" fmla="*/ 2846852 h 3812255"/>
                <a:gd name="connsiteX6" fmla="*/ 1972926 w 6916538"/>
                <a:gd name="connsiteY6" fmla="*/ 1955005 h 3812255"/>
                <a:gd name="connsiteX7" fmla="*/ 2608786 w 6916538"/>
                <a:gd name="connsiteY7" fmla="*/ 1341877 h 3812255"/>
                <a:gd name="connsiteX8" fmla="*/ 3454160 w 6916538"/>
                <a:gd name="connsiteY8" fmla="*/ 736610 h 3812255"/>
                <a:gd name="connsiteX9" fmla="*/ 4822284 w 6916538"/>
                <a:gd name="connsiteY9" fmla="*/ 909322 h 3812255"/>
                <a:gd name="connsiteX10" fmla="*/ 5321817 w 6916538"/>
                <a:gd name="connsiteY10" fmla="*/ 274322 h 3812255"/>
                <a:gd name="connsiteX11" fmla="*/ 5886968 w 6916538"/>
                <a:gd name="connsiteY11" fmla="*/ 172768 h 3812255"/>
                <a:gd name="connsiteX12" fmla="*/ 6316651 w 6916538"/>
                <a:gd name="connsiteY12" fmla="*/ 428302 h 3812255"/>
                <a:gd name="connsiteX13" fmla="*/ 6477873 w 6916538"/>
                <a:gd name="connsiteY13" fmla="*/ 623187 h 3812255"/>
                <a:gd name="connsiteX14" fmla="*/ 6630273 w 6916538"/>
                <a:gd name="connsiteY14" fmla="*/ 703089 h 3812255"/>
                <a:gd name="connsiteX15" fmla="*/ 6744573 w 6916538"/>
                <a:gd name="connsiteY15" fmla="*/ 674034 h 3812255"/>
                <a:gd name="connsiteX16" fmla="*/ 6773851 w 6916538"/>
                <a:gd name="connsiteY16" fmla="*/ 529995 h 3812255"/>
                <a:gd name="connsiteX17" fmla="*/ 6744574 w 6916538"/>
                <a:gd name="connsiteY17" fmla="*/ 390745 h 3812255"/>
                <a:gd name="connsiteX18" fmla="*/ 6674725 w 6916538"/>
                <a:gd name="connsiteY18" fmla="*/ 303578 h 3812255"/>
                <a:gd name="connsiteX19" fmla="*/ 6630275 w 6916538"/>
                <a:gd name="connsiteY19" fmla="*/ 194620 h 3812255"/>
                <a:gd name="connsiteX20" fmla="*/ 6611225 w 6916538"/>
                <a:gd name="connsiteY20" fmla="*/ 27550 h 3812255"/>
                <a:gd name="connsiteX21" fmla="*/ 6757274 w 6916538"/>
                <a:gd name="connsiteY21" fmla="*/ 13025 h 3812255"/>
                <a:gd name="connsiteX22" fmla="*/ 6909317 w 6916538"/>
                <a:gd name="connsiteY22" fmla="*/ 26287 h 3812255"/>
                <a:gd name="connsiteX23" fmla="*/ 6890625 w 6916538"/>
                <a:gd name="connsiteY23" fmla="*/ 252730 h 3812255"/>
                <a:gd name="connsiteX24" fmla="*/ 6846175 w 6916538"/>
                <a:gd name="connsiteY24" fmla="*/ 405271 h 3812255"/>
                <a:gd name="connsiteX25" fmla="*/ 6833474 w 6916538"/>
                <a:gd name="connsiteY25" fmla="*/ 659506 h 3812255"/>
                <a:gd name="connsiteX26" fmla="*/ 6757274 w 6916538"/>
                <a:gd name="connsiteY26" fmla="*/ 775729 h 3812255"/>
                <a:gd name="connsiteX27" fmla="*/ 6646851 w 6916538"/>
                <a:gd name="connsiteY27" fmla="*/ 797321 h 3812255"/>
                <a:gd name="connsiteX28" fmla="*/ 6433066 w 6916538"/>
                <a:gd name="connsiteY28" fmla="*/ 712560 h 3812255"/>
                <a:gd name="connsiteX29" fmla="*/ 6166724 w 6916538"/>
                <a:gd name="connsiteY29" fmla="*/ 398005 h 3812255"/>
                <a:gd name="connsiteX30" fmla="*/ 5929301 w 6916538"/>
                <a:gd name="connsiteY30" fmla="*/ 276774 h 3812255"/>
                <a:gd name="connsiteX31" fmla="*/ 5605451 w 6916538"/>
                <a:gd name="connsiteY31" fmla="*/ 257389 h 3812255"/>
                <a:gd name="connsiteX32" fmla="*/ 5423417 w 6916538"/>
                <a:gd name="connsiteY32" fmla="*/ 333589 h 3812255"/>
                <a:gd name="connsiteX33" fmla="*/ 5304884 w 6916538"/>
                <a:gd name="connsiteY33" fmla="*/ 452121 h 3812255"/>
                <a:gd name="connsiteX34" fmla="*/ 5093217 w 6916538"/>
                <a:gd name="connsiteY34" fmla="*/ 833121 h 3812255"/>
                <a:gd name="connsiteX35" fmla="*/ 4915417 w 6916538"/>
                <a:gd name="connsiteY35" fmla="*/ 985522 h 3812255"/>
                <a:gd name="connsiteX36" fmla="*/ 4503225 w 6916538"/>
                <a:gd name="connsiteY36" fmla="*/ 1018010 h 3812255"/>
                <a:gd name="connsiteX37" fmla="*/ 3834403 w 6916538"/>
                <a:gd name="connsiteY37" fmla="*/ 857442 h 3812255"/>
                <a:gd name="connsiteX38" fmla="*/ 3445592 w 6916538"/>
                <a:gd name="connsiteY38" fmla="*/ 831937 h 3812255"/>
                <a:gd name="connsiteX39" fmla="*/ 2777185 w 6916538"/>
                <a:gd name="connsiteY39" fmla="*/ 1324293 h 3812255"/>
                <a:gd name="connsiteX40" fmla="*/ 2098780 w 6916538"/>
                <a:gd name="connsiteY40" fmla="*/ 1975179 h 3812255"/>
                <a:gd name="connsiteX41" fmla="*/ 1351708 w 6916538"/>
                <a:gd name="connsiteY41" fmla="*/ 2775352 h 3812255"/>
                <a:gd name="connsiteX42" fmla="*/ 626339 w 6916538"/>
                <a:gd name="connsiteY42" fmla="*/ 3749596 h 3812255"/>
                <a:gd name="connsiteX43" fmla="*/ 105234 w 6916538"/>
                <a:gd name="connsiteY43" fmla="*/ 3750846 h 3812255"/>
                <a:gd name="connsiteX44" fmla="*/ 38248 w 6916538"/>
                <a:gd name="connsiteY44" fmla="*/ 2714723 h 3812255"/>
                <a:gd name="connsiteX45" fmla="*/ 51762 w 6916538"/>
                <a:gd name="connsiteY45" fmla="*/ 2383866 h 3812255"/>
                <a:gd name="connsiteX46" fmla="*/ 3992 w 6916538"/>
                <a:gd name="connsiteY46" fmla="*/ 1911636 h 3812255"/>
                <a:gd name="connsiteX0" fmla="*/ 47429 w 6882973"/>
                <a:gd name="connsiteY0" fmla="*/ 1911637 h 3812255"/>
                <a:gd name="connsiteX1" fmla="*/ 138904 w 6882973"/>
                <a:gd name="connsiteY1" fmla="*/ 1661238 h 3812255"/>
                <a:gd name="connsiteX2" fmla="*/ 139439 w 6882973"/>
                <a:gd name="connsiteY2" fmla="*/ 2802810 h 3812255"/>
                <a:gd name="connsiteX3" fmla="*/ 158685 w 6882973"/>
                <a:gd name="connsiteY3" fmla="*/ 3584555 h 3812255"/>
                <a:gd name="connsiteX4" fmla="*/ 620700 w 6882973"/>
                <a:gd name="connsiteY4" fmla="*/ 3573541 h 3812255"/>
                <a:gd name="connsiteX5" fmla="*/ 1121215 w 6882973"/>
                <a:gd name="connsiteY5" fmla="*/ 2846852 h 3812255"/>
                <a:gd name="connsiteX6" fmla="*/ 1939361 w 6882973"/>
                <a:gd name="connsiteY6" fmla="*/ 1955005 h 3812255"/>
                <a:gd name="connsiteX7" fmla="*/ 2575221 w 6882973"/>
                <a:gd name="connsiteY7" fmla="*/ 1341877 h 3812255"/>
                <a:gd name="connsiteX8" fmla="*/ 3420595 w 6882973"/>
                <a:gd name="connsiteY8" fmla="*/ 736610 h 3812255"/>
                <a:gd name="connsiteX9" fmla="*/ 4788719 w 6882973"/>
                <a:gd name="connsiteY9" fmla="*/ 909322 h 3812255"/>
                <a:gd name="connsiteX10" fmla="*/ 5288252 w 6882973"/>
                <a:gd name="connsiteY10" fmla="*/ 274322 h 3812255"/>
                <a:gd name="connsiteX11" fmla="*/ 5853403 w 6882973"/>
                <a:gd name="connsiteY11" fmla="*/ 172768 h 3812255"/>
                <a:gd name="connsiteX12" fmla="*/ 6283086 w 6882973"/>
                <a:gd name="connsiteY12" fmla="*/ 428302 h 3812255"/>
                <a:gd name="connsiteX13" fmla="*/ 6444308 w 6882973"/>
                <a:gd name="connsiteY13" fmla="*/ 623187 h 3812255"/>
                <a:gd name="connsiteX14" fmla="*/ 6596708 w 6882973"/>
                <a:gd name="connsiteY14" fmla="*/ 703089 h 3812255"/>
                <a:gd name="connsiteX15" fmla="*/ 6711008 w 6882973"/>
                <a:gd name="connsiteY15" fmla="*/ 674034 h 3812255"/>
                <a:gd name="connsiteX16" fmla="*/ 6740286 w 6882973"/>
                <a:gd name="connsiteY16" fmla="*/ 529995 h 3812255"/>
                <a:gd name="connsiteX17" fmla="*/ 6711009 w 6882973"/>
                <a:gd name="connsiteY17" fmla="*/ 390745 h 3812255"/>
                <a:gd name="connsiteX18" fmla="*/ 6641160 w 6882973"/>
                <a:gd name="connsiteY18" fmla="*/ 303578 h 3812255"/>
                <a:gd name="connsiteX19" fmla="*/ 6596710 w 6882973"/>
                <a:gd name="connsiteY19" fmla="*/ 194620 h 3812255"/>
                <a:gd name="connsiteX20" fmla="*/ 6577660 w 6882973"/>
                <a:gd name="connsiteY20" fmla="*/ 27550 h 3812255"/>
                <a:gd name="connsiteX21" fmla="*/ 6723709 w 6882973"/>
                <a:gd name="connsiteY21" fmla="*/ 13025 h 3812255"/>
                <a:gd name="connsiteX22" fmla="*/ 6875752 w 6882973"/>
                <a:gd name="connsiteY22" fmla="*/ 26287 h 3812255"/>
                <a:gd name="connsiteX23" fmla="*/ 6857060 w 6882973"/>
                <a:gd name="connsiteY23" fmla="*/ 252730 h 3812255"/>
                <a:gd name="connsiteX24" fmla="*/ 6812610 w 6882973"/>
                <a:gd name="connsiteY24" fmla="*/ 405271 h 3812255"/>
                <a:gd name="connsiteX25" fmla="*/ 6799909 w 6882973"/>
                <a:gd name="connsiteY25" fmla="*/ 659506 h 3812255"/>
                <a:gd name="connsiteX26" fmla="*/ 6723709 w 6882973"/>
                <a:gd name="connsiteY26" fmla="*/ 775729 h 3812255"/>
                <a:gd name="connsiteX27" fmla="*/ 6613286 w 6882973"/>
                <a:gd name="connsiteY27" fmla="*/ 797321 h 3812255"/>
                <a:gd name="connsiteX28" fmla="*/ 6399501 w 6882973"/>
                <a:gd name="connsiteY28" fmla="*/ 712560 h 3812255"/>
                <a:gd name="connsiteX29" fmla="*/ 6133159 w 6882973"/>
                <a:gd name="connsiteY29" fmla="*/ 398005 h 3812255"/>
                <a:gd name="connsiteX30" fmla="*/ 5895736 w 6882973"/>
                <a:gd name="connsiteY30" fmla="*/ 276774 h 3812255"/>
                <a:gd name="connsiteX31" fmla="*/ 5571886 w 6882973"/>
                <a:gd name="connsiteY31" fmla="*/ 257389 h 3812255"/>
                <a:gd name="connsiteX32" fmla="*/ 5389852 w 6882973"/>
                <a:gd name="connsiteY32" fmla="*/ 333589 h 3812255"/>
                <a:gd name="connsiteX33" fmla="*/ 5271319 w 6882973"/>
                <a:gd name="connsiteY33" fmla="*/ 452121 h 3812255"/>
                <a:gd name="connsiteX34" fmla="*/ 5059652 w 6882973"/>
                <a:gd name="connsiteY34" fmla="*/ 833121 h 3812255"/>
                <a:gd name="connsiteX35" fmla="*/ 4881852 w 6882973"/>
                <a:gd name="connsiteY35" fmla="*/ 985522 h 3812255"/>
                <a:gd name="connsiteX36" fmla="*/ 4469660 w 6882973"/>
                <a:gd name="connsiteY36" fmla="*/ 1018010 h 3812255"/>
                <a:gd name="connsiteX37" fmla="*/ 3800838 w 6882973"/>
                <a:gd name="connsiteY37" fmla="*/ 857442 h 3812255"/>
                <a:gd name="connsiteX38" fmla="*/ 3412027 w 6882973"/>
                <a:gd name="connsiteY38" fmla="*/ 831937 h 3812255"/>
                <a:gd name="connsiteX39" fmla="*/ 2743620 w 6882973"/>
                <a:gd name="connsiteY39" fmla="*/ 1324293 h 3812255"/>
                <a:gd name="connsiteX40" fmla="*/ 2065215 w 6882973"/>
                <a:gd name="connsiteY40" fmla="*/ 1975179 h 3812255"/>
                <a:gd name="connsiteX41" fmla="*/ 1318143 w 6882973"/>
                <a:gd name="connsiteY41" fmla="*/ 2775352 h 3812255"/>
                <a:gd name="connsiteX42" fmla="*/ 592774 w 6882973"/>
                <a:gd name="connsiteY42" fmla="*/ 3749596 h 3812255"/>
                <a:gd name="connsiteX43" fmla="*/ 71669 w 6882973"/>
                <a:gd name="connsiteY43" fmla="*/ 3750846 h 3812255"/>
                <a:gd name="connsiteX44" fmla="*/ 4683 w 6882973"/>
                <a:gd name="connsiteY44" fmla="*/ 2714723 h 3812255"/>
                <a:gd name="connsiteX45" fmla="*/ 18197 w 6882973"/>
                <a:gd name="connsiteY45" fmla="*/ 2383866 h 3812255"/>
                <a:gd name="connsiteX46" fmla="*/ 47429 w 6882973"/>
                <a:gd name="connsiteY46" fmla="*/ 1911637 h 3812255"/>
                <a:gd name="connsiteX0" fmla="*/ 47429 w 6882973"/>
                <a:gd name="connsiteY0" fmla="*/ 1911637 h 3812255"/>
                <a:gd name="connsiteX1" fmla="*/ 138904 w 6882973"/>
                <a:gd name="connsiteY1" fmla="*/ 1661238 h 3812255"/>
                <a:gd name="connsiteX2" fmla="*/ 139439 w 6882973"/>
                <a:gd name="connsiteY2" fmla="*/ 2802810 h 3812255"/>
                <a:gd name="connsiteX3" fmla="*/ 158685 w 6882973"/>
                <a:gd name="connsiteY3" fmla="*/ 3584555 h 3812255"/>
                <a:gd name="connsiteX4" fmla="*/ 620700 w 6882973"/>
                <a:gd name="connsiteY4" fmla="*/ 3573541 h 3812255"/>
                <a:gd name="connsiteX5" fmla="*/ 1121215 w 6882973"/>
                <a:gd name="connsiteY5" fmla="*/ 2846852 h 3812255"/>
                <a:gd name="connsiteX6" fmla="*/ 1939361 w 6882973"/>
                <a:gd name="connsiteY6" fmla="*/ 1955005 h 3812255"/>
                <a:gd name="connsiteX7" fmla="*/ 2575221 w 6882973"/>
                <a:gd name="connsiteY7" fmla="*/ 1341877 h 3812255"/>
                <a:gd name="connsiteX8" fmla="*/ 3420595 w 6882973"/>
                <a:gd name="connsiteY8" fmla="*/ 736610 h 3812255"/>
                <a:gd name="connsiteX9" fmla="*/ 4788719 w 6882973"/>
                <a:gd name="connsiteY9" fmla="*/ 909322 h 3812255"/>
                <a:gd name="connsiteX10" fmla="*/ 5288252 w 6882973"/>
                <a:gd name="connsiteY10" fmla="*/ 274322 h 3812255"/>
                <a:gd name="connsiteX11" fmla="*/ 5853403 w 6882973"/>
                <a:gd name="connsiteY11" fmla="*/ 172768 h 3812255"/>
                <a:gd name="connsiteX12" fmla="*/ 6283086 w 6882973"/>
                <a:gd name="connsiteY12" fmla="*/ 428302 h 3812255"/>
                <a:gd name="connsiteX13" fmla="*/ 6444308 w 6882973"/>
                <a:gd name="connsiteY13" fmla="*/ 623187 h 3812255"/>
                <a:gd name="connsiteX14" fmla="*/ 6596708 w 6882973"/>
                <a:gd name="connsiteY14" fmla="*/ 703089 h 3812255"/>
                <a:gd name="connsiteX15" fmla="*/ 6711008 w 6882973"/>
                <a:gd name="connsiteY15" fmla="*/ 674034 h 3812255"/>
                <a:gd name="connsiteX16" fmla="*/ 6740286 w 6882973"/>
                <a:gd name="connsiteY16" fmla="*/ 529995 h 3812255"/>
                <a:gd name="connsiteX17" fmla="*/ 6711009 w 6882973"/>
                <a:gd name="connsiteY17" fmla="*/ 390745 h 3812255"/>
                <a:gd name="connsiteX18" fmla="*/ 6641160 w 6882973"/>
                <a:gd name="connsiteY18" fmla="*/ 303578 h 3812255"/>
                <a:gd name="connsiteX19" fmla="*/ 6596710 w 6882973"/>
                <a:gd name="connsiteY19" fmla="*/ 194620 h 3812255"/>
                <a:gd name="connsiteX20" fmla="*/ 6577660 w 6882973"/>
                <a:gd name="connsiteY20" fmla="*/ 27550 h 3812255"/>
                <a:gd name="connsiteX21" fmla="*/ 6723709 w 6882973"/>
                <a:gd name="connsiteY21" fmla="*/ 13025 h 3812255"/>
                <a:gd name="connsiteX22" fmla="*/ 6875752 w 6882973"/>
                <a:gd name="connsiteY22" fmla="*/ 26287 h 3812255"/>
                <a:gd name="connsiteX23" fmla="*/ 6857060 w 6882973"/>
                <a:gd name="connsiteY23" fmla="*/ 252730 h 3812255"/>
                <a:gd name="connsiteX24" fmla="*/ 6812610 w 6882973"/>
                <a:gd name="connsiteY24" fmla="*/ 405271 h 3812255"/>
                <a:gd name="connsiteX25" fmla="*/ 6799909 w 6882973"/>
                <a:gd name="connsiteY25" fmla="*/ 659506 h 3812255"/>
                <a:gd name="connsiteX26" fmla="*/ 6723709 w 6882973"/>
                <a:gd name="connsiteY26" fmla="*/ 775729 h 3812255"/>
                <a:gd name="connsiteX27" fmla="*/ 6613286 w 6882973"/>
                <a:gd name="connsiteY27" fmla="*/ 797321 h 3812255"/>
                <a:gd name="connsiteX28" fmla="*/ 6399501 w 6882973"/>
                <a:gd name="connsiteY28" fmla="*/ 712560 h 3812255"/>
                <a:gd name="connsiteX29" fmla="*/ 6133159 w 6882973"/>
                <a:gd name="connsiteY29" fmla="*/ 398005 h 3812255"/>
                <a:gd name="connsiteX30" fmla="*/ 5895736 w 6882973"/>
                <a:gd name="connsiteY30" fmla="*/ 276774 h 3812255"/>
                <a:gd name="connsiteX31" fmla="*/ 5571886 w 6882973"/>
                <a:gd name="connsiteY31" fmla="*/ 257389 h 3812255"/>
                <a:gd name="connsiteX32" fmla="*/ 5389852 w 6882973"/>
                <a:gd name="connsiteY32" fmla="*/ 333589 h 3812255"/>
                <a:gd name="connsiteX33" fmla="*/ 5271319 w 6882973"/>
                <a:gd name="connsiteY33" fmla="*/ 452121 h 3812255"/>
                <a:gd name="connsiteX34" fmla="*/ 5059652 w 6882973"/>
                <a:gd name="connsiteY34" fmla="*/ 833121 h 3812255"/>
                <a:gd name="connsiteX35" fmla="*/ 4881852 w 6882973"/>
                <a:gd name="connsiteY35" fmla="*/ 985522 h 3812255"/>
                <a:gd name="connsiteX36" fmla="*/ 4469660 w 6882973"/>
                <a:gd name="connsiteY36" fmla="*/ 1018010 h 3812255"/>
                <a:gd name="connsiteX37" fmla="*/ 3800838 w 6882973"/>
                <a:gd name="connsiteY37" fmla="*/ 857442 h 3812255"/>
                <a:gd name="connsiteX38" fmla="*/ 3412027 w 6882973"/>
                <a:gd name="connsiteY38" fmla="*/ 831937 h 3812255"/>
                <a:gd name="connsiteX39" fmla="*/ 2743620 w 6882973"/>
                <a:gd name="connsiteY39" fmla="*/ 1324293 h 3812255"/>
                <a:gd name="connsiteX40" fmla="*/ 2065215 w 6882973"/>
                <a:gd name="connsiteY40" fmla="*/ 1975179 h 3812255"/>
                <a:gd name="connsiteX41" fmla="*/ 1318143 w 6882973"/>
                <a:gd name="connsiteY41" fmla="*/ 2775352 h 3812255"/>
                <a:gd name="connsiteX42" fmla="*/ 592774 w 6882973"/>
                <a:gd name="connsiteY42" fmla="*/ 3749596 h 3812255"/>
                <a:gd name="connsiteX43" fmla="*/ 71669 w 6882973"/>
                <a:gd name="connsiteY43" fmla="*/ 3750846 h 3812255"/>
                <a:gd name="connsiteX44" fmla="*/ 4683 w 6882973"/>
                <a:gd name="connsiteY44" fmla="*/ 2714723 h 3812255"/>
                <a:gd name="connsiteX45" fmla="*/ 18197 w 6882973"/>
                <a:gd name="connsiteY45" fmla="*/ 2383866 h 3812255"/>
                <a:gd name="connsiteX46" fmla="*/ 47429 w 6882973"/>
                <a:gd name="connsiteY46" fmla="*/ 1911637 h 3812255"/>
                <a:gd name="connsiteX0" fmla="*/ 47429 w 6882973"/>
                <a:gd name="connsiteY0" fmla="*/ 1911637 h 3812255"/>
                <a:gd name="connsiteX1" fmla="*/ 138904 w 6882973"/>
                <a:gd name="connsiteY1" fmla="*/ 1661238 h 3812255"/>
                <a:gd name="connsiteX2" fmla="*/ 139439 w 6882973"/>
                <a:gd name="connsiteY2" fmla="*/ 2802810 h 3812255"/>
                <a:gd name="connsiteX3" fmla="*/ 158685 w 6882973"/>
                <a:gd name="connsiteY3" fmla="*/ 3584555 h 3812255"/>
                <a:gd name="connsiteX4" fmla="*/ 620700 w 6882973"/>
                <a:gd name="connsiteY4" fmla="*/ 3573541 h 3812255"/>
                <a:gd name="connsiteX5" fmla="*/ 1121215 w 6882973"/>
                <a:gd name="connsiteY5" fmla="*/ 2846852 h 3812255"/>
                <a:gd name="connsiteX6" fmla="*/ 1939361 w 6882973"/>
                <a:gd name="connsiteY6" fmla="*/ 1955005 h 3812255"/>
                <a:gd name="connsiteX7" fmla="*/ 2575221 w 6882973"/>
                <a:gd name="connsiteY7" fmla="*/ 1341877 h 3812255"/>
                <a:gd name="connsiteX8" fmla="*/ 3420595 w 6882973"/>
                <a:gd name="connsiteY8" fmla="*/ 736610 h 3812255"/>
                <a:gd name="connsiteX9" fmla="*/ 4788719 w 6882973"/>
                <a:gd name="connsiteY9" fmla="*/ 909322 h 3812255"/>
                <a:gd name="connsiteX10" fmla="*/ 5288252 w 6882973"/>
                <a:gd name="connsiteY10" fmla="*/ 274322 h 3812255"/>
                <a:gd name="connsiteX11" fmla="*/ 5853403 w 6882973"/>
                <a:gd name="connsiteY11" fmla="*/ 172768 h 3812255"/>
                <a:gd name="connsiteX12" fmla="*/ 6283086 w 6882973"/>
                <a:gd name="connsiteY12" fmla="*/ 428302 h 3812255"/>
                <a:gd name="connsiteX13" fmla="*/ 6444308 w 6882973"/>
                <a:gd name="connsiteY13" fmla="*/ 623187 h 3812255"/>
                <a:gd name="connsiteX14" fmla="*/ 6596708 w 6882973"/>
                <a:gd name="connsiteY14" fmla="*/ 703089 h 3812255"/>
                <a:gd name="connsiteX15" fmla="*/ 6711008 w 6882973"/>
                <a:gd name="connsiteY15" fmla="*/ 674034 h 3812255"/>
                <a:gd name="connsiteX16" fmla="*/ 6740286 w 6882973"/>
                <a:gd name="connsiteY16" fmla="*/ 529995 h 3812255"/>
                <a:gd name="connsiteX17" fmla="*/ 6711009 w 6882973"/>
                <a:gd name="connsiteY17" fmla="*/ 390745 h 3812255"/>
                <a:gd name="connsiteX18" fmla="*/ 6641160 w 6882973"/>
                <a:gd name="connsiteY18" fmla="*/ 303578 h 3812255"/>
                <a:gd name="connsiteX19" fmla="*/ 6596710 w 6882973"/>
                <a:gd name="connsiteY19" fmla="*/ 194620 h 3812255"/>
                <a:gd name="connsiteX20" fmla="*/ 6577660 w 6882973"/>
                <a:gd name="connsiteY20" fmla="*/ 27550 h 3812255"/>
                <a:gd name="connsiteX21" fmla="*/ 6723709 w 6882973"/>
                <a:gd name="connsiteY21" fmla="*/ 13025 h 3812255"/>
                <a:gd name="connsiteX22" fmla="*/ 6875752 w 6882973"/>
                <a:gd name="connsiteY22" fmla="*/ 26287 h 3812255"/>
                <a:gd name="connsiteX23" fmla="*/ 6857060 w 6882973"/>
                <a:gd name="connsiteY23" fmla="*/ 252730 h 3812255"/>
                <a:gd name="connsiteX24" fmla="*/ 6812610 w 6882973"/>
                <a:gd name="connsiteY24" fmla="*/ 405271 h 3812255"/>
                <a:gd name="connsiteX25" fmla="*/ 6799909 w 6882973"/>
                <a:gd name="connsiteY25" fmla="*/ 659506 h 3812255"/>
                <a:gd name="connsiteX26" fmla="*/ 6723709 w 6882973"/>
                <a:gd name="connsiteY26" fmla="*/ 775729 h 3812255"/>
                <a:gd name="connsiteX27" fmla="*/ 6613286 w 6882973"/>
                <a:gd name="connsiteY27" fmla="*/ 797321 h 3812255"/>
                <a:gd name="connsiteX28" fmla="*/ 6399501 w 6882973"/>
                <a:gd name="connsiteY28" fmla="*/ 712560 h 3812255"/>
                <a:gd name="connsiteX29" fmla="*/ 6133159 w 6882973"/>
                <a:gd name="connsiteY29" fmla="*/ 398005 h 3812255"/>
                <a:gd name="connsiteX30" fmla="*/ 5895736 w 6882973"/>
                <a:gd name="connsiteY30" fmla="*/ 276774 h 3812255"/>
                <a:gd name="connsiteX31" fmla="*/ 5571886 w 6882973"/>
                <a:gd name="connsiteY31" fmla="*/ 257389 h 3812255"/>
                <a:gd name="connsiteX32" fmla="*/ 5389852 w 6882973"/>
                <a:gd name="connsiteY32" fmla="*/ 333589 h 3812255"/>
                <a:gd name="connsiteX33" fmla="*/ 5271319 w 6882973"/>
                <a:gd name="connsiteY33" fmla="*/ 452121 h 3812255"/>
                <a:gd name="connsiteX34" fmla="*/ 5059652 w 6882973"/>
                <a:gd name="connsiteY34" fmla="*/ 833121 h 3812255"/>
                <a:gd name="connsiteX35" fmla="*/ 4881852 w 6882973"/>
                <a:gd name="connsiteY35" fmla="*/ 985522 h 3812255"/>
                <a:gd name="connsiteX36" fmla="*/ 4469660 w 6882973"/>
                <a:gd name="connsiteY36" fmla="*/ 1018010 h 3812255"/>
                <a:gd name="connsiteX37" fmla="*/ 3800838 w 6882973"/>
                <a:gd name="connsiteY37" fmla="*/ 857442 h 3812255"/>
                <a:gd name="connsiteX38" fmla="*/ 3412027 w 6882973"/>
                <a:gd name="connsiteY38" fmla="*/ 831937 h 3812255"/>
                <a:gd name="connsiteX39" fmla="*/ 2743620 w 6882973"/>
                <a:gd name="connsiteY39" fmla="*/ 1324293 h 3812255"/>
                <a:gd name="connsiteX40" fmla="*/ 2065215 w 6882973"/>
                <a:gd name="connsiteY40" fmla="*/ 1975179 h 3812255"/>
                <a:gd name="connsiteX41" fmla="*/ 1318143 w 6882973"/>
                <a:gd name="connsiteY41" fmla="*/ 2775352 h 3812255"/>
                <a:gd name="connsiteX42" fmla="*/ 592774 w 6882973"/>
                <a:gd name="connsiteY42" fmla="*/ 3749596 h 3812255"/>
                <a:gd name="connsiteX43" fmla="*/ 71669 w 6882973"/>
                <a:gd name="connsiteY43" fmla="*/ 3750846 h 3812255"/>
                <a:gd name="connsiteX44" fmla="*/ 4683 w 6882973"/>
                <a:gd name="connsiteY44" fmla="*/ 2714723 h 3812255"/>
                <a:gd name="connsiteX45" fmla="*/ 18197 w 6882973"/>
                <a:gd name="connsiteY45" fmla="*/ 2383866 h 3812255"/>
                <a:gd name="connsiteX46" fmla="*/ 47429 w 6882973"/>
                <a:gd name="connsiteY46" fmla="*/ 1911637 h 3812255"/>
                <a:gd name="connsiteX0" fmla="*/ 22899 w 6896944"/>
                <a:gd name="connsiteY0" fmla="*/ 1856584 h 3812255"/>
                <a:gd name="connsiteX1" fmla="*/ 152875 w 6896944"/>
                <a:gd name="connsiteY1" fmla="*/ 1661238 h 3812255"/>
                <a:gd name="connsiteX2" fmla="*/ 153410 w 6896944"/>
                <a:gd name="connsiteY2" fmla="*/ 2802810 h 3812255"/>
                <a:gd name="connsiteX3" fmla="*/ 172656 w 6896944"/>
                <a:gd name="connsiteY3" fmla="*/ 3584555 h 3812255"/>
                <a:gd name="connsiteX4" fmla="*/ 634671 w 6896944"/>
                <a:gd name="connsiteY4" fmla="*/ 3573541 h 3812255"/>
                <a:gd name="connsiteX5" fmla="*/ 1135186 w 6896944"/>
                <a:gd name="connsiteY5" fmla="*/ 2846852 h 3812255"/>
                <a:gd name="connsiteX6" fmla="*/ 1953332 w 6896944"/>
                <a:gd name="connsiteY6" fmla="*/ 1955005 h 3812255"/>
                <a:gd name="connsiteX7" fmla="*/ 2589192 w 6896944"/>
                <a:gd name="connsiteY7" fmla="*/ 1341877 h 3812255"/>
                <a:gd name="connsiteX8" fmla="*/ 3434566 w 6896944"/>
                <a:gd name="connsiteY8" fmla="*/ 736610 h 3812255"/>
                <a:gd name="connsiteX9" fmla="*/ 4802690 w 6896944"/>
                <a:gd name="connsiteY9" fmla="*/ 909322 h 3812255"/>
                <a:gd name="connsiteX10" fmla="*/ 5302223 w 6896944"/>
                <a:gd name="connsiteY10" fmla="*/ 274322 h 3812255"/>
                <a:gd name="connsiteX11" fmla="*/ 5867374 w 6896944"/>
                <a:gd name="connsiteY11" fmla="*/ 172768 h 3812255"/>
                <a:gd name="connsiteX12" fmla="*/ 6297057 w 6896944"/>
                <a:gd name="connsiteY12" fmla="*/ 428302 h 3812255"/>
                <a:gd name="connsiteX13" fmla="*/ 6458279 w 6896944"/>
                <a:gd name="connsiteY13" fmla="*/ 623187 h 3812255"/>
                <a:gd name="connsiteX14" fmla="*/ 6610679 w 6896944"/>
                <a:gd name="connsiteY14" fmla="*/ 703089 h 3812255"/>
                <a:gd name="connsiteX15" fmla="*/ 6724979 w 6896944"/>
                <a:gd name="connsiteY15" fmla="*/ 674034 h 3812255"/>
                <a:gd name="connsiteX16" fmla="*/ 6754257 w 6896944"/>
                <a:gd name="connsiteY16" fmla="*/ 529995 h 3812255"/>
                <a:gd name="connsiteX17" fmla="*/ 6724980 w 6896944"/>
                <a:gd name="connsiteY17" fmla="*/ 390745 h 3812255"/>
                <a:gd name="connsiteX18" fmla="*/ 6655131 w 6896944"/>
                <a:gd name="connsiteY18" fmla="*/ 303578 h 3812255"/>
                <a:gd name="connsiteX19" fmla="*/ 6610681 w 6896944"/>
                <a:gd name="connsiteY19" fmla="*/ 194620 h 3812255"/>
                <a:gd name="connsiteX20" fmla="*/ 6591631 w 6896944"/>
                <a:gd name="connsiteY20" fmla="*/ 27550 h 3812255"/>
                <a:gd name="connsiteX21" fmla="*/ 6737680 w 6896944"/>
                <a:gd name="connsiteY21" fmla="*/ 13025 h 3812255"/>
                <a:gd name="connsiteX22" fmla="*/ 6889723 w 6896944"/>
                <a:gd name="connsiteY22" fmla="*/ 26287 h 3812255"/>
                <a:gd name="connsiteX23" fmla="*/ 6871031 w 6896944"/>
                <a:gd name="connsiteY23" fmla="*/ 252730 h 3812255"/>
                <a:gd name="connsiteX24" fmla="*/ 6826581 w 6896944"/>
                <a:gd name="connsiteY24" fmla="*/ 405271 h 3812255"/>
                <a:gd name="connsiteX25" fmla="*/ 6813880 w 6896944"/>
                <a:gd name="connsiteY25" fmla="*/ 659506 h 3812255"/>
                <a:gd name="connsiteX26" fmla="*/ 6737680 w 6896944"/>
                <a:gd name="connsiteY26" fmla="*/ 775729 h 3812255"/>
                <a:gd name="connsiteX27" fmla="*/ 6627257 w 6896944"/>
                <a:gd name="connsiteY27" fmla="*/ 797321 h 3812255"/>
                <a:gd name="connsiteX28" fmla="*/ 6413472 w 6896944"/>
                <a:gd name="connsiteY28" fmla="*/ 712560 h 3812255"/>
                <a:gd name="connsiteX29" fmla="*/ 6147130 w 6896944"/>
                <a:gd name="connsiteY29" fmla="*/ 398005 h 3812255"/>
                <a:gd name="connsiteX30" fmla="*/ 5909707 w 6896944"/>
                <a:gd name="connsiteY30" fmla="*/ 276774 h 3812255"/>
                <a:gd name="connsiteX31" fmla="*/ 5585857 w 6896944"/>
                <a:gd name="connsiteY31" fmla="*/ 257389 h 3812255"/>
                <a:gd name="connsiteX32" fmla="*/ 5403823 w 6896944"/>
                <a:gd name="connsiteY32" fmla="*/ 333589 h 3812255"/>
                <a:gd name="connsiteX33" fmla="*/ 5285290 w 6896944"/>
                <a:gd name="connsiteY33" fmla="*/ 452121 h 3812255"/>
                <a:gd name="connsiteX34" fmla="*/ 5073623 w 6896944"/>
                <a:gd name="connsiteY34" fmla="*/ 833121 h 3812255"/>
                <a:gd name="connsiteX35" fmla="*/ 4895823 w 6896944"/>
                <a:gd name="connsiteY35" fmla="*/ 985522 h 3812255"/>
                <a:gd name="connsiteX36" fmla="*/ 4483631 w 6896944"/>
                <a:gd name="connsiteY36" fmla="*/ 1018010 h 3812255"/>
                <a:gd name="connsiteX37" fmla="*/ 3814809 w 6896944"/>
                <a:gd name="connsiteY37" fmla="*/ 857442 h 3812255"/>
                <a:gd name="connsiteX38" fmla="*/ 3425998 w 6896944"/>
                <a:gd name="connsiteY38" fmla="*/ 831937 h 3812255"/>
                <a:gd name="connsiteX39" fmla="*/ 2757591 w 6896944"/>
                <a:gd name="connsiteY39" fmla="*/ 1324293 h 3812255"/>
                <a:gd name="connsiteX40" fmla="*/ 2079186 w 6896944"/>
                <a:gd name="connsiteY40" fmla="*/ 1975179 h 3812255"/>
                <a:gd name="connsiteX41" fmla="*/ 1332114 w 6896944"/>
                <a:gd name="connsiteY41" fmla="*/ 2775352 h 3812255"/>
                <a:gd name="connsiteX42" fmla="*/ 606745 w 6896944"/>
                <a:gd name="connsiteY42" fmla="*/ 3749596 h 3812255"/>
                <a:gd name="connsiteX43" fmla="*/ 85640 w 6896944"/>
                <a:gd name="connsiteY43" fmla="*/ 3750846 h 3812255"/>
                <a:gd name="connsiteX44" fmla="*/ 18654 w 6896944"/>
                <a:gd name="connsiteY44" fmla="*/ 2714723 h 3812255"/>
                <a:gd name="connsiteX45" fmla="*/ 32168 w 6896944"/>
                <a:gd name="connsiteY45" fmla="*/ 2383866 h 3812255"/>
                <a:gd name="connsiteX46" fmla="*/ 22899 w 6896944"/>
                <a:gd name="connsiteY46" fmla="*/ 1856584 h 3812255"/>
                <a:gd name="connsiteX0" fmla="*/ 19773 w 6893818"/>
                <a:gd name="connsiteY0" fmla="*/ 1856584 h 3812255"/>
                <a:gd name="connsiteX1" fmla="*/ 149749 w 6893818"/>
                <a:gd name="connsiteY1" fmla="*/ 1661238 h 3812255"/>
                <a:gd name="connsiteX2" fmla="*/ 150284 w 6893818"/>
                <a:gd name="connsiteY2" fmla="*/ 2802810 h 3812255"/>
                <a:gd name="connsiteX3" fmla="*/ 169530 w 6893818"/>
                <a:gd name="connsiteY3" fmla="*/ 3584555 h 3812255"/>
                <a:gd name="connsiteX4" fmla="*/ 631545 w 6893818"/>
                <a:gd name="connsiteY4" fmla="*/ 3573541 h 3812255"/>
                <a:gd name="connsiteX5" fmla="*/ 1132060 w 6893818"/>
                <a:gd name="connsiteY5" fmla="*/ 2846852 h 3812255"/>
                <a:gd name="connsiteX6" fmla="*/ 1950206 w 6893818"/>
                <a:gd name="connsiteY6" fmla="*/ 1955005 h 3812255"/>
                <a:gd name="connsiteX7" fmla="*/ 2586066 w 6893818"/>
                <a:gd name="connsiteY7" fmla="*/ 1341877 h 3812255"/>
                <a:gd name="connsiteX8" fmla="*/ 3431440 w 6893818"/>
                <a:gd name="connsiteY8" fmla="*/ 736610 h 3812255"/>
                <a:gd name="connsiteX9" fmla="*/ 4799564 w 6893818"/>
                <a:gd name="connsiteY9" fmla="*/ 909322 h 3812255"/>
                <a:gd name="connsiteX10" fmla="*/ 5299097 w 6893818"/>
                <a:gd name="connsiteY10" fmla="*/ 274322 h 3812255"/>
                <a:gd name="connsiteX11" fmla="*/ 5864248 w 6893818"/>
                <a:gd name="connsiteY11" fmla="*/ 172768 h 3812255"/>
                <a:gd name="connsiteX12" fmla="*/ 6293931 w 6893818"/>
                <a:gd name="connsiteY12" fmla="*/ 428302 h 3812255"/>
                <a:gd name="connsiteX13" fmla="*/ 6455153 w 6893818"/>
                <a:gd name="connsiteY13" fmla="*/ 623187 h 3812255"/>
                <a:gd name="connsiteX14" fmla="*/ 6607553 w 6893818"/>
                <a:gd name="connsiteY14" fmla="*/ 703089 h 3812255"/>
                <a:gd name="connsiteX15" fmla="*/ 6721853 w 6893818"/>
                <a:gd name="connsiteY15" fmla="*/ 674034 h 3812255"/>
                <a:gd name="connsiteX16" fmla="*/ 6751131 w 6893818"/>
                <a:gd name="connsiteY16" fmla="*/ 529995 h 3812255"/>
                <a:gd name="connsiteX17" fmla="*/ 6721854 w 6893818"/>
                <a:gd name="connsiteY17" fmla="*/ 390745 h 3812255"/>
                <a:gd name="connsiteX18" fmla="*/ 6652005 w 6893818"/>
                <a:gd name="connsiteY18" fmla="*/ 303578 h 3812255"/>
                <a:gd name="connsiteX19" fmla="*/ 6607555 w 6893818"/>
                <a:gd name="connsiteY19" fmla="*/ 194620 h 3812255"/>
                <a:gd name="connsiteX20" fmla="*/ 6588505 w 6893818"/>
                <a:gd name="connsiteY20" fmla="*/ 27550 h 3812255"/>
                <a:gd name="connsiteX21" fmla="*/ 6734554 w 6893818"/>
                <a:gd name="connsiteY21" fmla="*/ 13025 h 3812255"/>
                <a:gd name="connsiteX22" fmla="*/ 6886597 w 6893818"/>
                <a:gd name="connsiteY22" fmla="*/ 26287 h 3812255"/>
                <a:gd name="connsiteX23" fmla="*/ 6867905 w 6893818"/>
                <a:gd name="connsiteY23" fmla="*/ 252730 h 3812255"/>
                <a:gd name="connsiteX24" fmla="*/ 6823455 w 6893818"/>
                <a:gd name="connsiteY24" fmla="*/ 405271 h 3812255"/>
                <a:gd name="connsiteX25" fmla="*/ 6810754 w 6893818"/>
                <a:gd name="connsiteY25" fmla="*/ 659506 h 3812255"/>
                <a:gd name="connsiteX26" fmla="*/ 6734554 w 6893818"/>
                <a:gd name="connsiteY26" fmla="*/ 775729 h 3812255"/>
                <a:gd name="connsiteX27" fmla="*/ 6624131 w 6893818"/>
                <a:gd name="connsiteY27" fmla="*/ 797321 h 3812255"/>
                <a:gd name="connsiteX28" fmla="*/ 6410346 w 6893818"/>
                <a:gd name="connsiteY28" fmla="*/ 712560 h 3812255"/>
                <a:gd name="connsiteX29" fmla="*/ 6144004 w 6893818"/>
                <a:gd name="connsiteY29" fmla="*/ 398005 h 3812255"/>
                <a:gd name="connsiteX30" fmla="*/ 5906581 w 6893818"/>
                <a:gd name="connsiteY30" fmla="*/ 276774 h 3812255"/>
                <a:gd name="connsiteX31" fmla="*/ 5582731 w 6893818"/>
                <a:gd name="connsiteY31" fmla="*/ 257389 h 3812255"/>
                <a:gd name="connsiteX32" fmla="*/ 5400697 w 6893818"/>
                <a:gd name="connsiteY32" fmla="*/ 333589 h 3812255"/>
                <a:gd name="connsiteX33" fmla="*/ 5282164 w 6893818"/>
                <a:gd name="connsiteY33" fmla="*/ 452121 h 3812255"/>
                <a:gd name="connsiteX34" fmla="*/ 5070497 w 6893818"/>
                <a:gd name="connsiteY34" fmla="*/ 833121 h 3812255"/>
                <a:gd name="connsiteX35" fmla="*/ 4892697 w 6893818"/>
                <a:gd name="connsiteY35" fmla="*/ 985522 h 3812255"/>
                <a:gd name="connsiteX36" fmla="*/ 4480505 w 6893818"/>
                <a:gd name="connsiteY36" fmla="*/ 1018010 h 3812255"/>
                <a:gd name="connsiteX37" fmla="*/ 3811683 w 6893818"/>
                <a:gd name="connsiteY37" fmla="*/ 857442 h 3812255"/>
                <a:gd name="connsiteX38" fmla="*/ 3422872 w 6893818"/>
                <a:gd name="connsiteY38" fmla="*/ 831937 h 3812255"/>
                <a:gd name="connsiteX39" fmla="*/ 2754465 w 6893818"/>
                <a:gd name="connsiteY39" fmla="*/ 1324293 h 3812255"/>
                <a:gd name="connsiteX40" fmla="*/ 2076060 w 6893818"/>
                <a:gd name="connsiteY40" fmla="*/ 1975179 h 3812255"/>
                <a:gd name="connsiteX41" fmla="*/ 1328988 w 6893818"/>
                <a:gd name="connsiteY41" fmla="*/ 2775352 h 3812255"/>
                <a:gd name="connsiteX42" fmla="*/ 603619 w 6893818"/>
                <a:gd name="connsiteY42" fmla="*/ 3749596 h 3812255"/>
                <a:gd name="connsiteX43" fmla="*/ 82514 w 6893818"/>
                <a:gd name="connsiteY43" fmla="*/ 3750846 h 3812255"/>
                <a:gd name="connsiteX44" fmla="*/ 15528 w 6893818"/>
                <a:gd name="connsiteY44" fmla="*/ 2714723 h 3812255"/>
                <a:gd name="connsiteX45" fmla="*/ 166 w 6893818"/>
                <a:gd name="connsiteY45" fmla="*/ 2383866 h 3812255"/>
                <a:gd name="connsiteX46" fmla="*/ 19773 w 6893818"/>
                <a:gd name="connsiteY46" fmla="*/ 1856584 h 3812255"/>
                <a:gd name="connsiteX0" fmla="*/ 19292 w 6893337"/>
                <a:gd name="connsiteY0" fmla="*/ 1856584 h 3812255"/>
                <a:gd name="connsiteX1" fmla="*/ 149268 w 6893337"/>
                <a:gd name="connsiteY1" fmla="*/ 1661238 h 3812255"/>
                <a:gd name="connsiteX2" fmla="*/ 149803 w 6893337"/>
                <a:gd name="connsiteY2" fmla="*/ 2802810 h 3812255"/>
                <a:gd name="connsiteX3" fmla="*/ 169049 w 6893337"/>
                <a:gd name="connsiteY3" fmla="*/ 3584555 h 3812255"/>
                <a:gd name="connsiteX4" fmla="*/ 631064 w 6893337"/>
                <a:gd name="connsiteY4" fmla="*/ 3573541 h 3812255"/>
                <a:gd name="connsiteX5" fmla="*/ 1131579 w 6893337"/>
                <a:gd name="connsiteY5" fmla="*/ 2846852 h 3812255"/>
                <a:gd name="connsiteX6" fmla="*/ 1949725 w 6893337"/>
                <a:gd name="connsiteY6" fmla="*/ 1955005 h 3812255"/>
                <a:gd name="connsiteX7" fmla="*/ 2585585 w 6893337"/>
                <a:gd name="connsiteY7" fmla="*/ 1341877 h 3812255"/>
                <a:gd name="connsiteX8" fmla="*/ 3430959 w 6893337"/>
                <a:gd name="connsiteY8" fmla="*/ 736610 h 3812255"/>
                <a:gd name="connsiteX9" fmla="*/ 4799083 w 6893337"/>
                <a:gd name="connsiteY9" fmla="*/ 909322 h 3812255"/>
                <a:gd name="connsiteX10" fmla="*/ 5298616 w 6893337"/>
                <a:gd name="connsiteY10" fmla="*/ 274322 h 3812255"/>
                <a:gd name="connsiteX11" fmla="*/ 5863767 w 6893337"/>
                <a:gd name="connsiteY11" fmla="*/ 172768 h 3812255"/>
                <a:gd name="connsiteX12" fmla="*/ 6293450 w 6893337"/>
                <a:gd name="connsiteY12" fmla="*/ 428302 h 3812255"/>
                <a:gd name="connsiteX13" fmla="*/ 6454672 w 6893337"/>
                <a:gd name="connsiteY13" fmla="*/ 623187 h 3812255"/>
                <a:gd name="connsiteX14" fmla="*/ 6607072 w 6893337"/>
                <a:gd name="connsiteY14" fmla="*/ 703089 h 3812255"/>
                <a:gd name="connsiteX15" fmla="*/ 6721372 w 6893337"/>
                <a:gd name="connsiteY15" fmla="*/ 674034 h 3812255"/>
                <a:gd name="connsiteX16" fmla="*/ 6750650 w 6893337"/>
                <a:gd name="connsiteY16" fmla="*/ 529995 h 3812255"/>
                <a:gd name="connsiteX17" fmla="*/ 6721373 w 6893337"/>
                <a:gd name="connsiteY17" fmla="*/ 390745 h 3812255"/>
                <a:gd name="connsiteX18" fmla="*/ 6651524 w 6893337"/>
                <a:gd name="connsiteY18" fmla="*/ 303578 h 3812255"/>
                <a:gd name="connsiteX19" fmla="*/ 6607074 w 6893337"/>
                <a:gd name="connsiteY19" fmla="*/ 194620 h 3812255"/>
                <a:gd name="connsiteX20" fmla="*/ 6588024 w 6893337"/>
                <a:gd name="connsiteY20" fmla="*/ 27550 h 3812255"/>
                <a:gd name="connsiteX21" fmla="*/ 6734073 w 6893337"/>
                <a:gd name="connsiteY21" fmla="*/ 13025 h 3812255"/>
                <a:gd name="connsiteX22" fmla="*/ 6886116 w 6893337"/>
                <a:gd name="connsiteY22" fmla="*/ 26287 h 3812255"/>
                <a:gd name="connsiteX23" fmla="*/ 6867424 w 6893337"/>
                <a:gd name="connsiteY23" fmla="*/ 252730 h 3812255"/>
                <a:gd name="connsiteX24" fmla="*/ 6822974 w 6893337"/>
                <a:gd name="connsiteY24" fmla="*/ 405271 h 3812255"/>
                <a:gd name="connsiteX25" fmla="*/ 6810273 w 6893337"/>
                <a:gd name="connsiteY25" fmla="*/ 659506 h 3812255"/>
                <a:gd name="connsiteX26" fmla="*/ 6734073 w 6893337"/>
                <a:gd name="connsiteY26" fmla="*/ 775729 h 3812255"/>
                <a:gd name="connsiteX27" fmla="*/ 6623650 w 6893337"/>
                <a:gd name="connsiteY27" fmla="*/ 797321 h 3812255"/>
                <a:gd name="connsiteX28" fmla="*/ 6409865 w 6893337"/>
                <a:gd name="connsiteY28" fmla="*/ 712560 h 3812255"/>
                <a:gd name="connsiteX29" fmla="*/ 6143523 w 6893337"/>
                <a:gd name="connsiteY29" fmla="*/ 398005 h 3812255"/>
                <a:gd name="connsiteX30" fmla="*/ 5906100 w 6893337"/>
                <a:gd name="connsiteY30" fmla="*/ 276774 h 3812255"/>
                <a:gd name="connsiteX31" fmla="*/ 5582250 w 6893337"/>
                <a:gd name="connsiteY31" fmla="*/ 257389 h 3812255"/>
                <a:gd name="connsiteX32" fmla="*/ 5400216 w 6893337"/>
                <a:gd name="connsiteY32" fmla="*/ 333589 h 3812255"/>
                <a:gd name="connsiteX33" fmla="*/ 5281683 w 6893337"/>
                <a:gd name="connsiteY33" fmla="*/ 452121 h 3812255"/>
                <a:gd name="connsiteX34" fmla="*/ 5070016 w 6893337"/>
                <a:gd name="connsiteY34" fmla="*/ 833121 h 3812255"/>
                <a:gd name="connsiteX35" fmla="*/ 4892216 w 6893337"/>
                <a:gd name="connsiteY35" fmla="*/ 985522 h 3812255"/>
                <a:gd name="connsiteX36" fmla="*/ 4480024 w 6893337"/>
                <a:gd name="connsiteY36" fmla="*/ 1018010 h 3812255"/>
                <a:gd name="connsiteX37" fmla="*/ 3811202 w 6893337"/>
                <a:gd name="connsiteY37" fmla="*/ 857442 h 3812255"/>
                <a:gd name="connsiteX38" fmla="*/ 3422391 w 6893337"/>
                <a:gd name="connsiteY38" fmla="*/ 831937 h 3812255"/>
                <a:gd name="connsiteX39" fmla="*/ 2753984 w 6893337"/>
                <a:gd name="connsiteY39" fmla="*/ 1324293 h 3812255"/>
                <a:gd name="connsiteX40" fmla="*/ 2075579 w 6893337"/>
                <a:gd name="connsiteY40" fmla="*/ 1975179 h 3812255"/>
                <a:gd name="connsiteX41" fmla="*/ 1328507 w 6893337"/>
                <a:gd name="connsiteY41" fmla="*/ 2775352 h 3812255"/>
                <a:gd name="connsiteX42" fmla="*/ 603138 w 6893337"/>
                <a:gd name="connsiteY42" fmla="*/ 3749596 h 3812255"/>
                <a:gd name="connsiteX43" fmla="*/ 82033 w 6893337"/>
                <a:gd name="connsiteY43" fmla="*/ 3750846 h 3812255"/>
                <a:gd name="connsiteX44" fmla="*/ 15047 w 6893337"/>
                <a:gd name="connsiteY44" fmla="*/ 2714723 h 3812255"/>
                <a:gd name="connsiteX45" fmla="*/ 28561 w 6893337"/>
                <a:gd name="connsiteY45" fmla="*/ 2383866 h 3812255"/>
                <a:gd name="connsiteX46" fmla="*/ 19292 w 6893337"/>
                <a:gd name="connsiteY46" fmla="*/ 1856584 h 3812255"/>
                <a:gd name="connsiteX0" fmla="*/ 47429 w 6882973"/>
                <a:gd name="connsiteY0" fmla="*/ 1900625 h 3812255"/>
                <a:gd name="connsiteX1" fmla="*/ 138904 w 6882973"/>
                <a:gd name="connsiteY1" fmla="*/ 1661238 h 3812255"/>
                <a:gd name="connsiteX2" fmla="*/ 139439 w 6882973"/>
                <a:gd name="connsiteY2" fmla="*/ 2802810 h 3812255"/>
                <a:gd name="connsiteX3" fmla="*/ 158685 w 6882973"/>
                <a:gd name="connsiteY3" fmla="*/ 3584555 h 3812255"/>
                <a:gd name="connsiteX4" fmla="*/ 620700 w 6882973"/>
                <a:gd name="connsiteY4" fmla="*/ 3573541 h 3812255"/>
                <a:gd name="connsiteX5" fmla="*/ 1121215 w 6882973"/>
                <a:gd name="connsiteY5" fmla="*/ 2846852 h 3812255"/>
                <a:gd name="connsiteX6" fmla="*/ 1939361 w 6882973"/>
                <a:gd name="connsiteY6" fmla="*/ 1955005 h 3812255"/>
                <a:gd name="connsiteX7" fmla="*/ 2575221 w 6882973"/>
                <a:gd name="connsiteY7" fmla="*/ 1341877 h 3812255"/>
                <a:gd name="connsiteX8" fmla="*/ 3420595 w 6882973"/>
                <a:gd name="connsiteY8" fmla="*/ 736610 h 3812255"/>
                <a:gd name="connsiteX9" fmla="*/ 4788719 w 6882973"/>
                <a:gd name="connsiteY9" fmla="*/ 909322 h 3812255"/>
                <a:gd name="connsiteX10" fmla="*/ 5288252 w 6882973"/>
                <a:gd name="connsiteY10" fmla="*/ 274322 h 3812255"/>
                <a:gd name="connsiteX11" fmla="*/ 5853403 w 6882973"/>
                <a:gd name="connsiteY11" fmla="*/ 172768 h 3812255"/>
                <a:gd name="connsiteX12" fmla="*/ 6283086 w 6882973"/>
                <a:gd name="connsiteY12" fmla="*/ 428302 h 3812255"/>
                <a:gd name="connsiteX13" fmla="*/ 6444308 w 6882973"/>
                <a:gd name="connsiteY13" fmla="*/ 623187 h 3812255"/>
                <a:gd name="connsiteX14" fmla="*/ 6596708 w 6882973"/>
                <a:gd name="connsiteY14" fmla="*/ 703089 h 3812255"/>
                <a:gd name="connsiteX15" fmla="*/ 6711008 w 6882973"/>
                <a:gd name="connsiteY15" fmla="*/ 674034 h 3812255"/>
                <a:gd name="connsiteX16" fmla="*/ 6740286 w 6882973"/>
                <a:gd name="connsiteY16" fmla="*/ 529995 h 3812255"/>
                <a:gd name="connsiteX17" fmla="*/ 6711009 w 6882973"/>
                <a:gd name="connsiteY17" fmla="*/ 390745 h 3812255"/>
                <a:gd name="connsiteX18" fmla="*/ 6641160 w 6882973"/>
                <a:gd name="connsiteY18" fmla="*/ 303578 h 3812255"/>
                <a:gd name="connsiteX19" fmla="*/ 6596710 w 6882973"/>
                <a:gd name="connsiteY19" fmla="*/ 194620 h 3812255"/>
                <a:gd name="connsiteX20" fmla="*/ 6577660 w 6882973"/>
                <a:gd name="connsiteY20" fmla="*/ 27550 h 3812255"/>
                <a:gd name="connsiteX21" fmla="*/ 6723709 w 6882973"/>
                <a:gd name="connsiteY21" fmla="*/ 13025 h 3812255"/>
                <a:gd name="connsiteX22" fmla="*/ 6875752 w 6882973"/>
                <a:gd name="connsiteY22" fmla="*/ 26287 h 3812255"/>
                <a:gd name="connsiteX23" fmla="*/ 6857060 w 6882973"/>
                <a:gd name="connsiteY23" fmla="*/ 252730 h 3812255"/>
                <a:gd name="connsiteX24" fmla="*/ 6812610 w 6882973"/>
                <a:gd name="connsiteY24" fmla="*/ 405271 h 3812255"/>
                <a:gd name="connsiteX25" fmla="*/ 6799909 w 6882973"/>
                <a:gd name="connsiteY25" fmla="*/ 659506 h 3812255"/>
                <a:gd name="connsiteX26" fmla="*/ 6723709 w 6882973"/>
                <a:gd name="connsiteY26" fmla="*/ 775729 h 3812255"/>
                <a:gd name="connsiteX27" fmla="*/ 6613286 w 6882973"/>
                <a:gd name="connsiteY27" fmla="*/ 797321 h 3812255"/>
                <a:gd name="connsiteX28" fmla="*/ 6399501 w 6882973"/>
                <a:gd name="connsiteY28" fmla="*/ 712560 h 3812255"/>
                <a:gd name="connsiteX29" fmla="*/ 6133159 w 6882973"/>
                <a:gd name="connsiteY29" fmla="*/ 398005 h 3812255"/>
                <a:gd name="connsiteX30" fmla="*/ 5895736 w 6882973"/>
                <a:gd name="connsiteY30" fmla="*/ 276774 h 3812255"/>
                <a:gd name="connsiteX31" fmla="*/ 5571886 w 6882973"/>
                <a:gd name="connsiteY31" fmla="*/ 257389 h 3812255"/>
                <a:gd name="connsiteX32" fmla="*/ 5389852 w 6882973"/>
                <a:gd name="connsiteY32" fmla="*/ 333589 h 3812255"/>
                <a:gd name="connsiteX33" fmla="*/ 5271319 w 6882973"/>
                <a:gd name="connsiteY33" fmla="*/ 452121 h 3812255"/>
                <a:gd name="connsiteX34" fmla="*/ 5059652 w 6882973"/>
                <a:gd name="connsiteY34" fmla="*/ 833121 h 3812255"/>
                <a:gd name="connsiteX35" fmla="*/ 4881852 w 6882973"/>
                <a:gd name="connsiteY35" fmla="*/ 985522 h 3812255"/>
                <a:gd name="connsiteX36" fmla="*/ 4469660 w 6882973"/>
                <a:gd name="connsiteY36" fmla="*/ 1018010 h 3812255"/>
                <a:gd name="connsiteX37" fmla="*/ 3800838 w 6882973"/>
                <a:gd name="connsiteY37" fmla="*/ 857442 h 3812255"/>
                <a:gd name="connsiteX38" fmla="*/ 3412027 w 6882973"/>
                <a:gd name="connsiteY38" fmla="*/ 831937 h 3812255"/>
                <a:gd name="connsiteX39" fmla="*/ 2743620 w 6882973"/>
                <a:gd name="connsiteY39" fmla="*/ 1324293 h 3812255"/>
                <a:gd name="connsiteX40" fmla="*/ 2065215 w 6882973"/>
                <a:gd name="connsiteY40" fmla="*/ 1975179 h 3812255"/>
                <a:gd name="connsiteX41" fmla="*/ 1318143 w 6882973"/>
                <a:gd name="connsiteY41" fmla="*/ 2775352 h 3812255"/>
                <a:gd name="connsiteX42" fmla="*/ 592774 w 6882973"/>
                <a:gd name="connsiteY42" fmla="*/ 3749596 h 3812255"/>
                <a:gd name="connsiteX43" fmla="*/ 71669 w 6882973"/>
                <a:gd name="connsiteY43" fmla="*/ 3750846 h 3812255"/>
                <a:gd name="connsiteX44" fmla="*/ 4683 w 6882973"/>
                <a:gd name="connsiteY44" fmla="*/ 2714723 h 3812255"/>
                <a:gd name="connsiteX45" fmla="*/ 18197 w 6882973"/>
                <a:gd name="connsiteY45" fmla="*/ 2383866 h 3812255"/>
                <a:gd name="connsiteX46" fmla="*/ 47429 w 6882973"/>
                <a:gd name="connsiteY46" fmla="*/ 1900625 h 3812255"/>
                <a:gd name="connsiteX0" fmla="*/ 45628 w 6881172"/>
                <a:gd name="connsiteY0" fmla="*/ 1900625 h 3812255"/>
                <a:gd name="connsiteX1" fmla="*/ 137103 w 6881172"/>
                <a:gd name="connsiteY1" fmla="*/ 1661238 h 3812255"/>
                <a:gd name="connsiteX2" fmla="*/ 137638 w 6881172"/>
                <a:gd name="connsiteY2" fmla="*/ 2802810 h 3812255"/>
                <a:gd name="connsiteX3" fmla="*/ 156884 w 6881172"/>
                <a:gd name="connsiteY3" fmla="*/ 3584555 h 3812255"/>
                <a:gd name="connsiteX4" fmla="*/ 618899 w 6881172"/>
                <a:gd name="connsiteY4" fmla="*/ 3573541 h 3812255"/>
                <a:gd name="connsiteX5" fmla="*/ 1119414 w 6881172"/>
                <a:gd name="connsiteY5" fmla="*/ 2846852 h 3812255"/>
                <a:gd name="connsiteX6" fmla="*/ 1937560 w 6881172"/>
                <a:gd name="connsiteY6" fmla="*/ 1955005 h 3812255"/>
                <a:gd name="connsiteX7" fmla="*/ 2573420 w 6881172"/>
                <a:gd name="connsiteY7" fmla="*/ 1341877 h 3812255"/>
                <a:gd name="connsiteX8" fmla="*/ 3418794 w 6881172"/>
                <a:gd name="connsiteY8" fmla="*/ 736610 h 3812255"/>
                <a:gd name="connsiteX9" fmla="*/ 4786918 w 6881172"/>
                <a:gd name="connsiteY9" fmla="*/ 909322 h 3812255"/>
                <a:gd name="connsiteX10" fmla="*/ 5286451 w 6881172"/>
                <a:gd name="connsiteY10" fmla="*/ 274322 h 3812255"/>
                <a:gd name="connsiteX11" fmla="*/ 5851602 w 6881172"/>
                <a:gd name="connsiteY11" fmla="*/ 172768 h 3812255"/>
                <a:gd name="connsiteX12" fmla="*/ 6281285 w 6881172"/>
                <a:gd name="connsiteY12" fmla="*/ 428302 h 3812255"/>
                <a:gd name="connsiteX13" fmla="*/ 6442507 w 6881172"/>
                <a:gd name="connsiteY13" fmla="*/ 623187 h 3812255"/>
                <a:gd name="connsiteX14" fmla="*/ 6594907 w 6881172"/>
                <a:gd name="connsiteY14" fmla="*/ 703089 h 3812255"/>
                <a:gd name="connsiteX15" fmla="*/ 6709207 w 6881172"/>
                <a:gd name="connsiteY15" fmla="*/ 674034 h 3812255"/>
                <a:gd name="connsiteX16" fmla="*/ 6738485 w 6881172"/>
                <a:gd name="connsiteY16" fmla="*/ 529995 h 3812255"/>
                <a:gd name="connsiteX17" fmla="*/ 6709208 w 6881172"/>
                <a:gd name="connsiteY17" fmla="*/ 390745 h 3812255"/>
                <a:gd name="connsiteX18" fmla="*/ 6639359 w 6881172"/>
                <a:gd name="connsiteY18" fmla="*/ 303578 h 3812255"/>
                <a:gd name="connsiteX19" fmla="*/ 6594909 w 6881172"/>
                <a:gd name="connsiteY19" fmla="*/ 194620 h 3812255"/>
                <a:gd name="connsiteX20" fmla="*/ 6575859 w 6881172"/>
                <a:gd name="connsiteY20" fmla="*/ 27550 h 3812255"/>
                <a:gd name="connsiteX21" fmla="*/ 6721908 w 6881172"/>
                <a:gd name="connsiteY21" fmla="*/ 13025 h 3812255"/>
                <a:gd name="connsiteX22" fmla="*/ 6873951 w 6881172"/>
                <a:gd name="connsiteY22" fmla="*/ 26287 h 3812255"/>
                <a:gd name="connsiteX23" fmla="*/ 6855259 w 6881172"/>
                <a:gd name="connsiteY23" fmla="*/ 252730 h 3812255"/>
                <a:gd name="connsiteX24" fmla="*/ 6810809 w 6881172"/>
                <a:gd name="connsiteY24" fmla="*/ 405271 h 3812255"/>
                <a:gd name="connsiteX25" fmla="*/ 6798108 w 6881172"/>
                <a:gd name="connsiteY25" fmla="*/ 659506 h 3812255"/>
                <a:gd name="connsiteX26" fmla="*/ 6721908 w 6881172"/>
                <a:gd name="connsiteY26" fmla="*/ 775729 h 3812255"/>
                <a:gd name="connsiteX27" fmla="*/ 6611485 w 6881172"/>
                <a:gd name="connsiteY27" fmla="*/ 797321 h 3812255"/>
                <a:gd name="connsiteX28" fmla="*/ 6397700 w 6881172"/>
                <a:gd name="connsiteY28" fmla="*/ 712560 h 3812255"/>
                <a:gd name="connsiteX29" fmla="*/ 6131358 w 6881172"/>
                <a:gd name="connsiteY29" fmla="*/ 398005 h 3812255"/>
                <a:gd name="connsiteX30" fmla="*/ 5893935 w 6881172"/>
                <a:gd name="connsiteY30" fmla="*/ 276774 h 3812255"/>
                <a:gd name="connsiteX31" fmla="*/ 5570085 w 6881172"/>
                <a:gd name="connsiteY31" fmla="*/ 257389 h 3812255"/>
                <a:gd name="connsiteX32" fmla="*/ 5388051 w 6881172"/>
                <a:gd name="connsiteY32" fmla="*/ 333589 h 3812255"/>
                <a:gd name="connsiteX33" fmla="*/ 5269518 w 6881172"/>
                <a:gd name="connsiteY33" fmla="*/ 452121 h 3812255"/>
                <a:gd name="connsiteX34" fmla="*/ 5057851 w 6881172"/>
                <a:gd name="connsiteY34" fmla="*/ 833121 h 3812255"/>
                <a:gd name="connsiteX35" fmla="*/ 4880051 w 6881172"/>
                <a:gd name="connsiteY35" fmla="*/ 985522 h 3812255"/>
                <a:gd name="connsiteX36" fmla="*/ 4467859 w 6881172"/>
                <a:gd name="connsiteY36" fmla="*/ 1018010 h 3812255"/>
                <a:gd name="connsiteX37" fmla="*/ 3799037 w 6881172"/>
                <a:gd name="connsiteY37" fmla="*/ 857442 h 3812255"/>
                <a:gd name="connsiteX38" fmla="*/ 3410226 w 6881172"/>
                <a:gd name="connsiteY38" fmla="*/ 831937 h 3812255"/>
                <a:gd name="connsiteX39" fmla="*/ 2741819 w 6881172"/>
                <a:gd name="connsiteY39" fmla="*/ 1324293 h 3812255"/>
                <a:gd name="connsiteX40" fmla="*/ 2063414 w 6881172"/>
                <a:gd name="connsiteY40" fmla="*/ 1975179 h 3812255"/>
                <a:gd name="connsiteX41" fmla="*/ 1316342 w 6881172"/>
                <a:gd name="connsiteY41" fmla="*/ 2775352 h 3812255"/>
                <a:gd name="connsiteX42" fmla="*/ 590973 w 6881172"/>
                <a:gd name="connsiteY42" fmla="*/ 3749596 h 3812255"/>
                <a:gd name="connsiteX43" fmla="*/ 69868 w 6881172"/>
                <a:gd name="connsiteY43" fmla="*/ 3750846 h 3812255"/>
                <a:gd name="connsiteX44" fmla="*/ 2882 w 6881172"/>
                <a:gd name="connsiteY44" fmla="*/ 2714723 h 3812255"/>
                <a:gd name="connsiteX45" fmla="*/ 35647 w 6881172"/>
                <a:gd name="connsiteY45" fmla="*/ 2361845 h 3812255"/>
                <a:gd name="connsiteX46" fmla="*/ 45628 w 6881172"/>
                <a:gd name="connsiteY46" fmla="*/ 1900625 h 3812255"/>
                <a:gd name="connsiteX0" fmla="*/ 41993 w 6877537"/>
                <a:gd name="connsiteY0" fmla="*/ 1900625 h 3812255"/>
                <a:gd name="connsiteX1" fmla="*/ 133468 w 6877537"/>
                <a:gd name="connsiteY1" fmla="*/ 1661238 h 3812255"/>
                <a:gd name="connsiteX2" fmla="*/ 134003 w 6877537"/>
                <a:gd name="connsiteY2" fmla="*/ 2802810 h 3812255"/>
                <a:gd name="connsiteX3" fmla="*/ 153249 w 6877537"/>
                <a:gd name="connsiteY3" fmla="*/ 3584555 h 3812255"/>
                <a:gd name="connsiteX4" fmla="*/ 615264 w 6877537"/>
                <a:gd name="connsiteY4" fmla="*/ 3573541 h 3812255"/>
                <a:gd name="connsiteX5" fmla="*/ 1115779 w 6877537"/>
                <a:gd name="connsiteY5" fmla="*/ 2846852 h 3812255"/>
                <a:gd name="connsiteX6" fmla="*/ 1933925 w 6877537"/>
                <a:gd name="connsiteY6" fmla="*/ 1955005 h 3812255"/>
                <a:gd name="connsiteX7" fmla="*/ 2569785 w 6877537"/>
                <a:gd name="connsiteY7" fmla="*/ 1341877 h 3812255"/>
                <a:gd name="connsiteX8" fmla="*/ 3415159 w 6877537"/>
                <a:gd name="connsiteY8" fmla="*/ 736610 h 3812255"/>
                <a:gd name="connsiteX9" fmla="*/ 4783283 w 6877537"/>
                <a:gd name="connsiteY9" fmla="*/ 909322 h 3812255"/>
                <a:gd name="connsiteX10" fmla="*/ 5282816 w 6877537"/>
                <a:gd name="connsiteY10" fmla="*/ 274322 h 3812255"/>
                <a:gd name="connsiteX11" fmla="*/ 5847967 w 6877537"/>
                <a:gd name="connsiteY11" fmla="*/ 172768 h 3812255"/>
                <a:gd name="connsiteX12" fmla="*/ 6277650 w 6877537"/>
                <a:gd name="connsiteY12" fmla="*/ 428302 h 3812255"/>
                <a:gd name="connsiteX13" fmla="*/ 6438872 w 6877537"/>
                <a:gd name="connsiteY13" fmla="*/ 623187 h 3812255"/>
                <a:gd name="connsiteX14" fmla="*/ 6591272 w 6877537"/>
                <a:gd name="connsiteY14" fmla="*/ 703089 h 3812255"/>
                <a:gd name="connsiteX15" fmla="*/ 6705572 w 6877537"/>
                <a:gd name="connsiteY15" fmla="*/ 674034 h 3812255"/>
                <a:gd name="connsiteX16" fmla="*/ 6734850 w 6877537"/>
                <a:gd name="connsiteY16" fmla="*/ 529995 h 3812255"/>
                <a:gd name="connsiteX17" fmla="*/ 6705573 w 6877537"/>
                <a:gd name="connsiteY17" fmla="*/ 390745 h 3812255"/>
                <a:gd name="connsiteX18" fmla="*/ 6635724 w 6877537"/>
                <a:gd name="connsiteY18" fmla="*/ 303578 h 3812255"/>
                <a:gd name="connsiteX19" fmla="*/ 6591274 w 6877537"/>
                <a:gd name="connsiteY19" fmla="*/ 194620 h 3812255"/>
                <a:gd name="connsiteX20" fmla="*/ 6572224 w 6877537"/>
                <a:gd name="connsiteY20" fmla="*/ 27550 h 3812255"/>
                <a:gd name="connsiteX21" fmla="*/ 6718273 w 6877537"/>
                <a:gd name="connsiteY21" fmla="*/ 13025 h 3812255"/>
                <a:gd name="connsiteX22" fmla="*/ 6870316 w 6877537"/>
                <a:gd name="connsiteY22" fmla="*/ 26287 h 3812255"/>
                <a:gd name="connsiteX23" fmla="*/ 6851624 w 6877537"/>
                <a:gd name="connsiteY23" fmla="*/ 252730 h 3812255"/>
                <a:gd name="connsiteX24" fmla="*/ 6807174 w 6877537"/>
                <a:gd name="connsiteY24" fmla="*/ 405271 h 3812255"/>
                <a:gd name="connsiteX25" fmla="*/ 6794473 w 6877537"/>
                <a:gd name="connsiteY25" fmla="*/ 659506 h 3812255"/>
                <a:gd name="connsiteX26" fmla="*/ 6718273 w 6877537"/>
                <a:gd name="connsiteY26" fmla="*/ 775729 h 3812255"/>
                <a:gd name="connsiteX27" fmla="*/ 6607850 w 6877537"/>
                <a:gd name="connsiteY27" fmla="*/ 797321 h 3812255"/>
                <a:gd name="connsiteX28" fmla="*/ 6394065 w 6877537"/>
                <a:gd name="connsiteY28" fmla="*/ 712560 h 3812255"/>
                <a:gd name="connsiteX29" fmla="*/ 6127723 w 6877537"/>
                <a:gd name="connsiteY29" fmla="*/ 398005 h 3812255"/>
                <a:gd name="connsiteX30" fmla="*/ 5890300 w 6877537"/>
                <a:gd name="connsiteY30" fmla="*/ 276774 h 3812255"/>
                <a:gd name="connsiteX31" fmla="*/ 5566450 w 6877537"/>
                <a:gd name="connsiteY31" fmla="*/ 257389 h 3812255"/>
                <a:gd name="connsiteX32" fmla="*/ 5384416 w 6877537"/>
                <a:gd name="connsiteY32" fmla="*/ 333589 h 3812255"/>
                <a:gd name="connsiteX33" fmla="*/ 5265883 w 6877537"/>
                <a:gd name="connsiteY33" fmla="*/ 452121 h 3812255"/>
                <a:gd name="connsiteX34" fmla="*/ 5054216 w 6877537"/>
                <a:gd name="connsiteY34" fmla="*/ 833121 h 3812255"/>
                <a:gd name="connsiteX35" fmla="*/ 4876416 w 6877537"/>
                <a:gd name="connsiteY35" fmla="*/ 985522 h 3812255"/>
                <a:gd name="connsiteX36" fmla="*/ 4464224 w 6877537"/>
                <a:gd name="connsiteY36" fmla="*/ 1018010 h 3812255"/>
                <a:gd name="connsiteX37" fmla="*/ 3795402 w 6877537"/>
                <a:gd name="connsiteY37" fmla="*/ 857442 h 3812255"/>
                <a:gd name="connsiteX38" fmla="*/ 3406591 w 6877537"/>
                <a:gd name="connsiteY38" fmla="*/ 831937 h 3812255"/>
                <a:gd name="connsiteX39" fmla="*/ 2738184 w 6877537"/>
                <a:gd name="connsiteY39" fmla="*/ 1324293 h 3812255"/>
                <a:gd name="connsiteX40" fmla="*/ 2059779 w 6877537"/>
                <a:gd name="connsiteY40" fmla="*/ 1975179 h 3812255"/>
                <a:gd name="connsiteX41" fmla="*/ 1312707 w 6877537"/>
                <a:gd name="connsiteY41" fmla="*/ 2775352 h 3812255"/>
                <a:gd name="connsiteX42" fmla="*/ 587338 w 6877537"/>
                <a:gd name="connsiteY42" fmla="*/ 3749596 h 3812255"/>
                <a:gd name="connsiteX43" fmla="*/ 66233 w 6877537"/>
                <a:gd name="connsiteY43" fmla="*/ 3750846 h 3812255"/>
                <a:gd name="connsiteX44" fmla="*/ 28123 w 6877537"/>
                <a:gd name="connsiteY44" fmla="*/ 2989984 h 3812255"/>
                <a:gd name="connsiteX45" fmla="*/ 32012 w 6877537"/>
                <a:gd name="connsiteY45" fmla="*/ 2361845 h 3812255"/>
                <a:gd name="connsiteX46" fmla="*/ 41993 w 6877537"/>
                <a:gd name="connsiteY46" fmla="*/ 1900625 h 3812255"/>
                <a:gd name="connsiteX0" fmla="*/ 41993 w 6877537"/>
                <a:gd name="connsiteY0" fmla="*/ 1900625 h 3812255"/>
                <a:gd name="connsiteX1" fmla="*/ 133468 w 6877537"/>
                <a:gd name="connsiteY1" fmla="*/ 1661238 h 3812255"/>
                <a:gd name="connsiteX2" fmla="*/ 134003 w 6877537"/>
                <a:gd name="connsiteY2" fmla="*/ 2802810 h 3812255"/>
                <a:gd name="connsiteX3" fmla="*/ 153249 w 6877537"/>
                <a:gd name="connsiteY3" fmla="*/ 3584555 h 3812255"/>
                <a:gd name="connsiteX4" fmla="*/ 615264 w 6877537"/>
                <a:gd name="connsiteY4" fmla="*/ 3573541 h 3812255"/>
                <a:gd name="connsiteX5" fmla="*/ 1115779 w 6877537"/>
                <a:gd name="connsiteY5" fmla="*/ 2846852 h 3812255"/>
                <a:gd name="connsiteX6" fmla="*/ 1933925 w 6877537"/>
                <a:gd name="connsiteY6" fmla="*/ 1955005 h 3812255"/>
                <a:gd name="connsiteX7" fmla="*/ 2569785 w 6877537"/>
                <a:gd name="connsiteY7" fmla="*/ 1341877 h 3812255"/>
                <a:gd name="connsiteX8" fmla="*/ 3415159 w 6877537"/>
                <a:gd name="connsiteY8" fmla="*/ 736610 h 3812255"/>
                <a:gd name="connsiteX9" fmla="*/ 4783283 w 6877537"/>
                <a:gd name="connsiteY9" fmla="*/ 909322 h 3812255"/>
                <a:gd name="connsiteX10" fmla="*/ 5282816 w 6877537"/>
                <a:gd name="connsiteY10" fmla="*/ 274322 h 3812255"/>
                <a:gd name="connsiteX11" fmla="*/ 5847967 w 6877537"/>
                <a:gd name="connsiteY11" fmla="*/ 172768 h 3812255"/>
                <a:gd name="connsiteX12" fmla="*/ 6277650 w 6877537"/>
                <a:gd name="connsiteY12" fmla="*/ 428302 h 3812255"/>
                <a:gd name="connsiteX13" fmla="*/ 6438872 w 6877537"/>
                <a:gd name="connsiteY13" fmla="*/ 623187 h 3812255"/>
                <a:gd name="connsiteX14" fmla="*/ 6591272 w 6877537"/>
                <a:gd name="connsiteY14" fmla="*/ 703089 h 3812255"/>
                <a:gd name="connsiteX15" fmla="*/ 6705572 w 6877537"/>
                <a:gd name="connsiteY15" fmla="*/ 674034 h 3812255"/>
                <a:gd name="connsiteX16" fmla="*/ 6734850 w 6877537"/>
                <a:gd name="connsiteY16" fmla="*/ 529995 h 3812255"/>
                <a:gd name="connsiteX17" fmla="*/ 6705573 w 6877537"/>
                <a:gd name="connsiteY17" fmla="*/ 390745 h 3812255"/>
                <a:gd name="connsiteX18" fmla="*/ 6635724 w 6877537"/>
                <a:gd name="connsiteY18" fmla="*/ 303578 h 3812255"/>
                <a:gd name="connsiteX19" fmla="*/ 6591274 w 6877537"/>
                <a:gd name="connsiteY19" fmla="*/ 194620 h 3812255"/>
                <a:gd name="connsiteX20" fmla="*/ 6572224 w 6877537"/>
                <a:gd name="connsiteY20" fmla="*/ 27550 h 3812255"/>
                <a:gd name="connsiteX21" fmla="*/ 6718273 w 6877537"/>
                <a:gd name="connsiteY21" fmla="*/ 13025 h 3812255"/>
                <a:gd name="connsiteX22" fmla="*/ 6870316 w 6877537"/>
                <a:gd name="connsiteY22" fmla="*/ 26287 h 3812255"/>
                <a:gd name="connsiteX23" fmla="*/ 6851624 w 6877537"/>
                <a:gd name="connsiteY23" fmla="*/ 252730 h 3812255"/>
                <a:gd name="connsiteX24" fmla="*/ 6807174 w 6877537"/>
                <a:gd name="connsiteY24" fmla="*/ 405271 h 3812255"/>
                <a:gd name="connsiteX25" fmla="*/ 6794473 w 6877537"/>
                <a:gd name="connsiteY25" fmla="*/ 659506 h 3812255"/>
                <a:gd name="connsiteX26" fmla="*/ 6718273 w 6877537"/>
                <a:gd name="connsiteY26" fmla="*/ 775729 h 3812255"/>
                <a:gd name="connsiteX27" fmla="*/ 6607850 w 6877537"/>
                <a:gd name="connsiteY27" fmla="*/ 797321 h 3812255"/>
                <a:gd name="connsiteX28" fmla="*/ 6394065 w 6877537"/>
                <a:gd name="connsiteY28" fmla="*/ 712560 h 3812255"/>
                <a:gd name="connsiteX29" fmla="*/ 6127723 w 6877537"/>
                <a:gd name="connsiteY29" fmla="*/ 398005 h 3812255"/>
                <a:gd name="connsiteX30" fmla="*/ 5890300 w 6877537"/>
                <a:gd name="connsiteY30" fmla="*/ 276774 h 3812255"/>
                <a:gd name="connsiteX31" fmla="*/ 5566450 w 6877537"/>
                <a:gd name="connsiteY31" fmla="*/ 257389 h 3812255"/>
                <a:gd name="connsiteX32" fmla="*/ 5384416 w 6877537"/>
                <a:gd name="connsiteY32" fmla="*/ 333589 h 3812255"/>
                <a:gd name="connsiteX33" fmla="*/ 5265883 w 6877537"/>
                <a:gd name="connsiteY33" fmla="*/ 452121 h 3812255"/>
                <a:gd name="connsiteX34" fmla="*/ 5054216 w 6877537"/>
                <a:gd name="connsiteY34" fmla="*/ 833121 h 3812255"/>
                <a:gd name="connsiteX35" fmla="*/ 4876416 w 6877537"/>
                <a:gd name="connsiteY35" fmla="*/ 985522 h 3812255"/>
                <a:gd name="connsiteX36" fmla="*/ 4464224 w 6877537"/>
                <a:gd name="connsiteY36" fmla="*/ 1018010 h 3812255"/>
                <a:gd name="connsiteX37" fmla="*/ 3795402 w 6877537"/>
                <a:gd name="connsiteY37" fmla="*/ 857442 h 3812255"/>
                <a:gd name="connsiteX38" fmla="*/ 3406591 w 6877537"/>
                <a:gd name="connsiteY38" fmla="*/ 831937 h 3812255"/>
                <a:gd name="connsiteX39" fmla="*/ 2738184 w 6877537"/>
                <a:gd name="connsiteY39" fmla="*/ 1324293 h 3812255"/>
                <a:gd name="connsiteX40" fmla="*/ 2059779 w 6877537"/>
                <a:gd name="connsiteY40" fmla="*/ 1975179 h 3812255"/>
                <a:gd name="connsiteX41" fmla="*/ 1312707 w 6877537"/>
                <a:gd name="connsiteY41" fmla="*/ 2775352 h 3812255"/>
                <a:gd name="connsiteX42" fmla="*/ 587338 w 6877537"/>
                <a:gd name="connsiteY42" fmla="*/ 3749596 h 3812255"/>
                <a:gd name="connsiteX43" fmla="*/ 66233 w 6877537"/>
                <a:gd name="connsiteY43" fmla="*/ 3750846 h 3812255"/>
                <a:gd name="connsiteX44" fmla="*/ 28123 w 6877537"/>
                <a:gd name="connsiteY44" fmla="*/ 2989984 h 3812255"/>
                <a:gd name="connsiteX45" fmla="*/ 32012 w 6877537"/>
                <a:gd name="connsiteY45" fmla="*/ 2361845 h 3812255"/>
                <a:gd name="connsiteX46" fmla="*/ 41993 w 6877537"/>
                <a:gd name="connsiteY46" fmla="*/ 1900625 h 3812255"/>
                <a:gd name="connsiteX0" fmla="*/ 41993 w 6877537"/>
                <a:gd name="connsiteY0" fmla="*/ 1900625 h 3812255"/>
                <a:gd name="connsiteX1" fmla="*/ 133468 w 6877537"/>
                <a:gd name="connsiteY1" fmla="*/ 1661238 h 3812255"/>
                <a:gd name="connsiteX2" fmla="*/ 134003 w 6877537"/>
                <a:gd name="connsiteY2" fmla="*/ 2802810 h 3812255"/>
                <a:gd name="connsiteX3" fmla="*/ 153249 w 6877537"/>
                <a:gd name="connsiteY3" fmla="*/ 3584555 h 3812255"/>
                <a:gd name="connsiteX4" fmla="*/ 615264 w 6877537"/>
                <a:gd name="connsiteY4" fmla="*/ 3573541 h 3812255"/>
                <a:gd name="connsiteX5" fmla="*/ 1115779 w 6877537"/>
                <a:gd name="connsiteY5" fmla="*/ 2846852 h 3812255"/>
                <a:gd name="connsiteX6" fmla="*/ 1933925 w 6877537"/>
                <a:gd name="connsiteY6" fmla="*/ 1955005 h 3812255"/>
                <a:gd name="connsiteX7" fmla="*/ 2569785 w 6877537"/>
                <a:gd name="connsiteY7" fmla="*/ 1341877 h 3812255"/>
                <a:gd name="connsiteX8" fmla="*/ 3415159 w 6877537"/>
                <a:gd name="connsiteY8" fmla="*/ 736610 h 3812255"/>
                <a:gd name="connsiteX9" fmla="*/ 4783283 w 6877537"/>
                <a:gd name="connsiteY9" fmla="*/ 909322 h 3812255"/>
                <a:gd name="connsiteX10" fmla="*/ 5282816 w 6877537"/>
                <a:gd name="connsiteY10" fmla="*/ 274322 h 3812255"/>
                <a:gd name="connsiteX11" fmla="*/ 5847967 w 6877537"/>
                <a:gd name="connsiteY11" fmla="*/ 172768 h 3812255"/>
                <a:gd name="connsiteX12" fmla="*/ 6277650 w 6877537"/>
                <a:gd name="connsiteY12" fmla="*/ 428302 h 3812255"/>
                <a:gd name="connsiteX13" fmla="*/ 6438872 w 6877537"/>
                <a:gd name="connsiteY13" fmla="*/ 623187 h 3812255"/>
                <a:gd name="connsiteX14" fmla="*/ 6591272 w 6877537"/>
                <a:gd name="connsiteY14" fmla="*/ 703089 h 3812255"/>
                <a:gd name="connsiteX15" fmla="*/ 6705572 w 6877537"/>
                <a:gd name="connsiteY15" fmla="*/ 674034 h 3812255"/>
                <a:gd name="connsiteX16" fmla="*/ 6734850 w 6877537"/>
                <a:gd name="connsiteY16" fmla="*/ 529995 h 3812255"/>
                <a:gd name="connsiteX17" fmla="*/ 6705573 w 6877537"/>
                <a:gd name="connsiteY17" fmla="*/ 390745 h 3812255"/>
                <a:gd name="connsiteX18" fmla="*/ 6635724 w 6877537"/>
                <a:gd name="connsiteY18" fmla="*/ 303578 h 3812255"/>
                <a:gd name="connsiteX19" fmla="*/ 6591274 w 6877537"/>
                <a:gd name="connsiteY19" fmla="*/ 194620 h 3812255"/>
                <a:gd name="connsiteX20" fmla="*/ 6572224 w 6877537"/>
                <a:gd name="connsiteY20" fmla="*/ 27550 h 3812255"/>
                <a:gd name="connsiteX21" fmla="*/ 6718273 w 6877537"/>
                <a:gd name="connsiteY21" fmla="*/ 13025 h 3812255"/>
                <a:gd name="connsiteX22" fmla="*/ 6870316 w 6877537"/>
                <a:gd name="connsiteY22" fmla="*/ 26287 h 3812255"/>
                <a:gd name="connsiteX23" fmla="*/ 6851624 w 6877537"/>
                <a:gd name="connsiteY23" fmla="*/ 252730 h 3812255"/>
                <a:gd name="connsiteX24" fmla="*/ 6807174 w 6877537"/>
                <a:gd name="connsiteY24" fmla="*/ 405271 h 3812255"/>
                <a:gd name="connsiteX25" fmla="*/ 6794473 w 6877537"/>
                <a:gd name="connsiteY25" fmla="*/ 659506 h 3812255"/>
                <a:gd name="connsiteX26" fmla="*/ 6718273 w 6877537"/>
                <a:gd name="connsiteY26" fmla="*/ 775729 h 3812255"/>
                <a:gd name="connsiteX27" fmla="*/ 6607850 w 6877537"/>
                <a:gd name="connsiteY27" fmla="*/ 797321 h 3812255"/>
                <a:gd name="connsiteX28" fmla="*/ 6394065 w 6877537"/>
                <a:gd name="connsiteY28" fmla="*/ 712560 h 3812255"/>
                <a:gd name="connsiteX29" fmla="*/ 6127723 w 6877537"/>
                <a:gd name="connsiteY29" fmla="*/ 398005 h 3812255"/>
                <a:gd name="connsiteX30" fmla="*/ 5890300 w 6877537"/>
                <a:gd name="connsiteY30" fmla="*/ 276774 h 3812255"/>
                <a:gd name="connsiteX31" fmla="*/ 5566450 w 6877537"/>
                <a:gd name="connsiteY31" fmla="*/ 257389 h 3812255"/>
                <a:gd name="connsiteX32" fmla="*/ 5384416 w 6877537"/>
                <a:gd name="connsiteY32" fmla="*/ 333589 h 3812255"/>
                <a:gd name="connsiteX33" fmla="*/ 5265883 w 6877537"/>
                <a:gd name="connsiteY33" fmla="*/ 452121 h 3812255"/>
                <a:gd name="connsiteX34" fmla="*/ 5054216 w 6877537"/>
                <a:gd name="connsiteY34" fmla="*/ 833121 h 3812255"/>
                <a:gd name="connsiteX35" fmla="*/ 4876416 w 6877537"/>
                <a:gd name="connsiteY35" fmla="*/ 985522 h 3812255"/>
                <a:gd name="connsiteX36" fmla="*/ 4464224 w 6877537"/>
                <a:gd name="connsiteY36" fmla="*/ 1018010 h 3812255"/>
                <a:gd name="connsiteX37" fmla="*/ 3795402 w 6877537"/>
                <a:gd name="connsiteY37" fmla="*/ 857442 h 3812255"/>
                <a:gd name="connsiteX38" fmla="*/ 3406591 w 6877537"/>
                <a:gd name="connsiteY38" fmla="*/ 831937 h 3812255"/>
                <a:gd name="connsiteX39" fmla="*/ 2738184 w 6877537"/>
                <a:gd name="connsiteY39" fmla="*/ 1324293 h 3812255"/>
                <a:gd name="connsiteX40" fmla="*/ 2059779 w 6877537"/>
                <a:gd name="connsiteY40" fmla="*/ 1975179 h 3812255"/>
                <a:gd name="connsiteX41" fmla="*/ 1312707 w 6877537"/>
                <a:gd name="connsiteY41" fmla="*/ 2775352 h 3812255"/>
                <a:gd name="connsiteX42" fmla="*/ 587338 w 6877537"/>
                <a:gd name="connsiteY42" fmla="*/ 3749596 h 3812255"/>
                <a:gd name="connsiteX43" fmla="*/ 66233 w 6877537"/>
                <a:gd name="connsiteY43" fmla="*/ 3750846 h 3812255"/>
                <a:gd name="connsiteX44" fmla="*/ 28123 w 6877537"/>
                <a:gd name="connsiteY44" fmla="*/ 2989984 h 3812255"/>
                <a:gd name="connsiteX45" fmla="*/ 32012 w 6877537"/>
                <a:gd name="connsiteY45" fmla="*/ 2361845 h 3812255"/>
                <a:gd name="connsiteX46" fmla="*/ 41993 w 6877537"/>
                <a:gd name="connsiteY46" fmla="*/ 1900625 h 3812255"/>
                <a:gd name="connsiteX0" fmla="*/ 41993 w 6877537"/>
                <a:gd name="connsiteY0" fmla="*/ 1900625 h 3812255"/>
                <a:gd name="connsiteX1" fmla="*/ 133468 w 6877537"/>
                <a:gd name="connsiteY1" fmla="*/ 1661238 h 3812255"/>
                <a:gd name="connsiteX2" fmla="*/ 134003 w 6877537"/>
                <a:gd name="connsiteY2" fmla="*/ 2802810 h 3812255"/>
                <a:gd name="connsiteX3" fmla="*/ 153249 w 6877537"/>
                <a:gd name="connsiteY3" fmla="*/ 3584555 h 3812255"/>
                <a:gd name="connsiteX4" fmla="*/ 615264 w 6877537"/>
                <a:gd name="connsiteY4" fmla="*/ 3573541 h 3812255"/>
                <a:gd name="connsiteX5" fmla="*/ 1115779 w 6877537"/>
                <a:gd name="connsiteY5" fmla="*/ 2846852 h 3812255"/>
                <a:gd name="connsiteX6" fmla="*/ 1933925 w 6877537"/>
                <a:gd name="connsiteY6" fmla="*/ 1955005 h 3812255"/>
                <a:gd name="connsiteX7" fmla="*/ 2569785 w 6877537"/>
                <a:gd name="connsiteY7" fmla="*/ 1341877 h 3812255"/>
                <a:gd name="connsiteX8" fmla="*/ 3415159 w 6877537"/>
                <a:gd name="connsiteY8" fmla="*/ 736610 h 3812255"/>
                <a:gd name="connsiteX9" fmla="*/ 4783283 w 6877537"/>
                <a:gd name="connsiteY9" fmla="*/ 909322 h 3812255"/>
                <a:gd name="connsiteX10" fmla="*/ 5282816 w 6877537"/>
                <a:gd name="connsiteY10" fmla="*/ 274322 h 3812255"/>
                <a:gd name="connsiteX11" fmla="*/ 5847967 w 6877537"/>
                <a:gd name="connsiteY11" fmla="*/ 172768 h 3812255"/>
                <a:gd name="connsiteX12" fmla="*/ 6277650 w 6877537"/>
                <a:gd name="connsiteY12" fmla="*/ 428302 h 3812255"/>
                <a:gd name="connsiteX13" fmla="*/ 6438872 w 6877537"/>
                <a:gd name="connsiteY13" fmla="*/ 623187 h 3812255"/>
                <a:gd name="connsiteX14" fmla="*/ 6591272 w 6877537"/>
                <a:gd name="connsiteY14" fmla="*/ 703089 h 3812255"/>
                <a:gd name="connsiteX15" fmla="*/ 6705572 w 6877537"/>
                <a:gd name="connsiteY15" fmla="*/ 674034 h 3812255"/>
                <a:gd name="connsiteX16" fmla="*/ 6734850 w 6877537"/>
                <a:gd name="connsiteY16" fmla="*/ 529995 h 3812255"/>
                <a:gd name="connsiteX17" fmla="*/ 6705573 w 6877537"/>
                <a:gd name="connsiteY17" fmla="*/ 390745 h 3812255"/>
                <a:gd name="connsiteX18" fmla="*/ 6635724 w 6877537"/>
                <a:gd name="connsiteY18" fmla="*/ 303578 h 3812255"/>
                <a:gd name="connsiteX19" fmla="*/ 6591274 w 6877537"/>
                <a:gd name="connsiteY19" fmla="*/ 194620 h 3812255"/>
                <a:gd name="connsiteX20" fmla="*/ 6572224 w 6877537"/>
                <a:gd name="connsiteY20" fmla="*/ 27550 h 3812255"/>
                <a:gd name="connsiteX21" fmla="*/ 6718273 w 6877537"/>
                <a:gd name="connsiteY21" fmla="*/ 13025 h 3812255"/>
                <a:gd name="connsiteX22" fmla="*/ 6870316 w 6877537"/>
                <a:gd name="connsiteY22" fmla="*/ 26287 h 3812255"/>
                <a:gd name="connsiteX23" fmla="*/ 6851624 w 6877537"/>
                <a:gd name="connsiteY23" fmla="*/ 252730 h 3812255"/>
                <a:gd name="connsiteX24" fmla="*/ 6807174 w 6877537"/>
                <a:gd name="connsiteY24" fmla="*/ 405271 h 3812255"/>
                <a:gd name="connsiteX25" fmla="*/ 6794473 w 6877537"/>
                <a:gd name="connsiteY25" fmla="*/ 659506 h 3812255"/>
                <a:gd name="connsiteX26" fmla="*/ 6718273 w 6877537"/>
                <a:gd name="connsiteY26" fmla="*/ 775729 h 3812255"/>
                <a:gd name="connsiteX27" fmla="*/ 6607850 w 6877537"/>
                <a:gd name="connsiteY27" fmla="*/ 797321 h 3812255"/>
                <a:gd name="connsiteX28" fmla="*/ 6394065 w 6877537"/>
                <a:gd name="connsiteY28" fmla="*/ 712560 h 3812255"/>
                <a:gd name="connsiteX29" fmla="*/ 6127723 w 6877537"/>
                <a:gd name="connsiteY29" fmla="*/ 398005 h 3812255"/>
                <a:gd name="connsiteX30" fmla="*/ 5890300 w 6877537"/>
                <a:gd name="connsiteY30" fmla="*/ 276774 h 3812255"/>
                <a:gd name="connsiteX31" fmla="*/ 5566450 w 6877537"/>
                <a:gd name="connsiteY31" fmla="*/ 257389 h 3812255"/>
                <a:gd name="connsiteX32" fmla="*/ 5384416 w 6877537"/>
                <a:gd name="connsiteY32" fmla="*/ 333589 h 3812255"/>
                <a:gd name="connsiteX33" fmla="*/ 5265883 w 6877537"/>
                <a:gd name="connsiteY33" fmla="*/ 452121 h 3812255"/>
                <a:gd name="connsiteX34" fmla="*/ 5054216 w 6877537"/>
                <a:gd name="connsiteY34" fmla="*/ 833121 h 3812255"/>
                <a:gd name="connsiteX35" fmla="*/ 4876416 w 6877537"/>
                <a:gd name="connsiteY35" fmla="*/ 985522 h 3812255"/>
                <a:gd name="connsiteX36" fmla="*/ 4464224 w 6877537"/>
                <a:gd name="connsiteY36" fmla="*/ 1018010 h 3812255"/>
                <a:gd name="connsiteX37" fmla="*/ 3795402 w 6877537"/>
                <a:gd name="connsiteY37" fmla="*/ 857442 h 3812255"/>
                <a:gd name="connsiteX38" fmla="*/ 3406591 w 6877537"/>
                <a:gd name="connsiteY38" fmla="*/ 831937 h 3812255"/>
                <a:gd name="connsiteX39" fmla="*/ 2738184 w 6877537"/>
                <a:gd name="connsiteY39" fmla="*/ 1324293 h 3812255"/>
                <a:gd name="connsiteX40" fmla="*/ 2059779 w 6877537"/>
                <a:gd name="connsiteY40" fmla="*/ 1975179 h 3812255"/>
                <a:gd name="connsiteX41" fmla="*/ 1312707 w 6877537"/>
                <a:gd name="connsiteY41" fmla="*/ 2775352 h 3812255"/>
                <a:gd name="connsiteX42" fmla="*/ 587338 w 6877537"/>
                <a:gd name="connsiteY42" fmla="*/ 3749596 h 3812255"/>
                <a:gd name="connsiteX43" fmla="*/ 66233 w 6877537"/>
                <a:gd name="connsiteY43" fmla="*/ 3750846 h 3812255"/>
                <a:gd name="connsiteX44" fmla="*/ 18498 w 6877537"/>
                <a:gd name="connsiteY44" fmla="*/ 3100089 h 3812255"/>
                <a:gd name="connsiteX45" fmla="*/ 32012 w 6877537"/>
                <a:gd name="connsiteY45" fmla="*/ 2361845 h 3812255"/>
                <a:gd name="connsiteX46" fmla="*/ 41993 w 6877537"/>
                <a:gd name="connsiteY46" fmla="*/ 1900625 h 3812255"/>
                <a:gd name="connsiteX0" fmla="*/ 41993 w 6877537"/>
                <a:gd name="connsiteY0" fmla="*/ 1900625 h 3812255"/>
                <a:gd name="connsiteX1" fmla="*/ 133468 w 6877537"/>
                <a:gd name="connsiteY1" fmla="*/ 1661238 h 3812255"/>
                <a:gd name="connsiteX2" fmla="*/ 134003 w 6877537"/>
                <a:gd name="connsiteY2" fmla="*/ 2802810 h 3812255"/>
                <a:gd name="connsiteX3" fmla="*/ 153249 w 6877537"/>
                <a:gd name="connsiteY3" fmla="*/ 3584555 h 3812255"/>
                <a:gd name="connsiteX4" fmla="*/ 615264 w 6877537"/>
                <a:gd name="connsiteY4" fmla="*/ 3573541 h 3812255"/>
                <a:gd name="connsiteX5" fmla="*/ 1115779 w 6877537"/>
                <a:gd name="connsiteY5" fmla="*/ 2846852 h 3812255"/>
                <a:gd name="connsiteX6" fmla="*/ 1933925 w 6877537"/>
                <a:gd name="connsiteY6" fmla="*/ 1955005 h 3812255"/>
                <a:gd name="connsiteX7" fmla="*/ 2569785 w 6877537"/>
                <a:gd name="connsiteY7" fmla="*/ 1341877 h 3812255"/>
                <a:gd name="connsiteX8" fmla="*/ 3415159 w 6877537"/>
                <a:gd name="connsiteY8" fmla="*/ 736610 h 3812255"/>
                <a:gd name="connsiteX9" fmla="*/ 4783283 w 6877537"/>
                <a:gd name="connsiteY9" fmla="*/ 909322 h 3812255"/>
                <a:gd name="connsiteX10" fmla="*/ 5282816 w 6877537"/>
                <a:gd name="connsiteY10" fmla="*/ 274322 h 3812255"/>
                <a:gd name="connsiteX11" fmla="*/ 5847967 w 6877537"/>
                <a:gd name="connsiteY11" fmla="*/ 172768 h 3812255"/>
                <a:gd name="connsiteX12" fmla="*/ 6277650 w 6877537"/>
                <a:gd name="connsiteY12" fmla="*/ 428302 h 3812255"/>
                <a:gd name="connsiteX13" fmla="*/ 6438872 w 6877537"/>
                <a:gd name="connsiteY13" fmla="*/ 623187 h 3812255"/>
                <a:gd name="connsiteX14" fmla="*/ 6591272 w 6877537"/>
                <a:gd name="connsiteY14" fmla="*/ 703089 h 3812255"/>
                <a:gd name="connsiteX15" fmla="*/ 6705572 w 6877537"/>
                <a:gd name="connsiteY15" fmla="*/ 674034 h 3812255"/>
                <a:gd name="connsiteX16" fmla="*/ 6734850 w 6877537"/>
                <a:gd name="connsiteY16" fmla="*/ 529995 h 3812255"/>
                <a:gd name="connsiteX17" fmla="*/ 6705573 w 6877537"/>
                <a:gd name="connsiteY17" fmla="*/ 390745 h 3812255"/>
                <a:gd name="connsiteX18" fmla="*/ 6635724 w 6877537"/>
                <a:gd name="connsiteY18" fmla="*/ 303578 h 3812255"/>
                <a:gd name="connsiteX19" fmla="*/ 6591274 w 6877537"/>
                <a:gd name="connsiteY19" fmla="*/ 194620 h 3812255"/>
                <a:gd name="connsiteX20" fmla="*/ 6572224 w 6877537"/>
                <a:gd name="connsiteY20" fmla="*/ 27550 h 3812255"/>
                <a:gd name="connsiteX21" fmla="*/ 6718273 w 6877537"/>
                <a:gd name="connsiteY21" fmla="*/ 13025 h 3812255"/>
                <a:gd name="connsiteX22" fmla="*/ 6870316 w 6877537"/>
                <a:gd name="connsiteY22" fmla="*/ 26287 h 3812255"/>
                <a:gd name="connsiteX23" fmla="*/ 6851624 w 6877537"/>
                <a:gd name="connsiteY23" fmla="*/ 252730 h 3812255"/>
                <a:gd name="connsiteX24" fmla="*/ 6807174 w 6877537"/>
                <a:gd name="connsiteY24" fmla="*/ 405271 h 3812255"/>
                <a:gd name="connsiteX25" fmla="*/ 6794473 w 6877537"/>
                <a:gd name="connsiteY25" fmla="*/ 659506 h 3812255"/>
                <a:gd name="connsiteX26" fmla="*/ 6718273 w 6877537"/>
                <a:gd name="connsiteY26" fmla="*/ 775729 h 3812255"/>
                <a:gd name="connsiteX27" fmla="*/ 6607850 w 6877537"/>
                <a:gd name="connsiteY27" fmla="*/ 797321 h 3812255"/>
                <a:gd name="connsiteX28" fmla="*/ 6394065 w 6877537"/>
                <a:gd name="connsiteY28" fmla="*/ 712560 h 3812255"/>
                <a:gd name="connsiteX29" fmla="*/ 6127723 w 6877537"/>
                <a:gd name="connsiteY29" fmla="*/ 398005 h 3812255"/>
                <a:gd name="connsiteX30" fmla="*/ 5890300 w 6877537"/>
                <a:gd name="connsiteY30" fmla="*/ 276774 h 3812255"/>
                <a:gd name="connsiteX31" fmla="*/ 5566450 w 6877537"/>
                <a:gd name="connsiteY31" fmla="*/ 257389 h 3812255"/>
                <a:gd name="connsiteX32" fmla="*/ 5384416 w 6877537"/>
                <a:gd name="connsiteY32" fmla="*/ 333589 h 3812255"/>
                <a:gd name="connsiteX33" fmla="*/ 5265883 w 6877537"/>
                <a:gd name="connsiteY33" fmla="*/ 452121 h 3812255"/>
                <a:gd name="connsiteX34" fmla="*/ 5054216 w 6877537"/>
                <a:gd name="connsiteY34" fmla="*/ 833121 h 3812255"/>
                <a:gd name="connsiteX35" fmla="*/ 4876416 w 6877537"/>
                <a:gd name="connsiteY35" fmla="*/ 985522 h 3812255"/>
                <a:gd name="connsiteX36" fmla="*/ 4464224 w 6877537"/>
                <a:gd name="connsiteY36" fmla="*/ 1018010 h 3812255"/>
                <a:gd name="connsiteX37" fmla="*/ 3795402 w 6877537"/>
                <a:gd name="connsiteY37" fmla="*/ 857442 h 3812255"/>
                <a:gd name="connsiteX38" fmla="*/ 3406591 w 6877537"/>
                <a:gd name="connsiteY38" fmla="*/ 831937 h 3812255"/>
                <a:gd name="connsiteX39" fmla="*/ 2738184 w 6877537"/>
                <a:gd name="connsiteY39" fmla="*/ 1324293 h 3812255"/>
                <a:gd name="connsiteX40" fmla="*/ 2059779 w 6877537"/>
                <a:gd name="connsiteY40" fmla="*/ 1975179 h 3812255"/>
                <a:gd name="connsiteX41" fmla="*/ 1312707 w 6877537"/>
                <a:gd name="connsiteY41" fmla="*/ 2775352 h 3812255"/>
                <a:gd name="connsiteX42" fmla="*/ 587338 w 6877537"/>
                <a:gd name="connsiteY42" fmla="*/ 3749596 h 3812255"/>
                <a:gd name="connsiteX43" fmla="*/ 66233 w 6877537"/>
                <a:gd name="connsiteY43" fmla="*/ 3750846 h 3812255"/>
                <a:gd name="connsiteX44" fmla="*/ 18498 w 6877537"/>
                <a:gd name="connsiteY44" fmla="*/ 3100089 h 3812255"/>
                <a:gd name="connsiteX45" fmla="*/ 32012 w 6877537"/>
                <a:gd name="connsiteY45" fmla="*/ 2361845 h 3812255"/>
                <a:gd name="connsiteX46" fmla="*/ 41993 w 6877537"/>
                <a:gd name="connsiteY46" fmla="*/ 1900625 h 3812255"/>
                <a:gd name="connsiteX0" fmla="*/ 41993 w 6877537"/>
                <a:gd name="connsiteY0" fmla="*/ 1900625 h 3812255"/>
                <a:gd name="connsiteX1" fmla="*/ 133468 w 6877537"/>
                <a:gd name="connsiteY1" fmla="*/ 1661238 h 3812255"/>
                <a:gd name="connsiteX2" fmla="*/ 134003 w 6877537"/>
                <a:gd name="connsiteY2" fmla="*/ 2802810 h 3812255"/>
                <a:gd name="connsiteX3" fmla="*/ 153249 w 6877537"/>
                <a:gd name="connsiteY3" fmla="*/ 3584555 h 3812255"/>
                <a:gd name="connsiteX4" fmla="*/ 615264 w 6877537"/>
                <a:gd name="connsiteY4" fmla="*/ 3573541 h 3812255"/>
                <a:gd name="connsiteX5" fmla="*/ 1115779 w 6877537"/>
                <a:gd name="connsiteY5" fmla="*/ 2846852 h 3812255"/>
                <a:gd name="connsiteX6" fmla="*/ 1933925 w 6877537"/>
                <a:gd name="connsiteY6" fmla="*/ 1955005 h 3812255"/>
                <a:gd name="connsiteX7" fmla="*/ 2569785 w 6877537"/>
                <a:gd name="connsiteY7" fmla="*/ 1341877 h 3812255"/>
                <a:gd name="connsiteX8" fmla="*/ 3415159 w 6877537"/>
                <a:gd name="connsiteY8" fmla="*/ 736610 h 3812255"/>
                <a:gd name="connsiteX9" fmla="*/ 4783283 w 6877537"/>
                <a:gd name="connsiteY9" fmla="*/ 909322 h 3812255"/>
                <a:gd name="connsiteX10" fmla="*/ 5282816 w 6877537"/>
                <a:gd name="connsiteY10" fmla="*/ 274322 h 3812255"/>
                <a:gd name="connsiteX11" fmla="*/ 5847967 w 6877537"/>
                <a:gd name="connsiteY11" fmla="*/ 172768 h 3812255"/>
                <a:gd name="connsiteX12" fmla="*/ 6277650 w 6877537"/>
                <a:gd name="connsiteY12" fmla="*/ 428302 h 3812255"/>
                <a:gd name="connsiteX13" fmla="*/ 6438872 w 6877537"/>
                <a:gd name="connsiteY13" fmla="*/ 623187 h 3812255"/>
                <a:gd name="connsiteX14" fmla="*/ 6591272 w 6877537"/>
                <a:gd name="connsiteY14" fmla="*/ 703089 h 3812255"/>
                <a:gd name="connsiteX15" fmla="*/ 6705572 w 6877537"/>
                <a:gd name="connsiteY15" fmla="*/ 674034 h 3812255"/>
                <a:gd name="connsiteX16" fmla="*/ 6734850 w 6877537"/>
                <a:gd name="connsiteY16" fmla="*/ 529995 h 3812255"/>
                <a:gd name="connsiteX17" fmla="*/ 6705573 w 6877537"/>
                <a:gd name="connsiteY17" fmla="*/ 390745 h 3812255"/>
                <a:gd name="connsiteX18" fmla="*/ 6635724 w 6877537"/>
                <a:gd name="connsiteY18" fmla="*/ 303578 h 3812255"/>
                <a:gd name="connsiteX19" fmla="*/ 6591274 w 6877537"/>
                <a:gd name="connsiteY19" fmla="*/ 194620 h 3812255"/>
                <a:gd name="connsiteX20" fmla="*/ 6572224 w 6877537"/>
                <a:gd name="connsiteY20" fmla="*/ 27550 h 3812255"/>
                <a:gd name="connsiteX21" fmla="*/ 6718273 w 6877537"/>
                <a:gd name="connsiteY21" fmla="*/ 13025 h 3812255"/>
                <a:gd name="connsiteX22" fmla="*/ 6870316 w 6877537"/>
                <a:gd name="connsiteY22" fmla="*/ 26287 h 3812255"/>
                <a:gd name="connsiteX23" fmla="*/ 6851624 w 6877537"/>
                <a:gd name="connsiteY23" fmla="*/ 252730 h 3812255"/>
                <a:gd name="connsiteX24" fmla="*/ 6807174 w 6877537"/>
                <a:gd name="connsiteY24" fmla="*/ 405271 h 3812255"/>
                <a:gd name="connsiteX25" fmla="*/ 6794473 w 6877537"/>
                <a:gd name="connsiteY25" fmla="*/ 659506 h 3812255"/>
                <a:gd name="connsiteX26" fmla="*/ 6718273 w 6877537"/>
                <a:gd name="connsiteY26" fmla="*/ 775729 h 3812255"/>
                <a:gd name="connsiteX27" fmla="*/ 6607850 w 6877537"/>
                <a:gd name="connsiteY27" fmla="*/ 797321 h 3812255"/>
                <a:gd name="connsiteX28" fmla="*/ 6394065 w 6877537"/>
                <a:gd name="connsiteY28" fmla="*/ 712560 h 3812255"/>
                <a:gd name="connsiteX29" fmla="*/ 6127723 w 6877537"/>
                <a:gd name="connsiteY29" fmla="*/ 398005 h 3812255"/>
                <a:gd name="connsiteX30" fmla="*/ 5890300 w 6877537"/>
                <a:gd name="connsiteY30" fmla="*/ 276774 h 3812255"/>
                <a:gd name="connsiteX31" fmla="*/ 5566450 w 6877537"/>
                <a:gd name="connsiteY31" fmla="*/ 257389 h 3812255"/>
                <a:gd name="connsiteX32" fmla="*/ 5384416 w 6877537"/>
                <a:gd name="connsiteY32" fmla="*/ 333589 h 3812255"/>
                <a:gd name="connsiteX33" fmla="*/ 5265883 w 6877537"/>
                <a:gd name="connsiteY33" fmla="*/ 452121 h 3812255"/>
                <a:gd name="connsiteX34" fmla="*/ 5054216 w 6877537"/>
                <a:gd name="connsiteY34" fmla="*/ 833121 h 3812255"/>
                <a:gd name="connsiteX35" fmla="*/ 4876416 w 6877537"/>
                <a:gd name="connsiteY35" fmla="*/ 985522 h 3812255"/>
                <a:gd name="connsiteX36" fmla="*/ 4464224 w 6877537"/>
                <a:gd name="connsiteY36" fmla="*/ 1018010 h 3812255"/>
                <a:gd name="connsiteX37" fmla="*/ 3795402 w 6877537"/>
                <a:gd name="connsiteY37" fmla="*/ 857442 h 3812255"/>
                <a:gd name="connsiteX38" fmla="*/ 3406591 w 6877537"/>
                <a:gd name="connsiteY38" fmla="*/ 831937 h 3812255"/>
                <a:gd name="connsiteX39" fmla="*/ 2738184 w 6877537"/>
                <a:gd name="connsiteY39" fmla="*/ 1324293 h 3812255"/>
                <a:gd name="connsiteX40" fmla="*/ 2059779 w 6877537"/>
                <a:gd name="connsiteY40" fmla="*/ 1975179 h 3812255"/>
                <a:gd name="connsiteX41" fmla="*/ 1312707 w 6877537"/>
                <a:gd name="connsiteY41" fmla="*/ 2775352 h 3812255"/>
                <a:gd name="connsiteX42" fmla="*/ 587338 w 6877537"/>
                <a:gd name="connsiteY42" fmla="*/ 3749596 h 3812255"/>
                <a:gd name="connsiteX43" fmla="*/ 66233 w 6877537"/>
                <a:gd name="connsiteY43" fmla="*/ 3750846 h 3812255"/>
                <a:gd name="connsiteX44" fmla="*/ 18498 w 6877537"/>
                <a:gd name="connsiteY44" fmla="*/ 3100089 h 3812255"/>
                <a:gd name="connsiteX45" fmla="*/ 32012 w 6877537"/>
                <a:gd name="connsiteY45" fmla="*/ 2361845 h 3812255"/>
                <a:gd name="connsiteX46" fmla="*/ 41993 w 6877537"/>
                <a:gd name="connsiteY46" fmla="*/ 1900625 h 3812255"/>
                <a:gd name="connsiteX0" fmla="*/ 33467 w 6869011"/>
                <a:gd name="connsiteY0" fmla="*/ 1900625 h 3812255"/>
                <a:gd name="connsiteX1" fmla="*/ 211569 w 6869011"/>
                <a:gd name="connsiteY1" fmla="*/ 1749322 h 3812255"/>
                <a:gd name="connsiteX2" fmla="*/ 125477 w 6869011"/>
                <a:gd name="connsiteY2" fmla="*/ 2802810 h 3812255"/>
                <a:gd name="connsiteX3" fmla="*/ 144723 w 6869011"/>
                <a:gd name="connsiteY3" fmla="*/ 3584555 h 3812255"/>
                <a:gd name="connsiteX4" fmla="*/ 606738 w 6869011"/>
                <a:gd name="connsiteY4" fmla="*/ 3573541 h 3812255"/>
                <a:gd name="connsiteX5" fmla="*/ 1107253 w 6869011"/>
                <a:gd name="connsiteY5" fmla="*/ 2846852 h 3812255"/>
                <a:gd name="connsiteX6" fmla="*/ 1925399 w 6869011"/>
                <a:gd name="connsiteY6" fmla="*/ 1955005 h 3812255"/>
                <a:gd name="connsiteX7" fmla="*/ 2561259 w 6869011"/>
                <a:gd name="connsiteY7" fmla="*/ 1341877 h 3812255"/>
                <a:gd name="connsiteX8" fmla="*/ 3406633 w 6869011"/>
                <a:gd name="connsiteY8" fmla="*/ 736610 h 3812255"/>
                <a:gd name="connsiteX9" fmla="*/ 4774757 w 6869011"/>
                <a:gd name="connsiteY9" fmla="*/ 909322 h 3812255"/>
                <a:gd name="connsiteX10" fmla="*/ 5274290 w 6869011"/>
                <a:gd name="connsiteY10" fmla="*/ 274322 h 3812255"/>
                <a:gd name="connsiteX11" fmla="*/ 5839441 w 6869011"/>
                <a:gd name="connsiteY11" fmla="*/ 172768 h 3812255"/>
                <a:gd name="connsiteX12" fmla="*/ 6269124 w 6869011"/>
                <a:gd name="connsiteY12" fmla="*/ 428302 h 3812255"/>
                <a:gd name="connsiteX13" fmla="*/ 6430346 w 6869011"/>
                <a:gd name="connsiteY13" fmla="*/ 623187 h 3812255"/>
                <a:gd name="connsiteX14" fmla="*/ 6582746 w 6869011"/>
                <a:gd name="connsiteY14" fmla="*/ 703089 h 3812255"/>
                <a:gd name="connsiteX15" fmla="*/ 6697046 w 6869011"/>
                <a:gd name="connsiteY15" fmla="*/ 674034 h 3812255"/>
                <a:gd name="connsiteX16" fmla="*/ 6726324 w 6869011"/>
                <a:gd name="connsiteY16" fmla="*/ 529995 h 3812255"/>
                <a:gd name="connsiteX17" fmla="*/ 6697047 w 6869011"/>
                <a:gd name="connsiteY17" fmla="*/ 390745 h 3812255"/>
                <a:gd name="connsiteX18" fmla="*/ 6627198 w 6869011"/>
                <a:gd name="connsiteY18" fmla="*/ 303578 h 3812255"/>
                <a:gd name="connsiteX19" fmla="*/ 6582748 w 6869011"/>
                <a:gd name="connsiteY19" fmla="*/ 194620 h 3812255"/>
                <a:gd name="connsiteX20" fmla="*/ 6563698 w 6869011"/>
                <a:gd name="connsiteY20" fmla="*/ 27550 h 3812255"/>
                <a:gd name="connsiteX21" fmla="*/ 6709747 w 6869011"/>
                <a:gd name="connsiteY21" fmla="*/ 13025 h 3812255"/>
                <a:gd name="connsiteX22" fmla="*/ 6861790 w 6869011"/>
                <a:gd name="connsiteY22" fmla="*/ 26287 h 3812255"/>
                <a:gd name="connsiteX23" fmla="*/ 6843098 w 6869011"/>
                <a:gd name="connsiteY23" fmla="*/ 252730 h 3812255"/>
                <a:gd name="connsiteX24" fmla="*/ 6798648 w 6869011"/>
                <a:gd name="connsiteY24" fmla="*/ 405271 h 3812255"/>
                <a:gd name="connsiteX25" fmla="*/ 6785947 w 6869011"/>
                <a:gd name="connsiteY25" fmla="*/ 659506 h 3812255"/>
                <a:gd name="connsiteX26" fmla="*/ 6709747 w 6869011"/>
                <a:gd name="connsiteY26" fmla="*/ 775729 h 3812255"/>
                <a:gd name="connsiteX27" fmla="*/ 6599324 w 6869011"/>
                <a:gd name="connsiteY27" fmla="*/ 797321 h 3812255"/>
                <a:gd name="connsiteX28" fmla="*/ 6385539 w 6869011"/>
                <a:gd name="connsiteY28" fmla="*/ 712560 h 3812255"/>
                <a:gd name="connsiteX29" fmla="*/ 6119197 w 6869011"/>
                <a:gd name="connsiteY29" fmla="*/ 398005 h 3812255"/>
                <a:gd name="connsiteX30" fmla="*/ 5881774 w 6869011"/>
                <a:gd name="connsiteY30" fmla="*/ 276774 h 3812255"/>
                <a:gd name="connsiteX31" fmla="*/ 5557924 w 6869011"/>
                <a:gd name="connsiteY31" fmla="*/ 257389 h 3812255"/>
                <a:gd name="connsiteX32" fmla="*/ 5375890 w 6869011"/>
                <a:gd name="connsiteY32" fmla="*/ 333589 h 3812255"/>
                <a:gd name="connsiteX33" fmla="*/ 5257357 w 6869011"/>
                <a:gd name="connsiteY33" fmla="*/ 452121 h 3812255"/>
                <a:gd name="connsiteX34" fmla="*/ 5045690 w 6869011"/>
                <a:gd name="connsiteY34" fmla="*/ 833121 h 3812255"/>
                <a:gd name="connsiteX35" fmla="*/ 4867890 w 6869011"/>
                <a:gd name="connsiteY35" fmla="*/ 985522 h 3812255"/>
                <a:gd name="connsiteX36" fmla="*/ 4455698 w 6869011"/>
                <a:gd name="connsiteY36" fmla="*/ 1018010 h 3812255"/>
                <a:gd name="connsiteX37" fmla="*/ 3786876 w 6869011"/>
                <a:gd name="connsiteY37" fmla="*/ 857442 h 3812255"/>
                <a:gd name="connsiteX38" fmla="*/ 3398065 w 6869011"/>
                <a:gd name="connsiteY38" fmla="*/ 831937 h 3812255"/>
                <a:gd name="connsiteX39" fmla="*/ 2729658 w 6869011"/>
                <a:gd name="connsiteY39" fmla="*/ 1324293 h 3812255"/>
                <a:gd name="connsiteX40" fmla="*/ 2051253 w 6869011"/>
                <a:gd name="connsiteY40" fmla="*/ 1975179 h 3812255"/>
                <a:gd name="connsiteX41" fmla="*/ 1304181 w 6869011"/>
                <a:gd name="connsiteY41" fmla="*/ 2775352 h 3812255"/>
                <a:gd name="connsiteX42" fmla="*/ 578812 w 6869011"/>
                <a:gd name="connsiteY42" fmla="*/ 3749596 h 3812255"/>
                <a:gd name="connsiteX43" fmla="*/ 57707 w 6869011"/>
                <a:gd name="connsiteY43" fmla="*/ 3750846 h 3812255"/>
                <a:gd name="connsiteX44" fmla="*/ 9972 w 6869011"/>
                <a:gd name="connsiteY44" fmla="*/ 3100089 h 3812255"/>
                <a:gd name="connsiteX45" fmla="*/ 23486 w 6869011"/>
                <a:gd name="connsiteY45" fmla="*/ 2361845 h 3812255"/>
                <a:gd name="connsiteX46" fmla="*/ 33467 w 6869011"/>
                <a:gd name="connsiteY46" fmla="*/ 1900625 h 3812255"/>
                <a:gd name="connsiteX0" fmla="*/ 48430 w 6883974"/>
                <a:gd name="connsiteY0" fmla="*/ 1900625 h 3812255"/>
                <a:gd name="connsiteX1" fmla="*/ 130280 w 6883974"/>
                <a:gd name="connsiteY1" fmla="*/ 1727301 h 3812255"/>
                <a:gd name="connsiteX2" fmla="*/ 140440 w 6883974"/>
                <a:gd name="connsiteY2" fmla="*/ 2802810 h 3812255"/>
                <a:gd name="connsiteX3" fmla="*/ 159686 w 6883974"/>
                <a:gd name="connsiteY3" fmla="*/ 3584555 h 3812255"/>
                <a:gd name="connsiteX4" fmla="*/ 621701 w 6883974"/>
                <a:gd name="connsiteY4" fmla="*/ 3573541 h 3812255"/>
                <a:gd name="connsiteX5" fmla="*/ 1122216 w 6883974"/>
                <a:gd name="connsiteY5" fmla="*/ 2846852 h 3812255"/>
                <a:gd name="connsiteX6" fmla="*/ 1940362 w 6883974"/>
                <a:gd name="connsiteY6" fmla="*/ 1955005 h 3812255"/>
                <a:gd name="connsiteX7" fmla="*/ 2576222 w 6883974"/>
                <a:gd name="connsiteY7" fmla="*/ 1341877 h 3812255"/>
                <a:gd name="connsiteX8" fmla="*/ 3421596 w 6883974"/>
                <a:gd name="connsiteY8" fmla="*/ 736610 h 3812255"/>
                <a:gd name="connsiteX9" fmla="*/ 4789720 w 6883974"/>
                <a:gd name="connsiteY9" fmla="*/ 909322 h 3812255"/>
                <a:gd name="connsiteX10" fmla="*/ 5289253 w 6883974"/>
                <a:gd name="connsiteY10" fmla="*/ 274322 h 3812255"/>
                <a:gd name="connsiteX11" fmla="*/ 5854404 w 6883974"/>
                <a:gd name="connsiteY11" fmla="*/ 172768 h 3812255"/>
                <a:gd name="connsiteX12" fmla="*/ 6284087 w 6883974"/>
                <a:gd name="connsiteY12" fmla="*/ 428302 h 3812255"/>
                <a:gd name="connsiteX13" fmla="*/ 6445309 w 6883974"/>
                <a:gd name="connsiteY13" fmla="*/ 623187 h 3812255"/>
                <a:gd name="connsiteX14" fmla="*/ 6597709 w 6883974"/>
                <a:gd name="connsiteY14" fmla="*/ 703089 h 3812255"/>
                <a:gd name="connsiteX15" fmla="*/ 6712009 w 6883974"/>
                <a:gd name="connsiteY15" fmla="*/ 674034 h 3812255"/>
                <a:gd name="connsiteX16" fmla="*/ 6741287 w 6883974"/>
                <a:gd name="connsiteY16" fmla="*/ 529995 h 3812255"/>
                <a:gd name="connsiteX17" fmla="*/ 6712010 w 6883974"/>
                <a:gd name="connsiteY17" fmla="*/ 390745 h 3812255"/>
                <a:gd name="connsiteX18" fmla="*/ 6642161 w 6883974"/>
                <a:gd name="connsiteY18" fmla="*/ 303578 h 3812255"/>
                <a:gd name="connsiteX19" fmla="*/ 6597711 w 6883974"/>
                <a:gd name="connsiteY19" fmla="*/ 194620 h 3812255"/>
                <a:gd name="connsiteX20" fmla="*/ 6578661 w 6883974"/>
                <a:gd name="connsiteY20" fmla="*/ 27550 h 3812255"/>
                <a:gd name="connsiteX21" fmla="*/ 6724710 w 6883974"/>
                <a:gd name="connsiteY21" fmla="*/ 13025 h 3812255"/>
                <a:gd name="connsiteX22" fmla="*/ 6876753 w 6883974"/>
                <a:gd name="connsiteY22" fmla="*/ 26287 h 3812255"/>
                <a:gd name="connsiteX23" fmla="*/ 6858061 w 6883974"/>
                <a:gd name="connsiteY23" fmla="*/ 252730 h 3812255"/>
                <a:gd name="connsiteX24" fmla="*/ 6813611 w 6883974"/>
                <a:gd name="connsiteY24" fmla="*/ 405271 h 3812255"/>
                <a:gd name="connsiteX25" fmla="*/ 6800910 w 6883974"/>
                <a:gd name="connsiteY25" fmla="*/ 659506 h 3812255"/>
                <a:gd name="connsiteX26" fmla="*/ 6724710 w 6883974"/>
                <a:gd name="connsiteY26" fmla="*/ 775729 h 3812255"/>
                <a:gd name="connsiteX27" fmla="*/ 6614287 w 6883974"/>
                <a:gd name="connsiteY27" fmla="*/ 797321 h 3812255"/>
                <a:gd name="connsiteX28" fmla="*/ 6400502 w 6883974"/>
                <a:gd name="connsiteY28" fmla="*/ 712560 h 3812255"/>
                <a:gd name="connsiteX29" fmla="*/ 6134160 w 6883974"/>
                <a:gd name="connsiteY29" fmla="*/ 398005 h 3812255"/>
                <a:gd name="connsiteX30" fmla="*/ 5896737 w 6883974"/>
                <a:gd name="connsiteY30" fmla="*/ 276774 h 3812255"/>
                <a:gd name="connsiteX31" fmla="*/ 5572887 w 6883974"/>
                <a:gd name="connsiteY31" fmla="*/ 257389 h 3812255"/>
                <a:gd name="connsiteX32" fmla="*/ 5390853 w 6883974"/>
                <a:gd name="connsiteY32" fmla="*/ 333589 h 3812255"/>
                <a:gd name="connsiteX33" fmla="*/ 5272320 w 6883974"/>
                <a:gd name="connsiteY33" fmla="*/ 452121 h 3812255"/>
                <a:gd name="connsiteX34" fmla="*/ 5060653 w 6883974"/>
                <a:gd name="connsiteY34" fmla="*/ 833121 h 3812255"/>
                <a:gd name="connsiteX35" fmla="*/ 4882853 w 6883974"/>
                <a:gd name="connsiteY35" fmla="*/ 985522 h 3812255"/>
                <a:gd name="connsiteX36" fmla="*/ 4470661 w 6883974"/>
                <a:gd name="connsiteY36" fmla="*/ 1018010 h 3812255"/>
                <a:gd name="connsiteX37" fmla="*/ 3801839 w 6883974"/>
                <a:gd name="connsiteY37" fmla="*/ 857442 h 3812255"/>
                <a:gd name="connsiteX38" fmla="*/ 3413028 w 6883974"/>
                <a:gd name="connsiteY38" fmla="*/ 831937 h 3812255"/>
                <a:gd name="connsiteX39" fmla="*/ 2744621 w 6883974"/>
                <a:gd name="connsiteY39" fmla="*/ 1324293 h 3812255"/>
                <a:gd name="connsiteX40" fmla="*/ 2066216 w 6883974"/>
                <a:gd name="connsiteY40" fmla="*/ 1975179 h 3812255"/>
                <a:gd name="connsiteX41" fmla="*/ 1319144 w 6883974"/>
                <a:gd name="connsiteY41" fmla="*/ 2775352 h 3812255"/>
                <a:gd name="connsiteX42" fmla="*/ 593775 w 6883974"/>
                <a:gd name="connsiteY42" fmla="*/ 3749596 h 3812255"/>
                <a:gd name="connsiteX43" fmla="*/ 72670 w 6883974"/>
                <a:gd name="connsiteY43" fmla="*/ 3750846 h 3812255"/>
                <a:gd name="connsiteX44" fmla="*/ 24935 w 6883974"/>
                <a:gd name="connsiteY44" fmla="*/ 3100089 h 3812255"/>
                <a:gd name="connsiteX45" fmla="*/ 38449 w 6883974"/>
                <a:gd name="connsiteY45" fmla="*/ 2361845 h 3812255"/>
                <a:gd name="connsiteX46" fmla="*/ 48430 w 6883974"/>
                <a:gd name="connsiteY46" fmla="*/ 1900625 h 3812255"/>
                <a:gd name="connsiteX0" fmla="*/ 33467 w 6869011"/>
                <a:gd name="connsiteY0" fmla="*/ 1900625 h 3812255"/>
                <a:gd name="connsiteX1" fmla="*/ 115317 w 6869011"/>
                <a:gd name="connsiteY1" fmla="*/ 1727301 h 3812255"/>
                <a:gd name="connsiteX2" fmla="*/ 125477 w 6869011"/>
                <a:gd name="connsiteY2" fmla="*/ 2802810 h 3812255"/>
                <a:gd name="connsiteX3" fmla="*/ 144723 w 6869011"/>
                <a:gd name="connsiteY3" fmla="*/ 3584555 h 3812255"/>
                <a:gd name="connsiteX4" fmla="*/ 606738 w 6869011"/>
                <a:gd name="connsiteY4" fmla="*/ 3573541 h 3812255"/>
                <a:gd name="connsiteX5" fmla="*/ 1107253 w 6869011"/>
                <a:gd name="connsiteY5" fmla="*/ 2846852 h 3812255"/>
                <a:gd name="connsiteX6" fmla="*/ 1925399 w 6869011"/>
                <a:gd name="connsiteY6" fmla="*/ 1955005 h 3812255"/>
                <a:gd name="connsiteX7" fmla="*/ 2561259 w 6869011"/>
                <a:gd name="connsiteY7" fmla="*/ 1341877 h 3812255"/>
                <a:gd name="connsiteX8" fmla="*/ 3406633 w 6869011"/>
                <a:gd name="connsiteY8" fmla="*/ 736610 h 3812255"/>
                <a:gd name="connsiteX9" fmla="*/ 4774757 w 6869011"/>
                <a:gd name="connsiteY9" fmla="*/ 909322 h 3812255"/>
                <a:gd name="connsiteX10" fmla="*/ 5274290 w 6869011"/>
                <a:gd name="connsiteY10" fmla="*/ 274322 h 3812255"/>
                <a:gd name="connsiteX11" fmla="*/ 5839441 w 6869011"/>
                <a:gd name="connsiteY11" fmla="*/ 172768 h 3812255"/>
                <a:gd name="connsiteX12" fmla="*/ 6269124 w 6869011"/>
                <a:gd name="connsiteY12" fmla="*/ 428302 h 3812255"/>
                <a:gd name="connsiteX13" fmla="*/ 6430346 w 6869011"/>
                <a:gd name="connsiteY13" fmla="*/ 623187 h 3812255"/>
                <a:gd name="connsiteX14" fmla="*/ 6582746 w 6869011"/>
                <a:gd name="connsiteY14" fmla="*/ 703089 h 3812255"/>
                <a:gd name="connsiteX15" fmla="*/ 6697046 w 6869011"/>
                <a:gd name="connsiteY15" fmla="*/ 674034 h 3812255"/>
                <a:gd name="connsiteX16" fmla="*/ 6726324 w 6869011"/>
                <a:gd name="connsiteY16" fmla="*/ 529995 h 3812255"/>
                <a:gd name="connsiteX17" fmla="*/ 6697047 w 6869011"/>
                <a:gd name="connsiteY17" fmla="*/ 390745 h 3812255"/>
                <a:gd name="connsiteX18" fmla="*/ 6627198 w 6869011"/>
                <a:gd name="connsiteY18" fmla="*/ 303578 h 3812255"/>
                <a:gd name="connsiteX19" fmla="*/ 6582748 w 6869011"/>
                <a:gd name="connsiteY19" fmla="*/ 194620 h 3812255"/>
                <a:gd name="connsiteX20" fmla="*/ 6563698 w 6869011"/>
                <a:gd name="connsiteY20" fmla="*/ 27550 h 3812255"/>
                <a:gd name="connsiteX21" fmla="*/ 6709747 w 6869011"/>
                <a:gd name="connsiteY21" fmla="*/ 13025 h 3812255"/>
                <a:gd name="connsiteX22" fmla="*/ 6861790 w 6869011"/>
                <a:gd name="connsiteY22" fmla="*/ 26287 h 3812255"/>
                <a:gd name="connsiteX23" fmla="*/ 6843098 w 6869011"/>
                <a:gd name="connsiteY23" fmla="*/ 252730 h 3812255"/>
                <a:gd name="connsiteX24" fmla="*/ 6798648 w 6869011"/>
                <a:gd name="connsiteY24" fmla="*/ 405271 h 3812255"/>
                <a:gd name="connsiteX25" fmla="*/ 6785947 w 6869011"/>
                <a:gd name="connsiteY25" fmla="*/ 659506 h 3812255"/>
                <a:gd name="connsiteX26" fmla="*/ 6709747 w 6869011"/>
                <a:gd name="connsiteY26" fmla="*/ 775729 h 3812255"/>
                <a:gd name="connsiteX27" fmla="*/ 6599324 w 6869011"/>
                <a:gd name="connsiteY27" fmla="*/ 797321 h 3812255"/>
                <a:gd name="connsiteX28" fmla="*/ 6385539 w 6869011"/>
                <a:gd name="connsiteY28" fmla="*/ 712560 h 3812255"/>
                <a:gd name="connsiteX29" fmla="*/ 6119197 w 6869011"/>
                <a:gd name="connsiteY29" fmla="*/ 398005 h 3812255"/>
                <a:gd name="connsiteX30" fmla="*/ 5881774 w 6869011"/>
                <a:gd name="connsiteY30" fmla="*/ 276774 h 3812255"/>
                <a:gd name="connsiteX31" fmla="*/ 5557924 w 6869011"/>
                <a:gd name="connsiteY31" fmla="*/ 257389 h 3812255"/>
                <a:gd name="connsiteX32" fmla="*/ 5375890 w 6869011"/>
                <a:gd name="connsiteY32" fmla="*/ 333589 h 3812255"/>
                <a:gd name="connsiteX33" fmla="*/ 5257357 w 6869011"/>
                <a:gd name="connsiteY33" fmla="*/ 452121 h 3812255"/>
                <a:gd name="connsiteX34" fmla="*/ 5045690 w 6869011"/>
                <a:gd name="connsiteY34" fmla="*/ 833121 h 3812255"/>
                <a:gd name="connsiteX35" fmla="*/ 4867890 w 6869011"/>
                <a:gd name="connsiteY35" fmla="*/ 985522 h 3812255"/>
                <a:gd name="connsiteX36" fmla="*/ 4455698 w 6869011"/>
                <a:gd name="connsiteY36" fmla="*/ 1018010 h 3812255"/>
                <a:gd name="connsiteX37" fmla="*/ 3786876 w 6869011"/>
                <a:gd name="connsiteY37" fmla="*/ 857442 h 3812255"/>
                <a:gd name="connsiteX38" fmla="*/ 3398065 w 6869011"/>
                <a:gd name="connsiteY38" fmla="*/ 831937 h 3812255"/>
                <a:gd name="connsiteX39" fmla="*/ 2729658 w 6869011"/>
                <a:gd name="connsiteY39" fmla="*/ 1324293 h 3812255"/>
                <a:gd name="connsiteX40" fmla="*/ 2051253 w 6869011"/>
                <a:gd name="connsiteY40" fmla="*/ 1975179 h 3812255"/>
                <a:gd name="connsiteX41" fmla="*/ 1304181 w 6869011"/>
                <a:gd name="connsiteY41" fmla="*/ 2775352 h 3812255"/>
                <a:gd name="connsiteX42" fmla="*/ 578812 w 6869011"/>
                <a:gd name="connsiteY42" fmla="*/ 3749596 h 3812255"/>
                <a:gd name="connsiteX43" fmla="*/ 57707 w 6869011"/>
                <a:gd name="connsiteY43" fmla="*/ 3750846 h 3812255"/>
                <a:gd name="connsiteX44" fmla="*/ 9972 w 6869011"/>
                <a:gd name="connsiteY44" fmla="*/ 3100089 h 3812255"/>
                <a:gd name="connsiteX45" fmla="*/ 23486 w 6869011"/>
                <a:gd name="connsiteY45" fmla="*/ 2361845 h 3812255"/>
                <a:gd name="connsiteX46" fmla="*/ 33467 w 6869011"/>
                <a:gd name="connsiteY46" fmla="*/ 1900625 h 3812255"/>
                <a:gd name="connsiteX0" fmla="*/ 4591 w 6869011"/>
                <a:gd name="connsiteY0" fmla="*/ 1878604 h 3812255"/>
                <a:gd name="connsiteX1" fmla="*/ 115317 w 6869011"/>
                <a:gd name="connsiteY1" fmla="*/ 1727301 h 3812255"/>
                <a:gd name="connsiteX2" fmla="*/ 125477 w 6869011"/>
                <a:gd name="connsiteY2" fmla="*/ 2802810 h 3812255"/>
                <a:gd name="connsiteX3" fmla="*/ 144723 w 6869011"/>
                <a:gd name="connsiteY3" fmla="*/ 3584555 h 3812255"/>
                <a:gd name="connsiteX4" fmla="*/ 606738 w 6869011"/>
                <a:gd name="connsiteY4" fmla="*/ 3573541 h 3812255"/>
                <a:gd name="connsiteX5" fmla="*/ 1107253 w 6869011"/>
                <a:gd name="connsiteY5" fmla="*/ 2846852 h 3812255"/>
                <a:gd name="connsiteX6" fmla="*/ 1925399 w 6869011"/>
                <a:gd name="connsiteY6" fmla="*/ 1955005 h 3812255"/>
                <a:gd name="connsiteX7" fmla="*/ 2561259 w 6869011"/>
                <a:gd name="connsiteY7" fmla="*/ 1341877 h 3812255"/>
                <a:gd name="connsiteX8" fmla="*/ 3406633 w 6869011"/>
                <a:gd name="connsiteY8" fmla="*/ 736610 h 3812255"/>
                <a:gd name="connsiteX9" fmla="*/ 4774757 w 6869011"/>
                <a:gd name="connsiteY9" fmla="*/ 909322 h 3812255"/>
                <a:gd name="connsiteX10" fmla="*/ 5274290 w 6869011"/>
                <a:gd name="connsiteY10" fmla="*/ 274322 h 3812255"/>
                <a:gd name="connsiteX11" fmla="*/ 5839441 w 6869011"/>
                <a:gd name="connsiteY11" fmla="*/ 172768 h 3812255"/>
                <a:gd name="connsiteX12" fmla="*/ 6269124 w 6869011"/>
                <a:gd name="connsiteY12" fmla="*/ 428302 h 3812255"/>
                <a:gd name="connsiteX13" fmla="*/ 6430346 w 6869011"/>
                <a:gd name="connsiteY13" fmla="*/ 623187 h 3812255"/>
                <a:gd name="connsiteX14" fmla="*/ 6582746 w 6869011"/>
                <a:gd name="connsiteY14" fmla="*/ 703089 h 3812255"/>
                <a:gd name="connsiteX15" fmla="*/ 6697046 w 6869011"/>
                <a:gd name="connsiteY15" fmla="*/ 674034 h 3812255"/>
                <a:gd name="connsiteX16" fmla="*/ 6726324 w 6869011"/>
                <a:gd name="connsiteY16" fmla="*/ 529995 h 3812255"/>
                <a:gd name="connsiteX17" fmla="*/ 6697047 w 6869011"/>
                <a:gd name="connsiteY17" fmla="*/ 390745 h 3812255"/>
                <a:gd name="connsiteX18" fmla="*/ 6627198 w 6869011"/>
                <a:gd name="connsiteY18" fmla="*/ 303578 h 3812255"/>
                <a:gd name="connsiteX19" fmla="*/ 6582748 w 6869011"/>
                <a:gd name="connsiteY19" fmla="*/ 194620 h 3812255"/>
                <a:gd name="connsiteX20" fmla="*/ 6563698 w 6869011"/>
                <a:gd name="connsiteY20" fmla="*/ 27550 h 3812255"/>
                <a:gd name="connsiteX21" fmla="*/ 6709747 w 6869011"/>
                <a:gd name="connsiteY21" fmla="*/ 13025 h 3812255"/>
                <a:gd name="connsiteX22" fmla="*/ 6861790 w 6869011"/>
                <a:gd name="connsiteY22" fmla="*/ 26287 h 3812255"/>
                <a:gd name="connsiteX23" fmla="*/ 6843098 w 6869011"/>
                <a:gd name="connsiteY23" fmla="*/ 252730 h 3812255"/>
                <a:gd name="connsiteX24" fmla="*/ 6798648 w 6869011"/>
                <a:gd name="connsiteY24" fmla="*/ 405271 h 3812255"/>
                <a:gd name="connsiteX25" fmla="*/ 6785947 w 6869011"/>
                <a:gd name="connsiteY25" fmla="*/ 659506 h 3812255"/>
                <a:gd name="connsiteX26" fmla="*/ 6709747 w 6869011"/>
                <a:gd name="connsiteY26" fmla="*/ 775729 h 3812255"/>
                <a:gd name="connsiteX27" fmla="*/ 6599324 w 6869011"/>
                <a:gd name="connsiteY27" fmla="*/ 797321 h 3812255"/>
                <a:gd name="connsiteX28" fmla="*/ 6385539 w 6869011"/>
                <a:gd name="connsiteY28" fmla="*/ 712560 h 3812255"/>
                <a:gd name="connsiteX29" fmla="*/ 6119197 w 6869011"/>
                <a:gd name="connsiteY29" fmla="*/ 398005 h 3812255"/>
                <a:gd name="connsiteX30" fmla="*/ 5881774 w 6869011"/>
                <a:gd name="connsiteY30" fmla="*/ 276774 h 3812255"/>
                <a:gd name="connsiteX31" fmla="*/ 5557924 w 6869011"/>
                <a:gd name="connsiteY31" fmla="*/ 257389 h 3812255"/>
                <a:gd name="connsiteX32" fmla="*/ 5375890 w 6869011"/>
                <a:gd name="connsiteY32" fmla="*/ 333589 h 3812255"/>
                <a:gd name="connsiteX33" fmla="*/ 5257357 w 6869011"/>
                <a:gd name="connsiteY33" fmla="*/ 452121 h 3812255"/>
                <a:gd name="connsiteX34" fmla="*/ 5045690 w 6869011"/>
                <a:gd name="connsiteY34" fmla="*/ 833121 h 3812255"/>
                <a:gd name="connsiteX35" fmla="*/ 4867890 w 6869011"/>
                <a:gd name="connsiteY35" fmla="*/ 985522 h 3812255"/>
                <a:gd name="connsiteX36" fmla="*/ 4455698 w 6869011"/>
                <a:gd name="connsiteY36" fmla="*/ 1018010 h 3812255"/>
                <a:gd name="connsiteX37" fmla="*/ 3786876 w 6869011"/>
                <a:gd name="connsiteY37" fmla="*/ 857442 h 3812255"/>
                <a:gd name="connsiteX38" fmla="*/ 3398065 w 6869011"/>
                <a:gd name="connsiteY38" fmla="*/ 831937 h 3812255"/>
                <a:gd name="connsiteX39" fmla="*/ 2729658 w 6869011"/>
                <a:gd name="connsiteY39" fmla="*/ 1324293 h 3812255"/>
                <a:gd name="connsiteX40" fmla="*/ 2051253 w 6869011"/>
                <a:gd name="connsiteY40" fmla="*/ 1975179 h 3812255"/>
                <a:gd name="connsiteX41" fmla="*/ 1304181 w 6869011"/>
                <a:gd name="connsiteY41" fmla="*/ 2775352 h 3812255"/>
                <a:gd name="connsiteX42" fmla="*/ 578812 w 6869011"/>
                <a:gd name="connsiteY42" fmla="*/ 3749596 h 3812255"/>
                <a:gd name="connsiteX43" fmla="*/ 57707 w 6869011"/>
                <a:gd name="connsiteY43" fmla="*/ 3750846 h 3812255"/>
                <a:gd name="connsiteX44" fmla="*/ 9972 w 6869011"/>
                <a:gd name="connsiteY44" fmla="*/ 3100089 h 3812255"/>
                <a:gd name="connsiteX45" fmla="*/ 23486 w 6869011"/>
                <a:gd name="connsiteY45" fmla="*/ 2361845 h 3812255"/>
                <a:gd name="connsiteX46" fmla="*/ 4591 w 6869011"/>
                <a:gd name="connsiteY46" fmla="*/ 1878604 h 3812255"/>
                <a:gd name="connsiteX0" fmla="*/ 14216 w 6869011"/>
                <a:gd name="connsiteY0" fmla="*/ 1867593 h 3812255"/>
                <a:gd name="connsiteX1" fmla="*/ 115317 w 6869011"/>
                <a:gd name="connsiteY1" fmla="*/ 1727301 h 3812255"/>
                <a:gd name="connsiteX2" fmla="*/ 125477 w 6869011"/>
                <a:gd name="connsiteY2" fmla="*/ 2802810 h 3812255"/>
                <a:gd name="connsiteX3" fmla="*/ 144723 w 6869011"/>
                <a:gd name="connsiteY3" fmla="*/ 3584555 h 3812255"/>
                <a:gd name="connsiteX4" fmla="*/ 606738 w 6869011"/>
                <a:gd name="connsiteY4" fmla="*/ 3573541 h 3812255"/>
                <a:gd name="connsiteX5" fmla="*/ 1107253 w 6869011"/>
                <a:gd name="connsiteY5" fmla="*/ 2846852 h 3812255"/>
                <a:gd name="connsiteX6" fmla="*/ 1925399 w 6869011"/>
                <a:gd name="connsiteY6" fmla="*/ 1955005 h 3812255"/>
                <a:gd name="connsiteX7" fmla="*/ 2561259 w 6869011"/>
                <a:gd name="connsiteY7" fmla="*/ 1341877 h 3812255"/>
                <a:gd name="connsiteX8" fmla="*/ 3406633 w 6869011"/>
                <a:gd name="connsiteY8" fmla="*/ 736610 h 3812255"/>
                <a:gd name="connsiteX9" fmla="*/ 4774757 w 6869011"/>
                <a:gd name="connsiteY9" fmla="*/ 909322 h 3812255"/>
                <a:gd name="connsiteX10" fmla="*/ 5274290 w 6869011"/>
                <a:gd name="connsiteY10" fmla="*/ 274322 h 3812255"/>
                <a:gd name="connsiteX11" fmla="*/ 5839441 w 6869011"/>
                <a:gd name="connsiteY11" fmla="*/ 172768 h 3812255"/>
                <a:gd name="connsiteX12" fmla="*/ 6269124 w 6869011"/>
                <a:gd name="connsiteY12" fmla="*/ 428302 h 3812255"/>
                <a:gd name="connsiteX13" fmla="*/ 6430346 w 6869011"/>
                <a:gd name="connsiteY13" fmla="*/ 623187 h 3812255"/>
                <a:gd name="connsiteX14" fmla="*/ 6582746 w 6869011"/>
                <a:gd name="connsiteY14" fmla="*/ 703089 h 3812255"/>
                <a:gd name="connsiteX15" fmla="*/ 6697046 w 6869011"/>
                <a:gd name="connsiteY15" fmla="*/ 674034 h 3812255"/>
                <a:gd name="connsiteX16" fmla="*/ 6726324 w 6869011"/>
                <a:gd name="connsiteY16" fmla="*/ 529995 h 3812255"/>
                <a:gd name="connsiteX17" fmla="*/ 6697047 w 6869011"/>
                <a:gd name="connsiteY17" fmla="*/ 390745 h 3812255"/>
                <a:gd name="connsiteX18" fmla="*/ 6627198 w 6869011"/>
                <a:gd name="connsiteY18" fmla="*/ 303578 h 3812255"/>
                <a:gd name="connsiteX19" fmla="*/ 6582748 w 6869011"/>
                <a:gd name="connsiteY19" fmla="*/ 194620 h 3812255"/>
                <a:gd name="connsiteX20" fmla="*/ 6563698 w 6869011"/>
                <a:gd name="connsiteY20" fmla="*/ 27550 h 3812255"/>
                <a:gd name="connsiteX21" fmla="*/ 6709747 w 6869011"/>
                <a:gd name="connsiteY21" fmla="*/ 13025 h 3812255"/>
                <a:gd name="connsiteX22" fmla="*/ 6861790 w 6869011"/>
                <a:gd name="connsiteY22" fmla="*/ 26287 h 3812255"/>
                <a:gd name="connsiteX23" fmla="*/ 6843098 w 6869011"/>
                <a:gd name="connsiteY23" fmla="*/ 252730 h 3812255"/>
                <a:gd name="connsiteX24" fmla="*/ 6798648 w 6869011"/>
                <a:gd name="connsiteY24" fmla="*/ 405271 h 3812255"/>
                <a:gd name="connsiteX25" fmla="*/ 6785947 w 6869011"/>
                <a:gd name="connsiteY25" fmla="*/ 659506 h 3812255"/>
                <a:gd name="connsiteX26" fmla="*/ 6709747 w 6869011"/>
                <a:gd name="connsiteY26" fmla="*/ 775729 h 3812255"/>
                <a:gd name="connsiteX27" fmla="*/ 6599324 w 6869011"/>
                <a:gd name="connsiteY27" fmla="*/ 797321 h 3812255"/>
                <a:gd name="connsiteX28" fmla="*/ 6385539 w 6869011"/>
                <a:gd name="connsiteY28" fmla="*/ 712560 h 3812255"/>
                <a:gd name="connsiteX29" fmla="*/ 6119197 w 6869011"/>
                <a:gd name="connsiteY29" fmla="*/ 398005 h 3812255"/>
                <a:gd name="connsiteX30" fmla="*/ 5881774 w 6869011"/>
                <a:gd name="connsiteY30" fmla="*/ 276774 h 3812255"/>
                <a:gd name="connsiteX31" fmla="*/ 5557924 w 6869011"/>
                <a:gd name="connsiteY31" fmla="*/ 257389 h 3812255"/>
                <a:gd name="connsiteX32" fmla="*/ 5375890 w 6869011"/>
                <a:gd name="connsiteY32" fmla="*/ 333589 h 3812255"/>
                <a:gd name="connsiteX33" fmla="*/ 5257357 w 6869011"/>
                <a:gd name="connsiteY33" fmla="*/ 452121 h 3812255"/>
                <a:gd name="connsiteX34" fmla="*/ 5045690 w 6869011"/>
                <a:gd name="connsiteY34" fmla="*/ 833121 h 3812255"/>
                <a:gd name="connsiteX35" fmla="*/ 4867890 w 6869011"/>
                <a:gd name="connsiteY35" fmla="*/ 985522 h 3812255"/>
                <a:gd name="connsiteX36" fmla="*/ 4455698 w 6869011"/>
                <a:gd name="connsiteY36" fmla="*/ 1018010 h 3812255"/>
                <a:gd name="connsiteX37" fmla="*/ 3786876 w 6869011"/>
                <a:gd name="connsiteY37" fmla="*/ 857442 h 3812255"/>
                <a:gd name="connsiteX38" fmla="*/ 3398065 w 6869011"/>
                <a:gd name="connsiteY38" fmla="*/ 831937 h 3812255"/>
                <a:gd name="connsiteX39" fmla="*/ 2729658 w 6869011"/>
                <a:gd name="connsiteY39" fmla="*/ 1324293 h 3812255"/>
                <a:gd name="connsiteX40" fmla="*/ 2051253 w 6869011"/>
                <a:gd name="connsiteY40" fmla="*/ 1975179 h 3812255"/>
                <a:gd name="connsiteX41" fmla="*/ 1304181 w 6869011"/>
                <a:gd name="connsiteY41" fmla="*/ 2775352 h 3812255"/>
                <a:gd name="connsiteX42" fmla="*/ 578812 w 6869011"/>
                <a:gd name="connsiteY42" fmla="*/ 3749596 h 3812255"/>
                <a:gd name="connsiteX43" fmla="*/ 57707 w 6869011"/>
                <a:gd name="connsiteY43" fmla="*/ 3750846 h 3812255"/>
                <a:gd name="connsiteX44" fmla="*/ 9972 w 6869011"/>
                <a:gd name="connsiteY44" fmla="*/ 3100089 h 3812255"/>
                <a:gd name="connsiteX45" fmla="*/ 23486 w 6869011"/>
                <a:gd name="connsiteY45" fmla="*/ 2361845 h 3812255"/>
                <a:gd name="connsiteX46" fmla="*/ 14216 w 6869011"/>
                <a:gd name="connsiteY46" fmla="*/ 1867593 h 3812255"/>
                <a:gd name="connsiteX0" fmla="*/ 14216 w 6869011"/>
                <a:gd name="connsiteY0" fmla="*/ 1867593 h 3812255"/>
                <a:gd name="connsiteX1" fmla="*/ 115317 w 6869011"/>
                <a:gd name="connsiteY1" fmla="*/ 1727301 h 3812255"/>
                <a:gd name="connsiteX2" fmla="*/ 125477 w 6869011"/>
                <a:gd name="connsiteY2" fmla="*/ 2802810 h 3812255"/>
                <a:gd name="connsiteX3" fmla="*/ 144723 w 6869011"/>
                <a:gd name="connsiteY3" fmla="*/ 3584555 h 3812255"/>
                <a:gd name="connsiteX4" fmla="*/ 606738 w 6869011"/>
                <a:gd name="connsiteY4" fmla="*/ 3573541 h 3812255"/>
                <a:gd name="connsiteX5" fmla="*/ 1107253 w 6869011"/>
                <a:gd name="connsiteY5" fmla="*/ 2846852 h 3812255"/>
                <a:gd name="connsiteX6" fmla="*/ 1925399 w 6869011"/>
                <a:gd name="connsiteY6" fmla="*/ 1955005 h 3812255"/>
                <a:gd name="connsiteX7" fmla="*/ 2561259 w 6869011"/>
                <a:gd name="connsiteY7" fmla="*/ 1341877 h 3812255"/>
                <a:gd name="connsiteX8" fmla="*/ 3406633 w 6869011"/>
                <a:gd name="connsiteY8" fmla="*/ 736610 h 3812255"/>
                <a:gd name="connsiteX9" fmla="*/ 4774757 w 6869011"/>
                <a:gd name="connsiteY9" fmla="*/ 909322 h 3812255"/>
                <a:gd name="connsiteX10" fmla="*/ 5274290 w 6869011"/>
                <a:gd name="connsiteY10" fmla="*/ 274322 h 3812255"/>
                <a:gd name="connsiteX11" fmla="*/ 5839441 w 6869011"/>
                <a:gd name="connsiteY11" fmla="*/ 172768 h 3812255"/>
                <a:gd name="connsiteX12" fmla="*/ 6269124 w 6869011"/>
                <a:gd name="connsiteY12" fmla="*/ 428302 h 3812255"/>
                <a:gd name="connsiteX13" fmla="*/ 6430346 w 6869011"/>
                <a:gd name="connsiteY13" fmla="*/ 623187 h 3812255"/>
                <a:gd name="connsiteX14" fmla="*/ 6582746 w 6869011"/>
                <a:gd name="connsiteY14" fmla="*/ 703089 h 3812255"/>
                <a:gd name="connsiteX15" fmla="*/ 6697046 w 6869011"/>
                <a:gd name="connsiteY15" fmla="*/ 674034 h 3812255"/>
                <a:gd name="connsiteX16" fmla="*/ 6726324 w 6869011"/>
                <a:gd name="connsiteY16" fmla="*/ 529995 h 3812255"/>
                <a:gd name="connsiteX17" fmla="*/ 6697047 w 6869011"/>
                <a:gd name="connsiteY17" fmla="*/ 390745 h 3812255"/>
                <a:gd name="connsiteX18" fmla="*/ 6627198 w 6869011"/>
                <a:gd name="connsiteY18" fmla="*/ 303578 h 3812255"/>
                <a:gd name="connsiteX19" fmla="*/ 6582748 w 6869011"/>
                <a:gd name="connsiteY19" fmla="*/ 194620 h 3812255"/>
                <a:gd name="connsiteX20" fmla="*/ 6563698 w 6869011"/>
                <a:gd name="connsiteY20" fmla="*/ 27550 h 3812255"/>
                <a:gd name="connsiteX21" fmla="*/ 6709747 w 6869011"/>
                <a:gd name="connsiteY21" fmla="*/ 13025 h 3812255"/>
                <a:gd name="connsiteX22" fmla="*/ 6861790 w 6869011"/>
                <a:gd name="connsiteY22" fmla="*/ 26287 h 3812255"/>
                <a:gd name="connsiteX23" fmla="*/ 6843098 w 6869011"/>
                <a:gd name="connsiteY23" fmla="*/ 252730 h 3812255"/>
                <a:gd name="connsiteX24" fmla="*/ 6798648 w 6869011"/>
                <a:gd name="connsiteY24" fmla="*/ 405271 h 3812255"/>
                <a:gd name="connsiteX25" fmla="*/ 6785947 w 6869011"/>
                <a:gd name="connsiteY25" fmla="*/ 659506 h 3812255"/>
                <a:gd name="connsiteX26" fmla="*/ 6709747 w 6869011"/>
                <a:gd name="connsiteY26" fmla="*/ 775729 h 3812255"/>
                <a:gd name="connsiteX27" fmla="*/ 6599324 w 6869011"/>
                <a:gd name="connsiteY27" fmla="*/ 797321 h 3812255"/>
                <a:gd name="connsiteX28" fmla="*/ 6385539 w 6869011"/>
                <a:gd name="connsiteY28" fmla="*/ 712560 h 3812255"/>
                <a:gd name="connsiteX29" fmla="*/ 6119197 w 6869011"/>
                <a:gd name="connsiteY29" fmla="*/ 398005 h 3812255"/>
                <a:gd name="connsiteX30" fmla="*/ 5881774 w 6869011"/>
                <a:gd name="connsiteY30" fmla="*/ 276774 h 3812255"/>
                <a:gd name="connsiteX31" fmla="*/ 5557924 w 6869011"/>
                <a:gd name="connsiteY31" fmla="*/ 257389 h 3812255"/>
                <a:gd name="connsiteX32" fmla="*/ 5375890 w 6869011"/>
                <a:gd name="connsiteY32" fmla="*/ 333589 h 3812255"/>
                <a:gd name="connsiteX33" fmla="*/ 5257357 w 6869011"/>
                <a:gd name="connsiteY33" fmla="*/ 452121 h 3812255"/>
                <a:gd name="connsiteX34" fmla="*/ 5045690 w 6869011"/>
                <a:gd name="connsiteY34" fmla="*/ 833121 h 3812255"/>
                <a:gd name="connsiteX35" fmla="*/ 4867890 w 6869011"/>
                <a:gd name="connsiteY35" fmla="*/ 985522 h 3812255"/>
                <a:gd name="connsiteX36" fmla="*/ 4455698 w 6869011"/>
                <a:gd name="connsiteY36" fmla="*/ 1018010 h 3812255"/>
                <a:gd name="connsiteX37" fmla="*/ 3786876 w 6869011"/>
                <a:gd name="connsiteY37" fmla="*/ 857442 h 3812255"/>
                <a:gd name="connsiteX38" fmla="*/ 3398065 w 6869011"/>
                <a:gd name="connsiteY38" fmla="*/ 831937 h 3812255"/>
                <a:gd name="connsiteX39" fmla="*/ 2729658 w 6869011"/>
                <a:gd name="connsiteY39" fmla="*/ 1324293 h 3812255"/>
                <a:gd name="connsiteX40" fmla="*/ 2051253 w 6869011"/>
                <a:gd name="connsiteY40" fmla="*/ 1975179 h 3812255"/>
                <a:gd name="connsiteX41" fmla="*/ 1304181 w 6869011"/>
                <a:gd name="connsiteY41" fmla="*/ 2775352 h 3812255"/>
                <a:gd name="connsiteX42" fmla="*/ 578812 w 6869011"/>
                <a:gd name="connsiteY42" fmla="*/ 3749596 h 3812255"/>
                <a:gd name="connsiteX43" fmla="*/ 57707 w 6869011"/>
                <a:gd name="connsiteY43" fmla="*/ 3750846 h 3812255"/>
                <a:gd name="connsiteX44" fmla="*/ 9972 w 6869011"/>
                <a:gd name="connsiteY44" fmla="*/ 3100089 h 3812255"/>
                <a:gd name="connsiteX45" fmla="*/ 13326 w 6869011"/>
                <a:gd name="connsiteY45" fmla="*/ 2338601 h 3812255"/>
                <a:gd name="connsiteX46" fmla="*/ 14216 w 6869011"/>
                <a:gd name="connsiteY46" fmla="*/ 1867593 h 3812255"/>
                <a:gd name="connsiteX0" fmla="*/ 14216 w 6869011"/>
                <a:gd name="connsiteY0" fmla="*/ 1867593 h 3812255"/>
                <a:gd name="connsiteX1" fmla="*/ 115317 w 6869011"/>
                <a:gd name="connsiteY1" fmla="*/ 1727301 h 3812255"/>
                <a:gd name="connsiteX2" fmla="*/ 125477 w 6869011"/>
                <a:gd name="connsiteY2" fmla="*/ 2802810 h 3812255"/>
                <a:gd name="connsiteX3" fmla="*/ 144723 w 6869011"/>
                <a:gd name="connsiteY3" fmla="*/ 3584555 h 3812255"/>
                <a:gd name="connsiteX4" fmla="*/ 606738 w 6869011"/>
                <a:gd name="connsiteY4" fmla="*/ 3573541 h 3812255"/>
                <a:gd name="connsiteX5" fmla="*/ 1107253 w 6869011"/>
                <a:gd name="connsiteY5" fmla="*/ 2846852 h 3812255"/>
                <a:gd name="connsiteX6" fmla="*/ 1925399 w 6869011"/>
                <a:gd name="connsiteY6" fmla="*/ 1955005 h 3812255"/>
                <a:gd name="connsiteX7" fmla="*/ 2561259 w 6869011"/>
                <a:gd name="connsiteY7" fmla="*/ 1341877 h 3812255"/>
                <a:gd name="connsiteX8" fmla="*/ 3406633 w 6869011"/>
                <a:gd name="connsiteY8" fmla="*/ 736610 h 3812255"/>
                <a:gd name="connsiteX9" fmla="*/ 4774757 w 6869011"/>
                <a:gd name="connsiteY9" fmla="*/ 909322 h 3812255"/>
                <a:gd name="connsiteX10" fmla="*/ 5274290 w 6869011"/>
                <a:gd name="connsiteY10" fmla="*/ 274322 h 3812255"/>
                <a:gd name="connsiteX11" fmla="*/ 5839441 w 6869011"/>
                <a:gd name="connsiteY11" fmla="*/ 172768 h 3812255"/>
                <a:gd name="connsiteX12" fmla="*/ 6269124 w 6869011"/>
                <a:gd name="connsiteY12" fmla="*/ 428302 h 3812255"/>
                <a:gd name="connsiteX13" fmla="*/ 6430346 w 6869011"/>
                <a:gd name="connsiteY13" fmla="*/ 623187 h 3812255"/>
                <a:gd name="connsiteX14" fmla="*/ 6582746 w 6869011"/>
                <a:gd name="connsiteY14" fmla="*/ 703089 h 3812255"/>
                <a:gd name="connsiteX15" fmla="*/ 6697046 w 6869011"/>
                <a:gd name="connsiteY15" fmla="*/ 674034 h 3812255"/>
                <a:gd name="connsiteX16" fmla="*/ 6726324 w 6869011"/>
                <a:gd name="connsiteY16" fmla="*/ 529995 h 3812255"/>
                <a:gd name="connsiteX17" fmla="*/ 6697047 w 6869011"/>
                <a:gd name="connsiteY17" fmla="*/ 390745 h 3812255"/>
                <a:gd name="connsiteX18" fmla="*/ 6627198 w 6869011"/>
                <a:gd name="connsiteY18" fmla="*/ 303578 h 3812255"/>
                <a:gd name="connsiteX19" fmla="*/ 6582748 w 6869011"/>
                <a:gd name="connsiteY19" fmla="*/ 194620 h 3812255"/>
                <a:gd name="connsiteX20" fmla="*/ 6563698 w 6869011"/>
                <a:gd name="connsiteY20" fmla="*/ 27550 h 3812255"/>
                <a:gd name="connsiteX21" fmla="*/ 6709747 w 6869011"/>
                <a:gd name="connsiteY21" fmla="*/ 13025 h 3812255"/>
                <a:gd name="connsiteX22" fmla="*/ 6861790 w 6869011"/>
                <a:gd name="connsiteY22" fmla="*/ 26287 h 3812255"/>
                <a:gd name="connsiteX23" fmla="*/ 6843098 w 6869011"/>
                <a:gd name="connsiteY23" fmla="*/ 252730 h 3812255"/>
                <a:gd name="connsiteX24" fmla="*/ 6798648 w 6869011"/>
                <a:gd name="connsiteY24" fmla="*/ 405271 h 3812255"/>
                <a:gd name="connsiteX25" fmla="*/ 6785947 w 6869011"/>
                <a:gd name="connsiteY25" fmla="*/ 659506 h 3812255"/>
                <a:gd name="connsiteX26" fmla="*/ 6709747 w 6869011"/>
                <a:gd name="connsiteY26" fmla="*/ 775729 h 3812255"/>
                <a:gd name="connsiteX27" fmla="*/ 6599324 w 6869011"/>
                <a:gd name="connsiteY27" fmla="*/ 797321 h 3812255"/>
                <a:gd name="connsiteX28" fmla="*/ 6385539 w 6869011"/>
                <a:gd name="connsiteY28" fmla="*/ 712560 h 3812255"/>
                <a:gd name="connsiteX29" fmla="*/ 6119197 w 6869011"/>
                <a:gd name="connsiteY29" fmla="*/ 398005 h 3812255"/>
                <a:gd name="connsiteX30" fmla="*/ 5881774 w 6869011"/>
                <a:gd name="connsiteY30" fmla="*/ 276774 h 3812255"/>
                <a:gd name="connsiteX31" fmla="*/ 5557924 w 6869011"/>
                <a:gd name="connsiteY31" fmla="*/ 257389 h 3812255"/>
                <a:gd name="connsiteX32" fmla="*/ 5375890 w 6869011"/>
                <a:gd name="connsiteY32" fmla="*/ 333589 h 3812255"/>
                <a:gd name="connsiteX33" fmla="*/ 5257357 w 6869011"/>
                <a:gd name="connsiteY33" fmla="*/ 452121 h 3812255"/>
                <a:gd name="connsiteX34" fmla="*/ 5045690 w 6869011"/>
                <a:gd name="connsiteY34" fmla="*/ 833121 h 3812255"/>
                <a:gd name="connsiteX35" fmla="*/ 4867890 w 6869011"/>
                <a:gd name="connsiteY35" fmla="*/ 985522 h 3812255"/>
                <a:gd name="connsiteX36" fmla="*/ 4455698 w 6869011"/>
                <a:gd name="connsiteY36" fmla="*/ 1018010 h 3812255"/>
                <a:gd name="connsiteX37" fmla="*/ 3786876 w 6869011"/>
                <a:gd name="connsiteY37" fmla="*/ 857442 h 3812255"/>
                <a:gd name="connsiteX38" fmla="*/ 3398065 w 6869011"/>
                <a:gd name="connsiteY38" fmla="*/ 831937 h 3812255"/>
                <a:gd name="connsiteX39" fmla="*/ 2729658 w 6869011"/>
                <a:gd name="connsiteY39" fmla="*/ 1324293 h 3812255"/>
                <a:gd name="connsiteX40" fmla="*/ 2051253 w 6869011"/>
                <a:gd name="connsiteY40" fmla="*/ 1975179 h 3812255"/>
                <a:gd name="connsiteX41" fmla="*/ 1304181 w 6869011"/>
                <a:gd name="connsiteY41" fmla="*/ 2775352 h 3812255"/>
                <a:gd name="connsiteX42" fmla="*/ 578812 w 6869011"/>
                <a:gd name="connsiteY42" fmla="*/ 3749596 h 3812255"/>
                <a:gd name="connsiteX43" fmla="*/ 57707 w 6869011"/>
                <a:gd name="connsiteY43" fmla="*/ 3750846 h 3812255"/>
                <a:gd name="connsiteX44" fmla="*/ 9972 w 6869011"/>
                <a:gd name="connsiteY44" fmla="*/ 3100089 h 3812255"/>
                <a:gd name="connsiteX45" fmla="*/ 33646 w 6869011"/>
                <a:gd name="connsiteY45" fmla="*/ 2344412 h 3812255"/>
                <a:gd name="connsiteX46" fmla="*/ 14216 w 6869011"/>
                <a:gd name="connsiteY46" fmla="*/ 1867593 h 3812255"/>
                <a:gd name="connsiteX0" fmla="*/ 14216 w 6869011"/>
                <a:gd name="connsiteY0" fmla="*/ 1867593 h 3812255"/>
                <a:gd name="connsiteX1" fmla="*/ 115317 w 6869011"/>
                <a:gd name="connsiteY1" fmla="*/ 1727301 h 3812255"/>
                <a:gd name="connsiteX2" fmla="*/ 125477 w 6869011"/>
                <a:gd name="connsiteY2" fmla="*/ 2802810 h 3812255"/>
                <a:gd name="connsiteX3" fmla="*/ 144723 w 6869011"/>
                <a:gd name="connsiteY3" fmla="*/ 3584555 h 3812255"/>
                <a:gd name="connsiteX4" fmla="*/ 606738 w 6869011"/>
                <a:gd name="connsiteY4" fmla="*/ 3573541 h 3812255"/>
                <a:gd name="connsiteX5" fmla="*/ 1107253 w 6869011"/>
                <a:gd name="connsiteY5" fmla="*/ 2846852 h 3812255"/>
                <a:gd name="connsiteX6" fmla="*/ 1925399 w 6869011"/>
                <a:gd name="connsiteY6" fmla="*/ 1955005 h 3812255"/>
                <a:gd name="connsiteX7" fmla="*/ 2561259 w 6869011"/>
                <a:gd name="connsiteY7" fmla="*/ 1341877 h 3812255"/>
                <a:gd name="connsiteX8" fmla="*/ 3406633 w 6869011"/>
                <a:gd name="connsiteY8" fmla="*/ 736610 h 3812255"/>
                <a:gd name="connsiteX9" fmla="*/ 4774757 w 6869011"/>
                <a:gd name="connsiteY9" fmla="*/ 909322 h 3812255"/>
                <a:gd name="connsiteX10" fmla="*/ 5274290 w 6869011"/>
                <a:gd name="connsiteY10" fmla="*/ 274322 h 3812255"/>
                <a:gd name="connsiteX11" fmla="*/ 5839441 w 6869011"/>
                <a:gd name="connsiteY11" fmla="*/ 172768 h 3812255"/>
                <a:gd name="connsiteX12" fmla="*/ 6269124 w 6869011"/>
                <a:gd name="connsiteY12" fmla="*/ 428302 h 3812255"/>
                <a:gd name="connsiteX13" fmla="*/ 6430346 w 6869011"/>
                <a:gd name="connsiteY13" fmla="*/ 623187 h 3812255"/>
                <a:gd name="connsiteX14" fmla="*/ 6582746 w 6869011"/>
                <a:gd name="connsiteY14" fmla="*/ 703089 h 3812255"/>
                <a:gd name="connsiteX15" fmla="*/ 6697046 w 6869011"/>
                <a:gd name="connsiteY15" fmla="*/ 674034 h 3812255"/>
                <a:gd name="connsiteX16" fmla="*/ 6726324 w 6869011"/>
                <a:gd name="connsiteY16" fmla="*/ 529995 h 3812255"/>
                <a:gd name="connsiteX17" fmla="*/ 6697047 w 6869011"/>
                <a:gd name="connsiteY17" fmla="*/ 390745 h 3812255"/>
                <a:gd name="connsiteX18" fmla="*/ 6627198 w 6869011"/>
                <a:gd name="connsiteY18" fmla="*/ 303578 h 3812255"/>
                <a:gd name="connsiteX19" fmla="*/ 6582748 w 6869011"/>
                <a:gd name="connsiteY19" fmla="*/ 194620 h 3812255"/>
                <a:gd name="connsiteX20" fmla="*/ 6563698 w 6869011"/>
                <a:gd name="connsiteY20" fmla="*/ 27550 h 3812255"/>
                <a:gd name="connsiteX21" fmla="*/ 6709747 w 6869011"/>
                <a:gd name="connsiteY21" fmla="*/ 13025 h 3812255"/>
                <a:gd name="connsiteX22" fmla="*/ 6861790 w 6869011"/>
                <a:gd name="connsiteY22" fmla="*/ 26287 h 3812255"/>
                <a:gd name="connsiteX23" fmla="*/ 6843098 w 6869011"/>
                <a:gd name="connsiteY23" fmla="*/ 252730 h 3812255"/>
                <a:gd name="connsiteX24" fmla="*/ 6798648 w 6869011"/>
                <a:gd name="connsiteY24" fmla="*/ 405271 h 3812255"/>
                <a:gd name="connsiteX25" fmla="*/ 6785947 w 6869011"/>
                <a:gd name="connsiteY25" fmla="*/ 659506 h 3812255"/>
                <a:gd name="connsiteX26" fmla="*/ 6709747 w 6869011"/>
                <a:gd name="connsiteY26" fmla="*/ 775729 h 3812255"/>
                <a:gd name="connsiteX27" fmla="*/ 6599324 w 6869011"/>
                <a:gd name="connsiteY27" fmla="*/ 797321 h 3812255"/>
                <a:gd name="connsiteX28" fmla="*/ 6385539 w 6869011"/>
                <a:gd name="connsiteY28" fmla="*/ 712560 h 3812255"/>
                <a:gd name="connsiteX29" fmla="*/ 6119197 w 6869011"/>
                <a:gd name="connsiteY29" fmla="*/ 398005 h 3812255"/>
                <a:gd name="connsiteX30" fmla="*/ 5881774 w 6869011"/>
                <a:gd name="connsiteY30" fmla="*/ 276774 h 3812255"/>
                <a:gd name="connsiteX31" fmla="*/ 5557924 w 6869011"/>
                <a:gd name="connsiteY31" fmla="*/ 257389 h 3812255"/>
                <a:gd name="connsiteX32" fmla="*/ 5375890 w 6869011"/>
                <a:gd name="connsiteY32" fmla="*/ 333589 h 3812255"/>
                <a:gd name="connsiteX33" fmla="*/ 5257357 w 6869011"/>
                <a:gd name="connsiteY33" fmla="*/ 452121 h 3812255"/>
                <a:gd name="connsiteX34" fmla="*/ 5045690 w 6869011"/>
                <a:gd name="connsiteY34" fmla="*/ 833121 h 3812255"/>
                <a:gd name="connsiteX35" fmla="*/ 4867890 w 6869011"/>
                <a:gd name="connsiteY35" fmla="*/ 985522 h 3812255"/>
                <a:gd name="connsiteX36" fmla="*/ 4455698 w 6869011"/>
                <a:gd name="connsiteY36" fmla="*/ 1018010 h 3812255"/>
                <a:gd name="connsiteX37" fmla="*/ 3786876 w 6869011"/>
                <a:gd name="connsiteY37" fmla="*/ 857442 h 3812255"/>
                <a:gd name="connsiteX38" fmla="*/ 3398065 w 6869011"/>
                <a:gd name="connsiteY38" fmla="*/ 831937 h 3812255"/>
                <a:gd name="connsiteX39" fmla="*/ 2729658 w 6869011"/>
                <a:gd name="connsiteY39" fmla="*/ 1324293 h 3812255"/>
                <a:gd name="connsiteX40" fmla="*/ 2051253 w 6869011"/>
                <a:gd name="connsiteY40" fmla="*/ 1975179 h 3812255"/>
                <a:gd name="connsiteX41" fmla="*/ 1304181 w 6869011"/>
                <a:gd name="connsiteY41" fmla="*/ 2775352 h 3812255"/>
                <a:gd name="connsiteX42" fmla="*/ 578812 w 6869011"/>
                <a:gd name="connsiteY42" fmla="*/ 3749596 h 3812255"/>
                <a:gd name="connsiteX43" fmla="*/ 57707 w 6869011"/>
                <a:gd name="connsiteY43" fmla="*/ 3750846 h 3812255"/>
                <a:gd name="connsiteX44" fmla="*/ 9972 w 6869011"/>
                <a:gd name="connsiteY44" fmla="*/ 3100089 h 3812255"/>
                <a:gd name="connsiteX45" fmla="*/ 33646 w 6869011"/>
                <a:gd name="connsiteY45" fmla="*/ 2344412 h 3812255"/>
                <a:gd name="connsiteX46" fmla="*/ 14216 w 6869011"/>
                <a:gd name="connsiteY46" fmla="*/ 1867593 h 3812255"/>
                <a:gd name="connsiteX0" fmla="*/ 10223 w 6865018"/>
                <a:gd name="connsiteY0" fmla="*/ 1867593 h 3812255"/>
                <a:gd name="connsiteX1" fmla="*/ 111324 w 6865018"/>
                <a:gd name="connsiteY1" fmla="*/ 1727301 h 3812255"/>
                <a:gd name="connsiteX2" fmla="*/ 121484 w 6865018"/>
                <a:gd name="connsiteY2" fmla="*/ 2802810 h 3812255"/>
                <a:gd name="connsiteX3" fmla="*/ 140730 w 6865018"/>
                <a:gd name="connsiteY3" fmla="*/ 3584555 h 3812255"/>
                <a:gd name="connsiteX4" fmla="*/ 602745 w 6865018"/>
                <a:gd name="connsiteY4" fmla="*/ 3573541 h 3812255"/>
                <a:gd name="connsiteX5" fmla="*/ 1103260 w 6865018"/>
                <a:gd name="connsiteY5" fmla="*/ 2846852 h 3812255"/>
                <a:gd name="connsiteX6" fmla="*/ 1921406 w 6865018"/>
                <a:gd name="connsiteY6" fmla="*/ 1955005 h 3812255"/>
                <a:gd name="connsiteX7" fmla="*/ 2557266 w 6865018"/>
                <a:gd name="connsiteY7" fmla="*/ 1341877 h 3812255"/>
                <a:gd name="connsiteX8" fmla="*/ 3402640 w 6865018"/>
                <a:gd name="connsiteY8" fmla="*/ 736610 h 3812255"/>
                <a:gd name="connsiteX9" fmla="*/ 4770764 w 6865018"/>
                <a:gd name="connsiteY9" fmla="*/ 909322 h 3812255"/>
                <a:gd name="connsiteX10" fmla="*/ 5270297 w 6865018"/>
                <a:gd name="connsiteY10" fmla="*/ 274322 h 3812255"/>
                <a:gd name="connsiteX11" fmla="*/ 5835448 w 6865018"/>
                <a:gd name="connsiteY11" fmla="*/ 172768 h 3812255"/>
                <a:gd name="connsiteX12" fmla="*/ 6265131 w 6865018"/>
                <a:gd name="connsiteY12" fmla="*/ 428302 h 3812255"/>
                <a:gd name="connsiteX13" fmla="*/ 6426353 w 6865018"/>
                <a:gd name="connsiteY13" fmla="*/ 623187 h 3812255"/>
                <a:gd name="connsiteX14" fmla="*/ 6578753 w 6865018"/>
                <a:gd name="connsiteY14" fmla="*/ 703089 h 3812255"/>
                <a:gd name="connsiteX15" fmla="*/ 6693053 w 6865018"/>
                <a:gd name="connsiteY15" fmla="*/ 674034 h 3812255"/>
                <a:gd name="connsiteX16" fmla="*/ 6722331 w 6865018"/>
                <a:gd name="connsiteY16" fmla="*/ 529995 h 3812255"/>
                <a:gd name="connsiteX17" fmla="*/ 6693054 w 6865018"/>
                <a:gd name="connsiteY17" fmla="*/ 390745 h 3812255"/>
                <a:gd name="connsiteX18" fmla="*/ 6623205 w 6865018"/>
                <a:gd name="connsiteY18" fmla="*/ 303578 h 3812255"/>
                <a:gd name="connsiteX19" fmla="*/ 6578755 w 6865018"/>
                <a:gd name="connsiteY19" fmla="*/ 194620 h 3812255"/>
                <a:gd name="connsiteX20" fmla="*/ 6559705 w 6865018"/>
                <a:gd name="connsiteY20" fmla="*/ 27550 h 3812255"/>
                <a:gd name="connsiteX21" fmla="*/ 6705754 w 6865018"/>
                <a:gd name="connsiteY21" fmla="*/ 13025 h 3812255"/>
                <a:gd name="connsiteX22" fmla="*/ 6857797 w 6865018"/>
                <a:gd name="connsiteY22" fmla="*/ 26287 h 3812255"/>
                <a:gd name="connsiteX23" fmla="*/ 6839105 w 6865018"/>
                <a:gd name="connsiteY23" fmla="*/ 252730 h 3812255"/>
                <a:gd name="connsiteX24" fmla="*/ 6794655 w 6865018"/>
                <a:gd name="connsiteY24" fmla="*/ 405271 h 3812255"/>
                <a:gd name="connsiteX25" fmla="*/ 6781954 w 6865018"/>
                <a:gd name="connsiteY25" fmla="*/ 659506 h 3812255"/>
                <a:gd name="connsiteX26" fmla="*/ 6705754 w 6865018"/>
                <a:gd name="connsiteY26" fmla="*/ 775729 h 3812255"/>
                <a:gd name="connsiteX27" fmla="*/ 6595331 w 6865018"/>
                <a:gd name="connsiteY27" fmla="*/ 797321 h 3812255"/>
                <a:gd name="connsiteX28" fmla="*/ 6381546 w 6865018"/>
                <a:gd name="connsiteY28" fmla="*/ 712560 h 3812255"/>
                <a:gd name="connsiteX29" fmla="*/ 6115204 w 6865018"/>
                <a:gd name="connsiteY29" fmla="*/ 398005 h 3812255"/>
                <a:gd name="connsiteX30" fmla="*/ 5877781 w 6865018"/>
                <a:gd name="connsiteY30" fmla="*/ 276774 h 3812255"/>
                <a:gd name="connsiteX31" fmla="*/ 5553931 w 6865018"/>
                <a:gd name="connsiteY31" fmla="*/ 257389 h 3812255"/>
                <a:gd name="connsiteX32" fmla="*/ 5371897 w 6865018"/>
                <a:gd name="connsiteY32" fmla="*/ 333589 h 3812255"/>
                <a:gd name="connsiteX33" fmla="*/ 5253364 w 6865018"/>
                <a:gd name="connsiteY33" fmla="*/ 452121 h 3812255"/>
                <a:gd name="connsiteX34" fmla="*/ 5041697 w 6865018"/>
                <a:gd name="connsiteY34" fmla="*/ 833121 h 3812255"/>
                <a:gd name="connsiteX35" fmla="*/ 4863897 w 6865018"/>
                <a:gd name="connsiteY35" fmla="*/ 985522 h 3812255"/>
                <a:gd name="connsiteX36" fmla="*/ 4451705 w 6865018"/>
                <a:gd name="connsiteY36" fmla="*/ 1018010 h 3812255"/>
                <a:gd name="connsiteX37" fmla="*/ 3782883 w 6865018"/>
                <a:gd name="connsiteY37" fmla="*/ 857442 h 3812255"/>
                <a:gd name="connsiteX38" fmla="*/ 3394072 w 6865018"/>
                <a:gd name="connsiteY38" fmla="*/ 831937 h 3812255"/>
                <a:gd name="connsiteX39" fmla="*/ 2725665 w 6865018"/>
                <a:gd name="connsiteY39" fmla="*/ 1324293 h 3812255"/>
                <a:gd name="connsiteX40" fmla="*/ 2047260 w 6865018"/>
                <a:gd name="connsiteY40" fmla="*/ 1975179 h 3812255"/>
                <a:gd name="connsiteX41" fmla="*/ 1300188 w 6865018"/>
                <a:gd name="connsiteY41" fmla="*/ 2775352 h 3812255"/>
                <a:gd name="connsiteX42" fmla="*/ 574819 w 6865018"/>
                <a:gd name="connsiteY42" fmla="*/ 3749596 h 3812255"/>
                <a:gd name="connsiteX43" fmla="*/ 53714 w 6865018"/>
                <a:gd name="connsiteY43" fmla="*/ 3750846 h 3812255"/>
                <a:gd name="connsiteX44" fmla="*/ 16139 w 6865018"/>
                <a:gd name="connsiteY44" fmla="*/ 3204689 h 3812255"/>
                <a:gd name="connsiteX45" fmla="*/ 29653 w 6865018"/>
                <a:gd name="connsiteY45" fmla="*/ 2344412 h 3812255"/>
                <a:gd name="connsiteX46" fmla="*/ 10223 w 6865018"/>
                <a:gd name="connsiteY46" fmla="*/ 1867593 h 3812255"/>
                <a:gd name="connsiteX0" fmla="*/ 10223 w 6865018"/>
                <a:gd name="connsiteY0" fmla="*/ 1867593 h 3812255"/>
                <a:gd name="connsiteX1" fmla="*/ 111324 w 6865018"/>
                <a:gd name="connsiteY1" fmla="*/ 1727301 h 3812255"/>
                <a:gd name="connsiteX2" fmla="*/ 121484 w 6865018"/>
                <a:gd name="connsiteY2" fmla="*/ 2802810 h 3812255"/>
                <a:gd name="connsiteX3" fmla="*/ 140730 w 6865018"/>
                <a:gd name="connsiteY3" fmla="*/ 3584555 h 3812255"/>
                <a:gd name="connsiteX4" fmla="*/ 602745 w 6865018"/>
                <a:gd name="connsiteY4" fmla="*/ 3573541 h 3812255"/>
                <a:gd name="connsiteX5" fmla="*/ 1103260 w 6865018"/>
                <a:gd name="connsiteY5" fmla="*/ 2846852 h 3812255"/>
                <a:gd name="connsiteX6" fmla="*/ 1921406 w 6865018"/>
                <a:gd name="connsiteY6" fmla="*/ 1955005 h 3812255"/>
                <a:gd name="connsiteX7" fmla="*/ 2557266 w 6865018"/>
                <a:gd name="connsiteY7" fmla="*/ 1341877 h 3812255"/>
                <a:gd name="connsiteX8" fmla="*/ 3402640 w 6865018"/>
                <a:gd name="connsiteY8" fmla="*/ 736610 h 3812255"/>
                <a:gd name="connsiteX9" fmla="*/ 4770764 w 6865018"/>
                <a:gd name="connsiteY9" fmla="*/ 909322 h 3812255"/>
                <a:gd name="connsiteX10" fmla="*/ 5270297 w 6865018"/>
                <a:gd name="connsiteY10" fmla="*/ 274322 h 3812255"/>
                <a:gd name="connsiteX11" fmla="*/ 5835448 w 6865018"/>
                <a:gd name="connsiteY11" fmla="*/ 172768 h 3812255"/>
                <a:gd name="connsiteX12" fmla="*/ 6265131 w 6865018"/>
                <a:gd name="connsiteY12" fmla="*/ 428302 h 3812255"/>
                <a:gd name="connsiteX13" fmla="*/ 6426353 w 6865018"/>
                <a:gd name="connsiteY13" fmla="*/ 623187 h 3812255"/>
                <a:gd name="connsiteX14" fmla="*/ 6578753 w 6865018"/>
                <a:gd name="connsiteY14" fmla="*/ 703089 h 3812255"/>
                <a:gd name="connsiteX15" fmla="*/ 6693053 w 6865018"/>
                <a:gd name="connsiteY15" fmla="*/ 674034 h 3812255"/>
                <a:gd name="connsiteX16" fmla="*/ 6722331 w 6865018"/>
                <a:gd name="connsiteY16" fmla="*/ 529995 h 3812255"/>
                <a:gd name="connsiteX17" fmla="*/ 6693054 w 6865018"/>
                <a:gd name="connsiteY17" fmla="*/ 390745 h 3812255"/>
                <a:gd name="connsiteX18" fmla="*/ 6623205 w 6865018"/>
                <a:gd name="connsiteY18" fmla="*/ 303578 h 3812255"/>
                <a:gd name="connsiteX19" fmla="*/ 6578755 w 6865018"/>
                <a:gd name="connsiteY19" fmla="*/ 194620 h 3812255"/>
                <a:gd name="connsiteX20" fmla="*/ 6559705 w 6865018"/>
                <a:gd name="connsiteY20" fmla="*/ 27550 h 3812255"/>
                <a:gd name="connsiteX21" fmla="*/ 6705754 w 6865018"/>
                <a:gd name="connsiteY21" fmla="*/ 13025 h 3812255"/>
                <a:gd name="connsiteX22" fmla="*/ 6857797 w 6865018"/>
                <a:gd name="connsiteY22" fmla="*/ 26287 h 3812255"/>
                <a:gd name="connsiteX23" fmla="*/ 6839105 w 6865018"/>
                <a:gd name="connsiteY23" fmla="*/ 252730 h 3812255"/>
                <a:gd name="connsiteX24" fmla="*/ 6794655 w 6865018"/>
                <a:gd name="connsiteY24" fmla="*/ 405271 h 3812255"/>
                <a:gd name="connsiteX25" fmla="*/ 6781954 w 6865018"/>
                <a:gd name="connsiteY25" fmla="*/ 659506 h 3812255"/>
                <a:gd name="connsiteX26" fmla="*/ 6705754 w 6865018"/>
                <a:gd name="connsiteY26" fmla="*/ 775729 h 3812255"/>
                <a:gd name="connsiteX27" fmla="*/ 6595331 w 6865018"/>
                <a:gd name="connsiteY27" fmla="*/ 797321 h 3812255"/>
                <a:gd name="connsiteX28" fmla="*/ 6381546 w 6865018"/>
                <a:gd name="connsiteY28" fmla="*/ 712560 h 3812255"/>
                <a:gd name="connsiteX29" fmla="*/ 6115204 w 6865018"/>
                <a:gd name="connsiteY29" fmla="*/ 398005 h 3812255"/>
                <a:gd name="connsiteX30" fmla="*/ 5877781 w 6865018"/>
                <a:gd name="connsiteY30" fmla="*/ 276774 h 3812255"/>
                <a:gd name="connsiteX31" fmla="*/ 5553931 w 6865018"/>
                <a:gd name="connsiteY31" fmla="*/ 257389 h 3812255"/>
                <a:gd name="connsiteX32" fmla="*/ 5371897 w 6865018"/>
                <a:gd name="connsiteY32" fmla="*/ 333589 h 3812255"/>
                <a:gd name="connsiteX33" fmla="*/ 5253364 w 6865018"/>
                <a:gd name="connsiteY33" fmla="*/ 452121 h 3812255"/>
                <a:gd name="connsiteX34" fmla="*/ 5041697 w 6865018"/>
                <a:gd name="connsiteY34" fmla="*/ 833121 h 3812255"/>
                <a:gd name="connsiteX35" fmla="*/ 4863897 w 6865018"/>
                <a:gd name="connsiteY35" fmla="*/ 985522 h 3812255"/>
                <a:gd name="connsiteX36" fmla="*/ 4451705 w 6865018"/>
                <a:gd name="connsiteY36" fmla="*/ 1018010 h 3812255"/>
                <a:gd name="connsiteX37" fmla="*/ 3782883 w 6865018"/>
                <a:gd name="connsiteY37" fmla="*/ 857442 h 3812255"/>
                <a:gd name="connsiteX38" fmla="*/ 3394072 w 6865018"/>
                <a:gd name="connsiteY38" fmla="*/ 831937 h 3812255"/>
                <a:gd name="connsiteX39" fmla="*/ 2725665 w 6865018"/>
                <a:gd name="connsiteY39" fmla="*/ 1324293 h 3812255"/>
                <a:gd name="connsiteX40" fmla="*/ 2047260 w 6865018"/>
                <a:gd name="connsiteY40" fmla="*/ 1975179 h 3812255"/>
                <a:gd name="connsiteX41" fmla="*/ 1300188 w 6865018"/>
                <a:gd name="connsiteY41" fmla="*/ 2775352 h 3812255"/>
                <a:gd name="connsiteX42" fmla="*/ 574819 w 6865018"/>
                <a:gd name="connsiteY42" fmla="*/ 3749596 h 3812255"/>
                <a:gd name="connsiteX43" fmla="*/ 53714 w 6865018"/>
                <a:gd name="connsiteY43" fmla="*/ 3750846 h 3812255"/>
                <a:gd name="connsiteX44" fmla="*/ 16139 w 6865018"/>
                <a:gd name="connsiteY44" fmla="*/ 3204689 h 3812255"/>
                <a:gd name="connsiteX45" fmla="*/ 29653 w 6865018"/>
                <a:gd name="connsiteY45" fmla="*/ 2344412 h 3812255"/>
                <a:gd name="connsiteX46" fmla="*/ 10223 w 6865018"/>
                <a:gd name="connsiteY46" fmla="*/ 1867593 h 3812255"/>
                <a:gd name="connsiteX0" fmla="*/ 14993 w 6869788"/>
                <a:gd name="connsiteY0" fmla="*/ 1867593 h 3812255"/>
                <a:gd name="connsiteX1" fmla="*/ 116094 w 6869788"/>
                <a:gd name="connsiteY1" fmla="*/ 1727301 h 3812255"/>
                <a:gd name="connsiteX2" fmla="*/ 126254 w 6869788"/>
                <a:gd name="connsiteY2" fmla="*/ 2802810 h 3812255"/>
                <a:gd name="connsiteX3" fmla="*/ 145500 w 6869788"/>
                <a:gd name="connsiteY3" fmla="*/ 3584555 h 3812255"/>
                <a:gd name="connsiteX4" fmla="*/ 607515 w 6869788"/>
                <a:gd name="connsiteY4" fmla="*/ 3573541 h 3812255"/>
                <a:gd name="connsiteX5" fmla="*/ 1108030 w 6869788"/>
                <a:gd name="connsiteY5" fmla="*/ 2846852 h 3812255"/>
                <a:gd name="connsiteX6" fmla="*/ 1926176 w 6869788"/>
                <a:gd name="connsiteY6" fmla="*/ 1955005 h 3812255"/>
                <a:gd name="connsiteX7" fmla="*/ 2562036 w 6869788"/>
                <a:gd name="connsiteY7" fmla="*/ 1341877 h 3812255"/>
                <a:gd name="connsiteX8" fmla="*/ 3407410 w 6869788"/>
                <a:gd name="connsiteY8" fmla="*/ 736610 h 3812255"/>
                <a:gd name="connsiteX9" fmla="*/ 4775534 w 6869788"/>
                <a:gd name="connsiteY9" fmla="*/ 909322 h 3812255"/>
                <a:gd name="connsiteX10" fmla="*/ 5275067 w 6869788"/>
                <a:gd name="connsiteY10" fmla="*/ 274322 h 3812255"/>
                <a:gd name="connsiteX11" fmla="*/ 5840218 w 6869788"/>
                <a:gd name="connsiteY11" fmla="*/ 172768 h 3812255"/>
                <a:gd name="connsiteX12" fmla="*/ 6269901 w 6869788"/>
                <a:gd name="connsiteY12" fmla="*/ 428302 h 3812255"/>
                <a:gd name="connsiteX13" fmla="*/ 6431123 w 6869788"/>
                <a:gd name="connsiteY13" fmla="*/ 623187 h 3812255"/>
                <a:gd name="connsiteX14" fmla="*/ 6583523 w 6869788"/>
                <a:gd name="connsiteY14" fmla="*/ 703089 h 3812255"/>
                <a:gd name="connsiteX15" fmla="*/ 6697823 w 6869788"/>
                <a:gd name="connsiteY15" fmla="*/ 674034 h 3812255"/>
                <a:gd name="connsiteX16" fmla="*/ 6727101 w 6869788"/>
                <a:gd name="connsiteY16" fmla="*/ 529995 h 3812255"/>
                <a:gd name="connsiteX17" fmla="*/ 6697824 w 6869788"/>
                <a:gd name="connsiteY17" fmla="*/ 390745 h 3812255"/>
                <a:gd name="connsiteX18" fmla="*/ 6627975 w 6869788"/>
                <a:gd name="connsiteY18" fmla="*/ 303578 h 3812255"/>
                <a:gd name="connsiteX19" fmla="*/ 6583525 w 6869788"/>
                <a:gd name="connsiteY19" fmla="*/ 194620 h 3812255"/>
                <a:gd name="connsiteX20" fmla="*/ 6564475 w 6869788"/>
                <a:gd name="connsiteY20" fmla="*/ 27550 h 3812255"/>
                <a:gd name="connsiteX21" fmla="*/ 6710524 w 6869788"/>
                <a:gd name="connsiteY21" fmla="*/ 13025 h 3812255"/>
                <a:gd name="connsiteX22" fmla="*/ 6862567 w 6869788"/>
                <a:gd name="connsiteY22" fmla="*/ 26287 h 3812255"/>
                <a:gd name="connsiteX23" fmla="*/ 6843875 w 6869788"/>
                <a:gd name="connsiteY23" fmla="*/ 252730 h 3812255"/>
                <a:gd name="connsiteX24" fmla="*/ 6799425 w 6869788"/>
                <a:gd name="connsiteY24" fmla="*/ 405271 h 3812255"/>
                <a:gd name="connsiteX25" fmla="*/ 6786724 w 6869788"/>
                <a:gd name="connsiteY25" fmla="*/ 659506 h 3812255"/>
                <a:gd name="connsiteX26" fmla="*/ 6710524 w 6869788"/>
                <a:gd name="connsiteY26" fmla="*/ 775729 h 3812255"/>
                <a:gd name="connsiteX27" fmla="*/ 6600101 w 6869788"/>
                <a:gd name="connsiteY27" fmla="*/ 797321 h 3812255"/>
                <a:gd name="connsiteX28" fmla="*/ 6386316 w 6869788"/>
                <a:gd name="connsiteY28" fmla="*/ 712560 h 3812255"/>
                <a:gd name="connsiteX29" fmla="*/ 6119974 w 6869788"/>
                <a:gd name="connsiteY29" fmla="*/ 398005 h 3812255"/>
                <a:gd name="connsiteX30" fmla="*/ 5882551 w 6869788"/>
                <a:gd name="connsiteY30" fmla="*/ 276774 h 3812255"/>
                <a:gd name="connsiteX31" fmla="*/ 5558701 w 6869788"/>
                <a:gd name="connsiteY31" fmla="*/ 257389 h 3812255"/>
                <a:gd name="connsiteX32" fmla="*/ 5376667 w 6869788"/>
                <a:gd name="connsiteY32" fmla="*/ 333589 h 3812255"/>
                <a:gd name="connsiteX33" fmla="*/ 5258134 w 6869788"/>
                <a:gd name="connsiteY33" fmla="*/ 452121 h 3812255"/>
                <a:gd name="connsiteX34" fmla="*/ 5046467 w 6869788"/>
                <a:gd name="connsiteY34" fmla="*/ 833121 h 3812255"/>
                <a:gd name="connsiteX35" fmla="*/ 4868667 w 6869788"/>
                <a:gd name="connsiteY35" fmla="*/ 985522 h 3812255"/>
                <a:gd name="connsiteX36" fmla="*/ 4456475 w 6869788"/>
                <a:gd name="connsiteY36" fmla="*/ 1018010 h 3812255"/>
                <a:gd name="connsiteX37" fmla="*/ 3787653 w 6869788"/>
                <a:gd name="connsiteY37" fmla="*/ 857442 h 3812255"/>
                <a:gd name="connsiteX38" fmla="*/ 3398842 w 6869788"/>
                <a:gd name="connsiteY38" fmla="*/ 831937 h 3812255"/>
                <a:gd name="connsiteX39" fmla="*/ 2730435 w 6869788"/>
                <a:gd name="connsiteY39" fmla="*/ 1324293 h 3812255"/>
                <a:gd name="connsiteX40" fmla="*/ 2052030 w 6869788"/>
                <a:gd name="connsiteY40" fmla="*/ 1975179 h 3812255"/>
                <a:gd name="connsiteX41" fmla="*/ 1304958 w 6869788"/>
                <a:gd name="connsiteY41" fmla="*/ 2775352 h 3812255"/>
                <a:gd name="connsiteX42" fmla="*/ 579589 w 6869788"/>
                <a:gd name="connsiteY42" fmla="*/ 3749596 h 3812255"/>
                <a:gd name="connsiteX43" fmla="*/ 58484 w 6869788"/>
                <a:gd name="connsiteY43" fmla="*/ 3750846 h 3812255"/>
                <a:gd name="connsiteX44" fmla="*/ 20909 w 6869788"/>
                <a:gd name="connsiteY44" fmla="*/ 3204689 h 3812255"/>
                <a:gd name="connsiteX45" fmla="*/ 34423 w 6869788"/>
                <a:gd name="connsiteY45" fmla="*/ 2344412 h 3812255"/>
                <a:gd name="connsiteX46" fmla="*/ 14993 w 6869788"/>
                <a:gd name="connsiteY46" fmla="*/ 1867593 h 3812255"/>
                <a:gd name="connsiteX0" fmla="*/ 10223 w 6865018"/>
                <a:gd name="connsiteY0" fmla="*/ 1867593 h 3812255"/>
                <a:gd name="connsiteX1" fmla="*/ 111324 w 6865018"/>
                <a:gd name="connsiteY1" fmla="*/ 1727301 h 3812255"/>
                <a:gd name="connsiteX2" fmla="*/ 121484 w 6865018"/>
                <a:gd name="connsiteY2" fmla="*/ 2802810 h 3812255"/>
                <a:gd name="connsiteX3" fmla="*/ 140730 w 6865018"/>
                <a:gd name="connsiteY3" fmla="*/ 3584555 h 3812255"/>
                <a:gd name="connsiteX4" fmla="*/ 602745 w 6865018"/>
                <a:gd name="connsiteY4" fmla="*/ 3573541 h 3812255"/>
                <a:gd name="connsiteX5" fmla="*/ 1103260 w 6865018"/>
                <a:gd name="connsiteY5" fmla="*/ 2846852 h 3812255"/>
                <a:gd name="connsiteX6" fmla="*/ 1921406 w 6865018"/>
                <a:gd name="connsiteY6" fmla="*/ 1955005 h 3812255"/>
                <a:gd name="connsiteX7" fmla="*/ 2557266 w 6865018"/>
                <a:gd name="connsiteY7" fmla="*/ 1341877 h 3812255"/>
                <a:gd name="connsiteX8" fmla="*/ 3402640 w 6865018"/>
                <a:gd name="connsiteY8" fmla="*/ 736610 h 3812255"/>
                <a:gd name="connsiteX9" fmla="*/ 4770764 w 6865018"/>
                <a:gd name="connsiteY9" fmla="*/ 909322 h 3812255"/>
                <a:gd name="connsiteX10" fmla="*/ 5270297 w 6865018"/>
                <a:gd name="connsiteY10" fmla="*/ 274322 h 3812255"/>
                <a:gd name="connsiteX11" fmla="*/ 5835448 w 6865018"/>
                <a:gd name="connsiteY11" fmla="*/ 172768 h 3812255"/>
                <a:gd name="connsiteX12" fmla="*/ 6265131 w 6865018"/>
                <a:gd name="connsiteY12" fmla="*/ 428302 h 3812255"/>
                <a:gd name="connsiteX13" fmla="*/ 6426353 w 6865018"/>
                <a:gd name="connsiteY13" fmla="*/ 623187 h 3812255"/>
                <a:gd name="connsiteX14" fmla="*/ 6578753 w 6865018"/>
                <a:gd name="connsiteY14" fmla="*/ 703089 h 3812255"/>
                <a:gd name="connsiteX15" fmla="*/ 6693053 w 6865018"/>
                <a:gd name="connsiteY15" fmla="*/ 674034 h 3812255"/>
                <a:gd name="connsiteX16" fmla="*/ 6722331 w 6865018"/>
                <a:gd name="connsiteY16" fmla="*/ 529995 h 3812255"/>
                <a:gd name="connsiteX17" fmla="*/ 6693054 w 6865018"/>
                <a:gd name="connsiteY17" fmla="*/ 390745 h 3812255"/>
                <a:gd name="connsiteX18" fmla="*/ 6623205 w 6865018"/>
                <a:gd name="connsiteY18" fmla="*/ 303578 h 3812255"/>
                <a:gd name="connsiteX19" fmla="*/ 6578755 w 6865018"/>
                <a:gd name="connsiteY19" fmla="*/ 194620 h 3812255"/>
                <a:gd name="connsiteX20" fmla="*/ 6559705 w 6865018"/>
                <a:gd name="connsiteY20" fmla="*/ 27550 h 3812255"/>
                <a:gd name="connsiteX21" fmla="*/ 6705754 w 6865018"/>
                <a:gd name="connsiteY21" fmla="*/ 13025 h 3812255"/>
                <a:gd name="connsiteX22" fmla="*/ 6857797 w 6865018"/>
                <a:gd name="connsiteY22" fmla="*/ 26287 h 3812255"/>
                <a:gd name="connsiteX23" fmla="*/ 6839105 w 6865018"/>
                <a:gd name="connsiteY23" fmla="*/ 252730 h 3812255"/>
                <a:gd name="connsiteX24" fmla="*/ 6794655 w 6865018"/>
                <a:gd name="connsiteY24" fmla="*/ 405271 h 3812255"/>
                <a:gd name="connsiteX25" fmla="*/ 6781954 w 6865018"/>
                <a:gd name="connsiteY25" fmla="*/ 659506 h 3812255"/>
                <a:gd name="connsiteX26" fmla="*/ 6705754 w 6865018"/>
                <a:gd name="connsiteY26" fmla="*/ 775729 h 3812255"/>
                <a:gd name="connsiteX27" fmla="*/ 6595331 w 6865018"/>
                <a:gd name="connsiteY27" fmla="*/ 797321 h 3812255"/>
                <a:gd name="connsiteX28" fmla="*/ 6381546 w 6865018"/>
                <a:gd name="connsiteY28" fmla="*/ 712560 h 3812255"/>
                <a:gd name="connsiteX29" fmla="*/ 6115204 w 6865018"/>
                <a:gd name="connsiteY29" fmla="*/ 398005 h 3812255"/>
                <a:gd name="connsiteX30" fmla="*/ 5877781 w 6865018"/>
                <a:gd name="connsiteY30" fmla="*/ 276774 h 3812255"/>
                <a:gd name="connsiteX31" fmla="*/ 5553931 w 6865018"/>
                <a:gd name="connsiteY31" fmla="*/ 257389 h 3812255"/>
                <a:gd name="connsiteX32" fmla="*/ 5371897 w 6865018"/>
                <a:gd name="connsiteY32" fmla="*/ 333589 h 3812255"/>
                <a:gd name="connsiteX33" fmla="*/ 5253364 w 6865018"/>
                <a:gd name="connsiteY33" fmla="*/ 452121 h 3812255"/>
                <a:gd name="connsiteX34" fmla="*/ 5041697 w 6865018"/>
                <a:gd name="connsiteY34" fmla="*/ 833121 h 3812255"/>
                <a:gd name="connsiteX35" fmla="*/ 4863897 w 6865018"/>
                <a:gd name="connsiteY35" fmla="*/ 985522 h 3812255"/>
                <a:gd name="connsiteX36" fmla="*/ 4451705 w 6865018"/>
                <a:gd name="connsiteY36" fmla="*/ 1018010 h 3812255"/>
                <a:gd name="connsiteX37" fmla="*/ 3782883 w 6865018"/>
                <a:gd name="connsiteY37" fmla="*/ 857442 h 3812255"/>
                <a:gd name="connsiteX38" fmla="*/ 3394072 w 6865018"/>
                <a:gd name="connsiteY38" fmla="*/ 831937 h 3812255"/>
                <a:gd name="connsiteX39" fmla="*/ 2725665 w 6865018"/>
                <a:gd name="connsiteY39" fmla="*/ 1324293 h 3812255"/>
                <a:gd name="connsiteX40" fmla="*/ 2047260 w 6865018"/>
                <a:gd name="connsiteY40" fmla="*/ 1975179 h 3812255"/>
                <a:gd name="connsiteX41" fmla="*/ 1300188 w 6865018"/>
                <a:gd name="connsiteY41" fmla="*/ 2775352 h 3812255"/>
                <a:gd name="connsiteX42" fmla="*/ 574819 w 6865018"/>
                <a:gd name="connsiteY42" fmla="*/ 3749596 h 3812255"/>
                <a:gd name="connsiteX43" fmla="*/ 53714 w 6865018"/>
                <a:gd name="connsiteY43" fmla="*/ 3750846 h 3812255"/>
                <a:gd name="connsiteX44" fmla="*/ 16139 w 6865018"/>
                <a:gd name="connsiteY44" fmla="*/ 3204689 h 3812255"/>
                <a:gd name="connsiteX45" fmla="*/ 29653 w 6865018"/>
                <a:gd name="connsiteY45" fmla="*/ 2344412 h 3812255"/>
                <a:gd name="connsiteX46" fmla="*/ 10223 w 6865018"/>
                <a:gd name="connsiteY46" fmla="*/ 1867593 h 3812255"/>
                <a:gd name="connsiteX0" fmla="*/ 3362 w 6858157"/>
                <a:gd name="connsiteY0" fmla="*/ 1867593 h 3812255"/>
                <a:gd name="connsiteX1" fmla="*/ 104463 w 6858157"/>
                <a:gd name="connsiteY1" fmla="*/ 1727301 h 3812255"/>
                <a:gd name="connsiteX2" fmla="*/ 114623 w 6858157"/>
                <a:gd name="connsiteY2" fmla="*/ 2802810 h 3812255"/>
                <a:gd name="connsiteX3" fmla="*/ 133869 w 6858157"/>
                <a:gd name="connsiteY3" fmla="*/ 3584555 h 3812255"/>
                <a:gd name="connsiteX4" fmla="*/ 595884 w 6858157"/>
                <a:gd name="connsiteY4" fmla="*/ 3573541 h 3812255"/>
                <a:gd name="connsiteX5" fmla="*/ 1096399 w 6858157"/>
                <a:gd name="connsiteY5" fmla="*/ 2846852 h 3812255"/>
                <a:gd name="connsiteX6" fmla="*/ 1914545 w 6858157"/>
                <a:gd name="connsiteY6" fmla="*/ 1955005 h 3812255"/>
                <a:gd name="connsiteX7" fmla="*/ 2550405 w 6858157"/>
                <a:gd name="connsiteY7" fmla="*/ 1341877 h 3812255"/>
                <a:gd name="connsiteX8" fmla="*/ 3395779 w 6858157"/>
                <a:gd name="connsiteY8" fmla="*/ 736610 h 3812255"/>
                <a:gd name="connsiteX9" fmla="*/ 4763903 w 6858157"/>
                <a:gd name="connsiteY9" fmla="*/ 909322 h 3812255"/>
                <a:gd name="connsiteX10" fmla="*/ 5263436 w 6858157"/>
                <a:gd name="connsiteY10" fmla="*/ 274322 h 3812255"/>
                <a:gd name="connsiteX11" fmla="*/ 5828587 w 6858157"/>
                <a:gd name="connsiteY11" fmla="*/ 172768 h 3812255"/>
                <a:gd name="connsiteX12" fmla="*/ 6258270 w 6858157"/>
                <a:gd name="connsiteY12" fmla="*/ 428302 h 3812255"/>
                <a:gd name="connsiteX13" fmla="*/ 6419492 w 6858157"/>
                <a:gd name="connsiteY13" fmla="*/ 623187 h 3812255"/>
                <a:gd name="connsiteX14" fmla="*/ 6571892 w 6858157"/>
                <a:gd name="connsiteY14" fmla="*/ 703089 h 3812255"/>
                <a:gd name="connsiteX15" fmla="*/ 6686192 w 6858157"/>
                <a:gd name="connsiteY15" fmla="*/ 674034 h 3812255"/>
                <a:gd name="connsiteX16" fmla="*/ 6715470 w 6858157"/>
                <a:gd name="connsiteY16" fmla="*/ 529995 h 3812255"/>
                <a:gd name="connsiteX17" fmla="*/ 6686193 w 6858157"/>
                <a:gd name="connsiteY17" fmla="*/ 390745 h 3812255"/>
                <a:gd name="connsiteX18" fmla="*/ 6616344 w 6858157"/>
                <a:gd name="connsiteY18" fmla="*/ 303578 h 3812255"/>
                <a:gd name="connsiteX19" fmla="*/ 6571894 w 6858157"/>
                <a:gd name="connsiteY19" fmla="*/ 194620 h 3812255"/>
                <a:gd name="connsiteX20" fmla="*/ 6552844 w 6858157"/>
                <a:gd name="connsiteY20" fmla="*/ 27550 h 3812255"/>
                <a:gd name="connsiteX21" fmla="*/ 6698893 w 6858157"/>
                <a:gd name="connsiteY21" fmla="*/ 13025 h 3812255"/>
                <a:gd name="connsiteX22" fmla="*/ 6850936 w 6858157"/>
                <a:gd name="connsiteY22" fmla="*/ 26287 h 3812255"/>
                <a:gd name="connsiteX23" fmla="*/ 6832244 w 6858157"/>
                <a:gd name="connsiteY23" fmla="*/ 252730 h 3812255"/>
                <a:gd name="connsiteX24" fmla="*/ 6787794 w 6858157"/>
                <a:gd name="connsiteY24" fmla="*/ 405271 h 3812255"/>
                <a:gd name="connsiteX25" fmla="*/ 6775093 w 6858157"/>
                <a:gd name="connsiteY25" fmla="*/ 659506 h 3812255"/>
                <a:gd name="connsiteX26" fmla="*/ 6698893 w 6858157"/>
                <a:gd name="connsiteY26" fmla="*/ 775729 h 3812255"/>
                <a:gd name="connsiteX27" fmla="*/ 6588470 w 6858157"/>
                <a:gd name="connsiteY27" fmla="*/ 797321 h 3812255"/>
                <a:gd name="connsiteX28" fmla="*/ 6374685 w 6858157"/>
                <a:gd name="connsiteY28" fmla="*/ 712560 h 3812255"/>
                <a:gd name="connsiteX29" fmla="*/ 6108343 w 6858157"/>
                <a:gd name="connsiteY29" fmla="*/ 398005 h 3812255"/>
                <a:gd name="connsiteX30" fmla="*/ 5870920 w 6858157"/>
                <a:gd name="connsiteY30" fmla="*/ 276774 h 3812255"/>
                <a:gd name="connsiteX31" fmla="*/ 5547070 w 6858157"/>
                <a:gd name="connsiteY31" fmla="*/ 257389 h 3812255"/>
                <a:gd name="connsiteX32" fmla="*/ 5365036 w 6858157"/>
                <a:gd name="connsiteY32" fmla="*/ 333589 h 3812255"/>
                <a:gd name="connsiteX33" fmla="*/ 5246503 w 6858157"/>
                <a:gd name="connsiteY33" fmla="*/ 452121 h 3812255"/>
                <a:gd name="connsiteX34" fmla="*/ 5034836 w 6858157"/>
                <a:gd name="connsiteY34" fmla="*/ 833121 h 3812255"/>
                <a:gd name="connsiteX35" fmla="*/ 4857036 w 6858157"/>
                <a:gd name="connsiteY35" fmla="*/ 985522 h 3812255"/>
                <a:gd name="connsiteX36" fmla="*/ 4444844 w 6858157"/>
                <a:gd name="connsiteY36" fmla="*/ 1018010 h 3812255"/>
                <a:gd name="connsiteX37" fmla="*/ 3776022 w 6858157"/>
                <a:gd name="connsiteY37" fmla="*/ 857442 h 3812255"/>
                <a:gd name="connsiteX38" fmla="*/ 3387211 w 6858157"/>
                <a:gd name="connsiteY38" fmla="*/ 831937 h 3812255"/>
                <a:gd name="connsiteX39" fmla="*/ 2718804 w 6858157"/>
                <a:gd name="connsiteY39" fmla="*/ 1324293 h 3812255"/>
                <a:gd name="connsiteX40" fmla="*/ 2040399 w 6858157"/>
                <a:gd name="connsiteY40" fmla="*/ 1975179 h 3812255"/>
                <a:gd name="connsiteX41" fmla="*/ 1293327 w 6858157"/>
                <a:gd name="connsiteY41" fmla="*/ 2775352 h 3812255"/>
                <a:gd name="connsiteX42" fmla="*/ 567958 w 6858157"/>
                <a:gd name="connsiteY42" fmla="*/ 3749596 h 3812255"/>
                <a:gd name="connsiteX43" fmla="*/ 46853 w 6858157"/>
                <a:gd name="connsiteY43" fmla="*/ 3750846 h 3812255"/>
                <a:gd name="connsiteX44" fmla="*/ 9278 w 6858157"/>
                <a:gd name="connsiteY44" fmla="*/ 3204689 h 3812255"/>
                <a:gd name="connsiteX45" fmla="*/ 22792 w 6858157"/>
                <a:gd name="connsiteY45" fmla="*/ 2344412 h 3812255"/>
                <a:gd name="connsiteX46" fmla="*/ 3362 w 6858157"/>
                <a:gd name="connsiteY46" fmla="*/ 1867593 h 3812255"/>
                <a:gd name="connsiteX0" fmla="*/ 3362 w 6858157"/>
                <a:gd name="connsiteY0" fmla="*/ 1867593 h 3832567"/>
                <a:gd name="connsiteX1" fmla="*/ 104463 w 6858157"/>
                <a:gd name="connsiteY1" fmla="*/ 1727301 h 3832567"/>
                <a:gd name="connsiteX2" fmla="*/ 114623 w 6858157"/>
                <a:gd name="connsiteY2" fmla="*/ 2802810 h 3832567"/>
                <a:gd name="connsiteX3" fmla="*/ 133869 w 6858157"/>
                <a:gd name="connsiteY3" fmla="*/ 3584555 h 3832567"/>
                <a:gd name="connsiteX4" fmla="*/ 595884 w 6858157"/>
                <a:gd name="connsiteY4" fmla="*/ 3573541 h 3832567"/>
                <a:gd name="connsiteX5" fmla="*/ 1096399 w 6858157"/>
                <a:gd name="connsiteY5" fmla="*/ 2846852 h 3832567"/>
                <a:gd name="connsiteX6" fmla="*/ 1914545 w 6858157"/>
                <a:gd name="connsiteY6" fmla="*/ 1955005 h 3832567"/>
                <a:gd name="connsiteX7" fmla="*/ 2550405 w 6858157"/>
                <a:gd name="connsiteY7" fmla="*/ 1341877 h 3832567"/>
                <a:gd name="connsiteX8" fmla="*/ 3395779 w 6858157"/>
                <a:gd name="connsiteY8" fmla="*/ 736610 h 3832567"/>
                <a:gd name="connsiteX9" fmla="*/ 4763903 w 6858157"/>
                <a:gd name="connsiteY9" fmla="*/ 909322 h 3832567"/>
                <a:gd name="connsiteX10" fmla="*/ 5263436 w 6858157"/>
                <a:gd name="connsiteY10" fmla="*/ 274322 h 3832567"/>
                <a:gd name="connsiteX11" fmla="*/ 5828587 w 6858157"/>
                <a:gd name="connsiteY11" fmla="*/ 172768 h 3832567"/>
                <a:gd name="connsiteX12" fmla="*/ 6258270 w 6858157"/>
                <a:gd name="connsiteY12" fmla="*/ 428302 h 3832567"/>
                <a:gd name="connsiteX13" fmla="*/ 6419492 w 6858157"/>
                <a:gd name="connsiteY13" fmla="*/ 623187 h 3832567"/>
                <a:gd name="connsiteX14" fmla="*/ 6571892 w 6858157"/>
                <a:gd name="connsiteY14" fmla="*/ 703089 h 3832567"/>
                <a:gd name="connsiteX15" fmla="*/ 6686192 w 6858157"/>
                <a:gd name="connsiteY15" fmla="*/ 674034 h 3832567"/>
                <a:gd name="connsiteX16" fmla="*/ 6715470 w 6858157"/>
                <a:gd name="connsiteY16" fmla="*/ 529995 h 3832567"/>
                <a:gd name="connsiteX17" fmla="*/ 6686193 w 6858157"/>
                <a:gd name="connsiteY17" fmla="*/ 390745 h 3832567"/>
                <a:gd name="connsiteX18" fmla="*/ 6616344 w 6858157"/>
                <a:gd name="connsiteY18" fmla="*/ 303578 h 3832567"/>
                <a:gd name="connsiteX19" fmla="*/ 6571894 w 6858157"/>
                <a:gd name="connsiteY19" fmla="*/ 194620 h 3832567"/>
                <a:gd name="connsiteX20" fmla="*/ 6552844 w 6858157"/>
                <a:gd name="connsiteY20" fmla="*/ 27550 h 3832567"/>
                <a:gd name="connsiteX21" fmla="*/ 6698893 w 6858157"/>
                <a:gd name="connsiteY21" fmla="*/ 13025 h 3832567"/>
                <a:gd name="connsiteX22" fmla="*/ 6850936 w 6858157"/>
                <a:gd name="connsiteY22" fmla="*/ 26287 h 3832567"/>
                <a:gd name="connsiteX23" fmla="*/ 6832244 w 6858157"/>
                <a:gd name="connsiteY23" fmla="*/ 252730 h 3832567"/>
                <a:gd name="connsiteX24" fmla="*/ 6787794 w 6858157"/>
                <a:gd name="connsiteY24" fmla="*/ 405271 h 3832567"/>
                <a:gd name="connsiteX25" fmla="*/ 6775093 w 6858157"/>
                <a:gd name="connsiteY25" fmla="*/ 659506 h 3832567"/>
                <a:gd name="connsiteX26" fmla="*/ 6698893 w 6858157"/>
                <a:gd name="connsiteY26" fmla="*/ 775729 h 3832567"/>
                <a:gd name="connsiteX27" fmla="*/ 6588470 w 6858157"/>
                <a:gd name="connsiteY27" fmla="*/ 797321 h 3832567"/>
                <a:gd name="connsiteX28" fmla="*/ 6374685 w 6858157"/>
                <a:gd name="connsiteY28" fmla="*/ 712560 h 3832567"/>
                <a:gd name="connsiteX29" fmla="*/ 6108343 w 6858157"/>
                <a:gd name="connsiteY29" fmla="*/ 398005 h 3832567"/>
                <a:gd name="connsiteX30" fmla="*/ 5870920 w 6858157"/>
                <a:gd name="connsiteY30" fmla="*/ 276774 h 3832567"/>
                <a:gd name="connsiteX31" fmla="*/ 5547070 w 6858157"/>
                <a:gd name="connsiteY31" fmla="*/ 257389 h 3832567"/>
                <a:gd name="connsiteX32" fmla="*/ 5365036 w 6858157"/>
                <a:gd name="connsiteY32" fmla="*/ 333589 h 3832567"/>
                <a:gd name="connsiteX33" fmla="*/ 5246503 w 6858157"/>
                <a:gd name="connsiteY33" fmla="*/ 452121 h 3832567"/>
                <a:gd name="connsiteX34" fmla="*/ 5034836 w 6858157"/>
                <a:gd name="connsiteY34" fmla="*/ 833121 h 3832567"/>
                <a:gd name="connsiteX35" fmla="*/ 4857036 w 6858157"/>
                <a:gd name="connsiteY35" fmla="*/ 985522 h 3832567"/>
                <a:gd name="connsiteX36" fmla="*/ 4444844 w 6858157"/>
                <a:gd name="connsiteY36" fmla="*/ 1018010 h 3832567"/>
                <a:gd name="connsiteX37" fmla="*/ 3776022 w 6858157"/>
                <a:gd name="connsiteY37" fmla="*/ 857442 h 3832567"/>
                <a:gd name="connsiteX38" fmla="*/ 3387211 w 6858157"/>
                <a:gd name="connsiteY38" fmla="*/ 831937 h 3832567"/>
                <a:gd name="connsiteX39" fmla="*/ 2718804 w 6858157"/>
                <a:gd name="connsiteY39" fmla="*/ 1324293 h 3832567"/>
                <a:gd name="connsiteX40" fmla="*/ 2040399 w 6858157"/>
                <a:gd name="connsiteY40" fmla="*/ 1975179 h 3832567"/>
                <a:gd name="connsiteX41" fmla="*/ 1293327 w 6858157"/>
                <a:gd name="connsiteY41" fmla="*/ 2775352 h 3832567"/>
                <a:gd name="connsiteX42" fmla="*/ 567958 w 6858157"/>
                <a:gd name="connsiteY42" fmla="*/ 3749596 h 3832567"/>
                <a:gd name="connsiteX43" fmla="*/ 72253 w 6858157"/>
                <a:gd name="connsiteY43" fmla="*/ 3733413 h 3832567"/>
                <a:gd name="connsiteX44" fmla="*/ 9278 w 6858157"/>
                <a:gd name="connsiteY44" fmla="*/ 3204689 h 3832567"/>
                <a:gd name="connsiteX45" fmla="*/ 22792 w 6858157"/>
                <a:gd name="connsiteY45" fmla="*/ 2344412 h 3832567"/>
                <a:gd name="connsiteX46" fmla="*/ 3362 w 6858157"/>
                <a:gd name="connsiteY46" fmla="*/ 1867593 h 3832567"/>
                <a:gd name="connsiteX0" fmla="*/ 3362 w 6858157"/>
                <a:gd name="connsiteY0" fmla="*/ 1867593 h 3850037"/>
                <a:gd name="connsiteX1" fmla="*/ 104463 w 6858157"/>
                <a:gd name="connsiteY1" fmla="*/ 1727301 h 3850037"/>
                <a:gd name="connsiteX2" fmla="*/ 114623 w 6858157"/>
                <a:gd name="connsiteY2" fmla="*/ 2802810 h 3850037"/>
                <a:gd name="connsiteX3" fmla="*/ 133869 w 6858157"/>
                <a:gd name="connsiteY3" fmla="*/ 3584555 h 3850037"/>
                <a:gd name="connsiteX4" fmla="*/ 595884 w 6858157"/>
                <a:gd name="connsiteY4" fmla="*/ 3573541 h 3850037"/>
                <a:gd name="connsiteX5" fmla="*/ 1096399 w 6858157"/>
                <a:gd name="connsiteY5" fmla="*/ 2846852 h 3850037"/>
                <a:gd name="connsiteX6" fmla="*/ 1914545 w 6858157"/>
                <a:gd name="connsiteY6" fmla="*/ 1955005 h 3850037"/>
                <a:gd name="connsiteX7" fmla="*/ 2550405 w 6858157"/>
                <a:gd name="connsiteY7" fmla="*/ 1341877 h 3850037"/>
                <a:gd name="connsiteX8" fmla="*/ 3395779 w 6858157"/>
                <a:gd name="connsiteY8" fmla="*/ 736610 h 3850037"/>
                <a:gd name="connsiteX9" fmla="*/ 4763903 w 6858157"/>
                <a:gd name="connsiteY9" fmla="*/ 909322 h 3850037"/>
                <a:gd name="connsiteX10" fmla="*/ 5263436 w 6858157"/>
                <a:gd name="connsiteY10" fmla="*/ 274322 h 3850037"/>
                <a:gd name="connsiteX11" fmla="*/ 5828587 w 6858157"/>
                <a:gd name="connsiteY11" fmla="*/ 172768 h 3850037"/>
                <a:gd name="connsiteX12" fmla="*/ 6258270 w 6858157"/>
                <a:gd name="connsiteY12" fmla="*/ 428302 h 3850037"/>
                <a:gd name="connsiteX13" fmla="*/ 6419492 w 6858157"/>
                <a:gd name="connsiteY13" fmla="*/ 623187 h 3850037"/>
                <a:gd name="connsiteX14" fmla="*/ 6571892 w 6858157"/>
                <a:gd name="connsiteY14" fmla="*/ 703089 h 3850037"/>
                <a:gd name="connsiteX15" fmla="*/ 6686192 w 6858157"/>
                <a:gd name="connsiteY15" fmla="*/ 674034 h 3850037"/>
                <a:gd name="connsiteX16" fmla="*/ 6715470 w 6858157"/>
                <a:gd name="connsiteY16" fmla="*/ 529995 h 3850037"/>
                <a:gd name="connsiteX17" fmla="*/ 6686193 w 6858157"/>
                <a:gd name="connsiteY17" fmla="*/ 390745 h 3850037"/>
                <a:gd name="connsiteX18" fmla="*/ 6616344 w 6858157"/>
                <a:gd name="connsiteY18" fmla="*/ 303578 h 3850037"/>
                <a:gd name="connsiteX19" fmla="*/ 6571894 w 6858157"/>
                <a:gd name="connsiteY19" fmla="*/ 194620 h 3850037"/>
                <a:gd name="connsiteX20" fmla="*/ 6552844 w 6858157"/>
                <a:gd name="connsiteY20" fmla="*/ 27550 h 3850037"/>
                <a:gd name="connsiteX21" fmla="*/ 6698893 w 6858157"/>
                <a:gd name="connsiteY21" fmla="*/ 13025 h 3850037"/>
                <a:gd name="connsiteX22" fmla="*/ 6850936 w 6858157"/>
                <a:gd name="connsiteY22" fmla="*/ 26287 h 3850037"/>
                <a:gd name="connsiteX23" fmla="*/ 6832244 w 6858157"/>
                <a:gd name="connsiteY23" fmla="*/ 252730 h 3850037"/>
                <a:gd name="connsiteX24" fmla="*/ 6787794 w 6858157"/>
                <a:gd name="connsiteY24" fmla="*/ 405271 h 3850037"/>
                <a:gd name="connsiteX25" fmla="*/ 6775093 w 6858157"/>
                <a:gd name="connsiteY25" fmla="*/ 659506 h 3850037"/>
                <a:gd name="connsiteX26" fmla="*/ 6698893 w 6858157"/>
                <a:gd name="connsiteY26" fmla="*/ 775729 h 3850037"/>
                <a:gd name="connsiteX27" fmla="*/ 6588470 w 6858157"/>
                <a:gd name="connsiteY27" fmla="*/ 797321 h 3850037"/>
                <a:gd name="connsiteX28" fmla="*/ 6374685 w 6858157"/>
                <a:gd name="connsiteY28" fmla="*/ 712560 h 3850037"/>
                <a:gd name="connsiteX29" fmla="*/ 6108343 w 6858157"/>
                <a:gd name="connsiteY29" fmla="*/ 398005 h 3850037"/>
                <a:gd name="connsiteX30" fmla="*/ 5870920 w 6858157"/>
                <a:gd name="connsiteY30" fmla="*/ 276774 h 3850037"/>
                <a:gd name="connsiteX31" fmla="*/ 5547070 w 6858157"/>
                <a:gd name="connsiteY31" fmla="*/ 257389 h 3850037"/>
                <a:gd name="connsiteX32" fmla="*/ 5365036 w 6858157"/>
                <a:gd name="connsiteY32" fmla="*/ 333589 h 3850037"/>
                <a:gd name="connsiteX33" fmla="*/ 5246503 w 6858157"/>
                <a:gd name="connsiteY33" fmla="*/ 452121 h 3850037"/>
                <a:gd name="connsiteX34" fmla="*/ 5034836 w 6858157"/>
                <a:gd name="connsiteY34" fmla="*/ 833121 h 3850037"/>
                <a:gd name="connsiteX35" fmla="*/ 4857036 w 6858157"/>
                <a:gd name="connsiteY35" fmla="*/ 985522 h 3850037"/>
                <a:gd name="connsiteX36" fmla="*/ 4444844 w 6858157"/>
                <a:gd name="connsiteY36" fmla="*/ 1018010 h 3850037"/>
                <a:gd name="connsiteX37" fmla="*/ 3776022 w 6858157"/>
                <a:gd name="connsiteY37" fmla="*/ 857442 h 3850037"/>
                <a:gd name="connsiteX38" fmla="*/ 3387211 w 6858157"/>
                <a:gd name="connsiteY38" fmla="*/ 831937 h 3850037"/>
                <a:gd name="connsiteX39" fmla="*/ 2718804 w 6858157"/>
                <a:gd name="connsiteY39" fmla="*/ 1324293 h 3850037"/>
                <a:gd name="connsiteX40" fmla="*/ 2040399 w 6858157"/>
                <a:gd name="connsiteY40" fmla="*/ 1975179 h 3850037"/>
                <a:gd name="connsiteX41" fmla="*/ 1293327 w 6858157"/>
                <a:gd name="connsiteY41" fmla="*/ 2775352 h 3850037"/>
                <a:gd name="connsiteX42" fmla="*/ 567958 w 6858157"/>
                <a:gd name="connsiteY42" fmla="*/ 3749596 h 3850037"/>
                <a:gd name="connsiteX43" fmla="*/ 72253 w 6858157"/>
                <a:gd name="connsiteY43" fmla="*/ 3733413 h 3850037"/>
                <a:gd name="connsiteX44" fmla="*/ 9278 w 6858157"/>
                <a:gd name="connsiteY44" fmla="*/ 3204689 h 3850037"/>
                <a:gd name="connsiteX45" fmla="*/ 22792 w 6858157"/>
                <a:gd name="connsiteY45" fmla="*/ 2344412 h 3850037"/>
                <a:gd name="connsiteX46" fmla="*/ 3362 w 6858157"/>
                <a:gd name="connsiteY46" fmla="*/ 1867593 h 3850037"/>
                <a:gd name="connsiteX0" fmla="*/ 3362 w 6858157"/>
                <a:gd name="connsiteY0" fmla="*/ 1867593 h 3846279"/>
                <a:gd name="connsiteX1" fmla="*/ 104463 w 6858157"/>
                <a:gd name="connsiteY1" fmla="*/ 1727301 h 3846279"/>
                <a:gd name="connsiteX2" fmla="*/ 114623 w 6858157"/>
                <a:gd name="connsiteY2" fmla="*/ 2802810 h 3846279"/>
                <a:gd name="connsiteX3" fmla="*/ 133869 w 6858157"/>
                <a:gd name="connsiteY3" fmla="*/ 3584555 h 3846279"/>
                <a:gd name="connsiteX4" fmla="*/ 595884 w 6858157"/>
                <a:gd name="connsiteY4" fmla="*/ 3573541 h 3846279"/>
                <a:gd name="connsiteX5" fmla="*/ 1096399 w 6858157"/>
                <a:gd name="connsiteY5" fmla="*/ 2846852 h 3846279"/>
                <a:gd name="connsiteX6" fmla="*/ 1914545 w 6858157"/>
                <a:gd name="connsiteY6" fmla="*/ 1955005 h 3846279"/>
                <a:gd name="connsiteX7" fmla="*/ 2550405 w 6858157"/>
                <a:gd name="connsiteY7" fmla="*/ 1341877 h 3846279"/>
                <a:gd name="connsiteX8" fmla="*/ 3395779 w 6858157"/>
                <a:gd name="connsiteY8" fmla="*/ 736610 h 3846279"/>
                <a:gd name="connsiteX9" fmla="*/ 4763903 w 6858157"/>
                <a:gd name="connsiteY9" fmla="*/ 909322 h 3846279"/>
                <a:gd name="connsiteX10" fmla="*/ 5263436 w 6858157"/>
                <a:gd name="connsiteY10" fmla="*/ 274322 h 3846279"/>
                <a:gd name="connsiteX11" fmla="*/ 5828587 w 6858157"/>
                <a:gd name="connsiteY11" fmla="*/ 172768 h 3846279"/>
                <a:gd name="connsiteX12" fmla="*/ 6258270 w 6858157"/>
                <a:gd name="connsiteY12" fmla="*/ 428302 h 3846279"/>
                <a:gd name="connsiteX13" fmla="*/ 6419492 w 6858157"/>
                <a:gd name="connsiteY13" fmla="*/ 623187 h 3846279"/>
                <a:gd name="connsiteX14" fmla="*/ 6571892 w 6858157"/>
                <a:gd name="connsiteY14" fmla="*/ 703089 h 3846279"/>
                <a:gd name="connsiteX15" fmla="*/ 6686192 w 6858157"/>
                <a:gd name="connsiteY15" fmla="*/ 674034 h 3846279"/>
                <a:gd name="connsiteX16" fmla="*/ 6715470 w 6858157"/>
                <a:gd name="connsiteY16" fmla="*/ 529995 h 3846279"/>
                <a:gd name="connsiteX17" fmla="*/ 6686193 w 6858157"/>
                <a:gd name="connsiteY17" fmla="*/ 390745 h 3846279"/>
                <a:gd name="connsiteX18" fmla="*/ 6616344 w 6858157"/>
                <a:gd name="connsiteY18" fmla="*/ 303578 h 3846279"/>
                <a:gd name="connsiteX19" fmla="*/ 6571894 w 6858157"/>
                <a:gd name="connsiteY19" fmla="*/ 194620 h 3846279"/>
                <a:gd name="connsiteX20" fmla="*/ 6552844 w 6858157"/>
                <a:gd name="connsiteY20" fmla="*/ 27550 h 3846279"/>
                <a:gd name="connsiteX21" fmla="*/ 6698893 w 6858157"/>
                <a:gd name="connsiteY21" fmla="*/ 13025 h 3846279"/>
                <a:gd name="connsiteX22" fmla="*/ 6850936 w 6858157"/>
                <a:gd name="connsiteY22" fmla="*/ 26287 h 3846279"/>
                <a:gd name="connsiteX23" fmla="*/ 6832244 w 6858157"/>
                <a:gd name="connsiteY23" fmla="*/ 252730 h 3846279"/>
                <a:gd name="connsiteX24" fmla="*/ 6787794 w 6858157"/>
                <a:gd name="connsiteY24" fmla="*/ 405271 h 3846279"/>
                <a:gd name="connsiteX25" fmla="*/ 6775093 w 6858157"/>
                <a:gd name="connsiteY25" fmla="*/ 659506 h 3846279"/>
                <a:gd name="connsiteX26" fmla="*/ 6698893 w 6858157"/>
                <a:gd name="connsiteY26" fmla="*/ 775729 h 3846279"/>
                <a:gd name="connsiteX27" fmla="*/ 6588470 w 6858157"/>
                <a:gd name="connsiteY27" fmla="*/ 797321 h 3846279"/>
                <a:gd name="connsiteX28" fmla="*/ 6374685 w 6858157"/>
                <a:gd name="connsiteY28" fmla="*/ 712560 h 3846279"/>
                <a:gd name="connsiteX29" fmla="*/ 6108343 w 6858157"/>
                <a:gd name="connsiteY29" fmla="*/ 398005 h 3846279"/>
                <a:gd name="connsiteX30" fmla="*/ 5870920 w 6858157"/>
                <a:gd name="connsiteY30" fmla="*/ 276774 h 3846279"/>
                <a:gd name="connsiteX31" fmla="*/ 5547070 w 6858157"/>
                <a:gd name="connsiteY31" fmla="*/ 257389 h 3846279"/>
                <a:gd name="connsiteX32" fmla="*/ 5365036 w 6858157"/>
                <a:gd name="connsiteY32" fmla="*/ 333589 h 3846279"/>
                <a:gd name="connsiteX33" fmla="*/ 5246503 w 6858157"/>
                <a:gd name="connsiteY33" fmla="*/ 452121 h 3846279"/>
                <a:gd name="connsiteX34" fmla="*/ 5034836 w 6858157"/>
                <a:gd name="connsiteY34" fmla="*/ 833121 h 3846279"/>
                <a:gd name="connsiteX35" fmla="*/ 4857036 w 6858157"/>
                <a:gd name="connsiteY35" fmla="*/ 985522 h 3846279"/>
                <a:gd name="connsiteX36" fmla="*/ 4444844 w 6858157"/>
                <a:gd name="connsiteY36" fmla="*/ 1018010 h 3846279"/>
                <a:gd name="connsiteX37" fmla="*/ 3776022 w 6858157"/>
                <a:gd name="connsiteY37" fmla="*/ 857442 h 3846279"/>
                <a:gd name="connsiteX38" fmla="*/ 3387211 w 6858157"/>
                <a:gd name="connsiteY38" fmla="*/ 831937 h 3846279"/>
                <a:gd name="connsiteX39" fmla="*/ 2718804 w 6858157"/>
                <a:gd name="connsiteY39" fmla="*/ 1324293 h 3846279"/>
                <a:gd name="connsiteX40" fmla="*/ 2040399 w 6858157"/>
                <a:gd name="connsiteY40" fmla="*/ 1975179 h 3846279"/>
                <a:gd name="connsiteX41" fmla="*/ 1293327 w 6858157"/>
                <a:gd name="connsiteY41" fmla="*/ 2775352 h 3846279"/>
                <a:gd name="connsiteX42" fmla="*/ 567958 w 6858157"/>
                <a:gd name="connsiteY42" fmla="*/ 3749596 h 3846279"/>
                <a:gd name="connsiteX43" fmla="*/ 72253 w 6858157"/>
                <a:gd name="connsiteY43" fmla="*/ 3733413 h 3846279"/>
                <a:gd name="connsiteX44" fmla="*/ 9278 w 6858157"/>
                <a:gd name="connsiteY44" fmla="*/ 3204689 h 3846279"/>
                <a:gd name="connsiteX45" fmla="*/ 22792 w 6858157"/>
                <a:gd name="connsiteY45" fmla="*/ 2344412 h 3846279"/>
                <a:gd name="connsiteX46" fmla="*/ 3362 w 6858157"/>
                <a:gd name="connsiteY46" fmla="*/ 1867593 h 3846279"/>
                <a:gd name="connsiteX0" fmla="*/ 3362 w 6858157"/>
                <a:gd name="connsiteY0" fmla="*/ 1867593 h 3824931"/>
                <a:gd name="connsiteX1" fmla="*/ 104463 w 6858157"/>
                <a:gd name="connsiteY1" fmla="*/ 1727301 h 3824931"/>
                <a:gd name="connsiteX2" fmla="*/ 114623 w 6858157"/>
                <a:gd name="connsiteY2" fmla="*/ 2802810 h 3824931"/>
                <a:gd name="connsiteX3" fmla="*/ 133869 w 6858157"/>
                <a:gd name="connsiteY3" fmla="*/ 3584555 h 3824931"/>
                <a:gd name="connsiteX4" fmla="*/ 595884 w 6858157"/>
                <a:gd name="connsiteY4" fmla="*/ 3573541 h 3824931"/>
                <a:gd name="connsiteX5" fmla="*/ 1096399 w 6858157"/>
                <a:gd name="connsiteY5" fmla="*/ 2846852 h 3824931"/>
                <a:gd name="connsiteX6" fmla="*/ 1914545 w 6858157"/>
                <a:gd name="connsiteY6" fmla="*/ 1955005 h 3824931"/>
                <a:gd name="connsiteX7" fmla="*/ 2550405 w 6858157"/>
                <a:gd name="connsiteY7" fmla="*/ 1341877 h 3824931"/>
                <a:gd name="connsiteX8" fmla="*/ 3395779 w 6858157"/>
                <a:gd name="connsiteY8" fmla="*/ 736610 h 3824931"/>
                <a:gd name="connsiteX9" fmla="*/ 4763903 w 6858157"/>
                <a:gd name="connsiteY9" fmla="*/ 909322 h 3824931"/>
                <a:gd name="connsiteX10" fmla="*/ 5263436 w 6858157"/>
                <a:gd name="connsiteY10" fmla="*/ 274322 h 3824931"/>
                <a:gd name="connsiteX11" fmla="*/ 5828587 w 6858157"/>
                <a:gd name="connsiteY11" fmla="*/ 172768 h 3824931"/>
                <a:gd name="connsiteX12" fmla="*/ 6258270 w 6858157"/>
                <a:gd name="connsiteY12" fmla="*/ 428302 h 3824931"/>
                <a:gd name="connsiteX13" fmla="*/ 6419492 w 6858157"/>
                <a:gd name="connsiteY13" fmla="*/ 623187 h 3824931"/>
                <a:gd name="connsiteX14" fmla="*/ 6571892 w 6858157"/>
                <a:gd name="connsiteY14" fmla="*/ 703089 h 3824931"/>
                <a:gd name="connsiteX15" fmla="*/ 6686192 w 6858157"/>
                <a:gd name="connsiteY15" fmla="*/ 674034 h 3824931"/>
                <a:gd name="connsiteX16" fmla="*/ 6715470 w 6858157"/>
                <a:gd name="connsiteY16" fmla="*/ 529995 h 3824931"/>
                <a:gd name="connsiteX17" fmla="*/ 6686193 w 6858157"/>
                <a:gd name="connsiteY17" fmla="*/ 390745 h 3824931"/>
                <a:gd name="connsiteX18" fmla="*/ 6616344 w 6858157"/>
                <a:gd name="connsiteY18" fmla="*/ 303578 h 3824931"/>
                <a:gd name="connsiteX19" fmla="*/ 6571894 w 6858157"/>
                <a:gd name="connsiteY19" fmla="*/ 194620 h 3824931"/>
                <a:gd name="connsiteX20" fmla="*/ 6552844 w 6858157"/>
                <a:gd name="connsiteY20" fmla="*/ 27550 h 3824931"/>
                <a:gd name="connsiteX21" fmla="*/ 6698893 w 6858157"/>
                <a:gd name="connsiteY21" fmla="*/ 13025 h 3824931"/>
                <a:gd name="connsiteX22" fmla="*/ 6850936 w 6858157"/>
                <a:gd name="connsiteY22" fmla="*/ 26287 h 3824931"/>
                <a:gd name="connsiteX23" fmla="*/ 6832244 w 6858157"/>
                <a:gd name="connsiteY23" fmla="*/ 252730 h 3824931"/>
                <a:gd name="connsiteX24" fmla="*/ 6787794 w 6858157"/>
                <a:gd name="connsiteY24" fmla="*/ 405271 h 3824931"/>
                <a:gd name="connsiteX25" fmla="*/ 6775093 w 6858157"/>
                <a:gd name="connsiteY25" fmla="*/ 659506 h 3824931"/>
                <a:gd name="connsiteX26" fmla="*/ 6698893 w 6858157"/>
                <a:gd name="connsiteY26" fmla="*/ 775729 h 3824931"/>
                <a:gd name="connsiteX27" fmla="*/ 6588470 w 6858157"/>
                <a:gd name="connsiteY27" fmla="*/ 797321 h 3824931"/>
                <a:gd name="connsiteX28" fmla="*/ 6374685 w 6858157"/>
                <a:gd name="connsiteY28" fmla="*/ 712560 h 3824931"/>
                <a:gd name="connsiteX29" fmla="*/ 6108343 w 6858157"/>
                <a:gd name="connsiteY29" fmla="*/ 398005 h 3824931"/>
                <a:gd name="connsiteX30" fmla="*/ 5870920 w 6858157"/>
                <a:gd name="connsiteY30" fmla="*/ 276774 h 3824931"/>
                <a:gd name="connsiteX31" fmla="*/ 5547070 w 6858157"/>
                <a:gd name="connsiteY31" fmla="*/ 257389 h 3824931"/>
                <a:gd name="connsiteX32" fmla="*/ 5365036 w 6858157"/>
                <a:gd name="connsiteY32" fmla="*/ 333589 h 3824931"/>
                <a:gd name="connsiteX33" fmla="*/ 5246503 w 6858157"/>
                <a:gd name="connsiteY33" fmla="*/ 452121 h 3824931"/>
                <a:gd name="connsiteX34" fmla="*/ 5034836 w 6858157"/>
                <a:gd name="connsiteY34" fmla="*/ 833121 h 3824931"/>
                <a:gd name="connsiteX35" fmla="*/ 4857036 w 6858157"/>
                <a:gd name="connsiteY35" fmla="*/ 985522 h 3824931"/>
                <a:gd name="connsiteX36" fmla="*/ 4444844 w 6858157"/>
                <a:gd name="connsiteY36" fmla="*/ 1018010 h 3824931"/>
                <a:gd name="connsiteX37" fmla="*/ 3776022 w 6858157"/>
                <a:gd name="connsiteY37" fmla="*/ 857442 h 3824931"/>
                <a:gd name="connsiteX38" fmla="*/ 3387211 w 6858157"/>
                <a:gd name="connsiteY38" fmla="*/ 831937 h 3824931"/>
                <a:gd name="connsiteX39" fmla="*/ 2718804 w 6858157"/>
                <a:gd name="connsiteY39" fmla="*/ 1324293 h 3824931"/>
                <a:gd name="connsiteX40" fmla="*/ 2040399 w 6858157"/>
                <a:gd name="connsiteY40" fmla="*/ 1975179 h 3824931"/>
                <a:gd name="connsiteX41" fmla="*/ 1293327 w 6858157"/>
                <a:gd name="connsiteY41" fmla="*/ 2775352 h 3824931"/>
                <a:gd name="connsiteX42" fmla="*/ 567958 w 6858157"/>
                <a:gd name="connsiteY42" fmla="*/ 3749596 h 3824931"/>
                <a:gd name="connsiteX43" fmla="*/ 72253 w 6858157"/>
                <a:gd name="connsiteY43" fmla="*/ 3733413 h 3824931"/>
                <a:gd name="connsiteX44" fmla="*/ 9278 w 6858157"/>
                <a:gd name="connsiteY44" fmla="*/ 3204689 h 3824931"/>
                <a:gd name="connsiteX45" fmla="*/ 22792 w 6858157"/>
                <a:gd name="connsiteY45" fmla="*/ 2344412 h 3824931"/>
                <a:gd name="connsiteX46" fmla="*/ 3362 w 6858157"/>
                <a:gd name="connsiteY46" fmla="*/ 1867593 h 3824931"/>
                <a:gd name="connsiteX0" fmla="*/ 3362 w 6858157"/>
                <a:gd name="connsiteY0" fmla="*/ 1867593 h 3803312"/>
                <a:gd name="connsiteX1" fmla="*/ 104463 w 6858157"/>
                <a:gd name="connsiteY1" fmla="*/ 1727301 h 3803312"/>
                <a:gd name="connsiteX2" fmla="*/ 114623 w 6858157"/>
                <a:gd name="connsiteY2" fmla="*/ 2802810 h 3803312"/>
                <a:gd name="connsiteX3" fmla="*/ 133869 w 6858157"/>
                <a:gd name="connsiteY3" fmla="*/ 3584555 h 3803312"/>
                <a:gd name="connsiteX4" fmla="*/ 595884 w 6858157"/>
                <a:gd name="connsiteY4" fmla="*/ 3573541 h 3803312"/>
                <a:gd name="connsiteX5" fmla="*/ 1096399 w 6858157"/>
                <a:gd name="connsiteY5" fmla="*/ 2846852 h 3803312"/>
                <a:gd name="connsiteX6" fmla="*/ 1914545 w 6858157"/>
                <a:gd name="connsiteY6" fmla="*/ 1955005 h 3803312"/>
                <a:gd name="connsiteX7" fmla="*/ 2550405 w 6858157"/>
                <a:gd name="connsiteY7" fmla="*/ 1341877 h 3803312"/>
                <a:gd name="connsiteX8" fmla="*/ 3395779 w 6858157"/>
                <a:gd name="connsiteY8" fmla="*/ 736610 h 3803312"/>
                <a:gd name="connsiteX9" fmla="*/ 4763903 w 6858157"/>
                <a:gd name="connsiteY9" fmla="*/ 909322 h 3803312"/>
                <a:gd name="connsiteX10" fmla="*/ 5263436 w 6858157"/>
                <a:gd name="connsiteY10" fmla="*/ 274322 h 3803312"/>
                <a:gd name="connsiteX11" fmla="*/ 5828587 w 6858157"/>
                <a:gd name="connsiteY11" fmla="*/ 172768 h 3803312"/>
                <a:gd name="connsiteX12" fmla="*/ 6258270 w 6858157"/>
                <a:gd name="connsiteY12" fmla="*/ 428302 h 3803312"/>
                <a:gd name="connsiteX13" fmla="*/ 6419492 w 6858157"/>
                <a:gd name="connsiteY13" fmla="*/ 623187 h 3803312"/>
                <a:gd name="connsiteX14" fmla="*/ 6571892 w 6858157"/>
                <a:gd name="connsiteY14" fmla="*/ 703089 h 3803312"/>
                <a:gd name="connsiteX15" fmla="*/ 6686192 w 6858157"/>
                <a:gd name="connsiteY15" fmla="*/ 674034 h 3803312"/>
                <a:gd name="connsiteX16" fmla="*/ 6715470 w 6858157"/>
                <a:gd name="connsiteY16" fmla="*/ 529995 h 3803312"/>
                <a:gd name="connsiteX17" fmla="*/ 6686193 w 6858157"/>
                <a:gd name="connsiteY17" fmla="*/ 390745 h 3803312"/>
                <a:gd name="connsiteX18" fmla="*/ 6616344 w 6858157"/>
                <a:gd name="connsiteY18" fmla="*/ 303578 h 3803312"/>
                <a:gd name="connsiteX19" fmla="*/ 6571894 w 6858157"/>
                <a:gd name="connsiteY19" fmla="*/ 194620 h 3803312"/>
                <a:gd name="connsiteX20" fmla="*/ 6552844 w 6858157"/>
                <a:gd name="connsiteY20" fmla="*/ 27550 h 3803312"/>
                <a:gd name="connsiteX21" fmla="*/ 6698893 w 6858157"/>
                <a:gd name="connsiteY21" fmla="*/ 13025 h 3803312"/>
                <a:gd name="connsiteX22" fmla="*/ 6850936 w 6858157"/>
                <a:gd name="connsiteY22" fmla="*/ 26287 h 3803312"/>
                <a:gd name="connsiteX23" fmla="*/ 6832244 w 6858157"/>
                <a:gd name="connsiteY23" fmla="*/ 252730 h 3803312"/>
                <a:gd name="connsiteX24" fmla="*/ 6787794 w 6858157"/>
                <a:gd name="connsiteY24" fmla="*/ 405271 h 3803312"/>
                <a:gd name="connsiteX25" fmla="*/ 6775093 w 6858157"/>
                <a:gd name="connsiteY25" fmla="*/ 659506 h 3803312"/>
                <a:gd name="connsiteX26" fmla="*/ 6698893 w 6858157"/>
                <a:gd name="connsiteY26" fmla="*/ 775729 h 3803312"/>
                <a:gd name="connsiteX27" fmla="*/ 6588470 w 6858157"/>
                <a:gd name="connsiteY27" fmla="*/ 797321 h 3803312"/>
                <a:gd name="connsiteX28" fmla="*/ 6374685 w 6858157"/>
                <a:gd name="connsiteY28" fmla="*/ 712560 h 3803312"/>
                <a:gd name="connsiteX29" fmla="*/ 6108343 w 6858157"/>
                <a:gd name="connsiteY29" fmla="*/ 398005 h 3803312"/>
                <a:gd name="connsiteX30" fmla="*/ 5870920 w 6858157"/>
                <a:gd name="connsiteY30" fmla="*/ 276774 h 3803312"/>
                <a:gd name="connsiteX31" fmla="*/ 5547070 w 6858157"/>
                <a:gd name="connsiteY31" fmla="*/ 257389 h 3803312"/>
                <a:gd name="connsiteX32" fmla="*/ 5365036 w 6858157"/>
                <a:gd name="connsiteY32" fmla="*/ 333589 h 3803312"/>
                <a:gd name="connsiteX33" fmla="*/ 5246503 w 6858157"/>
                <a:gd name="connsiteY33" fmla="*/ 452121 h 3803312"/>
                <a:gd name="connsiteX34" fmla="*/ 5034836 w 6858157"/>
                <a:gd name="connsiteY34" fmla="*/ 833121 h 3803312"/>
                <a:gd name="connsiteX35" fmla="*/ 4857036 w 6858157"/>
                <a:gd name="connsiteY35" fmla="*/ 985522 h 3803312"/>
                <a:gd name="connsiteX36" fmla="*/ 4444844 w 6858157"/>
                <a:gd name="connsiteY36" fmla="*/ 1018010 h 3803312"/>
                <a:gd name="connsiteX37" fmla="*/ 3776022 w 6858157"/>
                <a:gd name="connsiteY37" fmla="*/ 857442 h 3803312"/>
                <a:gd name="connsiteX38" fmla="*/ 3387211 w 6858157"/>
                <a:gd name="connsiteY38" fmla="*/ 831937 h 3803312"/>
                <a:gd name="connsiteX39" fmla="*/ 2718804 w 6858157"/>
                <a:gd name="connsiteY39" fmla="*/ 1324293 h 3803312"/>
                <a:gd name="connsiteX40" fmla="*/ 2040399 w 6858157"/>
                <a:gd name="connsiteY40" fmla="*/ 1975179 h 3803312"/>
                <a:gd name="connsiteX41" fmla="*/ 1293327 w 6858157"/>
                <a:gd name="connsiteY41" fmla="*/ 2775352 h 3803312"/>
                <a:gd name="connsiteX42" fmla="*/ 598438 w 6858157"/>
                <a:gd name="connsiteY42" fmla="*/ 3703108 h 3803312"/>
                <a:gd name="connsiteX43" fmla="*/ 72253 w 6858157"/>
                <a:gd name="connsiteY43" fmla="*/ 3733413 h 3803312"/>
                <a:gd name="connsiteX44" fmla="*/ 9278 w 6858157"/>
                <a:gd name="connsiteY44" fmla="*/ 3204689 h 3803312"/>
                <a:gd name="connsiteX45" fmla="*/ 22792 w 6858157"/>
                <a:gd name="connsiteY45" fmla="*/ 2344412 h 3803312"/>
                <a:gd name="connsiteX46" fmla="*/ 3362 w 6858157"/>
                <a:gd name="connsiteY46" fmla="*/ 1867593 h 3803312"/>
                <a:gd name="connsiteX0" fmla="*/ 3362 w 6858157"/>
                <a:gd name="connsiteY0" fmla="*/ 1867593 h 3803312"/>
                <a:gd name="connsiteX1" fmla="*/ 104463 w 6858157"/>
                <a:gd name="connsiteY1" fmla="*/ 1727301 h 3803312"/>
                <a:gd name="connsiteX2" fmla="*/ 114623 w 6858157"/>
                <a:gd name="connsiteY2" fmla="*/ 2802810 h 3803312"/>
                <a:gd name="connsiteX3" fmla="*/ 133869 w 6858157"/>
                <a:gd name="connsiteY3" fmla="*/ 3584555 h 3803312"/>
                <a:gd name="connsiteX4" fmla="*/ 595884 w 6858157"/>
                <a:gd name="connsiteY4" fmla="*/ 3573541 h 3803312"/>
                <a:gd name="connsiteX5" fmla="*/ 1096399 w 6858157"/>
                <a:gd name="connsiteY5" fmla="*/ 2846852 h 3803312"/>
                <a:gd name="connsiteX6" fmla="*/ 1914545 w 6858157"/>
                <a:gd name="connsiteY6" fmla="*/ 1955005 h 3803312"/>
                <a:gd name="connsiteX7" fmla="*/ 2550405 w 6858157"/>
                <a:gd name="connsiteY7" fmla="*/ 1341877 h 3803312"/>
                <a:gd name="connsiteX8" fmla="*/ 3395779 w 6858157"/>
                <a:gd name="connsiteY8" fmla="*/ 736610 h 3803312"/>
                <a:gd name="connsiteX9" fmla="*/ 4763903 w 6858157"/>
                <a:gd name="connsiteY9" fmla="*/ 909322 h 3803312"/>
                <a:gd name="connsiteX10" fmla="*/ 5263436 w 6858157"/>
                <a:gd name="connsiteY10" fmla="*/ 274322 h 3803312"/>
                <a:gd name="connsiteX11" fmla="*/ 5828587 w 6858157"/>
                <a:gd name="connsiteY11" fmla="*/ 172768 h 3803312"/>
                <a:gd name="connsiteX12" fmla="*/ 6258270 w 6858157"/>
                <a:gd name="connsiteY12" fmla="*/ 428302 h 3803312"/>
                <a:gd name="connsiteX13" fmla="*/ 6419492 w 6858157"/>
                <a:gd name="connsiteY13" fmla="*/ 623187 h 3803312"/>
                <a:gd name="connsiteX14" fmla="*/ 6571892 w 6858157"/>
                <a:gd name="connsiteY14" fmla="*/ 703089 h 3803312"/>
                <a:gd name="connsiteX15" fmla="*/ 6686192 w 6858157"/>
                <a:gd name="connsiteY15" fmla="*/ 674034 h 3803312"/>
                <a:gd name="connsiteX16" fmla="*/ 6715470 w 6858157"/>
                <a:gd name="connsiteY16" fmla="*/ 529995 h 3803312"/>
                <a:gd name="connsiteX17" fmla="*/ 6686193 w 6858157"/>
                <a:gd name="connsiteY17" fmla="*/ 390745 h 3803312"/>
                <a:gd name="connsiteX18" fmla="*/ 6616344 w 6858157"/>
                <a:gd name="connsiteY18" fmla="*/ 303578 h 3803312"/>
                <a:gd name="connsiteX19" fmla="*/ 6571894 w 6858157"/>
                <a:gd name="connsiteY19" fmla="*/ 194620 h 3803312"/>
                <a:gd name="connsiteX20" fmla="*/ 6552844 w 6858157"/>
                <a:gd name="connsiteY20" fmla="*/ 27550 h 3803312"/>
                <a:gd name="connsiteX21" fmla="*/ 6698893 w 6858157"/>
                <a:gd name="connsiteY21" fmla="*/ 13025 h 3803312"/>
                <a:gd name="connsiteX22" fmla="*/ 6850936 w 6858157"/>
                <a:gd name="connsiteY22" fmla="*/ 26287 h 3803312"/>
                <a:gd name="connsiteX23" fmla="*/ 6832244 w 6858157"/>
                <a:gd name="connsiteY23" fmla="*/ 252730 h 3803312"/>
                <a:gd name="connsiteX24" fmla="*/ 6787794 w 6858157"/>
                <a:gd name="connsiteY24" fmla="*/ 405271 h 3803312"/>
                <a:gd name="connsiteX25" fmla="*/ 6775093 w 6858157"/>
                <a:gd name="connsiteY25" fmla="*/ 659506 h 3803312"/>
                <a:gd name="connsiteX26" fmla="*/ 6698893 w 6858157"/>
                <a:gd name="connsiteY26" fmla="*/ 775729 h 3803312"/>
                <a:gd name="connsiteX27" fmla="*/ 6588470 w 6858157"/>
                <a:gd name="connsiteY27" fmla="*/ 797321 h 3803312"/>
                <a:gd name="connsiteX28" fmla="*/ 6374685 w 6858157"/>
                <a:gd name="connsiteY28" fmla="*/ 712560 h 3803312"/>
                <a:gd name="connsiteX29" fmla="*/ 6108343 w 6858157"/>
                <a:gd name="connsiteY29" fmla="*/ 398005 h 3803312"/>
                <a:gd name="connsiteX30" fmla="*/ 5870920 w 6858157"/>
                <a:gd name="connsiteY30" fmla="*/ 276774 h 3803312"/>
                <a:gd name="connsiteX31" fmla="*/ 5547070 w 6858157"/>
                <a:gd name="connsiteY31" fmla="*/ 257389 h 3803312"/>
                <a:gd name="connsiteX32" fmla="*/ 5365036 w 6858157"/>
                <a:gd name="connsiteY32" fmla="*/ 333589 h 3803312"/>
                <a:gd name="connsiteX33" fmla="*/ 5246503 w 6858157"/>
                <a:gd name="connsiteY33" fmla="*/ 452121 h 3803312"/>
                <a:gd name="connsiteX34" fmla="*/ 5034836 w 6858157"/>
                <a:gd name="connsiteY34" fmla="*/ 833121 h 3803312"/>
                <a:gd name="connsiteX35" fmla="*/ 4857036 w 6858157"/>
                <a:gd name="connsiteY35" fmla="*/ 985522 h 3803312"/>
                <a:gd name="connsiteX36" fmla="*/ 4444844 w 6858157"/>
                <a:gd name="connsiteY36" fmla="*/ 1018010 h 3803312"/>
                <a:gd name="connsiteX37" fmla="*/ 3776022 w 6858157"/>
                <a:gd name="connsiteY37" fmla="*/ 857442 h 3803312"/>
                <a:gd name="connsiteX38" fmla="*/ 3387211 w 6858157"/>
                <a:gd name="connsiteY38" fmla="*/ 831937 h 3803312"/>
                <a:gd name="connsiteX39" fmla="*/ 2718804 w 6858157"/>
                <a:gd name="connsiteY39" fmla="*/ 1324293 h 3803312"/>
                <a:gd name="connsiteX40" fmla="*/ 2040399 w 6858157"/>
                <a:gd name="connsiteY40" fmla="*/ 1975179 h 3803312"/>
                <a:gd name="connsiteX41" fmla="*/ 1293327 w 6858157"/>
                <a:gd name="connsiteY41" fmla="*/ 2775352 h 3803312"/>
                <a:gd name="connsiteX42" fmla="*/ 598438 w 6858157"/>
                <a:gd name="connsiteY42" fmla="*/ 3703108 h 3803312"/>
                <a:gd name="connsiteX43" fmla="*/ 72253 w 6858157"/>
                <a:gd name="connsiteY43" fmla="*/ 3733413 h 3803312"/>
                <a:gd name="connsiteX44" fmla="*/ 9278 w 6858157"/>
                <a:gd name="connsiteY44" fmla="*/ 3204689 h 3803312"/>
                <a:gd name="connsiteX45" fmla="*/ 22792 w 6858157"/>
                <a:gd name="connsiteY45" fmla="*/ 2344412 h 3803312"/>
                <a:gd name="connsiteX46" fmla="*/ 3362 w 6858157"/>
                <a:gd name="connsiteY46" fmla="*/ 1867593 h 3803312"/>
                <a:gd name="connsiteX0" fmla="*/ 3362 w 6858157"/>
                <a:gd name="connsiteY0" fmla="*/ 1867593 h 3803312"/>
                <a:gd name="connsiteX1" fmla="*/ 104463 w 6858157"/>
                <a:gd name="connsiteY1" fmla="*/ 1727301 h 3803312"/>
                <a:gd name="connsiteX2" fmla="*/ 114623 w 6858157"/>
                <a:gd name="connsiteY2" fmla="*/ 2802810 h 3803312"/>
                <a:gd name="connsiteX3" fmla="*/ 133869 w 6858157"/>
                <a:gd name="connsiteY3" fmla="*/ 3584555 h 3803312"/>
                <a:gd name="connsiteX4" fmla="*/ 595884 w 6858157"/>
                <a:gd name="connsiteY4" fmla="*/ 3573541 h 3803312"/>
                <a:gd name="connsiteX5" fmla="*/ 1096399 w 6858157"/>
                <a:gd name="connsiteY5" fmla="*/ 2846852 h 3803312"/>
                <a:gd name="connsiteX6" fmla="*/ 1914545 w 6858157"/>
                <a:gd name="connsiteY6" fmla="*/ 1955005 h 3803312"/>
                <a:gd name="connsiteX7" fmla="*/ 2550405 w 6858157"/>
                <a:gd name="connsiteY7" fmla="*/ 1341877 h 3803312"/>
                <a:gd name="connsiteX8" fmla="*/ 3395779 w 6858157"/>
                <a:gd name="connsiteY8" fmla="*/ 736610 h 3803312"/>
                <a:gd name="connsiteX9" fmla="*/ 4763903 w 6858157"/>
                <a:gd name="connsiteY9" fmla="*/ 909322 h 3803312"/>
                <a:gd name="connsiteX10" fmla="*/ 5263436 w 6858157"/>
                <a:gd name="connsiteY10" fmla="*/ 274322 h 3803312"/>
                <a:gd name="connsiteX11" fmla="*/ 5828587 w 6858157"/>
                <a:gd name="connsiteY11" fmla="*/ 172768 h 3803312"/>
                <a:gd name="connsiteX12" fmla="*/ 6258270 w 6858157"/>
                <a:gd name="connsiteY12" fmla="*/ 428302 h 3803312"/>
                <a:gd name="connsiteX13" fmla="*/ 6419492 w 6858157"/>
                <a:gd name="connsiteY13" fmla="*/ 623187 h 3803312"/>
                <a:gd name="connsiteX14" fmla="*/ 6571892 w 6858157"/>
                <a:gd name="connsiteY14" fmla="*/ 703089 h 3803312"/>
                <a:gd name="connsiteX15" fmla="*/ 6686192 w 6858157"/>
                <a:gd name="connsiteY15" fmla="*/ 674034 h 3803312"/>
                <a:gd name="connsiteX16" fmla="*/ 6715470 w 6858157"/>
                <a:gd name="connsiteY16" fmla="*/ 529995 h 3803312"/>
                <a:gd name="connsiteX17" fmla="*/ 6686193 w 6858157"/>
                <a:gd name="connsiteY17" fmla="*/ 390745 h 3803312"/>
                <a:gd name="connsiteX18" fmla="*/ 6616344 w 6858157"/>
                <a:gd name="connsiteY18" fmla="*/ 303578 h 3803312"/>
                <a:gd name="connsiteX19" fmla="*/ 6571894 w 6858157"/>
                <a:gd name="connsiteY19" fmla="*/ 194620 h 3803312"/>
                <a:gd name="connsiteX20" fmla="*/ 6552844 w 6858157"/>
                <a:gd name="connsiteY20" fmla="*/ 27550 h 3803312"/>
                <a:gd name="connsiteX21" fmla="*/ 6698893 w 6858157"/>
                <a:gd name="connsiteY21" fmla="*/ 13025 h 3803312"/>
                <a:gd name="connsiteX22" fmla="*/ 6850936 w 6858157"/>
                <a:gd name="connsiteY22" fmla="*/ 26287 h 3803312"/>
                <a:gd name="connsiteX23" fmla="*/ 6832244 w 6858157"/>
                <a:gd name="connsiteY23" fmla="*/ 252730 h 3803312"/>
                <a:gd name="connsiteX24" fmla="*/ 6787794 w 6858157"/>
                <a:gd name="connsiteY24" fmla="*/ 405271 h 3803312"/>
                <a:gd name="connsiteX25" fmla="*/ 6775093 w 6858157"/>
                <a:gd name="connsiteY25" fmla="*/ 659506 h 3803312"/>
                <a:gd name="connsiteX26" fmla="*/ 6698893 w 6858157"/>
                <a:gd name="connsiteY26" fmla="*/ 775729 h 3803312"/>
                <a:gd name="connsiteX27" fmla="*/ 6588470 w 6858157"/>
                <a:gd name="connsiteY27" fmla="*/ 797321 h 3803312"/>
                <a:gd name="connsiteX28" fmla="*/ 6374685 w 6858157"/>
                <a:gd name="connsiteY28" fmla="*/ 712560 h 3803312"/>
                <a:gd name="connsiteX29" fmla="*/ 6108343 w 6858157"/>
                <a:gd name="connsiteY29" fmla="*/ 398005 h 3803312"/>
                <a:gd name="connsiteX30" fmla="*/ 5870920 w 6858157"/>
                <a:gd name="connsiteY30" fmla="*/ 276774 h 3803312"/>
                <a:gd name="connsiteX31" fmla="*/ 5547070 w 6858157"/>
                <a:gd name="connsiteY31" fmla="*/ 257389 h 3803312"/>
                <a:gd name="connsiteX32" fmla="*/ 5365036 w 6858157"/>
                <a:gd name="connsiteY32" fmla="*/ 333589 h 3803312"/>
                <a:gd name="connsiteX33" fmla="*/ 5246503 w 6858157"/>
                <a:gd name="connsiteY33" fmla="*/ 452121 h 3803312"/>
                <a:gd name="connsiteX34" fmla="*/ 5034836 w 6858157"/>
                <a:gd name="connsiteY34" fmla="*/ 833121 h 3803312"/>
                <a:gd name="connsiteX35" fmla="*/ 4857036 w 6858157"/>
                <a:gd name="connsiteY35" fmla="*/ 985522 h 3803312"/>
                <a:gd name="connsiteX36" fmla="*/ 4444844 w 6858157"/>
                <a:gd name="connsiteY36" fmla="*/ 1018010 h 3803312"/>
                <a:gd name="connsiteX37" fmla="*/ 3776022 w 6858157"/>
                <a:gd name="connsiteY37" fmla="*/ 857442 h 3803312"/>
                <a:gd name="connsiteX38" fmla="*/ 3387211 w 6858157"/>
                <a:gd name="connsiteY38" fmla="*/ 831937 h 3803312"/>
                <a:gd name="connsiteX39" fmla="*/ 2718804 w 6858157"/>
                <a:gd name="connsiteY39" fmla="*/ 1324293 h 3803312"/>
                <a:gd name="connsiteX40" fmla="*/ 2040399 w 6858157"/>
                <a:gd name="connsiteY40" fmla="*/ 1975179 h 3803312"/>
                <a:gd name="connsiteX41" fmla="*/ 1293327 w 6858157"/>
                <a:gd name="connsiteY41" fmla="*/ 2775352 h 3803312"/>
                <a:gd name="connsiteX42" fmla="*/ 598438 w 6858157"/>
                <a:gd name="connsiteY42" fmla="*/ 3703108 h 3803312"/>
                <a:gd name="connsiteX43" fmla="*/ 72253 w 6858157"/>
                <a:gd name="connsiteY43" fmla="*/ 3733413 h 3803312"/>
                <a:gd name="connsiteX44" fmla="*/ 9278 w 6858157"/>
                <a:gd name="connsiteY44" fmla="*/ 3204689 h 3803312"/>
                <a:gd name="connsiteX45" fmla="*/ 22792 w 6858157"/>
                <a:gd name="connsiteY45" fmla="*/ 2344412 h 3803312"/>
                <a:gd name="connsiteX46" fmla="*/ 3362 w 6858157"/>
                <a:gd name="connsiteY46" fmla="*/ 1867593 h 3803312"/>
                <a:gd name="connsiteX0" fmla="*/ 3362 w 6858157"/>
                <a:gd name="connsiteY0" fmla="*/ 1867593 h 3803312"/>
                <a:gd name="connsiteX1" fmla="*/ 104463 w 6858157"/>
                <a:gd name="connsiteY1" fmla="*/ 1727301 h 3803312"/>
                <a:gd name="connsiteX2" fmla="*/ 114623 w 6858157"/>
                <a:gd name="connsiteY2" fmla="*/ 2802810 h 3803312"/>
                <a:gd name="connsiteX3" fmla="*/ 133869 w 6858157"/>
                <a:gd name="connsiteY3" fmla="*/ 3584555 h 3803312"/>
                <a:gd name="connsiteX4" fmla="*/ 595884 w 6858157"/>
                <a:gd name="connsiteY4" fmla="*/ 3573541 h 3803312"/>
                <a:gd name="connsiteX5" fmla="*/ 1096399 w 6858157"/>
                <a:gd name="connsiteY5" fmla="*/ 2846852 h 3803312"/>
                <a:gd name="connsiteX6" fmla="*/ 1914545 w 6858157"/>
                <a:gd name="connsiteY6" fmla="*/ 1955005 h 3803312"/>
                <a:gd name="connsiteX7" fmla="*/ 2550405 w 6858157"/>
                <a:gd name="connsiteY7" fmla="*/ 1341877 h 3803312"/>
                <a:gd name="connsiteX8" fmla="*/ 3395779 w 6858157"/>
                <a:gd name="connsiteY8" fmla="*/ 736610 h 3803312"/>
                <a:gd name="connsiteX9" fmla="*/ 4763903 w 6858157"/>
                <a:gd name="connsiteY9" fmla="*/ 909322 h 3803312"/>
                <a:gd name="connsiteX10" fmla="*/ 5263436 w 6858157"/>
                <a:gd name="connsiteY10" fmla="*/ 274322 h 3803312"/>
                <a:gd name="connsiteX11" fmla="*/ 5828587 w 6858157"/>
                <a:gd name="connsiteY11" fmla="*/ 172768 h 3803312"/>
                <a:gd name="connsiteX12" fmla="*/ 6258270 w 6858157"/>
                <a:gd name="connsiteY12" fmla="*/ 428302 h 3803312"/>
                <a:gd name="connsiteX13" fmla="*/ 6419492 w 6858157"/>
                <a:gd name="connsiteY13" fmla="*/ 623187 h 3803312"/>
                <a:gd name="connsiteX14" fmla="*/ 6571892 w 6858157"/>
                <a:gd name="connsiteY14" fmla="*/ 703089 h 3803312"/>
                <a:gd name="connsiteX15" fmla="*/ 6686192 w 6858157"/>
                <a:gd name="connsiteY15" fmla="*/ 674034 h 3803312"/>
                <a:gd name="connsiteX16" fmla="*/ 6715470 w 6858157"/>
                <a:gd name="connsiteY16" fmla="*/ 529995 h 3803312"/>
                <a:gd name="connsiteX17" fmla="*/ 6686193 w 6858157"/>
                <a:gd name="connsiteY17" fmla="*/ 390745 h 3803312"/>
                <a:gd name="connsiteX18" fmla="*/ 6616344 w 6858157"/>
                <a:gd name="connsiteY18" fmla="*/ 303578 h 3803312"/>
                <a:gd name="connsiteX19" fmla="*/ 6571894 w 6858157"/>
                <a:gd name="connsiteY19" fmla="*/ 194620 h 3803312"/>
                <a:gd name="connsiteX20" fmla="*/ 6552844 w 6858157"/>
                <a:gd name="connsiteY20" fmla="*/ 27550 h 3803312"/>
                <a:gd name="connsiteX21" fmla="*/ 6698893 w 6858157"/>
                <a:gd name="connsiteY21" fmla="*/ 13025 h 3803312"/>
                <a:gd name="connsiteX22" fmla="*/ 6850936 w 6858157"/>
                <a:gd name="connsiteY22" fmla="*/ 26287 h 3803312"/>
                <a:gd name="connsiteX23" fmla="*/ 6832244 w 6858157"/>
                <a:gd name="connsiteY23" fmla="*/ 252730 h 3803312"/>
                <a:gd name="connsiteX24" fmla="*/ 6787794 w 6858157"/>
                <a:gd name="connsiteY24" fmla="*/ 405271 h 3803312"/>
                <a:gd name="connsiteX25" fmla="*/ 6775093 w 6858157"/>
                <a:gd name="connsiteY25" fmla="*/ 659506 h 3803312"/>
                <a:gd name="connsiteX26" fmla="*/ 6698893 w 6858157"/>
                <a:gd name="connsiteY26" fmla="*/ 775729 h 3803312"/>
                <a:gd name="connsiteX27" fmla="*/ 6588470 w 6858157"/>
                <a:gd name="connsiteY27" fmla="*/ 797321 h 3803312"/>
                <a:gd name="connsiteX28" fmla="*/ 6374685 w 6858157"/>
                <a:gd name="connsiteY28" fmla="*/ 712560 h 3803312"/>
                <a:gd name="connsiteX29" fmla="*/ 6108343 w 6858157"/>
                <a:gd name="connsiteY29" fmla="*/ 398005 h 3803312"/>
                <a:gd name="connsiteX30" fmla="*/ 5870920 w 6858157"/>
                <a:gd name="connsiteY30" fmla="*/ 276774 h 3803312"/>
                <a:gd name="connsiteX31" fmla="*/ 5547070 w 6858157"/>
                <a:gd name="connsiteY31" fmla="*/ 257389 h 3803312"/>
                <a:gd name="connsiteX32" fmla="*/ 5365036 w 6858157"/>
                <a:gd name="connsiteY32" fmla="*/ 333589 h 3803312"/>
                <a:gd name="connsiteX33" fmla="*/ 5246503 w 6858157"/>
                <a:gd name="connsiteY33" fmla="*/ 452121 h 3803312"/>
                <a:gd name="connsiteX34" fmla="*/ 5034836 w 6858157"/>
                <a:gd name="connsiteY34" fmla="*/ 833121 h 3803312"/>
                <a:gd name="connsiteX35" fmla="*/ 4857036 w 6858157"/>
                <a:gd name="connsiteY35" fmla="*/ 985522 h 3803312"/>
                <a:gd name="connsiteX36" fmla="*/ 4444844 w 6858157"/>
                <a:gd name="connsiteY36" fmla="*/ 1018010 h 3803312"/>
                <a:gd name="connsiteX37" fmla="*/ 3776022 w 6858157"/>
                <a:gd name="connsiteY37" fmla="*/ 857442 h 3803312"/>
                <a:gd name="connsiteX38" fmla="*/ 3387211 w 6858157"/>
                <a:gd name="connsiteY38" fmla="*/ 831937 h 3803312"/>
                <a:gd name="connsiteX39" fmla="*/ 2718804 w 6858157"/>
                <a:gd name="connsiteY39" fmla="*/ 1324293 h 3803312"/>
                <a:gd name="connsiteX40" fmla="*/ 2040399 w 6858157"/>
                <a:gd name="connsiteY40" fmla="*/ 1975179 h 3803312"/>
                <a:gd name="connsiteX41" fmla="*/ 1293327 w 6858157"/>
                <a:gd name="connsiteY41" fmla="*/ 2775352 h 3803312"/>
                <a:gd name="connsiteX42" fmla="*/ 598438 w 6858157"/>
                <a:gd name="connsiteY42" fmla="*/ 3703108 h 3803312"/>
                <a:gd name="connsiteX43" fmla="*/ 72253 w 6858157"/>
                <a:gd name="connsiteY43" fmla="*/ 3733413 h 3803312"/>
                <a:gd name="connsiteX44" fmla="*/ 9278 w 6858157"/>
                <a:gd name="connsiteY44" fmla="*/ 3204689 h 3803312"/>
                <a:gd name="connsiteX45" fmla="*/ 22792 w 6858157"/>
                <a:gd name="connsiteY45" fmla="*/ 2344412 h 3803312"/>
                <a:gd name="connsiteX46" fmla="*/ 3362 w 6858157"/>
                <a:gd name="connsiteY46" fmla="*/ 1867593 h 3803312"/>
                <a:gd name="connsiteX0" fmla="*/ 3362 w 6858157"/>
                <a:gd name="connsiteY0" fmla="*/ 1867593 h 3803312"/>
                <a:gd name="connsiteX1" fmla="*/ 104463 w 6858157"/>
                <a:gd name="connsiteY1" fmla="*/ 1727301 h 3803312"/>
                <a:gd name="connsiteX2" fmla="*/ 114623 w 6858157"/>
                <a:gd name="connsiteY2" fmla="*/ 2802810 h 3803312"/>
                <a:gd name="connsiteX3" fmla="*/ 133869 w 6858157"/>
                <a:gd name="connsiteY3" fmla="*/ 3584555 h 3803312"/>
                <a:gd name="connsiteX4" fmla="*/ 595884 w 6858157"/>
                <a:gd name="connsiteY4" fmla="*/ 3573541 h 3803312"/>
                <a:gd name="connsiteX5" fmla="*/ 1096399 w 6858157"/>
                <a:gd name="connsiteY5" fmla="*/ 2846852 h 3803312"/>
                <a:gd name="connsiteX6" fmla="*/ 1914545 w 6858157"/>
                <a:gd name="connsiteY6" fmla="*/ 1955005 h 3803312"/>
                <a:gd name="connsiteX7" fmla="*/ 2550405 w 6858157"/>
                <a:gd name="connsiteY7" fmla="*/ 1341877 h 3803312"/>
                <a:gd name="connsiteX8" fmla="*/ 3395779 w 6858157"/>
                <a:gd name="connsiteY8" fmla="*/ 736610 h 3803312"/>
                <a:gd name="connsiteX9" fmla="*/ 4763903 w 6858157"/>
                <a:gd name="connsiteY9" fmla="*/ 909322 h 3803312"/>
                <a:gd name="connsiteX10" fmla="*/ 5263436 w 6858157"/>
                <a:gd name="connsiteY10" fmla="*/ 274322 h 3803312"/>
                <a:gd name="connsiteX11" fmla="*/ 5828587 w 6858157"/>
                <a:gd name="connsiteY11" fmla="*/ 172768 h 3803312"/>
                <a:gd name="connsiteX12" fmla="*/ 6258270 w 6858157"/>
                <a:gd name="connsiteY12" fmla="*/ 428302 h 3803312"/>
                <a:gd name="connsiteX13" fmla="*/ 6419492 w 6858157"/>
                <a:gd name="connsiteY13" fmla="*/ 623187 h 3803312"/>
                <a:gd name="connsiteX14" fmla="*/ 6571892 w 6858157"/>
                <a:gd name="connsiteY14" fmla="*/ 703089 h 3803312"/>
                <a:gd name="connsiteX15" fmla="*/ 6686192 w 6858157"/>
                <a:gd name="connsiteY15" fmla="*/ 674034 h 3803312"/>
                <a:gd name="connsiteX16" fmla="*/ 6715470 w 6858157"/>
                <a:gd name="connsiteY16" fmla="*/ 529995 h 3803312"/>
                <a:gd name="connsiteX17" fmla="*/ 6686193 w 6858157"/>
                <a:gd name="connsiteY17" fmla="*/ 390745 h 3803312"/>
                <a:gd name="connsiteX18" fmla="*/ 6616344 w 6858157"/>
                <a:gd name="connsiteY18" fmla="*/ 303578 h 3803312"/>
                <a:gd name="connsiteX19" fmla="*/ 6571894 w 6858157"/>
                <a:gd name="connsiteY19" fmla="*/ 194620 h 3803312"/>
                <a:gd name="connsiteX20" fmla="*/ 6552844 w 6858157"/>
                <a:gd name="connsiteY20" fmla="*/ 27550 h 3803312"/>
                <a:gd name="connsiteX21" fmla="*/ 6698893 w 6858157"/>
                <a:gd name="connsiteY21" fmla="*/ 13025 h 3803312"/>
                <a:gd name="connsiteX22" fmla="*/ 6850936 w 6858157"/>
                <a:gd name="connsiteY22" fmla="*/ 26287 h 3803312"/>
                <a:gd name="connsiteX23" fmla="*/ 6832244 w 6858157"/>
                <a:gd name="connsiteY23" fmla="*/ 252730 h 3803312"/>
                <a:gd name="connsiteX24" fmla="*/ 6787794 w 6858157"/>
                <a:gd name="connsiteY24" fmla="*/ 405271 h 3803312"/>
                <a:gd name="connsiteX25" fmla="*/ 6775093 w 6858157"/>
                <a:gd name="connsiteY25" fmla="*/ 659506 h 3803312"/>
                <a:gd name="connsiteX26" fmla="*/ 6698893 w 6858157"/>
                <a:gd name="connsiteY26" fmla="*/ 775729 h 3803312"/>
                <a:gd name="connsiteX27" fmla="*/ 6588470 w 6858157"/>
                <a:gd name="connsiteY27" fmla="*/ 797321 h 3803312"/>
                <a:gd name="connsiteX28" fmla="*/ 6374685 w 6858157"/>
                <a:gd name="connsiteY28" fmla="*/ 712560 h 3803312"/>
                <a:gd name="connsiteX29" fmla="*/ 6108343 w 6858157"/>
                <a:gd name="connsiteY29" fmla="*/ 398005 h 3803312"/>
                <a:gd name="connsiteX30" fmla="*/ 5870920 w 6858157"/>
                <a:gd name="connsiteY30" fmla="*/ 276774 h 3803312"/>
                <a:gd name="connsiteX31" fmla="*/ 5547070 w 6858157"/>
                <a:gd name="connsiteY31" fmla="*/ 257389 h 3803312"/>
                <a:gd name="connsiteX32" fmla="*/ 5365036 w 6858157"/>
                <a:gd name="connsiteY32" fmla="*/ 333589 h 3803312"/>
                <a:gd name="connsiteX33" fmla="*/ 5246503 w 6858157"/>
                <a:gd name="connsiteY33" fmla="*/ 452121 h 3803312"/>
                <a:gd name="connsiteX34" fmla="*/ 5034836 w 6858157"/>
                <a:gd name="connsiteY34" fmla="*/ 833121 h 3803312"/>
                <a:gd name="connsiteX35" fmla="*/ 4857036 w 6858157"/>
                <a:gd name="connsiteY35" fmla="*/ 985522 h 3803312"/>
                <a:gd name="connsiteX36" fmla="*/ 4444844 w 6858157"/>
                <a:gd name="connsiteY36" fmla="*/ 1018010 h 3803312"/>
                <a:gd name="connsiteX37" fmla="*/ 3776022 w 6858157"/>
                <a:gd name="connsiteY37" fmla="*/ 857442 h 3803312"/>
                <a:gd name="connsiteX38" fmla="*/ 3387211 w 6858157"/>
                <a:gd name="connsiteY38" fmla="*/ 831937 h 3803312"/>
                <a:gd name="connsiteX39" fmla="*/ 2718804 w 6858157"/>
                <a:gd name="connsiteY39" fmla="*/ 1324293 h 3803312"/>
                <a:gd name="connsiteX40" fmla="*/ 2040399 w 6858157"/>
                <a:gd name="connsiteY40" fmla="*/ 1975179 h 3803312"/>
                <a:gd name="connsiteX41" fmla="*/ 1293327 w 6858157"/>
                <a:gd name="connsiteY41" fmla="*/ 2775352 h 3803312"/>
                <a:gd name="connsiteX42" fmla="*/ 598438 w 6858157"/>
                <a:gd name="connsiteY42" fmla="*/ 3703108 h 3803312"/>
                <a:gd name="connsiteX43" fmla="*/ 72253 w 6858157"/>
                <a:gd name="connsiteY43" fmla="*/ 3733413 h 3803312"/>
                <a:gd name="connsiteX44" fmla="*/ 9278 w 6858157"/>
                <a:gd name="connsiteY44" fmla="*/ 3204689 h 3803312"/>
                <a:gd name="connsiteX45" fmla="*/ 22792 w 6858157"/>
                <a:gd name="connsiteY45" fmla="*/ 2344412 h 3803312"/>
                <a:gd name="connsiteX46" fmla="*/ 3362 w 6858157"/>
                <a:gd name="connsiteY46" fmla="*/ 1867593 h 3803312"/>
                <a:gd name="connsiteX0" fmla="*/ 3362 w 6858157"/>
                <a:gd name="connsiteY0" fmla="*/ 1867593 h 3803312"/>
                <a:gd name="connsiteX1" fmla="*/ 104463 w 6858157"/>
                <a:gd name="connsiteY1" fmla="*/ 1727301 h 3803312"/>
                <a:gd name="connsiteX2" fmla="*/ 114623 w 6858157"/>
                <a:gd name="connsiteY2" fmla="*/ 2802810 h 3803312"/>
                <a:gd name="connsiteX3" fmla="*/ 133869 w 6858157"/>
                <a:gd name="connsiteY3" fmla="*/ 3584555 h 3803312"/>
                <a:gd name="connsiteX4" fmla="*/ 595884 w 6858157"/>
                <a:gd name="connsiteY4" fmla="*/ 3573541 h 3803312"/>
                <a:gd name="connsiteX5" fmla="*/ 1096399 w 6858157"/>
                <a:gd name="connsiteY5" fmla="*/ 2846852 h 3803312"/>
                <a:gd name="connsiteX6" fmla="*/ 1914545 w 6858157"/>
                <a:gd name="connsiteY6" fmla="*/ 1955005 h 3803312"/>
                <a:gd name="connsiteX7" fmla="*/ 2550405 w 6858157"/>
                <a:gd name="connsiteY7" fmla="*/ 1341877 h 3803312"/>
                <a:gd name="connsiteX8" fmla="*/ 3395779 w 6858157"/>
                <a:gd name="connsiteY8" fmla="*/ 736610 h 3803312"/>
                <a:gd name="connsiteX9" fmla="*/ 4763903 w 6858157"/>
                <a:gd name="connsiteY9" fmla="*/ 909322 h 3803312"/>
                <a:gd name="connsiteX10" fmla="*/ 5263436 w 6858157"/>
                <a:gd name="connsiteY10" fmla="*/ 274322 h 3803312"/>
                <a:gd name="connsiteX11" fmla="*/ 5828587 w 6858157"/>
                <a:gd name="connsiteY11" fmla="*/ 172768 h 3803312"/>
                <a:gd name="connsiteX12" fmla="*/ 6258270 w 6858157"/>
                <a:gd name="connsiteY12" fmla="*/ 428302 h 3803312"/>
                <a:gd name="connsiteX13" fmla="*/ 6419492 w 6858157"/>
                <a:gd name="connsiteY13" fmla="*/ 623187 h 3803312"/>
                <a:gd name="connsiteX14" fmla="*/ 6571892 w 6858157"/>
                <a:gd name="connsiteY14" fmla="*/ 703089 h 3803312"/>
                <a:gd name="connsiteX15" fmla="*/ 6686192 w 6858157"/>
                <a:gd name="connsiteY15" fmla="*/ 674034 h 3803312"/>
                <a:gd name="connsiteX16" fmla="*/ 6715470 w 6858157"/>
                <a:gd name="connsiteY16" fmla="*/ 529995 h 3803312"/>
                <a:gd name="connsiteX17" fmla="*/ 6686193 w 6858157"/>
                <a:gd name="connsiteY17" fmla="*/ 390745 h 3803312"/>
                <a:gd name="connsiteX18" fmla="*/ 6616344 w 6858157"/>
                <a:gd name="connsiteY18" fmla="*/ 303578 h 3803312"/>
                <a:gd name="connsiteX19" fmla="*/ 6571894 w 6858157"/>
                <a:gd name="connsiteY19" fmla="*/ 194620 h 3803312"/>
                <a:gd name="connsiteX20" fmla="*/ 6552844 w 6858157"/>
                <a:gd name="connsiteY20" fmla="*/ 27550 h 3803312"/>
                <a:gd name="connsiteX21" fmla="*/ 6698893 w 6858157"/>
                <a:gd name="connsiteY21" fmla="*/ 13025 h 3803312"/>
                <a:gd name="connsiteX22" fmla="*/ 6850936 w 6858157"/>
                <a:gd name="connsiteY22" fmla="*/ 26287 h 3803312"/>
                <a:gd name="connsiteX23" fmla="*/ 6832244 w 6858157"/>
                <a:gd name="connsiteY23" fmla="*/ 252730 h 3803312"/>
                <a:gd name="connsiteX24" fmla="*/ 6787794 w 6858157"/>
                <a:gd name="connsiteY24" fmla="*/ 405271 h 3803312"/>
                <a:gd name="connsiteX25" fmla="*/ 6775093 w 6858157"/>
                <a:gd name="connsiteY25" fmla="*/ 659506 h 3803312"/>
                <a:gd name="connsiteX26" fmla="*/ 6698893 w 6858157"/>
                <a:gd name="connsiteY26" fmla="*/ 775729 h 3803312"/>
                <a:gd name="connsiteX27" fmla="*/ 6588470 w 6858157"/>
                <a:gd name="connsiteY27" fmla="*/ 797321 h 3803312"/>
                <a:gd name="connsiteX28" fmla="*/ 6374685 w 6858157"/>
                <a:gd name="connsiteY28" fmla="*/ 712560 h 3803312"/>
                <a:gd name="connsiteX29" fmla="*/ 6108343 w 6858157"/>
                <a:gd name="connsiteY29" fmla="*/ 398005 h 3803312"/>
                <a:gd name="connsiteX30" fmla="*/ 5870920 w 6858157"/>
                <a:gd name="connsiteY30" fmla="*/ 276774 h 3803312"/>
                <a:gd name="connsiteX31" fmla="*/ 5547070 w 6858157"/>
                <a:gd name="connsiteY31" fmla="*/ 257389 h 3803312"/>
                <a:gd name="connsiteX32" fmla="*/ 5365036 w 6858157"/>
                <a:gd name="connsiteY32" fmla="*/ 333589 h 3803312"/>
                <a:gd name="connsiteX33" fmla="*/ 5246503 w 6858157"/>
                <a:gd name="connsiteY33" fmla="*/ 452121 h 3803312"/>
                <a:gd name="connsiteX34" fmla="*/ 5034836 w 6858157"/>
                <a:gd name="connsiteY34" fmla="*/ 833121 h 3803312"/>
                <a:gd name="connsiteX35" fmla="*/ 4857036 w 6858157"/>
                <a:gd name="connsiteY35" fmla="*/ 985522 h 3803312"/>
                <a:gd name="connsiteX36" fmla="*/ 4444844 w 6858157"/>
                <a:gd name="connsiteY36" fmla="*/ 1018010 h 3803312"/>
                <a:gd name="connsiteX37" fmla="*/ 3776022 w 6858157"/>
                <a:gd name="connsiteY37" fmla="*/ 857442 h 3803312"/>
                <a:gd name="connsiteX38" fmla="*/ 3387211 w 6858157"/>
                <a:gd name="connsiteY38" fmla="*/ 831937 h 3803312"/>
                <a:gd name="connsiteX39" fmla="*/ 2718804 w 6858157"/>
                <a:gd name="connsiteY39" fmla="*/ 1324293 h 3803312"/>
                <a:gd name="connsiteX40" fmla="*/ 2040399 w 6858157"/>
                <a:gd name="connsiteY40" fmla="*/ 1975179 h 3803312"/>
                <a:gd name="connsiteX41" fmla="*/ 1293327 w 6858157"/>
                <a:gd name="connsiteY41" fmla="*/ 2775352 h 3803312"/>
                <a:gd name="connsiteX42" fmla="*/ 598438 w 6858157"/>
                <a:gd name="connsiteY42" fmla="*/ 3703108 h 3803312"/>
                <a:gd name="connsiteX43" fmla="*/ 72253 w 6858157"/>
                <a:gd name="connsiteY43" fmla="*/ 3733413 h 3803312"/>
                <a:gd name="connsiteX44" fmla="*/ 9278 w 6858157"/>
                <a:gd name="connsiteY44" fmla="*/ 3204689 h 3803312"/>
                <a:gd name="connsiteX45" fmla="*/ 22792 w 6858157"/>
                <a:gd name="connsiteY45" fmla="*/ 2344412 h 3803312"/>
                <a:gd name="connsiteX46" fmla="*/ 3362 w 6858157"/>
                <a:gd name="connsiteY46" fmla="*/ 1867593 h 3803312"/>
                <a:gd name="connsiteX0" fmla="*/ 3362 w 6858157"/>
                <a:gd name="connsiteY0" fmla="*/ 1867593 h 3803312"/>
                <a:gd name="connsiteX1" fmla="*/ 104463 w 6858157"/>
                <a:gd name="connsiteY1" fmla="*/ 1727301 h 3803312"/>
                <a:gd name="connsiteX2" fmla="*/ 114623 w 6858157"/>
                <a:gd name="connsiteY2" fmla="*/ 2802810 h 3803312"/>
                <a:gd name="connsiteX3" fmla="*/ 133869 w 6858157"/>
                <a:gd name="connsiteY3" fmla="*/ 3584555 h 3803312"/>
                <a:gd name="connsiteX4" fmla="*/ 595884 w 6858157"/>
                <a:gd name="connsiteY4" fmla="*/ 3573541 h 3803312"/>
                <a:gd name="connsiteX5" fmla="*/ 1096399 w 6858157"/>
                <a:gd name="connsiteY5" fmla="*/ 2846852 h 3803312"/>
                <a:gd name="connsiteX6" fmla="*/ 1914545 w 6858157"/>
                <a:gd name="connsiteY6" fmla="*/ 1955005 h 3803312"/>
                <a:gd name="connsiteX7" fmla="*/ 2550405 w 6858157"/>
                <a:gd name="connsiteY7" fmla="*/ 1341877 h 3803312"/>
                <a:gd name="connsiteX8" fmla="*/ 3395779 w 6858157"/>
                <a:gd name="connsiteY8" fmla="*/ 736610 h 3803312"/>
                <a:gd name="connsiteX9" fmla="*/ 4763903 w 6858157"/>
                <a:gd name="connsiteY9" fmla="*/ 909322 h 3803312"/>
                <a:gd name="connsiteX10" fmla="*/ 5263436 w 6858157"/>
                <a:gd name="connsiteY10" fmla="*/ 274322 h 3803312"/>
                <a:gd name="connsiteX11" fmla="*/ 5828587 w 6858157"/>
                <a:gd name="connsiteY11" fmla="*/ 172768 h 3803312"/>
                <a:gd name="connsiteX12" fmla="*/ 6258270 w 6858157"/>
                <a:gd name="connsiteY12" fmla="*/ 428302 h 3803312"/>
                <a:gd name="connsiteX13" fmla="*/ 6419492 w 6858157"/>
                <a:gd name="connsiteY13" fmla="*/ 623187 h 3803312"/>
                <a:gd name="connsiteX14" fmla="*/ 6571892 w 6858157"/>
                <a:gd name="connsiteY14" fmla="*/ 703089 h 3803312"/>
                <a:gd name="connsiteX15" fmla="*/ 6686192 w 6858157"/>
                <a:gd name="connsiteY15" fmla="*/ 674034 h 3803312"/>
                <a:gd name="connsiteX16" fmla="*/ 6715470 w 6858157"/>
                <a:gd name="connsiteY16" fmla="*/ 529995 h 3803312"/>
                <a:gd name="connsiteX17" fmla="*/ 6686193 w 6858157"/>
                <a:gd name="connsiteY17" fmla="*/ 390745 h 3803312"/>
                <a:gd name="connsiteX18" fmla="*/ 6616344 w 6858157"/>
                <a:gd name="connsiteY18" fmla="*/ 303578 h 3803312"/>
                <a:gd name="connsiteX19" fmla="*/ 6571894 w 6858157"/>
                <a:gd name="connsiteY19" fmla="*/ 194620 h 3803312"/>
                <a:gd name="connsiteX20" fmla="*/ 6552844 w 6858157"/>
                <a:gd name="connsiteY20" fmla="*/ 27550 h 3803312"/>
                <a:gd name="connsiteX21" fmla="*/ 6698893 w 6858157"/>
                <a:gd name="connsiteY21" fmla="*/ 13025 h 3803312"/>
                <a:gd name="connsiteX22" fmla="*/ 6850936 w 6858157"/>
                <a:gd name="connsiteY22" fmla="*/ 26287 h 3803312"/>
                <a:gd name="connsiteX23" fmla="*/ 6832244 w 6858157"/>
                <a:gd name="connsiteY23" fmla="*/ 252730 h 3803312"/>
                <a:gd name="connsiteX24" fmla="*/ 6787794 w 6858157"/>
                <a:gd name="connsiteY24" fmla="*/ 405271 h 3803312"/>
                <a:gd name="connsiteX25" fmla="*/ 6775093 w 6858157"/>
                <a:gd name="connsiteY25" fmla="*/ 659506 h 3803312"/>
                <a:gd name="connsiteX26" fmla="*/ 6698893 w 6858157"/>
                <a:gd name="connsiteY26" fmla="*/ 775729 h 3803312"/>
                <a:gd name="connsiteX27" fmla="*/ 6588470 w 6858157"/>
                <a:gd name="connsiteY27" fmla="*/ 797321 h 3803312"/>
                <a:gd name="connsiteX28" fmla="*/ 6374685 w 6858157"/>
                <a:gd name="connsiteY28" fmla="*/ 712560 h 3803312"/>
                <a:gd name="connsiteX29" fmla="*/ 6108343 w 6858157"/>
                <a:gd name="connsiteY29" fmla="*/ 398005 h 3803312"/>
                <a:gd name="connsiteX30" fmla="*/ 5870920 w 6858157"/>
                <a:gd name="connsiteY30" fmla="*/ 276774 h 3803312"/>
                <a:gd name="connsiteX31" fmla="*/ 5547070 w 6858157"/>
                <a:gd name="connsiteY31" fmla="*/ 257389 h 3803312"/>
                <a:gd name="connsiteX32" fmla="*/ 5365036 w 6858157"/>
                <a:gd name="connsiteY32" fmla="*/ 333589 h 3803312"/>
                <a:gd name="connsiteX33" fmla="*/ 5246503 w 6858157"/>
                <a:gd name="connsiteY33" fmla="*/ 452121 h 3803312"/>
                <a:gd name="connsiteX34" fmla="*/ 5034836 w 6858157"/>
                <a:gd name="connsiteY34" fmla="*/ 833121 h 3803312"/>
                <a:gd name="connsiteX35" fmla="*/ 4857036 w 6858157"/>
                <a:gd name="connsiteY35" fmla="*/ 985522 h 3803312"/>
                <a:gd name="connsiteX36" fmla="*/ 4444844 w 6858157"/>
                <a:gd name="connsiteY36" fmla="*/ 1018010 h 3803312"/>
                <a:gd name="connsiteX37" fmla="*/ 3776022 w 6858157"/>
                <a:gd name="connsiteY37" fmla="*/ 857442 h 3803312"/>
                <a:gd name="connsiteX38" fmla="*/ 3387211 w 6858157"/>
                <a:gd name="connsiteY38" fmla="*/ 831937 h 3803312"/>
                <a:gd name="connsiteX39" fmla="*/ 2718804 w 6858157"/>
                <a:gd name="connsiteY39" fmla="*/ 1324293 h 3803312"/>
                <a:gd name="connsiteX40" fmla="*/ 2040399 w 6858157"/>
                <a:gd name="connsiteY40" fmla="*/ 1975179 h 3803312"/>
                <a:gd name="connsiteX41" fmla="*/ 1293327 w 6858157"/>
                <a:gd name="connsiteY41" fmla="*/ 2775352 h 3803312"/>
                <a:gd name="connsiteX42" fmla="*/ 598438 w 6858157"/>
                <a:gd name="connsiteY42" fmla="*/ 3703108 h 3803312"/>
                <a:gd name="connsiteX43" fmla="*/ 72253 w 6858157"/>
                <a:gd name="connsiteY43" fmla="*/ 3733413 h 3803312"/>
                <a:gd name="connsiteX44" fmla="*/ 9278 w 6858157"/>
                <a:gd name="connsiteY44" fmla="*/ 3204689 h 3803312"/>
                <a:gd name="connsiteX45" fmla="*/ 22792 w 6858157"/>
                <a:gd name="connsiteY45" fmla="*/ 2344412 h 3803312"/>
                <a:gd name="connsiteX46" fmla="*/ 3362 w 6858157"/>
                <a:gd name="connsiteY46" fmla="*/ 1867593 h 3803312"/>
                <a:gd name="connsiteX0" fmla="*/ 3362 w 6858157"/>
                <a:gd name="connsiteY0" fmla="*/ 1867593 h 3803312"/>
                <a:gd name="connsiteX1" fmla="*/ 104463 w 6858157"/>
                <a:gd name="connsiteY1" fmla="*/ 1727301 h 3803312"/>
                <a:gd name="connsiteX2" fmla="*/ 114623 w 6858157"/>
                <a:gd name="connsiteY2" fmla="*/ 2802810 h 3803312"/>
                <a:gd name="connsiteX3" fmla="*/ 133869 w 6858157"/>
                <a:gd name="connsiteY3" fmla="*/ 3584555 h 3803312"/>
                <a:gd name="connsiteX4" fmla="*/ 595884 w 6858157"/>
                <a:gd name="connsiteY4" fmla="*/ 3573541 h 3803312"/>
                <a:gd name="connsiteX5" fmla="*/ 1096399 w 6858157"/>
                <a:gd name="connsiteY5" fmla="*/ 2846852 h 3803312"/>
                <a:gd name="connsiteX6" fmla="*/ 1914545 w 6858157"/>
                <a:gd name="connsiteY6" fmla="*/ 1955005 h 3803312"/>
                <a:gd name="connsiteX7" fmla="*/ 2550405 w 6858157"/>
                <a:gd name="connsiteY7" fmla="*/ 1341877 h 3803312"/>
                <a:gd name="connsiteX8" fmla="*/ 3395779 w 6858157"/>
                <a:gd name="connsiteY8" fmla="*/ 736610 h 3803312"/>
                <a:gd name="connsiteX9" fmla="*/ 4763903 w 6858157"/>
                <a:gd name="connsiteY9" fmla="*/ 909322 h 3803312"/>
                <a:gd name="connsiteX10" fmla="*/ 5263436 w 6858157"/>
                <a:gd name="connsiteY10" fmla="*/ 274322 h 3803312"/>
                <a:gd name="connsiteX11" fmla="*/ 5828587 w 6858157"/>
                <a:gd name="connsiteY11" fmla="*/ 172768 h 3803312"/>
                <a:gd name="connsiteX12" fmla="*/ 6258270 w 6858157"/>
                <a:gd name="connsiteY12" fmla="*/ 428302 h 3803312"/>
                <a:gd name="connsiteX13" fmla="*/ 6419492 w 6858157"/>
                <a:gd name="connsiteY13" fmla="*/ 623187 h 3803312"/>
                <a:gd name="connsiteX14" fmla="*/ 6571892 w 6858157"/>
                <a:gd name="connsiteY14" fmla="*/ 703089 h 3803312"/>
                <a:gd name="connsiteX15" fmla="*/ 6686192 w 6858157"/>
                <a:gd name="connsiteY15" fmla="*/ 674034 h 3803312"/>
                <a:gd name="connsiteX16" fmla="*/ 6715470 w 6858157"/>
                <a:gd name="connsiteY16" fmla="*/ 529995 h 3803312"/>
                <a:gd name="connsiteX17" fmla="*/ 6686193 w 6858157"/>
                <a:gd name="connsiteY17" fmla="*/ 390745 h 3803312"/>
                <a:gd name="connsiteX18" fmla="*/ 6616344 w 6858157"/>
                <a:gd name="connsiteY18" fmla="*/ 303578 h 3803312"/>
                <a:gd name="connsiteX19" fmla="*/ 6571894 w 6858157"/>
                <a:gd name="connsiteY19" fmla="*/ 194620 h 3803312"/>
                <a:gd name="connsiteX20" fmla="*/ 6552844 w 6858157"/>
                <a:gd name="connsiteY20" fmla="*/ 27550 h 3803312"/>
                <a:gd name="connsiteX21" fmla="*/ 6698893 w 6858157"/>
                <a:gd name="connsiteY21" fmla="*/ 13025 h 3803312"/>
                <a:gd name="connsiteX22" fmla="*/ 6850936 w 6858157"/>
                <a:gd name="connsiteY22" fmla="*/ 26287 h 3803312"/>
                <a:gd name="connsiteX23" fmla="*/ 6832244 w 6858157"/>
                <a:gd name="connsiteY23" fmla="*/ 252730 h 3803312"/>
                <a:gd name="connsiteX24" fmla="*/ 6787794 w 6858157"/>
                <a:gd name="connsiteY24" fmla="*/ 405271 h 3803312"/>
                <a:gd name="connsiteX25" fmla="*/ 6775093 w 6858157"/>
                <a:gd name="connsiteY25" fmla="*/ 659506 h 3803312"/>
                <a:gd name="connsiteX26" fmla="*/ 6698893 w 6858157"/>
                <a:gd name="connsiteY26" fmla="*/ 775729 h 3803312"/>
                <a:gd name="connsiteX27" fmla="*/ 6588470 w 6858157"/>
                <a:gd name="connsiteY27" fmla="*/ 797321 h 3803312"/>
                <a:gd name="connsiteX28" fmla="*/ 6374685 w 6858157"/>
                <a:gd name="connsiteY28" fmla="*/ 712560 h 3803312"/>
                <a:gd name="connsiteX29" fmla="*/ 6108343 w 6858157"/>
                <a:gd name="connsiteY29" fmla="*/ 398005 h 3803312"/>
                <a:gd name="connsiteX30" fmla="*/ 5870920 w 6858157"/>
                <a:gd name="connsiteY30" fmla="*/ 276774 h 3803312"/>
                <a:gd name="connsiteX31" fmla="*/ 5547070 w 6858157"/>
                <a:gd name="connsiteY31" fmla="*/ 257389 h 3803312"/>
                <a:gd name="connsiteX32" fmla="*/ 5365036 w 6858157"/>
                <a:gd name="connsiteY32" fmla="*/ 333589 h 3803312"/>
                <a:gd name="connsiteX33" fmla="*/ 5246503 w 6858157"/>
                <a:gd name="connsiteY33" fmla="*/ 452121 h 3803312"/>
                <a:gd name="connsiteX34" fmla="*/ 5034836 w 6858157"/>
                <a:gd name="connsiteY34" fmla="*/ 833121 h 3803312"/>
                <a:gd name="connsiteX35" fmla="*/ 4857036 w 6858157"/>
                <a:gd name="connsiteY35" fmla="*/ 985522 h 3803312"/>
                <a:gd name="connsiteX36" fmla="*/ 4444844 w 6858157"/>
                <a:gd name="connsiteY36" fmla="*/ 1018010 h 3803312"/>
                <a:gd name="connsiteX37" fmla="*/ 3776022 w 6858157"/>
                <a:gd name="connsiteY37" fmla="*/ 857442 h 3803312"/>
                <a:gd name="connsiteX38" fmla="*/ 3387211 w 6858157"/>
                <a:gd name="connsiteY38" fmla="*/ 831937 h 3803312"/>
                <a:gd name="connsiteX39" fmla="*/ 2718804 w 6858157"/>
                <a:gd name="connsiteY39" fmla="*/ 1324293 h 3803312"/>
                <a:gd name="connsiteX40" fmla="*/ 2040399 w 6858157"/>
                <a:gd name="connsiteY40" fmla="*/ 1975179 h 3803312"/>
                <a:gd name="connsiteX41" fmla="*/ 1293327 w 6858157"/>
                <a:gd name="connsiteY41" fmla="*/ 2775352 h 3803312"/>
                <a:gd name="connsiteX42" fmla="*/ 598438 w 6858157"/>
                <a:gd name="connsiteY42" fmla="*/ 3703108 h 3803312"/>
                <a:gd name="connsiteX43" fmla="*/ 72253 w 6858157"/>
                <a:gd name="connsiteY43" fmla="*/ 3733413 h 3803312"/>
                <a:gd name="connsiteX44" fmla="*/ 9278 w 6858157"/>
                <a:gd name="connsiteY44" fmla="*/ 3204689 h 3803312"/>
                <a:gd name="connsiteX45" fmla="*/ 22792 w 6858157"/>
                <a:gd name="connsiteY45" fmla="*/ 2344412 h 3803312"/>
                <a:gd name="connsiteX46" fmla="*/ 3362 w 6858157"/>
                <a:gd name="connsiteY46" fmla="*/ 1867593 h 3803312"/>
                <a:gd name="connsiteX0" fmla="*/ 19484 w 6848879"/>
                <a:gd name="connsiteY0" fmla="*/ 1890837 h 3803312"/>
                <a:gd name="connsiteX1" fmla="*/ 95185 w 6848879"/>
                <a:gd name="connsiteY1" fmla="*/ 1727301 h 3803312"/>
                <a:gd name="connsiteX2" fmla="*/ 105345 w 6848879"/>
                <a:gd name="connsiteY2" fmla="*/ 2802810 h 3803312"/>
                <a:gd name="connsiteX3" fmla="*/ 124591 w 6848879"/>
                <a:gd name="connsiteY3" fmla="*/ 3584555 h 3803312"/>
                <a:gd name="connsiteX4" fmla="*/ 586606 w 6848879"/>
                <a:gd name="connsiteY4" fmla="*/ 3573541 h 3803312"/>
                <a:gd name="connsiteX5" fmla="*/ 1087121 w 6848879"/>
                <a:gd name="connsiteY5" fmla="*/ 2846852 h 3803312"/>
                <a:gd name="connsiteX6" fmla="*/ 1905267 w 6848879"/>
                <a:gd name="connsiteY6" fmla="*/ 1955005 h 3803312"/>
                <a:gd name="connsiteX7" fmla="*/ 2541127 w 6848879"/>
                <a:gd name="connsiteY7" fmla="*/ 1341877 h 3803312"/>
                <a:gd name="connsiteX8" fmla="*/ 3386501 w 6848879"/>
                <a:gd name="connsiteY8" fmla="*/ 736610 h 3803312"/>
                <a:gd name="connsiteX9" fmla="*/ 4754625 w 6848879"/>
                <a:gd name="connsiteY9" fmla="*/ 909322 h 3803312"/>
                <a:gd name="connsiteX10" fmla="*/ 5254158 w 6848879"/>
                <a:gd name="connsiteY10" fmla="*/ 274322 h 3803312"/>
                <a:gd name="connsiteX11" fmla="*/ 5819309 w 6848879"/>
                <a:gd name="connsiteY11" fmla="*/ 172768 h 3803312"/>
                <a:gd name="connsiteX12" fmla="*/ 6248992 w 6848879"/>
                <a:gd name="connsiteY12" fmla="*/ 428302 h 3803312"/>
                <a:gd name="connsiteX13" fmla="*/ 6410214 w 6848879"/>
                <a:gd name="connsiteY13" fmla="*/ 623187 h 3803312"/>
                <a:gd name="connsiteX14" fmla="*/ 6562614 w 6848879"/>
                <a:gd name="connsiteY14" fmla="*/ 703089 h 3803312"/>
                <a:gd name="connsiteX15" fmla="*/ 6676914 w 6848879"/>
                <a:gd name="connsiteY15" fmla="*/ 674034 h 3803312"/>
                <a:gd name="connsiteX16" fmla="*/ 6706192 w 6848879"/>
                <a:gd name="connsiteY16" fmla="*/ 529995 h 3803312"/>
                <a:gd name="connsiteX17" fmla="*/ 6676915 w 6848879"/>
                <a:gd name="connsiteY17" fmla="*/ 390745 h 3803312"/>
                <a:gd name="connsiteX18" fmla="*/ 6607066 w 6848879"/>
                <a:gd name="connsiteY18" fmla="*/ 303578 h 3803312"/>
                <a:gd name="connsiteX19" fmla="*/ 6562616 w 6848879"/>
                <a:gd name="connsiteY19" fmla="*/ 194620 h 3803312"/>
                <a:gd name="connsiteX20" fmla="*/ 6543566 w 6848879"/>
                <a:gd name="connsiteY20" fmla="*/ 27550 h 3803312"/>
                <a:gd name="connsiteX21" fmla="*/ 6689615 w 6848879"/>
                <a:gd name="connsiteY21" fmla="*/ 13025 h 3803312"/>
                <a:gd name="connsiteX22" fmla="*/ 6841658 w 6848879"/>
                <a:gd name="connsiteY22" fmla="*/ 26287 h 3803312"/>
                <a:gd name="connsiteX23" fmla="*/ 6822966 w 6848879"/>
                <a:gd name="connsiteY23" fmla="*/ 252730 h 3803312"/>
                <a:gd name="connsiteX24" fmla="*/ 6778516 w 6848879"/>
                <a:gd name="connsiteY24" fmla="*/ 405271 h 3803312"/>
                <a:gd name="connsiteX25" fmla="*/ 6765815 w 6848879"/>
                <a:gd name="connsiteY25" fmla="*/ 659506 h 3803312"/>
                <a:gd name="connsiteX26" fmla="*/ 6689615 w 6848879"/>
                <a:gd name="connsiteY26" fmla="*/ 775729 h 3803312"/>
                <a:gd name="connsiteX27" fmla="*/ 6579192 w 6848879"/>
                <a:gd name="connsiteY27" fmla="*/ 797321 h 3803312"/>
                <a:gd name="connsiteX28" fmla="*/ 6365407 w 6848879"/>
                <a:gd name="connsiteY28" fmla="*/ 712560 h 3803312"/>
                <a:gd name="connsiteX29" fmla="*/ 6099065 w 6848879"/>
                <a:gd name="connsiteY29" fmla="*/ 398005 h 3803312"/>
                <a:gd name="connsiteX30" fmla="*/ 5861642 w 6848879"/>
                <a:gd name="connsiteY30" fmla="*/ 276774 h 3803312"/>
                <a:gd name="connsiteX31" fmla="*/ 5537792 w 6848879"/>
                <a:gd name="connsiteY31" fmla="*/ 257389 h 3803312"/>
                <a:gd name="connsiteX32" fmla="*/ 5355758 w 6848879"/>
                <a:gd name="connsiteY32" fmla="*/ 333589 h 3803312"/>
                <a:gd name="connsiteX33" fmla="*/ 5237225 w 6848879"/>
                <a:gd name="connsiteY33" fmla="*/ 452121 h 3803312"/>
                <a:gd name="connsiteX34" fmla="*/ 5025558 w 6848879"/>
                <a:gd name="connsiteY34" fmla="*/ 833121 h 3803312"/>
                <a:gd name="connsiteX35" fmla="*/ 4847758 w 6848879"/>
                <a:gd name="connsiteY35" fmla="*/ 985522 h 3803312"/>
                <a:gd name="connsiteX36" fmla="*/ 4435566 w 6848879"/>
                <a:gd name="connsiteY36" fmla="*/ 1018010 h 3803312"/>
                <a:gd name="connsiteX37" fmla="*/ 3766744 w 6848879"/>
                <a:gd name="connsiteY37" fmla="*/ 857442 h 3803312"/>
                <a:gd name="connsiteX38" fmla="*/ 3377933 w 6848879"/>
                <a:gd name="connsiteY38" fmla="*/ 831937 h 3803312"/>
                <a:gd name="connsiteX39" fmla="*/ 2709526 w 6848879"/>
                <a:gd name="connsiteY39" fmla="*/ 1324293 h 3803312"/>
                <a:gd name="connsiteX40" fmla="*/ 2031121 w 6848879"/>
                <a:gd name="connsiteY40" fmla="*/ 1975179 h 3803312"/>
                <a:gd name="connsiteX41" fmla="*/ 1284049 w 6848879"/>
                <a:gd name="connsiteY41" fmla="*/ 2775352 h 3803312"/>
                <a:gd name="connsiteX42" fmla="*/ 589160 w 6848879"/>
                <a:gd name="connsiteY42" fmla="*/ 3703108 h 3803312"/>
                <a:gd name="connsiteX43" fmla="*/ 62975 w 6848879"/>
                <a:gd name="connsiteY43" fmla="*/ 3733413 h 3803312"/>
                <a:gd name="connsiteX44" fmla="*/ 0 w 6848879"/>
                <a:gd name="connsiteY44" fmla="*/ 3204689 h 3803312"/>
                <a:gd name="connsiteX45" fmla="*/ 13514 w 6848879"/>
                <a:gd name="connsiteY45" fmla="*/ 2344412 h 3803312"/>
                <a:gd name="connsiteX46" fmla="*/ 19484 w 6848879"/>
                <a:gd name="connsiteY46" fmla="*/ 1890837 h 3803312"/>
                <a:gd name="connsiteX0" fmla="*/ 19484 w 6848879"/>
                <a:gd name="connsiteY0" fmla="*/ 1890837 h 3803312"/>
                <a:gd name="connsiteX1" fmla="*/ 95185 w 6848879"/>
                <a:gd name="connsiteY1" fmla="*/ 1727301 h 3803312"/>
                <a:gd name="connsiteX2" fmla="*/ 105345 w 6848879"/>
                <a:gd name="connsiteY2" fmla="*/ 2802810 h 3803312"/>
                <a:gd name="connsiteX3" fmla="*/ 124591 w 6848879"/>
                <a:gd name="connsiteY3" fmla="*/ 3584555 h 3803312"/>
                <a:gd name="connsiteX4" fmla="*/ 586606 w 6848879"/>
                <a:gd name="connsiteY4" fmla="*/ 3573541 h 3803312"/>
                <a:gd name="connsiteX5" fmla="*/ 1087121 w 6848879"/>
                <a:gd name="connsiteY5" fmla="*/ 2846852 h 3803312"/>
                <a:gd name="connsiteX6" fmla="*/ 1905267 w 6848879"/>
                <a:gd name="connsiteY6" fmla="*/ 1955005 h 3803312"/>
                <a:gd name="connsiteX7" fmla="*/ 2541127 w 6848879"/>
                <a:gd name="connsiteY7" fmla="*/ 1341877 h 3803312"/>
                <a:gd name="connsiteX8" fmla="*/ 3386501 w 6848879"/>
                <a:gd name="connsiteY8" fmla="*/ 736610 h 3803312"/>
                <a:gd name="connsiteX9" fmla="*/ 4754625 w 6848879"/>
                <a:gd name="connsiteY9" fmla="*/ 909322 h 3803312"/>
                <a:gd name="connsiteX10" fmla="*/ 5254158 w 6848879"/>
                <a:gd name="connsiteY10" fmla="*/ 274322 h 3803312"/>
                <a:gd name="connsiteX11" fmla="*/ 5819309 w 6848879"/>
                <a:gd name="connsiteY11" fmla="*/ 172768 h 3803312"/>
                <a:gd name="connsiteX12" fmla="*/ 6248992 w 6848879"/>
                <a:gd name="connsiteY12" fmla="*/ 428302 h 3803312"/>
                <a:gd name="connsiteX13" fmla="*/ 6410214 w 6848879"/>
                <a:gd name="connsiteY13" fmla="*/ 623187 h 3803312"/>
                <a:gd name="connsiteX14" fmla="*/ 6562614 w 6848879"/>
                <a:gd name="connsiteY14" fmla="*/ 703089 h 3803312"/>
                <a:gd name="connsiteX15" fmla="*/ 6676914 w 6848879"/>
                <a:gd name="connsiteY15" fmla="*/ 674034 h 3803312"/>
                <a:gd name="connsiteX16" fmla="*/ 6706192 w 6848879"/>
                <a:gd name="connsiteY16" fmla="*/ 529995 h 3803312"/>
                <a:gd name="connsiteX17" fmla="*/ 6676915 w 6848879"/>
                <a:gd name="connsiteY17" fmla="*/ 390745 h 3803312"/>
                <a:gd name="connsiteX18" fmla="*/ 6607066 w 6848879"/>
                <a:gd name="connsiteY18" fmla="*/ 303578 h 3803312"/>
                <a:gd name="connsiteX19" fmla="*/ 6562616 w 6848879"/>
                <a:gd name="connsiteY19" fmla="*/ 194620 h 3803312"/>
                <a:gd name="connsiteX20" fmla="*/ 6543566 w 6848879"/>
                <a:gd name="connsiteY20" fmla="*/ 27550 h 3803312"/>
                <a:gd name="connsiteX21" fmla="*/ 6689615 w 6848879"/>
                <a:gd name="connsiteY21" fmla="*/ 13025 h 3803312"/>
                <a:gd name="connsiteX22" fmla="*/ 6841658 w 6848879"/>
                <a:gd name="connsiteY22" fmla="*/ 26287 h 3803312"/>
                <a:gd name="connsiteX23" fmla="*/ 6822966 w 6848879"/>
                <a:gd name="connsiteY23" fmla="*/ 252730 h 3803312"/>
                <a:gd name="connsiteX24" fmla="*/ 6778516 w 6848879"/>
                <a:gd name="connsiteY24" fmla="*/ 405271 h 3803312"/>
                <a:gd name="connsiteX25" fmla="*/ 6765815 w 6848879"/>
                <a:gd name="connsiteY25" fmla="*/ 659506 h 3803312"/>
                <a:gd name="connsiteX26" fmla="*/ 6689615 w 6848879"/>
                <a:gd name="connsiteY26" fmla="*/ 775729 h 3803312"/>
                <a:gd name="connsiteX27" fmla="*/ 6579192 w 6848879"/>
                <a:gd name="connsiteY27" fmla="*/ 797321 h 3803312"/>
                <a:gd name="connsiteX28" fmla="*/ 6365407 w 6848879"/>
                <a:gd name="connsiteY28" fmla="*/ 712560 h 3803312"/>
                <a:gd name="connsiteX29" fmla="*/ 6099065 w 6848879"/>
                <a:gd name="connsiteY29" fmla="*/ 398005 h 3803312"/>
                <a:gd name="connsiteX30" fmla="*/ 5861642 w 6848879"/>
                <a:gd name="connsiteY30" fmla="*/ 276774 h 3803312"/>
                <a:gd name="connsiteX31" fmla="*/ 5537792 w 6848879"/>
                <a:gd name="connsiteY31" fmla="*/ 257389 h 3803312"/>
                <a:gd name="connsiteX32" fmla="*/ 5355758 w 6848879"/>
                <a:gd name="connsiteY32" fmla="*/ 333589 h 3803312"/>
                <a:gd name="connsiteX33" fmla="*/ 5237225 w 6848879"/>
                <a:gd name="connsiteY33" fmla="*/ 452121 h 3803312"/>
                <a:gd name="connsiteX34" fmla="*/ 5025558 w 6848879"/>
                <a:gd name="connsiteY34" fmla="*/ 833121 h 3803312"/>
                <a:gd name="connsiteX35" fmla="*/ 4847758 w 6848879"/>
                <a:gd name="connsiteY35" fmla="*/ 985522 h 3803312"/>
                <a:gd name="connsiteX36" fmla="*/ 4435566 w 6848879"/>
                <a:gd name="connsiteY36" fmla="*/ 1018010 h 3803312"/>
                <a:gd name="connsiteX37" fmla="*/ 3766744 w 6848879"/>
                <a:gd name="connsiteY37" fmla="*/ 857442 h 3803312"/>
                <a:gd name="connsiteX38" fmla="*/ 3377933 w 6848879"/>
                <a:gd name="connsiteY38" fmla="*/ 831937 h 3803312"/>
                <a:gd name="connsiteX39" fmla="*/ 2709526 w 6848879"/>
                <a:gd name="connsiteY39" fmla="*/ 1324293 h 3803312"/>
                <a:gd name="connsiteX40" fmla="*/ 2031121 w 6848879"/>
                <a:gd name="connsiteY40" fmla="*/ 1975179 h 3803312"/>
                <a:gd name="connsiteX41" fmla="*/ 1284049 w 6848879"/>
                <a:gd name="connsiteY41" fmla="*/ 2775352 h 3803312"/>
                <a:gd name="connsiteX42" fmla="*/ 589160 w 6848879"/>
                <a:gd name="connsiteY42" fmla="*/ 3703108 h 3803312"/>
                <a:gd name="connsiteX43" fmla="*/ 62975 w 6848879"/>
                <a:gd name="connsiteY43" fmla="*/ 3733413 h 3803312"/>
                <a:gd name="connsiteX44" fmla="*/ 0 w 6848879"/>
                <a:gd name="connsiteY44" fmla="*/ 3204689 h 3803312"/>
                <a:gd name="connsiteX45" fmla="*/ 13514 w 6848879"/>
                <a:gd name="connsiteY45" fmla="*/ 2344412 h 3803312"/>
                <a:gd name="connsiteX46" fmla="*/ 19484 w 6848879"/>
                <a:gd name="connsiteY46" fmla="*/ 1890837 h 3803312"/>
                <a:gd name="connsiteX0" fmla="*/ 19484 w 6848879"/>
                <a:gd name="connsiteY0" fmla="*/ 1890837 h 3803312"/>
                <a:gd name="connsiteX1" fmla="*/ 120585 w 6848879"/>
                <a:gd name="connsiteY1" fmla="*/ 1727301 h 3803312"/>
                <a:gd name="connsiteX2" fmla="*/ 105345 w 6848879"/>
                <a:gd name="connsiteY2" fmla="*/ 2802810 h 3803312"/>
                <a:gd name="connsiteX3" fmla="*/ 124591 w 6848879"/>
                <a:gd name="connsiteY3" fmla="*/ 3584555 h 3803312"/>
                <a:gd name="connsiteX4" fmla="*/ 586606 w 6848879"/>
                <a:gd name="connsiteY4" fmla="*/ 3573541 h 3803312"/>
                <a:gd name="connsiteX5" fmla="*/ 1087121 w 6848879"/>
                <a:gd name="connsiteY5" fmla="*/ 2846852 h 3803312"/>
                <a:gd name="connsiteX6" fmla="*/ 1905267 w 6848879"/>
                <a:gd name="connsiteY6" fmla="*/ 1955005 h 3803312"/>
                <a:gd name="connsiteX7" fmla="*/ 2541127 w 6848879"/>
                <a:gd name="connsiteY7" fmla="*/ 1341877 h 3803312"/>
                <a:gd name="connsiteX8" fmla="*/ 3386501 w 6848879"/>
                <a:gd name="connsiteY8" fmla="*/ 736610 h 3803312"/>
                <a:gd name="connsiteX9" fmla="*/ 4754625 w 6848879"/>
                <a:gd name="connsiteY9" fmla="*/ 909322 h 3803312"/>
                <a:gd name="connsiteX10" fmla="*/ 5254158 w 6848879"/>
                <a:gd name="connsiteY10" fmla="*/ 274322 h 3803312"/>
                <a:gd name="connsiteX11" fmla="*/ 5819309 w 6848879"/>
                <a:gd name="connsiteY11" fmla="*/ 172768 h 3803312"/>
                <a:gd name="connsiteX12" fmla="*/ 6248992 w 6848879"/>
                <a:gd name="connsiteY12" fmla="*/ 428302 h 3803312"/>
                <a:gd name="connsiteX13" fmla="*/ 6410214 w 6848879"/>
                <a:gd name="connsiteY13" fmla="*/ 623187 h 3803312"/>
                <a:gd name="connsiteX14" fmla="*/ 6562614 w 6848879"/>
                <a:gd name="connsiteY14" fmla="*/ 703089 h 3803312"/>
                <a:gd name="connsiteX15" fmla="*/ 6676914 w 6848879"/>
                <a:gd name="connsiteY15" fmla="*/ 674034 h 3803312"/>
                <a:gd name="connsiteX16" fmla="*/ 6706192 w 6848879"/>
                <a:gd name="connsiteY16" fmla="*/ 529995 h 3803312"/>
                <a:gd name="connsiteX17" fmla="*/ 6676915 w 6848879"/>
                <a:gd name="connsiteY17" fmla="*/ 390745 h 3803312"/>
                <a:gd name="connsiteX18" fmla="*/ 6607066 w 6848879"/>
                <a:gd name="connsiteY18" fmla="*/ 303578 h 3803312"/>
                <a:gd name="connsiteX19" fmla="*/ 6562616 w 6848879"/>
                <a:gd name="connsiteY19" fmla="*/ 194620 h 3803312"/>
                <a:gd name="connsiteX20" fmla="*/ 6543566 w 6848879"/>
                <a:gd name="connsiteY20" fmla="*/ 27550 h 3803312"/>
                <a:gd name="connsiteX21" fmla="*/ 6689615 w 6848879"/>
                <a:gd name="connsiteY21" fmla="*/ 13025 h 3803312"/>
                <a:gd name="connsiteX22" fmla="*/ 6841658 w 6848879"/>
                <a:gd name="connsiteY22" fmla="*/ 26287 h 3803312"/>
                <a:gd name="connsiteX23" fmla="*/ 6822966 w 6848879"/>
                <a:gd name="connsiteY23" fmla="*/ 252730 h 3803312"/>
                <a:gd name="connsiteX24" fmla="*/ 6778516 w 6848879"/>
                <a:gd name="connsiteY24" fmla="*/ 405271 h 3803312"/>
                <a:gd name="connsiteX25" fmla="*/ 6765815 w 6848879"/>
                <a:gd name="connsiteY25" fmla="*/ 659506 h 3803312"/>
                <a:gd name="connsiteX26" fmla="*/ 6689615 w 6848879"/>
                <a:gd name="connsiteY26" fmla="*/ 775729 h 3803312"/>
                <a:gd name="connsiteX27" fmla="*/ 6579192 w 6848879"/>
                <a:gd name="connsiteY27" fmla="*/ 797321 h 3803312"/>
                <a:gd name="connsiteX28" fmla="*/ 6365407 w 6848879"/>
                <a:gd name="connsiteY28" fmla="*/ 712560 h 3803312"/>
                <a:gd name="connsiteX29" fmla="*/ 6099065 w 6848879"/>
                <a:gd name="connsiteY29" fmla="*/ 398005 h 3803312"/>
                <a:gd name="connsiteX30" fmla="*/ 5861642 w 6848879"/>
                <a:gd name="connsiteY30" fmla="*/ 276774 h 3803312"/>
                <a:gd name="connsiteX31" fmla="*/ 5537792 w 6848879"/>
                <a:gd name="connsiteY31" fmla="*/ 257389 h 3803312"/>
                <a:gd name="connsiteX32" fmla="*/ 5355758 w 6848879"/>
                <a:gd name="connsiteY32" fmla="*/ 333589 h 3803312"/>
                <a:gd name="connsiteX33" fmla="*/ 5237225 w 6848879"/>
                <a:gd name="connsiteY33" fmla="*/ 452121 h 3803312"/>
                <a:gd name="connsiteX34" fmla="*/ 5025558 w 6848879"/>
                <a:gd name="connsiteY34" fmla="*/ 833121 h 3803312"/>
                <a:gd name="connsiteX35" fmla="*/ 4847758 w 6848879"/>
                <a:gd name="connsiteY35" fmla="*/ 985522 h 3803312"/>
                <a:gd name="connsiteX36" fmla="*/ 4435566 w 6848879"/>
                <a:gd name="connsiteY36" fmla="*/ 1018010 h 3803312"/>
                <a:gd name="connsiteX37" fmla="*/ 3766744 w 6848879"/>
                <a:gd name="connsiteY37" fmla="*/ 857442 h 3803312"/>
                <a:gd name="connsiteX38" fmla="*/ 3377933 w 6848879"/>
                <a:gd name="connsiteY38" fmla="*/ 831937 h 3803312"/>
                <a:gd name="connsiteX39" fmla="*/ 2709526 w 6848879"/>
                <a:gd name="connsiteY39" fmla="*/ 1324293 h 3803312"/>
                <a:gd name="connsiteX40" fmla="*/ 2031121 w 6848879"/>
                <a:gd name="connsiteY40" fmla="*/ 1975179 h 3803312"/>
                <a:gd name="connsiteX41" fmla="*/ 1284049 w 6848879"/>
                <a:gd name="connsiteY41" fmla="*/ 2775352 h 3803312"/>
                <a:gd name="connsiteX42" fmla="*/ 589160 w 6848879"/>
                <a:gd name="connsiteY42" fmla="*/ 3703108 h 3803312"/>
                <a:gd name="connsiteX43" fmla="*/ 62975 w 6848879"/>
                <a:gd name="connsiteY43" fmla="*/ 3733413 h 3803312"/>
                <a:gd name="connsiteX44" fmla="*/ 0 w 6848879"/>
                <a:gd name="connsiteY44" fmla="*/ 3204689 h 3803312"/>
                <a:gd name="connsiteX45" fmla="*/ 13514 w 6848879"/>
                <a:gd name="connsiteY45" fmla="*/ 2344412 h 3803312"/>
                <a:gd name="connsiteX46" fmla="*/ 19484 w 6848879"/>
                <a:gd name="connsiteY46" fmla="*/ 1890837 h 3803312"/>
                <a:gd name="connsiteX0" fmla="*/ 34724 w 6848879"/>
                <a:gd name="connsiteY0" fmla="*/ 1861782 h 3803312"/>
                <a:gd name="connsiteX1" fmla="*/ 120585 w 6848879"/>
                <a:gd name="connsiteY1" fmla="*/ 1727301 h 3803312"/>
                <a:gd name="connsiteX2" fmla="*/ 105345 w 6848879"/>
                <a:gd name="connsiteY2" fmla="*/ 2802810 h 3803312"/>
                <a:gd name="connsiteX3" fmla="*/ 124591 w 6848879"/>
                <a:gd name="connsiteY3" fmla="*/ 3584555 h 3803312"/>
                <a:gd name="connsiteX4" fmla="*/ 586606 w 6848879"/>
                <a:gd name="connsiteY4" fmla="*/ 3573541 h 3803312"/>
                <a:gd name="connsiteX5" fmla="*/ 1087121 w 6848879"/>
                <a:gd name="connsiteY5" fmla="*/ 2846852 h 3803312"/>
                <a:gd name="connsiteX6" fmla="*/ 1905267 w 6848879"/>
                <a:gd name="connsiteY6" fmla="*/ 1955005 h 3803312"/>
                <a:gd name="connsiteX7" fmla="*/ 2541127 w 6848879"/>
                <a:gd name="connsiteY7" fmla="*/ 1341877 h 3803312"/>
                <a:gd name="connsiteX8" fmla="*/ 3386501 w 6848879"/>
                <a:gd name="connsiteY8" fmla="*/ 736610 h 3803312"/>
                <a:gd name="connsiteX9" fmla="*/ 4754625 w 6848879"/>
                <a:gd name="connsiteY9" fmla="*/ 909322 h 3803312"/>
                <a:gd name="connsiteX10" fmla="*/ 5254158 w 6848879"/>
                <a:gd name="connsiteY10" fmla="*/ 274322 h 3803312"/>
                <a:gd name="connsiteX11" fmla="*/ 5819309 w 6848879"/>
                <a:gd name="connsiteY11" fmla="*/ 172768 h 3803312"/>
                <a:gd name="connsiteX12" fmla="*/ 6248992 w 6848879"/>
                <a:gd name="connsiteY12" fmla="*/ 428302 h 3803312"/>
                <a:gd name="connsiteX13" fmla="*/ 6410214 w 6848879"/>
                <a:gd name="connsiteY13" fmla="*/ 623187 h 3803312"/>
                <a:gd name="connsiteX14" fmla="*/ 6562614 w 6848879"/>
                <a:gd name="connsiteY14" fmla="*/ 703089 h 3803312"/>
                <a:gd name="connsiteX15" fmla="*/ 6676914 w 6848879"/>
                <a:gd name="connsiteY15" fmla="*/ 674034 h 3803312"/>
                <a:gd name="connsiteX16" fmla="*/ 6706192 w 6848879"/>
                <a:gd name="connsiteY16" fmla="*/ 529995 h 3803312"/>
                <a:gd name="connsiteX17" fmla="*/ 6676915 w 6848879"/>
                <a:gd name="connsiteY17" fmla="*/ 390745 h 3803312"/>
                <a:gd name="connsiteX18" fmla="*/ 6607066 w 6848879"/>
                <a:gd name="connsiteY18" fmla="*/ 303578 h 3803312"/>
                <a:gd name="connsiteX19" fmla="*/ 6562616 w 6848879"/>
                <a:gd name="connsiteY19" fmla="*/ 194620 h 3803312"/>
                <a:gd name="connsiteX20" fmla="*/ 6543566 w 6848879"/>
                <a:gd name="connsiteY20" fmla="*/ 27550 h 3803312"/>
                <a:gd name="connsiteX21" fmla="*/ 6689615 w 6848879"/>
                <a:gd name="connsiteY21" fmla="*/ 13025 h 3803312"/>
                <a:gd name="connsiteX22" fmla="*/ 6841658 w 6848879"/>
                <a:gd name="connsiteY22" fmla="*/ 26287 h 3803312"/>
                <a:gd name="connsiteX23" fmla="*/ 6822966 w 6848879"/>
                <a:gd name="connsiteY23" fmla="*/ 252730 h 3803312"/>
                <a:gd name="connsiteX24" fmla="*/ 6778516 w 6848879"/>
                <a:gd name="connsiteY24" fmla="*/ 405271 h 3803312"/>
                <a:gd name="connsiteX25" fmla="*/ 6765815 w 6848879"/>
                <a:gd name="connsiteY25" fmla="*/ 659506 h 3803312"/>
                <a:gd name="connsiteX26" fmla="*/ 6689615 w 6848879"/>
                <a:gd name="connsiteY26" fmla="*/ 775729 h 3803312"/>
                <a:gd name="connsiteX27" fmla="*/ 6579192 w 6848879"/>
                <a:gd name="connsiteY27" fmla="*/ 797321 h 3803312"/>
                <a:gd name="connsiteX28" fmla="*/ 6365407 w 6848879"/>
                <a:gd name="connsiteY28" fmla="*/ 712560 h 3803312"/>
                <a:gd name="connsiteX29" fmla="*/ 6099065 w 6848879"/>
                <a:gd name="connsiteY29" fmla="*/ 398005 h 3803312"/>
                <a:gd name="connsiteX30" fmla="*/ 5861642 w 6848879"/>
                <a:gd name="connsiteY30" fmla="*/ 276774 h 3803312"/>
                <a:gd name="connsiteX31" fmla="*/ 5537792 w 6848879"/>
                <a:gd name="connsiteY31" fmla="*/ 257389 h 3803312"/>
                <a:gd name="connsiteX32" fmla="*/ 5355758 w 6848879"/>
                <a:gd name="connsiteY32" fmla="*/ 333589 h 3803312"/>
                <a:gd name="connsiteX33" fmla="*/ 5237225 w 6848879"/>
                <a:gd name="connsiteY33" fmla="*/ 452121 h 3803312"/>
                <a:gd name="connsiteX34" fmla="*/ 5025558 w 6848879"/>
                <a:gd name="connsiteY34" fmla="*/ 833121 h 3803312"/>
                <a:gd name="connsiteX35" fmla="*/ 4847758 w 6848879"/>
                <a:gd name="connsiteY35" fmla="*/ 985522 h 3803312"/>
                <a:gd name="connsiteX36" fmla="*/ 4435566 w 6848879"/>
                <a:gd name="connsiteY36" fmla="*/ 1018010 h 3803312"/>
                <a:gd name="connsiteX37" fmla="*/ 3766744 w 6848879"/>
                <a:gd name="connsiteY37" fmla="*/ 857442 h 3803312"/>
                <a:gd name="connsiteX38" fmla="*/ 3377933 w 6848879"/>
                <a:gd name="connsiteY38" fmla="*/ 831937 h 3803312"/>
                <a:gd name="connsiteX39" fmla="*/ 2709526 w 6848879"/>
                <a:gd name="connsiteY39" fmla="*/ 1324293 h 3803312"/>
                <a:gd name="connsiteX40" fmla="*/ 2031121 w 6848879"/>
                <a:gd name="connsiteY40" fmla="*/ 1975179 h 3803312"/>
                <a:gd name="connsiteX41" fmla="*/ 1284049 w 6848879"/>
                <a:gd name="connsiteY41" fmla="*/ 2775352 h 3803312"/>
                <a:gd name="connsiteX42" fmla="*/ 589160 w 6848879"/>
                <a:gd name="connsiteY42" fmla="*/ 3703108 h 3803312"/>
                <a:gd name="connsiteX43" fmla="*/ 62975 w 6848879"/>
                <a:gd name="connsiteY43" fmla="*/ 3733413 h 3803312"/>
                <a:gd name="connsiteX44" fmla="*/ 0 w 6848879"/>
                <a:gd name="connsiteY44" fmla="*/ 3204689 h 3803312"/>
                <a:gd name="connsiteX45" fmla="*/ 13514 w 6848879"/>
                <a:gd name="connsiteY45" fmla="*/ 2344412 h 3803312"/>
                <a:gd name="connsiteX46" fmla="*/ 34724 w 6848879"/>
                <a:gd name="connsiteY46" fmla="*/ 1861782 h 3803312"/>
                <a:gd name="connsiteX0" fmla="*/ 34724 w 6848879"/>
                <a:gd name="connsiteY0" fmla="*/ 1861782 h 3803312"/>
                <a:gd name="connsiteX1" fmla="*/ 120585 w 6848879"/>
                <a:gd name="connsiteY1" fmla="*/ 1727301 h 3803312"/>
                <a:gd name="connsiteX2" fmla="*/ 105345 w 6848879"/>
                <a:gd name="connsiteY2" fmla="*/ 2802810 h 3803312"/>
                <a:gd name="connsiteX3" fmla="*/ 124591 w 6848879"/>
                <a:gd name="connsiteY3" fmla="*/ 3584555 h 3803312"/>
                <a:gd name="connsiteX4" fmla="*/ 586606 w 6848879"/>
                <a:gd name="connsiteY4" fmla="*/ 3573541 h 3803312"/>
                <a:gd name="connsiteX5" fmla="*/ 1087121 w 6848879"/>
                <a:gd name="connsiteY5" fmla="*/ 2846852 h 3803312"/>
                <a:gd name="connsiteX6" fmla="*/ 1905267 w 6848879"/>
                <a:gd name="connsiteY6" fmla="*/ 1955005 h 3803312"/>
                <a:gd name="connsiteX7" fmla="*/ 2541127 w 6848879"/>
                <a:gd name="connsiteY7" fmla="*/ 1341877 h 3803312"/>
                <a:gd name="connsiteX8" fmla="*/ 3386501 w 6848879"/>
                <a:gd name="connsiteY8" fmla="*/ 736610 h 3803312"/>
                <a:gd name="connsiteX9" fmla="*/ 4754625 w 6848879"/>
                <a:gd name="connsiteY9" fmla="*/ 909322 h 3803312"/>
                <a:gd name="connsiteX10" fmla="*/ 5254158 w 6848879"/>
                <a:gd name="connsiteY10" fmla="*/ 274322 h 3803312"/>
                <a:gd name="connsiteX11" fmla="*/ 5819309 w 6848879"/>
                <a:gd name="connsiteY11" fmla="*/ 172768 h 3803312"/>
                <a:gd name="connsiteX12" fmla="*/ 6248992 w 6848879"/>
                <a:gd name="connsiteY12" fmla="*/ 428302 h 3803312"/>
                <a:gd name="connsiteX13" fmla="*/ 6410214 w 6848879"/>
                <a:gd name="connsiteY13" fmla="*/ 623187 h 3803312"/>
                <a:gd name="connsiteX14" fmla="*/ 6562614 w 6848879"/>
                <a:gd name="connsiteY14" fmla="*/ 703089 h 3803312"/>
                <a:gd name="connsiteX15" fmla="*/ 6676914 w 6848879"/>
                <a:gd name="connsiteY15" fmla="*/ 674034 h 3803312"/>
                <a:gd name="connsiteX16" fmla="*/ 6706192 w 6848879"/>
                <a:gd name="connsiteY16" fmla="*/ 529995 h 3803312"/>
                <a:gd name="connsiteX17" fmla="*/ 6676915 w 6848879"/>
                <a:gd name="connsiteY17" fmla="*/ 390745 h 3803312"/>
                <a:gd name="connsiteX18" fmla="*/ 6607066 w 6848879"/>
                <a:gd name="connsiteY18" fmla="*/ 303578 h 3803312"/>
                <a:gd name="connsiteX19" fmla="*/ 6562616 w 6848879"/>
                <a:gd name="connsiteY19" fmla="*/ 194620 h 3803312"/>
                <a:gd name="connsiteX20" fmla="*/ 6543566 w 6848879"/>
                <a:gd name="connsiteY20" fmla="*/ 27550 h 3803312"/>
                <a:gd name="connsiteX21" fmla="*/ 6689615 w 6848879"/>
                <a:gd name="connsiteY21" fmla="*/ 13025 h 3803312"/>
                <a:gd name="connsiteX22" fmla="*/ 6841658 w 6848879"/>
                <a:gd name="connsiteY22" fmla="*/ 26287 h 3803312"/>
                <a:gd name="connsiteX23" fmla="*/ 6822966 w 6848879"/>
                <a:gd name="connsiteY23" fmla="*/ 252730 h 3803312"/>
                <a:gd name="connsiteX24" fmla="*/ 6778516 w 6848879"/>
                <a:gd name="connsiteY24" fmla="*/ 405271 h 3803312"/>
                <a:gd name="connsiteX25" fmla="*/ 6765815 w 6848879"/>
                <a:gd name="connsiteY25" fmla="*/ 659506 h 3803312"/>
                <a:gd name="connsiteX26" fmla="*/ 6689615 w 6848879"/>
                <a:gd name="connsiteY26" fmla="*/ 775729 h 3803312"/>
                <a:gd name="connsiteX27" fmla="*/ 6579192 w 6848879"/>
                <a:gd name="connsiteY27" fmla="*/ 797321 h 3803312"/>
                <a:gd name="connsiteX28" fmla="*/ 6365407 w 6848879"/>
                <a:gd name="connsiteY28" fmla="*/ 712560 h 3803312"/>
                <a:gd name="connsiteX29" fmla="*/ 6099065 w 6848879"/>
                <a:gd name="connsiteY29" fmla="*/ 398005 h 3803312"/>
                <a:gd name="connsiteX30" fmla="*/ 5861642 w 6848879"/>
                <a:gd name="connsiteY30" fmla="*/ 276774 h 3803312"/>
                <a:gd name="connsiteX31" fmla="*/ 5537792 w 6848879"/>
                <a:gd name="connsiteY31" fmla="*/ 257389 h 3803312"/>
                <a:gd name="connsiteX32" fmla="*/ 5355758 w 6848879"/>
                <a:gd name="connsiteY32" fmla="*/ 333589 h 3803312"/>
                <a:gd name="connsiteX33" fmla="*/ 5237225 w 6848879"/>
                <a:gd name="connsiteY33" fmla="*/ 452121 h 3803312"/>
                <a:gd name="connsiteX34" fmla="*/ 5025558 w 6848879"/>
                <a:gd name="connsiteY34" fmla="*/ 833121 h 3803312"/>
                <a:gd name="connsiteX35" fmla="*/ 4847758 w 6848879"/>
                <a:gd name="connsiteY35" fmla="*/ 985522 h 3803312"/>
                <a:gd name="connsiteX36" fmla="*/ 4435566 w 6848879"/>
                <a:gd name="connsiteY36" fmla="*/ 1018010 h 3803312"/>
                <a:gd name="connsiteX37" fmla="*/ 3766744 w 6848879"/>
                <a:gd name="connsiteY37" fmla="*/ 857442 h 3803312"/>
                <a:gd name="connsiteX38" fmla="*/ 3377933 w 6848879"/>
                <a:gd name="connsiteY38" fmla="*/ 831937 h 3803312"/>
                <a:gd name="connsiteX39" fmla="*/ 2709526 w 6848879"/>
                <a:gd name="connsiteY39" fmla="*/ 1324293 h 3803312"/>
                <a:gd name="connsiteX40" fmla="*/ 2031121 w 6848879"/>
                <a:gd name="connsiteY40" fmla="*/ 1975179 h 3803312"/>
                <a:gd name="connsiteX41" fmla="*/ 1284049 w 6848879"/>
                <a:gd name="connsiteY41" fmla="*/ 2775352 h 3803312"/>
                <a:gd name="connsiteX42" fmla="*/ 589160 w 6848879"/>
                <a:gd name="connsiteY42" fmla="*/ 3703108 h 3803312"/>
                <a:gd name="connsiteX43" fmla="*/ 62975 w 6848879"/>
                <a:gd name="connsiteY43" fmla="*/ 3733413 h 3803312"/>
                <a:gd name="connsiteX44" fmla="*/ 0 w 6848879"/>
                <a:gd name="connsiteY44" fmla="*/ 3204689 h 3803312"/>
                <a:gd name="connsiteX45" fmla="*/ 13514 w 6848879"/>
                <a:gd name="connsiteY45" fmla="*/ 2344412 h 3803312"/>
                <a:gd name="connsiteX46" fmla="*/ 34724 w 6848879"/>
                <a:gd name="connsiteY46" fmla="*/ 1861782 h 3803312"/>
                <a:gd name="connsiteX0" fmla="*/ 34724 w 6848879"/>
                <a:gd name="connsiteY0" fmla="*/ 1861782 h 3803312"/>
                <a:gd name="connsiteX1" fmla="*/ 120585 w 6848879"/>
                <a:gd name="connsiteY1" fmla="*/ 1727301 h 3803312"/>
                <a:gd name="connsiteX2" fmla="*/ 129070 w 6848879"/>
                <a:gd name="connsiteY2" fmla="*/ 2035104 h 3803312"/>
                <a:gd name="connsiteX3" fmla="*/ 105345 w 6848879"/>
                <a:gd name="connsiteY3" fmla="*/ 2802810 h 3803312"/>
                <a:gd name="connsiteX4" fmla="*/ 124591 w 6848879"/>
                <a:gd name="connsiteY4" fmla="*/ 3584555 h 3803312"/>
                <a:gd name="connsiteX5" fmla="*/ 586606 w 6848879"/>
                <a:gd name="connsiteY5" fmla="*/ 3573541 h 3803312"/>
                <a:gd name="connsiteX6" fmla="*/ 1087121 w 6848879"/>
                <a:gd name="connsiteY6" fmla="*/ 2846852 h 3803312"/>
                <a:gd name="connsiteX7" fmla="*/ 1905267 w 6848879"/>
                <a:gd name="connsiteY7" fmla="*/ 1955005 h 3803312"/>
                <a:gd name="connsiteX8" fmla="*/ 2541127 w 6848879"/>
                <a:gd name="connsiteY8" fmla="*/ 1341877 h 3803312"/>
                <a:gd name="connsiteX9" fmla="*/ 3386501 w 6848879"/>
                <a:gd name="connsiteY9" fmla="*/ 736610 h 3803312"/>
                <a:gd name="connsiteX10" fmla="*/ 4754625 w 6848879"/>
                <a:gd name="connsiteY10" fmla="*/ 909322 h 3803312"/>
                <a:gd name="connsiteX11" fmla="*/ 5254158 w 6848879"/>
                <a:gd name="connsiteY11" fmla="*/ 274322 h 3803312"/>
                <a:gd name="connsiteX12" fmla="*/ 5819309 w 6848879"/>
                <a:gd name="connsiteY12" fmla="*/ 172768 h 3803312"/>
                <a:gd name="connsiteX13" fmla="*/ 6248992 w 6848879"/>
                <a:gd name="connsiteY13" fmla="*/ 428302 h 3803312"/>
                <a:gd name="connsiteX14" fmla="*/ 6410214 w 6848879"/>
                <a:gd name="connsiteY14" fmla="*/ 623187 h 3803312"/>
                <a:gd name="connsiteX15" fmla="*/ 6562614 w 6848879"/>
                <a:gd name="connsiteY15" fmla="*/ 703089 h 3803312"/>
                <a:gd name="connsiteX16" fmla="*/ 6676914 w 6848879"/>
                <a:gd name="connsiteY16" fmla="*/ 674034 h 3803312"/>
                <a:gd name="connsiteX17" fmla="*/ 6706192 w 6848879"/>
                <a:gd name="connsiteY17" fmla="*/ 529995 h 3803312"/>
                <a:gd name="connsiteX18" fmla="*/ 6676915 w 6848879"/>
                <a:gd name="connsiteY18" fmla="*/ 390745 h 3803312"/>
                <a:gd name="connsiteX19" fmla="*/ 6607066 w 6848879"/>
                <a:gd name="connsiteY19" fmla="*/ 303578 h 3803312"/>
                <a:gd name="connsiteX20" fmla="*/ 6562616 w 6848879"/>
                <a:gd name="connsiteY20" fmla="*/ 194620 h 3803312"/>
                <a:gd name="connsiteX21" fmla="*/ 6543566 w 6848879"/>
                <a:gd name="connsiteY21" fmla="*/ 27550 h 3803312"/>
                <a:gd name="connsiteX22" fmla="*/ 6689615 w 6848879"/>
                <a:gd name="connsiteY22" fmla="*/ 13025 h 3803312"/>
                <a:gd name="connsiteX23" fmla="*/ 6841658 w 6848879"/>
                <a:gd name="connsiteY23" fmla="*/ 26287 h 3803312"/>
                <a:gd name="connsiteX24" fmla="*/ 6822966 w 6848879"/>
                <a:gd name="connsiteY24" fmla="*/ 252730 h 3803312"/>
                <a:gd name="connsiteX25" fmla="*/ 6778516 w 6848879"/>
                <a:gd name="connsiteY25" fmla="*/ 405271 h 3803312"/>
                <a:gd name="connsiteX26" fmla="*/ 6765815 w 6848879"/>
                <a:gd name="connsiteY26" fmla="*/ 659506 h 3803312"/>
                <a:gd name="connsiteX27" fmla="*/ 6689615 w 6848879"/>
                <a:gd name="connsiteY27" fmla="*/ 775729 h 3803312"/>
                <a:gd name="connsiteX28" fmla="*/ 6579192 w 6848879"/>
                <a:gd name="connsiteY28" fmla="*/ 797321 h 3803312"/>
                <a:gd name="connsiteX29" fmla="*/ 6365407 w 6848879"/>
                <a:gd name="connsiteY29" fmla="*/ 712560 h 3803312"/>
                <a:gd name="connsiteX30" fmla="*/ 6099065 w 6848879"/>
                <a:gd name="connsiteY30" fmla="*/ 398005 h 3803312"/>
                <a:gd name="connsiteX31" fmla="*/ 5861642 w 6848879"/>
                <a:gd name="connsiteY31" fmla="*/ 276774 h 3803312"/>
                <a:gd name="connsiteX32" fmla="*/ 5537792 w 6848879"/>
                <a:gd name="connsiteY32" fmla="*/ 257389 h 3803312"/>
                <a:gd name="connsiteX33" fmla="*/ 5355758 w 6848879"/>
                <a:gd name="connsiteY33" fmla="*/ 333589 h 3803312"/>
                <a:gd name="connsiteX34" fmla="*/ 5237225 w 6848879"/>
                <a:gd name="connsiteY34" fmla="*/ 452121 h 3803312"/>
                <a:gd name="connsiteX35" fmla="*/ 5025558 w 6848879"/>
                <a:gd name="connsiteY35" fmla="*/ 833121 h 3803312"/>
                <a:gd name="connsiteX36" fmla="*/ 4847758 w 6848879"/>
                <a:gd name="connsiteY36" fmla="*/ 985522 h 3803312"/>
                <a:gd name="connsiteX37" fmla="*/ 4435566 w 6848879"/>
                <a:gd name="connsiteY37" fmla="*/ 1018010 h 3803312"/>
                <a:gd name="connsiteX38" fmla="*/ 3766744 w 6848879"/>
                <a:gd name="connsiteY38" fmla="*/ 857442 h 3803312"/>
                <a:gd name="connsiteX39" fmla="*/ 3377933 w 6848879"/>
                <a:gd name="connsiteY39" fmla="*/ 831937 h 3803312"/>
                <a:gd name="connsiteX40" fmla="*/ 2709526 w 6848879"/>
                <a:gd name="connsiteY40" fmla="*/ 1324293 h 3803312"/>
                <a:gd name="connsiteX41" fmla="*/ 2031121 w 6848879"/>
                <a:gd name="connsiteY41" fmla="*/ 1975179 h 3803312"/>
                <a:gd name="connsiteX42" fmla="*/ 1284049 w 6848879"/>
                <a:gd name="connsiteY42" fmla="*/ 2775352 h 3803312"/>
                <a:gd name="connsiteX43" fmla="*/ 589160 w 6848879"/>
                <a:gd name="connsiteY43" fmla="*/ 3703108 h 3803312"/>
                <a:gd name="connsiteX44" fmla="*/ 62975 w 6848879"/>
                <a:gd name="connsiteY44" fmla="*/ 3733413 h 3803312"/>
                <a:gd name="connsiteX45" fmla="*/ 0 w 6848879"/>
                <a:gd name="connsiteY45" fmla="*/ 3204689 h 3803312"/>
                <a:gd name="connsiteX46" fmla="*/ 13514 w 6848879"/>
                <a:gd name="connsiteY46" fmla="*/ 2344412 h 3803312"/>
                <a:gd name="connsiteX47" fmla="*/ 34724 w 6848879"/>
                <a:gd name="connsiteY47" fmla="*/ 1861782 h 3803312"/>
                <a:gd name="connsiteX0" fmla="*/ 34724 w 6848879"/>
                <a:gd name="connsiteY0" fmla="*/ 1861782 h 3803312"/>
                <a:gd name="connsiteX1" fmla="*/ 42710 w 6848879"/>
                <a:gd name="connsiteY1" fmla="*/ 1732928 h 3803312"/>
                <a:gd name="connsiteX2" fmla="*/ 120585 w 6848879"/>
                <a:gd name="connsiteY2" fmla="*/ 1727301 h 3803312"/>
                <a:gd name="connsiteX3" fmla="*/ 129070 w 6848879"/>
                <a:gd name="connsiteY3" fmla="*/ 2035104 h 3803312"/>
                <a:gd name="connsiteX4" fmla="*/ 105345 w 6848879"/>
                <a:gd name="connsiteY4" fmla="*/ 2802810 h 3803312"/>
                <a:gd name="connsiteX5" fmla="*/ 124591 w 6848879"/>
                <a:gd name="connsiteY5" fmla="*/ 3584555 h 3803312"/>
                <a:gd name="connsiteX6" fmla="*/ 586606 w 6848879"/>
                <a:gd name="connsiteY6" fmla="*/ 3573541 h 3803312"/>
                <a:gd name="connsiteX7" fmla="*/ 1087121 w 6848879"/>
                <a:gd name="connsiteY7" fmla="*/ 2846852 h 3803312"/>
                <a:gd name="connsiteX8" fmla="*/ 1905267 w 6848879"/>
                <a:gd name="connsiteY8" fmla="*/ 1955005 h 3803312"/>
                <a:gd name="connsiteX9" fmla="*/ 2541127 w 6848879"/>
                <a:gd name="connsiteY9" fmla="*/ 1341877 h 3803312"/>
                <a:gd name="connsiteX10" fmla="*/ 3386501 w 6848879"/>
                <a:gd name="connsiteY10" fmla="*/ 736610 h 3803312"/>
                <a:gd name="connsiteX11" fmla="*/ 4754625 w 6848879"/>
                <a:gd name="connsiteY11" fmla="*/ 909322 h 3803312"/>
                <a:gd name="connsiteX12" fmla="*/ 5254158 w 6848879"/>
                <a:gd name="connsiteY12" fmla="*/ 274322 h 3803312"/>
                <a:gd name="connsiteX13" fmla="*/ 5819309 w 6848879"/>
                <a:gd name="connsiteY13" fmla="*/ 172768 h 3803312"/>
                <a:gd name="connsiteX14" fmla="*/ 6248992 w 6848879"/>
                <a:gd name="connsiteY14" fmla="*/ 428302 h 3803312"/>
                <a:gd name="connsiteX15" fmla="*/ 6410214 w 6848879"/>
                <a:gd name="connsiteY15" fmla="*/ 623187 h 3803312"/>
                <a:gd name="connsiteX16" fmla="*/ 6562614 w 6848879"/>
                <a:gd name="connsiteY16" fmla="*/ 703089 h 3803312"/>
                <a:gd name="connsiteX17" fmla="*/ 6676914 w 6848879"/>
                <a:gd name="connsiteY17" fmla="*/ 674034 h 3803312"/>
                <a:gd name="connsiteX18" fmla="*/ 6706192 w 6848879"/>
                <a:gd name="connsiteY18" fmla="*/ 529995 h 3803312"/>
                <a:gd name="connsiteX19" fmla="*/ 6676915 w 6848879"/>
                <a:gd name="connsiteY19" fmla="*/ 390745 h 3803312"/>
                <a:gd name="connsiteX20" fmla="*/ 6607066 w 6848879"/>
                <a:gd name="connsiteY20" fmla="*/ 303578 h 3803312"/>
                <a:gd name="connsiteX21" fmla="*/ 6562616 w 6848879"/>
                <a:gd name="connsiteY21" fmla="*/ 194620 h 3803312"/>
                <a:gd name="connsiteX22" fmla="*/ 6543566 w 6848879"/>
                <a:gd name="connsiteY22" fmla="*/ 27550 h 3803312"/>
                <a:gd name="connsiteX23" fmla="*/ 6689615 w 6848879"/>
                <a:gd name="connsiteY23" fmla="*/ 13025 h 3803312"/>
                <a:gd name="connsiteX24" fmla="*/ 6841658 w 6848879"/>
                <a:gd name="connsiteY24" fmla="*/ 26287 h 3803312"/>
                <a:gd name="connsiteX25" fmla="*/ 6822966 w 6848879"/>
                <a:gd name="connsiteY25" fmla="*/ 252730 h 3803312"/>
                <a:gd name="connsiteX26" fmla="*/ 6778516 w 6848879"/>
                <a:gd name="connsiteY26" fmla="*/ 405271 h 3803312"/>
                <a:gd name="connsiteX27" fmla="*/ 6765815 w 6848879"/>
                <a:gd name="connsiteY27" fmla="*/ 659506 h 3803312"/>
                <a:gd name="connsiteX28" fmla="*/ 6689615 w 6848879"/>
                <a:gd name="connsiteY28" fmla="*/ 775729 h 3803312"/>
                <a:gd name="connsiteX29" fmla="*/ 6579192 w 6848879"/>
                <a:gd name="connsiteY29" fmla="*/ 797321 h 3803312"/>
                <a:gd name="connsiteX30" fmla="*/ 6365407 w 6848879"/>
                <a:gd name="connsiteY30" fmla="*/ 712560 h 3803312"/>
                <a:gd name="connsiteX31" fmla="*/ 6099065 w 6848879"/>
                <a:gd name="connsiteY31" fmla="*/ 398005 h 3803312"/>
                <a:gd name="connsiteX32" fmla="*/ 5861642 w 6848879"/>
                <a:gd name="connsiteY32" fmla="*/ 276774 h 3803312"/>
                <a:gd name="connsiteX33" fmla="*/ 5537792 w 6848879"/>
                <a:gd name="connsiteY33" fmla="*/ 257389 h 3803312"/>
                <a:gd name="connsiteX34" fmla="*/ 5355758 w 6848879"/>
                <a:gd name="connsiteY34" fmla="*/ 333589 h 3803312"/>
                <a:gd name="connsiteX35" fmla="*/ 5237225 w 6848879"/>
                <a:gd name="connsiteY35" fmla="*/ 452121 h 3803312"/>
                <a:gd name="connsiteX36" fmla="*/ 5025558 w 6848879"/>
                <a:gd name="connsiteY36" fmla="*/ 833121 h 3803312"/>
                <a:gd name="connsiteX37" fmla="*/ 4847758 w 6848879"/>
                <a:gd name="connsiteY37" fmla="*/ 985522 h 3803312"/>
                <a:gd name="connsiteX38" fmla="*/ 4435566 w 6848879"/>
                <a:gd name="connsiteY38" fmla="*/ 1018010 h 3803312"/>
                <a:gd name="connsiteX39" fmla="*/ 3766744 w 6848879"/>
                <a:gd name="connsiteY39" fmla="*/ 857442 h 3803312"/>
                <a:gd name="connsiteX40" fmla="*/ 3377933 w 6848879"/>
                <a:gd name="connsiteY40" fmla="*/ 831937 h 3803312"/>
                <a:gd name="connsiteX41" fmla="*/ 2709526 w 6848879"/>
                <a:gd name="connsiteY41" fmla="*/ 1324293 h 3803312"/>
                <a:gd name="connsiteX42" fmla="*/ 2031121 w 6848879"/>
                <a:gd name="connsiteY42" fmla="*/ 1975179 h 3803312"/>
                <a:gd name="connsiteX43" fmla="*/ 1284049 w 6848879"/>
                <a:gd name="connsiteY43" fmla="*/ 2775352 h 3803312"/>
                <a:gd name="connsiteX44" fmla="*/ 589160 w 6848879"/>
                <a:gd name="connsiteY44" fmla="*/ 3703108 h 3803312"/>
                <a:gd name="connsiteX45" fmla="*/ 62975 w 6848879"/>
                <a:gd name="connsiteY45" fmla="*/ 3733413 h 3803312"/>
                <a:gd name="connsiteX46" fmla="*/ 0 w 6848879"/>
                <a:gd name="connsiteY46" fmla="*/ 3204689 h 3803312"/>
                <a:gd name="connsiteX47" fmla="*/ 13514 w 6848879"/>
                <a:gd name="connsiteY47" fmla="*/ 2344412 h 3803312"/>
                <a:gd name="connsiteX48" fmla="*/ 34724 w 6848879"/>
                <a:gd name="connsiteY48" fmla="*/ 1861782 h 3803312"/>
                <a:gd name="connsiteX0" fmla="*/ 34724 w 6848879"/>
                <a:gd name="connsiteY0" fmla="*/ 1861782 h 3803312"/>
                <a:gd name="connsiteX1" fmla="*/ 42710 w 6848879"/>
                <a:gd name="connsiteY1" fmla="*/ 1750362 h 3803312"/>
                <a:gd name="connsiteX2" fmla="*/ 120585 w 6848879"/>
                <a:gd name="connsiteY2" fmla="*/ 1727301 h 3803312"/>
                <a:gd name="connsiteX3" fmla="*/ 129070 w 6848879"/>
                <a:gd name="connsiteY3" fmla="*/ 2035104 h 3803312"/>
                <a:gd name="connsiteX4" fmla="*/ 105345 w 6848879"/>
                <a:gd name="connsiteY4" fmla="*/ 2802810 h 3803312"/>
                <a:gd name="connsiteX5" fmla="*/ 124591 w 6848879"/>
                <a:gd name="connsiteY5" fmla="*/ 3584555 h 3803312"/>
                <a:gd name="connsiteX6" fmla="*/ 586606 w 6848879"/>
                <a:gd name="connsiteY6" fmla="*/ 3573541 h 3803312"/>
                <a:gd name="connsiteX7" fmla="*/ 1087121 w 6848879"/>
                <a:gd name="connsiteY7" fmla="*/ 2846852 h 3803312"/>
                <a:gd name="connsiteX8" fmla="*/ 1905267 w 6848879"/>
                <a:gd name="connsiteY8" fmla="*/ 1955005 h 3803312"/>
                <a:gd name="connsiteX9" fmla="*/ 2541127 w 6848879"/>
                <a:gd name="connsiteY9" fmla="*/ 1341877 h 3803312"/>
                <a:gd name="connsiteX10" fmla="*/ 3386501 w 6848879"/>
                <a:gd name="connsiteY10" fmla="*/ 736610 h 3803312"/>
                <a:gd name="connsiteX11" fmla="*/ 4754625 w 6848879"/>
                <a:gd name="connsiteY11" fmla="*/ 909322 h 3803312"/>
                <a:gd name="connsiteX12" fmla="*/ 5254158 w 6848879"/>
                <a:gd name="connsiteY12" fmla="*/ 274322 h 3803312"/>
                <a:gd name="connsiteX13" fmla="*/ 5819309 w 6848879"/>
                <a:gd name="connsiteY13" fmla="*/ 172768 h 3803312"/>
                <a:gd name="connsiteX14" fmla="*/ 6248992 w 6848879"/>
                <a:gd name="connsiteY14" fmla="*/ 428302 h 3803312"/>
                <a:gd name="connsiteX15" fmla="*/ 6410214 w 6848879"/>
                <a:gd name="connsiteY15" fmla="*/ 623187 h 3803312"/>
                <a:gd name="connsiteX16" fmla="*/ 6562614 w 6848879"/>
                <a:gd name="connsiteY16" fmla="*/ 703089 h 3803312"/>
                <a:gd name="connsiteX17" fmla="*/ 6676914 w 6848879"/>
                <a:gd name="connsiteY17" fmla="*/ 674034 h 3803312"/>
                <a:gd name="connsiteX18" fmla="*/ 6706192 w 6848879"/>
                <a:gd name="connsiteY18" fmla="*/ 529995 h 3803312"/>
                <a:gd name="connsiteX19" fmla="*/ 6676915 w 6848879"/>
                <a:gd name="connsiteY19" fmla="*/ 390745 h 3803312"/>
                <a:gd name="connsiteX20" fmla="*/ 6607066 w 6848879"/>
                <a:gd name="connsiteY20" fmla="*/ 303578 h 3803312"/>
                <a:gd name="connsiteX21" fmla="*/ 6562616 w 6848879"/>
                <a:gd name="connsiteY21" fmla="*/ 194620 h 3803312"/>
                <a:gd name="connsiteX22" fmla="*/ 6543566 w 6848879"/>
                <a:gd name="connsiteY22" fmla="*/ 27550 h 3803312"/>
                <a:gd name="connsiteX23" fmla="*/ 6689615 w 6848879"/>
                <a:gd name="connsiteY23" fmla="*/ 13025 h 3803312"/>
                <a:gd name="connsiteX24" fmla="*/ 6841658 w 6848879"/>
                <a:gd name="connsiteY24" fmla="*/ 26287 h 3803312"/>
                <a:gd name="connsiteX25" fmla="*/ 6822966 w 6848879"/>
                <a:gd name="connsiteY25" fmla="*/ 252730 h 3803312"/>
                <a:gd name="connsiteX26" fmla="*/ 6778516 w 6848879"/>
                <a:gd name="connsiteY26" fmla="*/ 405271 h 3803312"/>
                <a:gd name="connsiteX27" fmla="*/ 6765815 w 6848879"/>
                <a:gd name="connsiteY27" fmla="*/ 659506 h 3803312"/>
                <a:gd name="connsiteX28" fmla="*/ 6689615 w 6848879"/>
                <a:gd name="connsiteY28" fmla="*/ 775729 h 3803312"/>
                <a:gd name="connsiteX29" fmla="*/ 6579192 w 6848879"/>
                <a:gd name="connsiteY29" fmla="*/ 797321 h 3803312"/>
                <a:gd name="connsiteX30" fmla="*/ 6365407 w 6848879"/>
                <a:gd name="connsiteY30" fmla="*/ 712560 h 3803312"/>
                <a:gd name="connsiteX31" fmla="*/ 6099065 w 6848879"/>
                <a:gd name="connsiteY31" fmla="*/ 398005 h 3803312"/>
                <a:gd name="connsiteX32" fmla="*/ 5861642 w 6848879"/>
                <a:gd name="connsiteY32" fmla="*/ 276774 h 3803312"/>
                <a:gd name="connsiteX33" fmla="*/ 5537792 w 6848879"/>
                <a:gd name="connsiteY33" fmla="*/ 257389 h 3803312"/>
                <a:gd name="connsiteX34" fmla="*/ 5355758 w 6848879"/>
                <a:gd name="connsiteY34" fmla="*/ 333589 h 3803312"/>
                <a:gd name="connsiteX35" fmla="*/ 5237225 w 6848879"/>
                <a:gd name="connsiteY35" fmla="*/ 452121 h 3803312"/>
                <a:gd name="connsiteX36" fmla="*/ 5025558 w 6848879"/>
                <a:gd name="connsiteY36" fmla="*/ 833121 h 3803312"/>
                <a:gd name="connsiteX37" fmla="*/ 4847758 w 6848879"/>
                <a:gd name="connsiteY37" fmla="*/ 985522 h 3803312"/>
                <a:gd name="connsiteX38" fmla="*/ 4435566 w 6848879"/>
                <a:gd name="connsiteY38" fmla="*/ 1018010 h 3803312"/>
                <a:gd name="connsiteX39" fmla="*/ 3766744 w 6848879"/>
                <a:gd name="connsiteY39" fmla="*/ 857442 h 3803312"/>
                <a:gd name="connsiteX40" fmla="*/ 3377933 w 6848879"/>
                <a:gd name="connsiteY40" fmla="*/ 831937 h 3803312"/>
                <a:gd name="connsiteX41" fmla="*/ 2709526 w 6848879"/>
                <a:gd name="connsiteY41" fmla="*/ 1324293 h 3803312"/>
                <a:gd name="connsiteX42" fmla="*/ 2031121 w 6848879"/>
                <a:gd name="connsiteY42" fmla="*/ 1975179 h 3803312"/>
                <a:gd name="connsiteX43" fmla="*/ 1284049 w 6848879"/>
                <a:gd name="connsiteY43" fmla="*/ 2775352 h 3803312"/>
                <a:gd name="connsiteX44" fmla="*/ 589160 w 6848879"/>
                <a:gd name="connsiteY44" fmla="*/ 3703108 h 3803312"/>
                <a:gd name="connsiteX45" fmla="*/ 62975 w 6848879"/>
                <a:gd name="connsiteY45" fmla="*/ 3733413 h 3803312"/>
                <a:gd name="connsiteX46" fmla="*/ 0 w 6848879"/>
                <a:gd name="connsiteY46" fmla="*/ 3204689 h 3803312"/>
                <a:gd name="connsiteX47" fmla="*/ 13514 w 6848879"/>
                <a:gd name="connsiteY47" fmla="*/ 2344412 h 3803312"/>
                <a:gd name="connsiteX48" fmla="*/ 34724 w 6848879"/>
                <a:gd name="connsiteY48" fmla="*/ 1861782 h 3803312"/>
                <a:gd name="connsiteX0" fmla="*/ 34724 w 6848879"/>
                <a:gd name="connsiteY0" fmla="*/ 1861782 h 3803312"/>
                <a:gd name="connsiteX1" fmla="*/ 42710 w 6848879"/>
                <a:gd name="connsiteY1" fmla="*/ 1750362 h 3803312"/>
                <a:gd name="connsiteX2" fmla="*/ 130745 w 6848879"/>
                <a:gd name="connsiteY2" fmla="*/ 1750546 h 3803312"/>
                <a:gd name="connsiteX3" fmla="*/ 129070 w 6848879"/>
                <a:gd name="connsiteY3" fmla="*/ 2035104 h 3803312"/>
                <a:gd name="connsiteX4" fmla="*/ 105345 w 6848879"/>
                <a:gd name="connsiteY4" fmla="*/ 2802810 h 3803312"/>
                <a:gd name="connsiteX5" fmla="*/ 124591 w 6848879"/>
                <a:gd name="connsiteY5" fmla="*/ 3584555 h 3803312"/>
                <a:gd name="connsiteX6" fmla="*/ 586606 w 6848879"/>
                <a:gd name="connsiteY6" fmla="*/ 3573541 h 3803312"/>
                <a:gd name="connsiteX7" fmla="*/ 1087121 w 6848879"/>
                <a:gd name="connsiteY7" fmla="*/ 2846852 h 3803312"/>
                <a:gd name="connsiteX8" fmla="*/ 1905267 w 6848879"/>
                <a:gd name="connsiteY8" fmla="*/ 1955005 h 3803312"/>
                <a:gd name="connsiteX9" fmla="*/ 2541127 w 6848879"/>
                <a:gd name="connsiteY9" fmla="*/ 1341877 h 3803312"/>
                <a:gd name="connsiteX10" fmla="*/ 3386501 w 6848879"/>
                <a:gd name="connsiteY10" fmla="*/ 736610 h 3803312"/>
                <a:gd name="connsiteX11" fmla="*/ 4754625 w 6848879"/>
                <a:gd name="connsiteY11" fmla="*/ 909322 h 3803312"/>
                <a:gd name="connsiteX12" fmla="*/ 5254158 w 6848879"/>
                <a:gd name="connsiteY12" fmla="*/ 274322 h 3803312"/>
                <a:gd name="connsiteX13" fmla="*/ 5819309 w 6848879"/>
                <a:gd name="connsiteY13" fmla="*/ 172768 h 3803312"/>
                <a:gd name="connsiteX14" fmla="*/ 6248992 w 6848879"/>
                <a:gd name="connsiteY14" fmla="*/ 428302 h 3803312"/>
                <a:gd name="connsiteX15" fmla="*/ 6410214 w 6848879"/>
                <a:gd name="connsiteY15" fmla="*/ 623187 h 3803312"/>
                <a:gd name="connsiteX16" fmla="*/ 6562614 w 6848879"/>
                <a:gd name="connsiteY16" fmla="*/ 703089 h 3803312"/>
                <a:gd name="connsiteX17" fmla="*/ 6676914 w 6848879"/>
                <a:gd name="connsiteY17" fmla="*/ 674034 h 3803312"/>
                <a:gd name="connsiteX18" fmla="*/ 6706192 w 6848879"/>
                <a:gd name="connsiteY18" fmla="*/ 529995 h 3803312"/>
                <a:gd name="connsiteX19" fmla="*/ 6676915 w 6848879"/>
                <a:gd name="connsiteY19" fmla="*/ 390745 h 3803312"/>
                <a:gd name="connsiteX20" fmla="*/ 6607066 w 6848879"/>
                <a:gd name="connsiteY20" fmla="*/ 303578 h 3803312"/>
                <a:gd name="connsiteX21" fmla="*/ 6562616 w 6848879"/>
                <a:gd name="connsiteY21" fmla="*/ 194620 h 3803312"/>
                <a:gd name="connsiteX22" fmla="*/ 6543566 w 6848879"/>
                <a:gd name="connsiteY22" fmla="*/ 27550 h 3803312"/>
                <a:gd name="connsiteX23" fmla="*/ 6689615 w 6848879"/>
                <a:gd name="connsiteY23" fmla="*/ 13025 h 3803312"/>
                <a:gd name="connsiteX24" fmla="*/ 6841658 w 6848879"/>
                <a:gd name="connsiteY24" fmla="*/ 26287 h 3803312"/>
                <a:gd name="connsiteX25" fmla="*/ 6822966 w 6848879"/>
                <a:gd name="connsiteY25" fmla="*/ 252730 h 3803312"/>
                <a:gd name="connsiteX26" fmla="*/ 6778516 w 6848879"/>
                <a:gd name="connsiteY26" fmla="*/ 405271 h 3803312"/>
                <a:gd name="connsiteX27" fmla="*/ 6765815 w 6848879"/>
                <a:gd name="connsiteY27" fmla="*/ 659506 h 3803312"/>
                <a:gd name="connsiteX28" fmla="*/ 6689615 w 6848879"/>
                <a:gd name="connsiteY28" fmla="*/ 775729 h 3803312"/>
                <a:gd name="connsiteX29" fmla="*/ 6579192 w 6848879"/>
                <a:gd name="connsiteY29" fmla="*/ 797321 h 3803312"/>
                <a:gd name="connsiteX30" fmla="*/ 6365407 w 6848879"/>
                <a:gd name="connsiteY30" fmla="*/ 712560 h 3803312"/>
                <a:gd name="connsiteX31" fmla="*/ 6099065 w 6848879"/>
                <a:gd name="connsiteY31" fmla="*/ 398005 h 3803312"/>
                <a:gd name="connsiteX32" fmla="*/ 5861642 w 6848879"/>
                <a:gd name="connsiteY32" fmla="*/ 276774 h 3803312"/>
                <a:gd name="connsiteX33" fmla="*/ 5537792 w 6848879"/>
                <a:gd name="connsiteY33" fmla="*/ 257389 h 3803312"/>
                <a:gd name="connsiteX34" fmla="*/ 5355758 w 6848879"/>
                <a:gd name="connsiteY34" fmla="*/ 333589 h 3803312"/>
                <a:gd name="connsiteX35" fmla="*/ 5237225 w 6848879"/>
                <a:gd name="connsiteY35" fmla="*/ 452121 h 3803312"/>
                <a:gd name="connsiteX36" fmla="*/ 5025558 w 6848879"/>
                <a:gd name="connsiteY36" fmla="*/ 833121 h 3803312"/>
                <a:gd name="connsiteX37" fmla="*/ 4847758 w 6848879"/>
                <a:gd name="connsiteY37" fmla="*/ 985522 h 3803312"/>
                <a:gd name="connsiteX38" fmla="*/ 4435566 w 6848879"/>
                <a:gd name="connsiteY38" fmla="*/ 1018010 h 3803312"/>
                <a:gd name="connsiteX39" fmla="*/ 3766744 w 6848879"/>
                <a:gd name="connsiteY39" fmla="*/ 857442 h 3803312"/>
                <a:gd name="connsiteX40" fmla="*/ 3377933 w 6848879"/>
                <a:gd name="connsiteY40" fmla="*/ 831937 h 3803312"/>
                <a:gd name="connsiteX41" fmla="*/ 2709526 w 6848879"/>
                <a:gd name="connsiteY41" fmla="*/ 1324293 h 3803312"/>
                <a:gd name="connsiteX42" fmla="*/ 2031121 w 6848879"/>
                <a:gd name="connsiteY42" fmla="*/ 1975179 h 3803312"/>
                <a:gd name="connsiteX43" fmla="*/ 1284049 w 6848879"/>
                <a:gd name="connsiteY43" fmla="*/ 2775352 h 3803312"/>
                <a:gd name="connsiteX44" fmla="*/ 589160 w 6848879"/>
                <a:gd name="connsiteY44" fmla="*/ 3703108 h 3803312"/>
                <a:gd name="connsiteX45" fmla="*/ 62975 w 6848879"/>
                <a:gd name="connsiteY45" fmla="*/ 3733413 h 3803312"/>
                <a:gd name="connsiteX46" fmla="*/ 0 w 6848879"/>
                <a:gd name="connsiteY46" fmla="*/ 3204689 h 3803312"/>
                <a:gd name="connsiteX47" fmla="*/ 13514 w 6848879"/>
                <a:gd name="connsiteY47" fmla="*/ 2344412 h 3803312"/>
                <a:gd name="connsiteX48" fmla="*/ 34724 w 6848879"/>
                <a:gd name="connsiteY48" fmla="*/ 1861782 h 3803312"/>
                <a:gd name="connsiteX0" fmla="*/ 34724 w 6848879"/>
                <a:gd name="connsiteY0" fmla="*/ 1861782 h 3803312"/>
                <a:gd name="connsiteX1" fmla="*/ 42710 w 6848879"/>
                <a:gd name="connsiteY1" fmla="*/ 1750362 h 3803312"/>
                <a:gd name="connsiteX2" fmla="*/ 130745 w 6848879"/>
                <a:gd name="connsiteY2" fmla="*/ 1750546 h 3803312"/>
                <a:gd name="connsiteX3" fmla="*/ 113830 w 6848879"/>
                <a:gd name="connsiteY3" fmla="*/ 2035104 h 3803312"/>
                <a:gd name="connsiteX4" fmla="*/ 105345 w 6848879"/>
                <a:gd name="connsiteY4" fmla="*/ 2802810 h 3803312"/>
                <a:gd name="connsiteX5" fmla="*/ 124591 w 6848879"/>
                <a:gd name="connsiteY5" fmla="*/ 3584555 h 3803312"/>
                <a:gd name="connsiteX6" fmla="*/ 586606 w 6848879"/>
                <a:gd name="connsiteY6" fmla="*/ 3573541 h 3803312"/>
                <a:gd name="connsiteX7" fmla="*/ 1087121 w 6848879"/>
                <a:gd name="connsiteY7" fmla="*/ 2846852 h 3803312"/>
                <a:gd name="connsiteX8" fmla="*/ 1905267 w 6848879"/>
                <a:gd name="connsiteY8" fmla="*/ 1955005 h 3803312"/>
                <a:gd name="connsiteX9" fmla="*/ 2541127 w 6848879"/>
                <a:gd name="connsiteY9" fmla="*/ 1341877 h 3803312"/>
                <a:gd name="connsiteX10" fmla="*/ 3386501 w 6848879"/>
                <a:gd name="connsiteY10" fmla="*/ 736610 h 3803312"/>
                <a:gd name="connsiteX11" fmla="*/ 4754625 w 6848879"/>
                <a:gd name="connsiteY11" fmla="*/ 909322 h 3803312"/>
                <a:gd name="connsiteX12" fmla="*/ 5254158 w 6848879"/>
                <a:gd name="connsiteY12" fmla="*/ 274322 h 3803312"/>
                <a:gd name="connsiteX13" fmla="*/ 5819309 w 6848879"/>
                <a:gd name="connsiteY13" fmla="*/ 172768 h 3803312"/>
                <a:gd name="connsiteX14" fmla="*/ 6248992 w 6848879"/>
                <a:gd name="connsiteY14" fmla="*/ 428302 h 3803312"/>
                <a:gd name="connsiteX15" fmla="*/ 6410214 w 6848879"/>
                <a:gd name="connsiteY15" fmla="*/ 623187 h 3803312"/>
                <a:gd name="connsiteX16" fmla="*/ 6562614 w 6848879"/>
                <a:gd name="connsiteY16" fmla="*/ 703089 h 3803312"/>
                <a:gd name="connsiteX17" fmla="*/ 6676914 w 6848879"/>
                <a:gd name="connsiteY17" fmla="*/ 674034 h 3803312"/>
                <a:gd name="connsiteX18" fmla="*/ 6706192 w 6848879"/>
                <a:gd name="connsiteY18" fmla="*/ 529995 h 3803312"/>
                <a:gd name="connsiteX19" fmla="*/ 6676915 w 6848879"/>
                <a:gd name="connsiteY19" fmla="*/ 390745 h 3803312"/>
                <a:gd name="connsiteX20" fmla="*/ 6607066 w 6848879"/>
                <a:gd name="connsiteY20" fmla="*/ 303578 h 3803312"/>
                <a:gd name="connsiteX21" fmla="*/ 6562616 w 6848879"/>
                <a:gd name="connsiteY21" fmla="*/ 194620 h 3803312"/>
                <a:gd name="connsiteX22" fmla="*/ 6543566 w 6848879"/>
                <a:gd name="connsiteY22" fmla="*/ 27550 h 3803312"/>
                <a:gd name="connsiteX23" fmla="*/ 6689615 w 6848879"/>
                <a:gd name="connsiteY23" fmla="*/ 13025 h 3803312"/>
                <a:gd name="connsiteX24" fmla="*/ 6841658 w 6848879"/>
                <a:gd name="connsiteY24" fmla="*/ 26287 h 3803312"/>
                <a:gd name="connsiteX25" fmla="*/ 6822966 w 6848879"/>
                <a:gd name="connsiteY25" fmla="*/ 252730 h 3803312"/>
                <a:gd name="connsiteX26" fmla="*/ 6778516 w 6848879"/>
                <a:gd name="connsiteY26" fmla="*/ 405271 h 3803312"/>
                <a:gd name="connsiteX27" fmla="*/ 6765815 w 6848879"/>
                <a:gd name="connsiteY27" fmla="*/ 659506 h 3803312"/>
                <a:gd name="connsiteX28" fmla="*/ 6689615 w 6848879"/>
                <a:gd name="connsiteY28" fmla="*/ 775729 h 3803312"/>
                <a:gd name="connsiteX29" fmla="*/ 6579192 w 6848879"/>
                <a:gd name="connsiteY29" fmla="*/ 797321 h 3803312"/>
                <a:gd name="connsiteX30" fmla="*/ 6365407 w 6848879"/>
                <a:gd name="connsiteY30" fmla="*/ 712560 h 3803312"/>
                <a:gd name="connsiteX31" fmla="*/ 6099065 w 6848879"/>
                <a:gd name="connsiteY31" fmla="*/ 398005 h 3803312"/>
                <a:gd name="connsiteX32" fmla="*/ 5861642 w 6848879"/>
                <a:gd name="connsiteY32" fmla="*/ 276774 h 3803312"/>
                <a:gd name="connsiteX33" fmla="*/ 5537792 w 6848879"/>
                <a:gd name="connsiteY33" fmla="*/ 257389 h 3803312"/>
                <a:gd name="connsiteX34" fmla="*/ 5355758 w 6848879"/>
                <a:gd name="connsiteY34" fmla="*/ 333589 h 3803312"/>
                <a:gd name="connsiteX35" fmla="*/ 5237225 w 6848879"/>
                <a:gd name="connsiteY35" fmla="*/ 452121 h 3803312"/>
                <a:gd name="connsiteX36" fmla="*/ 5025558 w 6848879"/>
                <a:gd name="connsiteY36" fmla="*/ 833121 h 3803312"/>
                <a:gd name="connsiteX37" fmla="*/ 4847758 w 6848879"/>
                <a:gd name="connsiteY37" fmla="*/ 985522 h 3803312"/>
                <a:gd name="connsiteX38" fmla="*/ 4435566 w 6848879"/>
                <a:gd name="connsiteY38" fmla="*/ 1018010 h 3803312"/>
                <a:gd name="connsiteX39" fmla="*/ 3766744 w 6848879"/>
                <a:gd name="connsiteY39" fmla="*/ 857442 h 3803312"/>
                <a:gd name="connsiteX40" fmla="*/ 3377933 w 6848879"/>
                <a:gd name="connsiteY40" fmla="*/ 831937 h 3803312"/>
                <a:gd name="connsiteX41" fmla="*/ 2709526 w 6848879"/>
                <a:gd name="connsiteY41" fmla="*/ 1324293 h 3803312"/>
                <a:gd name="connsiteX42" fmla="*/ 2031121 w 6848879"/>
                <a:gd name="connsiteY42" fmla="*/ 1975179 h 3803312"/>
                <a:gd name="connsiteX43" fmla="*/ 1284049 w 6848879"/>
                <a:gd name="connsiteY43" fmla="*/ 2775352 h 3803312"/>
                <a:gd name="connsiteX44" fmla="*/ 589160 w 6848879"/>
                <a:gd name="connsiteY44" fmla="*/ 3703108 h 3803312"/>
                <a:gd name="connsiteX45" fmla="*/ 62975 w 6848879"/>
                <a:gd name="connsiteY45" fmla="*/ 3733413 h 3803312"/>
                <a:gd name="connsiteX46" fmla="*/ 0 w 6848879"/>
                <a:gd name="connsiteY46" fmla="*/ 3204689 h 3803312"/>
                <a:gd name="connsiteX47" fmla="*/ 13514 w 6848879"/>
                <a:gd name="connsiteY47" fmla="*/ 2344412 h 3803312"/>
                <a:gd name="connsiteX48" fmla="*/ 34724 w 6848879"/>
                <a:gd name="connsiteY48" fmla="*/ 1861782 h 3803312"/>
                <a:gd name="connsiteX0" fmla="*/ 34724 w 6848879"/>
                <a:gd name="connsiteY0" fmla="*/ 1861782 h 3803312"/>
                <a:gd name="connsiteX1" fmla="*/ 42710 w 6848879"/>
                <a:gd name="connsiteY1" fmla="*/ 1750362 h 3803312"/>
                <a:gd name="connsiteX2" fmla="*/ 130745 w 6848879"/>
                <a:gd name="connsiteY2" fmla="*/ 1750546 h 3803312"/>
                <a:gd name="connsiteX3" fmla="*/ 113830 w 6848879"/>
                <a:gd name="connsiteY3" fmla="*/ 2035104 h 3803312"/>
                <a:gd name="connsiteX4" fmla="*/ 100265 w 6848879"/>
                <a:gd name="connsiteY4" fmla="*/ 2796999 h 3803312"/>
                <a:gd name="connsiteX5" fmla="*/ 124591 w 6848879"/>
                <a:gd name="connsiteY5" fmla="*/ 3584555 h 3803312"/>
                <a:gd name="connsiteX6" fmla="*/ 586606 w 6848879"/>
                <a:gd name="connsiteY6" fmla="*/ 3573541 h 3803312"/>
                <a:gd name="connsiteX7" fmla="*/ 1087121 w 6848879"/>
                <a:gd name="connsiteY7" fmla="*/ 2846852 h 3803312"/>
                <a:gd name="connsiteX8" fmla="*/ 1905267 w 6848879"/>
                <a:gd name="connsiteY8" fmla="*/ 1955005 h 3803312"/>
                <a:gd name="connsiteX9" fmla="*/ 2541127 w 6848879"/>
                <a:gd name="connsiteY9" fmla="*/ 1341877 h 3803312"/>
                <a:gd name="connsiteX10" fmla="*/ 3386501 w 6848879"/>
                <a:gd name="connsiteY10" fmla="*/ 736610 h 3803312"/>
                <a:gd name="connsiteX11" fmla="*/ 4754625 w 6848879"/>
                <a:gd name="connsiteY11" fmla="*/ 909322 h 3803312"/>
                <a:gd name="connsiteX12" fmla="*/ 5254158 w 6848879"/>
                <a:gd name="connsiteY12" fmla="*/ 274322 h 3803312"/>
                <a:gd name="connsiteX13" fmla="*/ 5819309 w 6848879"/>
                <a:gd name="connsiteY13" fmla="*/ 172768 h 3803312"/>
                <a:gd name="connsiteX14" fmla="*/ 6248992 w 6848879"/>
                <a:gd name="connsiteY14" fmla="*/ 428302 h 3803312"/>
                <a:gd name="connsiteX15" fmla="*/ 6410214 w 6848879"/>
                <a:gd name="connsiteY15" fmla="*/ 623187 h 3803312"/>
                <a:gd name="connsiteX16" fmla="*/ 6562614 w 6848879"/>
                <a:gd name="connsiteY16" fmla="*/ 703089 h 3803312"/>
                <a:gd name="connsiteX17" fmla="*/ 6676914 w 6848879"/>
                <a:gd name="connsiteY17" fmla="*/ 674034 h 3803312"/>
                <a:gd name="connsiteX18" fmla="*/ 6706192 w 6848879"/>
                <a:gd name="connsiteY18" fmla="*/ 529995 h 3803312"/>
                <a:gd name="connsiteX19" fmla="*/ 6676915 w 6848879"/>
                <a:gd name="connsiteY19" fmla="*/ 390745 h 3803312"/>
                <a:gd name="connsiteX20" fmla="*/ 6607066 w 6848879"/>
                <a:gd name="connsiteY20" fmla="*/ 303578 h 3803312"/>
                <a:gd name="connsiteX21" fmla="*/ 6562616 w 6848879"/>
                <a:gd name="connsiteY21" fmla="*/ 194620 h 3803312"/>
                <a:gd name="connsiteX22" fmla="*/ 6543566 w 6848879"/>
                <a:gd name="connsiteY22" fmla="*/ 27550 h 3803312"/>
                <a:gd name="connsiteX23" fmla="*/ 6689615 w 6848879"/>
                <a:gd name="connsiteY23" fmla="*/ 13025 h 3803312"/>
                <a:gd name="connsiteX24" fmla="*/ 6841658 w 6848879"/>
                <a:gd name="connsiteY24" fmla="*/ 26287 h 3803312"/>
                <a:gd name="connsiteX25" fmla="*/ 6822966 w 6848879"/>
                <a:gd name="connsiteY25" fmla="*/ 252730 h 3803312"/>
                <a:gd name="connsiteX26" fmla="*/ 6778516 w 6848879"/>
                <a:gd name="connsiteY26" fmla="*/ 405271 h 3803312"/>
                <a:gd name="connsiteX27" fmla="*/ 6765815 w 6848879"/>
                <a:gd name="connsiteY27" fmla="*/ 659506 h 3803312"/>
                <a:gd name="connsiteX28" fmla="*/ 6689615 w 6848879"/>
                <a:gd name="connsiteY28" fmla="*/ 775729 h 3803312"/>
                <a:gd name="connsiteX29" fmla="*/ 6579192 w 6848879"/>
                <a:gd name="connsiteY29" fmla="*/ 797321 h 3803312"/>
                <a:gd name="connsiteX30" fmla="*/ 6365407 w 6848879"/>
                <a:gd name="connsiteY30" fmla="*/ 712560 h 3803312"/>
                <a:gd name="connsiteX31" fmla="*/ 6099065 w 6848879"/>
                <a:gd name="connsiteY31" fmla="*/ 398005 h 3803312"/>
                <a:gd name="connsiteX32" fmla="*/ 5861642 w 6848879"/>
                <a:gd name="connsiteY32" fmla="*/ 276774 h 3803312"/>
                <a:gd name="connsiteX33" fmla="*/ 5537792 w 6848879"/>
                <a:gd name="connsiteY33" fmla="*/ 257389 h 3803312"/>
                <a:gd name="connsiteX34" fmla="*/ 5355758 w 6848879"/>
                <a:gd name="connsiteY34" fmla="*/ 333589 h 3803312"/>
                <a:gd name="connsiteX35" fmla="*/ 5237225 w 6848879"/>
                <a:gd name="connsiteY35" fmla="*/ 452121 h 3803312"/>
                <a:gd name="connsiteX36" fmla="*/ 5025558 w 6848879"/>
                <a:gd name="connsiteY36" fmla="*/ 833121 h 3803312"/>
                <a:gd name="connsiteX37" fmla="*/ 4847758 w 6848879"/>
                <a:gd name="connsiteY37" fmla="*/ 985522 h 3803312"/>
                <a:gd name="connsiteX38" fmla="*/ 4435566 w 6848879"/>
                <a:gd name="connsiteY38" fmla="*/ 1018010 h 3803312"/>
                <a:gd name="connsiteX39" fmla="*/ 3766744 w 6848879"/>
                <a:gd name="connsiteY39" fmla="*/ 857442 h 3803312"/>
                <a:gd name="connsiteX40" fmla="*/ 3377933 w 6848879"/>
                <a:gd name="connsiteY40" fmla="*/ 831937 h 3803312"/>
                <a:gd name="connsiteX41" fmla="*/ 2709526 w 6848879"/>
                <a:gd name="connsiteY41" fmla="*/ 1324293 h 3803312"/>
                <a:gd name="connsiteX42" fmla="*/ 2031121 w 6848879"/>
                <a:gd name="connsiteY42" fmla="*/ 1975179 h 3803312"/>
                <a:gd name="connsiteX43" fmla="*/ 1284049 w 6848879"/>
                <a:gd name="connsiteY43" fmla="*/ 2775352 h 3803312"/>
                <a:gd name="connsiteX44" fmla="*/ 589160 w 6848879"/>
                <a:gd name="connsiteY44" fmla="*/ 3703108 h 3803312"/>
                <a:gd name="connsiteX45" fmla="*/ 62975 w 6848879"/>
                <a:gd name="connsiteY45" fmla="*/ 3733413 h 3803312"/>
                <a:gd name="connsiteX46" fmla="*/ 0 w 6848879"/>
                <a:gd name="connsiteY46" fmla="*/ 3204689 h 3803312"/>
                <a:gd name="connsiteX47" fmla="*/ 13514 w 6848879"/>
                <a:gd name="connsiteY47" fmla="*/ 2344412 h 3803312"/>
                <a:gd name="connsiteX48" fmla="*/ 34724 w 6848879"/>
                <a:gd name="connsiteY48" fmla="*/ 1861782 h 3803312"/>
                <a:gd name="connsiteX0" fmla="*/ 34724 w 6848879"/>
                <a:gd name="connsiteY0" fmla="*/ 1861782 h 3803312"/>
                <a:gd name="connsiteX1" fmla="*/ 42710 w 6848879"/>
                <a:gd name="connsiteY1" fmla="*/ 1750362 h 3803312"/>
                <a:gd name="connsiteX2" fmla="*/ 130745 w 6848879"/>
                <a:gd name="connsiteY2" fmla="*/ 1750546 h 3803312"/>
                <a:gd name="connsiteX3" fmla="*/ 113830 w 6848879"/>
                <a:gd name="connsiteY3" fmla="*/ 2035104 h 3803312"/>
                <a:gd name="connsiteX4" fmla="*/ 100265 w 6848879"/>
                <a:gd name="connsiteY4" fmla="*/ 2796999 h 3803312"/>
                <a:gd name="connsiteX5" fmla="*/ 124591 w 6848879"/>
                <a:gd name="connsiteY5" fmla="*/ 3584555 h 3803312"/>
                <a:gd name="connsiteX6" fmla="*/ 586606 w 6848879"/>
                <a:gd name="connsiteY6" fmla="*/ 3573541 h 3803312"/>
                <a:gd name="connsiteX7" fmla="*/ 1087121 w 6848879"/>
                <a:gd name="connsiteY7" fmla="*/ 2846852 h 3803312"/>
                <a:gd name="connsiteX8" fmla="*/ 1905267 w 6848879"/>
                <a:gd name="connsiteY8" fmla="*/ 1955005 h 3803312"/>
                <a:gd name="connsiteX9" fmla="*/ 2541127 w 6848879"/>
                <a:gd name="connsiteY9" fmla="*/ 1341877 h 3803312"/>
                <a:gd name="connsiteX10" fmla="*/ 3386501 w 6848879"/>
                <a:gd name="connsiteY10" fmla="*/ 736610 h 3803312"/>
                <a:gd name="connsiteX11" fmla="*/ 4754625 w 6848879"/>
                <a:gd name="connsiteY11" fmla="*/ 909322 h 3803312"/>
                <a:gd name="connsiteX12" fmla="*/ 5254158 w 6848879"/>
                <a:gd name="connsiteY12" fmla="*/ 274322 h 3803312"/>
                <a:gd name="connsiteX13" fmla="*/ 5819309 w 6848879"/>
                <a:gd name="connsiteY13" fmla="*/ 172768 h 3803312"/>
                <a:gd name="connsiteX14" fmla="*/ 6248992 w 6848879"/>
                <a:gd name="connsiteY14" fmla="*/ 428302 h 3803312"/>
                <a:gd name="connsiteX15" fmla="*/ 6410214 w 6848879"/>
                <a:gd name="connsiteY15" fmla="*/ 623187 h 3803312"/>
                <a:gd name="connsiteX16" fmla="*/ 6562614 w 6848879"/>
                <a:gd name="connsiteY16" fmla="*/ 703089 h 3803312"/>
                <a:gd name="connsiteX17" fmla="*/ 6676914 w 6848879"/>
                <a:gd name="connsiteY17" fmla="*/ 674034 h 3803312"/>
                <a:gd name="connsiteX18" fmla="*/ 6706192 w 6848879"/>
                <a:gd name="connsiteY18" fmla="*/ 529995 h 3803312"/>
                <a:gd name="connsiteX19" fmla="*/ 6676915 w 6848879"/>
                <a:gd name="connsiteY19" fmla="*/ 390745 h 3803312"/>
                <a:gd name="connsiteX20" fmla="*/ 6607066 w 6848879"/>
                <a:gd name="connsiteY20" fmla="*/ 303578 h 3803312"/>
                <a:gd name="connsiteX21" fmla="*/ 6562616 w 6848879"/>
                <a:gd name="connsiteY21" fmla="*/ 194620 h 3803312"/>
                <a:gd name="connsiteX22" fmla="*/ 6543566 w 6848879"/>
                <a:gd name="connsiteY22" fmla="*/ 27550 h 3803312"/>
                <a:gd name="connsiteX23" fmla="*/ 6689615 w 6848879"/>
                <a:gd name="connsiteY23" fmla="*/ 13025 h 3803312"/>
                <a:gd name="connsiteX24" fmla="*/ 6841658 w 6848879"/>
                <a:gd name="connsiteY24" fmla="*/ 26287 h 3803312"/>
                <a:gd name="connsiteX25" fmla="*/ 6822966 w 6848879"/>
                <a:gd name="connsiteY25" fmla="*/ 252730 h 3803312"/>
                <a:gd name="connsiteX26" fmla="*/ 6778516 w 6848879"/>
                <a:gd name="connsiteY26" fmla="*/ 405271 h 3803312"/>
                <a:gd name="connsiteX27" fmla="*/ 6765815 w 6848879"/>
                <a:gd name="connsiteY27" fmla="*/ 659506 h 3803312"/>
                <a:gd name="connsiteX28" fmla="*/ 6689615 w 6848879"/>
                <a:gd name="connsiteY28" fmla="*/ 775729 h 3803312"/>
                <a:gd name="connsiteX29" fmla="*/ 6579192 w 6848879"/>
                <a:gd name="connsiteY29" fmla="*/ 797321 h 3803312"/>
                <a:gd name="connsiteX30" fmla="*/ 6365407 w 6848879"/>
                <a:gd name="connsiteY30" fmla="*/ 712560 h 3803312"/>
                <a:gd name="connsiteX31" fmla="*/ 6099065 w 6848879"/>
                <a:gd name="connsiteY31" fmla="*/ 398005 h 3803312"/>
                <a:gd name="connsiteX32" fmla="*/ 5861642 w 6848879"/>
                <a:gd name="connsiteY32" fmla="*/ 276774 h 3803312"/>
                <a:gd name="connsiteX33" fmla="*/ 5537792 w 6848879"/>
                <a:gd name="connsiteY33" fmla="*/ 257389 h 3803312"/>
                <a:gd name="connsiteX34" fmla="*/ 5355758 w 6848879"/>
                <a:gd name="connsiteY34" fmla="*/ 333589 h 3803312"/>
                <a:gd name="connsiteX35" fmla="*/ 5237225 w 6848879"/>
                <a:gd name="connsiteY35" fmla="*/ 452121 h 3803312"/>
                <a:gd name="connsiteX36" fmla="*/ 5025558 w 6848879"/>
                <a:gd name="connsiteY36" fmla="*/ 833121 h 3803312"/>
                <a:gd name="connsiteX37" fmla="*/ 4847758 w 6848879"/>
                <a:gd name="connsiteY37" fmla="*/ 985522 h 3803312"/>
                <a:gd name="connsiteX38" fmla="*/ 4435566 w 6848879"/>
                <a:gd name="connsiteY38" fmla="*/ 1018010 h 3803312"/>
                <a:gd name="connsiteX39" fmla="*/ 3766744 w 6848879"/>
                <a:gd name="connsiteY39" fmla="*/ 857442 h 3803312"/>
                <a:gd name="connsiteX40" fmla="*/ 3377933 w 6848879"/>
                <a:gd name="connsiteY40" fmla="*/ 831937 h 3803312"/>
                <a:gd name="connsiteX41" fmla="*/ 2709526 w 6848879"/>
                <a:gd name="connsiteY41" fmla="*/ 1324293 h 3803312"/>
                <a:gd name="connsiteX42" fmla="*/ 2031121 w 6848879"/>
                <a:gd name="connsiteY42" fmla="*/ 1975179 h 3803312"/>
                <a:gd name="connsiteX43" fmla="*/ 1284049 w 6848879"/>
                <a:gd name="connsiteY43" fmla="*/ 2775352 h 3803312"/>
                <a:gd name="connsiteX44" fmla="*/ 589160 w 6848879"/>
                <a:gd name="connsiteY44" fmla="*/ 3703108 h 3803312"/>
                <a:gd name="connsiteX45" fmla="*/ 62975 w 6848879"/>
                <a:gd name="connsiteY45" fmla="*/ 3733413 h 3803312"/>
                <a:gd name="connsiteX46" fmla="*/ 0 w 6848879"/>
                <a:gd name="connsiteY46" fmla="*/ 3204689 h 3803312"/>
                <a:gd name="connsiteX47" fmla="*/ 13514 w 6848879"/>
                <a:gd name="connsiteY47" fmla="*/ 2344412 h 3803312"/>
                <a:gd name="connsiteX48" fmla="*/ 34724 w 6848879"/>
                <a:gd name="connsiteY48" fmla="*/ 1861782 h 3803312"/>
                <a:gd name="connsiteX0" fmla="*/ 34724 w 6848879"/>
                <a:gd name="connsiteY0" fmla="*/ 1861782 h 3805180"/>
                <a:gd name="connsiteX1" fmla="*/ 42710 w 6848879"/>
                <a:gd name="connsiteY1" fmla="*/ 1750362 h 3805180"/>
                <a:gd name="connsiteX2" fmla="*/ 130745 w 6848879"/>
                <a:gd name="connsiteY2" fmla="*/ 1750546 h 3805180"/>
                <a:gd name="connsiteX3" fmla="*/ 113830 w 6848879"/>
                <a:gd name="connsiteY3" fmla="*/ 2035104 h 3805180"/>
                <a:gd name="connsiteX4" fmla="*/ 100265 w 6848879"/>
                <a:gd name="connsiteY4" fmla="*/ 2796999 h 3805180"/>
                <a:gd name="connsiteX5" fmla="*/ 124591 w 6848879"/>
                <a:gd name="connsiteY5" fmla="*/ 3584555 h 3805180"/>
                <a:gd name="connsiteX6" fmla="*/ 586606 w 6848879"/>
                <a:gd name="connsiteY6" fmla="*/ 3573541 h 3805180"/>
                <a:gd name="connsiteX7" fmla="*/ 1087121 w 6848879"/>
                <a:gd name="connsiteY7" fmla="*/ 2846852 h 3805180"/>
                <a:gd name="connsiteX8" fmla="*/ 1905267 w 6848879"/>
                <a:gd name="connsiteY8" fmla="*/ 1955005 h 3805180"/>
                <a:gd name="connsiteX9" fmla="*/ 2541127 w 6848879"/>
                <a:gd name="connsiteY9" fmla="*/ 1341877 h 3805180"/>
                <a:gd name="connsiteX10" fmla="*/ 3386501 w 6848879"/>
                <a:gd name="connsiteY10" fmla="*/ 736610 h 3805180"/>
                <a:gd name="connsiteX11" fmla="*/ 4754625 w 6848879"/>
                <a:gd name="connsiteY11" fmla="*/ 909322 h 3805180"/>
                <a:gd name="connsiteX12" fmla="*/ 5254158 w 6848879"/>
                <a:gd name="connsiteY12" fmla="*/ 274322 h 3805180"/>
                <a:gd name="connsiteX13" fmla="*/ 5819309 w 6848879"/>
                <a:gd name="connsiteY13" fmla="*/ 172768 h 3805180"/>
                <a:gd name="connsiteX14" fmla="*/ 6248992 w 6848879"/>
                <a:gd name="connsiteY14" fmla="*/ 428302 h 3805180"/>
                <a:gd name="connsiteX15" fmla="*/ 6410214 w 6848879"/>
                <a:gd name="connsiteY15" fmla="*/ 623187 h 3805180"/>
                <a:gd name="connsiteX16" fmla="*/ 6562614 w 6848879"/>
                <a:gd name="connsiteY16" fmla="*/ 703089 h 3805180"/>
                <a:gd name="connsiteX17" fmla="*/ 6676914 w 6848879"/>
                <a:gd name="connsiteY17" fmla="*/ 674034 h 3805180"/>
                <a:gd name="connsiteX18" fmla="*/ 6706192 w 6848879"/>
                <a:gd name="connsiteY18" fmla="*/ 529995 h 3805180"/>
                <a:gd name="connsiteX19" fmla="*/ 6676915 w 6848879"/>
                <a:gd name="connsiteY19" fmla="*/ 390745 h 3805180"/>
                <a:gd name="connsiteX20" fmla="*/ 6607066 w 6848879"/>
                <a:gd name="connsiteY20" fmla="*/ 303578 h 3805180"/>
                <a:gd name="connsiteX21" fmla="*/ 6562616 w 6848879"/>
                <a:gd name="connsiteY21" fmla="*/ 194620 h 3805180"/>
                <a:gd name="connsiteX22" fmla="*/ 6543566 w 6848879"/>
                <a:gd name="connsiteY22" fmla="*/ 27550 h 3805180"/>
                <a:gd name="connsiteX23" fmla="*/ 6689615 w 6848879"/>
                <a:gd name="connsiteY23" fmla="*/ 13025 h 3805180"/>
                <a:gd name="connsiteX24" fmla="*/ 6841658 w 6848879"/>
                <a:gd name="connsiteY24" fmla="*/ 26287 h 3805180"/>
                <a:gd name="connsiteX25" fmla="*/ 6822966 w 6848879"/>
                <a:gd name="connsiteY25" fmla="*/ 252730 h 3805180"/>
                <a:gd name="connsiteX26" fmla="*/ 6778516 w 6848879"/>
                <a:gd name="connsiteY26" fmla="*/ 405271 h 3805180"/>
                <a:gd name="connsiteX27" fmla="*/ 6765815 w 6848879"/>
                <a:gd name="connsiteY27" fmla="*/ 659506 h 3805180"/>
                <a:gd name="connsiteX28" fmla="*/ 6689615 w 6848879"/>
                <a:gd name="connsiteY28" fmla="*/ 775729 h 3805180"/>
                <a:gd name="connsiteX29" fmla="*/ 6579192 w 6848879"/>
                <a:gd name="connsiteY29" fmla="*/ 797321 h 3805180"/>
                <a:gd name="connsiteX30" fmla="*/ 6365407 w 6848879"/>
                <a:gd name="connsiteY30" fmla="*/ 712560 h 3805180"/>
                <a:gd name="connsiteX31" fmla="*/ 6099065 w 6848879"/>
                <a:gd name="connsiteY31" fmla="*/ 398005 h 3805180"/>
                <a:gd name="connsiteX32" fmla="*/ 5861642 w 6848879"/>
                <a:gd name="connsiteY32" fmla="*/ 276774 h 3805180"/>
                <a:gd name="connsiteX33" fmla="*/ 5537792 w 6848879"/>
                <a:gd name="connsiteY33" fmla="*/ 257389 h 3805180"/>
                <a:gd name="connsiteX34" fmla="*/ 5355758 w 6848879"/>
                <a:gd name="connsiteY34" fmla="*/ 333589 h 3805180"/>
                <a:gd name="connsiteX35" fmla="*/ 5237225 w 6848879"/>
                <a:gd name="connsiteY35" fmla="*/ 452121 h 3805180"/>
                <a:gd name="connsiteX36" fmla="*/ 5025558 w 6848879"/>
                <a:gd name="connsiteY36" fmla="*/ 833121 h 3805180"/>
                <a:gd name="connsiteX37" fmla="*/ 4847758 w 6848879"/>
                <a:gd name="connsiteY37" fmla="*/ 985522 h 3805180"/>
                <a:gd name="connsiteX38" fmla="*/ 4435566 w 6848879"/>
                <a:gd name="connsiteY38" fmla="*/ 1018010 h 3805180"/>
                <a:gd name="connsiteX39" fmla="*/ 3766744 w 6848879"/>
                <a:gd name="connsiteY39" fmla="*/ 857442 h 3805180"/>
                <a:gd name="connsiteX40" fmla="*/ 3377933 w 6848879"/>
                <a:gd name="connsiteY40" fmla="*/ 831937 h 3805180"/>
                <a:gd name="connsiteX41" fmla="*/ 2709526 w 6848879"/>
                <a:gd name="connsiteY41" fmla="*/ 1324293 h 3805180"/>
                <a:gd name="connsiteX42" fmla="*/ 2031121 w 6848879"/>
                <a:gd name="connsiteY42" fmla="*/ 1975179 h 3805180"/>
                <a:gd name="connsiteX43" fmla="*/ 1284049 w 6848879"/>
                <a:gd name="connsiteY43" fmla="*/ 2775352 h 3805180"/>
                <a:gd name="connsiteX44" fmla="*/ 589160 w 6848879"/>
                <a:gd name="connsiteY44" fmla="*/ 3703108 h 3805180"/>
                <a:gd name="connsiteX45" fmla="*/ 68055 w 6848879"/>
                <a:gd name="connsiteY45" fmla="*/ 3704358 h 3805180"/>
                <a:gd name="connsiteX46" fmla="*/ 0 w 6848879"/>
                <a:gd name="connsiteY46" fmla="*/ 3204689 h 3805180"/>
                <a:gd name="connsiteX47" fmla="*/ 13514 w 6848879"/>
                <a:gd name="connsiteY47" fmla="*/ 2344412 h 3805180"/>
                <a:gd name="connsiteX48" fmla="*/ 34724 w 6848879"/>
                <a:gd name="connsiteY48" fmla="*/ 1861782 h 3805180"/>
                <a:gd name="connsiteX0" fmla="*/ 34724 w 6848879"/>
                <a:gd name="connsiteY0" fmla="*/ 1861782 h 3805180"/>
                <a:gd name="connsiteX1" fmla="*/ 42710 w 6848879"/>
                <a:gd name="connsiteY1" fmla="*/ 1750362 h 3805180"/>
                <a:gd name="connsiteX2" fmla="*/ 130745 w 6848879"/>
                <a:gd name="connsiteY2" fmla="*/ 1750546 h 3805180"/>
                <a:gd name="connsiteX3" fmla="*/ 113830 w 6848879"/>
                <a:gd name="connsiteY3" fmla="*/ 2035104 h 3805180"/>
                <a:gd name="connsiteX4" fmla="*/ 100265 w 6848879"/>
                <a:gd name="connsiteY4" fmla="*/ 2796999 h 3805180"/>
                <a:gd name="connsiteX5" fmla="*/ 124591 w 6848879"/>
                <a:gd name="connsiteY5" fmla="*/ 3584555 h 3805180"/>
                <a:gd name="connsiteX6" fmla="*/ 586606 w 6848879"/>
                <a:gd name="connsiteY6" fmla="*/ 3573541 h 3805180"/>
                <a:gd name="connsiteX7" fmla="*/ 1087121 w 6848879"/>
                <a:gd name="connsiteY7" fmla="*/ 2846852 h 3805180"/>
                <a:gd name="connsiteX8" fmla="*/ 1905267 w 6848879"/>
                <a:gd name="connsiteY8" fmla="*/ 1955005 h 3805180"/>
                <a:gd name="connsiteX9" fmla="*/ 2541127 w 6848879"/>
                <a:gd name="connsiteY9" fmla="*/ 1341877 h 3805180"/>
                <a:gd name="connsiteX10" fmla="*/ 3386501 w 6848879"/>
                <a:gd name="connsiteY10" fmla="*/ 736610 h 3805180"/>
                <a:gd name="connsiteX11" fmla="*/ 4754625 w 6848879"/>
                <a:gd name="connsiteY11" fmla="*/ 909322 h 3805180"/>
                <a:gd name="connsiteX12" fmla="*/ 5254158 w 6848879"/>
                <a:gd name="connsiteY12" fmla="*/ 274322 h 3805180"/>
                <a:gd name="connsiteX13" fmla="*/ 5819309 w 6848879"/>
                <a:gd name="connsiteY13" fmla="*/ 172768 h 3805180"/>
                <a:gd name="connsiteX14" fmla="*/ 6248992 w 6848879"/>
                <a:gd name="connsiteY14" fmla="*/ 428302 h 3805180"/>
                <a:gd name="connsiteX15" fmla="*/ 6410214 w 6848879"/>
                <a:gd name="connsiteY15" fmla="*/ 623187 h 3805180"/>
                <a:gd name="connsiteX16" fmla="*/ 6562614 w 6848879"/>
                <a:gd name="connsiteY16" fmla="*/ 703089 h 3805180"/>
                <a:gd name="connsiteX17" fmla="*/ 6676914 w 6848879"/>
                <a:gd name="connsiteY17" fmla="*/ 674034 h 3805180"/>
                <a:gd name="connsiteX18" fmla="*/ 6706192 w 6848879"/>
                <a:gd name="connsiteY18" fmla="*/ 529995 h 3805180"/>
                <a:gd name="connsiteX19" fmla="*/ 6676915 w 6848879"/>
                <a:gd name="connsiteY19" fmla="*/ 390745 h 3805180"/>
                <a:gd name="connsiteX20" fmla="*/ 6607066 w 6848879"/>
                <a:gd name="connsiteY20" fmla="*/ 303578 h 3805180"/>
                <a:gd name="connsiteX21" fmla="*/ 6562616 w 6848879"/>
                <a:gd name="connsiteY21" fmla="*/ 194620 h 3805180"/>
                <a:gd name="connsiteX22" fmla="*/ 6543566 w 6848879"/>
                <a:gd name="connsiteY22" fmla="*/ 27550 h 3805180"/>
                <a:gd name="connsiteX23" fmla="*/ 6689615 w 6848879"/>
                <a:gd name="connsiteY23" fmla="*/ 13025 h 3805180"/>
                <a:gd name="connsiteX24" fmla="*/ 6841658 w 6848879"/>
                <a:gd name="connsiteY24" fmla="*/ 26287 h 3805180"/>
                <a:gd name="connsiteX25" fmla="*/ 6822966 w 6848879"/>
                <a:gd name="connsiteY25" fmla="*/ 252730 h 3805180"/>
                <a:gd name="connsiteX26" fmla="*/ 6778516 w 6848879"/>
                <a:gd name="connsiteY26" fmla="*/ 405271 h 3805180"/>
                <a:gd name="connsiteX27" fmla="*/ 6765815 w 6848879"/>
                <a:gd name="connsiteY27" fmla="*/ 659506 h 3805180"/>
                <a:gd name="connsiteX28" fmla="*/ 6689615 w 6848879"/>
                <a:gd name="connsiteY28" fmla="*/ 775729 h 3805180"/>
                <a:gd name="connsiteX29" fmla="*/ 6579192 w 6848879"/>
                <a:gd name="connsiteY29" fmla="*/ 797321 h 3805180"/>
                <a:gd name="connsiteX30" fmla="*/ 6365407 w 6848879"/>
                <a:gd name="connsiteY30" fmla="*/ 712560 h 3805180"/>
                <a:gd name="connsiteX31" fmla="*/ 6099065 w 6848879"/>
                <a:gd name="connsiteY31" fmla="*/ 398005 h 3805180"/>
                <a:gd name="connsiteX32" fmla="*/ 5861642 w 6848879"/>
                <a:gd name="connsiteY32" fmla="*/ 276774 h 3805180"/>
                <a:gd name="connsiteX33" fmla="*/ 5537792 w 6848879"/>
                <a:gd name="connsiteY33" fmla="*/ 257389 h 3805180"/>
                <a:gd name="connsiteX34" fmla="*/ 5355758 w 6848879"/>
                <a:gd name="connsiteY34" fmla="*/ 333589 h 3805180"/>
                <a:gd name="connsiteX35" fmla="*/ 5237225 w 6848879"/>
                <a:gd name="connsiteY35" fmla="*/ 452121 h 3805180"/>
                <a:gd name="connsiteX36" fmla="*/ 5025558 w 6848879"/>
                <a:gd name="connsiteY36" fmla="*/ 833121 h 3805180"/>
                <a:gd name="connsiteX37" fmla="*/ 4847758 w 6848879"/>
                <a:gd name="connsiteY37" fmla="*/ 985522 h 3805180"/>
                <a:gd name="connsiteX38" fmla="*/ 4435566 w 6848879"/>
                <a:gd name="connsiteY38" fmla="*/ 1018010 h 3805180"/>
                <a:gd name="connsiteX39" fmla="*/ 3766744 w 6848879"/>
                <a:gd name="connsiteY39" fmla="*/ 857442 h 3805180"/>
                <a:gd name="connsiteX40" fmla="*/ 3377933 w 6848879"/>
                <a:gd name="connsiteY40" fmla="*/ 831937 h 3805180"/>
                <a:gd name="connsiteX41" fmla="*/ 2709526 w 6848879"/>
                <a:gd name="connsiteY41" fmla="*/ 1324293 h 3805180"/>
                <a:gd name="connsiteX42" fmla="*/ 2031121 w 6848879"/>
                <a:gd name="connsiteY42" fmla="*/ 1975179 h 3805180"/>
                <a:gd name="connsiteX43" fmla="*/ 1284049 w 6848879"/>
                <a:gd name="connsiteY43" fmla="*/ 2775352 h 3805180"/>
                <a:gd name="connsiteX44" fmla="*/ 589160 w 6848879"/>
                <a:gd name="connsiteY44" fmla="*/ 3703108 h 3805180"/>
                <a:gd name="connsiteX45" fmla="*/ 78215 w 6848879"/>
                <a:gd name="connsiteY45" fmla="*/ 3704358 h 3805180"/>
                <a:gd name="connsiteX46" fmla="*/ 0 w 6848879"/>
                <a:gd name="connsiteY46" fmla="*/ 3204689 h 3805180"/>
                <a:gd name="connsiteX47" fmla="*/ 13514 w 6848879"/>
                <a:gd name="connsiteY47" fmla="*/ 2344412 h 3805180"/>
                <a:gd name="connsiteX48" fmla="*/ 34724 w 6848879"/>
                <a:gd name="connsiteY48" fmla="*/ 1861782 h 3805180"/>
                <a:gd name="connsiteX0" fmla="*/ 34724 w 6848879"/>
                <a:gd name="connsiteY0" fmla="*/ 1861782 h 3785003"/>
                <a:gd name="connsiteX1" fmla="*/ 42710 w 6848879"/>
                <a:gd name="connsiteY1" fmla="*/ 1750362 h 3785003"/>
                <a:gd name="connsiteX2" fmla="*/ 130745 w 6848879"/>
                <a:gd name="connsiteY2" fmla="*/ 1750546 h 3785003"/>
                <a:gd name="connsiteX3" fmla="*/ 113830 w 6848879"/>
                <a:gd name="connsiteY3" fmla="*/ 2035104 h 3785003"/>
                <a:gd name="connsiteX4" fmla="*/ 100265 w 6848879"/>
                <a:gd name="connsiteY4" fmla="*/ 2796999 h 3785003"/>
                <a:gd name="connsiteX5" fmla="*/ 124591 w 6848879"/>
                <a:gd name="connsiteY5" fmla="*/ 3584555 h 3785003"/>
                <a:gd name="connsiteX6" fmla="*/ 586606 w 6848879"/>
                <a:gd name="connsiteY6" fmla="*/ 3573541 h 3785003"/>
                <a:gd name="connsiteX7" fmla="*/ 1087121 w 6848879"/>
                <a:gd name="connsiteY7" fmla="*/ 2846852 h 3785003"/>
                <a:gd name="connsiteX8" fmla="*/ 1905267 w 6848879"/>
                <a:gd name="connsiteY8" fmla="*/ 1955005 h 3785003"/>
                <a:gd name="connsiteX9" fmla="*/ 2541127 w 6848879"/>
                <a:gd name="connsiteY9" fmla="*/ 1341877 h 3785003"/>
                <a:gd name="connsiteX10" fmla="*/ 3386501 w 6848879"/>
                <a:gd name="connsiteY10" fmla="*/ 736610 h 3785003"/>
                <a:gd name="connsiteX11" fmla="*/ 4754625 w 6848879"/>
                <a:gd name="connsiteY11" fmla="*/ 909322 h 3785003"/>
                <a:gd name="connsiteX12" fmla="*/ 5254158 w 6848879"/>
                <a:gd name="connsiteY12" fmla="*/ 274322 h 3785003"/>
                <a:gd name="connsiteX13" fmla="*/ 5819309 w 6848879"/>
                <a:gd name="connsiteY13" fmla="*/ 172768 h 3785003"/>
                <a:gd name="connsiteX14" fmla="*/ 6248992 w 6848879"/>
                <a:gd name="connsiteY14" fmla="*/ 428302 h 3785003"/>
                <a:gd name="connsiteX15" fmla="*/ 6410214 w 6848879"/>
                <a:gd name="connsiteY15" fmla="*/ 623187 h 3785003"/>
                <a:gd name="connsiteX16" fmla="*/ 6562614 w 6848879"/>
                <a:gd name="connsiteY16" fmla="*/ 703089 h 3785003"/>
                <a:gd name="connsiteX17" fmla="*/ 6676914 w 6848879"/>
                <a:gd name="connsiteY17" fmla="*/ 674034 h 3785003"/>
                <a:gd name="connsiteX18" fmla="*/ 6706192 w 6848879"/>
                <a:gd name="connsiteY18" fmla="*/ 529995 h 3785003"/>
                <a:gd name="connsiteX19" fmla="*/ 6676915 w 6848879"/>
                <a:gd name="connsiteY19" fmla="*/ 390745 h 3785003"/>
                <a:gd name="connsiteX20" fmla="*/ 6607066 w 6848879"/>
                <a:gd name="connsiteY20" fmla="*/ 303578 h 3785003"/>
                <a:gd name="connsiteX21" fmla="*/ 6562616 w 6848879"/>
                <a:gd name="connsiteY21" fmla="*/ 194620 h 3785003"/>
                <a:gd name="connsiteX22" fmla="*/ 6543566 w 6848879"/>
                <a:gd name="connsiteY22" fmla="*/ 27550 h 3785003"/>
                <a:gd name="connsiteX23" fmla="*/ 6689615 w 6848879"/>
                <a:gd name="connsiteY23" fmla="*/ 13025 h 3785003"/>
                <a:gd name="connsiteX24" fmla="*/ 6841658 w 6848879"/>
                <a:gd name="connsiteY24" fmla="*/ 26287 h 3785003"/>
                <a:gd name="connsiteX25" fmla="*/ 6822966 w 6848879"/>
                <a:gd name="connsiteY25" fmla="*/ 252730 h 3785003"/>
                <a:gd name="connsiteX26" fmla="*/ 6778516 w 6848879"/>
                <a:gd name="connsiteY26" fmla="*/ 405271 h 3785003"/>
                <a:gd name="connsiteX27" fmla="*/ 6765815 w 6848879"/>
                <a:gd name="connsiteY27" fmla="*/ 659506 h 3785003"/>
                <a:gd name="connsiteX28" fmla="*/ 6689615 w 6848879"/>
                <a:gd name="connsiteY28" fmla="*/ 775729 h 3785003"/>
                <a:gd name="connsiteX29" fmla="*/ 6579192 w 6848879"/>
                <a:gd name="connsiteY29" fmla="*/ 797321 h 3785003"/>
                <a:gd name="connsiteX30" fmla="*/ 6365407 w 6848879"/>
                <a:gd name="connsiteY30" fmla="*/ 712560 h 3785003"/>
                <a:gd name="connsiteX31" fmla="*/ 6099065 w 6848879"/>
                <a:gd name="connsiteY31" fmla="*/ 398005 h 3785003"/>
                <a:gd name="connsiteX32" fmla="*/ 5861642 w 6848879"/>
                <a:gd name="connsiteY32" fmla="*/ 276774 h 3785003"/>
                <a:gd name="connsiteX33" fmla="*/ 5537792 w 6848879"/>
                <a:gd name="connsiteY33" fmla="*/ 257389 h 3785003"/>
                <a:gd name="connsiteX34" fmla="*/ 5355758 w 6848879"/>
                <a:gd name="connsiteY34" fmla="*/ 333589 h 3785003"/>
                <a:gd name="connsiteX35" fmla="*/ 5237225 w 6848879"/>
                <a:gd name="connsiteY35" fmla="*/ 452121 h 3785003"/>
                <a:gd name="connsiteX36" fmla="*/ 5025558 w 6848879"/>
                <a:gd name="connsiteY36" fmla="*/ 833121 h 3785003"/>
                <a:gd name="connsiteX37" fmla="*/ 4847758 w 6848879"/>
                <a:gd name="connsiteY37" fmla="*/ 985522 h 3785003"/>
                <a:gd name="connsiteX38" fmla="*/ 4435566 w 6848879"/>
                <a:gd name="connsiteY38" fmla="*/ 1018010 h 3785003"/>
                <a:gd name="connsiteX39" fmla="*/ 3766744 w 6848879"/>
                <a:gd name="connsiteY39" fmla="*/ 857442 h 3785003"/>
                <a:gd name="connsiteX40" fmla="*/ 3377933 w 6848879"/>
                <a:gd name="connsiteY40" fmla="*/ 831937 h 3785003"/>
                <a:gd name="connsiteX41" fmla="*/ 2709526 w 6848879"/>
                <a:gd name="connsiteY41" fmla="*/ 1324293 h 3785003"/>
                <a:gd name="connsiteX42" fmla="*/ 2031121 w 6848879"/>
                <a:gd name="connsiteY42" fmla="*/ 1975179 h 3785003"/>
                <a:gd name="connsiteX43" fmla="*/ 1284049 w 6848879"/>
                <a:gd name="connsiteY43" fmla="*/ 2775352 h 3785003"/>
                <a:gd name="connsiteX44" fmla="*/ 599320 w 6848879"/>
                <a:gd name="connsiteY44" fmla="*/ 3662430 h 3785003"/>
                <a:gd name="connsiteX45" fmla="*/ 78215 w 6848879"/>
                <a:gd name="connsiteY45" fmla="*/ 3704358 h 3785003"/>
                <a:gd name="connsiteX46" fmla="*/ 0 w 6848879"/>
                <a:gd name="connsiteY46" fmla="*/ 3204689 h 3785003"/>
                <a:gd name="connsiteX47" fmla="*/ 13514 w 6848879"/>
                <a:gd name="connsiteY47" fmla="*/ 2344412 h 3785003"/>
                <a:gd name="connsiteX48" fmla="*/ 34724 w 6848879"/>
                <a:gd name="connsiteY48" fmla="*/ 1861782 h 3785003"/>
                <a:gd name="connsiteX0" fmla="*/ 34724 w 6848879"/>
                <a:gd name="connsiteY0" fmla="*/ 1861782 h 3795970"/>
                <a:gd name="connsiteX1" fmla="*/ 42710 w 6848879"/>
                <a:gd name="connsiteY1" fmla="*/ 1750362 h 3795970"/>
                <a:gd name="connsiteX2" fmla="*/ 130745 w 6848879"/>
                <a:gd name="connsiteY2" fmla="*/ 1750546 h 3795970"/>
                <a:gd name="connsiteX3" fmla="*/ 113830 w 6848879"/>
                <a:gd name="connsiteY3" fmla="*/ 2035104 h 3795970"/>
                <a:gd name="connsiteX4" fmla="*/ 100265 w 6848879"/>
                <a:gd name="connsiteY4" fmla="*/ 2796999 h 3795970"/>
                <a:gd name="connsiteX5" fmla="*/ 124591 w 6848879"/>
                <a:gd name="connsiteY5" fmla="*/ 3584555 h 3795970"/>
                <a:gd name="connsiteX6" fmla="*/ 586606 w 6848879"/>
                <a:gd name="connsiteY6" fmla="*/ 3573541 h 3795970"/>
                <a:gd name="connsiteX7" fmla="*/ 1087121 w 6848879"/>
                <a:gd name="connsiteY7" fmla="*/ 2846852 h 3795970"/>
                <a:gd name="connsiteX8" fmla="*/ 1905267 w 6848879"/>
                <a:gd name="connsiteY8" fmla="*/ 1955005 h 3795970"/>
                <a:gd name="connsiteX9" fmla="*/ 2541127 w 6848879"/>
                <a:gd name="connsiteY9" fmla="*/ 1341877 h 3795970"/>
                <a:gd name="connsiteX10" fmla="*/ 3386501 w 6848879"/>
                <a:gd name="connsiteY10" fmla="*/ 736610 h 3795970"/>
                <a:gd name="connsiteX11" fmla="*/ 4754625 w 6848879"/>
                <a:gd name="connsiteY11" fmla="*/ 909322 h 3795970"/>
                <a:gd name="connsiteX12" fmla="*/ 5254158 w 6848879"/>
                <a:gd name="connsiteY12" fmla="*/ 274322 h 3795970"/>
                <a:gd name="connsiteX13" fmla="*/ 5819309 w 6848879"/>
                <a:gd name="connsiteY13" fmla="*/ 172768 h 3795970"/>
                <a:gd name="connsiteX14" fmla="*/ 6248992 w 6848879"/>
                <a:gd name="connsiteY14" fmla="*/ 428302 h 3795970"/>
                <a:gd name="connsiteX15" fmla="*/ 6410214 w 6848879"/>
                <a:gd name="connsiteY15" fmla="*/ 623187 h 3795970"/>
                <a:gd name="connsiteX16" fmla="*/ 6562614 w 6848879"/>
                <a:gd name="connsiteY16" fmla="*/ 703089 h 3795970"/>
                <a:gd name="connsiteX17" fmla="*/ 6676914 w 6848879"/>
                <a:gd name="connsiteY17" fmla="*/ 674034 h 3795970"/>
                <a:gd name="connsiteX18" fmla="*/ 6706192 w 6848879"/>
                <a:gd name="connsiteY18" fmla="*/ 529995 h 3795970"/>
                <a:gd name="connsiteX19" fmla="*/ 6676915 w 6848879"/>
                <a:gd name="connsiteY19" fmla="*/ 390745 h 3795970"/>
                <a:gd name="connsiteX20" fmla="*/ 6607066 w 6848879"/>
                <a:gd name="connsiteY20" fmla="*/ 303578 h 3795970"/>
                <a:gd name="connsiteX21" fmla="*/ 6562616 w 6848879"/>
                <a:gd name="connsiteY21" fmla="*/ 194620 h 3795970"/>
                <a:gd name="connsiteX22" fmla="*/ 6543566 w 6848879"/>
                <a:gd name="connsiteY22" fmla="*/ 27550 h 3795970"/>
                <a:gd name="connsiteX23" fmla="*/ 6689615 w 6848879"/>
                <a:gd name="connsiteY23" fmla="*/ 13025 h 3795970"/>
                <a:gd name="connsiteX24" fmla="*/ 6841658 w 6848879"/>
                <a:gd name="connsiteY24" fmla="*/ 26287 h 3795970"/>
                <a:gd name="connsiteX25" fmla="*/ 6822966 w 6848879"/>
                <a:gd name="connsiteY25" fmla="*/ 252730 h 3795970"/>
                <a:gd name="connsiteX26" fmla="*/ 6778516 w 6848879"/>
                <a:gd name="connsiteY26" fmla="*/ 405271 h 3795970"/>
                <a:gd name="connsiteX27" fmla="*/ 6765815 w 6848879"/>
                <a:gd name="connsiteY27" fmla="*/ 659506 h 3795970"/>
                <a:gd name="connsiteX28" fmla="*/ 6689615 w 6848879"/>
                <a:gd name="connsiteY28" fmla="*/ 775729 h 3795970"/>
                <a:gd name="connsiteX29" fmla="*/ 6579192 w 6848879"/>
                <a:gd name="connsiteY29" fmla="*/ 797321 h 3795970"/>
                <a:gd name="connsiteX30" fmla="*/ 6365407 w 6848879"/>
                <a:gd name="connsiteY30" fmla="*/ 712560 h 3795970"/>
                <a:gd name="connsiteX31" fmla="*/ 6099065 w 6848879"/>
                <a:gd name="connsiteY31" fmla="*/ 398005 h 3795970"/>
                <a:gd name="connsiteX32" fmla="*/ 5861642 w 6848879"/>
                <a:gd name="connsiteY32" fmla="*/ 276774 h 3795970"/>
                <a:gd name="connsiteX33" fmla="*/ 5537792 w 6848879"/>
                <a:gd name="connsiteY33" fmla="*/ 257389 h 3795970"/>
                <a:gd name="connsiteX34" fmla="*/ 5355758 w 6848879"/>
                <a:gd name="connsiteY34" fmla="*/ 333589 h 3795970"/>
                <a:gd name="connsiteX35" fmla="*/ 5237225 w 6848879"/>
                <a:gd name="connsiteY35" fmla="*/ 452121 h 3795970"/>
                <a:gd name="connsiteX36" fmla="*/ 5025558 w 6848879"/>
                <a:gd name="connsiteY36" fmla="*/ 833121 h 3795970"/>
                <a:gd name="connsiteX37" fmla="*/ 4847758 w 6848879"/>
                <a:gd name="connsiteY37" fmla="*/ 985522 h 3795970"/>
                <a:gd name="connsiteX38" fmla="*/ 4435566 w 6848879"/>
                <a:gd name="connsiteY38" fmla="*/ 1018010 h 3795970"/>
                <a:gd name="connsiteX39" fmla="*/ 3766744 w 6848879"/>
                <a:gd name="connsiteY39" fmla="*/ 857442 h 3795970"/>
                <a:gd name="connsiteX40" fmla="*/ 3377933 w 6848879"/>
                <a:gd name="connsiteY40" fmla="*/ 831937 h 3795970"/>
                <a:gd name="connsiteX41" fmla="*/ 2709526 w 6848879"/>
                <a:gd name="connsiteY41" fmla="*/ 1324293 h 3795970"/>
                <a:gd name="connsiteX42" fmla="*/ 2031121 w 6848879"/>
                <a:gd name="connsiteY42" fmla="*/ 1975179 h 3795970"/>
                <a:gd name="connsiteX43" fmla="*/ 1284049 w 6848879"/>
                <a:gd name="connsiteY43" fmla="*/ 2775352 h 3795970"/>
                <a:gd name="connsiteX44" fmla="*/ 599320 w 6848879"/>
                <a:gd name="connsiteY44" fmla="*/ 3685675 h 3795970"/>
                <a:gd name="connsiteX45" fmla="*/ 78215 w 6848879"/>
                <a:gd name="connsiteY45" fmla="*/ 3704358 h 3795970"/>
                <a:gd name="connsiteX46" fmla="*/ 0 w 6848879"/>
                <a:gd name="connsiteY46" fmla="*/ 3204689 h 3795970"/>
                <a:gd name="connsiteX47" fmla="*/ 13514 w 6848879"/>
                <a:gd name="connsiteY47" fmla="*/ 2344412 h 3795970"/>
                <a:gd name="connsiteX48" fmla="*/ 34724 w 6848879"/>
                <a:gd name="connsiteY48" fmla="*/ 1861782 h 3795970"/>
                <a:gd name="connsiteX0" fmla="*/ 34724 w 6848879"/>
                <a:gd name="connsiteY0" fmla="*/ 1861782 h 3785003"/>
                <a:gd name="connsiteX1" fmla="*/ 42710 w 6848879"/>
                <a:gd name="connsiteY1" fmla="*/ 1750362 h 3785003"/>
                <a:gd name="connsiteX2" fmla="*/ 130745 w 6848879"/>
                <a:gd name="connsiteY2" fmla="*/ 1750546 h 3785003"/>
                <a:gd name="connsiteX3" fmla="*/ 113830 w 6848879"/>
                <a:gd name="connsiteY3" fmla="*/ 2035104 h 3785003"/>
                <a:gd name="connsiteX4" fmla="*/ 100265 w 6848879"/>
                <a:gd name="connsiteY4" fmla="*/ 2796999 h 3785003"/>
                <a:gd name="connsiteX5" fmla="*/ 124591 w 6848879"/>
                <a:gd name="connsiteY5" fmla="*/ 3584555 h 3785003"/>
                <a:gd name="connsiteX6" fmla="*/ 586606 w 6848879"/>
                <a:gd name="connsiteY6" fmla="*/ 3573541 h 3785003"/>
                <a:gd name="connsiteX7" fmla="*/ 1087121 w 6848879"/>
                <a:gd name="connsiteY7" fmla="*/ 2846852 h 3785003"/>
                <a:gd name="connsiteX8" fmla="*/ 1905267 w 6848879"/>
                <a:gd name="connsiteY8" fmla="*/ 1955005 h 3785003"/>
                <a:gd name="connsiteX9" fmla="*/ 2541127 w 6848879"/>
                <a:gd name="connsiteY9" fmla="*/ 1341877 h 3785003"/>
                <a:gd name="connsiteX10" fmla="*/ 3386501 w 6848879"/>
                <a:gd name="connsiteY10" fmla="*/ 736610 h 3785003"/>
                <a:gd name="connsiteX11" fmla="*/ 4754625 w 6848879"/>
                <a:gd name="connsiteY11" fmla="*/ 909322 h 3785003"/>
                <a:gd name="connsiteX12" fmla="*/ 5254158 w 6848879"/>
                <a:gd name="connsiteY12" fmla="*/ 274322 h 3785003"/>
                <a:gd name="connsiteX13" fmla="*/ 5819309 w 6848879"/>
                <a:gd name="connsiteY13" fmla="*/ 172768 h 3785003"/>
                <a:gd name="connsiteX14" fmla="*/ 6248992 w 6848879"/>
                <a:gd name="connsiteY14" fmla="*/ 428302 h 3785003"/>
                <a:gd name="connsiteX15" fmla="*/ 6410214 w 6848879"/>
                <a:gd name="connsiteY15" fmla="*/ 623187 h 3785003"/>
                <a:gd name="connsiteX16" fmla="*/ 6562614 w 6848879"/>
                <a:gd name="connsiteY16" fmla="*/ 703089 h 3785003"/>
                <a:gd name="connsiteX17" fmla="*/ 6676914 w 6848879"/>
                <a:gd name="connsiteY17" fmla="*/ 674034 h 3785003"/>
                <a:gd name="connsiteX18" fmla="*/ 6706192 w 6848879"/>
                <a:gd name="connsiteY18" fmla="*/ 529995 h 3785003"/>
                <a:gd name="connsiteX19" fmla="*/ 6676915 w 6848879"/>
                <a:gd name="connsiteY19" fmla="*/ 390745 h 3785003"/>
                <a:gd name="connsiteX20" fmla="*/ 6607066 w 6848879"/>
                <a:gd name="connsiteY20" fmla="*/ 303578 h 3785003"/>
                <a:gd name="connsiteX21" fmla="*/ 6562616 w 6848879"/>
                <a:gd name="connsiteY21" fmla="*/ 194620 h 3785003"/>
                <a:gd name="connsiteX22" fmla="*/ 6543566 w 6848879"/>
                <a:gd name="connsiteY22" fmla="*/ 27550 h 3785003"/>
                <a:gd name="connsiteX23" fmla="*/ 6689615 w 6848879"/>
                <a:gd name="connsiteY23" fmla="*/ 13025 h 3785003"/>
                <a:gd name="connsiteX24" fmla="*/ 6841658 w 6848879"/>
                <a:gd name="connsiteY24" fmla="*/ 26287 h 3785003"/>
                <a:gd name="connsiteX25" fmla="*/ 6822966 w 6848879"/>
                <a:gd name="connsiteY25" fmla="*/ 252730 h 3785003"/>
                <a:gd name="connsiteX26" fmla="*/ 6778516 w 6848879"/>
                <a:gd name="connsiteY26" fmla="*/ 405271 h 3785003"/>
                <a:gd name="connsiteX27" fmla="*/ 6765815 w 6848879"/>
                <a:gd name="connsiteY27" fmla="*/ 659506 h 3785003"/>
                <a:gd name="connsiteX28" fmla="*/ 6689615 w 6848879"/>
                <a:gd name="connsiteY28" fmla="*/ 775729 h 3785003"/>
                <a:gd name="connsiteX29" fmla="*/ 6579192 w 6848879"/>
                <a:gd name="connsiteY29" fmla="*/ 797321 h 3785003"/>
                <a:gd name="connsiteX30" fmla="*/ 6365407 w 6848879"/>
                <a:gd name="connsiteY30" fmla="*/ 712560 h 3785003"/>
                <a:gd name="connsiteX31" fmla="*/ 6099065 w 6848879"/>
                <a:gd name="connsiteY31" fmla="*/ 398005 h 3785003"/>
                <a:gd name="connsiteX32" fmla="*/ 5861642 w 6848879"/>
                <a:gd name="connsiteY32" fmla="*/ 276774 h 3785003"/>
                <a:gd name="connsiteX33" fmla="*/ 5537792 w 6848879"/>
                <a:gd name="connsiteY33" fmla="*/ 257389 h 3785003"/>
                <a:gd name="connsiteX34" fmla="*/ 5355758 w 6848879"/>
                <a:gd name="connsiteY34" fmla="*/ 333589 h 3785003"/>
                <a:gd name="connsiteX35" fmla="*/ 5237225 w 6848879"/>
                <a:gd name="connsiteY35" fmla="*/ 452121 h 3785003"/>
                <a:gd name="connsiteX36" fmla="*/ 5025558 w 6848879"/>
                <a:gd name="connsiteY36" fmla="*/ 833121 h 3785003"/>
                <a:gd name="connsiteX37" fmla="*/ 4847758 w 6848879"/>
                <a:gd name="connsiteY37" fmla="*/ 985522 h 3785003"/>
                <a:gd name="connsiteX38" fmla="*/ 4435566 w 6848879"/>
                <a:gd name="connsiteY38" fmla="*/ 1018010 h 3785003"/>
                <a:gd name="connsiteX39" fmla="*/ 3766744 w 6848879"/>
                <a:gd name="connsiteY39" fmla="*/ 857442 h 3785003"/>
                <a:gd name="connsiteX40" fmla="*/ 3377933 w 6848879"/>
                <a:gd name="connsiteY40" fmla="*/ 831937 h 3785003"/>
                <a:gd name="connsiteX41" fmla="*/ 2709526 w 6848879"/>
                <a:gd name="connsiteY41" fmla="*/ 1324293 h 3785003"/>
                <a:gd name="connsiteX42" fmla="*/ 2031121 w 6848879"/>
                <a:gd name="connsiteY42" fmla="*/ 1975179 h 3785003"/>
                <a:gd name="connsiteX43" fmla="*/ 1284049 w 6848879"/>
                <a:gd name="connsiteY43" fmla="*/ 2775352 h 3785003"/>
                <a:gd name="connsiteX44" fmla="*/ 604400 w 6848879"/>
                <a:gd name="connsiteY44" fmla="*/ 3662431 h 3785003"/>
                <a:gd name="connsiteX45" fmla="*/ 78215 w 6848879"/>
                <a:gd name="connsiteY45" fmla="*/ 3704358 h 3785003"/>
                <a:gd name="connsiteX46" fmla="*/ 0 w 6848879"/>
                <a:gd name="connsiteY46" fmla="*/ 3204689 h 3785003"/>
                <a:gd name="connsiteX47" fmla="*/ 13514 w 6848879"/>
                <a:gd name="connsiteY47" fmla="*/ 2344412 h 3785003"/>
                <a:gd name="connsiteX48" fmla="*/ 34724 w 6848879"/>
                <a:gd name="connsiteY48" fmla="*/ 1861782 h 3785003"/>
                <a:gd name="connsiteX0" fmla="*/ 34724 w 6848879"/>
                <a:gd name="connsiteY0" fmla="*/ 1861782 h 3785003"/>
                <a:gd name="connsiteX1" fmla="*/ 42710 w 6848879"/>
                <a:gd name="connsiteY1" fmla="*/ 1750362 h 3785003"/>
                <a:gd name="connsiteX2" fmla="*/ 130745 w 6848879"/>
                <a:gd name="connsiteY2" fmla="*/ 1750546 h 3785003"/>
                <a:gd name="connsiteX3" fmla="*/ 113830 w 6848879"/>
                <a:gd name="connsiteY3" fmla="*/ 2035104 h 3785003"/>
                <a:gd name="connsiteX4" fmla="*/ 100265 w 6848879"/>
                <a:gd name="connsiteY4" fmla="*/ 2796999 h 3785003"/>
                <a:gd name="connsiteX5" fmla="*/ 124591 w 6848879"/>
                <a:gd name="connsiteY5" fmla="*/ 3584555 h 3785003"/>
                <a:gd name="connsiteX6" fmla="*/ 576446 w 6848879"/>
                <a:gd name="connsiteY6" fmla="*/ 3567731 h 3785003"/>
                <a:gd name="connsiteX7" fmla="*/ 1087121 w 6848879"/>
                <a:gd name="connsiteY7" fmla="*/ 2846852 h 3785003"/>
                <a:gd name="connsiteX8" fmla="*/ 1905267 w 6848879"/>
                <a:gd name="connsiteY8" fmla="*/ 1955005 h 3785003"/>
                <a:gd name="connsiteX9" fmla="*/ 2541127 w 6848879"/>
                <a:gd name="connsiteY9" fmla="*/ 1341877 h 3785003"/>
                <a:gd name="connsiteX10" fmla="*/ 3386501 w 6848879"/>
                <a:gd name="connsiteY10" fmla="*/ 736610 h 3785003"/>
                <a:gd name="connsiteX11" fmla="*/ 4754625 w 6848879"/>
                <a:gd name="connsiteY11" fmla="*/ 909322 h 3785003"/>
                <a:gd name="connsiteX12" fmla="*/ 5254158 w 6848879"/>
                <a:gd name="connsiteY12" fmla="*/ 274322 h 3785003"/>
                <a:gd name="connsiteX13" fmla="*/ 5819309 w 6848879"/>
                <a:gd name="connsiteY13" fmla="*/ 172768 h 3785003"/>
                <a:gd name="connsiteX14" fmla="*/ 6248992 w 6848879"/>
                <a:gd name="connsiteY14" fmla="*/ 428302 h 3785003"/>
                <a:gd name="connsiteX15" fmla="*/ 6410214 w 6848879"/>
                <a:gd name="connsiteY15" fmla="*/ 623187 h 3785003"/>
                <a:gd name="connsiteX16" fmla="*/ 6562614 w 6848879"/>
                <a:gd name="connsiteY16" fmla="*/ 703089 h 3785003"/>
                <a:gd name="connsiteX17" fmla="*/ 6676914 w 6848879"/>
                <a:gd name="connsiteY17" fmla="*/ 674034 h 3785003"/>
                <a:gd name="connsiteX18" fmla="*/ 6706192 w 6848879"/>
                <a:gd name="connsiteY18" fmla="*/ 529995 h 3785003"/>
                <a:gd name="connsiteX19" fmla="*/ 6676915 w 6848879"/>
                <a:gd name="connsiteY19" fmla="*/ 390745 h 3785003"/>
                <a:gd name="connsiteX20" fmla="*/ 6607066 w 6848879"/>
                <a:gd name="connsiteY20" fmla="*/ 303578 h 3785003"/>
                <a:gd name="connsiteX21" fmla="*/ 6562616 w 6848879"/>
                <a:gd name="connsiteY21" fmla="*/ 194620 h 3785003"/>
                <a:gd name="connsiteX22" fmla="*/ 6543566 w 6848879"/>
                <a:gd name="connsiteY22" fmla="*/ 27550 h 3785003"/>
                <a:gd name="connsiteX23" fmla="*/ 6689615 w 6848879"/>
                <a:gd name="connsiteY23" fmla="*/ 13025 h 3785003"/>
                <a:gd name="connsiteX24" fmla="*/ 6841658 w 6848879"/>
                <a:gd name="connsiteY24" fmla="*/ 26287 h 3785003"/>
                <a:gd name="connsiteX25" fmla="*/ 6822966 w 6848879"/>
                <a:gd name="connsiteY25" fmla="*/ 252730 h 3785003"/>
                <a:gd name="connsiteX26" fmla="*/ 6778516 w 6848879"/>
                <a:gd name="connsiteY26" fmla="*/ 405271 h 3785003"/>
                <a:gd name="connsiteX27" fmla="*/ 6765815 w 6848879"/>
                <a:gd name="connsiteY27" fmla="*/ 659506 h 3785003"/>
                <a:gd name="connsiteX28" fmla="*/ 6689615 w 6848879"/>
                <a:gd name="connsiteY28" fmla="*/ 775729 h 3785003"/>
                <a:gd name="connsiteX29" fmla="*/ 6579192 w 6848879"/>
                <a:gd name="connsiteY29" fmla="*/ 797321 h 3785003"/>
                <a:gd name="connsiteX30" fmla="*/ 6365407 w 6848879"/>
                <a:gd name="connsiteY30" fmla="*/ 712560 h 3785003"/>
                <a:gd name="connsiteX31" fmla="*/ 6099065 w 6848879"/>
                <a:gd name="connsiteY31" fmla="*/ 398005 h 3785003"/>
                <a:gd name="connsiteX32" fmla="*/ 5861642 w 6848879"/>
                <a:gd name="connsiteY32" fmla="*/ 276774 h 3785003"/>
                <a:gd name="connsiteX33" fmla="*/ 5537792 w 6848879"/>
                <a:gd name="connsiteY33" fmla="*/ 257389 h 3785003"/>
                <a:gd name="connsiteX34" fmla="*/ 5355758 w 6848879"/>
                <a:gd name="connsiteY34" fmla="*/ 333589 h 3785003"/>
                <a:gd name="connsiteX35" fmla="*/ 5237225 w 6848879"/>
                <a:gd name="connsiteY35" fmla="*/ 452121 h 3785003"/>
                <a:gd name="connsiteX36" fmla="*/ 5025558 w 6848879"/>
                <a:gd name="connsiteY36" fmla="*/ 833121 h 3785003"/>
                <a:gd name="connsiteX37" fmla="*/ 4847758 w 6848879"/>
                <a:gd name="connsiteY37" fmla="*/ 985522 h 3785003"/>
                <a:gd name="connsiteX38" fmla="*/ 4435566 w 6848879"/>
                <a:gd name="connsiteY38" fmla="*/ 1018010 h 3785003"/>
                <a:gd name="connsiteX39" fmla="*/ 3766744 w 6848879"/>
                <a:gd name="connsiteY39" fmla="*/ 857442 h 3785003"/>
                <a:gd name="connsiteX40" fmla="*/ 3377933 w 6848879"/>
                <a:gd name="connsiteY40" fmla="*/ 831937 h 3785003"/>
                <a:gd name="connsiteX41" fmla="*/ 2709526 w 6848879"/>
                <a:gd name="connsiteY41" fmla="*/ 1324293 h 3785003"/>
                <a:gd name="connsiteX42" fmla="*/ 2031121 w 6848879"/>
                <a:gd name="connsiteY42" fmla="*/ 1975179 h 3785003"/>
                <a:gd name="connsiteX43" fmla="*/ 1284049 w 6848879"/>
                <a:gd name="connsiteY43" fmla="*/ 2775352 h 3785003"/>
                <a:gd name="connsiteX44" fmla="*/ 604400 w 6848879"/>
                <a:gd name="connsiteY44" fmla="*/ 3662431 h 3785003"/>
                <a:gd name="connsiteX45" fmla="*/ 78215 w 6848879"/>
                <a:gd name="connsiteY45" fmla="*/ 3704358 h 3785003"/>
                <a:gd name="connsiteX46" fmla="*/ 0 w 6848879"/>
                <a:gd name="connsiteY46" fmla="*/ 3204689 h 3785003"/>
                <a:gd name="connsiteX47" fmla="*/ 13514 w 6848879"/>
                <a:gd name="connsiteY47" fmla="*/ 2344412 h 3785003"/>
                <a:gd name="connsiteX48" fmla="*/ 34724 w 6848879"/>
                <a:gd name="connsiteY48" fmla="*/ 1861782 h 3785003"/>
                <a:gd name="connsiteX0" fmla="*/ 34724 w 6848879"/>
                <a:gd name="connsiteY0" fmla="*/ 1861782 h 3785003"/>
                <a:gd name="connsiteX1" fmla="*/ 42710 w 6848879"/>
                <a:gd name="connsiteY1" fmla="*/ 1750362 h 3785003"/>
                <a:gd name="connsiteX2" fmla="*/ 130745 w 6848879"/>
                <a:gd name="connsiteY2" fmla="*/ 1750546 h 3785003"/>
                <a:gd name="connsiteX3" fmla="*/ 113830 w 6848879"/>
                <a:gd name="connsiteY3" fmla="*/ 2035104 h 3785003"/>
                <a:gd name="connsiteX4" fmla="*/ 100265 w 6848879"/>
                <a:gd name="connsiteY4" fmla="*/ 2796999 h 3785003"/>
                <a:gd name="connsiteX5" fmla="*/ 124591 w 6848879"/>
                <a:gd name="connsiteY5" fmla="*/ 3584555 h 3785003"/>
                <a:gd name="connsiteX6" fmla="*/ 576446 w 6848879"/>
                <a:gd name="connsiteY6" fmla="*/ 3567731 h 3785003"/>
                <a:gd name="connsiteX7" fmla="*/ 1087121 w 6848879"/>
                <a:gd name="connsiteY7" fmla="*/ 2846852 h 3785003"/>
                <a:gd name="connsiteX8" fmla="*/ 1905267 w 6848879"/>
                <a:gd name="connsiteY8" fmla="*/ 1955005 h 3785003"/>
                <a:gd name="connsiteX9" fmla="*/ 2541127 w 6848879"/>
                <a:gd name="connsiteY9" fmla="*/ 1341877 h 3785003"/>
                <a:gd name="connsiteX10" fmla="*/ 3386501 w 6848879"/>
                <a:gd name="connsiteY10" fmla="*/ 736610 h 3785003"/>
                <a:gd name="connsiteX11" fmla="*/ 4754625 w 6848879"/>
                <a:gd name="connsiteY11" fmla="*/ 909322 h 3785003"/>
                <a:gd name="connsiteX12" fmla="*/ 5254158 w 6848879"/>
                <a:gd name="connsiteY12" fmla="*/ 274322 h 3785003"/>
                <a:gd name="connsiteX13" fmla="*/ 5819309 w 6848879"/>
                <a:gd name="connsiteY13" fmla="*/ 172768 h 3785003"/>
                <a:gd name="connsiteX14" fmla="*/ 6248992 w 6848879"/>
                <a:gd name="connsiteY14" fmla="*/ 428302 h 3785003"/>
                <a:gd name="connsiteX15" fmla="*/ 6410214 w 6848879"/>
                <a:gd name="connsiteY15" fmla="*/ 623187 h 3785003"/>
                <a:gd name="connsiteX16" fmla="*/ 6562614 w 6848879"/>
                <a:gd name="connsiteY16" fmla="*/ 703089 h 3785003"/>
                <a:gd name="connsiteX17" fmla="*/ 6676914 w 6848879"/>
                <a:gd name="connsiteY17" fmla="*/ 674034 h 3785003"/>
                <a:gd name="connsiteX18" fmla="*/ 6706192 w 6848879"/>
                <a:gd name="connsiteY18" fmla="*/ 529995 h 3785003"/>
                <a:gd name="connsiteX19" fmla="*/ 6676915 w 6848879"/>
                <a:gd name="connsiteY19" fmla="*/ 390745 h 3785003"/>
                <a:gd name="connsiteX20" fmla="*/ 6607066 w 6848879"/>
                <a:gd name="connsiteY20" fmla="*/ 303578 h 3785003"/>
                <a:gd name="connsiteX21" fmla="*/ 6562616 w 6848879"/>
                <a:gd name="connsiteY21" fmla="*/ 194620 h 3785003"/>
                <a:gd name="connsiteX22" fmla="*/ 6543566 w 6848879"/>
                <a:gd name="connsiteY22" fmla="*/ 27550 h 3785003"/>
                <a:gd name="connsiteX23" fmla="*/ 6689615 w 6848879"/>
                <a:gd name="connsiteY23" fmla="*/ 13025 h 3785003"/>
                <a:gd name="connsiteX24" fmla="*/ 6841658 w 6848879"/>
                <a:gd name="connsiteY24" fmla="*/ 26287 h 3785003"/>
                <a:gd name="connsiteX25" fmla="*/ 6822966 w 6848879"/>
                <a:gd name="connsiteY25" fmla="*/ 252730 h 3785003"/>
                <a:gd name="connsiteX26" fmla="*/ 6778516 w 6848879"/>
                <a:gd name="connsiteY26" fmla="*/ 405271 h 3785003"/>
                <a:gd name="connsiteX27" fmla="*/ 6765815 w 6848879"/>
                <a:gd name="connsiteY27" fmla="*/ 659506 h 3785003"/>
                <a:gd name="connsiteX28" fmla="*/ 6689615 w 6848879"/>
                <a:gd name="connsiteY28" fmla="*/ 775729 h 3785003"/>
                <a:gd name="connsiteX29" fmla="*/ 6579192 w 6848879"/>
                <a:gd name="connsiteY29" fmla="*/ 797321 h 3785003"/>
                <a:gd name="connsiteX30" fmla="*/ 6365407 w 6848879"/>
                <a:gd name="connsiteY30" fmla="*/ 712560 h 3785003"/>
                <a:gd name="connsiteX31" fmla="*/ 6099065 w 6848879"/>
                <a:gd name="connsiteY31" fmla="*/ 398005 h 3785003"/>
                <a:gd name="connsiteX32" fmla="*/ 5861642 w 6848879"/>
                <a:gd name="connsiteY32" fmla="*/ 276774 h 3785003"/>
                <a:gd name="connsiteX33" fmla="*/ 5537792 w 6848879"/>
                <a:gd name="connsiteY33" fmla="*/ 257389 h 3785003"/>
                <a:gd name="connsiteX34" fmla="*/ 5355758 w 6848879"/>
                <a:gd name="connsiteY34" fmla="*/ 333589 h 3785003"/>
                <a:gd name="connsiteX35" fmla="*/ 5237225 w 6848879"/>
                <a:gd name="connsiteY35" fmla="*/ 452121 h 3785003"/>
                <a:gd name="connsiteX36" fmla="*/ 5025558 w 6848879"/>
                <a:gd name="connsiteY36" fmla="*/ 833121 h 3785003"/>
                <a:gd name="connsiteX37" fmla="*/ 4847758 w 6848879"/>
                <a:gd name="connsiteY37" fmla="*/ 985522 h 3785003"/>
                <a:gd name="connsiteX38" fmla="*/ 4435566 w 6848879"/>
                <a:gd name="connsiteY38" fmla="*/ 1018010 h 3785003"/>
                <a:gd name="connsiteX39" fmla="*/ 3766744 w 6848879"/>
                <a:gd name="connsiteY39" fmla="*/ 857442 h 3785003"/>
                <a:gd name="connsiteX40" fmla="*/ 3377933 w 6848879"/>
                <a:gd name="connsiteY40" fmla="*/ 831937 h 3785003"/>
                <a:gd name="connsiteX41" fmla="*/ 2709526 w 6848879"/>
                <a:gd name="connsiteY41" fmla="*/ 1324293 h 3785003"/>
                <a:gd name="connsiteX42" fmla="*/ 2031121 w 6848879"/>
                <a:gd name="connsiteY42" fmla="*/ 1975179 h 3785003"/>
                <a:gd name="connsiteX43" fmla="*/ 1284049 w 6848879"/>
                <a:gd name="connsiteY43" fmla="*/ 2775352 h 3785003"/>
                <a:gd name="connsiteX44" fmla="*/ 604400 w 6848879"/>
                <a:gd name="connsiteY44" fmla="*/ 3662431 h 3785003"/>
                <a:gd name="connsiteX45" fmla="*/ 78215 w 6848879"/>
                <a:gd name="connsiteY45" fmla="*/ 3704358 h 3785003"/>
                <a:gd name="connsiteX46" fmla="*/ 0 w 6848879"/>
                <a:gd name="connsiteY46" fmla="*/ 3204689 h 3785003"/>
                <a:gd name="connsiteX47" fmla="*/ 13514 w 6848879"/>
                <a:gd name="connsiteY47" fmla="*/ 2344412 h 3785003"/>
                <a:gd name="connsiteX48" fmla="*/ 34724 w 6848879"/>
                <a:gd name="connsiteY48" fmla="*/ 1861782 h 3785003"/>
                <a:gd name="connsiteX0" fmla="*/ 35354 w 6849509"/>
                <a:gd name="connsiteY0" fmla="*/ 1861782 h 3785003"/>
                <a:gd name="connsiteX1" fmla="*/ 43340 w 6849509"/>
                <a:gd name="connsiteY1" fmla="*/ 1750362 h 3785003"/>
                <a:gd name="connsiteX2" fmla="*/ 131375 w 6849509"/>
                <a:gd name="connsiteY2" fmla="*/ 1750546 h 3785003"/>
                <a:gd name="connsiteX3" fmla="*/ 114460 w 6849509"/>
                <a:gd name="connsiteY3" fmla="*/ 2035104 h 3785003"/>
                <a:gd name="connsiteX4" fmla="*/ 100895 w 6849509"/>
                <a:gd name="connsiteY4" fmla="*/ 2796999 h 3785003"/>
                <a:gd name="connsiteX5" fmla="*/ 125221 w 6849509"/>
                <a:gd name="connsiteY5" fmla="*/ 3584555 h 3785003"/>
                <a:gd name="connsiteX6" fmla="*/ 577076 w 6849509"/>
                <a:gd name="connsiteY6" fmla="*/ 3567731 h 3785003"/>
                <a:gd name="connsiteX7" fmla="*/ 1087751 w 6849509"/>
                <a:gd name="connsiteY7" fmla="*/ 2846852 h 3785003"/>
                <a:gd name="connsiteX8" fmla="*/ 1905897 w 6849509"/>
                <a:gd name="connsiteY8" fmla="*/ 1955005 h 3785003"/>
                <a:gd name="connsiteX9" fmla="*/ 2541757 w 6849509"/>
                <a:gd name="connsiteY9" fmla="*/ 1341877 h 3785003"/>
                <a:gd name="connsiteX10" fmla="*/ 3387131 w 6849509"/>
                <a:gd name="connsiteY10" fmla="*/ 736610 h 3785003"/>
                <a:gd name="connsiteX11" fmla="*/ 4755255 w 6849509"/>
                <a:gd name="connsiteY11" fmla="*/ 909322 h 3785003"/>
                <a:gd name="connsiteX12" fmla="*/ 5254788 w 6849509"/>
                <a:gd name="connsiteY12" fmla="*/ 274322 h 3785003"/>
                <a:gd name="connsiteX13" fmla="*/ 5819939 w 6849509"/>
                <a:gd name="connsiteY13" fmla="*/ 172768 h 3785003"/>
                <a:gd name="connsiteX14" fmla="*/ 6249622 w 6849509"/>
                <a:gd name="connsiteY14" fmla="*/ 428302 h 3785003"/>
                <a:gd name="connsiteX15" fmla="*/ 6410844 w 6849509"/>
                <a:gd name="connsiteY15" fmla="*/ 623187 h 3785003"/>
                <a:gd name="connsiteX16" fmla="*/ 6563244 w 6849509"/>
                <a:gd name="connsiteY16" fmla="*/ 703089 h 3785003"/>
                <a:gd name="connsiteX17" fmla="*/ 6677544 w 6849509"/>
                <a:gd name="connsiteY17" fmla="*/ 674034 h 3785003"/>
                <a:gd name="connsiteX18" fmla="*/ 6706822 w 6849509"/>
                <a:gd name="connsiteY18" fmla="*/ 529995 h 3785003"/>
                <a:gd name="connsiteX19" fmla="*/ 6677545 w 6849509"/>
                <a:gd name="connsiteY19" fmla="*/ 390745 h 3785003"/>
                <a:gd name="connsiteX20" fmla="*/ 6607696 w 6849509"/>
                <a:gd name="connsiteY20" fmla="*/ 303578 h 3785003"/>
                <a:gd name="connsiteX21" fmla="*/ 6563246 w 6849509"/>
                <a:gd name="connsiteY21" fmla="*/ 194620 h 3785003"/>
                <a:gd name="connsiteX22" fmla="*/ 6544196 w 6849509"/>
                <a:gd name="connsiteY22" fmla="*/ 27550 h 3785003"/>
                <a:gd name="connsiteX23" fmla="*/ 6690245 w 6849509"/>
                <a:gd name="connsiteY23" fmla="*/ 13025 h 3785003"/>
                <a:gd name="connsiteX24" fmla="*/ 6842288 w 6849509"/>
                <a:gd name="connsiteY24" fmla="*/ 26287 h 3785003"/>
                <a:gd name="connsiteX25" fmla="*/ 6823596 w 6849509"/>
                <a:gd name="connsiteY25" fmla="*/ 252730 h 3785003"/>
                <a:gd name="connsiteX26" fmla="*/ 6779146 w 6849509"/>
                <a:gd name="connsiteY26" fmla="*/ 405271 h 3785003"/>
                <a:gd name="connsiteX27" fmla="*/ 6766445 w 6849509"/>
                <a:gd name="connsiteY27" fmla="*/ 659506 h 3785003"/>
                <a:gd name="connsiteX28" fmla="*/ 6690245 w 6849509"/>
                <a:gd name="connsiteY28" fmla="*/ 775729 h 3785003"/>
                <a:gd name="connsiteX29" fmla="*/ 6579822 w 6849509"/>
                <a:gd name="connsiteY29" fmla="*/ 797321 h 3785003"/>
                <a:gd name="connsiteX30" fmla="*/ 6366037 w 6849509"/>
                <a:gd name="connsiteY30" fmla="*/ 712560 h 3785003"/>
                <a:gd name="connsiteX31" fmla="*/ 6099695 w 6849509"/>
                <a:gd name="connsiteY31" fmla="*/ 398005 h 3785003"/>
                <a:gd name="connsiteX32" fmla="*/ 5862272 w 6849509"/>
                <a:gd name="connsiteY32" fmla="*/ 276774 h 3785003"/>
                <a:gd name="connsiteX33" fmla="*/ 5538422 w 6849509"/>
                <a:gd name="connsiteY33" fmla="*/ 257389 h 3785003"/>
                <a:gd name="connsiteX34" fmla="*/ 5356388 w 6849509"/>
                <a:gd name="connsiteY34" fmla="*/ 333589 h 3785003"/>
                <a:gd name="connsiteX35" fmla="*/ 5237855 w 6849509"/>
                <a:gd name="connsiteY35" fmla="*/ 452121 h 3785003"/>
                <a:gd name="connsiteX36" fmla="*/ 5026188 w 6849509"/>
                <a:gd name="connsiteY36" fmla="*/ 833121 h 3785003"/>
                <a:gd name="connsiteX37" fmla="*/ 4848388 w 6849509"/>
                <a:gd name="connsiteY37" fmla="*/ 985522 h 3785003"/>
                <a:gd name="connsiteX38" fmla="*/ 4436196 w 6849509"/>
                <a:gd name="connsiteY38" fmla="*/ 1018010 h 3785003"/>
                <a:gd name="connsiteX39" fmla="*/ 3767374 w 6849509"/>
                <a:gd name="connsiteY39" fmla="*/ 857442 h 3785003"/>
                <a:gd name="connsiteX40" fmla="*/ 3378563 w 6849509"/>
                <a:gd name="connsiteY40" fmla="*/ 831937 h 3785003"/>
                <a:gd name="connsiteX41" fmla="*/ 2710156 w 6849509"/>
                <a:gd name="connsiteY41" fmla="*/ 1324293 h 3785003"/>
                <a:gd name="connsiteX42" fmla="*/ 2031751 w 6849509"/>
                <a:gd name="connsiteY42" fmla="*/ 1975179 h 3785003"/>
                <a:gd name="connsiteX43" fmla="*/ 1284679 w 6849509"/>
                <a:gd name="connsiteY43" fmla="*/ 2775352 h 3785003"/>
                <a:gd name="connsiteX44" fmla="*/ 605030 w 6849509"/>
                <a:gd name="connsiteY44" fmla="*/ 3662431 h 3785003"/>
                <a:gd name="connsiteX45" fmla="*/ 78845 w 6849509"/>
                <a:gd name="connsiteY45" fmla="*/ 3704358 h 3785003"/>
                <a:gd name="connsiteX46" fmla="*/ 630 w 6849509"/>
                <a:gd name="connsiteY46" fmla="*/ 3204689 h 3785003"/>
                <a:gd name="connsiteX47" fmla="*/ 14144 w 6849509"/>
                <a:gd name="connsiteY47" fmla="*/ 2344412 h 3785003"/>
                <a:gd name="connsiteX48" fmla="*/ 35354 w 6849509"/>
                <a:gd name="connsiteY48" fmla="*/ 1861782 h 3785003"/>
                <a:gd name="connsiteX0" fmla="*/ 34724 w 6848879"/>
                <a:gd name="connsiteY0" fmla="*/ 1861782 h 3785003"/>
                <a:gd name="connsiteX1" fmla="*/ 42710 w 6848879"/>
                <a:gd name="connsiteY1" fmla="*/ 1750362 h 3785003"/>
                <a:gd name="connsiteX2" fmla="*/ 130745 w 6848879"/>
                <a:gd name="connsiteY2" fmla="*/ 1750546 h 3785003"/>
                <a:gd name="connsiteX3" fmla="*/ 113830 w 6848879"/>
                <a:gd name="connsiteY3" fmla="*/ 2035104 h 3785003"/>
                <a:gd name="connsiteX4" fmla="*/ 100265 w 6848879"/>
                <a:gd name="connsiteY4" fmla="*/ 2796999 h 3785003"/>
                <a:gd name="connsiteX5" fmla="*/ 124591 w 6848879"/>
                <a:gd name="connsiteY5" fmla="*/ 3584555 h 3785003"/>
                <a:gd name="connsiteX6" fmla="*/ 576446 w 6848879"/>
                <a:gd name="connsiteY6" fmla="*/ 3567731 h 3785003"/>
                <a:gd name="connsiteX7" fmla="*/ 1087121 w 6848879"/>
                <a:gd name="connsiteY7" fmla="*/ 2846852 h 3785003"/>
                <a:gd name="connsiteX8" fmla="*/ 1905267 w 6848879"/>
                <a:gd name="connsiteY8" fmla="*/ 1955005 h 3785003"/>
                <a:gd name="connsiteX9" fmla="*/ 2541127 w 6848879"/>
                <a:gd name="connsiteY9" fmla="*/ 1341877 h 3785003"/>
                <a:gd name="connsiteX10" fmla="*/ 3386501 w 6848879"/>
                <a:gd name="connsiteY10" fmla="*/ 736610 h 3785003"/>
                <a:gd name="connsiteX11" fmla="*/ 4754625 w 6848879"/>
                <a:gd name="connsiteY11" fmla="*/ 909322 h 3785003"/>
                <a:gd name="connsiteX12" fmla="*/ 5254158 w 6848879"/>
                <a:gd name="connsiteY12" fmla="*/ 274322 h 3785003"/>
                <a:gd name="connsiteX13" fmla="*/ 5819309 w 6848879"/>
                <a:gd name="connsiteY13" fmla="*/ 172768 h 3785003"/>
                <a:gd name="connsiteX14" fmla="*/ 6248992 w 6848879"/>
                <a:gd name="connsiteY14" fmla="*/ 428302 h 3785003"/>
                <a:gd name="connsiteX15" fmla="*/ 6410214 w 6848879"/>
                <a:gd name="connsiteY15" fmla="*/ 623187 h 3785003"/>
                <a:gd name="connsiteX16" fmla="*/ 6562614 w 6848879"/>
                <a:gd name="connsiteY16" fmla="*/ 703089 h 3785003"/>
                <a:gd name="connsiteX17" fmla="*/ 6676914 w 6848879"/>
                <a:gd name="connsiteY17" fmla="*/ 674034 h 3785003"/>
                <a:gd name="connsiteX18" fmla="*/ 6706192 w 6848879"/>
                <a:gd name="connsiteY18" fmla="*/ 529995 h 3785003"/>
                <a:gd name="connsiteX19" fmla="*/ 6676915 w 6848879"/>
                <a:gd name="connsiteY19" fmla="*/ 390745 h 3785003"/>
                <a:gd name="connsiteX20" fmla="*/ 6607066 w 6848879"/>
                <a:gd name="connsiteY20" fmla="*/ 303578 h 3785003"/>
                <a:gd name="connsiteX21" fmla="*/ 6562616 w 6848879"/>
                <a:gd name="connsiteY21" fmla="*/ 194620 h 3785003"/>
                <a:gd name="connsiteX22" fmla="*/ 6543566 w 6848879"/>
                <a:gd name="connsiteY22" fmla="*/ 27550 h 3785003"/>
                <a:gd name="connsiteX23" fmla="*/ 6689615 w 6848879"/>
                <a:gd name="connsiteY23" fmla="*/ 13025 h 3785003"/>
                <a:gd name="connsiteX24" fmla="*/ 6841658 w 6848879"/>
                <a:gd name="connsiteY24" fmla="*/ 26287 h 3785003"/>
                <a:gd name="connsiteX25" fmla="*/ 6822966 w 6848879"/>
                <a:gd name="connsiteY25" fmla="*/ 252730 h 3785003"/>
                <a:gd name="connsiteX26" fmla="*/ 6778516 w 6848879"/>
                <a:gd name="connsiteY26" fmla="*/ 405271 h 3785003"/>
                <a:gd name="connsiteX27" fmla="*/ 6765815 w 6848879"/>
                <a:gd name="connsiteY27" fmla="*/ 659506 h 3785003"/>
                <a:gd name="connsiteX28" fmla="*/ 6689615 w 6848879"/>
                <a:gd name="connsiteY28" fmla="*/ 775729 h 3785003"/>
                <a:gd name="connsiteX29" fmla="*/ 6579192 w 6848879"/>
                <a:gd name="connsiteY29" fmla="*/ 797321 h 3785003"/>
                <a:gd name="connsiteX30" fmla="*/ 6365407 w 6848879"/>
                <a:gd name="connsiteY30" fmla="*/ 712560 h 3785003"/>
                <a:gd name="connsiteX31" fmla="*/ 6099065 w 6848879"/>
                <a:gd name="connsiteY31" fmla="*/ 398005 h 3785003"/>
                <a:gd name="connsiteX32" fmla="*/ 5861642 w 6848879"/>
                <a:gd name="connsiteY32" fmla="*/ 276774 h 3785003"/>
                <a:gd name="connsiteX33" fmla="*/ 5537792 w 6848879"/>
                <a:gd name="connsiteY33" fmla="*/ 257389 h 3785003"/>
                <a:gd name="connsiteX34" fmla="*/ 5355758 w 6848879"/>
                <a:gd name="connsiteY34" fmla="*/ 333589 h 3785003"/>
                <a:gd name="connsiteX35" fmla="*/ 5237225 w 6848879"/>
                <a:gd name="connsiteY35" fmla="*/ 452121 h 3785003"/>
                <a:gd name="connsiteX36" fmla="*/ 5025558 w 6848879"/>
                <a:gd name="connsiteY36" fmla="*/ 833121 h 3785003"/>
                <a:gd name="connsiteX37" fmla="*/ 4847758 w 6848879"/>
                <a:gd name="connsiteY37" fmla="*/ 985522 h 3785003"/>
                <a:gd name="connsiteX38" fmla="*/ 4435566 w 6848879"/>
                <a:gd name="connsiteY38" fmla="*/ 1018010 h 3785003"/>
                <a:gd name="connsiteX39" fmla="*/ 3766744 w 6848879"/>
                <a:gd name="connsiteY39" fmla="*/ 857442 h 3785003"/>
                <a:gd name="connsiteX40" fmla="*/ 3377933 w 6848879"/>
                <a:gd name="connsiteY40" fmla="*/ 831937 h 3785003"/>
                <a:gd name="connsiteX41" fmla="*/ 2709526 w 6848879"/>
                <a:gd name="connsiteY41" fmla="*/ 1324293 h 3785003"/>
                <a:gd name="connsiteX42" fmla="*/ 2031121 w 6848879"/>
                <a:gd name="connsiteY42" fmla="*/ 1975179 h 3785003"/>
                <a:gd name="connsiteX43" fmla="*/ 1284049 w 6848879"/>
                <a:gd name="connsiteY43" fmla="*/ 2775352 h 3785003"/>
                <a:gd name="connsiteX44" fmla="*/ 604400 w 6848879"/>
                <a:gd name="connsiteY44" fmla="*/ 3662431 h 3785003"/>
                <a:gd name="connsiteX45" fmla="*/ 78215 w 6848879"/>
                <a:gd name="connsiteY45" fmla="*/ 3704358 h 3785003"/>
                <a:gd name="connsiteX46" fmla="*/ 0 w 6848879"/>
                <a:gd name="connsiteY46" fmla="*/ 3204689 h 3785003"/>
                <a:gd name="connsiteX47" fmla="*/ 13514 w 6848879"/>
                <a:gd name="connsiteY47" fmla="*/ 2344412 h 3785003"/>
                <a:gd name="connsiteX48" fmla="*/ 34724 w 6848879"/>
                <a:gd name="connsiteY48" fmla="*/ 1861782 h 3785003"/>
                <a:gd name="connsiteX0" fmla="*/ 35174 w 6849329"/>
                <a:gd name="connsiteY0" fmla="*/ 1861782 h 3748219"/>
                <a:gd name="connsiteX1" fmla="*/ 43160 w 6849329"/>
                <a:gd name="connsiteY1" fmla="*/ 1750362 h 3748219"/>
                <a:gd name="connsiteX2" fmla="*/ 131195 w 6849329"/>
                <a:gd name="connsiteY2" fmla="*/ 1750546 h 3748219"/>
                <a:gd name="connsiteX3" fmla="*/ 114280 w 6849329"/>
                <a:gd name="connsiteY3" fmla="*/ 2035104 h 3748219"/>
                <a:gd name="connsiteX4" fmla="*/ 100715 w 6849329"/>
                <a:gd name="connsiteY4" fmla="*/ 2796999 h 3748219"/>
                <a:gd name="connsiteX5" fmla="*/ 125041 w 6849329"/>
                <a:gd name="connsiteY5" fmla="*/ 3584555 h 3748219"/>
                <a:gd name="connsiteX6" fmla="*/ 576896 w 6849329"/>
                <a:gd name="connsiteY6" fmla="*/ 3567731 h 3748219"/>
                <a:gd name="connsiteX7" fmla="*/ 1087571 w 6849329"/>
                <a:gd name="connsiteY7" fmla="*/ 2846852 h 3748219"/>
                <a:gd name="connsiteX8" fmla="*/ 1905717 w 6849329"/>
                <a:gd name="connsiteY8" fmla="*/ 1955005 h 3748219"/>
                <a:gd name="connsiteX9" fmla="*/ 2541577 w 6849329"/>
                <a:gd name="connsiteY9" fmla="*/ 1341877 h 3748219"/>
                <a:gd name="connsiteX10" fmla="*/ 3386951 w 6849329"/>
                <a:gd name="connsiteY10" fmla="*/ 736610 h 3748219"/>
                <a:gd name="connsiteX11" fmla="*/ 4755075 w 6849329"/>
                <a:gd name="connsiteY11" fmla="*/ 909322 h 3748219"/>
                <a:gd name="connsiteX12" fmla="*/ 5254608 w 6849329"/>
                <a:gd name="connsiteY12" fmla="*/ 274322 h 3748219"/>
                <a:gd name="connsiteX13" fmla="*/ 5819759 w 6849329"/>
                <a:gd name="connsiteY13" fmla="*/ 172768 h 3748219"/>
                <a:gd name="connsiteX14" fmla="*/ 6249442 w 6849329"/>
                <a:gd name="connsiteY14" fmla="*/ 428302 h 3748219"/>
                <a:gd name="connsiteX15" fmla="*/ 6410664 w 6849329"/>
                <a:gd name="connsiteY15" fmla="*/ 623187 h 3748219"/>
                <a:gd name="connsiteX16" fmla="*/ 6563064 w 6849329"/>
                <a:gd name="connsiteY16" fmla="*/ 703089 h 3748219"/>
                <a:gd name="connsiteX17" fmla="*/ 6677364 w 6849329"/>
                <a:gd name="connsiteY17" fmla="*/ 674034 h 3748219"/>
                <a:gd name="connsiteX18" fmla="*/ 6706642 w 6849329"/>
                <a:gd name="connsiteY18" fmla="*/ 529995 h 3748219"/>
                <a:gd name="connsiteX19" fmla="*/ 6677365 w 6849329"/>
                <a:gd name="connsiteY19" fmla="*/ 390745 h 3748219"/>
                <a:gd name="connsiteX20" fmla="*/ 6607516 w 6849329"/>
                <a:gd name="connsiteY20" fmla="*/ 303578 h 3748219"/>
                <a:gd name="connsiteX21" fmla="*/ 6563066 w 6849329"/>
                <a:gd name="connsiteY21" fmla="*/ 194620 h 3748219"/>
                <a:gd name="connsiteX22" fmla="*/ 6544016 w 6849329"/>
                <a:gd name="connsiteY22" fmla="*/ 27550 h 3748219"/>
                <a:gd name="connsiteX23" fmla="*/ 6690065 w 6849329"/>
                <a:gd name="connsiteY23" fmla="*/ 13025 h 3748219"/>
                <a:gd name="connsiteX24" fmla="*/ 6842108 w 6849329"/>
                <a:gd name="connsiteY24" fmla="*/ 26287 h 3748219"/>
                <a:gd name="connsiteX25" fmla="*/ 6823416 w 6849329"/>
                <a:gd name="connsiteY25" fmla="*/ 252730 h 3748219"/>
                <a:gd name="connsiteX26" fmla="*/ 6778966 w 6849329"/>
                <a:gd name="connsiteY26" fmla="*/ 405271 h 3748219"/>
                <a:gd name="connsiteX27" fmla="*/ 6766265 w 6849329"/>
                <a:gd name="connsiteY27" fmla="*/ 659506 h 3748219"/>
                <a:gd name="connsiteX28" fmla="*/ 6690065 w 6849329"/>
                <a:gd name="connsiteY28" fmla="*/ 775729 h 3748219"/>
                <a:gd name="connsiteX29" fmla="*/ 6579642 w 6849329"/>
                <a:gd name="connsiteY29" fmla="*/ 797321 h 3748219"/>
                <a:gd name="connsiteX30" fmla="*/ 6365857 w 6849329"/>
                <a:gd name="connsiteY30" fmla="*/ 712560 h 3748219"/>
                <a:gd name="connsiteX31" fmla="*/ 6099515 w 6849329"/>
                <a:gd name="connsiteY31" fmla="*/ 398005 h 3748219"/>
                <a:gd name="connsiteX32" fmla="*/ 5862092 w 6849329"/>
                <a:gd name="connsiteY32" fmla="*/ 276774 h 3748219"/>
                <a:gd name="connsiteX33" fmla="*/ 5538242 w 6849329"/>
                <a:gd name="connsiteY33" fmla="*/ 257389 h 3748219"/>
                <a:gd name="connsiteX34" fmla="*/ 5356208 w 6849329"/>
                <a:gd name="connsiteY34" fmla="*/ 333589 h 3748219"/>
                <a:gd name="connsiteX35" fmla="*/ 5237675 w 6849329"/>
                <a:gd name="connsiteY35" fmla="*/ 452121 h 3748219"/>
                <a:gd name="connsiteX36" fmla="*/ 5026008 w 6849329"/>
                <a:gd name="connsiteY36" fmla="*/ 833121 h 3748219"/>
                <a:gd name="connsiteX37" fmla="*/ 4848208 w 6849329"/>
                <a:gd name="connsiteY37" fmla="*/ 985522 h 3748219"/>
                <a:gd name="connsiteX38" fmla="*/ 4436016 w 6849329"/>
                <a:gd name="connsiteY38" fmla="*/ 1018010 h 3748219"/>
                <a:gd name="connsiteX39" fmla="*/ 3767194 w 6849329"/>
                <a:gd name="connsiteY39" fmla="*/ 857442 h 3748219"/>
                <a:gd name="connsiteX40" fmla="*/ 3378383 w 6849329"/>
                <a:gd name="connsiteY40" fmla="*/ 831937 h 3748219"/>
                <a:gd name="connsiteX41" fmla="*/ 2709976 w 6849329"/>
                <a:gd name="connsiteY41" fmla="*/ 1324293 h 3748219"/>
                <a:gd name="connsiteX42" fmla="*/ 2031571 w 6849329"/>
                <a:gd name="connsiteY42" fmla="*/ 1975179 h 3748219"/>
                <a:gd name="connsiteX43" fmla="*/ 1284499 w 6849329"/>
                <a:gd name="connsiteY43" fmla="*/ 2775352 h 3748219"/>
                <a:gd name="connsiteX44" fmla="*/ 604850 w 6849329"/>
                <a:gd name="connsiteY44" fmla="*/ 3662431 h 3748219"/>
                <a:gd name="connsiteX45" fmla="*/ 78665 w 6849329"/>
                <a:gd name="connsiteY45" fmla="*/ 3704358 h 3748219"/>
                <a:gd name="connsiteX46" fmla="*/ 7600 w 6849329"/>
                <a:gd name="connsiteY46" fmla="*/ 3615717 h 3748219"/>
                <a:gd name="connsiteX47" fmla="*/ 450 w 6849329"/>
                <a:gd name="connsiteY47" fmla="*/ 3204689 h 3748219"/>
                <a:gd name="connsiteX48" fmla="*/ 13964 w 6849329"/>
                <a:gd name="connsiteY48" fmla="*/ 2344412 h 3748219"/>
                <a:gd name="connsiteX49" fmla="*/ 35174 w 6849329"/>
                <a:gd name="connsiteY49" fmla="*/ 1861782 h 3748219"/>
                <a:gd name="connsiteX0" fmla="*/ 35174 w 6849329"/>
                <a:gd name="connsiteY0" fmla="*/ 1861782 h 3769599"/>
                <a:gd name="connsiteX1" fmla="*/ 43160 w 6849329"/>
                <a:gd name="connsiteY1" fmla="*/ 1750362 h 3769599"/>
                <a:gd name="connsiteX2" fmla="*/ 131195 w 6849329"/>
                <a:gd name="connsiteY2" fmla="*/ 1750546 h 3769599"/>
                <a:gd name="connsiteX3" fmla="*/ 114280 w 6849329"/>
                <a:gd name="connsiteY3" fmla="*/ 2035104 h 3769599"/>
                <a:gd name="connsiteX4" fmla="*/ 100715 w 6849329"/>
                <a:gd name="connsiteY4" fmla="*/ 2796999 h 3769599"/>
                <a:gd name="connsiteX5" fmla="*/ 125041 w 6849329"/>
                <a:gd name="connsiteY5" fmla="*/ 3584555 h 3769599"/>
                <a:gd name="connsiteX6" fmla="*/ 576896 w 6849329"/>
                <a:gd name="connsiteY6" fmla="*/ 3567731 h 3769599"/>
                <a:gd name="connsiteX7" fmla="*/ 1087571 w 6849329"/>
                <a:gd name="connsiteY7" fmla="*/ 2846852 h 3769599"/>
                <a:gd name="connsiteX8" fmla="*/ 1905717 w 6849329"/>
                <a:gd name="connsiteY8" fmla="*/ 1955005 h 3769599"/>
                <a:gd name="connsiteX9" fmla="*/ 2541577 w 6849329"/>
                <a:gd name="connsiteY9" fmla="*/ 1341877 h 3769599"/>
                <a:gd name="connsiteX10" fmla="*/ 3386951 w 6849329"/>
                <a:gd name="connsiteY10" fmla="*/ 736610 h 3769599"/>
                <a:gd name="connsiteX11" fmla="*/ 4755075 w 6849329"/>
                <a:gd name="connsiteY11" fmla="*/ 909322 h 3769599"/>
                <a:gd name="connsiteX12" fmla="*/ 5254608 w 6849329"/>
                <a:gd name="connsiteY12" fmla="*/ 274322 h 3769599"/>
                <a:gd name="connsiteX13" fmla="*/ 5819759 w 6849329"/>
                <a:gd name="connsiteY13" fmla="*/ 172768 h 3769599"/>
                <a:gd name="connsiteX14" fmla="*/ 6249442 w 6849329"/>
                <a:gd name="connsiteY14" fmla="*/ 428302 h 3769599"/>
                <a:gd name="connsiteX15" fmla="*/ 6410664 w 6849329"/>
                <a:gd name="connsiteY15" fmla="*/ 623187 h 3769599"/>
                <a:gd name="connsiteX16" fmla="*/ 6563064 w 6849329"/>
                <a:gd name="connsiteY16" fmla="*/ 703089 h 3769599"/>
                <a:gd name="connsiteX17" fmla="*/ 6677364 w 6849329"/>
                <a:gd name="connsiteY17" fmla="*/ 674034 h 3769599"/>
                <a:gd name="connsiteX18" fmla="*/ 6706642 w 6849329"/>
                <a:gd name="connsiteY18" fmla="*/ 529995 h 3769599"/>
                <a:gd name="connsiteX19" fmla="*/ 6677365 w 6849329"/>
                <a:gd name="connsiteY19" fmla="*/ 390745 h 3769599"/>
                <a:gd name="connsiteX20" fmla="*/ 6607516 w 6849329"/>
                <a:gd name="connsiteY20" fmla="*/ 303578 h 3769599"/>
                <a:gd name="connsiteX21" fmla="*/ 6563066 w 6849329"/>
                <a:gd name="connsiteY21" fmla="*/ 194620 h 3769599"/>
                <a:gd name="connsiteX22" fmla="*/ 6544016 w 6849329"/>
                <a:gd name="connsiteY22" fmla="*/ 27550 h 3769599"/>
                <a:gd name="connsiteX23" fmla="*/ 6690065 w 6849329"/>
                <a:gd name="connsiteY23" fmla="*/ 13025 h 3769599"/>
                <a:gd name="connsiteX24" fmla="*/ 6842108 w 6849329"/>
                <a:gd name="connsiteY24" fmla="*/ 26287 h 3769599"/>
                <a:gd name="connsiteX25" fmla="*/ 6823416 w 6849329"/>
                <a:gd name="connsiteY25" fmla="*/ 252730 h 3769599"/>
                <a:gd name="connsiteX26" fmla="*/ 6778966 w 6849329"/>
                <a:gd name="connsiteY26" fmla="*/ 405271 h 3769599"/>
                <a:gd name="connsiteX27" fmla="*/ 6766265 w 6849329"/>
                <a:gd name="connsiteY27" fmla="*/ 659506 h 3769599"/>
                <a:gd name="connsiteX28" fmla="*/ 6690065 w 6849329"/>
                <a:gd name="connsiteY28" fmla="*/ 775729 h 3769599"/>
                <a:gd name="connsiteX29" fmla="*/ 6579642 w 6849329"/>
                <a:gd name="connsiteY29" fmla="*/ 797321 h 3769599"/>
                <a:gd name="connsiteX30" fmla="*/ 6365857 w 6849329"/>
                <a:gd name="connsiteY30" fmla="*/ 712560 h 3769599"/>
                <a:gd name="connsiteX31" fmla="*/ 6099515 w 6849329"/>
                <a:gd name="connsiteY31" fmla="*/ 398005 h 3769599"/>
                <a:gd name="connsiteX32" fmla="*/ 5862092 w 6849329"/>
                <a:gd name="connsiteY32" fmla="*/ 276774 h 3769599"/>
                <a:gd name="connsiteX33" fmla="*/ 5538242 w 6849329"/>
                <a:gd name="connsiteY33" fmla="*/ 257389 h 3769599"/>
                <a:gd name="connsiteX34" fmla="*/ 5356208 w 6849329"/>
                <a:gd name="connsiteY34" fmla="*/ 333589 h 3769599"/>
                <a:gd name="connsiteX35" fmla="*/ 5237675 w 6849329"/>
                <a:gd name="connsiteY35" fmla="*/ 452121 h 3769599"/>
                <a:gd name="connsiteX36" fmla="*/ 5026008 w 6849329"/>
                <a:gd name="connsiteY36" fmla="*/ 833121 h 3769599"/>
                <a:gd name="connsiteX37" fmla="*/ 4848208 w 6849329"/>
                <a:gd name="connsiteY37" fmla="*/ 985522 h 3769599"/>
                <a:gd name="connsiteX38" fmla="*/ 4436016 w 6849329"/>
                <a:gd name="connsiteY38" fmla="*/ 1018010 h 3769599"/>
                <a:gd name="connsiteX39" fmla="*/ 3767194 w 6849329"/>
                <a:gd name="connsiteY39" fmla="*/ 857442 h 3769599"/>
                <a:gd name="connsiteX40" fmla="*/ 3378383 w 6849329"/>
                <a:gd name="connsiteY40" fmla="*/ 831937 h 3769599"/>
                <a:gd name="connsiteX41" fmla="*/ 2709976 w 6849329"/>
                <a:gd name="connsiteY41" fmla="*/ 1324293 h 3769599"/>
                <a:gd name="connsiteX42" fmla="*/ 2031571 w 6849329"/>
                <a:gd name="connsiteY42" fmla="*/ 1975179 h 3769599"/>
                <a:gd name="connsiteX43" fmla="*/ 1284499 w 6849329"/>
                <a:gd name="connsiteY43" fmla="*/ 2775352 h 3769599"/>
                <a:gd name="connsiteX44" fmla="*/ 604850 w 6849329"/>
                <a:gd name="connsiteY44" fmla="*/ 3662431 h 3769599"/>
                <a:gd name="connsiteX45" fmla="*/ 159945 w 6849329"/>
                <a:gd name="connsiteY45" fmla="*/ 3745035 h 3769599"/>
                <a:gd name="connsiteX46" fmla="*/ 7600 w 6849329"/>
                <a:gd name="connsiteY46" fmla="*/ 3615717 h 3769599"/>
                <a:gd name="connsiteX47" fmla="*/ 450 w 6849329"/>
                <a:gd name="connsiteY47" fmla="*/ 3204689 h 3769599"/>
                <a:gd name="connsiteX48" fmla="*/ 13964 w 6849329"/>
                <a:gd name="connsiteY48" fmla="*/ 2344412 h 3769599"/>
                <a:gd name="connsiteX49" fmla="*/ 35174 w 6849329"/>
                <a:gd name="connsiteY49" fmla="*/ 1861782 h 3769599"/>
                <a:gd name="connsiteX0" fmla="*/ 35174 w 6849329"/>
                <a:gd name="connsiteY0" fmla="*/ 1861782 h 3780611"/>
                <a:gd name="connsiteX1" fmla="*/ 43160 w 6849329"/>
                <a:gd name="connsiteY1" fmla="*/ 1750362 h 3780611"/>
                <a:gd name="connsiteX2" fmla="*/ 131195 w 6849329"/>
                <a:gd name="connsiteY2" fmla="*/ 1750546 h 3780611"/>
                <a:gd name="connsiteX3" fmla="*/ 114280 w 6849329"/>
                <a:gd name="connsiteY3" fmla="*/ 2035104 h 3780611"/>
                <a:gd name="connsiteX4" fmla="*/ 100715 w 6849329"/>
                <a:gd name="connsiteY4" fmla="*/ 2796999 h 3780611"/>
                <a:gd name="connsiteX5" fmla="*/ 125041 w 6849329"/>
                <a:gd name="connsiteY5" fmla="*/ 3584555 h 3780611"/>
                <a:gd name="connsiteX6" fmla="*/ 576896 w 6849329"/>
                <a:gd name="connsiteY6" fmla="*/ 3567731 h 3780611"/>
                <a:gd name="connsiteX7" fmla="*/ 1087571 w 6849329"/>
                <a:gd name="connsiteY7" fmla="*/ 2846852 h 3780611"/>
                <a:gd name="connsiteX8" fmla="*/ 1905717 w 6849329"/>
                <a:gd name="connsiteY8" fmla="*/ 1955005 h 3780611"/>
                <a:gd name="connsiteX9" fmla="*/ 2541577 w 6849329"/>
                <a:gd name="connsiteY9" fmla="*/ 1341877 h 3780611"/>
                <a:gd name="connsiteX10" fmla="*/ 3386951 w 6849329"/>
                <a:gd name="connsiteY10" fmla="*/ 736610 h 3780611"/>
                <a:gd name="connsiteX11" fmla="*/ 4755075 w 6849329"/>
                <a:gd name="connsiteY11" fmla="*/ 909322 h 3780611"/>
                <a:gd name="connsiteX12" fmla="*/ 5254608 w 6849329"/>
                <a:gd name="connsiteY12" fmla="*/ 274322 h 3780611"/>
                <a:gd name="connsiteX13" fmla="*/ 5819759 w 6849329"/>
                <a:gd name="connsiteY13" fmla="*/ 172768 h 3780611"/>
                <a:gd name="connsiteX14" fmla="*/ 6249442 w 6849329"/>
                <a:gd name="connsiteY14" fmla="*/ 428302 h 3780611"/>
                <a:gd name="connsiteX15" fmla="*/ 6410664 w 6849329"/>
                <a:gd name="connsiteY15" fmla="*/ 623187 h 3780611"/>
                <a:gd name="connsiteX16" fmla="*/ 6563064 w 6849329"/>
                <a:gd name="connsiteY16" fmla="*/ 703089 h 3780611"/>
                <a:gd name="connsiteX17" fmla="*/ 6677364 w 6849329"/>
                <a:gd name="connsiteY17" fmla="*/ 674034 h 3780611"/>
                <a:gd name="connsiteX18" fmla="*/ 6706642 w 6849329"/>
                <a:gd name="connsiteY18" fmla="*/ 529995 h 3780611"/>
                <a:gd name="connsiteX19" fmla="*/ 6677365 w 6849329"/>
                <a:gd name="connsiteY19" fmla="*/ 390745 h 3780611"/>
                <a:gd name="connsiteX20" fmla="*/ 6607516 w 6849329"/>
                <a:gd name="connsiteY20" fmla="*/ 303578 h 3780611"/>
                <a:gd name="connsiteX21" fmla="*/ 6563066 w 6849329"/>
                <a:gd name="connsiteY21" fmla="*/ 194620 h 3780611"/>
                <a:gd name="connsiteX22" fmla="*/ 6544016 w 6849329"/>
                <a:gd name="connsiteY22" fmla="*/ 27550 h 3780611"/>
                <a:gd name="connsiteX23" fmla="*/ 6690065 w 6849329"/>
                <a:gd name="connsiteY23" fmla="*/ 13025 h 3780611"/>
                <a:gd name="connsiteX24" fmla="*/ 6842108 w 6849329"/>
                <a:gd name="connsiteY24" fmla="*/ 26287 h 3780611"/>
                <a:gd name="connsiteX25" fmla="*/ 6823416 w 6849329"/>
                <a:gd name="connsiteY25" fmla="*/ 252730 h 3780611"/>
                <a:gd name="connsiteX26" fmla="*/ 6778966 w 6849329"/>
                <a:gd name="connsiteY26" fmla="*/ 405271 h 3780611"/>
                <a:gd name="connsiteX27" fmla="*/ 6766265 w 6849329"/>
                <a:gd name="connsiteY27" fmla="*/ 659506 h 3780611"/>
                <a:gd name="connsiteX28" fmla="*/ 6690065 w 6849329"/>
                <a:gd name="connsiteY28" fmla="*/ 775729 h 3780611"/>
                <a:gd name="connsiteX29" fmla="*/ 6579642 w 6849329"/>
                <a:gd name="connsiteY29" fmla="*/ 797321 h 3780611"/>
                <a:gd name="connsiteX30" fmla="*/ 6365857 w 6849329"/>
                <a:gd name="connsiteY30" fmla="*/ 712560 h 3780611"/>
                <a:gd name="connsiteX31" fmla="*/ 6099515 w 6849329"/>
                <a:gd name="connsiteY31" fmla="*/ 398005 h 3780611"/>
                <a:gd name="connsiteX32" fmla="*/ 5862092 w 6849329"/>
                <a:gd name="connsiteY32" fmla="*/ 276774 h 3780611"/>
                <a:gd name="connsiteX33" fmla="*/ 5538242 w 6849329"/>
                <a:gd name="connsiteY33" fmla="*/ 257389 h 3780611"/>
                <a:gd name="connsiteX34" fmla="*/ 5356208 w 6849329"/>
                <a:gd name="connsiteY34" fmla="*/ 333589 h 3780611"/>
                <a:gd name="connsiteX35" fmla="*/ 5237675 w 6849329"/>
                <a:gd name="connsiteY35" fmla="*/ 452121 h 3780611"/>
                <a:gd name="connsiteX36" fmla="*/ 5026008 w 6849329"/>
                <a:gd name="connsiteY36" fmla="*/ 833121 h 3780611"/>
                <a:gd name="connsiteX37" fmla="*/ 4848208 w 6849329"/>
                <a:gd name="connsiteY37" fmla="*/ 985522 h 3780611"/>
                <a:gd name="connsiteX38" fmla="*/ 4436016 w 6849329"/>
                <a:gd name="connsiteY38" fmla="*/ 1018010 h 3780611"/>
                <a:gd name="connsiteX39" fmla="*/ 3767194 w 6849329"/>
                <a:gd name="connsiteY39" fmla="*/ 857442 h 3780611"/>
                <a:gd name="connsiteX40" fmla="*/ 3378383 w 6849329"/>
                <a:gd name="connsiteY40" fmla="*/ 831937 h 3780611"/>
                <a:gd name="connsiteX41" fmla="*/ 2709976 w 6849329"/>
                <a:gd name="connsiteY41" fmla="*/ 1324293 h 3780611"/>
                <a:gd name="connsiteX42" fmla="*/ 2031571 w 6849329"/>
                <a:gd name="connsiteY42" fmla="*/ 1975179 h 3780611"/>
                <a:gd name="connsiteX43" fmla="*/ 1284499 w 6849329"/>
                <a:gd name="connsiteY43" fmla="*/ 2775352 h 3780611"/>
                <a:gd name="connsiteX44" fmla="*/ 604850 w 6849329"/>
                <a:gd name="connsiteY44" fmla="*/ 3662431 h 3780611"/>
                <a:gd name="connsiteX45" fmla="*/ 165025 w 6849329"/>
                <a:gd name="connsiteY45" fmla="*/ 3762468 h 3780611"/>
                <a:gd name="connsiteX46" fmla="*/ 7600 w 6849329"/>
                <a:gd name="connsiteY46" fmla="*/ 3615717 h 3780611"/>
                <a:gd name="connsiteX47" fmla="*/ 450 w 6849329"/>
                <a:gd name="connsiteY47" fmla="*/ 3204689 h 3780611"/>
                <a:gd name="connsiteX48" fmla="*/ 13964 w 6849329"/>
                <a:gd name="connsiteY48" fmla="*/ 2344412 h 3780611"/>
                <a:gd name="connsiteX49" fmla="*/ 35174 w 6849329"/>
                <a:gd name="connsiteY49" fmla="*/ 1861782 h 3780611"/>
                <a:gd name="connsiteX0" fmla="*/ 35174 w 6849329"/>
                <a:gd name="connsiteY0" fmla="*/ 1861782 h 3780612"/>
                <a:gd name="connsiteX1" fmla="*/ 43160 w 6849329"/>
                <a:gd name="connsiteY1" fmla="*/ 1750362 h 3780612"/>
                <a:gd name="connsiteX2" fmla="*/ 131195 w 6849329"/>
                <a:gd name="connsiteY2" fmla="*/ 1750546 h 3780612"/>
                <a:gd name="connsiteX3" fmla="*/ 114280 w 6849329"/>
                <a:gd name="connsiteY3" fmla="*/ 2035104 h 3780612"/>
                <a:gd name="connsiteX4" fmla="*/ 100715 w 6849329"/>
                <a:gd name="connsiteY4" fmla="*/ 2796999 h 3780612"/>
                <a:gd name="connsiteX5" fmla="*/ 125041 w 6849329"/>
                <a:gd name="connsiteY5" fmla="*/ 3584555 h 3780612"/>
                <a:gd name="connsiteX6" fmla="*/ 576896 w 6849329"/>
                <a:gd name="connsiteY6" fmla="*/ 3567731 h 3780612"/>
                <a:gd name="connsiteX7" fmla="*/ 1087571 w 6849329"/>
                <a:gd name="connsiteY7" fmla="*/ 2846852 h 3780612"/>
                <a:gd name="connsiteX8" fmla="*/ 1905717 w 6849329"/>
                <a:gd name="connsiteY8" fmla="*/ 1955005 h 3780612"/>
                <a:gd name="connsiteX9" fmla="*/ 2541577 w 6849329"/>
                <a:gd name="connsiteY9" fmla="*/ 1341877 h 3780612"/>
                <a:gd name="connsiteX10" fmla="*/ 3386951 w 6849329"/>
                <a:gd name="connsiteY10" fmla="*/ 736610 h 3780612"/>
                <a:gd name="connsiteX11" fmla="*/ 4755075 w 6849329"/>
                <a:gd name="connsiteY11" fmla="*/ 909322 h 3780612"/>
                <a:gd name="connsiteX12" fmla="*/ 5254608 w 6849329"/>
                <a:gd name="connsiteY12" fmla="*/ 274322 h 3780612"/>
                <a:gd name="connsiteX13" fmla="*/ 5819759 w 6849329"/>
                <a:gd name="connsiteY13" fmla="*/ 172768 h 3780612"/>
                <a:gd name="connsiteX14" fmla="*/ 6249442 w 6849329"/>
                <a:gd name="connsiteY14" fmla="*/ 428302 h 3780612"/>
                <a:gd name="connsiteX15" fmla="*/ 6410664 w 6849329"/>
                <a:gd name="connsiteY15" fmla="*/ 623187 h 3780612"/>
                <a:gd name="connsiteX16" fmla="*/ 6563064 w 6849329"/>
                <a:gd name="connsiteY16" fmla="*/ 703089 h 3780612"/>
                <a:gd name="connsiteX17" fmla="*/ 6677364 w 6849329"/>
                <a:gd name="connsiteY17" fmla="*/ 674034 h 3780612"/>
                <a:gd name="connsiteX18" fmla="*/ 6706642 w 6849329"/>
                <a:gd name="connsiteY18" fmla="*/ 529995 h 3780612"/>
                <a:gd name="connsiteX19" fmla="*/ 6677365 w 6849329"/>
                <a:gd name="connsiteY19" fmla="*/ 390745 h 3780612"/>
                <a:gd name="connsiteX20" fmla="*/ 6607516 w 6849329"/>
                <a:gd name="connsiteY20" fmla="*/ 303578 h 3780612"/>
                <a:gd name="connsiteX21" fmla="*/ 6563066 w 6849329"/>
                <a:gd name="connsiteY21" fmla="*/ 194620 h 3780612"/>
                <a:gd name="connsiteX22" fmla="*/ 6544016 w 6849329"/>
                <a:gd name="connsiteY22" fmla="*/ 27550 h 3780612"/>
                <a:gd name="connsiteX23" fmla="*/ 6690065 w 6849329"/>
                <a:gd name="connsiteY23" fmla="*/ 13025 h 3780612"/>
                <a:gd name="connsiteX24" fmla="*/ 6842108 w 6849329"/>
                <a:gd name="connsiteY24" fmla="*/ 26287 h 3780612"/>
                <a:gd name="connsiteX25" fmla="*/ 6823416 w 6849329"/>
                <a:gd name="connsiteY25" fmla="*/ 252730 h 3780612"/>
                <a:gd name="connsiteX26" fmla="*/ 6778966 w 6849329"/>
                <a:gd name="connsiteY26" fmla="*/ 405271 h 3780612"/>
                <a:gd name="connsiteX27" fmla="*/ 6766265 w 6849329"/>
                <a:gd name="connsiteY27" fmla="*/ 659506 h 3780612"/>
                <a:gd name="connsiteX28" fmla="*/ 6690065 w 6849329"/>
                <a:gd name="connsiteY28" fmla="*/ 775729 h 3780612"/>
                <a:gd name="connsiteX29" fmla="*/ 6579642 w 6849329"/>
                <a:gd name="connsiteY29" fmla="*/ 797321 h 3780612"/>
                <a:gd name="connsiteX30" fmla="*/ 6365857 w 6849329"/>
                <a:gd name="connsiteY30" fmla="*/ 712560 h 3780612"/>
                <a:gd name="connsiteX31" fmla="*/ 6099515 w 6849329"/>
                <a:gd name="connsiteY31" fmla="*/ 398005 h 3780612"/>
                <a:gd name="connsiteX32" fmla="*/ 5862092 w 6849329"/>
                <a:gd name="connsiteY32" fmla="*/ 276774 h 3780612"/>
                <a:gd name="connsiteX33" fmla="*/ 5538242 w 6849329"/>
                <a:gd name="connsiteY33" fmla="*/ 257389 h 3780612"/>
                <a:gd name="connsiteX34" fmla="*/ 5356208 w 6849329"/>
                <a:gd name="connsiteY34" fmla="*/ 333589 h 3780612"/>
                <a:gd name="connsiteX35" fmla="*/ 5237675 w 6849329"/>
                <a:gd name="connsiteY35" fmla="*/ 452121 h 3780612"/>
                <a:gd name="connsiteX36" fmla="*/ 5026008 w 6849329"/>
                <a:gd name="connsiteY36" fmla="*/ 833121 h 3780612"/>
                <a:gd name="connsiteX37" fmla="*/ 4848208 w 6849329"/>
                <a:gd name="connsiteY37" fmla="*/ 985522 h 3780612"/>
                <a:gd name="connsiteX38" fmla="*/ 4436016 w 6849329"/>
                <a:gd name="connsiteY38" fmla="*/ 1018010 h 3780612"/>
                <a:gd name="connsiteX39" fmla="*/ 3767194 w 6849329"/>
                <a:gd name="connsiteY39" fmla="*/ 857442 h 3780612"/>
                <a:gd name="connsiteX40" fmla="*/ 3378383 w 6849329"/>
                <a:gd name="connsiteY40" fmla="*/ 831937 h 3780612"/>
                <a:gd name="connsiteX41" fmla="*/ 2709976 w 6849329"/>
                <a:gd name="connsiteY41" fmla="*/ 1324293 h 3780612"/>
                <a:gd name="connsiteX42" fmla="*/ 2031571 w 6849329"/>
                <a:gd name="connsiteY42" fmla="*/ 1975179 h 3780612"/>
                <a:gd name="connsiteX43" fmla="*/ 1284499 w 6849329"/>
                <a:gd name="connsiteY43" fmla="*/ 2775352 h 3780612"/>
                <a:gd name="connsiteX44" fmla="*/ 604850 w 6849329"/>
                <a:gd name="connsiteY44" fmla="*/ 3662431 h 3780612"/>
                <a:gd name="connsiteX45" fmla="*/ 165025 w 6849329"/>
                <a:gd name="connsiteY45" fmla="*/ 3762468 h 3780612"/>
                <a:gd name="connsiteX46" fmla="*/ 7600 w 6849329"/>
                <a:gd name="connsiteY46" fmla="*/ 3615717 h 3780612"/>
                <a:gd name="connsiteX47" fmla="*/ 450 w 6849329"/>
                <a:gd name="connsiteY47" fmla="*/ 3204689 h 3780612"/>
                <a:gd name="connsiteX48" fmla="*/ 13964 w 6849329"/>
                <a:gd name="connsiteY48" fmla="*/ 2344412 h 3780612"/>
                <a:gd name="connsiteX49" fmla="*/ 35174 w 6849329"/>
                <a:gd name="connsiteY49" fmla="*/ 1861782 h 3780612"/>
                <a:gd name="connsiteX0" fmla="*/ 35174 w 6849329"/>
                <a:gd name="connsiteY0" fmla="*/ 1861782 h 3797239"/>
                <a:gd name="connsiteX1" fmla="*/ 43160 w 6849329"/>
                <a:gd name="connsiteY1" fmla="*/ 1750362 h 3797239"/>
                <a:gd name="connsiteX2" fmla="*/ 131195 w 6849329"/>
                <a:gd name="connsiteY2" fmla="*/ 1750546 h 3797239"/>
                <a:gd name="connsiteX3" fmla="*/ 114280 w 6849329"/>
                <a:gd name="connsiteY3" fmla="*/ 2035104 h 3797239"/>
                <a:gd name="connsiteX4" fmla="*/ 100715 w 6849329"/>
                <a:gd name="connsiteY4" fmla="*/ 2796999 h 3797239"/>
                <a:gd name="connsiteX5" fmla="*/ 125041 w 6849329"/>
                <a:gd name="connsiteY5" fmla="*/ 3584555 h 3797239"/>
                <a:gd name="connsiteX6" fmla="*/ 576896 w 6849329"/>
                <a:gd name="connsiteY6" fmla="*/ 3567731 h 3797239"/>
                <a:gd name="connsiteX7" fmla="*/ 1087571 w 6849329"/>
                <a:gd name="connsiteY7" fmla="*/ 2846852 h 3797239"/>
                <a:gd name="connsiteX8" fmla="*/ 1905717 w 6849329"/>
                <a:gd name="connsiteY8" fmla="*/ 1955005 h 3797239"/>
                <a:gd name="connsiteX9" fmla="*/ 2541577 w 6849329"/>
                <a:gd name="connsiteY9" fmla="*/ 1341877 h 3797239"/>
                <a:gd name="connsiteX10" fmla="*/ 3386951 w 6849329"/>
                <a:gd name="connsiteY10" fmla="*/ 736610 h 3797239"/>
                <a:gd name="connsiteX11" fmla="*/ 4755075 w 6849329"/>
                <a:gd name="connsiteY11" fmla="*/ 909322 h 3797239"/>
                <a:gd name="connsiteX12" fmla="*/ 5254608 w 6849329"/>
                <a:gd name="connsiteY12" fmla="*/ 274322 h 3797239"/>
                <a:gd name="connsiteX13" fmla="*/ 5819759 w 6849329"/>
                <a:gd name="connsiteY13" fmla="*/ 172768 h 3797239"/>
                <a:gd name="connsiteX14" fmla="*/ 6249442 w 6849329"/>
                <a:gd name="connsiteY14" fmla="*/ 428302 h 3797239"/>
                <a:gd name="connsiteX15" fmla="*/ 6410664 w 6849329"/>
                <a:gd name="connsiteY15" fmla="*/ 623187 h 3797239"/>
                <a:gd name="connsiteX16" fmla="*/ 6563064 w 6849329"/>
                <a:gd name="connsiteY16" fmla="*/ 703089 h 3797239"/>
                <a:gd name="connsiteX17" fmla="*/ 6677364 w 6849329"/>
                <a:gd name="connsiteY17" fmla="*/ 674034 h 3797239"/>
                <a:gd name="connsiteX18" fmla="*/ 6706642 w 6849329"/>
                <a:gd name="connsiteY18" fmla="*/ 529995 h 3797239"/>
                <a:gd name="connsiteX19" fmla="*/ 6677365 w 6849329"/>
                <a:gd name="connsiteY19" fmla="*/ 390745 h 3797239"/>
                <a:gd name="connsiteX20" fmla="*/ 6607516 w 6849329"/>
                <a:gd name="connsiteY20" fmla="*/ 303578 h 3797239"/>
                <a:gd name="connsiteX21" fmla="*/ 6563066 w 6849329"/>
                <a:gd name="connsiteY21" fmla="*/ 194620 h 3797239"/>
                <a:gd name="connsiteX22" fmla="*/ 6544016 w 6849329"/>
                <a:gd name="connsiteY22" fmla="*/ 27550 h 3797239"/>
                <a:gd name="connsiteX23" fmla="*/ 6690065 w 6849329"/>
                <a:gd name="connsiteY23" fmla="*/ 13025 h 3797239"/>
                <a:gd name="connsiteX24" fmla="*/ 6842108 w 6849329"/>
                <a:gd name="connsiteY24" fmla="*/ 26287 h 3797239"/>
                <a:gd name="connsiteX25" fmla="*/ 6823416 w 6849329"/>
                <a:gd name="connsiteY25" fmla="*/ 252730 h 3797239"/>
                <a:gd name="connsiteX26" fmla="*/ 6778966 w 6849329"/>
                <a:gd name="connsiteY26" fmla="*/ 405271 h 3797239"/>
                <a:gd name="connsiteX27" fmla="*/ 6766265 w 6849329"/>
                <a:gd name="connsiteY27" fmla="*/ 659506 h 3797239"/>
                <a:gd name="connsiteX28" fmla="*/ 6690065 w 6849329"/>
                <a:gd name="connsiteY28" fmla="*/ 775729 h 3797239"/>
                <a:gd name="connsiteX29" fmla="*/ 6579642 w 6849329"/>
                <a:gd name="connsiteY29" fmla="*/ 797321 h 3797239"/>
                <a:gd name="connsiteX30" fmla="*/ 6365857 w 6849329"/>
                <a:gd name="connsiteY30" fmla="*/ 712560 h 3797239"/>
                <a:gd name="connsiteX31" fmla="*/ 6099515 w 6849329"/>
                <a:gd name="connsiteY31" fmla="*/ 398005 h 3797239"/>
                <a:gd name="connsiteX32" fmla="*/ 5862092 w 6849329"/>
                <a:gd name="connsiteY32" fmla="*/ 276774 h 3797239"/>
                <a:gd name="connsiteX33" fmla="*/ 5538242 w 6849329"/>
                <a:gd name="connsiteY33" fmla="*/ 257389 h 3797239"/>
                <a:gd name="connsiteX34" fmla="*/ 5356208 w 6849329"/>
                <a:gd name="connsiteY34" fmla="*/ 333589 h 3797239"/>
                <a:gd name="connsiteX35" fmla="*/ 5237675 w 6849329"/>
                <a:gd name="connsiteY35" fmla="*/ 452121 h 3797239"/>
                <a:gd name="connsiteX36" fmla="*/ 5026008 w 6849329"/>
                <a:gd name="connsiteY36" fmla="*/ 833121 h 3797239"/>
                <a:gd name="connsiteX37" fmla="*/ 4848208 w 6849329"/>
                <a:gd name="connsiteY37" fmla="*/ 985522 h 3797239"/>
                <a:gd name="connsiteX38" fmla="*/ 4436016 w 6849329"/>
                <a:gd name="connsiteY38" fmla="*/ 1018010 h 3797239"/>
                <a:gd name="connsiteX39" fmla="*/ 3767194 w 6849329"/>
                <a:gd name="connsiteY39" fmla="*/ 857442 h 3797239"/>
                <a:gd name="connsiteX40" fmla="*/ 3378383 w 6849329"/>
                <a:gd name="connsiteY40" fmla="*/ 831937 h 3797239"/>
                <a:gd name="connsiteX41" fmla="*/ 2709976 w 6849329"/>
                <a:gd name="connsiteY41" fmla="*/ 1324293 h 3797239"/>
                <a:gd name="connsiteX42" fmla="*/ 2031571 w 6849329"/>
                <a:gd name="connsiteY42" fmla="*/ 1975179 h 3797239"/>
                <a:gd name="connsiteX43" fmla="*/ 1284499 w 6849329"/>
                <a:gd name="connsiteY43" fmla="*/ 2775352 h 3797239"/>
                <a:gd name="connsiteX44" fmla="*/ 604850 w 6849329"/>
                <a:gd name="connsiteY44" fmla="*/ 3662431 h 3797239"/>
                <a:gd name="connsiteX45" fmla="*/ 271705 w 6849329"/>
                <a:gd name="connsiteY45" fmla="*/ 3785713 h 3797239"/>
                <a:gd name="connsiteX46" fmla="*/ 7600 w 6849329"/>
                <a:gd name="connsiteY46" fmla="*/ 3615717 h 3797239"/>
                <a:gd name="connsiteX47" fmla="*/ 450 w 6849329"/>
                <a:gd name="connsiteY47" fmla="*/ 3204689 h 3797239"/>
                <a:gd name="connsiteX48" fmla="*/ 13964 w 6849329"/>
                <a:gd name="connsiteY48" fmla="*/ 2344412 h 3797239"/>
                <a:gd name="connsiteX49" fmla="*/ 35174 w 6849329"/>
                <a:gd name="connsiteY49" fmla="*/ 1861782 h 3797239"/>
                <a:gd name="connsiteX0" fmla="*/ 35174 w 6849329"/>
                <a:gd name="connsiteY0" fmla="*/ 1861782 h 3780613"/>
                <a:gd name="connsiteX1" fmla="*/ 43160 w 6849329"/>
                <a:gd name="connsiteY1" fmla="*/ 1750362 h 3780613"/>
                <a:gd name="connsiteX2" fmla="*/ 131195 w 6849329"/>
                <a:gd name="connsiteY2" fmla="*/ 1750546 h 3780613"/>
                <a:gd name="connsiteX3" fmla="*/ 114280 w 6849329"/>
                <a:gd name="connsiteY3" fmla="*/ 2035104 h 3780613"/>
                <a:gd name="connsiteX4" fmla="*/ 100715 w 6849329"/>
                <a:gd name="connsiteY4" fmla="*/ 2796999 h 3780613"/>
                <a:gd name="connsiteX5" fmla="*/ 125041 w 6849329"/>
                <a:gd name="connsiteY5" fmla="*/ 3584555 h 3780613"/>
                <a:gd name="connsiteX6" fmla="*/ 576896 w 6849329"/>
                <a:gd name="connsiteY6" fmla="*/ 3567731 h 3780613"/>
                <a:gd name="connsiteX7" fmla="*/ 1087571 w 6849329"/>
                <a:gd name="connsiteY7" fmla="*/ 2846852 h 3780613"/>
                <a:gd name="connsiteX8" fmla="*/ 1905717 w 6849329"/>
                <a:gd name="connsiteY8" fmla="*/ 1955005 h 3780613"/>
                <a:gd name="connsiteX9" fmla="*/ 2541577 w 6849329"/>
                <a:gd name="connsiteY9" fmla="*/ 1341877 h 3780613"/>
                <a:gd name="connsiteX10" fmla="*/ 3386951 w 6849329"/>
                <a:gd name="connsiteY10" fmla="*/ 736610 h 3780613"/>
                <a:gd name="connsiteX11" fmla="*/ 4755075 w 6849329"/>
                <a:gd name="connsiteY11" fmla="*/ 909322 h 3780613"/>
                <a:gd name="connsiteX12" fmla="*/ 5254608 w 6849329"/>
                <a:gd name="connsiteY12" fmla="*/ 274322 h 3780613"/>
                <a:gd name="connsiteX13" fmla="*/ 5819759 w 6849329"/>
                <a:gd name="connsiteY13" fmla="*/ 172768 h 3780613"/>
                <a:gd name="connsiteX14" fmla="*/ 6249442 w 6849329"/>
                <a:gd name="connsiteY14" fmla="*/ 428302 h 3780613"/>
                <a:gd name="connsiteX15" fmla="*/ 6410664 w 6849329"/>
                <a:gd name="connsiteY15" fmla="*/ 623187 h 3780613"/>
                <a:gd name="connsiteX16" fmla="*/ 6563064 w 6849329"/>
                <a:gd name="connsiteY16" fmla="*/ 703089 h 3780613"/>
                <a:gd name="connsiteX17" fmla="*/ 6677364 w 6849329"/>
                <a:gd name="connsiteY17" fmla="*/ 674034 h 3780613"/>
                <a:gd name="connsiteX18" fmla="*/ 6706642 w 6849329"/>
                <a:gd name="connsiteY18" fmla="*/ 529995 h 3780613"/>
                <a:gd name="connsiteX19" fmla="*/ 6677365 w 6849329"/>
                <a:gd name="connsiteY19" fmla="*/ 390745 h 3780613"/>
                <a:gd name="connsiteX20" fmla="*/ 6607516 w 6849329"/>
                <a:gd name="connsiteY20" fmla="*/ 303578 h 3780613"/>
                <a:gd name="connsiteX21" fmla="*/ 6563066 w 6849329"/>
                <a:gd name="connsiteY21" fmla="*/ 194620 h 3780613"/>
                <a:gd name="connsiteX22" fmla="*/ 6544016 w 6849329"/>
                <a:gd name="connsiteY22" fmla="*/ 27550 h 3780613"/>
                <a:gd name="connsiteX23" fmla="*/ 6690065 w 6849329"/>
                <a:gd name="connsiteY23" fmla="*/ 13025 h 3780613"/>
                <a:gd name="connsiteX24" fmla="*/ 6842108 w 6849329"/>
                <a:gd name="connsiteY24" fmla="*/ 26287 h 3780613"/>
                <a:gd name="connsiteX25" fmla="*/ 6823416 w 6849329"/>
                <a:gd name="connsiteY25" fmla="*/ 252730 h 3780613"/>
                <a:gd name="connsiteX26" fmla="*/ 6778966 w 6849329"/>
                <a:gd name="connsiteY26" fmla="*/ 405271 h 3780613"/>
                <a:gd name="connsiteX27" fmla="*/ 6766265 w 6849329"/>
                <a:gd name="connsiteY27" fmla="*/ 659506 h 3780613"/>
                <a:gd name="connsiteX28" fmla="*/ 6690065 w 6849329"/>
                <a:gd name="connsiteY28" fmla="*/ 775729 h 3780613"/>
                <a:gd name="connsiteX29" fmla="*/ 6579642 w 6849329"/>
                <a:gd name="connsiteY29" fmla="*/ 797321 h 3780613"/>
                <a:gd name="connsiteX30" fmla="*/ 6365857 w 6849329"/>
                <a:gd name="connsiteY30" fmla="*/ 712560 h 3780613"/>
                <a:gd name="connsiteX31" fmla="*/ 6099515 w 6849329"/>
                <a:gd name="connsiteY31" fmla="*/ 398005 h 3780613"/>
                <a:gd name="connsiteX32" fmla="*/ 5862092 w 6849329"/>
                <a:gd name="connsiteY32" fmla="*/ 276774 h 3780613"/>
                <a:gd name="connsiteX33" fmla="*/ 5538242 w 6849329"/>
                <a:gd name="connsiteY33" fmla="*/ 257389 h 3780613"/>
                <a:gd name="connsiteX34" fmla="*/ 5356208 w 6849329"/>
                <a:gd name="connsiteY34" fmla="*/ 333589 h 3780613"/>
                <a:gd name="connsiteX35" fmla="*/ 5237675 w 6849329"/>
                <a:gd name="connsiteY35" fmla="*/ 452121 h 3780613"/>
                <a:gd name="connsiteX36" fmla="*/ 5026008 w 6849329"/>
                <a:gd name="connsiteY36" fmla="*/ 833121 h 3780613"/>
                <a:gd name="connsiteX37" fmla="*/ 4848208 w 6849329"/>
                <a:gd name="connsiteY37" fmla="*/ 985522 h 3780613"/>
                <a:gd name="connsiteX38" fmla="*/ 4436016 w 6849329"/>
                <a:gd name="connsiteY38" fmla="*/ 1018010 h 3780613"/>
                <a:gd name="connsiteX39" fmla="*/ 3767194 w 6849329"/>
                <a:gd name="connsiteY39" fmla="*/ 857442 h 3780613"/>
                <a:gd name="connsiteX40" fmla="*/ 3378383 w 6849329"/>
                <a:gd name="connsiteY40" fmla="*/ 831937 h 3780613"/>
                <a:gd name="connsiteX41" fmla="*/ 2709976 w 6849329"/>
                <a:gd name="connsiteY41" fmla="*/ 1324293 h 3780613"/>
                <a:gd name="connsiteX42" fmla="*/ 2031571 w 6849329"/>
                <a:gd name="connsiteY42" fmla="*/ 1975179 h 3780613"/>
                <a:gd name="connsiteX43" fmla="*/ 1284499 w 6849329"/>
                <a:gd name="connsiteY43" fmla="*/ 2775352 h 3780613"/>
                <a:gd name="connsiteX44" fmla="*/ 604850 w 6849329"/>
                <a:gd name="connsiteY44" fmla="*/ 3662431 h 3780613"/>
                <a:gd name="connsiteX45" fmla="*/ 246305 w 6849329"/>
                <a:gd name="connsiteY45" fmla="*/ 3762469 h 3780613"/>
                <a:gd name="connsiteX46" fmla="*/ 7600 w 6849329"/>
                <a:gd name="connsiteY46" fmla="*/ 3615717 h 3780613"/>
                <a:gd name="connsiteX47" fmla="*/ 450 w 6849329"/>
                <a:gd name="connsiteY47" fmla="*/ 3204689 h 3780613"/>
                <a:gd name="connsiteX48" fmla="*/ 13964 w 6849329"/>
                <a:gd name="connsiteY48" fmla="*/ 2344412 h 3780613"/>
                <a:gd name="connsiteX49" fmla="*/ 35174 w 6849329"/>
                <a:gd name="connsiteY49" fmla="*/ 1861782 h 3780613"/>
                <a:gd name="connsiteX0" fmla="*/ 34724 w 6848879"/>
                <a:gd name="connsiteY0" fmla="*/ 1861782 h 3780613"/>
                <a:gd name="connsiteX1" fmla="*/ 42710 w 6848879"/>
                <a:gd name="connsiteY1" fmla="*/ 1750362 h 3780613"/>
                <a:gd name="connsiteX2" fmla="*/ 130745 w 6848879"/>
                <a:gd name="connsiteY2" fmla="*/ 1750546 h 3780613"/>
                <a:gd name="connsiteX3" fmla="*/ 113830 w 6848879"/>
                <a:gd name="connsiteY3" fmla="*/ 2035104 h 3780613"/>
                <a:gd name="connsiteX4" fmla="*/ 100265 w 6848879"/>
                <a:gd name="connsiteY4" fmla="*/ 2796999 h 3780613"/>
                <a:gd name="connsiteX5" fmla="*/ 124591 w 6848879"/>
                <a:gd name="connsiteY5" fmla="*/ 3584555 h 3780613"/>
                <a:gd name="connsiteX6" fmla="*/ 576446 w 6848879"/>
                <a:gd name="connsiteY6" fmla="*/ 3567731 h 3780613"/>
                <a:gd name="connsiteX7" fmla="*/ 1087121 w 6848879"/>
                <a:gd name="connsiteY7" fmla="*/ 2846852 h 3780613"/>
                <a:gd name="connsiteX8" fmla="*/ 1905267 w 6848879"/>
                <a:gd name="connsiteY8" fmla="*/ 1955005 h 3780613"/>
                <a:gd name="connsiteX9" fmla="*/ 2541127 w 6848879"/>
                <a:gd name="connsiteY9" fmla="*/ 1341877 h 3780613"/>
                <a:gd name="connsiteX10" fmla="*/ 3386501 w 6848879"/>
                <a:gd name="connsiteY10" fmla="*/ 736610 h 3780613"/>
                <a:gd name="connsiteX11" fmla="*/ 4754625 w 6848879"/>
                <a:gd name="connsiteY11" fmla="*/ 909322 h 3780613"/>
                <a:gd name="connsiteX12" fmla="*/ 5254158 w 6848879"/>
                <a:gd name="connsiteY12" fmla="*/ 274322 h 3780613"/>
                <a:gd name="connsiteX13" fmla="*/ 5819309 w 6848879"/>
                <a:gd name="connsiteY13" fmla="*/ 172768 h 3780613"/>
                <a:gd name="connsiteX14" fmla="*/ 6248992 w 6848879"/>
                <a:gd name="connsiteY14" fmla="*/ 428302 h 3780613"/>
                <a:gd name="connsiteX15" fmla="*/ 6410214 w 6848879"/>
                <a:gd name="connsiteY15" fmla="*/ 623187 h 3780613"/>
                <a:gd name="connsiteX16" fmla="*/ 6562614 w 6848879"/>
                <a:gd name="connsiteY16" fmla="*/ 703089 h 3780613"/>
                <a:gd name="connsiteX17" fmla="*/ 6676914 w 6848879"/>
                <a:gd name="connsiteY17" fmla="*/ 674034 h 3780613"/>
                <a:gd name="connsiteX18" fmla="*/ 6706192 w 6848879"/>
                <a:gd name="connsiteY18" fmla="*/ 529995 h 3780613"/>
                <a:gd name="connsiteX19" fmla="*/ 6676915 w 6848879"/>
                <a:gd name="connsiteY19" fmla="*/ 390745 h 3780613"/>
                <a:gd name="connsiteX20" fmla="*/ 6607066 w 6848879"/>
                <a:gd name="connsiteY20" fmla="*/ 303578 h 3780613"/>
                <a:gd name="connsiteX21" fmla="*/ 6562616 w 6848879"/>
                <a:gd name="connsiteY21" fmla="*/ 194620 h 3780613"/>
                <a:gd name="connsiteX22" fmla="*/ 6543566 w 6848879"/>
                <a:gd name="connsiteY22" fmla="*/ 27550 h 3780613"/>
                <a:gd name="connsiteX23" fmla="*/ 6689615 w 6848879"/>
                <a:gd name="connsiteY23" fmla="*/ 13025 h 3780613"/>
                <a:gd name="connsiteX24" fmla="*/ 6841658 w 6848879"/>
                <a:gd name="connsiteY24" fmla="*/ 26287 h 3780613"/>
                <a:gd name="connsiteX25" fmla="*/ 6822966 w 6848879"/>
                <a:gd name="connsiteY25" fmla="*/ 252730 h 3780613"/>
                <a:gd name="connsiteX26" fmla="*/ 6778516 w 6848879"/>
                <a:gd name="connsiteY26" fmla="*/ 405271 h 3780613"/>
                <a:gd name="connsiteX27" fmla="*/ 6765815 w 6848879"/>
                <a:gd name="connsiteY27" fmla="*/ 659506 h 3780613"/>
                <a:gd name="connsiteX28" fmla="*/ 6689615 w 6848879"/>
                <a:gd name="connsiteY28" fmla="*/ 775729 h 3780613"/>
                <a:gd name="connsiteX29" fmla="*/ 6579192 w 6848879"/>
                <a:gd name="connsiteY29" fmla="*/ 797321 h 3780613"/>
                <a:gd name="connsiteX30" fmla="*/ 6365407 w 6848879"/>
                <a:gd name="connsiteY30" fmla="*/ 712560 h 3780613"/>
                <a:gd name="connsiteX31" fmla="*/ 6099065 w 6848879"/>
                <a:gd name="connsiteY31" fmla="*/ 398005 h 3780613"/>
                <a:gd name="connsiteX32" fmla="*/ 5861642 w 6848879"/>
                <a:gd name="connsiteY32" fmla="*/ 276774 h 3780613"/>
                <a:gd name="connsiteX33" fmla="*/ 5537792 w 6848879"/>
                <a:gd name="connsiteY33" fmla="*/ 257389 h 3780613"/>
                <a:gd name="connsiteX34" fmla="*/ 5355758 w 6848879"/>
                <a:gd name="connsiteY34" fmla="*/ 333589 h 3780613"/>
                <a:gd name="connsiteX35" fmla="*/ 5237225 w 6848879"/>
                <a:gd name="connsiteY35" fmla="*/ 452121 h 3780613"/>
                <a:gd name="connsiteX36" fmla="*/ 5025558 w 6848879"/>
                <a:gd name="connsiteY36" fmla="*/ 833121 h 3780613"/>
                <a:gd name="connsiteX37" fmla="*/ 4847758 w 6848879"/>
                <a:gd name="connsiteY37" fmla="*/ 985522 h 3780613"/>
                <a:gd name="connsiteX38" fmla="*/ 4435566 w 6848879"/>
                <a:gd name="connsiteY38" fmla="*/ 1018010 h 3780613"/>
                <a:gd name="connsiteX39" fmla="*/ 3766744 w 6848879"/>
                <a:gd name="connsiteY39" fmla="*/ 857442 h 3780613"/>
                <a:gd name="connsiteX40" fmla="*/ 3377933 w 6848879"/>
                <a:gd name="connsiteY40" fmla="*/ 831937 h 3780613"/>
                <a:gd name="connsiteX41" fmla="*/ 2709526 w 6848879"/>
                <a:gd name="connsiteY41" fmla="*/ 1324293 h 3780613"/>
                <a:gd name="connsiteX42" fmla="*/ 2031121 w 6848879"/>
                <a:gd name="connsiteY42" fmla="*/ 1975179 h 3780613"/>
                <a:gd name="connsiteX43" fmla="*/ 1284049 w 6848879"/>
                <a:gd name="connsiteY43" fmla="*/ 2775352 h 3780613"/>
                <a:gd name="connsiteX44" fmla="*/ 604400 w 6848879"/>
                <a:gd name="connsiteY44" fmla="*/ 3662431 h 3780613"/>
                <a:gd name="connsiteX45" fmla="*/ 245855 w 6848879"/>
                <a:gd name="connsiteY45" fmla="*/ 3762469 h 3780613"/>
                <a:gd name="connsiteX46" fmla="*/ 42710 w 6848879"/>
                <a:gd name="connsiteY46" fmla="*/ 3609906 h 3780613"/>
                <a:gd name="connsiteX47" fmla="*/ 0 w 6848879"/>
                <a:gd name="connsiteY47" fmla="*/ 3204689 h 3780613"/>
                <a:gd name="connsiteX48" fmla="*/ 13514 w 6848879"/>
                <a:gd name="connsiteY48" fmla="*/ 2344412 h 3780613"/>
                <a:gd name="connsiteX49" fmla="*/ 34724 w 6848879"/>
                <a:gd name="connsiteY49" fmla="*/ 1861782 h 3780613"/>
                <a:gd name="connsiteX0" fmla="*/ 34724 w 6848879"/>
                <a:gd name="connsiteY0" fmla="*/ 1861782 h 3788646"/>
                <a:gd name="connsiteX1" fmla="*/ 42710 w 6848879"/>
                <a:gd name="connsiteY1" fmla="*/ 1750362 h 3788646"/>
                <a:gd name="connsiteX2" fmla="*/ 130745 w 6848879"/>
                <a:gd name="connsiteY2" fmla="*/ 1750546 h 3788646"/>
                <a:gd name="connsiteX3" fmla="*/ 113830 w 6848879"/>
                <a:gd name="connsiteY3" fmla="*/ 2035104 h 3788646"/>
                <a:gd name="connsiteX4" fmla="*/ 100265 w 6848879"/>
                <a:gd name="connsiteY4" fmla="*/ 2796999 h 3788646"/>
                <a:gd name="connsiteX5" fmla="*/ 124591 w 6848879"/>
                <a:gd name="connsiteY5" fmla="*/ 3584555 h 3788646"/>
                <a:gd name="connsiteX6" fmla="*/ 576446 w 6848879"/>
                <a:gd name="connsiteY6" fmla="*/ 3567731 h 3788646"/>
                <a:gd name="connsiteX7" fmla="*/ 1087121 w 6848879"/>
                <a:gd name="connsiteY7" fmla="*/ 2846852 h 3788646"/>
                <a:gd name="connsiteX8" fmla="*/ 1905267 w 6848879"/>
                <a:gd name="connsiteY8" fmla="*/ 1955005 h 3788646"/>
                <a:gd name="connsiteX9" fmla="*/ 2541127 w 6848879"/>
                <a:gd name="connsiteY9" fmla="*/ 1341877 h 3788646"/>
                <a:gd name="connsiteX10" fmla="*/ 3386501 w 6848879"/>
                <a:gd name="connsiteY10" fmla="*/ 736610 h 3788646"/>
                <a:gd name="connsiteX11" fmla="*/ 4754625 w 6848879"/>
                <a:gd name="connsiteY11" fmla="*/ 909322 h 3788646"/>
                <a:gd name="connsiteX12" fmla="*/ 5254158 w 6848879"/>
                <a:gd name="connsiteY12" fmla="*/ 274322 h 3788646"/>
                <a:gd name="connsiteX13" fmla="*/ 5819309 w 6848879"/>
                <a:gd name="connsiteY13" fmla="*/ 172768 h 3788646"/>
                <a:gd name="connsiteX14" fmla="*/ 6248992 w 6848879"/>
                <a:gd name="connsiteY14" fmla="*/ 428302 h 3788646"/>
                <a:gd name="connsiteX15" fmla="*/ 6410214 w 6848879"/>
                <a:gd name="connsiteY15" fmla="*/ 623187 h 3788646"/>
                <a:gd name="connsiteX16" fmla="*/ 6562614 w 6848879"/>
                <a:gd name="connsiteY16" fmla="*/ 703089 h 3788646"/>
                <a:gd name="connsiteX17" fmla="*/ 6676914 w 6848879"/>
                <a:gd name="connsiteY17" fmla="*/ 674034 h 3788646"/>
                <a:gd name="connsiteX18" fmla="*/ 6706192 w 6848879"/>
                <a:gd name="connsiteY18" fmla="*/ 529995 h 3788646"/>
                <a:gd name="connsiteX19" fmla="*/ 6676915 w 6848879"/>
                <a:gd name="connsiteY19" fmla="*/ 390745 h 3788646"/>
                <a:gd name="connsiteX20" fmla="*/ 6607066 w 6848879"/>
                <a:gd name="connsiteY20" fmla="*/ 303578 h 3788646"/>
                <a:gd name="connsiteX21" fmla="*/ 6562616 w 6848879"/>
                <a:gd name="connsiteY21" fmla="*/ 194620 h 3788646"/>
                <a:gd name="connsiteX22" fmla="*/ 6543566 w 6848879"/>
                <a:gd name="connsiteY22" fmla="*/ 27550 h 3788646"/>
                <a:gd name="connsiteX23" fmla="*/ 6689615 w 6848879"/>
                <a:gd name="connsiteY23" fmla="*/ 13025 h 3788646"/>
                <a:gd name="connsiteX24" fmla="*/ 6841658 w 6848879"/>
                <a:gd name="connsiteY24" fmla="*/ 26287 h 3788646"/>
                <a:gd name="connsiteX25" fmla="*/ 6822966 w 6848879"/>
                <a:gd name="connsiteY25" fmla="*/ 252730 h 3788646"/>
                <a:gd name="connsiteX26" fmla="*/ 6778516 w 6848879"/>
                <a:gd name="connsiteY26" fmla="*/ 405271 h 3788646"/>
                <a:gd name="connsiteX27" fmla="*/ 6765815 w 6848879"/>
                <a:gd name="connsiteY27" fmla="*/ 659506 h 3788646"/>
                <a:gd name="connsiteX28" fmla="*/ 6689615 w 6848879"/>
                <a:gd name="connsiteY28" fmla="*/ 775729 h 3788646"/>
                <a:gd name="connsiteX29" fmla="*/ 6579192 w 6848879"/>
                <a:gd name="connsiteY29" fmla="*/ 797321 h 3788646"/>
                <a:gd name="connsiteX30" fmla="*/ 6365407 w 6848879"/>
                <a:gd name="connsiteY30" fmla="*/ 712560 h 3788646"/>
                <a:gd name="connsiteX31" fmla="*/ 6099065 w 6848879"/>
                <a:gd name="connsiteY31" fmla="*/ 398005 h 3788646"/>
                <a:gd name="connsiteX32" fmla="*/ 5861642 w 6848879"/>
                <a:gd name="connsiteY32" fmla="*/ 276774 h 3788646"/>
                <a:gd name="connsiteX33" fmla="*/ 5537792 w 6848879"/>
                <a:gd name="connsiteY33" fmla="*/ 257389 h 3788646"/>
                <a:gd name="connsiteX34" fmla="*/ 5355758 w 6848879"/>
                <a:gd name="connsiteY34" fmla="*/ 333589 h 3788646"/>
                <a:gd name="connsiteX35" fmla="*/ 5237225 w 6848879"/>
                <a:gd name="connsiteY35" fmla="*/ 452121 h 3788646"/>
                <a:gd name="connsiteX36" fmla="*/ 5025558 w 6848879"/>
                <a:gd name="connsiteY36" fmla="*/ 833121 h 3788646"/>
                <a:gd name="connsiteX37" fmla="*/ 4847758 w 6848879"/>
                <a:gd name="connsiteY37" fmla="*/ 985522 h 3788646"/>
                <a:gd name="connsiteX38" fmla="*/ 4435566 w 6848879"/>
                <a:gd name="connsiteY38" fmla="*/ 1018010 h 3788646"/>
                <a:gd name="connsiteX39" fmla="*/ 3766744 w 6848879"/>
                <a:gd name="connsiteY39" fmla="*/ 857442 h 3788646"/>
                <a:gd name="connsiteX40" fmla="*/ 3377933 w 6848879"/>
                <a:gd name="connsiteY40" fmla="*/ 831937 h 3788646"/>
                <a:gd name="connsiteX41" fmla="*/ 2709526 w 6848879"/>
                <a:gd name="connsiteY41" fmla="*/ 1324293 h 3788646"/>
                <a:gd name="connsiteX42" fmla="*/ 2031121 w 6848879"/>
                <a:gd name="connsiteY42" fmla="*/ 1975179 h 3788646"/>
                <a:gd name="connsiteX43" fmla="*/ 1284049 w 6848879"/>
                <a:gd name="connsiteY43" fmla="*/ 2775352 h 3788646"/>
                <a:gd name="connsiteX44" fmla="*/ 604400 w 6848879"/>
                <a:gd name="connsiteY44" fmla="*/ 3662431 h 3788646"/>
                <a:gd name="connsiteX45" fmla="*/ 250935 w 6848879"/>
                <a:gd name="connsiteY45" fmla="*/ 3774092 h 3788646"/>
                <a:gd name="connsiteX46" fmla="*/ 42710 w 6848879"/>
                <a:gd name="connsiteY46" fmla="*/ 3609906 h 3788646"/>
                <a:gd name="connsiteX47" fmla="*/ 0 w 6848879"/>
                <a:gd name="connsiteY47" fmla="*/ 3204689 h 3788646"/>
                <a:gd name="connsiteX48" fmla="*/ 13514 w 6848879"/>
                <a:gd name="connsiteY48" fmla="*/ 2344412 h 3788646"/>
                <a:gd name="connsiteX49" fmla="*/ 34724 w 6848879"/>
                <a:gd name="connsiteY49" fmla="*/ 1861782 h 3788646"/>
                <a:gd name="connsiteX0" fmla="*/ 34724 w 6848879"/>
                <a:gd name="connsiteY0" fmla="*/ 1861782 h 3797239"/>
                <a:gd name="connsiteX1" fmla="*/ 42710 w 6848879"/>
                <a:gd name="connsiteY1" fmla="*/ 1750362 h 3797239"/>
                <a:gd name="connsiteX2" fmla="*/ 130745 w 6848879"/>
                <a:gd name="connsiteY2" fmla="*/ 1750546 h 3797239"/>
                <a:gd name="connsiteX3" fmla="*/ 113830 w 6848879"/>
                <a:gd name="connsiteY3" fmla="*/ 2035104 h 3797239"/>
                <a:gd name="connsiteX4" fmla="*/ 100265 w 6848879"/>
                <a:gd name="connsiteY4" fmla="*/ 2796999 h 3797239"/>
                <a:gd name="connsiteX5" fmla="*/ 124591 w 6848879"/>
                <a:gd name="connsiteY5" fmla="*/ 3584555 h 3797239"/>
                <a:gd name="connsiteX6" fmla="*/ 576446 w 6848879"/>
                <a:gd name="connsiteY6" fmla="*/ 3567731 h 3797239"/>
                <a:gd name="connsiteX7" fmla="*/ 1087121 w 6848879"/>
                <a:gd name="connsiteY7" fmla="*/ 2846852 h 3797239"/>
                <a:gd name="connsiteX8" fmla="*/ 1905267 w 6848879"/>
                <a:gd name="connsiteY8" fmla="*/ 1955005 h 3797239"/>
                <a:gd name="connsiteX9" fmla="*/ 2541127 w 6848879"/>
                <a:gd name="connsiteY9" fmla="*/ 1341877 h 3797239"/>
                <a:gd name="connsiteX10" fmla="*/ 3386501 w 6848879"/>
                <a:gd name="connsiteY10" fmla="*/ 736610 h 3797239"/>
                <a:gd name="connsiteX11" fmla="*/ 4754625 w 6848879"/>
                <a:gd name="connsiteY11" fmla="*/ 909322 h 3797239"/>
                <a:gd name="connsiteX12" fmla="*/ 5254158 w 6848879"/>
                <a:gd name="connsiteY12" fmla="*/ 274322 h 3797239"/>
                <a:gd name="connsiteX13" fmla="*/ 5819309 w 6848879"/>
                <a:gd name="connsiteY13" fmla="*/ 172768 h 3797239"/>
                <a:gd name="connsiteX14" fmla="*/ 6248992 w 6848879"/>
                <a:gd name="connsiteY14" fmla="*/ 428302 h 3797239"/>
                <a:gd name="connsiteX15" fmla="*/ 6410214 w 6848879"/>
                <a:gd name="connsiteY15" fmla="*/ 623187 h 3797239"/>
                <a:gd name="connsiteX16" fmla="*/ 6562614 w 6848879"/>
                <a:gd name="connsiteY16" fmla="*/ 703089 h 3797239"/>
                <a:gd name="connsiteX17" fmla="*/ 6676914 w 6848879"/>
                <a:gd name="connsiteY17" fmla="*/ 674034 h 3797239"/>
                <a:gd name="connsiteX18" fmla="*/ 6706192 w 6848879"/>
                <a:gd name="connsiteY18" fmla="*/ 529995 h 3797239"/>
                <a:gd name="connsiteX19" fmla="*/ 6676915 w 6848879"/>
                <a:gd name="connsiteY19" fmla="*/ 390745 h 3797239"/>
                <a:gd name="connsiteX20" fmla="*/ 6607066 w 6848879"/>
                <a:gd name="connsiteY20" fmla="*/ 303578 h 3797239"/>
                <a:gd name="connsiteX21" fmla="*/ 6562616 w 6848879"/>
                <a:gd name="connsiteY21" fmla="*/ 194620 h 3797239"/>
                <a:gd name="connsiteX22" fmla="*/ 6543566 w 6848879"/>
                <a:gd name="connsiteY22" fmla="*/ 27550 h 3797239"/>
                <a:gd name="connsiteX23" fmla="*/ 6689615 w 6848879"/>
                <a:gd name="connsiteY23" fmla="*/ 13025 h 3797239"/>
                <a:gd name="connsiteX24" fmla="*/ 6841658 w 6848879"/>
                <a:gd name="connsiteY24" fmla="*/ 26287 h 3797239"/>
                <a:gd name="connsiteX25" fmla="*/ 6822966 w 6848879"/>
                <a:gd name="connsiteY25" fmla="*/ 252730 h 3797239"/>
                <a:gd name="connsiteX26" fmla="*/ 6778516 w 6848879"/>
                <a:gd name="connsiteY26" fmla="*/ 405271 h 3797239"/>
                <a:gd name="connsiteX27" fmla="*/ 6765815 w 6848879"/>
                <a:gd name="connsiteY27" fmla="*/ 659506 h 3797239"/>
                <a:gd name="connsiteX28" fmla="*/ 6689615 w 6848879"/>
                <a:gd name="connsiteY28" fmla="*/ 775729 h 3797239"/>
                <a:gd name="connsiteX29" fmla="*/ 6579192 w 6848879"/>
                <a:gd name="connsiteY29" fmla="*/ 797321 h 3797239"/>
                <a:gd name="connsiteX30" fmla="*/ 6365407 w 6848879"/>
                <a:gd name="connsiteY30" fmla="*/ 712560 h 3797239"/>
                <a:gd name="connsiteX31" fmla="*/ 6099065 w 6848879"/>
                <a:gd name="connsiteY31" fmla="*/ 398005 h 3797239"/>
                <a:gd name="connsiteX32" fmla="*/ 5861642 w 6848879"/>
                <a:gd name="connsiteY32" fmla="*/ 276774 h 3797239"/>
                <a:gd name="connsiteX33" fmla="*/ 5537792 w 6848879"/>
                <a:gd name="connsiteY33" fmla="*/ 257389 h 3797239"/>
                <a:gd name="connsiteX34" fmla="*/ 5355758 w 6848879"/>
                <a:gd name="connsiteY34" fmla="*/ 333589 h 3797239"/>
                <a:gd name="connsiteX35" fmla="*/ 5237225 w 6848879"/>
                <a:gd name="connsiteY35" fmla="*/ 452121 h 3797239"/>
                <a:gd name="connsiteX36" fmla="*/ 5025558 w 6848879"/>
                <a:gd name="connsiteY36" fmla="*/ 833121 h 3797239"/>
                <a:gd name="connsiteX37" fmla="*/ 4847758 w 6848879"/>
                <a:gd name="connsiteY37" fmla="*/ 985522 h 3797239"/>
                <a:gd name="connsiteX38" fmla="*/ 4435566 w 6848879"/>
                <a:gd name="connsiteY38" fmla="*/ 1018010 h 3797239"/>
                <a:gd name="connsiteX39" fmla="*/ 3766744 w 6848879"/>
                <a:gd name="connsiteY39" fmla="*/ 857442 h 3797239"/>
                <a:gd name="connsiteX40" fmla="*/ 3377933 w 6848879"/>
                <a:gd name="connsiteY40" fmla="*/ 831937 h 3797239"/>
                <a:gd name="connsiteX41" fmla="*/ 2709526 w 6848879"/>
                <a:gd name="connsiteY41" fmla="*/ 1324293 h 3797239"/>
                <a:gd name="connsiteX42" fmla="*/ 2031121 w 6848879"/>
                <a:gd name="connsiteY42" fmla="*/ 1975179 h 3797239"/>
                <a:gd name="connsiteX43" fmla="*/ 1284049 w 6848879"/>
                <a:gd name="connsiteY43" fmla="*/ 2775352 h 3797239"/>
                <a:gd name="connsiteX44" fmla="*/ 604400 w 6848879"/>
                <a:gd name="connsiteY44" fmla="*/ 3662431 h 3797239"/>
                <a:gd name="connsiteX45" fmla="*/ 316975 w 6848879"/>
                <a:gd name="connsiteY45" fmla="*/ 3785714 h 3797239"/>
                <a:gd name="connsiteX46" fmla="*/ 42710 w 6848879"/>
                <a:gd name="connsiteY46" fmla="*/ 3609906 h 3797239"/>
                <a:gd name="connsiteX47" fmla="*/ 0 w 6848879"/>
                <a:gd name="connsiteY47" fmla="*/ 3204689 h 3797239"/>
                <a:gd name="connsiteX48" fmla="*/ 13514 w 6848879"/>
                <a:gd name="connsiteY48" fmla="*/ 2344412 h 3797239"/>
                <a:gd name="connsiteX49" fmla="*/ 34724 w 6848879"/>
                <a:gd name="connsiteY49" fmla="*/ 1861782 h 3797239"/>
                <a:gd name="connsiteX0" fmla="*/ 34724 w 6848879"/>
                <a:gd name="connsiteY0" fmla="*/ 1861782 h 3785714"/>
                <a:gd name="connsiteX1" fmla="*/ 42710 w 6848879"/>
                <a:gd name="connsiteY1" fmla="*/ 1750362 h 3785714"/>
                <a:gd name="connsiteX2" fmla="*/ 130745 w 6848879"/>
                <a:gd name="connsiteY2" fmla="*/ 1750546 h 3785714"/>
                <a:gd name="connsiteX3" fmla="*/ 113830 w 6848879"/>
                <a:gd name="connsiteY3" fmla="*/ 2035104 h 3785714"/>
                <a:gd name="connsiteX4" fmla="*/ 100265 w 6848879"/>
                <a:gd name="connsiteY4" fmla="*/ 2796999 h 3785714"/>
                <a:gd name="connsiteX5" fmla="*/ 124591 w 6848879"/>
                <a:gd name="connsiteY5" fmla="*/ 3584555 h 3785714"/>
                <a:gd name="connsiteX6" fmla="*/ 576446 w 6848879"/>
                <a:gd name="connsiteY6" fmla="*/ 3567731 h 3785714"/>
                <a:gd name="connsiteX7" fmla="*/ 1087121 w 6848879"/>
                <a:gd name="connsiteY7" fmla="*/ 2846852 h 3785714"/>
                <a:gd name="connsiteX8" fmla="*/ 1905267 w 6848879"/>
                <a:gd name="connsiteY8" fmla="*/ 1955005 h 3785714"/>
                <a:gd name="connsiteX9" fmla="*/ 2541127 w 6848879"/>
                <a:gd name="connsiteY9" fmla="*/ 1341877 h 3785714"/>
                <a:gd name="connsiteX10" fmla="*/ 3386501 w 6848879"/>
                <a:gd name="connsiteY10" fmla="*/ 736610 h 3785714"/>
                <a:gd name="connsiteX11" fmla="*/ 4754625 w 6848879"/>
                <a:gd name="connsiteY11" fmla="*/ 909322 h 3785714"/>
                <a:gd name="connsiteX12" fmla="*/ 5254158 w 6848879"/>
                <a:gd name="connsiteY12" fmla="*/ 274322 h 3785714"/>
                <a:gd name="connsiteX13" fmla="*/ 5819309 w 6848879"/>
                <a:gd name="connsiteY13" fmla="*/ 172768 h 3785714"/>
                <a:gd name="connsiteX14" fmla="*/ 6248992 w 6848879"/>
                <a:gd name="connsiteY14" fmla="*/ 428302 h 3785714"/>
                <a:gd name="connsiteX15" fmla="*/ 6410214 w 6848879"/>
                <a:gd name="connsiteY15" fmla="*/ 623187 h 3785714"/>
                <a:gd name="connsiteX16" fmla="*/ 6562614 w 6848879"/>
                <a:gd name="connsiteY16" fmla="*/ 703089 h 3785714"/>
                <a:gd name="connsiteX17" fmla="*/ 6676914 w 6848879"/>
                <a:gd name="connsiteY17" fmla="*/ 674034 h 3785714"/>
                <a:gd name="connsiteX18" fmla="*/ 6706192 w 6848879"/>
                <a:gd name="connsiteY18" fmla="*/ 529995 h 3785714"/>
                <a:gd name="connsiteX19" fmla="*/ 6676915 w 6848879"/>
                <a:gd name="connsiteY19" fmla="*/ 390745 h 3785714"/>
                <a:gd name="connsiteX20" fmla="*/ 6607066 w 6848879"/>
                <a:gd name="connsiteY20" fmla="*/ 303578 h 3785714"/>
                <a:gd name="connsiteX21" fmla="*/ 6562616 w 6848879"/>
                <a:gd name="connsiteY21" fmla="*/ 194620 h 3785714"/>
                <a:gd name="connsiteX22" fmla="*/ 6543566 w 6848879"/>
                <a:gd name="connsiteY22" fmla="*/ 27550 h 3785714"/>
                <a:gd name="connsiteX23" fmla="*/ 6689615 w 6848879"/>
                <a:gd name="connsiteY23" fmla="*/ 13025 h 3785714"/>
                <a:gd name="connsiteX24" fmla="*/ 6841658 w 6848879"/>
                <a:gd name="connsiteY24" fmla="*/ 26287 h 3785714"/>
                <a:gd name="connsiteX25" fmla="*/ 6822966 w 6848879"/>
                <a:gd name="connsiteY25" fmla="*/ 252730 h 3785714"/>
                <a:gd name="connsiteX26" fmla="*/ 6778516 w 6848879"/>
                <a:gd name="connsiteY26" fmla="*/ 405271 h 3785714"/>
                <a:gd name="connsiteX27" fmla="*/ 6765815 w 6848879"/>
                <a:gd name="connsiteY27" fmla="*/ 659506 h 3785714"/>
                <a:gd name="connsiteX28" fmla="*/ 6689615 w 6848879"/>
                <a:gd name="connsiteY28" fmla="*/ 775729 h 3785714"/>
                <a:gd name="connsiteX29" fmla="*/ 6579192 w 6848879"/>
                <a:gd name="connsiteY29" fmla="*/ 797321 h 3785714"/>
                <a:gd name="connsiteX30" fmla="*/ 6365407 w 6848879"/>
                <a:gd name="connsiteY30" fmla="*/ 712560 h 3785714"/>
                <a:gd name="connsiteX31" fmla="*/ 6099065 w 6848879"/>
                <a:gd name="connsiteY31" fmla="*/ 398005 h 3785714"/>
                <a:gd name="connsiteX32" fmla="*/ 5861642 w 6848879"/>
                <a:gd name="connsiteY32" fmla="*/ 276774 h 3785714"/>
                <a:gd name="connsiteX33" fmla="*/ 5537792 w 6848879"/>
                <a:gd name="connsiteY33" fmla="*/ 257389 h 3785714"/>
                <a:gd name="connsiteX34" fmla="*/ 5355758 w 6848879"/>
                <a:gd name="connsiteY34" fmla="*/ 333589 h 3785714"/>
                <a:gd name="connsiteX35" fmla="*/ 5237225 w 6848879"/>
                <a:gd name="connsiteY35" fmla="*/ 452121 h 3785714"/>
                <a:gd name="connsiteX36" fmla="*/ 5025558 w 6848879"/>
                <a:gd name="connsiteY36" fmla="*/ 833121 h 3785714"/>
                <a:gd name="connsiteX37" fmla="*/ 4847758 w 6848879"/>
                <a:gd name="connsiteY37" fmla="*/ 985522 h 3785714"/>
                <a:gd name="connsiteX38" fmla="*/ 4435566 w 6848879"/>
                <a:gd name="connsiteY38" fmla="*/ 1018010 h 3785714"/>
                <a:gd name="connsiteX39" fmla="*/ 3766744 w 6848879"/>
                <a:gd name="connsiteY39" fmla="*/ 857442 h 3785714"/>
                <a:gd name="connsiteX40" fmla="*/ 3377933 w 6848879"/>
                <a:gd name="connsiteY40" fmla="*/ 831937 h 3785714"/>
                <a:gd name="connsiteX41" fmla="*/ 2709526 w 6848879"/>
                <a:gd name="connsiteY41" fmla="*/ 1324293 h 3785714"/>
                <a:gd name="connsiteX42" fmla="*/ 2031121 w 6848879"/>
                <a:gd name="connsiteY42" fmla="*/ 1975179 h 3785714"/>
                <a:gd name="connsiteX43" fmla="*/ 1284049 w 6848879"/>
                <a:gd name="connsiteY43" fmla="*/ 2775352 h 3785714"/>
                <a:gd name="connsiteX44" fmla="*/ 604400 w 6848879"/>
                <a:gd name="connsiteY44" fmla="*/ 3662431 h 3785714"/>
                <a:gd name="connsiteX45" fmla="*/ 316975 w 6848879"/>
                <a:gd name="connsiteY45" fmla="*/ 3785714 h 3785714"/>
                <a:gd name="connsiteX46" fmla="*/ 42710 w 6848879"/>
                <a:gd name="connsiteY46" fmla="*/ 3609906 h 3785714"/>
                <a:gd name="connsiteX47" fmla="*/ 0 w 6848879"/>
                <a:gd name="connsiteY47" fmla="*/ 3204689 h 3785714"/>
                <a:gd name="connsiteX48" fmla="*/ 13514 w 6848879"/>
                <a:gd name="connsiteY48" fmla="*/ 2344412 h 3785714"/>
                <a:gd name="connsiteX49" fmla="*/ 34724 w 6848879"/>
                <a:gd name="connsiteY49" fmla="*/ 1861782 h 3785714"/>
                <a:gd name="connsiteX0" fmla="*/ 34724 w 6848879"/>
                <a:gd name="connsiteY0" fmla="*/ 1861782 h 3785714"/>
                <a:gd name="connsiteX1" fmla="*/ 42710 w 6848879"/>
                <a:gd name="connsiteY1" fmla="*/ 1750362 h 3785714"/>
                <a:gd name="connsiteX2" fmla="*/ 130745 w 6848879"/>
                <a:gd name="connsiteY2" fmla="*/ 1750546 h 3785714"/>
                <a:gd name="connsiteX3" fmla="*/ 113830 w 6848879"/>
                <a:gd name="connsiteY3" fmla="*/ 2035104 h 3785714"/>
                <a:gd name="connsiteX4" fmla="*/ 100265 w 6848879"/>
                <a:gd name="connsiteY4" fmla="*/ 2796999 h 3785714"/>
                <a:gd name="connsiteX5" fmla="*/ 124591 w 6848879"/>
                <a:gd name="connsiteY5" fmla="*/ 3584555 h 3785714"/>
                <a:gd name="connsiteX6" fmla="*/ 576446 w 6848879"/>
                <a:gd name="connsiteY6" fmla="*/ 3567731 h 3785714"/>
                <a:gd name="connsiteX7" fmla="*/ 1087121 w 6848879"/>
                <a:gd name="connsiteY7" fmla="*/ 2846852 h 3785714"/>
                <a:gd name="connsiteX8" fmla="*/ 1905267 w 6848879"/>
                <a:gd name="connsiteY8" fmla="*/ 1955005 h 3785714"/>
                <a:gd name="connsiteX9" fmla="*/ 2541127 w 6848879"/>
                <a:gd name="connsiteY9" fmla="*/ 1341877 h 3785714"/>
                <a:gd name="connsiteX10" fmla="*/ 3386501 w 6848879"/>
                <a:gd name="connsiteY10" fmla="*/ 736610 h 3785714"/>
                <a:gd name="connsiteX11" fmla="*/ 4754625 w 6848879"/>
                <a:gd name="connsiteY11" fmla="*/ 909322 h 3785714"/>
                <a:gd name="connsiteX12" fmla="*/ 5254158 w 6848879"/>
                <a:gd name="connsiteY12" fmla="*/ 274322 h 3785714"/>
                <a:gd name="connsiteX13" fmla="*/ 5819309 w 6848879"/>
                <a:gd name="connsiteY13" fmla="*/ 172768 h 3785714"/>
                <a:gd name="connsiteX14" fmla="*/ 6248992 w 6848879"/>
                <a:gd name="connsiteY14" fmla="*/ 428302 h 3785714"/>
                <a:gd name="connsiteX15" fmla="*/ 6410214 w 6848879"/>
                <a:gd name="connsiteY15" fmla="*/ 623187 h 3785714"/>
                <a:gd name="connsiteX16" fmla="*/ 6562614 w 6848879"/>
                <a:gd name="connsiteY16" fmla="*/ 703089 h 3785714"/>
                <a:gd name="connsiteX17" fmla="*/ 6676914 w 6848879"/>
                <a:gd name="connsiteY17" fmla="*/ 674034 h 3785714"/>
                <a:gd name="connsiteX18" fmla="*/ 6706192 w 6848879"/>
                <a:gd name="connsiteY18" fmla="*/ 529995 h 3785714"/>
                <a:gd name="connsiteX19" fmla="*/ 6676915 w 6848879"/>
                <a:gd name="connsiteY19" fmla="*/ 390745 h 3785714"/>
                <a:gd name="connsiteX20" fmla="*/ 6607066 w 6848879"/>
                <a:gd name="connsiteY20" fmla="*/ 303578 h 3785714"/>
                <a:gd name="connsiteX21" fmla="*/ 6562616 w 6848879"/>
                <a:gd name="connsiteY21" fmla="*/ 194620 h 3785714"/>
                <a:gd name="connsiteX22" fmla="*/ 6543566 w 6848879"/>
                <a:gd name="connsiteY22" fmla="*/ 27550 h 3785714"/>
                <a:gd name="connsiteX23" fmla="*/ 6689615 w 6848879"/>
                <a:gd name="connsiteY23" fmla="*/ 13025 h 3785714"/>
                <a:gd name="connsiteX24" fmla="*/ 6841658 w 6848879"/>
                <a:gd name="connsiteY24" fmla="*/ 26287 h 3785714"/>
                <a:gd name="connsiteX25" fmla="*/ 6822966 w 6848879"/>
                <a:gd name="connsiteY25" fmla="*/ 252730 h 3785714"/>
                <a:gd name="connsiteX26" fmla="*/ 6778516 w 6848879"/>
                <a:gd name="connsiteY26" fmla="*/ 405271 h 3785714"/>
                <a:gd name="connsiteX27" fmla="*/ 6765815 w 6848879"/>
                <a:gd name="connsiteY27" fmla="*/ 659506 h 3785714"/>
                <a:gd name="connsiteX28" fmla="*/ 6689615 w 6848879"/>
                <a:gd name="connsiteY28" fmla="*/ 775729 h 3785714"/>
                <a:gd name="connsiteX29" fmla="*/ 6579192 w 6848879"/>
                <a:gd name="connsiteY29" fmla="*/ 797321 h 3785714"/>
                <a:gd name="connsiteX30" fmla="*/ 6365407 w 6848879"/>
                <a:gd name="connsiteY30" fmla="*/ 712560 h 3785714"/>
                <a:gd name="connsiteX31" fmla="*/ 6099065 w 6848879"/>
                <a:gd name="connsiteY31" fmla="*/ 398005 h 3785714"/>
                <a:gd name="connsiteX32" fmla="*/ 5861642 w 6848879"/>
                <a:gd name="connsiteY32" fmla="*/ 276774 h 3785714"/>
                <a:gd name="connsiteX33" fmla="*/ 5537792 w 6848879"/>
                <a:gd name="connsiteY33" fmla="*/ 257389 h 3785714"/>
                <a:gd name="connsiteX34" fmla="*/ 5355758 w 6848879"/>
                <a:gd name="connsiteY34" fmla="*/ 333589 h 3785714"/>
                <a:gd name="connsiteX35" fmla="*/ 5237225 w 6848879"/>
                <a:gd name="connsiteY35" fmla="*/ 452121 h 3785714"/>
                <a:gd name="connsiteX36" fmla="*/ 5025558 w 6848879"/>
                <a:gd name="connsiteY36" fmla="*/ 833121 h 3785714"/>
                <a:gd name="connsiteX37" fmla="*/ 4847758 w 6848879"/>
                <a:gd name="connsiteY37" fmla="*/ 985522 h 3785714"/>
                <a:gd name="connsiteX38" fmla="*/ 4435566 w 6848879"/>
                <a:gd name="connsiteY38" fmla="*/ 1018010 h 3785714"/>
                <a:gd name="connsiteX39" fmla="*/ 3766744 w 6848879"/>
                <a:gd name="connsiteY39" fmla="*/ 857442 h 3785714"/>
                <a:gd name="connsiteX40" fmla="*/ 3377933 w 6848879"/>
                <a:gd name="connsiteY40" fmla="*/ 831937 h 3785714"/>
                <a:gd name="connsiteX41" fmla="*/ 2709526 w 6848879"/>
                <a:gd name="connsiteY41" fmla="*/ 1324293 h 3785714"/>
                <a:gd name="connsiteX42" fmla="*/ 2031121 w 6848879"/>
                <a:gd name="connsiteY42" fmla="*/ 1975179 h 3785714"/>
                <a:gd name="connsiteX43" fmla="*/ 1284049 w 6848879"/>
                <a:gd name="connsiteY43" fmla="*/ 2775352 h 3785714"/>
                <a:gd name="connsiteX44" fmla="*/ 604400 w 6848879"/>
                <a:gd name="connsiteY44" fmla="*/ 3662431 h 3785714"/>
                <a:gd name="connsiteX45" fmla="*/ 316975 w 6848879"/>
                <a:gd name="connsiteY45" fmla="*/ 3785714 h 3785714"/>
                <a:gd name="connsiteX46" fmla="*/ 42710 w 6848879"/>
                <a:gd name="connsiteY46" fmla="*/ 3609906 h 3785714"/>
                <a:gd name="connsiteX47" fmla="*/ 0 w 6848879"/>
                <a:gd name="connsiteY47" fmla="*/ 3204689 h 3785714"/>
                <a:gd name="connsiteX48" fmla="*/ 13514 w 6848879"/>
                <a:gd name="connsiteY48" fmla="*/ 2344412 h 3785714"/>
                <a:gd name="connsiteX49" fmla="*/ 34724 w 6848879"/>
                <a:gd name="connsiteY49" fmla="*/ 1861782 h 3785714"/>
                <a:gd name="connsiteX0" fmla="*/ 34724 w 6848879"/>
                <a:gd name="connsiteY0" fmla="*/ 1861782 h 3785714"/>
                <a:gd name="connsiteX1" fmla="*/ 42710 w 6848879"/>
                <a:gd name="connsiteY1" fmla="*/ 1750362 h 3785714"/>
                <a:gd name="connsiteX2" fmla="*/ 130745 w 6848879"/>
                <a:gd name="connsiteY2" fmla="*/ 1750546 h 3785714"/>
                <a:gd name="connsiteX3" fmla="*/ 113830 w 6848879"/>
                <a:gd name="connsiteY3" fmla="*/ 2035104 h 3785714"/>
                <a:gd name="connsiteX4" fmla="*/ 100265 w 6848879"/>
                <a:gd name="connsiteY4" fmla="*/ 2796999 h 3785714"/>
                <a:gd name="connsiteX5" fmla="*/ 124591 w 6848879"/>
                <a:gd name="connsiteY5" fmla="*/ 3584555 h 3785714"/>
                <a:gd name="connsiteX6" fmla="*/ 576446 w 6848879"/>
                <a:gd name="connsiteY6" fmla="*/ 3567731 h 3785714"/>
                <a:gd name="connsiteX7" fmla="*/ 1087121 w 6848879"/>
                <a:gd name="connsiteY7" fmla="*/ 2846852 h 3785714"/>
                <a:gd name="connsiteX8" fmla="*/ 1905267 w 6848879"/>
                <a:gd name="connsiteY8" fmla="*/ 1955005 h 3785714"/>
                <a:gd name="connsiteX9" fmla="*/ 2541127 w 6848879"/>
                <a:gd name="connsiteY9" fmla="*/ 1341877 h 3785714"/>
                <a:gd name="connsiteX10" fmla="*/ 3386501 w 6848879"/>
                <a:gd name="connsiteY10" fmla="*/ 736610 h 3785714"/>
                <a:gd name="connsiteX11" fmla="*/ 4754625 w 6848879"/>
                <a:gd name="connsiteY11" fmla="*/ 909322 h 3785714"/>
                <a:gd name="connsiteX12" fmla="*/ 5254158 w 6848879"/>
                <a:gd name="connsiteY12" fmla="*/ 274322 h 3785714"/>
                <a:gd name="connsiteX13" fmla="*/ 5819309 w 6848879"/>
                <a:gd name="connsiteY13" fmla="*/ 172768 h 3785714"/>
                <a:gd name="connsiteX14" fmla="*/ 6248992 w 6848879"/>
                <a:gd name="connsiteY14" fmla="*/ 428302 h 3785714"/>
                <a:gd name="connsiteX15" fmla="*/ 6410214 w 6848879"/>
                <a:gd name="connsiteY15" fmla="*/ 623187 h 3785714"/>
                <a:gd name="connsiteX16" fmla="*/ 6562614 w 6848879"/>
                <a:gd name="connsiteY16" fmla="*/ 703089 h 3785714"/>
                <a:gd name="connsiteX17" fmla="*/ 6676914 w 6848879"/>
                <a:gd name="connsiteY17" fmla="*/ 674034 h 3785714"/>
                <a:gd name="connsiteX18" fmla="*/ 6706192 w 6848879"/>
                <a:gd name="connsiteY18" fmla="*/ 529995 h 3785714"/>
                <a:gd name="connsiteX19" fmla="*/ 6676915 w 6848879"/>
                <a:gd name="connsiteY19" fmla="*/ 390745 h 3785714"/>
                <a:gd name="connsiteX20" fmla="*/ 6607066 w 6848879"/>
                <a:gd name="connsiteY20" fmla="*/ 303578 h 3785714"/>
                <a:gd name="connsiteX21" fmla="*/ 6562616 w 6848879"/>
                <a:gd name="connsiteY21" fmla="*/ 194620 h 3785714"/>
                <a:gd name="connsiteX22" fmla="*/ 6543566 w 6848879"/>
                <a:gd name="connsiteY22" fmla="*/ 27550 h 3785714"/>
                <a:gd name="connsiteX23" fmla="*/ 6689615 w 6848879"/>
                <a:gd name="connsiteY23" fmla="*/ 13025 h 3785714"/>
                <a:gd name="connsiteX24" fmla="*/ 6841658 w 6848879"/>
                <a:gd name="connsiteY24" fmla="*/ 26287 h 3785714"/>
                <a:gd name="connsiteX25" fmla="*/ 6822966 w 6848879"/>
                <a:gd name="connsiteY25" fmla="*/ 252730 h 3785714"/>
                <a:gd name="connsiteX26" fmla="*/ 6778516 w 6848879"/>
                <a:gd name="connsiteY26" fmla="*/ 405271 h 3785714"/>
                <a:gd name="connsiteX27" fmla="*/ 6765815 w 6848879"/>
                <a:gd name="connsiteY27" fmla="*/ 659506 h 3785714"/>
                <a:gd name="connsiteX28" fmla="*/ 6689615 w 6848879"/>
                <a:gd name="connsiteY28" fmla="*/ 775729 h 3785714"/>
                <a:gd name="connsiteX29" fmla="*/ 6579192 w 6848879"/>
                <a:gd name="connsiteY29" fmla="*/ 797321 h 3785714"/>
                <a:gd name="connsiteX30" fmla="*/ 6365407 w 6848879"/>
                <a:gd name="connsiteY30" fmla="*/ 712560 h 3785714"/>
                <a:gd name="connsiteX31" fmla="*/ 6099065 w 6848879"/>
                <a:gd name="connsiteY31" fmla="*/ 398005 h 3785714"/>
                <a:gd name="connsiteX32" fmla="*/ 5861642 w 6848879"/>
                <a:gd name="connsiteY32" fmla="*/ 276774 h 3785714"/>
                <a:gd name="connsiteX33" fmla="*/ 5537792 w 6848879"/>
                <a:gd name="connsiteY33" fmla="*/ 257389 h 3785714"/>
                <a:gd name="connsiteX34" fmla="*/ 5355758 w 6848879"/>
                <a:gd name="connsiteY34" fmla="*/ 333589 h 3785714"/>
                <a:gd name="connsiteX35" fmla="*/ 5237225 w 6848879"/>
                <a:gd name="connsiteY35" fmla="*/ 452121 h 3785714"/>
                <a:gd name="connsiteX36" fmla="*/ 5025558 w 6848879"/>
                <a:gd name="connsiteY36" fmla="*/ 833121 h 3785714"/>
                <a:gd name="connsiteX37" fmla="*/ 4847758 w 6848879"/>
                <a:gd name="connsiteY37" fmla="*/ 985522 h 3785714"/>
                <a:gd name="connsiteX38" fmla="*/ 4435566 w 6848879"/>
                <a:gd name="connsiteY38" fmla="*/ 1018010 h 3785714"/>
                <a:gd name="connsiteX39" fmla="*/ 3766744 w 6848879"/>
                <a:gd name="connsiteY39" fmla="*/ 857442 h 3785714"/>
                <a:gd name="connsiteX40" fmla="*/ 3377933 w 6848879"/>
                <a:gd name="connsiteY40" fmla="*/ 831937 h 3785714"/>
                <a:gd name="connsiteX41" fmla="*/ 2709526 w 6848879"/>
                <a:gd name="connsiteY41" fmla="*/ 1324293 h 3785714"/>
                <a:gd name="connsiteX42" fmla="*/ 2031121 w 6848879"/>
                <a:gd name="connsiteY42" fmla="*/ 1975179 h 3785714"/>
                <a:gd name="connsiteX43" fmla="*/ 1284049 w 6848879"/>
                <a:gd name="connsiteY43" fmla="*/ 2775352 h 3785714"/>
                <a:gd name="connsiteX44" fmla="*/ 604400 w 6848879"/>
                <a:gd name="connsiteY44" fmla="*/ 3662431 h 3785714"/>
                <a:gd name="connsiteX45" fmla="*/ 316975 w 6848879"/>
                <a:gd name="connsiteY45" fmla="*/ 3785714 h 3785714"/>
                <a:gd name="connsiteX46" fmla="*/ 42710 w 6848879"/>
                <a:gd name="connsiteY46" fmla="*/ 3609906 h 3785714"/>
                <a:gd name="connsiteX47" fmla="*/ 0 w 6848879"/>
                <a:gd name="connsiteY47" fmla="*/ 3204689 h 3785714"/>
                <a:gd name="connsiteX48" fmla="*/ 13514 w 6848879"/>
                <a:gd name="connsiteY48" fmla="*/ 2344412 h 3785714"/>
                <a:gd name="connsiteX49" fmla="*/ 34724 w 6848879"/>
                <a:gd name="connsiteY49" fmla="*/ 1861782 h 3785714"/>
                <a:gd name="connsiteX0" fmla="*/ 34724 w 6848879"/>
                <a:gd name="connsiteY0" fmla="*/ 1861782 h 3785714"/>
                <a:gd name="connsiteX1" fmla="*/ 42710 w 6848879"/>
                <a:gd name="connsiteY1" fmla="*/ 1750362 h 3785714"/>
                <a:gd name="connsiteX2" fmla="*/ 130745 w 6848879"/>
                <a:gd name="connsiteY2" fmla="*/ 1750546 h 3785714"/>
                <a:gd name="connsiteX3" fmla="*/ 113830 w 6848879"/>
                <a:gd name="connsiteY3" fmla="*/ 2035104 h 3785714"/>
                <a:gd name="connsiteX4" fmla="*/ 100265 w 6848879"/>
                <a:gd name="connsiteY4" fmla="*/ 2796999 h 3785714"/>
                <a:gd name="connsiteX5" fmla="*/ 124591 w 6848879"/>
                <a:gd name="connsiteY5" fmla="*/ 3584555 h 3785714"/>
                <a:gd name="connsiteX6" fmla="*/ 576446 w 6848879"/>
                <a:gd name="connsiteY6" fmla="*/ 3567731 h 3785714"/>
                <a:gd name="connsiteX7" fmla="*/ 1087121 w 6848879"/>
                <a:gd name="connsiteY7" fmla="*/ 2846852 h 3785714"/>
                <a:gd name="connsiteX8" fmla="*/ 1905267 w 6848879"/>
                <a:gd name="connsiteY8" fmla="*/ 1955005 h 3785714"/>
                <a:gd name="connsiteX9" fmla="*/ 2541127 w 6848879"/>
                <a:gd name="connsiteY9" fmla="*/ 1341877 h 3785714"/>
                <a:gd name="connsiteX10" fmla="*/ 3386501 w 6848879"/>
                <a:gd name="connsiteY10" fmla="*/ 736610 h 3785714"/>
                <a:gd name="connsiteX11" fmla="*/ 4754625 w 6848879"/>
                <a:gd name="connsiteY11" fmla="*/ 909322 h 3785714"/>
                <a:gd name="connsiteX12" fmla="*/ 5254158 w 6848879"/>
                <a:gd name="connsiteY12" fmla="*/ 274322 h 3785714"/>
                <a:gd name="connsiteX13" fmla="*/ 5819309 w 6848879"/>
                <a:gd name="connsiteY13" fmla="*/ 172768 h 3785714"/>
                <a:gd name="connsiteX14" fmla="*/ 6248992 w 6848879"/>
                <a:gd name="connsiteY14" fmla="*/ 428302 h 3785714"/>
                <a:gd name="connsiteX15" fmla="*/ 6410214 w 6848879"/>
                <a:gd name="connsiteY15" fmla="*/ 623187 h 3785714"/>
                <a:gd name="connsiteX16" fmla="*/ 6562614 w 6848879"/>
                <a:gd name="connsiteY16" fmla="*/ 703089 h 3785714"/>
                <a:gd name="connsiteX17" fmla="*/ 6676914 w 6848879"/>
                <a:gd name="connsiteY17" fmla="*/ 674034 h 3785714"/>
                <a:gd name="connsiteX18" fmla="*/ 6706192 w 6848879"/>
                <a:gd name="connsiteY18" fmla="*/ 529995 h 3785714"/>
                <a:gd name="connsiteX19" fmla="*/ 6676915 w 6848879"/>
                <a:gd name="connsiteY19" fmla="*/ 390745 h 3785714"/>
                <a:gd name="connsiteX20" fmla="*/ 6607066 w 6848879"/>
                <a:gd name="connsiteY20" fmla="*/ 303578 h 3785714"/>
                <a:gd name="connsiteX21" fmla="*/ 6562616 w 6848879"/>
                <a:gd name="connsiteY21" fmla="*/ 194620 h 3785714"/>
                <a:gd name="connsiteX22" fmla="*/ 6543566 w 6848879"/>
                <a:gd name="connsiteY22" fmla="*/ 27550 h 3785714"/>
                <a:gd name="connsiteX23" fmla="*/ 6689615 w 6848879"/>
                <a:gd name="connsiteY23" fmla="*/ 13025 h 3785714"/>
                <a:gd name="connsiteX24" fmla="*/ 6841658 w 6848879"/>
                <a:gd name="connsiteY24" fmla="*/ 26287 h 3785714"/>
                <a:gd name="connsiteX25" fmla="*/ 6822966 w 6848879"/>
                <a:gd name="connsiteY25" fmla="*/ 252730 h 3785714"/>
                <a:gd name="connsiteX26" fmla="*/ 6778516 w 6848879"/>
                <a:gd name="connsiteY26" fmla="*/ 405271 h 3785714"/>
                <a:gd name="connsiteX27" fmla="*/ 6765815 w 6848879"/>
                <a:gd name="connsiteY27" fmla="*/ 659506 h 3785714"/>
                <a:gd name="connsiteX28" fmla="*/ 6689615 w 6848879"/>
                <a:gd name="connsiteY28" fmla="*/ 775729 h 3785714"/>
                <a:gd name="connsiteX29" fmla="*/ 6579192 w 6848879"/>
                <a:gd name="connsiteY29" fmla="*/ 797321 h 3785714"/>
                <a:gd name="connsiteX30" fmla="*/ 6365407 w 6848879"/>
                <a:gd name="connsiteY30" fmla="*/ 712560 h 3785714"/>
                <a:gd name="connsiteX31" fmla="*/ 6099065 w 6848879"/>
                <a:gd name="connsiteY31" fmla="*/ 398005 h 3785714"/>
                <a:gd name="connsiteX32" fmla="*/ 5861642 w 6848879"/>
                <a:gd name="connsiteY32" fmla="*/ 276774 h 3785714"/>
                <a:gd name="connsiteX33" fmla="*/ 5537792 w 6848879"/>
                <a:gd name="connsiteY33" fmla="*/ 257389 h 3785714"/>
                <a:gd name="connsiteX34" fmla="*/ 5355758 w 6848879"/>
                <a:gd name="connsiteY34" fmla="*/ 333589 h 3785714"/>
                <a:gd name="connsiteX35" fmla="*/ 5237225 w 6848879"/>
                <a:gd name="connsiteY35" fmla="*/ 452121 h 3785714"/>
                <a:gd name="connsiteX36" fmla="*/ 5025558 w 6848879"/>
                <a:gd name="connsiteY36" fmla="*/ 833121 h 3785714"/>
                <a:gd name="connsiteX37" fmla="*/ 4847758 w 6848879"/>
                <a:gd name="connsiteY37" fmla="*/ 985522 h 3785714"/>
                <a:gd name="connsiteX38" fmla="*/ 4435566 w 6848879"/>
                <a:gd name="connsiteY38" fmla="*/ 1018010 h 3785714"/>
                <a:gd name="connsiteX39" fmla="*/ 3766744 w 6848879"/>
                <a:gd name="connsiteY39" fmla="*/ 857442 h 3785714"/>
                <a:gd name="connsiteX40" fmla="*/ 3377933 w 6848879"/>
                <a:gd name="connsiteY40" fmla="*/ 831937 h 3785714"/>
                <a:gd name="connsiteX41" fmla="*/ 2709526 w 6848879"/>
                <a:gd name="connsiteY41" fmla="*/ 1324293 h 3785714"/>
                <a:gd name="connsiteX42" fmla="*/ 2031121 w 6848879"/>
                <a:gd name="connsiteY42" fmla="*/ 1975179 h 3785714"/>
                <a:gd name="connsiteX43" fmla="*/ 1284049 w 6848879"/>
                <a:gd name="connsiteY43" fmla="*/ 2775352 h 3785714"/>
                <a:gd name="connsiteX44" fmla="*/ 604400 w 6848879"/>
                <a:gd name="connsiteY44" fmla="*/ 3662431 h 3785714"/>
                <a:gd name="connsiteX45" fmla="*/ 316975 w 6848879"/>
                <a:gd name="connsiteY45" fmla="*/ 3785714 h 3785714"/>
                <a:gd name="connsiteX46" fmla="*/ 42710 w 6848879"/>
                <a:gd name="connsiteY46" fmla="*/ 3609906 h 3785714"/>
                <a:gd name="connsiteX47" fmla="*/ 0 w 6848879"/>
                <a:gd name="connsiteY47" fmla="*/ 3204689 h 3785714"/>
                <a:gd name="connsiteX48" fmla="*/ 13514 w 6848879"/>
                <a:gd name="connsiteY48" fmla="*/ 2344412 h 3785714"/>
                <a:gd name="connsiteX49" fmla="*/ 34724 w 6848879"/>
                <a:gd name="connsiteY49" fmla="*/ 1861782 h 3785714"/>
                <a:gd name="connsiteX0" fmla="*/ 34724 w 6848879"/>
                <a:gd name="connsiteY0" fmla="*/ 1861782 h 3785714"/>
                <a:gd name="connsiteX1" fmla="*/ 42710 w 6848879"/>
                <a:gd name="connsiteY1" fmla="*/ 1750362 h 3785714"/>
                <a:gd name="connsiteX2" fmla="*/ 130745 w 6848879"/>
                <a:gd name="connsiteY2" fmla="*/ 1750546 h 3785714"/>
                <a:gd name="connsiteX3" fmla="*/ 113830 w 6848879"/>
                <a:gd name="connsiteY3" fmla="*/ 2035104 h 3785714"/>
                <a:gd name="connsiteX4" fmla="*/ 100265 w 6848879"/>
                <a:gd name="connsiteY4" fmla="*/ 2796999 h 3785714"/>
                <a:gd name="connsiteX5" fmla="*/ 124591 w 6848879"/>
                <a:gd name="connsiteY5" fmla="*/ 3584555 h 3785714"/>
                <a:gd name="connsiteX6" fmla="*/ 576446 w 6848879"/>
                <a:gd name="connsiteY6" fmla="*/ 3567731 h 3785714"/>
                <a:gd name="connsiteX7" fmla="*/ 1087121 w 6848879"/>
                <a:gd name="connsiteY7" fmla="*/ 2846852 h 3785714"/>
                <a:gd name="connsiteX8" fmla="*/ 1905267 w 6848879"/>
                <a:gd name="connsiteY8" fmla="*/ 1955005 h 3785714"/>
                <a:gd name="connsiteX9" fmla="*/ 2541127 w 6848879"/>
                <a:gd name="connsiteY9" fmla="*/ 1341877 h 3785714"/>
                <a:gd name="connsiteX10" fmla="*/ 3386501 w 6848879"/>
                <a:gd name="connsiteY10" fmla="*/ 736610 h 3785714"/>
                <a:gd name="connsiteX11" fmla="*/ 4754625 w 6848879"/>
                <a:gd name="connsiteY11" fmla="*/ 909322 h 3785714"/>
                <a:gd name="connsiteX12" fmla="*/ 5254158 w 6848879"/>
                <a:gd name="connsiteY12" fmla="*/ 274322 h 3785714"/>
                <a:gd name="connsiteX13" fmla="*/ 5819309 w 6848879"/>
                <a:gd name="connsiteY13" fmla="*/ 172768 h 3785714"/>
                <a:gd name="connsiteX14" fmla="*/ 6248992 w 6848879"/>
                <a:gd name="connsiteY14" fmla="*/ 428302 h 3785714"/>
                <a:gd name="connsiteX15" fmla="*/ 6410214 w 6848879"/>
                <a:gd name="connsiteY15" fmla="*/ 623187 h 3785714"/>
                <a:gd name="connsiteX16" fmla="*/ 6562614 w 6848879"/>
                <a:gd name="connsiteY16" fmla="*/ 703089 h 3785714"/>
                <a:gd name="connsiteX17" fmla="*/ 6676914 w 6848879"/>
                <a:gd name="connsiteY17" fmla="*/ 674034 h 3785714"/>
                <a:gd name="connsiteX18" fmla="*/ 6706192 w 6848879"/>
                <a:gd name="connsiteY18" fmla="*/ 529995 h 3785714"/>
                <a:gd name="connsiteX19" fmla="*/ 6676915 w 6848879"/>
                <a:gd name="connsiteY19" fmla="*/ 390745 h 3785714"/>
                <a:gd name="connsiteX20" fmla="*/ 6607066 w 6848879"/>
                <a:gd name="connsiteY20" fmla="*/ 303578 h 3785714"/>
                <a:gd name="connsiteX21" fmla="*/ 6562616 w 6848879"/>
                <a:gd name="connsiteY21" fmla="*/ 194620 h 3785714"/>
                <a:gd name="connsiteX22" fmla="*/ 6543566 w 6848879"/>
                <a:gd name="connsiteY22" fmla="*/ 27550 h 3785714"/>
                <a:gd name="connsiteX23" fmla="*/ 6689615 w 6848879"/>
                <a:gd name="connsiteY23" fmla="*/ 13025 h 3785714"/>
                <a:gd name="connsiteX24" fmla="*/ 6841658 w 6848879"/>
                <a:gd name="connsiteY24" fmla="*/ 26287 h 3785714"/>
                <a:gd name="connsiteX25" fmla="*/ 6822966 w 6848879"/>
                <a:gd name="connsiteY25" fmla="*/ 252730 h 3785714"/>
                <a:gd name="connsiteX26" fmla="*/ 6778516 w 6848879"/>
                <a:gd name="connsiteY26" fmla="*/ 405271 h 3785714"/>
                <a:gd name="connsiteX27" fmla="*/ 6765815 w 6848879"/>
                <a:gd name="connsiteY27" fmla="*/ 659506 h 3785714"/>
                <a:gd name="connsiteX28" fmla="*/ 6689615 w 6848879"/>
                <a:gd name="connsiteY28" fmla="*/ 775729 h 3785714"/>
                <a:gd name="connsiteX29" fmla="*/ 6579192 w 6848879"/>
                <a:gd name="connsiteY29" fmla="*/ 797321 h 3785714"/>
                <a:gd name="connsiteX30" fmla="*/ 6365407 w 6848879"/>
                <a:gd name="connsiteY30" fmla="*/ 712560 h 3785714"/>
                <a:gd name="connsiteX31" fmla="*/ 6099065 w 6848879"/>
                <a:gd name="connsiteY31" fmla="*/ 398005 h 3785714"/>
                <a:gd name="connsiteX32" fmla="*/ 5861642 w 6848879"/>
                <a:gd name="connsiteY32" fmla="*/ 276774 h 3785714"/>
                <a:gd name="connsiteX33" fmla="*/ 5537792 w 6848879"/>
                <a:gd name="connsiteY33" fmla="*/ 257389 h 3785714"/>
                <a:gd name="connsiteX34" fmla="*/ 5355758 w 6848879"/>
                <a:gd name="connsiteY34" fmla="*/ 333589 h 3785714"/>
                <a:gd name="connsiteX35" fmla="*/ 5237225 w 6848879"/>
                <a:gd name="connsiteY35" fmla="*/ 452121 h 3785714"/>
                <a:gd name="connsiteX36" fmla="*/ 5025558 w 6848879"/>
                <a:gd name="connsiteY36" fmla="*/ 833121 h 3785714"/>
                <a:gd name="connsiteX37" fmla="*/ 4847758 w 6848879"/>
                <a:gd name="connsiteY37" fmla="*/ 985522 h 3785714"/>
                <a:gd name="connsiteX38" fmla="*/ 4435566 w 6848879"/>
                <a:gd name="connsiteY38" fmla="*/ 1018010 h 3785714"/>
                <a:gd name="connsiteX39" fmla="*/ 3766744 w 6848879"/>
                <a:gd name="connsiteY39" fmla="*/ 857442 h 3785714"/>
                <a:gd name="connsiteX40" fmla="*/ 3377933 w 6848879"/>
                <a:gd name="connsiteY40" fmla="*/ 831937 h 3785714"/>
                <a:gd name="connsiteX41" fmla="*/ 2709526 w 6848879"/>
                <a:gd name="connsiteY41" fmla="*/ 1324293 h 3785714"/>
                <a:gd name="connsiteX42" fmla="*/ 2031121 w 6848879"/>
                <a:gd name="connsiteY42" fmla="*/ 1975179 h 3785714"/>
                <a:gd name="connsiteX43" fmla="*/ 1284049 w 6848879"/>
                <a:gd name="connsiteY43" fmla="*/ 2775352 h 3785714"/>
                <a:gd name="connsiteX44" fmla="*/ 604400 w 6848879"/>
                <a:gd name="connsiteY44" fmla="*/ 3662431 h 3785714"/>
                <a:gd name="connsiteX45" fmla="*/ 316975 w 6848879"/>
                <a:gd name="connsiteY45" fmla="*/ 3785714 h 3785714"/>
                <a:gd name="connsiteX46" fmla="*/ 42710 w 6848879"/>
                <a:gd name="connsiteY46" fmla="*/ 3609906 h 3785714"/>
                <a:gd name="connsiteX47" fmla="*/ 0 w 6848879"/>
                <a:gd name="connsiteY47" fmla="*/ 3204689 h 3785714"/>
                <a:gd name="connsiteX48" fmla="*/ 13514 w 6848879"/>
                <a:gd name="connsiteY48" fmla="*/ 2344412 h 3785714"/>
                <a:gd name="connsiteX49" fmla="*/ 34724 w 6848879"/>
                <a:gd name="connsiteY49" fmla="*/ 1861782 h 3785714"/>
                <a:gd name="connsiteX0" fmla="*/ 34724 w 6848879"/>
                <a:gd name="connsiteY0" fmla="*/ 1861782 h 3785714"/>
                <a:gd name="connsiteX1" fmla="*/ 42710 w 6848879"/>
                <a:gd name="connsiteY1" fmla="*/ 1750362 h 3785714"/>
                <a:gd name="connsiteX2" fmla="*/ 130745 w 6848879"/>
                <a:gd name="connsiteY2" fmla="*/ 1750546 h 3785714"/>
                <a:gd name="connsiteX3" fmla="*/ 113830 w 6848879"/>
                <a:gd name="connsiteY3" fmla="*/ 2035104 h 3785714"/>
                <a:gd name="connsiteX4" fmla="*/ 100265 w 6848879"/>
                <a:gd name="connsiteY4" fmla="*/ 2796999 h 3785714"/>
                <a:gd name="connsiteX5" fmla="*/ 124591 w 6848879"/>
                <a:gd name="connsiteY5" fmla="*/ 3584555 h 3785714"/>
                <a:gd name="connsiteX6" fmla="*/ 576446 w 6848879"/>
                <a:gd name="connsiteY6" fmla="*/ 3567731 h 3785714"/>
                <a:gd name="connsiteX7" fmla="*/ 1087121 w 6848879"/>
                <a:gd name="connsiteY7" fmla="*/ 2846852 h 3785714"/>
                <a:gd name="connsiteX8" fmla="*/ 1905267 w 6848879"/>
                <a:gd name="connsiteY8" fmla="*/ 1955005 h 3785714"/>
                <a:gd name="connsiteX9" fmla="*/ 2541127 w 6848879"/>
                <a:gd name="connsiteY9" fmla="*/ 1341877 h 3785714"/>
                <a:gd name="connsiteX10" fmla="*/ 3386501 w 6848879"/>
                <a:gd name="connsiteY10" fmla="*/ 736610 h 3785714"/>
                <a:gd name="connsiteX11" fmla="*/ 4754625 w 6848879"/>
                <a:gd name="connsiteY11" fmla="*/ 909322 h 3785714"/>
                <a:gd name="connsiteX12" fmla="*/ 5254158 w 6848879"/>
                <a:gd name="connsiteY12" fmla="*/ 274322 h 3785714"/>
                <a:gd name="connsiteX13" fmla="*/ 5819309 w 6848879"/>
                <a:gd name="connsiteY13" fmla="*/ 172768 h 3785714"/>
                <a:gd name="connsiteX14" fmla="*/ 6248992 w 6848879"/>
                <a:gd name="connsiteY14" fmla="*/ 428302 h 3785714"/>
                <a:gd name="connsiteX15" fmla="*/ 6410214 w 6848879"/>
                <a:gd name="connsiteY15" fmla="*/ 623187 h 3785714"/>
                <a:gd name="connsiteX16" fmla="*/ 6562614 w 6848879"/>
                <a:gd name="connsiteY16" fmla="*/ 703089 h 3785714"/>
                <a:gd name="connsiteX17" fmla="*/ 6676914 w 6848879"/>
                <a:gd name="connsiteY17" fmla="*/ 674034 h 3785714"/>
                <a:gd name="connsiteX18" fmla="*/ 6706192 w 6848879"/>
                <a:gd name="connsiteY18" fmla="*/ 529995 h 3785714"/>
                <a:gd name="connsiteX19" fmla="*/ 6676915 w 6848879"/>
                <a:gd name="connsiteY19" fmla="*/ 390745 h 3785714"/>
                <a:gd name="connsiteX20" fmla="*/ 6607066 w 6848879"/>
                <a:gd name="connsiteY20" fmla="*/ 303578 h 3785714"/>
                <a:gd name="connsiteX21" fmla="*/ 6562616 w 6848879"/>
                <a:gd name="connsiteY21" fmla="*/ 194620 h 3785714"/>
                <a:gd name="connsiteX22" fmla="*/ 6543566 w 6848879"/>
                <a:gd name="connsiteY22" fmla="*/ 27550 h 3785714"/>
                <a:gd name="connsiteX23" fmla="*/ 6689615 w 6848879"/>
                <a:gd name="connsiteY23" fmla="*/ 13025 h 3785714"/>
                <a:gd name="connsiteX24" fmla="*/ 6841658 w 6848879"/>
                <a:gd name="connsiteY24" fmla="*/ 26287 h 3785714"/>
                <a:gd name="connsiteX25" fmla="*/ 6822966 w 6848879"/>
                <a:gd name="connsiteY25" fmla="*/ 252730 h 3785714"/>
                <a:gd name="connsiteX26" fmla="*/ 6778516 w 6848879"/>
                <a:gd name="connsiteY26" fmla="*/ 405271 h 3785714"/>
                <a:gd name="connsiteX27" fmla="*/ 6765815 w 6848879"/>
                <a:gd name="connsiteY27" fmla="*/ 659506 h 3785714"/>
                <a:gd name="connsiteX28" fmla="*/ 6689615 w 6848879"/>
                <a:gd name="connsiteY28" fmla="*/ 775729 h 3785714"/>
                <a:gd name="connsiteX29" fmla="*/ 6579192 w 6848879"/>
                <a:gd name="connsiteY29" fmla="*/ 797321 h 3785714"/>
                <a:gd name="connsiteX30" fmla="*/ 6365407 w 6848879"/>
                <a:gd name="connsiteY30" fmla="*/ 712560 h 3785714"/>
                <a:gd name="connsiteX31" fmla="*/ 6099065 w 6848879"/>
                <a:gd name="connsiteY31" fmla="*/ 398005 h 3785714"/>
                <a:gd name="connsiteX32" fmla="*/ 5861642 w 6848879"/>
                <a:gd name="connsiteY32" fmla="*/ 276774 h 3785714"/>
                <a:gd name="connsiteX33" fmla="*/ 5537792 w 6848879"/>
                <a:gd name="connsiteY33" fmla="*/ 257389 h 3785714"/>
                <a:gd name="connsiteX34" fmla="*/ 5355758 w 6848879"/>
                <a:gd name="connsiteY34" fmla="*/ 333589 h 3785714"/>
                <a:gd name="connsiteX35" fmla="*/ 5237225 w 6848879"/>
                <a:gd name="connsiteY35" fmla="*/ 452121 h 3785714"/>
                <a:gd name="connsiteX36" fmla="*/ 5025558 w 6848879"/>
                <a:gd name="connsiteY36" fmla="*/ 833121 h 3785714"/>
                <a:gd name="connsiteX37" fmla="*/ 4847758 w 6848879"/>
                <a:gd name="connsiteY37" fmla="*/ 985522 h 3785714"/>
                <a:gd name="connsiteX38" fmla="*/ 4435566 w 6848879"/>
                <a:gd name="connsiteY38" fmla="*/ 1018010 h 3785714"/>
                <a:gd name="connsiteX39" fmla="*/ 3766744 w 6848879"/>
                <a:gd name="connsiteY39" fmla="*/ 857442 h 3785714"/>
                <a:gd name="connsiteX40" fmla="*/ 3377933 w 6848879"/>
                <a:gd name="connsiteY40" fmla="*/ 831937 h 3785714"/>
                <a:gd name="connsiteX41" fmla="*/ 2709526 w 6848879"/>
                <a:gd name="connsiteY41" fmla="*/ 1324293 h 3785714"/>
                <a:gd name="connsiteX42" fmla="*/ 2031121 w 6848879"/>
                <a:gd name="connsiteY42" fmla="*/ 1975179 h 3785714"/>
                <a:gd name="connsiteX43" fmla="*/ 1284049 w 6848879"/>
                <a:gd name="connsiteY43" fmla="*/ 2775352 h 3785714"/>
                <a:gd name="connsiteX44" fmla="*/ 604400 w 6848879"/>
                <a:gd name="connsiteY44" fmla="*/ 3662431 h 3785714"/>
                <a:gd name="connsiteX45" fmla="*/ 316975 w 6848879"/>
                <a:gd name="connsiteY45" fmla="*/ 3785714 h 3785714"/>
                <a:gd name="connsiteX46" fmla="*/ 42710 w 6848879"/>
                <a:gd name="connsiteY46" fmla="*/ 3609906 h 3785714"/>
                <a:gd name="connsiteX47" fmla="*/ 0 w 6848879"/>
                <a:gd name="connsiteY47" fmla="*/ 3204689 h 3785714"/>
                <a:gd name="connsiteX48" fmla="*/ 13514 w 6848879"/>
                <a:gd name="connsiteY48" fmla="*/ 2344412 h 3785714"/>
                <a:gd name="connsiteX49" fmla="*/ 34724 w 6848879"/>
                <a:gd name="connsiteY49" fmla="*/ 1861782 h 3785714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24591 w 6848879"/>
                <a:gd name="connsiteY5" fmla="*/ 3584555 h 3797336"/>
                <a:gd name="connsiteX6" fmla="*/ 576446 w 6848879"/>
                <a:gd name="connsiteY6" fmla="*/ 3567731 h 3797336"/>
                <a:gd name="connsiteX7" fmla="*/ 1087121 w 6848879"/>
                <a:gd name="connsiteY7" fmla="*/ 2846852 h 3797336"/>
                <a:gd name="connsiteX8" fmla="*/ 1905267 w 6848879"/>
                <a:gd name="connsiteY8" fmla="*/ 1955005 h 3797336"/>
                <a:gd name="connsiteX9" fmla="*/ 2541127 w 6848879"/>
                <a:gd name="connsiteY9" fmla="*/ 1341877 h 3797336"/>
                <a:gd name="connsiteX10" fmla="*/ 3386501 w 6848879"/>
                <a:gd name="connsiteY10" fmla="*/ 736610 h 3797336"/>
                <a:gd name="connsiteX11" fmla="*/ 4754625 w 6848879"/>
                <a:gd name="connsiteY11" fmla="*/ 909322 h 3797336"/>
                <a:gd name="connsiteX12" fmla="*/ 5254158 w 6848879"/>
                <a:gd name="connsiteY12" fmla="*/ 274322 h 3797336"/>
                <a:gd name="connsiteX13" fmla="*/ 5819309 w 6848879"/>
                <a:gd name="connsiteY13" fmla="*/ 172768 h 3797336"/>
                <a:gd name="connsiteX14" fmla="*/ 6248992 w 6848879"/>
                <a:gd name="connsiteY14" fmla="*/ 428302 h 3797336"/>
                <a:gd name="connsiteX15" fmla="*/ 6410214 w 6848879"/>
                <a:gd name="connsiteY15" fmla="*/ 623187 h 3797336"/>
                <a:gd name="connsiteX16" fmla="*/ 6562614 w 6848879"/>
                <a:gd name="connsiteY16" fmla="*/ 703089 h 3797336"/>
                <a:gd name="connsiteX17" fmla="*/ 6676914 w 6848879"/>
                <a:gd name="connsiteY17" fmla="*/ 674034 h 3797336"/>
                <a:gd name="connsiteX18" fmla="*/ 6706192 w 6848879"/>
                <a:gd name="connsiteY18" fmla="*/ 529995 h 3797336"/>
                <a:gd name="connsiteX19" fmla="*/ 6676915 w 6848879"/>
                <a:gd name="connsiteY19" fmla="*/ 390745 h 3797336"/>
                <a:gd name="connsiteX20" fmla="*/ 6607066 w 6848879"/>
                <a:gd name="connsiteY20" fmla="*/ 303578 h 3797336"/>
                <a:gd name="connsiteX21" fmla="*/ 6562616 w 6848879"/>
                <a:gd name="connsiteY21" fmla="*/ 194620 h 3797336"/>
                <a:gd name="connsiteX22" fmla="*/ 6543566 w 6848879"/>
                <a:gd name="connsiteY22" fmla="*/ 27550 h 3797336"/>
                <a:gd name="connsiteX23" fmla="*/ 6689615 w 6848879"/>
                <a:gd name="connsiteY23" fmla="*/ 13025 h 3797336"/>
                <a:gd name="connsiteX24" fmla="*/ 6841658 w 6848879"/>
                <a:gd name="connsiteY24" fmla="*/ 26287 h 3797336"/>
                <a:gd name="connsiteX25" fmla="*/ 6822966 w 6848879"/>
                <a:gd name="connsiteY25" fmla="*/ 252730 h 3797336"/>
                <a:gd name="connsiteX26" fmla="*/ 6778516 w 6848879"/>
                <a:gd name="connsiteY26" fmla="*/ 405271 h 3797336"/>
                <a:gd name="connsiteX27" fmla="*/ 6765815 w 6848879"/>
                <a:gd name="connsiteY27" fmla="*/ 659506 h 3797336"/>
                <a:gd name="connsiteX28" fmla="*/ 6689615 w 6848879"/>
                <a:gd name="connsiteY28" fmla="*/ 775729 h 3797336"/>
                <a:gd name="connsiteX29" fmla="*/ 6579192 w 6848879"/>
                <a:gd name="connsiteY29" fmla="*/ 797321 h 3797336"/>
                <a:gd name="connsiteX30" fmla="*/ 6365407 w 6848879"/>
                <a:gd name="connsiteY30" fmla="*/ 712560 h 3797336"/>
                <a:gd name="connsiteX31" fmla="*/ 6099065 w 6848879"/>
                <a:gd name="connsiteY31" fmla="*/ 398005 h 3797336"/>
                <a:gd name="connsiteX32" fmla="*/ 5861642 w 6848879"/>
                <a:gd name="connsiteY32" fmla="*/ 276774 h 3797336"/>
                <a:gd name="connsiteX33" fmla="*/ 5537792 w 6848879"/>
                <a:gd name="connsiteY33" fmla="*/ 257389 h 3797336"/>
                <a:gd name="connsiteX34" fmla="*/ 5355758 w 6848879"/>
                <a:gd name="connsiteY34" fmla="*/ 333589 h 3797336"/>
                <a:gd name="connsiteX35" fmla="*/ 5237225 w 6848879"/>
                <a:gd name="connsiteY35" fmla="*/ 452121 h 3797336"/>
                <a:gd name="connsiteX36" fmla="*/ 5025558 w 6848879"/>
                <a:gd name="connsiteY36" fmla="*/ 833121 h 3797336"/>
                <a:gd name="connsiteX37" fmla="*/ 4847758 w 6848879"/>
                <a:gd name="connsiteY37" fmla="*/ 985522 h 3797336"/>
                <a:gd name="connsiteX38" fmla="*/ 4435566 w 6848879"/>
                <a:gd name="connsiteY38" fmla="*/ 1018010 h 3797336"/>
                <a:gd name="connsiteX39" fmla="*/ 3766744 w 6848879"/>
                <a:gd name="connsiteY39" fmla="*/ 857442 h 3797336"/>
                <a:gd name="connsiteX40" fmla="*/ 3377933 w 6848879"/>
                <a:gd name="connsiteY40" fmla="*/ 831937 h 3797336"/>
                <a:gd name="connsiteX41" fmla="*/ 2709526 w 6848879"/>
                <a:gd name="connsiteY41" fmla="*/ 1324293 h 3797336"/>
                <a:gd name="connsiteX42" fmla="*/ 2031121 w 6848879"/>
                <a:gd name="connsiteY42" fmla="*/ 1975179 h 3797336"/>
                <a:gd name="connsiteX43" fmla="*/ 1284049 w 6848879"/>
                <a:gd name="connsiteY43" fmla="*/ 2775352 h 3797336"/>
                <a:gd name="connsiteX44" fmla="*/ 604400 w 6848879"/>
                <a:gd name="connsiteY44" fmla="*/ 3662431 h 3797336"/>
                <a:gd name="connsiteX45" fmla="*/ 281415 w 6848879"/>
                <a:gd name="connsiteY45" fmla="*/ 3797336 h 3797336"/>
                <a:gd name="connsiteX46" fmla="*/ 42710 w 6848879"/>
                <a:gd name="connsiteY46" fmla="*/ 3609906 h 3797336"/>
                <a:gd name="connsiteX47" fmla="*/ 0 w 6848879"/>
                <a:gd name="connsiteY47" fmla="*/ 3204689 h 3797336"/>
                <a:gd name="connsiteX48" fmla="*/ 13514 w 6848879"/>
                <a:gd name="connsiteY48" fmla="*/ 2344412 h 3797336"/>
                <a:gd name="connsiteX49" fmla="*/ 34724 w 6848879"/>
                <a:gd name="connsiteY49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1087121 w 6848879"/>
                <a:gd name="connsiteY7" fmla="*/ 2846852 h 3797336"/>
                <a:gd name="connsiteX8" fmla="*/ 1905267 w 6848879"/>
                <a:gd name="connsiteY8" fmla="*/ 1955005 h 3797336"/>
                <a:gd name="connsiteX9" fmla="*/ 2541127 w 6848879"/>
                <a:gd name="connsiteY9" fmla="*/ 1341877 h 3797336"/>
                <a:gd name="connsiteX10" fmla="*/ 3386501 w 6848879"/>
                <a:gd name="connsiteY10" fmla="*/ 736610 h 3797336"/>
                <a:gd name="connsiteX11" fmla="*/ 4754625 w 6848879"/>
                <a:gd name="connsiteY11" fmla="*/ 909322 h 3797336"/>
                <a:gd name="connsiteX12" fmla="*/ 5254158 w 6848879"/>
                <a:gd name="connsiteY12" fmla="*/ 274322 h 3797336"/>
                <a:gd name="connsiteX13" fmla="*/ 5819309 w 6848879"/>
                <a:gd name="connsiteY13" fmla="*/ 172768 h 3797336"/>
                <a:gd name="connsiteX14" fmla="*/ 6248992 w 6848879"/>
                <a:gd name="connsiteY14" fmla="*/ 428302 h 3797336"/>
                <a:gd name="connsiteX15" fmla="*/ 6410214 w 6848879"/>
                <a:gd name="connsiteY15" fmla="*/ 623187 h 3797336"/>
                <a:gd name="connsiteX16" fmla="*/ 6562614 w 6848879"/>
                <a:gd name="connsiteY16" fmla="*/ 703089 h 3797336"/>
                <a:gd name="connsiteX17" fmla="*/ 6676914 w 6848879"/>
                <a:gd name="connsiteY17" fmla="*/ 674034 h 3797336"/>
                <a:gd name="connsiteX18" fmla="*/ 6706192 w 6848879"/>
                <a:gd name="connsiteY18" fmla="*/ 529995 h 3797336"/>
                <a:gd name="connsiteX19" fmla="*/ 6676915 w 6848879"/>
                <a:gd name="connsiteY19" fmla="*/ 390745 h 3797336"/>
                <a:gd name="connsiteX20" fmla="*/ 6607066 w 6848879"/>
                <a:gd name="connsiteY20" fmla="*/ 303578 h 3797336"/>
                <a:gd name="connsiteX21" fmla="*/ 6562616 w 6848879"/>
                <a:gd name="connsiteY21" fmla="*/ 194620 h 3797336"/>
                <a:gd name="connsiteX22" fmla="*/ 6543566 w 6848879"/>
                <a:gd name="connsiteY22" fmla="*/ 27550 h 3797336"/>
                <a:gd name="connsiteX23" fmla="*/ 6689615 w 6848879"/>
                <a:gd name="connsiteY23" fmla="*/ 13025 h 3797336"/>
                <a:gd name="connsiteX24" fmla="*/ 6841658 w 6848879"/>
                <a:gd name="connsiteY24" fmla="*/ 26287 h 3797336"/>
                <a:gd name="connsiteX25" fmla="*/ 6822966 w 6848879"/>
                <a:gd name="connsiteY25" fmla="*/ 252730 h 3797336"/>
                <a:gd name="connsiteX26" fmla="*/ 6778516 w 6848879"/>
                <a:gd name="connsiteY26" fmla="*/ 405271 h 3797336"/>
                <a:gd name="connsiteX27" fmla="*/ 6765815 w 6848879"/>
                <a:gd name="connsiteY27" fmla="*/ 659506 h 3797336"/>
                <a:gd name="connsiteX28" fmla="*/ 6689615 w 6848879"/>
                <a:gd name="connsiteY28" fmla="*/ 775729 h 3797336"/>
                <a:gd name="connsiteX29" fmla="*/ 6579192 w 6848879"/>
                <a:gd name="connsiteY29" fmla="*/ 797321 h 3797336"/>
                <a:gd name="connsiteX30" fmla="*/ 6365407 w 6848879"/>
                <a:gd name="connsiteY30" fmla="*/ 712560 h 3797336"/>
                <a:gd name="connsiteX31" fmla="*/ 6099065 w 6848879"/>
                <a:gd name="connsiteY31" fmla="*/ 398005 h 3797336"/>
                <a:gd name="connsiteX32" fmla="*/ 5861642 w 6848879"/>
                <a:gd name="connsiteY32" fmla="*/ 276774 h 3797336"/>
                <a:gd name="connsiteX33" fmla="*/ 5537792 w 6848879"/>
                <a:gd name="connsiteY33" fmla="*/ 257389 h 3797336"/>
                <a:gd name="connsiteX34" fmla="*/ 5355758 w 6848879"/>
                <a:gd name="connsiteY34" fmla="*/ 333589 h 3797336"/>
                <a:gd name="connsiteX35" fmla="*/ 5237225 w 6848879"/>
                <a:gd name="connsiteY35" fmla="*/ 452121 h 3797336"/>
                <a:gd name="connsiteX36" fmla="*/ 5025558 w 6848879"/>
                <a:gd name="connsiteY36" fmla="*/ 833121 h 3797336"/>
                <a:gd name="connsiteX37" fmla="*/ 4847758 w 6848879"/>
                <a:gd name="connsiteY37" fmla="*/ 985522 h 3797336"/>
                <a:gd name="connsiteX38" fmla="*/ 4435566 w 6848879"/>
                <a:gd name="connsiteY38" fmla="*/ 1018010 h 3797336"/>
                <a:gd name="connsiteX39" fmla="*/ 3766744 w 6848879"/>
                <a:gd name="connsiteY39" fmla="*/ 857442 h 3797336"/>
                <a:gd name="connsiteX40" fmla="*/ 3377933 w 6848879"/>
                <a:gd name="connsiteY40" fmla="*/ 831937 h 3797336"/>
                <a:gd name="connsiteX41" fmla="*/ 2709526 w 6848879"/>
                <a:gd name="connsiteY41" fmla="*/ 1324293 h 3797336"/>
                <a:gd name="connsiteX42" fmla="*/ 2031121 w 6848879"/>
                <a:gd name="connsiteY42" fmla="*/ 1975179 h 3797336"/>
                <a:gd name="connsiteX43" fmla="*/ 1284049 w 6848879"/>
                <a:gd name="connsiteY43" fmla="*/ 2775352 h 3797336"/>
                <a:gd name="connsiteX44" fmla="*/ 604400 w 6848879"/>
                <a:gd name="connsiteY44" fmla="*/ 3662431 h 3797336"/>
                <a:gd name="connsiteX45" fmla="*/ 281415 w 6848879"/>
                <a:gd name="connsiteY45" fmla="*/ 3797336 h 3797336"/>
                <a:gd name="connsiteX46" fmla="*/ 42710 w 6848879"/>
                <a:gd name="connsiteY46" fmla="*/ 3609906 h 3797336"/>
                <a:gd name="connsiteX47" fmla="*/ 0 w 6848879"/>
                <a:gd name="connsiteY47" fmla="*/ 3204689 h 3797336"/>
                <a:gd name="connsiteX48" fmla="*/ 13514 w 6848879"/>
                <a:gd name="connsiteY48" fmla="*/ 2344412 h 3797336"/>
                <a:gd name="connsiteX49" fmla="*/ 34724 w 6848879"/>
                <a:gd name="connsiteY49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1087121 w 6848879"/>
                <a:gd name="connsiteY7" fmla="*/ 2846852 h 3797336"/>
                <a:gd name="connsiteX8" fmla="*/ 1905267 w 6848879"/>
                <a:gd name="connsiteY8" fmla="*/ 1955005 h 3797336"/>
                <a:gd name="connsiteX9" fmla="*/ 2541127 w 6848879"/>
                <a:gd name="connsiteY9" fmla="*/ 1341877 h 3797336"/>
                <a:gd name="connsiteX10" fmla="*/ 3386501 w 6848879"/>
                <a:gd name="connsiteY10" fmla="*/ 736610 h 3797336"/>
                <a:gd name="connsiteX11" fmla="*/ 4754625 w 6848879"/>
                <a:gd name="connsiteY11" fmla="*/ 909322 h 3797336"/>
                <a:gd name="connsiteX12" fmla="*/ 5254158 w 6848879"/>
                <a:gd name="connsiteY12" fmla="*/ 274322 h 3797336"/>
                <a:gd name="connsiteX13" fmla="*/ 5819309 w 6848879"/>
                <a:gd name="connsiteY13" fmla="*/ 172768 h 3797336"/>
                <a:gd name="connsiteX14" fmla="*/ 6248992 w 6848879"/>
                <a:gd name="connsiteY14" fmla="*/ 428302 h 3797336"/>
                <a:gd name="connsiteX15" fmla="*/ 6410214 w 6848879"/>
                <a:gd name="connsiteY15" fmla="*/ 623187 h 3797336"/>
                <a:gd name="connsiteX16" fmla="*/ 6562614 w 6848879"/>
                <a:gd name="connsiteY16" fmla="*/ 703089 h 3797336"/>
                <a:gd name="connsiteX17" fmla="*/ 6676914 w 6848879"/>
                <a:gd name="connsiteY17" fmla="*/ 674034 h 3797336"/>
                <a:gd name="connsiteX18" fmla="*/ 6706192 w 6848879"/>
                <a:gd name="connsiteY18" fmla="*/ 529995 h 3797336"/>
                <a:gd name="connsiteX19" fmla="*/ 6676915 w 6848879"/>
                <a:gd name="connsiteY19" fmla="*/ 390745 h 3797336"/>
                <a:gd name="connsiteX20" fmla="*/ 6607066 w 6848879"/>
                <a:gd name="connsiteY20" fmla="*/ 303578 h 3797336"/>
                <a:gd name="connsiteX21" fmla="*/ 6562616 w 6848879"/>
                <a:gd name="connsiteY21" fmla="*/ 194620 h 3797336"/>
                <a:gd name="connsiteX22" fmla="*/ 6543566 w 6848879"/>
                <a:gd name="connsiteY22" fmla="*/ 27550 h 3797336"/>
                <a:gd name="connsiteX23" fmla="*/ 6689615 w 6848879"/>
                <a:gd name="connsiteY23" fmla="*/ 13025 h 3797336"/>
                <a:gd name="connsiteX24" fmla="*/ 6841658 w 6848879"/>
                <a:gd name="connsiteY24" fmla="*/ 26287 h 3797336"/>
                <a:gd name="connsiteX25" fmla="*/ 6822966 w 6848879"/>
                <a:gd name="connsiteY25" fmla="*/ 252730 h 3797336"/>
                <a:gd name="connsiteX26" fmla="*/ 6778516 w 6848879"/>
                <a:gd name="connsiteY26" fmla="*/ 405271 h 3797336"/>
                <a:gd name="connsiteX27" fmla="*/ 6765815 w 6848879"/>
                <a:gd name="connsiteY27" fmla="*/ 659506 h 3797336"/>
                <a:gd name="connsiteX28" fmla="*/ 6689615 w 6848879"/>
                <a:gd name="connsiteY28" fmla="*/ 775729 h 3797336"/>
                <a:gd name="connsiteX29" fmla="*/ 6579192 w 6848879"/>
                <a:gd name="connsiteY29" fmla="*/ 797321 h 3797336"/>
                <a:gd name="connsiteX30" fmla="*/ 6365407 w 6848879"/>
                <a:gd name="connsiteY30" fmla="*/ 712560 h 3797336"/>
                <a:gd name="connsiteX31" fmla="*/ 6099065 w 6848879"/>
                <a:gd name="connsiteY31" fmla="*/ 398005 h 3797336"/>
                <a:gd name="connsiteX32" fmla="*/ 5861642 w 6848879"/>
                <a:gd name="connsiteY32" fmla="*/ 276774 h 3797336"/>
                <a:gd name="connsiteX33" fmla="*/ 5537792 w 6848879"/>
                <a:gd name="connsiteY33" fmla="*/ 257389 h 3797336"/>
                <a:gd name="connsiteX34" fmla="*/ 5355758 w 6848879"/>
                <a:gd name="connsiteY34" fmla="*/ 333589 h 3797336"/>
                <a:gd name="connsiteX35" fmla="*/ 5237225 w 6848879"/>
                <a:gd name="connsiteY35" fmla="*/ 452121 h 3797336"/>
                <a:gd name="connsiteX36" fmla="*/ 5025558 w 6848879"/>
                <a:gd name="connsiteY36" fmla="*/ 833121 h 3797336"/>
                <a:gd name="connsiteX37" fmla="*/ 4847758 w 6848879"/>
                <a:gd name="connsiteY37" fmla="*/ 985522 h 3797336"/>
                <a:gd name="connsiteX38" fmla="*/ 4435566 w 6848879"/>
                <a:gd name="connsiteY38" fmla="*/ 1018010 h 3797336"/>
                <a:gd name="connsiteX39" fmla="*/ 3766744 w 6848879"/>
                <a:gd name="connsiteY39" fmla="*/ 857442 h 3797336"/>
                <a:gd name="connsiteX40" fmla="*/ 3377933 w 6848879"/>
                <a:gd name="connsiteY40" fmla="*/ 831937 h 3797336"/>
                <a:gd name="connsiteX41" fmla="*/ 2709526 w 6848879"/>
                <a:gd name="connsiteY41" fmla="*/ 1324293 h 3797336"/>
                <a:gd name="connsiteX42" fmla="*/ 2031121 w 6848879"/>
                <a:gd name="connsiteY42" fmla="*/ 1975179 h 3797336"/>
                <a:gd name="connsiteX43" fmla="*/ 1284049 w 6848879"/>
                <a:gd name="connsiteY43" fmla="*/ 2775352 h 3797336"/>
                <a:gd name="connsiteX44" fmla="*/ 604400 w 6848879"/>
                <a:gd name="connsiteY44" fmla="*/ 3662431 h 3797336"/>
                <a:gd name="connsiteX45" fmla="*/ 281415 w 6848879"/>
                <a:gd name="connsiteY45" fmla="*/ 3797336 h 3797336"/>
                <a:gd name="connsiteX46" fmla="*/ 42710 w 6848879"/>
                <a:gd name="connsiteY46" fmla="*/ 3609906 h 3797336"/>
                <a:gd name="connsiteX47" fmla="*/ 0 w 6848879"/>
                <a:gd name="connsiteY47" fmla="*/ 3204689 h 3797336"/>
                <a:gd name="connsiteX48" fmla="*/ 13514 w 6848879"/>
                <a:gd name="connsiteY48" fmla="*/ 2344412 h 3797336"/>
                <a:gd name="connsiteX49" fmla="*/ 34724 w 6848879"/>
                <a:gd name="connsiteY49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1087121 w 6848879"/>
                <a:gd name="connsiteY7" fmla="*/ 2846852 h 3797336"/>
                <a:gd name="connsiteX8" fmla="*/ 1905267 w 6848879"/>
                <a:gd name="connsiteY8" fmla="*/ 1955005 h 3797336"/>
                <a:gd name="connsiteX9" fmla="*/ 2541127 w 6848879"/>
                <a:gd name="connsiteY9" fmla="*/ 1341877 h 3797336"/>
                <a:gd name="connsiteX10" fmla="*/ 3386501 w 6848879"/>
                <a:gd name="connsiteY10" fmla="*/ 736610 h 3797336"/>
                <a:gd name="connsiteX11" fmla="*/ 4754625 w 6848879"/>
                <a:gd name="connsiteY11" fmla="*/ 909322 h 3797336"/>
                <a:gd name="connsiteX12" fmla="*/ 5254158 w 6848879"/>
                <a:gd name="connsiteY12" fmla="*/ 274322 h 3797336"/>
                <a:gd name="connsiteX13" fmla="*/ 5819309 w 6848879"/>
                <a:gd name="connsiteY13" fmla="*/ 172768 h 3797336"/>
                <a:gd name="connsiteX14" fmla="*/ 6248992 w 6848879"/>
                <a:gd name="connsiteY14" fmla="*/ 428302 h 3797336"/>
                <a:gd name="connsiteX15" fmla="*/ 6410214 w 6848879"/>
                <a:gd name="connsiteY15" fmla="*/ 623187 h 3797336"/>
                <a:gd name="connsiteX16" fmla="*/ 6562614 w 6848879"/>
                <a:gd name="connsiteY16" fmla="*/ 703089 h 3797336"/>
                <a:gd name="connsiteX17" fmla="*/ 6676914 w 6848879"/>
                <a:gd name="connsiteY17" fmla="*/ 674034 h 3797336"/>
                <a:gd name="connsiteX18" fmla="*/ 6706192 w 6848879"/>
                <a:gd name="connsiteY18" fmla="*/ 529995 h 3797336"/>
                <a:gd name="connsiteX19" fmla="*/ 6676915 w 6848879"/>
                <a:gd name="connsiteY19" fmla="*/ 390745 h 3797336"/>
                <a:gd name="connsiteX20" fmla="*/ 6607066 w 6848879"/>
                <a:gd name="connsiteY20" fmla="*/ 303578 h 3797336"/>
                <a:gd name="connsiteX21" fmla="*/ 6562616 w 6848879"/>
                <a:gd name="connsiteY21" fmla="*/ 194620 h 3797336"/>
                <a:gd name="connsiteX22" fmla="*/ 6543566 w 6848879"/>
                <a:gd name="connsiteY22" fmla="*/ 27550 h 3797336"/>
                <a:gd name="connsiteX23" fmla="*/ 6689615 w 6848879"/>
                <a:gd name="connsiteY23" fmla="*/ 13025 h 3797336"/>
                <a:gd name="connsiteX24" fmla="*/ 6841658 w 6848879"/>
                <a:gd name="connsiteY24" fmla="*/ 26287 h 3797336"/>
                <a:gd name="connsiteX25" fmla="*/ 6822966 w 6848879"/>
                <a:gd name="connsiteY25" fmla="*/ 252730 h 3797336"/>
                <a:gd name="connsiteX26" fmla="*/ 6778516 w 6848879"/>
                <a:gd name="connsiteY26" fmla="*/ 405271 h 3797336"/>
                <a:gd name="connsiteX27" fmla="*/ 6765815 w 6848879"/>
                <a:gd name="connsiteY27" fmla="*/ 659506 h 3797336"/>
                <a:gd name="connsiteX28" fmla="*/ 6689615 w 6848879"/>
                <a:gd name="connsiteY28" fmla="*/ 775729 h 3797336"/>
                <a:gd name="connsiteX29" fmla="*/ 6579192 w 6848879"/>
                <a:gd name="connsiteY29" fmla="*/ 797321 h 3797336"/>
                <a:gd name="connsiteX30" fmla="*/ 6365407 w 6848879"/>
                <a:gd name="connsiteY30" fmla="*/ 712560 h 3797336"/>
                <a:gd name="connsiteX31" fmla="*/ 6099065 w 6848879"/>
                <a:gd name="connsiteY31" fmla="*/ 398005 h 3797336"/>
                <a:gd name="connsiteX32" fmla="*/ 5861642 w 6848879"/>
                <a:gd name="connsiteY32" fmla="*/ 276774 h 3797336"/>
                <a:gd name="connsiteX33" fmla="*/ 5537792 w 6848879"/>
                <a:gd name="connsiteY33" fmla="*/ 257389 h 3797336"/>
                <a:gd name="connsiteX34" fmla="*/ 5355758 w 6848879"/>
                <a:gd name="connsiteY34" fmla="*/ 333589 h 3797336"/>
                <a:gd name="connsiteX35" fmla="*/ 5237225 w 6848879"/>
                <a:gd name="connsiteY35" fmla="*/ 452121 h 3797336"/>
                <a:gd name="connsiteX36" fmla="*/ 5025558 w 6848879"/>
                <a:gd name="connsiteY36" fmla="*/ 833121 h 3797336"/>
                <a:gd name="connsiteX37" fmla="*/ 4847758 w 6848879"/>
                <a:gd name="connsiteY37" fmla="*/ 985522 h 3797336"/>
                <a:gd name="connsiteX38" fmla="*/ 4435566 w 6848879"/>
                <a:gd name="connsiteY38" fmla="*/ 1018010 h 3797336"/>
                <a:gd name="connsiteX39" fmla="*/ 3766744 w 6848879"/>
                <a:gd name="connsiteY39" fmla="*/ 857442 h 3797336"/>
                <a:gd name="connsiteX40" fmla="*/ 3377933 w 6848879"/>
                <a:gd name="connsiteY40" fmla="*/ 831937 h 3797336"/>
                <a:gd name="connsiteX41" fmla="*/ 2709526 w 6848879"/>
                <a:gd name="connsiteY41" fmla="*/ 1324293 h 3797336"/>
                <a:gd name="connsiteX42" fmla="*/ 2031121 w 6848879"/>
                <a:gd name="connsiteY42" fmla="*/ 1975179 h 3797336"/>
                <a:gd name="connsiteX43" fmla="*/ 1284049 w 6848879"/>
                <a:gd name="connsiteY43" fmla="*/ 2775352 h 3797336"/>
                <a:gd name="connsiteX44" fmla="*/ 604400 w 6848879"/>
                <a:gd name="connsiteY44" fmla="*/ 3662431 h 3797336"/>
                <a:gd name="connsiteX45" fmla="*/ 301735 w 6848879"/>
                <a:gd name="connsiteY45" fmla="*/ 3797336 h 3797336"/>
                <a:gd name="connsiteX46" fmla="*/ 42710 w 6848879"/>
                <a:gd name="connsiteY46" fmla="*/ 3609906 h 3797336"/>
                <a:gd name="connsiteX47" fmla="*/ 0 w 6848879"/>
                <a:gd name="connsiteY47" fmla="*/ 3204689 h 3797336"/>
                <a:gd name="connsiteX48" fmla="*/ 13514 w 6848879"/>
                <a:gd name="connsiteY48" fmla="*/ 2344412 h 3797336"/>
                <a:gd name="connsiteX49" fmla="*/ 34724 w 6848879"/>
                <a:gd name="connsiteY49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1087121 w 6848879"/>
                <a:gd name="connsiteY7" fmla="*/ 2846852 h 3797336"/>
                <a:gd name="connsiteX8" fmla="*/ 1905267 w 6848879"/>
                <a:gd name="connsiteY8" fmla="*/ 1955005 h 3797336"/>
                <a:gd name="connsiteX9" fmla="*/ 2541127 w 6848879"/>
                <a:gd name="connsiteY9" fmla="*/ 1341877 h 3797336"/>
                <a:gd name="connsiteX10" fmla="*/ 3386501 w 6848879"/>
                <a:gd name="connsiteY10" fmla="*/ 736610 h 3797336"/>
                <a:gd name="connsiteX11" fmla="*/ 4754625 w 6848879"/>
                <a:gd name="connsiteY11" fmla="*/ 909322 h 3797336"/>
                <a:gd name="connsiteX12" fmla="*/ 5254158 w 6848879"/>
                <a:gd name="connsiteY12" fmla="*/ 274322 h 3797336"/>
                <a:gd name="connsiteX13" fmla="*/ 5819309 w 6848879"/>
                <a:gd name="connsiteY13" fmla="*/ 172768 h 3797336"/>
                <a:gd name="connsiteX14" fmla="*/ 6248992 w 6848879"/>
                <a:gd name="connsiteY14" fmla="*/ 428302 h 3797336"/>
                <a:gd name="connsiteX15" fmla="*/ 6410214 w 6848879"/>
                <a:gd name="connsiteY15" fmla="*/ 623187 h 3797336"/>
                <a:gd name="connsiteX16" fmla="*/ 6562614 w 6848879"/>
                <a:gd name="connsiteY16" fmla="*/ 703089 h 3797336"/>
                <a:gd name="connsiteX17" fmla="*/ 6676914 w 6848879"/>
                <a:gd name="connsiteY17" fmla="*/ 674034 h 3797336"/>
                <a:gd name="connsiteX18" fmla="*/ 6706192 w 6848879"/>
                <a:gd name="connsiteY18" fmla="*/ 529995 h 3797336"/>
                <a:gd name="connsiteX19" fmla="*/ 6676915 w 6848879"/>
                <a:gd name="connsiteY19" fmla="*/ 390745 h 3797336"/>
                <a:gd name="connsiteX20" fmla="*/ 6607066 w 6848879"/>
                <a:gd name="connsiteY20" fmla="*/ 303578 h 3797336"/>
                <a:gd name="connsiteX21" fmla="*/ 6562616 w 6848879"/>
                <a:gd name="connsiteY21" fmla="*/ 194620 h 3797336"/>
                <a:gd name="connsiteX22" fmla="*/ 6543566 w 6848879"/>
                <a:gd name="connsiteY22" fmla="*/ 27550 h 3797336"/>
                <a:gd name="connsiteX23" fmla="*/ 6689615 w 6848879"/>
                <a:gd name="connsiteY23" fmla="*/ 13025 h 3797336"/>
                <a:gd name="connsiteX24" fmla="*/ 6841658 w 6848879"/>
                <a:gd name="connsiteY24" fmla="*/ 26287 h 3797336"/>
                <a:gd name="connsiteX25" fmla="*/ 6822966 w 6848879"/>
                <a:gd name="connsiteY25" fmla="*/ 252730 h 3797336"/>
                <a:gd name="connsiteX26" fmla="*/ 6778516 w 6848879"/>
                <a:gd name="connsiteY26" fmla="*/ 405271 h 3797336"/>
                <a:gd name="connsiteX27" fmla="*/ 6765815 w 6848879"/>
                <a:gd name="connsiteY27" fmla="*/ 659506 h 3797336"/>
                <a:gd name="connsiteX28" fmla="*/ 6689615 w 6848879"/>
                <a:gd name="connsiteY28" fmla="*/ 775729 h 3797336"/>
                <a:gd name="connsiteX29" fmla="*/ 6579192 w 6848879"/>
                <a:gd name="connsiteY29" fmla="*/ 797321 h 3797336"/>
                <a:gd name="connsiteX30" fmla="*/ 6365407 w 6848879"/>
                <a:gd name="connsiteY30" fmla="*/ 712560 h 3797336"/>
                <a:gd name="connsiteX31" fmla="*/ 6099065 w 6848879"/>
                <a:gd name="connsiteY31" fmla="*/ 398005 h 3797336"/>
                <a:gd name="connsiteX32" fmla="*/ 5861642 w 6848879"/>
                <a:gd name="connsiteY32" fmla="*/ 276774 h 3797336"/>
                <a:gd name="connsiteX33" fmla="*/ 5537792 w 6848879"/>
                <a:gd name="connsiteY33" fmla="*/ 257389 h 3797336"/>
                <a:gd name="connsiteX34" fmla="*/ 5355758 w 6848879"/>
                <a:gd name="connsiteY34" fmla="*/ 333589 h 3797336"/>
                <a:gd name="connsiteX35" fmla="*/ 5237225 w 6848879"/>
                <a:gd name="connsiteY35" fmla="*/ 452121 h 3797336"/>
                <a:gd name="connsiteX36" fmla="*/ 5025558 w 6848879"/>
                <a:gd name="connsiteY36" fmla="*/ 833121 h 3797336"/>
                <a:gd name="connsiteX37" fmla="*/ 4847758 w 6848879"/>
                <a:gd name="connsiteY37" fmla="*/ 985522 h 3797336"/>
                <a:gd name="connsiteX38" fmla="*/ 4435566 w 6848879"/>
                <a:gd name="connsiteY38" fmla="*/ 1018010 h 3797336"/>
                <a:gd name="connsiteX39" fmla="*/ 3766744 w 6848879"/>
                <a:gd name="connsiteY39" fmla="*/ 857442 h 3797336"/>
                <a:gd name="connsiteX40" fmla="*/ 3377933 w 6848879"/>
                <a:gd name="connsiteY40" fmla="*/ 831937 h 3797336"/>
                <a:gd name="connsiteX41" fmla="*/ 2709526 w 6848879"/>
                <a:gd name="connsiteY41" fmla="*/ 1324293 h 3797336"/>
                <a:gd name="connsiteX42" fmla="*/ 2031121 w 6848879"/>
                <a:gd name="connsiteY42" fmla="*/ 1975179 h 3797336"/>
                <a:gd name="connsiteX43" fmla="*/ 1284049 w 6848879"/>
                <a:gd name="connsiteY43" fmla="*/ 2775352 h 3797336"/>
                <a:gd name="connsiteX44" fmla="*/ 650120 w 6848879"/>
                <a:gd name="connsiteY44" fmla="*/ 3627565 h 3797336"/>
                <a:gd name="connsiteX45" fmla="*/ 301735 w 6848879"/>
                <a:gd name="connsiteY45" fmla="*/ 3797336 h 3797336"/>
                <a:gd name="connsiteX46" fmla="*/ 42710 w 6848879"/>
                <a:gd name="connsiteY46" fmla="*/ 3609906 h 3797336"/>
                <a:gd name="connsiteX47" fmla="*/ 0 w 6848879"/>
                <a:gd name="connsiteY47" fmla="*/ 3204689 h 3797336"/>
                <a:gd name="connsiteX48" fmla="*/ 13514 w 6848879"/>
                <a:gd name="connsiteY48" fmla="*/ 2344412 h 3797336"/>
                <a:gd name="connsiteX49" fmla="*/ 34724 w 6848879"/>
                <a:gd name="connsiteY49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1087121 w 6848879"/>
                <a:gd name="connsiteY7" fmla="*/ 2846852 h 3797336"/>
                <a:gd name="connsiteX8" fmla="*/ 1905267 w 6848879"/>
                <a:gd name="connsiteY8" fmla="*/ 1955005 h 3797336"/>
                <a:gd name="connsiteX9" fmla="*/ 2541127 w 6848879"/>
                <a:gd name="connsiteY9" fmla="*/ 1341877 h 3797336"/>
                <a:gd name="connsiteX10" fmla="*/ 3386501 w 6848879"/>
                <a:gd name="connsiteY10" fmla="*/ 736610 h 3797336"/>
                <a:gd name="connsiteX11" fmla="*/ 4754625 w 6848879"/>
                <a:gd name="connsiteY11" fmla="*/ 909322 h 3797336"/>
                <a:gd name="connsiteX12" fmla="*/ 5254158 w 6848879"/>
                <a:gd name="connsiteY12" fmla="*/ 274322 h 3797336"/>
                <a:gd name="connsiteX13" fmla="*/ 5819309 w 6848879"/>
                <a:gd name="connsiteY13" fmla="*/ 172768 h 3797336"/>
                <a:gd name="connsiteX14" fmla="*/ 6248992 w 6848879"/>
                <a:gd name="connsiteY14" fmla="*/ 428302 h 3797336"/>
                <a:gd name="connsiteX15" fmla="*/ 6410214 w 6848879"/>
                <a:gd name="connsiteY15" fmla="*/ 623187 h 3797336"/>
                <a:gd name="connsiteX16" fmla="*/ 6562614 w 6848879"/>
                <a:gd name="connsiteY16" fmla="*/ 703089 h 3797336"/>
                <a:gd name="connsiteX17" fmla="*/ 6676914 w 6848879"/>
                <a:gd name="connsiteY17" fmla="*/ 674034 h 3797336"/>
                <a:gd name="connsiteX18" fmla="*/ 6706192 w 6848879"/>
                <a:gd name="connsiteY18" fmla="*/ 529995 h 3797336"/>
                <a:gd name="connsiteX19" fmla="*/ 6676915 w 6848879"/>
                <a:gd name="connsiteY19" fmla="*/ 390745 h 3797336"/>
                <a:gd name="connsiteX20" fmla="*/ 6607066 w 6848879"/>
                <a:gd name="connsiteY20" fmla="*/ 303578 h 3797336"/>
                <a:gd name="connsiteX21" fmla="*/ 6562616 w 6848879"/>
                <a:gd name="connsiteY21" fmla="*/ 194620 h 3797336"/>
                <a:gd name="connsiteX22" fmla="*/ 6543566 w 6848879"/>
                <a:gd name="connsiteY22" fmla="*/ 27550 h 3797336"/>
                <a:gd name="connsiteX23" fmla="*/ 6689615 w 6848879"/>
                <a:gd name="connsiteY23" fmla="*/ 13025 h 3797336"/>
                <a:gd name="connsiteX24" fmla="*/ 6841658 w 6848879"/>
                <a:gd name="connsiteY24" fmla="*/ 26287 h 3797336"/>
                <a:gd name="connsiteX25" fmla="*/ 6822966 w 6848879"/>
                <a:gd name="connsiteY25" fmla="*/ 252730 h 3797336"/>
                <a:gd name="connsiteX26" fmla="*/ 6778516 w 6848879"/>
                <a:gd name="connsiteY26" fmla="*/ 405271 h 3797336"/>
                <a:gd name="connsiteX27" fmla="*/ 6765815 w 6848879"/>
                <a:gd name="connsiteY27" fmla="*/ 659506 h 3797336"/>
                <a:gd name="connsiteX28" fmla="*/ 6689615 w 6848879"/>
                <a:gd name="connsiteY28" fmla="*/ 775729 h 3797336"/>
                <a:gd name="connsiteX29" fmla="*/ 6579192 w 6848879"/>
                <a:gd name="connsiteY29" fmla="*/ 797321 h 3797336"/>
                <a:gd name="connsiteX30" fmla="*/ 6365407 w 6848879"/>
                <a:gd name="connsiteY30" fmla="*/ 712560 h 3797336"/>
                <a:gd name="connsiteX31" fmla="*/ 6099065 w 6848879"/>
                <a:gd name="connsiteY31" fmla="*/ 398005 h 3797336"/>
                <a:gd name="connsiteX32" fmla="*/ 5861642 w 6848879"/>
                <a:gd name="connsiteY32" fmla="*/ 276774 h 3797336"/>
                <a:gd name="connsiteX33" fmla="*/ 5537792 w 6848879"/>
                <a:gd name="connsiteY33" fmla="*/ 257389 h 3797336"/>
                <a:gd name="connsiteX34" fmla="*/ 5355758 w 6848879"/>
                <a:gd name="connsiteY34" fmla="*/ 333589 h 3797336"/>
                <a:gd name="connsiteX35" fmla="*/ 5237225 w 6848879"/>
                <a:gd name="connsiteY35" fmla="*/ 452121 h 3797336"/>
                <a:gd name="connsiteX36" fmla="*/ 5025558 w 6848879"/>
                <a:gd name="connsiteY36" fmla="*/ 833121 h 3797336"/>
                <a:gd name="connsiteX37" fmla="*/ 4847758 w 6848879"/>
                <a:gd name="connsiteY37" fmla="*/ 985522 h 3797336"/>
                <a:gd name="connsiteX38" fmla="*/ 4435566 w 6848879"/>
                <a:gd name="connsiteY38" fmla="*/ 1018010 h 3797336"/>
                <a:gd name="connsiteX39" fmla="*/ 3766744 w 6848879"/>
                <a:gd name="connsiteY39" fmla="*/ 857442 h 3797336"/>
                <a:gd name="connsiteX40" fmla="*/ 3377933 w 6848879"/>
                <a:gd name="connsiteY40" fmla="*/ 831937 h 3797336"/>
                <a:gd name="connsiteX41" fmla="*/ 2709526 w 6848879"/>
                <a:gd name="connsiteY41" fmla="*/ 1324293 h 3797336"/>
                <a:gd name="connsiteX42" fmla="*/ 2031121 w 6848879"/>
                <a:gd name="connsiteY42" fmla="*/ 1975179 h 3797336"/>
                <a:gd name="connsiteX43" fmla="*/ 1284049 w 6848879"/>
                <a:gd name="connsiteY43" fmla="*/ 2775352 h 3797336"/>
                <a:gd name="connsiteX44" fmla="*/ 721240 w 6848879"/>
                <a:gd name="connsiteY44" fmla="*/ 3581076 h 3797336"/>
                <a:gd name="connsiteX45" fmla="*/ 301735 w 6848879"/>
                <a:gd name="connsiteY45" fmla="*/ 3797336 h 3797336"/>
                <a:gd name="connsiteX46" fmla="*/ 42710 w 6848879"/>
                <a:gd name="connsiteY46" fmla="*/ 3609906 h 3797336"/>
                <a:gd name="connsiteX47" fmla="*/ 0 w 6848879"/>
                <a:gd name="connsiteY47" fmla="*/ 3204689 h 3797336"/>
                <a:gd name="connsiteX48" fmla="*/ 13514 w 6848879"/>
                <a:gd name="connsiteY48" fmla="*/ 2344412 h 3797336"/>
                <a:gd name="connsiteX49" fmla="*/ 34724 w 6848879"/>
                <a:gd name="connsiteY49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1087121 w 6848879"/>
                <a:gd name="connsiteY7" fmla="*/ 2846852 h 3797336"/>
                <a:gd name="connsiteX8" fmla="*/ 1905267 w 6848879"/>
                <a:gd name="connsiteY8" fmla="*/ 1955005 h 3797336"/>
                <a:gd name="connsiteX9" fmla="*/ 2541127 w 6848879"/>
                <a:gd name="connsiteY9" fmla="*/ 1341877 h 3797336"/>
                <a:gd name="connsiteX10" fmla="*/ 3386501 w 6848879"/>
                <a:gd name="connsiteY10" fmla="*/ 736610 h 3797336"/>
                <a:gd name="connsiteX11" fmla="*/ 4754625 w 6848879"/>
                <a:gd name="connsiteY11" fmla="*/ 909322 h 3797336"/>
                <a:gd name="connsiteX12" fmla="*/ 5254158 w 6848879"/>
                <a:gd name="connsiteY12" fmla="*/ 274322 h 3797336"/>
                <a:gd name="connsiteX13" fmla="*/ 5819309 w 6848879"/>
                <a:gd name="connsiteY13" fmla="*/ 172768 h 3797336"/>
                <a:gd name="connsiteX14" fmla="*/ 6248992 w 6848879"/>
                <a:gd name="connsiteY14" fmla="*/ 428302 h 3797336"/>
                <a:gd name="connsiteX15" fmla="*/ 6410214 w 6848879"/>
                <a:gd name="connsiteY15" fmla="*/ 623187 h 3797336"/>
                <a:gd name="connsiteX16" fmla="*/ 6562614 w 6848879"/>
                <a:gd name="connsiteY16" fmla="*/ 703089 h 3797336"/>
                <a:gd name="connsiteX17" fmla="*/ 6676914 w 6848879"/>
                <a:gd name="connsiteY17" fmla="*/ 674034 h 3797336"/>
                <a:gd name="connsiteX18" fmla="*/ 6706192 w 6848879"/>
                <a:gd name="connsiteY18" fmla="*/ 529995 h 3797336"/>
                <a:gd name="connsiteX19" fmla="*/ 6676915 w 6848879"/>
                <a:gd name="connsiteY19" fmla="*/ 390745 h 3797336"/>
                <a:gd name="connsiteX20" fmla="*/ 6607066 w 6848879"/>
                <a:gd name="connsiteY20" fmla="*/ 303578 h 3797336"/>
                <a:gd name="connsiteX21" fmla="*/ 6562616 w 6848879"/>
                <a:gd name="connsiteY21" fmla="*/ 194620 h 3797336"/>
                <a:gd name="connsiteX22" fmla="*/ 6543566 w 6848879"/>
                <a:gd name="connsiteY22" fmla="*/ 27550 h 3797336"/>
                <a:gd name="connsiteX23" fmla="*/ 6689615 w 6848879"/>
                <a:gd name="connsiteY23" fmla="*/ 13025 h 3797336"/>
                <a:gd name="connsiteX24" fmla="*/ 6841658 w 6848879"/>
                <a:gd name="connsiteY24" fmla="*/ 26287 h 3797336"/>
                <a:gd name="connsiteX25" fmla="*/ 6822966 w 6848879"/>
                <a:gd name="connsiteY25" fmla="*/ 252730 h 3797336"/>
                <a:gd name="connsiteX26" fmla="*/ 6778516 w 6848879"/>
                <a:gd name="connsiteY26" fmla="*/ 405271 h 3797336"/>
                <a:gd name="connsiteX27" fmla="*/ 6765815 w 6848879"/>
                <a:gd name="connsiteY27" fmla="*/ 659506 h 3797336"/>
                <a:gd name="connsiteX28" fmla="*/ 6689615 w 6848879"/>
                <a:gd name="connsiteY28" fmla="*/ 775729 h 3797336"/>
                <a:gd name="connsiteX29" fmla="*/ 6579192 w 6848879"/>
                <a:gd name="connsiteY29" fmla="*/ 797321 h 3797336"/>
                <a:gd name="connsiteX30" fmla="*/ 6365407 w 6848879"/>
                <a:gd name="connsiteY30" fmla="*/ 712560 h 3797336"/>
                <a:gd name="connsiteX31" fmla="*/ 6099065 w 6848879"/>
                <a:gd name="connsiteY31" fmla="*/ 398005 h 3797336"/>
                <a:gd name="connsiteX32" fmla="*/ 5861642 w 6848879"/>
                <a:gd name="connsiteY32" fmla="*/ 276774 h 3797336"/>
                <a:gd name="connsiteX33" fmla="*/ 5537792 w 6848879"/>
                <a:gd name="connsiteY33" fmla="*/ 257389 h 3797336"/>
                <a:gd name="connsiteX34" fmla="*/ 5355758 w 6848879"/>
                <a:gd name="connsiteY34" fmla="*/ 333589 h 3797336"/>
                <a:gd name="connsiteX35" fmla="*/ 5237225 w 6848879"/>
                <a:gd name="connsiteY35" fmla="*/ 452121 h 3797336"/>
                <a:gd name="connsiteX36" fmla="*/ 5025558 w 6848879"/>
                <a:gd name="connsiteY36" fmla="*/ 833121 h 3797336"/>
                <a:gd name="connsiteX37" fmla="*/ 4847758 w 6848879"/>
                <a:gd name="connsiteY37" fmla="*/ 985522 h 3797336"/>
                <a:gd name="connsiteX38" fmla="*/ 4435566 w 6848879"/>
                <a:gd name="connsiteY38" fmla="*/ 1018010 h 3797336"/>
                <a:gd name="connsiteX39" fmla="*/ 3766744 w 6848879"/>
                <a:gd name="connsiteY39" fmla="*/ 857442 h 3797336"/>
                <a:gd name="connsiteX40" fmla="*/ 3377933 w 6848879"/>
                <a:gd name="connsiteY40" fmla="*/ 831937 h 3797336"/>
                <a:gd name="connsiteX41" fmla="*/ 2709526 w 6848879"/>
                <a:gd name="connsiteY41" fmla="*/ 1324293 h 3797336"/>
                <a:gd name="connsiteX42" fmla="*/ 2031121 w 6848879"/>
                <a:gd name="connsiteY42" fmla="*/ 1975179 h 3797336"/>
                <a:gd name="connsiteX43" fmla="*/ 1284049 w 6848879"/>
                <a:gd name="connsiteY43" fmla="*/ 2775352 h 3797336"/>
                <a:gd name="connsiteX44" fmla="*/ 721240 w 6848879"/>
                <a:gd name="connsiteY44" fmla="*/ 3581076 h 3797336"/>
                <a:gd name="connsiteX45" fmla="*/ 301735 w 6848879"/>
                <a:gd name="connsiteY45" fmla="*/ 3797336 h 3797336"/>
                <a:gd name="connsiteX46" fmla="*/ 42710 w 6848879"/>
                <a:gd name="connsiteY46" fmla="*/ 3609906 h 3797336"/>
                <a:gd name="connsiteX47" fmla="*/ 0 w 6848879"/>
                <a:gd name="connsiteY47" fmla="*/ 3204689 h 3797336"/>
                <a:gd name="connsiteX48" fmla="*/ 13514 w 6848879"/>
                <a:gd name="connsiteY48" fmla="*/ 2344412 h 3797336"/>
                <a:gd name="connsiteX49" fmla="*/ 34724 w 6848879"/>
                <a:gd name="connsiteY49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1087121 w 6848879"/>
                <a:gd name="connsiteY7" fmla="*/ 2846852 h 3797336"/>
                <a:gd name="connsiteX8" fmla="*/ 1905267 w 6848879"/>
                <a:gd name="connsiteY8" fmla="*/ 1955005 h 3797336"/>
                <a:gd name="connsiteX9" fmla="*/ 2541127 w 6848879"/>
                <a:gd name="connsiteY9" fmla="*/ 1341877 h 3797336"/>
                <a:gd name="connsiteX10" fmla="*/ 3386501 w 6848879"/>
                <a:gd name="connsiteY10" fmla="*/ 736610 h 3797336"/>
                <a:gd name="connsiteX11" fmla="*/ 4754625 w 6848879"/>
                <a:gd name="connsiteY11" fmla="*/ 909322 h 3797336"/>
                <a:gd name="connsiteX12" fmla="*/ 5254158 w 6848879"/>
                <a:gd name="connsiteY12" fmla="*/ 274322 h 3797336"/>
                <a:gd name="connsiteX13" fmla="*/ 5819309 w 6848879"/>
                <a:gd name="connsiteY13" fmla="*/ 172768 h 3797336"/>
                <a:gd name="connsiteX14" fmla="*/ 6248992 w 6848879"/>
                <a:gd name="connsiteY14" fmla="*/ 428302 h 3797336"/>
                <a:gd name="connsiteX15" fmla="*/ 6410214 w 6848879"/>
                <a:gd name="connsiteY15" fmla="*/ 623187 h 3797336"/>
                <a:gd name="connsiteX16" fmla="*/ 6562614 w 6848879"/>
                <a:gd name="connsiteY16" fmla="*/ 703089 h 3797336"/>
                <a:gd name="connsiteX17" fmla="*/ 6676914 w 6848879"/>
                <a:gd name="connsiteY17" fmla="*/ 674034 h 3797336"/>
                <a:gd name="connsiteX18" fmla="*/ 6706192 w 6848879"/>
                <a:gd name="connsiteY18" fmla="*/ 529995 h 3797336"/>
                <a:gd name="connsiteX19" fmla="*/ 6676915 w 6848879"/>
                <a:gd name="connsiteY19" fmla="*/ 390745 h 3797336"/>
                <a:gd name="connsiteX20" fmla="*/ 6607066 w 6848879"/>
                <a:gd name="connsiteY20" fmla="*/ 303578 h 3797336"/>
                <a:gd name="connsiteX21" fmla="*/ 6562616 w 6848879"/>
                <a:gd name="connsiteY21" fmla="*/ 194620 h 3797336"/>
                <a:gd name="connsiteX22" fmla="*/ 6543566 w 6848879"/>
                <a:gd name="connsiteY22" fmla="*/ 27550 h 3797336"/>
                <a:gd name="connsiteX23" fmla="*/ 6689615 w 6848879"/>
                <a:gd name="connsiteY23" fmla="*/ 13025 h 3797336"/>
                <a:gd name="connsiteX24" fmla="*/ 6841658 w 6848879"/>
                <a:gd name="connsiteY24" fmla="*/ 26287 h 3797336"/>
                <a:gd name="connsiteX25" fmla="*/ 6822966 w 6848879"/>
                <a:gd name="connsiteY25" fmla="*/ 252730 h 3797336"/>
                <a:gd name="connsiteX26" fmla="*/ 6778516 w 6848879"/>
                <a:gd name="connsiteY26" fmla="*/ 405271 h 3797336"/>
                <a:gd name="connsiteX27" fmla="*/ 6765815 w 6848879"/>
                <a:gd name="connsiteY27" fmla="*/ 659506 h 3797336"/>
                <a:gd name="connsiteX28" fmla="*/ 6689615 w 6848879"/>
                <a:gd name="connsiteY28" fmla="*/ 775729 h 3797336"/>
                <a:gd name="connsiteX29" fmla="*/ 6579192 w 6848879"/>
                <a:gd name="connsiteY29" fmla="*/ 797321 h 3797336"/>
                <a:gd name="connsiteX30" fmla="*/ 6365407 w 6848879"/>
                <a:gd name="connsiteY30" fmla="*/ 712560 h 3797336"/>
                <a:gd name="connsiteX31" fmla="*/ 6099065 w 6848879"/>
                <a:gd name="connsiteY31" fmla="*/ 398005 h 3797336"/>
                <a:gd name="connsiteX32" fmla="*/ 5861642 w 6848879"/>
                <a:gd name="connsiteY32" fmla="*/ 276774 h 3797336"/>
                <a:gd name="connsiteX33" fmla="*/ 5537792 w 6848879"/>
                <a:gd name="connsiteY33" fmla="*/ 257389 h 3797336"/>
                <a:gd name="connsiteX34" fmla="*/ 5355758 w 6848879"/>
                <a:gd name="connsiteY34" fmla="*/ 333589 h 3797336"/>
                <a:gd name="connsiteX35" fmla="*/ 5237225 w 6848879"/>
                <a:gd name="connsiteY35" fmla="*/ 452121 h 3797336"/>
                <a:gd name="connsiteX36" fmla="*/ 5025558 w 6848879"/>
                <a:gd name="connsiteY36" fmla="*/ 833121 h 3797336"/>
                <a:gd name="connsiteX37" fmla="*/ 4847758 w 6848879"/>
                <a:gd name="connsiteY37" fmla="*/ 985522 h 3797336"/>
                <a:gd name="connsiteX38" fmla="*/ 4435566 w 6848879"/>
                <a:gd name="connsiteY38" fmla="*/ 1018010 h 3797336"/>
                <a:gd name="connsiteX39" fmla="*/ 3766744 w 6848879"/>
                <a:gd name="connsiteY39" fmla="*/ 857442 h 3797336"/>
                <a:gd name="connsiteX40" fmla="*/ 3377933 w 6848879"/>
                <a:gd name="connsiteY40" fmla="*/ 831937 h 3797336"/>
                <a:gd name="connsiteX41" fmla="*/ 2709526 w 6848879"/>
                <a:gd name="connsiteY41" fmla="*/ 1324293 h 3797336"/>
                <a:gd name="connsiteX42" fmla="*/ 2031121 w 6848879"/>
                <a:gd name="connsiteY42" fmla="*/ 1975179 h 3797336"/>
                <a:gd name="connsiteX43" fmla="*/ 1284049 w 6848879"/>
                <a:gd name="connsiteY43" fmla="*/ 2775352 h 3797336"/>
                <a:gd name="connsiteX44" fmla="*/ 721240 w 6848879"/>
                <a:gd name="connsiteY44" fmla="*/ 3581076 h 3797336"/>
                <a:gd name="connsiteX45" fmla="*/ 301735 w 6848879"/>
                <a:gd name="connsiteY45" fmla="*/ 3797336 h 3797336"/>
                <a:gd name="connsiteX46" fmla="*/ 42710 w 6848879"/>
                <a:gd name="connsiteY46" fmla="*/ 3609906 h 3797336"/>
                <a:gd name="connsiteX47" fmla="*/ 0 w 6848879"/>
                <a:gd name="connsiteY47" fmla="*/ 3204689 h 3797336"/>
                <a:gd name="connsiteX48" fmla="*/ 13514 w 6848879"/>
                <a:gd name="connsiteY48" fmla="*/ 2344412 h 3797336"/>
                <a:gd name="connsiteX49" fmla="*/ 34724 w 6848879"/>
                <a:gd name="connsiteY49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1087121 w 6848879"/>
                <a:gd name="connsiteY7" fmla="*/ 2846852 h 3797336"/>
                <a:gd name="connsiteX8" fmla="*/ 1905267 w 6848879"/>
                <a:gd name="connsiteY8" fmla="*/ 1955005 h 3797336"/>
                <a:gd name="connsiteX9" fmla="*/ 2541127 w 6848879"/>
                <a:gd name="connsiteY9" fmla="*/ 1341877 h 3797336"/>
                <a:gd name="connsiteX10" fmla="*/ 3386501 w 6848879"/>
                <a:gd name="connsiteY10" fmla="*/ 736610 h 3797336"/>
                <a:gd name="connsiteX11" fmla="*/ 4754625 w 6848879"/>
                <a:gd name="connsiteY11" fmla="*/ 909322 h 3797336"/>
                <a:gd name="connsiteX12" fmla="*/ 5254158 w 6848879"/>
                <a:gd name="connsiteY12" fmla="*/ 274322 h 3797336"/>
                <a:gd name="connsiteX13" fmla="*/ 5819309 w 6848879"/>
                <a:gd name="connsiteY13" fmla="*/ 172768 h 3797336"/>
                <a:gd name="connsiteX14" fmla="*/ 6248992 w 6848879"/>
                <a:gd name="connsiteY14" fmla="*/ 428302 h 3797336"/>
                <a:gd name="connsiteX15" fmla="*/ 6410214 w 6848879"/>
                <a:gd name="connsiteY15" fmla="*/ 623187 h 3797336"/>
                <a:gd name="connsiteX16" fmla="*/ 6562614 w 6848879"/>
                <a:gd name="connsiteY16" fmla="*/ 703089 h 3797336"/>
                <a:gd name="connsiteX17" fmla="*/ 6676914 w 6848879"/>
                <a:gd name="connsiteY17" fmla="*/ 674034 h 3797336"/>
                <a:gd name="connsiteX18" fmla="*/ 6706192 w 6848879"/>
                <a:gd name="connsiteY18" fmla="*/ 529995 h 3797336"/>
                <a:gd name="connsiteX19" fmla="*/ 6676915 w 6848879"/>
                <a:gd name="connsiteY19" fmla="*/ 390745 h 3797336"/>
                <a:gd name="connsiteX20" fmla="*/ 6607066 w 6848879"/>
                <a:gd name="connsiteY20" fmla="*/ 303578 h 3797336"/>
                <a:gd name="connsiteX21" fmla="*/ 6562616 w 6848879"/>
                <a:gd name="connsiteY21" fmla="*/ 194620 h 3797336"/>
                <a:gd name="connsiteX22" fmla="*/ 6543566 w 6848879"/>
                <a:gd name="connsiteY22" fmla="*/ 27550 h 3797336"/>
                <a:gd name="connsiteX23" fmla="*/ 6689615 w 6848879"/>
                <a:gd name="connsiteY23" fmla="*/ 13025 h 3797336"/>
                <a:gd name="connsiteX24" fmla="*/ 6841658 w 6848879"/>
                <a:gd name="connsiteY24" fmla="*/ 26287 h 3797336"/>
                <a:gd name="connsiteX25" fmla="*/ 6822966 w 6848879"/>
                <a:gd name="connsiteY25" fmla="*/ 252730 h 3797336"/>
                <a:gd name="connsiteX26" fmla="*/ 6778516 w 6848879"/>
                <a:gd name="connsiteY26" fmla="*/ 405271 h 3797336"/>
                <a:gd name="connsiteX27" fmla="*/ 6765815 w 6848879"/>
                <a:gd name="connsiteY27" fmla="*/ 659506 h 3797336"/>
                <a:gd name="connsiteX28" fmla="*/ 6689615 w 6848879"/>
                <a:gd name="connsiteY28" fmla="*/ 775729 h 3797336"/>
                <a:gd name="connsiteX29" fmla="*/ 6579192 w 6848879"/>
                <a:gd name="connsiteY29" fmla="*/ 797321 h 3797336"/>
                <a:gd name="connsiteX30" fmla="*/ 6365407 w 6848879"/>
                <a:gd name="connsiteY30" fmla="*/ 712560 h 3797336"/>
                <a:gd name="connsiteX31" fmla="*/ 6099065 w 6848879"/>
                <a:gd name="connsiteY31" fmla="*/ 398005 h 3797336"/>
                <a:gd name="connsiteX32" fmla="*/ 5861642 w 6848879"/>
                <a:gd name="connsiteY32" fmla="*/ 276774 h 3797336"/>
                <a:gd name="connsiteX33" fmla="*/ 5537792 w 6848879"/>
                <a:gd name="connsiteY33" fmla="*/ 257389 h 3797336"/>
                <a:gd name="connsiteX34" fmla="*/ 5355758 w 6848879"/>
                <a:gd name="connsiteY34" fmla="*/ 333589 h 3797336"/>
                <a:gd name="connsiteX35" fmla="*/ 5237225 w 6848879"/>
                <a:gd name="connsiteY35" fmla="*/ 452121 h 3797336"/>
                <a:gd name="connsiteX36" fmla="*/ 5025558 w 6848879"/>
                <a:gd name="connsiteY36" fmla="*/ 833121 h 3797336"/>
                <a:gd name="connsiteX37" fmla="*/ 4847758 w 6848879"/>
                <a:gd name="connsiteY37" fmla="*/ 985522 h 3797336"/>
                <a:gd name="connsiteX38" fmla="*/ 4435566 w 6848879"/>
                <a:gd name="connsiteY38" fmla="*/ 1018010 h 3797336"/>
                <a:gd name="connsiteX39" fmla="*/ 3766744 w 6848879"/>
                <a:gd name="connsiteY39" fmla="*/ 857442 h 3797336"/>
                <a:gd name="connsiteX40" fmla="*/ 3377933 w 6848879"/>
                <a:gd name="connsiteY40" fmla="*/ 831937 h 3797336"/>
                <a:gd name="connsiteX41" fmla="*/ 2709526 w 6848879"/>
                <a:gd name="connsiteY41" fmla="*/ 1324293 h 3797336"/>
                <a:gd name="connsiteX42" fmla="*/ 2031121 w 6848879"/>
                <a:gd name="connsiteY42" fmla="*/ 1975179 h 3797336"/>
                <a:gd name="connsiteX43" fmla="*/ 1284049 w 6848879"/>
                <a:gd name="connsiteY43" fmla="*/ 2775352 h 3797336"/>
                <a:gd name="connsiteX44" fmla="*/ 721240 w 6848879"/>
                <a:gd name="connsiteY44" fmla="*/ 3581076 h 3797336"/>
                <a:gd name="connsiteX45" fmla="*/ 301735 w 6848879"/>
                <a:gd name="connsiteY45" fmla="*/ 3797336 h 3797336"/>
                <a:gd name="connsiteX46" fmla="*/ 42710 w 6848879"/>
                <a:gd name="connsiteY46" fmla="*/ 3609906 h 3797336"/>
                <a:gd name="connsiteX47" fmla="*/ 0 w 6848879"/>
                <a:gd name="connsiteY47" fmla="*/ 3204689 h 3797336"/>
                <a:gd name="connsiteX48" fmla="*/ 13514 w 6848879"/>
                <a:gd name="connsiteY48" fmla="*/ 2344412 h 3797336"/>
                <a:gd name="connsiteX49" fmla="*/ 34724 w 6848879"/>
                <a:gd name="connsiteY49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1087121 w 6848879"/>
                <a:gd name="connsiteY7" fmla="*/ 2846852 h 3797336"/>
                <a:gd name="connsiteX8" fmla="*/ 1905267 w 6848879"/>
                <a:gd name="connsiteY8" fmla="*/ 1955005 h 3797336"/>
                <a:gd name="connsiteX9" fmla="*/ 2541127 w 6848879"/>
                <a:gd name="connsiteY9" fmla="*/ 1341877 h 3797336"/>
                <a:gd name="connsiteX10" fmla="*/ 3386501 w 6848879"/>
                <a:gd name="connsiteY10" fmla="*/ 736610 h 3797336"/>
                <a:gd name="connsiteX11" fmla="*/ 4754625 w 6848879"/>
                <a:gd name="connsiteY11" fmla="*/ 909322 h 3797336"/>
                <a:gd name="connsiteX12" fmla="*/ 5254158 w 6848879"/>
                <a:gd name="connsiteY12" fmla="*/ 274322 h 3797336"/>
                <a:gd name="connsiteX13" fmla="*/ 5819309 w 6848879"/>
                <a:gd name="connsiteY13" fmla="*/ 172768 h 3797336"/>
                <a:gd name="connsiteX14" fmla="*/ 6248992 w 6848879"/>
                <a:gd name="connsiteY14" fmla="*/ 428302 h 3797336"/>
                <a:gd name="connsiteX15" fmla="*/ 6410214 w 6848879"/>
                <a:gd name="connsiteY15" fmla="*/ 623187 h 3797336"/>
                <a:gd name="connsiteX16" fmla="*/ 6562614 w 6848879"/>
                <a:gd name="connsiteY16" fmla="*/ 703089 h 3797336"/>
                <a:gd name="connsiteX17" fmla="*/ 6676914 w 6848879"/>
                <a:gd name="connsiteY17" fmla="*/ 674034 h 3797336"/>
                <a:gd name="connsiteX18" fmla="*/ 6706192 w 6848879"/>
                <a:gd name="connsiteY18" fmla="*/ 529995 h 3797336"/>
                <a:gd name="connsiteX19" fmla="*/ 6676915 w 6848879"/>
                <a:gd name="connsiteY19" fmla="*/ 390745 h 3797336"/>
                <a:gd name="connsiteX20" fmla="*/ 6607066 w 6848879"/>
                <a:gd name="connsiteY20" fmla="*/ 303578 h 3797336"/>
                <a:gd name="connsiteX21" fmla="*/ 6562616 w 6848879"/>
                <a:gd name="connsiteY21" fmla="*/ 194620 h 3797336"/>
                <a:gd name="connsiteX22" fmla="*/ 6543566 w 6848879"/>
                <a:gd name="connsiteY22" fmla="*/ 27550 h 3797336"/>
                <a:gd name="connsiteX23" fmla="*/ 6689615 w 6848879"/>
                <a:gd name="connsiteY23" fmla="*/ 13025 h 3797336"/>
                <a:gd name="connsiteX24" fmla="*/ 6841658 w 6848879"/>
                <a:gd name="connsiteY24" fmla="*/ 26287 h 3797336"/>
                <a:gd name="connsiteX25" fmla="*/ 6822966 w 6848879"/>
                <a:gd name="connsiteY25" fmla="*/ 252730 h 3797336"/>
                <a:gd name="connsiteX26" fmla="*/ 6778516 w 6848879"/>
                <a:gd name="connsiteY26" fmla="*/ 405271 h 3797336"/>
                <a:gd name="connsiteX27" fmla="*/ 6765815 w 6848879"/>
                <a:gd name="connsiteY27" fmla="*/ 659506 h 3797336"/>
                <a:gd name="connsiteX28" fmla="*/ 6689615 w 6848879"/>
                <a:gd name="connsiteY28" fmla="*/ 775729 h 3797336"/>
                <a:gd name="connsiteX29" fmla="*/ 6579192 w 6848879"/>
                <a:gd name="connsiteY29" fmla="*/ 797321 h 3797336"/>
                <a:gd name="connsiteX30" fmla="*/ 6365407 w 6848879"/>
                <a:gd name="connsiteY30" fmla="*/ 712560 h 3797336"/>
                <a:gd name="connsiteX31" fmla="*/ 6099065 w 6848879"/>
                <a:gd name="connsiteY31" fmla="*/ 398005 h 3797336"/>
                <a:gd name="connsiteX32" fmla="*/ 5861642 w 6848879"/>
                <a:gd name="connsiteY32" fmla="*/ 276774 h 3797336"/>
                <a:gd name="connsiteX33" fmla="*/ 5537792 w 6848879"/>
                <a:gd name="connsiteY33" fmla="*/ 257389 h 3797336"/>
                <a:gd name="connsiteX34" fmla="*/ 5355758 w 6848879"/>
                <a:gd name="connsiteY34" fmla="*/ 333589 h 3797336"/>
                <a:gd name="connsiteX35" fmla="*/ 5237225 w 6848879"/>
                <a:gd name="connsiteY35" fmla="*/ 452121 h 3797336"/>
                <a:gd name="connsiteX36" fmla="*/ 5025558 w 6848879"/>
                <a:gd name="connsiteY36" fmla="*/ 833121 h 3797336"/>
                <a:gd name="connsiteX37" fmla="*/ 4847758 w 6848879"/>
                <a:gd name="connsiteY37" fmla="*/ 985522 h 3797336"/>
                <a:gd name="connsiteX38" fmla="*/ 4435566 w 6848879"/>
                <a:gd name="connsiteY38" fmla="*/ 1018010 h 3797336"/>
                <a:gd name="connsiteX39" fmla="*/ 3766744 w 6848879"/>
                <a:gd name="connsiteY39" fmla="*/ 857442 h 3797336"/>
                <a:gd name="connsiteX40" fmla="*/ 3377933 w 6848879"/>
                <a:gd name="connsiteY40" fmla="*/ 831937 h 3797336"/>
                <a:gd name="connsiteX41" fmla="*/ 2709526 w 6848879"/>
                <a:gd name="connsiteY41" fmla="*/ 1324293 h 3797336"/>
                <a:gd name="connsiteX42" fmla="*/ 2031121 w 6848879"/>
                <a:gd name="connsiteY42" fmla="*/ 1975179 h 3797336"/>
                <a:gd name="connsiteX43" fmla="*/ 1284049 w 6848879"/>
                <a:gd name="connsiteY43" fmla="*/ 2775352 h 3797336"/>
                <a:gd name="connsiteX44" fmla="*/ 721240 w 6848879"/>
                <a:gd name="connsiteY44" fmla="*/ 3581076 h 3797336"/>
                <a:gd name="connsiteX45" fmla="*/ 301735 w 6848879"/>
                <a:gd name="connsiteY45" fmla="*/ 3797336 h 3797336"/>
                <a:gd name="connsiteX46" fmla="*/ 42710 w 6848879"/>
                <a:gd name="connsiteY46" fmla="*/ 3609906 h 3797336"/>
                <a:gd name="connsiteX47" fmla="*/ 0 w 6848879"/>
                <a:gd name="connsiteY47" fmla="*/ 3204689 h 3797336"/>
                <a:gd name="connsiteX48" fmla="*/ 13514 w 6848879"/>
                <a:gd name="connsiteY48" fmla="*/ 2344412 h 3797336"/>
                <a:gd name="connsiteX49" fmla="*/ 34724 w 6848879"/>
                <a:gd name="connsiteY49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1087121 w 6848879"/>
                <a:gd name="connsiteY7" fmla="*/ 2846852 h 3797336"/>
                <a:gd name="connsiteX8" fmla="*/ 1905267 w 6848879"/>
                <a:gd name="connsiteY8" fmla="*/ 1955005 h 3797336"/>
                <a:gd name="connsiteX9" fmla="*/ 2541127 w 6848879"/>
                <a:gd name="connsiteY9" fmla="*/ 1341877 h 3797336"/>
                <a:gd name="connsiteX10" fmla="*/ 3386501 w 6848879"/>
                <a:gd name="connsiteY10" fmla="*/ 736610 h 3797336"/>
                <a:gd name="connsiteX11" fmla="*/ 4754625 w 6848879"/>
                <a:gd name="connsiteY11" fmla="*/ 909322 h 3797336"/>
                <a:gd name="connsiteX12" fmla="*/ 5254158 w 6848879"/>
                <a:gd name="connsiteY12" fmla="*/ 274322 h 3797336"/>
                <a:gd name="connsiteX13" fmla="*/ 5819309 w 6848879"/>
                <a:gd name="connsiteY13" fmla="*/ 172768 h 3797336"/>
                <a:gd name="connsiteX14" fmla="*/ 6248992 w 6848879"/>
                <a:gd name="connsiteY14" fmla="*/ 428302 h 3797336"/>
                <a:gd name="connsiteX15" fmla="*/ 6410214 w 6848879"/>
                <a:gd name="connsiteY15" fmla="*/ 623187 h 3797336"/>
                <a:gd name="connsiteX16" fmla="*/ 6562614 w 6848879"/>
                <a:gd name="connsiteY16" fmla="*/ 703089 h 3797336"/>
                <a:gd name="connsiteX17" fmla="*/ 6676914 w 6848879"/>
                <a:gd name="connsiteY17" fmla="*/ 674034 h 3797336"/>
                <a:gd name="connsiteX18" fmla="*/ 6706192 w 6848879"/>
                <a:gd name="connsiteY18" fmla="*/ 529995 h 3797336"/>
                <a:gd name="connsiteX19" fmla="*/ 6676915 w 6848879"/>
                <a:gd name="connsiteY19" fmla="*/ 390745 h 3797336"/>
                <a:gd name="connsiteX20" fmla="*/ 6607066 w 6848879"/>
                <a:gd name="connsiteY20" fmla="*/ 303578 h 3797336"/>
                <a:gd name="connsiteX21" fmla="*/ 6562616 w 6848879"/>
                <a:gd name="connsiteY21" fmla="*/ 194620 h 3797336"/>
                <a:gd name="connsiteX22" fmla="*/ 6543566 w 6848879"/>
                <a:gd name="connsiteY22" fmla="*/ 27550 h 3797336"/>
                <a:gd name="connsiteX23" fmla="*/ 6689615 w 6848879"/>
                <a:gd name="connsiteY23" fmla="*/ 13025 h 3797336"/>
                <a:gd name="connsiteX24" fmla="*/ 6841658 w 6848879"/>
                <a:gd name="connsiteY24" fmla="*/ 26287 h 3797336"/>
                <a:gd name="connsiteX25" fmla="*/ 6822966 w 6848879"/>
                <a:gd name="connsiteY25" fmla="*/ 252730 h 3797336"/>
                <a:gd name="connsiteX26" fmla="*/ 6778516 w 6848879"/>
                <a:gd name="connsiteY26" fmla="*/ 405271 h 3797336"/>
                <a:gd name="connsiteX27" fmla="*/ 6765815 w 6848879"/>
                <a:gd name="connsiteY27" fmla="*/ 659506 h 3797336"/>
                <a:gd name="connsiteX28" fmla="*/ 6689615 w 6848879"/>
                <a:gd name="connsiteY28" fmla="*/ 775729 h 3797336"/>
                <a:gd name="connsiteX29" fmla="*/ 6579192 w 6848879"/>
                <a:gd name="connsiteY29" fmla="*/ 797321 h 3797336"/>
                <a:gd name="connsiteX30" fmla="*/ 6365407 w 6848879"/>
                <a:gd name="connsiteY30" fmla="*/ 712560 h 3797336"/>
                <a:gd name="connsiteX31" fmla="*/ 6099065 w 6848879"/>
                <a:gd name="connsiteY31" fmla="*/ 398005 h 3797336"/>
                <a:gd name="connsiteX32" fmla="*/ 5861642 w 6848879"/>
                <a:gd name="connsiteY32" fmla="*/ 276774 h 3797336"/>
                <a:gd name="connsiteX33" fmla="*/ 5537792 w 6848879"/>
                <a:gd name="connsiteY33" fmla="*/ 257389 h 3797336"/>
                <a:gd name="connsiteX34" fmla="*/ 5355758 w 6848879"/>
                <a:gd name="connsiteY34" fmla="*/ 333589 h 3797336"/>
                <a:gd name="connsiteX35" fmla="*/ 5237225 w 6848879"/>
                <a:gd name="connsiteY35" fmla="*/ 452121 h 3797336"/>
                <a:gd name="connsiteX36" fmla="*/ 5025558 w 6848879"/>
                <a:gd name="connsiteY36" fmla="*/ 833121 h 3797336"/>
                <a:gd name="connsiteX37" fmla="*/ 4847758 w 6848879"/>
                <a:gd name="connsiteY37" fmla="*/ 985522 h 3797336"/>
                <a:gd name="connsiteX38" fmla="*/ 4435566 w 6848879"/>
                <a:gd name="connsiteY38" fmla="*/ 1018010 h 3797336"/>
                <a:gd name="connsiteX39" fmla="*/ 3766744 w 6848879"/>
                <a:gd name="connsiteY39" fmla="*/ 857442 h 3797336"/>
                <a:gd name="connsiteX40" fmla="*/ 3377933 w 6848879"/>
                <a:gd name="connsiteY40" fmla="*/ 831937 h 3797336"/>
                <a:gd name="connsiteX41" fmla="*/ 2709526 w 6848879"/>
                <a:gd name="connsiteY41" fmla="*/ 1324293 h 3797336"/>
                <a:gd name="connsiteX42" fmla="*/ 2031121 w 6848879"/>
                <a:gd name="connsiteY42" fmla="*/ 1975179 h 3797336"/>
                <a:gd name="connsiteX43" fmla="*/ 1284049 w 6848879"/>
                <a:gd name="connsiteY43" fmla="*/ 2775352 h 3797336"/>
                <a:gd name="connsiteX44" fmla="*/ 721240 w 6848879"/>
                <a:gd name="connsiteY44" fmla="*/ 3581076 h 3797336"/>
                <a:gd name="connsiteX45" fmla="*/ 301735 w 6848879"/>
                <a:gd name="connsiteY45" fmla="*/ 3797336 h 3797336"/>
                <a:gd name="connsiteX46" fmla="*/ 42710 w 6848879"/>
                <a:gd name="connsiteY46" fmla="*/ 3609906 h 3797336"/>
                <a:gd name="connsiteX47" fmla="*/ 0 w 6848879"/>
                <a:gd name="connsiteY47" fmla="*/ 3204689 h 3797336"/>
                <a:gd name="connsiteX48" fmla="*/ 13514 w 6848879"/>
                <a:gd name="connsiteY48" fmla="*/ 2344412 h 3797336"/>
                <a:gd name="connsiteX49" fmla="*/ 34724 w 6848879"/>
                <a:gd name="connsiteY49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1310641 w 6848879"/>
                <a:gd name="connsiteY7" fmla="*/ 2585354 h 3797336"/>
                <a:gd name="connsiteX8" fmla="*/ 1905267 w 6848879"/>
                <a:gd name="connsiteY8" fmla="*/ 1955005 h 3797336"/>
                <a:gd name="connsiteX9" fmla="*/ 2541127 w 6848879"/>
                <a:gd name="connsiteY9" fmla="*/ 1341877 h 3797336"/>
                <a:gd name="connsiteX10" fmla="*/ 3386501 w 6848879"/>
                <a:gd name="connsiteY10" fmla="*/ 736610 h 3797336"/>
                <a:gd name="connsiteX11" fmla="*/ 4754625 w 6848879"/>
                <a:gd name="connsiteY11" fmla="*/ 909322 h 3797336"/>
                <a:gd name="connsiteX12" fmla="*/ 5254158 w 6848879"/>
                <a:gd name="connsiteY12" fmla="*/ 274322 h 3797336"/>
                <a:gd name="connsiteX13" fmla="*/ 5819309 w 6848879"/>
                <a:gd name="connsiteY13" fmla="*/ 172768 h 3797336"/>
                <a:gd name="connsiteX14" fmla="*/ 6248992 w 6848879"/>
                <a:gd name="connsiteY14" fmla="*/ 428302 h 3797336"/>
                <a:gd name="connsiteX15" fmla="*/ 6410214 w 6848879"/>
                <a:gd name="connsiteY15" fmla="*/ 623187 h 3797336"/>
                <a:gd name="connsiteX16" fmla="*/ 6562614 w 6848879"/>
                <a:gd name="connsiteY16" fmla="*/ 703089 h 3797336"/>
                <a:gd name="connsiteX17" fmla="*/ 6676914 w 6848879"/>
                <a:gd name="connsiteY17" fmla="*/ 674034 h 3797336"/>
                <a:gd name="connsiteX18" fmla="*/ 6706192 w 6848879"/>
                <a:gd name="connsiteY18" fmla="*/ 529995 h 3797336"/>
                <a:gd name="connsiteX19" fmla="*/ 6676915 w 6848879"/>
                <a:gd name="connsiteY19" fmla="*/ 390745 h 3797336"/>
                <a:gd name="connsiteX20" fmla="*/ 6607066 w 6848879"/>
                <a:gd name="connsiteY20" fmla="*/ 303578 h 3797336"/>
                <a:gd name="connsiteX21" fmla="*/ 6562616 w 6848879"/>
                <a:gd name="connsiteY21" fmla="*/ 194620 h 3797336"/>
                <a:gd name="connsiteX22" fmla="*/ 6543566 w 6848879"/>
                <a:gd name="connsiteY22" fmla="*/ 27550 h 3797336"/>
                <a:gd name="connsiteX23" fmla="*/ 6689615 w 6848879"/>
                <a:gd name="connsiteY23" fmla="*/ 13025 h 3797336"/>
                <a:gd name="connsiteX24" fmla="*/ 6841658 w 6848879"/>
                <a:gd name="connsiteY24" fmla="*/ 26287 h 3797336"/>
                <a:gd name="connsiteX25" fmla="*/ 6822966 w 6848879"/>
                <a:gd name="connsiteY25" fmla="*/ 252730 h 3797336"/>
                <a:gd name="connsiteX26" fmla="*/ 6778516 w 6848879"/>
                <a:gd name="connsiteY26" fmla="*/ 405271 h 3797336"/>
                <a:gd name="connsiteX27" fmla="*/ 6765815 w 6848879"/>
                <a:gd name="connsiteY27" fmla="*/ 659506 h 3797336"/>
                <a:gd name="connsiteX28" fmla="*/ 6689615 w 6848879"/>
                <a:gd name="connsiteY28" fmla="*/ 775729 h 3797336"/>
                <a:gd name="connsiteX29" fmla="*/ 6579192 w 6848879"/>
                <a:gd name="connsiteY29" fmla="*/ 797321 h 3797336"/>
                <a:gd name="connsiteX30" fmla="*/ 6365407 w 6848879"/>
                <a:gd name="connsiteY30" fmla="*/ 712560 h 3797336"/>
                <a:gd name="connsiteX31" fmla="*/ 6099065 w 6848879"/>
                <a:gd name="connsiteY31" fmla="*/ 398005 h 3797336"/>
                <a:gd name="connsiteX32" fmla="*/ 5861642 w 6848879"/>
                <a:gd name="connsiteY32" fmla="*/ 276774 h 3797336"/>
                <a:gd name="connsiteX33" fmla="*/ 5537792 w 6848879"/>
                <a:gd name="connsiteY33" fmla="*/ 257389 h 3797336"/>
                <a:gd name="connsiteX34" fmla="*/ 5355758 w 6848879"/>
                <a:gd name="connsiteY34" fmla="*/ 333589 h 3797336"/>
                <a:gd name="connsiteX35" fmla="*/ 5237225 w 6848879"/>
                <a:gd name="connsiteY35" fmla="*/ 452121 h 3797336"/>
                <a:gd name="connsiteX36" fmla="*/ 5025558 w 6848879"/>
                <a:gd name="connsiteY36" fmla="*/ 833121 h 3797336"/>
                <a:gd name="connsiteX37" fmla="*/ 4847758 w 6848879"/>
                <a:gd name="connsiteY37" fmla="*/ 985522 h 3797336"/>
                <a:gd name="connsiteX38" fmla="*/ 4435566 w 6848879"/>
                <a:gd name="connsiteY38" fmla="*/ 1018010 h 3797336"/>
                <a:gd name="connsiteX39" fmla="*/ 3766744 w 6848879"/>
                <a:gd name="connsiteY39" fmla="*/ 857442 h 3797336"/>
                <a:gd name="connsiteX40" fmla="*/ 3377933 w 6848879"/>
                <a:gd name="connsiteY40" fmla="*/ 831937 h 3797336"/>
                <a:gd name="connsiteX41" fmla="*/ 2709526 w 6848879"/>
                <a:gd name="connsiteY41" fmla="*/ 1324293 h 3797336"/>
                <a:gd name="connsiteX42" fmla="*/ 2031121 w 6848879"/>
                <a:gd name="connsiteY42" fmla="*/ 1975179 h 3797336"/>
                <a:gd name="connsiteX43" fmla="*/ 1284049 w 6848879"/>
                <a:gd name="connsiteY43" fmla="*/ 2775352 h 3797336"/>
                <a:gd name="connsiteX44" fmla="*/ 721240 w 6848879"/>
                <a:gd name="connsiteY44" fmla="*/ 3581076 h 3797336"/>
                <a:gd name="connsiteX45" fmla="*/ 301735 w 6848879"/>
                <a:gd name="connsiteY45" fmla="*/ 3797336 h 3797336"/>
                <a:gd name="connsiteX46" fmla="*/ 42710 w 6848879"/>
                <a:gd name="connsiteY46" fmla="*/ 3609906 h 3797336"/>
                <a:gd name="connsiteX47" fmla="*/ 0 w 6848879"/>
                <a:gd name="connsiteY47" fmla="*/ 3204689 h 3797336"/>
                <a:gd name="connsiteX48" fmla="*/ 13514 w 6848879"/>
                <a:gd name="connsiteY48" fmla="*/ 2344412 h 3797336"/>
                <a:gd name="connsiteX49" fmla="*/ 34724 w 6848879"/>
                <a:gd name="connsiteY49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1315721 w 6848879"/>
                <a:gd name="connsiteY7" fmla="*/ 2550488 h 3797336"/>
                <a:gd name="connsiteX8" fmla="*/ 1905267 w 6848879"/>
                <a:gd name="connsiteY8" fmla="*/ 1955005 h 3797336"/>
                <a:gd name="connsiteX9" fmla="*/ 2541127 w 6848879"/>
                <a:gd name="connsiteY9" fmla="*/ 1341877 h 3797336"/>
                <a:gd name="connsiteX10" fmla="*/ 3386501 w 6848879"/>
                <a:gd name="connsiteY10" fmla="*/ 736610 h 3797336"/>
                <a:gd name="connsiteX11" fmla="*/ 4754625 w 6848879"/>
                <a:gd name="connsiteY11" fmla="*/ 909322 h 3797336"/>
                <a:gd name="connsiteX12" fmla="*/ 5254158 w 6848879"/>
                <a:gd name="connsiteY12" fmla="*/ 274322 h 3797336"/>
                <a:gd name="connsiteX13" fmla="*/ 5819309 w 6848879"/>
                <a:gd name="connsiteY13" fmla="*/ 172768 h 3797336"/>
                <a:gd name="connsiteX14" fmla="*/ 6248992 w 6848879"/>
                <a:gd name="connsiteY14" fmla="*/ 428302 h 3797336"/>
                <a:gd name="connsiteX15" fmla="*/ 6410214 w 6848879"/>
                <a:gd name="connsiteY15" fmla="*/ 623187 h 3797336"/>
                <a:gd name="connsiteX16" fmla="*/ 6562614 w 6848879"/>
                <a:gd name="connsiteY16" fmla="*/ 703089 h 3797336"/>
                <a:gd name="connsiteX17" fmla="*/ 6676914 w 6848879"/>
                <a:gd name="connsiteY17" fmla="*/ 674034 h 3797336"/>
                <a:gd name="connsiteX18" fmla="*/ 6706192 w 6848879"/>
                <a:gd name="connsiteY18" fmla="*/ 529995 h 3797336"/>
                <a:gd name="connsiteX19" fmla="*/ 6676915 w 6848879"/>
                <a:gd name="connsiteY19" fmla="*/ 390745 h 3797336"/>
                <a:gd name="connsiteX20" fmla="*/ 6607066 w 6848879"/>
                <a:gd name="connsiteY20" fmla="*/ 303578 h 3797336"/>
                <a:gd name="connsiteX21" fmla="*/ 6562616 w 6848879"/>
                <a:gd name="connsiteY21" fmla="*/ 194620 h 3797336"/>
                <a:gd name="connsiteX22" fmla="*/ 6543566 w 6848879"/>
                <a:gd name="connsiteY22" fmla="*/ 27550 h 3797336"/>
                <a:gd name="connsiteX23" fmla="*/ 6689615 w 6848879"/>
                <a:gd name="connsiteY23" fmla="*/ 13025 h 3797336"/>
                <a:gd name="connsiteX24" fmla="*/ 6841658 w 6848879"/>
                <a:gd name="connsiteY24" fmla="*/ 26287 h 3797336"/>
                <a:gd name="connsiteX25" fmla="*/ 6822966 w 6848879"/>
                <a:gd name="connsiteY25" fmla="*/ 252730 h 3797336"/>
                <a:gd name="connsiteX26" fmla="*/ 6778516 w 6848879"/>
                <a:gd name="connsiteY26" fmla="*/ 405271 h 3797336"/>
                <a:gd name="connsiteX27" fmla="*/ 6765815 w 6848879"/>
                <a:gd name="connsiteY27" fmla="*/ 659506 h 3797336"/>
                <a:gd name="connsiteX28" fmla="*/ 6689615 w 6848879"/>
                <a:gd name="connsiteY28" fmla="*/ 775729 h 3797336"/>
                <a:gd name="connsiteX29" fmla="*/ 6579192 w 6848879"/>
                <a:gd name="connsiteY29" fmla="*/ 797321 h 3797336"/>
                <a:gd name="connsiteX30" fmla="*/ 6365407 w 6848879"/>
                <a:gd name="connsiteY30" fmla="*/ 712560 h 3797336"/>
                <a:gd name="connsiteX31" fmla="*/ 6099065 w 6848879"/>
                <a:gd name="connsiteY31" fmla="*/ 398005 h 3797336"/>
                <a:gd name="connsiteX32" fmla="*/ 5861642 w 6848879"/>
                <a:gd name="connsiteY32" fmla="*/ 276774 h 3797336"/>
                <a:gd name="connsiteX33" fmla="*/ 5537792 w 6848879"/>
                <a:gd name="connsiteY33" fmla="*/ 257389 h 3797336"/>
                <a:gd name="connsiteX34" fmla="*/ 5355758 w 6848879"/>
                <a:gd name="connsiteY34" fmla="*/ 333589 h 3797336"/>
                <a:gd name="connsiteX35" fmla="*/ 5237225 w 6848879"/>
                <a:gd name="connsiteY35" fmla="*/ 452121 h 3797336"/>
                <a:gd name="connsiteX36" fmla="*/ 5025558 w 6848879"/>
                <a:gd name="connsiteY36" fmla="*/ 833121 h 3797336"/>
                <a:gd name="connsiteX37" fmla="*/ 4847758 w 6848879"/>
                <a:gd name="connsiteY37" fmla="*/ 985522 h 3797336"/>
                <a:gd name="connsiteX38" fmla="*/ 4435566 w 6848879"/>
                <a:gd name="connsiteY38" fmla="*/ 1018010 h 3797336"/>
                <a:gd name="connsiteX39" fmla="*/ 3766744 w 6848879"/>
                <a:gd name="connsiteY39" fmla="*/ 857442 h 3797336"/>
                <a:gd name="connsiteX40" fmla="*/ 3377933 w 6848879"/>
                <a:gd name="connsiteY40" fmla="*/ 831937 h 3797336"/>
                <a:gd name="connsiteX41" fmla="*/ 2709526 w 6848879"/>
                <a:gd name="connsiteY41" fmla="*/ 1324293 h 3797336"/>
                <a:gd name="connsiteX42" fmla="*/ 2031121 w 6848879"/>
                <a:gd name="connsiteY42" fmla="*/ 1975179 h 3797336"/>
                <a:gd name="connsiteX43" fmla="*/ 1284049 w 6848879"/>
                <a:gd name="connsiteY43" fmla="*/ 2775352 h 3797336"/>
                <a:gd name="connsiteX44" fmla="*/ 721240 w 6848879"/>
                <a:gd name="connsiteY44" fmla="*/ 3581076 h 3797336"/>
                <a:gd name="connsiteX45" fmla="*/ 301735 w 6848879"/>
                <a:gd name="connsiteY45" fmla="*/ 3797336 h 3797336"/>
                <a:gd name="connsiteX46" fmla="*/ 42710 w 6848879"/>
                <a:gd name="connsiteY46" fmla="*/ 3609906 h 3797336"/>
                <a:gd name="connsiteX47" fmla="*/ 0 w 6848879"/>
                <a:gd name="connsiteY47" fmla="*/ 3204689 h 3797336"/>
                <a:gd name="connsiteX48" fmla="*/ 13514 w 6848879"/>
                <a:gd name="connsiteY48" fmla="*/ 2344412 h 3797336"/>
                <a:gd name="connsiteX49" fmla="*/ 34724 w 6848879"/>
                <a:gd name="connsiteY49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1315721 w 6848879"/>
                <a:gd name="connsiteY7" fmla="*/ 2550488 h 3797336"/>
                <a:gd name="connsiteX8" fmla="*/ 1905267 w 6848879"/>
                <a:gd name="connsiteY8" fmla="*/ 1955005 h 3797336"/>
                <a:gd name="connsiteX9" fmla="*/ 2541127 w 6848879"/>
                <a:gd name="connsiteY9" fmla="*/ 1341877 h 3797336"/>
                <a:gd name="connsiteX10" fmla="*/ 3386501 w 6848879"/>
                <a:gd name="connsiteY10" fmla="*/ 736610 h 3797336"/>
                <a:gd name="connsiteX11" fmla="*/ 4754625 w 6848879"/>
                <a:gd name="connsiteY11" fmla="*/ 909322 h 3797336"/>
                <a:gd name="connsiteX12" fmla="*/ 5254158 w 6848879"/>
                <a:gd name="connsiteY12" fmla="*/ 274322 h 3797336"/>
                <a:gd name="connsiteX13" fmla="*/ 5819309 w 6848879"/>
                <a:gd name="connsiteY13" fmla="*/ 172768 h 3797336"/>
                <a:gd name="connsiteX14" fmla="*/ 6248992 w 6848879"/>
                <a:gd name="connsiteY14" fmla="*/ 428302 h 3797336"/>
                <a:gd name="connsiteX15" fmla="*/ 6410214 w 6848879"/>
                <a:gd name="connsiteY15" fmla="*/ 623187 h 3797336"/>
                <a:gd name="connsiteX16" fmla="*/ 6562614 w 6848879"/>
                <a:gd name="connsiteY16" fmla="*/ 703089 h 3797336"/>
                <a:gd name="connsiteX17" fmla="*/ 6676914 w 6848879"/>
                <a:gd name="connsiteY17" fmla="*/ 674034 h 3797336"/>
                <a:gd name="connsiteX18" fmla="*/ 6706192 w 6848879"/>
                <a:gd name="connsiteY18" fmla="*/ 529995 h 3797336"/>
                <a:gd name="connsiteX19" fmla="*/ 6676915 w 6848879"/>
                <a:gd name="connsiteY19" fmla="*/ 390745 h 3797336"/>
                <a:gd name="connsiteX20" fmla="*/ 6607066 w 6848879"/>
                <a:gd name="connsiteY20" fmla="*/ 303578 h 3797336"/>
                <a:gd name="connsiteX21" fmla="*/ 6562616 w 6848879"/>
                <a:gd name="connsiteY21" fmla="*/ 194620 h 3797336"/>
                <a:gd name="connsiteX22" fmla="*/ 6543566 w 6848879"/>
                <a:gd name="connsiteY22" fmla="*/ 27550 h 3797336"/>
                <a:gd name="connsiteX23" fmla="*/ 6689615 w 6848879"/>
                <a:gd name="connsiteY23" fmla="*/ 13025 h 3797336"/>
                <a:gd name="connsiteX24" fmla="*/ 6841658 w 6848879"/>
                <a:gd name="connsiteY24" fmla="*/ 26287 h 3797336"/>
                <a:gd name="connsiteX25" fmla="*/ 6822966 w 6848879"/>
                <a:gd name="connsiteY25" fmla="*/ 252730 h 3797336"/>
                <a:gd name="connsiteX26" fmla="*/ 6778516 w 6848879"/>
                <a:gd name="connsiteY26" fmla="*/ 405271 h 3797336"/>
                <a:gd name="connsiteX27" fmla="*/ 6765815 w 6848879"/>
                <a:gd name="connsiteY27" fmla="*/ 659506 h 3797336"/>
                <a:gd name="connsiteX28" fmla="*/ 6689615 w 6848879"/>
                <a:gd name="connsiteY28" fmla="*/ 775729 h 3797336"/>
                <a:gd name="connsiteX29" fmla="*/ 6579192 w 6848879"/>
                <a:gd name="connsiteY29" fmla="*/ 797321 h 3797336"/>
                <a:gd name="connsiteX30" fmla="*/ 6365407 w 6848879"/>
                <a:gd name="connsiteY30" fmla="*/ 712560 h 3797336"/>
                <a:gd name="connsiteX31" fmla="*/ 6099065 w 6848879"/>
                <a:gd name="connsiteY31" fmla="*/ 398005 h 3797336"/>
                <a:gd name="connsiteX32" fmla="*/ 5861642 w 6848879"/>
                <a:gd name="connsiteY32" fmla="*/ 276774 h 3797336"/>
                <a:gd name="connsiteX33" fmla="*/ 5537792 w 6848879"/>
                <a:gd name="connsiteY33" fmla="*/ 257389 h 3797336"/>
                <a:gd name="connsiteX34" fmla="*/ 5355758 w 6848879"/>
                <a:gd name="connsiteY34" fmla="*/ 333589 h 3797336"/>
                <a:gd name="connsiteX35" fmla="*/ 5237225 w 6848879"/>
                <a:gd name="connsiteY35" fmla="*/ 452121 h 3797336"/>
                <a:gd name="connsiteX36" fmla="*/ 5025558 w 6848879"/>
                <a:gd name="connsiteY36" fmla="*/ 833121 h 3797336"/>
                <a:gd name="connsiteX37" fmla="*/ 4847758 w 6848879"/>
                <a:gd name="connsiteY37" fmla="*/ 985522 h 3797336"/>
                <a:gd name="connsiteX38" fmla="*/ 4435566 w 6848879"/>
                <a:gd name="connsiteY38" fmla="*/ 1018010 h 3797336"/>
                <a:gd name="connsiteX39" fmla="*/ 3766744 w 6848879"/>
                <a:gd name="connsiteY39" fmla="*/ 857442 h 3797336"/>
                <a:gd name="connsiteX40" fmla="*/ 3377933 w 6848879"/>
                <a:gd name="connsiteY40" fmla="*/ 831937 h 3797336"/>
                <a:gd name="connsiteX41" fmla="*/ 2709526 w 6848879"/>
                <a:gd name="connsiteY41" fmla="*/ 1324293 h 3797336"/>
                <a:gd name="connsiteX42" fmla="*/ 2031121 w 6848879"/>
                <a:gd name="connsiteY42" fmla="*/ 1975179 h 3797336"/>
                <a:gd name="connsiteX43" fmla="*/ 1284049 w 6848879"/>
                <a:gd name="connsiteY43" fmla="*/ 2775352 h 3797336"/>
                <a:gd name="connsiteX44" fmla="*/ 721240 w 6848879"/>
                <a:gd name="connsiteY44" fmla="*/ 3581076 h 3797336"/>
                <a:gd name="connsiteX45" fmla="*/ 301735 w 6848879"/>
                <a:gd name="connsiteY45" fmla="*/ 3797336 h 3797336"/>
                <a:gd name="connsiteX46" fmla="*/ 42710 w 6848879"/>
                <a:gd name="connsiteY46" fmla="*/ 3609906 h 3797336"/>
                <a:gd name="connsiteX47" fmla="*/ 0 w 6848879"/>
                <a:gd name="connsiteY47" fmla="*/ 3204689 h 3797336"/>
                <a:gd name="connsiteX48" fmla="*/ 13514 w 6848879"/>
                <a:gd name="connsiteY48" fmla="*/ 2344412 h 3797336"/>
                <a:gd name="connsiteX49" fmla="*/ 34724 w 6848879"/>
                <a:gd name="connsiteY49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1315721 w 6848879"/>
                <a:gd name="connsiteY7" fmla="*/ 2550488 h 3797336"/>
                <a:gd name="connsiteX8" fmla="*/ 1905267 w 6848879"/>
                <a:gd name="connsiteY8" fmla="*/ 1955005 h 3797336"/>
                <a:gd name="connsiteX9" fmla="*/ 2541127 w 6848879"/>
                <a:gd name="connsiteY9" fmla="*/ 1341877 h 3797336"/>
                <a:gd name="connsiteX10" fmla="*/ 3386501 w 6848879"/>
                <a:gd name="connsiteY10" fmla="*/ 736610 h 3797336"/>
                <a:gd name="connsiteX11" fmla="*/ 4754625 w 6848879"/>
                <a:gd name="connsiteY11" fmla="*/ 909322 h 3797336"/>
                <a:gd name="connsiteX12" fmla="*/ 5254158 w 6848879"/>
                <a:gd name="connsiteY12" fmla="*/ 274322 h 3797336"/>
                <a:gd name="connsiteX13" fmla="*/ 5819309 w 6848879"/>
                <a:gd name="connsiteY13" fmla="*/ 172768 h 3797336"/>
                <a:gd name="connsiteX14" fmla="*/ 6248992 w 6848879"/>
                <a:gd name="connsiteY14" fmla="*/ 428302 h 3797336"/>
                <a:gd name="connsiteX15" fmla="*/ 6410214 w 6848879"/>
                <a:gd name="connsiteY15" fmla="*/ 623187 h 3797336"/>
                <a:gd name="connsiteX16" fmla="*/ 6562614 w 6848879"/>
                <a:gd name="connsiteY16" fmla="*/ 703089 h 3797336"/>
                <a:gd name="connsiteX17" fmla="*/ 6676914 w 6848879"/>
                <a:gd name="connsiteY17" fmla="*/ 674034 h 3797336"/>
                <a:gd name="connsiteX18" fmla="*/ 6706192 w 6848879"/>
                <a:gd name="connsiteY18" fmla="*/ 529995 h 3797336"/>
                <a:gd name="connsiteX19" fmla="*/ 6676915 w 6848879"/>
                <a:gd name="connsiteY19" fmla="*/ 390745 h 3797336"/>
                <a:gd name="connsiteX20" fmla="*/ 6607066 w 6848879"/>
                <a:gd name="connsiteY20" fmla="*/ 303578 h 3797336"/>
                <a:gd name="connsiteX21" fmla="*/ 6562616 w 6848879"/>
                <a:gd name="connsiteY21" fmla="*/ 194620 h 3797336"/>
                <a:gd name="connsiteX22" fmla="*/ 6543566 w 6848879"/>
                <a:gd name="connsiteY22" fmla="*/ 27550 h 3797336"/>
                <a:gd name="connsiteX23" fmla="*/ 6689615 w 6848879"/>
                <a:gd name="connsiteY23" fmla="*/ 13025 h 3797336"/>
                <a:gd name="connsiteX24" fmla="*/ 6841658 w 6848879"/>
                <a:gd name="connsiteY24" fmla="*/ 26287 h 3797336"/>
                <a:gd name="connsiteX25" fmla="*/ 6822966 w 6848879"/>
                <a:gd name="connsiteY25" fmla="*/ 252730 h 3797336"/>
                <a:gd name="connsiteX26" fmla="*/ 6778516 w 6848879"/>
                <a:gd name="connsiteY26" fmla="*/ 405271 h 3797336"/>
                <a:gd name="connsiteX27" fmla="*/ 6765815 w 6848879"/>
                <a:gd name="connsiteY27" fmla="*/ 659506 h 3797336"/>
                <a:gd name="connsiteX28" fmla="*/ 6689615 w 6848879"/>
                <a:gd name="connsiteY28" fmla="*/ 775729 h 3797336"/>
                <a:gd name="connsiteX29" fmla="*/ 6579192 w 6848879"/>
                <a:gd name="connsiteY29" fmla="*/ 797321 h 3797336"/>
                <a:gd name="connsiteX30" fmla="*/ 6365407 w 6848879"/>
                <a:gd name="connsiteY30" fmla="*/ 712560 h 3797336"/>
                <a:gd name="connsiteX31" fmla="*/ 6099065 w 6848879"/>
                <a:gd name="connsiteY31" fmla="*/ 398005 h 3797336"/>
                <a:gd name="connsiteX32" fmla="*/ 5861642 w 6848879"/>
                <a:gd name="connsiteY32" fmla="*/ 276774 h 3797336"/>
                <a:gd name="connsiteX33" fmla="*/ 5537792 w 6848879"/>
                <a:gd name="connsiteY33" fmla="*/ 257389 h 3797336"/>
                <a:gd name="connsiteX34" fmla="*/ 5355758 w 6848879"/>
                <a:gd name="connsiteY34" fmla="*/ 333589 h 3797336"/>
                <a:gd name="connsiteX35" fmla="*/ 5237225 w 6848879"/>
                <a:gd name="connsiteY35" fmla="*/ 452121 h 3797336"/>
                <a:gd name="connsiteX36" fmla="*/ 5025558 w 6848879"/>
                <a:gd name="connsiteY36" fmla="*/ 833121 h 3797336"/>
                <a:gd name="connsiteX37" fmla="*/ 4847758 w 6848879"/>
                <a:gd name="connsiteY37" fmla="*/ 985522 h 3797336"/>
                <a:gd name="connsiteX38" fmla="*/ 4435566 w 6848879"/>
                <a:gd name="connsiteY38" fmla="*/ 1018010 h 3797336"/>
                <a:gd name="connsiteX39" fmla="*/ 3766744 w 6848879"/>
                <a:gd name="connsiteY39" fmla="*/ 857442 h 3797336"/>
                <a:gd name="connsiteX40" fmla="*/ 3377933 w 6848879"/>
                <a:gd name="connsiteY40" fmla="*/ 831937 h 3797336"/>
                <a:gd name="connsiteX41" fmla="*/ 2709526 w 6848879"/>
                <a:gd name="connsiteY41" fmla="*/ 1324293 h 3797336"/>
                <a:gd name="connsiteX42" fmla="*/ 2031121 w 6848879"/>
                <a:gd name="connsiteY42" fmla="*/ 1975179 h 3797336"/>
                <a:gd name="connsiteX43" fmla="*/ 1284049 w 6848879"/>
                <a:gd name="connsiteY43" fmla="*/ 2775352 h 3797336"/>
                <a:gd name="connsiteX44" fmla="*/ 721240 w 6848879"/>
                <a:gd name="connsiteY44" fmla="*/ 3581076 h 3797336"/>
                <a:gd name="connsiteX45" fmla="*/ 301735 w 6848879"/>
                <a:gd name="connsiteY45" fmla="*/ 3797336 h 3797336"/>
                <a:gd name="connsiteX46" fmla="*/ 42710 w 6848879"/>
                <a:gd name="connsiteY46" fmla="*/ 3609906 h 3797336"/>
                <a:gd name="connsiteX47" fmla="*/ 0 w 6848879"/>
                <a:gd name="connsiteY47" fmla="*/ 3204689 h 3797336"/>
                <a:gd name="connsiteX48" fmla="*/ 13514 w 6848879"/>
                <a:gd name="connsiteY48" fmla="*/ 2344412 h 3797336"/>
                <a:gd name="connsiteX49" fmla="*/ 34724 w 6848879"/>
                <a:gd name="connsiteY49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1315721 w 6848879"/>
                <a:gd name="connsiteY7" fmla="*/ 2550488 h 3797336"/>
                <a:gd name="connsiteX8" fmla="*/ 1905267 w 6848879"/>
                <a:gd name="connsiteY8" fmla="*/ 1955005 h 3797336"/>
                <a:gd name="connsiteX9" fmla="*/ 2541127 w 6848879"/>
                <a:gd name="connsiteY9" fmla="*/ 1341877 h 3797336"/>
                <a:gd name="connsiteX10" fmla="*/ 3386501 w 6848879"/>
                <a:gd name="connsiteY10" fmla="*/ 736610 h 3797336"/>
                <a:gd name="connsiteX11" fmla="*/ 4754625 w 6848879"/>
                <a:gd name="connsiteY11" fmla="*/ 909322 h 3797336"/>
                <a:gd name="connsiteX12" fmla="*/ 5254158 w 6848879"/>
                <a:gd name="connsiteY12" fmla="*/ 274322 h 3797336"/>
                <a:gd name="connsiteX13" fmla="*/ 5819309 w 6848879"/>
                <a:gd name="connsiteY13" fmla="*/ 172768 h 3797336"/>
                <a:gd name="connsiteX14" fmla="*/ 6248992 w 6848879"/>
                <a:gd name="connsiteY14" fmla="*/ 428302 h 3797336"/>
                <a:gd name="connsiteX15" fmla="*/ 6410214 w 6848879"/>
                <a:gd name="connsiteY15" fmla="*/ 623187 h 3797336"/>
                <a:gd name="connsiteX16" fmla="*/ 6562614 w 6848879"/>
                <a:gd name="connsiteY16" fmla="*/ 703089 h 3797336"/>
                <a:gd name="connsiteX17" fmla="*/ 6676914 w 6848879"/>
                <a:gd name="connsiteY17" fmla="*/ 674034 h 3797336"/>
                <a:gd name="connsiteX18" fmla="*/ 6706192 w 6848879"/>
                <a:gd name="connsiteY18" fmla="*/ 529995 h 3797336"/>
                <a:gd name="connsiteX19" fmla="*/ 6676915 w 6848879"/>
                <a:gd name="connsiteY19" fmla="*/ 390745 h 3797336"/>
                <a:gd name="connsiteX20" fmla="*/ 6607066 w 6848879"/>
                <a:gd name="connsiteY20" fmla="*/ 303578 h 3797336"/>
                <a:gd name="connsiteX21" fmla="*/ 6562616 w 6848879"/>
                <a:gd name="connsiteY21" fmla="*/ 194620 h 3797336"/>
                <a:gd name="connsiteX22" fmla="*/ 6543566 w 6848879"/>
                <a:gd name="connsiteY22" fmla="*/ 27550 h 3797336"/>
                <a:gd name="connsiteX23" fmla="*/ 6689615 w 6848879"/>
                <a:gd name="connsiteY23" fmla="*/ 13025 h 3797336"/>
                <a:gd name="connsiteX24" fmla="*/ 6841658 w 6848879"/>
                <a:gd name="connsiteY24" fmla="*/ 26287 h 3797336"/>
                <a:gd name="connsiteX25" fmla="*/ 6822966 w 6848879"/>
                <a:gd name="connsiteY25" fmla="*/ 252730 h 3797336"/>
                <a:gd name="connsiteX26" fmla="*/ 6778516 w 6848879"/>
                <a:gd name="connsiteY26" fmla="*/ 405271 h 3797336"/>
                <a:gd name="connsiteX27" fmla="*/ 6765815 w 6848879"/>
                <a:gd name="connsiteY27" fmla="*/ 659506 h 3797336"/>
                <a:gd name="connsiteX28" fmla="*/ 6689615 w 6848879"/>
                <a:gd name="connsiteY28" fmla="*/ 775729 h 3797336"/>
                <a:gd name="connsiteX29" fmla="*/ 6579192 w 6848879"/>
                <a:gd name="connsiteY29" fmla="*/ 797321 h 3797336"/>
                <a:gd name="connsiteX30" fmla="*/ 6365407 w 6848879"/>
                <a:gd name="connsiteY30" fmla="*/ 712560 h 3797336"/>
                <a:gd name="connsiteX31" fmla="*/ 6099065 w 6848879"/>
                <a:gd name="connsiteY31" fmla="*/ 398005 h 3797336"/>
                <a:gd name="connsiteX32" fmla="*/ 5861642 w 6848879"/>
                <a:gd name="connsiteY32" fmla="*/ 276774 h 3797336"/>
                <a:gd name="connsiteX33" fmla="*/ 5537792 w 6848879"/>
                <a:gd name="connsiteY33" fmla="*/ 257389 h 3797336"/>
                <a:gd name="connsiteX34" fmla="*/ 5355758 w 6848879"/>
                <a:gd name="connsiteY34" fmla="*/ 333589 h 3797336"/>
                <a:gd name="connsiteX35" fmla="*/ 5237225 w 6848879"/>
                <a:gd name="connsiteY35" fmla="*/ 452121 h 3797336"/>
                <a:gd name="connsiteX36" fmla="*/ 5025558 w 6848879"/>
                <a:gd name="connsiteY36" fmla="*/ 833121 h 3797336"/>
                <a:gd name="connsiteX37" fmla="*/ 4847758 w 6848879"/>
                <a:gd name="connsiteY37" fmla="*/ 985522 h 3797336"/>
                <a:gd name="connsiteX38" fmla="*/ 4435566 w 6848879"/>
                <a:gd name="connsiteY38" fmla="*/ 1018010 h 3797336"/>
                <a:gd name="connsiteX39" fmla="*/ 3766744 w 6848879"/>
                <a:gd name="connsiteY39" fmla="*/ 857442 h 3797336"/>
                <a:gd name="connsiteX40" fmla="*/ 3377933 w 6848879"/>
                <a:gd name="connsiteY40" fmla="*/ 831937 h 3797336"/>
                <a:gd name="connsiteX41" fmla="*/ 2709526 w 6848879"/>
                <a:gd name="connsiteY41" fmla="*/ 1324293 h 3797336"/>
                <a:gd name="connsiteX42" fmla="*/ 2031121 w 6848879"/>
                <a:gd name="connsiteY42" fmla="*/ 1975179 h 3797336"/>
                <a:gd name="connsiteX43" fmla="*/ 1284049 w 6848879"/>
                <a:gd name="connsiteY43" fmla="*/ 2775352 h 3797336"/>
                <a:gd name="connsiteX44" fmla="*/ 721240 w 6848879"/>
                <a:gd name="connsiteY44" fmla="*/ 3581076 h 3797336"/>
                <a:gd name="connsiteX45" fmla="*/ 301735 w 6848879"/>
                <a:gd name="connsiteY45" fmla="*/ 3797336 h 3797336"/>
                <a:gd name="connsiteX46" fmla="*/ 42710 w 6848879"/>
                <a:gd name="connsiteY46" fmla="*/ 3609906 h 3797336"/>
                <a:gd name="connsiteX47" fmla="*/ 0 w 6848879"/>
                <a:gd name="connsiteY47" fmla="*/ 3204689 h 3797336"/>
                <a:gd name="connsiteX48" fmla="*/ 13514 w 6848879"/>
                <a:gd name="connsiteY48" fmla="*/ 2344412 h 3797336"/>
                <a:gd name="connsiteX49" fmla="*/ 34724 w 6848879"/>
                <a:gd name="connsiteY49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1315721 w 6848879"/>
                <a:gd name="connsiteY7" fmla="*/ 2550488 h 3797336"/>
                <a:gd name="connsiteX8" fmla="*/ 1905267 w 6848879"/>
                <a:gd name="connsiteY8" fmla="*/ 1955005 h 3797336"/>
                <a:gd name="connsiteX9" fmla="*/ 2541127 w 6848879"/>
                <a:gd name="connsiteY9" fmla="*/ 1341877 h 3797336"/>
                <a:gd name="connsiteX10" fmla="*/ 3386501 w 6848879"/>
                <a:gd name="connsiteY10" fmla="*/ 736610 h 3797336"/>
                <a:gd name="connsiteX11" fmla="*/ 4754625 w 6848879"/>
                <a:gd name="connsiteY11" fmla="*/ 909322 h 3797336"/>
                <a:gd name="connsiteX12" fmla="*/ 5254158 w 6848879"/>
                <a:gd name="connsiteY12" fmla="*/ 274322 h 3797336"/>
                <a:gd name="connsiteX13" fmla="*/ 5819309 w 6848879"/>
                <a:gd name="connsiteY13" fmla="*/ 172768 h 3797336"/>
                <a:gd name="connsiteX14" fmla="*/ 6248992 w 6848879"/>
                <a:gd name="connsiteY14" fmla="*/ 428302 h 3797336"/>
                <a:gd name="connsiteX15" fmla="*/ 6410214 w 6848879"/>
                <a:gd name="connsiteY15" fmla="*/ 623187 h 3797336"/>
                <a:gd name="connsiteX16" fmla="*/ 6562614 w 6848879"/>
                <a:gd name="connsiteY16" fmla="*/ 703089 h 3797336"/>
                <a:gd name="connsiteX17" fmla="*/ 6676914 w 6848879"/>
                <a:gd name="connsiteY17" fmla="*/ 674034 h 3797336"/>
                <a:gd name="connsiteX18" fmla="*/ 6706192 w 6848879"/>
                <a:gd name="connsiteY18" fmla="*/ 529995 h 3797336"/>
                <a:gd name="connsiteX19" fmla="*/ 6676915 w 6848879"/>
                <a:gd name="connsiteY19" fmla="*/ 390745 h 3797336"/>
                <a:gd name="connsiteX20" fmla="*/ 6607066 w 6848879"/>
                <a:gd name="connsiteY20" fmla="*/ 303578 h 3797336"/>
                <a:gd name="connsiteX21" fmla="*/ 6562616 w 6848879"/>
                <a:gd name="connsiteY21" fmla="*/ 194620 h 3797336"/>
                <a:gd name="connsiteX22" fmla="*/ 6543566 w 6848879"/>
                <a:gd name="connsiteY22" fmla="*/ 27550 h 3797336"/>
                <a:gd name="connsiteX23" fmla="*/ 6689615 w 6848879"/>
                <a:gd name="connsiteY23" fmla="*/ 13025 h 3797336"/>
                <a:gd name="connsiteX24" fmla="*/ 6841658 w 6848879"/>
                <a:gd name="connsiteY24" fmla="*/ 26287 h 3797336"/>
                <a:gd name="connsiteX25" fmla="*/ 6822966 w 6848879"/>
                <a:gd name="connsiteY25" fmla="*/ 252730 h 3797336"/>
                <a:gd name="connsiteX26" fmla="*/ 6778516 w 6848879"/>
                <a:gd name="connsiteY26" fmla="*/ 405271 h 3797336"/>
                <a:gd name="connsiteX27" fmla="*/ 6765815 w 6848879"/>
                <a:gd name="connsiteY27" fmla="*/ 659506 h 3797336"/>
                <a:gd name="connsiteX28" fmla="*/ 6689615 w 6848879"/>
                <a:gd name="connsiteY28" fmla="*/ 775729 h 3797336"/>
                <a:gd name="connsiteX29" fmla="*/ 6579192 w 6848879"/>
                <a:gd name="connsiteY29" fmla="*/ 797321 h 3797336"/>
                <a:gd name="connsiteX30" fmla="*/ 6365407 w 6848879"/>
                <a:gd name="connsiteY30" fmla="*/ 712560 h 3797336"/>
                <a:gd name="connsiteX31" fmla="*/ 6099065 w 6848879"/>
                <a:gd name="connsiteY31" fmla="*/ 398005 h 3797336"/>
                <a:gd name="connsiteX32" fmla="*/ 5861642 w 6848879"/>
                <a:gd name="connsiteY32" fmla="*/ 276774 h 3797336"/>
                <a:gd name="connsiteX33" fmla="*/ 5537792 w 6848879"/>
                <a:gd name="connsiteY33" fmla="*/ 257389 h 3797336"/>
                <a:gd name="connsiteX34" fmla="*/ 5355758 w 6848879"/>
                <a:gd name="connsiteY34" fmla="*/ 333589 h 3797336"/>
                <a:gd name="connsiteX35" fmla="*/ 5237225 w 6848879"/>
                <a:gd name="connsiteY35" fmla="*/ 452121 h 3797336"/>
                <a:gd name="connsiteX36" fmla="*/ 5025558 w 6848879"/>
                <a:gd name="connsiteY36" fmla="*/ 833121 h 3797336"/>
                <a:gd name="connsiteX37" fmla="*/ 4847758 w 6848879"/>
                <a:gd name="connsiteY37" fmla="*/ 985522 h 3797336"/>
                <a:gd name="connsiteX38" fmla="*/ 4435566 w 6848879"/>
                <a:gd name="connsiteY38" fmla="*/ 1018010 h 3797336"/>
                <a:gd name="connsiteX39" fmla="*/ 3766744 w 6848879"/>
                <a:gd name="connsiteY39" fmla="*/ 857442 h 3797336"/>
                <a:gd name="connsiteX40" fmla="*/ 3377933 w 6848879"/>
                <a:gd name="connsiteY40" fmla="*/ 831937 h 3797336"/>
                <a:gd name="connsiteX41" fmla="*/ 2709526 w 6848879"/>
                <a:gd name="connsiteY41" fmla="*/ 1324293 h 3797336"/>
                <a:gd name="connsiteX42" fmla="*/ 2031121 w 6848879"/>
                <a:gd name="connsiteY42" fmla="*/ 1975179 h 3797336"/>
                <a:gd name="connsiteX43" fmla="*/ 1284049 w 6848879"/>
                <a:gd name="connsiteY43" fmla="*/ 2775352 h 3797336"/>
                <a:gd name="connsiteX44" fmla="*/ 721240 w 6848879"/>
                <a:gd name="connsiteY44" fmla="*/ 3581076 h 3797336"/>
                <a:gd name="connsiteX45" fmla="*/ 301735 w 6848879"/>
                <a:gd name="connsiteY45" fmla="*/ 3797336 h 3797336"/>
                <a:gd name="connsiteX46" fmla="*/ 42710 w 6848879"/>
                <a:gd name="connsiteY46" fmla="*/ 3609906 h 3797336"/>
                <a:gd name="connsiteX47" fmla="*/ 0 w 6848879"/>
                <a:gd name="connsiteY47" fmla="*/ 3204689 h 3797336"/>
                <a:gd name="connsiteX48" fmla="*/ 13514 w 6848879"/>
                <a:gd name="connsiteY48" fmla="*/ 2344412 h 3797336"/>
                <a:gd name="connsiteX49" fmla="*/ 34724 w 6848879"/>
                <a:gd name="connsiteY49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1341121 w 6848879"/>
                <a:gd name="connsiteY7" fmla="*/ 2550488 h 3797336"/>
                <a:gd name="connsiteX8" fmla="*/ 1905267 w 6848879"/>
                <a:gd name="connsiteY8" fmla="*/ 1955005 h 3797336"/>
                <a:gd name="connsiteX9" fmla="*/ 2541127 w 6848879"/>
                <a:gd name="connsiteY9" fmla="*/ 1341877 h 3797336"/>
                <a:gd name="connsiteX10" fmla="*/ 3386501 w 6848879"/>
                <a:gd name="connsiteY10" fmla="*/ 736610 h 3797336"/>
                <a:gd name="connsiteX11" fmla="*/ 4754625 w 6848879"/>
                <a:gd name="connsiteY11" fmla="*/ 909322 h 3797336"/>
                <a:gd name="connsiteX12" fmla="*/ 5254158 w 6848879"/>
                <a:gd name="connsiteY12" fmla="*/ 274322 h 3797336"/>
                <a:gd name="connsiteX13" fmla="*/ 5819309 w 6848879"/>
                <a:gd name="connsiteY13" fmla="*/ 172768 h 3797336"/>
                <a:gd name="connsiteX14" fmla="*/ 6248992 w 6848879"/>
                <a:gd name="connsiteY14" fmla="*/ 428302 h 3797336"/>
                <a:gd name="connsiteX15" fmla="*/ 6410214 w 6848879"/>
                <a:gd name="connsiteY15" fmla="*/ 623187 h 3797336"/>
                <a:gd name="connsiteX16" fmla="*/ 6562614 w 6848879"/>
                <a:gd name="connsiteY16" fmla="*/ 703089 h 3797336"/>
                <a:gd name="connsiteX17" fmla="*/ 6676914 w 6848879"/>
                <a:gd name="connsiteY17" fmla="*/ 674034 h 3797336"/>
                <a:gd name="connsiteX18" fmla="*/ 6706192 w 6848879"/>
                <a:gd name="connsiteY18" fmla="*/ 529995 h 3797336"/>
                <a:gd name="connsiteX19" fmla="*/ 6676915 w 6848879"/>
                <a:gd name="connsiteY19" fmla="*/ 390745 h 3797336"/>
                <a:gd name="connsiteX20" fmla="*/ 6607066 w 6848879"/>
                <a:gd name="connsiteY20" fmla="*/ 303578 h 3797336"/>
                <a:gd name="connsiteX21" fmla="*/ 6562616 w 6848879"/>
                <a:gd name="connsiteY21" fmla="*/ 194620 h 3797336"/>
                <a:gd name="connsiteX22" fmla="*/ 6543566 w 6848879"/>
                <a:gd name="connsiteY22" fmla="*/ 27550 h 3797336"/>
                <a:gd name="connsiteX23" fmla="*/ 6689615 w 6848879"/>
                <a:gd name="connsiteY23" fmla="*/ 13025 h 3797336"/>
                <a:gd name="connsiteX24" fmla="*/ 6841658 w 6848879"/>
                <a:gd name="connsiteY24" fmla="*/ 26287 h 3797336"/>
                <a:gd name="connsiteX25" fmla="*/ 6822966 w 6848879"/>
                <a:gd name="connsiteY25" fmla="*/ 252730 h 3797336"/>
                <a:gd name="connsiteX26" fmla="*/ 6778516 w 6848879"/>
                <a:gd name="connsiteY26" fmla="*/ 405271 h 3797336"/>
                <a:gd name="connsiteX27" fmla="*/ 6765815 w 6848879"/>
                <a:gd name="connsiteY27" fmla="*/ 659506 h 3797336"/>
                <a:gd name="connsiteX28" fmla="*/ 6689615 w 6848879"/>
                <a:gd name="connsiteY28" fmla="*/ 775729 h 3797336"/>
                <a:gd name="connsiteX29" fmla="*/ 6579192 w 6848879"/>
                <a:gd name="connsiteY29" fmla="*/ 797321 h 3797336"/>
                <a:gd name="connsiteX30" fmla="*/ 6365407 w 6848879"/>
                <a:gd name="connsiteY30" fmla="*/ 712560 h 3797336"/>
                <a:gd name="connsiteX31" fmla="*/ 6099065 w 6848879"/>
                <a:gd name="connsiteY31" fmla="*/ 398005 h 3797336"/>
                <a:gd name="connsiteX32" fmla="*/ 5861642 w 6848879"/>
                <a:gd name="connsiteY32" fmla="*/ 276774 h 3797336"/>
                <a:gd name="connsiteX33" fmla="*/ 5537792 w 6848879"/>
                <a:gd name="connsiteY33" fmla="*/ 257389 h 3797336"/>
                <a:gd name="connsiteX34" fmla="*/ 5355758 w 6848879"/>
                <a:gd name="connsiteY34" fmla="*/ 333589 h 3797336"/>
                <a:gd name="connsiteX35" fmla="*/ 5237225 w 6848879"/>
                <a:gd name="connsiteY35" fmla="*/ 452121 h 3797336"/>
                <a:gd name="connsiteX36" fmla="*/ 5025558 w 6848879"/>
                <a:gd name="connsiteY36" fmla="*/ 833121 h 3797336"/>
                <a:gd name="connsiteX37" fmla="*/ 4847758 w 6848879"/>
                <a:gd name="connsiteY37" fmla="*/ 985522 h 3797336"/>
                <a:gd name="connsiteX38" fmla="*/ 4435566 w 6848879"/>
                <a:gd name="connsiteY38" fmla="*/ 1018010 h 3797336"/>
                <a:gd name="connsiteX39" fmla="*/ 3766744 w 6848879"/>
                <a:gd name="connsiteY39" fmla="*/ 857442 h 3797336"/>
                <a:gd name="connsiteX40" fmla="*/ 3377933 w 6848879"/>
                <a:gd name="connsiteY40" fmla="*/ 831937 h 3797336"/>
                <a:gd name="connsiteX41" fmla="*/ 2709526 w 6848879"/>
                <a:gd name="connsiteY41" fmla="*/ 1324293 h 3797336"/>
                <a:gd name="connsiteX42" fmla="*/ 2031121 w 6848879"/>
                <a:gd name="connsiteY42" fmla="*/ 1975179 h 3797336"/>
                <a:gd name="connsiteX43" fmla="*/ 1284049 w 6848879"/>
                <a:gd name="connsiteY43" fmla="*/ 2775352 h 3797336"/>
                <a:gd name="connsiteX44" fmla="*/ 721240 w 6848879"/>
                <a:gd name="connsiteY44" fmla="*/ 3581076 h 3797336"/>
                <a:gd name="connsiteX45" fmla="*/ 301735 w 6848879"/>
                <a:gd name="connsiteY45" fmla="*/ 3797336 h 3797336"/>
                <a:gd name="connsiteX46" fmla="*/ 42710 w 6848879"/>
                <a:gd name="connsiteY46" fmla="*/ 3609906 h 3797336"/>
                <a:gd name="connsiteX47" fmla="*/ 0 w 6848879"/>
                <a:gd name="connsiteY47" fmla="*/ 3204689 h 3797336"/>
                <a:gd name="connsiteX48" fmla="*/ 13514 w 6848879"/>
                <a:gd name="connsiteY48" fmla="*/ 2344412 h 3797336"/>
                <a:gd name="connsiteX49" fmla="*/ 34724 w 6848879"/>
                <a:gd name="connsiteY49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1341121 w 6848879"/>
                <a:gd name="connsiteY7" fmla="*/ 2550488 h 3797336"/>
                <a:gd name="connsiteX8" fmla="*/ 1905267 w 6848879"/>
                <a:gd name="connsiteY8" fmla="*/ 1955005 h 3797336"/>
                <a:gd name="connsiteX9" fmla="*/ 2541127 w 6848879"/>
                <a:gd name="connsiteY9" fmla="*/ 1341877 h 3797336"/>
                <a:gd name="connsiteX10" fmla="*/ 3386501 w 6848879"/>
                <a:gd name="connsiteY10" fmla="*/ 736610 h 3797336"/>
                <a:gd name="connsiteX11" fmla="*/ 4754625 w 6848879"/>
                <a:gd name="connsiteY11" fmla="*/ 909322 h 3797336"/>
                <a:gd name="connsiteX12" fmla="*/ 5254158 w 6848879"/>
                <a:gd name="connsiteY12" fmla="*/ 274322 h 3797336"/>
                <a:gd name="connsiteX13" fmla="*/ 5819309 w 6848879"/>
                <a:gd name="connsiteY13" fmla="*/ 172768 h 3797336"/>
                <a:gd name="connsiteX14" fmla="*/ 6248992 w 6848879"/>
                <a:gd name="connsiteY14" fmla="*/ 428302 h 3797336"/>
                <a:gd name="connsiteX15" fmla="*/ 6410214 w 6848879"/>
                <a:gd name="connsiteY15" fmla="*/ 623187 h 3797336"/>
                <a:gd name="connsiteX16" fmla="*/ 6562614 w 6848879"/>
                <a:gd name="connsiteY16" fmla="*/ 703089 h 3797336"/>
                <a:gd name="connsiteX17" fmla="*/ 6676914 w 6848879"/>
                <a:gd name="connsiteY17" fmla="*/ 674034 h 3797336"/>
                <a:gd name="connsiteX18" fmla="*/ 6706192 w 6848879"/>
                <a:gd name="connsiteY18" fmla="*/ 529995 h 3797336"/>
                <a:gd name="connsiteX19" fmla="*/ 6676915 w 6848879"/>
                <a:gd name="connsiteY19" fmla="*/ 390745 h 3797336"/>
                <a:gd name="connsiteX20" fmla="*/ 6607066 w 6848879"/>
                <a:gd name="connsiteY20" fmla="*/ 303578 h 3797336"/>
                <a:gd name="connsiteX21" fmla="*/ 6562616 w 6848879"/>
                <a:gd name="connsiteY21" fmla="*/ 194620 h 3797336"/>
                <a:gd name="connsiteX22" fmla="*/ 6543566 w 6848879"/>
                <a:gd name="connsiteY22" fmla="*/ 27550 h 3797336"/>
                <a:gd name="connsiteX23" fmla="*/ 6689615 w 6848879"/>
                <a:gd name="connsiteY23" fmla="*/ 13025 h 3797336"/>
                <a:gd name="connsiteX24" fmla="*/ 6841658 w 6848879"/>
                <a:gd name="connsiteY24" fmla="*/ 26287 h 3797336"/>
                <a:gd name="connsiteX25" fmla="*/ 6822966 w 6848879"/>
                <a:gd name="connsiteY25" fmla="*/ 252730 h 3797336"/>
                <a:gd name="connsiteX26" fmla="*/ 6778516 w 6848879"/>
                <a:gd name="connsiteY26" fmla="*/ 405271 h 3797336"/>
                <a:gd name="connsiteX27" fmla="*/ 6765815 w 6848879"/>
                <a:gd name="connsiteY27" fmla="*/ 659506 h 3797336"/>
                <a:gd name="connsiteX28" fmla="*/ 6689615 w 6848879"/>
                <a:gd name="connsiteY28" fmla="*/ 775729 h 3797336"/>
                <a:gd name="connsiteX29" fmla="*/ 6579192 w 6848879"/>
                <a:gd name="connsiteY29" fmla="*/ 797321 h 3797336"/>
                <a:gd name="connsiteX30" fmla="*/ 6365407 w 6848879"/>
                <a:gd name="connsiteY30" fmla="*/ 712560 h 3797336"/>
                <a:gd name="connsiteX31" fmla="*/ 6099065 w 6848879"/>
                <a:gd name="connsiteY31" fmla="*/ 398005 h 3797336"/>
                <a:gd name="connsiteX32" fmla="*/ 5861642 w 6848879"/>
                <a:gd name="connsiteY32" fmla="*/ 276774 h 3797336"/>
                <a:gd name="connsiteX33" fmla="*/ 5537792 w 6848879"/>
                <a:gd name="connsiteY33" fmla="*/ 257389 h 3797336"/>
                <a:gd name="connsiteX34" fmla="*/ 5355758 w 6848879"/>
                <a:gd name="connsiteY34" fmla="*/ 333589 h 3797336"/>
                <a:gd name="connsiteX35" fmla="*/ 5237225 w 6848879"/>
                <a:gd name="connsiteY35" fmla="*/ 452121 h 3797336"/>
                <a:gd name="connsiteX36" fmla="*/ 5025558 w 6848879"/>
                <a:gd name="connsiteY36" fmla="*/ 833121 h 3797336"/>
                <a:gd name="connsiteX37" fmla="*/ 4847758 w 6848879"/>
                <a:gd name="connsiteY37" fmla="*/ 985522 h 3797336"/>
                <a:gd name="connsiteX38" fmla="*/ 4435566 w 6848879"/>
                <a:gd name="connsiteY38" fmla="*/ 1018010 h 3797336"/>
                <a:gd name="connsiteX39" fmla="*/ 3766744 w 6848879"/>
                <a:gd name="connsiteY39" fmla="*/ 857442 h 3797336"/>
                <a:gd name="connsiteX40" fmla="*/ 3377933 w 6848879"/>
                <a:gd name="connsiteY40" fmla="*/ 831937 h 3797336"/>
                <a:gd name="connsiteX41" fmla="*/ 2709526 w 6848879"/>
                <a:gd name="connsiteY41" fmla="*/ 1324293 h 3797336"/>
                <a:gd name="connsiteX42" fmla="*/ 2031121 w 6848879"/>
                <a:gd name="connsiteY42" fmla="*/ 1975179 h 3797336"/>
                <a:gd name="connsiteX43" fmla="*/ 1538049 w 6848879"/>
                <a:gd name="connsiteY43" fmla="*/ 2473177 h 3797336"/>
                <a:gd name="connsiteX44" fmla="*/ 721240 w 6848879"/>
                <a:gd name="connsiteY44" fmla="*/ 3581076 h 3797336"/>
                <a:gd name="connsiteX45" fmla="*/ 301735 w 6848879"/>
                <a:gd name="connsiteY45" fmla="*/ 3797336 h 3797336"/>
                <a:gd name="connsiteX46" fmla="*/ 42710 w 6848879"/>
                <a:gd name="connsiteY46" fmla="*/ 3609906 h 3797336"/>
                <a:gd name="connsiteX47" fmla="*/ 0 w 6848879"/>
                <a:gd name="connsiteY47" fmla="*/ 3204689 h 3797336"/>
                <a:gd name="connsiteX48" fmla="*/ 13514 w 6848879"/>
                <a:gd name="connsiteY48" fmla="*/ 2344412 h 3797336"/>
                <a:gd name="connsiteX49" fmla="*/ 34724 w 6848879"/>
                <a:gd name="connsiteY49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1341121 w 6848879"/>
                <a:gd name="connsiteY7" fmla="*/ 2550488 h 3797336"/>
                <a:gd name="connsiteX8" fmla="*/ 1905267 w 6848879"/>
                <a:gd name="connsiteY8" fmla="*/ 1955005 h 3797336"/>
                <a:gd name="connsiteX9" fmla="*/ 2541127 w 6848879"/>
                <a:gd name="connsiteY9" fmla="*/ 1341877 h 3797336"/>
                <a:gd name="connsiteX10" fmla="*/ 3386501 w 6848879"/>
                <a:gd name="connsiteY10" fmla="*/ 736610 h 3797336"/>
                <a:gd name="connsiteX11" fmla="*/ 4754625 w 6848879"/>
                <a:gd name="connsiteY11" fmla="*/ 909322 h 3797336"/>
                <a:gd name="connsiteX12" fmla="*/ 5254158 w 6848879"/>
                <a:gd name="connsiteY12" fmla="*/ 274322 h 3797336"/>
                <a:gd name="connsiteX13" fmla="*/ 5819309 w 6848879"/>
                <a:gd name="connsiteY13" fmla="*/ 172768 h 3797336"/>
                <a:gd name="connsiteX14" fmla="*/ 6248992 w 6848879"/>
                <a:gd name="connsiteY14" fmla="*/ 428302 h 3797336"/>
                <a:gd name="connsiteX15" fmla="*/ 6410214 w 6848879"/>
                <a:gd name="connsiteY15" fmla="*/ 623187 h 3797336"/>
                <a:gd name="connsiteX16" fmla="*/ 6562614 w 6848879"/>
                <a:gd name="connsiteY16" fmla="*/ 703089 h 3797336"/>
                <a:gd name="connsiteX17" fmla="*/ 6676914 w 6848879"/>
                <a:gd name="connsiteY17" fmla="*/ 674034 h 3797336"/>
                <a:gd name="connsiteX18" fmla="*/ 6706192 w 6848879"/>
                <a:gd name="connsiteY18" fmla="*/ 529995 h 3797336"/>
                <a:gd name="connsiteX19" fmla="*/ 6676915 w 6848879"/>
                <a:gd name="connsiteY19" fmla="*/ 390745 h 3797336"/>
                <a:gd name="connsiteX20" fmla="*/ 6607066 w 6848879"/>
                <a:gd name="connsiteY20" fmla="*/ 303578 h 3797336"/>
                <a:gd name="connsiteX21" fmla="*/ 6562616 w 6848879"/>
                <a:gd name="connsiteY21" fmla="*/ 194620 h 3797336"/>
                <a:gd name="connsiteX22" fmla="*/ 6543566 w 6848879"/>
                <a:gd name="connsiteY22" fmla="*/ 27550 h 3797336"/>
                <a:gd name="connsiteX23" fmla="*/ 6689615 w 6848879"/>
                <a:gd name="connsiteY23" fmla="*/ 13025 h 3797336"/>
                <a:gd name="connsiteX24" fmla="*/ 6841658 w 6848879"/>
                <a:gd name="connsiteY24" fmla="*/ 26287 h 3797336"/>
                <a:gd name="connsiteX25" fmla="*/ 6822966 w 6848879"/>
                <a:gd name="connsiteY25" fmla="*/ 252730 h 3797336"/>
                <a:gd name="connsiteX26" fmla="*/ 6778516 w 6848879"/>
                <a:gd name="connsiteY26" fmla="*/ 405271 h 3797336"/>
                <a:gd name="connsiteX27" fmla="*/ 6765815 w 6848879"/>
                <a:gd name="connsiteY27" fmla="*/ 659506 h 3797336"/>
                <a:gd name="connsiteX28" fmla="*/ 6689615 w 6848879"/>
                <a:gd name="connsiteY28" fmla="*/ 775729 h 3797336"/>
                <a:gd name="connsiteX29" fmla="*/ 6579192 w 6848879"/>
                <a:gd name="connsiteY29" fmla="*/ 797321 h 3797336"/>
                <a:gd name="connsiteX30" fmla="*/ 6365407 w 6848879"/>
                <a:gd name="connsiteY30" fmla="*/ 712560 h 3797336"/>
                <a:gd name="connsiteX31" fmla="*/ 6099065 w 6848879"/>
                <a:gd name="connsiteY31" fmla="*/ 398005 h 3797336"/>
                <a:gd name="connsiteX32" fmla="*/ 5861642 w 6848879"/>
                <a:gd name="connsiteY32" fmla="*/ 276774 h 3797336"/>
                <a:gd name="connsiteX33" fmla="*/ 5537792 w 6848879"/>
                <a:gd name="connsiteY33" fmla="*/ 257389 h 3797336"/>
                <a:gd name="connsiteX34" fmla="*/ 5355758 w 6848879"/>
                <a:gd name="connsiteY34" fmla="*/ 333589 h 3797336"/>
                <a:gd name="connsiteX35" fmla="*/ 5237225 w 6848879"/>
                <a:gd name="connsiteY35" fmla="*/ 452121 h 3797336"/>
                <a:gd name="connsiteX36" fmla="*/ 5025558 w 6848879"/>
                <a:gd name="connsiteY36" fmla="*/ 833121 h 3797336"/>
                <a:gd name="connsiteX37" fmla="*/ 4847758 w 6848879"/>
                <a:gd name="connsiteY37" fmla="*/ 985522 h 3797336"/>
                <a:gd name="connsiteX38" fmla="*/ 4435566 w 6848879"/>
                <a:gd name="connsiteY38" fmla="*/ 1018010 h 3797336"/>
                <a:gd name="connsiteX39" fmla="*/ 3766744 w 6848879"/>
                <a:gd name="connsiteY39" fmla="*/ 857442 h 3797336"/>
                <a:gd name="connsiteX40" fmla="*/ 3377933 w 6848879"/>
                <a:gd name="connsiteY40" fmla="*/ 831937 h 3797336"/>
                <a:gd name="connsiteX41" fmla="*/ 2709526 w 6848879"/>
                <a:gd name="connsiteY41" fmla="*/ 1324293 h 3797336"/>
                <a:gd name="connsiteX42" fmla="*/ 2031121 w 6848879"/>
                <a:gd name="connsiteY42" fmla="*/ 1975179 h 3797336"/>
                <a:gd name="connsiteX43" fmla="*/ 1177369 w 6848879"/>
                <a:gd name="connsiteY43" fmla="*/ 2949685 h 3797336"/>
                <a:gd name="connsiteX44" fmla="*/ 721240 w 6848879"/>
                <a:gd name="connsiteY44" fmla="*/ 3581076 h 3797336"/>
                <a:gd name="connsiteX45" fmla="*/ 301735 w 6848879"/>
                <a:gd name="connsiteY45" fmla="*/ 3797336 h 3797336"/>
                <a:gd name="connsiteX46" fmla="*/ 42710 w 6848879"/>
                <a:gd name="connsiteY46" fmla="*/ 3609906 h 3797336"/>
                <a:gd name="connsiteX47" fmla="*/ 0 w 6848879"/>
                <a:gd name="connsiteY47" fmla="*/ 3204689 h 3797336"/>
                <a:gd name="connsiteX48" fmla="*/ 13514 w 6848879"/>
                <a:gd name="connsiteY48" fmla="*/ 2344412 h 3797336"/>
                <a:gd name="connsiteX49" fmla="*/ 34724 w 6848879"/>
                <a:gd name="connsiteY49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1341121 w 6848879"/>
                <a:gd name="connsiteY7" fmla="*/ 2550488 h 3797336"/>
                <a:gd name="connsiteX8" fmla="*/ 1905267 w 6848879"/>
                <a:gd name="connsiteY8" fmla="*/ 1955005 h 3797336"/>
                <a:gd name="connsiteX9" fmla="*/ 2541127 w 6848879"/>
                <a:gd name="connsiteY9" fmla="*/ 1341877 h 3797336"/>
                <a:gd name="connsiteX10" fmla="*/ 3386501 w 6848879"/>
                <a:gd name="connsiteY10" fmla="*/ 736610 h 3797336"/>
                <a:gd name="connsiteX11" fmla="*/ 4754625 w 6848879"/>
                <a:gd name="connsiteY11" fmla="*/ 909322 h 3797336"/>
                <a:gd name="connsiteX12" fmla="*/ 5254158 w 6848879"/>
                <a:gd name="connsiteY12" fmla="*/ 274322 h 3797336"/>
                <a:gd name="connsiteX13" fmla="*/ 5819309 w 6848879"/>
                <a:gd name="connsiteY13" fmla="*/ 172768 h 3797336"/>
                <a:gd name="connsiteX14" fmla="*/ 6248992 w 6848879"/>
                <a:gd name="connsiteY14" fmla="*/ 428302 h 3797336"/>
                <a:gd name="connsiteX15" fmla="*/ 6410214 w 6848879"/>
                <a:gd name="connsiteY15" fmla="*/ 623187 h 3797336"/>
                <a:gd name="connsiteX16" fmla="*/ 6562614 w 6848879"/>
                <a:gd name="connsiteY16" fmla="*/ 703089 h 3797336"/>
                <a:gd name="connsiteX17" fmla="*/ 6676914 w 6848879"/>
                <a:gd name="connsiteY17" fmla="*/ 674034 h 3797336"/>
                <a:gd name="connsiteX18" fmla="*/ 6706192 w 6848879"/>
                <a:gd name="connsiteY18" fmla="*/ 529995 h 3797336"/>
                <a:gd name="connsiteX19" fmla="*/ 6676915 w 6848879"/>
                <a:gd name="connsiteY19" fmla="*/ 390745 h 3797336"/>
                <a:gd name="connsiteX20" fmla="*/ 6607066 w 6848879"/>
                <a:gd name="connsiteY20" fmla="*/ 303578 h 3797336"/>
                <a:gd name="connsiteX21" fmla="*/ 6562616 w 6848879"/>
                <a:gd name="connsiteY21" fmla="*/ 194620 h 3797336"/>
                <a:gd name="connsiteX22" fmla="*/ 6543566 w 6848879"/>
                <a:gd name="connsiteY22" fmla="*/ 27550 h 3797336"/>
                <a:gd name="connsiteX23" fmla="*/ 6689615 w 6848879"/>
                <a:gd name="connsiteY23" fmla="*/ 13025 h 3797336"/>
                <a:gd name="connsiteX24" fmla="*/ 6841658 w 6848879"/>
                <a:gd name="connsiteY24" fmla="*/ 26287 h 3797336"/>
                <a:gd name="connsiteX25" fmla="*/ 6822966 w 6848879"/>
                <a:gd name="connsiteY25" fmla="*/ 252730 h 3797336"/>
                <a:gd name="connsiteX26" fmla="*/ 6778516 w 6848879"/>
                <a:gd name="connsiteY26" fmla="*/ 405271 h 3797336"/>
                <a:gd name="connsiteX27" fmla="*/ 6765815 w 6848879"/>
                <a:gd name="connsiteY27" fmla="*/ 659506 h 3797336"/>
                <a:gd name="connsiteX28" fmla="*/ 6689615 w 6848879"/>
                <a:gd name="connsiteY28" fmla="*/ 775729 h 3797336"/>
                <a:gd name="connsiteX29" fmla="*/ 6579192 w 6848879"/>
                <a:gd name="connsiteY29" fmla="*/ 797321 h 3797336"/>
                <a:gd name="connsiteX30" fmla="*/ 6365407 w 6848879"/>
                <a:gd name="connsiteY30" fmla="*/ 712560 h 3797336"/>
                <a:gd name="connsiteX31" fmla="*/ 6099065 w 6848879"/>
                <a:gd name="connsiteY31" fmla="*/ 398005 h 3797336"/>
                <a:gd name="connsiteX32" fmla="*/ 5861642 w 6848879"/>
                <a:gd name="connsiteY32" fmla="*/ 276774 h 3797336"/>
                <a:gd name="connsiteX33" fmla="*/ 5537792 w 6848879"/>
                <a:gd name="connsiteY33" fmla="*/ 257389 h 3797336"/>
                <a:gd name="connsiteX34" fmla="*/ 5355758 w 6848879"/>
                <a:gd name="connsiteY34" fmla="*/ 333589 h 3797336"/>
                <a:gd name="connsiteX35" fmla="*/ 5237225 w 6848879"/>
                <a:gd name="connsiteY35" fmla="*/ 452121 h 3797336"/>
                <a:gd name="connsiteX36" fmla="*/ 5025558 w 6848879"/>
                <a:gd name="connsiteY36" fmla="*/ 833121 h 3797336"/>
                <a:gd name="connsiteX37" fmla="*/ 4847758 w 6848879"/>
                <a:gd name="connsiteY37" fmla="*/ 985522 h 3797336"/>
                <a:gd name="connsiteX38" fmla="*/ 4435566 w 6848879"/>
                <a:gd name="connsiteY38" fmla="*/ 1018010 h 3797336"/>
                <a:gd name="connsiteX39" fmla="*/ 3766744 w 6848879"/>
                <a:gd name="connsiteY39" fmla="*/ 857442 h 3797336"/>
                <a:gd name="connsiteX40" fmla="*/ 3377933 w 6848879"/>
                <a:gd name="connsiteY40" fmla="*/ 831937 h 3797336"/>
                <a:gd name="connsiteX41" fmla="*/ 2709526 w 6848879"/>
                <a:gd name="connsiteY41" fmla="*/ 1324293 h 3797336"/>
                <a:gd name="connsiteX42" fmla="*/ 2031121 w 6848879"/>
                <a:gd name="connsiteY42" fmla="*/ 1975179 h 3797336"/>
                <a:gd name="connsiteX43" fmla="*/ 1233249 w 6848879"/>
                <a:gd name="connsiteY43" fmla="*/ 2897385 h 3797336"/>
                <a:gd name="connsiteX44" fmla="*/ 721240 w 6848879"/>
                <a:gd name="connsiteY44" fmla="*/ 3581076 h 3797336"/>
                <a:gd name="connsiteX45" fmla="*/ 301735 w 6848879"/>
                <a:gd name="connsiteY45" fmla="*/ 3797336 h 3797336"/>
                <a:gd name="connsiteX46" fmla="*/ 42710 w 6848879"/>
                <a:gd name="connsiteY46" fmla="*/ 3609906 h 3797336"/>
                <a:gd name="connsiteX47" fmla="*/ 0 w 6848879"/>
                <a:gd name="connsiteY47" fmla="*/ 3204689 h 3797336"/>
                <a:gd name="connsiteX48" fmla="*/ 13514 w 6848879"/>
                <a:gd name="connsiteY48" fmla="*/ 2344412 h 3797336"/>
                <a:gd name="connsiteX49" fmla="*/ 34724 w 6848879"/>
                <a:gd name="connsiteY49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1341121 w 6848879"/>
                <a:gd name="connsiteY7" fmla="*/ 2550488 h 3797336"/>
                <a:gd name="connsiteX8" fmla="*/ 1905267 w 6848879"/>
                <a:gd name="connsiteY8" fmla="*/ 1955005 h 3797336"/>
                <a:gd name="connsiteX9" fmla="*/ 2541127 w 6848879"/>
                <a:gd name="connsiteY9" fmla="*/ 1341877 h 3797336"/>
                <a:gd name="connsiteX10" fmla="*/ 3386501 w 6848879"/>
                <a:gd name="connsiteY10" fmla="*/ 736610 h 3797336"/>
                <a:gd name="connsiteX11" fmla="*/ 4754625 w 6848879"/>
                <a:gd name="connsiteY11" fmla="*/ 909322 h 3797336"/>
                <a:gd name="connsiteX12" fmla="*/ 5254158 w 6848879"/>
                <a:gd name="connsiteY12" fmla="*/ 274322 h 3797336"/>
                <a:gd name="connsiteX13" fmla="*/ 5819309 w 6848879"/>
                <a:gd name="connsiteY13" fmla="*/ 172768 h 3797336"/>
                <a:gd name="connsiteX14" fmla="*/ 6248992 w 6848879"/>
                <a:gd name="connsiteY14" fmla="*/ 428302 h 3797336"/>
                <a:gd name="connsiteX15" fmla="*/ 6410214 w 6848879"/>
                <a:gd name="connsiteY15" fmla="*/ 623187 h 3797336"/>
                <a:gd name="connsiteX16" fmla="*/ 6562614 w 6848879"/>
                <a:gd name="connsiteY16" fmla="*/ 703089 h 3797336"/>
                <a:gd name="connsiteX17" fmla="*/ 6676914 w 6848879"/>
                <a:gd name="connsiteY17" fmla="*/ 674034 h 3797336"/>
                <a:gd name="connsiteX18" fmla="*/ 6706192 w 6848879"/>
                <a:gd name="connsiteY18" fmla="*/ 529995 h 3797336"/>
                <a:gd name="connsiteX19" fmla="*/ 6676915 w 6848879"/>
                <a:gd name="connsiteY19" fmla="*/ 390745 h 3797336"/>
                <a:gd name="connsiteX20" fmla="*/ 6607066 w 6848879"/>
                <a:gd name="connsiteY20" fmla="*/ 303578 h 3797336"/>
                <a:gd name="connsiteX21" fmla="*/ 6562616 w 6848879"/>
                <a:gd name="connsiteY21" fmla="*/ 194620 h 3797336"/>
                <a:gd name="connsiteX22" fmla="*/ 6543566 w 6848879"/>
                <a:gd name="connsiteY22" fmla="*/ 27550 h 3797336"/>
                <a:gd name="connsiteX23" fmla="*/ 6689615 w 6848879"/>
                <a:gd name="connsiteY23" fmla="*/ 13025 h 3797336"/>
                <a:gd name="connsiteX24" fmla="*/ 6841658 w 6848879"/>
                <a:gd name="connsiteY24" fmla="*/ 26287 h 3797336"/>
                <a:gd name="connsiteX25" fmla="*/ 6822966 w 6848879"/>
                <a:gd name="connsiteY25" fmla="*/ 252730 h 3797336"/>
                <a:gd name="connsiteX26" fmla="*/ 6778516 w 6848879"/>
                <a:gd name="connsiteY26" fmla="*/ 405271 h 3797336"/>
                <a:gd name="connsiteX27" fmla="*/ 6765815 w 6848879"/>
                <a:gd name="connsiteY27" fmla="*/ 659506 h 3797336"/>
                <a:gd name="connsiteX28" fmla="*/ 6689615 w 6848879"/>
                <a:gd name="connsiteY28" fmla="*/ 775729 h 3797336"/>
                <a:gd name="connsiteX29" fmla="*/ 6579192 w 6848879"/>
                <a:gd name="connsiteY29" fmla="*/ 797321 h 3797336"/>
                <a:gd name="connsiteX30" fmla="*/ 6365407 w 6848879"/>
                <a:gd name="connsiteY30" fmla="*/ 712560 h 3797336"/>
                <a:gd name="connsiteX31" fmla="*/ 6099065 w 6848879"/>
                <a:gd name="connsiteY31" fmla="*/ 398005 h 3797336"/>
                <a:gd name="connsiteX32" fmla="*/ 5861642 w 6848879"/>
                <a:gd name="connsiteY32" fmla="*/ 276774 h 3797336"/>
                <a:gd name="connsiteX33" fmla="*/ 5537792 w 6848879"/>
                <a:gd name="connsiteY33" fmla="*/ 257389 h 3797336"/>
                <a:gd name="connsiteX34" fmla="*/ 5355758 w 6848879"/>
                <a:gd name="connsiteY34" fmla="*/ 333589 h 3797336"/>
                <a:gd name="connsiteX35" fmla="*/ 5237225 w 6848879"/>
                <a:gd name="connsiteY35" fmla="*/ 452121 h 3797336"/>
                <a:gd name="connsiteX36" fmla="*/ 5025558 w 6848879"/>
                <a:gd name="connsiteY36" fmla="*/ 833121 h 3797336"/>
                <a:gd name="connsiteX37" fmla="*/ 4847758 w 6848879"/>
                <a:gd name="connsiteY37" fmla="*/ 985522 h 3797336"/>
                <a:gd name="connsiteX38" fmla="*/ 4435566 w 6848879"/>
                <a:gd name="connsiteY38" fmla="*/ 1018010 h 3797336"/>
                <a:gd name="connsiteX39" fmla="*/ 3766744 w 6848879"/>
                <a:gd name="connsiteY39" fmla="*/ 857442 h 3797336"/>
                <a:gd name="connsiteX40" fmla="*/ 3377933 w 6848879"/>
                <a:gd name="connsiteY40" fmla="*/ 831937 h 3797336"/>
                <a:gd name="connsiteX41" fmla="*/ 2709526 w 6848879"/>
                <a:gd name="connsiteY41" fmla="*/ 1324293 h 3797336"/>
                <a:gd name="connsiteX42" fmla="*/ 2031121 w 6848879"/>
                <a:gd name="connsiteY42" fmla="*/ 1975179 h 3797336"/>
                <a:gd name="connsiteX43" fmla="*/ 1233249 w 6848879"/>
                <a:gd name="connsiteY43" fmla="*/ 2897385 h 3797336"/>
                <a:gd name="connsiteX44" fmla="*/ 721240 w 6848879"/>
                <a:gd name="connsiteY44" fmla="*/ 3581076 h 3797336"/>
                <a:gd name="connsiteX45" fmla="*/ 301735 w 6848879"/>
                <a:gd name="connsiteY45" fmla="*/ 3797336 h 3797336"/>
                <a:gd name="connsiteX46" fmla="*/ 42710 w 6848879"/>
                <a:gd name="connsiteY46" fmla="*/ 3609906 h 3797336"/>
                <a:gd name="connsiteX47" fmla="*/ 0 w 6848879"/>
                <a:gd name="connsiteY47" fmla="*/ 3204689 h 3797336"/>
                <a:gd name="connsiteX48" fmla="*/ 13514 w 6848879"/>
                <a:gd name="connsiteY48" fmla="*/ 2344412 h 3797336"/>
                <a:gd name="connsiteX49" fmla="*/ 34724 w 6848879"/>
                <a:gd name="connsiteY49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1346201 w 6848879"/>
                <a:gd name="connsiteY7" fmla="*/ 2538866 h 3797336"/>
                <a:gd name="connsiteX8" fmla="*/ 1905267 w 6848879"/>
                <a:gd name="connsiteY8" fmla="*/ 1955005 h 3797336"/>
                <a:gd name="connsiteX9" fmla="*/ 2541127 w 6848879"/>
                <a:gd name="connsiteY9" fmla="*/ 1341877 h 3797336"/>
                <a:gd name="connsiteX10" fmla="*/ 3386501 w 6848879"/>
                <a:gd name="connsiteY10" fmla="*/ 736610 h 3797336"/>
                <a:gd name="connsiteX11" fmla="*/ 4754625 w 6848879"/>
                <a:gd name="connsiteY11" fmla="*/ 909322 h 3797336"/>
                <a:gd name="connsiteX12" fmla="*/ 5254158 w 6848879"/>
                <a:gd name="connsiteY12" fmla="*/ 274322 h 3797336"/>
                <a:gd name="connsiteX13" fmla="*/ 5819309 w 6848879"/>
                <a:gd name="connsiteY13" fmla="*/ 172768 h 3797336"/>
                <a:gd name="connsiteX14" fmla="*/ 6248992 w 6848879"/>
                <a:gd name="connsiteY14" fmla="*/ 428302 h 3797336"/>
                <a:gd name="connsiteX15" fmla="*/ 6410214 w 6848879"/>
                <a:gd name="connsiteY15" fmla="*/ 623187 h 3797336"/>
                <a:gd name="connsiteX16" fmla="*/ 6562614 w 6848879"/>
                <a:gd name="connsiteY16" fmla="*/ 703089 h 3797336"/>
                <a:gd name="connsiteX17" fmla="*/ 6676914 w 6848879"/>
                <a:gd name="connsiteY17" fmla="*/ 674034 h 3797336"/>
                <a:gd name="connsiteX18" fmla="*/ 6706192 w 6848879"/>
                <a:gd name="connsiteY18" fmla="*/ 529995 h 3797336"/>
                <a:gd name="connsiteX19" fmla="*/ 6676915 w 6848879"/>
                <a:gd name="connsiteY19" fmla="*/ 390745 h 3797336"/>
                <a:gd name="connsiteX20" fmla="*/ 6607066 w 6848879"/>
                <a:gd name="connsiteY20" fmla="*/ 303578 h 3797336"/>
                <a:gd name="connsiteX21" fmla="*/ 6562616 w 6848879"/>
                <a:gd name="connsiteY21" fmla="*/ 194620 h 3797336"/>
                <a:gd name="connsiteX22" fmla="*/ 6543566 w 6848879"/>
                <a:gd name="connsiteY22" fmla="*/ 27550 h 3797336"/>
                <a:gd name="connsiteX23" fmla="*/ 6689615 w 6848879"/>
                <a:gd name="connsiteY23" fmla="*/ 13025 h 3797336"/>
                <a:gd name="connsiteX24" fmla="*/ 6841658 w 6848879"/>
                <a:gd name="connsiteY24" fmla="*/ 26287 h 3797336"/>
                <a:gd name="connsiteX25" fmla="*/ 6822966 w 6848879"/>
                <a:gd name="connsiteY25" fmla="*/ 252730 h 3797336"/>
                <a:gd name="connsiteX26" fmla="*/ 6778516 w 6848879"/>
                <a:gd name="connsiteY26" fmla="*/ 405271 h 3797336"/>
                <a:gd name="connsiteX27" fmla="*/ 6765815 w 6848879"/>
                <a:gd name="connsiteY27" fmla="*/ 659506 h 3797336"/>
                <a:gd name="connsiteX28" fmla="*/ 6689615 w 6848879"/>
                <a:gd name="connsiteY28" fmla="*/ 775729 h 3797336"/>
                <a:gd name="connsiteX29" fmla="*/ 6579192 w 6848879"/>
                <a:gd name="connsiteY29" fmla="*/ 797321 h 3797336"/>
                <a:gd name="connsiteX30" fmla="*/ 6365407 w 6848879"/>
                <a:gd name="connsiteY30" fmla="*/ 712560 h 3797336"/>
                <a:gd name="connsiteX31" fmla="*/ 6099065 w 6848879"/>
                <a:gd name="connsiteY31" fmla="*/ 398005 h 3797336"/>
                <a:gd name="connsiteX32" fmla="*/ 5861642 w 6848879"/>
                <a:gd name="connsiteY32" fmla="*/ 276774 h 3797336"/>
                <a:gd name="connsiteX33" fmla="*/ 5537792 w 6848879"/>
                <a:gd name="connsiteY33" fmla="*/ 257389 h 3797336"/>
                <a:gd name="connsiteX34" fmla="*/ 5355758 w 6848879"/>
                <a:gd name="connsiteY34" fmla="*/ 333589 h 3797336"/>
                <a:gd name="connsiteX35" fmla="*/ 5237225 w 6848879"/>
                <a:gd name="connsiteY35" fmla="*/ 452121 h 3797336"/>
                <a:gd name="connsiteX36" fmla="*/ 5025558 w 6848879"/>
                <a:gd name="connsiteY36" fmla="*/ 833121 h 3797336"/>
                <a:gd name="connsiteX37" fmla="*/ 4847758 w 6848879"/>
                <a:gd name="connsiteY37" fmla="*/ 985522 h 3797336"/>
                <a:gd name="connsiteX38" fmla="*/ 4435566 w 6848879"/>
                <a:gd name="connsiteY38" fmla="*/ 1018010 h 3797336"/>
                <a:gd name="connsiteX39" fmla="*/ 3766744 w 6848879"/>
                <a:gd name="connsiteY39" fmla="*/ 857442 h 3797336"/>
                <a:gd name="connsiteX40" fmla="*/ 3377933 w 6848879"/>
                <a:gd name="connsiteY40" fmla="*/ 831937 h 3797336"/>
                <a:gd name="connsiteX41" fmla="*/ 2709526 w 6848879"/>
                <a:gd name="connsiteY41" fmla="*/ 1324293 h 3797336"/>
                <a:gd name="connsiteX42" fmla="*/ 2031121 w 6848879"/>
                <a:gd name="connsiteY42" fmla="*/ 1975179 h 3797336"/>
                <a:gd name="connsiteX43" fmla="*/ 1233249 w 6848879"/>
                <a:gd name="connsiteY43" fmla="*/ 2897385 h 3797336"/>
                <a:gd name="connsiteX44" fmla="*/ 721240 w 6848879"/>
                <a:gd name="connsiteY44" fmla="*/ 3581076 h 3797336"/>
                <a:gd name="connsiteX45" fmla="*/ 301735 w 6848879"/>
                <a:gd name="connsiteY45" fmla="*/ 3797336 h 3797336"/>
                <a:gd name="connsiteX46" fmla="*/ 42710 w 6848879"/>
                <a:gd name="connsiteY46" fmla="*/ 3609906 h 3797336"/>
                <a:gd name="connsiteX47" fmla="*/ 0 w 6848879"/>
                <a:gd name="connsiteY47" fmla="*/ 3204689 h 3797336"/>
                <a:gd name="connsiteX48" fmla="*/ 13514 w 6848879"/>
                <a:gd name="connsiteY48" fmla="*/ 2344412 h 3797336"/>
                <a:gd name="connsiteX49" fmla="*/ 34724 w 6848879"/>
                <a:gd name="connsiteY49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1346201 w 6848879"/>
                <a:gd name="connsiteY7" fmla="*/ 2538866 h 3797336"/>
                <a:gd name="connsiteX8" fmla="*/ 1905267 w 6848879"/>
                <a:gd name="connsiteY8" fmla="*/ 1955005 h 3797336"/>
                <a:gd name="connsiteX9" fmla="*/ 2541127 w 6848879"/>
                <a:gd name="connsiteY9" fmla="*/ 1341877 h 3797336"/>
                <a:gd name="connsiteX10" fmla="*/ 3386501 w 6848879"/>
                <a:gd name="connsiteY10" fmla="*/ 736610 h 3797336"/>
                <a:gd name="connsiteX11" fmla="*/ 4754625 w 6848879"/>
                <a:gd name="connsiteY11" fmla="*/ 909322 h 3797336"/>
                <a:gd name="connsiteX12" fmla="*/ 5254158 w 6848879"/>
                <a:gd name="connsiteY12" fmla="*/ 274322 h 3797336"/>
                <a:gd name="connsiteX13" fmla="*/ 5819309 w 6848879"/>
                <a:gd name="connsiteY13" fmla="*/ 172768 h 3797336"/>
                <a:gd name="connsiteX14" fmla="*/ 6248992 w 6848879"/>
                <a:gd name="connsiteY14" fmla="*/ 428302 h 3797336"/>
                <a:gd name="connsiteX15" fmla="*/ 6410214 w 6848879"/>
                <a:gd name="connsiteY15" fmla="*/ 623187 h 3797336"/>
                <a:gd name="connsiteX16" fmla="*/ 6562614 w 6848879"/>
                <a:gd name="connsiteY16" fmla="*/ 703089 h 3797336"/>
                <a:gd name="connsiteX17" fmla="*/ 6676914 w 6848879"/>
                <a:gd name="connsiteY17" fmla="*/ 674034 h 3797336"/>
                <a:gd name="connsiteX18" fmla="*/ 6706192 w 6848879"/>
                <a:gd name="connsiteY18" fmla="*/ 529995 h 3797336"/>
                <a:gd name="connsiteX19" fmla="*/ 6676915 w 6848879"/>
                <a:gd name="connsiteY19" fmla="*/ 390745 h 3797336"/>
                <a:gd name="connsiteX20" fmla="*/ 6607066 w 6848879"/>
                <a:gd name="connsiteY20" fmla="*/ 303578 h 3797336"/>
                <a:gd name="connsiteX21" fmla="*/ 6562616 w 6848879"/>
                <a:gd name="connsiteY21" fmla="*/ 194620 h 3797336"/>
                <a:gd name="connsiteX22" fmla="*/ 6543566 w 6848879"/>
                <a:gd name="connsiteY22" fmla="*/ 27550 h 3797336"/>
                <a:gd name="connsiteX23" fmla="*/ 6689615 w 6848879"/>
                <a:gd name="connsiteY23" fmla="*/ 13025 h 3797336"/>
                <a:gd name="connsiteX24" fmla="*/ 6841658 w 6848879"/>
                <a:gd name="connsiteY24" fmla="*/ 26287 h 3797336"/>
                <a:gd name="connsiteX25" fmla="*/ 6822966 w 6848879"/>
                <a:gd name="connsiteY25" fmla="*/ 252730 h 3797336"/>
                <a:gd name="connsiteX26" fmla="*/ 6778516 w 6848879"/>
                <a:gd name="connsiteY26" fmla="*/ 405271 h 3797336"/>
                <a:gd name="connsiteX27" fmla="*/ 6765815 w 6848879"/>
                <a:gd name="connsiteY27" fmla="*/ 659506 h 3797336"/>
                <a:gd name="connsiteX28" fmla="*/ 6689615 w 6848879"/>
                <a:gd name="connsiteY28" fmla="*/ 775729 h 3797336"/>
                <a:gd name="connsiteX29" fmla="*/ 6579192 w 6848879"/>
                <a:gd name="connsiteY29" fmla="*/ 797321 h 3797336"/>
                <a:gd name="connsiteX30" fmla="*/ 6365407 w 6848879"/>
                <a:gd name="connsiteY30" fmla="*/ 712560 h 3797336"/>
                <a:gd name="connsiteX31" fmla="*/ 6099065 w 6848879"/>
                <a:gd name="connsiteY31" fmla="*/ 398005 h 3797336"/>
                <a:gd name="connsiteX32" fmla="*/ 5861642 w 6848879"/>
                <a:gd name="connsiteY32" fmla="*/ 276774 h 3797336"/>
                <a:gd name="connsiteX33" fmla="*/ 5537792 w 6848879"/>
                <a:gd name="connsiteY33" fmla="*/ 257389 h 3797336"/>
                <a:gd name="connsiteX34" fmla="*/ 5355758 w 6848879"/>
                <a:gd name="connsiteY34" fmla="*/ 333589 h 3797336"/>
                <a:gd name="connsiteX35" fmla="*/ 5237225 w 6848879"/>
                <a:gd name="connsiteY35" fmla="*/ 452121 h 3797336"/>
                <a:gd name="connsiteX36" fmla="*/ 5025558 w 6848879"/>
                <a:gd name="connsiteY36" fmla="*/ 833121 h 3797336"/>
                <a:gd name="connsiteX37" fmla="*/ 4847758 w 6848879"/>
                <a:gd name="connsiteY37" fmla="*/ 985522 h 3797336"/>
                <a:gd name="connsiteX38" fmla="*/ 4435566 w 6848879"/>
                <a:gd name="connsiteY38" fmla="*/ 1018010 h 3797336"/>
                <a:gd name="connsiteX39" fmla="*/ 3766744 w 6848879"/>
                <a:gd name="connsiteY39" fmla="*/ 857442 h 3797336"/>
                <a:gd name="connsiteX40" fmla="*/ 3377933 w 6848879"/>
                <a:gd name="connsiteY40" fmla="*/ 831937 h 3797336"/>
                <a:gd name="connsiteX41" fmla="*/ 2709526 w 6848879"/>
                <a:gd name="connsiteY41" fmla="*/ 1324293 h 3797336"/>
                <a:gd name="connsiteX42" fmla="*/ 2031121 w 6848879"/>
                <a:gd name="connsiteY42" fmla="*/ 1975179 h 3797336"/>
                <a:gd name="connsiteX43" fmla="*/ 1233249 w 6848879"/>
                <a:gd name="connsiteY43" fmla="*/ 2897385 h 3797336"/>
                <a:gd name="connsiteX44" fmla="*/ 721240 w 6848879"/>
                <a:gd name="connsiteY44" fmla="*/ 3581076 h 3797336"/>
                <a:gd name="connsiteX45" fmla="*/ 301735 w 6848879"/>
                <a:gd name="connsiteY45" fmla="*/ 3797336 h 3797336"/>
                <a:gd name="connsiteX46" fmla="*/ 42710 w 6848879"/>
                <a:gd name="connsiteY46" fmla="*/ 3609906 h 3797336"/>
                <a:gd name="connsiteX47" fmla="*/ 0 w 6848879"/>
                <a:gd name="connsiteY47" fmla="*/ 3204689 h 3797336"/>
                <a:gd name="connsiteX48" fmla="*/ 13514 w 6848879"/>
                <a:gd name="connsiteY48" fmla="*/ 2344412 h 3797336"/>
                <a:gd name="connsiteX49" fmla="*/ 34724 w 6848879"/>
                <a:gd name="connsiteY49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1346201 w 6848879"/>
                <a:gd name="connsiteY7" fmla="*/ 2538866 h 3797336"/>
                <a:gd name="connsiteX8" fmla="*/ 1905267 w 6848879"/>
                <a:gd name="connsiteY8" fmla="*/ 1955005 h 3797336"/>
                <a:gd name="connsiteX9" fmla="*/ 2541127 w 6848879"/>
                <a:gd name="connsiteY9" fmla="*/ 1341877 h 3797336"/>
                <a:gd name="connsiteX10" fmla="*/ 3386501 w 6848879"/>
                <a:gd name="connsiteY10" fmla="*/ 736610 h 3797336"/>
                <a:gd name="connsiteX11" fmla="*/ 4754625 w 6848879"/>
                <a:gd name="connsiteY11" fmla="*/ 909322 h 3797336"/>
                <a:gd name="connsiteX12" fmla="*/ 5254158 w 6848879"/>
                <a:gd name="connsiteY12" fmla="*/ 274322 h 3797336"/>
                <a:gd name="connsiteX13" fmla="*/ 5819309 w 6848879"/>
                <a:gd name="connsiteY13" fmla="*/ 172768 h 3797336"/>
                <a:gd name="connsiteX14" fmla="*/ 6248992 w 6848879"/>
                <a:gd name="connsiteY14" fmla="*/ 428302 h 3797336"/>
                <a:gd name="connsiteX15" fmla="*/ 6410214 w 6848879"/>
                <a:gd name="connsiteY15" fmla="*/ 623187 h 3797336"/>
                <a:gd name="connsiteX16" fmla="*/ 6562614 w 6848879"/>
                <a:gd name="connsiteY16" fmla="*/ 703089 h 3797336"/>
                <a:gd name="connsiteX17" fmla="*/ 6676914 w 6848879"/>
                <a:gd name="connsiteY17" fmla="*/ 674034 h 3797336"/>
                <a:gd name="connsiteX18" fmla="*/ 6706192 w 6848879"/>
                <a:gd name="connsiteY18" fmla="*/ 529995 h 3797336"/>
                <a:gd name="connsiteX19" fmla="*/ 6676915 w 6848879"/>
                <a:gd name="connsiteY19" fmla="*/ 390745 h 3797336"/>
                <a:gd name="connsiteX20" fmla="*/ 6607066 w 6848879"/>
                <a:gd name="connsiteY20" fmla="*/ 303578 h 3797336"/>
                <a:gd name="connsiteX21" fmla="*/ 6562616 w 6848879"/>
                <a:gd name="connsiteY21" fmla="*/ 194620 h 3797336"/>
                <a:gd name="connsiteX22" fmla="*/ 6543566 w 6848879"/>
                <a:gd name="connsiteY22" fmla="*/ 27550 h 3797336"/>
                <a:gd name="connsiteX23" fmla="*/ 6689615 w 6848879"/>
                <a:gd name="connsiteY23" fmla="*/ 13025 h 3797336"/>
                <a:gd name="connsiteX24" fmla="*/ 6841658 w 6848879"/>
                <a:gd name="connsiteY24" fmla="*/ 26287 h 3797336"/>
                <a:gd name="connsiteX25" fmla="*/ 6822966 w 6848879"/>
                <a:gd name="connsiteY25" fmla="*/ 252730 h 3797336"/>
                <a:gd name="connsiteX26" fmla="*/ 6778516 w 6848879"/>
                <a:gd name="connsiteY26" fmla="*/ 405271 h 3797336"/>
                <a:gd name="connsiteX27" fmla="*/ 6765815 w 6848879"/>
                <a:gd name="connsiteY27" fmla="*/ 659506 h 3797336"/>
                <a:gd name="connsiteX28" fmla="*/ 6689615 w 6848879"/>
                <a:gd name="connsiteY28" fmla="*/ 775729 h 3797336"/>
                <a:gd name="connsiteX29" fmla="*/ 6579192 w 6848879"/>
                <a:gd name="connsiteY29" fmla="*/ 797321 h 3797336"/>
                <a:gd name="connsiteX30" fmla="*/ 6365407 w 6848879"/>
                <a:gd name="connsiteY30" fmla="*/ 712560 h 3797336"/>
                <a:gd name="connsiteX31" fmla="*/ 6099065 w 6848879"/>
                <a:gd name="connsiteY31" fmla="*/ 398005 h 3797336"/>
                <a:gd name="connsiteX32" fmla="*/ 5861642 w 6848879"/>
                <a:gd name="connsiteY32" fmla="*/ 276774 h 3797336"/>
                <a:gd name="connsiteX33" fmla="*/ 5537792 w 6848879"/>
                <a:gd name="connsiteY33" fmla="*/ 257389 h 3797336"/>
                <a:gd name="connsiteX34" fmla="*/ 5355758 w 6848879"/>
                <a:gd name="connsiteY34" fmla="*/ 333589 h 3797336"/>
                <a:gd name="connsiteX35" fmla="*/ 5237225 w 6848879"/>
                <a:gd name="connsiteY35" fmla="*/ 452121 h 3797336"/>
                <a:gd name="connsiteX36" fmla="*/ 5025558 w 6848879"/>
                <a:gd name="connsiteY36" fmla="*/ 833121 h 3797336"/>
                <a:gd name="connsiteX37" fmla="*/ 4847758 w 6848879"/>
                <a:gd name="connsiteY37" fmla="*/ 985522 h 3797336"/>
                <a:gd name="connsiteX38" fmla="*/ 4435566 w 6848879"/>
                <a:gd name="connsiteY38" fmla="*/ 1018010 h 3797336"/>
                <a:gd name="connsiteX39" fmla="*/ 3766744 w 6848879"/>
                <a:gd name="connsiteY39" fmla="*/ 857442 h 3797336"/>
                <a:gd name="connsiteX40" fmla="*/ 3377933 w 6848879"/>
                <a:gd name="connsiteY40" fmla="*/ 831937 h 3797336"/>
                <a:gd name="connsiteX41" fmla="*/ 2709526 w 6848879"/>
                <a:gd name="connsiteY41" fmla="*/ 1324293 h 3797336"/>
                <a:gd name="connsiteX42" fmla="*/ 2031121 w 6848879"/>
                <a:gd name="connsiteY42" fmla="*/ 1975179 h 3797336"/>
                <a:gd name="connsiteX43" fmla="*/ 1233249 w 6848879"/>
                <a:gd name="connsiteY43" fmla="*/ 2897385 h 3797336"/>
                <a:gd name="connsiteX44" fmla="*/ 721240 w 6848879"/>
                <a:gd name="connsiteY44" fmla="*/ 3581076 h 3797336"/>
                <a:gd name="connsiteX45" fmla="*/ 301735 w 6848879"/>
                <a:gd name="connsiteY45" fmla="*/ 3797336 h 3797336"/>
                <a:gd name="connsiteX46" fmla="*/ 42710 w 6848879"/>
                <a:gd name="connsiteY46" fmla="*/ 3609906 h 3797336"/>
                <a:gd name="connsiteX47" fmla="*/ 0 w 6848879"/>
                <a:gd name="connsiteY47" fmla="*/ 3204689 h 3797336"/>
                <a:gd name="connsiteX48" fmla="*/ 13514 w 6848879"/>
                <a:gd name="connsiteY48" fmla="*/ 2344412 h 3797336"/>
                <a:gd name="connsiteX49" fmla="*/ 34724 w 6848879"/>
                <a:gd name="connsiteY49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1361441 w 6848879"/>
                <a:gd name="connsiteY7" fmla="*/ 2533055 h 3797336"/>
                <a:gd name="connsiteX8" fmla="*/ 1905267 w 6848879"/>
                <a:gd name="connsiteY8" fmla="*/ 1955005 h 3797336"/>
                <a:gd name="connsiteX9" fmla="*/ 2541127 w 6848879"/>
                <a:gd name="connsiteY9" fmla="*/ 1341877 h 3797336"/>
                <a:gd name="connsiteX10" fmla="*/ 3386501 w 6848879"/>
                <a:gd name="connsiteY10" fmla="*/ 736610 h 3797336"/>
                <a:gd name="connsiteX11" fmla="*/ 4754625 w 6848879"/>
                <a:gd name="connsiteY11" fmla="*/ 909322 h 3797336"/>
                <a:gd name="connsiteX12" fmla="*/ 5254158 w 6848879"/>
                <a:gd name="connsiteY12" fmla="*/ 274322 h 3797336"/>
                <a:gd name="connsiteX13" fmla="*/ 5819309 w 6848879"/>
                <a:gd name="connsiteY13" fmla="*/ 172768 h 3797336"/>
                <a:gd name="connsiteX14" fmla="*/ 6248992 w 6848879"/>
                <a:gd name="connsiteY14" fmla="*/ 428302 h 3797336"/>
                <a:gd name="connsiteX15" fmla="*/ 6410214 w 6848879"/>
                <a:gd name="connsiteY15" fmla="*/ 623187 h 3797336"/>
                <a:gd name="connsiteX16" fmla="*/ 6562614 w 6848879"/>
                <a:gd name="connsiteY16" fmla="*/ 703089 h 3797336"/>
                <a:gd name="connsiteX17" fmla="*/ 6676914 w 6848879"/>
                <a:gd name="connsiteY17" fmla="*/ 674034 h 3797336"/>
                <a:gd name="connsiteX18" fmla="*/ 6706192 w 6848879"/>
                <a:gd name="connsiteY18" fmla="*/ 529995 h 3797336"/>
                <a:gd name="connsiteX19" fmla="*/ 6676915 w 6848879"/>
                <a:gd name="connsiteY19" fmla="*/ 390745 h 3797336"/>
                <a:gd name="connsiteX20" fmla="*/ 6607066 w 6848879"/>
                <a:gd name="connsiteY20" fmla="*/ 303578 h 3797336"/>
                <a:gd name="connsiteX21" fmla="*/ 6562616 w 6848879"/>
                <a:gd name="connsiteY21" fmla="*/ 194620 h 3797336"/>
                <a:gd name="connsiteX22" fmla="*/ 6543566 w 6848879"/>
                <a:gd name="connsiteY22" fmla="*/ 27550 h 3797336"/>
                <a:gd name="connsiteX23" fmla="*/ 6689615 w 6848879"/>
                <a:gd name="connsiteY23" fmla="*/ 13025 h 3797336"/>
                <a:gd name="connsiteX24" fmla="*/ 6841658 w 6848879"/>
                <a:gd name="connsiteY24" fmla="*/ 26287 h 3797336"/>
                <a:gd name="connsiteX25" fmla="*/ 6822966 w 6848879"/>
                <a:gd name="connsiteY25" fmla="*/ 252730 h 3797336"/>
                <a:gd name="connsiteX26" fmla="*/ 6778516 w 6848879"/>
                <a:gd name="connsiteY26" fmla="*/ 405271 h 3797336"/>
                <a:gd name="connsiteX27" fmla="*/ 6765815 w 6848879"/>
                <a:gd name="connsiteY27" fmla="*/ 659506 h 3797336"/>
                <a:gd name="connsiteX28" fmla="*/ 6689615 w 6848879"/>
                <a:gd name="connsiteY28" fmla="*/ 775729 h 3797336"/>
                <a:gd name="connsiteX29" fmla="*/ 6579192 w 6848879"/>
                <a:gd name="connsiteY29" fmla="*/ 797321 h 3797336"/>
                <a:gd name="connsiteX30" fmla="*/ 6365407 w 6848879"/>
                <a:gd name="connsiteY30" fmla="*/ 712560 h 3797336"/>
                <a:gd name="connsiteX31" fmla="*/ 6099065 w 6848879"/>
                <a:gd name="connsiteY31" fmla="*/ 398005 h 3797336"/>
                <a:gd name="connsiteX32" fmla="*/ 5861642 w 6848879"/>
                <a:gd name="connsiteY32" fmla="*/ 276774 h 3797336"/>
                <a:gd name="connsiteX33" fmla="*/ 5537792 w 6848879"/>
                <a:gd name="connsiteY33" fmla="*/ 257389 h 3797336"/>
                <a:gd name="connsiteX34" fmla="*/ 5355758 w 6848879"/>
                <a:gd name="connsiteY34" fmla="*/ 333589 h 3797336"/>
                <a:gd name="connsiteX35" fmla="*/ 5237225 w 6848879"/>
                <a:gd name="connsiteY35" fmla="*/ 452121 h 3797336"/>
                <a:gd name="connsiteX36" fmla="*/ 5025558 w 6848879"/>
                <a:gd name="connsiteY36" fmla="*/ 833121 h 3797336"/>
                <a:gd name="connsiteX37" fmla="*/ 4847758 w 6848879"/>
                <a:gd name="connsiteY37" fmla="*/ 985522 h 3797336"/>
                <a:gd name="connsiteX38" fmla="*/ 4435566 w 6848879"/>
                <a:gd name="connsiteY38" fmla="*/ 1018010 h 3797336"/>
                <a:gd name="connsiteX39" fmla="*/ 3766744 w 6848879"/>
                <a:gd name="connsiteY39" fmla="*/ 857442 h 3797336"/>
                <a:gd name="connsiteX40" fmla="*/ 3377933 w 6848879"/>
                <a:gd name="connsiteY40" fmla="*/ 831937 h 3797336"/>
                <a:gd name="connsiteX41" fmla="*/ 2709526 w 6848879"/>
                <a:gd name="connsiteY41" fmla="*/ 1324293 h 3797336"/>
                <a:gd name="connsiteX42" fmla="*/ 2031121 w 6848879"/>
                <a:gd name="connsiteY42" fmla="*/ 1975179 h 3797336"/>
                <a:gd name="connsiteX43" fmla="*/ 1233249 w 6848879"/>
                <a:gd name="connsiteY43" fmla="*/ 2897385 h 3797336"/>
                <a:gd name="connsiteX44" fmla="*/ 721240 w 6848879"/>
                <a:gd name="connsiteY44" fmla="*/ 3581076 h 3797336"/>
                <a:gd name="connsiteX45" fmla="*/ 301735 w 6848879"/>
                <a:gd name="connsiteY45" fmla="*/ 3797336 h 3797336"/>
                <a:gd name="connsiteX46" fmla="*/ 42710 w 6848879"/>
                <a:gd name="connsiteY46" fmla="*/ 3609906 h 3797336"/>
                <a:gd name="connsiteX47" fmla="*/ 0 w 6848879"/>
                <a:gd name="connsiteY47" fmla="*/ 3204689 h 3797336"/>
                <a:gd name="connsiteX48" fmla="*/ 13514 w 6848879"/>
                <a:gd name="connsiteY48" fmla="*/ 2344412 h 3797336"/>
                <a:gd name="connsiteX49" fmla="*/ 34724 w 6848879"/>
                <a:gd name="connsiteY49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934354 w 6848879"/>
                <a:gd name="connsiteY7" fmla="*/ 3131977 h 3797336"/>
                <a:gd name="connsiteX8" fmla="*/ 1361441 w 6848879"/>
                <a:gd name="connsiteY8" fmla="*/ 2533055 h 3797336"/>
                <a:gd name="connsiteX9" fmla="*/ 1905267 w 6848879"/>
                <a:gd name="connsiteY9" fmla="*/ 1955005 h 3797336"/>
                <a:gd name="connsiteX10" fmla="*/ 2541127 w 6848879"/>
                <a:gd name="connsiteY10" fmla="*/ 1341877 h 3797336"/>
                <a:gd name="connsiteX11" fmla="*/ 3386501 w 6848879"/>
                <a:gd name="connsiteY11" fmla="*/ 736610 h 3797336"/>
                <a:gd name="connsiteX12" fmla="*/ 4754625 w 6848879"/>
                <a:gd name="connsiteY12" fmla="*/ 909322 h 3797336"/>
                <a:gd name="connsiteX13" fmla="*/ 5254158 w 6848879"/>
                <a:gd name="connsiteY13" fmla="*/ 274322 h 3797336"/>
                <a:gd name="connsiteX14" fmla="*/ 5819309 w 6848879"/>
                <a:gd name="connsiteY14" fmla="*/ 172768 h 3797336"/>
                <a:gd name="connsiteX15" fmla="*/ 6248992 w 6848879"/>
                <a:gd name="connsiteY15" fmla="*/ 428302 h 3797336"/>
                <a:gd name="connsiteX16" fmla="*/ 6410214 w 6848879"/>
                <a:gd name="connsiteY16" fmla="*/ 623187 h 3797336"/>
                <a:gd name="connsiteX17" fmla="*/ 6562614 w 6848879"/>
                <a:gd name="connsiteY17" fmla="*/ 703089 h 3797336"/>
                <a:gd name="connsiteX18" fmla="*/ 6676914 w 6848879"/>
                <a:gd name="connsiteY18" fmla="*/ 674034 h 3797336"/>
                <a:gd name="connsiteX19" fmla="*/ 6706192 w 6848879"/>
                <a:gd name="connsiteY19" fmla="*/ 529995 h 3797336"/>
                <a:gd name="connsiteX20" fmla="*/ 6676915 w 6848879"/>
                <a:gd name="connsiteY20" fmla="*/ 390745 h 3797336"/>
                <a:gd name="connsiteX21" fmla="*/ 6607066 w 6848879"/>
                <a:gd name="connsiteY21" fmla="*/ 303578 h 3797336"/>
                <a:gd name="connsiteX22" fmla="*/ 6562616 w 6848879"/>
                <a:gd name="connsiteY22" fmla="*/ 194620 h 3797336"/>
                <a:gd name="connsiteX23" fmla="*/ 6543566 w 6848879"/>
                <a:gd name="connsiteY23" fmla="*/ 27550 h 3797336"/>
                <a:gd name="connsiteX24" fmla="*/ 6689615 w 6848879"/>
                <a:gd name="connsiteY24" fmla="*/ 13025 h 3797336"/>
                <a:gd name="connsiteX25" fmla="*/ 6841658 w 6848879"/>
                <a:gd name="connsiteY25" fmla="*/ 26287 h 3797336"/>
                <a:gd name="connsiteX26" fmla="*/ 6822966 w 6848879"/>
                <a:gd name="connsiteY26" fmla="*/ 252730 h 3797336"/>
                <a:gd name="connsiteX27" fmla="*/ 6778516 w 6848879"/>
                <a:gd name="connsiteY27" fmla="*/ 405271 h 3797336"/>
                <a:gd name="connsiteX28" fmla="*/ 6765815 w 6848879"/>
                <a:gd name="connsiteY28" fmla="*/ 659506 h 3797336"/>
                <a:gd name="connsiteX29" fmla="*/ 6689615 w 6848879"/>
                <a:gd name="connsiteY29" fmla="*/ 775729 h 3797336"/>
                <a:gd name="connsiteX30" fmla="*/ 6579192 w 6848879"/>
                <a:gd name="connsiteY30" fmla="*/ 797321 h 3797336"/>
                <a:gd name="connsiteX31" fmla="*/ 6365407 w 6848879"/>
                <a:gd name="connsiteY31" fmla="*/ 712560 h 3797336"/>
                <a:gd name="connsiteX32" fmla="*/ 6099065 w 6848879"/>
                <a:gd name="connsiteY32" fmla="*/ 398005 h 3797336"/>
                <a:gd name="connsiteX33" fmla="*/ 5861642 w 6848879"/>
                <a:gd name="connsiteY33" fmla="*/ 276774 h 3797336"/>
                <a:gd name="connsiteX34" fmla="*/ 5537792 w 6848879"/>
                <a:gd name="connsiteY34" fmla="*/ 257389 h 3797336"/>
                <a:gd name="connsiteX35" fmla="*/ 5355758 w 6848879"/>
                <a:gd name="connsiteY35" fmla="*/ 333589 h 3797336"/>
                <a:gd name="connsiteX36" fmla="*/ 5237225 w 6848879"/>
                <a:gd name="connsiteY36" fmla="*/ 452121 h 3797336"/>
                <a:gd name="connsiteX37" fmla="*/ 5025558 w 6848879"/>
                <a:gd name="connsiteY37" fmla="*/ 833121 h 3797336"/>
                <a:gd name="connsiteX38" fmla="*/ 4847758 w 6848879"/>
                <a:gd name="connsiteY38" fmla="*/ 985522 h 3797336"/>
                <a:gd name="connsiteX39" fmla="*/ 4435566 w 6848879"/>
                <a:gd name="connsiteY39" fmla="*/ 1018010 h 3797336"/>
                <a:gd name="connsiteX40" fmla="*/ 3766744 w 6848879"/>
                <a:gd name="connsiteY40" fmla="*/ 857442 h 3797336"/>
                <a:gd name="connsiteX41" fmla="*/ 3377933 w 6848879"/>
                <a:gd name="connsiteY41" fmla="*/ 831937 h 3797336"/>
                <a:gd name="connsiteX42" fmla="*/ 2709526 w 6848879"/>
                <a:gd name="connsiteY42" fmla="*/ 1324293 h 3797336"/>
                <a:gd name="connsiteX43" fmla="*/ 2031121 w 6848879"/>
                <a:gd name="connsiteY43" fmla="*/ 1975179 h 3797336"/>
                <a:gd name="connsiteX44" fmla="*/ 1233249 w 6848879"/>
                <a:gd name="connsiteY44" fmla="*/ 2897385 h 3797336"/>
                <a:gd name="connsiteX45" fmla="*/ 721240 w 6848879"/>
                <a:gd name="connsiteY45" fmla="*/ 3581076 h 3797336"/>
                <a:gd name="connsiteX46" fmla="*/ 301735 w 6848879"/>
                <a:gd name="connsiteY46" fmla="*/ 3797336 h 3797336"/>
                <a:gd name="connsiteX47" fmla="*/ 42710 w 6848879"/>
                <a:gd name="connsiteY47" fmla="*/ 3609906 h 3797336"/>
                <a:gd name="connsiteX48" fmla="*/ 0 w 6848879"/>
                <a:gd name="connsiteY48" fmla="*/ 3204689 h 3797336"/>
                <a:gd name="connsiteX49" fmla="*/ 13514 w 6848879"/>
                <a:gd name="connsiteY49" fmla="*/ 2344412 h 3797336"/>
                <a:gd name="connsiteX50" fmla="*/ 34724 w 6848879"/>
                <a:gd name="connsiteY50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934354 w 6848879"/>
                <a:gd name="connsiteY7" fmla="*/ 3131977 h 3797336"/>
                <a:gd name="connsiteX8" fmla="*/ 1666241 w 6848879"/>
                <a:gd name="connsiteY8" fmla="*/ 2184390 h 3797336"/>
                <a:gd name="connsiteX9" fmla="*/ 1905267 w 6848879"/>
                <a:gd name="connsiteY9" fmla="*/ 1955005 h 3797336"/>
                <a:gd name="connsiteX10" fmla="*/ 2541127 w 6848879"/>
                <a:gd name="connsiteY10" fmla="*/ 1341877 h 3797336"/>
                <a:gd name="connsiteX11" fmla="*/ 3386501 w 6848879"/>
                <a:gd name="connsiteY11" fmla="*/ 736610 h 3797336"/>
                <a:gd name="connsiteX12" fmla="*/ 4754625 w 6848879"/>
                <a:gd name="connsiteY12" fmla="*/ 909322 h 3797336"/>
                <a:gd name="connsiteX13" fmla="*/ 5254158 w 6848879"/>
                <a:gd name="connsiteY13" fmla="*/ 274322 h 3797336"/>
                <a:gd name="connsiteX14" fmla="*/ 5819309 w 6848879"/>
                <a:gd name="connsiteY14" fmla="*/ 172768 h 3797336"/>
                <a:gd name="connsiteX15" fmla="*/ 6248992 w 6848879"/>
                <a:gd name="connsiteY15" fmla="*/ 428302 h 3797336"/>
                <a:gd name="connsiteX16" fmla="*/ 6410214 w 6848879"/>
                <a:gd name="connsiteY16" fmla="*/ 623187 h 3797336"/>
                <a:gd name="connsiteX17" fmla="*/ 6562614 w 6848879"/>
                <a:gd name="connsiteY17" fmla="*/ 703089 h 3797336"/>
                <a:gd name="connsiteX18" fmla="*/ 6676914 w 6848879"/>
                <a:gd name="connsiteY18" fmla="*/ 674034 h 3797336"/>
                <a:gd name="connsiteX19" fmla="*/ 6706192 w 6848879"/>
                <a:gd name="connsiteY19" fmla="*/ 529995 h 3797336"/>
                <a:gd name="connsiteX20" fmla="*/ 6676915 w 6848879"/>
                <a:gd name="connsiteY20" fmla="*/ 390745 h 3797336"/>
                <a:gd name="connsiteX21" fmla="*/ 6607066 w 6848879"/>
                <a:gd name="connsiteY21" fmla="*/ 303578 h 3797336"/>
                <a:gd name="connsiteX22" fmla="*/ 6562616 w 6848879"/>
                <a:gd name="connsiteY22" fmla="*/ 194620 h 3797336"/>
                <a:gd name="connsiteX23" fmla="*/ 6543566 w 6848879"/>
                <a:gd name="connsiteY23" fmla="*/ 27550 h 3797336"/>
                <a:gd name="connsiteX24" fmla="*/ 6689615 w 6848879"/>
                <a:gd name="connsiteY24" fmla="*/ 13025 h 3797336"/>
                <a:gd name="connsiteX25" fmla="*/ 6841658 w 6848879"/>
                <a:gd name="connsiteY25" fmla="*/ 26287 h 3797336"/>
                <a:gd name="connsiteX26" fmla="*/ 6822966 w 6848879"/>
                <a:gd name="connsiteY26" fmla="*/ 252730 h 3797336"/>
                <a:gd name="connsiteX27" fmla="*/ 6778516 w 6848879"/>
                <a:gd name="connsiteY27" fmla="*/ 405271 h 3797336"/>
                <a:gd name="connsiteX28" fmla="*/ 6765815 w 6848879"/>
                <a:gd name="connsiteY28" fmla="*/ 659506 h 3797336"/>
                <a:gd name="connsiteX29" fmla="*/ 6689615 w 6848879"/>
                <a:gd name="connsiteY29" fmla="*/ 775729 h 3797336"/>
                <a:gd name="connsiteX30" fmla="*/ 6579192 w 6848879"/>
                <a:gd name="connsiteY30" fmla="*/ 797321 h 3797336"/>
                <a:gd name="connsiteX31" fmla="*/ 6365407 w 6848879"/>
                <a:gd name="connsiteY31" fmla="*/ 712560 h 3797336"/>
                <a:gd name="connsiteX32" fmla="*/ 6099065 w 6848879"/>
                <a:gd name="connsiteY32" fmla="*/ 398005 h 3797336"/>
                <a:gd name="connsiteX33" fmla="*/ 5861642 w 6848879"/>
                <a:gd name="connsiteY33" fmla="*/ 276774 h 3797336"/>
                <a:gd name="connsiteX34" fmla="*/ 5537792 w 6848879"/>
                <a:gd name="connsiteY34" fmla="*/ 257389 h 3797336"/>
                <a:gd name="connsiteX35" fmla="*/ 5355758 w 6848879"/>
                <a:gd name="connsiteY35" fmla="*/ 333589 h 3797336"/>
                <a:gd name="connsiteX36" fmla="*/ 5237225 w 6848879"/>
                <a:gd name="connsiteY36" fmla="*/ 452121 h 3797336"/>
                <a:gd name="connsiteX37" fmla="*/ 5025558 w 6848879"/>
                <a:gd name="connsiteY37" fmla="*/ 833121 h 3797336"/>
                <a:gd name="connsiteX38" fmla="*/ 4847758 w 6848879"/>
                <a:gd name="connsiteY38" fmla="*/ 985522 h 3797336"/>
                <a:gd name="connsiteX39" fmla="*/ 4435566 w 6848879"/>
                <a:gd name="connsiteY39" fmla="*/ 1018010 h 3797336"/>
                <a:gd name="connsiteX40" fmla="*/ 3766744 w 6848879"/>
                <a:gd name="connsiteY40" fmla="*/ 857442 h 3797336"/>
                <a:gd name="connsiteX41" fmla="*/ 3377933 w 6848879"/>
                <a:gd name="connsiteY41" fmla="*/ 831937 h 3797336"/>
                <a:gd name="connsiteX42" fmla="*/ 2709526 w 6848879"/>
                <a:gd name="connsiteY42" fmla="*/ 1324293 h 3797336"/>
                <a:gd name="connsiteX43" fmla="*/ 2031121 w 6848879"/>
                <a:gd name="connsiteY43" fmla="*/ 1975179 h 3797336"/>
                <a:gd name="connsiteX44" fmla="*/ 1233249 w 6848879"/>
                <a:gd name="connsiteY44" fmla="*/ 2897385 h 3797336"/>
                <a:gd name="connsiteX45" fmla="*/ 721240 w 6848879"/>
                <a:gd name="connsiteY45" fmla="*/ 3581076 h 3797336"/>
                <a:gd name="connsiteX46" fmla="*/ 301735 w 6848879"/>
                <a:gd name="connsiteY46" fmla="*/ 3797336 h 3797336"/>
                <a:gd name="connsiteX47" fmla="*/ 42710 w 6848879"/>
                <a:gd name="connsiteY47" fmla="*/ 3609906 h 3797336"/>
                <a:gd name="connsiteX48" fmla="*/ 0 w 6848879"/>
                <a:gd name="connsiteY48" fmla="*/ 3204689 h 3797336"/>
                <a:gd name="connsiteX49" fmla="*/ 13514 w 6848879"/>
                <a:gd name="connsiteY49" fmla="*/ 2344412 h 3797336"/>
                <a:gd name="connsiteX50" fmla="*/ 34724 w 6848879"/>
                <a:gd name="connsiteY50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934354 w 6848879"/>
                <a:gd name="connsiteY7" fmla="*/ 3131977 h 3797336"/>
                <a:gd name="connsiteX8" fmla="*/ 1737361 w 6848879"/>
                <a:gd name="connsiteY8" fmla="*/ 2166957 h 3797336"/>
                <a:gd name="connsiteX9" fmla="*/ 1905267 w 6848879"/>
                <a:gd name="connsiteY9" fmla="*/ 1955005 h 3797336"/>
                <a:gd name="connsiteX10" fmla="*/ 2541127 w 6848879"/>
                <a:gd name="connsiteY10" fmla="*/ 1341877 h 3797336"/>
                <a:gd name="connsiteX11" fmla="*/ 3386501 w 6848879"/>
                <a:gd name="connsiteY11" fmla="*/ 736610 h 3797336"/>
                <a:gd name="connsiteX12" fmla="*/ 4754625 w 6848879"/>
                <a:gd name="connsiteY12" fmla="*/ 909322 h 3797336"/>
                <a:gd name="connsiteX13" fmla="*/ 5254158 w 6848879"/>
                <a:gd name="connsiteY13" fmla="*/ 274322 h 3797336"/>
                <a:gd name="connsiteX14" fmla="*/ 5819309 w 6848879"/>
                <a:gd name="connsiteY14" fmla="*/ 172768 h 3797336"/>
                <a:gd name="connsiteX15" fmla="*/ 6248992 w 6848879"/>
                <a:gd name="connsiteY15" fmla="*/ 428302 h 3797336"/>
                <a:gd name="connsiteX16" fmla="*/ 6410214 w 6848879"/>
                <a:gd name="connsiteY16" fmla="*/ 623187 h 3797336"/>
                <a:gd name="connsiteX17" fmla="*/ 6562614 w 6848879"/>
                <a:gd name="connsiteY17" fmla="*/ 703089 h 3797336"/>
                <a:gd name="connsiteX18" fmla="*/ 6676914 w 6848879"/>
                <a:gd name="connsiteY18" fmla="*/ 674034 h 3797336"/>
                <a:gd name="connsiteX19" fmla="*/ 6706192 w 6848879"/>
                <a:gd name="connsiteY19" fmla="*/ 529995 h 3797336"/>
                <a:gd name="connsiteX20" fmla="*/ 6676915 w 6848879"/>
                <a:gd name="connsiteY20" fmla="*/ 390745 h 3797336"/>
                <a:gd name="connsiteX21" fmla="*/ 6607066 w 6848879"/>
                <a:gd name="connsiteY21" fmla="*/ 303578 h 3797336"/>
                <a:gd name="connsiteX22" fmla="*/ 6562616 w 6848879"/>
                <a:gd name="connsiteY22" fmla="*/ 194620 h 3797336"/>
                <a:gd name="connsiteX23" fmla="*/ 6543566 w 6848879"/>
                <a:gd name="connsiteY23" fmla="*/ 27550 h 3797336"/>
                <a:gd name="connsiteX24" fmla="*/ 6689615 w 6848879"/>
                <a:gd name="connsiteY24" fmla="*/ 13025 h 3797336"/>
                <a:gd name="connsiteX25" fmla="*/ 6841658 w 6848879"/>
                <a:gd name="connsiteY25" fmla="*/ 26287 h 3797336"/>
                <a:gd name="connsiteX26" fmla="*/ 6822966 w 6848879"/>
                <a:gd name="connsiteY26" fmla="*/ 252730 h 3797336"/>
                <a:gd name="connsiteX27" fmla="*/ 6778516 w 6848879"/>
                <a:gd name="connsiteY27" fmla="*/ 405271 h 3797336"/>
                <a:gd name="connsiteX28" fmla="*/ 6765815 w 6848879"/>
                <a:gd name="connsiteY28" fmla="*/ 659506 h 3797336"/>
                <a:gd name="connsiteX29" fmla="*/ 6689615 w 6848879"/>
                <a:gd name="connsiteY29" fmla="*/ 775729 h 3797336"/>
                <a:gd name="connsiteX30" fmla="*/ 6579192 w 6848879"/>
                <a:gd name="connsiteY30" fmla="*/ 797321 h 3797336"/>
                <a:gd name="connsiteX31" fmla="*/ 6365407 w 6848879"/>
                <a:gd name="connsiteY31" fmla="*/ 712560 h 3797336"/>
                <a:gd name="connsiteX32" fmla="*/ 6099065 w 6848879"/>
                <a:gd name="connsiteY32" fmla="*/ 398005 h 3797336"/>
                <a:gd name="connsiteX33" fmla="*/ 5861642 w 6848879"/>
                <a:gd name="connsiteY33" fmla="*/ 276774 h 3797336"/>
                <a:gd name="connsiteX34" fmla="*/ 5537792 w 6848879"/>
                <a:gd name="connsiteY34" fmla="*/ 257389 h 3797336"/>
                <a:gd name="connsiteX35" fmla="*/ 5355758 w 6848879"/>
                <a:gd name="connsiteY35" fmla="*/ 333589 h 3797336"/>
                <a:gd name="connsiteX36" fmla="*/ 5237225 w 6848879"/>
                <a:gd name="connsiteY36" fmla="*/ 452121 h 3797336"/>
                <a:gd name="connsiteX37" fmla="*/ 5025558 w 6848879"/>
                <a:gd name="connsiteY37" fmla="*/ 833121 h 3797336"/>
                <a:gd name="connsiteX38" fmla="*/ 4847758 w 6848879"/>
                <a:gd name="connsiteY38" fmla="*/ 985522 h 3797336"/>
                <a:gd name="connsiteX39" fmla="*/ 4435566 w 6848879"/>
                <a:gd name="connsiteY39" fmla="*/ 1018010 h 3797336"/>
                <a:gd name="connsiteX40" fmla="*/ 3766744 w 6848879"/>
                <a:gd name="connsiteY40" fmla="*/ 857442 h 3797336"/>
                <a:gd name="connsiteX41" fmla="*/ 3377933 w 6848879"/>
                <a:gd name="connsiteY41" fmla="*/ 831937 h 3797336"/>
                <a:gd name="connsiteX42" fmla="*/ 2709526 w 6848879"/>
                <a:gd name="connsiteY42" fmla="*/ 1324293 h 3797336"/>
                <a:gd name="connsiteX43" fmla="*/ 2031121 w 6848879"/>
                <a:gd name="connsiteY43" fmla="*/ 1975179 h 3797336"/>
                <a:gd name="connsiteX44" fmla="*/ 1233249 w 6848879"/>
                <a:gd name="connsiteY44" fmla="*/ 2897385 h 3797336"/>
                <a:gd name="connsiteX45" fmla="*/ 721240 w 6848879"/>
                <a:gd name="connsiteY45" fmla="*/ 3581076 h 3797336"/>
                <a:gd name="connsiteX46" fmla="*/ 301735 w 6848879"/>
                <a:gd name="connsiteY46" fmla="*/ 3797336 h 3797336"/>
                <a:gd name="connsiteX47" fmla="*/ 42710 w 6848879"/>
                <a:gd name="connsiteY47" fmla="*/ 3609906 h 3797336"/>
                <a:gd name="connsiteX48" fmla="*/ 0 w 6848879"/>
                <a:gd name="connsiteY48" fmla="*/ 3204689 h 3797336"/>
                <a:gd name="connsiteX49" fmla="*/ 13514 w 6848879"/>
                <a:gd name="connsiteY49" fmla="*/ 2344412 h 3797336"/>
                <a:gd name="connsiteX50" fmla="*/ 34724 w 6848879"/>
                <a:gd name="connsiteY50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934354 w 6848879"/>
                <a:gd name="connsiteY7" fmla="*/ 3131977 h 3797336"/>
                <a:gd name="connsiteX8" fmla="*/ 1412241 w 6848879"/>
                <a:gd name="connsiteY8" fmla="*/ 2463322 h 3797336"/>
                <a:gd name="connsiteX9" fmla="*/ 1905267 w 6848879"/>
                <a:gd name="connsiteY9" fmla="*/ 1955005 h 3797336"/>
                <a:gd name="connsiteX10" fmla="*/ 2541127 w 6848879"/>
                <a:gd name="connsiteY10" fmla="*/ 1341877 h 3797336"/>
                <a:gd name="connsiteX11" fmla="*/ 3386501 w 6848879"/>
                <a:gd name="connsiteY11" fmla="*/ 736610 h 3797336"/>
                <a:gd name="connsiteX12" fmla="*/ 4754625 w 6848879"/>
                <a:gd name="connsiteY12" fmla="*/ 909322 h 3797336"/>
                <a:gd name="connsiteX13" fmla="*/ 5254158 w 6848879"/>
                <a:gd name="connsiteY13" fmla="*/ 274322 h 3797336"/>
                <a:gd name="connsiteX14" fmla="*/ 5819309 w 6848879"/>
                <a:gd name="connsiteY14" fmla="*/ 172768 h 3797336"/>
                <a:gd name="connsiteX15" fmla="*/ 6248992 w 6848879"/>
                <a:gd name="connsiteY15" fmla="*/ 428302 h 3797336"/>
                <a:gd name="connsiteX16" fmla="*/ 6410214 w 6848879"/>
                <a:gd name="connsiteY16" fmla="*/ 623187 h 3797336"/>
                <a:gd name="connsiteX17" fmla="*/ 6562614 w 6848879"/>
                <a:gd name="connsiteY17" fmla="*/ 703089 h 3797336"/>
                <a:gd name="connsiteX18" fmla="*/ 6676914 w 6848879"/>
                <a:gd name="connsiteY18" fmla="*/ 674034 h 3797336"/>
                <a:gd name="connsiteX19" fmla="*/ 6706192 w 6848879"/>
                <a:gd name="connsiteY19" fmla="*/ 529995 h 3797336"/>
                <a:gd name="connsiteX20" fmla="*/ 6676915 w 6848879"/>
                <a:gd name="connsiteY20" fmla="*/ 390745 h 3797336"/>
                <a:gd name="connsiteX21" fmla="*/ 6607066 w 6848879"/>
                <a:gd name="connsiteY21" fmla="*/ 303578 h 3797336"/>
                <a:gd name="connsiteX22" fmla="*/ 6562616 w 6848879"/>
                <a:gd name="connsiteY22" fmla="*/ 194620 h 3797336"/>
                <a:gd name="connsiteX23" fmla="*/ 6543566 w 6848879"/>
                <a:gd name="connsiteY23" fmla="*/ 27550 h 3797336"/>
                <a:gd name="connsiteX24" fmla="*/ 6689615 w 6848879"/>
                <a:gd name="connsiteY24" fmla="*/ 13025 h 3797336"/>
                <a:gd name="connsiteX25" fmla="*/ 6841658 w 6848879"/>
                <a:gd name="connsiteY25" fmla="*/ 26287 h 3797336"/>
                <a:gd name="connsiteX26" fmla="*/ 6822966 w 6848879"/>
                <a:gd name="connsiteY26" fmla="*/ 252730 h 3797336"/>
                <a:gd name="connsiteX27" fmla="*/ 6778516 w 6848879"/>
                <a:gd name="connsiteY27" fmla="*/ 405271 h 3797336"/>
                <a:gd name="connsiteX28" fmla="*/ 6765815 w 6848879"/>
                <a:gd name="connsiteY28" fmla="*/ 659506 h 3797336"/>
                <a:gd name="connsiteX29" fmla="*/ 6689615 w 6848879"/>
                <a:gd name="connsiteY29" fmla="*/ 775729 h 3797336"/>
                <a:gd name="connsiteX30" fmla="*/ 6579192 w 6848879"/>
                <a:gd name="connsiteY30" fmla="*/ 797321 h 3797336"/>
                <a:gd name="connsiteX31" fmla="*/ 6365407 w 6848879"/>
                <a:gd name="connsiteY31" fmla="*/ 712560 h 3797336"/>
                <a:gd name="connsiteX32" fmla="*/ 6099065 w 6848879"/>
                <a:gd name="connsiteY32" fmla="*/ 398005 h 3797336"/>
                <a:gd name="connsiteX33" fmla="*/ 5861642 w 6848879"/>
                <a:gd name="connsiteY33" fmla="*/ 276774 h 3797336"/>
                <a:gd name="connsiteX34" fmla="*/ 5537792 w 6848879"/>
                <a:gd name="connsiteY34" fmla="*/ 257389 h 3797336"/>
                <a:gd name="connsiteX35" fmla="*/ 5355758 w 6848879"/>
                <a:gd name="connsiteY35" fmla="*/ 333589 h 3797336"/>
                <a:gd name="connsiteX36" fmla="*/ 5237225 w 6848879"/>
                <a:gd name="connsiteY36" fmla="*/ 452121 h 3797336"/>
                <a:gd name="connsiteX37" fmla="*/ 5025558 w 6848879"/>
                <a:gd name="connsiteY37" fmla="*/ 833121 h 3797336"/>
                <a:gd name="connsiteX38" fmla="*/ 4847758 w 6848879"/>
                <a:gd name="connsiteY38" fmla="*/ 985522 h 3797336"/>
                <a:gd name="connsiteX39" fmla="*/ 4435566 w 6848879"/>
                <a:gd name="connsiteY39" fmla="*/ 1018010 h 3797336"/>
                <a:gd name="connsiteX40" fmla="*/ 3766744 w 6848879"/>
                <a:gd name="connsiteY40" fmla="*/ 857442 h 3797336"/>
                <a:gd name="connsiteX41" fmla="*/ 3377933 w 6848879"/>
                <a:gd name="connsiteY41" fmla="*/ 831937 h 3797336"/>
                <a:gd name="connsiteX42" fmla="*/ 2709526 w 6848879"/>
                <a:gd name="connsiteY42" fmla="*/ 1324293 h 3797336"/>
                <a:gd name="connsiteX43" fmla="*/ 2031121 w 6848879"/>
                <a:gd name="connsiteY43" fmla="*/ 1975179 h 3797336"/>
                <a:gd name="connsiteX44" fmla="*/ 1233249 w 6848879"/>
                <a:gd name="connsiteY44" fmla="*/ 2897385 h 3797336"/>
                <a:gd name="connsiteX45" fmla="*/ 721240 w 6848879"/>
                <a:gd name="connsiteY45" fmla="*/ 3581076 h 3797336"/>
                <a:gd name="connsiteX46" fmla="*/ 301735 w 6848879"/>
                <a:gd name="connsiteY46" fmla="*/ 3797336 h 3797336"/>
                <a:gd name="connsiteX47" fmla="*/ 42710 w 6848879"/>
                <a:gd name="connsiteY47" fmla="*/ 3609906 h 3797336"/>
                <a:gd name="connsiteX48" fmla="*/ 0 w 6848879"/>
                <a:gd name="connsiteY48" fmla="*/ 3204689 h 3797336"/>
                <a:gd name="connsiteX49" fmla="*/ 13514 w 6848879"/>
                <a:gd name="connsiteY49" fmla="*/ 2344412 h 3797336"/>
                <a:gd name="connsiteX50" fmla="*/ 34724 w 6848879"/>
                <a:gd name="connsiteY50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934354 w 6848879"/>
                <a:gd name="connsiteY7" fmla="*/ 3131977 h 3797336"/>
                <a:gd name="connsiteX8" fmla="*/ 1442721 w 6848879"/>
                <a:gd name="connsiteY8" fmla="*/ 2457511 h 3797336"/>
                <a:gd name="connsiteX9" fmla="*/ 1905267 w 6848879"/>
                <a:gd name="connsiteY9" fmla="*/ 1955005 h 3797336"/>
                <a:gd name="connsiteX10" fmla="*/ 2541127 w 6848879"/>
                <a:gd name="connsiteY10" fmla="*/ 1341877 h 3797336"/>
                <a:gd name="connsiteX11" fmla="*/ 3386501 w 6848879"/>
                <a:gd name="connsiteY11" fmla="*/ 736610 h 3797336"/>
                <a:gd name="connsiteX12" fmla="*/ 4754625 w 6848879"/>
                <a:gd name="connsiteY12" fmla="*/ 909322 h 3797336"/>
                <a:gd name="connsiteX13" fmla="*/ 5254158 w 6848879"/>
                <a:gd name="connsiteY13" fmla="*/ 274322 h 3797336"/>
                <a:gd name="connsiteX14" fmla="*/ 5819309 w 6848879"/>
                <a:gd name="connsiteY14" fmla="*/ 172768 h 3797336"/>
                <a:gd name="connsiteX15" fmla="*/ 6248992 w 6848879"/>
                <a:gd name="connsiteY15" fmla="*/ 428302 h 3797336"/>
                <a:gd name="connsiteX16" fmla="*/ 6410214 w 6848879"/>
                <a:gd name="connsiteY16" fmla="*/ 623187 h 3797336"/>
                <a:gd name="connsiteX17" fmla="*/ 6562614 w 6848879"/>
                <a:gd name="connsiteY17" fmla="*/ 703089 h 3797336"/>
                <a:gd name="connsiteX18" fmla="*/ 6676914 w 6848879"/>
                <a:gd name="connsiteY18" fmla="*/ 674034 h 3797336"/>
                <a:gd name="connsiteX19" fmla="*/ 6706192 w 6848879"/>
                <a:gd name="connsiteY19" fmla="*/ 529995 h 3797336"/>
                <a:gd name="connsiteX20" fmla="*/ 6676915 w 6848879"/>
                <a:gd name="connsiteY20" fmla="*/ 390745 h 3797336"/>
                <a:gd name="connsiteX21" fmla="*/ 6607066 w 6848879"/>
                <a:gd name="connsiteY21" fmla="*/ 303578 h 3797336"/>
                <a:gd name="connsiteX22" fmla="*/ 6562616 w 6848879"/>
                <a:gd name="connsiteY22" fmla="*/ 194620 h 3797336"/>
                <a:gd name="connsiteX23" fmla="*/ 6543566 w 6848879"/>
                <a:gd name="connsiteY23" fmla="*/ 27550 h 3797336"/>
                <a:gd name="connsiteX24" fmla="*/ 6689615 w 6848879"/>
                <a:gd name="connsiteY24" fmla="*/ 13025 h 3797336"/>
                <a:gd name="connsiteX25" fmla="*/ 6841658 w 6848879"/>
                <a:gd name="connsiteY25" fmla="*/ 26287 h 3797336"/>
                <a:gd name="connsiteX26" fmla="*/ 6822966 w 6848879"/>
                <a:gd name="connsiteY26" fmla="*/ 252730 h 3797336"/>
                <a:gd name="connsiteX27" fmla="*/ 6778516 w 6848879"/>
                <a:gd name="connsiteY27" fmla="*/ 405271 h 3797336"/>
                <a:gd name="connsiteX28" fmla="*/ 6765815 w 6848879"/>
                <a:gd name="connsiteY28" fmla="*/ 659506 h 3797336"/>
                <a:gd name="connsiteX29" fmla="*/ 6689615 w 6848879"/>
                <a:gd name="connsiteY29" fmla="*/ 775729 h 3797336"/>
                <a:gd name="connsiteX30" fmla="*/ 6579192 w 6848879"/>
                <a:gd name="connsiteY30" fmla="*/ 797321 h 3797336"/>
                <a:gd name="connsiteX31" fmla="*/ 6365407 w 6848879"/>
                <a:gd name="connsiteY31" fmla="*/ 712560 h 3797336"/>
                <a:gd name="connsiteX32" fmla="*/ 6099065 w 6848879"/>
                <a:gd name="connsiteY32" fmla="*/ 398005 h 3797336"/>
                <a:gd name="connsiteX33" fmla="*/ 5861642 w 6848879"/>
                <a:gd name="connsiteY33" fmla="*/ 276774 h 3797336"/>
                <a:gd name="connsiteX34" fmla="*/ 5537792 w 6848879"/>
                <a:gd name="connsiteY34" fmla="*/ 257389 h 3797336"/>
                <a:gd name="connsiteX35" fmla="*/ 5355758 w 6848879"/>
                <a:gd name="connsiteY35" fmla="*/ 333589 h 3797336"/>
                <a:gd name="connsiteX36" fmla="*/ 5237225 w 6848879"/>
                <a:gd name="connsiteY36" fmla="*/ 452121 h 3797336"/>
                <a:gd name="connsiteX37" fmla="*/ 5025558 w 6848879"/>
                <a:gd name="connsiteY37" fmla="*/ 833121 h 3797336"/>
                <a:gd name="connsiteX38" fmla="*/ 4847758 w 6848879"/>
                <a:gd name="connsiteY38" fmla="*/ 985522 h 3797336"/>
                <a:gd name="connsiteX39" fmla="*/ 4435566 w 6848879"/>
                <a:gd name="connsiteY39" fmla="*/ 1018010 h 3797336"/>
                <a:gd name="connsiteX40" fmla="*/ 3766744 w 6848879"/>
                <a:gd name="connsiteY40" fmla="*/ 857442 h 3797336"/>
                <a:gd name="connsiteX41" fmla="*/ 3377933 w 6848879"/>
                <a:gd name="connsiteY41" fmla="*/ 831937 h 3797336"/>
                <a:gd name="connsiteX42" fmla="*/ 2709526 w 6848879"/>
                <a:gd name="connsiteY42" fmla="*/ 1324293 h 3797336"/>
                <a:gd name="connsiteX43" fmla="*/ 2031121 w 6848879"/>
                <a:gd name="connsiteY43" fmla="*/ 1975179 h 3797336"/>
                <a:gd name="connsiteX44" fmla="*/ 1233249 w 6848879"/>
                <a:gd name="connsiteY44" fmla="*/ 2897385 h 3797336"/>
                <a:gd name="connsiteX45" fmla="*/ 721240 w 6848879"/>
                <a:gd name="connsiteY45" fmla="*/ 3581076 h 3797336"/>
                <a:gd name="connsiteX46" fmla="*/ 301735 w 6848879"/>
                <a:gd name="connsiteY46" fmla="*/ 3797336 h 3797336"/>
                <a:gd name="connsiteX47" fmla="*/ 42710 w 6848879"/>
                <a:gd name="connsiteY47" fmla="*/ 3609906 h 3797336"/>
                <a:gd name="connsiteX48" fmla="*/ 0 w 6848879"/>
                <a:gd name="connsiteY48" fmla="*/ 3204689 h 3797336"/>
                <a:gd name="connsiteX49" fmla="*/ 13514 w 6848879"/>
                <a:gd name="connsiteY49" fmla="*/ 2344412 h 3797336"/>
                <a:gd name="connsiteX50" fmla="*/ 34724 w 6848879"/>
                <a:gd name="connsiteY50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934354 w 6848879"/>
                <a:gd name="connsiteY7" fmla="*/ 3131977 h 3797336"/>
                <a:gd name="connsiteX8" fmla="*/ 1442721 w 6848879"/>
                <a:gd name="connsiteY8" fmla="*/ 2457511 h 3797336"/>
                <a:gd name="connsiteX9" fmla="*/ 1905267 w 6848879"/>
                <a:gd name="connsiteY9" fmla="*/ 1955005 h 3797336"/>
                <a:gd name="connsiteX10" fmla="*/ 2541127 w 6848879"/>
                <a:gd name="connsiteY10" fmla="*/ 1341877 h 3797336"/>
                <a:gd name="connsiteX11" fmla="*/ 3386501 w 6848879"/>
                <a:gd name="connsiteY11" fmla="*/ 736610 h 3797336"/>
                <a:gd name="connsiteX12" fmla="*/ 4754625 w 6848879"/>
                <a:gd name="connsiteY12" fmla="*/ 909322 h 3797336"/>
                <a:gd name="connsiteX13" fmla="*/ 5254158 w 6848879"/>
                <a:gd name="connsiteY13" fmla="*/ 274322 h 3797336"/>
                <a:gd name="connsiteX14" fmla="*/ 5819309 w 6848879"/>
                <a:gd name="connsiteY14" fmla="*/ 172768 h 3797336"/>
                <a:gd name="connsiteX15" fmla="*/ 6248992 w 6848879"/>
                <a:gd name="connsiteY15" fmla="*/ 428302 h 3797336"/>
                <a:gd name="connsiteX16" fmla="*/ 6410214 w 6848879"/>
                <a:gd name="connsiteY16" fmla="*/ 623187 h 3797336"/>
                <a:gd name="connsiteX17" fmla="*/ 6562614 w 6848879"/>
                <a:gd name="connsiteY17" fmla="*/ 703089 h 3797336"/>
                <a:gd name="connsiteX18" fmla="*/ 6676914 w 6848879"/>
                <a:gd name="connsiteY18" fmla="*/ 674034 h 3797336"/>
                <a:gd name="connsiteX19" fmla="*/ 6706192 w 6848879"/>
                <a:gd name="connsiteY19" fmla="*/ 529995 h 3797336"/>
                <a:gd name="connsiteX20" fmla="*/ 6676915 w 6848879"/>
                <a:gd name="connsiteY20" fmla="*/ 390745 h 3797336"/>
                <a:gd name="connsiteX21" fmla="*/ 6607066 w 6848879"/>
                <a:gd name="connsiteY21" fmla="*/ 303578 h 3797336"/>
                <a:gd name="connsiteX22" fmla="*/ 6562616 w 6848879"/>
                <a:gd name="connsiteY22" fmla="*/ 194620 h 3797336"/>
                <a:gd name="connsiteX23" fmla="*/ 6543566 w 6848879"/>
                <a:gd name="connsiteY23" fmla="*/ 27550 h 3797336"/>
                <a:gd name="connsiteX24" fmla="*/ 6689615 w 6848879"/>
                <a:gd name="connsiteY24" fmla="*/ 13025 h 3797336"/>
                <a:gd name="connsiteX25" fmla="*/ 6841658 w 6848879"/>
                <a:gd name="connsiteY25" fmla="*/ 26287 h 3797336"/>
                <a:gd name="connsiteX26" fmla="*/ 6822966 w 6848879"/>
                <a:gd name="connsiteY26" fmla="*/ 252730 h 3797336"/>
                <a:gd name="connsiteX27" fmla="*/ 6778516 w 6848879"/>
                <a:gd name="connsiteY27" fmla="*/ 405271 h 3797336"/>
                <a:gd name="connsiteX28" fmla="*/ 6765815 w 6848879"/>
                <a:gd name="connsiteY28" fmla="*/ 659506 h 3797336"/>
                <a:gd name="connsiteX29" fmla="*/ 6689615 w 6848879"/>
                <a:gd name="connsiteY29" fmla="*/ 775729 h 3797336"/>
                <a:gd name="connsiteX30" fmla="*/ 6579192 w 6848879"/>
                <a:gd name="connsiteY30" fmla="*/ 797321 h 3797336"/>
                <a:gd name="connsiteX31" fmla="*/ 6365407 w 6848879"/>
                <a:gd name="connsiteY31" fmla="*/ 712560 h 3797336"/>
                <a:gd name="connsiteX32" fmla="*/ 6099065 w 6848879"/>
                <a:gd name="connsiteY32" fmla="*/ 398005 h 3797336"/>
                <a:gd name="connsiteX33" fmla="*/ 5861642 w 6848879"/>
                <a:gd name="connsiteY33" fmla="*/ 276774 h 3797336"/>
                <a:gd name="connsiteX34" fmla="*/ 5537792 w 6848879"/>
                <a:gd name="connsiteY34" fmla="*/ 257389 h 3797336"/>
                <a:gd name="connsiteX35" fmla="*/ 5355758 w 6848879"/>
                <a:gd name="connsiteY35" fmla="*/ 333589 h 3797336"/>
                <a:gd name="connsiteX36" fmla="*/ 5237225 w 6848879"/>
                <a:gd name="connsiteY36" fmla="*/ 452121 h 3797336"/>
                <a:gd name="connsiteX37" fmla="*/ 5025558 w 6848879"/>
                <a:gd name="connsiteY37" fmla="*/ 833121 h 3797336"/>
                <a:gd name="connsiteX38" fmla="*/ 4847758 w 6848879"/>
                <a:gd name="connsiteY38" fmla="*/ 985522 h 3797336"/>
                <a:gd name="connsiteX39" fmla="*/ 4435566 w 6848879"/>
                <a:gd name="connsiteY39" fmla="*/ 1018010 h 3797336"/>
                <a:gd name="connsiteX40" fmla="*/ 3766744 w 6848879"/>
                <a:gd name="connsiteY40" fmla="*/ 857442 h 3797336"/>
                <a:gd name="connsiteX41" fmla="*/ 3377933 w 6848879"/>
                <a:gd name="connsiteY41" fmla="*/ 831937 h 3797336"/>
                <a:gd name="connsiteX42" fmla="*/ 2709526 w 6848879"/>
                <a:gd name="connsiteY42" fmla="*/ 1324293 h 3797336"/>
                <a:gd name="connsiteX43" fmla="*/ 2031121 w 6848879"/>
                <a:gd name="connsiteY43" fmla="*/ 1975179 h 3797336"/>
                <a:gd name="connsiteX44" fmla="*/ 1233249 w 6848879"/>
                <a:gd name="connsiteY44" fmla="*/ 2897385 h 3797336"/>
                <a:gd name="connsiteX45" fmla="*/ 721240 w 6848879"/>
                <a:gd name="connsiteY45" fmla="*/ 3581076 h 3797336"/>
                <a:gd name="connsiteX46" fmla="*/ 301735 w 6848879"/>
                <a:gd name="connsiteY46" fmla="*/ 3797336 h 3797336"/>
                <a:gd name="connsiteX47" fmla="*/ 42710 w 6848879"/>
                <a:gd name="connsiteY47" fmla="*/ 3609906 h 3797336"/>
                <a:gd name="connsiteX48" fmla="*/ 0 w 6848879"/>
                <a:gd name="connsiteY48" fmla="*/ 3204689 h 3797336"/>
                <a:gd name="connsiteX49" fmla="*/ 13514 w 6848879"/>
                <a:gd name="connsiteY49" fmla="*/ 2344412 h 3797336"/>
                <a:gd name="connsiteX50" fmla="*/ 34724 w 6848879"/>
                <a:gd name="connsiteY50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934354 w 6848879"/>
                <a:gd name="connsiteY7" fmla="*/ 3131977 h 3797336"/>
                <a:gd name="connsiteX8" fmla="*/ 1905267 w 6848879"/>
                <a:gd name="connsiteY8" fmla="*/ 1955005 h 3797336"/>
                <a:gd name="connsiteX9" fmla="*/ 2541127 w 6848879"/>
                <a:gd name="connsiteY9" fmla="*/ 1341877 h 3797336"/>
                <a:gd name="connsiteX10" fmla="*/ 3386501 w 6848879"/>
                <a:gd name="connsiteY10" fmla="*/ 736610 h 3797336"/>
                <a:gd name="connsiteX11" fmla="*/ 4754625 w 6848879"/>
                <a:gd name="connsiteY11" fmla="*/ 909322 h 3797336"/>
                <a:gd name="connsiteX12" fmla="*/ 5254158 w 6848879"/>
                <a:gd name="connsiteY12" fmla="*/ 274322 h 3797336"/>
                <a:gd name="connsiteX13" fmla="*/ 5819309 w 6848879"/>
                <a:gd name="connsiteY13" fmla="*/ 172768 h 3797336"/>
                <a:gd name="connsiteX14" fmla="*/ 6248992 w 6848879"/>
                <a:gd name="connsiteY14" fmla="*/ 428302 h 3797336"/>
                <a:gd name="connsiteX15" fmla="*/ 6410214 w 6848879"/>
                <a:gd name="connsiteY15" fmla="*/ 623187 h 3797336"/>
                <a:gd name="connsiteX16" fmla="*/ 6562614 w 6848879"/>
                <a:gd name="connsiteY16" fmla="*/ 703089 h 3797336"/>
                <a:gd name="connsiteX17" fmla="*/ 6676914 w 6848879"/>
                <a:gd name="connsiteY17" fmla="*/ 674034 h 3797336"/>
                <a:gd name="connsiteX18" fmla="*/ 6706192 w 6848879"/>
                <a:gd name="connsiteY18" fmla="*/ 529995 h 3797336"/>
                <a:gd name="connsiteX19" fmla="*/ 6676915 w 6848879"/>
                <a:gd name="connsiteY19" fmla="*/ 390745 h 3797336"/>
                <a:gd name="connsiteX20" fmla="*/ 6607066 w 6848879"/>
                <a:gd name="connsiteY20" fmla="*/ 303578 h 3797336"/>
                <a:gd name="connsiteX21" fmla="*/ 6562616 w 6848879"/>
                <a:gd name="connsiteY21" fmla="*/ 194620 h 3797336"/>
                <a:gd name="connsiteX22" fmla="*/ 6543566 w 6848879"/>
                <a:gd name="connsiteY22" fmla="*/ 27550 h 3797336"/>
                <a:gd name="connsiteX23" fmla="*/ 6689615 w 6848879"/>
                <a:gd name="connsiteY23" fmla="*/ 13025 h 3797336"/>
                <a:gd name="connsiteX24" fmla="*/ 6841658 w 6848879"/>
                <a:gd name="connsiteY24" fmla="*/ 26287 h 3797336"/>
                <a:gd name="connsiteX25" fmla="*/ 6822966 w 6848879"/>
                <a:gd name="connsiteY25" fmla="*/ 252730 h 3797336"/>
                <a:gd name="connsiteX26" fmla="*/ 6778516 w 6848879"/>
                <a:gd name="connsiteY26" fmla="*/ 405271 h 3797336"/>
                <a:gd name="connsiteX27" fmla="*/ 6765815 w 6848879"/>
                <a:gd name="connsiteY27" fmla="*/ 659506 h 3797336"/>
                <a:gd name="connsiteX28" fmla="*/ 6689615 w 6848879"/>
                <a:gd name="connsiteY28" fmla="*/ 775729 h 3797336"/>
                <a:gd name="connsiteX29" fmla="*/ 6579192 w 6848879"/>
                <a:gd name="connsiteY29" fmla="*/ 797321 h 3797336"/>
                <a:gd name="connsiteX30" fmla="*/ 6365407 w 6848879"/>
                <a:gd name="connsiteY30" fmla="*/ 712560 h 3797336"/>
                <a:gd name="connsiteX31" fmla="*/ 6099065 w 6848879"/>
                <a:gd name="connsiteY31" fmla="*/ 398005 h 3797336"/>
                <a:gd name="connsiteX32" fmla="*/ 5861642 w 6848879"/>
                <a:gd name="connsiteY32" fmla="*/ 276774 h 3797336"/>
                <a:gd name="connsiteX33" fmla="*/ 5537792 w 6848879"/>
                <a:gd name="connsiteY33" fmla="*/ 257389 h 3797336"/>
                <a:gd name="connsiteX34" fmla="*/ 5355758 w 6848879"/>
                <a:gd name="connsiteY34" fmla="*/ 333589 h 3797336"/>
                <a:gd name="connsiteX35" fmla="*/ 5237225 w 6848879"/>
                <a:gd name="connsiteY35" fmla="*/ 452121 h 3797336"/>
                <a:gd name="connsiteX36" fmla="*/ 5025558 w 6848879"/>
                <a:gd name="connsiteY36" fmla="*/ 833121 h 3797336"/>
                <a:gd name="connsiteX37" fmla="*/ 4847758 w 6848879"/>
                <a:gd name="connsiteY37" fmla="*/ 985522 h 3797336"/>
                <a:gd name="connsiteX38" fmla="*/ 4435566 w 6848879"/>
                <a:gd name="connsiteY38" fmla="*/ 1018010 h 3797336"/>
                <a:gd name="connsiteX39" fmla="*/ 3766744 w 6848879"/>
                <a:gd name="connsiteY39" fmla="*/ 857442 h 3797336"/>
                <a:gd name="connsiteX40" fmla="*/ 3377933 w 6848879"/>
                <a:gd name="connsiteY40" fmla="*/ 831937 h 3797336"/>
                <a:gd name="connsiteX41" fmla="*/ 2709526 w 6848879"/>
                <a:gd name="connsiteY41" fmla="*/ 1324293 h 3797336"/>
                <a:gd name="connsiteX42" fmla="*/ 2031121 w 6848879"/>
                <a:gd name="connsiteY42" fmla="*/ 1975179 h 3797336"/>
                <a:gd name="connsiteX43" fmla="*/ 1233249 w 6848879"/>
                <a:gd name="connsiteY43" fmla="*/ 2897385 h 3797336"/>
                <a:gd name="connsiteX44" fmla="*/ 721240 w 6848879"/>
                <a:gd name="connsiteY44" fmla="*/ 3581076 h 3797336"/>
                <a:gd name="connsiteX45" fmla="*/ 301735 w 6848879"/>
                <a:gd name="connsiteY45" fmla="*/ 3797336 h 3797336"/>
                <a:gd name="connsiteX46" fmla="*/ 42710 w 6848879"/>
                <a:gd name="connsiteY46" fmla="*/ 3609906 h 3797336"/>
                <a:gd name="connsiteX47" fmla="*/ 0 w 6848879"/>
                <a:gd name="connsiteY47" fmla="*/ 3204689 h 3797336"/>
                <a:gd name="connsiteX48" fmla="*/ 13514 w 6848879"/>
                <a:gd name="connsiteY48" fmla="*/ 2344412 h 3797336"/>
                <a:gd name="connsiteX49" fmla="*/ 34724 w 6848879"/>
                <a:gd name="connsiteY49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949594 w 6848879"/>
                <a:gd name="connsiteY7" fmla="*/ 3131977 h 3797336"/>
                <a:gd name="connsiteX8" fmla="*/ 1905267 w 6848879"/>
                <a:gd name="connsiteY8" fmla="*/ 1955005 h 3797336"/>
                <a:gd name="connsiteX9" fmla="*/ 2541127 w 6848879"/>
                <a:gd name="connsiteY9" fmla="*/ 1341877 h 3797336"/>
                <a:gd name="connsiteX10" fmla="*/ 3386501 w 6848879"/>
                <a:gd name="connsiteY10" fmla="*/ 736610 h 3797336"/>
                <a:gd name="connsiteX11" fmla="*/ 4754625 w 6848879"/>
                <a:gd name="connsiteY11" fmla="*/ 909322 h 3797336"/>
                <a:gd name="connsiteX12" fmla="*/ 5254158 w 6848879"/>
                <a:gd name="connsiteY12" fmla="*/ 274322 h 3797336"/>
                <a:gd name="connsiteX13" fmla="*/ 5819309 w 6848879"/>
                <a:gd name="connsiteY13" fmla="*/ 172768 h 3797336"/>
                <a:gd name="connsiteX14" fmla="*/ 6248992 w 6848879"/>
                <a:gd name="connsiteY14" fmla="*/ 428302 h 3797336"/>
                <a:gd name="connsiteX15" fmla="*/ 6410214 w 6848879"/>
                <a:gd name="connsiteY15" fmla="*/ 623187 h 3797336"/>
                <a:gd name="connsiteX16" fmla="*/ 6562614 w 6848879"/>
                <a:gd name="connsiteY16" fmla="*/ 703089 h 3797336"/>
                <a:gd name="connsiteX17" fmla="*/ 6676914 w 6848879"/>
                <a:gd name="connsiteY17" fmla="*/ 674034 h 3797336"/>
                <a:gd name="connsiteX18" fmla="*/ 6706192 w 6848879"/>
                <a:gd name="connsiteY18" fmla="*/ 529995 h 3797336"/>
                <a:gd name="connsiteX19" fmla="*/ 6676915 w 6848879"/>
                <a:gd name="connsiteY19" fmla="*/ 390745 h 3797336"/>
                <a:gd name="connsiteX20" fmla="*/ 6607066 w 6848879"/>
                <a:gd name="connsiteY20" fmla="*/ 303578 h 3797336"/>
                <a:gd name="connsiteX21" fmla="*/ 6562616 w 6848879"/>
                <a:gd name="connsiteY21" fmla="*/ 194620 h 3797336"/>
                <a:gd name="connsiteX22" fmla="*/ 6543566 w 6848879"/>
                <a:gd name="connsiteY22" fmla="*/ 27550 h 3797336"/>
                <a:gd name="connsiteX23" fmla="*/ 6689615 w 6848879"/>
                <a:gd name="connsiteY23" fmla="*/ 13025 h 3797336"/>
                <a:gd name="connsiteX24" fmla="*/ 6841658 w 6848879"/>
                <a:gd name="connsiteY24" fmla="*/ 26287 h 3797336"/>
                <a:gd name="connsiteX25" fmla="*/ 6822966 w 6848879"/>
                <a:gd name="connsiteY25" fmla="*/ 252730 h 3797336"/>
                <a:gd name="connsiteX26" fmla="*/ 6778516 w 6848879"/>
                <a:gd name="connsiteY26" fmla="*/ 405271 h 3797336"/>
                <a:gd name="connsiteX27" fmla="*/ 6765815 w 6848879"/>
                <a:gd name="connsiteY27" fmla="*/ 659506 h 3797336"/>
                <a:gd name="connsiteX28" fmla="*/ 6689615 w 6848879"/>
                <a:gd name="connsiteY28" fmla="*/ 775729 h 3797336"/>
                <a:gd name="connsiteX29" fmla="*/ 6579192 w 6848879"/>
                <a:gd name="connsiteY29" fmla="*/ 797321 h 3797336"/>
                <a:gd name="connsiteX30" fmla="*/ 6365407 w 6848879"/>
                <a:gd name="connsiteY30" fmla="*/ 712560 h 3797336"/>
                <a:gd name="connsiteX31" fmla="*/ 6099065 w 6848879"/>
                <a:gd name="connsiteY31" fmla="*/ 398005 h 3797336"/>
                <a:gd name="connsiteX32" fmla="*/ 5861642 w 6848879"/>
                <a:gd name="connsiteY32" fmla="*/ 276774 h 3797336"/>
                <a:gd name="connsiteX33" fmla="*/ 5537792 w 6848879"/>
                <a:gd name="connsiteY33" fmla="*/ 257389 h 3797336"/>
                <a:gd name="connsiteX34" fmla="*/ 5355758 w 6848879"/>
                <a:gd name="connsiteY34" fmla="*/ 333589 h 3797336"/>
                <a:gd name="connsiteX35" fmla="*/ 5237225 w 6848879"/>
                <a:gd name="connsiteY35" fmla="*/ 452121 h 3797336"/>
                <a:gd name="connsiteX36" fmla="*/ 5025558 w 6848879"/>
                <a:gd name="connsiteY36" fmla="*/ 833121 h 3797336"/>
                <a:gd name="connsiteX37" fmla="*/ 4847758 w 6848879"/>
                <a:gd name="connsiteY37" fmla="*/ 985522 h 3797336"/>
                <a:gd name="connsiteX38" fmla="*/ 4435566 w 6848879"/>
                <a:gd name="connsiteY38" fmla="*/ 1018010 h 3797336"/>
                <a:gd name="connsiteX39" fmla="*/ 3766744 w 6848879"/>
                <a:gd name="connsiteY39" fmla="*/ 857442 h 3797336"/>
                <a:gd name="connsiteX40" fmla="*/ 3377933 w 6848879"/>
                <a:gd name="connsiteY40" fmla="*/ 831937 h 3797336"/>
                <a:gd name="connsiteX41" fmla="*/ 2709526 w 6848879"/>
                <a:gd name="connsiteY41" fmla="*/ 1324293 h 3797336"/>
                <a:gd name="connsiteX42" fmla="*/ 2031121 w 6848879"/>
                <a:gd name="connsiteY42" fmla="*/ 1975179 h 3797336"/>
                <a:gd name="connsiteX43" fmla="*/ 1233249 w 6848879"/>
                <a:gd name="connsiteY43" fmla="*/ 2897385 h 3797336"/>
                <a:gd name="connsiteX44" fmla="*/ 721240 w 6848879"/>
                <a:gd name="connsiteY44" fmla="*/ 3581076 h 3797336"/>
                <a:gd name="connsiteX45" fmla="*/ 301735 w 6848879"/>
                <a:gd name="connsiteY45" fmla="*/ 3797336 h 3797336"/>
                <a:gd name="connsiteX46" fmla="*/ 42710 w 6848879"/>
                <a:gd name="connsiteY46" fmla="*/ 3609906 h 3797336"/>
                <a:gd name="connsiteX47" fmla="*/ 0 w 6848879"/>
                <a:gd name="connsiteY47" fmla="*/ 3204689 h 3797336"/>
                <a:gd name="connsiteX48" fmla="*/ 13514 w 6848879"/>
                <a:gd name="connsiteY48" fmla="*/ 2344412 h 3797336"/>
                <a:gd name="connsiteX49" fmla="*/ 34724 w 6848879"/>
                <a:gd name="connsiteY49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949594 w 6848879"/>
                <a:gd name="connsiteY7" fmla="*/ 3131977 h 3797336"/>
                <a:gd name="connsiteX8" fmla="*/ 1701434 w 6848879"/>
                <a:gd name="connsiteY8" fmla="*/ 2161528 h 3797336"/>
                <a:gd name="connsiteX9" fmla="*/ 1905267 w 6848879"/>
                <a:gd name="connsiteY9" fmla="*/ 1955005 h 3797336"/>
                <a:gd name="connsiteX10" fmla="*/ 2541127 w 6848879"/>
                <a:gd name="connsiteY10" fmla="*/ 1341877 h 3797336"/>
                <a:gd name="connsiteX11" fmla="*/ 3386501 w 6848879"/>
                <a:gd name="connsiteY11" fmla="*/ 736610 h 3797336"/>
                <a:gd name="connsiteX12" fmla="*/ 4754625 w 6848879"/>
                <a:gd name="connsiteY12" fmla="*/ 909322 h 3797336"/>
                <a:gd name="connsiteX13" fmla="*/ 5254158 w 6848879"/>
                <a:gd name="connsiteY13" fmla="*/ 274322 h 3797336"/>
                <a:gd name="connsiteX14" fmla="*/ 5819309 w 6848879"/>
                <a:gd name="connsiteY14" fmla="*/ 172768 h 3797336"/>
                <a:gd name="connsiteX15" fmla="*/ 6248992 w 6848879"/>
                <a:gd name="connsiteY15" fmla="*/ 428302 h 3797336"/>
                <a:gd name="connsiteX16" fmla="*/ 6410214 w 6848879"/>
                <a:gd name="connsiteY16" fmla="*/ 623187 h 3797336"/>
                <a:gd name="connsiteX17" fmla="*/ 6562614 w 6848879"/>
                <a:gd name="connsiteY17" fmla="*/ 703089 h 3797336"/>
                <a:gd name="connsiteX18" fmla="*/ 6676914 w 6848879"/>
                <a:gd name="connsiteY18" fmla="*/ 674034 h 3797336"/>
                <a:gd name="connsiteX19" fmla="*/ 6706192 w 6848879"/>
                <a:gd name="connsiteY19" fmla="*/ 529995 h 3797336"/>
                <a:gd name="connsiteX20" fmla="*/ 6676915 w 6848879"/>
                <a:gd name="connsiteY20" fmla="*/ 390745 h 3797336"/>
                <a:gd name="connsiteX21" fmla="*/ 6607066 w 6848879"/>
                <a:gd name="connsiteY21" fmla="*/ 303578 h 3797336"/>
                <a:gd name="connsiteX22" fmla="*/ 6562616 w 6848879"/>
                <a:gd name="connsiteY22" fmla="*/ 194620 h 3797336"/>
                <a:gd name="connsiteX23" fmla="*/ 6543566 w 6848879"/>
                <a:gd name="connsiteY23" fmla="*/ 27550 h 3797336"/>
                <a:gd name="connsiteX24" fmla="*/ 6689615 w 6848879"/>
                <a:gd name="connsiteY24" fmla="*/ 13025 h 3797336"/>
                <a:gd name="connsiteX25" fmla="*/ 6841658 w 6848879"/>
                <a:gd name="connsiteY25" fmla="*/ 26287 h 3797336"/>
                <a:gd name="connsiteX26" fmla="*/ 6822966 w 6848879"/>
                <a:gd name="connsiteY26" fmla="*/ 252730 h 3797336"/>
                <a:gd name="connsiteX27" fmla="*/ 6778516 w 6848879"/>
                <a:gd name="connsiteY27" fmla="*/ 405271 h 3797336"/>
                <a:gd name="connsiteX28" fmla="*/ 6765815 w 6848879"/>
                <a:gd name="connsiteY28" fmla="*/ 659506 h 3797336"/>
                <a:gd name="connsiteX29" fmla="*/ 6689615 w 6848879"/>
                <a:gd name="connsiteY29" fmla="*/ 775729 h 3797336"/>
                <a:gd name="connsiteX30" fmla="*/ 6579192 w 6848879"/>
                <a:gd name="connsiteY30" fmla="*/ 797321 h 3797336"/>
                <a:gd name="connsiteX31" fmla="*/ 6365407 w 6848879"/>
                <a:gd name="connsiteY31" fmla="*/ 712560 h 3797336"/>
                <a:gd name="connsiteX32" fmla="*/ 6099065 w 6848879"/>
                <a:gd name="connsiteY32" fmla="*/ 398005 h 3797336"/>
                <a:gd name="connsiteX33" fmla="*/ 5861642 w 6848879"/>
                <a:gd name="connsiteY33" fmla="*/ 276774 h 3797336"/>
                <a:gd name="connsiteX34" fmla="*/ 5537792 w 6848879"/>
                <a:gd name="connsiteY34" fmla="*/ 257389 h 3797336"/>
                <a:gd name="connsiteX35" fmla="*/ 5355758 w 6848879"/>
                <a:gd name="connsiteY35" fmla="*/ 333589 h 3797336"/>
                <a:gd name="connsiteX36" fmla="*/ 5237225 w 6848879"/>
                <a:gd name="connsiteY36" fmla="*/ 452121 h 3797336"/>
                <a:gd name="connsiteX37" fmla="*/ 5025558 w 6848879"/>
                <a:gd name="connsiteY37" fmla="*/ 833121 h 3797336"/>
                <a:gd name="connsiteX38" fmla="*/ 4847758 w 6848879"/>
                <a:gd name="connsiteY38" fmla="*/ 985522 h 3797336"/>
                <a:gd name="connsiteX39" fmla="*/ 4435566 w 6848879"/>
                <a:gd name="connsiteY39" fmla="*/ 1018010 h 3797336"/>
                <a:gd name="connsiteX40" fmla="*/ 3766744 w 6848879"/>
                <a:gd name="connsiteY40" fmla="*/ 857442 h 3797336"/>
                <a:gd name="connsiteX41" fmla="*/ 3377933 w 6848879"/>
                <a:gd name="connsiteY41" fmla="*/ 831937 h 3797336"/>
                <a:gd name="connsiteX42" fmla="*/ 2709526 w 6848879"/>
                <a:gd name="connsiteY42" fmla="*/ 1324293 h 3797336"/>
                <a:gd name="connsiteX43" fmla="*/ 2031121 w 6848879"/>
                <a:gd name="connsiteY43" fmla="*/ 1975179 h 3797336"/>
                <a:gd name="connsiteX44" fmla="*/ 1233249 w 6848879"/>
                <a:gd name="connsiteY44" fmla="*/ 2897385 h 3797336"/>
                <a:gd name="connsiteX45" fmla="*/ 721240 w 6848879"/>
                <a:gd name="connsiteY45" fmla="*/ 3581076 h 3797336"/>
                <a:gd name="connsiteX46" fmla="*/ 301735 w 6848879"/>
                <a:gd name="connsiteY46" fmla="*/ 3797336 h 3797336"/>
                <a:gd name="connsiteX47" fmla="*/ 42710 w 6848879"/>
                <a:gd name="connsiteY47" fmla="*/ 3609906 h 3797336"/>
                <a:gd name="connsiteX48" fmla="*/ 0 w 6848879"/>
                <a:gd name="connsiteY48" fmla="*/ 3204689 h 3797336"/>
                <a:gd name="connsiteX49" fmla="*/ 13514 w 6848879"/>
                <a:gd name="connsiteY49" fmla="*/ 2344412 h 3797336"/>
                <a:gd name="connsiteX50" fmla="*/ 34724 w 6848879"/>
                <a:gd name="connsiteY50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949594 w 6848879"/>
                <a:gd name="connsiteY7" fmla="*/ 3131977 h 3797336"/>
                <a:gd name="connsiteX8" fmla="*/ 1701434 w 6848879"/>
                <a:gd name="connsiteY8" fmla="*/ 2161528 h 3797336"/>
                <a:gd name="connsiteX9" fmla="*/ 1905267 w 6848879"/>
                <a:gd name="connsiteY9" fmla="*/ 1955005 h 3797336"/>
                <a:gd name="connsiteX10" fmla="*/ 2541127 w 6848879"/>
                <a:gd name="connsiteY10" fmla="*/ 1341877 h 3797336"/>
                <a:gd name="connsiteX11" fmla="*/ 3386501 w 6848879"/>
                <a:gd name="connsiteY11" fmla="*/ 736610 h 3797336"/>
                <a:gd name="connsiteX12" fmla="*/ 4754625 w 6848879"/>
                <a:gd name="connsiteY12" fmla="*/ 909322 h 3797336"/>
                <a:gd name="connsiteX13" fmla="*/ 5254158 w 6848879"/>
                <a:gd name="connsiteY13" fmla="*/ 274322 h 3797336"/>
                <a:gd name="connsiteX14" fmla="*/ 5819309 w 6848879"/>
                <a:gd name="connsiteY14" fmla="*/ 172768 h 3797336"/>
                <a:gd name="connsiteX15" fmla="*/ 6248992 w 6848879"/>
                <a:gd name="connsiteY15" fmla="*/ 428302 h 3797336"/>
                <a:gd name="connsiteX16" fmla="*/ 6410214 w 6848879"/>
                <a:gd name="connsiteY16" fmla="*/ 623187 h 3797336"/>
                <a:gd name="connsiteX17" fmla="*/ 6562614 w 6848879"/>
                <a:gd name="connsiteY17" fmla="*/ 703089 h 3797336"/>
                <a:gd name="connsiteX18" fmla="*/ 6676914 w 6848879"/>
                <a:gd name="connsiteY18" fmla="*/ 674034 h 3797336"/>
                <a:gd name="connsiteX19" fmla="*/ 6706192 w 6848879"/>
                <a:gd name="connsiteY19" fmla="*/ 529995 h 3797336"/>
                <a:gd name="connsiteX20" fmla="*/ 6676915 w 6848879"/>
                <a:gd name="connsiteY20" fmla="*/ 390745 h 3797336"/>
                <a:gd name="connsiteX21" fmla="*/ 6607066 w 6848879"/>
                <a:gd name="connsiteY21" fmla="*/ 303578 h 3797336"/>
                <a:gd name="connsiteX22" fmla="*/ 6562616 w 6848879"/>
                <a:gd name="connsiteY22" fmla="*/ 194620 h 3797336"/>
                <a:gd name="connsiteX23" fmla="*/ 6543566 w 6848879"/>
                <a:gd name="connsiteY23" fmla="*/ 27550 h 3797336"/>
                <a:gd name="connsiteX24" fmla="*/ 6689615 w 6848879"/>
                <a:gd name="connsiteY24" fmla="*/ 13025 h 3797336"/>
                <a:gd name="connsiteX25" fmla="*/ 6841658 w 6848879"/>
                <a:gd name="connsiteY25" fmla="*/ 26287 h 3797336"/>
                <a:gd name="connsiteX26" fmla="*/ 6822966 w 6848879"/>
                <a:gd name="connsiteY26" fmla="*/ 252730 h 3797336"/>
                <a:gd name="connsiteX27" fmla="*/ 6778516 w 6848879"/>
                <a:gd name="connsiteY27" fmla="*/ 405271 h 3797336"/>
                <a:gd name="connsiteX28" fmla="*/ 6765815 w 6848879"/>
                <a:gd name="connsiteY28" fmla="*/ 659506 h 3797336"/>
                <a:gd name="connsiteX29" fmla="*/ 6689615 w 6848879"/>
                <a:gd name="connsiteY29" fmla="*/ 775729 h 3797336"/>
                <a:gd name="connsiteX30" fmla="*/ 6579192 w 6848879"/>
                <a:gd name="connsiteY30" fmla="*/ 797321 h 3797336"/>
                <a:gd name="connsiteX31" fmla="*/ 6365407 w 6848879"/>
                <a:gd name="connsiteY31" fmla="*/ 712560 h 3797336"/>
                <a:gd name="connsiteX32" fmla="*/ 6099065 w 6848879"/>
                <a:gd name="connsiteY32" fmla="*/ 398005 h 3797336"/>
                <a:gd name="connsiteX33" fmla="*/ 5861642 w 6848879"/>
                <a:gd name="connsiteY33" fmla="*/ 276774 h 3797336"/>
                <a:gd name="connsiteX34" fmla="*/ 5537792 w 6848879"/>
                <a:gd name="connsiteY34" fmla="*/ 257389 h 3797336"/>
                <a:gd name="connsiteX35" fmla="*/ 5355758 w 6848879"/>
                <a:gd name="connsiteY35" fmla="*/ 333589 h 3797336"/>
                <a:gd name="connsiteX36" fmla="*/ 5237225 w 6848879"/>
                <a:gd name="connsiteY36" fmla="*/ 452121 h 3797336"/>
                <a:gd name="connsiteX37" fmla="*/ 5025558 w 6848879"/>
                <a:gd name="connsiteY37" fmla="*/ 833121 h 3797336"/>
                <a:gd name="connsiteX38" fmla="*/ 4847758 w 6848879"/>
                <a:gd name="connsiteY38" fmla="*/ 985522 h 3797336"/>
                <a:gd name="connsiteX39" fmla="*/ 4435566 w 6848879"/>
                <a:gd name="connsiteY39" fmla="*/ 1018010 h 3797336"/>
                <a:gd name="connsiteX40" fmla="*/ 3766744 w 6848879"/>
                <a:gd name="connsiteY40" fmla="*/ 857442 h 3797336"/>
                <a:gd name="connsiteX41" fmla="*/ 3377933 w 6848879"/>
                <a:gd name="connsiteY41" fmla="*/ 831937 h 3797336"/>
                <a:gd name="connsiteX42" fmla="*/ 2709526 w 6848879"/>
                <a:gd name="connsiteY42" fmla="*/ 1324293 h 3797336"/>
                <a:gd name="connsiteX43" fmla="*/ 2031121 w 6848879"/>
                <a:gd name="connsiteY43" fmla="*/ 1975179 h 3797336"/>
                <a:gd name="connsiteX44" fmla="*/ 1278969 w 6848879"/>
                <a:gd name="connsiteY44" fmla="*/ 2850896 h 3797336"/>
                <a:gd name="connsiteX45" fmla="*/ 721240 w 6848879"/>
                <a:gd name="connsiteY45" fmla="*/ 3581076 h 3797336"/>
                <a:gd name="connsiteX46" fmla="*/ 301735 w 6848879"/>
                <a:gd name="connsiteY46" fmla="*/ 3797336 h 3797336"/>
                <a:gd name="connsiteX47" fmla="*/ 42710 w 6848879"/>
                <a:gd name="connsiteY47" fmla="*/ 3609906 h 3797336"/>
                <a:gd name="connsiteX48" fmla="*/ 0 w 6848879"/>
                <a:gd name="connsiteY48" fmla="*/ 3204689 h 3797336"/>
                <a:gd name="connsiteX49" fmla="*/ 13514 w 6848879"/>
                <a:gd name="connsiteY49" fmla="*/ 2344412 h 3797336"/>
                <a:gd name="connsiteX50" fmla="*/ 34724 w 6848879"/>
                <a:gd name="connsiteY50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949594 w 6848879"/>
                <a:gd name="connsiteY7" fmla="*/ 3131977 h 3797336"/>
                <a:gd name="connsiteX8" fmla="*/ 1701434 w 6848879"/>
                <a:gd name="connsiteY8" fmla="*/ 2161528 h 3797336"/>
                <a:gd name="connsiteX9" fmla="*/ 2271027 w 6848879"/>
                <a:gd name="connsiteY9" fmla="*/ 1594719 h 3797336"/>
                <a:gd name="connsiteX10" fmla="*/ 2541127 w 6848879"/>
                <a:gd name="connsiteY10" fmla="*/ 1341877 h 3797336"/>
                <a:gd name="connsiteX11" fmla="*/ 3386501 w 6848879"/>
                <a:gd name="connsiteY11" fmla="*/ 736610 h 3797336"/>
                <a:gd name="connsiteX12" fmla="*/ 4754625 w 6848879"/>
                <a:gd name="connsiteY12" fmla="*/ 909322 h 3797336"/>
                <a:gd name="connsiteX13" fmla="*/ 5254158 w 6848879"/>
                <a:gd name="connsiteY13" fmla="*/ 274322 h 3797336"/>
                <a:gd name="connsiteX14" fmla="*/ 5819309 w 6848879"/>
                <a:gd name="connsiteY14" fmla="*/ 172768 h 3797336"/>
                <a:gd name="connsiteX15" fmla="*/ 6248992 w 6848879"/>
                <a:gd name="connsiteY15" fmla="*/ 428302 h 3797336"/>
                <a:gd name="connsiteX16" fmla="*/ 6410214 w 6848879"/>
                <a:gd name="connsiteY16" fmla="*/ 623187 h 3797336"/>
                <a:gd name="connsiteX17" fmla="*/ 6562614 w 6848879"/>
                <a:gd name="connsiteY17" fmla="*/ 703089 h 3797336"/>
                <a:gd name="connsiteX18" fmla="*/ 6676914 w 6848879"/>
                <a:gd name="connsiteY18" fmla="*/ 674034 h 3797336"/>
                <a:gd name="connsiteX19" fmla="*/ 6706192 w 6848879"/>
                <a:gd name="connsiteY19" fmla="*/ 529995 h 3797336"/>
                <a:gd name="connsiteX20" fmla="*/ 6676915 w 6848879"/>
                <a:gd name="connsiteY20" fmla="*/ 390745 h 3797336"/>
                <a:gd name="connsiteX21" fmla="*/ 6607066 w 6848879"/>
                <a:gd name="connsiteY21" fmla="*/ 303578 h 3797336"/>
                <a:gd name="connsiteX22" fmla="*/ 6562616 w 6848879"/>
                <a:gd name="connsiteY22" fmla="*/ 194620 h 3797336"/>
                <a:gd name="connsiteX23" fmla="*/ 6543566 w 6848879"/>
                <a:gd name="connsiteY23" fmla="*/ 27550 h 3797336"/>
                <a:gd name="connsiteX24" fmla="*/ 6689615 w 6848879"/>
                <a:gd name="connsiteY24" fmla="*/ 13025 h 3797336"/>
                <a:gd name="connsiteX25" fmla="*/ 6841658 w 6848879"/>
                <a:gd name="connsiteY25" fmla="*/ 26287 h 3797336"/>
                <a:gd name="connsiteX26" fmla="*/ 6822966 w 6848879"/>
                <a:gd name="connsiteY26" fmla="*/ 252730 h 3797336"/>
                <a:gd name="connsiteX27" fmla="*/ 6778516 w 6848879"/>
                <a:gd name="connsiteY27" fmla="*/ 405271 h 3797336"/>
                <a:gd name="connsiteX28" fmla="*/ 6765815 w 6848879"/>
                <a:gd name="connsiteY28" fmla="*/ 659506 h 3797336"/>
                <a:gd name="connsiteX29" fmla="*/ 6689615 w 6848879"/>
                <a:gd name="connsiteY29" fmla="*/ 775729 h 3797336"/>
                <a:gd name="connsiteX30" fmla="*/ 6579192 w 6848879"/>
                <a:gd name="connsiteY30" fmla="*/ 797321 h 3797336"/>
                <a:gd name="connsiteX31" fmla="*/ 6365407 w 6848879"/>
                <a:gd name="connsiteY31" fmla="*/ 712560 h 3797336"/>
                <a:gd name="connsiteX32" fmla="*/ 6099065 w 6848879"/>
                <a:gd name="connsiteY32" fmla="*/ 398005 h 3797336"/>
                <a:gd name="connsiteX33" fmla="*/ 5861642 w 6848879"/>
                <a:gd name="connsiteY33" fmla="*/ 276774 h 3797336"/>
                <a:gd name="connsiteX34" fmla="*/ 5537792 w 6848879"/>
                <a:gd name="connsiteY34" fmla="*/ 257389 h 3797336"/>
                <a:gd name="connsiteX35" fmla="*/ 5355758 w 6848879"/>
                <a:gd name="connsiteY35" fmla="*/ 333589 h 3797336"/>
                <a:gd name="connsiteX36" fmla="*/ 5237225 w 6848879"/>
                <a:gd name="connsiteY36" fmla="*/ 452121 h 3797336"/>
                <a:gd name="connsiteX37" fmla="*/ 5025558 w 6848879"/>
                <a:gd name="connsiteY37" fmla="*/ 833121 h 3797336"/>
                <a:gd name="connsiteX38" fmla="*/ 4847758 w 6848879"/>
                <a:gd name="connsiteY38" fmla="*/ 985522 h 3797336"/>
                <a:gd name="connsiteX39" fmla="*/ 4435566 w 6848879"/>
                <a:gd name="connsiteY39" fmla="*/ 1018010 h 3797336"/>
                <a:gd name="connsiteX40" fmla="*/ 3766744 w 6848879"/>
                <a:gd name="connsiteY40" fmla="*/ 857442 h 3797336"/>
                <a:gd name="connsiteX41" fmla="*/ 3377933 w 6848879"/>
                <a:gd name="connsiteY41" fmla="*/ 831937 h 3797336"/>
                <a:gd name="connsiteX42" fmla="*/ 2709526 w 6848879"/>
                <a:gd name="connsiteY42" fmla="*/ 1324293 h 3797336"/>
                <a:gd name="connsiteX43" fmla="*/ 2031121 w 6848879"/>
                <a:gd name="connsiteY43" fmla="*/ 1975179 h 3797336"/>
                <a:gd name="connsiteX44" fmla="*/ 1278969 w 6848879"/>
                <a:gd name="connsiteY44" fmla="*/ 2850896 h 3797336"/>
                <a:gd name="connsiteX45" fmla="*/ 721240 w 6848879"/>
                <a:gd name="connsiteY45" fmla="*/ 3581076 h 3797336"/>
                <a:gd name="connsiteX46" fmla="*/ 301735 w 6848879"/>
                <a:gd name="connsiteY46" fmla="*/ 3797336 h 3797336"/>
                <a:gd name="connsiteX47" fmla="*/ 42710 w 6848879"/>
                <a:gd name="connsiteY47" fmla="*/ 3609906 h 3797336"/>
                <a:gd name="connsiteX48" fmla="*/ 0 w 6848879"/>
                <a:gd name="connsiteY48" fmla="*/ 3204689 h 3797336"/>
                <a:gd name="connsiteX49" fmla="*/ 13514 w 6848879"/>
                <a:gd name="connsiteY49" fmla="*/ 2344412 h 3797336"/>
                <a:gd name="connsiteX50" fmla="*/ 34724 w 6848879"/>
                <a:gd name="connsiteY50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949594 w 6848879"/>
                <a:gd name="connsiteY7" fmla="*/ 3131977 h 3797336"/>
                <a:gd name="connsiteX8" fmla="*/ 1701434 w 6848879"/>
                <a:gd name="connsiteY8" fmla="*/ 2161528 h 3797336"/>
                <a:gd name="connsiteX9" fmla="*/ 2260867 w 6848879"/>
                <a:gd name="connsiteY9" fmla="*/ 1606341 h 3797336"/>
                <a:gd name="connsiteX10" fmla="*/ 2541127 w 6848879"/>
                <a:gd name="connsiteY10" fmla="*/ 1341877 h 3797336"/>
                <a:gd name="connsiteX11" fmla="*/ 3386501 w 6848879"/>
                <a:gd name="connsiteY11" fmla="*/ 736610 h 3797336"/>
                <a:gd name="connsiteX12" fmla="*/ 4754625 w 6848879"/>
                <a:gd name="connsiteY12" fmla="*/ 909322 h 3797336"/>
                <a:gd name="connsiteX13" fmla="*/ 5254158 w 6848879"/>
                <a:gd name="connsiteY13" fmla="*/ 274322 h 3797336"/>
                <a:gd name="connsiteX14" fmla="*/ 5819309 w 6848879"/>
                <a:gd name="connsiteY14" fmla="*/ 172768 h 3797336"/>
                <a:gd name="connsiteX15" fmla="*/ 6248992 w 6848879"/>
                <a:gd name="connsiteY15" fmla="*/ 428302 h 3797336"/>
                <a:gd name="connsiteX16" fmla="*/ 6410214 w 6848879"/>
                <a:gd name="connsiteY16" fmla="*/ 623187 h 3797336"/>
                <a:gd name="connsiteX17" fmla="*/ 6562614 w 6848879"/>
                <a:gd name="connsiteY17" fmla="*/ 703089 h 3797336"/>
                <a:gd name="connsiteX18" fmla="*/ 6676914 w 6848879"/>
                <a:gd name="connsiteY18" fmla="*/ 674034 h 3797336"/>
                <a:gd name="connsiteX19" fmla="*/ 6706192 w 6848879"/>
                <a:gd name="connsiteY19" fmla="*/ 529995 h 3797336"/>
                <a:gd name="connsiteX20" fmla="*/ 6676915 w 6848879"/>
                <a:gd name="connsiteY20" fmla="*/ 390745 h 3797336"/>
                <a:gd name="connsiteX21" fmla="*/ 6607066 w 6848879"/>
                <a:gd name="connsiteY21" fmla="*/ 303578 h 3797336"/>
                <a:gd name="connsiteX22" fmla="*/ 6562616 w 6848879"/>
                <a:gd name="connsiteY22" fmla="*/ 194620 h 3797336"/>
                <a:gd name="connsiteX23" fmla="*/ 6543566 w 6848879"/>
                <a:gd name="connsiteY23" fmla="*/ 27550 h 3797336"/>
                <a:gd name="connsiteX24" fmla="*/ 6689615 w 6848879"/>
                <a:gd name="connsiteY24" fmla="*/ 13025 h 3797336"/>
                <a:gd name="connsiteX25" fmla="*/ 6841658 w 6848879"/>
                <a:gd name="connsiteY25" fmla="*/ 26287 h 3797336"/>
                <a:gd name="connsiteX26" fmla="*/ 6822966 w 6848879"/>
                <a:gd name="connsiteY26" fmla="*/ 252730 h 3797336"/>
                <a:gd name="connsiteX27" fmla="*/ 6778516 w 6848879"/>
                <a:gd name="connsiteY27" fmla="*/ 405271 h 3797336"/>
                <a:gd name="connsiteX28" fmla="*/ 6765815 w 6848879"/>
                <a:gd name="connsiteY28" fmla="*/ 659506 h 3797336"/>
                <a:gd name="connsiteX29" fmla="*/ 6689615 w 6848879"/>
                <a:gd name="connsiteY29" fmla="*/ 775729 h 3797336"/>
                <a:gd name="connsiteX30" fmla="*/ 6579192 w 6848879"/>
                <a:gd name="connsiteY30" fmla="*/ 797321 h 3797336"/>
                <a:gd name="connsiteX31" fmla="*/ 6365407 w 6848879"/>
                <a:gd name="connsiteY31" fmla="*/ 712560 h 3797336"/>
                <a:gd name="connsiteX32" fmla="*/ 6099065 w 6848879"/>
                <a:gd name="connsiteY32" fmla="*/ 398005 h 3797336"/>
                <a:gd name="connsiteX33" fmla="*/ 5861642 w 6848879"/>
                <a:gd name="connsiteY33" fmla="*/ 276774 h 3797336"/>
                <a:gd name="connsiteX34" fmla="*/ 5537792 w 6848879"/>
                <a:gd name="connsiteY34" fmla="*/ 257389 h 3797336"/>
                <a:gd name="connsiteX35" fmla="*/ 5355758 w 6848879"/>
                <a:gd name="connsiteY35" fmla="*/ 333589 h 3797336"/>
                <a:gd name="connsiteX36" fmla="*/ 5237225 w 6848879"/>
                <a:gd name="connsiteY36" fmla="*/ 452121 h 3797336"/>
                <a:gd name="connsiteX37" fmla="*/ 5025558 w 6848879"/>
                <a:gd name="connsiteY37" fmla="*/ 833121 h 3797336"/>
                <a:gd name="connsiteX38" fmla="*/ 4847758 w 6848879"/>
                <a:gd name="connsiteY38" fmla="*/ 985522 h 3797336"/>
                <a:gd name="connsiteX39" fmla="*/ 4435566 w 6848879"/>
                <a:gd name="connsiteY39" fmla="*/ 1018010 h 3797336"/>
                <a:gd name="connsiteX40" fmla="*/ 3766744 w 6848879"/>
                <a:gd name="connsiteY40" fmla="*/ 857442 h 3797336"/>
                <a:gd name="connsiteX41" fmla="*/ 3377933 w 6848879"/>
                <a:gd name="connsiteY41" fmla="*/ 831937 h 3797336"/>
                <a:gd name="connsiteX42" fmla="*/ 2709526 w 6848879"/>
                <a:gd name="connsiteY42" fmla="*/ 1324293 h 3797336"/>
                <a:gd name="connsiteX43" fmla="*/ 2031121 w 6848879"/>
                <a:gd name="connsiteY43" fmla="*/ 1975179 h 3797336"/>
                <a:gd name="connsiteX44" fmla="*/ 1278969 w 6848879"/>
                <a:gd name="connsiteY44" fmla="*/ 2850896 h 3797336"/>
                <a:gd name="connsiteX45" fmla="*/ 721240 w 6848879"/>
                <a:gd name="connsiteY45" fmla="*/ 3581076 h 3797336"/>
                <a:gd name="connsiteX46" fmla="*/ 301735 w 6848879"/>
                <a:gd name="connsiteY46" fmla="*/ 3797336 h 3797336"/>
                <a:gd name="connsiteX47" fmla="*/ 42710 w 6848879"/>
                <a:gd name="connsiteY47" fmla="*/ 3609906 h 3797336"/>
                <a:gd name="connsiteX48" fmla="*/ 0 w 6848879"/>
                <a:gd name="connsiteY48" fmla="*/ 3204689 h 3797336"/>
                <a:gd name="connsiteX49" fmla="*/ 13514 w 6848879"/>
                <a:gd name="connsiteY49" fmla="*/ 2344412 h 3797336"/>
                <a:gd name="connsiteX50" fmla="*/ 34724 w 6848879"/>
                <a:gd name="connsiteY50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949594 w 6848879"/>
                <a:gd name="connsiteY7" fmla="*/ 3131977 h 3797336"/>
                <a:gd name="connsiteX8" fmla="*/ 1701434 w 6848879"/>
                <a:gd name="connsiteY8" fmla="*/ 2161528 h 3797336"/>
                <a:gd name="connsiteX9" fmla="*/ 2260867 w 6848879"/>
                <a:gd name="connsiteY9" fmla="*/ 1606341 h 3797336"/>
                <a:gd name="connsiteX10" fmla="*/ 2541127 w 6848879"/>
                <a:gd name="connsiteY10" fmla="*/ 1341877 h 3797336"/>
                <a:gd name="connsiteX11" fmla="*/ 3386501 w 6848879"/>
                <a:gd name="connsiteY11" fmla="*/ 736610 h 3797336"/>
                <a:gd name="connsiteX12" fmla="*/ 4754625 w 6848879"/>
                <a:gd name="connsiteY12" fmla="*/ 909322 h 3797336"/>
                <a:gd name="connsiteX13" fmla="*/ 5254158 w 6848879"/>
                <a:gd name="connsiteY13" fmla="*/ 274322 h 3797336"/>
                <a:gd name="connsiteX14" fmla="*/ 5819309 w 6848879"/>
                <a:gd name="connsiteY14" fmla="*/ 172768 h 3797336"/>
                <a:gd name="connsiteX15" fmla="*/ 6248992 w 6848879"/>
                <a:gd name="connsiteY15" fmla="*/ 428302 h 3797336"/>
                <a:gd name="connsiteX16" fmla="*/ 6410214 w 6848879"/>
                <a:gd name="connsiteY16" fmla="*/ 623187 h 3797336"/>
                <a:gd name="connsiteX17" fmla="*/ 6562614 w 6848879"/>
                <a:gd name="connsiteY17" fmla="*/ 703089 h 3797336"/>
                <a:gd name="connsiteX18" fmla="*/ 6676914 w 6848879"/>
                <a:gd name="connsiteY18" fmla="*/ 674034 h 3797336"/>
                <a:gd name="connsiteX19" fmla="*/ 6706192 w 6848879"/>
                <a:gd name="connsiteY19" fmla="*/ 529995 h 3797336"/>
                <a:gd name="connsiteX20" fmla="*/ 6676915 w 6848879"/>
                <a:gd name="connsiteY20" fmla="*/ 390745 h 3797336"/>
                <a:gd name="connsiteX21" fmla="*/ 6607066 w 6848879"/>
                <a:gd name="connsiteY21" fmla="*/ 303578 h 3797336"/>
                <a:gd name="connsiteX22" fmla="*/ 6562616 w 6848879"/>
                <a:gd name="connsiteY22" fmla="*/ 194620 h 3797336"/>
                <a:gd name="connsiteX23" fmla="*/ 6543566 w 6848879"/>
                <a:gd name="connsiteY23" fmla="*/ 27550 h 3797336"/>
                <a:gd name="connsiteX24" fmla="*/ 6689615 w 6848879"/>
                <a:gd name="connsiteY24" fmla="*/ 13025 h 3797336"/>
                <a:gd name="connsiteX25" fmla="*/ 6841658 w 6848879"/>
                <a:gd name="connsiteY25" fmla="*/ 26287 h 3797336"/>
                <a:gd name="connsiteX26" fmla="*/ 6822966 w 6848879"/>
                <a:gd name="connsiteY26" fmla="*/ 252730 h 3797336"/>
                <a:gd name="connsiteX27" fmla="*/ 6778516 w 6848879"/>
                <a:gd name="connsiteY27" fmla="*/ 405271 h 3797336"/>
                <a:gd name="connsiteX28" fmla="*/ 6765815 w 6848879"/>
                <a:gd name="connsiteY28" fmla="*/ 659506 h 3797336"/>
                <a:gd name="connsiteX29" fmla="*/ 6689615 w 6848879"/>
                <a:gd name="connsiteY29" fmla="*/ 775729 h 3797336"/>
                <a:gd name="connsiteX30" fmla="*/ 6579192 w 6848879"/>
                <a:gd name="connsiteY30" fmla="*/ 797321 h 3797336"/>
                <a:gd name="connsiteX31" fmla="*/ 6365407 w 6848879"/>
                <a:gd name="connsiteY31" fmla="*/ 712560 h 3797336"/>
                <a:gd name="connsiteX32" fmla="*/ 6099065 w 6848879"/>
                <a:gd name="connsiteY32" fmla="*/ 398005 h 3797336"/>
                <a:gd name="connsiteX33" fmla="*/ 5861642 w 6848879"/>
                <a:gd name="connsiteY33" fmla="*/ 276774 h 3797336"/>
                <a:gd name="connsiteX34" fmla="*/ 5537792 w 6848879"/>
                <a:gd name="connsiteY34" fmla="*/ 257389 h 3797336"/>
                <a:gd name="connsiteX35" fmla="*/ 5355758 w 6848879"/>
                <a:gd name="connsiteY35" fmla="*/ 333589 h 3797336"/>
                <a:gd name="connsiteX36" fmla="*/ 5237225 w 6848879"/>
                <a:gd name="connsiteY36" fmla="*/ 452121 h 3797336"/>
                <a:gd name="connsiteX37" fmla="*/ 5025558 w 6848879"/>
                <a:gd name="connsiteY37" fmla="*/ 833121 h 3797336"/>
                <a:gd name="connsiteX38" fmla="*/ 4847758 w 6848879"/>
                <a:gd name="connsiteY38" fmla="*/ 985522 h 3797336"/>
                <a:gd name="connsiteX39" fmla="*/ 4435566 w 6848879"/>
                <a:gd name="connsiteY39" fmla="*/ 1018010 h 3797336"/>
                <a:gd name="connsiteX40" fmla="*/ 3766744 w 6848879"/>
                <a:gd name="connsiteY40" fmla="*/ 857442 h 3797336"/>
                <a:gd name="connsiteX41" fmla="*/ 3428733 w 6848879"/>
                <a:gd name="connsiteY41" fmla="*/ 843560 h 3797336"/>
                <a:gd name="connsiteX42" fmla="*/ 2709526 w 6848879"/>
                <a:gd name="connsiteY42" fmla="*/ 1324293 h 3797336"/>
                <a:gd name="connsiteX43" fmla="*/ 2031121 w 6848879"/>
                <a:gd name="connsiteY43" fmla="*/ 1975179 h 3797336"/>
                <a:gd name="connsiteX44" fmla="*/ 1278969 w 6848879"/>
                <a:gd name="connsiteY44" fmla="*/ 2850896 h 3797336"/>
                <a:gd name="connsiteX45" fmla="*/ 721240 w 6848879"/>
                <a:gd name="connsiteY45" fmla="*/ 3581076 h 3797336"/>
                <a:gd name="connsiteX46" fmla="*/ 301735 w 6848879"/>
                <a:gd name="connsiteY46" fmla="*/ 3797336 h 3797336"/>
                <a:gd name="connsiteX47" fmla="*/ 42710 w 6848879"/>
                <a:gd name="connsiteY47" fmla="*/ 3609906 h 3797336"/>
                <a:gd name="connsiteX48" fmla="*/ 0 w 6848879"/>
                <a:gd name="connsiteY48" fmla="*/ 3204689 h 3797336"/>
                <a:gd name="connsiteX49" fmla="*/ 13514 w 6848879"/>
                <a:gd name="connsiteY49" fmla="*/ 2344412 h 3797336"/>
                <a:gd name="connsiteX50" fmla="*/ 34724 w 6848879"/>
                <a:gd name="connsiteY50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949594 w 6848879"/>
                <a:gd name="connsiteY7" fmla="*/ 3131977 h 3797336"/>
                <a:gd name="connsiteX8" fmla="*/ 1701434 w 6848879"/>
                <a:gd name="connsiteY8" fmla="*/ 2161528 h 3797336"/>
                <a:gd name="connsiteX9" fmla="*/ 2260867 w 6848879"/>
                <a:gd name="connsiteY9" fmla="*/ 1606341 h 3797336"/>
                <a:gd name="connsiteX10" fmla="*/ 2541127 w 6848879"/>
                <a:gd name="connsiteY10" fmla="*/ 1341877 h 3797336"/>
                <a:gd name="connsiteX11" fmla="*/ 3386501 w 6848879"/>
                <a:gd name="connsiteY11" fmla="*/ 736610 h 3797336"/>
                <a:gd name="connsiteX12" fmla="*/ 4754625 w 6848879"/>
                <a:gd name="connsiteY12" fmla="*/ 909322 h 3797336"/>
                <a:gd name="connsiteX13" fmla="*/ 5254158 w 6848879"/>
                <a:gd name="connsiteY13" fmla="*/ 274322 h 3797336"/>
                <a:gd name="connsiteX14" fmla="*/ 5819309 w 6848879"/>
                <a:gd name="connsiteY14" fmla="*/ 172768 h 3797336"/>
                <a:gd name="connsiteX15" fmla="*/ 6248992 w 6848879"/>
                <a:gd name="connsiteY15" fmla="*/ 428302 h 3797336"/>
                <a:gd name="connsiteX16" fmla="*/ 6410214 w 6848879"/>
                <a:gd name="connsiteY16" fmla="*/ 623187 h 3797336"/>
                <a:gd name="connsiteX17" fmla="*/ 6562614 w 6848879"/>
                <a:gd name="connsiteY17" fmla="*/ 703089 h 3797336"/>
                <a:gd name="connsiteX18" fmla="*/ 6676914 w 6848879"/>
                <a:gd name="connsiteY18" fmla="*/ 674034 h 3797336"/>
                <a:gd name="connsiteX19" fmla="*/ 6706192 w 6848879"/>
                <a:gd name="connsiteY19" fmla="*/ 529995 h 3797336"/>
                <a:gd name="connsiteX20" fmla="*/ 6676915 w 6848879"/>
                <a:gd name="connsiteY20" fmla="*/ 390745 h 3797336"/>
                <a:gd name="connsiteX21" fmla="*/ 6607066 w 6848879"/>
                <a:gd name="connsiteY21" fmla="*/ 303578 h 3797336"/>
                <a:gd name="connsiteX22" fmla="*/ 6562616 w 6848879"/>
                <a:gd name="connsiteY22" fmla="*/ 194620 h 3797336"/>
                <a:gd name="connsiteX23" fmla="*/ 6543566 w 6848879"/>
                <a:gd name="connsiteY23" fmla="*/ 27550 h 3797336"/>
                <a:gd name="connsiteX24" fmla="*/ 6689615 w 6848879"/>
                <a:gd name="connsiteY24" fmla="*/ 13025 h 3797336"/>
                <a:gd name="connsiteX25" fmla="*/ 6841658 w 6848879"/>
                <a:gd name="connsiteY25" fmla="*/ 26287 h 3797336"/>
                <a:gd name="connsiteX26" fmla="*/ 6822966 w 6848879"/>
                <a:gd name="connsiteY26" fmla="*/ 252730 h 3797336"/>
                <a:gd name="connsiteX27" fmla="*/ 6778516 w 6848879"/>
                <a:gd name="connsiteY27" fmla="*/ 405271 h 3797336"/>
                <a:gd name="connsiteX28" fmla="*/ 6765815 w 6848879"/>
                <a:gd name="connsiteY28" fmla="*/ 659506 h 3797336"/>
                <a:gd name="connsiteX29" fmla="*/ 6689615 w 6848879"/>
                <a:gd name="connsiteY29" fmla="*/ 775729 h 3797336"/>
                <a:gd name="connsiteX30" fmla="*/ 6579192 w 6848879"/>
                <a:gd name="connsiteY30" fmla="*/ 797321 h 3797336"/>
                <a:gd name="connsiteX31" fmla="*/ 6365407 w 6848879"/>
                <a:gd name="connsiteY31" fmla="*/ 712560 h 3797336"/>
                <a:gd name="connsiteX32" fmla="*/ 6099065 w 6848879"/>
                <a:gd name="connsiteY32" fmla="*/ 398005 h 3797336"/>
                <a:gd name="connsiteX33" fmla="*/ 5861642 w 6848879"/>
                <a:gd name="connsiteY33" fmla="*/ 276774 h 3797336"/>
                <a:gd name="connsiteX34" fmla="*/ 5537792 w 6848879"/>
                <a:gd name="connsiteY34" fmla="*/ 257389 h 3797336"/>
                <a:gd name="connsiteX35" fmla="*/ 5355758 w 6848879"/>
                <a:gd name="connsiteY35" fmla="*/ 333589 h 3797336"/>
                <a:gd name="connsiteX36" fmla="*/ 5237225 w 6848879"/>
                <a:gd name="connsiteY36" fmla="*/ 452121 h 3797336"/>
                <a:gd name="connsiteX37" fmla="*/ 5025558 w 6848879"/>
                <a:gd name="connsiteY37" fmla="*/ 833121 h 3797336"/>
                <a:gd name="connsiteX38" fmla="*/ 4847758 w 6848879"/>
                <a:gd name="connsiteY38" fmla="*/ 985522 h 3797336"/>
                <a:gd name="connsiteX39" fmla="*/ 4435566 w 6848879"/>
                <a:gd name="connsiteY39" fmla="*/ 1018010 h 3797336"/>
                <a:gd name="connsiteX40" fmla="*/ 3766744 w 6848879"/>
                <a:gd name="connsiteY40" fmla="*/ 857442 h 3797336"/>
                <a:gd name="connsiteX41" fmla="*/ 3393173 w 6848879"/>
                <a:gd name="connsiteY41" fmla="*/ 837749 h 3797336"/>
                <a:gd name="connsiteX42" fmla="*/ 2709526 w 6848879"/>
                <a:gd name="connsiteY42" fmla="*/ 1324293 h 3797336"/>
                <a:gd name="connsiteX43" fmla="*/ 2031121 w 6848879"/>
                <a:gd name="connsiteY43" fmla="*/ 1975179 h 3797336"/>
                <a:gd name="connsiteX44" fmla="*/ 1278969 w 6848879"/>
                <a:gd name="connsiteY44" fmla="*/ 2850896 h 3797336"/>
                <a:gd name="connsiteX45" fmla="*/ 721240 w 6848879"/>
                <a:gd name="connsiteY45" fmla="*/ 3581076 h 3797336"/>
                <a:gd name="connsiteX46" fmla="*/ 301735 w 6848879"/>
                <a:gd name="connsiteY46" fmla="*/ 3797336 h 3797336"/>
                <a:gd name="connsiteX47" fmla="*/ 42710 w 6848879"/>
                <a:gd name="connsiteY47" fmla="*/ 3609906 h 3797336"/>
                <a:gd name="connsiteX48" fmla="*/ 0 w 6848879"/>
                <a:gd name="connsiteY48" fmla="*/ 3204689 h 3797336"/>
                <a:gd name="connsiteX49" fmla="*/ 13514 w 6848879"/>
                <a:gd name="connsiteY49" fmla="*/ 2344412 h 3797336"/>
                <a:gd name="connsiteX50" fmla="*/ 34724 w 6848879"/>
                <a:gd name="connsiteY50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949594 w 6848879"/>
                <a:gd name="connsiteY7" fmla="*/ 3131977 h 3797336"/>
                <a:gd name="connsiteX8" fmla="*/ 1701434 w 6848879"/>
                <a:gd name="connsiteY8" fmla="*/ 2161528 h 3797336"/>
                <a:gd name="connsiteX9" fmla="*/ 2260867 w 6848879"/>
                <a:gd name="connsiteY9" fmla="*/ 1606341 h 3797336"/>
                <a:gd name="connsiteX10" fmla="*/ 2541127 w 6848879"/>
                <a:gd name="connsiteY10" fmla="*/ 1341877 h 3797336"/>
                <a:gd name="connsiteX11" fmla="*/ 3386501 w 6848879"/>
                <a:gd name="connsiteY11" fmla="*/ 736610 h 3797336"/>
                <a:gd name="connsiteX12" fmla="*/ 4754625 w 6848879"/>
                <a:gd name="connsiteY12" fmla="*/ 909322 h 3797336"/>
                <a:gd name="connsiteX13" fmla="*/ 5254158 w 6848879"/>
                <a:gd name="connsiteY13" fmla="*/ 274322 h 3797336"/>
                <a:gd name="connsiteX14" fmla="*/ 5819309 w 6848879"/>
                <a:gd name="connsiteY14" fmla="*/ 172768 h 3797336"/>
                <a:gd name="connsiteX15" fmla="*/ 6248992 w 6848879"/>
                <a:gd name="connsiteY15" fmla="*/ 428302 h 3797336"/>
                <a:gd name="connsiteX16" fmla="*/ 6410214 w 6848879"/>
                <a:gd name="connsiteY16" fmla="*/ 623187 h 3797336"/>
                <a:gd name="connsiteX17" fmla="*/ 6562614 w 6848879"/>
                <a:gd name="connsiteY17" fmla="*/ 703089 h 3797336"/>
                <a:gd name="connsiteX18" fmla="*/ 6676914 w 6848879"/>
                <a:gd name="connsiteY18" fmla="*/ 674034 h 3797336"/>
                <a:gd name="connsiteX19" fmla="*/ 6706192 w 6848879"/>
                <a:gd name="connsiteY19" fmla="*/ 529995 h 3797336"/>
                <a:gd name="connsiteX20" fmla="*/ 6676915 w 6848879"/>
                <a:gd name="connsiteY20" fmla="*/ 390745 h 3797336"/>
                <a:gd name="connsiteX21" fmla="*/ 6607066 w 6848879"/>
                <a:gd name="connsiteY21" fmla="*/ 303578 h 3797336"/>
                <a:gd name="connsiteX22" fmla="*/ 6562616 w 6848879"/>
                <a:gd name="connsiteY22" fmla="*/ 194620 h 3797336"/>
                <a:gd name="connsiteX23" fmla="*/ 6543566 w 6848879"/>
                <a:gd name="connsiteY23" fmla="*/ 27550 h 3797336"/>
                <a:gd name="connsiteX24" fmla="*/ 6689615 w 6848879"/>
                <a:gd name="connsiteY24" fmla="*/ 13025 h 3797336"/>
                <a:gd name="connsiteX25" fmla="*/ 6841658 w 6848879"/>
                <a:gd name="connsiteY25" fmla="*/ 26287 h 3797336"/>
                <a:gd name="connsiteX26" fmla="*/ 6822966 w 6848879"/>
                <a:gd name="connsiteY26" fmla="*/ 252730 h 3797336"/>
                <a:gd name="connsiteX27" fmla="*/ 6778516 w 6848879"/>
                <a:gd name="connsiteY27" fmla="*/ 405271 h 3797336"/>
                <a:gd name="connsiteX28" fmla="*/ 6765815 w 6848879"/>
                <a:gd name="connsiteY28" fmla="*/ 659506 h 3797336"/>
                <a:gd name="connsiteX29" fmla="*/ 6689615 w 6848879"/>
                <a:gd name="connsiteY29" fmla="*/ 775729 h 3797336"/>
                <a:gd name="connsiteX30" fmla="*/ 6579192 w 6848879"/>
                <a:gd name="connsiteY30" fmla="*/ 797321 h 3797336"/>
                <a:gd name="connsiteX31" fmla="*/ 6365407 w 6848879"/>
                <a:gd name="connsiteY31" fmla="*/ 712560 h 3797336"/>
                <a:gd name="connsiteX32" fmla="*/ 6099065 w 6848879"/>
                <a:gd name="connsiteY32" fmla="*/ 398005 h 3797336"/>
                <a:gd name="connsiteX33" fmla="*/ 5861642 w 6848879"/>
                <a:gd name="connsiteY33" fmla="*/ 276774 h 3797336"/>
                <a:gd name="connsiteX34" fmla="*/ 5537792 w 6848879"/>
                <a:gd name="connsiteY34" fmla="*/ 257389 h 3797336"/>
                <a:gd name="connsiteX35" fmla="*/ 5355758 w 6848879"/>
                <a:gd name="connsiteY35" fmla="*/ 333589 h 3797336"/>
                <a:gd name="connsiteX36" fmla="*/ 5237225 w 6848879"/>
                <a:gd name="connsiteY36" fmla="*/ 452121 h 3797336"/>
                <a:gd name="connsiteX37" fmla="*/ 5025558 w 6848879"/>
                <a:gd name="connsiteY37" fmla="*/ 833121 h 3797336"/>
                <a:gd name="connsiteX38" fmla="*/ 4847758 w 6848879"/>
                <a:gd name="connsiteY38" fmla="*/ 985522 h 3797336"/>
                <a:gd name="connsiteX39" fmla="*/ 4435566 w 6848879"/>
                <a:gd name="connsiteY39" fmla="*/ 1018010 h 3797336"/>
                <a:gd name="connsiteX40" fmla="*/ 3766744 w 6848879"/>
                <a:gd name="connsiteY40" fmla="*/ 857442 h 3797336"/>
                <a:gd name="connsiteX41" fmla="*/ 3393173 w 6848879"/>
                <a:gd name="connsiteY41" fmla="*/ 837749 h 3797336"/>
                <a:gd name="connsiteX42" fmla="*/ 2709526 w 6848879"/>
                <a:gd name="connsiteY42" fmla="*/ 1324293 h 3797336"/>
                <a:gd name="connsiteX43" fmla="*/ 2031121 w 6848879"/>
                <a:gd name="connsiteY43" fmla="*/ 1975179 h 3797336"/>
                <a:gd name="connsiteX44" fmla="*/ 1752234 w 6848879"/>
                <a:gd name="connsiteY44" fmla="*/ 2266127 h 3797336"/>
                <a:gd name="connsiteX45" fmla="*/ 1278969 w 6848879"/>
                <a:gd name="connsiteY45" fmla="*/ 2850896 h 3797336"/>
                <a:gd name="connsiteX46" fmla="*/ 721240 w 6848879"/>
                <a:gd name="connsiteY46" fmla="*/ 3581076 h 3797336"/>
                <a:gd name="connsiteX47" fmla="*/ 301735 w 6848879"/>
                <a:gd name="connsiteY47" fmla="*/ 3797336 h 3797336"/>
                <a:gd name="connsiteX48" fmla="*/ 42710 w 6848879"/>
                <a:gd name="connsiteY48" fmla="*/ 3609906 h 3797336"/>
                <a:gd name="connsiteX49" fmla="*/ 0 w 6848879"/>
                <a:gd name="connsiteY49" fmla="*/ 3204689 h 3797336"/>
                <a:gd name="connsiteX50" fmla="*/ 13514 w 6848879"/>
                <a:gd name="connsiteY50" fmla="*/ 2344412 h 3797336"/>
                <a:gd name="connsiteX51" fmla="*/ 34724 w 6848879"/>
                <a:gd name="connsiteY51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949594 w 6848879"/>
                <a:gd name="connsiteY7" fmla="*/ 3131977 h 3797336"/>
                <a:gd name="connsiteX8" fmla="*/ 1701434 w 6848879"/>
                <a:gd name="connsiteY8" fmla="*/ 2161528 h 3797336"/>
                <a:gd name="connsiteX9" fmla="*/ 2260867 w 6848879"/>
                <a:gd name="connsiteY9" fmla="*/ 1606341 h 3797336"/>
                <a:gd name="connsiteX10" fmla="*/ 2541127 w 6848879"/>
                <a:gd name="connsiteY10" fmla="*/ 1341877 h 3797336"/>
                <a:gd name="connsiteX11" fmla="*/ 3386501 w 6848879"/>
                <a:gd name="connsiteY11" fmla="*/ 736610 h 3797336"/>
                <a:gd name="connsiteX12" fmla="*/ 4754625 w 6848879"/>
                <a:gd name="connsiteY12" fmla="*/ 909322 h 3797336"/>
                <a:gd name="connsiteX13" fmla="*/ 5254158 w 6848879"/>
                <a:gd name="connsiteY13" fmla="*/ 274322 h 3797336"/>
                <a:gd name="connsiteX14" fmla="*/ 5819309 w 6848879"/>
                <a:gd name="connsiteY14" fmla="*/ 172768 h 3797336"/>
                <a:gd name="connsiteX15" fmla="*/ 6248992 w 6848879"/>
                <a:gd name="connsiteY15" fmla="*/ 428302 h 3797336"/>
                <a:gd name="connsiteX16" fmla="*/ 6410214 w 6848879"/>
                <a:gd name="connsiteY16" fmla="*/ 623187 h 3797336"/>
                <a:gd name="connsiteX17" fmla="*/ 6562614 w 6848879"/>
                <a:gd name="connsiteY17" fmla="*/ 703089 h 3797336"/>
                <a:gd name="connsiteX18" fmla="*/ 6676914 w 6848879"/>
                <a:gd name="connsiteY18" fmla="*/ 674034 h 3797336"/>
                <a:gd name="connsiteX19" fmla="*/ 6706192 w 6848879"/>
                <a:gd name="connsiteY19" fmla="*/ 529995 h 3797336"/>
                <a:gd name="connsiteX20" fmla="*/ 6676915 w 6848879"/>
                <a:gd name="connsiteY20" fmla="*/ 390745 h 3797336"/>
                <a:gd name="connsiteX21" fmla="*/ 6607066 w 6848879"/>
                <a:gd name="connsiteY21" fmla="*/ 303578 h 3797336"/>
                <a:gd name="connsiteX22" fmla="*/ 6562616 w 6848879"/>
                <a:gd name="connsiteY22" fmla="*/ 194620 h 3797336"/>
                <a:gd name="connsiteX23" fmla="*/ 6543566 w 6848879"/>
                <a:gd name="connsiteY23" fmla="*/ 27550 h 3797336"/>
                <a:gd name="connsiteX24" fmla="*/ 6689615 w 6848879"/>
                <a:gd name="connsiteY24" fmla="*/ 13025 h 3797336"/>
                <a:gd name="connsiteX25" fmla="*/ 6841658 w 6848879"/>
                <a:gd name="connsiteY25" fmla="*/ 26287 h 3797336"/>
                <a:gd name="connsiteX26" fmla="*/ 6822966 w 6848879"/>
                <a:gd name="connsiteY26" fmla="*/ 252730 h 3797336"/>
                <a:gd name="connsiteX27" fmla="*/ 6778516 w 6848879"/>
                <a:gd name="connsiteY27" fmla="*/ 405271 h 3797336"/>
                <a:gd name="connsiteX28" fmla="*/ 6765815 w 6848879"/>
                <a:gd name="connsiteY28" fmla="*/ 659506 h 3797336"/>
                <a:gd name="connsiteX29" fmla="*/ 6689615 w 6848879"/>
                <a:gd name="connsiteY29" fmla="*/ 775729 h 3797336"/>
                <a:gd name="connsiteX30" fmla="*/ 6579192 w 6848879"/>
                <a:gd name="connsiteY30" fmla="*/ 797321 h 3797336"/>
                <a:gd name="connsiteX31" fmla="*/ 6365407 w 6848879"/>
                <a:gd name="connsiteY31" fmla="*/ 712560 h 3797336"/>
                <a:gd name="connsiteX32" fmla="*/ 6099065 w 6848879"/>
                <a:gd name="connsiteY32" fmla="*/ 398005 h 3797336"/>
                <a:gd name="connsiteX33" fmla="*/ 5861642 w 6848879"/>
                <a:gd name="connsiteY33" fmla="*/ 276774 h 3797336"/>
                <a:gd name="connsiteX34" fmla="*/ 5537792 w 6848879"/>
                <a:gd name="connsiteY34" fmla="*/ 257389 h 3797336"/>
                <a:gd name="connsiteX35" fmla="*/ 5355758 w 6848879"/>
                <a:gd name="connsiteY35" fmla="*/ 333589 h 3797336"/>
                <a:gd name="connsiteX36" fmla="*/ 5237225 w 6848879"/>
                <a:gd name="connsiteY36" fmla="*/ 452121 h 3797336"/>
                <a:gd name="connsiteX37" fmla="*/ 5025558 w 6848879"/>
                <a:gd name="connsiteY37" fmla="*/ 833121 h 3797336"/>
                <a:gd name="connsiteX38" fmla="*/ 4847758 w 6848879"/>
                <a:gd name="connsiteY38" fmla="*/ 985522 h 3797336"/>
                <a:gd name="connsiteX39" fmla="*/ 4435566 w 6848879"/>
                <a:gd name="connsiteY39" fmla="*/ 1018010 h 3797336"/>
                <a:gd name="connsiteX40" fmla="*/ 3766744 w 6848879"/>
                <a:gd name="connsiteY40" fmla="*/ 857442 h 3797336"/>
                <a:gd name="connsiteX41" fmla="*/ 3393173 w 6848879"/>
                <a:gd name="connsiteY41" fmla="*/ 837749 h 3797336"/>
                <a:gd name="connsiteX42" fmla="*/ 2709526 w 6848879"/>
                <a:gd name="connsiteY42" fmla="*/ 1324293 h 3797336"/>
                <a:gd name="connsiteX43" fmla="*/ 2031121 w 6848879"/>
                <a:gd name="connsiteY43" fmla="*/ 1975179 h 3797336"/>
                <a:gd name="connsiteX44" fmla="*/ 1752234 w 6848879"/>
                <a:gd name="connsiteY44" fmla="*/ 2260316 h 3797336"/>
                <a:gd name="connsiteX45" fmla="*/ 1278969 w 6848879"/>
                <a:gd name="connsiteY45" fmla="*/ 2850896 h 3797336"/>
                <a:gd name="connsiteX46" fmla="*/ 721240 w 6848879"/>
                <a:gd name="connsiteY46" fmla="*/ 3581076 h 3797336"/>
                <a:gd name="connsiteX47" fmla="*/ 301735 w 6848879"/>
                <a:gd name="connsiteY47" fmla="*/ 3797336 h 3797336"/>
                <a:gd name="connsiteX48" fmla="*/ 42710 w 6848879"/>
                <a:gd name="connsiteY48" fmla="*/ 3609906 h 3797336"/>
                <a:gd name="connsiteX49" fmla="*/ 0 w 6848879"/>
                <a:gd name="connsiteY49" fmla="*/ 3204689 h 3797336"/>
                <a:gd name="connsiteX50" fmla="*/ 13514 w 6848879"/>
                <a:gd name="connsiteY50" fmla="*/ 2344412 h 3797336"/>
                <a:gd name="connsiteX51" fmla="*/ 34724 w 6848879"/>
                <a:gd name="connsiteY51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964834 w 6848879"/>
                <a:gd name="connsiteY7" fmla="*/ 3137788 h 3797336"/>
                <a:gd name="connsiteX8" fmla="*/ 1701434 w 6848879"/>
                <a:gd name="connsiteY8" fmla="*/ 2161528 h 3797336"/>
                <a:gd name="connsiteX9" fmla="*/ 2260867 w 6848879"/>
                <a:gd name="connsiteY9" fmla="*/ 1606341 h 3797336"/>
                <a:gd name="connsiteX10" fmla="*/ 2541127 w 6848879"/>
                <a:gd name="connsiteY10" fmla="*/ 1341877 h 3797336"/>
                <a:gd name="connsiteX11" fmla="*/ 3386501 w 6848879"/>
                <a:gd name="connsiteY11" fmla="*/ 736610 h 3797336"/>
                <a:gd name="connsiteX12" fmla="*/ 4754625 w 6848879"/>
                <a:gd name="connsiteY12" fmla="*/ 909322 h 3797336"/>
                <a:gd name="connsiteX13" fmla="*/ 5254158 w 6848879"/>
                <a:gd name="connsiteY13" fmla="*/ 274322 h 3797336"/>
                <a:gd name="connsiteX14" fmla="*/ 5819309 w 6848879"/>
                <a:gd name="connsiteY14" fmla="*/ 172768 h 3797336"/>
                <a:gd name="connsiteX15" fmla="*/ 6248992 w 6848879"/>
                <a:gd name="connsiteY15" fmla="*/ 428302 h 3797336"/>
                <a:gd name="connsiteX16" fmla="*/ 6410214 w 6848879"/>
                <a:gd name="connsiteY16" fmla="*/ 623187 h 3797336"/>
                <a:gd name="connsiteX17" fmla="*/ 6562614 w 6848879"/>
                <a:gd name="connsiteY17" fmla="*/ 703089 h 3797336"/>
                <a:gd name="connsiteX18" fmla="*/ 6676914 w 6848879"/>
                <a:gd name="connsiteY18" fmla="*/ 674034 h 3797336"/>
                <a:gd name="connsiteX19" fmla="*/ 6706192 w 6848879"/>
                <a:gd name="connsiteY19" fmla="*/ 529995 h 3797336"/>
                <a:gd name="connsiteX20" fmla="*/ 6676915 w 6848879"/>
                <a:gd name="connsiteY20" fmla="*/ 390745 h 3797336"/>
                <a:gd name="connsiteX21" fmla="*/ 6607066 w 6848879"/>
                <a:gd name="connsiteY21" fmla="*/ 303578 h 3797336"/>
                <a:gd name="connsiteX22" fmla="*/ 6562616 w 6848879"/>
                <a:gd name="connsiteY22" fmla="*/ 194620 h 3797336"/>
                <a:gd name="connsiteX23" fmla="*/ 6543566 w 6848879"/>
                <a:gd name="connsiteY23" fmla="*/ 27550 h 3797336"/>
                <a:gd name="connsiteX24" fmla="*/ 6689615 w 6848879"/>
                <a:gd name="connsiteY24" fmla="*/ 13025 h 3797336"/>
                <a:gd name="connsiteX25" fmla="*/ 6841658 w 6848879"/>
                <a:gd name="connsiteY25" fmla="*/ 26287 h 3797336"/>
                <a:gd name="connsiteX26" fmla="*/ 6822966 w 6848879"/>
                <a:gd name="connsiteY26" fmla="*/ 252730 h 3797336"/>
                <a:gd name="connsiteX27" fmla="*/ 6778516 w 6848879"/>
                <a:gd name="connsiteY27" fmla="*/ 405271 h 3797336"/>
                <a:gd name="connsiteX28" fmla="*/ 6765815 w 6848879"/>
                <a:gd name="connsiteY28" fmla="*/ 659506 h 3797336"/>
                <a:gd name="connsiteX29" fmla="*/ 6689615 w 6848879"/>
                <a:gd name="connsiteY29" fmla="*/ 775729 h 3797336"/>
                <a:gd name="connsiteX30" fmla="*/ 6579192 w 6848879"/>
                <a:gd name="connsiteY30" fmla="*/ 797321 h 3797336"/>
                <a:gd name="connsiteX31" fmla="*/ 6365407 w 6848879"/>
                <a:gd name="connsiteY31" fmla="*/ 712560 h 3797336"/>
                <a:gd name="connsiteX32" fmla="*/ 6099065 w 6848879"/>
                <a:gd name="connsiteY32" fmla="*/ 398005 h 3797336"/>
                <a:gd name="connsiteX33" fmla="*/ 5861642 w 6848879"/>
                <a:gd name="connsiteY33" fmla="*/ 276774 h 3797336"/>
                <a:gd name="connsiteX34" fmla="*/ 5537792 w 6848879"/>
                <a:gd name="connsiteY34" fmla="*/ 257389 h 3797336"/>
                <a:gd name="connsiteX35" fmla="*/ 5355758 w 6848879"/>
                <a:gd name="connsiteY35" fmla="*/ 333589 h 3797336"/>
                <a:gd name="connsiteX36" fmla="*/ 5237225 w 6848879"/>
                <a:gd name="connsiteY36" fmla="*/ 452121 h 3797336"/>
                <a:gd name="connsiteX37" fmla="*/ 5025558 w 6848879"/>
                <a:gd name="connsiteY37" fmla="*/ 833121 h 3797336"/>
                <a:gd name="connsiteX38" fmla="*/ 4847758 w 6848879"/>
                <a:gd name="connsiteY38" fmla="*/ 985522 h 3797336"/>
                <a:gd name="connsiteX39" fmla="*/ 4435566 w 6848879"/>
                <a:gd name="connsiteY39" fmla="*/ 1018010 h 3797336"/>
                <a:gd name="connsiteX40" fmla="*/ 3766744 w 6848879"/>
                <a:gd name="connsiteY40" fmla="*/ 857442 h 3797336"/>
                <a:gd name="connsiteX41" fmla="*/ 3393173 w 6848879"/>
                <a:gd name="connsiteY41" fmla="*/ 837749 h 3797336"/>
                <a:gd name="connsiteX42" fmla="*/ 2709526 w 6848879"/>
                <a:gd name="connsiteY42" fmla="*/ 1324293 h 3797336"/>
                <a:gd name="connsiteX43" fmla="*/ 2031121 w 6848879"/>
                <a:gd name="connsiteY43" fmla="*/ 1975179 h 3797336"/>
                <a:gd name="connsiteX44" fmla="*/ 1752234 w 6848879"/>
                <a:gd name="connsiteY44" fmla="*/ 2260316 h 3797336"/>
                <a:gd name="connsiteX45" fmla="*/ 1278969 w 6848879"/>
                <a:gd name="connsiteY45" fmla="*/ 2850896 h 3797336"/>
                <a:gd name="connsiteX46" fmla="*/ 721240 w 6848879"/>
                <a:gd name="connsiteY46" fmla="*/ 3581076 h 3797336"/>
                <a:gd name="connsiteX47" fmla="*/ 301735 w 6848879"/>
                <a:gd name="connsiteY47" fmla="*/ 3797336 h 3797336"/>
                <a:gd name="connsiteX48" fmla="*/ 42710 w 6848879"/>
                <a:gd name="connsiteY48" fmla="*/ 3609906 h 3797336"/>
                <a:gd name="connsiteX49" fmla="*/ 0 w 6848879"/>
                <a:gd name="connsiteY49" fmla="*/ 3204689 h 3797336"/>
                <a:gd name="connsiteX50" fmla="*/ 13514 w 6848879"/>
                <a:gd name="connsiteY50" fmla="*/ 2344412 h 3797336"/>
                <a:gd name="connsiteX51" fmla="*/ 34724 w 6848879"/>
                <a:gd name="connsiteY51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964834 w 6848879"/>
                <a:gd name="connsiteY7" fmla="*/ 3137788 h 3797336"/>
                <a:gd name="connsiteX8" fmla="*/ 1701434 w 6848879"/>
                <a:gd name="connsiteY8" fmla="*/ 2161528 h 3797336"/>
                <a:gd name="connsiteX9" fmla="*/ 2260867 w 6848879"/>
                <a:gd name="connsiteY9" fmla="*/ 1606341 h 3797336"/>
                <a:gd name="connsiteX10" fmla="*/ 2541127 w 6848879"/>
                <a:gd name="connsiteY10" fmla="*/ 1341877 h 3797336"/>
                <a:gd name="connsiteX11" fmla="*/ 3386501 w 6848879"/>
                <a:gd name="connsiteY11" fmla="*/ 736610 h 3797336"/>
                <a:gd name="connsiteX12" fmla="*/ 4754625 w 6848879"/>
                <a:gd name="connsiteY12" fmla="*/ 909322 h 3797336"/>
                <a:gd name="connsiteX13" fmla="*/ 5254158 w 6848879"/>
                <a:gd name="connsiteY13" fmla="*/ 274322 h 3797336"/>
                <a:gd name="connsiteX14" fmla="*/ 5819309 w 6848879"/>
                <a:gd name="connsiteY14" fmla="*/ 172768 h 3797336"/>
                <a:gd name="connsiteX15" fmla="*/ 6248992 w 6848879"/>
                <a:gd name="connsiteY15" fmla="*/ 428302 h 3797336"/>
                <a:gd name="connsiteX16" fmla="*/ 6410214 w 6848879"/>
                <a:gd name="connsiteY16" fmla="*/ 623187 h 3797336"/>
                <a:gd name="connsiteX17" fmla="*/ 6562614 w 6848879"/>
                <a:gd name="connsiteY17" fmla="*/ 703089 h 3797336"/>
                <a:gd name="connsiteX18" fmla="*/ 6676914 w 6848879"/>
                <a:gd name="connsiteY18" fmla="*/ 674034 h 3797336"/>
                <a:gd name="connsiteX19" fmla="*/ 6706192 w 6848879"/>
                <a:gd name="connsiteY19" fmla="*/ 529995 h 3797336"/>
                <a:gd name="connsiteX20" fmla="*/ 6676915 w 6848879"/>
                <a:gd name="connsiteY20" fmla="*/ 390745 h 3797336"/>
                <a:gd name="connsiteX21" fmla="*/ 6607066 w 6848879"/>
                <a:gd name="connsiteY21" fmla="*/ 303578 h 3797336"/>
                <a:gd name="connsiteX22" fmla="*/ 6562616 w 6848879"/>
                <a:gd name="connsiteY22" fmla="*/ 194620 h 3797336"/>
                <a:gd name="connsiteX23" fmla="*/ 6543566 w 6848879"/>
                <a:gd name="connsiteY23" fmla="*/ 27550 h 3797336"/>
                <a:gd name="connsiteX24" fmla="*/ 6689615 w 6848879"/>
                <a:gd name="connsiteY24" fmla="*/ 13025 h 3797336"/>
                <a:gd name="connsiteX25" fmla="*/ 6841658 w 6848879"/>
                <a:gd name="connsiteY25" fmla="*/ 26287 h 3797336"/>
                <a:gd name="connsiteX26" fmla="*/ 6822966 w 6848879"/>
                <a:gd name="connsiteY26" fmla="*/ 252730 h 3797336"/>
                <a:gd name="connsiteX27" fmla="*/ 6778516 w 6848879"/>
                <a:gd name="connsiteY27" fmla="*/ 405271 h 3797336"/>
                <a:gd name="connsiteX28" fmla="*/ 6765815 w 6848879"/>
                <a:gd name="connsiteY28" fmla="*/ 659506 h 3797336"/>
                <a:gd name="connsiteX29" fmla="*/ 6689615 w 6848879"/>
                <a:gd name="connsiteY29" fmla="*/ 775729 h 3797336"/>
                <a:gd name="connsiteX30" fmla="*/ 6579192 w 6848879"/>
                <a:gd name="connsiteY30" fmla="*/ 797321 h 3797336"/>
                <a:gd name="connsiteX31" fmla="*/ 6365407 w 6848879"/>
                <a:gd name="connsiteY31" fmla="*/ 712560 h 3797336"/>
                <a:gd name="connsiteX32" fmla="*/ 6099065 w 6848879"/>
                <a:gd name="connsiteY32" fmla="*/ 398005 h 3797336"/>
                <a:gd name="connsiteX33" fmla="*/ 5861642 w 6848879"/>
                <a:gd name="connsiteY33" fmla="*/ 276774 h 3797336"/>
                <a:gd name="connsiteX34" fmla="*/ 5537792 w 6848879"/>
                <a:gd name="connsiteY34" fmla="*/ 257389 h 3797336"/>
                <a:gd name="connsiteX35" fmla="*/ 5355758 w 6848879"/>
                <a:gd name="connsiteY35" fmla="*/ 333589 h 3797336"/>
                <a:gd name="connsiteX36" fmla="*/ 5237225 w 6848879"/>
                <a:gd name="connsiteY36" fmla="*/ 452121 h 3797336"/>
                <a:gd name="connsiteX37" fmla="*/ 5025558 w 6848879"/>
                <a:gd name="connsiteY37" fmla="*/ 833121 h 3797336"/>
                <a:gd name="connsiteX38" fmla="*/ 4847758 w 6848879"/>
                <a:gd name="connsiteY38" fmla="*/ 985522 h 3797336"/>
                <a:gd name="connsiteX39" fmla="*/ 4435566 w 6848879"/>
                <a:gd name="connsiteY39" fmla="*/ 1018010 h 3797336"/>
                <a:gd name="connsiteX40" fmla="*/ 3766744 w 6848879"/>
                <a:gd name="connsiteY40" fmla="*/ 857442 h 3797336"/>
                <a:gd name="connsiteX41" fmla="*/ 3393173 w 6848879"/>
                <a:gd name="connsiteY41" fmla="*/ 837749 h 3797336"/>
                <a:gd name="connsiteX42" fmla="*/ 2709526 w 6848879"/>
                <a:gd name="connsiteY42" fmla="*/ 1324293 h 3797336"/>
                <a:gd name="connsiteX43" fmla="*/ 2031121 w 6848879"/>
                <a:gd name="connsiteY43" fmla="*/ 1975179 h 3797336"/>
                <a:gd name="connsiteX44" fmla="*/ 1752234 w 6848879"/>
                <a:gd name="connsiteY44" fmla="*/ 2260316 h 3797336"/>
                <a:gd name="connsiteX45" fmla="*/ 1278969 w 6848879"/>
                <a:gd name="connsiteY45" fmla="*/ 2850896 h 3797336"/>
                <a:gd name="connsiteX46" fmla="*/ 721240 w 6848879"/>
                <a:gd name="connsiteY46" fmla="*/ 3581076 h 3797336"/>
                <a:gd name="connsiteX47" fmla="*/ 301735 w 6848879"/>
                <a:gd name="connsiteY47" fmla="*/ 3797336 h 3797336"/>
                <a:gd name="connsiteX48" fmla="*/ 42710 w 6848879"/>
                <a:gd name="connsiteY48" fmla="*/ 3609906 h 3797336"/>
                <a:gd name="connsiteX49" fmla="*/ 0 w 6848879"/>
                <a:gd name="connsiteY49" fmla="*/ 3204689 h 3797336"/>
                <a:gd name="connsiteX50" fmla="*/ 13514 w 6848879"/>
                <a:gd name="connsiteY50" fmla="*/ 2344412 h 3797336"/>
                <a:gd name="connsiteX51" fmla="*/ 34724 w 6848879"/>
                <a:gd name="connsiteY51" fmla="*/ 1861782 h 3797336"/>
                <a:gd name="connsiteX0" fmla="*/ 34724 w 6848879"/>
                <a:gd name="connsiteY0" fmla="*/ 1861782 h 3797336"/>
                <a:gd name="connsiteX1" fmla="*/ 42710 w 6848879"/>
                <a:gd name="connsiteY1" fmla="*/ 1750362 h 3797336"/>
                <a:gd name="connsiteX2" fmla="*/ 130745 w 6848879"/>
                <a:gd name="connsiteY2" fmla="*/ 1750546 h 3797336"/>
                <a:gd name="connsiteX3" fmla="*/ 113830 w 6848879"/>
                <a:gd name="connsiteY3" fmla="*/ 2035104 h 3797336"/>
                <a:gd name="connsiteX4" fmla="*/ 100265 w 6848879"/>
                <a:gd name="connsiteY4" fmla="*/ 2796999 h 3797336"/>
                <a:gd name="connsiteX5" fmla="*/ 160151 w 6848879"/>
                <a:gd name="connsiteY5" fmla="*/ 3584555 h 3797336"/>
                <a:gd name="connsiteX6" fmla="*/ 576446 w 6848879"/>
                <a:gd name="connsiteY6" fmla="*/ 3567731 h 3797336"/>
                <a:gd name="connsiteX7" fmla="*/ 964834 w 6848879"/>
                <a:gd name="connsiteY7" fmla="*/ 3137788 h 3797336"/>
                <a:gd name="connsiteX8" fmla="*/ 1701434 w 6848879"/>
                <a:gd name="connsiteY8" fmla="*/ 2161528 h 3797336"/>
                <a:gd name="connsiteX9" fmla="*/ 2260867 w 6848879"/>
                <a:gd name="connsiteY9" fmla="*/ 1606341 h 3797336"/>
                <a:gd name="connsiteX10" fmla="*/ 2541127 w 6848879"/>
                <a:gd name="connsiteY10" fmla="*/ 1341877 h 3797336"/>
                <a:gd name="connsiteX11" fmla="*/ 3386501 w 6848879"/>
                <a:gd name="connsiteY11" fmla="*/ 736610 h 3797336"/>
                <a:gd name="connsiteX12" fmla="*/ 4754625 w 6848879"/>
                <a:gd name="connsiteY12" fmla="*/ 909322 h 3797336"/>
                <a:gd name="connsiteX13" fmla="*/ 5254158 w 6848879"/>
                <a:gd name="connsiteY13" fmla="*/ 274322 h 3797336"/>
                <a:gd name="connsiteX14" fmla="*/ 5819309 w 6848879"/>
                <a:gd name="connsiteY14" fmla="*/ 172768 h 3797336"/>
                <a:gd name="connsiteX15" fmla="*/ 6248992 w 6848879"/>
                <a:gd name="connsiteY15" fmla="*/ 428302 h 3797336"/>
                <a:gd name="connsiteX16" fmla="*/ 6410214 w 6848879"/>
                <a:gd name="connsiteY16" fmla="*/ 623187 h 3797336"/>
                <a:gd name="connsiteX17" fmla="*/ 6562614 w 6848879"/>
                <a:gd name="connsiteY17" fmla="*/ 703089 h 3797336"/>
                <a:gd name="connsiteX18" fmla="*/ 6676914 w 6848879"/>
                <a:gd name="connsiteY18" fmla="*/ 674034 h 3797336"/>
                <a:gd name="connsiteX19" fmla="*/ 6706192 w 6848879"/>
                <a:gd name="connsiteY19" fmla="*/ 529995 h 3797336"/>
                <a:gd name="connsiteX20" fmla="*/ 6676915 w 6848879"/>
                <a:gd name="connsiteY20" fmla="*/ 390745 h 3797336"/>
                <a:gd name="connsiteX21" fmla="*/ 6607066 w 6848879"/>
                <a:gd name="connsiteY21" fmla="*/ 303578 h 3797336"/>
                <a:gd name="connsiteX22" fmla="*/ 6562616 w 6848879"/>
                <a:gd name="connsiteY22" fmla="*/ 194620 h 3797336"/>
                <a:gd name="connsiteX23" fmla="*/ 6543566 w 6848879"/>
                <a:gd name="connsiteY23" fmla="*/ 27550 h 3797336"/>
                <a:gd name="connsiteX24" fmla="*/ 6689615 w 6848879"/>
                <a:gd name="connsiteY24" fmla="*/ 13025 h 3797336"/>
                <a:gd name="connsiteX25" fmla="*/ 6841658 w 6848879"/>
                <a:gd name="connsiteY25" fmla="*/ 26287 h 3797336"/>
                <a:gd name="connsiteX26" fmla="*/ 6822966 w 6848879"/>
                <a:gd name="connsiteY26" fmla="*/ 252730 h 3797336"/>
                <a:gd name="connsiteX27" fmla="*/ 6778516 w 6848879"/>
                <a:gd name="connsiteY27" fmla="*/ 405271 h 3797336"/>
                <a:gd name="connsiteX28" fmla="*/ 6765815 w 6848879"/>
                <a:gd name="connsiteY28" fmla="*/ 659506 h 3797336"/>
                <a:gd name="connsiteX29" fmla="*/ 6689615 w 6848879"/>
                <a:gd name="connsiteY29" fmla="*/ 775729 h 3797336"/>
                <a:gd name="connsiteX30" fmla="*/ 6579192 w 6848879"/>
                <a:gd name="connsiteY30" fmla="*/ 797321 h 3797336"/>
                <a:gd name="connsiteX31" fmla="*/ 6365407 w 6848879"/>
                <a:gd name="connsiteY31" fmla="*/ 712560 h 3797336"/>
                <a:gd name="connsiteX32" fmla="*/ 6099065 w 6848879"/>
                <a:gd name="connsiteY32" fmla="*/ 398005 h 3797336"/>
                <a:gd name="connsiteX33" fmla="*/ 5861642 w 6848879"/>
                <a:gd name="connsiteY33" fmla="*/ 276774 h 3797336"/>
                <a:gd name="connsiteX34" fmla="*/ 5537792 w 6848879"/>
                <a:gd name="connsiteY34" fmla="*/ 257389 h 3797336"/>
                <a:gd name="connsiteX35" fmla="*/ 5355758 w 6848879"/>
                <a:gd name="connsiteY35" fmla="*/ 333589 h 3797336"/>
                <a:gd name="connsiteX36" fmla="*/ 5237225 w 6848879"/>
                <a:gd name="connsiteY36" fmla="*/ 452121 h 3797336"/>
                <a:gd name="connsiteX37" fmla="*/ 5025558 w 6848879"/>
                <a:gd name="connsiteY37" fmla="*/ 833121 h 3797336"/>
                <a:gd name="connsiteX38" fmla="*/ 4847758 w 6848879"/>
                <a:gd name="connsiteY38" fmla="*/ 985522 h 3797336"/>
                <a:gd name="connsiteX39" fmla="*/ 4435566 w 6848879"/>
                <a:gd name="connsiteY39" fmla="*/ 1018010 h 3797336"/>
                <a:gd name="connsiteX40" fmla="*/ 3766744 w 6848879"/>
                <a:gd name="connsiteY40" fmla="*/ 857442 h 3797336"/>
                <a:gd name="connsiteX41" fmla="*/ 3393173 w 6848879"/>
                <a:gd name="connsiteY41" fmla="*/ 837749 h 3797336"/>
                <a:gd name="connsiteX42" fmla="*/ 2709526 w 6848879"/>
                <a:gd name="connsiteY42" fmla="*/ 1324293 h 3797336"/>
                <a:gd name="connsiteX43" fmla="*/ 2031121 w 6848879"/>
                <a:gd name="connsiteY43" fmla="*/ 1975179 h 3797336"/>
                <a:gd name="connsiteX44" fmla="*/ 1752234 w 6848879"/>
                <a:gd name="connsiteY44" fmla="*/ 2260316 h 3797336"/>
                <a:gd name="connsiteX45" fmla="*/ 1309449 w 6848879"/>
                <a:gd name="connsiteY45" fmla="*/ 2850896 h 3797336"/>
                <a:gd name="connsiteX46" fmla="*/ 721240 w 6848879"/>
                <a:gd name="connsiteY46" fmla="*/ 3581076 h 3797336"/>
                <a:gd name="connsiteX47" fmla="*/ 301735 w 6848879"/>
                <a:gd name="connsiteY47" fmla="*/ 3797336 h 3797336"/>
                <a:gd name="connsiteX48" fmla="*/ 42710 w 6848879"/>
                <a:gd name="connsiteY48" fmla="*/ 3609906 h 3797336"/>
                <a:gd name="connsiteX49" fmla="*/ 0 w 6848879"/>
                <a:gd name="connsiteY49" fmla="*/ 3204689 h 3797336"/>
                <a:gd name="connsiteX50" fmla="*/ 13514 w 6848879"/>
                <a:gd name="connsiteY50" fmla="*/ 2344412 h 3797336"/>
                <a:gd name="connsiteX51" fmla="*/ 34724 w 6848879"/>
                <a:gd name="connsiteY51" fmla="*/ 1861782 h 379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6848879" h="3797336">
                  <a:moveTo>
                    <a:pt x="34724" y="1861782"/>
                  </a:moveTo>
                  <a:cubicBezTo>
                    <a:pt x="39590" y="1762774"/>
                    <a:pt x="28400" y="1772775"/>
                    <a:pt x="42710" y="1750362"/>
                  </a:cubicBezTo>
                  <a:cubicBezTo>
                    <a:pt x="57020" y="1727949"/>
                    <a:pt x="116352" y="1703089"/>
                    <a:pt x="130745" y="1750546"/>
                  </a:cubicBezTo>
                  <a:cubicBezTo>
                    <a:pt x="148163" y="1780401"/>
                    <a:pt x="116370" y="1855853"/>
                    <a:pt x="113830" y="2035104"/>
                  </a:cubicBezTo>
                  <a:cubicBezTo>
                    <a:pt x="111290" y="2214355"/>
                    <a:pt x="102705" y="2539726"/>
                    <a:pt x="100265" y="2796999"/>
                  </a:cubicBezTo>
                  <a:cubicBezTo>
                    <a:pt x="85917" y="3545124"/>
                    <a:pt x="131275" y="3468945"/>
                    <a:pt x="160151" y="3584555"/>
                  </a:cubicBezTo>
                  <a:cubicBezTo>
                    <a:pt x="221111" y="3714845"/>
                    <a:pt x="440087" y="3699857"/>
                    <a:pt x="576446" y="3567731"/>
                  </a:cubicBezTo>
                  <a:cubicBezTo>
                    <a:pt x="699553" y="3491333"/>
                    <a:pt x="743364" y="3406576"/>
                    <a:pt x="964834" y="3137788"/>
                  </a:cubicBezTo>
                  <a:cubicBezTo>
                    <a:pt x="1156565" y="2903421"/>
                    <a:pt x="1516755" y="2351878"/>
                    <a:pt x="1701434" y="2161528"/>
                  </a:cubicBezTo>
                  <a:cubicBezTo>
                    <a:pt x="1860713" y="1965366"/>
                    <a:pt x="2125152" y="1742949"/>
                    <a:pt x="2260867" y="1606341"/>
                  </a:cubicBezTo>
                  <a:cubicBezTo>
                    <a:pt x="2396582" y="1469733"/>
                    <a:pt x="2353521" y="1486832"/>
                    <a:pt x="2541127" y="1341877"/>
                  </a:cubicBezTo>
                  <a:cubicBezTo>
                    <a:pt x="2728733" y="1196922"/>
                    <a:pt x="3017585" y="841733"/>
                    <a:pt x="3386501" y="736610"/>
                  </a:cubicBezTo>
                  <a:cubicBezTo>
                    <a:pt x="3755417" y="631487"/>
                    <a:pt x="4443349" y="986370"/>
                    <a:pt x="4754625" y="909322"/>
                  </a:cubicBezTo>
                  <a:cubicBezTo>
                    <a:pt x="5065901" y="832274"/>
                    <a:pt x="5076711" y="397081"/>
                    <a:pt x="5254158" y="274322"/>
                  </a:cubicBezTo>
                  <a:cubicBezTo>
                    <a:pt x="5431605" y="151563"/>
                    <a:pt x="5653503" y="147105"/>
                    <a:pt x="5819309" y="172768"/>
                  </a:cubicBezTo>
                  <a:cubicBezTo>
                    <a:pt x="5985115" y="198431"/>
                    <a:pt x="6150508" y="309649"/>
                    <a:pt x="6248992" y="428302"/>
                  </a:cubicBezTo>
                  <a:cubicBezTo>
                    <a:pt x="6347476" y="546955"/>
                    <a:pt x="6367469" y="585864"/>
                    <a:pt x="6410214" y="623187"/>
                  </a:cubicBezTo>
                  <a:cubicBezTo>
                    <a:pt x="6452959" y="660510"/>
                    <a:pt x="6512872" y="692193"/>
                    <a:pt x="6562614" y="703089"/>
                  </a:cubicBezTo>
                  <a:cubicBezTo>
                    <a:pt x="6612356" y="713985"/>
                    <a:pt x="6642401" y="693198"/>
                    <a:pt x="6676914" y="674034"/>
                  </a:cubicBezTo>
                  <a:cubicBezTo>
                    <a:pt x="6711427" y="654870"/>
                    <a:pt x="6706192" y="577210"/>
                    <a:pt x="6706192" y="529995"/>
                  </a:cubicBezTo>
                  <a:cubicBezTo>
                    <a:pt x="6706192" y="482780"/>
                    <a:pt x="6695553" y="426060"/>
                    <a:pt x="6676915" y="390745"/>
                  </a:cubicBezTo>
                  <a:cubicBezTo>
                    <a:pt x="6658277" y="355430"/>
                    <a:pt x="6630349" y="339897"/>
                    <a:pt x="6607066" y="303578"/>
                  </a:cubicBezTo>
                  <a:cubicBezTo>
                    <a:pt x="6583783" y="267259"/>
                    <a:pt x="6567908" y="239414"/>
                    <a:pt x="6562616" y="194620"/>
                  </a:cubicBezTo>
                  <a:cubicBezTo>
                    <a:pt x="6557324" y="149826"/>
                    <a:pt x="6518166" y="54184"/>
                    <a:pt x="6543566" y="27550"/>
                  </a:cubicBezTo>
                  <a:cubicBezTo>
                    <a:pt x="6562616" y="-24507"/>
                    <a:pt x="6639933" y="13235"/>
                    <a:pt x="6689615" y="13025"/>
                  </a:cubicBezTo>
                  <a:cubicBezTo>
                    <a:pt x="6739297" y="12814"/>
                    <a:pt x="6819433" y="-13664"/>
                    <a:pt x="6841658" y="26287"/>
                  </a:cubicBezTo>
                  <a:cubicBezTo>
                    <a:pt x="6863883" y="66238"/>
                    <a:pt x="6828198" y="204094"/>
                    <a:pt x="6822966" y="252730"/>
                  </a:cubicBezTo>
                  <a:cubicBezTo>
                    <a:pt x="6817734" y="301366"/>
                    <a:pt x="6766875" y="367741"/>
                    <a:pt x="6778516" y="405271"/>
                  </a:cubicBezTo>
                  <a:cubicBezTo>
                    <a:pt x="6790157" y="442801"/>
                    <a:pt x="6780632" y="597763"/>
                    <a:pt x="6765815" y="659506"/>
                  </a:cubicBezTo>
                  <a:cubicBezTo>
                    <a:pt x="6750998" y="721249"/>
                    <a:pt x="6720719" y="752760"/>
                    <a:pt x="6689615" y="775729"/>
                  </a:cubicBezTo>
                  <a:cubicBezTo>
                    <a:pt x="6658511" y="798698"/>
                    <a:pt x="6633227" y="807849"/>
                    <a:pt x="6579192" y="797321"/>
                  </a:cubicBezTo>
                  <a:cubicBezTo>
                    <a:pt x="6525157" y="786793"/>
                    <a:pt x="6445428" y="779113"/>
                    <a:pt x="6365407" y="712560"/>
                  </a:cubicBezTo>
                  <a:cubicBezTo>
                    <a:pt x="6285386" y="646007"/>
                    <a:pt x="6208426" y="462162"/>
                    <a:pt x="6099065" y="398005"/>
                  </a:cubicBezTo>
                  <a:cubicBezTo>
                    <a:pt x="6027804" y="348376"/>
                    <a:pt x="5955188" y="300210"/>
                    <a:pt x="5861642" y="276774"/>
                  </a:cubicBezTo>
                  <a:cubicBezTo>
                    <a:pt x="5768097" y="253338"/>
                    <a:pt x="5604114" y="241867"/>
                    <a:pt x="5537792" y="257389"/>
                  </a:cubicBezTo>
                  <a:cubicBezTo>
                    <a:pt x="5471470" y="272911"/>
                    <a:pt x="5405852" y="301134"/>
                    <a:pt x="5355758" y="333589"/>
                  </a:cubicBezTo>
                  <a:cubicBezTo>
                    <a:pt x="5305664" y="366044"/>
                    <a:pt x="5292258" y="368866"/>
                    <a:pt x="5237225" y="452121"/>
                  </a:cubicBezTo>
                  <a:cubicBezTo>
                    <a:pt x="5182192" y="535376"/>
                    <a:pt x="5090469" y="744221"/>
                    <a:pt x="5025558" y="833121"/>
                  </a:cubicBezTo>
                  <a:cubicBezTo>
                    <a:pt x="4960647" y="922021"/>
                    <a:pt x="4946090" y="954707"/>
                    <a:pt x="4847758" y="985522"/>
                  </a:cubicBezTo>
                  <a:cubicBezTo>
                    <a:pt x="4749426" y="1016337"/>
                    <a:pt x="4615735" y="1039357"/>
                    <a:pt x="4435566" y="1018010"/>
                  </a:cubicBezTo>
                  <a:cubicBezTo>
                    <a:pt x="4255397" y="996663"/>
                    <a:pt x="3940476" y="887486"/>
                    <a:pt x="3766744" y="857442"/>
                  </a:cubicBezTo>
                  <a:cubicBezTo>
                    <a:pt x="3593012" y="827399"/>
                    <a:pt x="3550126" y="809487"/>
                    <a:pt x="3393173" y="837749"/>
                  </a:cubicBezTo>
                  <a:cubicBezTo>
                    <a:pt x="3236220" y="866011"/>
                    <a:pt x="2936535" y="1134721"/>
                    <a:pt x="2709526" y="1324293"/>
                  </a:cubicBezTo>
                  <a:cubicBezTo>
                    <a:pt x="2482517" y="1513865"/>
                    <a:pt x="2190670" y="1819175"/>
                    <a:pt x="2031121" y="1975179"/>
                  </a:cubicBezTo>
                  <a:cubicBezTo>
                    <a:pt x="1871572" y="2131183"/>
                    <a:pt x="1877593" y="2114363"/>
                    <a:pt x="1752234" y="2260316"/>
                  </a:cubicBezTo>
                  <a:cubicBezTo>
                    <a:pt x="1626875" y="2406269"/>
                    <a:pt x="1481281" y="2630769"/>
                    <a:pt x="1309449" y="2850896"/>
                  </a:cubicBezTo>
                  <a:cubicBezTo>
                    <a:pt x="1137617" y="3071023"/>
                    <a:pt x="889192" y="3423336"/>
                    <a:pt x="721240" y="3581076"/>
                  </a:cubicBezTo>
                  <a:cubicBezTo>
                    <a:pt x="553288" y="3738816"/>
                    <a:pt x="499490" y="3776066"/>
                    <a:pt x="301735" y="3797336"/>
                  </a:cubicBezTo>
                  <a:cubicBezTo>
                    <a:pt x="205580" y="3783739"/>
                    <a:pt x="92999" y="3708680"/>
                    <a:pt x="42710" y="3609906"/>
                  </a:cubicBezTo>
                  <a:cubicBezTo>
                    <a:pt x="-7579" y="3511132"/>
                    <a:pt x="2326" y="3410762"/>
                    <a:pt x="0" y="3204689"/>
                  </a:cubicBezTo>
                  <a:cubicBezTo>
                    <a:pt x="12211" y="2537666"/>
                    <a:pt x="7727" y="2568230"/>
                    <a:pt x="13514" y="2344412"/>
                  </a:cubicBezTo>
                  <a:cubicBezTo>
                    <a:pt x="19301" y="2120594"/>
                    <a:pt x="29858" y="1960790"/>
                    <a:pt x="34724" y="1861782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60000"/>
              </a:schemeClr>
            </a:solidFill>
            <a:ln>
              <a:solidFill>
                <a:schemeClr val="bg2">
                  <a:lumMod val="50000"/>
                  <a:alpha val="61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C4FF9BF-133F-4F61-8B15-03704B4485E5}"/>
                </a:ext>
              </a:extLst>
            </p:cNvPr>
            <p:cNvSpPr/>
            <p:nvPr/>
          </p:nvSpPr>
          <p:spPr>
            <a:xfrm>
              <a:off x="3037840" y="5867400"/>
              <a:ext cx="695960" cy="486787"/>
            </a:xfrm>
            <a:custGeom>
              <a:avLst/>
              <a:gdLst>
                <a:gd name="connsiteX0" fmla="*/ 695960 w 695960"/>
                <a:gd name="connsiteY0" fmla="*/ 71120 h 321285"/>
                <a:gd name="connsiteX1" fmla="*/ 462280 w 695960"/>
                <a:gd name="connsiteY1" fmla="*/ 264160 h 321285"/>
                <a:gd name="connsiteX2" fmla="*/ 208280 w 695960"/>
                <a:gd name="connsiteY2" fmla="*/ 320040 h 321285"/>
                <a:gd name="connsiteX3" fmla="*/ 60960 w 695960"/>
                <a:gd name="connsiteY3" fmla="*/ 223520 h 321285"/>
                <a:gd name="connsiteX4" fmla="*/ 0 w 695960"/>
                <a:gd name="connsiteY4" fmla="*/ 0 h 321285"/>
                <a:gd name="connsiteX0" fmla="*/ 695960 w 695960"/>
                <a:gd name="connsiteY0" fmla="*/ 71120 h 321285"/>
                <a:gd name="connsiteX1" fmla="*/ 462280 w 695960"/>
                <a:gd name="connsiteY1" fmla="*/ 264160 h 321285"/>
                <a:gd name="connsiteX2" fmla="*/ 238760 w 695960"/>
                <a:gd name="connsiteY2" fmla="*/ 320040 h 321285"/>
                <a:gd name="connsiteX3" fmla="*/ 60960 w 695960"/>
                <a:gd name="connsiteY3" fmla="*/ 223520 h 321285"/>
                <a:gd name="connsiteX4" fmla="*/ 0 w 695960"/>
                <a:gd name="connsiteY4" fmla="*/ 0 h 321285"/>
                <a:gd name="connsiteX0" fmla="*/ 695960 w 695960"/>
                <a:gd name="connsiteY0" fmla="*/ 71120 h 320894"/>
                <a:gd name="connsiteX1" fmla="*/ 482600 w 695960"/>
                <a:gd name="connsiteY1" fmla="*/ 259080 h 320894"/>
                <a:gd name="connsiteX2" fmla="*/ 238760 w 695960"/>
                <a:gd name="connsiteY2" fmla="*/ 320040 h 320894"/>
                <a:gd name="connsiteX3" fmla="*/ 60960 w 695960"/>
                <a:gd name="connsiteY3" fmla="*/ 223520 h 320894"/>
                <a:gd name="connsiteX4" fmla="*/ 0 w 695960"/>
                <a:gd name="connsiteY4" fmla="*/ 0 h 320894"/>
                <a:gd name="connsiteX0" fmla="*/ 695960 w 695960"/>
                <a:gd name="connsiteY0" fmla="*/ 71120 h 320894"/>
                <a:gd name="connsiteX1" fmla="*/ 482600 w 695960"/>
                <a:gd name="connsiteY1" fmla="*/ 259080 h 320894"/>
                <a:gd name="connsiteX2" fmla="*/ 238760 w 695960"/>
                <a:gd name="connsiteY2" fmla="*/ 320040 h 320894"/>
                <a:gd name="connsiteX3" fmla="*/ 60960 w 695960"/>
                <a:gd name="connsiteY3" fmla="*/ 223520 h 320894"/>
                <a:gd name="connsiteX4" fmla="*/ 0 w 695960"/>
                <a:gd name="connsiteY4" fmla="*/ 0 h 320894"/>
                <a:gd name="connsiteX0" fmla="*/ 680720 w 680720"/>
                <a:gd name="connsiteY0" fmla="*/ 71120 h 320894"/>
                <a:gd name="connsiteX1" fmla="*/ 482600 w 680720"/>
                <a:gd name="connsiteY1" fmla="*/ 259080 h 320894"/>
                <a:gd name="connsiteX2" fmla="*/ 238760 w 680720"/>
                <a:gd name="connsiteY2" fmla="*/ 320040 h 320894"/>
                <a:gd name="connsiteX3" fmla="*/ 60960 w 680720"/>
                <a:gd name="connsiteY3" fmla="*/ 223520 h 320894"/>
                <a:gd name="connsiteX4" fmla="*/ 0 w 680720"/>
                <a:gd name="connsiteY4" fmla="*/ 0 h 320894"/>
                <a:gd name="connsiteX0" fmla="*/ 680720 w 680720"/>
                <a:gd name="connsiteY0" fmla="*/ 71120 h 320894"/>
                <a:gd name="connsiteX1" fmla="*/ 482600 w 680720"/>
                <a:gd name="connsiteY1" fmla="*/ 259080 h 320894"/>
                <a:gd name="connsiteX2" fmla="*/ 238760 w 680720"/>
                <a:gd name="connsiteY2" fmla="*/ 320040 h 320894"/>
                <a:gd name="connsiteX3" fmla="*/ 60960 w 680720"/>
                <a:gd name="connsiteY3" fmla="*/ 223520 h 320894"/>
                <a:gd name="connsiteX4" fmla="*/ 0 w 680720"/>
                <a:gd name="connsiteY4" fmla="*/ 0 h 320894"/>
                <a:gd name="connsiteX0" fmla="*/ 675640 w 675640"/>
                <a:gd name="connsiteY0" fmla="*/ 233680 h 483454"/>
                <a:gd name="connsiteX1" fmla="*/ 477520 w 675640"/>
                <a:gd name="connsiteY1" fmla="*/ 421640 h 483454"/>
                <a:gd name="connsiteX2" fmla="*/ 233680 w 675640"/>
                <a:gd name="connsiteY2" fmla="*/ 482600 h 483454"/>
                <a:gd name="connsiteX3" fmla="*/ 55880 w 675640"/>
                <a:gd name="connsiteY3" fmla="*/ 386080 h 483454"/>
                <a:gd name="connsiteX4" fmla="*/ 0 w 675640"/>
                <a:gd name="connsiteY4" fmla="*/ 0 h 483454"/>
                <a:gd name="connsiteX0" fmla="*/ 675640 w 675640"/>
                <a:gd name="connsiteY0" fmla="*/ 233680 h 486849"/>
                <a:gd name="connsiteX1" fmla="*/ 477520 w 675640"/>
                <a:gd name="connsiteY1" fmla="*/ 421640 h 486849"/>
                <a:gd name="connsiteX2" fmla="*/ 233680 w 675640"/>
                <a:gd name="connsiteY2" fmla="*/ 482600 h 486849"/>
                <a:gd name="connsiteX3" fmla="*/ 35560 w 675640"/>
                <a:gd name="connsiteY3" fmla="*/ 320040 h 486849"/>
                <a:gd name="connsiteX4" fmla="*/ 0 w 675640"/>
                <a:gd name="connsiteY4" fmla="*/ 0 h 486849"/>
                <a:gd name="connsiteX0" fmla="*/ 675640 w 675640"/>
                <a:gd name="connsiteY0" fmla="*/ 233680 h 486849"/>
                <a:gd name="connsiteX1" fmla="*/ 477520 w 675640"/>
                <a:gd name="connsiteY1" fmla="*/ 421640 h 486849"/>
                <a:gd name="connsiteX2" fmla="*/ 228600 w 675640"/>
                <a:gd name="connsiteY2" fmla="*/ 482600 h 486849"/>
                <a:gd name="connsiteX3" fmla="*/ 35560 w 675640"/>
                <a:gd name="connsiteY3" fmla="*/ 320040 h 486849"/>
                <a:gd name="connsiteX4" fmla="*/ 0 w 675640"/>
                <a:gd name="connsiteY4" fmla="*/ 0 h 486849"/>
                <a:gd name="connsiteX0" fmla="*/ 675640 w 675640"/>
                <a:gd name="connsiteY0" fmla="*/ 233680 h 486551"/>
                <a:gd name="connsiteX1" fmla="*/ 477520 w 675640"/>
                <a:gd name="connsiteY1" fmla="*/ 421640 h 486551"/>
                <a:gd name="connsiteX2" fmla="*/ 228600 w 675640"/>
                <a:gd name="connsiteY2" fmla="*/ 482600 h 486551"/>
                <a:gd name="connsiteX3" fmla="*/ 25400 w 675640"/>
                <a:gd name="connsiteY3" fmla="*/ 325120 h 486551"/>
                <a:gd name="connsiteX4" fmla="*/ 0 w 675640"/>
                <a:gd name="connsiteY4" fmla="*/ 0 h 486551"/>
                <a:gd name="connsiteX0" fmla="*/ 675640 w 675640"/>
                <a:gd name="connsiteY0" fmla="*/ 233680 h 486849"/>
                <a:gd name="connsiteX1" fmla="*/ 477520 w 675640"/>
                <a:gd name="connsiteY1" fmla="*/ 421640 h 486849"/>
                <a:gd name="connsiteX2" fmla="*/ 228600 w 675640"/>
                <a:gd name="connsiteY2" fmla="*/ 482600 h 486849"/>
                <a:gd name="connsiteX3" fmla="*/ 35560 w 675640"/>
                <a:gd name="connsiteY3" fmla="*/ 320040 h 486849"/>
                <a:gd name="connsiteX4" fmla="*/ 0 w 675640"/>
                <a:gd name="connsiteY4" fmla="*/ 0 h 486849"/>
                <a:gd name="connsiteX0" fmla="*/ 711200 w 711200"/>
                <a:gd name="connsiteY0" fmla="*/ 259080 h 486556"/>
                <a:gd name="connsiteX1" fmla="*/ 477520 w 711200"/>
                <a:gd name="connsiteY1" fmla="*/ 421640 h 486556"/>
                <a:gd name="connsiteX2" fmla="*/ 228600 w 711200"/>
                <a:gd name="connsiteY2" fmla="*/ 482600 h 486556"/>
                <a:gd name="connsiteX3" fmla="*/ 35560 w 711200"/>
                <a:gd name="connsiteY3" fmla="*/ 320040 h 486556"/>
                <a:gd name="connsiteX4" fmla="*/ 0 w 711200"/>
                <a:gd name="connsiteY4" fmla="*/ 0 h 486556"/>
                <a:gd name="connsiteX0" fmla="*/ 695960 w 695960"/>
                <a:gd name="connsiteY0" fmla="*/ 238760 h 486787"/>
                <a:gd name="connsiteX1" fmla="*/ 477520 w 695960"/>
                <a:gd name="connsiteY1" fmla="*/ 421640 h 486787"/>
                <a:gd name="connsiteX2" fmla="*/ 228600 w 695960"/>
                <a:gd name="connsiteY2" fmla="*/ 482600 h 486787"/>
                <a:gd name="connsiteX3" fmla="*/ 35560 w 695960"/>
                <a:gd name="connsiteY3" fmla="*/ 320040 h 486787"/>
                <a:gd name="connsiteX4" fmla="*/ 0 w 695960"/>
                <a:gd name="connsiteY4" fmla="*/ 0 h 486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5960" h="486787">
                  <a:moveTo>
                    <a:pt x="695960" y="238760"/>
                  </a:moveTo>
                  <a:cubicBezTo>
                    <a:pt x="619760" y="314536"/>
                    <a:pt x="555413" y="381000"/>
                    <a:pt x="477520" y="421640"/>
                  </a:cubicBezTo>
                  <a:cubicBezTo>
                    <a:pt x="399627" y="462280"/>
                    <a:pt x="302260" y="499533"/>
                    <a:pt x="228600" y="482600"/>
                  </a:cubicBezTo>
                  <a:cubicBezTo>
                    <a:pt x="154940" y="465667"/>
                    <a:pt x="73660" y="400473"/>
                    <a:pt x="35560" y="320040"/>
                  </a:cubicBezTo>
                  <a:cubicBezTo>
                    <a:pt x="-2540" y="239607"/>
                    <a:pt x="13123" y="85090"/>
                    <a:pt x="0" y="0"/>
                  </a:cubicBezTo>
                </a:path>
              </a:pathLst>
            </a:custGeom>
            <a:noFill/>
            <a:ln>
              <a:tailEnd type="stealt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FE98736C-4FAC-401D-9F02-6994CB15CB62}"/>
                </a:ext>
              </a:extLst>
            </p:cNvPr>
            <p:cNvGrpSpPr/>
            <p:nvPr/>
          </p:nvGrpSpPr>
          <p:grpSpPr>
            <a:xfrm>
              <a:off x="3996599" y="5463212"/>
              <a:ext cx="250758" cy="530091"/>
              <a:chOff x="3996599" y="5463212"/>
              <a:chExt cx="250758" cy="530091"/>
            </a:xfrm>
            <a:solidFill>
              <a:schemeClr val="bg1"/>
            </a:solidFill>
          </p:grpSpPr>
          <p:sp>
            <p:nvSpPr>
              <p:cNvPr id="34" name="Parallelogram 33">
                <a:extLst>
                  <a:ext uri="{FF2B5EF4-FFF2-40B4-BE49-F238E27FC236}">
                    <a16:creationId xmlns:a16="http://schemas.microsoft.com/office/drawing/2014/main" id="{B5A543A4-0DDE-4D73-B288-25E7AC518102}"/>
                  </a:ext>
                </a:extLst>
              </p:cNvPr>
              <p:cNvSpPr/>
              <p:nvPr/>
            </p:nvSpPr>
            <p:spPr>
              <a:xfrm rot="19889923">
                <a:off x="3996599" y="5591416"/>
                <a:ext cx="71771" cy="401887"/>
              </a:xfrm>
              <a:prstGeom prst="parallelogram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8" name="Parallelogram 347">
                <a:extLst>
                  <a:ext uri="{FF2B5EF4-FFF2-40B4-BE49-F238E27FC236}">
                    <a16:creationId xmlns:a16="http://schemas.microsoft.com/office/drawing/2014/main" id="{B36CE1B5-B6C4-4130-A0ED-D138BB915D7A}"/>
                  </a:ext>
                </a:extLst>
              </p:cNvPr>
              <p:cNvSpPr/>
              <p:nvPr/>
            </p:nvSpPr>
            <p:spPr>
              <a:xfrm rot="19889923">
                <a:off x="4089731" y="5532146"/>
                <a:ext cx="71771" cy="401887"/>
              </a:xfrm>
              <a:prstGeom prst="parallelogram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9" name="Parallelogram 348">
                <a:extLst>
                  <a:ext uri="{FF2B5EF4-FFF2-40B4-BE49-F238E27FC236}">
                    <a16:creationId xmlns:a16="http://schemas.microsoft.com/office/drawing/2014/main" id="{69FBDBF3-FBC3-4AAB-8EE5-A3CC3E132335}"/>
                  </a:ext>
                </a:extLst>
              </p:cNvPr>
              <p:cNvSpPr/>
              <p:nvPr/>
            </p:nvSpPr>
            <p:spPr>
              <a:xfrm rot="19889923">
                <a:off x="4175586" y="5463212"/>
                <a:ext cx="71771" cy="401887"/>
              </a:xfrm>
              <a:prstGeom prst="parallelogram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F430A1C4-5DCE-4FD7-B985-21CAE0F643BC}"/>
              </a:ext>
            </a:extLst>
          </p:cNvPr>
          <p:cNvSpPr/>
          <p:nvPr/>
        </p:nvSpPr>
        <p:spPr>
          <a:xfrm>
            <a:off x="5118925" y="4281771"/>
            <a:ext cx="6797458" cy="23773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19063" indent="-119063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17" name="reservoir" hidden="1">
            <a:extLst>
              <a:ext uri="{FF2B5EF4-FFF2-40B4-BE49-F238E27FC236}">
                <a16:creationId xmlns:a16="http://schemas.microsoft.com/office/drawing/2014/main" id="{F4118850-4031-4B2F-816F-F5AD2168394A}"/>
              </a:ext>
            </a:extLst>
          </p:cNvPr>
          <p:cNvSpPr/>
          <p:nvPr/>
        </p:nvSpPr>
        <p:spPr>
          <a:xfrm>
            <a:off x="11193780" y="1858566"/>
            <a:ext cx="862028" cy="24777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reservoir</a:t>
            </a:r>
          </a:p>
        </p:txBody>
      </p:sp>
      <p:sp>
        <p:nvSpPr>
          <p:cNvPr id="25" name="TextBox 24" hidden="1">
            <a:extLst>
              <a:ext uri="{FF2B5EF4-FFF2-40B4-BE49-F238E27FC236}">
                <a16:creationId xmlns:a16="http://schemas.microsoft.com/office/drawing/2014/main" id="{1EF19067-8809-43E1-8474-67C9D258CFB6}"/>
              </a:ext>
            </a:extLst>
          </p:cNvPr>
          <p:cNvSpPr txBox="1"/>
          <p:nvPr/>
        </p:nvSpPr>
        <p:spPr>
          <a:xfrm>
            <a:off x="5440196" y="2950527"/>
            <a:ext cx="3924443" cy="11695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 reservoir collects 100% O</a:t>
            </a:r>
            <a:r>
              <a:rPr lang="en-US" sz="1400" baseline="-25000" dirty="0"/>
              <a:t>2</a:t>
            </a:r>
            <a:r>
              <a:rPr lang="en-US" sz="1400" dirty="0"/>
              <a:t> and dilutes out the inspired ambient air. With nasal cannula, the reservoir is our nasopharynx (~50 mL). The larger the reservoir, the less ambient air is entrained with every breath. </a:t>
            </a:r>
          </a:p>
        </p:txBody>
      </p:sp>
      <p:pic>
        <p:nvPicPr>
          <p:cNvPr id="120" name="Graphic 119" descr="Cursor" hidden="1">
            <a:extLst>
              <a:ext uri="{FF2B5EF4-FFF2-40B4-BE49-F238E27FC236}">
                <a16:creationId xmlns:a16="http://schemas.microsoft.com/office/drawing/2014/main" id="{887CE300-4D90-46C7-B149-07767F32F4A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900984" y="1994284"/>
            <a:ext cx="249740" cy="263524"/>
          </a:xfrm>
          <a:prstGeom prst="rect">
            <a:avLst/>
          </a:prstGeom>
        </p:spPr>
      </p:pic>
      <p:sp>
        <p:nvSpPr>
          <p:cNvPr id="139" name="Title 1">
            <a:extLst>
              <a:ext uri="{FF2B5EF4-FFF2-40B4-BE49-F238E27FC236}">
                <a16:creationId xmlns:a16="http://schemas.microsoft.com/office/drawing/2014/main" id="{ECD04590-6F71-46C5-A079-F697FC3C0B6E}"/>
              </a:ext>
            </a:extLst>
          </p:cNvPr>
          <p:cNvSpPr txBox="1">
            <a:spLocks/>
          </p:cNvSpPr>
          <p:nvPr/>
        </p:nvSpPr>
        <p:spPr>
          <a:xfrm>
            <a:off x="3841504" y="169848"/>
            <a:ext cx="4716872" cy="66431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latin typeface="+mn-lt"/>
              </a:rPr>
              <a:t>Simple Face Mask</a:t>
            </a:r>
          </a:p>
        </p:txBody>
      </p:sp>
      <p:sp>
        <p:nvSpPr>
          <p:cNvPr id="140" name="1">
            <a:extLst>
              <a:ext uri="{FF2B5EF4-FFF2-40B4-BE49-F238E27FC236}">
                <a16:creationId xmlns:a16="http://schemas.microsoft.com/office/drawing/2014/main" id="{432985AF-E848-4EFD-BE6A-A60109BEC59F}"/>
              </a:ext>
            </a:extLst>
          </p:cNvPr>
          <p:cNvSpPr/>
          <p:nvPr/>
        </p:nvSpPr>
        <p:spPr>
          <a:xfrm>
            <a:off x="6378289" y="1014754"/>
            <a:ext cx="576856" cy="584775"/>
          </a:xfrm>
          <a:prstGeom prst="ellipse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pic>
        <p:nvPicPr>
          <p:cNvPr id="141" name="Graphic 140" descr="Cursor">
            <a:extLst>
              <a:ext uri="{FF2B5EF4-FFF2-40B4-BE49-F238E27FC236}">
                <a16:creationId xmlns:a16="http://schemas.microsoft.com/office/drawing/2014/main" id="{99FF1FE8-C93B-486D-8CFE-7B6F33689FA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710405" y="1354161"/>
            <a:ext cx="346628" cy="36576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3A979825-F88A-4372-B8AA-C66EB5E433C6}"/>
              </a:ext>
            </a:extLst>
          </p:cNvPr>
          <p:cNvSpPr txBox="1"/>
          <p:nvPr/>
        </p:nvSpPr>
        <p:spPr>
          <a:xfrm>
            <a:off x="5135954" y="4656726"/>
            <a:ext cx="67096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2000" dirty="0"/>
              <a:t>Maximal FiO</a:t>
            </a:r>
            <a:r>
              <a:rPr lang="en-US" sz="2000" baseline="-25000" dirty="0"/>
              <a:t>2</a:t>
            </a:r>
            <a:r>
              <a:rPr lang="en-US" sz="2000" dirty="0"/>
              <a:t> delivered ~ 60-70% (with normal breathing)</a:t>
            </a:r>
          </a:p>
          <a:p>
            <a:pPr marL="515938" lvl="1" indent="-177800">
              <a:buFont typeface="Arial" panose="020B0604020202020204" pitchFamily="34" charset="0"/>
              <a:buChar char="•"/>
            </a:pPr>
            <a:r>
              <a:rPr lang="en-US" sz="2000" dirty="0"/>
              <a:t>5-6 L/min ≈ 40% FiO</a:t>
            </a:r>
            <a:r>
              <a:rPr lang="en-US" sz="2000" baseline="-25000" dirty="0"/>
              <a:t>2</a:t>
            </a:r>
          </a:p>
          <a:p>
            <a:pPr marL="515938" lvl="1" indent="-177800">
              <a:buFont typeface="Arial" panose="020B0604020202020204" pitchFamily="34" charset="0"/>
              <a:buChar char="•"/>
            </a:pPr>
            <a:r>
              <a:rPr lang="en-US" sz="2000" dirty="0"/>
              <a:t>6-7 L/min ≈ 50% FiO</a:t>
            </a:r>
            <a:r>
              <a:rPr lang="en-US" sz="2000" baseline="-25000" dirty="0"/>
              <a:t>2</a:t>
            </a:r>
            <a:endParaRPr lang="en-US" sz="2000" dirty="0"/>
          </a:p>
          <a:p>
            <a:pPr marL="515938" lvl="1" indent="-177800">
              <a:buFont typeface="Arial" panose="020B0604020202020204" pitchFamily="34" charset="0"/>
              <a:buChar char="•"/>
            </a:pPr>
            <a:r>
              <a:rPr lang="en-US" sz="2000" dirty="0"/>
              <a:t>7-8 L/min ≈ 60% FiO</a:t>
            </a:r>
            <a:r>
              <a:rPr lang="en-US" sz="2000" baseline="-25000" dirty="0"/>
              <a:t>2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6893D47-6C54-4B53-B9B5-32C359044B1E}"/>
              </a:ext>
            </a:extLst>
          </p:cNvPr>
          <p:cNvSpPr txBox="1"/>
          <p:nvPr/>
        </p:nvSpPr>
        <p:spPr>
          <a:xfrm>
            <a:off x="5135954" y="4319266"/>
            <a:ext cx="67096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2000" dirty="0"/>
              <a:t>The reservoir ↓ the entrained ambient air with each breath 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A3466F2-F6E9-435B-A3AE-485524EB72A6}"/>
              </a:ext>
            </a:extLst>
          </p:cNvPr>
          <p:cNvSpPr txBox="1"/>
          <p:nvPr/>
        </p:nvSpPr>
        <p:spPr>
          <a:xfrm>
            <a:off x="5135954" y="5906684"/>
            <a:ext cx="67228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2000" dirty="0"/>
              <a:t>The mask collects expired CO</a:t>
            </a:r>
            <a:r>
              <a:rPr lang="en-US" sz="2000" baseline="-25000" dirty="0"/>
              <a:t>2</a:t>
            </a:r>
            <a:r>
              <a:rPr lang="en-US" sz="2000" dirty="0"/>
              <a:t>. High flow rates of &gt; 6 L/min are needed to wash out the CO</a:t>
            </a:r>
            <a:r>
              <a:rPr lang="en-US" sz="2000" baseline="-25000" dirty="0"/>
              <a:t>2</a:t>
            </a:r>
            <a:r>
              <a:rPr lang="en-US" sz="2000" dirty="0"/>
              <a:t> to prevent rebreathing</a:t>
            </a:r>
          </a:p>
        </p:txBody>
      </p:sp>
      <p:sp>
        <p:nvSpPr>
          <p:cNvPr id="145" name="2">
            <a:extLst>
              <a:ext uri="{FF2B5EF4-FFF2-40B4-BE49-F238E27FC236}">
                <a16:creationId xmlns:a16="http://schemas.microsoft.com/office/drawing/2014/main" id="{BCD673A8-D010-4EB5-B9D9-434067C39F97}"/>
              </a:ext>
            </a:extLst>
          </p:cNvPr>
          <p:cNvSpPr/>
          <p:nvPr/>
        </p:nvSpPr>
        <p:spPr>
          <a:xfrm>
            <a:off x="171647" y="3961961"/>
            <a:ext cx="576856" cy="584775"/>
          </a:xfrm>
          <a:prstGeom prst="ellipse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pic>
        <p:nvPicPr>
          <p:cNvPr id="146" name="Graphic 145" descr="Cursor">
            <a:extLst>
              <a:ext uri="{FF2B5EF4-FFF2-40B4-BE49-F238E27FC236}">
                <a16:creationId xmlns:a16="http://schemas.microsoft.com/office/drawing/2014/main" id="{E15EE74F-7887-4131-BB37-99A589CDC7E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03763" y="4301368"/>
            <a:ext cx="346628" cy="365760"/>
          </a:xfrm>
          <a:prstGeom prst="rect">
            <a:avLst/>
          </a:prstGeom>
        </p:spPr>
      </p:pic>
      <p:sp>
        <p:nvSpPr>
          <p:cNvPr id="147" name="3">
            <a:extLst>
              <a:ext uri="{FF2B5EF4-FFF2-40B4-BE49-F238E27FC236}">
                <a16:creationId xmlns:a16="http://schemas.microsoft.com/office/drawing/2014/main" id="{5C77EAB3-D463-4962-B997-72EFACBEB674}"/>
              </a:ext>
            </a:extLst>
          </p:cNvPr>
          <p:cNvSpPr/>
          <p:nvPr/>
        </p:nvSpPr>
        <p:spPr>
          <a:xfrm>
            <a:off x="4379992" y="5801745"/>
            <a:ext cx="576856" cy="584775"/>
          </a:xfrm>
          <a:prstGeom prst="ellipse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pic>
        <p:nvPicPr>
          <p:cNvPr id="148" name="Graphic 147" descr="Cursor">
            <a:extLst>
              <a:ext uri="{FF2B5EF4-FFF2-40B4-BE49-F238E27FC236}">
                <a16:creationId xmlns:a16="http://schemas.microsoft.com/office/drawing/2014/main" id="{0CF94B66-68B2-4A91-85B6-A2DFD5FAB9D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712108" y="6141152"/>
            <a:ext cx="346628" cy="365760"/>
          </a:xfrm>
          <a:prstGeom prst="rect">
            <a:avLst/>
          </a:prstGeom>
        </p:spPr>
      </p:pic>
      <p:sp>
        <p:nvSpPr>
          <p:cNvPr id="133" name="Rectangle: Rounded Corners 132">
            <a:hlinkClick r:id="rId20" action="ppaction://hlinksldjump"/>
            <a:extLst>
              <a:ext uri="{FF2B5EF4-FFF2-40B4-BE49-F238E27FC236}">
                <a16:creationId xmlns:a16="http://schemas.microsoft.com/office/drawing/2014/main" id="{91099289-3F86-491E-987A-D41E5708A340}"/>
              </a:ext>
            </a:extLst>
          </p:cNvPr>
          <p:cNvSpPr/>
          <p:nvPr/>
        </p:nvSpPr>
        <p:spPr>
          <a:xfrm>
            <a:off x="186814" y="131786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The Basics</a:t>
            </a:r>
          </a:p>
        </p:txBody>
      </p:sp>
      <p:sp>
        <p:nvSpPr>
          <p:cNvPr id="134" name="Rectangle: Rounded Corners 133">
            <a:hlinkClick r:id="rId21" action="ppaction://hlinksldjump"/>
            <a:extLst>
              <a:ext uri="{FF2B5EF4-FFF2-40B4-BE49-F238E27FC236}">
                <a16:creationId xmlns:a16="http://schemas.microsoft.com/office/drawing/2014/main" id="{8DBAB643-356C-4AFC-ABC4-7BD39C98AECA}"/>
              </a:ext>
            </a:extLst>
          </p:cNvPr>
          <p:cNvSpPr/>
          <p:nvPr/>
        </p:nvSpPr>
        <p:spPr>
          <a:xfrm>
            <a:off x="186814" y="657094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</a:t>
            </a:r>
            <a:r>
              <a:rPr lang="en-US" b="1" baseline="-25000" dirty="0">
                <a:solidFill>
                  <a:schemeClr val="tx1"/>
                </a:solidFill>
              </a:rPr>
              <a:t>2</a:t>
            </a:r>
            <a:r>
              <a:rPr lang="en-US" b="1" dirty="0">
                <a:solidFill>
                  <a:schemeClr val="tx1"/>
                </a:solidFill>
              </a:rPr>
              <a:t> Devices</a:t>
            </a:r>
          </a:p>
        </p:txBody>
      </p:sp>
      <p:pic>
        <p:nvPicPr>
          <p:cNvPr id="135" name="Graphic 134" descr="Cursor">
            <a:extLst>
              <a:ext uri="{FF2B5EF4-FFF2-40B4-BE49-F238E27FC236}">
                <a16:creationId xmlns:a16="http://schemas.microsoft.com/office/drawing/2014/main" id="{9DB95456-33FD-4D04-9919-A875EDB840C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404925" y="355289"/>
            <a:ext cx="346628" cy="365760"/>
          </a:xfrm>
          <a:prstGeom prst="rect">
            <a:avLst/>
          </a:prstGeom>
        </p:spPr>
      </p:pic>
      <p:pic>
        <p:nvPicPr>
          <p:cNvPr id="136" name="Graphic 135" descr="Cursor">
            <a:extLst>
              <a:ext uri="{FF2B5EF4-FFF2-40B4-BE49-F238E27FC236}">
                <a16:creationId xmlns:a16="http://schemas.microsoft.com/office/drawing/2014/main" id="{C36A2B7B-0266-4939-8DC0-EBD97C47DD2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404925" y="862142"/>
            <a:ext cx="346628" cy="365760"/>
          </a:xfrm>
          <a:prstGeom prst="rect">
            <a:avLst/>
          </a:prstGeom>
        </p:spPr>
      </p:pic>
      <p:sp>
        <p:nvSpPr>
          <p:cNvPr id="138" name="Rectangle: Rounded Corners 137">
            <a:hlinkClick r:id="rId22" action="ppaction://hlinksldjump"/>
            <a:extLst>
              <a:ext uri="{FF2B5EF4-FFF2-40B4-BE49-F238E27FC236}">
                <a16:creationId xmlns:a16="http://schemas.microsoft.com/office/drawing/2014/main" id="{FB80DB45-D77A-4161-A82C-A0FEC966F805}"/>
              </a:ext>
            </a:extLst>
          </p:cNvPr>
          <p:cNvSpPr/>
          <p:nvPr/>
        </p:nvSpPr>
        <p:spPr>
          <a:xfrm>
            <a:off x="186814" y="1182402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149" name="Graphic 148" descr="Cursor">
            <a:extLst>
              <a:ext uri="{FF2B5EF4-FFF2-40B4-BE49-F238E27FC236}">
                <a16:creationId xmlns:a16="http://schemas.microsoft.com/office/drawing/2014/main" id="{33774AD0-25A2-4304-A86C-89CC99D8B07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434421" y="1397762"/>
            <a:ext cx="346628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889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0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</p:childTnLst>
        </p:cTn>
      </p:par>
    </p:tnLst>
    <p:bldLst>
      <p:bldP spid="106" grpId="0" animBg="1"/>
      <p:bldP spid="35" grpId="0"/>
      <p:bldP spid="431" grpId="0" animBg="1"/>
      <p:bldP spid="432" grpId="0" animBg="1"/>
      <p:bldP spid="433" grpId="0" animBg="1"/>
      <p:bldP spid="436" grpId="0" animBg="1"/>
      <p:bldP spid="111" grpId="0"/>
      <p:bldP spid="27" grpId="0" animBg="1"/>
      <p:bldP spid="105" grpId="0" animBg="1"/>
      <p:bldP spid="430" grpId="0"/>
      <p:bldP spid="24" grpId="0" animBg="1"/>
      <p:bldP spid="117" grpId="0" animBg="1"/>
      <p:bldP spid="25" grpId="0" animBg="1"/>
      <p:bldP spid="140" grpId="0" animBg="1"/>
      <p:bldP spid="142" grpId="0"/>
      <p:bldP spid="143" grpId="0"/>
      <p:bldP spid="144" grpId="0"/>
      <p:bldP spid="145" grpId="0" animBg="1"/>
      <p:bldP spid="14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venturi mask">
            <a:extLst>
              <a:ext uri="{FF2B5EF4-FFF2-40B4-BE49-F238E27FC236}">
                <a16:creationId xmlns:a16="http://schemas.microsoft.com/office/drawing/2014/main" id="{38B6DDA3-4574-44A2-94A0-6E81682948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29" t="5399" r="8853" b="30638"/>
          <a:stretch/>
        </p:blipFill>
        <p:spPr bwMode="auto">
          <a:xfrm rot="8745370" flipH="1">
            <a:off x="7261357" y="196757"/>
            <a:ext cx="3143537" cy="1733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1" name="Picture 4" descr="Related image">
            <a:extLst>
              <a:ext uri="{FF2B5EF4-FFF2-40B4-BE49-F238E27FC236}">
                <a16:creationId xmlns:a16="http://schemas.microsoft.com/office/drawing/2014/main" id="{0AA7289B-4061-4281-A735-A46CFB9F72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44" b="95872" l="10000" r="90000">
                        <a14:foregroundMark x1="38453" y1="52322" x2="23250" y2="51595"/>
                        <a14:foregroundMark x1="23250" y1="51595" x2="19625" y2="60976"/>
                        <a14:foregroundMark x1="19625" y1="60976" x2="23000" y2="82364"/>
                        <a14:foregroundMark x1="23000" y1="82364" x2="33500" y2="94934"/>
                        <a14:foregroundMark x1="33500" y1="94934" x2="40625" y2="97749"/>
                        <a14:foregroundMark x1="40625" y1="97749" x2="42709" y2="97749"/>
                        <a14:foregroundMark x1="38495" y1="52367" x2="27000" y2="55910"/>
                        <a14:foregroundMark x1="27000" y1="55910" x2="22250" y2="62289"/>
                        <a14:foregroundMark x1="22250" y1="62289" x2="21625" y2="73171"/>
                        <a14:foregroundMark x1="21625" y1="73171" x2="30500" y2="91182"/>
                        <a14:foregroundMark x1="30500" y1="91182" x2="43470" y2="95574"/>
                        <a14:foregroundMark x1="39589" y1="53547" x2="28875" y2="67355"/>
                        <a14:foregroundMark x1="28875" y1="67355" x2="29125" y2="77111"/>
                        <a14:foregroundMark x1="29125" y1="77111" x2="32500" y2="85553"/>
                        <a14:foregroundMark x1="32500" y1="85553" x2="38000" y2="91557"/>
                        <a14:foregroundMark x1="38000" y1="91557" x2="41907" y2="91988"/>
                        <a14:foregroundMark x1="42875" y1="58161" x2="35125" y2="56098"/>
                        <a14:foregroundMark x1="35125" y1="56098" x2="28750" y2="58537"/>
                        <a14:foregroundMark x1="28750" y1="58537" x2="25750" y2="68668"/>
                        <a14:foregroundMark x1="25750" y1="68668" x2="26875" y2="78799"/>
                        <a14:foregroundMark x1="26875" y1="78799" x2="30000" y2="88743"/>
                        <a14:foregroundMark x1="30000" y1="88743" x2="36750" y2="92683"/>
                        <a14:foregroundMark x1="36750" y1="92683" x2="41841" y2="92424"/>
                        <a14:foregroundMark x1="44627" y1="90801" x2="47250" y2="82927"/>
                        <a14:foregroundMark x1="47250" y1="82927" x2="45500" y2="73171"/>
                        <a14:foregroundMark x1="45500" y1="73171" x2="39125" y2="57786"/>
                        <a14:foregroundMark x1="42915" y1="57136" x2="38000" y2="58912"/>
                        <a14:foregroundMark x1="38000" y1="58912" x2="27375" y2="76360"/>
                        <a14:foregroundMark x1="27375" y1="76360" x2="33000" y2="81426"/>
                        <a14:foregroundMark x1="33000" y1="81426" x2="39750" y2="80488"/>
                        <a14:foregroundMark x1="39750" y1="80488" x2="47000" y2="76173"/>
                        <a14:foregroundMark x1="47000" y1="76173" x2="49125" y2="67167"/>
                        <a14:foregroundMark x1="49125" y1="67167" x2="47836" y2="62447"/>
                        <a14:foregroundMark x1="43784" y1="58075" x2="26500" y2="77111"/>
                        <a14:foregroundMark x1="26500" y1="77111" x2="33000" y2="84240"/>
                        <a14:foregroundMark x1="33000" y1="84240" x2="41375" y2="84991"/>
                        <a14:foregroundMark x1="41375" y1="84991" x2="48125" y2="81801"/>
                        <a14:foregroundMark x1="48125" y1="81801" x2="51799" y2="74985"/>
                        <a14:foregroundMark x1="44867" y1="59243" x2="40625" y2="58912"/>
                        <a14:foregroundMark x1="47335" y1="61906" x2="40625" y2="64916"/>
                        <a14:foregroundMark x1="40625" y1="64916" x2="35125" y2="71295"/>
                        <a14:foregroundMark x1="35125" y1="71295" x2="31625" y2="80863"/>
                        <a14:foregroundMark x1="31625" y1="80863" x2="37125" y2="86116"/>
                        <a14:foregroundMark x1="37125" y1="86116" x2="44250" y2="80863"/>
                        <a14:foregroundMark x1="44250" y1="80863" x2="48875" y2="72045"/>
                        <a14:foregroundMark x1="48875" y1="72045" x2="47396" y2="61972"/>
                        <a14:foregroundMark x1="46000" y1="62289" x2="38000" y2="68480"/>
                        <a14:foregroundMark x1="38000" y1="68480" x2="34250" y2="77298"/>
                        <a14:foregroundMark x1="34250" y1="77298" x2="37375" y2="86679"/>
                        <a14:foregroundMark x1="37375" y1="86679" x2="43125" y2="91182"/>
                        <a14:foregroundMark x1="43125" y1="91182" x2="46750" y2="81801"/>
                        <a14:foregroundMark x1="46750" y1="81801" x2="46000" y2="72045"/>
                        <a14:foregroundMark x1="46000" y1="72045" x2="42875" y2="61726"/>
                        <a14:foregroundMark x1="47250" y1="67167" x2="40375" y2="67730"/>
                        <a14:foregroundMark x1="40375" y1="67730" x2="33750" y2="74672"/>
                        <a14:foregroundMark x1="33750" y1="74672" x2="34625" y2="85366"/>
                        <a14:foregroundMark x1="34625" y1="85366" x2="39500" y2="93058"/>
                        <a14:foregroundMark x1="39500" y1="93058" x2="42244" y2="93202"/>
                        <a14:foregroundMark x1="53178" y1="69186" x2="50625" y2="65666"/>
                        <a14:foregroundMark x1="53888" y1="70165" x2="53561" y2="69715"/>
                        <a14:foregroundMark x1="50625" y1="65666" x2="47125" y2="63790"/>
                        <a14:foregroundMark x1="47125" y1="63790" x2="38125" y2="66229"/>
                        <a14:foregroundMark x1="38125" y1="66229" x2="33625" y2="73358"/>
                        <a14:foregroundMark x1="33625" y1="73358" x2="31000" y2="83302"/>
                        <a14:foregroundMark x1="31000" y1="83302" x2="34875" y2="92871"/>
                        <a14:foregroundMark x1="34875" y1="92871" x2="44250" y2="88368"/>
                        <a14:foregroundMark x1="44250" y1="88368" x2="46875" y2="78987"/>
                        <a14:foregroundMark x1="46875" y1="78987" x2="47500" y2="69231"/>
                        <a14:foregroundMark x1="47500" y1="69231" x2="44375" y2="63039"/>
                        <a14:foregroundMark x1="44250" y1="73734" x2="34625" y2="72608"/>
                        <a14:foregroundMark x1="34625" y1="72608" x2="28375" y2="79362"/>
                        <a14:foregroundMark x1="28375" y1="79362" x2="36000" y2="87430"/>
                        <a14:foregroundMark x1="36000" y1="87430" x2="46625" y2="89493"/>
                        <a14:foregroundMark x1="46625" y1="89493" x2="45750" y2="79174"/>
                        <a14:foregroundMark x1="45750" y1="79174" x2="41625" y2="67355"/>
                        <a14:foregroundMark x1="52500" y1="71670" x2="44125" y2="75610"/>
                        <a14:foregroundMark x1="44125" y1="75610" x2="35375" y2="75610"/>
                        <a14:foregroundMark x1="35375" y1="75610" x2="39375" y2="85553"/>
                        <a14:foregroundMark x1="39375" y1="85553" x2="51057" y2="87995"/>
                        <a14:foregroundMark x1="52171" y1="75780" x2="49375" y2="72983"/>
                        <a14:foregroundMark x1="49375" y1="72983" x2="46250" y2="72045"/>
                        <a14:foregroundMark x1="51784" y1="77062" x2="45875" y2="72983"/>
                        <a14:foregroundMark x1="45875" y1="72983" x2="45250" y2="88743"/>
                        <a14:foregroundMark x1="45250" y1="88743" x2="46351" y2="90049"/>
                        <a14:foregroundMark x1="51998" y1="72830" x2="51125" y2="71482"/>
                        <a14:foregroundMark x1="51125" y1="71482" x2="44750" y2="74109"/>
                        <a14:foregroundMark x1="51934" y1="76160" x2="50000" y2="76360"/>
                        <a14:foregroundMark x1="50000" y1="76360" x2="44375" y2="82176"/>
                        <a14:foregroundMark x1="44375" y1="82176" x2="47843" y2="89398"/>
                        <a14:foregroundMark x1="52578" y1="79328" x2="52250" y2="77674"/>
                        <a14:foregroundMark x1="52662" y1="78814" x2="49250" y2="84991"/>
                        <a14:foregroundMark x1="49250" y1="84991" x2="51338" y2="86858"/>
                        <a14:foregroundMark x1="51803" y1="74992" x2="48500" y2="83490"/>
                        <a14:foregroundMark x1="48500" y1="83490" x2="49125" y2="84240"/>
                        <a14:foregroundMark x1="52623" y1="79050" x2="50125" y2="74859"/>
                        <a14:foregroundMark x1="53476" y1="69335" x2="53770" y2="68850"/>
                        <a14:foregroundMark x1="50125" y1="74859" x2="53244" y2="69718"/>
                        <a14:foregroundMark x1="49750" y1="71857" x2="36875" y2="64165"/>
                        <a14:foregroundMark x1="36875" y1="64165" x2="29625" y2="65103"/>
                        <a14:foregroundMark x1="29625" y1="65103" x2="28500" y2="75797"/>
                        <a14:foregroundMark x1="28500" y1="75797" x2="33875" y2="84053"/>
                        <a14:foregroundMark x1="33875" y1="84053" x2="43050" y2="91489"/>
                        <a14:foregroundMark x1="52334" y1="72521" x2="47375" y2="71482"/>
                        <a14:foregroundMark x1="42375" y1="88368" x2="42625" y2="88555"/>
                        <a14:foregroundMark x1="43625" y1="85741" x2="42000" y2="86679"/>
                        <a14:foregroundMark x1="44000" y1="83490" x2="42750" y2="83114"/>
                        <a14:backgroundMark x1="53625" y1="27205" x2="41750" y2="16135"/>
                        <a14:backgroundMark x1="41750" y1="16135" x2="16500" y2="8255"/>
                        <a14:backgroundMark x1="16500" y1="8255" x2="16875" y2="22702"/>
                        <a14:backgroundMark x1="16875" y1="22702" x2="21875" y2="31144"/>
                        <a14:backgroundMark x1="62228" y1="70120" x2="75875" y2="83302"/>
                        <a14:backgroundMark x1="39181" y1="47859" x2="39744" y2="48403"/>
                        <a14:backgroundMark x1="21875" y1="31144" x2="39064" y2="47747"/>
                        <a14:backgroundMark x1="75875" y1="83302" x2="82000" y2="84803"/>
                        <a14:backgroundMark x1="82000" y1="84803" x2="86750" y2="70919"/>
                        <a14:backgroundMark x1="86750" y1="70919" x2="83375" y2="54784"/>
                        <a14:backgroundMark x1="83375" y1="54784" x2="53125" y2="25704"/>
                        <a14:backgroundMark x1="53125" y1="25704" x2="47250" y2="22514"/>
                        <a14:backgroundMark x1="29375" y1="19700" x2="28750" y2="33771"/>
                        <a14:backgroundMark x1="28750" y1="33771" x2="32125" y2="46154"/>
                        <a14:backgroundMark x1="32125" y1="46154" x2="33760" y2="48117"/>
                        <a14:backgroundMark x1="59890" y1="74234" x2="77625" y2="87430"/>
                        <a14:backgroundMark x1="77625" y1="87430" x2="85250" y2="89306"/>
                        <a14:backgroundMark x1="85250" y1="89306" x2="87875" y2="77674"/>
                        <a14:backgroundMark x1="87875" y1="77674" x2="86875" y2="59287"/>
                        <a14:backgroundMark x1="86875" y1="59287" x2="82750" y2="41839"/>
                        <a14:backgroundMark x1="82750" y1="41839" x2="66625" y2="23265"/>
                        <a14:backgroundMark x1="66625" y1="23265" x2="29000" y2="8630"/>
                        <a14:backgroundMark x1="29000" y1="8630" x2="23750" y2="13884"/>
                        <a14:backgroundMark x1="23750" y1="13884" x2="21500" y2="24203"/>
                        <a14:backgroundMark x1="21500" y1="24203" x2="26625" y2="31144"/>
                        <a14:backgroundMark x1="26625" y1="31144" x2="30125" y2="33208"/>
                        <a14:backgroundMark x1="26500" y1="15760" x2="34875" y2="19137"/>
                        <a14:backgroundMark x1="34875" y1="19137" x2="51625" y2="39587"/>
                        <a14:backgroundMark x1="51625" y1="39587" x2="55375" y2="52908"/>
                        <a14:backgroundMark x1="55375" y1="52908" x2="53385" y2="53223"/>
                        <a14:backgroundMark x1="35677" y1="48209" x2="30875" y2="42777"/>
                        <a14:backgroundMark x1="30875" y1="42777" x2="28750" y2="31707"/>
                        <a14:backgroundMark x1="28750" y1="31707" x2="28750" y2="18011"/>
                        <a14:backgroundMark x1="60000" y1="35272" x2="55500" y2="46529"/>
                        <a14:backgroundMark x1="62461" y1="73077" x2="63125" y2="75610"/>
                        <a14:backgroundMark x1="55500" y1="46529" x2="58625" y2="58447"/>
                        <a14:backgroundMark x1="63125" y1="75610" x2="67500" y2="82364"/>
                        <a14:backgroundMark x1="67500" y1="82364" x2="85500" y2="87430"/>
                        <a14:backgroundMark x1="85500" y1="87430" x2="91500" y2="78049"/>
                        <a14:backgroundMark x1="91500" y1="78049" x2="93875" y2="58537"/>
                        <a14:backgroundMark x1="93875" y1="58537" x2="85875" y2="43152"/>
                        <a14:backgroundMark x1="85875" y1="43152" x2="77125" y2="36398"/>
                        <a14:backgroundMark x1="77125" y1="36398" x2="57500" y2="31144"/>
                        <a14:backgroundMark x1="61778" y1="73384" x2="62125" y2="75610"/>
                        <a14:backgroundMark x1="58500" y1="52345" x2="59618" y2="59520"/>
                        <a14:backgroundMark x1="62125" y1="75610" x2="65375" y2="83865"/>
                        <a14:backgroundMark x1="65375" y1="83865" x2="72375" y2="90994"/>
                        <a14:backgroundMark x1="72375" y1="90994" x2="79375" y2="89306"/>
                        <a14:backgroundMark x1="79375" y1="89306" x2="94000" y2="70544"/>
                        <a14:backgroundMark x1="94000" y1="70544" x2="77500" y2="55722"/>
                        <a14:backgroundMark x1="77500" y1="55722" x2="69375" y2="54034"/>
                        <a14:backgroundMark x1="69375" y1="54034" x2="64250" y2="62477"/>
                        <a14:backgroundMark x1="64250" y1="62477" x2="62875" y2="66417"/>
                        <a14:backgroundMark x1="69125" y1="57036" x2="62375" y2="65854"/>
                        <a14:backgroundMark x1="63181" y1="69592" x2="65125" y2="78612"/>
                        <a14:backgroundMark x1="62375" y1="65854" x2="63047" y2="68969"/>
                        <a14:backgroundMark x1="65125" y1="78612" x2="70375" y2="83677"/>
                        <a14:backgroundMark x1="70375" y1="83677" x2="83500" y2="70544"/>
                        <a14:backgroundMark x1="83500" y1="70544" x2="76750" y2="59850"/>
                        <a14:backgroundMark x1="76750" y1="59850" x2="68875" y2="54597"/>
                        <a14:backgroundMark x1="68875" y1="54597" x2="64000" y2="57036"/>
                        <a14:backgroundMark x1="58893" y1="58005" x2="57982" y2="57867"/>
                        <a14:backgroundMark x1="79750" y1="61163" x2="58936" y2="58011"/>
                        <a14:backgroundMark x1="59212" y1="84414" x2="61500" y2="84803"/>
                        <a14:backgroundMark x1="61500" y1="84803" x2="68625" y2="80863"/>
                        <a14:backgroundMark x1="68625" y1="80863" x2="71250" y2="56098"/>
                        <a14:backgroundMark x1="78375" y1="63039" x2="70625" y2="61914"/>
                        <a14:backgroundMark x1="70625" y1="61914" x2="65750" y2="69231"/>
                        <a14:backgroundMark x1="65750" y1="69231" x2="66750" y2="80488"/>
                        <a14:backgroundMark x1="66750" y1="80488" x2="86125" y2="81238"/>
                        <a14:backgroundMark x1="86125" y1="81238" x2="97750" y2="77674"/>
                        <a14:backgroundMark x1="97750" y1="77674" x2="88125" y2="64165"/>
                        <a14:backgroundMark x1="88125" y1="64165" x2="65000" y2="57598"/>
                        <a14:backgroundMark x1="65000" y1="57598" x2="65500" y2="63415"/>
                        <a14:backgroundMark x1="74750" y1="61914" x2="67500" y2="61914"/>
                        <a14:backgroundMark x1="67500" y1="61914" x2="66625" y2="72233"/>
                        <a14:backgroundMark x1="66625" y1="72233" x2="73250" y2="79174"/>
                        <a14:backgroundMark x1="73250" y1="79174" x2="80125" y2="80113"/>
                        <a14:backgroundMark x1="80125" y1="80113" x2="81750" y2="69418"/>
                        <a14:backgroundMark x1="81750" y1="69418" x2="72750" y2="60788"/>
                        <a14:backgroundMark x1="72750" y1="60788" x2="70000" y2="60788"/>
                        <a14:backgroundMark x1="38625" y1="46717" x2="57750" y2="67355"/>
                        <a14:backgroundMark x1="57750" y1="67355" x2="56750" y2="47467"/>
                        <a14:backgroundMark x1="56750" y1="47467" x2="47000" y2="39775"/>
                        <a14:backgroundMark x1="47000" y1="39775" x2="41500" y2="49531"/>
                        <a14:backgroundMark x1="49375" y1="44465" x2="55875" y2="60788"/>
                        <a14:backgroundMark x1="55875" y1="60788" x2="51625" y2="45028"/>
                        <a14:backgroundMark x1="51625" y1="45028" x2="46250" y2="42402"/>
                        <a14:backgroundMark x1="47500" y1="47092" x2="53875" y2="61726"/>
                        <a14:backgroundMark x1="53875" y1="61726" x2="62250" y2="72045"/>
                        <a14:backgroundMark x1="62250" y1="72045" x2="60250" y2="55347"/>
                        <a14:backgroundMark x1="60250" y1="55347" x2="44625" y2="45591"/>
                        <a14:backgroundMark x1="53000" y1="56285" x2="64000" y2="64165"/>
                        <a14:backgroundMark x1="64000" y1="64165" x2="65875" y2="59850"/>
                        <a14:backgroundMark x1="57000" y1="72420" x2="54250" y2="89118"/>
                        <a14:backgroundMark x1="54250" y1="89118" x2="63375" y2="97936"/>
                        <a14:backgroundMark x1="63375" y1="97936" x2="65125" y2="78987"/>
                        <a14:backgroundMark x1="65125" y1="78987" x2="56500" y2="72045"/>
                        <a14:backgroundMark x1="56750" y1="75422" x2="55500" y2="92308"/>
                        <a14:backgroundMark x1="55500" y1="92308" x2="59500" y2="75047"/>
                        <a14:backgroundMark x1="59500" y1="75047" x2="54875" y2="76360"/>
                        <a14:backgroundMark x1="55125" y1="76735" x2="54875" y2="78236"/>
                        <a14:backgroundMark x1="55875" y1="83677" x2="55250" y2="66792"/>
                        <a14:backgroundMark x1="55250" y1="66792" x2="66250" y2="65478"/>
                        <a14:backgroundMark x1="66250" y1="65478" x2="62625" y2="80863"/>
                        <a14:backgroundMark x1="62625" y1="80863" x2="56750" y2="87242"/>
                        <a14:backgroundMark x1="55875" y1="87242" x2="53875" y2="71107"/>
                        <a14:backgroundMark x1="53875" y1="71107" x2="60625" y2="85553"/>
                        <a14:backgroundMark x1="60625" y1="85553" x2="57750" y2="90432"/>
                        <a14:backgroundMark x1="54375" y1="91182" x2="43625" y2="95872"/>
                        <a14:backgroundMark x1="43625" y1="95872" x2="54375" y2="99250"/>
                        <a14:backgroundMark x1="54375" y1="99250" x2="59625" y2="915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420" t="51485" r="47276" b="6493"/>
          <a:stretch/>
        </p:blipFill>
        <p:spPr bwMode="auto">
          <a:xfrm>
            <a:off x="5616086" y="694164"/>
            <a:ext cx="1294071" cy="1236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2" name="Group 81">
            <a:extLst>
              <a:ext uri="{FF2B5EF4-FFF2-40B4-BE49-F238E27FC236}">
                <a16:creationId xmlns:a16="http://schemas.microsoft.com/office/drawing/2014/main" id="{FD8E0884-39F0-4BA7-9B4D-B226BE67D4DE}"/>
              </a:ext>
            </a:extLst>
          </p:cNvPr>
          <p:cNvGrpSpPr/>
          <p:nvPr/>
        </p:nvGrpSpPr>
        <p:grpSpPr>
          <a:xfrm>
            <a:off x="10262766" y="1018923"/>
            <a:ext cx="882690" cy="2307338"/>
            <a:chOff x="9435909" y="1018923"/>
            <a:chExt cx="882690" cy="2307338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16F6547C-5E18-434A-AD81-210686246DCD}"/>
                </a:ext>
              </a:extLst>
            </p:cNvPr>
            <p:cNvSpPr/>
            <p:nvPr/>
          </p:nvSpPr>
          <p:spPr>
            <a:xfrm>
              <a:off x="9586586" y="1622662"/>
              <a:ext cx="182844" cy="162290"/>
            </a:xfrm>
            <a:prstGeom prst="ellipse">
              <a:avLst/>
            </a:prstGeom>
            <a:gradFill flip="none" rotWithShape="1">
              <a:gsLst>
                <a:gs pos="0">
                  <a:schemeClr val="accent6">
                    <a:lumMod val="60000"/>
                    <a:lumOff val="40000"/>
                  </a:schemeClr>
                </a:gs>
                <a:gs pos="59000">
                  <a:schemeClr val="accent6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AE30BA18-FD6A-49E6-9E8D-D32F73A69459}"/>
                </a:ext>
              </a:extLst>
            </p:cNvPr>
            <p:cNvSpPr/>
            <p:nvPr/>
          </p:nvSpPr>
          <p:spPr>
            <a:xfrm>
              <a:off x="9879935" y="2747969"/>
              <a:ext cx="161112" cy="13745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Isosceles Triangle 77">
              <a:extLst>
                <a:ext uri="{FF2B5EF4-FFF2-40B4-BE49-F238E27FC236}">
                  <a16:creationId xmlns:a16="http://schemas.microsoft.com/office/drawing/2014/main" id="{59E90657-7632-4A65-AB68-D6C41279A17C}"/>
                </a:ext>
              </a:extLst>
            </p:cNvPr>
            <p:cNvSpPr/>
            <p:nvPr/>
          </p:nvSpPr>
          <p:spPr>
            <a:xfrm flipV="1">
              <a:off x="9525269" y="3043228"/>
              <a:ext cx="292682" cy="283033"/>
            </a:xfrm>
            <a:custGeom>
              <a:avLst/>
              <a:gdLst>
                <a:gd name="connsiteX0" fmla="*/ 0 w 414826"/>
                <a:gd name="connsiteY0" fmla="*/ 791248 h 791248"/>
                <a:gd name="connsiteX1" fmla="*/ 207413 w 414826"/>
                <a:gd name="connsiteY1" fmla="*/ 0 h 791248"/>
                <a:gd name="connsiteX2" fmla="*/ 414826 w 414826"/>
                <a:gd name="connsiteY2" fmla="*/ 791248 h 791248"/>
                <a:gd name="connsiteX3" fmla="*/ 0 w 414826"/>
                <a:gd name="connsiteY3" fmla="*/ 791248 h 791248"/>
                <a:gd name="connsiteX0" fmla="*/ 0 w 414826"/>
                <a:gd name="connsiteY0" fmla="*/ 791248 h 791248"/>
                <a:gd name="connsiteX1" fmla="*/ 207413 w 414826"/>
                <a:gd name="connsiteY1" fmla="*/ 0 h 791248"/>
                <a:gd name="connsiteX2" fmla="*/ 245240 w 414826"/>
                <a:gd name="connsiteY2" fmla="*/ 50381 h 791248"/>
                <a:gd name="connsiteX3" fmla="*/ 414826 w 414826"/>
                <a:gd name="connsiteY3" fmla="*/ 791248 h 791248"/>
                <a:gd name="connsiteX4" fmla="*/ 0 w 414826"/>
                <a:gd name="connsiteY4" fmla="*/ 791248 h 791248"/>
                <a:gd name="connsiteX0" fmla="*/ 0 w 414826"/>
                <a:gd name="connsiteY0" fmla="*/ 791248 h 791248"/>
                <a:gd name="connsiteX1" fmla="*/ 207413 w 414826"/>
                <a:gd name="connsiteY1" fmla="*/ 0 h 791248"/>
                <a:gd name="connsiteX2" fmla="*/ 149354 w 414826"/>
                <a:gd name="connsiteY2" fmla="*/ 100466 h 791248"/>
                <a:gd name="connsiteX3" fmla="*/ 414826 w 414826"/>
                <a:gd name="connsiteY3" fmla="*/ 791248 h 791248"/>
                <a:gd name="connsiteX4" fmla="*/ 0 w 414826"/>
                <a:gd name="connsiteY4" fmla="*/ 791248 h 791248"/>
                <a:gd name="connsiteX0" fmla="*/ 0 w 414826"/>
                <a:gd name="connsiteY0" fmla="*/ 791248 h 791248"/>
                <a:gd name="connsiteX1" fmla="*/ 207413 w 414826"/>
                <a:gd name="connsiteY1" fmla="*/ 0 h 791248"/>
                <a:gd name="connsiteX2" fmla="*/ 285741 w 414826"/>
                <a:gd name="connsiteY2" fmla="*/ 86416 h 791248"/>
                <a:gd name="connsiteX3" fmla="*/ 414826 w 414826"/>
                <a:gd name="connsiteY3" fmla="*/ 791248 h 791248"/>
                <a:gd name="connsiteX4" fmla="*/ 0 w 414826"/>
                <a:gd name="connsiteY4" fmla="*/ 791248 h 791248"/>
                <a:gd name="connsiteX0" fmla="*/ 0 w 414826"/>
                <a:gd name="connsiteY0" fmla="*/ 743618 h 743618"/>
                <a:gd name="connsiteX1" fmla="*/ 145569 w 414826"/>
                <a:gd name="connsiteY1" fmla="*/ 0 h 743618"/>
                <a:gd name="connsiteX2" fmla="*/ 285741 w 414826"/>
                <a:gd name="connsiteY2" fmla="*/ 38786 h 743618"/>
                <a:gd name="connsiteX3" fmla="*/ 414826 w 414826"/>
                <a:gd name="connsiteY3" fmla="*/ 743618 h 743618"/>
                <a:gd name="connsiteX4" fmla="*/ 0 w 414826"/>
                <a:gd name="connsiteY4" fmla="*/ 743618 h 743618"/>
                <a:gd name="connsiteX0" fmla="*/ 0 w 347186"/>
                <a:gd name="connsiteY0" fmla="*/ 743618 h 743618"/>
                <a:gd name="connsiteX1" fmla="*/ 145569 w 347186"/>
                <a:gd name="connsiteY1" fmla="*/ 0 h 743618"/>
                <a:gd name="connsiteX2" fmla="*/ 285741 w 347186"/>
                <a:gd name="connsiteY2" fmla="*/ 38786 h 743618"/>
                <a:gd name="connsiteX3" fmla="*/ 347186 w 347186"/>
                <a:gd name="connsiteY3" fmla="*/ 740074 h 743618"/>
                <a:gd name="connsiteX4" fmla="*/ 0 w 347186"/>
                <a:gd name="connsiteY4" fmla="*/ 743618 h 743618"/>
                <a:gd name="connsiteX0" fmla="*/ 0 w 347186"/>
                <a:gd name="connsiteY0" fmla="*/ 714911 h 714911"/>
                <a:gd name="connsiteX1" fmla="*/ 127108 w 347186"/>
                <a:gd name="connsiteY1" fmla="*/ 0 h 714911"/>
                <a:gd name="connsiteX2" fmla="*/ 285741 w 347186"/>
                <a:gd name="connsiteY2" fmla="*/ 10079 h 714911"/>
                <a:gd name="connsiteX3" fmla="*/ 347186 w 347186"/>
                <a:gd name="connsiteY3" fmla="*/ 711367 h 714911"/>
                <a:gd name="connsiteX4" fmla="*/ 0 w 347186"/>
                <a:gd name="connsiteY4" fmla="*/ 714911 h 714911"/>
                <a:gd name="connsiteX0" fmla="*/ 0 w 347186"/>
                <a:gd name="connsiteY0" fmla="*/ 714911 h 714911"/>
                <a:gd name="connsiteX1" fmla="*/ 127108 w 347186"/>
                <a:gd name="connsiteY1" fmla="*/ 0 h 714911"/>
                <a:gd name="connsiteX2" fmla="*/ 285741 w 347186"/>
                <a:gd name="connsiteY2" fmla="*/ 10079 h 714911"/>
                <a:gd name="connsiteX3" fmla="*/ 347186 w 347186"/>
                <a:gd name="connsiteY3" fmla="*/ 711367 h 714911"/>
                <a:gd name="connsiteX4" fmla="*/ 0 w 347186"/>
                <a:gd name="connsiteY4" fmla="*/ 714911 h 714911"/>
                <a:gd name="connsiteX0" fmla="*/ 0 w 347186"/>
                <a:gd name="connsiteY0" fmla="*/ 714911 h 714911"/>
                <a:gd name="connsiteX1" fmla="*/ 127108 w 347186"/>
                <a:gd name="connsiteY1" fmla="*/ 0 h 714911"/>
                <a:gd name="connsiteX2" fmla="*/ 245036 w 347186"/>
                <a:gd name="connsiteY2" fmla="*/ 58816 h 714911"/>
                <a:gd name="connsiteX3" fmla="*/ 347186 w 347186"/>
                <a:gd name="connsiteY3" fmla="*/ 711367 h 714911"/>
                <a:gd name="connsiteX4" fmla="*/ 0 w 347186"/>
                <a:gd name="connsiteY4" fmla="*/ 714911 h 714911"/>
                <a:gd name="connsiteX0" fmla="*/ 0 w 282887"/>
                <a:gd name="connsiteY0" fmla="*/ 714911 h 724955"/>
                <a:gd name="connsiteX1" fmla="*/ 127108 w 282887"/>
                <a:gd name="connsiteY1" fmla="*/ 0 h 724955"/>
                <a:gd name="connsiteX2" fmla="*/ 245036 w 282887"/>
                <a:gd name="connsiteY2" fmla="*/ 58816 h 724955"/>
                <a:gd name="connsiteX3" fmla="*/ 282887 w 282887"/>
                <a:gd name="connsiteY3" fmla="*/ 724955 h 724955"/>
                <a:gd name="connsiteX4" fmla="*/ 0 w 282887"/>
                <a:gd name="connsiteY4" fmla="*/ 714911 h 724955"/>
                <a:gd name="connsiteX0" fmla="*/ 0 w 282887"/>
                <a:gd name="connsiteY0" fmla="*/ 672415 h 682459"/>
                <a:gd name="connsiteX1" fmla="*/ 129121 w 282887"/>
                <a:gd name="connsiteY1" fmla="*/ 0 h 682459"/>
                <a:gd name="connsiteX2" fmla="*/ 245036 w 282887"/>
                <a:gd name="connsiteY2" fmla="*/ 16320 h 682459"/>
                <a:gd name="connsiteX3" fmla="*/ 282887 w 282887"/>
                <a:gd name="connsiteY3" fmla="*/ 682459 h 682459"/>
                <a:gd name="connsiteX4" fmla="*/ 0 w 282887"/>
                <a:gd name="connsiteY4" fmla="*/ 672415 h 682459"/>
                <a:gd name="connsiteX0" fmla="*/ 0 w 282887"/>
                <a:gd name="connsiteY0" fmla="*/ 672415 h 682459"/>
                <a:gd name="connsiteX1" fmla="*/ 129121 w 282887"/>
                <a:gd name="connsiteY1" fmla="*/ 0 h 682459"/>
                <a:gd name="connsiteX2" fmla="*/ 260395 w 282887"/>
                <a:gd name="connsiteY2" fmla="*/ 46800 h 682459"/>
                <a:gd name="connsiteX3" fmla="*/ 282887 w 282887"/>
                <a:gd name="connsiteY3" fmla="*/ 682459 h 682459"/>
                <a:gd name="connsiteX4" fmla="*/ 0 w 282887"/>
                <a:gd name="connsiteY4" fmla="*/ 672415 h 682459"/>
                <a:gd name="connsiteX0" fmla="*/ 0 w 282887"/>
                <a:gd name="connsiteY0" fmla="*/ 651277 h 661321"/>
                <a:gd name="connsiteX1" fmla="*/ 128014 w 282887"/>
                <a:gd name="connsiteY1" fmla="*/ 0 h 661321"/>
                <a:gd name="connsiteX2" fmla="*/ 260395 w 282887"/>
                <a:gd name="connsiteY2" fmla="*/ 25662 h 661321"/>
                <a:gd name="connsiteX3" fmla="*/ 282887 w 282887"/>
                <a:gd name="connsiteY3" fmla="*/ 661321 h 661321"/>
                <a:gd name="connsiteX4" fmla="*/ 0 w 282887"/>
                <a:gd name="connsiteY4" fmla="*/ 651277 h 661321"/>
                <a:gd name="connsiteX0" fmla="*/ 0 w 275318"/>
                <a:gd name="connsiteY0" fmla="*/ 668630 h 668630"/>
                <a:gd name="connsiteX1" fmla="*/ 120445 w 275318"/>
                <a:gd name="connsiteY1" fmla="*/ 0 h 668630"/>
                <a:gd name="connsiteX2" fmla="*/ 252826 w 275318"/>
                <a:gd name="connsiteY2" fmla="*/ 25662 h 668630"/>
                <a:gd name="connsiteX3" fmla="*/ 275318 w 275318"/>
                <a:gd name="connsiteY3" fmla="*/ 661321 h 668630"/>
                <a:gd name="connsiteX4" fmla="*/ 0 w 275318"/>
                <a:gd name="connsiteY4" fmla="*/ 668630 h 668630"/>
                <a:gd name="connsiteX0" fmla="*/ 0 w 280412"/>
                <a:gd name="connsiteY0" fmla="*/ 668630 h 668630"/>
                <a:gd name="connsiteX1" fmla="*/ 120445 w 280412"/>
                <a:gd name="connsiteY1" fmla="*/ 0 h 668630"/>
                <a:gd name="connsiteX2" fmla="*/ 252826 w 280412"/>
                <a:gd name="connsiteY2" fmla="*/ 25662 h 668630"/>
                <a:gd name="connsiteX3" fmla="*/ 280412 w 280412"/>
                <a:gd name="connsiteY3" fmla="*/ 564088 h 668630"/>
                <a:gd name="connsiteX4" fmla="*/ 0 w 280412"/>
                <a:gd name="connsiteY4" fmla="*/ 668630 h 668630"/>
                <a:gd name="connsiteX0" fmla="*/ 0 w 245282"/>
                <a:gd name="connsiteY0" fmla="*/ 564491 h 564491"/>
                <a:gd name="connsiteX1" fmla="*/ 85315 w 245282"/>
                <a:gd name="connsiteY1" fmla="*/ 0 h 564491"/>
                <a:gd name="connsiteX2" fmla="*/ 217696 w 245282"/>
                <a:gd name="connsiteY2" fmla="*/ 25662 h 564491"/>
                <a:gd name="connsiteX3" fmla="*/ 245282 w 245282"/>
                <a:gd name="connsiteY3" fmla="*/ 564088 h 564491"/>
                <a:gd name="connsiteX4" fmla="*/ 0 w 245282"/>
                <a:gd name="connsiteY4" fmla="*/ 564491 h 564491"/>
                <a:gd name="connsiteX0" fmla="*/ 0 w 245282"/>
                <a:gd name="connsiteY0" fmla="*/ 546855 h 546855"/>
                <a:gd name="connsiteX1" fmla="*/ 88213 w 245282"/>
                <a:gd name="connsiteY1" fmla="*/ 7950 h 546855"/>
                <a:gd name="connsiteX2" fmla="*/ 217696 w 245282"/>
                <a:gd name="connsiteY2" fmla="*/ 8026 h 546855"/>
                <a:gd name="connsiteX3" fmla="*/ 245282 w 245282"/>
                <a:gd name="connsiteY3" fmla="*/ 546452 h 546855"/>
                <a:gd name="connsiteX4" fmla="*/ 0 w 245282"/>
                <a:gd name="connsiteY4" fmla="*/ 546855 h 546855"/>
                <a:gd name="connsiteX0" fmla="*/ 0 w 245282"/>
                <a:gd name="connsiteY0" fmla="*/ 569161 h 569161"/>
                <a:gd name="connsiteX1" fmla="*/ 77081 w 245282"/>
                <a:gd name="connsiteY1" fmla="*/ 0 h 569161"/>
                <a:gd name="connsiteX2" fmla="*/ 217696 w 245282"/>
                <a:gd name="connsiteY2" fmla="*/ 30332 h 569161"/>
                <a:gd name="connsiteX3" fmla="*/ 245282 w 245282"/>
                <a:gd name="connsiteY3" fmla="*/ 568758 h 569161"/>
                <a:gd name="connsiteX4" fmla="*/ 0 w 245282"/>
                <a:gd name="connsiteY4" fmla="*/ 569161 h 569161"/>
                <a:gd name="connsiteX0" fmla="*/ 0 w 245282"/>
                <a:gd name="connsiteY0" fmla="*/ 569161 h 569161"/>
                <a:gd name="connsiteX1" fmla="*/ 77081 w 245282"/>
                <a:gd name="connsiteY1" fmla="*/ 0 h 569161"/>
                <a:gd name="connsiteX2" fmla="*/ 217696 w 245282"/>
                <a:gd name="connsiteY2" fmla="*/ 30332 h 569161"/>
                <a:gd name="connsiteX3" fmla="*/ 245282 w 245282"/>
                <a:gd name="connsiteY3" fmla="*/ 568758 h 569161"/>
                <a:gd name="connsiteX4" fmla="*/ 0 w 245282"/>
                <a:gd name="connsiteY4" fmla="*/ 569161 h 569161"/>
                <a:gd name="connsiteX0" fmla="*/ 0 w 245282"/>
                <a:gd name="connsiteY0" fmla="*/ 569590 h 569590"/>
                <a:gd name="connsiteX1" fmla="*/ 77081 w 245282"/>
                <a:gd name="connsiteY1" fmla="*/ 429 h 569590"/>
                <a:gd name="connsiteX2" fmla="*/ 217696 w 245282"/>
                <a:gd name="connsiteY2" fmla="*/ 30761 h 569590"/>
                <a:gd name="connsiteX3" fmla="*/ 245282 w 245282"/>
                <a:gd name="connsiteY3" fmla="*/ 569187 h 569590"/>
                <a:gd name="connsiteX4" fmla="*/ 0 w 245282"/>
                <a:gd name="connsiteY4" fmla="*/ 569590 h 569590"/>
                <a:gd name="connsiteX0" fmla="*/ 0 w 245282"/>
                <a:gd name="connsiteY0" fmla="*/ 569590 h 569590"/>
                <a:gd name="connsiteX1" fmla="*/ 77081 w 245282"/>
                <a:gd name="connsiteY1" fmla="*/ 429 h 569590"/>
                <a:gd name="connsiteX2" fmla="*/ 217696 w 245282"/>
                <a:gd name="connsiteY2" fmla="*/ 30761 h 569590"/>
                <a:gd name="connsiteX3" fmla="*/ 245282 w 245282"/>
                <a:gd name="connsiteY3" fmla="*/ 569187 h 569590"/>
                <a:gd name="connsiteX4" fmla="*/ 0 w 245282"/>
                <a:gd name="connsiteY4" fmla="*/ 569590 h 569590"/>
                <a:gd name="connsiteX0" fmla="*/ 0 w 245282"/>
                <a:gd name="connsiteY0" fmla="*/ 573750 h 573750"/>
                <a:gd name="connsiteX1" fmla="*/ 77081 w 245282"/>
                <a:gd name="connsiteY1" fmla="*/ 4589 h 573750"/>
                <a:gd name="connsiteX2" fmla="*/ 214354 w 245282"/>
                <a:gd name="connsiteY2" fmla="*/ 17789 h 573750"/>
                <a:gd name="connsiteX3" fmla="*/ 245282 w 245282"/>
                <a:gd name="connsiteY3" fmla="*/ 573347 h 573750"/>
                <a:gd name="connsiteX4" fmla="*/ 0 w 245282"/>
                <a:gd name="connsiteY4" fmla="*/ 573750 h 573750"/>
                <a:gd name="connsiteX0" fmla="*/ 0 w 245282"/>
                <a:gd name="connsiteY0" fmla="*/ 569489 h 569489"/>
                <a:gd name="connsiteX1" fmla="*/ 77081 w 245282"/>
                <a:gd name="connsiteY1" fmla="*/ 328 h 569489"/>
                <a:gd name="connsiteX2" fmla="*/ 187882 w 245282"/>
                <a:gd name="connsiteY2" fmla="*/ 33337 h 569489"/>
                <a:gd name="connsiteX3" fmla="*/ 245282 w 245282"/>
                <a:gd name="connsiteY3" fmla="*/ 569086 h 569489"/>
                <a:gd name="connsiteX4" fmla="*/ 0 w 245282"/>
                <a:gd name="connsiteY4" fmla="*/ 569489 h 569489"/>
                <a:gd name="connsiteX0" fmla="*/ 0 w 245282"/>
                <a:gd name="connsiteY0" fmla="*/ 570595 h 570595"/>
                <a:gd name="connsiteX1" fmla="*/ 77081 w 245282"/>
                <a:gd name="connsiteY1" fmla="*/ 1434 h 570595"/>
                <a:gd name="connsiteX2" fmla="*/ 218140 w 245282"/>
                <a:gd name="connsiteY2" fmla="*/ 23311 h 570595"/>
                <a:gd name="connsiteX3" fmla="*/ 245282 w 245282"/>
                <a:gd name="connsiteY3" fmla="*/ 570192 h 570595"/>
                <a:gd name="connsiteX4" fmla="*/ 0 w 245282"/>
                <a:gd name="connsiteY4" fmla="*/ 570595 h 570595"/>
                <a:gd name="connsiteX0" fmla="*/ 0 w 245282"/>
                <a:gd name="connsiteY0" fmla="*/ 570645 h 570645"/>
                <a:gd name="connsiteX1" fmla="*/ 77081 w 245282"/>
                <a:gd name="connsiteY1" fmla="*/ 1484 h 570645"/>
                <a:gd name="connsiteX2" fmla="*/ 213912 w 245282"/>
                <a:gd name="connsiteY2" fmla="*/ 23140 h 570645"/>
                <a:gd name="connsiteX3" fmla="*/ 245282 w 245282"/>
                <a:gd name="connsiteY3" fmla="*/ 570242 h 570645"/>
                <a:gd name="connsiteX4" fmla="*/ 0 w 245282"/>
                <a:gd name="connsiteY4" fmla="*/ 570645 h 570645"/>
                <a:gd name="connsiteX0" fmla="*/ 0 w 245282"/>
                <a:gd name="connsiteY0" fmla="*/ 571137 h 571137"/>
                <a:gd name="connsiteX1" fmla="*/ 77081 w 245282"/>
                <a:gd name="connsiteY1" fmla="*/ 1976 h 571137"/>
                <a:gd name="connsiteX2" fmla="*/ 213912 w 245282"/>
                <a:gd name="connsiteY2" fmla="*/ 23632 h 571137"/>
                <a:gd name="connsiteX3" fmla="*/ 245282 w 245282"/>
                <a:gd name="connsiteY3" fmla="*/ 570734 h 571137"/>
                <a:gd name="connsiteX4" fmla="*/ 0 w 245282"/>
                <a:gd name="connsiteY4" fmla="*/ 571137 h 571137"/>
                <a:gd name="connsiteX0" fmla="*/ 0 w 245282"/>
                <a:gd name="connsiteY0" fmla="*/ 564277 h 564277"/>
                <a:gd name="connsiteX1" fmla="*/ 76416 w 245282"/>
                <a:gd name="connsiteY1" fmla="*/ 7798 h 564277"/>
                <a:gd name="connsiteX2" fmla="*/ 213912 w 245282"/>
                <a:gd name="connsiteY2" fmla="*/ 16772 h 564277"/>
                <a:gd name="connsiteX3" fmla="*/ 245282 w 245282"/>
                <a:gd name="connsiteY3" fmla="*/ 563874 h 564277"/>
                <a:gd name="connsiteX4" fmla="*/ 0 w 245282"/>
                <a:gd name="connsiteY4" fmla="*/ 564277 h 564277"/>
                <a:gd name="connsiteX0" fmla="*/ 0 w 245282"/>
                <a:gd name="connsiteY0" fmla="*/ 564277 h 564277"/>
                <a:gd name="connsiteX1" fmla="*/ 76416 w 245282"/>
                <a:gd name="connsiteY1" fmla="*/ 7798 h 564277"/>
                <a:gd name="connsiteX2" fmla="*/ 213912 w 245282"/>
                <a:gd name="connsiteY2" fmla="*/ 16772 h 564277"/>
                <a:gd name="connsiteX3" fmla="*/ 245282 w 245282"/>
                <a:gd name="connsiteY3" fmla="*/ 563874 h 564277"/>
                <a:gd name="connsiteX4" fmla="*/ 0 w 245282"/>
                <a:gd name="connsiteY4" fmla="*/ 564277 h 564277"/>
                <a:gd name="connsiteX0" fmla="*/ 0 w 245282"/>
                <a:gd name="connsiteY0" fmla="*/ 566063 h 566063"/>
                <a:gd name="connsiteX1" fmla="*/ 76416 w 245282"/>
                <a:gd name="connsiteY1" fmla="*/ 9584 h 566063"/>
                <a:gd name="connsiteX2" fmla="*/ 213912 w 245282"/>
                <a:gd name="connsiteY2" fmla="*/ 18558 h 566063"/>
                <a:gd name="connsiteX3" fmla="*/ 245282 w 245282"/>
                <a:gd name="connsiteY3" fmla="*/ 565660 h 566063"/>
                <a:gd name="connsiteX4" fmla="*/ 0 w 245282"/>
                <a:gd name="connsiteY4" fmla="*/ 566063 h 566063"/>
                <a:gd name="connsiteX0" fmla="*/ 0 w 245282"/>
                <a:gd name="connsiteY0" fmla="*/ 566063 h 566063"/>
                <a:gd name="connsiteX1" fmla="*/ 76416 w 245282"/>
                <a:gd name="connsiteY1" fmla="*/ 9584 h 566063"/>
                <a:gd name="connsiteX2" fmla="*/ 192626 w 245282"/>
                <a:gd name="connsiteY2" fmla="*/ 18558 h 566063"/>
                <a:gd name="connsiteX3" fmla="*/ 245282 w 245282"/>
                <a:gd name="connsiteY3" fmla="*/ 565660 h 566063"/>
                <a:gd name="connsiteX4" fmla="*/ 0 w 245282"/>
                <a:gd name="connsiteY4" fmla="*/ 566063 h 566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282" h="566063">
                  <a:moveTo>
                    <a:pt x="0" y="566063"/>
                  </a:moveTo>
                  <a:cubicBezTo>
                    <a:pt x="25472" y="380570"/>
                    <a:pt x="50501" y="203533"/>
                    <a:pt x="76416" y="9584"/>
                  </a:cubicBezTo>
                  <a:cubicBezTo>
                    <a:pt x="139751" y="2187"/>
                    <a:pt x="143968" y="-11429"/>
                    <a:pt x="192626" y="18558"/>
                  </a:cubicBezTo>
                  <a:lnTo>
                    <a:pt x="245282" y="565660"/>
                  </a:lnTo>
                  <a:lnTo>
                    <a:pt x="0" y="566063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Cylinder 85">
              <a:extLst>
                <a:ext uri="{FF2B5EF4-FFF2-40B4-BE49-F238E27FC236}">
                  <a16:creationId xmlns:a16="http://schemas.microsoft.com/office/drawing/2014/main" id="{B14B3730-102E-4DB1-BBFC-10AE94B47307}"/>
                </a:ext>
              </a:extLst>
            </p:cNvPr>
            <p:cNvSpPr/>
            <p:nvPr/>
          </p:nvSpPr>
          <p:spPr>
            <a:xfrm rot="5400000">
              <a:off x="9941611" y="2666241"/>
              <a:ext cx="395867" cy="358108"/>
            </a:xfrm>
            <a:prstGeom prst="can">
              <a:avLst>
                <a:gd name="adj" fmla="val 9632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Cylinder 86">
              <a:extLst>
                <a:ext uri="{FF2B5EF4-FFF2-40B4-BE49-F238E27FC236}">
                  <a16:creationId xmlns:a16="http://schemas.microsoft.com/office/drawing/2014/main" id="{339B0970-7301-4BFF-8113-1F1EC80F0C55}"/>
                </a:ext>
              </a:extLst>
            </p:cNvPr>
            <p:cNvSpPr/>
            <p:nvPr/>
          </p:nvSpPr>
          <p:spPr>
            <a:xfrm>
              <a:off x="9435909" y="2621718"/>
              <a:ext cx="471401" cy="421510"/>
            </a:xfrm>
            <a:prstGeom prst="can">
              <a:avLst>
                <a:gd name="adj" fmla="val 14654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88" name="Isosceles Triangle 79">
              <a:extLst>
                <a:ext uri="{FF2B5EF4-FFF2-40B4-BE49-F238E27FC236}">
                  <a16:creationId xmlns:a16="http://schemas.microsoft.com/office/drawing/2014/main" id="{2A15B0BE-1714-4524-A857-4A9CE85E25FE}"/>
                </a:ext>
              </a:extLst>
            </p:cNvPr>
            <p:cNvSpPr/>
            <p:nvPr/>
          </p:nvSpPr>
          <p:spPr>
            <a:xfrm>
              <a:off x="9480217" y="1018923"/>
              <a:ext cx="382784" cy="1633518"/>
            </a:xfrm>
            <a:custGeom>
              <a:avLst/>
              <a:gdLst>
                <a:gd name="connsiteX0" fmla="*/ 0 w 382784"/>
                <a:gd name="connsiteY0" fmla="*/ 1822311 h 1822311"/>
                <a:gd name="connsiteX1" fmla="*/ 191392 w 382784"/>
                <a:gd name="connsiteY1" fmla="*/ 0 h 1822311"/>
                <a:gd name="connsiteX2" fmla="*/ 382784 w 382784"/>
                <a:gd name="connsiteY2" fmla="*/ 1822311 h 1822311"/>
                <a:gd name="connsiteX3" fmla="*/ 0 w 382784"/>
                <a:gd name="connsiteY3" fmla="*/ 1822311 h 1822311"/>
                <a:gd name="connsiteX0" fmla="*/ 0 w 382784"/>
                <a:gd name="connsiteY0" fmla="*/ 1822311 h 1822311"/>
                <a:gd name="connsiteX1" fmla="*/ 191392 w 382784"/>
                <a:gd name="connsiteY1" fmla="*/ 0 h 1822311"/>
                <a:gd name="connsiteX2" fmla="*/ 270801 w 382784"/>
                <a:gd name="connsiteY2" fmla="*/ 118957 h 1822311"/>
                <a:gd name="connsiteX3" fmla="*/ 382784 w 382784"/>
                <a:gd name="connsiteY3" fmla="*/ 1822311 h 1822311"/>
                <a:gd name="connsiteX4" fmla="*/ 0 w 382784"/>
                <a:gd name="connsiteY4" fmla="*/ 1822311 h 1822311"/>
                <a:gd name="connsiteX0" fmla="*/ 0 w 382784"/>
                <a:gd name="connsiteY0" fmla="*/ 1714599 h 1714599"/>
                <a:gd name="connsiteX1" fmla="*/ 96142 w 382784"/>
                <a:gd name="connsiteY1" fmla="*/ 178038 h 1714599"/>
                <a:gd name="connsiteX2" fmla="*/ 270801 w 382784"/>
                <a:gd name="connsiteY2" fmla="*/ 11245 h 1714599"/>
                <a:gd name="connsiteX3" fmla="*/ 382784 w 382784"/>
                <a:gd name="connsiteY3" fmla="*/ 1714599 h 1714599"/>
                <a:gd name="connsiteX4" fmla="*/ 0 w 382784"/>
                <a:gd name="connsiteY4" fmla="*/ 1714599 h 1714599"/>
                <a:gd name="connsiteX0" fmla="*/ 0 w 382784"/>
                <a:gd name="connsiteY0" fmla="*/ 1599710 h 1599710"/>
                <a:gd name="connsiteX1" fmla="*/ 96142 w 382784"/>
                <a:gd name="connsiteY1" fmla="*/ 63149 h 1599710"/>
                <a:gd name="connsiteX2" fmla="*/ 289851 w 382784"/>
                <a:gd name="connsiteY2" fmla="*/ 17006 h 1599710"/>
                <a:gd name="connsiteX3" fmla="*/ 382784 w 382784"/>
                <a:gd name="connsiteY3" fmla="*/ 1599710 h 1599710"/>
                <a:gd name="connsiteX4" fmla="*/ 0 w 382784"/>
                <a:gd name="connsiteY4" fmla="*/ 1599710 h 1599710"/>
                <a:gd name="connsiteX0" fmla="*/ 0 w 382784"/>
                <a:gd name="connsiteY0" fmla="*/ 1612761 h 1612761"/>
                <a:gd name="connsiteX1" fmla="*/ 89792 w 382784"/>
                <a:gd name="connsiteY1" fmla="*/ 0 h 1612761"/>
                <a:gd name="connsiteX2" fmla="*/ 289851 w 382784"/>
                <a:gd name="connsiteY2" fmla="*/ 30057 h 1612761"/>
                <a:gd name="connsiteX3" fmla="*/ 382784 w 382784"/>
                <a:gd name="connsiteY3" fmla="*/ 1612761 h 1612761"/>
                <a:gd name="connsiteX4" fmla="*/ 0 w 382784"/>
                <a:gd name="connsiteY4" fmla="*/ 1612761 h 1612761"/>
                <a:gd name="connsiteX0" fmla="*/ 0 w 382784"/>
                <a:gd name="connsiteY0" fmla="*/ 1612761 h 1612761"/>
                <a:gd name="connsiteX1" fmla="*/ 89792 w 382784"/>
                <a:gd name="connsiteY1" fmla="*/ 0 h 1612761"/>
                <a:gd name="connsiteX2" fmla="*/ 289851 w 382784"/>
                <a:gd name="connsiteY2" fmla="*/ 30057 h 1612761"/>
                <a:gd name="connsiteX3" fmla="*/ 382784 w 382784"/>
                <a:gd name="connsiteY3" fmla="*/ 1612761 h 1612761"/>
                <a:gd name="connsiteX4" fmla="*/ 0 w 382784"/>
                <a:gd name="connsiteY4" fmla="*/ 1612761 h 1612761"/>
                <a:gd name="connsiteX0" fmla="*/ 0 w 382784"/>
                <a:gd name="connsiteY0" fmla="*/ 1651958 h 1651958"/>
                <a:gd name="connsiteX1" fmla="*/ 89792 w 382784"/>
                <a:gd name="connsiteY1" fmla="*/ 39197 h 1651958"/>
                <a:gd name="connsiteX2" fmla="*/ 289851 w 382784"/>
                <a:gd name="connsiteY2" fmla="*/ 69254 h 1651958"/>
                <a:gd name="connsiteX3" fmla="*/ 382784 w 382784"/>
                <a:gd name="connsiteY3" fmla="*/ 1651958 h 1651958"/>
                <a:gd name="connsiteX4" fmla="*/ 0 w 382784"/>
                <a:gd name="connsiteY4" fmla="*/ 1651958 h 1651958"/>
                <a:gd name="connsiteX0" fmla="*/ 0 w 382784"/>
                <a:gd name="connsiteY0" fmla="*/ 1662822 h 1662822"/>
                <a:gd name="connsiteX1" fmla="*/ 89792 w 382784"/>
                <a:gd name="connsiteY1" fmla="*/ 50061 h 1662822"/>
                <a:gd name="connsiteX2" fmla="*/ 321601 w 382784"/>
                <a:gd name="connsiteY2" fmla="*/ 54718 h 1662822"/>
                <a:gd name="connsiteX3" fmla="*/ 382784 w 382784"/>
                <a:gd name="connsiteY3" fmla="*/ 1662822 h 1662822"/>
                <a:gd name="connsiteX4" fmla="*/ 0 w 382784"/>
                <a:gd name="connsiteY4" fmla="*/ 1662822 h 1662822"/>
                <a:gd name="connsiteX0" fmla="*/ 0 w 382784"/>
                <a:gd name="connsiteY0" fmla="*/ 1662822 h 1662822"/>
                <a:gd name="connsiteX1" fmla="*/ 89792 w 382784"/>
                <a:gd name="connsiteY1" fmla="*/ 50061 h 1662822"/>
                <a:gd name="connsiteX2" fmla="*/ 321601 w 382784"/>
                <a:gd name="connsiteY2" fmla="*/ 54718 h 1662822"/>
                <a:gd name="connsiteX3" fmla="*/ 382784 w 382784"/>
                <a:gd name="connsiteY3" fmla="*/ 1662822 h 1662822"/>
                <a:gd name="connsiteX4" fmla="*/ 0 w 382784"/>
                <a:gd name="connsiteY4" fmla="*/ 1662822 h 1662822"/>
                <a:gd name="connsiteX0" fmla="*/ 0 w 382784"/>
                <a:gd name="connsiteY0" fmla="*/ 1649746 h 1649746"/>
                <a:gd name="connsiteX1" fmla="*/ 89792 w 382784"/>
                <a:gd name="connsiteY1" fmla="*/ 36985 h 1649746"/>
                <a:gd name="connsiteX2" fmla="*/ 321601 w 382784"/>
                <a:gd name="connsiteY2" fmla="*/ 73392 h 1649746"/>
                <a:gd name="connsiteX3" fmla="*/ 382784 w 382784"/>
                <a:gd name="connsiteY3" fmla="*/ 1649746 h 1649746"/>
                <a:gd name="connsiteX4" fmla="*/ 0 w 382784"/>
                <a:gd name="connsiteY4" fmla="*/ 1649746 h 1649746"/>
                <a:gd name="connsiteX0" fmla="*/ 0 w 382784"/>
                <a:gd name="connsiteY0" fmla="*/ 1634390 h 1634390"/>
                <a:gd name="connsiteX1" fmla="*/ 83442 w 382784"/>
                <a:gd name="connsiteY1" fmla="*/ 47029 h 1634390"/>
                <a:gd name="connsiteX2" fmla="*/ 321601 w 382784"/>
                <a:gd name="connsiteY2" fmla="*/ 58036 h 1634390"/>
                <a:gd name="connsiteX3" fmla="*/ 382784 w 382784"/>
                <a:gd name="connsiteY3" fmla="*/ 1634390 h 1634390"/>
                <a:gd name="connsiteX4" fmla="*/ 0 w 382784"/>
                <a:gd name="connsiteY4" fmla="*/ 1634390 h 1634390"/>
                <a:gd name="connsiteX0" fmla="*/ 0 w 382784"/>
                <a:gd name="connsiteY0" fmla="*/ 1626559 h 1626559"/>
                <a:gd name="connsiteX1" fmla="*/ 83442 w 382784"/>
                <a:gd name="connsiteY1" fmla="*/ 39198 h 1626559"/>
                <a:gd name="connsiteX2" fmla="*/ 340651 w 382784"/>
                <a:gd name="connsiteY2" fmla="*/ 69255 h 1626559"/>
                <a:gd name="connsiteX3" fmla="*/ 382784 w 382784"/>
                <a:gd name="connsiteY3" fmla="*/ 1626559 h 1626559"/>
                <a:gd name="connsiteX4" fmla="*/ 0 w 382784"/>
                <a:gd name="connsiteY4" fmla="*/ 1626559 h 1626559"/>
                <a:gd name="connsiteX0" fmla="*/ 0 w 382784"/>
                <a:gd name="connsiteY0" fmla="*/ 1632538 h 1632538"/>
                <a:gd name="connsiteX1" fmla="*/ 83442 w 382784"/>
                <a:gd name="connsiteY1" fmla="*/ 45177 h 1632538"/>
                <a:gd name="connsiteX2" fmla="*/ 340651 w 382784"/>
                <a:gd name="connsiteY2" fmla="*/ 75234 h 1632538"/>
                <a:gd name="connsiteX3" fmla="*/ 382784 w 382784"/>
                <a:gd name="connsiteY3" fmla="*/ 1632538 h 1632538"/>
                <a:gd name="connsiteX4" fmla="*/ 0 w 382784"/>
                <a:gd name="connsiteY4" fmla="*/ 1632538 h 1632538"/>
                <a:gd name="connsiteX0" fmla="*/ 0 w 382784"/>
                <a:gd name="connsiteY0" fmla="*/ 1644734 h 1644734"/>
                <a:gd name="connsiteX1" fmla="*/ 83442 w 382784"/>
                <a:gd name="connsiteY1" fmla="*/ 57373 h 1644734"/>
                <a:gd name="connsiteX2" fmla="*/ 340651 w 382784"/>
                <a:gd name="connsiteY2" fmla="*/ 62030 h 1644734"/>
                <a:gd name="connsiteX3" fmla="*/ 382784 w 382784"/>
                <a:gd name="connsiteY3" fmla="*/ 1644734 h 1644734"/>
                <a:gd name="connsiteX4" fmla="*/ 0 w 382784"/>
                <a:gd name="connsiteY4" fmla="*/ 1644734 h 1644734"/>
                <a:gd name="connsiteX0" fmla="*/ 0 w 382784"/>
                <a:gd name="connsiteY0" fmla="*/ 1639814 h 1639814"/>
                <a:gd name="connsiteX1" fmla="*/ 83442 w 382784"/>
                <a:gd name="connsiteY1" fmla="*/ 52453 h 1639814"/>
                <a:gd name="connsiteX2" fmla="*/ 340651 w 382784"/>
                <a:gd name="connsiteY2" fmla="*/ 57110 h 1639814"/>
                <a:gd name="connsiteX3" fmla="*/ 382784 w 382784"/>
                <a:gd name="connsiteY3" fmla="*/ 1639814 h 1639814"/>
                <a:gd name="connsiteX4" fmla="*/ 0 w 382784"/>
                <a:gd name="connsiteY4" fmla="*/ 1639814 h 1639814"/>
                <a:gd name="connsiteX0" fmla="*/ 0 w 382784"/>
                <a:gd name="connsiteY0" fmla="*/ 1643162 h 1643162"/>
                <a:gd name="connsiteX1" fmla="*/ 83442 w 382784"/>
                <a:gd name="connsiteY1" fmla="*/ 55801 h 1643162"/>
                <a:gd name="connsiteX2" fmla="*/ 321601 w 382784"/>
                <a:gd name="connsiteY2" fmla="*/ 54108 h 1643162"/>
                <a:gd name="connsiteX3" fmla="*/ 382784 w 382784"/>
                <a:gd name="connsiteY3" fmla="*/ 1643162 h 1643162"/>
                <a:gd name="connsiteX4" fmla="*/ 0 w 382784"/>
                <a:gd name="connsiteY4" fmla="*/ 1643162 h 1643162"/>
                <a:gd name="connsiteX0" fmla="*/ 0 w 382784"/>
                <a:gd name="connsiteY0" fmla="*/ 1633099 h 1633099"/>
                <a:gd name="connsiteX1" fmla="*/ 51692 w 382784"/>
                <a:gd name="connsiteY1" fmla="*/ 71138 h 1633099"/>
                <a:gd name="connsiteX2" fmla="*/ 321601 w 382784"/>
                <a:gd name="connsiteY2" fmla="*/ 44045 h 1633099"/>
                <a:gd name="connsiteX3" fmla="*/ 382784 w 382784"/>
                <a:gd name="connsiteY3" fmla="*/ 1633099 h 1633099"/>
                <a:gd name="connsiteX4" fmla="*/ 0 w 382784"/>
                <a:gd name="connsiteY4" fmla="*/ 1633099 h 1633099"/>
                <a:gd name="connsiteX0" fmla="*/ 0 w 382784"/>
                <a:gd name="connsiteY0" fmla="*/ 1617763 h 1617763"/>
                <a:gd name="connsiteX1" fmla="*/ 51692 w 382784"/>
                <a:gd name="connsiteY1" fmla="*/ 55802 h 1617763"/>
                <a:gd name="connsiteX2" fmla="*/ 334301 w 382784"/>
                <a:gd name="connsiteY2" fmla="*/ 54109 h 1617763"/>
                <a:gd name="connsiteX3" fmla="*/ 382784 w 382784"/>
                <a:gd name="connsiteY3" fmla="*/ 1617763 h 1617763"/>
                <a:gd name="connsiteX4" fmla="*/ 0 w 382784"/>
                <a:gd name="connsiteY4" fmla="*/ 1617763 h 1617763"/>
                <a:gd name="connsiteX0" fmla="*/ 0 w 382784"/>
                <a:gd name="connsiteY0" fmla="*/ 1617763 h 1633636"/>
                <a:gd name="connsiteX1" fmla="*/ 51692 w 382784"/>
                <a:gd name="connsiteY1" fmla="*/ 55802 h 1633636"/>
                <a:gd name="connsiteX2" fmla="*/ 334301 w 382784"/>
                <a:gd name="connsiteY2" fmla="*/ 54109 h 1633636"/>
                <a:gd name="connsiteX3" fmla="*/ 382784 w 382784"/>
                <a:gd name="connsiteY3" fmla="*/ 1617763 h 1633636"/>
                <a:gd name="connsiteX4" fmla="*/ 173903 w 382784"/>
                <a:gd name="connsiteY4" fmla="*/ 1633518 h 1633636"/>
                <a:gd name="connsiteX5" fmla="*/ 0 w 382784"/>
                <a:gd name="connsiteY5" fmla="*/ 1617763 h 1633636"/>
                <a:gd name="connsiteX0" fmla="*/ 0 w 382784"/>
                <a:gd name="connsiteY0" fmla="*/ 1617763 h 1633636"/>
                <a:gd name="connsiteX1" fmla="*/ 51692 w 382784"/>
                <a:gd name="connsiteY1" fmla="*/ 55802 h 1633636"/>
                <a:gd name="connsiteX2" fmla="*/ 334301 w 382784"/>
                <a:gd name="connsiteY2" fmla="*/ 54109 h 1633636"/>
                <a:gd name="connsiteX3" fmla="*/ 382784 w 382784"/>
                <a:gd name="connsiteY3" fmla="*/ 1617763 h 1633636"/>
                <a:gd name="connsiteX4" fmla="*/ 173903 w 382784"/>
                <a:gd name="connsiteY4" fmla="*/ 1633518 h 1633636"/>
                <a:gd name="connsiteX5" fmla="*/ 0 w 382784"/>
                <a:gd name="connsiteY5" fmla="*/ 1617763 h 1633636"/>
                <a:gd name="connsiteX0" fmla="*/ 0 w 382784"/>
                <a:gd name="connsiteY0" fmla="*/ 1617763 h 1634031"/>
                <a:gd name="connsiteX1" fmla="*/ 51692 w 382784"/>
                <a:gd name="connsiteY1" fmla="*/ 55802 h 1634031"/>
                <a:gd name="connsiteX2" fmla="*/ 334301 w 382784"/>
                <a:gd name="connsiteY2" fmla="*/ 54109 h 1634031"/>
                <a:gd name="connsiteX3" fmla="*/ 382784 w 382784"/>
                <a:gd name="connsiteY3" fmla="*/ 1617763 h 1634031"/>
                <a:gd name="connsiteX4" fmla="*/ 173903 w 382784"/>
                <a:gd name="connsiteY4" fmla="*/ 1633518 h 1634031"/>
                <a:gd name="connsiteX5" fmla="*/ 0 w 382784"/>
                <a:gd name="connsiteY5" fmla="*/ 1617763 h 1634031"/>
                <a:gd name="connsiteX0" fmla="*/ 0 w 382784"/>
                <a:gd name="connsiteY0" fmla="*/ 1617763 h 1642179"/>
                <a:gd name="connsiteX1" fmla="*/ 51692 w 382784"/>
                <a:gd name="connsiteY1" fmla="*/ 55802 h 1642179"/>
                <a:gd name="connsiteX2" fmla="*/ 334301 w 382784"/>
                <a:gd name="connsiteY2" fmla="*/ 54109 h 1642179"/>
                <a:gd name="connsiteX3" fmla="*/ 382784 w 382784"/>
                <a:gd name="connsiteY3" fmla="*/ 1617763 h 1642179"/>
                <a:gd name="connsiteX4" fmla="*/ 190837 w 382784"/>
                <a:gd name="connsiteY4" fmla="*/ 1641984 h 1642179"/>
                <a:gd name="connsiteX5" fmla="*/ 0 w 382784"/>
                <a:gd name="connsiteY5" fmla="*/ 1617763 h 1642179"/>
                <a:gd name="connsiteX0" fmla="*/ 0 w 382784"/>
                <a:gd name="connsiteY0" fmla="*/ 1617763 h 1642179"/>
                <a:gd name="connsiteX1" fmla="*/ 51692 w 382784"/>
                <a:gd name="connsiteY1" fmla="*/ 55802 h 1642179"/>
                <a:gd name="connsiteX2" fmla="*/ 334301 w 382784"/>
                <a:gd name="connsiteY2" fmla="*/ 54109 h 1642179"/>
                <a:gd name="connsiteX3" fmla="*/ 382784 w 382784"/>
                <a:gd name="connsiteY3" fmla="*/ 1617763 h 1642179"/>
                <a:gd name="connsiteX4" fmla="*/ 190837 w 382784"/>
                <a:gd name="connsiteY4" fmla="*/ 1641984 h 1642179"/>
                <a:gd name="connsiteX5" fmla="*/ 0 w 382784"/>
                <a:gd name="connsiteY5" fmla="*/ 1617763 h 1642179"/>
                <a:gd name="connsiteX0" fmla="*/ 0 w 382784"/>
                <a:gd name="connsiteY0" fmla="*/ 1617763 h 1642179"/>
                <a:gd name="connsiteX1" fmla="*/ 51692 w 382784"/>
                <a:gd name="connsiteY1" fmla="*/ 55802 h 1642179"/>
                <a:gd name="connsiteX2" fmla="*/ 334301 w 382784"/>
                <a:gd name="connsiteY2" fmla="*/ 54109 h 1642179"/>
                <a:gd name="connsiteX3" fmla="*/ 382784 w 382784"/>
                <a:gd name="connsiteY3" fmla="*/ 1617763 h 1642179"/>
                <a:gd name="connsiteX4" fmla="*/ 190837 w 382784"/>
                <a:gd name="connsiteY4" fmla="*/ 1641984 h 1642179"/>
                <a:gd name="connsiteX5" fmla="*/ 0 w 382784"/>
                <a:gd name="connsiteY5" fmla="*/ 1617763 h 1642179"/>
                <a:gd name="connsiteX0" fmla="*/ 0 w 382784"/>
                <a:gd name="connsiteY0" fmla="*/ 1617763 h 1634031"/>
                <a:gd name="connsiteX1" fmla="*/ 51692 w 382784"/>
                <a:gd name="connsiteY1" fmla="*/ 55802 h 1634031"/>
                <a:gd name="connsiteX2" fmla="*/ 334301 w 382784"/>
                <a:gd name="connsiteY2" fmla="*/ 54109 h 1634031"/>
                <a:gd name="connsiteX3" fmla="*/ 382784 w 382784"/>
                <a:gd name="connsiteY3" fmla="*/ 1617763 h 1634031"/>
                <a:gd name="connsiteX4" fmla="*/ 190837 w 382784"/>
                <a:gd name="connsiteY4" fmla="*/ 1633518 h 1634031"/>
                <a:gd name="connsiteX5" fmla="*/ 0 w 382784"/>
                <a:gd name="connsiteY5" fmla="*/ 1617763 h 1634031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9083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9083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9083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9083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9083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43043"/>
                <a:gd name="connsiteX1" fmla="*/ 51692 w 382784"/>
                <a:gd name="connsiteY1" fmla="*/ 55802 h 1643043"/>
                <a:gd name="connsiteX2" fmla="*/ 334301 w 382784"/>
                <a:gd name="connsiteY2" fmla="*/ 54109 h 1643043"/>
                <a:gd name="connsiteX3" fmla="*/ 382784 w 382784"/>
                <a:gd name="connsiteY3" fmla="*/ 1617763 h 1643043"/>
                <a:gd name="connsiteX4" fmla="*/ 194012 w 382784"/>
                <a:gd name="connsiteY4" fmla="*/ 1643043 h 1643043"/>
                <a:gd name="connsiteX5" fmla="*/ 0 w 382784"/>
                <a:gd name="connsiteY5" fmla="*/ 1617763 h 1643043"/>
                <a:gd name="connsiteX0" fmla="*/ 0 w 382784"/>
                <a:gd name="connsiteY0" fmla="*/ 1617763 h 1643043"/>
                <a:gd name="connsiteX1" fmla="*/ 51692 w 382784"/>
                <a:gd name="connsiteY1" fmla="*/ 55802 h 1643043"/>
                <a:gd name="connsiteX2" fmla="*/ 334301 w 382784"/>
                <a:gd name="connsiteY2" fmla="*/ 54109 h 1643043"/>
                <a:gd name="connsiteX3" fmla="*/ 382784 w 382784"/>
                <a:gd name="connsiteY3" fmla="*/ 1617763 h 1643043"/>
                <a:gd name="connsiteX4" fmla="*/ 194012 w 382784"/>
                <a:gd name="connsiteY4" fmla="*/ 1643043 h 1643043"/>
                <a:gd name="connsiteX5" fmla="*/ 0 w 382784"/>
                <a:gd name="connsiteY5" fmla="*/ 1617763 h 1643043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8448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84487 w 382784"/>
                <a:gd name="connsiteY4" fmla="*/ 1633518 h 1633518"/>
                <a:gd name="connsiteX5" fmla="*/ 0 w 382784"/>
                <a:gd name="connsiteY5" fmla="*/ 1617763 h 1633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2784" h="1633518">
                  <a:moveTo>
                    <a:pt x="0" y="1617763"/>
                  </a:moveTo>
                  <a:lnTo>
                    <a:pt x="51692" y="55802"/>
                  </a:lnTo>
                  <a:cubicBezTo>
                    <a:pt x="135312" y="-10379"/>
                    <a:pt x="225281" y="-25760"/>
                    <a:pt x="334301" y="54109"/>
                  </a:cubicBezTo>
                  <a:lnTo>
                    <a:pt x="382784" y="1617763"/>
                  </a:lnTo>
                  <a:cubicBezTo>
                    <a:pt x="295871" y="1639242"/>
                    <a:pt x="276691" y="1619447"/>
                    <a:pt x="184487" y="1633518"/>
                  </a:cubicBezTo>
                  <a:cubicBezTo>
                    <a:pt x="93358" y="1620152"/>
                    <a:pt x="79487" y="1635362"/>
                    <a:pt x="0" y="1617763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B04A3FF7-EE35-4AC4-8DE8-277A05CB1C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61799" y="1117476"/>
              <a:ext cx="27674" cy="14926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1CB6AB19-0C2E-4E1C-98DF-1BC10379E1BF}"/>
                </a:ext>
              </a:extLst>
            </p:cNvPr>
            <p:cNvCxnSpPr>
              <a:cxnSpLocks/>
              <a:stCxn id="88" idx="0"/>
              <a:endCxn id="88" idx="4"/>
            </p:cNvCxnSpPr>
            <p:nvPr/>
          </p:nvCxnSpPr>
          <p:spPr>
            <a:xfrm>
              <a:off x="9480217" y="2636686"/>
              <a:ext cx="184487" cy="1575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Arc 90">
              <a:extLst>
                <a:ext uri="{FF2B5EF4-FFF2-40B4-BE49-F238E27FC236}">
                  <a16:creationId xmlns:a16="http://schemas.microsoft.com/office/drawing/2014/main" id="{DC6A5964-C441-40B9-B482-1501BAD041BF}"/>
                </a:ext>
              </a:extLst>
            </p:cNvPr>
            <p:cNvSpPr/>
            <p:nvPr/>
          </p:nvSpPr>
          <p:spPr>
            <a:xfrm rot="10455752">
              <a:off x="9505224" y="2529210"/>
              <a:ext cx="294204" cy="81457"/>
            </a:xfrm>
            <a:prstGeom prst="arc">
              <a:avLst>
                <a:gd name="adj1" fmla="val 15628279"/>
                <a:gd name="adj2" fmla="val 21412419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92" name="Arc 91">
              <a:extLst>
                <a:ext uri="{FF2B5EF4-FFF2-40B4-BE49-F238E27FC236}">
                  <a16:creationId xmlns:a16="http://schemas.microsoft.com/office/drawing/2014/main" id="{A7902414-1C89-41BE-9615-EB197EF0C295}"/>
                </a:ext>
              </a:extLst>
            </p:cNvPr>
            <p:cNvSpPr/>
            <p:nvPr/>
          </p:nvSpPr>
          <p:spPr>
            <a:xfrm rot="10455752">
              <a:off x="9545409" y="1585734"/>
              <a:ext cx="223299" cy="4571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93" name="Arc 92">
              <a:extLst>
                <a:ext uri="{FF2B5EF4-FFF2-40B4-BE49-F238E27FC236}">
                  <a16:creationId xmlns:a16="http://schemas.microsoft.com/office/drawing/2014/main" id="{9BD6F89C-7673-42A0-B78C-017C42752E9A}"/>
                </a:ext>
              </a:extLst>
            </p:cNvPr>
            <p:cNvSpPr/>
            <p:nvPr/>
          </p:nvSpPr>
          <p:spPr>
            <a:xfrm rot="10455752">
              <a:off x="9512078" y="2417478"/>
              <a:ext cx="303590" cy="5612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94" name="Arc 93">
              <a:extLst>
                <a:ext uri="{FF2B5EF4-FFF2-40B4-BE49-F238E27FC236}">
                  <a16:creationId xmlns:a16="http://schemas.microsoft.com/office/drawing/2014/main" id="{F99449B9-03DE-44C9-B3B0-42DA1D072572}"/>
                </a:ext>
              </a:extLst>
            </p:cNvPr>
            <p:cNvSpPr/>
            <p:nvPr/>
          </p:nvSpPr>
          <p:spPr>
            <a:xfrm rot="10455752">
              <a:off x="9546874" y="1437939"/>
              <a:ext cx="221938" cy="4571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95" name="Arc 94">
              <a:extLst>
                <a:ext uri="{FF2B5EF4-FFF2-40B4-BE49-F238E27FC236}">
                  <a16:creationId xmlns:a16="http://schemas.microsoft.com/office/drawing/2014/main" id="{B8BC2158-76BD-454C-BAAF-0AC2FEF53454}"/>
                </a:ext>
              </a:extLst>
            </p:cNvPr>
            <p:cNvSpPr/>
            <p:nvPr/>
          </p:nvSpPr>
          <p:spPr>
            <a:xfrm rot="10455752">
              <a:off x="9518949" y="2271631"/>
              <a:ext cx="281338" cy="63614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96" name="Arc 95">
              <a:extLst>
                <a:ext uri="{FF2B5EF4-FFF2-40B4-BE49-F238E27FC236}">
                  <a16:creationId xmlns:a16="http://schemas.microsoft.com/office/drawing/2014/main" id="{0FE6511E-5CA8-4413-B218-563B276F916B}"/>
                </a:ext>
              </a:extLst>
            </p:cNvPr>
            <p:cNvSpPr/>
            <p:nvPr/>
          </p:nvSpPr>
          <p:spPr>
            <a:xfrm rot="10455752">
              <a:off x="9541584" y="1732812"/>
              <a:ext cx="231795" cy="4729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97" name="Arc 96">
              <a:extLst>
                <a:ext uri="{FF2B5EF4-FFF2-40B4-BE49-F238E27FC236}">
                  <a16:creationId xmlns:a16="http://schemas.microsoft.com/office/drawing/2014/main" id="{0C1AE7FA-59F4-4D6C-871D-1561EE2AA528}"/>
                </a:ext>
              </a:extLst>
            </p:cNvPr>
            <p:cNvSpPr/>
            <p:nvPr/>
          </p:nvSpPr>
          <p:spPr>
            <a:xfrm rot="10455752">
              <a:off x="9523117" y="2134871"/>
              <a:ext cx="250236" cy="5893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98" name="Arc 97">
              <a:extLst>
                <a:ext uri="{FF2B5EF4-FFF2-40B4-BE49-F238E27FC236}">
                  <a16:creationId xmlns:a16="http://schemas.microsoft.com/office/drawing/2014/main" id="{2FEE8F86-FC2E-47A1-BE6E-137108D606D5}"/>
                </a:ext>
              </a:extLst>
            </p:cNvPr>
            <p:cNvSpPr/>
            <p:nvPr/>
          </p:nvSpPr>
          <p:spPr>
            <a:xfrm rot="10455752">
              <a:off x="9532363" y="1870954"/>
              <a:ext cx="250236" cy="4802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99" name="Arc 98">
              <a:extLst>
                <a:ext uri="{FF2B5EF4-FFF2-40B4-BE49-F238E27FC236}">
                  <a16:creationId xmlns:a16="http://schemas.microsoft.com/office/drawing/2014/main" id="{A513F67A-3910-431F-B3D4-B2FA42239CF7}"/>
                </a:ext>
              </a:extLst>
            </p:cNvPr>
            <p:cNvSpPr/>
            <p:nvPr/>
          </p:nvSpPr>
          <p:spPr>
            <a:xfrm rot="10455752">
              <a:off x="9527099" y="2006669"/>
              <a:ext cx="250236" cy="49164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00" name="Arc 99">
              <a:extLst>
                <a:ext uri="{FF2B5EF4-FFF2-40B4-BE49-F238E27FC236}">
                  <a16:creationId xmlns:a16="http://schemas.microsoft.com/office/drawing/2014/main" id="{A27F2F2A-2854-4729-A35C-2AE282D9C921}"/>
                </a:ext>
              </a:extLst>
            </p:cNvPr>
            <p:cNvSpPr/>
            <p:nvPr/>
          </p:nvSpPr>
          <p:spPr>
            <a:xfrm rot="10455752">
              <a:off x="9554816" y="1289469"/>
              <a:ext cx="206022" cy="4571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01" name="Arc 100">
              <a:extLst>
                <a:ext uri="{FF2B5EF4-FFF2-40B4-BE49-F238E27FC236}">
                  <a16:creationId xmlns:a16="http://schemas.microsoft.com/office/drawing/2014/main" id="{DC75F4A9-621A-432D-B0C4-C504E3BF58F1}"/>
                </a:ext>
              </a:extLst>
            </p:cNvPr>
            <p:cNvSpPr/>
            <p:nvPr/>
          </p:nvSpPr>
          <p:spPr>
            <a:xfrm rot="10455752">
              <a:off x="9556441" y="1113370"/>
              <a:ext cx="204540" cy="4571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C62D79E-11D4-4C14-947D-4B7767057662}"/>
                </a:ext>
              </a:extLst>
            </p:cNvPr>
            <p:cNvSpPr txBox="1"/>
            <p:nvPr/>
          </p:nvSpPr>
          <p:spPr>
            <a:xfrm>
              <a:off x="9581207" y="2514336"/>
              <a:ext cx="19727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0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22C40C43-7F1D-4F9E-94B2-DFCB1CFCC218}"/>
                </a:ext>
              </a:extLst>
            </p:cNvPr>
            <p:cNvSpPr txBox="1"/>
            <p:nvPr/>
          </p:nvSpPr>
          <p:spPr>
            <a:xfrm>
              <a:off x="9574529" y="2384942"/>
              <a:ext cx="20225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1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3A6E8AD1-DED5-4022-968E-38BE612510AC}"/>
                </a:ext>
              </a:extLst>
            </p:cNvPr>
            <p:cNvSpPr txBox="1"/>
            <p:nvPr/>
          </p:nvSpPr>
          <p:spPr>
            <a:xfrm>
              <a:off x="9574336" y="2247584"/>
              <a:ext cx="19976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2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F074D8DF-23CA-4756-9076-97057B94FCAE}"/>
                </a:ext>
              </a:extLst>
            </p:cNvPr>
            <p:cNvSpPr txBox="1"/>
            <p:nvPr/>
          </p:nvSpPr>
          <p:spPr>
            <a:xfrm>
              <a:off x="9582652" y="2100817"/>
              <a:ext cx="276765" cy="189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3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6FED30D9-4B9B-456B-82DF-5B4A4D289ED4}"/>
                </a:ext>
              </a:extLst>
            </p:cNvPr>
            <p:cNvSpPr txBox="1"/>
            <p:nvPr/>
          </p:nvSpPr>
          <p:spPr>
            <a:xfrm>
              <a:off x="9579009" y="1959235"/>
              <a:ext cx="20253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4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516258FE-1340-42F7-9343-FC776389744C}"/>
                </a:ext>
              </a:extLst>
            </p:cNvPr>
            <p:cNvSpPr txBox="1"/>
            <p:nvPr/>
          </p:nvSpPr>
          <p:spPr>
            <a:xfrm>
              <a:off x="9581381" y="1825371"/>
              <a:ext cx="19325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5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A06883FE-3BB5-43F1-B60A-F318D6FD74CB}"/>
                </a:ext>
              </a:extLst>
            </p:cNvPr>
            <p:cNvSpPr txBox="1"/>
            <p:nvPr/>
          </p:nvSpPr>
          <p:spPr>
            <a:xfrm>
              <a:off x="9581382" y="1685951"/>
              <a:ext cx="19325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6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0398C2D6-B538-49C5-B2E2-D8B2FE43AC90}"/>
                </a:ext>
              </a:extLst>
            </p:cNvPr>
            <p:cNvSpPr txBox="1"/>
            <p:nvPr/>
          </p:nvSpPr>
          <p:spPr>
            <a:xfrm>
              <a:off x="9587992" y="1543537"/>
              <a:ext cx="19325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8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D0C4774-CAC5-4CBB-8F33-BA6FE51CB298}"/>
                </a:ext>
              </a:extLst>
            </p:cNvPr>
            <p:cNvSpPr txBox="1"/>
            <p:nvPr/>
          </p:nvSpPr>
          <p:spPr>
            <a:xfrm>
              <a:off x="9575960" y="1393994"/>
              <a:ext cx="26923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10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176CED6C-D947-4DF4-87A5-814D89F51574}"/>
                </a:ext>
              </a:extLst>
            </p:cNvPr>
            <p:cNvSpPr txBox="1"/>
            <p:nvPr/>
          </p:nvSpPr>
          <p:spPr>
            <a:xfrm>
              <a:off x="9584241" y="1244629"/>
              <a:ext cx="26788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12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8E818CD8-18F9-475D-B18E-940664A2AC42}"/>
                </a:ext>
              </a:extLst>
            </p:cNvPr>
            <p:cNvSpPr txBox="1"/>
            <p:nvPr/>
          </p:nvSpPr>
          <p:spPr>
            <a:xfrm>
              <a:off x="9576169" y="1076245"/>
              <a:ext cx="27683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15</a:t>
              </a:r>
            </a:p>
          </p:txBody>
        </p:sp>
      </p:grpSp>
      <p:sp>
        <p:nvSpPr>
          <p:cNvPr id="113" name="Freeform: Shape 112">
            <a:extLst>
              <a:ext uri="{FF2B5EF4-FFF2-40B4-BE49-F238E27FC236}">
                <a16:creationId xmlns:a16="http://schemas.microsoft.com/office/drawing/2014/main" id="{3092BAD0-A152-4F7A-8DE5-3E2F20777DB8}"/>
              </a:ext>
            </a:extLst>
          </p:cNvPr>
          <p:cNvSpPr/>
          <p:nvPr/>
        </p:nvSpPr>
        <p:spPr>
          <a:xfrm>
            <a:off x="1712234" y="416093"/>
            <a:ext cx="4195008" cy="5119579"/>
          </a:xfrm>
          <a:custGeom>
            <a:avLst/>
            <a:gdLst>
              <a:gd name="connsiteX0" fmla="*/ 779862 w 1855561"/>
              <a:gd name="connsiteY0" fmla="*/ 16409 h 2240676"/>
              <a:gd name="connsiteX1" fmla="*/ 500462 w 1855561"/>
              <a:gd name="connsiteY1" fmla="*/ 151876 h 2240676"/>
              <a:gd name="connsiteX2" fmla="*/ 263395 w 1855561"/>
              <a:gd name="connsiteY2" fmla="*/ 397409 h 2240676"/>
              <a:gd name="connsiteX3" fmla="*/ 144862 w 1855561"/>
              <a:gd name="connsiteY3" fmla="*/ 854609 h 2240676"/>
              <a:gd name="connsiteX4" fmla="*/ 153329 w 1855561"/>
              <a:gd name="connsiteY4" fmla="*/ 1227143 h 2240676"/>
              <a:gd name="connsiteX5" fmla="*/ 153329 w 1855561"/>
              <a:gd name="connsiteY5" fmla="*/ 1311809 h 2240676"/>
              <a:gd name="connsiteX6" fmla="*/ 102529 w 1855561"/>
              <a:gd name="connsiteY6" fmla="*/ 1252543 h 2240676"/>
              <a:gd name="connsiteX7" fmla="*/ 68662 w 1855561"/>
              <a:gd name="connsiteY7" fmla="*/ 1235609 h 2240676"/>
              <a:gd name="connsiteX8" fmla="*/ 929 w 1855561"/>
              <a:gd name="connsiteY8" fmla="*/ 1269476 h 2240676"/>
              <a:gd name="connsiteX9" fmla="*/ 34795 w 1855561"/>
              <a:gd name="connsiteY9" fmla="*/ 1455743 h 2240676"/>
              <a:gd name="connsiteX10" fmla="*/ 110995 w 1855561"/>
              <a:gd name="connsiteY10" fmla="*/ 1557343 h 2240676"/>
              <a:gd name="connsiteX11" fmla="*/ 144862 w 1855561"/>
              <a:gd name="connsiteY11" fmla="*/ 1650476 h 2240676"/>
              <a:gd name="connsiteX12" fmla="*/ 212595 w 1855561"/>
              <a:gd name="connsiteY12" fmla="*/ 1633543 h 2240676"/>
              <a:gd name="connsiteX13" fmla="*/ 221062 w 1855561"/>
              <a:gd name="connsiteY13" fmla="*/ 1574276 h 2240676"/>
              <a:gd name="connsiteX14" fmla="*/ 221062 w 1855561"/>
              <a:gd name="connsiteY14" fmla="*/ 1540409 h 2240676"/>
              <a:gd name="connsiteX15" fmla="*/ 348062 w 1855561"/>
              <a:gd name="connsiteY15" fmla="*/ 1769009 h 2240676"/>
              <a:gd name="connsiteX16" fmla="*/ 534329 w 1855561"/>
              <a:gd name="connsiteY16" fmla="*/ 1997609 h 2240676"/>
              <a:gd name="connsiteX17" fmla="*/ 1008462 w 1855561"/>
              <a:gd name="connsiteY17" fmla="*/ 2209276 h 2240676"/>
              <a:gd name="connsiteX18" fmla="*/ 1203195 w 1855561"/>
              <a:gd name="connsiteY18" fmla="*/ 2209276 h 2240676"/>
              <a:gd name="connsiteX19" fmla="*/ 1575729 w 1855561"/>
              <a:gd name="connsiteY19" fmla="*/ 1921409 h 2240676"/>
              <a:gd name="connsiteX20" fmla="*/ 1685795 w 1855561"/>
              <a:gd name="connsiteY20" fmla="*/ 1531943 h 2240676"/>
              <a:gd name="connsiteX21" fmla="*/ 1677329 w 1855561"/>
              <a:gd name="connsiteY21" fmla="*/ 1464209 h 2240676"/>
              <a:gd name="connsiteX22" fmla="*/ 1736595 w 1855561"/>
              <a:gd name="connsiteY22" fmla="*/ 1557343 h 2240676"/>
              <a:gd name="connsiteX23" fmla="*/ 1787395 w 1855561"/>
              <a:gd name="connsiteY23" fmla="*/ 1531943 h 2240676"/>
              <a:gd name="connsiteX24" fmla="*/ 1804329 w 1855561"/>
              <a:gd name="connsiteY24" fmla="*/ 1413409 h 2240676"/>
              <a:gd name="connsiteX25" fmla="*/ 1812795 w 1855561"/>
              <a:gd name="connsiteY25" fmla="*/ 1311809 h 2240676"/>
              <a:gd name="connsiteX26" fmla="*/ 1855129 w 1855561"/>
              <a:gd name="connsiteY26" fmla="*/ 1218676 h 2240676"/>
              <a:gd name="connsiteX27" fmla="*/ 1829729 w 1855561"/>
              <a:gd name="connsiteY27" fmla="*/ 1100143 h 2240676"/>
              <a:gd name="connsiteX28" fmla="*/ 1753529 w 1855561"/>
              <a:gd name="connsiteY28" fmla="*/ 1125543 h 2240676"/>
              <a:gd name="connsiteX29" fmla="*/ 1694262 w 1855561"/>
              <a:gd name="connsiteY29" fmla="*/ 1210209 h 2240676"/>
              <a:gd name="connsiteX30" fmla="*/ 1685795 w 1855561"/>
              <a:gd name="connsiteY30" fmla="*/ 1244076 h 2240676"/>
              <a:gd name="connsiteX31" fmla="*/ 1702729 w 1855561"/>
              <a:gd name="connsiteY31" fmla="*/ 837676 h 2240676"/>
              <a:gd name="connsiteX32" fmla="*/ 1643462 w 1855561"/>
              <a:gd name="connsiteY32" fmla="*/ 456676 h 2240676"/>
              <a:gd name="connsiteX33" fmla="*/ 1474129 w 1855561"/>
              <a:gd name="connsiteY33" fmla="*/ 194209 h 2240676"/>
              <a:gd name="connsiteX34" fmla="*/ 1220129 w 1855561"/>
              <a:gd name="connsiteY34" fmla="*/ 58743 h 2240676"/>
              <a:gd name="connsiteX35" fmla="*/ 906862 w 1855561"/>
              <a:gd name="connsiteY35" fmla="*/ 7943 h 2240676"/>
              <a:gd name="connsiteX36" fmla="*/ 779862 w 1855561"/>
              <a:gd name="connsiteY36" fmla="*/ 16409 h 2240676"/>
              <a:gd name="connsiteX0" fmla="*/ 779862 w 1855561"/>
              <a:gd name="connsiteY0" fmla="*/ 16409 h 2275329"/>
              <a:gd name="connsiteX1" fmla="*/ 500462 w 1855561"/>
              <a:gd name="connsiteY1" fmla="*/ 151876 h 2275329"/>
              <a:gd name="connsiteX2" fmla="*/ 263395 w 1855561"/>
              <a:gd name="connsiteY2" fmla="*/ 397409 h 2275329"/>
              <a:gd name="connsiteX3" fmla="*/ 144862 w 1855561"/>
              <a:gd name="connsiteY3" fmla="*/ 854609 h 2275329"/>
              <a:gd name="connsiteX4" fmla="*/ 153329 w 1855561"/>
              <a:gd name="connsiteY4" fmla="*/ 1227143 h 2275329"/>
              <a:gd name="connsiteX5" fmla="*/ 153329 w 1855561"/>
              <a:gd name="connsiteY5" fmla="*/ 1311809 h 2275329"/>
              <a:gd name="connsiteX6" fmla="*/ 102529 w 1855561"/>
              <a:gd name="connsiteY6" fmla="*/ 1252543 h 2275329"/>
              <a:gd name="connsiteX7" fmla="*/ 68662 w 1855561"/>
              <a:gd name="connsiteY7" fmla="*/ 1235609 h 2275329"/>
              <a:gd name="connsiteX8" fmla="*/ 929 w 1855561"/>
              <a:gd name="connsiteY8" fmla="*/ 1269476 h 2275329"/>
              <a:gd name="connsiteX9" fmla="*/ 34795 w 1855561"/>
              <a:gd name="connsiteY9" fmla="*/ 1455743 h 2275329"/>
              <a:gd name="connsiteX10" fmla="*/ 110995 w 1855561"/>
              <a:gd name="connsiteY10" fmla="*/ 1557343 h 2275329"/>
              <a:gd name="connsiteX11" fmla="*/ 144862 w 1855561"/>
              <a:gd name="connsiteY11" fmla="*/ 1650476 h 2275329"/>
              <a:gd name="connsiteX12" fmla="*/ 212595 w 1855561"/>
              <a:gd name="connsiteY12" fmla="*/ 1633543 h 2275329"/>
              <a:gd name="connsiteX13" fmla="*/ 221062 w 1855561"/>
              <a:gd name="connsiteY13" fmla="*/ 1574276 h 2275329"/>
              <a:gd name="connsiteX14" fmla="*/ 221062 w 1855561"/>
              <a:gd name="connsiteY14" fmla="*/ 1540409 h 2275329"/>
              <a:gd name="connsiteX15" fmla="*/ 348062 w 1855561"/>
              <a:gd name="connsiteY15" fmla="*/ 1769009 h 2275329"/>
              <a:gd name="connsiteX16" fmla="*/ 534329 w 1855561"/>
              <a:gd name="connsiteY16" fmla="*/ 1997609 h 2275329"/>
              <a:gd name="connsiteX17" fmla="*/ 966128 w 1855561"/>
              <a:gd name="connsiteY17" fmla="*/ 2260076 h 2275329"/>
              <a:gd name="connsiteX18" fmla="*/ 1203195 w 1855561"/>
              <a:gd name="connsiteY18" fmla="*/ 2209276 h 2275329"/>
              <a:gd name="connsiteX19" fmla="*/ 1575729 w 1855561"/>
              <a:gd name="connsiteY19" fmla="*/ 1921409 h 2275329"/>
              <a:gd name="connsiteX20" fmla="*/ 1685795 w 1855561"/>
              <a:gd name="connsiteY20" fmla="*/ 1531943 h 2275329"/>
              <a:gd name="connsiteX21" fmla="*/ 1677329 w 1855561"/>
              <a:gd name="connsiteY21" fmla="*/ 1464209 h 2275329"/>
              <a:gd name="connsiteX22" fmla="*/ 1736595 w 1855561"/>
              <a:gd name="connsiteY22" fmla="*/ 1557343 h 2275329"/>
              <a:gd name="connsiteX23" fmla="*/ 1787395 w 1855561"/>
              <a:gd name="connsiteY23" fmla="*/ 1531943 h 2275329"/>
              <a:gd name="connsiteX24" fmla="*/ 1804329 w 1855561"/>
              <a:gd name="connsiteY24" fmla="*/ 1413409 h 2275329"/>
              <a:gd name="connsiteX25" fmla="*/ 1812795 w 1855561"/>
              <a:gd name="connsiteY25" fmla="*/ 1311809 h 2275329"/>
              <a:gd name="connsiteX26" fmla="*/ 1855129 w 1855561"/>
              <a:gd name="connsiteY26" fmla="*/ 1218676 h 2275329"/>
              <a:gd name="connsiteX27" fmla="*/ 1829729 w 1855561"/>
              <a:gd name="connsiteY27" fmla="*/ 1100143 h 2275329"/>
              <a:gd name="connsiteX28" fmla="*/ 1753529 w 1855561"/>
              <a:gd name="connsiteY28" fmla="*/ 1125543 h 2275329"/>
              <a:gd name="connsiteX29" fmla="*/ 1694262 w 1855561"/>
              <a:gd name="connsiteY29" fmla="*/ 1210209 h 2275329"/>
              <a:gd name="connsiteX30" fmla="*/ 1685795 w 1855561"/>
              <a:gd name="connsiteY30" fmla="*/ 1244076 h 2275329"/>
              <a:gd name="connsiteX31" fmla="*/ 1702729 w 1855561"/>
              <a:gd name="connsiteY31" fmla="*/ 837676 h 2275329"/>
              <a:gd name="connsiteX32" fmla="*/ 1643462 w 1855561"/>
              <a:gd name="connsiteY32" fmla="*/ 456676 h 2275329"/>
              <a:gd name="connsiteX33" fmla="*/ 1474129 w 1855561"/>
              <a:gd name="connsiteY33" fmla="*/ 194209 h 2275329"/>
              <a:gd name="connsiteX34" fmla="*/ 1220129 w 1855561"/>
              <a:gd name="connsiteY34" fmla="*/ 58743 h 2275329"/>
              <a:gd name="connsiteX35" fmla="*/ 906862 w 1855561"/>
              <a:gd name="connsiteY35" fmla="*/ 7943 h 2275329"/>
              <a:gd name="connsiteX36" fmla="*/ 779862 w 1855561"/>
              <a:gd name="connsiteY36" fmla="*/ 16409 h 2275329"/>
              <a:gd name="connsiteX0" fmla="*/ 779862 w 1855561"/>
              <a:gd name="connsiteY0" fmla="*/ 16409 h 2266896"/>
              <a:gd name="connsiteX1" fmla="*/ 500462 w 1855561"/>
              <a:gd name="connsiteY1" fmla="*/ 151876 h 2266896"/>
              <a:gd name="connsiteX2" fmla="*/ 263395 w 1855561"/>
              <a:gd name="connsiteY2" fmla="*/ 397409 h 2266896"/>
              <a:gd name="connsiteX3" fmla="*/ 144862 w 1855561"/>
              <a:gd name="connsiteY3" fmla="*/ 854609 h 2266896"/>
              <a:gd name="connsiteX4" fmla="*/ 153329 w 1855561"/>
              <a:gd name="connsiteY4" fmla="*/ 1227143 h 2266896"/>
              <a:gd name="connsiteX5" fmla="*/ 153329 w 1855561"/>
              <a:gd name="connsiteY5" fmla="*/ 1311809 h 2266896"/>
              <a:gd name="connsiteX6" fmla="*/ 102529 w 1855561"/>
              <a:gd name="connsiteY6" fmla="*/ 1252543 h 2266896"/>
              <a:gd name="connsiteX7" fmla="*/ 68662 w 1855561"/>
              <a:gd name="connsiteY7" fmla="*/ 1235609 h 2266896"/>
              <a:gd name="connsiteX8" fmla="*/ 929 w 1855561"/>
              <a:gd name="connsiteY8" fmla="*/ 1269476 h 2266896"/>
              <a:gd name="connsiteX9" fmla="*/ 34795 w 1855561"/>
              <a:gd name="connsiteY9" fmla="*/ 1455743 h 2266896"/>
              <a:gd name="connsiteX10" fmla="*/ 110995 w 1855561"/>
              <a:gd name="connsiteY10" fmla="*/ 1557343 h 2266896"/>
              <a:gd name="connsiteX11" fmla="*/ 144862 w 1855561"/>
              <a:gd name="connsiteY11" fmla="*/ 1650476 h 2266896"/>
              <a:gd name="connsiteX12" fmla="*/ 212595 w 1855561"/>
              <a:gd name="connsiteY12" fmla="*/ 1633543 h 2266896"/>
              <a:gd name="connsiteX13" fmla="*/ 221062 w 1855561"/>
              <a:gd name="connsiteY13" fmla="*/ 1574276 h 2266896"/>
              <a:gd name="connsiteX14" fmla="*/ 221062 w 1855561"/>
              <a:gd name="connsiteY14" fmla="*/ 1540409 h 2266896"/>
              <a:gd name="connsiteX15" fmla="*/ 348062 w 1855561"/>
              <a:gd name="connsiteY15" fmla="*/ 1769009 h 2266896"/>
              <a:gd name="connsiteX16" fmla="*/ 534329 w 1855561"/>
              <a:gd name="connsiteY16" fmla="*/ 1997609 h 2266896"/>
              <a:gd name="connsiteX17" fmla="*/ 966128 w 1855561"/>
              <a:gd name="connsiteY17" fmla="*/ 2260076 h 2266896"/>
              <a:gd name="connsiteX18" fmla="*/ 1203195 w 1855561"/>
              <a:gd name="connsiteY18" fmla="*/ 2166943 h 2266896"/>
              <a:gd name="connsiteX19" fmla="*/ 1575729 w 1855561"/>
              <a:gd name="connsiteY19" fmla="*/ 1921409 h 2266896"/>
              <a:gd name="connsiteX20" fmla="*/ 1685795 w 1855561"/>
              <a:gd name="connsiteY20" fmla="*/ 1531943 h 2266896"/>
              <a:gd name="connsiteX21" fmla="*/ 1677329 w 1855561"/>
              <a:gd name="connsiteY21" fmla="*/ 1464209 h 2266896"/>
              <a:gd name="connsiteX22" fmla="*/ 1736595 w 1855561"/>
              <a:gd name="connsiteY22" fmla="*/ 1557343 h 2266896"/>
              <a:gd name="connsiteX23" fmla="*/ 1787395 w 1855561"/>
              <a:gd name="connsiteY23" fmla="*/ 1531943 h 2266896"/>
              <a:gd name="connsiteX24" fmla="*/ 1804329 w 1855561"/>
              <a:gd name="connsiteY24" fmla="*/ 1413409 h 2266896"/>
              <a:gd name="connsiteX25" fmla="*/ 1812795 w 1855561"/>
              <a:gd name="connsiteY25" fmla="*/ 1311809 h 2266896"/>
              <a:gd name="connsiteX26" fmla="*/ 1855129 w 1855561"/>
              <a:gd name="connsiteY26" fmla="*/ 1218676 h 2266896"/>
              <a:gd name="connsiteX27" fmla="*/ 1829729 w 1855561"/>
              <a:gd name="connsiteY27" fmla="*/ 1100143 h 2266896"/>
              <a:gd name="connsiteX28" fmla="*/ 1753529 w 1855561"/>
              <a:gd name="connsiteY28" fmla="*/ 1125543 h 2266896"/>
              <a:gd name="connsiteX29" fmla="*/ 1694262 w 1855561"/>
              <a:gd name="connsiteY29" fmla="*/ 1210209 h 2266896"/>
              <a:gd name="connsiteX30" fmla="*/ 1685795 w 1855561"/>
              <a:gd name="connsiteY30" fmla="*/ 1244076 h 2266896"/>
              <a:gd name="connsiteX31" fmla="*/ 1702729 w 1855561"/>
              <a:gd name="connsiteY31" fmla="*/ 837676 h 2266896"/>
              <a:gd name="connsiteX32" fmla="*/ 1643462 w 1855561"/>
              <a:gd name="connsiteY32" fmla="*/ 456676 h 2266896"/>
              <a:gd name="connsiteX33" fmla="*/ 1474129 w 1855561"/>
              <a:gd name="connsiteY33" fmla="*/ 194209 h 2266896"/>
              <a:gd name="connsiteX34" fmla="*/ 1220129 w 1855561"/>
              <a:gd name="connsiteY34" fmla="*/ 58743 h 2266896"/>
              <a:gd name="connsiteX35" fmla="*/ 906862 w 1855561"/>
              <a:gd name="connsiteY35" fmla="*/ 7943 h 2266896"/>
              <a:gd name="connsiteX36" fmla="*/ 779862 w 1855561"/>
              <a:gd name="connsiteY36" fmla="*/ 16409 h 2266896"/>
              <a:gd name="connsiteX0" fmla="*/ 779862 w 1855561"/>
              <a:gd name="connsiteY0" fmla="*/ 16409 h 2267531"/>
              <a:gd name="connsiteX1" fmla="*/ 500462 w 1855561"/>
              <a:gd name="connsiteY1" fmla="*/ 151876 h 2267531"/>
              <a:gd name="connsiteX2" fmla="*/ 263395 w 1855561"/>
              <a:gd name="connsiteY2" fmla="*/ 397409 h 2267531"/>
              <a:gd name="connsiteX3" fmla="*/ 144862 w 1855561"/>
              <a:gd name="connsiteY3" fmla="*/ 854609 h 2267531"/>
              <a:gd name="connsiteX4" fmla="*/ 153329 w 1855561"/>
              <a:gd name="connsiteY4" fmla="*/ 1227143 h 2267531"/>
              <a:gd name="connsiteX5" fmla="*/ 153329 w 1855561"/>
              <a:gd name="connsiteY5" fmla="*/ 1311809 h 2267531"/>
              <a:gd name="connsiteX6" fmla="*/ 102529 w 1855561"/>
              <a:gd name="connsiteY6" fmla="*/ 1252543 h 2267531"/>
              <a:gd name="connsiteX7" fmla="*/ 68662 w 1855561"/>
              <a:gd name="connsiteY7" fmla="*/ 1235609 h 2267531"/>
              <a:gd name="connsiteX8" fmla="*/ 929 w 1855561"/>
              <a:gd name="connsiteY8" fmla="*/ 1269476 h 2267531"/>
              <a:gd name="connsiteX9" fmla="*/ 34795 w 1855561"/>
              <a:gd name="connsiteY9" fmla="*/ 1455743 h 2267531"/>
              <a:gd name="connsiteX10" fmla="*/ 110995 w 1855561"/>
              <a:gd name="connsiteY10" fmla="*/ 1557343 h 2267531"/>
              <a:gd name="connsiteX11" fmla="*/ 144862 w 1855561"/>
              <a:gd name="connsiteY11" fmla="*/ 1650476 h 2267531"/>
              <a:gd name="connsiteX12" fmla="*/ 212595 w 1855561"/>
              <a:gd name="connsiteY12" fmla="*/ 1633543 h 2267531"/>
              <a:gd name="connsiteX13" fmla="*/ 221062 w 1855561"/>
              <a:gd name="connsiteY13" fmla="*/ 1574276 h 2267531"/>
              <a:gd name="connsiteX14" fmla="*/ 221062 w 1855561"/>
              <a:gd name="connsiteY14" fmla="*/ 1540409 h 2267531"/>
              <a:gd name="connsiteX15" fmla="*/ 348062 w 1855561"/>
              <a:gd name="connsiteY15" fmla="*/ 1769009 h 2267531"/>
              <a:gd name="connsiteX16" fmla="*/ 534329 w 1855561"/>
              <a:gd name="connsiteY16" fmla="*/ 1997609 h 2267531"/>
              <a:gd name="connsiteX17" fmla="*/ 966128 w 1855561"/>
              <a:gd name="connsiteY17" fmla="*/ 2260076 h 2267531"/>
              <a:gd name="connsiteX18" fmla="*/ 1203195 w 1855561"/>
              <a:gd name="connsiteY18" fmla="*/ 2166943 h 2267531"/>
              <a:gd name="connsiteX19" fmla="*/ 1567262 w 1855561"/>
              <a:gd name="connsiteY19" fmla="*/ 1870609 h 2267531"/>
              <a:gd name="connsiteX20" fmla="*/ 1685795 w 1855561"/>
              <a:gd name="connsiteY20" fmla="*/ 1531943 h 2267531"/>
              <a:gd name="connsiteX21" fmla="*/ 1677329 w 1855561"/>
              <a:gd name="connsiteY21" fmla="*/ 1464209 h 2267531"/>
              <a:gd name="connsiteX22" fmla="*/ 1736595 w 1855561"/>
              <a:gd name="connsiteY22" fmla="*/ 1557343 h 2267531"/>
              <a:gd name="connsiteX23" fmla="*/ 1787395 w 1855561"/>
              <a:gd name="connsiteY23" fmla="*/ 1531943 h 2267531"/>
              <a:gd name="connsiteX24" fmla="*/ 1804329 w 1855561"/>
              <a:gd name="connsiteY24" fmla="*/ 1413409 h 2267531"/>
              <a:gd name="connsiteX25" fmla="*/ 1812795 w 1855561"/>
              <a:gd name="connsiteY25" fmla="*/ 1311809 h 2267531"/>
              <a:gd name="connsiteX26" fmla="*/ 1855129 w 1855561"/>
              <a:gd name="connsiteY26" fmla="*/ 1218676 h 2267531"/>
              <a:gd name="connsiteX27" fmla="*/ 1829729 w 1855561"/>
              <a:gd name="connsiteY27" fmla="*/ 1100143 h 2267531"/>
              <a:gd name="connsiteX28" fmla="*/ 1753529 w 1855561"/>
              <a:gd name="connsiteY28" fmla="*/ 1125543 h 2267531"/>
              <a:gd name="connsiteX29" fmla="*/ 1694262 w 1855561"/>
              <a:gd name="connsiteY29" fmla="*/ 1210209 h 2267531"/>
              <a:gd name="connsiteX30" fmla="*/ 1685795 w 1855561"/>
              <a:gd name="connsiteY30" fmla="*/ 1244076 h 2267531"/>
              <a:gd name="connsiteX31" fmla="*/ 1702729 w 1855561"/>
              <a:gd name="connsiteY31" fmla="*/ 837676 h 2267531"/>
              <a:gd name="connsiteX32" fmla="*/ 1643462 w 1855561"/>
              <a:gd name="connsiteY32" fmla="*/ 456676 h 2267531"/>
              <a:gd name="connsiteX33" fmla="*/ 1474129 w 1855561"/>
              <a:gd name="connsiteY33" fmla="*/ 194209 h 2267531"/>
              <a:gd name="connsiteX34" fmla="*/ 1220129 w 1855561"/>
              <a:gd name="connsiteY34" fmla="*/ 58743 h 2267531"/>
              <a:gd name="connsiteX35" fmla="*/ 906862 w 1855561"/>
              <a:gd name="connsiteY35" fmla="*/ 7943 h 2267531"/>
              <a:gd name="connsiteX36" fmla="*/ 779862 w 1855561"/>
              <a:gd name="connsiteY36" fmla="*/ 16409 h 2267531"/>
              <a:gd name="connsiteX0" fmla="*/ 779862 w 1855561"/>
              <a:gd name="connsiteY0" fmla="*/ 16409 h 2267019"/>
              <a:gd name="connsiteX1" fmla="*/ 500462 w 1855561"/>
              <a:gd name="connsiteY1" fmla="*/ 151876 h 2267019"/>
              <a:gd name="connsiteX2" fmla="*/ 263395 w 1855561"/>
              <a:gd name="connsiteY2" fmla="*/ 397409 h 2267019"/>
              <a:gd name="connsiteX3" fmla="*/ 144862 w 1855561"/>
              <a:gd name="connsiteY3" fmla="*/ 854609 h 2267019"/>
              <a:gd name="connsiteX4" fmla="*/ 153329 w 1855561"/>
              <a:gd name="connsiteY4" fmla="*/ 1227143 h 2267019"/>
              <a:gd name="connsiteX5" fmla="*/ 153329 w 1855561"/>
              <a:gd name="connsiteY5" fmla="*/ 1311809 h 2267019"/>
              <a:gd name="connsiteX6" fmla="*/ 102529 w 1855561"/>
              <a:gd name="connsiteY6" fmla="*/ 1252543 h 2267019"/>
              <a:gd name="connsiteX7" fmla="*/ 68662 w 1855561"/>
              <a:gd name="connsiteY7" fmla="*/ 1235609 h 2267019"/>
              <a:gd name="connsiteX8" fmla="*/ 929 w 1855561"/>
              <a:gd name="connsiteY8" fmla="*/ 1269476 h 2267019"/>
              <a:gd name="connsiteX9" fmla="*/ 34795 w 1855561"/>
              <a:gd name="connsiteY9" fmla="*/ 1455743 h 2267019"/>
              <a:gd name="connsiteX10" fmla="*/ 110995 w 1855561"/>
              <a:gd name="connsiteY10" fmla="*/ 1557343 h 2267019"/>
              <a:gd name="connsiteX11" fmla="*/ 144862 w 1855561"/>
              <a:gd name="connsiteY11" fmla="*/ 1650476 h 2267019"/>
              <a:gd name="connsiteX12" fmla="*/ 212595 w 1855561"/>
              <a:gd name="connsiteY12" fmla="*/ 1633543 h 2267019"/>
              <a:gd name="connsiteX13" fmla="*/ 221062 w 1855561"/>
              <a:gd name="connsiteY13" fmla="*/ 1574276 h 2267019"/>
              <a:gd name="connsiteX14" fmla="*/ 221062 w 1855561"/>
              <a:gd name="connsiteY14" fmla="*/ 1540409 h 2267019"/>
              <a:gd name="connsiteX15" fmla="*/ 348062 w 1855561"/>
              <a:gd name="connsiteY15" fmla="*/ 1769009 h 2267019"/>
              <a:gd name="connsiteX16" fmla="*/ 483529 w 1855561"/>
              <a:gd name="connsiteY16" fmla="*/ 2006076 h 2267019"/>
              <a:gd name="connsiteX17" fmla="*/ 966128 w 1855561"/>
              <a:gd name="connsiteY17" fmla="*/ 2260076 h 2267019"/>
              <a:gd name="connsiteX18" fmla="*/ 1203195 w 1855561"/>
              <a:gd name="connsiteY18" fmla="*/ 2166943 h 2267019"/>
              <a:gd name="connsiteX19" fmla="*/ 1567262 w 1855561"/>
              <a:gd name="connsiteY19" fmla="*/ 1870609 h 2267019"/>
              <a:gd name="connsiteX20" fmla="*/ 1685795 w 1855561"/>
              <a:gd name="connsiteY20" fmla="*/ 1531943 h 2267019"/>
              <a:gd name="connsiteX21" fmla="*/ 1677329 w 1855561"/>
              <a:gd name="connsiteY21" fmla="*/ 1464209 h 2267019"/>
              <a:gd name="connsiteX22" fmla="*/ 1736595 w 1855561"/>
              <a:gd name="connsiteY22" fmla="*/ 1557343 h 2267019"/>
              <a:gd name="connsiteX23" fmla="*/ 1787395 w 1855561"/>
              <a:gd name="connsiteY23" fmla="*/ 1531943 h 2267019"/>
              <a:gd name="connsiteX24" fmla="*/ 1804329 w 1855561"/>
              <a:gd name="connsiteY24" fmla="*/ 1413409 h 2267019"/>
              <a:gd name="connsiteX25" fmla="*/ 1812795 w 1855561"/>
              <a:gd name="connsiteY25" fmla="*/ 1311809 h 2267019"/>
              <a:gd name="connsiteX26" fmla="*/ 1855129 w 1855561"/>
              <a:gd name="connsiteY26" fmla="*/ 1218676 h 2267019"/>
              <a:gd name="connsiteX27" fmla="*/ 1829729 w 1855561"/>
              <a:gd name="connsiteY27" fmla="*/ 1100143 h 2267019"/>
              <a:gd name="connsiteX28" fmla="*/ 1753529 w 1855561"/>
              <a:gd name="connsiteY28" fmla="*/ 1125543 h 2267019"/>
              <a:gd name="connsiteX29" fmla="*/ 1694262 w 1855561"/>
              <a:gd name="connsiteY29" fmla="*/ 1210209 h 2267019"/>
              <a:gd name="connsiteX30" fmla="*/ 1685795 w 1855561"/>
              <a:gd name="connsiteY30" fmla="*/ 1244076 h 2267019"/>
              <a:gd name="connsiteX31" fmla="*/ 1702729 w 1855561"/>
              <a:gd name="connsiteY31" fmla="*/ 837676 h 2267019"/>
              <a:gd name="connsiteX32" fmla="*/ 1643462 w 1855561"/>
              <a:gd name="connsiteY32" fmla="*/ 456676 h 2267019"/>
              <a:gd name="connsiteX33" fmla="*/ 1474129 w 1855561"/>
              <a:gd name="connsiteY33" fmla="*/ 194209 h 2267019"/>
              <a:gd name="connsiteX34" fmla="*/ 1220129 w 1855561"/>
              <a:gd name="connsiteY34" fmla="*/ 58743 h 2267019"/>
              <a:gd name="connsiteX35" fmla="*/ 906862 w 1855561"/>
              <a:gd name="connsiteY35" fmla="*/ 7943 h 2267019"/>
              <a:gd name="connsiteX36" fmla="*/ 779862 w 1855561"/>
              <a:gd name="connsiteY36" fmla="*/ 16409 h 2267019"/>
              <a:gd name="connsiteX0" fmla="*/ 779862 w 1855561"/>
              <a:gd name="connsiteY0" fmla="*/ 16409 h 2299088"/>
              <a:gd name="connsiteX1" fmla="*/ 500462 w 1855561"/>
              <a:gd name="connsiteY1" fmla="*/ 151876 h 2299088"/>
              <a:gd name="connsiteX2" fmla="*/ 263395 w 1855561"/>
              <a:gd name="connsiteY2" fmla="*/ 397409 h 2299088"/>
              <a:gd name="connsiteX3" fmla="*/ 144862 w 1855561"/>
              <a:gd name="connsiteY3" fmla="*/ 854609 h 2299088"/>
              <a:gd name="connsiteX4" fmla="*/ 153329 w 1855561"/>
              <a:gd name="connsiteY4" fmla="*/ 1227143 h 2299088"/>
              <a:gd name="connsiteX5" fmla="*/ 153329 w 1855561"/>
              <a:gd name="connsiteY5" fmla="*/ 1311809 h 2299088"/>
              <a:gd name="connsiteX6" fmla="*/ 102529 w 1855561"/>
              <a:gd name="connsiteY6" fmla="*/ 1252543 h 2299088"/>
              <a:gd name="connsiteX7" fmla="*/ 68662 w 1855561"/>
              <a:gd name="connsiteY7" fmla="*/ 1235609 h 2299088"/>
              <a:gd name="connsiteX8" fmla="*/ 929 w 1855561"/>
              <a:gd name="connsiteY8" fmla="*/ 1269476 h 2299088"/>
              <a:gd name="connsiteX9" fmla="*/ 34795 w 1855561"/>
              <a:gd name="connsiteY9" fmla="*/ 1455743 h 2299088"/>
              <a:gd name="connsiteX10" fmla="*/ 110995 w 1855561"/>
              <a:gd name="connsiteY10" fmla="*/ 1557343 h 2299088"/>
              <a:gd name="connsiteX11" fmla="*/ 144862 w 1855561"/>
              <a:gd name="connsiteY11" fmla="*/ 1650476 h 2299088"/>
              <a:gd name="connsiteX12" fmla="*/ 212595 w 1855561"/>
              <a:gd name="connsiteY12" fmla="*/ 1633543 h 2299088"/>
              <a:gd name="connsiteX13" fmla="*/ 221062 w 1855561"/>
              <a:gd name="connsiteY13" fmla="*/ 1574276 h 2299088"/>
              <a:gd name="connsiteX14" fmla="*/ 221062 w 1855561"/>
              <a:gd name="connsiteY14" fmla="*/ 1540409 h 2299088"/>
              <a:gd name="connsiteX15" fmla="*/ 348062 w 1855561"/>
              <a:gd name="connsiteY15" fmla="*/ 1769009 h 2299088"/>
              <a:gd name="connsiteX16" fmla="*/ 483529 w 1855561"/>
              <a:gd name="connsiteY16" fmla="*/ 2006076 h 2299088"/>
              <a:gd name="connsiteX17" fmla="*/ 940728 w 1855561"/>
              <a:gd name="connsiteY17" fmla="*/ 2293942 h 2299088"/>
              <a:gd name="connsiteX18" fmla="*/ 1203195 w 1855561"/>
              <a:gd name="connsiteY18" fmla="*/ 2166943 h 2299088"/>
              <a:gd name="connsiteX19" fmla="*/ 1567262 w 1855561"/>
              <a:gd name="connsiteY19" fmla="*/ 1870609 h 2299088"/>
              <a:gd name="connsiteX20" fmla="*/ 1685795 w 1855561"/>
              <a:gd name="connsiteY20" fmla="*/ 1531943 h 2299088"/>
              <a:gd name="connsiteX21" fmla="*/ 1677329 w 1855561"/>
              <a:gd name="connsiteY21" fmla="*/ 1464209 h 2299088"/>
              <a:gd name="connsiteX22" fmla="*/ 1736595 w 1855561"/>
              <a:gd name="connsiteY22" fmla="*/ 1557343 h 2299088"/>
              <a:gd name="connsiteX23" fmla="*/ 1787395 w 1855561"/>
              <a:gd name="connsiteY23" fmla="*/ 1531943 h 2299088"/>
              <a:gd name="connsiteX24" fmla="*/ 1804329 w 1855561"/>
              <a:gd name="connsiteY24" fmla="*/ 1413409 h 2299088"/>
              <a:gd name="connsiteX25" fmla="*/ 1812795 w 1855561"/>
              <a:gd name="connsiteY25" fmla="*/ 1311809 h 2299088"/>
              <a:gd name="connsiteX26" fmla="*/ 1855129 w 1855561"/>
              <a:gd name="connsiteY26" fmla="*/ 1218676 h 2299088"/>
              <a:gd name="connsiteX27" fmla="*/ 1829729 w 1855561"/>
              <a:gd name="connsiteY27" fmla="*/ 1100143 h 2299088"/>
              <a:gd name="connsiteX28" fmla="*/ 1753529 w 1855561"/>
              <a:gd name="connsiteY28" fmla="*/ 1125543 h 2299088"/>
              <a:gd name="connsiteX29" fmla="*/ 1694262 w 1855561"/>
              <a:gd name="connsiteY29" fmla="*/ 1210209 h 2299088"/>
              <a:gd name="connsiteX30" fmla="*/ 1685795 w 1855561"/>
              <a:gd name="connsiteY30" fmla="*/ 1244076 h 2299088"/>
              <a:gd name="connsiteX31" fmla="*/ 1702729 w 1855561"/>
              <a:gd name="connsiteY31" fmla="*/ 837676 h 2299088"/>
              <a:gd name="connsiteX32" fmla="*/ 1643462 w 1855561"/>
              <a:gd name="connsiteY32" fmla="*/ 456676 h 2299088"/>
              <a:gd name="connsiteX33" fmla="*/ 1474129 w 1855561"/>
              <a:gd name="connsiteY33" fmla="*/ 194209 h 2299088"/>
              <a:gd name="connsiteX34" fmla="*/ 1220129 w 1855561"/>
              <a:gd name="connsiteY34" fmla="*/ 58743 h 2299088"/>
              <a:gd name="connsiteX35" fmla="*/ 906862 w 1855561"/>
              <a:gd name="connsiteY35" fmla="*/ 7943 h 2299088"/>
              <a:gd name="connsiteX36" fmla="*/ 779862 w 1855561"/>
              <a:gd name="connsiteY36" fmla="*/ 16409 h 2299088"/>
              <a:gd name="connsiteX0" fmla="*/ 779862 w 1855561"/>
              <a:gd name="connsiteY0" fmla="*/ 16409 h 2299088"/>
              <a:gd name="connsiteX1" fmla="*/ 500462 w 1855561"/>
              <a:gd name="connsiteY1" fmla="*/ 151876 h 2299088"/>
              <a:gd name="connsiteX2" fmla="*/ 263395 w 1855561"/>
              <a:gd name="connsiteY2" fmla="*/ 397409 h 2299088"/>
              <a:gd name="connsiteX3" fmla="*/ 144862 w 1855561"/>
              <a:gd name="connsiteY3" fmla="*/ 854609 h 2299088"/>
              <a:gd name="connsiteX4" fmla="*/ 153329 w 1855561"/>
              <a:gd name="connsiteY4" fmla="*/ 1227143 h 2299088"/>
              <a:gd name="connsiteX5" fmla="*/ 153329 w 1855561"/>
              <a:gd name="connsiteY5" fmla="*/ 1311809 h 2299088"/>
              <a:gd name="connsiteX6" fmla="*/ 102529 w 1855561"/>
              <a:gd name="connsiteY6" fmla="*/ 1252543 h 2299088"/>
              <a:gd name="connsiteX7" fmla="*/ 68662 w 1855561"/>
              <a:gd name="connsiteY7" fmla="*/ 1235609 h 2299088"/>
              <a:gd name="connsiteX8" fmla="*/ 929 w 1855561"/>
              <a:gd name="connsiteY8" fmla="*/ 1269476 h 2299088"/>
              <a:gd name="connsiteX9" fmla="*/ 34795 w 1855561"/>
              <a:gd name="connsiteY9" fmla="*/ 1455743 h 2299088"/>
              <a:gd name="connsiteX10" fmla="*/ 110995 w 1855561"/>
              <a:gd name="connsiteY10" fmla="*/ 1557343 h 2299088"/>
              <a:gd name="connsiteX11" fmla="*/ 144862 w 1855561"/>
              <a:gd name="connsiteY11" fmla="*/ 1650476 h 2299088"/>
              <a:gd name="connsiteX12" fmla="*/ 212595 w 1855561"/>
              <a:gd name="connsiteY12" fmla="*/ 1633543 h 2299088"/>
              <a:gd name="connsiteX13" fmla="*/ 221062 w 1855561"/>
              <a:gd name="connsiteY13" fmla="*/ 1574276 h 2299088"/>
              <a:gd name="connsiteX14" fmla="*/ 221062 w 1855561"/>
              <a:gd name="connsiteY14" fmla="*/ 1540409 h 2299088"/>
              <a:gd name="connsiteX15" fmla="*/ 348062 w 1855561"/>
              <a:gd name="connsiteY15" fmla="*/ 1769009 h 2299088"/>
              <a:gd name="connsiteX16" fmla="*/ 483529 w 1855561"/>
              <a:gd name="connsiteY16" fmla="*/ 2006076 h 2299088"/>
              <a:gd name="connsiteX17" fmla="*/ 940728 w 1855561"/>
              <a:gd name="connsiteY17" fmla="*/ 2293942 h 2299088"/>
              <a:gd name="connsiteX18" fmla="*/ 1304795 w 1855561"/>
              <a:gd name="connsiteY18" fmla="*/ 2166943 h 2299088"/>
              <a:gd name="connsiteX19" fmla="*/ 1567262 w 1855561"/>
              <a:gd name="connsiteY19" fmla="*/ 1870609 h 2299088"/>
              <a:gd name="connsiteX20" fmla="*/ 1685795 w 1855561"/>
              <a:gd name="connsiteY20" fmla="*/ 1531943 h 2299088"/>
              <a:gd name="connsiteX21" fmla="*/ 1677329 w 1855561"/>
              <a:gd name="connsiteY21" fmla="*/ 1464209 h 2299088"/>
              <a:gd name="connsiteX22" fmla="*/ 1736595 w 1855561"/>
              <a:gd name="connsiteY22" fmla="*/ 1557343 h 2299088"/>
              <a:gd name="connsiteX23" fmla="*/ 1787395 w 1855561"/>
              <a:gd name="connsiteY23" fmla="*/ 1531943 h 2299088"/>
              <a:gd name="connsiteX24" fmla="*/ 1804329 w 1855561"/>
              <a:gd name="connsiteY24" fmla="*/ 1413409 h 2299088"/>
              <a:gd name="connsiteX25" fmla="*/ 1812795 w 1855561"/>
              <a:gd name="connsiteY25" fmla="*/ 1311809 h 2299088"/>
              <a:gd name="connsiteX26" fmla="*/ 1855129 w 1855561"/>
              <a:gd name="connsiteY26" fmla="*/ 1218676 h 2299088"/>
              <a:gd name="connsiteX27" fmla="*/ 1829729 w 1855561"/>
              <a:gd name="connsiteY27" fmla="*/ 1100143 h 2299088"/>
              <a:gd name="connsiteX28" fmla="*/ 1753529 w 1855561"/>
              <a:gd name="connsiteY28" fmla="*/ 1125543 h 2299088"/>
              <a:gd name="connsiteX29" fmla="*/ 1694262 w 1855561"/>
              <a:gd name="connsiteY29" fmla="*/ 1210209 h 2299088"/>
              <a:gd name="connsiteX30" fmla="*/ 1685795 w 1855561"/>
              <a:gd name="connsiteY30" fmla="*/ 1244076 h 2299088"/>
              <a:gd name="connsiteX31" fmla="*/ 1702729 w 1855561"/>
              <a:gd name="connsiteY31" fmla="*/ 837676 h 2299088"/>
              <a:gd name="connsiteX32" fmla="*/ 1643462 w 1855561"/>
              <a:gd name="connsiteY32" fmla="*/ 456676 h 2299088"/>
              <a:gd name="connsiteX33" fmla="*/ 1474129 w 1855561"/>
              <a:gd name="connsiteY33" fmla="*/ 194209 h 2299088"/>
              <a:gd name="connsiteX34" fmla="*/ 1220129 w 1855561"/>
              <a:gd name="connsiteY34" fmla="*/ 58743 h 2299088"/>
              <a:gd name="connsiteX35" fmla="*/ 906862 w 1855561"/>
              <a:gd name="connsiteY35" fmla="*/ 7943 h 2299088"/>
              <a:gd name="connsiteX36" fmla="*/ 779862 w 1855561"/>
              <a:gd name="connsiteY36" fmla="*/ 16409 h 2299088"/>
              <a:gd name="connsiteX0" fmla="*/ 779862 w 1855561"/>
              <a:gd name="connsiteY0" fmla="*/ 16409 h 2301869"/>
              <a:gd name="connsiteX1" fmla="*/ 500462 w 1855561"/>
              <a:gd name="connsiteY1" fmla="*/ 151876 h 2301869"/>
              <a:gd name="connsiteX2" fmla="*/ 263395 w 1855561"/>
              <a:gd name="connsiteY2" fmla="*/ 397409 h 2301869"/>
              <a:gd name="connsiteX3" fmla="*/ 144862 w 1855561"/>
              <a:gd name="connsiteY3" fmla="*/ 854609 h 2301869"/>
              <a:gd name="connsiteX4" fmla="*/ 153329 w 1855561"/>
              <a:gd name="connsiteY4" fmla="*/ 1227143 h 2301869"/>
              <a:gd name="connsiteX5" fmla="*/ 153329 w 1855561"/>
              <a:gd name="connsiteY5" fmla="*/ 1311809 h 2301869"/>
              <a:gd name="connsiteX6" fmla="*/ 102529 w 1855561"/>
              <a:gd name="connsiteY6" fmla="*/ 1252543 h 2301869"/>
              <a:gd name="connsiteX7" fmla="*/ 68662 w 1855561"/>
              <a:gd name="connsiteY7" fmla="*/ 1235609 h 2301869"/>
              <a:gd name="connsiteX8" fmla="*/ 929 w 1855561"/>
              <a:gd name="connsiteY8" fmla="*/ 1269476 h 2301869"/>
              <a:gd name="connsiteX9" fmla="*/ 34795 w 1855561"/>
              <a:gd name="connsiteY9" fmla="*/ 1455743 h 2301869"/>
              <a:gd name="connsiteX10" fmla="*/ 110995 w 1855561"/>
              <a:gd name="connsiteY10" fmla="*/ 1557343 h 2301869"/>
              <a:gd name="connsiteX11" fmla="*/ 144862 w 1855561"/>
              <a:gd name="connsiteY11" fmla="*/ 1650476 h 2301869"/>
              <a:gd name="connsiteX12" fmla="*/ 212595 w 1855561"/>
              <a:gd name="connsiteY12" fmla="*/ 1633543 h 2301869"/>
              <a:gd name="connsiteX13" fmla="*/ 221062 w 1855561"/>
              <a:gd name="connsiteY13" fmla="*/ 1574276 h 2301869"/>
              <a:gd name="connsiteX14" fmla="*/ 221062 w 1855561"/>
              <a:gd name="connsiteY14" fmla="*/ 1540409 h 2301869"/>
              <a:gd name="connsiteX15" fmla="*/ 348062 w 1855561"/>
              <a:gd name="connsiteY15" fmla="*/ 1769009 h 2301869"/>
              <a:gd name="connsiteX16" fmla="*/ 483529 w 1855561"/>
              <a:gd name="connsiteY16" fmla="*/ 2006076 h 2301869"/>
              <a:gd name="connsiteX17" fmla="*/ 940728 w 1855561"/>
              <a:gd name="connsiteY17" fmla="*/ 2293942 h 2301869"/>
              <a:gd name="connsiteX18" fmla="*/ 1304795 w 1855561"/>
              <a:gd name="connsiteY18" fmla="*/ 2166943 h 2301869"/>
              <a:gd name="connsiteX19" fmla="*/ 1567262 w 1855561"/>
              <a:gd name="connsiteY19" fmla="*/ 1870609 h 2301869"/>
              <a:gd name="connsiteX20" fmla="*/ 1685795 w 1855561"/>
              <a:gd name="connsiteY20" fmla="*/ 1531943 h 2301869"/>
              <a:gd name="connsiteX21" fmla="*/ 1677329 w 1855561"/>
              <a:gd name="connsiteY21" fmla="*/ 1464209 h 2301869"/>
              <a:gd name="connsiteX22" fmla="*/ 1736595 w 1855561"/>
              <a:gd name="connsiteY22" fmla="*/ 1557343 h 2301869"/>
              <a:gd name="connsiteX23" fmla="*/ 1787395 w 1855561"/>
              <a:gd name="connsiteY23" fmla="*/ 1531943 h 2301869"/>
              <a:gd name="connsiteX24" fmla="*/ 1804329 w 1855561"/>
              <a:gd name="connsiteY24" fmla="*/ 1413409 h 2301869"/>
              <a:gd name="connsiteX25" fmla="*/ 1812795 w 1855561"/>
              <a:gd name="connsiteY25" fmla="*/ 1311809 h 2301869"/>
              <a:gd name="connsiteX26" fmla="*/ 1855129 w 1855561"/>
              <a:gd name="connsiteY26" fmla="*/ 1218676 h 2301869"/>
              <a:gd name="connsiteX27" fmla="*/ 1829729 w 1855561"/>
              <a:gd name="connsiteY27" fmla="*/ 1100143 h 2301869"/>
              <a:gd name="connsiteX28" fmla="*/ 1753529 w 1855561"/>
              <a:gd name="connsiteY28" fmla="*/ 1125543 h 2301869"/>
              <a:gd name="connsiteX29" fmla="*/ 1694262 w 1855561"/>
              <a:gd name="connsiteY29" fmla="*/ 1210209 h 2301869"/>
              <a:gd name="connsiteX30" fmla="*/ 1685795 w 1855561"/>
              <a:gd name="connsiteY30" fmla="*/ 1244076 h 2301869"/>
              <a:gd name="connsiteX31" fmla="*/ 1702729 w 1855561"/>
              <a:gd name="connsiteY31" fmla="*/ 837676 h 2301869"/>
              <a:gd name="connsiteX32" fmla="*/ 1643462 w 1855561"/>
              <a:gd name="connsiteY32" fmla="*/ 456676 h 2301869"/>
              <a:gd name="connsiteX33" fmla="*/ 1474129 w 1855561"/>
              <a:gd name="connsiteY33" fmla="*/ 194209 h 2301869"/>
              <a:gd name="connsiteX34" fmla="*/ 1220129 w 1855561"/>
              <a:gd name="connsiteY34" fmla="*/ 58743 h 2301869"/>
              <a:gd name="connsiteX35" fmla="*/ 906862 w 1855561"/>
              <a:gd name="connsiteY35" fmla="*/ 7943 h 2301869"/>
              <a:gd name="connsiteX36" fmla="*/ 779862 w 1855561"/>
              <a:gd name="connsiteY36" fmla="*/ 16409 h 2301869"/>
              <a:gd name="connsiteX0" fmla="*/ 779862 w 1855561"/>
              <a:gd name="connsiteY0" fmla="*/ 16409 h 2274933"/>
              <a:gd name="connsiteX1" fmla="*/ 500462 w 1855561"/>
              <a:gd name="connsiteY1" fmla="*/ 151876 h 2274933"/>
              <a:gd name="connsiteX2" fmla="*/ 263395 w 1855561"/>
              <a:gd name="connsiteY2" fmla="*/ 397409 h 2274933"/>
              <a:gd name="connsiteX3" fmla="*/ 144862 w 1855561"/>
              <a:gd name="connsiteY3" fmla="*/ 854609 h 2274933"/>
              <a:gd name="connsiteX4" fmla="*/ 153329 w 1855561"/>
              <a:gd name="connsiteY4" fmla="*/ 1227143 h 2274933"/>
              <a:gd name="connsiteX5" fmla="*/ 153329 w 1855561"/>
              <a:gd name="connsiteY5" fmla="*/ 1311809 h 2274933"/>
              <a:gd name="connsiteX6" fmla="*/ 102529 w 1855561"/>
              <a:gd name="connsiteY6" fmla="*/ 1252543 h 2274933"/>
              <a:gd name="connsiteX7" fmla="*/ 68662 w 1855561"/>
              <a:gd name="connsiteY7" fmla="*/ 1235609 h 2274933"/>
              <a:gd name="connsiteX8" fmla="*/ 929 w 1855561"/>
              <a:gd name="connsiteY8" fmla="*/ 1269476 h 2274933"/>
              <a:gd name="connsiteX9" fmla="*/ 34795 w 1855561"/>
              <a:gd name="connsiteY9" fmla="*/ 1455743 h 2274933"/>
              <a:gd name="connsiteX10" fmla="*/ 110995 w 1855561"/>
              <a:gd name="connsiteY10" fmla="*/ 1557343 h 2274933"/>
              <a:gd name="connsiteX11" fmla="*/ 144862 w 1855561"/>
              <a:gd name="connsiteY11" fmla="*/ 1650476 h 2274933"/>
              <a:gd name="connsiteX12" fmla="*/ 212595 w 1855561"/>
              <a:gd name="connsiteY12" fmla="*/ 1633543 h 2274933"/>
              <a:gd name="connsiteX13" fmla="*/ 221062 w 1855561"/>
              <a:gd name="connsiteY13" fmla="*/ 1574276 h 2274933"/>
              <a:gd name="connsiteX14" fmla="*/ 221062 w 1855561"/>
              <a:gd name="connsiteY14" fmla="*/ 1540409 h 2274933"/>
              <a:gd name="connsiteX15" fmla="*/ 348062 w 1855561"/>
              <a:gd name="connsiteY15" fmla="*/ 1769009 h 2274933"/>
              <a:gd name="connsiteX16" fmla="*/ 483529 w 1855561"/>
              <a:gd name="connsiteY16" fmla="*/ 2006076 h 2274933"/>
              <a:gd name="connsiteX17" fmla="*/ 906861 w 1855561"/>
              <a:gd name="connsiteY17" fmla="*/ 2268542 h 2274933"/>
              <a:gd name="connsiteX18" fmla="*/ 1304795 w 1855561"/>
              <a:gd name="connsiteY18" fmla="*/ 2166943 h 2274933"/>
              <a:gd name="connsiteX19" fmla="*/ 1567262 w 1855561"/>
              <a:gd name="connsiteY19" fmla="*/ 1870609 h 2274933"/>
              <a:gd name="connsiteX20" fmla="*/ 1685795 w 1855561"/>
              <a:gd name="connsiteY20" fmla="*/ 1531943 h 2274933"/>
              <a:gd name="connsiteX21" fmla="*/ 1677329 w 1855561"/>
              <a:gd name="connsiteY21" fmla="*/ 1464209 h 2274933"/>
              <a:gd name="connsiteX22" fmla="*/ 1736595 w 1855561"/>
              <a:gd name="connsiteY22" fmla="*/ 1557343 h 2274933"/>
              <a:gd name="connsiteX23" fmla="*/ 1787395 w 1855561"/>
              <a:gd name="connsiteY23" fmla="*/ 1531943 h 2274933"/>
              <a:gd name="connsiteX24" fmla="*/ 1804329 w 1855561"/>
              <a:gd name="connsiteY24" fmla="*/ 1413409 h 2274933"/>
              <a:gd name="connsiteX25" fmla="*/ 1812795 w 1855561"/>
              <a:gd name="connsiteY25" fmla="*/ 1311809 h 2274933"/>
              <a:gd name="connsiteX26" fmla="*/ 1855129 w 1855561"/>
              <a:gd name="connsiteY26" fmla="*/ 1218676 h 2274933"/>
              <a:gd name="connsiteX27" fmla="*/ 1829729 w 1855561"/>
              <a:gd name="connsiteY27" fmla="*/ 1100143 h 2274933"/>
              <a:gd name="connsiteX28" fmla="*/ 1753529 w 1855561"/>
              <a:gd name="connsiteY28" fmla="*/ 1125543 h 2274933"/>
              <a:gd name="connsiteX29" fmla="*/ 1694262 w 1855561"/>
              <a:gd name="connsiteY29" fmla="*/ 1210209 h 2274933"/>
              <a:gd name="connsiteX30" fmla="*/ 1685795 w 1855561"/>
              <a:gd name="connsiteY30" fmla="*/ 1244076 h 2274933"/>
              <a:gd name="connsiteX31" fmla="*/ 1702729 w 1855561"/>
              <a:gd name="connsiteY31" fmla="*/ 837676 h 2274933"/>
              <a:gd name="connsiteX32" fmla="*/ 1643462 w 1855561"/>
              <a:gd name="connsiteY32" fmla="*/ 456676 h 2274933"/>
              <a:gd name="connsiteX33" fmla="*/ 1474129 w 1855561"/>
              <a:gd name="connsiteY33" fmla="*/ 194209 h 2274933"/>
              <a:gd name="connsiteX34" fmla="*/ 1220129 w 1855561"/>
              <a:gd name="connsiteY34" fmla="*/ 58743 h 2274933"/>
              <a:gd name="connsiteX35" fmla="*/ 906862 w 1855561"/>
              <a:gd name="connsiteY35" fmla="*/ 7943 h 2274933"/>
              <a:gd name="connsiteX36" fmla="*/ 779862 w 1855561"/>
              <a:gd name="connsiteY36" fmla="*/ 16409 h 2274933"/>
              <a:gd name="connsiteX0" fmla="*/ 779862 w 1855561"/>
              <a:gd name="connsiteY0" fmla="*/ 16409 h 2274933"/>
              <a:gd name="connsiteX1" fmla="*/ 500462 w 1855561"/>
              <a:gd name="connsiteY1" fmla="*/ 151876 h 2274933"/>
              <a:gd name="connsiteX2" fmla="*/ 263395 w 1855561"/>
              <a:gd name="connsiteY2" fmla="*/ 397409 h 2274933"/>
              <a:gd name="connsiteX3" fmla="*/ 117345 w 1855561"/>
              <a:gd name="connsiteY3" fmla="*/ 790050 h 2274933"/>
              <a:gd name="connsiteX4" fmla="*/ 153329 w 1855561"/>
              <a:gd name="connsiteY4" fmla="*/ 1227143 h 2274933"/>
              <a:gd name="connsiteX5" fmla="*/ 153329 w 1855561"/>
              <a:gd name="connsiteY5" fmla="*/ 1311809 h 2274933"/>
              <a:gd name="connsiteX6" fmla="*/ 102529 w 1855561"/>
              <a:gd name="connsiteY6" fmla="*/ 1252543 h 2274933"/>
              <a:gd name="connsiteX7" fmla="*/ 68662 w 1855561"/>
              <a:gd name="connsiteY7" fmla="*/ 1235609 h 2274933"/>
              <a:gd name="connsiteX8" fmla="*/ 929 w 1855561"/>
              <a:gd name="connsiteY8" fmla="*/ 1269476 h 2274933"/>
              <a:gd name="connsiteX9" fmla="*/ 34795 w 1855561"/>
              <a:gd name="connsiteY9" fmla="*/ 1455743 h 2274933"/>
              <a:gd name="connsiteX10" fmla="*/ 110995 w 1855561"/>
              <a:gd name="connsiteY10" fmla="*/ 1557343 h 2274933"/>
              <a:gd name="connsiteX11" fmla="*/ 144862 w 1855561"/>
              <a:gd name="connsiteY11" fmla="*/ 1650476 h 2274933"/>
              <a:gd name="connsiteX12" fmla="*/ 212595 w 1855561"/>
              <a:gd name="connsiteY12" fmla="*/ 1633543 h 2274933"/>
              <a:gd name="connsiteX13" fmla="*/ 221062 w 1855561"/>
              <a:gd name="connsiteY13" fmla="*/ 1574276 h 2274933"/>
              <a:gd name="connsiteX14" fmla="*/ 221062 w 1855561"/>
              <a:gd name="connsiteY14" fmla="*/ 1540409 h 2274933"/>
              <a:gd name="connsiteX15" fmla="*/ 348062 w 1855561"/>
              <a:gd name="connsiteY15" fmla="*/ 1769009 h 2274933"/>
              <a:gd name="connsiteX16" fmla="*/ 483529 w 1855561"/>
              <a:gd name="connsiteY16" fmla="*/ 2006076 h 2274933"/>
              <a:gd name="connsiteX17" fmla="*/ 906861 w 1855561"/>
              <a:gd name="connsiteY17" fmla="*/ 2268542 h 2274933"/>
              <a:gd name="connsiteX18" fmla="*/ 1304795 w 1855561"/>
              <a:gd name="connsiteY18" fmla="*/ 2166943 h 2274933"/>
              <a:gd name="connsiteX19" fmla="*/ 1567262 w 1855561"/>
              <a:gd name="connsiteY19" fmla="*/ 1870609 h 2274933"/>
              <a:gd name="connsiteX20" fmla="*/ 1685795 w 1855561"/>
              <a:gd name="connsiteY20" fmla="*/ 1531943 h 2274933"/>
              <a:gd name="connsiteX21" fmla="*/ 1677329 w 1855561"/>
              <a:gd name="connsiteY21" fmla="*/ 1464209 h 2274933"/>
              <a:gd name="connsiteX22" fmla="*/ 1736595 w 1855561"/>
              <a:gd name="connsiteY22" fmla="*/ 1557343 h 2274933"/>
              <a:gd name="connsiteX23" fmla="*/ 1787395 w 1855561"/>
              <a:gd name="connsiteY23" fmla="*/ 1531943 h 2274933"/>
              <a:gd name="connsiteX24" fmla="*/ 1804329 w 1855561"/>
              <a:gd name="connsiteY24" fmla="*/ 1413409 h 2274933"/>
              <a:gd name="connsiteX25" fmla="*/ 1812795 w 1855561"/>
              <a:gd name="connsiteY25" fmla="*/ 1311809 h 2274933"/>
              <a:gd name="connsiteX26" fmla="*/ 1855129 w 1855561"/>
              <a:gd name="connsiteY26" fmla="*/ 1218676 h 2274933"/>
              <a:gd name="connsiteX27" fmla="*/ 1829729 w 1855561"/>
              <a:gd name="connsiteY27" fmla="*/ 1100143 h 2274933"/>
              <a:gd name="connsiteX28" fmla="*/ 1753529 w 1855561"/>
              <a:gd name="connsiteY28" fmla="*/ 1125543 h 2274933"/>
              <a:gd name="connsiteX29" fmla="*/ 1694262 w 1855561"/>
              <a:gd name="connsiteY29" fmla="*/ 1210209 h 2274933"/>
              <a:gd name="connsiteX30" fmla="*/ 1685795 w 1855561"/>
              <a:gd name="connsiteY30" fmla="*/ 1244076 h 2274933"/>
              <a:gd name="connsiteX31" fmla="*/ 1702729 w 1855561"/>
              <a:gd name="connsiteY31" fmla="*/ 837676 h 2274933"/>
              <a:gd name="connsiteX32" fmla="*/ 1643462 w 1855561"/>
              <a:gd name="connsiteY32" fmla="*/ 456676 h 2274933"/>
              <a:gd name="connsiteX33" fmla="*/ 1474129 w 1855561"/>
              <a:gd name="connsiteY33" fmla="*/ 194209 h 2274933"/>
              <a:gd name="connsiteX34" fmla="*/ 1220129 w 1855561"/>
              <a:gd name="connsiteY34" fmla="*/ 58743 h 2274933"/>
              <a:gd name="connsiteX35" fmla="*/ 906862 w 1855561"/>
              <a:gd name="connsiteY35" fmla="*/ 7943 h 2274933"/>
              <a:gd name="connsiteX36" fmla="*/ 779862 w 1855561"/>
              <a:gd name="connsiteY36" fmla="*/ 16409 h 2274933"/>
              <a:gd name="connsiteX0" fmla="*/ 779862 w 1855561"/>
              <a:gd name="connsiteY0" fmla="*/ 16409 h 2274933"/>
              <a:gd name="connsiteX1" fmla="*/ 500462 w 1855561"/>
              <a:gd name="connsiteY1" fmla="*/ 151876 h 2274933"/>
              <a:gd name="connsiteX2" fmla="*/ 263395 w 1855561"/>
              <a:gd name="connsiteY2" fmla="*/ 397409 h 2274933"/>
              <a:gd name="connsiteX3" fmla="*/ 117345 w 1855561"/>
              <a:gd name="connsiteY3" fmla="*/ 790050 h 2274933"/>
              <a:gd name="connsiteX4" fmla="*/ 142745 w 1855561"/>
              <a:gd name="connsiteY4" fmla="*/ 758300 h 2274933"/>
              <a:gd name="connsiteX5" fmla="*/ 153329 w 1855561"/>
              <a:gd name="connsiteY5" fmla="*/ 1227143 h 2274933"/>
              <a:gd name="connsiteX6" fmla="*/ 153329 w 1855561"/>
              <a:gd name="connsiteY6" fmla="*/ 1311809 h 2274933"/>
              <a:gd name="connsiteX7" fmla="*/ 102529 w 1855561"/>
              <a:gd name="connsiteY7" fmla="*/ 1252543 h 2274933"/>
              <a:gd name="connsiteX8" fmla="*/ 68662 w 1855561"/>
              <a:gd name="connsiteY8" fmla="*/ 1235609 h 2274933"/>
              <a:gd name="connsiteX9" fmla="*/ 929 w 1855561"/>
              <a:gd name="connsiteY9" fmla="*/ 1269476 h 2274933"/>
              <a:gd name="connsiteX10" fmla="*/ 34795 w 1855561"/>
              <a:gd name="connsiteY10" fmla="*/ 1455743 h 2274933"/>
              <a:gd name="connsiteX11" fmla="*/ 110995 w 1855561"/>
              <a:gd name="connsiteY11" fmla="*/ 1557343 h 2274933"/>
              <a:gd name="connsiteX12" fmla="*/ 144862 w 1855561"/>
              <a:gd name="connsiteY12" fmla="*/ 1650476 h 2274933"/>
              <a:gd name="connsiteX13" fmla="*/ 212595 w 1855561"/>
              <a:gd name="connsiteY13" fmla="*/ 1633543 h 2274933"/>
              <a:gd name="connsiteX14" fmla="*/ 221062 w 1855561"/>
              <a:gd name="connsiteY14" fmla="*/ 1574276 h 2274933"/>
              <a:gd name="connsiteX15" fmla="*/ 221062 w 1855561"/>
              <a:gd name="connsiteY15" fmla="*/ 1540409 h 2274933"/>
              <a:gd name="connsiteX16" fmla="*/ 348062 w 1855561"/>
              <a:gd name="connsiteY16" fmla="*/ 1769009 h 2274933"/>
              <a:gd name="connsiteX17" fmla="*/ 483529 w 1855561"/>
              <a:gd name="connsiteY17" fmla="*/ 2006076 h 2274933"/>
              <a:gd name="connsiteX18" fmla="*/ 906861 w 1855561"/>
              <a:gd name="connsiteY18" fmla="*/ 2268542 h 2274933"/>
              <a:gd name="connsiteX19" fmla="*/ 1304795 w 1855561"/>
              <a:gd name="connsiteY19" fmla="*/ 2166943 h 2274933"/>
              <a:gd name="connsiteX20" fmla="*/ 1567262 w 1855561"/>
              <a:gd name="connsiteY20" fmla="*/ 1870609 h 2274933"/>
              <a:gd name="connsiteX21" fmla="*/ 1685795 w 1855561"/>
              <a:gd name="connsiteY21" fmla="*/ 1531943 h 2274933"/>
              <a:gd name="connsiteX22" fmla="*/ 1677329 w 1855561"/>
              <a:gd name="connsiteY22" fmla="*/ 1464209 h 2274933"/>
              <a:gd name="connsiteX23" fmla="*/ 1736595 w 1855561"/>
              <a:gd name="connsiteY23" fmla="*/ 1557343 h 2274933"/>
              <a:gd name="connsiteX24" fmla="*/ 1787395 w 1855561"/>
              <a:gd name="connsiteY24" fmla="*/ 1531943 h 2274933"/>
              <a:gd name="connsiteX25" fmla="*/ 1804329 w 1855561"/>
              <a:gd name="connsiteY25" fmla="*/ 1413409 h 2274933"/>
              <a:gd name="connsiteX26" fmla="*/ 1812795 w 1855561"/>
              <a:gd name="connsiteY26" fmla="*/ 1311809 h 2274933"/>
              <a:gd name="connsiteX27" fmla="*/ 1855129 w 1855561"/>
              <a:gd name="connsiteY27" fmla="*/ 1218676 h 2274933"/>
              <a:gd name="connsiteX28" fmla="*/ 1829729 w 1855561"/>
              <a:gd name="connsiteY28" fmla="*/ 1100143 h 2274933"/>
              <a:gd name="connsiteX29" fmla="*/ 1753529 w 1855561"/>
              <a:gd name="connsiteY29" fmla="*/ 1125543 h 2274933"/>
              <a:gd name="connsiteX30" fmla="*/ 1694262 w 1855561"/>
              <a:gd name="connsiteY30" fmla="*/ 1210209 h 2274933"/>
              <a:gd name="connsiteX31" fmla="*/ 1685795 w 1855561"/>
              <a:gd name="connsiteY31" fmla="*/ 1244076 h 2274933"/>
              <a:gd name="connsiteX32" fmla="*/ 1702729 w 1855561"/>
              <a:gd name="connsiteY32" fmla="*/ 837676 h 2274933"/>
              <a:gd name="connsiteX33" fmla="*/ 1643462 w 1855561"/>
              <a:gd name="connsiteY33" fmla="*/ 456676 h 2274933"/>
              <a:gd name="connsiteX34" fmla="*/ 1474129 w 1855561"/>
              <a:gd name="connsiteY34" fmla="*/ 194209 h 2274933"/>
              <a:gd name="connsiteX35" fmla="*/ 1220129 w 1855561"/>
              <a:gd name="connsiteY35" fmla="*/ 58743 h 2274933"/>
              <a:gd name="connsiteX36" fmla="*/ 906862 w 1855561"/>
              <a:gd name="connsiteY36" fmla="*/ 7943 h 2274933"/>
              <a:gd name="connsiteX37" fmla="*/ 779862 w 1855561"/>
              <a:gd name="connsiteY37" fmla="*/ 16409 h 2274933"/>
              <a:gd name="connsiteX0" fmla="*/ 698370 w 1855561"/>
              <a:gd name="connsiteY0" fmla="*/ 37974 h 2267188"/>
              <a:gd name="connsiteX1" fmla="*/ 500462 w 1855561"/>
              <a:gd name="connsiteY1" fmla="*/ 144131 h 2267188"/>
              <a:gd name="connsiteX2" fmla="*/ 263395 w 1855561"/>
              <a:gd name="connsiteY2" fmla="*/ 389664 h 2267188"/>
              <a:gd name="connsiteX3" fmla="*/ 117345 w 1855561"/>
              <a:gd name="connsiteY3" fmla="*/ 782305 h 2267188"/>
              <a:gd name="connsiteX4" fmla="*/ 142745 w 1855561"/>
              <a:gd name="connsiteY4" fmla="*/ 750555 h 2267188"/>
              <a:gd name="connsiteX5" fmla="*/ 153329 w 1855561"/>
              <a:gd name="connsiteY5" fmla="*/ 1219398 h 2267188"/>
              <a:gd name="connsiteX6" fmla="*/ 153329 w 1855561"/>
              <a:gd name="connsiteY6" fmla="*/ 1304064 h 2267188"/>
              <a:gd name="connsiteX7" fmla="*/ 102529 w 1855561"/>
              <a:gd name="connsiteY7" fmla="*/ 1244798 h 2267188"/>
              <a:gd name="connsiteX8" fmla="*/ 68662 w 1855561"/>
              <a:gd name="connsiteY8" fmla="*/ 1227864 h 2267188"/>
              <a:gd name="connsiteX9" fmla="*/ 929 w 1855561"/>
              <a:gd name="connsiteY9" fmla="*/ 1261731 h 2267188"/>
              <a:gd name="connsiteX10" fmla="*/ 34795 w 1855561"/>
              <a:gd name="connsiteY10" fmla="*/ 1447998 h 2267188"/>
              <a:gd name="connsiteX11" fmla="*/ 110995 w 1855561"/>
              <a:gd name="connsiteY11" fmla="*/ 1549598 h 2267188"/>
              <a:gd name="connsiteX12" fmla="*/ 144862 w 1855561"/>
              <a:gd name="connsiteY12" fmla="*/ 1642731 h 2267188"/>
              <a:gd name="connsiteX13" fmla="*/ 212595 w 1855561"/>
              <a:gd name="connsiteY13" fmla="*/ 1625798 h 2267188"/>
              <a:gd name="connsiteX14" fmla="*/ 221062 w 1855561"/>
              <a:gd name="connsiteY14" fmla="*/ 1566531 h 2267188"/>
              <a:gd name="connsiteX15" fmla="*/ 221062 w 1855561"/>
              <a:gd name="connsiteY15" fmla="*/ 1532664 h 2267188"/>
              <a:gd name="connsiteX16" fmla="*/ 348062 w 1855561"/>
              <a:gd name="connsiteY16" fmla="*/ 1761264 h 2267188"/>
              <a:gd name="connsiteX17" fmla="*/ 483529 w 1855561"/>
              <a:gd name="connsiteY17" fmla="*/ 1998331 h 2267188"/>
              <a:gd name="connsiteX18" fmla="*/ 906861 w 1855561"/>
              <a:gd name="connsiteY18" fmla="*/ 2260797 h 2267188"/>
              <a:gd name="connsiteX19" fmla="*/ 1304795 w 1855561"/>
              <a:gd name="connsiteY19" fmla="*/ 2159198 h 2267188"/>
              <a:gd name="connsiteX20" fmla="*/ 1567262 w 1855561"/>
              <a:gd name="connsiteY20" fmla="*/ 1862864 h 2267188"/>
              <a:gd name="connsiteX21" fmla="*/ 1685795 w 1855561"/>
              <a:gd name="connsiteY21" fmla="*/ 1524198 h 2267188"/>
              <a:gd name="connsiteX22" fmla="*/ 1677329 w 1855561"/>
              <a:gd name="connsiteY22" fmla="*/ 1456464 h 2267188"/>
              <a:gd name="connsiteX23" fmla="*/ 1736595 w 1855561"/>
              <a:gd name="connsiteY23" fmla="*/ 1549598 h 2267188"/>
              <a:gd name="connsiteX24" fmla="*/ 1787395 w 1855561"/>
              <a:gd name="connsiteY24" fmla="*/ 1524198 h 2267188"/>
              <a:gd name="connsiteX25" fmla="*/ 1804329 w 1855561"/>
              <a:gd name="connsiteY25" fmla="*/ 1405664 h 2267188"/>
              <a:gd name="connsiteX26" fmla="*/ 1812795 w 1855561"/>
              <a:gd name="connsiteY26" fmla="*/ 1304064 h 2267188"/>
              <a:gd name="connsiteX27" fmla="*/ 1855129 w 1855561"/>
              <a:gd name="connsiteY27" fmla="*/ 1210931 h 2267188"/>
              <a:gd name="connsiteX28" fmla="*/ 1829729 w 1855561"/>
              <a:gd name="connsiteY28" fmla="*/ 1092398 h 2267188"/>
              <a:gd name="connsiteX29" fmla="*/ 1753529 w 1855561"/>
              <a:gd name="connsiteY29" fmla="*/ 1117798 h 2267188"/>
              <a:gd name="connsiteX30" fmla="*/ 1694262 w 1855561"/>
              <a:gd name="connsiteY30" fmla="*/ 1202464 h 2267188"/>
              <a:gd name="connsiteX31" fmla="*/ 1685795 w 1855561"/>
              <a:gd name="connsiteY31" fmla="*/ 1236331 h 2267188"/>
              <a:gd name="connsiteX32" fmla="*/ 1702729 w 1855561"/>
              <a:gd name="connsiteY32" fmla="*/ 829931 h 2267188"/>
              <a:gd name="connsiteX33" fmla="*/ 1643462 w 1855561"/>
              <a:gd name="connsiteY33" fmla="*/ 448931 h 2267188"/>
              <a:gd name="connsiteX34" fmla="*/ 1474129 w 1855561"/>
              <a:gd name="connsiteY34" fmla="*/ 186464 h 2267188"/>
              <a:gd name="connsiteX35" fmla="*/ 1220129 w 1855561"/>
              <a:gd name="connsiteY35" fmla="*/ 50998 h 2267188"/>
              <a:gd name="connsiteX36" fmla="*/ 906862 w 1855561"/>
              <a:gd name="connsiteY36" fmla="*/ 198 h 2267188"/>
              <a:gd name="connsiteX37" fmla="*/ 698370 w 1855561"/>
              <a:gd name="connsiteY37" fmla="*/ 37974 h 2267188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263395 w 1855561"/>
              <a:gd name="connsiteY2" fmla="*/ 389543 h 2267067"/>
              <a:gd name="connsiteX3" fmla="*/ 117345 w 1855561"/>
              <a:gd name="connsiteY3" fmla="*/ 782184 h 2267067"/>
              <a:gd name="connsiteX4" fmla="*/ 142745 w 1855561"/>
              <a:gd name="connsiteY4" fmla="*/ 750434 h 2267067"/>
              <a:gd name="connsiteX5" fmla="*/ 153329 w 1855561"/>
              <a:gd name="connsiteY5" fmla="*/ 1219277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263395 w 1855561"/>
              <a:gd name="connsiteY2" fmla="*/ 389543 h 2267067"/>
              <a:gd name="connsiteX3" fmla="*/ 117345 w 1855561"/>
              <a:gd name="connsiteY3" fmla="*/ 782184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263395 w 1855561"/>
              <a:gd name="connsiteY2" fmla="*/ 389543 h 2267067"/>
              <a:gd name="connsiteX3" fmla="*/ 161795 w 1855561"/>
              <a:gd name="connsiteY3" fmla="*/ 598033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263395 w 1855561"/>
              <a:gd name="connsiteY2" fmla="*/ 389543 h 2267067"/>
              <a:gd name="connsiteX3" fmla="*/ 193545 w 1855561"/>
              <a:gd name="connsiteY3" fmla="*/ 499608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333245 w 1855561"/>
              <a:gd name="connsiteY2" fmla="*/ 274183 h 2267067"/>
              <a:gd name="connsiteX3" fmla="*/ 193545 w 1855561"/>
              <a:gd name="connsiteY3" fmla="*/ 499608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349120 w 1855561"/>
              <a:gd name="connsiteY2" fmla="*/ 274183 h 2267067"/>
              <a:gd name="connsiteX3" fmla="*/ 193545 w 1855561"/>
              <a:gd name="connsiteY3" fmla="*/ 499608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358645 w 1855561"/>
              <a:gd name="connsiteY2" fmla="*/ 226558 h 2267067"/>
              <a:gd name="connsiteX3" fmla="*/ 193545 w 1855561"/>
              <a:gd name="connsiteY3" fmla="*/ 499608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33 h 2267047"/>
              <a:gd name="connsiteX1" fmla="*/ 530095 w 1855561"/>
              <a:gd name="connsiteY1" fmla="*/ 109063 h 2267047"/>
              <a:gd name="connsiteX2" fmla="*/ 358645 w 1855561"/>
              <a:gd name="connsiteY2" fmla="*/ 226538 h 2267047"/>
              <a:gd name="connsiteX3" fmla="*/ 193545 w 1855561"/>
              <a:gd name="connsiteY3" fmla="*/ 499588 h 2267047"/>
              <a:gd name="connsiteX4" fmla="*/ 142745 w 1855561"/>
              <a:gd name="connsiteY4" fmla="*/ 750414 h 2267047"/>
              <a:gd name="connsiteX5" fmla="*/ 142745 w 1855561"/>
              <a:gd name="connsiteY5" fmla="*/ 1058388 h 2267047"/>
              <a:gd name="connsiteX6" fmla="*/ 153329 w 1855561"/>
              <a:gd name="connsiteY6" fmla="*/ 1303923 h 2267047"/>
              <a:gd name="connsiteX7" fmla="*/ 102529 w 1855561"/>
              <a:gd name="connsiteY7" fmla="*/ 1244657 h 2267047"/>
              <a:gd name="connsiteX8" fmla="*/ 68662 w 1855561"/>
              <a:gd name="connsiteY8" fmla="*/ 1227723 h 2267047"/>
              <a:gd name="connsiteX9" fmla="*/ 929 w 1855561"/>
              <a:gd name="connsiteY9" fmla="*/ 1261590 h 2267047"/>
              <a:gd name="connsiteX10" fmla="*/ 34795 w 1855561"/>
              <a:gd name="connsiteY10" fmla="*/ 1447857 h 2267047"/>
              <a:gd name="connsiteX11" fmla="*/ 110995 w 1855561"/>
              <a:gd name="connsiteY11" fmla="*/ 1549457 h 2267047"/>
              <a:gd name="connsiteX12" fmla="*/ 144862 w 1855561"/>
              <a:gd name="connsiteY12" fmla="*/ 1642590 h 2267047"/>
              <a:gd name="connsiteX13" fmla="*/ 212595 w 1855561"/>
              <a:gd name="connsiteY13" fmla="*/ 1625657 h 2267047"/>
              <a:gd name="connsiteX14" fmla="*/ 221062 w 1855561"/>
              <a:gd name="connsiteY14" fmla="*/ 1566390 h 2267047"/>
              <a:gd name="connsiteX15" fmla="*/ 221062 w 1855561"/>
              <a:gd name="connsiteY15" fmla="*/ 1532523 h 2267047"/>
              <a:gd name="connsiteX16" fmla="*/ 348062 w 1855561"/>
              <a:gd name="connsiteY16" fmla="*/ 1761123 h 2267047"/>
              <a:gd name="connsiteX17" fmla="*/ 483529 w 1855561"/>
              <a:gd name="connsiteY17" fmla="*/ 1998190 h 2267047"/>
              <a:gd name="connsiteX18" fmla="*/ 906861 w 1855561"/>
              <a:gd name="connsiteY18" fmla="*/ 2260656 h 2267047"/>
              <a:gd name="connsiteX19" fmla="*/ 1304795 w 1855561"/>
              <a:gd name="connsiteY19" fmla="*/ 2159057 h 2267047"/>
              <a:gd name="connsiteX20" fmla="*/ 1567262 w 1855561"/>
              <a:gd name="connsiteY20" fmla="*/ 1862723 h 2267047"/>
              <a:gd name="connsiteX21" fmla="*/ 1685795 w 1855561"/>
              <a:gd name="connsiteY21" fmla="*/ 1524057 h 2267047"/>
              <a:gd name="connsiteX22" fmla="*/ 1677329 w 1855561"/>
              <a:gd name="connsiteY22" fmla="*/ 1456323 h 2267047"/>
              <a:gd name="connsiteX23" fmla="*/ 1736595 w 1855561"/>
              <a:gd name="connsiteY23" fmla="*/ 1549457 h 2267047"/>
              <a:gd name="connsiteX24" fmla="*/ 1787395 w 1855561"/>
              <a:gd name="connsiteY24" fmla="*/ 1524057 h 2267047"/>
              <a:gd name="connsiteX25" fmla="*/ 1804329 w 1855561"/>
              <a:gd name="connsiteY25" fmla="*/ 1405523 h 2267047"/>
              <a:gd name="connsiteX26" fmla="*/ 1812795 w 1855561"/>
              <a:gd name="connsiteY26" fmla="*/ 1303923 h 2267047"/>
              <a:gd name="connsiteX27" fmla="*/ 1855129 w 1855561"/>
              <a:gd name="connsiteY27" fmla="*/ 1210790 h 2267047"/>
              <a:gd name="connsiteX28" fmla="*/ 1829729 w 1855561"/>
              <a:gd name="connsiteY28" fmla="*/ 1092257 h 2267047"/>
              <a:gd name="connsiteX29" fmla="*/ 1753529 w 1855561"/>
              <a:gd name="connsiteY29" fmla="*/ 1117657 h 2267047"/>
              <a:gd name="connsiteX30" fmla="*/ 1694262 w 1855561"/>
              <a:gd name="connsiteY30" fmla="*/ 1202323 h 2267047"/>
              <a:gd name="connsiteX31" fmla="*/ 1685795 w 1855561"/>
              <a:gd name="connsiteY31" fmla="*/ 1236190 h 2267047"/>
              <a:gd name="connsiteX32" fmla="*/ 1702729 w 1855561"/>
              <a:gd name="connsiteY32" fmla="*/ 829790 h 2267047"/>
              <a:gd name="connsiteX33" fmla="*/ 1643462 w 1855561"/>
              <a:gd name="connsiteY33" fmla="*/ 448790 h 2267047"/>
              <a:gd name="connsiteX34" fmla="*/ 1474129 w 1855561"/>
              <a:gd name="connsiteY34" fmla="*/ 186323 h 2267047"/>
              <a:gd name="connsiteX35" fmla="*/ 1263520 w 1855561"/>
              <a:gd name="connsiteY35" fmla="*/ 45578 h 2267047"/>
              <a:gd name="connsiteX36" fmla="*/ 906862 w 1855561"/>
              <a:gd name="connsiteY36" fmla="*/ 57 h 2267047"/>
              <a:gd name="connsiteX37" fmla="*/ 698370 w 1855561"/>
              <a:gd name="connsiteY37" fmla="*/ 37833 h 2267047"/>
              <a:gd name="connsiteX0" fmla="*/ 698370 w 1855561"/>
              <a:gd name="connsiteY0" fmla="*/ 37833 h 2267047"/>
              <a:gd name="connsiteX1" fmla="*/ 530095 w 1855561"/>
              <a:gd name="connsiteY1" fmla="*/ 109063 h 2267047"/>
              <a:gd name="connsiteX2" fmla="*/ 358645 w 1855561"/>
              <a:gd name="connsiteY2" fmla="*/ 226538 h 2267047"/>
              <a:gd name="connsiteX3" fmla="*/ 193545 w 1855561"/>
              <a:gd name="connsiteY3" fmla="*/ 499588 h 2267047"/>
              <a:gd name="connsiteX4" fmla="*/ 142745 w 1855561"/>
              <a:gd name="connsiteY4" fmla="*/ 690089 h 2267047"/>
              <a:gd name="connsiteX5" fmla="*/ 142745 w 1855561"/>
              <a:gd name="connsiteY5" fmla="*/ 1058388 h 2267047"/>
              <a:gd name="connsiteX6" fmla="*/ 153329 w 1855561"/>
              <a:gd name="connsiteY6" fmla="*/ 1303923 h 2267047"/>
              <a:gd name="connsiteX7" fmla="*/ 102529 w 1855561"/>
              <a:gd name="connsiteY7" fmla="*/ 1244657 h 2267047"/>
              <a:gd name="connsiteX8" fmla="*/ 68662 w 1855561"/>
              <a:gd name="connsiteY8" fmla="*/ 1227723 h 2267047"/>
              <a:gd name="connsiteX9" fmla="*/ 929 w 1855561"/>
              <a:gd name="connsiteY9" fmla="*/ 1261590 h 2267047"/>
              <a:gd name="connsiteX10" fmla="*/ 34795 w 1855561"/>
              <a:gd name="connsiteY10" fmla="*/ 1447857 h 2267047"/>
              <a:gd name="connsiteX11" fmla="*/ 110995 w 1855561"/>
              <a:gd name="connsiteY11" fmla="*/ 1549457 h 2267047"/>
              <a:gd name="connsiteX12" fmla="*/ 144862 w 1855561"/>
              <a:gd name="connsiteY12" fmla="*/ 1642590 h 2267047"/>
              <a:gd name="connsiteX13" fmla="*/ 212595 w 1855561"/>
              <a:gd name="connsiteY13" fmla="*/ 1625657 h 2267047"/>
              <a:gd name="connsiteX14" fmla="*/ 221062 w 1855561"/>
              <a:gd name="connsiteY14" fmla="*/ 1566390 h 2267047"/>
              <a:gd name="connsiteX15" fmla="*/ 221062 w 1855561"/>
              <a:gd name="connsiteY15" fmla="*/ 1532523 h 2267047"/>
              <a:gd name="connsiteX16" fmla="*/ 348062 w 1855561"/>
              <a:gd name="connsiteY16" fmla="*/ 1761123 h 2267047"/>
              <a:gd name="connsiteX17" fmla="*/ 483529 w 1855561"/>
              <a:gd name="connsiteY17" fmla="*/ 1998190 h 2267047"/>
              <a:gd name="connsiteX18" fmla="*/ 906861 w 1855561"/>
              <a:gd name="connsiteY18" fmla="*/ 2260656 h 2267047"/>
              <a:gd name="connsiteX19" fmla="*/ 1304795 w 1855561"/>
              <a:gd name="connsiteY19" fmla="*/ 2159057 h 2267047"/>
              <a:gd name="connsiteX20" fmla="*/ 1567262 w 1855561"/>
              <a:gd name="connsiteY20" fmla="*/ 1862723 h 2267047"/>
              <a:gd name="connsiteX21" fmla="*/ 1685795 w 1855561"/>
              <a:gd name="connsiteY21" fmla="*/ 1524057 h 2267047"/>
              <a:gd name="connsiteX22" fmla="*/ 1677329 w 1855561"/>
              <a:gd name="connsiteY22" fmla="*/ 1456323 h 2267047"/>
              <a:gd name="connsiteX23" fmla="*/ 1736595 w 1855561"/>
              <a:gd name="connsiteY23" fmla="*/ 1549457 h 2267047"/>
              <a:gd name="connsiteX24" fmla="*/ 1787395 w 1855561"/>
              <a:gd name="connsiteY24" fmla="*/ 1524057 h 2267047"/>
              <a:gd name="connsiteX25" fmla="*/ 1804329 w 1855561"/>
              <a:gd name="connsiteY25" fmla="*/ 1405523 h 2267047"/>
              <a:gd name="connsiteX26" fmla="*/ 1812795 w 1855561"/>
              <a:gd name="connsiteY26" fmla="*/ 1303923 h 2267047"/>
              <a:gd name="connsiteX27" fmla="*/ 1855129 w 1855561"/>
              <a:gd name="connsiteY27" fmla="*/ 1210790 h 2267047"/>
              <a:gd name="connsiteX28" fmla="*/ 1829729 w 1855561"/>
              <a:gd name="connsiteY28" fmla="*/ 1092257 h 2267047"/>
              <a:gd name="connsiteX29" fmla="*/ 1753529 w 1855561"/>
              <a:gd name="connsiteY29" fmla="*/ 1117657 h 2267047"/>
              <a:gd name="connsiteX30" fmla="*/ 1694262 w 1855561"/>
              <a:gd name="connsiteY30" fmla="*/ 1202323 h 2267047"/>
              <a:gd name="connsiteX31" fmla="*/ 1685795 w 1855561"/>
              <a:gd name="connsiteY31" fmla="*/ 1236190 h 2267047"/>
              <a:gd name="connsiteX32" fmla="*/ 1702729 w 1855561"/>
              <a:gd name="connsiteY32" fmla="*/ 829790 h 2267047"/>
              <a:gd name="connsiteX33" fmla="*/ 1643462 w 1855561"/>
              <a:gd name="connsiteY33" fmla="*/ 448790 h 2267047"/>
              <a:gd name="connsiteX34" fmla="*/ 1474129 w 1855561"/>
              <a:gd name="connsiteY34" fmla="*/ 186323 h 2267047"/>
              <a:gd name="connsiteX35" fmla="*/ 1263520 w 1855561"/>
              <a:gd name="connsiteY35" fmla="*/ 45578 h 2267047"/>
              <a:gd name="connsiteX36" fmla="*/ 906862 w 1855561"/>
              <a:gd name="connsiteY36" fmla="*/ 57 h 2267047"/>
              <a:gd name="connsiteX37" fmla="*/ 698370 w 1855561"/>
              <a:gd name="connsiteY37" fmla="*/ 37833 h 2267047"/>
              <a:gd name="connsiteX0" fmla="*/ 698370 w 1855561"/>
              <a:gd name="connsiteY0" fmla="*/ 37833 h 2267047"/>
              <a:gd name="connsiteX1" fmla="*/ 530095 w 1855561"/>
              <a:gd name="connsiteY1" fmla="*/ 109063 h 2267047"/>
              <a:gd name="connsiteX2" fmla="*/ 358645 w 1855561"/>
              <a:gd name="connsiteY2" fmla="*/ 226538 h 2267047"/>
              <a:gd name="connsiteX3" fmla="*/ 193545 w 1855561"/>
              <a:gd name="connsiteY3" fmla="*/ 499588 h 2267047"/>
              <a:gd name="connsiteX4" fmla="*/ 142745 w 1855561"/>
              <a:gd name="connsiteY4" fmla="*/ 690089 h 2267047"/>
              <a:gd name="connsiteX5" fmla="*/ 142745 w 1855561"/>
              <a:gd name="connsiteY5" fmla="*/ 1058388 h 2267047"/>
              <a:gd name="connsiteX6" fmla="*/ 143804 w 1855561"/>
              <a:gd name="connsiteY6" fmla="*/ 1195973 h 2267047"/>
              <a:gd name="connsiteX7" fmla="*/ 102529 w 1855561"/>
              <a:gd name="connsiteY7" fmla="*/ 1244657 h 2267047"/>
              <a:gd name="connsiteX8" fmla="*/ 68662 w 1855561"/>
              <a:gd name="connsiteY8" fmla="*/ 1227723 h 2267047"/>
              <a:gd name="connsiteX9" fmla="*/ 929 w 1855561"/>
              <a:gd name="connsiteY9" fmla="*/ 1261590 h 2267047"/>
              <a:gd name="connsiteX10" fmla="*/ 34795 w 1855561"/>
              <a:gd name="connsiteY10" fmla="*/ 1447857 h 2267047"/>
              <a:gd name="connsiteX11" fmla="*/ 110995 w 1855561"/>
              <a:gd name="connsiteY11" fmla="*/ 1549457 h 2267047"/>
              <a:gd name="connsiteX12" fmla="*/ 144862 w 1855561"/>
              <a:gd name="connsiteY12" fmla="*/ 1642590 h 2267047"/>
              <a:gd name="connsiteX13" fmla="*/ 212595 w 1855561"/>
              <a:gd name="connsiteY13" fmla="*/ 1625657 h 2267047"/>
              <a:gd name="connsiteX14" fmla="*/ 221062 w 1855561"/>
              <a:gd name="connsiteY14" fmla="*/ 1566390 h 2267047"/>
              <a:gd name="connsiteX15" fmla="*/ 221062 w 1855561"/>
              <a:gd name="connsiteY15" fmla="*/ 1532523 h 2267047"/>
              <a:gd name="connsiteX16" fmla="*/ 348062 w 1855561"/>
              <a:gd name="connsiteY16" fmla="*/ 1761123 h 2267047"/>
              <a:gd name="connsiteX17" fmla="*/ 483529 w 1855561"/>
              <a:gd name="connsiteY17" fmla="*/ 1998190 h 2267047"/>
              <a:gd name="connsiteX18" fmla="*/ 906861 w 1855561"/>
              <a:gd name="connsiteY18" fmla="*/ 2260656 h 2267047"/>
              <a:gd name="connsiteX19" fmla="*/ 1304795 w 1855561"/>
              <a:gd name="connsiteY19" fmla="*/ 2159057 h 2267047"/>
              <a:gd name="connsiteX20" fmla="*/ 1567262 w 1855561"/>
              <a:gd name="connsiteY20" fmla="*/ 1862723 h 2267047"/>
              <a:gd name="connsiteX21" fmla="*/ 1685795 w 1855561"/>
              <a:gd name="connsiteY21" fmla="*/ 1524057 h 2267047"/>
              <a:gd name="connsiteX22" fmla="*/ 1677329 w 1855561"/>
              <a:gd name="connsiteY22" fmla="*/ 1456323 h 2267047"/>
              <a:gd name="connsiteX23" fmla="*/ 1736595 w 1855561"/>
              <a:gd name="connsiteY23" fmla="*/ 1549457 h 2267047"/>
              <a:gd name="connsiteX24" fmla="*/ 1787395 w 1855561"/>
              <a:gd name="connsiteY24" fmla="*/ 1524057 h 2267047"/>
              <a:gd name="connsiteX25" fmla="*/ 1804329 w 1855561"/>
              <a:gd name="connsiteY25" fmla="*/ 1405523 h 2267047"/>
              <a:gd name="connsiteX26" fmla="*/ 1812795 w 1855561"/>
              <a:gd name="connsiteY26" fmla="*/ 1303923 h 2267047"/>
              <a:gd name="connsiteX27" fmla="*/ 1855129 w 1855561"/>
              <a:gd name="connsiteY27" fmla="*/ 1210790 h 2267047"/>
              <a:gd name="connsiteX28" fmla="*/ 1829729 w 1855561"/>
              <a:gd name="connsiteY28" fmla="*/ 1092257 h 2267047"/>
              <a:gd name="connsiteX29" fmla="*/ 1753529 w 1855561"/>
              <a:gd name="connsiteY29" fmla="*/ 1117657 h 2267047"/>
              <a:gd name="connsiteX30" fmla="*/ 1694262 w 1855561"/>
              <a:gd name="connsiteY30" fmla="*/ 1202323 h 2267047"/>
              <a:gd name="connsiteX31" fmla="*/ 1685795 w 1855561"/>
              <a:gd name="connsiteY31" fmla="*/ 1236190 h 2267047"/>
              <a:gd name="connsiteX32" fmla="*/ 1702729 w 1855561"/>
              <a:gd name="connsiteY32" fmla="*/ 829790 h 2267047"/>
              <a:gd name="connsiteX33" fmla="*/ 1643462 w 1855561"/>
              <a:gd name="connsiteY33" fmla="*/ 448790 h 2267047"/>
              <a:gd name="connsiteX34" fmla="*/ 1474129 w 1855561"/>
              <a:gd name="connsiteY34" fmla="*/ 186323 h 2267047"/>
              <a:gd name="connsiteX35" fmla="*/ 1263520 w 1855561"/>
              <a:gd name="connsiteY35" fmla="*/ 45578 h 2267047"/>
              <a:gd name="connsiteX36" fmla="*/ 906862 w 1855561"/>
              <a:gd name="connsiteY36" fmla="*/ 57 h 2267047"/>
              <a:gd name="connsiteX37" fmla="*/ 698370 w 1855561"/>
              <a:gd name="connsiteY37" fmla="*/ 37833 h 2267047"/>
              <a:gd name="connsiteX0" fmla="*/ 697938 w 1855129"/>
              <a:gd name="connsiteY0" fmla="*/ 37833 h 2267047"/>
              <a:gd name="connsiteX1" fmla="*/ 529663 w 1855129"/>
              <a:gd name="connsiteY1" fmla="*/ 109063 h 2267047"/>
              <a:gd name="connsiteX2" fmla="*/ 358213 w 1855129"/>
              <a:gd name="connsiteY2" fmla="*/ 226538 h 2267047"/>
              <a:gd name="connsiteX3" fmla="*/ 193113 w 1855129"/>
              <a:gd name="connsiteY3" fmla="*/ 499588 h 2267047"/>
              <a:gd name="connsiteX4" fmla="*/ 142313 w 1855129"/>
              <a:gd name="connsiteY4" fmla="*/ 690089 h 2267047"/>
              <a:gd name="connsiteX5" fmla="*/ 142313 w 1855129"/>
              <a:gd name="connsiteY5" fmla="*/ 1058388 h 2267047"/>
              <a:gd name="connsiteX6" fmla="*/ 143372 w 1855129"/>
              <a:gd name="connsiteY6" fmla="*/ 1195973 h 2267047"/>
              <a:gd name="connsiteX7" fmla="*/ 102097 w 1855129"/>
              <a:gd name="connsiteY7" fmla="*/ 1244657 h 2267047"/>
              <a:gd name="connsiteX8" fmla="*/ 20605 w 1855129"/>
              <a:gd name="connsiteY8" fmla="*/ 1167398 h 2267047"/>
              <a:gd name="connsiteX9" fmla="*/ 497 w 1855129"/>
              <a:gd name="connsiteY9" fmla="*/ 1261590 h 2267047"/>
              <a:gd name="connsiteX10" fmla="*/ 34363 w 1855129"/>
              <a:gd name="connsiteY10" fmla="*/ 1447857 h 2267047"/>
              <a:gd name="connsiteX11" fmla="*/ 110563 w 1855129"/>
              <a:gd name="connsiteY11" fmla="*/ 1549457 h 2267047"/>
              <a:gd name="connsiteX12" fmla="*/ 144430 w 1855129"/>
              <a:gd name="connsiteY12" fmla="*/ 1642590 h 2267047"/>
              <a:gd name="connsiteX13" fmla="*/ 212163 w 1855129"/>
              <a:gd name="connsiteY13" fmla="*/ 1625657 h 2267047"/>
              <a:gd name="connsiteX14" fmla="*/ 220630 w 1855129"/>
              <a:gd name="connsiteY14" fmla="*/ 1566390 h 2267047"/>
              <a:gd name="connsiteX15" fmla="*/ 220630 w 1855129"/>
              <a:gd name="connsiteY15" fmla="*/ 1532523 h 2267047"/>
              <a:gd name="connsiteX16" fmla="*/ 347630 w 1855129"/>
              <a:gd name="connsiteY16" fmla="*/ 1761123 h 2267047"/>
              <a:gd name="connsiteX17" fmla="*/ 483097 w 1855129"/>
              <a:gd name="connsiteY17" fmla="*/ 1998190 h 2267047"/>
              <a:gd name="connsiteX18" fmla="*/ 906429 w 1855129"/>
              <a:gd name="connsiteY18" fmla="*/ 2260656 h 2267047"/>
              <a:gd name="connsiteX19" fmla="*/ 1304363 w 1855129"/>
              <a:gd name="connsiteY19" fmla="*/ 2159057 h 2267047"/>
              <a:gd name="connsiteX20" fmla="*/ 1566830 w 1855129"/>
              <a:gd name="connsiteY20" fmla="*/ 1862723 h 2267047"/>
              <a:gd name="connsiteX21" fmla="*/ 1685363 w 1855129"/>
              <a:gd name="connsiteY21" fmla="*/ 1524057 h 2267047"/>
              <a:gd name="connsiteX22" fmla="*/ 1676897 w 1855129"/>
              <a:gd name="connsiteY22" fmla="*/ 1456323 h 2267047"/>
              <a:gd name="connsiteX23" fmla="*/ 1736163 w 1855129"/>
              <a:gd name="connsiteY23" fmla="*/ 1549457 h 2267047"/>
              <a:gd name="connsiteX24" fmla="*/ 1786963 w 1855129"/>
              <a:gd name="connsiteY24" fmla="*/ 1524057 h 2267047"/>
              <a:gd name="connsiteX25" fmla="*/ 1803897 w 1855129"/>
              <a:gd name="connsiteY25" fmla="*/ 1405523 h 2267047"/>
              <a:gd name="connsiteX26" fmla="*/ 1812363 w 1855129"/>
              <a:gd name="connsiteY26" fmla="*/ 1303923 h 2267047"/>
              <a:gd name="connsiteX27" fmla="*/ 1854697 w 1855129"/>
              <a:gd name="connsiteY27" fmla="*/ 1210790 h 2267047"/>
              <a:gd name="connsiteX28" fmla="*/ 1829297 w 1855129"/>
              <a:gd name="connsiteY28" fmla="*/ 1092257 h 2267047"/>
              <a:gd name="connsiteX29" fmla="*/ 1753097 w 1855129"/>
              <a:gd name="connsiteY29" fmla="*/ 1117657 h 2267047"/>
              <a:gd name="connsiteX30" fmla="*/ 1693830 w 1855129"/>
              <a:gd name="connsiteY30" fmla="*/ 1202323 h 2267047"/>
              <a:gd name="connsiteX31" fmla="*/ 1685363 w 1855129"/>
              <a:gd name="connsiteY31" fmla="*/ 1236190 h 2267047"/>
              <a:gd name="connsiteX32" fmla="*/ 1702297 w 1855129"/>
              <a:gd name="connsiteY32" fmla="*/ 829790 h 2267047"/>
              <a:gd name="connsiteX33" fmla="*/ 1643030 w 1855129"/>
              <a:gd name="connsiteY33" fmla="*/ 448790 h 2267047"/>
              <a:gd name="connsiteX34" fmla="*/ 1473697 w 1855129"/>
              <a:gd name="connsiteY34" fmla="*/ 186323 h 2267047"/>
              <a:gd name="connsiteX35" fmla="*/ 1263088 w 1855129"/>
              <a:gd name="connsiteY35" fmla="*/ 45578 h 2267047"/>
              <a:gd name="connsiteX36" fmla="*/ 906430 w 1855129"/>
              <a:gd name="connsiteY36" fmla="*/ 57 h 2267047"/>
              <a:gd name="connsiteX37" fmla="*/ 697938 w 1855129"/>
              <a:gd name="connsiteY37" fmla="*/ 37833 h 2267047"/>
              <a:gd name="connsiteX0" fmla="*/ 697998 w 1855189"/>
              <a:gd name="connsiteY0" fmla="*/ 37833 h 2267047"/>
              <a:gd name="connsiteX1" fmla="*/ 529723 w 1855189"/>
              <a:gd name="connsiteY1" fmla="*/ 109063 h 2267047"/>
              <a:gd name="connsiteX2" fmla="*/ 358273 w 1855189"/>
              <a:gd name="connsiteY2" fmla="*/ 226538 h 2267047"/>
              <a:gd name="connsiteX3" fmla="*/ 193173 w 1855189"/>
              <a:gd name="connsiteY3" fmla="*/ 499588 h 2267047"/>
              <a:gd name="connsiteX4" fmla="*/ 142373 w 1855189"/>
              <a:gd name="connsiteY4" fmla="*/ 690089 h 2267047"/>
              <a:gd name="connsiteX5" fmla="*/ 142373 w 1855189"/>
              <a:gd name="connsiteY5" fmla="*/ 1058388 h 2267047"/>
              <a:gd name="connsiteX6" fmla="*/ 143432 w 1855189"/>
              <a:gd name="connsiteY6" fmla="*/ 1195973 h 2267047"/>
              <a:gd name="connsiteX7" fmla="*/ 108507 w 1855189"/>
              <a:gd name="connsiteY7" fmla="*/ 1200207 h 2267047"/>
              <a:gd name="connsiteX8" fmla="*/ 20665 w 1855189"/>
              <a:gd name="connsiteY8" fmla="*/ 1167398 h 2267047"/>
              <a:gd name="connsiteX9" fmla="*/ 557 w 1855189"/>
              <a:gd name="connsiteY9" fmla="*/ 1261590 h 2267047"/>
              <a:gd name="connsiteX10" fmla="*/ 34423 w 1855189"/>
              <a:gd name="connsiteY10" fmla="*/ 1447857 h 2267047"/>
              <a:gd name="connsiteX11" fmla="*/ 110623 w 1855189"/>
              <a:gd name="connsiteY11" fmla="*/ 1549457 h 2267047"/>
              <a:gd name="connsiteX12" fmla="*/ 144490 w 1855189"/>
              <a:gd name="connsiteY12" fmla="*/ 1642590 h 2267047"/>
              <a:gd name="connsiteX13" fmla="*/ 212223 w 1855189"/>
              <a:gd name="connsiteY13" fmla="*/ 1625657 h 2267047"/>
              <a:gd name="connsiteX14" fmla="*/ 220690 w 1855189"/>
              <a:gd name="connsiteY14" fmla="*/ 1566390 h 2267047"/>
              <a:gd name="connsiteX15" fmla="*/ 220690 w 1855189"/>
              <a:gd name="connsiteY15" fmla="*/ 1532523 h 2267047"/>
              <a:gd name="connsiteX16" fmla="*/ 347690 w 1855189"/>
              <a:gd name="connsiteY16" fmla="*/ 1761123 h 2267047"/>
              <a:gd name="connsiteX17" fmla="*/ 483157 w 1855189"/>
              <a:gd name="connsiteY17" fmla="*/ 1998190 h 2267047"/>
              <a:gd name="connsiteX18" fmla="*/ 906489 w 1855189"/>
              <a:gd name="connsiteY18" fmla="*/ 2260656 h 2267047"/>
              <a:gd name="connsiteX19" fmla="*/ 1304423 w 1855189"/>
              <a:gd name="connsiteY19" fmla="*/ 2159057 h 2267047"/>
              <a:gd name="connsiteX20" fmla="*/ 1566890 w 1855189"/>
              <a:gd name="connsiteY20" fmla="*/ 1862723 h 2267047"/>
              <a:gd name="connsiteX21" fmla="*/ 1685423 w 1855189"/>
              <a:gd name="connsiteY21" fmla="*/ 1524057 h 2267047"/>
              <a:gd name="connsiteX22" fmla="*/ 1676957 w 1855189"/>
              <a:gd name="connsiteY22" fmla="*/ 1456323 h 2267047"/>
              <a:gd name="connsiteX23" fmla="*/ 1736223 w 1855189"/>
              <a:gd name="connsiteY23" fmla="*/ 1549457 h 2267047"/>
              <a:gd name="connsiteX24" fmla="*/ 1787023 w 1855189"/>
              <a:gd name="connsiteY24" fmla="*/ 1524057 h 2267047"/>
              <a:gd name="connsiteX25" fmla="*/ 1803957 w 1855189"/>
              <a:gd name="connsiteY25" fmla="*/ 1405523 h 2267047"/>
              <a:gd name="connsiteX26" fmla="*/ 1812423 w 1855189"/>
              <a:gd name="connsiteY26" fmla="*/ 1303923 h 2267047"/>
              <a:gd name="connsiteX27" fmla="*/ 1854757 w 1855189"/>
              <a:gd name="connsiteY27" fmla="*/ 1210790 h 2267047"/>
              <a:gd name="connsiteX28" fmla="*/ 1829357 w 1855189"/>
              <a:gd name="connsiteY28" fmla="*/ 1092257 h 2267047"/>
              <a:gd name="connsiteX29" fmla="*/ 1753157 w 1855189"/>
              <a:gd name="connsiteY29" fmla="*/ 1117657 h 2267047"/>
              <a:gd name="connsiteX30" fmla="*/ 1693890 w 1855189"/>
              <a:gd name="connsiteY30" fmla="*/ 1202323 h 2267047"/>
              <a:gd name="connsiteX31" fmla="*/ 1685423 w 1855189"/>
              <a:gd name="connsiteY31" fmla="*/ 1236190 h 2267047"/>
              <a:gd name="connsiteX32" fmla="*/ 1702357 w 1855189"/>
              <a:gd name="connsiteY32" fmla="*/ 829790 h 2267047"/>
              <a:gd name="connsiteX33" fmla="*/ 1643090 w 1855189"/>
              <a:gd name="connsiteY33" fmla="*/ 448790 h 2267047"/>
              <a:gd name="connsiteX34" fmla="*/ 1473757 w 1855189"/>
              <a:gd name="connsiteY34" fmla="*/ 186323 h 2267047"/>
              <a:gd name="connsiteX35" fmla="*/ 1263148 w 1855189"/>
              <a:gd name="connsiteY35" fmla="*/ 45578 h 2267047"/>
              <a:gd name="connsiteX36" fmla="*/ 906490 w 1855189"/>
              <a:gd name="connsiteY36" fmla="*/ 57 h 2267047"/>
              <a:gd name="connsiteX37" fmla="*/ 697998 w 1855189"/>
              <a:gd name="connsiteY37" fmla="*/ 37833 h 2267047"/>
              <a:gd name="connsiteX0" fmla="*/ 697998 w 1855189"/>
              <a:gd name="connsiteY0" fmla="*/ 37833 h 2267047"/>
              <a:gd name="connsiteX1" fmla="*/ 529723 w 1855189"/>
              <a:gd name="connsiteY1" fmla="*/ 109063 h 2267047"/>
              <a:gd name="connsiteX2" fmla="*/ 358273 w 1855189"/>
              <a:gd name="connsiteY2" fmla="*/ 226538 h 2267047"/>
              <a:gd name="connsiteX3" fmla="*/ 193173 w 1855189"/>
              <a:gd name="connsiteY3" fmla="*/ 499588 h 2267047"/>
              <a:gd name="connsiteX4" fmla="*/ 142373 w 1855189"/>
              <a:gd name="connsiteY4" fmla="*/ 690089 h 2267047"/>
              <a:gd name="connsiteX5" fmla="*/ 142373 w 1855189"/>
              <a:gd name="connsiteY5" fmla="*/ 1058388 h 2267047"/>
              <a:gd name="connsiteX6" fmla="*/ 143432 w 1855189"/>
              <a:gd name="connsiteY6" fmla="*/ 1195973 h 2267047"/>
              <a:gd name="connsiteX7" fmla="*/ 108507 w 1855189"/>
              <a:gd name="connsiteY7" fmla="*/ 1200207 h 2267047"/>
              <a:gd name="connsiteX8" fmla="*/ 20665 w 1855189"/>
              <a:gd name="connsiteY8" fmla="*/ 1167398 h 2267047"/>
              <a:gd name="connsiteX9" fmla="*/ 557 w 1855189"/>
              <a:gd name="connsiteY9" fmla="*/ 1261590 h 2267047"/>
              <a:gd name="connsiteX10" fmla="*/ 34423 w 1855189"/>
              <a:gd name="connsiteY10" fmla="*/ 1447857 h 2267047"/>
              <a:gd name="connsiteX11" fmla="*/ 110623 w 1855189"/>
              <a:gd name="connsiteY11" fmla="*/ 1549457 h 2267047"/>
              <a:gd name="connsiteX12" fmla="*/ 144490 w 1855189"/>
              <a:gd name="connsiteY12" fmla="*/ 1642590 h 2267047"/>
              <a:gd name="connsiteX13" fmla="*/ 212223 w 1855189"/>
              <a:gd name="connsiteY13" fmla="*/ 1625657 h 2267047"/>
              <a:gd name="connsiteX14" fmla="*/ 220690 w 1855189"/>
              <a:gd name="connsiteY14" fmla="*/ 1566390 h 2267047"/>
              <a:gd name="connsiteX15" fmla="*/ 220690 w 1855189"/>
              <a:gd name="connsiteY15" fmla="*/ 1532523 h 2267047"/>
              <a:gd name="connsiteX16" fmla="*/ 347690 w 1855189"/>
              <a:gd name="connsiteY16" fmla="*/ 1761123 h 2267047"/>
              <a:gd name="connsiteX17" fmla="*/ 483157 w 1855189"/>
              <a:gd name="connsiteY17" fmla="*/ 1998190 h 2267047"/>
              <a:gd name="connsiteX18" fmla="*/ 906489 w 1855189"/>
              <a:gd name="connsiteY18" fmla="*/ 2260656 h 2267047"/>
              <a:gd name="connsiteX19" fmla="*/ 1304423 w 1855189"/>
              <a:gd name="connsiteY19" fmla="*/ 2159057 h 2267047"/>
              <a:gd name="connsiteX20" fmla="*/ 1566890 w 1855189"/>
              <a:gd name="connsiteY20" fmla="*/ 1862723 h 2267047"/>
              <a:gd name="connsiteX21" fmla="*/ 1685423 w 1855189"/>
              <a:gd name="connsiteY21" fmla="*/ 1524057 h 2267047"/>
              <a:gd name="connsiteX22" fmla="*/ 1676957 w 1855189"/>
              <a:gd name="connsiteY22" fmla="*/ 1456323 h 2267047"/>
              <a:gd name="connsiteX23" fmla="*/ 1736223 w 1855189"/>
              <a:gd name="connsiteY23" fmla="*/ 1549457 h 2267047"/>
              <a:gd name="connsiteX24" fmla="*/ 1787023 w 1855189"/>
              <a:gd name="connsiteY24" fmla="*/ 1524057 h 2267047"/>
              <a:gd name="connsiteX25" fmla="*/ 1803957 w 1855189"/>
              <a:gd name="connsiteY25" fmla="*/ 1405523 h 2267047"/>
              <a:gd name="connsiteX26" fmla="*/ 1812423 w 1855189"/>
              <a:gd name="connsiteY26" fmla="*/ 1303923 h 2267047"/>
              <a:gd name="connsiteX27" fmla="*/ 1854757 w 1855189"/>
              <a:gd name="connsiteY27" fmla="*/ 1210790 h 2267047"/>
              <a:gd name="connsiteX28" fmla="*/ 1829357 w 1855189"/>
              <a:gd name="connsiteY28" fmla="*/ 1092257 h 2267047"/>
              <a:gd name="connsiteX29" fmla="*/ 1753157 w 1855189"/>
              <a:gd name="connsiteY29" fmla="*/ 1117657 h 2267047"/>
              <a:gd name="connsiteX30" fmla="*/ 1693890 w 1855189"/>
              <a:gd name="connsiteY30" fmla="*/ 1202323 h 2267047"/>
              <a:gd name="connsiteX31" fmla="*/ 1685423 w 1855189"/>
              <a:gd name="connsiteY31" fmla="*/ 1236190 h 2267047"/>
              <a:gd name="connsiteX32" fmla="*/ 1702357 w 1855189"/>
              <a:gd name="connsiteY32" fmla="*/ 829790 h 2267047"/>
              <a:gd name="connsiteX33" fmla="*/ 1643090 w 1855189"/>
              <a:gd name="connsiteY33" fmla="*/ 448790 h 2267047"/>
              <a:gd name="connsiteX34" fmla="*/ 1473757 w 1855189"/>
              <a:gd name="connsiteY34" fmla="*/ 186323 h 2267047"/>
              <a:gd name="connsiteX35" fmla="*/ 1263148 w 1855189"/>
              <a:gd name="connsiteY35" fmla="*/ 45578 h 2267047"/>
              <a:gd name="connsiteX36" fmla="*/ 906490 w 1855189"/>
              <a:gd name="connsiteY36" fmla="*/ 57 h 2267047"/>
              <a:gd name="connsiteX37" fmla="*/ 697998 w 1855189"/>
              <a:gd name="connsiteY37" fmla="*/ 37833 h 2267047"/>
              <a:gd name="connsiteX0" fmla="*/ 697858 w 1855049"/>
              <a:gd name="connsiteY0" fmla="*/ 37833 h 2267047"/>
              <a:gd name="connsiteX1" fmla="*/ 529583 w 1855049"/>
              <a:gd name="connsiteY1" fmla="*/ 109063 h 2267047"/>
              <a:gd name="connsiteX2" fmla="*/ 358133 w 1855049"/>
              <a:gd name="connsiteY2" fmla="*/ 226538 h 2267047"/>
              <a:gd name="connsiteX3" fmla="*/ 193033 w 1855049"/>
              <a:gd name="connsiteY3" fmla="*/ 499588 h 2267047"/>
              <a:gd name="connsiteX4" fmla="*/ 142233 w 1855049"/>
              <a:gd name="connsiteY4" fmla="*/ 690089 h 2267047"/>
              <a:gd name="connsiteX5" fmla="*/ 142233 w 1855049"/>
              <a:gd name="connsiteY5" fmla="*/ 1058388 h 2267047"/>
              <a:gd name="connsiteX6" fmla="*/ 143292 w 1855049"/>
              <a:gd name="connsiteY6" fmla="*/ 1195973 h 2267047"/>
              <a:gd name="connsiteX7" fmla="*/ 91434 w 1855049"/>
              <a:gd name="connsiteY7" fmla="*/ 1145173 h 2267047"/>
              <a:gd name="connsiteX8" fmla="*/ 20525 w 1855049"/>
              <a:gd name="connsiteY8" fmla="*/ 1167398 h 2267047"/>
              <a:gd name="connsiteX9" fmla="*/ 417 w 1855049"/>
              <a:gd name="connsiteY9" fmla="*/ 1261590 h 2267047"/>
              <a:gd name="connsiteX10" fmla="*/ 34283 w 1855049"/>
              <a:gd name="connsiteY10" fmla="*/ 1447857 h 2267047"/>
              <a:gd name="connsiteX11" fmla="*/ 110483 w 1855049"/>
              <a:gd name="connsiteY11" fmla="*/ 1549457 h 2267047"/>
              <a:gd name="connsiteX12" fmla="*/ 144350 w 1855049"/>
              <a:gd name="connsiteY12" fmla="*/ 1642590 h 2267047"/>
              <a:gd name="connsiteX13" fmla="*/ 212083 w 1855049"/>
              <a:gd name="connsiteY13" fmla="*/ 1625657 h 2267047"/>
              <a:gd name="connsiteX14" fmla="*/ 220550 w 1855049"/>
              <a:gd name="connsiteY14" fmla="*/ 1566390 h 2267047"/>
              <a:gd name="connsiteX15" fmla="*/ 220550 w 1855049"/>
              <a:gd name="connsiteY15" fmla="*/ 1532523 h 2267047"/>
              <a:gd name="connsiteX16" fmla="*/ 347550 w 1855049"/>
              <a:gd name="connsiteY16" fmla="*/ 1761123 h 2267047"/>
              <a:gd name="connsiteX17" fmla="*/ 483017 w 1855049"/>
              <a:gd name="connsiteY17" fmla="*/ 1998190 h 2267047"/>
              <a:gd name="connsiteX18" fmla="*/ 906349 w 1855049"/>
              <a:gd name="connsiteY18" fmla="*/ 2260656 h 2267047"/>
              <a:gd name="connsiteX19" fmla="*/ 1304283 w 1855049"/>
              <a:gd name="connsiteY19" fmla="*/ 2159057 h 2267047"/>
              <a:gd name="connsiteX20" fmla="*/ 1566750 w 1855049"/>
              <a:gd name="connsiteY20" fmla="*/ 1862723 h 2267047"/>
              <a:gd name="connsiteX21" fmla="*/ 1685283 w 1855049"/>
              <a:gd name="connsiteY21" fmla="*/ 1524057 h 2267047"/>
              <a:gd name="connsiteX22" fmla="*/ 1676817 w 1855049"/>
              <a:gd name="connsiteY22" fmla="*/ 1456323 h 2267047"/>
              <a:gd name="connsiteX23" fmla="*/ 1736083 w 1855049"/>
              <a:gd name="connsiteY23" fmla="*/ 1549457 h 2267047"/>
              <a:gd name="connsiteX24" fmla="*/ 1786883 w 1855049"/>
              <a:gd name="connsiteY24" fmla="*/ 1524057 h 2267047"/>
              <a:gd name="connsiteX25" fmla="*/ 1803817 w 1855049"/>
              <a:gd name="connsiteY25" fmla="*/ 1405523 h 2267047"/>
              <a:gd name="connsiteX26" fmla="*/ 1812283 w 1855049"/>
              <a:gd name="connsiteY26" fmla="*/ 1303923 h 2267047"/>
              <a:gd name="connsiteX27" fmla="*/ 1854617 w 1855049"/>
              <a:gd name="connsiteY27" fmla="*/ 1210790 h 2267047"/>
              <a:gd name="connsiteX28" fmla="*/ 1829217 w 1855049"/>
              <a:gd name="connsiteY28" fmla="*/ 1092257 h 2267047"/>
              <a:gd name="connsiteX29" fmla="*/ 1753017 w 1855049"/>
              <a:gd name="connsiteY29" fmla="*/ 1117657 h 2267047"/>
              <a:gd name="connsiteX30" fmla="*/ 1693750 w 1855049"/>
              <a:gd name="connsiteY30" fmla="*/ 1202323 h 2267047"/>
              <a:gd name="connsiteX31" fmla="*/ 1685283 w 1855049"/>
              <a:gd name="connsiteY31" fmla="*/ 1236190 h 2267047"/>
              <a:gd name="connsiteX32" fmla="*/ 1702217 w 1855049"/>
              <a:gd name="connsiteY32" fmla="*/ 829790 h 2267047"/>
              <a:gd name="connsiteX33" fmla="*/ 1642950 w 1855049"/>
              <a:gd name="connsiteY33" fmla="*/ 448790 h 2267047"/>
              <a:gd name="connsiteX34" fmla="*/ 1473617 w 1855049"/>
              <a:gd name="connsiteY34" fmla="*/ 186323 h 2267047"/>
              <a:gd name="connsiteX35" fmla="*/ 1263008 w 1855049"/>
              <a:gd name="connsiteY35" fmla="*/ 45578 h 2267047"/>
              <a:gd name="connsiteX36" fmla="*/ 906350 w 1855049"/>
              <a:gd name="connsiteY36" fmla="*/ 57 h 2267047"/>
              <a:gd name="connsiteX37" fmla="*/ 697858 w 1855049"/>
              <a:gd name="connsiteY37" fmla="*/ 37833 h 2267047"/>
              <a:gd name="connsiteX0" fmla="*/ 699441 w 1856632"/>
              <a:gd name="connsiteY0" fmla="*/ 37833 h 2267047"/>
              <a:gd name="connsiteX1" fmla="*/ 531166 w 1856632"/>
              <a:gd name="connsiteY1" fmla="*/ 109063 h 2267047"/>
              <a:gd name="connsiteX2" fmla="*/ 359716 w 1856632"/>
              <a:gd name="connsiteY2" fmla="*/ 226538 h 2267047"/>
              <a:gd name="connsiteX3" fmla="*/ 194616 w 1856632"/>
              <a:gd name="connsiteY3" fmla="*/ 499588 h 2267047"/>
              <a:gd name="connsiteX4" fmla="*/ 143816 w 1856632"/>
              <a:gd name="connsiteY4" fmla="*/ 690089 h 2267047"/>
              <a:gd name="connsiteX5" fmla="*/ 143816 w 1856632"/>
              <a:gd name="connsiteY5" fmla="*/ 1058388 h 2267047"/>
              <a:gd name="connsiteX6" fmla="*/ 144875 w 1856632"/>
              <a:gd name="connsiteY6" fmla="*/ 1195973 h 2267047"/>
              <a:gd name="connsiteX7" fmla="*/ 93017 w 1856632"/>
              <a:gd name="connsiteY7" fmla="*/ 1145173 h 2267047"/>
              <a:gd name="connsiteX8" fmla="*/ 13642 w 1856632"/>
              <a:gd name="connsiteY8" fmla="*/ 1150465 h 2267047"/>
              <a:gd name="connsiteX9" fmla="*/ 2000 w 1856632"/>
              <a:gd name="connsiteY9" fmla="*/ 1261590 h 2267047"/>
              <a:gd name="connsiteX10" fmla="*/ 35866 w 1856632"/>
              <a:gd name="connsiteY10" fmla="*/ 1447857 h 2267047"/>
              <a:gd name="connsiteX11" fmla="*/ 112066 w 1856632"/>
              <a:gd name="connsiteY11" fmla="*/ 1549457 h 2267047"/>
              <a:gd name="connsiteX12" fmla="*/ 145933 w 1856632"/>
              <a:gd name="connsiteY12" fmla="*/ 1642590 h 2267047"/>
              <a:gd name="connsiteX13" fmla="*/ 213666 w 1856632"/>
              <a:gd name="connsiteY13" fmla="*/ 1625657 h 2267047"/>
              <a:gd name="connsiteX14" fmla="*/ 222133 w 1856632"/>
              <a:gd name="connsiteY14" fmla="*/ 1566390 h 2267047"/>
              <a:gd name="connsiteX15" fmla="*/ 222133 w 1856632"/>
              <a:gd name="connsiteY15" fmla="*/ 1532523 h 2267047"/>
              <a:gd name="connsiteX16" fmla="*/ 349133 w 1856632"/>
              <a:gd name="connsiteY16" fmla="*/ 1761123 h 2267047"/>
              <a:gd name="connsiteX17" fmla="*/ 484600 w 1856632"/>
              <a:gd name="connsiteY17" fmla="*/ 1998190 h 2267047"/>
              <a:gd name="connsiteX18" fmla="*/ 907932 w 1856632"/>
              <a:gd name="connsiteY18" fmla="*/ 2260656 h 2267047"/>
              <a:gd name="connsiteX19" fmla="*/ 1305866 w 1856632"/>
              <a:gd name="connsiteY19" fmla="*/ 2159057 h 2267047"/>
              <a:gd name="connsiteX20" fmla="*/ 1568333 w 1856632"/>
              <a:gd name="connsiteY20" fmla="*/ 1862723 h 2267047"/>
              <a:gd name="connsiteX21" fmla="*/ 1686866 w 1856632"/>
              <a:gd name="connsiteY21" fmla="*/ 1524057 h 2267047"/>
              <a:gd name="connsiteX22" fmla="*/ 1678400 w 1856632"/>
              <a:gd name="connsiteY22" fmla="*/ 1456323 h 2267047"/>
              <a:gd name="connsiteX23" fmla="*/ 1737666 w 1856632"/>
              <a:gd name="connsiteY23" fmla="*/ 1549457 h 2267047"/>
              <a:gd name="connsiteX24" fmla="*/ 1788466 w 1856632"/>
              <a:gd name="connsiteY24" fmla="*/ 1524057 h 2267047"/>
              <a:gd name="connsiteX25" fmla="*/ 1805400 w 1856632"/>
              <a:gd name="connsiteY25" fmla="*/ 1405523 h 2267047"/>
              <a:gd name="connsiteX26" fmla="*/ 1813866 w 1856632"/>
              <a:gd name="connsiteY26" fmla="*/ 1303923 h 2267047"/>
              <a:gd name="connsiteX27" fmla="*/ 1856200 w 1856632"/>
              <a:gd name="connsiteY27" fmla="*/ 1210790 h 2267047"/>
              <a:gd name="connsiteX28" fmla="*/ 1830800 w 1856632"/>
              <a:gd name="connsiteY28" fmla="*/ 1092257 h 2267047"/>
              <a:gd name="connsiteX29" fmla="*/ 1754600 w 1856632"/>
              <a:gd name="connsiteY29" fmla="*/ 1117657 h 2267047"/>
              <a:gd name="connsiteX30" fmla="*/ 1695333 w 1856632"/>
              <a:gd name="connsiteY30" fmla="*/ 1202323 h 2267047"/>
              <a:gd name="connsiteX31" fmla="*/ 1686866 w 1856632"/>
              <a:gd name="connsiteY31" fmla="*/ 1236190 h 2267047"/>
              <a:gd name="connsiteX32" fmla="*/ 1703800 w 1856632"/>
              <a:gd name="connsiteY32" fmla="*/ 829790 h 2267047"/>
              <a:gd name="connsiteX33" fmla="*/ 1644533 w 1856632"/>
              <a:gd name="connsiteY33" fmla="*/ 448790 h 2267047"/>
              <a:gd name="connsiteX34" fmla="*/ 1475200 w 1856632"/>
              <a:gd name="connsiteY34" fmla="*/ 186323 h 2267047"/>
              <a:gd name="connsiteX35" fmla="*/ 1264591 w 1856632"/>
              <a:gd name="connsiteY35" fmla="*/ 45578 h 2267047"/>
              <a:gd name="connsiteX36" fmla="*/ 907933 w 1856632"/>
              <a:gd name="connsiteY36" fmla="*/ 57 h 2267047"/>
              <a:gd name="connsiteX37" fmla="*/ 699441 w 1856632"/>
              <a:gd name="connsiteY37" fmla="*/ 37833 h 2267047"/>
              <a:gd name="connsiteX0" fmla="*/ 699128 w 1856319"/>
              <a:gd name="connsiteY0" fmla="*/ 37833 h 2267047"/>
              <a:gd name="connsiteX1" fmla="*/ 530853 w 1856319"/>
              <a:gd name="connsiteY1" fmla="*/ 109063 h 2267047"/>
              <a:gd name="connsiteX2" fmla="*/ 359403 w 1856319"/>
              <a:gd name="connsiteY2" fmla="*/ 226538 h 2267047"/>
              <a:gd name="connsiteX3" fmla="*/ 194303 w 1856319"/>
              <a:gd name="connsiteY3" fmla="*/ 499588 h 2267047"/>
              <a:gd name="connsiteX4" fmla="*/ 143503 w 1856319"/>
              <a:gd name="connsiteY4" fmla="*/ 690089 h 2267047"/>
              <a:gd name="connsiteX5" fmla="*/ 143503 w 1856319"/>
              <a:gd name="connsiteY5" fmla="*/ 1058388 h 2267047"/>
              <a:gd name="connsiteX6" fmla="*/ 144562 w 1856319"/>
              <a:gd name="connsiteY6" fmla="*/ 1195973 h 2267047"/>
              <a:gd name="connsiteX7" fmla="*/ 92704 w 1856319"/>
              <a:gd name="connsiteY7" fmla="*/ 1145173 h 2267047"/>
              <a:gd name="connsiteX8" fmla="*/ 13329 w 1856319"/>
              <a:gd name="connsiteY8" fmla="*/ 1150465 h 2267047"/>
              <a:gd name="connsiteX9" fmla="*/ 1687 w 1856319"/>
              <a:gd name="connsiteY9" fmla="*/ 1261590 h 2267047"/>
              <a:gd name="connsiteX10" fmla="*/ 31320 w 1856319"/>
              <a:gd name="connsiteY10" fmla="*/ 1405524 h 2267047"/>
              <a:gd name="connsiteX11" fmla="*/ 111753 w 1856319"/>
              <a:gd name="connsiteY11" fmla="*/ 1549457 h 2267047"/>
              <a:gd name="connsiteX12" fmla="*/ 145620 w 1856319"/>
              <a:gd name="connsiteY12" fmla="*/ 1642590 h 2267047"/>
              <a:gd name="connsiteX13" fmla="*/ 213353 w 1856319"/>
              <a:gd name="connsiteY13" fmla="*/ 1625657 h 2267047"/>
              <a:gd name="connsiteX14" fmla="*/ 221820 w 1856319"/>
              <a:gd name="connsiteY14" fmla="*/ 1566390 h 2267047"/>
              <a:gd name="connsiteX15" fmla="*/ 221820 w 1856319"/>
              <a:gd name="connsiteY15" fmla="*/ 1532523 h 2267047"/>
              <a:gd name="connsiteX16" fmla="*/ 348820 w 1856319"/>
              <a:gd name="connsiteY16" fmla="*/ 1761123 h 2267047"/>
              <a:gd name="connsiteX17" fmla="*/ 484287 w 1856319"/>
              <a:gd name="connsiteY17" fmla="*/ 1998190 h 2267047"/>
              <a:gd name="connsiteX18" fmla="*/ 907619 w 1856319"/>
              <a:gd name="connsiteY18" fmla="*/ 2260656 h 2267047"/>
              <a:gd name="connsiteX19" fmla="*/ 1305553 w 1856319"/>
              <a:gd name="connsiteY19" fmla="*/ 2159057 h 2267047"/>
              <a:gd name="connsiteX20" fmla="*/ 1568020 w 1856319"/>
              <a:gd name="connsiteY20" fmla="*/ 1862723 h 2267047"/>
              <a:gd name="connsiteX21" fmla="*/ 1686553 w 1856319"/>
              <a:gd name="connsiteY21" fmla="*/ 1524057 h 2267047"/>
              <a:gd name="connsiteX22" fmla="*/ 1678087 w 1856319"/>
              <a:gd name="connsiteY22" fmla="*/ 1456323 h 2267047"/>
              <a:gd name="connsiteX23" fmla="*/ 1737353 w 1856319"/>
              <a:gd name="connsiteY23" fmla="*/ 1549457 h 2267047"/>
              <a:gd name="connsiteX24" fmla="*/ 1788153 w 1856319"/>
              <a:gd name="connsiteY24" fmla="*/ 1524057 h 2267047"/>
              <a:gd name="connsiteX25" fmla="*/ 1805087 w 1856319"/>
              <a:gd name="connsiteY25" fmla="*/ 1405523 h 2267047"/>
              <a:gd name="connsiteX26" fmla="*/ 1813553 w 1856319"/>
              <a:gd name="connsiteY26" fmla="*/ 1303923 h 2267047"/>
              <a:gd name="connsiteX27" fmla="*/ 1855887 w 1856319"/>
              <a:gd name="connsiteY27" fmla="*/ 1210790 h 2267047"/>
              <a:gd name="connsiteX28" fmla="*/ 1830487 w 1856319"/>
              <a:gd name="connsiteY28" fmla="*/ 1092257 h 2267047"/>
              <a:gd name="connsiteX29" fmla="*/ 1754287 w 1856319"/>
              <a:gd name="connsiteY29" fmla="*/ 1117657 h 2267047"/>
              <a:gd name="connsiteX30" fmla="*/ 1695020 w 1856319"/>
              <a:gd name="connsiteY30" fmla="*/ 1202323 h 2267047"/>
              <a:gd name="connsiteX31" fmla="*/ 1686553 w 1856319"/>
              <a:gd name="connsiteY31" fmla="*/ 1236190 h 2267047"/>
              <a:gd name="connsiteX32" fmla="*/ 1703487 w 1856319"/>
              <a:gd name="connsiteY32" fmla="*/ 829790 h 2267047"/>
              <a:gd name="connsiteX33" fmla="*/ 1644220 w 1856319"/>
              <a:gd name="connsiteY33" fmla="*/ 448790 h 2267047"/>
              <a:gd name="connsiteX34" fmla="*/ 1474887 w 1856319"/>
              <a:gd name="connsiteY34" fmla="*/ 186323 h 2267047"/>
              <a:gd name="connsiteX35" fmla="*/ 1264278 w 1856319"/>
              <a:gd name="connsiteY35" fmla="*/ 45578 h 2267047"/>
              <a:gd name="connsiteX36" fmla="*/ 907620 w 1856319"/>
              <a:gd name="connsiteY36" fmla="*/ 57 h 2267047"/>
              <a:gd name="connsiteX37" fmla="*/ 699128 w 1856319"/>
              <a:gd name="connsiteY37" fmla="*/ 37833 h 2267047"/>
              <a:gd name="connsiteX0" fmla="*/ 699128 w 1856319"/>
              <a:gd name="connsiteY0" fmla="*/ 37833 h 2267047"/>
              <a:gd name="connsiteX1" fmla="*/ 530853 w 1856319"/>
              <a:gd name="connsiteY1" fmla="*/ 109063 h 2267047"/>
              <a:gd name="connsiteX2" fmla="*/ 359403 w 1856319"/>
              <a:gd name="connsiteY2" fmla="*/ 226538 h 2267047"/>
              <a:gd name="connsiteX3" fmla="*/ 194303 w 1856319"/>
              <a:gd name="connsiteY3" fmla="*/ 499588 h 2267047"/>
              <a:gd name="connsiteX4" fmla="*/ 143503 w 1856319"/>
              <a:gd name="connsiteY4" fmla="*/ 690089 h 2267047"/>
              <a:gd name="connsiteX5" fmla="*/ 143503 w 1856319"/>
              <a:gd name="connsiteY5" fmla="*/ 1058388 h 2267047"/>
              <a:gd name="connsiteX6" fmla="*/ 144562 w 1856319"/>
              <a:gd name="connsiteY6" fmla="*/ 1195973 h 2267047"/>
              <a:gd name="connsiteX7" fmla="*/ 92704 w 1856319"/>
              <a:gd name="connsiteY7" fmla="*/ 1145173 h 2267047"/>
              <a:gd name="connsiteX8" fmla="*/ 13329 w 1856319"/>
              <a:gd name="connsiteY8" fmla="*/ 1150465 h 2267047"/>
              <a:gd name="connsiteX9" fmla="*/ 1687 w 1856319"/>
              <a:gd name="connsiteY9" fmla="*/ 1261590 h 2267047"/>
              <a:gd name="connsiteX10" fmla="*/ 31320 w 1856319"/>
              <a:gd name="connsiteY10" fmla="*/ 1405524 h 2267047"/>
              <a:gd name="connsiteX11" fmla="*/ 99053 w 1856319"/>
              <a:gd name="connsiteY11" fmla="*/ 1511357 h 2267047"/>
              <a:gd name="connsiteX12" fmla="*/ 145620 w 1856319"/>
              <a:gd name="connsiteY12" fmla="*/ 1642590 h 2267047"/>
              <a:gd name="connsiteX13" fmla="*/ 213353 w 1856319"/>
              <a:gd name="connsiteY13" fmla="*/ 1625657 h 2267047"/>
              <a:gd name="connsiteX14" fmla="*/ 221820 w 1856319"/>
              <a:gd name="connsiteY14" fmla="*/ 1566390 h 2267047"/>
              <a:gd name="connsiteX15" fmla="*/ 221820 w 1856319"/>
              <a:gd name="connsiteY15" fmla="*/ 1532523 h 2267047"/>
              <a:gd name="connsiteX16" fmla="*/ 348820 w 1856319"/>
              <a:gd name="connsiteY16" fmla="*/ 1761123 h 2267047"/>
              <a:gd name="connsiteX17" fmla="*/ 484287 w 1856319"/>
              <a:gd name="connsiteY17" fmla="*/ 1998190 h 2267047"/>
              <a:gd name="connsiteX18" fmla="*/ 907619 w 1856319"/>
              <a:gd name="connsiteY18" fmla="*/ 2260656 h 2267047"/>
              <a:gd name="connsiteX19" fmla="*/ 1305553 w 1856319"/>
              <a:gd name="connsiteY19" fmla="*/ 2159057 h 2267047"/>
              <a:gd name="connsiteX20" fmla="*/ 1568020 w 1856319"/>
              <a:gd name="connsiteY20" fmla="*/ 1862723 h 2267047"/>
              <a:gd name="connsiteX21" fmla="*/ 1686553 w 1856319"/>
              <a:gd name="connsiteY21" fmla="*/ 1524057 h 2267047"/>
              <a:gd name="connsiteX22" fmla="*/ 1678087 w 1856319"/>
              <a:gd name="connsiteY22" fmla="*/ 1456323 h 2267047"/>
              <a:gd name="connsiteX23" fmla="*/ 1737353 w 1856319"/>
              <a:gd name="connsiteY23" fmla="*/ 1549457 h 2267047"/>
              <a:gd name="connsiteX24" fmla="*/ 1788153 w 1856319"/>
              <a:gd name="connsiteY24" fmla="*/ 1524057 h 2267047"/>
              <a:gd name="connsiteX25" fmla="*/ 1805087 w 1856319"/>
              <a:gd name="connsiteY25" fmla="*/ 1405523 h 2267047"/>
              <a:gd name="connsiteX26" fmla="*/ 1813553 w 1856319"/>
              <a:gd name="connsiteY26" fmla="*/ 1303923 h 2267047"/>
              <a:gd name="connsiteX27" fmla="*/ 1855887 w 1856319"/>
              <a:gd name="connsiteY27" fmla="*/ 1210790 h 2267047"/>
              <a:gd name="connsiteX28" fmla="*/ 1830487 w 1856319"/>
              <a:gd name="connsiteY28" fmla="*/ 1092257 h 2267047"/>
              <a:gd name="connsiteX29" fmla="*/ 1754287 w 1856319"/>
              <a:gd name="connsiteY29" fmla="*/ 1117657 h 2267047"/>
              <a:gd name="connsiteX30" fmla="*/ 1695020 w 1856319"/>
              <a:gd name="connsiteY30" fmla="*/ 1202323 h 2267047"/>
              <a:gd name="connsiteX31" fmla="*/ 1686553 w 1856319"/>
              <a:gd name="connsiteY31" fmla="*/ 1236190 h 2267047"/>
              <a:gd name="connsiteX32" fmla="*/ 1703487 w 1856319"/>
              <a:gd name="connsiteY32" fmla="*/ 829790 h 2267047"/>
              <a:gd name="connsiteX33" fmla="*/ 1644220 w 1856319"/>
              <a:gd name="connsiteY33" fmla="*/ 448790 h 2267047"/>
              <a:gd name="connsiteX34" fmla="*/ 1474887 w 1856319"/>
              <a:gd name="connsiteY34" fmla="*/ 186323 h 2267047"/>
              <a:gd name="connsiteX35" fmla="*/ 1264278 w 1856319"/>
              <a:gd name="connsiteY35" fmla="*/ 45578 h 2267047"/>
              <a:gd name="connsiteX36" fmla="*/ 907620 w 1856319"/>
              <a:gd name="connsiteY36" fmla="*/ 57 h 2267047"/>
              <a:gd name="connsiteX37" fmla="*/ 699128 w 1856319"/>
              <a:gd name="connsiteY37" fmla="*/ 37833 h 2267047"/>
              <a:gd name="connsiteX0" fmla="*/ 699128 w 1856319"/>
              <a:gd name="connsiteY0" fmla="*/ 37833 h 2267047"/>
              <a:gd name="connsiteX1" fmla="*/ 530853 w 1856319"/>
              <a:gd name="connsiteY1" fmla="*/ 109063 h 2267047"/>
              <a:gd name="connsiteX2" fmla="*/ 359403 w 1856319"/>
              <a:gd name="connsiteY2" fmla="*/ 226538 h 2267047"/>
              <a:gd name="connsiteX3" fmla="*/ 194303 w 1856319"/>
              <a:gd name="connsiteY3" fmla="*/ 499588 h 2267047"/>
              <a:gd name="connsiteX4" fmla="*/ 143503 w 1856319"/>
              <a:gd name="connsiteY4" fmla="*/ 690089 h 2267047"/>
              <a:gd name="connsiteX5" fmla="*/ 143503 w 1856319"/>
              <a:gd name="connsiteY5" fmla="*/ 1058388 h 2267047"/>
              <a:gd name="connsiteX6" fmla="*/ 144562 w 1856319"/>
              <a:gd name="connsiteY6" fmla="*/ 1195973 h 2267047"/>
              <a:gd name="connsiteX7" fmla="*/ 92704 w 1856319"/>
              <a:gd name="connsiteY7" fmla="*/ 1145173 h 2267047"/>
              <a:gd name="connsiteX8" fmla="*/ 13329 w 1856319"/>
              <a:gd name="connsiteY8" fmla="*/ 1150465 h 2267047"/>
              <a:gd name="connsiteX9" fmla="*/ 1687 w 1856319"/>
              <a:gd name="connsiteY9" fmla="*/ 1261590 h 2267047"/>
              <a:gd name="connsiteX10" fmla="*/ 31320 w 1856319"/>
              <a:gd name="connsiteY10" fmla="*/ 1405524 h 2267047"/>
              <a:gd name="connsiteX11" fmla="*/ 99053 w 1856319"/>
              <a:gd name="connsiteY11" fmla="*/ 1511357 h 2267047"/>
              <a:gd name="connsiteX12" fmla="*/ 149853 w 1856319"/>
              <a:gd name="connsiteY12" fmla="*/ 1608723 h 2267047"/>
              <a:gd name="connsiteX13" fmla="*/ 213353 w 1856319"/>
              <a:gd name="connsiteY13" fmla="*/ 1625657 h 2267047"/>
              <a:gd name="connsiteX14" fmla="*/ 221820 w 1856319"/>
              <a:gd name="connsiteY14" fmla="*/ 1566390 h 2267047"/>
              <a:gd name="connsiteX15" fmla="*/ 221820 w 1856319"/>
              <a:gd name="connsiteY15" fmla="*/ 1532523 h 2267047"/>
              <a:gd name="connsiteX16" fmla="*/ 348820 w 1856319"/>
              <a:gd name="connsiteY16" fmla="*/ 1761123 h 2267047"/>
              <a:gd name="connsiteX17" fmla="*/ 484287 w 1856319"/>
              <a:gd name="connsiteY17" fmla="*/ 1998190 h 2267047"/>
              <a:gd name="connsiteX18" fmla="*/ 907619 w 1856319"/>
              <a:gd name="connsiteY18" fmla="*/ 2260656 h 2267047"/>
              <a:gd name="connsiteX19" fmla="*/ 1305553 w 1856319"/>
              <a:gd name="connsiteY19" fmla="*/ 2159057 h 2267047"/>
              <a:gd name="connsiteX20" fmla="*/ 1568020 w 1856319"/>
              <a:gd name="connsiteY20" fmla="*/ 1862723 h 2267047"/>
              <a:gd name="connsiteX21" fmla="*/ 1686553 w 1856319"/>
              <a:gd name="connsiteY21" fmla="*/ 1524057 h 2267047"/>
              <a:gd name="connsiteX22" fmla="*/ 1678087 w 1856319"/>
              <a:gd name="connsiteY22" fmla="*/ 1456323 h 2267047"/>
              <a:gd name="connsiteX23" fmla="*/ 1737353 w 1856319"/>
              <a:gd name="connsiteY23" fmla="*/ 1549457 h 2267047"/>
              <a:gd name="connsiteX24" fmla="*/ 1788153 w 1856319"/>
              <a:gd name="connsiteY24" fmla="*/ 1524057 h 2267047"/>
              <a:gd name="connsiteX25" fmla="*/ 1805087 w 1856319"/>
              <a:gd name="connsiteY25" fmla="*/ 1405523 h 2267047"/>
              <a:gd name="connsiteX26" fmla="*/ 1813553 w 1856319"/>
              <a:gd name="connsiteY26" fmla="*/ 1303923 h 2267047"/>
              <a:gd name="connsiteX27" fmla="*/ 1855887 w 1856319"/>
              <a:gd name="connsiteY27" fmla="*/ 1210790 h 2267047"/>
              <a:gd name="connsiteX28" fmla="*/ 1830487 w 1856319"/>
              <a:gd name="connsiteY28" fmla="*/ 1092257 h 2267047"/>
              <a:gd name="connsiteX29" fmla="*/ 1754287 w 1856319"/>
              <a:gd name="connsiteY29" fmla="*/ 1117657 h 2267047"/>
              <a:gd name="connsiteX30" fmla="*/ 1695020 w 1856319"/>
              <a:gd name="connsiteY30" fmla="*/ 1202323 h 2267047"/>
              <a:gd name="connsiteX31" fmla="*/ 1686553 w 1856319"/>
              <a:gd name="connsiteY31" fmla="*/ 1236190 h 2267047"/>
              <a:gd name="connsiteX32" fmla="*/ 1703487 w 1856319"/>
              <a:gd name="connsiteY32" fmla="*/ 829790 h 2267047"/>
              <a:gd name="connsiteX33" fmla="*/ 1644220 w 1856319"/>
              <a:gd name="connsiteY33" fmla="*/ 448790 h 2267047"/>
              <a:gd name="connsiteX34" fmla="*/ 1474887 w 1856319"/>
              <a:gd name="connsiteY34" fmla="*/ 186323 h 2267047"/>
              <a:gd name="connsiteX35" fmla="*/ 1264278 w 1856319"/>
              <a:gd name="connsiteY35" fmla="*/ 45578 h 2267047"/>
              <a:gd name="connsiteX36" fmla="*/ 907620 w 1856319"/>
              <a:gd name="connsiteY36" fmla="*/ 57 h 2267047"/>
              <a:gd name="connsiteX37" fmla="*/ 699128 w 1856319"/>
              <a:gd name="connsiteY37" fmla="*/ 37833 h 2267047"/>
              <a:gd name="connsiteX0" fmla="*/ 699128 w 1856319"/>
              <a:gd name="connsiteY0" fmla="*/ 37833 h 2267047"/>
              <a:gd name="connsiteX1" fmla="*/ 530853 w 1856319"/>
              <a:gd name="connsiteY1" fmla="*/ 109063 h 2267047"/>
              <a:gd name="connsiteX2" fmla="*/ 359403 w 1856319"/>
              <a:gd name="connsiteY2" fmla="*/ 226538 h 2267047"/>
              <a:gd name="connsiteX3" fmla="*/ 194303 w 1856319"/>
              <a:gd name="connsiteY3" fmla="*/ 499588 h 2267047"/>
              <a:gd name="connsiteX4" fmla="*/ 143503 w 1856319"/>
              <a:gd name="connsiteY4" fmla="*/ 690089 h 2267047"/>
              <a:gd name="connsiteX5" fmla="*/ 143503 w 1856319"/>
              <a:gd name="connsiteY5" fmla="*/ 1058388 h 2267047"/>
              <a:gd name="connsiteX6" fmla="*/ 144562 w 1856319"/>
              <a:gd name="connsiteY6" fmla="*/ 1195973 h 2267047"/>
              <a:gd name="connsiteX7" fmla="*/ 92704 w 1856319"/>
              <a:gd name="connsiteY7" fmla="*/ 1145173 h 2267047"/>
              <a:gd name="connsiteX8" fmla="*/ 13329 w 1856319"/>
              <a:gd name="connsiteY8" fmla="*/ 1150465 h 2267047"/>
              <a:gd name="connsiteX9" fmla="*/ 1687 w 1856319"/>
              <a:gd name="connsiteY9" fmla="*/ 1261590 h 2267047"/>
              <a:gd name="connsiteX10" fmla="*/ 31320 w 1856319"/>
              <a:gd name="connsiteY10" fmla="*/ 1405524 h 2267047"/>
              <a:gd name="connsiteX11" fmla="*/ 99053 w 1856319"/>
              <a:gd name="connsiteY11" fmla="*/ 1511357 h 2267047"/>
              <a:gd name="connsiteX12" fmla="*/ 149853 w 1856319"/>
              <a:gd name="connsiteY12" fmla="*/ 1608723 h 2267047"/>
              <a:gd name="connsiteX13" fmla="*/ 213353 w 1856319"/>
              <a:gd name="connsiteY13" fmla="*/ 1625657 h 2267047"/>
              <a:gd name="connsiteX14" fmla="*/ 221820 w 1856319"/>
              <a:gd name="connsiteY14" fmla="*/ 1566390 h 2267047"/>
              <a:gd name="connsiteX15" fmla="*/ 221820 w 1856319"/>
              <a:gd name="connsiteY15" fmla="*/ 1532523 h 2267047"/>
              <a:gd name="connsiteX16" fmla="*/ 348820 w 1856319"/>
              <a:gd name="connsiteY16" fmla="*/ 1761123 h 2267047"/>
              <a:gd name="connsiteX17" fmla="*/ 484287 w 1856319"/>
              <a:gd name="connsiteY17" fmla="*/ 1998190 h 2267047"/>
              <a:gd name="connsiteX18" fmla="*/ 907619 w 1856319"/>
              <a:gd name="connsiteY18" fmla="*/ 2260656 h 2267047"/>
              <a:gd name="connsiteX19" fmla="*/ 1305553 w 1856319"/>
              <a:gd name="connsiteY19" fmla="*/ 2159057 h 2267047"/>
              <a:gd name="connsiteX20" fmla="*/ 1568020 w 1856319"/>
              <a:gd name="connsiteY20" fmla="*/ 1862723 h 2267047"/>
              <a:gd name="connsiteX21" fmla="*/ 1686553 w 1856319"/>
              <a:gd name="connsiteY21" fmla="*/ 1524057 h 2267047"/>
              <a:gd name="connsiteX22" fmla="*/ 1678087 w 1856319"/>
              <a:gd name="connsiteY22" fmla="*/ 1456323 h 2267047"/>
              <a:gd name="connsiteX23" fmla="*/ 1737353 w 1856319"/>
              <a:gd name="connsiteY23" fmla="*/ 1549457 h 2267047"/>
              <a:gd name="connsiteX24" fmla="*/ 1788153 w 1856319"/>
              <a:gd name="connsiteY24" fmla="*/ 1524057 h 2267047"/>
              <a:gd name="connsiteX25" fmla="*/ 1805087 w 1856319"/>
              <a:gd name="connsiteY25" fmla="*/ 1405523 h 2267047"/>
              <a:gd name="connsiteX26" fmla="*/ 1813553 w 1856319"/>
              <a:gd name="connsiteY26" fmla="*/ 1303923 h 2267047"/>
              <a:gd name="connsiteX27" fmla="*/ 1855887 w 1856319"/>
              <a:gd name="connsiteY27" fmla="*/ 1210790 h 2267047"/>
              <a:gd name="connsiteX28" fmla="*/ 1830487 w 1856319"/>
              <a:gd name="connsiteY28" fmla="*/ 1092257 h 2267047"/>
              <a:gd name="connsiteX29" fmla="*/ 1754287 w 1856319"/>
              <a:gd name="connsiteY29" fmla="*/ 1117657 h 2267047"/>
              <a:gd name="connsiteX30" fmla="*/ 1720420 w 1856319"/>
              <a:gd name="connsiteY30" fmla="*/ 1164223 h 2267047"/>
              <a:gd name="connsiteX31" fmla="*/ 1686553 w 1856319"/>
              <a:gd name="connsiteY31" fmla="*/ 1236190 h 2267047"/>
              <a:gd name="connsiteX32" fmla="*/ 1703487 w 1856319"/>
              <a:gd name="connsiteY32" fmla="*/ 829790 h 2267047"/>
              <a:gd name="connsiteX33" fmla="*/ 1644220 w 1856319"/>
              <a:gd name="connsiteY33" fmla="*/ 448790 h 2267047"/>
              <a:gd name="connsiteX34" fmla="*/ 1474887 w 1856319"/>
              <a:gd name="connsiteY34" fmla="*/ 186323 h 2267047"/>
              <a:gd name="connsiteX35" fmla="*/ 1264278 w 1856319"/>
              <a:gd name="connsiteY35" fmla="*/ 45578 h 2267047"/>
              <a:gd name="connsiteX36" fmla="*/ 907620 w 1856319"/>
              <a:gd name="connsiteY36" fmla="*/ 57 h 2267047"/>
              <a:gd name="connsiteX37" fmla="*/ 699128 w 1856319"/>
              <a:gd name="connsiteY37" fmla="*/ 37833 h 2267047"/>
              <a:gd name="connsiteX0" fmla="*/ 699128 w 1856319"/>
              <a:gd name="connsiteY0" fmla="*/ 38246 h 2267460"/>
              <a:gd name="connsiteX1" fmla="*/ 530853 w 1856319"/>
              <a:gd name="connsiteY1" fmla="*/ 109476 h 2267460"/>
              <a:gd name="connsiteX2" fmla="*/ 359403 w 1856319"/>
              <a:gd name="connsiteY2" fmla="*/ 226951 h 2267460"/>
              <a:gd name="connsiteX3" fmla="*/ 194303 w 1856319"/>
              <a:gd name="connsiteY3" fmla="*/ 500001 h 2267460"/>
              <a:gd name="connsiteX4" fmla="*/ 143503 w 1856319"/>
              <a:gd name="connsiteY4" fmla="*/ 690502 h 2267460"/>
              <a:gd name="connsiteX5" fmla="*/ 143503 w 1856319"/>
              <a:gd name="connsiteY5" fmla="*/ 1058801 h 2267460"/>
              <a:gd name="connsiteX6" fmla="*/ 144562 w 1856319"/>
              <a:gd name="connsiteY6" fmla="*/ 1196386 h 2267460"/>
              <a:gd name="connsiteX7" fmla="*/ 92704 w 1856319"/>
              <a:gd name="connsiteY7" fmla="*/ 1145586 h 2267460"/>
              <a:gd name="connsiteX8" fmla="*/ 13329 w 1856319"/>
              <a:gd name="connsiteY8" fmla="*/ 1150878 h 2267460"/>
              <a:gd name="connsiteX9" fmla="*/ 1687 w 1856319"/>
              <a:gd name="connsiteY9" fmla="*/ 1262003 h 2267460"/>
              <a:gd name="connsiteX10" fmla="*/ 31320 w 1856319"/>
              <a:gd name="connsiteY10" fmla="*/ 1405937 h 2267460"/>
              <a:gd name="connsiteX11" fmla="*/ 99053 w 1856319"/>
              <a:gd name="connsiteY11" fmla="*/ 1511770 h 2267460"/>
              <a:gd name="connsiteX12" fmla="*/ 149853 w 1856319"/>
              <a:gd name="connsiteY12" fmla="*/ 1609136 h 2267460"/>
              <a:gd name="connsiteX13" fmla="*/ 213353 w 1856319"/>
              <a:gd name="connsiteY13" fmla="*/ 1626070 h 2267460"/>
              <a:gd name="connsiteX14" fmla="*/ 221820 w 1856319"/>
              <a:gd name="connsiteY14" fmla="*/ 1566803 h 2267460"/>
              <a:gd name="connsiteX15" fmla="*/ 221820 w 1856319"/>
              <a:gd name="connsiteY15" fmla="*/ 1532936 h 2267460"/>
              <a:gd name="connsiteX16" fmla="*/ 348820 w 1856319"/>
              <a:gd name="connsiteY16" fmla="*/ 1761536 h 2267460"/>
              <a:gd name="connsiteX17" fmla="*/ 484287 w 1856319"/>
              <a:gd name="connsiteY17" fmla="*/ 1998603 h 2267460"/>
              <a:gd name="connsiteX18" fmla="*/ 907619 w 1856319"/>
              <a:gd name="connsiteY18" fmla="*/ 2261069 h 2267460"/>
              <a:gd name="connsiteX19" fmla="*/ 1305553 w 1856319"/>
              <a:gd name="connsiteY19" fmla="*/ 2159470 h 2267460"/>
              <a:gd name="connsiteX20" fmla="*/ 1568020 w 1856319"/>
              <a:gd name="connsiteY20" fmla="*/ 1863136 h 2267460"/>
              <a:gd name="connsiteX21" fmla="*/ 1686553 w 1856319"/>
              <a:gd name="connsiteY21" fmla="*/ 1524470 h 2267460"/>
              <a:gd name="connsiteX22" fmla="*/ 1678087 w 1856319"/>
              <a:gd name="connsiteY22" fmla="*/ 1456736 h 2267460"/>
              <a:gd name="connsiteX23" fmla="*/ 1737353 w 1856319"/>
              <a:gd name="connsiteY23" fmla="*/ 1549870 h 2267460"/>
              <a:gd name="connsiteX24" fmla="*/ 1788153 w 1856319"/>
              <a:gd name="connsiteY24" fmla="*/ 1524470 h 2267460"/>
              <a:gd name="connsiteX25" fmla="*/ 1805087 w 1856319"/>
              <a:gd name="connsiteY25" fmla="*/ 1405936 h 2267460"/>
              <a:gd name="connsiteX26" fmla="*/ 1813553 w 1856319"/>
              <a:gd name="connsiteY26" fmla="*/ 1304336 h 2267460"/>
              <a:gd name="connsiteX27" fmla="*/ 1855887 w 1856319"/>
              <a:gd name="connsiteY27" fmla="*/ 1211203 h 2267460"/>
              <a:gd name="connsiteX28" fmla="*/ 1830487 w 1856319"/>
              <a:gd name="connsiteY28" fmla="*/ 1092670 h 2267460"/>
              <a:gd name="connsiteX29" fmla="*/ 1754287 w 1856319"/>
              <a:gd name="connsiteY29" fmla="*/ 1118070 h 2267460"/>
              <a:gd name="connsiteX30" fmla="*/ 1720420 w 1856319"/>
              <a:gd name="connsiteY30" fmla="*/ 1164636 h 2267460"/>
              <a:gd name="connsiteX31" fmla="*/ 1686553 w 1856319"/>
              <a:gd name="connsiteY31" fmla="*/ 1236603 h 2267460"/>
              <a:gd name="connsiteX32" fmla="*/ 1703487 w 1856319"/>
              <a:gd name="connsiteY32" fmla="*/ 830203 h 2267460"/>
              <a:gd name="connsiteX33" fmla="*/ 1644220 w 1856319"/>
              <a:gd name="connsiteY33" fmla="*/ 449203 h 2267460"/>
              <a:gd name="connsiteX34" fmla="*/ 1474887 w 1856319"/>
              <a:gd name="connsiteY34" fmla="*/ 186736 h 2267460"/>
              <a:gd name="connsiteX35" fmla="*/ 1264278 w 1856319"/>
              <a:gd name="connsiteY35" fmla="*/ 62925 h 2267460"/>
              <a:gd name="connsiteX36" fmla="*/ 907620 w 1856319"/>
              <a:gd name="connsiteY36" fmla="*/ 470 h 2267460"/>
              <a:gd name="connsiteX37" fmla="*/ 699128 w 1856319"/>
              <a:gd name="connsiteY37" fmla="*/ 38246 h 2267460"/>
              <a:gd name="connsiteX0" fmla="*/ 699128 w 1856319"/>
              <a:gd name="connsiteY0" fmla="*/ 38246 h 2275272"/>
              <a:gd name="connsiteX1" fmla="*/ 530853 w 1856319"/>
              <a:gd name="connsiteY1" fmla="*/ 109476 h 2275272"/>
              <a:gd name="connsiteX2" fmla="*/ 359403 w 1856319"/>
              <a:gd name="connsiteY2" fmla="*/ 226951 h 2275272"/>
              <a:gd name="connsiteX3" fmla="*/ 194303 w 1856319"/>
              <a:gd name="connsiteY3" fmla="*/ 500001 h 2275272"/>
              <a:gd name="connsiteX4" fmla="*/ 143503 w 1856319"/>
              <a:gd name="connsiteY4" fmla="*/ 690502 h 2275272"/>
              <a:gd name="connsiteX5" fmla="*/ 143503 w 1856319"/>
              <a:gd name="connsiteY5" fmla="*/ 1058801 h 2275272"/>
              <a:gd name="connsiteX6" fmla="*/ 144562 w 1856319"/>
              <a:gd name="connsiteY6" fmla="*/ 1196386 h 2275272"/>
              <a:gd name="connsiteX7" fmla="*/ 92704 w 1856319"/>
              <a:gd name="connsiteY7" fmla="*/ 1145586 h 2275272"/>
              <a:gd name="connsiteX8" fmla="*/ 13329 w 1856319"/>
              <a:gd name="connsiteY8" fmla="*/ 1150878 h 2275272"/>
              <a:gd name="connsiteX9" fmla="*/ 1687 w 1856319"/>
              <a:gd name="connsiteY9" fmla="*/ 1262003 h 2275272"/>
              <a:gd name="connsiteX10" fmla="*/ 31320 w 1856319"/>
              <a:gd name="connsiteY10" fmla="*/ 1405937 h 2275272"/>
              <a:gd name="connsiteX11" fmla="*/ 99053 w 1856319"/>
              <a:gd name="connsiteY11" fmla="*/ 1511770 h 2275272"/>
              <a:gd name="connsiteX12" fmla="*/ 149853 w 1856319"/>
              <a:gd name="connsiteY12" fmla="*/ 1609136 h 2275272"/>
              <a:gd name="connsiteX13" fmla="*/ 213353 w 1856319"/>
              <a:gd name="connsiteY13" fmla="*/ 1626070 h 2275272"/>
              <a:gd name="connsiteX14" fmla="*/ 221820 w 1856319"/>
              <a:gd name="connsiteY14" fmla="*/ 1566803 h 2275272"/>
              <a:gd name="connsiteX15" fmla="*/ 221820 w 1856319"/>
              <a:gd name="connsiteY15" fmla="*/ 1532936 h 2275272"/>
              <a:gd name="connsiteX16" fmla="*/ 348820 w 1856319"/>
              <a:gd name="connsiteY16" fmla="*/ 1761536 h 2275272"/>
              <a:gd name="connsiteX17" fmla="*/ 484287 w 1856319"/>
              <a:gd name="connsiteY17" fmla="*/ 1998603 h 2275272"/>
              <a:gd name="connsiteX18" fmla="*/ 907619 w 1856319"/>
              <a:gd name="connsiteY18" fmla="*/ 2261069 h 2275272"/>
              <a:gd name="connsiteX19" fmla="*/ 1214113 w 1856319"/>
              <a:gd name="connsiteY19" fmla="*/ 2200110 h 2275272"/>
              <a:gd name="connsiteX20" fmla="*/ 1568020 w 1856319"/>
              <a:gd name="connsiteY20" fmla="*/ 1863136 h 2275272"/>
              <a:gd name="connsiteX21" fmla="*/ 1686553 w 1856319"/>
              <a:gd name="connsiteY21" fmla="*/ 1524470 h 2275272"/>
              <a:gd name="connsiteX22" fmla="*/ 1678087 w 1856319"/>
              <a:gd name="connsiteY22" fmla="*/ 1456736 h 2275272"/>
              <a:gd name="connsiteX23" fmla="*/ 1737353 w 1856319"/>
              <a:gd name="connsiteY23" fmla="*/ 1549870 h 2275272"/>
              <a:gd name="connsiteX24" fmla="*/ 1788153 w 1856319"/>
              <a:gd name="connsiteY24" fmla="*/ 1524470 h 2275272"/>
              <a:gd name="connsiteX25" fmla="*/ 1805087 w 1856319"/>
              <a:gd name="connsiteY25" fmla="*/ 1405936 h 2275272"/>
              <a:gd name="connsiteX26" fmla="*/ 1813553 w 1856319"/>
              <a:gd name="connsiteY26" fmla="*/ 1304336 h 2275272"/>
              <a:gd name="connsiteX27" fmla="*/ 1855887 w 1856319"/>
              <a:gd name="connsiteY27" fmla="*/ 1211203 h 2275272"/>
              <a:gd name="connsiteX28" fmla="*/ 1830487 w 1856319"/>
              <a:gd name="connsiteY28" fmla="*/ 1092670 h 2275272"/>
              <a:gd name="connsiteX29" fmla="*/ 1754287 w 1856319"/>
              <a:gd name="connsiteY29" fmla="*/ 1118070 h 2275272"/>
              <a:gd name="connsiteX30" fmla="*/ 1720420 w 1856319"/>
              <a:gd name="connsiteY30" fmla="*/ 1164636 h 2275272"/>
              <a:gd name="connsiteX31" fmla="*/ 1686553 w 1856319"/>
              <a:gd name="connsiteY31" fmla="*/ 1236603 h 2275272"/>
              <a:gd name="connsiteX32" fmla="*/ 1703487 w 1856319"/>
              <a:gd name="connsiteY32" fmla="*/ 830203 h 2275272"/>
              <a:gd name="connsiteX33" fmla="*/ 1644220 w 1856319"/>
              <a:gd name="connsiteY33" fmla="*/ 449203 h 2275272"/>
              <a:gd name="connsiteX34" fmla="*/ 1474887 w 1856319"/>
              <a:gd name="connsiteY34" fmla="*/ 186736 h 2275272"/>
              <a:gd name="connsiteX35" fmla="*/ 1264278 w 1856319"/>
              <a:gd name="connsiteY35" fmla="*/ 62925 h 2275272"/>
              <a:gd name="connsiteX36" fmla="*/ 907620 w 1856319"/>
              <a:gd name="connsiteY36" fmla="*/ 470 h 2275272"/>
              <a:gd name="connsiteX37" fmla="*/ 699128 w 1856319"/>
              <a:gd name="connsiteY37" fmla="*/ 38246 h 2275272"/>
              <a:gd name="connsiteX0" fmla="*/ 699128 w 1856319"/>
              <a:gd name="connsiteY0" fmla="*/ 38246 h 2275576"/>
              <a:gd name="connsiteX1" fmla="*/ 530853 w 1856319"/>
              <a:gd name="connsiteY1" fmla="*/ 109476 h 2275576"/>
              <a:gd name="connsiteX2" fmla="*/ 359403 w 1856319"/>
              <a:gd name="connsiteY2" fmla="*/ 226951 h 2275576"/>
              <a:gd name="connsiteX3" fmla="*/ 194303 w 1856319"/>
              <a:gd name="connsiteY3" fmla="*/ 500001 h 2275576"/>
              <a:gd name="connsiteX4" fmla="*/ 143503 w 1856319"/>
              <a:gd name="connsiteY4" fmla="*/ 690502 h 2275576"/>
              <a:gd name="connsiteX5" fmla="*/ 143503 w 1856319"/>
              <a:gd name="connsiteY5" fmla="*/ 1058801 h 2275576"/>
              <a:gd name="connsiteX6" fmla="*/ 144562 w 1856319"/>
              <a:gd name="connsiteY6" fmla="*/ 1196386 h 2275576"/>
              <a:gd name="connsiteX7" fmla="*/ 92704 w 1856319"/>
              <a:gd name="connsiteY7" fmla="*/ 1145586 h 2275576"/>
              <a:gd name="connsiteX8" fmla="*/ 13329 w 1856319"/>
              <a:gd name="connsiteY8" fmla="*/ 1150878 h 2275576"/>
              <a:gd name="connsiteX9" fmla="*/ 1687 w 1856319"/>
              <a:gd name="connsiteY9" fmla="*/ 1262003 h 2275576"/>
              <a:gd name="connsiteX10" fmla="*/ 31320 w 1856319"/>
              <a:gd name="connsiteY10" fmla="*/ 1405937 h 2275576"/>
              <a:gd name="connsiteX11" fmla="*/ 99053 w 1856319"/>
              <a:gd name="connsiteY11" fmla="*/ 1511770 h 2275576"/>
              <a:gd name="connsiteX12" fmla="*/ 149853 w 1856319"/>
              <a:gd name="connsiteY12" fmla="*/ 1609136 h 2275576"/>
              <a:gd name="connsiteX13" fmla="*/ 213353 w 1856319"/>
              <a:gd name="connsiteY13" fmla="*/ 1626070 h 2275576"/>
              <a:gd name="connsiteX14" fmla="*/ 221820 w 1856319"/>
              <a:gd name="connsiteY14" fmla="*/ 1566803 h 2275576"/>
              <a:gd name="connsiteX15" fmla="*/ 221820 w 1856319"/>
              <a:gd name="connsiteY15" fmla="*/ 1532936 h 2275576"/>
              <a:gd name="connsiteX16" fmla="*/ 348820 w 1856319"/>
              <a:gd name="connsiteY16" fmla="*/ 1761536 h 2275576"/>
              <a:gd name="connsiteX17" fmla="*/ 484287 w 1856319"/>
              <a:gd name="connsiteY17" fmla="*/ 1998603 h 2275576"/>
              <a:gd name="connsiteX18" fmla="*/ 907619 w 1856319"/>
              <a:gd name="connsiteY18" fmla="*/ 2261069 h 2275576"/>
              <a:gd name="connsiteX19" fmla="*/ 1214113 w 1856319"/>
              <a:gd name="connsiteY19" fmla="*/ 2200110 h 2275576"/>
              <a:gd name="connsiteX20" fmla="*/ 1568020 w 1856319"/>
              <a:gd name="connsiteY20" fmla="*/ 1852976 h 2275576"/>
              <a:gd name="connsiteX21" fmla="*/ 1686553 w 1856319"/>
              <a:gd name="connsiteY21" fmla="*/ 1524470 h 2275576"/>
              <a:gd name="connsiteX22" fmla="*/ 1678087 w 1856319"/>
              <a:gd name="connsiteY22" fmla="*/ 1456736 h 2275576"/>
              <a:gd name="connsiteX23" fmla="*/ 1737353 w 1856319"/>
              <a:gd name="connsiteY23" fmla="*/ 1549870 h 2275576"/>
              <a:gd name="connsiteX24" fmla="*/ 1788153 w 1856319"/>
              <a:gd name="connsiteY24" fmla="*/ 1524470 h 2275576"/>
              <a:gd name="connsiteX25" fmla="*/ 1805087 w 1856319"/>
              <a:gd name="connsiteY25" fmla="*/ 1405936 h 2275576"/>
              <a:gd name="connsiteX26" fmla="*/ 1813553 w 1856319"/>
              <a:gd name="connsiteY26" fmla="*/ 1304336 h 2275576"/>
              <a:gd name="connsiteX27" fmla="*/ 1855887 w 1856319"/>
              <a:gd name="connsiteY27" fmla="*/ 1211203 h 2275576"/>
              <a:gd name="connsiteX28" fmla="*/ 1830487 w 1856319"/>
              <a:gd name="connsiteY28" fmla="*/ 1092670 h 2275576"/>
              <a:gd name="connsiteX29" fmla="*/ 1754287 w 1856319"/>
              <a:gd name="connsiteY29" fmla="*/ 1118070 h 2275576"/>
              <a:gd name="connsiteX30" fmla="*/ 1720420 w 1856319"/>
              <a:gd name="connsiteY30" fmla="*/ 1164636 h 2275576"/>
              <a:gd name="connsiteX31" fmla="*/ 1686553 w 1856319"/>
              <a:gd name="connsiteY31" fmla="*/ 1236603 h 2275576"/>
              <a:gd name="connsiteX32" fmla="*/ 1703487 w 1856319"/>
              <a:gd name="connsiteY32" fmla="*/ 830203 h 2275576"/>
              <a:gd name="connsiteX33" fmla="*/ 1644220 w 1856319"/>
              <a:gd name="connsiteY33" fmla="*/ 449203 h 2275576"/>
              <a:gd name="connsiteX34" fmla="*/ 1474887 w 1856319"/>
              <a:gd name="connsiteY34" fmla="*/ 186736 h 2275576"/>
              <a:gd name="connsiteX35" fmla="*/ 1264278 w 1856319"/>
              <a:gd name="connsiteY35" fmla="*/ 62925 h 2275576"/>
              <a:gd name="connsiteX36" fmla="*/ 907620 w 1856319"/>
              <a:gd name="connsiteY36" fmla="*/ 470 h 2275576"/>
              <a:gd name="connsiteX37" fmla="*/ 699128 w 1856319"/>
              <a:gd name="connsiteY37" fmla="*/ 38246 h 2275576"/>
              <a:gd name="connsiteX0" fmla="*/ 699128 w 1856319"/>
              <a:gd name="connsiteY0" fmla="*/ 38246 h 2271864"/>
              <a:gd name="connsiteX1" fmla="*/ 530853 w 1856319"/>
              <a:gd name="connsiteY1" fmla="*/ 109476 h 2271864"/>
              <a:gd name="connsiteX2" fmla="*/ 359403 w 1856319"/>
              <a:gd name="connsiteY2" fmla="*/ 226951 h 2271864"/>
              <a:gd name="connsiteX3" fmla="*/ 194303 w 1856319"/>
              <a:gd name="connsiteY3" fmla="*/ 500001 h 2271864"/>
              <a:gd name="connsiteX4" fmla="*/ 143503 w 1856319"/>
              <a:gd name="connsiteY4" fmla="*/ 690502 h 2271864"/>
              <a:gd name="connsiteX5" fmla="*/ 143503 w 1856319"/>
              <a:gd name="connsiteY5" fmla="*/ 1058801 h 2271864"/>
              <a:gd name="connsiteX6" fmla="*/ 144562 w 1856319"/>
              <a:gd name="connsiteY6" fmla="*/ 1196386 h 2271864"/>
              <a:gd name="connsiteX7" fmla="*/ 92704 w 1856319"/>
              <a:gd name="connsiteY7" fmla="*/ 1145586 h 2271864"/>
              <a:gd name="connsiteX8" fmla="*/ 13329 w 1856319"/>
              <a:gd name="connsiteY8" fmla="*/ 1150878 h 2271864"/>
              <a:gd name="connsiteX9" fmla="*/ 1687 w 1856319"/>
              <a:gd name="connsiteY9" fmla="*/ 1262003 h 2271864"/>
              <a:gd name="connsiteX10" fmla="*/ 31320 w 1856319"/>
              <a:gd name="connsiteY10" fmla="*/ 1405937 h 2271864"/>
              <a:gd name="connsiteX11" fmla="*/ 99053 w 1856319"/>
              <a:gd name="connsiteY11" fmla="*/ 1511770 h 2271864"/>
              <a:gd name="connsiteX12" fmla="*/ 149853 w 1856319"/>
              <a:gd name="connsiteY12" fmla="*/ 1609136 h 2271864"/>
              <a:gd name="connsiteX13" fmla="*/ 213353 w 1856319"/>
              <a:gd name="connsiteY13" fmla="*/ 1626070 h 2271864"/>
              <a:gd name="connsiteX14" fmla="*/ 221820 w 1856319"/>
              <a:gd name="connsiteY14" fmla="*/ 1566803 h 2271864"/>
              <a:gd name="connsiteX15" fmla="*/ 221820 w 1856319"/>
              <a:gd name="connsiteY15" fmla="*/ 1532936 h 2271864"/>
              <a:gd name="connsiteX16" fmla="*/ 348820 w 1856319"/>
              <a:gd name="connsiteY16" fmla="*/ 1761536 h 2271864"/>
              <a:gd name="connsiteX17" fmla="*/ 484287 w 1856319"/>
              <a:gd name="connsiteY17" fmla="*/ 1998603 h 2271864"/>
              <a:gd name="connsiteX18" fmla="*/ 907619 w 1856319"/>
              <a:gd name="connsiteY18" fmla="*/ 2261069 h 2271864"/>
              <a:gd name="connsiteX19" fmla="*/ 1214113 w 1856319"/>
              <a:gd name="connsiteY19" fmla="*/ 2200110 h 2271864"/>
              <a:gd name="connsiteX20" fmla="*/ 1432553 w 1856319"/>
              <a:gd name="connsiteY20" fmla="*/ 2003681 h 2271864"/>
              <a:gd name="connsiteX21" fmla="*/ 1568020 w 1856319"/>
              <a:gd name="connsiteY21" fmla="*/ 1852976 h 2271864"/>
              <a:gd name="connsiteX22" fmla="*/ 1686553 w 1856319"/>
              <a:gd name="connsiteY22" fmla="*/ 1524470 h 2271864"/>
              <a:gd name="connsiteX23" fmla="*/ 1678087 w 1856319"/>
              <a:gd name="connsiteY23" fmla="*/ 1456736 h 2271864"/>
              <a:gd name="connsiteX24" fmla="*/ 1737353 w 1856319"/>
              <a:gd name="connsiteY24" fmla="*/ 1549870 h 2271864"/>
              <a:gd name="connsiteX25" fmla="*/ 1788153 w 1856319"/>
              <a:gd name="connsiteY25" fmla="*/ 1524470 h 2271864"/>
              <a:gd name="connsiteX26" fmla="*/ 1805087 w 1856319"/>
              <a:gd name="connsiteY26" fmla="*/ 1405936 h 2271864"/>
              <a:gd name="connsiteX27" fmla="*/ 1813553 w 1856319"/>
              <a:gd name="connsiteY27" fmla="*/ 1304336 h 2271864"/>
              <a:gd name="connsiteX28" fmla="*/ 1855887 w 1856319"/>
              <a:gd name="connsiteY28" fmla="*/ 1211203 h 2271864"/>
              <a:gd name="connsiteX29" fmla="*/ 1830487 w 1856319"/>
              <a:gd name="connsiteY29" fmla="*/ 1092670 h 2271864"/>
              <a:gd name="connsiteX30" fmla="*/ 1754287 w 1856319"/>
              <a:gd name="connsiteY30" fmla="*/ 1118070 h 2271864"/>
              <a:gd name="connsiteX31" fmla="*/ 1720420 w 1856319"/>
              <a:gd name="connsiteY31" fmla="*/ 1164636 h 2271864"/>
              <a:gd name="connsiteX32" fmla="*/ 1686553 w 1856319"/>
              <a:gd name="connsiteY32" fmla="*/ 1236603 h 2271864"/>
              <a:gd name="connsiteX33" fmla="*/ 1703487 w 1856319"/>
              <a:gd name="connsiteY33" fmla="*/ 830203 h 2271864"/>
              <a:gd name="connsiteX34" fmla="*/ 1644220 w 1856319"/>
              <a:gd name="connsiteY34" fmla="*/ 449203 h 2271864"/>
              <a:gd name="connsiteX35" fmla="*/ 1474887 w 1856319"/>
              <a:gd name="connsiteY35" fmla="*/ 186736 h 2271864"/>
              <a:gd name="connsiteX36" fmla="*/ 1264278 w 1856319"/>
              <a:gd name="connsiteY36" fmla="*/ 62925 h 2271864"/>
              <a:gd name="connsiteX37" fmla="*/ 907620 w 1856319"/>
              <a:gd name="connsiteY37" fmla="*/ 470 h 2271864"/>
              <a:gd name="connsiteX38" fmla="*/ 699128 w 1856319"/>
              <a:gd name="connsiteY38" fmla="*/ 38246 h 2271864"/>
              <a:gd name="connsiteX0" fmla="*/ 699128 w 1856319"/>
              <a:gd name="connsiteY0" fmla="*/ 38246 h 2271864"/>
              <a:gd name="connsiteX1" fmla="*/ 530853 w 1856319"/>
              <a:gd name="connsiteY1" fmla="*/ 109476 h 2271864"/>
              <a:gd name="connsiteX2" fmla="*/ 359403 w 1856319"/>
              <a:gd name="connsiteY2" fmla="*/ 226951 h 2271864"/>
              <a:gd name="connsiteX3" fmla="*/ 194303 w 1856319"/>
              <a:gd name="connsiteY3" fmla="*/ 500001 h 2271864"/>
              <a:gd name="connsiteX4" fmla="*/ 143503 w 1856319"/>
              <a:gd name="connsiteY4" fmla="*/ 690502 h 2271864"/>
              <a:gd name="connsiteX5" fmla="*/ 143503 w 1856319"/>
              <a:gd name="connsiteY5" fmla="*/ 1058801 h 2271864"/>
              <a:gd name="connsiteX6" fmla="*/ 144562 w 1856319"/>
              <a:gd name="connsiteY6" fmla="*/ 1196386 h 2271864"/>
              <a:gd name="connsiteX7" fmla="*/ 92704 w 1856319"/>
              <a:gd name="connsiteY7" fmla="*/ 1145586 h 2271864"/>
              <a:gd name="connsiteX8" fmla="*/ 13329 w 1856319"/>
              <a:gd name="connsiteY8" fmla="*/ 1150878 h 2271864"/>
              <a:gd name="connsiteX9" fmla="*/ 1687 w 1856319"/>
              <a:gd name="connsiteY9" fmla="*/ 1262003 h 2271864"/>
              <a:gd name="connsiteX10" fmla="*/ 31320 w 1856319"/>
              <a:gd name="connsiteY10" fmla="*/ 1405937 h 2271864"/>
              <a:gd name="connsiteX11" fmla="*/ 99053 w 1856319"/>
              <a:gd name="connsiteY11" fmla="*/ 1511770 h 2271864"/>
              <a:gd name="connsiteX12" fmla="*/ 149853 w 1856319"/>
              <a:gd name="connsiteY12" fmla="*/ 1609136 h 2271864"/>
              <a:gd name="connsiteX13" fmla="*/ 213353 w 1856319"/>
              <a:gd name="connsiteY13" fmla="*/ 1626070 h 2271864"/>
              <a:gd name="connsiteX14" fmla="*/ 221820 w 1856319"/>
              <a:gd name="connsiteY14" fmla="*/ 1566803 h 2271864"/>
              <a:gd name="connsiteX15" fmla="*/ 221820 w 1856319"/>
              <a:gd name="connsiteY15" fmla="*/ 1532936 h 2271864"/>
              <a:gd name="connsiteX16" fmla="*/ 348820 w 1856319"/>
              <a:gd name="connsiteY16" fmla="*/ 1761536 h 2271864"/>
              <a:gd name="connsiteX17" fmla="*/ 484287 w 1856319"/>
              <a:gd name="connsiteY17" fmla="*/ 1998603 h 2271864"/>
              <a:gd name="connsiteX18" fmla="*/ 907619 w 1856319"/>
              <a:gd name="connsiteY18" fmla="*/ 2261069 h 2271864"/>
              <a:gd name="connsiteX19" fmla="*/ 1214113 w 1856319"/>
              <a:gd name="connsiteY19" fmla="*/ 2200110 h 2271864"/>
              <a:gd name="connsiteX20" fmla="*/ 1432553 w 1856319"/>
              <a:gd name="connsiteY20" fmla="*/ 2003681 h 2271864"/>
              <a:gd name="connsiteX21" fmla="*/ 1568020 w 1856319"/>
              <a:gd name="connsiteY21" fmla="*/ 1852976 h 2271864"/>
              <a:gd name="connsiteX22" fmla="*/ 1645913 w 1856319"/>
              <a:gd name="connsiteY22" fmla="*/ 1754761 h 2271864"/>
              <a:gd name="connsiteX23" fmla="*/ 1686553 w 1856319"/>
              <a:gd name="connsiteY23" fmla="*/ 1524470 h 2271864"/>
              <a:gd name="connsiteX24" fmla="*/ 1678087 w 1856319"/>
              <a:gd name="connsiteY24" fmla="*/ 1456736 h 2271864"/>
              <a:gd name="connsiteX25" fmla="*/ 1737353 w 1856319"/>
              <a:gd name="connsiteY25" fmla="*/ 1549870 h 2271864"/>
              <a:gd name="connsiteX26" fmla="*/ 1788153 w 1856319"/>
              <a:gd name="connsiteY26" fmla="*/ 1524470 h 2271864"/>
              <a:gd name="connsiteX27" fmla="*/ 1805087 w 1856319"/>
              <a:gd name="connsiteY27" fmla="*/ 1405936 h 2271864"/>
              <a:gd name="connsiteX28" fmla="*/ 1813553 w 1856319"/>
              <a:gd name="connsiteY28" fmla="*/ 1304336 h 2271864"/>
              <a:gd name="connsiteX29" fmla="*/ 1855887 w 1856319"/>
              <a:gd name="connsiteY29" fmla="*/ 1211203 h 2271864"/>
              <a:gd name="connsiteX30" fmla="*/ 1830487 w 1856319"/>
              <a:gd name="connsiteY30" fmla="*/ 1092670 h 2271864"/>
              <a:gd name="connsiteX31" fmla="*/ 1754287 w 1856319"/>
              <a:gd name="connsiteY31" fmla="*/ 1118070 h 2271864"/>
              <a:gd name="connsiteX32" fmla="*/ 1720420 w 1856319"/>
              <a:gd name="connsiteY32" fmla="*/ 1164636 h 2271864"/>
              <a:gd name="connsiteX33" fmla="*/ 1686553 w 1856319"/>
              <a:gd name="connsiteY33" fmla="*/ 1236603 h 2271864"/>
              <a:gd name="connsiteX34" fmla="*/ 1703487 w 1856319"/>
              <a:gd name="connsiteY34" fmla="*/ 830203 h 2271864"/>
              <a:gd name="connsiteX35" fmla="*/ 1644220 w 1856319"/>
              <a:gd name="connsiteY35" fmla="*/ 449203 h 2271864"/>
              <a:gd name="connsiteX36" fmla="*/ 1474887 w 1856319"/>
              <a:gd name="connsiteY36" fmla="*/ 186736 h 2271864"/>
              <a:gd name="connsiteX37" fmla="*/ 1264278 w 1856319"/>
              <a:gd name="connsiteY37" fmla="*/ 62925 h 2271864"/>
              <a:gd name="connsiteX38" fmla="*/ 907620 w 1856319"/>
              <a:gd name="connsiteY38" fmla="*/ 470 h 2271864"/>
              <a:gd name="connsiteX39" fmla="*/ 699128 w 1856319"/>
              <a:gd name="connsiteY39" fmla="*/ 38246 h 2271864"/>
              <a:gd name="connsiteX0" fmla="*/ 699128 w 1856319"/>
              <a:gd name="connsiteY0" fmla="*/ 38246 h 2271864"/>
              <a:gd name="connsiteX1" fmla="*/ 530853 w 1856319"/>
              <a:gd name="connsiteY1" fmla="*/ 109476 h 2271864"/>
              <a:gd name="connsiteX2" fmla="*/ 359403 w 1856319"/>
              <a:gd name="connsiteY2" fmla="*/ 226951 h 2271864"/>
              <a:gd name="connsiteX3" fmla="*/ 194303 w 1856319"/>
              <a:gd name="connsiteY3" fmla="*/ 500001 h 2271864"/>
              <a:gd name="connsiteX4" fmla="*/ 143503 w 1856319"/>
              <a:gd name="connsiteY4" fmla="*/ 690502 h 2271864"/>
              <a:gd name="connsiteX5" fmla="*/ 143503 w 1856319"/>
              <a:gd name="connsiteY5" fmla="*/ 1058801 h 2271864"/>
              <a:gd name="connsiteX6" fmla="*/ 144562 w 1856319"/>
              <a:gd name="connsiteY6" fmla="*/ 1196386 h 2271864"/>
              <a:gd name="connsiteX7" fmla="*/ 92704 w 1856319"/>
              <a:gd name="connsiteY7" fmla="*/ 1145586 h 2271864"/>
              <a:gd name="connsiteX8" fmla="*/ 13329 w 1856319"/>
              <a:gd name="connsiteY8" fmla="*/ 1150878 h 2271864"/>
              <a:gd name="connsiteX9" fmla="*/ 1687 w 1856319"/>
              <a:gd name="connsiteY9" fmla="*/ 1262003 h 2271864"/>
              <a:gd name="connsiteX10" fmla="*/ 31320 w 1856319"/>
              <a:gd name="connsiteY10" fmla="*/ 1405937 h 2271864"/>
              <a:gd name="connsiteX11" fmla="*/ 99053 w 1856319"/>
              <a:gd name="connsiteY11" fmla="*/ 1511770 h 2271864"/>
              <a:gd name="connsiteX12" fmla="*/ 149853 w 1856319"/>
              <a:gd name="connsiteY12" fmla="*/ 1609136 h 2271864"/>
              <a:gd name="connsiteX13" fmla="*/ 213353 w 1856319"/>
              <a:gd name="connsiteY13" fmla="*/ 1626070 h 2271864"/>
              <a:gd name="connsiteX14" fmla="*/ 221820 w 1856319"/>
              <a:gd name="connsiteY14" fmla="*/ 1566803 h 2271864"/>
              <a:gd name="connsiteX15" fmla="*/ 221820 w 1856319"/>
              <a:gd name="connsiteY15" fmla="*/ 1532936 h 2271864"/>
              <a:gd name="connsiteX16" fmla="*/ 348820 w 1856319"/>
              <a:gd name="connsiteY16" fmla="*/ 1761536 h 2271864"/>
              <a:gd name="connsiteX17" fmla="*/ 484287 w 1856319"/>
              <a:gd name="connsiteY17" fmla="*/ 1998603 h 2271864"/>
              <a:gd name="connsiteX18" fmla="*/ 907619 w 1856319"/>
              <a:gd name="connsiteY18" fmla="*/ 2261069 h 2271864"/>
              <a:gd name="connsiteX19" fmla="*/ 1214113 w 1856319"/>
              <a:gd name="connsiteY19" fmla="*/ 2200110 h 2271864"/>
              <a:gd name="connsiteX20" fmla="*/ 1432553 w 1856319"/>
              <a:gd name="connsiteY20" fmla="*/ 2003681 h 2271864"/>
              <a:gd name="connsiteX21" fmla="*/ 1562940 w 1856319"/>
              <a:gd name="connsiteY21" fmla="*/ 1893616 h 2271864"/>
              <a:gd name="connsiteX22" fmla="*/ 1645913 w 1856319"/>
              <a:gd name="connsiteY22" fmla="*/ 1754761 h 2271864"/>
              <a:gd name="connsiteX23" fmla="*/ 1686553 w 1856319"/>
              <a:gd name="connsiteY23" fmla="*/ 1524470 h 2271864"/>
              <a:gd name="connsiteX24" fmla="*/ 1678087 w 1856319"/>
              <a:gd name="connsiteY24" fmla="*/ 1456736 h 2271864"/>
              <a:gd name="connsiteX25" fmla="*/ 1737353 w 1856319"/>
              <a:gd name="connsiteY25" fmla="*/ 1549870 h 2271864"/>
              <a:gd name="connsiteX26" fmla="*/ 1788153 w 1856319"/>
              <a:gd name="connsiteY26" fmla="*/ 1524470 h 2271864"/>
              <a:gd name="connsiteX27" fmla="*/ 1805087 w 1856319"/>
              <a:gd name="connsiteY27" fmla="*/ 1405936 h 2271864"/>
              <a:gd name="connsiteX28" fmla="*/ 1813553 w 1856319"/>
              <a:gd name="connsiteY28" fmla="*/ 1304336 h 2271864"/>
              <a:gd name="connsiteX29" fmla="*/ 1855887 w 1856319"/>
              <a:gd name="connsiteY29" fmla="*/ 1211203 h 2271864"/>
              <a:gd name="connsiteX30" fmla="*/ 1830487 w 1856319"/>
              <a:gd name="connsiteY30" fmla="*/ 1092670 h 2271864"/>
              <a:gd name="connsiteX31" fmla="*/ 1754287 w 1856319"/>
              <a:gd name="connsiteY31" fmla="*/ 1118070 h 2271864"/>
              <a:gd name="connsiteX32" fmla="*/ 1720420 w 1856319"/>
              <a:gd name="connsiteY32" fmla="*/ 1164636 h 2271864"/>
              <a:gd name="connsiteX33" fmla="*/ 1686553 w 1856319"/>
              <a:gd name="connsiteY33" fmla="*/ 1236603 h 2271864"/>
              <a:gd name="connsiteX34" fmla="*/ 1703487 w 1856319"/>
              <a:gd name="connsiteY34" fmla="*/ 830203 h 2271864"/>
              <a:gd name="connsiteX35" fmla="*/ 1644220 w 1856319"/>
              <a:gd name="connsiteY35" fmla="*/ 449203 h 2271864"/>
              <a:gd name="connsiteX36" fmla="*/ 1474887 w 1856319"/>
              <a:gd name="connsiteY36" fmla="*/ 186736 h 2271864"/>
              <a:gd name="connsiteX37" fmla="*/ 1264278 w 1856319"/>
              <a:gd name="connsiteY37" fmla="*/ 62925 h 2271864"/>
              <a:gd name="connsiteX38" fmla="*/ 907620 w 1856319"/>
              <a:gd name="connsiteY38" fmla="*/ 470 h 2271864"/>
              <a:gd name="connsiteX39" fmla="*/ 699128 w 1856319"/>
              <a:gd name="connsiteY39" fmla="*/ 38246 h 2271864"/>
              <a:gd name="connsiteX0" fmla="*/ 699128 w 1856319"/>
              <a:gd name="connsiteY0" fmla="*/ 38246 h 2271113"/>
              <a:gd name="connsiteX1" fmla="*/ 530853 w 1856319"/>
              <a:gd name="connsiteY1" fmla="*/ 109476 h 2271113"/>
              <a:gd name="connsiteX2" fmla="*/ 359403 w 1856319"/>
              <a:gd name="connsiteY2" fmla="*/ 226951 h 2271113"/>
              <a:gd name="connsiteX3" fmla="*/ 194303 w 1856319"/>
              <a:gd name="connsiteY3" fmla="*/ 500001 h 2271113"/>
              <a:gd name="connsiteX4" fmla="*/ 143503 w 1856319"/>
              <a:gd name="connsiteY4" fmla="*/ 690502 h 2271113"/>
              <a:gd name="connsiteX5" fmla="*/ 143503 w 1856319"/>
              <a:gd name="connsiteY5" fmla="*/ 1058801 h 2271113"/>
              <a:gd name="connsiteX6" fmla="*/ 144562 w 1856319"/>
              <a:gd name="connsiteY6" fmla="*/ 1196386 h 2271113"/>
              <a:gd name="connsiteX7" fmla="*/ 92704 w 1856319"/>
              <a:gd name="connsiteY7" fmla="*/ 1145586 h 2271113"/>
              <a:gd name="connsiteX8" fmla="*/ 13329 w 1856319"/>
              <a:gd name="connsiteY8" fmla="*/ 1150878 h 2271113"/>
              <a:gd name="connsiteX9" fmla="*/ 1687 w 1856319"/>
              <a:gd name="connsiteY9" fmla="*/ 1262003 h 2271113"/>
              <a:gd name="connsiteX10" fmla="*/ 31320 w 1856319"/>
              <a:gd name="connsiteY10" fmla="*/ 1405937 h 2271113"/>
              <a:gd name="connsiteX11" fmla="*/ 99053 w 1856319"/>
              <a:gd name="connsiteY11" fmla="*/ 1511770 h 2271113"/>
              <a:gd name="connsiteX12" fmla="*/ 149853 w 1856319"/>
              <a:gd name="connsiteY12" fmla="*/ 1609136 h 2271113"/>
              <a:gd name="connsiteX13" fmla="*/ 213353 w 1856319"/>
              <a:gd name="connsiteY13" fmla="*/ 1626070 h 2271113"/>
              <a:gd name="connsiteX14" fmla="*/ 221820 w 1856319"/>
              <a:gd name="connsiteY14" fmla="*/ 1566803 h 2271113"/>
              <a:gd name="connsiteX15" fmla="*/ 221820 w 1856319"/>
              <a:gd name="connsiteY15" fmla="*/ 1532936 h 2271113"/>
              <a:gd name="connsiteX16" fmla="*/ 348820 w 1856319"/>
              <a:gd name="connsiteY16" fmla="*/ 1761536 h 2271113"/>
              <a:gd name="connsiteX17" fmla="*/ 484287 w 1856319"/>
              <a:gd name="connsiteY17" fmla="*/ 1998603 h 2271113"/>
              <a:gd name="connsiteX18" fmla="*/ 907619 w 1856319"/>
              <a:gd name="connsiteY18" fmla="*/ 2261069 h 2271113"/>
              <a:gd name="connsiteX19" fmla="*/ 1214113 w 1856319"/>
              <a:gd name="connsiteY19" fmla="*/ 2200110 h 2271113"/>
              <a:gd name="connsiteX20" fmla="*/ 1402073 w 1856319"/>
              <a:gd name="connsiteY20" fmla="*/ 2044321 h 2271113"/>
              <a:gd name="connsiteX21" fmla="*/ 1562940 w 1856319"/>
              <a:gd name="connsiteY21" fmla="*/ 1893616 h 2271113"/>
              <a:gd name="connsiteX22" fmla="*/ 1645913 w 1856319"/>
              <a:gd name="connsiteY22" fmla="*/ 1754761 h 2271113"/>
              <a:gd name="connsiteX23" fmla="*/ 1686553 w 1856319"/>
              <a:gd name="connsiteY23" fmla="*/ 1524470 h 2271113"/>
              <a:gd name="connsiteX24" fmla="*/ 1678087 w 1856319"/>
              <a:gd name="connsiteY24" fmla="*/ 1456736 h 2271113"/>
              <a:gd name="connsiteX25" fmla="*/ 1737353 w 1856319"/>
              <a:gd name="connsiteY25" fmla="*/ 1549870 h 2271113"/>
              <a:gd name="connsiteX26" fmla="*/ 1788153 w 1856319"/>
              <a:gd name="connsiteY26" fmla="*/ 1524470 h 2271113"/>
              <a:gd name="connsiteX27" fmla="*/ 1805087 w 1856319"/>
              <a:gd name="connsiteY27" fmla="*/ 1405936 h 2271113"/>
              <a:gd name="connsiteX28" fmla="*/ 1813553 w 1856319"/>
              <a:gd name="connsiteY28" fmla="*/ 1304336 h 2271113"/>
              <a:gd name="connsiteX29" fmla="*/ 1855887 w 1856319"/>
              <a:gd name="connsiteY29" fmla="*/ 1211203 h 2271113"/>
              <a:gd name="connsiteX30" fmla="*/ 1830487 w 1856319"/>
              <a:gd name="connsiteY30" fmla="*/ 1092670 h 2271113"/>
              <a:gd name="connsiteX31" fmla="*/ 1754287 w 1856319"/>
              <a:gd name="connsiteY31" fmla="*/ 1118070 h 2271113"/>
              <a:gd name="connsiteX32" fmla="*/ 1720420 w 1856319"/>
              <a:gd name="connsiteY32" fmla="*/ 1164636 h 2271113"/>
              <a:gd name="connsiteX33" fmla="*/ 1686553 w 1856319"/>
              <a:gd name="connsiteY33" fmla="*/ 1236603 h 2271113"/>
              <a:gd name="connsiteX34" fmla="*/ 1703487 w 1856319"/>
              <a:gd name="connsiteY34" fmla="*/ 830203 h 2271113"/>
              <a:gd name="connsiteX35" fmla="*/ 1644220 w 1856319"/>
              <a:gd name="connsiteY35" fmla="*/ 449203 h 2271113"/>
              <a:gd name="connsiteX36" fmla="*/ 1474887 w 1856319"/>
              <a:gd name="connsiteY36" fmla="*/ 186736 h 2271113"/>
              <a:gd name="connsiteX37" fmla="*/ 1264278 w 1856319"/>
              <a:gd name="connsiteY37" fmla="*/ 62925 h 2271113"/>
              <a:gd name="connsiteX38" fmla="*/ 907620 w 1856319"/>
              <a:gd name="connsiteY38" fmla="*/ 470 h 2271113"/>
              <a:gd name="connsiteX39" fmla="*/ 699128 w 1856319"/>
              <a:gd name="connsiteY39" fmla="*/ 38246 h 2271113"/>
              <a:gd name="connsiteX0" fmla="*/ 699128 w 1856319"/>
              <a:gd name="connsiteY0" fmla="*/ 38246 h 2276895"/>
              <a:gd name="connsiteX1" fmla="*/ 530853 w 1856319"/>
              <a:gd name="connsiteY1" fmla="*/ 109476 h 2276895"/>
              <a:gd name="connsiteX2" fmla="*/ 359403 w 1856319"/>
              <a:gd name="connsiteY2" fmla="*/ 226951 h 2276895"/>
              <a:gd name="connsiteX3" fmla="*/ 194303 w 1856319"/>
              <a:gd name="connsiteY3" fmla="*/ 500001 h 2276895"/>
              <a:gd name="connsiteX4" fmla="*/ 143503 w 1856319"/>
              <a:gd name="connsiteY4" fmla="*/ 690502 h 2276895"/>
              <a:gd name="connsiteX5" fmla="*/ 143503 w 1856319"/>
              <a:gd name="connsiteY5" fmla="*/ 1058801 h 2276895"/>
              <a:gd name="connsiteX6" fmla="*/ 144562 w 1856319"/>
              <a:gd name="connsiteY6" fmla="*/ 1196386 h 2276895"/>
              <a:gd name="connsiteX7" fmla="*/ 92704 w 1856319"/>
              <a:gd name="connsiteY7" fmla="*/ 1145586 h 2276895"/>
              <a:gd name="connsiteX8" fmla="*/ 13329 w 1856319"/>
              <a:gd name="connsiteY8" fmla="*/ 1150878 h 2276895"/>
              <a:gd name="connsiteX9" fmla="*/ 1687 w 1856319"/>
              <a:gd name="connsiteY9" fmla="*/ 1262003 h 2276895"/>
              <a:gd name="connsiteX10" fmla="*/ 31320 w 1856319"/>
              <a:gd name="connsiteY10" fmla="*/ 1405937 h 2276895"/>
              <a:gd name="connsiteX11" fmla="*/ 99053 w 1856319"/>
              <a:gd name="connsiteY11" fmla="*/ 1511770 h 2276895"/>
              <a:gd name="connsiteX12" fmla="*/ 149853 w 1856319"/>
              <a:gd name="connsiteY12" fmla="*/ 1609136 h 2276895"/>
              <a:gd name="connsiteX13" fmla="*/ 213353 w 1856319"/>
              <a:gd name="connsiteY13" fmla="*/ 1626070 h 2276895"/>
              <a:gd name="connsiteX14" fmla="*/ 221820 w 1856319"/>
              <a:gd name="connsiteY14" fmla="*/ 1566803 h 2276895"/>
              <a:gd name="connsiteX15" fmla="*/ 221820 w 1856319"/>
              <a:gd name="connsiteY15" fmla="*/ 1532936 h 2276895"/>
              <a:gd name="connsiteX16" fmla="*/ 348820 w 1856319"/>
              <a:gd name="connsiteY16" fmla="*/ 1761536 h 2276895"/>
              <a:gd name="connsiteX17" fmla="*/ 484287 w 1856319"/>
              <a:gd name="connsiteY17" fmla="*/ 1998603 h 2276895"/>
              <a:gd name="connsiteX18" fmla="*/ 907619 w 1856319"/>
              <a:gd name="connsiteY18" fmla="*/ 2261069 h 2276895"/>
              <a:gd name="connsiteX19" fmla="*/ 1168393 w 1856319"/>
              <a:gd name="connsiteY19" fmla="*/ 2225510 h 2276895"/>
              <a:gd name="connsiteX20" fmla="*/ 1402073 w 1856319"/>
              <a:gd name="connsiteY20" fmla="*/ 2044321 h 2276895"/>
              <a:gd name="connsiteX21" fmla="*/ 1562940 w 1856319"/>
              <a:gd name="connsiteY21" fmla="*/ 1893616 h 2276895"/>
              <a:gd name="connsiteX22" fmla="*/ 1645913 w 1856319"/>
              <a:gd name="connsiteY22" fmla="*/ 1754761 h 2276895"/>
              <a:gd name="connsiteX23" fmla="*/ 1686553 w 1856319"/>
              <a:gd name="connsiteY23" fmla="*/ 1524470 h 2276895"/>
              <a:gd name="connsiteX24" fmla="*/ 1678087 w 1856319"/>
              <a:gd name="connsiteY24" fmla="*/ 1456736 h 2276895"/>
              <a:gd name="connsiteX25" fmla="*/ 1737353 w 1856319"/>
              <a:gd name="connsiteY25" fmla="*/ 1549870 h 2276895"/>
              <a:gd name="connsiteX26" fmla="*/ 1788153 w 1856319"/>
              <a:gd name="connsiteY26" fmla="*/ 1524470 h 2276895"/>
              <a:gd name="connsiteX27" fmla="*/ 1805087 w 1856319"/>
              <a:gd name="connsiteY27" fmla="*/ 1405936 h 2276895"/>
              <a:gd name="connsiteX28" fmla="*/ 1813553 w 1856319"/>
              <a:gd name="connsiteY28" fmla="*/ 1304336 h 2276895"/>
              <a:gd name="connsiteX29" fmla="*/ 1855887 w 1856319"/>
              <a:gd name="connsiteY29" fmla="*/ 1211203 h 2276895"/>
              <a:gd name="connsiteX30" fmla="*/ 1830487 w 1856319"/>
              <a:gd name="connsiteY30" fmla="*/ 1092670 h 2276895"/>
              <a:gd name="connsiteX31" fmla="*/ 1754287 w 1856319"/>
              <a:gd name="connsiteY31" fmla="*/ 1118070 h 2276895"/>
              <a:gd name="connsiteX32" fmla="*/ 1720420 w 1856319"/>
              <a:gd name="connsiteY32" fmla="*/ 1164636 h 2276895"/>
              <a:gd name="connsiteX33" fmla="*/ 1686553 w 1856319"/>
              <a:gd name="connsiteY33" fmla="*/ 1236603 h 2276895"/>
              <a:gd name="connsiteX34" fmla="*/ 1703487 w 1856319"/>
              <a:gd name="connsiteY34" fmla="*/ 830203 h 2276895"/>
              <a:gd name="connsiteX35" fmla="*/ 1644220 w 1856319"/>
              <a:gd name="connsiteY35" fmla="*/ 449203 h 2276895"/>
              <a:gd name="connsiteX36" fmla="*/ 1474887 w 1856319"/>
              <a:gd name="connsiteY36" fmla="*/ 186736 h 2276895"/>
              <a:gd name="connsiteX37" fmla="*/ 1264278 w 1856319"/>
              <a:gd name="connsiteY37" fmla="*/ 62925 h 2276895"/>
              <a:gd name="connsiteX38" fmla="*/ 907620 w 1856319"/>
              <a:gd name="connsiteY38" fmla="*/ 470 h 2276895"/>
              <a:gd name="connsiteX39" fmla="*/ 699128 w 1856319"/>
              <a:gd name="connsiteY39" fmla="*/ 38246 h 2276895"/>
              <a:gd name="connsiteX0" fmla="*/ 699128 w 1856319"/>
              <a:gd name="connsiteY0" fmla="*/ 38246 h 2276895"/>
              <a:gd name="connsiteX1" fmla="*/ 530853 w 1856319"/>
              <a:gd name="connsiteY1" fmla="*/ 109476 h 2276895"/>
              <a:gd name="connsiteX2" fmla="*/ 359403 w 1856319"/>
              <a:gd name="connsiteY2" fmla="*/ 226951 h 2276895"/>
              <a:gd name="connsiteX3" fmla="*/ 194303 w 1856319"/>
              <a:gd name="connsiteY3" fmla="*/ 500001 h 2276895"/>
              <a:gd name="connsiteX4" fmla="*/ 143503 w 1856319"/>
              <a:gd name="connsiteY4" fmla="*/ 690502 h 2276895"/>
              <a:gd name="connsiteX5" fmla="*/ 143503 w 1856319"/>
              <a:gd name="connsiteY5" fmla="*/ 1058801 h 2276895"/>
              <a:gd name="connsiteX6" fmla="*/ 144562 w 1856319"/>
              <a:gd name="connsiteY6" fmla="*/ 1196386 h 2276895"/>
              <a:gd name="connsiteX7" fmla="*/ 92704 w 1856319"/>
              <a:gd name="connsiteY7" fmla="*/ 1145586 h 2276895"/>
              <a:gd name="connsiteX8" fmla="*/ 13329 w 1856319"/>
              <a:gd name="connsiteY8" fmla="*/ 1150878 h 2276895"/>
              <a:gd name="connsiteX9" fmla="*/ 1687 w 1856319"/>
              <a:gd name="connsiteY9" fmla="*/ 1262003 h 2276895"/>
              <a:gd name="connsiteX10" fmla="*/ 31320 w 1856319"/>
              <a:gd name="connsiteY10" fmla="*/ 1405937 h 2276895"/>
              <a:gd name="connsiteX11" fmla="*/ 99053 w 1856319"/>
              <a:gd name="connsiteY11" fmla="*/ 1511770 h 2276895"/>
              <a:gd name="connsiteX12" fmla="*/ 149853 w 1856319"/>
              <a:gd name="connsiteY12" fmla="*/ 1609136 h 2276895"/>
              <a:gd name="connsiteX13" fmla="*/ 213353 w 1856319"/>
              <a:gd name="connsiteY13" fmla="*/ 1626070 h 2276895"/>
              <a:gd name="connsiteX14" fmla="*/ 221820 w 1856319"/>
              <a:gd name="connsiteY14" fmla="*/ 1566803 h 2276895"/>
              <a:gd name="connsiteX15" fmla="*/ 221820 w 1856319"/>
              <a:gd name="connsiteY15" fmla="*/ 1532936 h 2276895"/>
              <a:gd name="connsiteX16" fmla="*/ 348820 w 1856319"/>
              <a:gd name="connsiteY16" fmla="*/ 1761536 h 2276895"/>
              <a:gd name="connsiteX17" fmla="*/ 484287 w 1856319"/>
              <a:gd name="connsiteY17" fmla="*/ 1998603 h 2276895"/>
              <a:gd name="connsiteX18" fmla="*/ 907619 w 1856319"/>
              <a:gd name="connsiteY18" fmla="*/ 2261069 h 2276895"/>
              <a:gd name="connsiteX19" fmla="*/ 1168393 w 1856319"/>
              <a:gd name="connsiteY19" fmla="*/ 2225510 h 2276895"/>
              <a:gd name="connsiteX20" fmla="*/ 1402073 w 1856319"/>
              <a:gd name="connsiteY20" fmla="*/ 2044321 h 2276895"/>
              <a:gd name="connsiteX21" fmla="*/ 1562940 w 1856319"/>
              <a:gd name="connsiteY21" fmla="*/ 1893616 h 2276895"/>
              <a:gd name="connsiteX22" fmla="*/ 1645913 w 1856319"/>
              <a:gd name="connsiteY22" fmla="*/ 1754761 h 2276895"/>
              <a:gd name="connsiteX23" fmla="*/ 1686553 w 1856319"/>
              <a:gd name="connsiteY23" fmla="*/ 1524470 h 2276895"/>
              <a:gd name="connsiteX24" fmla="*/ 1678087 w 1856319"/>
              <a:gd name="connsiteY24" fmla="*/ 1456736 h 2276895"/>
              <a:gd name="connsiteX25" fmla="*/ 1737353 w 1856319"/>
              <a:gd name="connsiteY25" fmla="*/ 1549870 h 2276895"/>
              <a:gd name="connsiteX26" fmla="*/ 1788153 w 1856319"/>
              <a:gd name="connsiteY26" fmla="*/ 1524470 h 2276895"/>
              <a:gd name="connsiteX27" fmla="*/ 1805087 w 1856319"/>
              <a:gd name="connsiteY27" fmla="*/ 1405936 h 2276895"/>
              <a:gd name="connsiteX28" fmla="*/ 1813553 w 1856319"/>
              <a:gd name="connsiteY28" fmla="*/ 1304336 h 2276895"/>
              <a:gd name="connsiteX29" fmla="*/ 1855887 w 1856319"/>
              <a:gd name="connsiteY29" fmla="*/ 1211203 h 2276895"/>
              <a:gd name="connsiteX30" fmla="*/ 1830487 w 1856319"/>
              <a:gd name="connsiteY30" fmla="*/ 1092670 h 2276895"/>
              <a:gd name="connsiteX31" fmla="*/ 1754287 w 1856319"/>
              <a:gd name="connsiteY31" fmla="*/ 1118070 h 2276895"/>
              <a:gd name="connsiteX32" fmla="*/ 1720420 w 1856319"/>
              <a:gd name="connsiteY32" fmla="*/ 1164636 h 2276895"/>
              <a:gd name="connsiteX33" fmla="*/ 1686553 w 1856319"/>
              <a:gd name="connsiteY33" fmla="*/ 1236603 h 2276895"/>
              <a:gd name="connsiteX34" fmla="*/ 1703487 w 1856319"/>
              <a:gd name="connsiteY34" fmla="*/ 830203 h 2276895"/>
              <a:gd name="connsiteX35" fmla="*/ 1669620 w 1856319"/>
              <a:gd name="connsiteY35" fmla="*/ 505083 h 2276895"/>
              <a:gd name="connsiteX36" fmla="*/ 1474887 w 1856319"/>
              <a:gd name="connsiteY36" fmla="*/ 186736 h 2276895"/>
              <a:gd name="connsiteX37" fmla="*/ 1264278 w 1856319"/>
              <a:gd name="connsiteY37" fmla="*/ 62925 h 2276895"/>
              <a:gd name="connsiteX38" fmla="*/ 907620 w 1856319"/>
              <a:gd name="connsiteY38" fmla="*/ 470 h 2276895"/>
              <a:gd name="connsiteX39" fmla="*/ 699128 w 1856319"/>
              <a:gd name="connsiteY39" fmla="*/ 38246 h 2276895"/>
              <a:gd name="connsiteX0" fmla="*/ 699128 w 1857396"/>
              <a:gd name="connsiteY0" fmla="*/ 38246 h 2276895"/>
              <a:gd name="connsiteX1" fmla="*/ 530853 w 1857396"/>
              <a:gd name="connsiteY1" fmla="*/ 109476 h 2276895"/>
              <a:gd name="connsiteX2" fmla="*/ 359403 w 1857396"/>
              <a:gd name="connsiteY2" fmla="*/ 226951 h 2276895"/>
              <a:gd name="connsiteX3" fmla="*/ 194303 w 1857396"/>
              <a:gd name="connsiteY3" fmla="*/ 500001 h 2276895"/>
              <a:gd name="connsiteX4" fmla="*/ 143503 w 1857396"/>
              <a:gd name="connsiteY4" fmla="*/ 690502 h 2276895"/>
              <a:gd name="connsiteX5" fmla="*/ 143503 w 1857396"/>
              <a:gd name="connsiteY5" fmla="*/ 1058801 h 2276895"/>
              <a:gd name="connsiteX6" fmla="*/ 144562 w 1857396"/>
              <a:gd name="connsiteY6" fmla="*/ 1196386 h 2276895"/>
              <a:gd name="connsiteX7" fmla="*/ 92704 w 1857396"/>
              <a:gd name="connsiteY7" fmla="*/ 1145586 h 2276895"/>
              <a:gd name="connsiteX8" fmla="*/ 13329 w 1857396"/>
              <a:gd name="connsiteY8" fmla="*/ 1150878 h 2276895"/>
              <a:gd name="connsiteX9" fmla="*/ 1687 w 1857396"/>
              <a:gd name="connsiteY9" fmla="*/ 1262003 h 2276895"/>
              <a:gd name="connsiteX10" fmla="*/ 31320 w 1857396"/>
              <a:gd name="connsiteY10" fmla="*/ 1405937 h 2276895"/>
              <a:gd name="connsiteX11" fmla="*/ 99053 w 1857396"/>
              <a:gd name="connsiteY11" fmla="*/ 1511770 h 2276895"/>
              <a:gd name="connsiteX12" fmla="*/ 149853 w 1857396"/>
              <a:gd name="connsiteY12" fmla="*/ 1609136 h 2276895"/>
              <a:gd name="connsiteX13" fmla="*/ 213353 w 1857396"/>
              <a:gd name="connsiteY13" fmla="*/ 1626070 h 2276895"/>
              <a:gd name="connsiteX14" fmla="*/ 221820 w 1857396"/>
              <a:gd name="connsiteY14" fmla="*/ 1566803 h 2276895"/>
              <a:gd name="connsiteX15" fmla="*/ 221820 w 1857396"/>
              <a:gd name="connsiteY15" fmla="*/ 1532936 h 2276895"/>
              <a:gd name="connsiteX16" fmla="*/ 348820 w 1857396"/>
              <a:gd name="connsiteY16" fmla="*/ 1761536 h 2276895"/>
              <a:gd name="connsiteX17" fmla="*/ 484287 w 1857396"/>
              <a:gd name="connsiteY17" fmla="*/ 1998603 h 2276895"/>
              <a:gd name="connsiteX18" fmla="*/ 907619 w 1857396"/>
              <a:gd name="connsiteY18" fmla="*/ 2261069 h 2276895"/>
              <a:gd name="connsiteX19" fmla="*/ 1168393 w 1857396"/>
              <a:gd name="connsiteY19" fmla="*/ 2225510 h 2276895"/>
              <a:gd name="connsiteX20" fmla="*/ 1402073 w 1857396"/>
              <a:gd name="connsiteY20" fmla="*/ 2044321 h 2276895"/>
              <a:gd name="connsiteX21" fmla="*/ 1562940 w 1857396"/>
              <a:gd name="connsiteY21" fmla="*/ 1893616 h 2276895"/>
              <a:gd name="connsiteX22" fmla="*/ 1645913 w 1857396"/>
              <a:gd name="connsiteY22" fmla="*/ 1754761 h 2276895"/>
              <a:gd name="connsiteX23" fmla="*/ 1686553 w 1857396"/>
              <a:gd name="connsiteY23" fmla="*/ 1524470 h 2276895"/>
              <a:gd name="connsiteX24" fmla="*/ 1678087 w 1857396"/>
              <a:gd name="connsiteY24" fmla="*/ 1456736 h 2276895"/>
              <a:gd name="connsiteX25" fmla="*/ 1737353 w 1857396"/>
              <a:gd name="connsiteY25" fmla="*/ 1549870 h 2276895"/>
              <a:gd name="connsiteX26" fmla="*/ 1788153 w 1857396"/>
              <a:gd name="connsiteY26" fmla="*/ 1524470 h 2276895"/>
              <a:gd name="connsiteX27" fmla="*/ 1805087 w 1857396"/>
              <a:gd name="connsiteY27" fmla="*/ 1405936 h 2276895"/>
              <a:gd name="connsiteX28" fmla="*/ 1849113 w 1857396"/>
              <a:gd name="connsiteY28" fmla="*/ 1309416 h 2276895"/>
              <a:gd name="connsiteX29" fmla="*/ 1855887 w 1857396"/>
              <a:gd name="connsiteY29" fmla="*/ 1211203 h 2276895"/>
              <a:gd name="connsiteX30" fmla="*/ 1830487 w 1857396"/>
              <a:gd name="connsiteY30" fmla="*/ 1092670 h 2276895"/>
              <a:gd name="connsiteX31" fmla="*/ 1754287 w 1857396"/>
              <a:gd name="connsiteY31" fmla="*/ 1118070 h 2276895"/>
              <a:gd name="connsiteX32" fmla="*/ 1720420 w 1857396"/>
              <a:gd name="connsiteY32" fmla="*/ 1164636 h 2276895"/>
              <a:gd name="connsiteX33" fmla="*/ 1686553 w 1857396"/>
              <a:gd name="connsiteY33" fmla="*/ 1236603 h 2276895"/>
              <a:gd name="connsiteX34" fmla="*/ 1703487 w 1857396"/>
              <a:gd name="connsiteY34" fmla="*/ 830203 h 2276895"/>
              <a:gd name="connsiteX35" fmla="*/ 1669620 w 1857396"/>
              <a:gd name="connsiteY35" fmla="*/ 505083 h 2276895"/>
              <a:gd name="connsiteX36" fmla="*/ 1474887 w 1857396"/>
              <a:gd name="connsiteY36" fmla="*/ 186736 h 2276895"/>
              <a:gd name="connsiteX37" fmla="*/ 1264278 w 1857396"/>
              <a:gd name="connsiteY37" fmla="*/ 62925 h 2276895"/>
              <a:gd name="connsiteX38" fmla="*/ 907620 w 1857396"/>
              <a:gd name="connsiteY38" fmla="*/ 470 h 2276895"/>
              <a:gd name="connsiteX39" fmla="*/ 699128 w 1857396"/>
              <a:gd name="connsiteY39" fmla="*/ 38246 h 2276895"/>
              <a:gd name="connsiteX0" fmla="*/ 699128 w 1857234"/>
              <a:gd name="connsiteY0" fmla="*/ 38246 h 2276895"/>
              <a:gd name="connsiteX1" fmla="*/ 530853 w 1857234"/>
              <a:gd name="connsiteY1" fmla="*/ 109476 h 2276895"/>
              <a:gd name="connsiteX2" fmla="*/ 359403 w 1857234"/>
              <a:gd name="connsiteY2" fmla="*/ 226951 h 2276895"/>
              <a:gd name="connsiteX3" fmla="*/ 194303 w 1857234"/>
              <a:gd name="connsiteY3" fmla="*/ 500001 h 2276895"/>
              <a:gd name="connsiteX4" fmla="*/ 143503 w 1857234"/>
              <a:gd name="connsiteY4" fmla="*/ 690502 h 2276895"/>
              <a:gd name="connsiteX5" fmla="*/ 143503 w 1857234"/>
              <a:gd name="connsiteY5" fmla="*/ 1058801 h 2276895"/>
              <a:gd name="connsiteX6" fmla="*/ 144562 w 1857234"/>
              <a:gd name="connsiteY6" fmla="*/ 1196386 h 2276895"/>
              <a:gd name="connsiteX7" fmla="*/ 92704 w 1857234"/>
              <a:gd name="connsiteY7" fmla="*/ 1145586 h 2276895"/>
              <a:gd name="connsiteX8" fmla="*/ 13329 w 1857234"/>
              <a:gd name="connsiteY8" fmla="*/ 1150878 h 2276895"/>
              <a:gd name="connsiteX9" fmla="*/ 1687 w 1857234"/>
              <a:gd name="connsiteY9" fmla="*/ 1262003 h 2276895"/>
              <a:gd name="connsiteX10" fmla="*/ 31320 w 1857234"/>
              <a:gd name="connsiteY10" fmla="*/ 1405937 h 2276895"/>
              <a:gd name="connsiteX11" fmla="*/ 99053 w 1857234"/>
              <a:gd name="connsiteY11" fmla="*/ 1511770 h 2276895"/>
              <a:gd name="connsiteX12" fmla="*/ 149853 w 1857234"/>
              <a:gd name="connsiteY12" fmla="*/ 1609136 h 2276895"/>
              <a:gd name="connsiteX13" fmla="*/ 213353 w 1857234"/>
              <a:gd name="connsiteY13" fmla="*/ 1626070 h 2276895"/>
              <a:gd name="connsiteX14" fmla="*/ 221820 w 1857234"/>
              <a:gd name="connsiteY14" fmla="*/ 1566803 h 2276895"/>
              <a:gd name="connsiteX15" fmla="*/ 221820 w 1857234"/>
              <a:gd name="connsiteY15" fmla="*/ 1532936 h 2276895"/>
              <a:gd name="connsiteX16" fmla="*/ 348820 w 1857234"/>
              <a:gd name="connsiteY16" fmla="*/ 1761536 h 2276895"/>
              <a:gd name="connsiteX17" fmla="*/ 484287 w 1857234"/>
              <a:gd name="connsiteY17" fmla="*/ 1998603 h 2276895"/>
              <a:gd name="connsiteX18" fmla="*/ 907619 w 1857234"/>
              <a:gd name="connsiteY18" fmla="*/ 2261069 h 2276895"/>
              <a:gd name="connsiteX19" fmla="*/ 1168393 w 1857234"/>
              <a:gd name="connsiteY19" fmla="*/ 2225510 h 2276895"/>
              <a:gd name="connsiteX20" fmla="*/ 1402073 w 1857234"/>
              <a:gd name="connsiteY20" fmla="*/ 2044321 h 2276895"/>
              <a:gd name="connsiteX21" fmla="*/ 1562940 w 1857234"/>
              <a:gd name="connsiteY21" fmla="*/ 1893616 h 2276895"/>
              <a:gd name="connsiteX22" fmla="*/ 1645913 w 1857234"/>
              <a:gd name="connsiteY22" fmla="*/ 1754761 h 2276895"/>
              <a:gd name="connsiteX23" fmla="*/ 1686553 w 1857234"/>
              <a:gd name="connsiteY23" fmla="*/ 1524470 h 2276895"/>
              <a:gd name="connsiteX24" fmla="*/ 1678087 w 1857234"/>
              <a:gd name="connsiteY24" fmla="*/ 1456736 h 2276895"/>
              <a:gd name="connsiteX25" fmla="*/ 1737353 w 1857234"/>
              <a:gd name="connsiteY25" fmla="*/ 1549870 h 2276895"/>
              <a:gd name="connsiteX26" fmla="*/ 1788153 w 1857234"/>
              <a:gd name="connsiteY26" fmla="*/ 1524470 h 2276895"/>
              <a:gd name="connsiteX27" fmla="*/ 1810167 w 1857234"/>
              <a:gd name="connsiteY27" fmla="*/ 1405936 h 2276895"/>
              <a:gd name="connsiteX28" fmla="*/ 1849113 w 1857234"/>
              <a:gd name="connsiteY28" fmla="*/ 1309416 h 2276895"/>
              <a:gd name="connsiteX29" fmla="*/ 1855887 w 1857234"/>
              <a:gd name="connsiteY29" fmla="*/ 1211203 h 2276895"/>
              <a:gd name="connsiteX30" fmla="*/ 1830487 w 1857234"/>
              <a:gd name="connsiteY30" fmla="*/ 1092670 h 2276895"/>
              <a:gd name="connsiteX31" fmla="*/ 1754287 w 1857234"/>
              <a:gd name="connsiteY31" fmla="*/ 1118070 h 2276895"/>
              <a:gd name="connsiteX32" fmla="*/ 1720420 w 1857234"/>
              <a:gd name="connsiteY32" fmla="*/ 1164636 h 2276895"/>
              <a:gd name="connsiteX33" fmla="*/ 1686553 w 1857234"/>
              <a:gd name="connsiteY33" fmla="*/ 1236603 h 2276895"/>
              <a:gd name="connsiteX34" fmla="*/ 1703487 w 1857234"/>
              <a:gd name="connsiteY34" fmla="*/ 830203 h 2276895"/>
              <a:gd name="connsiteX35" fmla="*/ 1669620 w 1857234"/>
              <a:gd name="connsiteY35" fmla="*/ 505083 h 2276895"/>
              <a:gd name="connsiteX36" fmla="*/ 1474887 w 1857234"/>
              <a:gd name="connsiteY36" fmla="*/ 186736 h 2276895"/>
              <a:gd name="connsiteX37" fmla="*/ 1264278 w 1857234"/>
              <a:gd name="connsiteY37" fmla="*/ 62925 h 2276895"/>
              <a:gd name="connsiteX38" fmla="*/ 907620 w 1857234"/>
              <a:gd name="connsiteY38" fmla="*/ 470 h 2276895"/>
              <a:gd name="connsiteX39" fmla="*/ 699128 w 1857234"/>
              <a:gd name="connsiteY39" fmla="*/ 38246 h 2276895"/>
              <a:gd name="connsiteX0" fmla="*/ 699128 w 1857234"/>
              <a:gd name="connsiteY0" fmla="*/ 38246 h 2279038"/>
              <a:gd name="connsiteX1" fmla="*/ 530853 w 1857234"/>
              <a:gd name="connsiteY1" fmla="*/ 109476 h 2279038"/>
              <a:gd name="connsiteX2" fmla="*/ 359403 w 1857234"/>
              <a:gd name="connsiteY2" fmla="*/ 226951 h 2279038"/>
              <a:gd name="connsiteX3" fmla="*/ 194303 w 1857234"/>
              <a:gd name="connsiteY3" fmla="*/ 500001 h 2279038"/>
              <a:gd name="connsiteX4" fmla="*/ 143503 w 1857234"/>
              <a:gd name="connsiteY4" fmla="*/ 690502 h 2279038"/>
              <a:gd name="connsiteX5" fmla="*/ 143503 w 1857234"/>
              <a:gd name="connsiteY5" fmla="*/ 1058801 h 2279038"/>
              <a:gd name="connsiteX6" fmla="*/ 144562 w 1857234"/>
              <a:gd name="connsiteY6" fmla="*/ 1196386 h 2279038"/>
              <a:gd name="connsiteX7" fmla="*/ 92704 w 1857234"/>
              <a:gd name="connsiteY7" fmla="*/ 1145586 h 2279038"/>
              <a:gd name="connsiteX8" fmla="*/ 13329 w 1857234"/>
              <a:gd name="connsiteY8" fmla="*/ 1150878 h 2279038"/>
              <a:gd name="connsiteX9" fmla="*/ 1687 w 1857234"/>
              <a:gd name="connsiteY9" fmla="*/ 1262003 h 2279038"/>
              <a:gd name="connsiteX10" fmla="*/ 31320 w 1857234"/>
              <a:gd name="connsiteY10" fmla="*/ 1405937 h 2279038"/>
              <a:gd name="connsiteX11" fmla="*/ 99053 w 1857234"/>
              <a:gd name="connsiteY11" fmla="*/ 1511770 h 2279038"/>
              <a:gd name="connsiteX12" fmla="*/ 149853 w 1857234"/>
              <a:gd name="connsiteY12" fmla="*/ 1609136 h 2279038"/>
              <a:gd name="connsiteX13" fmla="*/ 213353 w 1857234"/>
              <a:gd name="connsiteY13" fmla="*/ 1626070 h 2279038"/>
              <a:gd name="connsiteX14" fmla="*/ 221820 w 1857234"/>
              <a:gd name="connsiteY14" fmla="*/ 1566803 h 2279038"/>
              <a:gd name="connsiteX15" fmla="*/ 221820 w 1857234"/>
              <a:gd name="connsiteY15" fmla="*/ 1532936 h 2279038"/>
              <a:gd name="connsiteX16" fmla="*/ 348820 w 1857234"/>
              <a:gd name="connsiteY16" fmla="*/ 1761536 h 2279038"/>
              <a:gd name="connsiteX17" fmla="*/ 484287 w 1857234"/>
              <a:gd name="connsiteY17" fmla="*/ 1998603 h 2279038"/>
              <a:gd name="connsiteX18" fmla="*/ 907619 w 1857234"/>
              <a:gd name="connsiteY18" fmla="*/ 2261069 h 2279038"/>
              <a:gd name="connsiteX19" fmla="*/ 1132832 w 1857234"/>
              <a:gd name="connsiteY19" fmla="*/ 2232550 h 2279038"/>
              <a:gd name="connsiteX20" fmla="*/ 1402073 w 1857234"/>
              <a:gd name="connsiteY20" fmla="*/ 2044321 h 2279038"/>
              <a:gd name="connsiteX21" fmla="*/ 1562940 w 1857234"/>
              <a:gd name="connsiteY21" fmla="*/ 1893616 h 2279038"/>
              <a:gd name="connsiteX22" fmla="*/ 1645913 w 1857234"/>
              <a:gd name="connsiteY22" fmla="*/ 1754761 h 2279038"/>
              <a:gd name="connsiteX23" fmla="*/ 1686553 w 1857234"/>
              <a:gd name="connsiteY23" fmla="*/ 1524470 h 2279038"/>
              <a:gd name="connsiteX24" fmla="*/ 1678087 w 1857234"/>
              <a:gd name="connsiteY24" fmla="*/ 1456736 h 2279038"/>
              <a:gd name="connsiteX25" fmla="*/ 1737353 w 1857234"/>
              <a:gd name="connsiteY25" fmla="*/ 1549870 h 2279038"/>
              <a:gd name="connsiteX26" fmla="*/ 1788153 w 1857234"/>
              <a:gd name="connsiteY26" fmla="*/ 1524470 h 2279038"/>
              <a:gd name="connsiteX27" fmla="*/ 1810167 w 1857234"/>
              <a:gd name="connsiteY27" fmla="*/ 1405936 h 2279038"/>
              <a:gd name="connsiteX28" fmla="*/ 1849113 w 1857234"/>
              <a:gd name="connsiteY28" fmla="*/ 1309416 h 2279038"/>
              <a:gd name="connsiteX29" fmla="*/ 1855887 w 1857234"/>
              <a:gd name="connsiteY29" fmla="*/ 1211203 h 2279038"/>
              <a:gd name="connsiteX30" fmla="*/ 1830487 w 1857234"/>
              <a:gd name="connsiteY30" fmla="*/ 1092670 h 2279038"/>
              <a:gd name="connsiteX31" fmla="*/ 1754287 w 1857234"/>
              <a:gd name="connsiteY31" fmla="*/ 1118070 h 2279038"/>
              <a:gd name="connsiteX32" fmla="*/ 1720420 w 1857234"/>
              <a:gd name="connsiteY32" fmla="*/ 1164636 h 2279038"/>
              <a:gd name="connsiteX33" fmla="*/ 1686553 w 1857234"/>
              <a:gd name="connsiteY33" fmla="*/ 1236603 h 2279038"/>
              <a:gd name="connsiteX34" fmla="*/ 1703487 w 1857234"/>
              <a:gd name="connsiteY34" fmla="*/ 830203 h 2279038"/>
              <a:gd name="connsiteX35" fmla="*/ 1669620 w 1857234"/>
              <a:gd name="connsiteY35" fmla="*/ 505083 h 2279038"/>
              <a:gd name="connsiteX36" fmla="*/ 1474887 w 1857234"/>
              <a:gd name="connsiteY36" fmla="*/ 186736 h 2279038"/>
              <a:gd name="connsiteX37" fmla="*/ 1264278 w 1857234"/>
              <a:gd name="connsiteY37" fmla="*/ 62925 h 2279038"/>
              <a:gd name="connsiteX38" fmla="*/ 907620 w 1857234"/>
              <a:gd name="connsiteY38" fmla="*/ 470 h 2279038"/>
              <a:gd name="connsiteX39" fmla="*/ 699128 w 1857234"/>
              <a:gd name="connsiteY39" fmla="*/ 38246 h 2279038"/>
              <a:gd name="connsiteX0" fmla="*/ 699128 w 1857234"/>
              <a:gd name="connsiteY0" fmla="*/ 38246 h 2263673"/>
              <a:gd name="connsiteX1" fmla="*/ 530853 w 1857234"/>
              <a:gd name="connsiteY1" fmla="*/ 109476 h 2263673"/>
              <a:gd name="connsiteX2" fmla="*/ 359403 w 1857234"/>
              <a:gd name="connsiteY2" fmla="*/ 226951 h 2263673"/>
              <a:gd name="connsiteX3" fmla="*/ 194303 w 1857234"/>
              <a:gd name="connsiteY3" fmla="*/ 500001 h 2263673"/>
              <a:gd name="connsiteX4" fmla="*/ 143503 w 1857234"/>
              <a:gd name="connsiteY4" fmla="*/ 690502 h 2263673"/>
              <a:gd name="connsiteX5" fmla="*/ 143503 w 1857234"/>
              <a:gd name="connsiteY5" fmla="*/ 1058801 h 2263673"/>
              <a:gd name="connsiteX6" fmla="*/ 144562 w 1857234"/>
              <a:gd name="connsiteY6" fmla="*/ 1196386 h 2263673"/>
              <a:gd name="connsiteX7" fmla="*/ 92704 w 1857234"/>
              <a:gd name="connsiteY7" fmla="*/ 1145586 h 2263673"/>
              <a:gd name="connsiteX8" fmla="*/ 13329 w 1857234"/>
              <a:gd name="connsiteY8" fmla="*/ 1150878 h 2263673"/>
              <a:gd name="connsiteX9" fmla="*/ 1687 w 1857234"/>
              <a:gd name="connsiteY9" fmla="*/ 1262003 h 2263673"/>
              <a:gd name="connsiteX10" fmla="*/ 31320 w 1857234"/>
              <a:gd name="connsiteY10" fmla="*/ 1405937 h 2263673"/>
              <a:gd name="connsiteX11" fmla="*/ 99053 w 1857234"/>
              <a:gd name="connsiteY11" fmla="*/ 1511770 h 2263673"/>
              <a:gd name="connsiteX12" fmla="*/ 149853 w 1857234"/>
              <a:gd name="connsiteY12" fmla="*/ 1609136 h 2263673"/>
              <a:gd name="connsiteX13" fmla="*/ 213353 w 1857234"/>
              <a:gd name="connsiteY13" fmla="*/ 1626070 h 2263673"/>
              <a:gd name="connsiteX14" fmla="*/ 221820 w 1857234"/>
              <a:gd name="connsiteY14" fmla="*/ 1566803 h 2263673"/>
              <a:gd name="connsiteX15" fmla="*/ 221820 w 1857234"/>
              <a:gd name="connsiteY15" fmla="*/ 1532936 h 2263673"/>
              <a:gd name="connsiteX16" fmla="*/ 348820 w 1857234"/>
              <a:gd name="connsiteY16" fmla="*/ 1761536 h 2263673"/>
              <a:gd name="connsiteX17" fmla="*/ 484287 w 1857234"/>
              <a:gd name="connsiteY17" fmla="*/ 1998603 h 2263673"/>
              <a:gd name="connsiteX18" fmla="*/ 868502 w 1857234"/>
              <a:gd name="connsiteY18" fmla="*/ 2239950 h 2263673"/>
              <a:gd name="connsiteX19" fmla="*/ 1132832 w 1857234"/>
              <a:gd name="connsiteY19" fmla="*/ 2232550 h 2263673"/>
              <a:gd name="connsiteX20" fmla="*/ 1402073 w 1857234"/>
              <a:gd name="connsiteY20" fmla="*/ 2044321 h 2263673"/>
              <a:gd name="connsiteX21" fmla="*/ 1562940 w 1857234"/>
              <a:gd name="connsiteY21" fmla="*/ 1893616 h 2263673"/>
              <a:gd name="connsiteX22" fmla="*/ 1645913 w 1857234"/>
              <a:gd name="connsiteY22" fmla="*/ 1754761 h 2263673"/>
              <a:gd name="connsiteX23" fmla="*/ 1686553 w 1857234"/>
              <a:gd name="connsiteY23" fmla="*/ 1524470 h 2263673"/>
              <a:gd name="connsiteX24" fmla="*/ 1678087 w 1857234"/>
              <a:gd name="connsiteY24" fmla="*/ 1456736 h 2263673"/>
              <a:gd name="connsiteX25" fmla="*/ 1737353 w 1857234"/>
              <a:gd name="connsiteY25" fmla="*/ 1549870 h 2263673"/>
              <a:gd name="connsiteX26" fmla="*/ 1788153 w 1857234"/>
              <a:gd name="connsiteY26" fmla="*/ 1524470 h 2263673"/>
              <a:gd name="connsiteX27" fmla="*/ 1810167 w 1857234"/>
              <a:gd name="connsiteY27" fmla="*/ 1405936 h 2263673"/>
              <a:gd name="connsiteX28" fmla="*/ 1849113 w 1857234"/>
              <a:gd name="connsiteY28" fmla="*/ 1309416 h 2263673"/>
              <a:gd name="connsiteX29" fmla="*/ 1855887 w 1857234"/>
              <a:gd name="connsiteY29" fmla="*/ 1211203 h 2263673"/>
              <a:gd name="connsiteX30" fmla="*/ 1830487 w 1857234"/>
              <a:gd name="connsiteY30" fmla="*/ 1092670 h 2263673"/>
              <a:gd name="connsiteX31" fmla="*/ 1754287 w 1857234"/>
              <a:gd name="connsiteY31" fmla="*/ 1118070 h 2263673"/>
              <a:gd name="connsiteX32" fmla="*/ 1720420 w 1857234"/>
              <a:gd name="connsiteY32" fmla="*/ 1164636 h 2263673"/>
              <a:gd name="connsiteX33" fmla="*/ 1686553 w 1857234"/>
              <a:gd name="connsiteY33" fmla="*/ 1236603 h 2263673"/>
              <a:gd name="connsiteX34" fmla="*/ 1703487 w 1857234"/>
              <a:gd name="connsiteY34" fmla="*/ 830203 h 2263673"/>
              <a:gd name="connsiteX35" fmla="*/ 1669620 w 1857234"/>
              <a:gd name="connsiteY35" fmla="*/ 505083 h 2263673"/>
              <a:gd name="connsiteX36" fmla="*/ 1474887 w 1857234"/>
              <a:gd name="connsiteY36" fmla="*/ 186736 h 2263673"/>
              <a:gd name="connsiteX37" fmla="*/ 1264278 w 1857234"/>
              <a:gd name="connsiteY37" fmla="*/ 62925 h 2263673"/>
              <a:gd name="connsiteX38" fmla="*/ 907620 w 1857234"/>
              <a:gd name="connsiteY38" fmla="*/ 470 h 2263673"/>
              <a:gd name="connsiteX39" fmla="*/ 699128 w 1857234"/>
              <a:gd name="connsiteY39" fmla="*/ 38246 h 2263673"/>
              <a:gd name="connsiteX0" fmla="*/ 699128 w 1857234"/>
              <a:gd name="connsiteY0" fmla="*/ 38246 h 2262944"/>
              <a:gd name="connsiteX1" fmla="*/ 530853 w 1857234"/>
              <a:gd name="connsiteY1" fmla="*/ 109476 h 2262944"/>
              <a:gd name="connsiteX2" fmla="*/ 359403 w 1857234"/>
              <a:gd name="connsiteY2" fmla="*/ 226951 h 2262944"/>
              <a:gd name="connsiteX3" fmla="*/ 194303 w 1857234"/>
              <a:gd name="connsiteY3" fmla="*/ 500001 h 2262944"/>
              <a:gd name="connsiteX4" fmla="*/ 143503 w 1857234"/>
              <a:gd name="connsiteY4" fmla="*/ 690502 h 2262944"/>
              <a:gd name="connsiteX5" fmla="*/ 143503 w 1857234"/>
              <a:gd name="connsiteY5" fmla="*/ 1058801 h 2262944"/>
              <a:gd name="connsiteX6" fmla="*/ 144562 w 1857234"/>
              <a:gd name="connsiteY6" fmla="*/ 1196386 h 2262944"/>
              <a:gd name="connsiteX7" fmla="*/ 92704 w 1857234"/>
              <a:gd name="connsiteY7" fmla="*/ 1145586 h 2262944"/>
              <a:gd name="connsiteX8" fmla="*/ 13329 w 1857234"/>
              <a:gd name="connsiteY8" fmla="*/ 1150878 h 2262944"/>
              <a:gd name="connsiteX9" fmla="*/ 1687 w 1857234"/>
              <a:gd name="connsiteY9" fmla="*/ 1262003 h 2262944"/>
              <a:gd name="connsiteX10" fmla="*/ 31320 w 1857234"/>
              <a:gd name="connsiteY10" fmla="*/ 1405937 h 2262944"/>
              <a:gd name="connsiteX11" fmla="*/ 99053 w 1857234"/>
              <a:gd name="connsiteY11" fmla="*/ 1511770 h 2262944"/>
              <a:gd name="connsiteX12" fmla="*/ 149853 w 1857234"/>
              <a:gd name="connsiteY12" fmla="*/ 1609136 h 2262944"/>
              <a:gd name="connsiteX13" fmla="*/ 213353 w 1857234"/>
              <a:gd name="connsiteY13" fmla="*/ 1626070 h 2262944"/>
              <a:gd name="connsiteX14" fmla="*/ 221820 w 1857234"/>
              <a:gd name="connsiteY14" fmla="*/ 1566803 h 2262944"/>
              <a:gd name="connsiteX15" fmla="*/ 221820 w 1857234"/>
              <a:gd name="connsiteY15" fmla="*/ 1532936 h 2262944"/>
              <a:gd name="connsiteX16" fmla="*/ 348820 w 1857234"/>
              <a:gd name="connsiteY16" fmla="*/ 1761536 h 2262944"/>
              <a:gd name="connsiteX17" fmla="*/ 484287 w 1857234"/>
              <a:gd name="connsiteY17" fmla="*/ 1998603 h 2262944"/>
              <a:gd name="connsiteX18" fmla="*/ 868502 w 1857234"/>
              <a:gd name="connsiteY18" fmla="*/ 2239950 h 2262944"/>
              <a:gd name="connsiteX19" fmla="*/ 1132832 w 1857234"/>
              <a:gd name="connsiteY19" fmla="*/ 2232550 h 2262944"/>
              <a:gd name="connsiteX20" fmla="*/ 1370068 w 1857234"/>
              <a:gd name="connsiteY20" fmla="*/ 2058400 h 2262944"/>
              <a:gd name="connsiteX21" fmla="*/ 1562940 w 1857234"/>
              <a:gd name="connsiteY21" fmla="*/ 1893616 h 2262944"/>
              <a:gd name="connsiteX22" fmla="*/ 1645913 w 1857234"/>
              <a:gd name="connsiteY22" fmla="*/ 1754761 h 2262944"/>
              <a:gd name="connsiteX23" fmla="*/ 1686553 w 1857234"/>
              <a:gd name="connsiteY23" fmla="*/ 1524470 h 2262944"/>
              <a:gd name="connsiteX24" fmla="*/ 1678087 w 1857234"/>
              <a:gd name="connsiteY24" fmla="*/ 1456736 h 2262944"/>
              <a:gd name="connsiteX25" fmla="*/ 1737353 w 1857234"/>
              <a:gd name="connsiteY25" fmla="*/ 1549870 h 2262944"/>
              <a:gd name="connsiteX26" fmla="*/ 1788153 w 1857234"/>
              <a:gd name="connsiteY26" fmla="*/ 1524470 h 2262944"/>
              <a:gd name="connsiteX27" fmla="*/ 1810167 w 1857234"/>
              <a:gd name="connsiteY27" fmla="*/ 1405936 h 2262944"/>
              <a:gd name="connsiteX28" fmla="*/ 1849113 w 1857234"/>
              <a:gd name="connsiteY28" fmla="*/ 1309416 h 2262944"/>
              <a:gd name="connsiteX29" fmla="*/ 1855887 w 1857234"/>
              <a:gd name="connsiteY29" fmla="*/ 1211203 h 2262944"/>
              <a:gd name="connsiteX30" fmla="*/ 1830487 w 1857234"/>
              <a:gd name="connsiteY30" fmla="*/ 1092670 h 2262944"/>
              <a:gd name="connsiteX31" fmla="*/ 1754287 w 1857234"/>
              <a:gd name="connsiteY31" fmla="*/ 1118070 h 2262944"/>
              <a:gd name="connsiteX32" fmla="*/ 1720420 w 1857234"/>
              <a:gd name="connsiteY32" fmla="*/ 1164636 h 2262944"/>
              <a:gd name="connsiteX33" fmla="*/ 1686553 w 1857234"/>
              <a:gd name="connsiteY33" fmla="*/ 1236603 h 2262944"/>
              <a:gd name="connsiteX34" fmla="*/ 1703487 w 1857234"/>
              <a:gd name="connsiteY34" fmla="*/ 830203 h 2262944"/>
              <a:gd name="connsiteX35" fmla="*/ 1669620 w 1857234"/>
              <a:gd name="connsiteY35" fmla="*/ 505083 h 2262944"/>
              <a:gd name="connsiteX36" fmla="*/ 1474887 w 1857234"/>
              <a:gd name="connsiteY36" fmla="*/ 186736 h 2262944"/>
              <a:gd name="connsiteX37" fmla="*/ 1264278 w 1857234"/>
              <a:gd name="connsiteY37" fmla="*/ 62925 h 2262944"/>
              <a:gd name="connsiteX38" fmla="*/ 907620 w 1857234"/>
              <a:gd name="connsiteY38" fmla="*/ 470 h 2262944"/>
              <a:gd name="connsiteX39" fmla="*/ 699128 w 1857234"/>
              <a:gd name="connsiteY39" fmla="*/ 38246 h 2262944"/>
              <a:gd name="connsiteX0" fmla="*/ 699128 w 1857234"/>
              <a:gd name="connsiteY0" fmla="*/ 38246 h 2262944"/>
              <a:gd name="connsiteX1" fmla="*/ 530853 w 1857234"/>
              <a:gd name="connsiteY1" fmla="*/ 109476 h 2262944"/>
              <a:gd name="connsiteX2" fmla="*/ 359403 w 1857234"/>
              <a:gd name="connsiteY2" fmla="*/ 226951 h 2262944"/>
              <a:gd name="connsiteX3" fmla="*/ 194303 w 1857234"/>
              <a:gd name="connsiteY3" fmla="*/ 500001 h 2262944"/>
              <a:gd name="connsiteX4" fmla="*/ 143503 w 1857234"/>
              <a:gd name="connsiteY4" fmla="*/ 690502 h 2262944"/>
              <a:gd name="connsiteX5" fmla="*/ 143503 w 1857234"/>
              <a:gd name="connsiteY5" fmla="*/ 1058801 h 2262944"/>
              <a:gd name="connsiteX6" fmla="*/ 144562 w 1857234"/>
              <a:gd name="connsiteY6" fmla="*/ 1196386 h 2262944"/>
              <a:gd name="connsiteX7" fmla="*/ 92704 w 1857234"/>
              <a:gd name="connsiteY7" fmla="*/ 1145586 h 2262944"/>
              <a:gd name="connsiteX8" fmla="*/ 13329 w 1857234"/>
              <a:gd name="connsiteY8" fmla="*/ 1150878 h 2262944"/>
              <a:gd name="connsiteX9" fmla="*/ 1687 w 1857234"/>
              <a:gd name="connsiteY9" fmla="*/ 1262003 h 2262944"/>
              <a:gd name="connsiteX10" fmla="*/ 31320 w 1857234"/>
              <a:gd name="connsiteY10" fmla="*/ 1405937 h 2262944"/>
              <a:gd name="connsiteX11" fmla="*/ 99053 w 1857234"/>
              <a:gd name="connsiteY11" fmla="*/ 1511770 h 2262944"/>
              <a:gd name="connsiteX12" fmla="*/ 149853 w 1857234"/>
              <a:gd name="connsiteY12" fmla="*/ 1609136 h 2262944"/>
              <a:gd name="connsiteX13" fmla="*/ 213353 w 1857234"/>
              <a:gd name="connsiteY13" fmla="*/ 1626070 h 2262944"/>
              <a:gd name="connsiteX14" fmla="*/ 221820 w 1857234"/>
              <a:gd name="connsiteY14" fmla="*/ 1566803 h 2262944"/>
              <a:gd name="connsiteX15" fmla="*/ 221820 w 1857234"/>
              <a:gd name="connsiteY15" fmla="*/ 1532936 h 2262944"/>
              <a:gd name="connsiteX16" fmla="*/ 348820 w 1857234"/>
              <a:gd name="connsiteY16" fmla="*/ 1761536 h 2262944"/>
              <a:gd name="connsiteX17" fmla="*/ 484287 w 1857234"/>
              <a:gd name="connsiteY17" fmla="*/ 1998603 h 2262944"/>
              <a:gd name="connsiteX18" fmla="*/ 868502 w 1857234"/>
              <a:gd name="connsiteY18" fmla="*/ 2239950 h 2262944"/>
              <a:gd name="connsiteX19" fmla="*/ 1132832 w 1857234"/>
              <a:gd name="connsiteY19" fmla="*/ 2232550 h 2262944"/>
              <a:gd name="connsiteX20" fmla="*/ 1370068 w 1857234"/>
              <a:gd name="connsiteY20" fmla="*/ 2058400 h 2262944"/>
              <a:gd name="connsiteX21" fmla="*/ 1538047 w 1857234"/>
              <a:gd name="connsiteY21" fmla="*/ 1897136 h 2262944"/>
              <a:gd name="connsiteX22" fmla="*/ 1645913 w 1857234"/>
              <a:gd name="connsiteY22" fmla="*/ 1754761 h 2262944"/>
              <a:gd name="connsiteX23" fmla="*/ 1686553 w 1857234"/>
              <a:gd name="connsiteY23" fmla="*/ 1524470 h 2262944"/>
              <a:gd name="connsiteX24" fmla="*/ 1678087 w 1857234"/>
              <a:gd name="connsiteY24" fmla="*/ 1456736 h 2262944"/>
              <a:gd name="connsiteX25" fmla="*/ 1737353 w 1857234"/>
              <a:gd name="connsiteY25" fmla="*/ 1549870 h 2262944"/>
              <a:gd name="connsiteX26" fmla="*/ 1788153 w 1857234"/>
              <a:gd name="connsiteY26" fmla="*/ 1524470 h 2262944"/>
              <a:gd name="connsiteX27" fmla="*/ 1810167 w 1857234"/>
              <a:gd name="connsiteY27" fmla="*/ 1405936 h 2262944"/>
              <a:gd name="connsiteX28" fmla="*/ 1849113 w 1857234"/>
              <a:gd name="connsiteY28" fmla="*/ 1309416 h 2262944"/>
              <a:gd name="connsiteX29" fmla="*/ 1855887 w 1857234"/>
              <a:gd name="connsiteY29" fmla="*/ 1211203 h 2262944"/>
              <a:gd name="connsiteX30" fmla="*/ 1830487 w 1857234"/>
              <a:gd name="connsiteY30" fmla="*/ 1092670 h 2262944"/>
              <a:gd name="connsiteX31" fmla="*/ 1754287 w 1857234"/>
              <a:gd name="connsiteY31" fmla="*/ 1118070 h 2262944"/>
              <a:gd name="connsiteX32" fmla="*/ 1720420 w 1857234"/>
              <a:gd name="connsiteY32" fmla="*/ 1164636 h 2262944"/>
              <a:gd name="connsiteX33" fmla="*/ 1686553 w 1857234"/>
              <a:gd name="connsiteY33" fmla="*/ 1236603 h 2262944"/>
              <a:gd name="connsiteX34" fmla="*/ 1703487 w 1857234"/>
              <a:gd name="connsiteY34" fmla="*/ 830203 h 2262944"/>
              <a:gd name="connsiteX35" fmla="*/ 1669620 w 1857234"/>
              <a:gd name="connsiteY35" fmla="*/ 505083 h 2262944"/>
              <a:gd name="connsiteX36" fmla="*/ 1474887 w 1857234"/>
              <a:gd name="connsiteY36" fmla="*/ 186736 h 2262944"/>
              <a:gd name="connsiteX37" fmla="*/ 1264278 w 1857234"/>
              <a:gd name="connsiteY37" fmla="*/ 62925 h 2262944"/>
              <a:gd name="connsiteX38" fmla="*/ 907620 w 1857234"/>
              <a:gd name="connsiteY38" fmla="*/ 470 h 2262944"/>
              <a:gd name="connsiteX39" fmla="*/ 699128 w 1857234"/>
              <a:gd name="connsiteY39" fmla="*/ 38246 h 2262944"/>
              <a:gd name="connsiteX0" fmla="*/ 699128 w 1857234"/>
              <a:gd name="connsiteY0" fmla="*/ 38246 h 2262944"/>
              <a:gd name="connsiteX1" fmla="*/ 530853 w 1857234"/>
              <a:gd name="connsiteY1" fmla="*/ 109476 h 2262944"/>
              <a:gd name="connsiteX2" fmla="*/ 359403 w 1857234"/>
              <a:gd name="connsiteY2" fmla="*/ 226951 h 2262944"/>
              <a:gd name="connsiteX3" fmla="*/ 194303 w 1857234"/>
              <a:gd name="connsiteY3" fmla="*/ 500001 h 2262944"/>
              <a:gd name="connsiteX4" fmla="*/ 143503 w 1857234"/>
              <a:gd name="connsiteY4" fmla="*/ 690502 h 2262944"/>
              <a:gd name="connsiteX5" fmla="*/ 143503 w 1857234"/>
              <a:gd name="connsiteY5" fmla="*/ 1058801 h 2262944"/>
              <a:gd name="connsiteX6" fmla="*/ 144562 w 1857234"/>
              <a:gd name="connsiteY6" fmla="*/ 1196386 h 2262944"/>
              <a:gd name="connsiteX7" fmla="*/ 92704 w 1857234"/>
              <a:gd name="connsiteY7" fmla="*/ 1145586 h 2262944"/>
              <a:gd name="connsiteX8" fmla="*/ 13329 w 1857234"/>
              <a:gd name="connsiteY8" fmla="*/ 1150878 h 2262944"/>
              <a:gd name="connsiteX9" fmla="*/ 1687 w 1857234"/>
              <a:gd name="connsiteY9" fmla="*/ 1262003 h 2262944"/>
              <a:gd name="connsiteX10" fmla="*/ 31320 w 1857234"/>
              <a:gd name="connsiteY10" fmla="*/ 1405937 h 2262944"/>
              <a:gd name="connsiteX11" fmla="*/ 99053 w 1857234"/>
              <a:gd name="connsiteY11" fmla="*/ 1511770 h 2262944"/>
              <a:gd name="connsiteX12" fmla="*/ 149853 w 1857234"/>
              <a:gd name="connsiteY12" fmla="*/ 1609136 h 2262944"/>
              <a:gd name="connsiteX13" fmla="*/ 213353 w 1857234"/>
              <a:gd name="connsiteY13" fmla="*/ 1626070 h 2262944"/>
              <a:gd name="connsiteX14" fmla="*/ 221820 w 1857234"/>
              <a:gd name="connsiteY14" fmla="*/ 1566803 h 2262944"/>
              <a:gd name="connsiteX15" fmla="*/ 221820 w 1857234"/>
              <a:gd name="connsiteY15" fmla="*/ 1532936 h 2262944"/>
              <a:gd name="connsiteX16" fmla="*/ 348820 w 1857234"/>
              <a:gd name="connsiteY16" fmla="*/ 1761536 h 2262944"/>
              <a:gd name="connsiteX17" fmla="*/ 484287 w 1857234"/>
              <a:gd name="connsiteY17" fmla="*/ 1998603 h 2262944"/>
              <a:gd name="connsiteX18" fmla="*/ 868502 w 1857234"/>
              <a:gd name="connsiteY18" fmla="*/ 2239950 h 2262944"/>
              <a:gd name="connsiteX19" fmla="*/ 1132832 w 1857234"/>
              <a:gd name="connsiteY19" fmla="*/ 2232550 h 2262944"/>
              <a:gd name="connsiteX20" fmla="*/ 1370068 w 1857234"/>
              <a:gd name="connsiteY20" fmla="*/ 2058400 h 2262944"/>
              <a:gd name="connsiteX21" fmla="*/ 1538047 w 1857234"/>
              <a:gd name="connsiteY21" fmla="*/ 1897136 h 2262944"/>
              <a:gd name="connsiteX22" fmla="*/ 1635245 w 1857234"/>
              <a:gd name="connsiteY22" fmla="*/ 1744202 h 2262944"/>
              <a:gd name="connsiteX23" fmla="*/ 1686553 w 1857234"/>
              <a:gd name="connsiteY23" fmla="*/ 1524470 h 2262944"/>
              <a:gd name="connsiteX24" fmla="*/ 1678087 w 1857234"/>
              <a:gd name="connsiteY24" fmla="*/ 1456736 h 2262944"/>
              <a:gd name="connsiteX25" fmla="*/ 1737353 w 1857234"/>
              <a:gd name="connsiteY25" fmla="*/ 1549870 h 2262944"/>
              <a:gd name="connsiteX26" fmla="*/ 1788153 w 1857234"/>
              <a:gd name="connsiteY26" fmla="*/ 1524470 h 2262944"/>
              <a:gd name="connsiteX27" fmla="*/ 1810167 w 1857234"/>
              <a:gd name="connsiteY27" fmla="*/ 1405936 h 2262944"/>
              <a:gd name="connsiteX28" fmla="*/ 1849113 w 1857234"/>
              <a:gd name="connsiteY28" fmla="*/ 1309416 h 2262944"/>
              <a:gd name="connsiteX29" fmla="*/ 1855887 w 1857234"/>
              <a:gd name="connsiteY29" fmla="*/ 1211203 h 2262944"/>
              <a:gd name="connsiteX30" fmla="*/ 1830487 w 1857234"/>
              <a:gd name="connsiteY30" fmla="*/ 1092670 h 2262944"/>
              <a:gd name="connsiteX31" fmla="*/ 1754287 w 1857234"/>
              <a:gd name="connsiteY31" fmla="*/ 1118070 h 2262944"/>
              <a:gd name="connsiteX32" fmla="*/ 1720420 w 1857234"/>
              <a:gd name="connsiteY32" fmla="*/ 1164636 h 2262944"/>
              <a:gd name="connsiteX33" fmla="*/ 1686553 w 1857234"/>
              <a:gd name="connsiteY33" fmla="*/ 1236603 h 2262944"/>
              <a:gd name="connsiteX34" fmla="*/ 1703487 w 1857234"/>
              <a:gd name="connsiteY34" fmla="*/ 830203 h 2262944"/>
              <a:gd name="connsiteX35" fmla="*/ 1669620 w 1857234"/>
              <a:gd name="connsiteY35" fmla="*/ 505083 h 2262944"/>
              <a:gd name="connsiteX36" fmla="*/ 1474887 w 1857234"/>
              <a:gd name="connsiteY36" fmla="*/ 186736 h 2262944"/>
              <a:gd name="connsiteX37" fmla="*/ 1264278 w 1857234"/>
              <a:gd name="connsiteY37" fmla="*/ 62925 h 2262944"/>
              <a:gd name="connsiteX38" fmla="*/ 907620 w 1857234"/>
              <a:gd name="connsiteY38" fmla="*/ 470 h 2262944"/>
              <a:gd name="connsiteX39" fmla="*/ 699128 w 1857234"/>
              <a:gd name="connsiteY39" fmla="*/ 38246 h 2262944"/>
              <a:gd name="connsiteX0" fmla="*/ 699128 w 1857234"/>
              <a:gd name="connsiteY0" fmla="*/ 38246 h 2263942"/>
              <a:gd name="connsiteX1" fmla="*/ 530853 w 1857234"/>
              <a:gd name="connsiteY1" fmla="*/ 109476 h 2263942"/>
              <a:gd name="connsiteX2" fmla="*/ 359403 w 1857234"/>
              <a:gd name="connsiteY2" fmla="*/ 226951 h 2263942"/>
              <a:gd name="connsiteX3" fmla="*/ 194303 w 1857234"/>
              <a:gd name="connsiteY3" fmla="*/ 500001 h 2263942"/>
              <a:gd name="connsiteX4" fmla="*/ 143503 w 1857234"/>
              <a:gd name="connsiteY4" fmla="*/ 690502 h 2263942"/>
              <a:gd name="connsiteX5" fmla="*/ 143503 w 1857234"/>
              <a:gd name="connsiteY5" fmla="*/ 1058801 h 2263942"/>
              <a:gd name="connsiteX6" fmla="*/ 144562 w 1857234"/>
              <a:gd name="connsiteY6" fmla="*/ 1196386 h 2263942"/>
              <a:gd name="connsiteX7" fmla="*/ 92704 w 1857234"/>
              <a:gd name="connsiteY7" fmla="*/ 1145586 h 2263942"/>
              <a:gd name="connsiteX8" fmla="*/ 13329 w 1857234"/>
              <a:gd name="connsiteY8" fmla="*/ 1150878 h 2263942"/>
              <a:gd name="connsiteX9" fmla="*/ 1687 w 1857234"/>
              <a:gd name="connsiteY9" fmla="*/ 1262003 h 2263942"/>
              <a:gd name="connsiteX10" fmla="*/ 31320 w 1857234"/>
              <a:gd name="connsiteY10" fmla="*/ 1405937 h 2263942"/>
              <a:gd name="connsiteX11" fmla="*/ 99053 w 1857234"/>
              <a:gd name="connsiteY11" fmla="*/ 1511770 h 2263942"/>
              <a:gd name="connsiteX12" fmla="*/ 149853 w 1857234"/>
              <a:gd name="connsiteY12" fmla="*/ 1609136 h 2263942"/>
              <a:gd name="connsiteX13" fmla="*/ 213353 w 1857234"/>
              <a:gd name="connsiteY13" fmla="*/ 1626070 h 2263942"/>
              <a:gd name="connsiteX14" fmla="*/ 221820 w 1857234"/>
              <a:gd name="connsiteY14" fmla="*/ 1566803 h 2263942"/>
              <a:gd name="connsiteX15" fmla="*/ 221820 w 1857234"/>
              <a:gd name="connsiteY15" fmla="*/ 1532936 h 2263942"/>
              <a:gd name="connsiteX16" fmla="*/ 348820 w 1857234"/>
              <a:gd name="connsiteY16" fmla="*/ 1761536 h 2263942"/>
              <a:gd name="connsiteX17" fmla="*/ 494956 w 1857234"/>
              <a:gd name="connsiteY17" fmla="*/ 1984524 h 2263942"/>
              <a:gd name="connsiteX18" fmla="*/ 868502 w 1857234"/>
              <a:gd name="connsiteY18" fmla="*/ 2239950 h 2263942"/>
              <a:gd name="connsiteX19" fmla="*/ 1132832 w 1857234"/>
              <a:gd name="connsiteY19" fmla="*/ 2232550 h 2263942"/>
              <a:gd name="connsiteX20" fmla="*/ 1370068 w 1857234"/>
              <a:gd name="connsiteY20" fmla="*/ 2058400 h 2263942"/>
              <a:gd name="connsiteX21" fmla="*/ 1538047 w 1857234"/>
              <a:gd name="connsiteY21" fmla="*/ 1897136 h 2263942"/>
              <a:gd name="connsiteX22" fmla="*/ 1635245 w 1857234"/>
              <a:gd name="connsiteY22" fmla="*/ 1744202 h 2263942"/>
              <a:gd name="connsiteX23" fmla="*/ 1686553 w 1857234"/>
              <a:gd name="connsiteY23" fmla="*/ 1524470 h 2263942"/>
              <a:gd name="connsiteX24" fmla="*/ 1678087 w 1857234"/>
              <a:gd name="connsiteY24" fmla="*/ 1456736 h 2263942"/>
              <a:gd name="connsiteX25" fmla="*/ 1737353 w 1857234"/>
              <a:gd name="connsiteY25" fmla="*/ 1549870 h 2263942"/>
              <a:gd name="connsiteX26" fmla="*/ 1788153 w 1857234"/>
              <a:gd name="connsiteY26" fmla="*/ 1524470 h 2263942"/>
              <a:gd name="connsiteX27" fmla="*/ 1810167 w 1857234"/>
              <a:gd name="connsiteY27" fmla="*/ 1405936 h 2263942"/>
              <a:gd name="connsiteX28" fmla="*/ 1849113 w 1857234"/>
              <a:gd name="connsiteY28" fmla="*/ 1309416 h 2263942"/>
              <a:gd name="connsiteX29" fmla="*/ 1855887 w 1857234"/>
              <a:gd name="connsiteY29" fmla="*/ 1211203 h 2263942"/>
              <a:gd name="connsiteX30" fmla="*/ 1830487 w 1857234"/>
              <a:gd name="connsiteY30" fmla="*/ 1092670 h 2263942"/>
              <a:gd name="connsiteX31" fmla="*/ 1754287 w 1857234"/>
              <a:gd name="connsiteY31" fmla="*/ 1118070 h 2263942"/>
              <a:gd name="connsiteX32" fmla="*/ 1720420 w 1857234"/>
              <a:gd name="connsiteY32" fmla="*/ 1164636 h 2263942"/>
              <a:gd name="connsiteX33" fmla="*/ 1686553 w 1857234"/>
              <a:gd name="connsiteY33" fmla="*/ 1236603 h 2263942"/>
              <a:gd name="connsiteX34" fmla="*/ 1703487 w 1857234"/>
              <a:gd name="connsiteY34" fmla="*/ 830203 h 2263942"/>
              <a:gd name="connsiteX35" fmla="*/ 1669620 w 1857234"/>
              <a:gd name="connsiteY35" fmla="*/ 505083 h 2263942"/>
              <a:gd name="connsiteX36" fmla="*/ 1474887 w 1857234"/>
              <a:gd name="connsiteY36" fmla="*/ 186736 h 2263942"/>
              <a:gd name="connsiteX37" fmla="*/ 1264278 w 1857234"/>
              <a:gd name="connsiteY37" fmla="*/ 62925 h 2263942"/>
              <a:gd name="connsiteX38" fmla="*/ 907620 w 1857234"/>
              <a:gd name="connsiteY38" fmla="*/ 470 h 2263942"/>
              <a:gd name="connsiteX39" fmla="*/ 699128 w 1857234"/>
              <a:gd name="connsiteY39" fmla="*/ 38246 h 2263942"/>
              <a:gd name="connsiteX0" fmla="*/ 699128 w 1857234"/>
              <a:gd name="connsiteY0" fmla="*/ 38246 h 2255841"/>
              <a:gd name="connsiteX1" fmla="*/ 530853 w 1857234"/>
              <a:gd name="connsiteY1" fmla="*/ 109476 h 2255841"/>
              <a:gd name="connsiteX2" fmla="*/ 359403 w 1857234"/>
              <a:gd name="connsiteY2" fmla="*/ 226951 h 2255841"/>
              <a:gd name="connsiteX3" fmla="*/ 194303 w 1857234"/>
              <a:gd name="connsiteY3" fmla="*/ 500001 h 2255841"/>
              <a:gd name="connsiteX4" fmla="*/ 143503 w 1857234"/>
              <a:gd name="connsiteY4" fmla="*/ 690502 h 2255841"/>
              <a:gd name="connsiteX5" fmla="*/ 143503 w 1857234"/>
              <a:gd name="connsiteY5" fmla="*/ 1058801 h 2255841"/>
              <a:gd name="connsiteX6" fmla="*/ 144562 w 1857234"/>
              <a:gd name="connsiteY6" fmla="*/ 1196386 h 2255841"/>
              <a:gd name="connsiteX7" fmla="*/ 92704 w 1857234"/>
              <a:gd name="connsiteY7" fmla="*/ 1145586 h 2255841"/>
              <a:gd name="connsiteX8" fmla="*/ 13329 w 1857234"/>
              <a:gd name="connsiteY8" fmla="*/ 1150878 h 2255841"/>
              <a:gd name="connsiteX9" fmla="*/ 1687 w 1857234"/>
              <a:gd name="connsiteY9" fmla="*/ 1262003 h 2255841"/>
              <a:gd name="connsiteX10" fmla="*/ 31320 w 1857234"/>
              <a:gd name="connsiteY10" fmla="*/ 1405937 h 2255841"/>
              <a:gd name="connsiteX11" fmla="*/ 99053 w 1857234"/>
              <a:gd name="connsiteY11" fmla="*/ 1511770 h 2255841"/>
              <a:gd name="connsiteX12" fmla="*/ 149853 w 1857234"/>
              <a:gd name="connsiteY12" fmla="*/ 1609136 h 2255841"/>
              <a:gd name="connsiteX13" fmla="*/ 213353 w 1857234"/>
              <a:gd name="connsiteY13" fmla="*/ 1626070 h 2255841"/>
              <a:gd name="connsiteX14" fmla="*/ 221820 w 1857234"/>
              <a:gd name="connsiteY14" fmla="*/ 1566803 h 2255841"/>
              <a:gd name="connsiteX15" fmla="*/ 221820 w 1857234"/>
              <a:gd name="connsiteY15" fmla="*/ 1532936 h 2255841"/>
              <a:gd name="connsiteX16" fmla="*/ 348820 w 1857234"/>
              <a:gd name="connsiteY16" fmla="*/ 1761536 h 2255841"/>
              <a:gd name="connsiteX17" fmla="*/ 494956 w 1857234"/>
              <a:gd name="connsiteY17" fmla="*/ 1984524 h 2255841"/>
              <a:gd name="connsiteX18" fmla="*/ 567865 w 1857234"/>
              <a:gd name="connsiteY18" fmla="*/ 2101798 h 2255841"/>
              <a:gd name="connsiteX19" fmla="*/ 868502 w 1857234"/>
              <a:gd name="connsiteY19" fmla="*/ 2239950 h 2255841"/>
              <a:gd name="connsiteX20" fmla="*/ 1132832 w 1857234"/>
              <a:gd name="connsiteY20" fmla="*/ 2232550 h 2255841"/>
              <a:gd name="connsiteX21" fmla="*/ 1370068 w 1857234"/>
              <a:gd name="connsiteY21" fmla="*/ 2058400 h 2255841"/>
              <a:gd name="connsiteX22" fmla="*/ 1538047 w 1857234"/>
              <a:gd name="connsiteY22" fmla="*/ 1897136 h 2255841"/>
              <a:gd name="connsiteX23" fmla="*/ 1635245 w 1857234"/>
              <a:gd name="connsiteY23" fmla="*/ 1744202 h 2255841"/>
              <a:gd name="connsiteX24" fmla="*/ 1686553 w 1857234"/>
              <a:gd name="connsiteY24" fmla="*/ 1524470 h 2255841"/>
              <a:gd name="connsiteX25" fmla="*/ 1678087 w 1857234"/>
              <a:gd name="connsiteY25" fmla="*/ 1456736 h 2255841"/>
              <a:gd name="connsiteX26" fmla="*/ 1737353 w 1857234"/>
              <a:gd name="connsiteY26" fmla="*/ 1549870 h 2255841"/>
              <a:gd name="connsiteX27" fmla="*/ 1788153 w 1857234"/>
              <a:gd name="connsiteY27" fmla="*/ 1524470 h 2255841"/>
              <a:gd name="connsiteX28" fmla="*/ 1810167 w 1857234"/>
              <a:gd name="connsiteY28" fmla="*/ 1405936 h 2255841"/>
              <a:gd name="connsiteX29" fmla="*/ 1849113 w 1857234"/>
              <a:gd name="connsiteY29" fmla="*/ 1309416 h 2255841"/>
              <a:gd name="connsiteX30" fmla="*/ 1855887 w 1857234"/>
              <a:gd name="connsiteY30" fmla="*/ 1211203 h 2255841"/>
              <a:gd name="connsiteX31" fmla="*/ 1830487 w 1857234"/>
              <a:gd name="connsiteY31" fmla="*/ 1092670 h 2255841"/>
              <a:gd name="connsiteX32" fmla="*/ 1754287 w 1857234"/>
              <a:gd name="connsiteY32" fmla="*/ 1118070 h 2255841"/>
              <a:gd name="connsiteX33" fmla="*/ 1720420 w 1857234"/>
              <a:gd name="connsiteY33" fmla="*/ 1164636 h 2255841"/>
              <a:gd name="connsiteX34" fmla="*/ 1686553 w 1857234"/>
              <a:gd name="connsiteY34" fmla="*/ 1236603 h 2255841"/>
              <a:gd name="connsiteX35" fmla="*/ 1703487 w 1857234"/>
              <a:gd name="connsiteY35" fmla="*/ 830203 h 2255841"/>
              <a:gd name="connsiteX36" fmla="*/ 1669620 w 1857234"/>
              <a:gd name="connsiteY36" fmla="*/ 505083 h 2255841"/>
              <a:gd name="connsiteX37" fmla="*/ 1474887 w 1857234"/>
              <a:gd name="connsiteY37" fmla="*/ 186736 h 2255841"/>
              <a:gd name="connsiteX38" fmla="*/ 1264278 w 1857234"/>
              <a:gd name="connsiteY38" fmla="*/ 62925 h 2255841"/>
              <a:gd name="connsiteX39" fmla="*/ 907620 w 1857234"/>
              <a:gd name="connsiteY39" fmla="*/ 470 h 2255841"/>
              <a:gd name="connsiteX40" fmla="*/ 699128 w 1857234"/>
              <a:gd name="connsiteY40" fmla="*/ 38246 h 2255841"/>
              <a:gd name="connsiteX0" fmla="*/ 699128 w 1857234"/>
              <a:gd name="connsiteY0" fmla="*/ 38246 h 2265321"/>
              <a:gd name="connsiteX1" fmla="*/ 530853 w 1857234"/>
              <a:gd name="connsiteY1" fmla="*/ 109476 h 2265321"/>
              <a:gd name="connsiteX2" fmla="*/ 359403 w 1857234"/>
              <a:gd name="connsiteY2" fmla="*/ 226951 h 2265321"/>
              <a:gd name="connsiteX3" fmla="*/ 194303 w 1857234"/>
              <a:gd name="connsiteY3" fmla="*/ 500001 h 2265321"/>
              <a:gd name="connsiteX4" fmla="*/ 143503 w 1857234"/>
              <a:gd name="connsiteY4" fmla="*/ 690502 h 2265321"/>
              <a:gd name="connsiteX5" fmla="*/ 143503 w 1857234"/>
              <a:gd name="connsiteY5" fmla="*/ 1058801 h 2265321"/>
              <a:gd name="connsiteX6" fmla="*/ 144562 w 1857234"/>
              <a:gd name="connsiteY6" fmla="*/ 1196386 h 2265321"/>
              <a:gd name="connsiteX7" fmla="*/ 92704 w 1857234"/>
              <a:gd name="connsiteY7" fmla="*/ 1145586 h 2265321"/>
              <a:gd name="connsiteX8" fmla="*/ 13329 w 1857234"/>
              <a:gd name="connsiteY8" fmla="*/ 1150878 h 2265321"/>
              <a:gd name="connsiteX9" fmla="*/ 1687 w 1857234"/>
              <a:gd name="connsiteY9" fmla="*/ 1262003 h 2265321"/>
              <a:gd name="connsiteX10" fmla="*/ 31320 w 1857234"/>
              <a:gd name="connsiteY10" fmla="*/ 1405937 h 2265321"/>
              <a:gd name="connsiteX11" fmla="*/ 99053 w 1857234"/>
              <a:gd name="connsiteY11" fmla="*/ 1511770 h 2265321"/>
              <a:gd name="connsiteX12" fmla="*/ 149853 w 1857234"/>
              <a:gd name="connsiteY12" fmla="*/ 1609136 h 2265321"/>
              <a:gd name="connsiteX13" fmla="*/ 213353 w 1857234"/>
              <a:gd name="connsiteY13" fmla="*/ 1626070 h 2265321"/>
              <a:gd name="connsiteX14" fmla="*/ 221820 w 1857234"/>
              <a:gd name="connsiteY14" fmla="*/ 1566803 h 2265321"/>
              <a:gd name="connsiteX15" fmla="*/ 221820 w 1857234"/>
              <a:gd name="connsiteY15" fmla="*/ 1532936 h 2265321"/>
              <a:gd name="connsiteX16" fmla="*/ 348820 w 1857234"/>
              <a:gd name="connsiteY16" fmla="*/ 1761536 h 2265321"/>
              <a:gd name="connsiteX17" fmla="*/ 494956 w 1857234"/>
              <a:gd name="connsiteY17" fmla="*/ 1984524 h 2265321"/>
              <a:gd name="connsiteX18" fmla="*/ 567865 w 1857234"/>
              <a:gd name="connsiteY18" fmla="*/ 2101798 h 2265321"/>
              <a:gd name="connsiteX19" fmla="*/ 849730 w 1857234"/>
              <a:gd name="connsiteY19" fmla="*/ 2253876 h 2265321"/>
              <a:gd name="connsiteX20" fmla="*/ 1132832 w 1857234"/>
              <a:gd name="connsiteY20" fmla="*/ 2232550 h 2265321"/>
              <a:gd name="connsiteX21" fmla="*/ 1370068 w 1857234"/>
              <a:gd name="connsiteY21" fmla="*/ 2058400 h 2265321"/>
              <a:gd name="connsiteX22" fmla="*/ 1538047 w 1857234"/>
              <a:gd name="connsiteY22" fmla="*/ 1897136 h 2265321"/>
              <a:gd name="connsiteX23" fmla="*/ 1635245 w 1857234"/>
              <a:gd name="connsiteY23" fmla="*/ 1744202 h 2265321"/>
              <a:gd name="connsiteX24" fmla="*/ 1686553 w 1857234"/>
              <a:gd name="connsiteY24" fmla="*/ 1524470 h 2265321"/>
              <a:gd name="connsiteX25" fmla="*/ 1678087 w 1857234"/>
              <a:gd name="connsiteY25" fmla="*/ 1456736 h 2265321"/>
              <a:gd name="connsiteX26" fmla="*/ 1737353 w 1857234"/>
              <a:gd name="connsiteY26" fmla="*/ 1549870 h 2265321"/>
              <a:gd name="connsiteX27" fmla="*/ 1788153 w 1857234"/>
              <a:gd name="connsiteY27" fmla="*/ 1524470 h 2265321"/>
              <a:gd name="connsiteX28" fmla="*/ 1810167 w 1857234"/>
              <a:gd name="connsiteY28" fmla="*/ 1405936 h 2265321"/>
              <a:gd name="connsiteX29" fmla="*/ 1849113 w 1857234"/>
              <a:gd name="connsiteY29" fmla="*/ 1309416 h 2265321"/>
              <a:gd name="connsiteX30" fmla="*/ 1855887 w 1857234"/>
              <a:gd name="connsiteY30" fmla="*/ 1211203 h 2265321"/>
              <a:gd name="connsiteX31" fmla="*/ 1830487 w 1857234"/>
              <a:gd name="connsiteY31" fmla="*/ 1092670 h 2265321"/>
              <a:gd name="connsiteX32" fmla="*/ 1754287 w 1857234"/>
              <a:gd name="connsiteY32" fmla="*/ 1118070 h 2265321"/>
              <a:gd name="connsiteX33" fmla="*/ 1720420 w 1857234"/>
              <a:gd name="connsiteY33" fmla="*/ 1164636 h 2265321"/>
              <a:gd name="connsiteX34" fmla="*/ 1686553 w 1857234"/>
              <a:gd name="connsiteY34" fmla="*/ 1236603 h 2265321"/>
              <a:gd name="connsiteX35" fmla="*/ 1703487 w 1857234"/>
              <a:gd name="connsiteY35" fmla="*/ 830203 h 2265321"/>
              <a:gd name="connsiteX36" fmla="*/ 1669620 w 1857234"/>
              <a:gd name="connsiteY36" fmla="*/ 505083 h 2265321"/>
              <a:gd name="connsiteX37" fmla="*/ 1474887 w 1857234"/>
              <a:gd name="connsiteY37" fmla="*/ 186736 h 2265321"/>
              <a:gd name="connsiteX38" fmla="*/ 1264278 w 1857234"/>
              <a:gd name="connsiteY38" fmla="*/ 62925 h 2265321"/>
              <a:gd name="connsiteX39" fmla="*/ 907620 w 1857234"/>
              <a:gd name="connsiteY39" fmla="*/ 470 h 2265321"/>
              <a:gd name="connsiteX40" fmla="*/ 699128 w 1857234"/>
              <a:gd name="connsiteY40" fmla="*/ 38246 h 2265321"/>
              <a:gd name="connsiteX0" fmla="*/ 699128 w 1857234"/>
              <a:gd name="connsiteY0" fmla="*/ 38246 h 2265321"/>
              <a:gd name="connsiteX1" fmla="*/ 530853 w 1857234"/>
              <a:gd name="connsiteY1" fmla="*/ 109476 h 2265321"/>
              <a:gd name="connsiteX2" fmla="*/ 359403 w 1857234"/>
              <a:gd name="connsiteY2" fmla="*/ 226951 h 2265321"/>
              <a:gd name="connsiteX3" fmla="*/ 194303 w 1857234"/>
              <a:gd name="connsiteY3" fmla="*/ 500001 h 2265321"/>
              <a:gd name="connsiteX4" fmla="*/ 143503 w 1857234"/>
              <a:gd name="connsiteY4" fmla="*/ 690502 h 2265321"/>
              <a:gd name="connsiteX5" fmla="*/ 143503 w 1857234"/>
              <a:gd name="connsiteY5" fmla="*/ 1058801 h 2265321"/>
              <a:gd name="connsiteX6" fmla="*/ 144562 w 1857234"/>
              <a:gd name="connsiteY6" fmla="*/ 1196386 h 2265321"/>
              <a:gd name="connsiteX7" fmla="*/ 92704 w 1857234"/>
              <a:gd name="connsiteY7" fmla="*/ 1145586 h 2265321"/>
              <a:gd name="connsiteX8" fmla="*/ 13329 w 1857234"/>
              <a:gd name="connsiteY8" fmla="*/ 1150878 h 2265321"/>
              <a:gd name="connsiteX9" fmla="*/ 1687 w 1857234"/>
              <a:gd name="connsiteY9" fmla="*/ 1262003 h 2265321"/>
              <a:gd name="connsiteX10" fmla="*/ 31320 w 1857234"/>
              <a:gd name="connsiteY10" fmla="*/ 1405937 h 2265321"/>
              <a:gd name="connsiteX11" fmla="*/ 99053 w 1857234"/>
              <a:gd name="connsiteY11" fmla="*/ 1511770 h 2265321"/>
              <a:gd name="connsiteX12" fmla="*/ 149853 w 1857234"/>
              <a:gd name="connsiteY12" fmla="*/ 1609136 h 2265321"/>
              <a:gd name="connsiteX13" fmla="*/ 213353 w 1857234"/>
              <a:gd name="connsiteY13" fmla="*/ 1626070 h 2265321"/>
              <a:gd name="connsiteX14" fmla="*/ 221820 w 1857234"/>
              <a:gd name="connsiteY14" fmla="*/ 1566803 h 2265321"/>
              <a:gd name="connsiteX15" fmla="*/ 221820 w 1857234"/>
              <a:gd name="connsiteY15" fmla="*/ 1532936 h 2265321"/>
              <a:gd name="connsiteX16" fmla="*/ 348820 w 1857234"/>
              <a:gd name="connsiteY16" fmla="*/ 1761536 h 2265321"/>
              <a:gd name="connsiteX17" fmla="*/ 424560 w 1857234"/>
              <a:gd name="connsiteY17" fmla="*/ 1933462 h 2265321"/>
              <a:gd name="connsiteX18" fmla="*/ 567865 w 1857234"/>
              <a:gd name="connsiteY18" fmla="*/ 2101798 h 2265321"/>
              <a:gd name="connsiteX19" fmla="*/ 849730 w 1857234"/>
              <a:gd name="connsiteY19" fmla="*/ 2253876 h 2265321"/>
              <a:gd name="connsiteX20" fmla="*/ 1132832 w 1857234"/>
              <a:gd name="connsiteY20" fmla="*/ 2232550 h 2265321"/>
              <a:gd name="connsiteX21" fmla="*/ 1370068 w 1857234"/>
              <a:gd name="connsiteY21" fmla="*/ 2058400 h 2265321"/>
              <a:gd name="connsiteX22" fmla="*/ 1538047 w 1857234"/>
              <a:gd name="connsiteY22" fmla="*/ 1897136 h 2265321"/>
              <a:gd name="connsiteX23" fmla="*/ 1635245 w 1857234"/>
              <a:gd name="connsiteY23" fmla="*/ 1744202 h 2265321"/>
              <a:gd name="connsiteX24" fmla="*/ 1686553 w 1857234"/>
              <a:gd name="connsiteY24" fmla="*/ 1524470 h 2265321"/>
              <a:gd name="connsiteX25" fmla="*/ 1678087 w 1857234"/>
              <a:gd name="connsiteY25" fmla="*/ 1456736 h 2265321"/>
              <a:gd name="connsiteX26" fmla="*/ 1737353 w 1857234"/>
              <a:gd name="connsiteY26" fmla="*/ 1549870 h 2265321"/>
              <a:gd name="connsiteX27" fmla="*/ 1788153 w 1857234"/>
              <a:gd name="connsiteY27" fmla="*/ 1524470 h 2265321"/>
              <a:gd name="connsiteX28" fmla="*/ 1810167 w 1857234"/>
              <a:gd name="connsiteY28" fmla="*/ 1405936 h 2265321"/>
              <a:gd name="connsiteX29" fmla="*/ 1849113 w 1857234"/>
              <a:gd name="connsiteY29" fmla="*/ 1309416 h 2265321"/>
              <a:gd name="connsiteX30" fmla="*/ 1855887 w 1857234"/>
              <a:gd name="connsiteY30" fmla="*/ 1211203 h 2265321"/>
              <a:gd name="connsiteX31" fmla="*/ 1830487 w 1857234"/>
              <a:gd name="connsiteY31" fmla="*/ 1092670 h 2265321"/>
              <a:gd name="connsiteX32" fmla="*/ 1754287 w 1857234"/>
              <a:gd name="connsiteY32" fmla="*/ 1118070 h 2265321"/>
              <a:gd name="connsiteX33" fmla="*/ 1720420 w 1857234"/>
              <a:gd name="connsiteY33" fmla="*/ 1164636 h 2265321"/>
              <a:gd name="connsiteX34" fmla="*/ 1686553 w 1857234"/>
              <a:gd name="connsiteY34" fmla="*/ 1236603 h 2265321"/>
              <a:gd name="connsiteX35" fmla="*/ 1703487 w 1857234"/>
              <a:gd name="connsiteY35" fmla="*/ 830203 h 2265321"/>
              <a:gd name="connsiteX36" fmla="*/ 1669620 w 1857234"/>
              <a:gd name="connsiteY36" fmla="*/ 505083 h 2265321"/>
              <a:gd name="connsiteX37" fmla="*/ 1474887 w 1857234"/>
              <a:gd name="connsiteY37" fmla="*/ 186736 h 2265321"/>
              <a:gd name="connsiteX38" fmla="*/ 1264278 w 1857234"/>
              <a:gd name="connsiteY38" fmla="*/ 62925 h 2265321"/>
              <a:gd name="connsiteX39" fmla="*/ 907620 w 1857234"/>
              <a:gd name="connsiteY39" fmla="*/ 470 h 2265321"/>
              <a:gd name="connsiteX40" fmla="*/ 699128 w 1857234"/>
              <a:gd name="connsiteY40" fmla="*/ 38246 h 2265321"/>
              <a:gd name="connsiteX0" fmla="*/ 699128 w 1857234"/>
              <a:gd name="connsiteY0" fmla="*/ 38246 h 2263952"/>
              <a:gd name="connsiteX1" fmla="*/ 530853 w 1857234"/>
              <a:gd name="connsiteY1" fmla="*/ 109476 h 2263952"/>
              <a:gd name="connsiteX2" fmla="*/ 359403 w 1857234"/>
              <a:gd name="connsiteY2" fmla="*/ 226951 h 2263952"/>
              <a:gd name="connsiteX3" fmla="*/ 194303 w 1857234"/>
              <a:gd name="connsiteY3" fmla="*/ 500001 h 2263952"/>
              <a:gd name="connsiteX4" fmla="*/ 143503 w 1857234"/>
              <a:gd name="connsiteY4" fmla="*/ 690502 h 2263952"/>
              <a:gd name="connsiteX5" fmla="*/ 143503 w 1857234"/>
              <a:gd name="connsiteY5" fmla="*/ 1058801 h 2263952"/>
              <a:gd name="connsiteX6" fmla="*/ 144562 w 1857234"/>
              <a:gd name="connsiteY6" fmla="*/ 1196386 h 2263952"/>
              <a:gd name="connsiteX7" fmla="*/ 92704 w 1857234"/>
              <a:gd name="connsiteY7" fmla="*/ 1145586 h 2263952"/>
              <a:gd name="connsiteX8" fmla="*/ 13329 w 1857234"/>
              <a:gd name="connsiteY8" fmla="*/ 1150878 h 2263952"/>
              <a:gd name="connsiteX9" fmla="*/ 1687 w 1857234"/>
              <a:gd name="connsiteY9" fmla="*/ 1262003 h 2263952"/>
              <a:gd name="connsiteX10" fmla="*/ 31320 w 1857234"/>
              <a:gd name="connsiteY10" fmla="*/ 1405937 h 2263952"/>
              <a:gd name="connsiteX11" fmla="*/ 99053 w 1857234"/>
              <a:gd name="connsiteY11" fmla="*/ 1511770 h 2263952"/>
              <a:gd name="connsiteX12" fmla="*/ 149853 w 1857234"/>
              <a:gd name="connsiteY12" fmla="*/ 1609136 h 2263952"/>
              <a:gd name="connsiteX13" fmla="*/ 213353 w 1857234"/>
              <a:gd name="connsiteY13" fmla="*/ 1626070 h 2263952"/>
              <a:gd name="connsiteX14" fmla="*/ 221820 w 1857234"/>
              <a:gd name="connsiteY14" fmla="*/ 1566803 h 2263952"/>
              <a:gd name="connsiteX15" fmla="*/ 221820 w 1857234"/>
              <a:gd name="connsiteY15" fmla="*/ 1532936 h 2263952"/>
              <a:gd name="connsiteX16" fmla="*/ 348820 w 1857234"/>
              <a:gd name="connsiteY16" fmla="*/ 1761536 h 2263952"/>
              <a:gd name="connsiteX17" fmla="*/ 424560 w 1857234"/>
              <a:gd name="connsiteY17" fmla="*/ 1933462 h 2263952"/>
              <a:gd name="connsiteX18" fmla="*/ 605410 w 1857234"/>
              <a:gd name="connsiteY18" fmla="*/ 2120367 h 2263952"/>
              <a:gd name="connsiteX19" fmla="*/ 849730 w 1857234"/>
              <a:gd name="connsiteY19" fmla="*/ 2253876 h 2263952"/>
              <a:gd name="connsiteX20" fmla="*/ 1132832 w 1857234"/>
              <a:gd name="connsiteY20" fmla="*/ 2232550 h 2263952"/>
              <a:gd name="connsiteX21" fmla="*/ 1370068 w 1857234"/>
              <a:gd name="connsiteY21" fmla="*/ 2058400 h 2263952"/>
              <a:gd name="connsiteX22" fmla="*/ 1538047 w 1857234"/>
              <a:gd name="connsiteY22" fmla="*/ 1897136 h 2263952"/>
              <a:gd name="connsiteX23" fmla="*/ 1635245 w 1857234"/>
              <a:gd name="connsiteY23" fmla="*/ 1744202 h 2263952"/>
              <a:gd name="connsiteX24" fmla="*/ 1686553 w 1857234"/>
              <a:gd name="connsiteY24" fmla="*/ 1524470 h 2263952"/>
              <a:gd name="connsiteX25" fmla="*/ 1678087 w 1857234"/>
              <a:gd name="connsiteY25" fmla="*/ 1456736 h 2263952"/>
              <a:gd name="connsiteX26" fmla="*/ 1737353 w 1857234"/>
              <a:gd name="connsiteY26" fmla="*/ 1549870 h 2263952"/>
              <a:gd name="connsiteX27" fmla="*/ 1788153 w 1857234"/>
              <a:gd name="connsiteY27" fmla="*/ 1524470 h 2263952"/>
              <a:gd name="connsiteX28" fmla="*/ 1810167 w 1857234"/>
              <a:gd name="connsiteY28" fmla="*/ 1405936 h 2263952"/>
              <a:gd name="connsiteX29" fmla="*/ 1849113 w 1857234"/>
              <a:gd name="connsiteY29" fmla="*/ 1309416 h 2263952"/>
              <a:gd name="connsiteX30" fmla="*/ 1855887 w 1857234"/>
              <a:gd name="connsiteY30" fmla="*/ 1211203 h 2263952"/>
              <a:gd name="connsiteX31" fmla="*/ 1830487 w 1857234"/>
              <a:gd name="connsiteY31" fmla="*/ 1092670 h 2263952"/>
              <a:gd name="connsiteX32" fmla="*/ 1754287 w 1857234"/>
              <a:gd name="connsiteY32" fmla="*/ 1118070 h 2263952"/>
              <a:gd name="connsiteX33" fmla="*/ 1720420 w 1857234"/>
              <a:gd name="connsiteY33" fmla="*/ 1164636 h 2263952"/>
              <a:gd name="connsiteX34" fmla="*/ 1686553 w 1857234"/>
              <a:gd name="connsiteY34" fmla="*/ 1236603 h 2263952"/>
              <a:gd name="connsiteX35" fmla="*/ 1703487 w 1857234"/>
              <a:gd name="connsiteY35" fmla="*/ 830203 h 2263952"/>
              <a:gd name="connsiteX36" fmla="*/ 1669620 w 1857234"/>
              <a:gd name="connsiteY36" fmla="*/ 505083 h 2263952"/>
              <a:gd name="connsiteX37" fmla="*/ 1474887 w 1857234"/>
              <a:gd name="connsiteY37" fmla="*/ 186736 h 2263952"/>
              <a:gd name="connsiteX38" fmla="*/ 1264278 w 1857234"/>
              <a:gd name="connsiteY38" fmla="*/ 62925 h 2263952"/>
              <a:gd name="connsiteX39" fmla="*/ 907620 w 1857234"/>
              <a:gd name="connsiteY39" fmla="*/ 470 h 2263952"/>
              <a:gd name="connsiteX40" fmla="*/ 699128 w 1857234"/>
              <a:gd name="connsiteY40" fmla="*/ 38246 h 2263952"/>
              <a:gd name="connsiteX0" fmla="*/ 699128 w 1857234"/>
              <a:gd name="connsiteY0" fmla="*/ 38246 h 2254628"/>
              <a:gd name="connsiteX1" fmla="*/ 530853 w 1857234"/>
              <a:gd name="connsiteY1" fmla="*/ 109476 h 2254628"/>
              <a:gd name="connsiteX2" fmla="*/ 359403 w 1857234"/>
              <a:gd name="connsiteY2" fmla="*/ 226951 h 2254628"/>
              <a:gd name="connsiteX3" fmla="*/ 194303 w 1857234"/>
              <a:gd name="connsiteY3" fmla="*/ 500001 h 2254628"/>
              <a:gd name="connsiteX4" fmla="*/ 143503 w 1857234"/>
              <a:gd name="connsiteY4" fmla="*/ 690502 h 2254628"/>
              <a:gd name="connsiteX5" fmla="*/ 143503 w 1857234"/>
              <a:gd name="connsiteY5" fmla="*/ 1058801 h 2254628"/>
              <a:gd name="connsiteX6" fmla="*/ 144562 w 1857234"/>
              <a:gd name="connsiteY6" fmla="*/ 1196386 h 2254628"/>
              <a:gd name="connsiteX7" fmla="*/ 92704 w 1857234"/>
              <a:gd name="connsiteY7" fmla="*/ 1145586 h 2254628"/>
              <a:gd name="connsiteX8" fmla="*/ 13329 w 1857234"/>
              <a:gd name="connsiteY8" fmla="*/ 1150878 h 2254628"/>
              <a:gd name="connsiteX9" fmla="*/ 1687 w 1857234"/>
              <a:gd name="connsiteY9" fmla="*/ 1262003 h 2254628"/>
              <a:gd name="connsiteX10" fmla="*/ 31320 w 1857234"/>
              <a:gd name="connsiteY10" fmla="*/ 1405937 h 2254628"/>
              <a:gd name="connsiteX11" fmla="*/ 99053 w 1857234"/>
              <a:gd name="connsiteY11" fmla="*/ 1511770 h 2254628"/>
              <a:gd name="connsiteX12" fmla="*/ 149853 w 1857234"/>
              <a:gd name="connsiteY12" fmla="*/ 1609136 h 2254628"/>
              <a:gd name="connsiteX13" fmla="*/ 213353 w 1857234"/>
              <a:gd name="connsiteY13" fmla="*/ 1626070 h 2254628"/>
              <a:gd name="connsiteX14" fmla="*/ 221820 w 1857234"/>
              <a:gd name="connsiteY14" fmla="*/ 1566803 h 2254628"/>
              <a:gd name="connsiteX15" fmla="*/ 221820 w 1857234"/>
              <a:gd name="connsiteY15" fmla="*/ 1532936 h 2254628"/>
              <a:gd name="connsiteX16" fmla="*/ 348820 w 1857234"/>
              <a:gd name="connsiteY16" fmla="*/ 1761536 h 2254628"/>
              <a:gd name="connsiteX17" fmla="*/ 424560 w 1857234"/>
              <a:gd name="connsiteY17" fmla="*/ 1933462 h 2254628"/>
              <a:gd name="connsiteX18" fmla="*/ 605410 w 1857234"/>
              <a:gd name="connsiteY18" fmla="*/ 2120367 h 2254628"/>
              <a:gd name="connsiteX19" fmla="*/ 868503 w 1857234"/>
              <a:gd name="connsiteY19" fmla="*/ 2239950 h 2254628"/>
              <a:gd name="connsiteX20" fmla="*/ 1132832 w 1857234"/>
              <a:gd name="connsiteY20" fmla="*/ 2232550 h 2254628"/>
              <a:gd name="connsiteX21" fmla="*/ 1370068 w 1857234"/>
              <a:gd name="connsiteY21" fmla="*/ 2058400 h 2254628"/>
              <a:gd name="connsiteX22" fmla="*/ 1538047 w 1857234"/>
              <a:gd name="connsiteY22" fmla="*/ 1897136 h 2254628"/>
              <a:gd name="connsiteX23" fmla="*/ 1635245 w 1857234"/>
              <a:gd name="connsiteY23" fmla="*/ 1744202 h 2254628"/>
              <a:gd name="connsiteX24" fmla="*/ 1686553 w 1857234"/>
              <a:gd name="connsiteY24" fmla="*/ 1524470 h 2254628"/>
              <a:gd name="connsiteX25" fmla="*/ 1678087 w 1857234"/>
              <a:gd name="connsiteY25" fmla="*/ 1456736 h 2254628"/>
              <a:gd name="connsiteX26" fmla="*/ 1737353 w 1857234"/>
              <a:gd name="connsiteY26" fmla="*/ 1549870 h 2254628"/>
              <a:gd name="connsiteX27" fmla="*/ 1788153 w 1857234"/>
              <a:gd name="connsiteY27" fmla="*/ 1524470 h 2254628"/>
              <a:gd name="connsiteX28" fmla="*/ 1810167 w 1857234"/>
              <a:gd name="connsiteY28" fmla="*/ 1405936 h 2254628"/>
              <a:gd name="connsiteX29" fmla="*/ 1849113 w 1857234"/>
              <a:gd name="connsiteY29" fmla="*/ 1309416 h 2254628"/>
              <a:gd name="connsiteX30" fmla="*/ 1855887 w 1857234"/>
              <a:gd name="connsiteY30" fmla="*/ 1211203 h 2254628"/>
              <a:gd name="connsiteX31" fmla="*/ 1830487 w 1857234"/>
              <a:gd name="connsiteY31" fmla="*/ 1092670 h 2254628"/>
              <a:gd name="connsiteX32" fmla="*/ 1754287 w 1857234"/>
              <a:gd name="connsiteY32" fmla="*/ 1118070 h 2254628"/>
              <a:gd name="connsiteX33" fmla="*/ 1720420 w 1857234"/>
              <a:gd name="connsiteY33" fmla="*/ 1164636 h 2254628"/>
              <a:gd name="connsiteX34" fmla="*/ 1686553 w 1857234"/>
              <a:gd name="connsiteY34" fmla="*/ 1236603 h 2254628"/>
              <a:gd name="connsiteX35" fmla="*/ 1703487 w 1857234"/>
              <a:gd name="connsiteY35" fmla="*/ 830203 h 2254628"/>
              <a:gd name="connsiteX36" fmla="*/ 1669620 w 1857234"/>
              <a:gd name="connsiteY36" fmla="*/ 505083 h 2254628"/>
              <a:gd name="connsiteX37" fmla="*/ 1474887 w 1857234"/>
              <a:gd name="connsiteY37" fmla="*/ 186736 h 2254628"/>
              <a:gd name="connsiteX38" fmla="*/ 1264278 w 1857234"/>
              <a:gd name="connsiteY38" fmla="*/ 62925 h 2254628"/>
              <a:gd name="connsiteX39" fmla="*/ 907620 w 1857234"/>
              <a:gd name="connsiteY39" fmla="*/ 470 h 2254628"/>
              <a:gd name="connsiteX40" fmla="*/ 699128 w 1857234"/>
              <a:gd name="connsiteY40" fmla="*/ 38246 h 2254628"/>
              <a:gd name="connsiteX0" fmla="*/ 699128 w 1857234"/>
              <a:gd name="connsiteY0" fmla="*/ 38246 h 2254628"/>
              <a:gd name="connsiteX1" fmla="*/ 530853 w 1857234"/>
              <a:gd name="connsiteY1" fmla="*/ 109476 h 2254628"/>
              <a:gd name="connsiteX2" fmla="*/ 359403 w 1857234"/>
              <a:gd name="connsiteY2" fmla="*/ 226951 h 2254628"/>
              <a:gd name="connsiteX3" fmla="*/ 194303 w 1857234"/>
              <a:gd name="connsiteY3" fmla="*/ 500001 h 2254628"/>
              <a:gd name="connsiteX4" fmla="*/ 143503 w 1857234"/>
              <a:gd name="connsiteY4" fmla="*/ 690502 h 2254628"/>
              <a:gd name="connsiteX5" fmla="*/ 143503 w 1857234"/>
              <a:gd name="connsiteY5" fmla="*/ 1058801 h 2254628"/>
              <a:gd name="connsiteX6" fmla="*/ 144562 w 1857234"/>
              <a:gd name="connsiteY6" fmla="*/ 1196386 h 2254628"/>
              <a:gd name="connsiteX7" fmla="*/ 92704 w 1857234"/>
              <a:gd name="connsiteY7" fmla="*/ 1145586 h 2254628"/>
              <a:gd name="connsiteX8" fmla="*/ 13329 w 1857234"/>
              <a:gd name="connsiteY8" fmla="*/ 1150878 h 2254628"/>
              <a:gd name="connsiteX9" fmla="*/ 1687 w 1857234"/>
              <a:gd name="connsiteY9" fmla="*/ 1262003 h 2254628"/>
              <a:gd name="connsiteX10" fmla="*/ 31320 w 1857234"/>
              <a:gd name="connsiteY10" fmla="*/ 1405937 h 2254628"/>
              <a:gd name="connsiteX11" fmla="*/ 99053 w 1857234"/>
              <a:gd name="connsiteY11" fmla="*/ 1511770 h 2254628"/>
              <a:gd name="connsiteX12" fmla="*/ 149853 w 1857234"/>
              <a:gd name="connsiteY12" fmla="*/ 1609136 h 2254628"/>
              <a:gd name="connsiteX13" fmla="*/ 213353 w 1857234"/>
              <a:gd name="connsiteY13" fmla="*/ 1626070 h 2254628"/>
              <a:gd name="connsiteX14" fmla="*/ 221820 w 1857234"/>
              <a:gd name="connsiteY14" fmla="*/ 1566803 h 2254628"/>
              <a:gd name="connsiteX15" fmla="*/ 221820 w 1857234"/>
              <a:gd name="connsiteY15" fmla="*/ 1532936 h 2254628"/>
              <a:gd name="connsiteX16" fmla="*/ 334741 w 1857234"/>
              <a:gd name="connsiteY16" fmla="*/ 1789388 h 2254628"/>
              <a:gd name="connsiteX17" fmla="*/ 424560 w 1857234"/>
              <a:gd name="connsiteY17" fmla="*/ 1933462 h 2254628"/>
              <a:gd name="connsiteX18" fmla="*/ 605410 w 1857234"/>
              <a:gd name="connsiteY18" fmla="*/ 2120367 h 2254628"/>
              <a:gd name="connsiteX19" fmla="*/ 868503 w 1857234"/>
              <a:gd name="connsiteY19" fmla="*/ 2239950 h 2254628"/>
              <a:gd name="connsiteX20" fmla="*/ 1132832 w 1857234"/>
              <a:gd name="connsiteY20" fmla="*/ 2232550 h 2254628"/>
              <a:gd name="connsiteX21" fmla="*/ 1370068 w 1857234"/>
              <a:gd name="connsiteY21" fmla="*/ 2058400 h 2254628"/>
              <a:gd name="connsiteX22" fmla="*/ 1538047 w 1857234"/>
              <a:gd name="connsiteY22" fmla="*/ 1897136 h 2254628"/>
              <a:gd name="connsiteX23" fmla="*/ 1635245 w 1857234"/>
              <a:gd name="connsiteY23" fmla="*/ 1744202 h 2254628"/>
              <a:gd name="connsiteX24" fmla="*/ 1686553 w 1857234"/>
              <a:gd name="connsiteY24" fmla="*/ 1524470 h 2254628"/>
              <a:gd name="connsiteX25" fmla="*/ 1678087 w 1857234"/>
              <a:gd name="connsiteY25" fmla="*/ 1456736 h 2254628"/>
              <a:gd name="connsiteX26" fmla="*/ 1737353 w 1857234"/>
              <a:gd name="connsiteY26" fmla="*/ 1549870 h 2254628"/>
              <a:gd name="connsiteX27" fmla="*/ 1788153 w 1857234"/>
              <a:gd name="connsiteY27" fmla="*/ 1524470 h 2254628"/>
              <a:gd name="connsiteX28" fmla="*/ 1810167 w 1857234"/>
              <a:gd name="connsiteY28" fmla="*/ 1405936 h 2254628"/>
              <a:gd name="connsiteX29" fmla="*/ 1849113 w 1857234"/>
              <a:gd name="connsiteY29" fmla="*/ 1309416 h 2254628"/>
              <a:gd name="connsiteX30" fmla="*/ 1855887 w 1857234"/>
              <a:gd name="connsiteY30" fmla="*/ 1211203 h 2254628"/>
              <a:gd name="connsiteX31" fmla="*/ 1830487 w 1857234"/>
              <a:gd name="connsiteY31" fmla="*/ 1092670 h 2254628"/>
              <a:gd name="connsiteX32" fmla="*/ 1754287 w 1857234"/>
              <a:gd name="connsiteY32" fmla="*/ 1118070 h 2254628"/>
              <a:gd name="connsiteX33" fmla="*/ 1720420 w 1857234"/>
              <a:gd name="connsiteY33" fmla="*/ 1164636 h 2254628"/>
              <a:gd name="connsiteX34" fmla="*/ 1686553 w 1857234"/>
              <a:gd name="connsiteY34" fmla="*/ 1236603 h 2254628"/>
              <a:gd name="connsiteX35" fmla="*/ 1703487 w 1857234"/>
              <a:gd name="connsiteY35" fmla="*/ 830203 h 2254628"/>
              <a:gd name="connsiteX36" fmla="*/ 1669620 w 1857234"/>
              <a:gd name="connsiteY36" fmla="*/ 505083 h 2254628"/>
              <a:gd name="connsiteX37" fmla="*/ 1474887 w 1857234"/>
              <a:gd name="connsiteY37" fmla="*/ 186736 h 2254628"/>
              <a:gd name="connsiteX38" fmla="*/ 1264278 w 1857234"/>
              <a:gd name="connsiteY38" fmla="*/ 62925 h 2254628"/>
              <a:gd name="connsiteX39" fmla="*/ 907620 w 1857234"/>
              <a:gd name="connsiteY39" fmla="*/ 470 h 2254628"/>
              <a:gd name="connsiteX40" fmla="*/ 699128 w 1857234"/>
              <a:gd name="connsiteY40" fmla="*/ 38246 h 2254628"/>
              <a:gd name="connsiteX0" fmla="*/ 699128 w 1857234"/>
              <a:gd name="connsiteY0" fmla="*/ 38246 h 2254628"/>
              <a:gd name="connsiteX1" fmla="*/ 530853 w 1857234"/>
              <a:gd name="connsiteY1" fmla="*/ 109476 h 2254628"/>
              <a:gd name="connsiteX2" fmla="*/ 359403 w 1857234"/>
              <a:gd name="connsiteY2" fmla="*/ 226951 h 2254628"/>
              <a:gd name="connsiteX3" fmla="*/ 194303 w 1857234"/>
              <a:gd name="connsiteY3" fmla="*/ 500001 h 2254628"/>
              <a:gd name="connsiteX4" fmla="*/ 143503 w 1857234"/>
              <a:gd name="connsiteY4" fmla="*/ 690502 h 2254628"/>
              <a:gd name="connsiteX5" fmla="*/ 143503 w 1857234"/>
              <a:gd name="connsiteY5" fmla="*/ 1058801 h 2254628"/>
              <a:gd name="connsiteX6" fmla="*/ 144562 w 1857234"/>
              <a:gd name="connsiteY6" fmla="*/ 1196386 h 2254628"/>
              <a:gd name="connsiteX7" fmla="*/ 92704 w 1857234"/>
              <a:gd name="connsiteY7" fmla="*/ 1145586 h 2254628"/>
              <a:gd name="connsiteX8" fmla="*/ 13329 w 1857234"/>
              <a:gd name="connsiteY8" fmla="*/ 1150878 h 2254628"/>
              <a:gd name="connsiteX9" fmla="*/ 1687 w 1857234"/>
              <a:gd name="connsiteY9" fmla="*/ 1262003 h 2254628"/>
              <a:gd name="connsiteX10" fmla="*/ 31320 w 1857234"/>
              <a:gd name="connsiteY10" fmla="*/ 1405937 h 2254628"/>
              <a:gd name="connsiteX11" fmla="*/ 99053 w 1857234"/>
              <a:gd name="connsiteY11" fmla="*/ 1511770 h 2254628"/>
              <a:gd name="connsiteX12" fmla="*/ 149853 w 1857234"/>
              <a:gd name="connsiteY12" fmla="*/ 1609136 h 2254628"/>
              <a:gd name="connsiteX13" fmla="*/ 213353 w 1857234"/>
              <a:gd name="connsiteY13" fmla="*/ 1626070 h 2254628"/>
              <a:gd name="connsiteX14" fmla="*/ 221820 w 1857234"/>
              <a:gd name="connsiteY14" fmla="*/ 1566803 h 2254628"/>
              <a:gd name="connsiteX15" fmla="*/ 221820 w 1857234"/>
              <a:gd name="connsiteY15" fmla="*/ 1532936 h 2254628"/>
              <a:gd name="connsiteX16" fmla="*/ 334741 w 1857234"/>
              <a:gd name="connsiteY16" fmla="*/ 1789388 h 2254628"/>
              <a:gd name="connsiteX17" fmla="*/ 448026 w 1857234"/>
              <a:gd name="connsiteY17" fmla="*/ 1942746 h 2254628"/>
              <a:gd name="connsiteX18" fmla="*/ 605410 w 1857234"/>
              <a:gd name="connsiteY18" fmla="*/ 2120367 h 2254628"/>
              <a:gd name="connsiteX19" fmla="*/ 868503 w 1857234"/>
              <a:gd name="connsiteY19" fmla="*/ 2239950 h 2254628"/>
              <a:gd name="connsiteX20" fmla="*/ 1132832 w 1857234"/>
              <a:gd name="connsiteY20" fmla="*/ 2232550 h 2254628"/>
              <a:gd name="connsiteX21" fmla="*/ 1370068 w 1857234"/>
              <a:gd name="connsiteY21" fmla="*/ 2058400 h 2254628"/>
              <a:gd name="connsiteX22" fmla="*/ 1538047 w 1857234"/>
              <a:gd name="connsiteY22" fmla="*/ 1897136 h 2254628"/>
              <a:gd name="connsiteX23" fmla="*/ 1635245 w 1857234"/>
              <a:gd name="connsiteY23" fmla="*/ 1744202 h 2254628"/>
              <a:gd name="connsiteX24" fmla="*/ 1686553 w 1857234"/>
              <a:gd name="connsiteY24" fmla="*/ 1524470 h 2254628"/>
              <a:gd name="connsiteX25" fmla="*/ 1678087 w 1857234"/>
              <a:gd name="connsiteY25" fmla="*/ 1456736 h 2254628"/>
              <a:gd name="connsiteX26" fmla="*/ 1737353 w 1857234"/>
              <a:gd name="connsiteY26" fmla="*/ 1549870 h 2254628"/>
              <a:gd name="connsiteX27" fmla="*/ 1788153 w 1857234"/>
              <a:gd name="connsiteY27" fmla="*/ 1524470 h 2254628"/>
              <a:gd name="connsiteX28" fmla="*/ 1810167 w 1857234"/>
              <a:gd name="connsiteY28" fmla="*/ 1405936 h 2254628"/>
              <a:gd name="connsiteX29" fmla="*/ 1849113 w 1857234"/>
              <a:gd name="connsiteY29" fmla="*/ 1309416 h 2254628"/>
              <a:gd name="connsiteX30" fmla="*/ 1855887 w 1857234"/>
              <a:gd name="connsiteY30" fmla="*/ 1211203 h 2254628"/>
              <a:gd name="connsiteX31" fmla="*/ 1830487 w 1857234"/>
              <a:gd name="connsiteY31" fmla="*/ 1092670 h 2254628"/>
              <a:gd name="connsiteX32" fmla="*/ 1754287 w 1857234"/>
              <a:gd name="connsiteY32" fmla="*/ 1118070 h 2254628"/>
              <a:gd name="connsiteX33" fmla="*/ 1720420 w 1857234"/>
              <a:gd name="connsiteY33" fmla="*/ 1164636 h 2254628"/>
              <a:gd name="connsiteX34" fmla="*/ 1686553 w 1857234"/>
              <a:gd name="connsiteY34" fmla="*/ 1236603 h 2254628"/>
              <a:gd name="connsiteX35" fmla="*/ 1703487 w 1857234"/>
              <a:gd name="connsiteY35" fmla="*/ 830203 h 2254628"/>
              <a:gd name="connsiteX36" fmla="*/ 1669620 w 1857234"/>
              <a:gd name="connsiteY36" fmla="*/ 505083 h 2254628"/>
              <a:gd name="connsiteX37" fmla="*/ 1474887 w 1857234"/>
              <a:gd name="connsiteY37" fmla="*/ 186736 h 2254628"/>
              <a:gd name="connsiteX38" fmla="*/ 1264278 w 1857234"/>
              <a:gd name="connsiteY38" fmla="*/ 62925 h 2254628"/>
              <a:gd name="connsiteX39" fmla="*/ 907620 w 1857234"/>
              <a:gd name="connsiteY39" fmla="*/ 470 h 2254628"/>
              <a:gd name="connsiteX40" fmla="*/ 699128 w 1857234"/>
              <a:gd name="connsiteY40" fmla="*/ 38246 h 2254628"/>
              <a:gd name="connsiteX0" fmla="*/ 699128 w 1857234"/>
              <a:gd name="connsiteY0" fmla="*/ 38246 h 2254628"/>
              <a:gd name="connsiteX1" fmla="*/ 530853 w 1857234"/>
              <a:gd name="connsiteY1" fmla="*/ 109476 h 2254628"/>
              <a:gd name="connsiteX2" fmla="*/ 359403 w 1857234"/>
              <a:gd name="connsiteY2" fmla="*/ 226951 h 2254628"/>
              <a:gd name="connsiteX3" fmla="*/ 194303 w 1857234"/>
              <a:gd name="connsiteY3" fmla="*/ 500001 h 2254628"/>
              <a:gd name="connsiteX4" fmla="*/ 143503 w 1857234"/>
              <a:gd name="connsiteY4" fmla="*/ 690502 h 2254628"/>
              <a:gd name="connsiteX5" fmla="*/ 143503 w 1857234"/>
              <a:gd name="connsiteY5" fmla="*/ 1058801 h 2254628"/>
              <a:gd name="connsiteX6" fmla="*/ 144562 w 1857234"/>
              <a:gd name="connsiteY6" fmla="*/ 1196386 h 2254628"/>
              <a:gd name="connsiteX7" fmla="*/ 92704 w 1857234"/>
              <a:gd name="connsiteY7" fmla="*/ 1145586 h 2254628"/>
              <a:gd name="connsiteX8" fmla="*/ 13329 w 1857234"/>
              <a:gd name="connsiteY8" fmla="*/ 1150878 h 2254628"/>
              <a:gd name="connsiteX9" fmla="*/ 1687 w 1857234"/>
              <a:gd name="connsiteY9" fmla="*/ 1262003 h 2254628"/>
              <a:gd name="connsiteX10" fmla="*/ 31320 w 1857234"/>
              <a:gd name="connsiteY10" fmla="*/ 1405937 h 2254628"/>
              <a:gd name="connsiteX11" fmla="*/ 99053 w 1857234"/>
              <a:gd name="connsiteY11" fmla="*/ 1511770 h 2254628"/>
              <a:gd name="connsiteX12" fmla="*/ 149853 w 1857234"/>
              <a:gd name="connsiteY12" fmla="*/ 1609136 h 2254628"/>
              <a:gd name="connsiteX13" fmla="*/ 213353 w 1857234"/>
              <a:gd name="connsiteY13" fmla="*/ 1626070 h 2254628"/>
              <a:gd name="connsiteX14" fmla="*/ 221820 w 1857234"/>
              <a:gd name="connsiteY14" fmla="*/ 1566803 h 2254628"/>
              <a:gd name="connsiteX15" fmla="*/ 221820 w 1857234"/>
              <a:gd name="connsiteY15" fmla="*/ 1532936 h 2254628"/>
              <a:gd name="connsiteX16" fmla="*/ 334741 w 1857234"/>
              <a:gd name="connsiteY16" fmla="*/ 1789388 h 2254628"/>
              <a:gd name="connsiteX17" fmla="*/ 448026 w 1857234"/>
              <a:gd name="connsiteY17" fmla="*/ 1942746 h 2254628"/>
              <a:gd name="connsiteX18" fmla="*/ 619489 w 1857234"/>
              <a:gd name="connsiteY18" fmla="*/ 2120367 h 2254628"/>
              <a:gd name="connsiteX19" fmla="*/ 868503 w 1857234"/>
              <a:gd name="connsiteY19" fmla="*/ 2239950 h 2254628"/>
              <a:gd name="connsiteX20" fmla="*/ 1132832 w 1857234"/>
              <a:gd name="connsiteY20" fmla="*/ 2232550 h 2254628"/>
              <a:gd name="connsiteX21" fmla="*/ 1370068 w 1857234"/>
              <a:gd name="connsiteY21" fmla="*/ 2058400 h 2254628"/>
              <a:gd name="connsiteX22" fmla="*/ 1538047 w 1857234"/>
              <a:gd name="connsiteY22" fmla="*/ 1897136 h 2254628"/>
              <a:gd name="connsiteX23" fmla="*/ 1635245 w 1857234"/>
              <a:gd name="connsiteY23" fmla="*/ 1744202 h 2254628"/>
              <a:gd name="connsiteX24" fmla="*/ 1686553 w 1857234"/>
              <a:gd name="connsiteY24" fmla="*/ 1524470 h 2254628"/>
              <a:gd name="connsiteX25" fmla="*/ 1678087 w 1857234"/>
              <a:gd name="connsiteY25" fmla="*/ 1456736 h 2254628"/>
              <a:gd name="connsiteX26" fmla="*/ 1737353 w 1857234"/>
              <a:gd name="connsiteY26" fmla="*/ 1549870 h 2254628"/>
              <a:gd name="connsiteX27" fmla="*/ 1788153 w 1857234"/>
              <a:gd name="connsiteY27" fmla="*/ 1524470 h 2254628"/>
              <a:gd name="connsiteX28" fmla="*/ 1810167 w 1857234"/>
              <a:gd name="connsiteY28" fmla="*/ 1405936 h 2254628"/>
              <a:gd name="connsiteX29" fmla="*/ 1849113 w 1857234"/>
              <a:gd name="connsiteY29" fmla="*/ 1309416 h 2254628"/>
              <a:gd name="connsiteX30" fmla="*/ 1855887 w 1857234"/>
              <a:gd name="connsiteY30" fmla="*/ 1211203 h 2254628"/>
              <a:gd name="connsiteX31" fmla="*/ 1830487 w 1857234"/>
              <a:gd name="connsiteY31" fmla="*/ 1092670 h 2254628"/>
              <a:gd name="connsiteX32" fmla="*/ 1754287 w 1857234"/>
              <a:gd name="connsiteY32" fmla="*/ 1118070 h 2254628"/>
              <a:gd name="connsiteX33" fmla="*/ 1720420 w 1857234"/>
              <a:gd name="connsiteY33" fmla="*/ 1164636 h 2254628"/>
              <a:gd name="connsiteX34" fmla="*/ 1686553 w 1857234"/>
              <a:gd name="connsiteY34" fmla="*/ 1236603 h 2254628"/>
              <a:gd name="connsiteX35" fmla="*/ 1703487 w 1857234"/>
              <a:gd name="connsiteY35" fmla="*/ 830203 h 2254628"/>
              <a:gd name="connsiteX36" fmla="*/ 1669620 w 1857234"/>
              <a:gd name="connsiteY36" fmla="*/ 505083 h 2254628"/>
              <a:gd name="connsiteX37" fmla="*/ 1474887 w 1857234"/>
              <a:gd name="connsiteY37" fmla="*/ 186736 h 2254628"/>
              <a:gd name="connsiteX38" fmla="*/ 1264278 w 1857234"/>
              <a:gd name="connsiteY38" fmla="*/ 62925 h 2254628"/>
              <a:gd name="connsiteX39" fmla="*/ 907620 w 1857234"/>
              <a:gd name="connsiteY39" fmla="*/ 470 h 2254628"/>
              <a:gd name="connsiteX40" fmla="*/ 699128 w 1857234"/>
              <a:gd name="connsiteY40" fmla="*/ 38246 h 2254628"/>
              <a:gd name="connsiteX0" fmla="*/ 699128 w 1857234"/>
              <a:gd name="connsiteY0" fmla="*/ 38246 h 2257482"/>
              <a:gd name="connsiteX1" fmla="*/ 530853 w 1857234"/>
              <a:gd name="connsiteY1" fmla="*/ 109476 h 2257482"/>
              <a:gd name="connsiteX2" fmla="*/ 359403 w 1857234"/>
              <a:gd name="connsiteY2" fmla="*/ 226951 h 2257482"/>
              <a:gd name="connsiteX3" fmla="*/ 194303 w 1857234"/>
              <a:gd name="connsiteY3" fmla="*/ 500001 h 2257482"/>
              <a:gd name="connsiteX4" fmla="*/ 143503 w 1857234"/>
              <a:gd name="connsiteY4" fmla="*/ 690502 h 2257482"/>
              <a:gd name="connsiteX5" fmla="*/ 143503 w 1857234"/>
              <a:gd name="connsiteY5" fmla="*/ 1058801 h 2257482"/>
              <a:gd name="connsiteX6" fmla="*/ 144562 w 1857234"/>
              <a:gd name="connsiteY6" fmla="*/ 1196386 h 2257482"/>
              <a:gd name="connsiteX7" fmla="*/ 92704 w 1857234"/>
              <a:gd name="connsiteY7" fmla="*/ 1145586 h 2257482"/>
              <a:gd name="connsiteX8" fmla="*/ 13329 w 1857234"/>
              <a:gd name="connsiteY8" fmla="*/ 1150878 h 2257482"/>
              <a:gd name="connsiteX9" fmla="*/ 1687 w 1857234"/>
              <a:gd name="connsiteY9" fmla="*/ 1262003 h 2257482"/>
              <a:gd name="connsiteX10" fmla="*/ 31320 w 1857234"/>
              <a:gd name="connsiteY10" fmla="*/ 1405937 h 2257482"/>
              <a:gd name="connsiteX11" fmla="*/ 99053 w 1857234"/>
              <a:gd name="connsiteY11" fmla="*/ 1511770 h 2257482"/>
              <a:gd name="connsiteX12" fmla="*/ 149853 w 1857234"/>
              <a:gd name="connsiteY12" fmla="*/ 1609136 h 2257482"/>
              <a:gd name="connsiteX13" fmla="*/ 213353 w 1857234"/>
              <a:gd name="connsiteY13" fmla="*/ 1626070 h 2257482"/>
              <a:gd name="connsiteX14" fmla="*/ 221820 w 1857234"/>
              <a:gd name="connsiteY14" fmla="*/ 1566803 h 2257482"/>
              <a:gd name="connsiteX15" fmla="*/ 221820 w 1857234"/>
              <a:gd name="connsiteY15" fmla="*/ 1532936 h 2257482"/>
              <a:gd name="connsiteX16" fmla="*/ 334741 w 1857234"/>
              <a:gd name="connsiteY16" fmla="*/ 1789388 h 2257482"/>
              <a:gd name="connsiteX17" fmla="*/ 448026 w 1857234"/>
              <a:gd name="connsiteY17" fmla="*/ 1942746 h 2257482"/>
              <a:gd name="connsiteX18" fmla="*/ 619489 w 1857234"/>
              <a:gd name="connsiteY18" fmla="*/ 2120367 h 2257482"/>
              <a:gd name="connsiteX19" fmla="*/ 868503 w 1857234"/>
              <a:gd name="connsiteY19" fmla="*/ 2244593 h 2257482"/>
              <a:gd name="connsiteX20" fmla="*/ 1132832 w 1857234"/>
              <a:gd name="connsiteY20" fmla="*/ 2232550 h 2257482"/>
              <a:gd name="connsiteX21" fmla="*/ 1370068 w 1857234"/>
              <a:gd name="connsiteY21" fmla="*/ 2058400 h 2257482"/>
              <a:gd name="connsiteX22" fmla="*/ 1538047 w 1857234"/>
              <a:gd name="connsiteY22" fmla="*/ 1897136 h 2257482"/>
              <a:gd name="connsiteX23" fmla="*/ 1635245 w 1857234"/>
              <a:gd name="connsiteY23" fmla="*/ 1744202 h 2257482"/>
              <a:gd name="connsiteX24" fmla="*/ 1686553 w 1857234"/>
              <a:gd name="connsiteY24" fmla="*/ 1524470 h 2257482"/>
              <a:gd name="connsiteX25" fmla="*/ 1678087 w 1857234"/>
              <a:gd name="connsiteY25" fmla="*/ 1456736 h 2257482"/>
              <a:gd name="connsiteX26" fmla="*/ 1737353 w 1857234"/>
              <a:gd name="connsiteY26" fmla="*/ 1549870 h 2257482"/>
              <a:gd name="connsiteX27" fmla="*/ 1788153 w 1857234"/>
              <a:gd name="connsiteY27" fmla="*/ 1524470 h 2257482"/>
              <a:gd name="connsiteX28" fmla="*/ 1810167 w 1857234"/>
              <a:gd name="connsiteY28" fmla="*/ 1405936 h 2257482"/>
              <a:gd name="connsiteX29" fmla="*/ 1849113 w 1857234"/>
              <a:gd name="connsiteY29" fmla="*/ 1309416 h 2257482"/>
              <a:gd name="connsiteX30" fmla="*/ 1855887 w 1857234"/>
              <a:gd name="connsiteY30" fmla="*/ 1211203 h 2257482"/>
              <a:gd name="connsiteX31" fmla="*/ 1830487 w 1857234"/>
              <a:gd name="connsiteY31" fmla="*/ 1092670 h 2257482"/>
              <a:gd name="connsiteX32" fmla="*/ 1754287 w 1857234"/>
              <a:gd name="connsiteY32" fmla="*/ 1118070 h 2257482"/>
              <a:gd name="connsiteX33" fmla="*/ 1720420 w 1857234"/>
              <a:gd name="connsiteY33" fmla="*/ 1164636 h 2257482"/>
              <a:gd name="connsiteX34" fmla="*/ 1686553 w 1857234"/>
              <a:gd name="connsiteY34" fmla="*/ 1236603 h 2257482"/>
              <a:gd name="connsiteX35" fmla="*/ 1703487 w 1857234"/>
              <a:gd name="connsiteY35" fmla="*/ 830203 h 2257482"/>
              <a:gd name="connsiteX36" fmla="*/ 1669620 w 1857234"/>
              <a:gd name="connsiteY36" fmla="*/ 505083 h 2257482"/>
              <a:gd name="connsiteX37" fmla="*/ 1474887 w 1857234"/>
              <a:gd name="connsiteY37" fmla="*/ 186736 h 2257482"/>
              <a:gd name="connsiteX38" fmla="*/ 1264278 w 1857234"/>
              <a:gd name="connsiteY38" fmla="*/ 62925 h 2257482"/>
              <a:gd name="connsiteX39" fmla="*/ 907620 w 1857234"/>
              <a:gd name="connsiteY39" fmla="*/ 470 h 2257482"/>
              <a:gd name="connsiteX40" fmla="*/ 699128 w 1857234"/>
              <a:gd name="connsiteY40" fmla="*/ 38246 h 2257482"/>
              <a:gd name="connsiteX0" fmla="*/ 699128 w 1857234"/>
              <a:gd name="connsiteY0" fmla="*/ 38246 h 2278914"/>
              <a:gd name="connsiteX1" fmla="*/ 530853 w 1857234"/>
              <a:gd name="connsiteY1" fmla="*/ 109476 h 2278914"/>
              <a:gd name="connsiteX2" fmla="*/ 359403 w 1857234"/>
              <a:gd name="connsiteY2" fmla="*/ 226951 h 2278914"/>
              <a:gd name="connsiteX3" fmla="*/ 194303 w 1857234"/>
              <a:gd name="connsiteY3" fmla="*/ 500001 h 2278914"/>
              <a:gd name="connsiteX4" fmla="*/ 143503 w 1857234"/>
              <a:gd name="connsiteY4" fmla="*/ 690502 h 2278914"/>
              <a:gd name="connsiteX5" fmla="*/ 143503 w 1857234"/>
              <a:gd name="connsiteY5" fmla="*/ 1058801 h 2278914"/>
              <a:gd name="connsiteX6" fmla="*/ 144562 w 1857234"/>
              <a:gd name="connsiteY6" fmla="*/ 1196386 h 2278914"/>
              <a:gd name="connsiteX7" fmla="*/ 92704 w 1857234"/>
              <a:gd name="connsiteY7" fmla="*/ 1145586 h 2278914"/>
              <a:gd name="connsiteX8" fmla="*/ 13329 w 1857234"/>
              <a:gd name="connsiteY8" fmla="*/ 1150878 h 2278914"/>
              <a:gd name="connsiteX9" fmla="*/ 1687 w 1857234"/>
              <a:gd name="connsiteY9" fmla="*/ 1262003 h 2278914"/>
              <a:gd name="connsiteX10" fmla="*/ 31320 w 1857234"/>
              <a:gd name="connsiteY10" fmla="*/ 1405937 h 2278914"/>
              <a:gd name="connsiteX11" fmla="*/ 99053 w 1857234"/>
              <a:gd name="connsiteY11" fmla="*/ 1511770 h 2278914"/>
              <a:gd name="connsiteX12" fmla="*/ 149853 w 1857234"/>
              <a:gd name="connsiteY12" fmla="*/ 1609136 h 2278914"/>
              <a:gd name="connsiteX13" fmla="*/ 213353 w 1857234"/>
              <a:gd name="connsiteY13" fmla="*/ 1626070 h 2278914"/>
              <a:gd name="connsiteX14" fmla="*/ 221820 w 1857234"/>
              <a:gd name="connsiteY14" fmla="*/ 1566803 h 2278914"/>
              <a:gd name="connsiteX15" fmla="*/ 221820 w 1857234"/>
              <a:gd name="connsiteY15" fmla="*/ 1532936 h 2278914"/>
              <a:gd name="connsiteX16" fmla="*/ 334741 w 1857234"/>
              <a:gd name="connsiteY16" fmla="*/ 1789388 h 2278914"/>
              <a:gd name="connsiteX17" fmla="*/ 448026 w 1857234"/>
              <a:gd name="connsiteY17" fmla="*/ 1942746 h 2278914"/>
              <a:gd name="connsiteX18" fmla="*/ 619489 w 1857234"/>
              <a:gd name="connsiteY18" fmla="*/ 2120367 h 2278914"/>
              <a:gd name="connsiteX19" fmla="*/ 868503 w 1857234"/>
              <a:gd name="connsiteY19" fmla="*/ 2244593 h 2278914"/>
              <a:gd name="connsiteX20" fmla="*/ 1062435 w 1857234"/>
              <a:gd name="connsiteY20" fmla="*/ 2265044 h 2278914"/>
              <a:gd name="connsiteX21" fmla="*/ 1370068 w 1857234"/>
              <a:gd name="connsiteY21" fmla="*/ 2058400 h 2278914"/>
              <a:gd name="connsiteX22" fmla="*/ 1538047 w 1857234"/>
              <a:gd name="connsiteY22" fmla="*/ 1897136 h 2278914"/>
              <a:gd name="connsiteX23" fmla="*/ 1635245 w 1857234"/>
              <a:gd name="connsiteY23" fmla="*/ 1744202 h 2278914"/>
              <a:gd name="connsiteX24" fmla="*/ 1686553 w 1857234"/>
              <a:gd name="connsiteY24" fmla="*/ 1524470 h 2278914"/>
              <a:gd name="connsiteX25" fmla="*/ 1678087 w 1857234"/>
              <a:gd name="connsiteY25" fmla="*/ 1456736 h 2278914"/>
              <a:gd name="connsiteX26" fmla="*/ 1737353 w 1857234"/>
              <a:gd name="connsiteY26" fmla="*/ 1549870 h 2278914"/>
              <a:gd name="connsiteX27" fmla="*/ 1788153 w 1857234"/>
              <a:gd name="connsiteY27" fmla="*/ 1524470 h 2278914"/>
              <a:gd name="connsiteX28" fmla="*/ 1810167 w 1857234"/>
              <a:gd name="connsiteY28" fmla="*/ 1405936 h 2278914"/>
              <a:gd name="connsiteX29" fmla="*/ 1849113 w 1857234"/>
              <a:gd name="connsiteY29" fmla="*/ 1309416 h 2278914"/>
              <a:gd name="connsiteX30" fmla="*/ 1855887 w 1857234"/>
              <a:gd name="connsiteY30" fmla="*/ 1211203 h 2278914"/>
              <a:gd name="connsiteX31" fmla="*/ 1830487 w 1857234"/>
              <a:gd name="connsiteY31" fmla="*/ 1092670 h 2278914"/>
              <a:gd name="connsiteX32" fmla="*/ 1754287 w 1857234"/>
              <a:gd name="connsiteY32" fmla="*/ 1118070 h 2278914"/>
              <a:gd name="connsiteX33" fmla="*/ 1720420 w 1857234"/>
              <a:gd name="connsiteY33" fmla="*/ 1164636 h 2278914"/>
              <a:gd name="connsiteX34" fmla="*/ 1686553 w 1857234"/>
              <a:gd name="connsiteY34" fmla="*/ 1236603 h 2278914"/>
              <a:gd name="connsiteX35" fmla="*/ 1703487 w 1857234"/>
              <a:gd name="connsiteY35" fmla="*/ 830203 h 2278914"/>
              <a:gd name="connsiteX36" fmla="*/ 1669620 w 1857234"/>
              <a:gd name="connsiteY36" fmla="*/ 505083 h 2278914"/>
              <a:gd name="connsiteX37" fmla="*/ 1474887 w 1857234"/>
              <a:gd name="connsiteY37" fmla="*/ 186736 h 2278914"/>
              <a:gd name="connsiteX38" fmla="*/ 1264278 w 1857234"/>
              <a:gd name="connsiteY38" fmla="*/ 62925 h 2278914"/>
              <a:gd name="connsiteX39" fmla="*/ 907620 w 1857234"/>
              <a:gd name="connsiteY39" fmla="*/ 470 h 2278914"/>
              <a:gd name="connsiteX40" fmla="*/ 699128 w 1857234"/>
              <a:gd name="connsiteY40" fmla="*/ 38246 h 2278914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38047 w 1857234"/>
              <a:gd name="connsiteY22" fmla="*/ 1897136 h 2275138"/>
              <a:gd name="connsiteX23" fmla="*/ 1635245 w 1857234"/>
              <a:gd name="connsiteY23" fmla="*/ 1744202 h 2275138"/>
              <a:gd name="connsiteX24" fmla="*/ 1686553 w 1857234"/>
              <a:gd name="connsiteY24" fmla="*/ 1524470 h 2275138"/>
              <a:gd name="connsiteX25" fmla="*/ 1678087 w 1857234"/>
              <a:gd name="connsiteY25" fmla="*/ 1456736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5245 w 1857234"/>
              <a:gd name="connsiteY23" fmla="*/ 1744202 h 2275138"/>
              <a:gd name="connsiteX24" fmla="*/ 1686553 w 1857234"/>
              <a:gd name="connsiteY24" fmla="*/ 1524470 h 2275138"/>
              <a:gd name="connsiteX25" fmla="*/ 1678087 w 1857234"/>
              <a:gd name="connsiteY25" fmla="*/ 1456736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86553 w 1857234"/>
              <a:gd name="connsiteY24" fmla="*/ 1524470 h 2275138"/>
              <a:gd name="connsiteX25" fmla="*/ 1678087 w 1857234"/>
              <a:gd name="connsiteY25" fmla="*/ 1456736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63088 w 1857234"/>
              <a:gd name="connsiteY24" fmla="*/ 1524470 h 2275138"/>
              <a:gd name="connsiteX25" fmla="*/ 1678087 w 1857234"/>
              <a:gd name="connsiteY25" fmla="*/ 1456736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67781 w 1857234"/>
              <a:gd name="connsiteY24" fmla="*/ 1594101 h 2275138"/>
              <a:gd name="connsiteX25" fmla="*/ 1678087 w 1857234"/>
              <a:gd name="connsiteY25" fmla="*/ 1456736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67781 w 1857234"/>
              <a:gd name="connsiteY24" fmla="*/ 1594101 h 2275138"/>
              <a:gd name="connsiteX25" fmla="*/ 1678087 w 1857234"/>
              <a:gd name="connsiteY25" fmla="*/ 1484588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11275 w 1857234"/>
              <a:gd name="connsiteY16" fmla="*/ 176617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67781 w 1857234"/>
              <a:gd name="connsiteY24" fmla="*/ 1594101 h 2275138"/>
              <a:gd name="connsiteX25" fmla="*/ 1678087 w 1857234"/>
              <a:gd name="connsiteY25" fmla="*/ 1484588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11275 w 1857234"/>
              <a:gd name="connsiteY16" fmla="*/ 176617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67781 w 1857234"/>
              <a:gd name="connsiteY24" fmla="*/ 1594101 h 2275138"/>
              <a:gd name="connsiteX25" fmla="*/ 1678087 w 1857234"/>
              <a:gd name="connsiteY25" fmla="*/ 1484588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297"/>
              <a:gd name="connsiteX1" fmla="*/ 530853 w 1857234"/>
              <a:gd name="connsiteY1" fmla="*/ 109476 h 2275297"/>
              <a:gd name="connsiteX2" fmla="*/ 359403 w 1857234"/>
              <a:gd name="connsiteY2" fmla="*/ 226951 h 2275297"/>
              <a:gd name="connsiteX3" fmla="*/ 194303 w 1857234"/>
              <a:gd name="connsiteY3" fmla="*/ 500001 h 2275297"/>
              <a:gd name="connsiteX4" fmla="*/ 143503 w 1857234"/>
              <a:gd name="connsiteY4" fmla="*/ 690502 h 2275297"/>
              <a:gd name="connsiteX5" fmla="*/ 143503 w 1857234"/>
              <a:gd name="connsiteY5" fmla="*/ 1058801 h 2275297"/>
              <a:gd name="connsiteX6" fmla="*/ 144562 w 1857234"/>
              <a:gd name="connsiteY6" fmla="*/ 1196386 h 2275297"/>
              <a:gd name="connsiteX7" fmla="*/ 92704 w 1857234"/>
              <a:gd name="connsiteY7" fmla="*/ 1145586 h 2275297"/>
              <a:gd name="connsiteX8" fmla="*/ 13329 w 1857234"/>
              <a:gd name="connsiteY8" fmla="*/ 1150878 h 2275297"/>
              <a:gd name="connsiteX9" fmla="*/ 1687 w 1857234"/>
              <a:gd name="connsiteY9" fmla="*/ 1262003 h 2275297"/>
              <a:gd name="connsiteX10" fmla="*/ 31320 w 1857234"/>
              <a:gd name="connsiteY10" fmla="*/ 1405937 h 2275297"/>
              <a:gd name="connsiteX11" fmla="*/ 99053 w 1857234"/>
              <a:gd name="connsiteY11" fmla="*/ 1511770 h 2275297"/>
              <a:gd name="connsiteX12" fmla="*/ 149853 w 1857234"/>
              <a:gd name="connsiteY12" fmla="*/ 1609136 h 2275297"/>
              <a:gd name="connsiteX13" fmla="*/ 213353 w 1857234"/>
              <a:gd name="connsiteY13" fmla="*/ 1626070 h 2275297"/>
              <a:gd name="connsiteX14" fmla="*/ 221820 w 1857234"/>
              <a:gd name="connsiteY14" fmla="*/ 1566803 h 2275297"/>
              <a:gd name="connsiteX15" fmla="*/ 221820 w 1857234"/>
              <a:gd name="connsiteY15" fmla="*/ 1532936 h 2275297"/>
              <a:gd name="connsiteX16" fmla="*/ 311275 w 1857234"/>
              <a:gd name="connsiteY16" fmla="*/ 1766178 h 2275297"/>
              <a:gd name="connsiteX17" fmla="*/ 448026 w 1857234"/>
              <a:gd name="connsiteY17" fmla="*/ 1942746 h 2275297"/>
              <a:gd name="connsiteX18" fmla="*/ 642954 w 1857234"/>
              <a:gd name="connsiteY18" fmla="*/ 2115725 h 2275297"/>
              <a:gd name="connsiteX19" fmla="*/ 868503 w 1857234"/>
              <a:gd name="connsiteY19" fmla="*/ 2244593 h 2275297"/>
              <a:gd name="connsiteX20" fmla="*/ 1062435 w 1857234"/>
              <a:gd name="connsiteY20" fmla="*/ 2265044 h 2275297"/>
              <a:gd name="connsiteX21" fmla="*/ 1304365 w 1857234"/>
              <a:gd name="connsiteY21" fmla="*/ 2109462 h 2275297"/>
              <a:gd name="connsiteX22" fmla="*/ 1519275 w 1857234"/>
              <a:gd name="connsiteY22" fmla="*/ 1901778 h 2275297"/>
              <a:gd name="connsiteX23" fmla="*/ 1630552 w 1857234"/>
              <a:gd name="connsiteY23" fmla="*/ 1734918 h 2275297"/>
              <a:gd name="connsiteX24" fmla="*/ 1667781 w 1857234"/>
              <a:gd name="connsiteY24" fmla="*/ 1594101 h 2275297"/>
              <a:gd name="connsiteX25" fmla="*/ 1678087 w 1857234"/>
              <a:gd name="connsiteY25" fmla="*/ 1484588 h 2275297"/>
              <a:gd name="connsiteX26" fmla="*/ 1737353 w 1857234"/>
              <a:gd name="connsiteY26" fmla="*/ 1549870 h 2275297"/>
              <a:gd name="connsiteX27" fmla="*/ 1788153 w 1857234"/>
              <a:gd name="connsiteY27" fmla="*/ 1524470 h 2275297"/>
              <a:gd name="connsiteX28" fmla="*/ 1810167 w 1857234"/>
              <a:gd name="connsiteY28" fmla="*/ 1405936 h 2275297"/>
              <a:gd name="connsiteX29" fmla="*/ 1849113 w 1857234"/>
              <a:gd name="connsiteY29" fmla="*/ 1309416 h 2275297"/>
              <a:gd name="connsiteX30" fmla="*/ 1855887 w 1857234"/>
              <a:gd name="connsiteY30" fmla="*/ 1211203 h 2275297"/>
              <a:gd name="connsiteX31" fmla="*/ 1830487 w 1857234"/>
              <a:gd name="connsiteY31" fmla="*/ 1092670 h 2275297"/>
              <a:gd name="connsiteX32" fmla="*/ 1754287 w 1857234"/>
              <a:gd name="connsiteY32" fmla="*/ 1118070 h 2275297"/>
              <a:gd name="connsiteX33" fmla="*/ 1720420 w 1857234"/>
              <a:gd name="connsiteY33" fmla="*/ 1164636 h 2275297"/>
              <a:gd name="connsiteX34" fmla="*/ 1686553 w 1857234"/>
              <a:gd name="connsiteY34" fmla="*/ 1236603 h 2275297"/>
              <a:gd name="connsiteX35" fmla="*/ 1703487 w 1857234"/>
              <a:gd name="connsiteY35" fmla="*/ 830203 h 2275297"/>
              <a:gd name="connsiteX36" fmla="*/ 1669620 w 1857234"/>
              <a:gd name="connsiteY36" fmla="*/ 505083 h 2275297"/>
              <a:gd name="connsiteX37" fmla="*/ 1474887 w 1857234"/>
              <a:gd name="connsiteY37" fmla="*/ 186736 h 2275297"/>
              <a:gd name="connsiteX38" fmla="*/ 1264278 w 1857234"/>
              <a:gd name="connsiteY38" fmla="*/ 62925 h 2275297"/>
              <a:gd name="connsiteX39" fmla="*/ 907620 w 1857234"/>
              <a:gd name="connsiteY39" fmla="*/ 470 h 2275297"/>
              <a:gd name="connsiteX40" fmla="*/ 699128 w 1857234"/>
              <a:gd name="connsiteY40" fmla="*/ 38246 h 2275297"/>
              <a:gd name="connsiteX0" fmla="*/ 699128 w 1857234"/>
              <a:gd name="connsiteY0" fmla="*/ 38246 h 2275297"/>
              <a:gd name="connsiteX1" fmla="*/ 530853 w 1857234"/>
              <a:gd name="connsiteY1" fmla="*/ 109476 h 2275297"/>
              <a:gd name="connsiteX2" fmla="*/ 359403 w 1857234"/>
              <a:gd name="connsiteY2" fmla="*/ 226951 h 2275297"/>
              <a:gd name="connsiteX3" fmla="*/ 194303 w 1857234"/>
              <a:gd name="connsiteY3" fmla="*/ 500001 h 2275297"/>
              <a:gd name="connsiteX4" fmla="*/ 143503 w 1857234"/>
              <a:gd name="connsiteY4" fmla="*/ 690502 h 2275297"/>
              <a:gd name="connsiteX5" fmla="*/ 143503 w 1857234"/>
              <a:gd name="connsiteY5" fmla="*/ 1058801 h 2275297"/>
              <a:gd name="connsiteX6" fmla="*/ 144562 w 1857234"/>
              <a:gd name="connsiteY6" fmla="*/ 1196386 h 2275297"/>
              <a:gd name="connsiteX7" fmla="*/ 92704 w 1857234"/>
              <a:gd name="connsiteY7" fmla="*/ 1145586 h 2275297"/>
              <a:gd name="connsiteX8" fmla="*/ 13329 w 1857234"/>
              <a:gd name="connsiteY8" fmla="*/ 1150878 h 2275297"/>
              <a:gd name="connsiteX9" fmla="*/ 1687 w 1857234"/>
              <a:gd name="connsiteY9" fmla="*/ 1262003 h 2275297"/>
              <a:gd name="connsiteX10" fmla="*/ 31320 w 1857234"/>
              <a:gd name="connsiteY10" fmla="*/ 1405937 h 2275297"/>
              <a:gd name="connsiteX11" fmla="*/ 99053 w 1857234"/>
              <a:gd name="connsiteY11" fmla="*/ 1511770 h 2275297"/>
              <a:gd name="connsiteX12" fmla="*/ 149853 w 1857234"/>
              <a:gd name="connsiteY12" fmla="*/ 1609136 h 2275297"/>
              <a:gd name="connsiteX13" fmla="*/ 213353 w 1857234"/>
              <a:gd name="connsiteY13" fmla="*/ 1626070 h 2275297"/>
              <a:gd name="connsiteX14" fmla="*/ 221820 w 1857234"/>
              <a:gd name="connsiteY14" fmla="*/ 1566803 h 2275297"/>
              <a:gd name="connsiteX15" fmla="*/ 221820 w 1857234"/>
              <a:gd name="connsiteY15" fmla="*/ 1532936 h 2275297"/>
              <a:gd name="connsiteX16" fmla="*/ 311275 w 1857234"/>
              <a:gd name="connsiteY16" fmla="*/ 1766178 h 2275297"/>
              <a:gd name="connsiteX17" fmla="*/ 448026 w 1857234"/>
              <a:gd name="connsiteY17" fmla="*/ 1942746 h 2275297"/>
              <a:gd name="connsiteX18" fmla="*/ 642954 w 1857234"/>
              <a:gd name="connsiteY18" fmla="*/ 2115725 h 2275297"/>
              <a:gd name="connsiteX19" fmla="*/ 868503 w 1857234"/>
              <a:gd name="connsiteY19" fmla="*/ 2244593 h 2275297"/>
              <a:gd name="connsiteX20" fmla="*/ 1062435 w 1857234"/>
              <a:gd name="connsiteY20" fmla="*/ 2265044 h 2275297"/>
              <a:gd name="connsiteX21" fmla="*/ 1304365 w 1857234"/>
              <a:gd name="connsiteY21" fmla="*/ 2109462 h 2275297"/>
              <a:gd name="connsiteX22" fmla="*/ 1519275 w 1857234"/>
              <a:gd name="connsiteY22" fmla="*/ 1901778 h 2275297"/>
              <a:gd name="connsiteX23" fmla="*/ 1630552 w 1857234"/>
              <a:gd name="connsiteY23" fmla="*/ 1734918 h 2275297"/>
              <a:gd name="connsiteX24" fmla="*/ 1667781 w 1857234"/>
              <a:gd name="connsiteY24" fmla="*/ 1594101 h 2275297"/>
              <a:gd name="connsiteX25" fmla="*/ 1678087 w 1857234"/>
              <a:gd name="connsiteY25" fmla="*/ 1484588 h 2275297"/>
              <a:gd name="connsiteX26" fmla="*/ 1737353 w 1857234"/>
              <a:gd name="connsiteY26" fmla="*/ 1549870 h 2275297"/>
              <a:gd name="connsiteX27" fmla="*/ 1788153 w 1857234"/>
              <a:gd name="connsiteY27" fmla="*/ 1524470 h 2275297"/>
              <a:gd name="connsiteX28" fmla="*/ 1810167 w 1857234"/>
              <a:gd name="connsiteY28" fmla="*/ 1405936 h 2275297"/>
              <a:gd name="connsiteX29" fmla="*/ 1849113 w 1857234"/>
              <a:gd name="connsiteY29" fmla="*/ 1309416 h 2275297"/>
              <a:gd name="connsiteX30" fmla="*/ 1855887 w 1857234"/>
              <a:gd name="connsiteY30" fmla="*/ 1211203 h 2275297"/>
              <a:gd name="connsiteX31" fmla="*/ 1830487 w 1857234"/>
              <a:gd name="connsiteY31" fmla="*/ 1092670 h 2275297"/>
              <a:gd name="connsiteX32" fmla="*/ 1754287 w 1857234"/>
              <a:gd name="connsiteY32" fmla="*/ 1118070 h 2275297"/>
              <a:gd name="connsiteX33" fmla="*/ 1720420 w 1857234"/>
              <a:gd name="connsiteY33" fmla="*/ 1164636 h 2275297"/>
              <a:gd name="connsiteX34" fmla="*/ 1686553 w 1857234"/>
              <a:gd name="connsiteY34" fmla="*/ 1236603 h 2275297"/>
              <a:gd name="connsiteX35" fmla="*/ 1703487 w 1857234"/>
              <a:gd name="connsiteY35" fmla="*/ 830203 h 2275297"/>
              <a:gd name="connsiteX36" fmla="*/ 1669620 w 1857234"/>
              <a:gd name="connsiteY36" fmla="*/ 505083 h 2275297"/>
              <a:gd name="connsiteX37" fmla="*/ 1474887 w 1857234"/>
              <a:gd name="connsiteY37" fmla="*/ 186736 h 2275297"/>
              <a:gd name="connsiteX38" fmla="*/ 1264278 w 1857234"/>
              <a:gd name="connsiteY38" fmla="*/ 62925 h 2275297"/>
              <a:gd name="connsiteX39" fmla="*/ 907620 w 1857234"/>
              <a:gd name="connsiteY39" fmla="*/ 470 h 2275297"/>
              <a:gd name="connsiteX40" fmla="*/ 699128 w 1857234"/>
              <a:gd name="connsiteY40" fmla="*/ 38246 h 2275297"/>
              <a:gd name="connsiteX0" fmla="*/ 699128 w 1857234"/>
              <a:gd name="connsiteY0" fmla="*/ 38246 h 2275298"/>
              <a:gd name="connsiteX1" fmla="*/ 530853 w 1857234"/>
              <a:gd name="connsiteY1" fmla="*/ 109476 h 2275298"/>
              <a:gd name="connsiteX2" fmla="*/ 359403 w 1857234"/>
              <a:gd name="connsiteY2" fmla="*/ 226951 h 2275298"/>
              <a:gd name="connsiteX3" fmla="*/ 194303 w 1857234"/>
              <a:gd name="connsiteY3" fmla="*/ 500001 h 2275298"/>
              <a:gd name="connsiteX4" fmla="*/ 143503 w 1857234"/>
              <a:gd name="connsiteY4" fmla="*/ 690502 h 2275298"/>
              <a:gd name="connsiteX5" fmla="*/ 143503 w 1857234"/>
              <a:gd name="connsiteY5" fmla="*/ 1058801 h 2275298"/>
              <a:gd name="connsiteX6" fmla="*/ 144562 w 1857234"/>
              <a:gd name="connsiteY6" fmla="*/ 1196386 h 2275298"/>
              <a:gd name="connsiteX7" fmla="*/ 92704 w 1857234"/>
              <a:gd name="connsiteY7" fmla="*/ 1145586 h 2275298"/>
              <a:gd name="connsiteX8" fmla="*/ 13329 w 1857234"/>
              <a:gd name="connsiteY8" fmla="*/ 1150878 h 2275298"/>
              <a:gd name="connsiteX9" fmla="*/ 1687 w 1857234"/>
              <a:gd name="connsiteY9" fmla="*/ 1262003 h 2275298"/>
              <a:gd name="connsiteX10" fmla="*/ 31320 w 1857234"/>
              <a:gd name="connsiteY10" fmla="*/ 1405937 h 2275298"/>
              <a:gd name="connsiteX11" fmla="*/ 99053 w 1857234"/>
              <a:gd name="connsiteY11" fmla="*/ 1511770 h 2275298"/>
              <a:gd name="connsiteX12" fmla="*/ 149853 w 1857234"/>
              <a:gd name="connsiteY12" fmla="*/ 1609136 h 2275298"/>
              <a:gd name="connsiteX13" fmla="*/ 213353 w 1857234"/>
              <a:gd name="connsiteY13" fmla="*/ 1626070 h 2275298"/>
              <a:gd name="connsiteX14" fmla="*/ 221820 w 1857234"/>
              <a:gd name="connsiteY14" fmla="*/ 1566803 h 2275298"/>
              <a:gd name="connsiteX15" fmla="*/ 221820 w 1857234"/>
              <a:gd name="connsiteY15" fmla="*/ 1532936 h 2275298"/>
              <a:gd name="connsiteX16" fmla="*/ 311275 w 1857234"/>
              <a:gd name="connsiteY16" fmla="*/ 1766178 h 2275298"/>
              <a:gd name="connsiteX17" fmla="*/ 448026 w 1857234"/>
              <a:gd name="connsiteY17" fmla="*/ 1942746 h 2275298"/>
              <a:gd name="connsiteX18" fmla="*/ 642954 w 1857234"/>
              <a:gd name="connsiteY18" fmla="*/ 2115725 h 2275298"/>
              <a:gd name="connsiteX19" fmla="*/ 868503 w 1857234"/>
              <a:gd name="connsiteY19" fmla="*/ 2244593 h 2275298"/>
              <a:gd name="connsiteX20" fmla="*/ 1015504 w 1857234"/>
              <a:gd name="connsiteY20" fmla="*/ 2265044 h 2275298"/>
              <a:gd name="connsiteX21" fmla="*/ 1304365 w 1857234"/>
              <a:gd name="connsiteY21" fmla="*/ 2109462 h 2275298"/>
              <a:gd name="connsiteX22" fmla="*/ 1519275 w 1857234"/>
              <a:gd name="connsiteY22" fmla="*/ 1901778 h 2275298"/>
              <a:gd name="connsiteX23" fmla="*/ 1630552 w 1857234"/>
              <a:gd name="connsiteY23" fmla="*/ 1734918 h 2275298"/>
              <a:gd name="connsiteX24" fmla="*/ 1667781 w 1857234"/>
              <a:gd name="connsiteY24" fmla="*/ 1594101 h 2275298"/>
              <a:gd name="connsiteX25" fmla="*/ 1678087 w 1857234"/>
              <a:gd name="connsiteY25" fmla="*/ 1484588 h 2275298"/>
              <a:gd name="connsiteX26" fmla="*/ 1737353 w 1857234"/>
              <a:gd name="connsiteY26" fmla="*/ 1549870 h 2275298"/>
              <a:gd name="connsiteX27" fmla="*/ 1788153 w 1857234"/>
              <a:gd name="connsiteY27" fmla="*/ 1524470 h 2275298"/>
              <a:gd name="connsiteX28" fmla="*/ 1810167 w 1857234"/>
              <a:gd name="connsiteY28" fmla="*/ 1405936 h 2275298"/>
              <a:gd name="connsiteX29" fmla="*/ 1849113 w 1857234"/>
              <a:gd name="connsiteY29" fmla="*/ 1309416 h 2275298"/>
              <a:gd name="connsiteX30" fmla="*/ 1855887 w 1857234"/>
              <a:gd name="connsiteY30" fmla="*/ 1211203 h 2275298"/>
              <a:gd name="connsiteX31" fmla="*/ 1830487 w 1857234"/>
              <a:gd name="connsiteY31" fmla="*/ 1092670 h 2275298"/>
              <a:gd name="connsiteX32" fmla="*/ 1754287 w 1857234"/>
              <a:gd name="connsiteY32" fmla="*/ 1118070 h 2275298"/>
              <a:gd name="connsiteX33" fmla="*/ 1720420 w 1857234"/>
              <a:gd name="connsiteY33" fmla="*/ 1164636 h 2275298"/>
              <a:gd name="connsiteX34" fmla="*/ 1686553 w 1857234"/>
              <a:gd name="connsiteY34" fmla="*/ 1236603 h 2275298"/>
              <a:gd name="connsiteX35" fmla="*/ 1703487 w 1857234"/>
              <a:gd name="connsiteY35" fmla="*/ 830203 h 2275298"/>
              <a:gd name="connsiteX36" fmla="*/ 1669620 w 1857234"/>
              <a:gd name="connsiteY36" fmla="*/ 505083 h 2275298"/>
              <a:gd name="connsiteX37" fmla="*/ 1474887 w 1857234"/>
              <a:gd name="connsiteY37" fmla="*/ 186736 h 2275298"/>
              <a:gd name="connsiteX38" fmla="*/ 1264278 w 1857234"/>
              <a:gd name="connsiteY38" fmla="*/ 62925 h 2275298"/>
              <a:gd name="connsiteX39" fmla="*/ 907620 w 1857234"/>
              <a:gd name="connsiteY39" fmla="*/ 470 h 2275298"/>
              <a:gd name="connsiteX40" fmla="*/ 699128 w 1857234"/>
              <a:gd name="connsiteY40" fmla="*/ 38246 h 2275298"/>
              <a:gd name="connsiteX0" fmla="*/ 699128 w 1857234"/>
              <a:gd name="connsiteY0" fmla="*/ 38246 h 2277359"/>
              <a:gd name="connsiteX1" fmla="*/ 530853 w 1857234"/>
              <a:gd name="connsiteY1" fmla="*/ 109476 h 2277359"/>
              <a:gd name="connsiteX2" fmla="*/ 359403 w 1857234"/>
              <a:gd name="connsiteY2" fmla="*/ 226951 h 2277359"/>
              <a:gd name="connsiteX3" fmla="*/ 194303 w 1857234"/>
              <a:gd name="connsiteY3" fmla="*/ 500001 h 2277359"/>
              <a:gd name="connsiteX4" fmla="*/ 143503 w 1857234"/>
              <a:gd name="connsiteY4" fmla="*/ 690502 h 2277359"/>
              <a:gd name="connsiteX5" fmla="*/ 143503 w 1857234"/>
              <a:gd name="connsiteY5" fmla="*/ 1058801 h 2277359"/>
              <a:gd name="connsiteX6" fmla="*/ 144562 w 1857234"/>
              <a:gd name="connsiteY6" fmla="*/ 1196386 h 2277359"/>
              <a:gd name="connsiteX7" fmla="*/ 92704 w 1857234"/>
              <a:gd name="connsiteY7" fmla="*/ 1145586 h 2277359"/>
              <a:gd name="connsiteX8" fmla="*/ 13329 w 1857234"/>
              <a:gd name="connsiteY8" fmla="*/ 1150878 h 2277359"/>
              <a:gd name="connsiteX9" fmla="*/ 1687 w 1857234"/>
              <a:gd name="connsiteY9" fmla="*/ 1262003 h 2277359"/>
              <a:gd name="connsiteX10" fmla="*/ 31320 w 1857234"/>
              <a:gd name="connsiteY10" fmla="*/ 1405937 h 2277359"/>
              <a:gd name="connsiteX11" fmla="*/ 99053 w 1857234"/>
              <a:gd name="connsiteY11" fmla="*/ 1511770 h 2277359"/>
              <a:gd name="connsiteX12" fmla="*/ 149853 w 1857234"/>
              <a:gd name="connsiteY12" fmla="*/ 1609136 h 2277359"/>
              <a:gd name="connsiteX13" fmla="*/ 213353 w 1857234"/>
              <a:gd name="connsiteY13" fmla="*/ 1626070 h 2277359"/>
              <a:gd name="connsiteX14" fmla="*/ 221820 w 1857234"/>
              <a:gd name="connsiteY14" fmla="*/ 1566803 h 2277359"/>
              <a:gd name="connsiteX15" fmla="*/ 221820 w 1857234"/>
              <a:gd name="connsiteY15" fmla="*/ 1532936 h 2277359"/>
              <a:gd name="connsiteX16" fmla="*/ 311275 w 1857234"/>
              <a:gd name="connsiteY16" fmla="*/ 1766178 h 2277359"/>
              <a:gd name="connsiteX17" fmla="*/ 448026 w 1857234"/>
              <a:gd name="connsiteY17" fmla="*/ 1942746 h 2277359"/>
              <a:gd name="connsiteX18" fmla="*/ 642954 w 1857234"/>
              <a:gd name="connsiteY18" fmla="*/ 2115725 h 2277359"/>
              <a:gd name="connsiteX19" fmla="*/ 868503 w 1857234"/>
              <a:gd name="connsiteY19" fmla="*/ 2244593 h 2277359"/>
              <a:gd name="connsiteX20" fmla="*/ 1015504 w 1857234"/>
              <a:gd name="connsiteY20" fmla="*/ 2265044 h 2277359"/>
              <a:gd name="connsiteX21" fmla="*/ 1304365 w 1857234"/>
              <a:gd name="connsiteY21" fmla="*/ 2109462 h 2277359"/>
              <a:gd name="connsiteX22" fmla="*/ 1519275 w 1857234"/>
              <a:gd name="connsiteY22" fmla="*/ 1901778 h 2277359"/>
              <a:gd name="connsiteX23" fmla="*/ 1630552 w 1857234"/>
              <a:gd name="connsiteY23" fmla="*/ 1734918 h 2277359"/>
              <a:gd name="connsiteX24" fmla="*/ 1667781 w 1857234"/>
              <a:gd name="connsiteY24" fmla="*/ 1594101 h 2277359"/>
              <a:gd name="connsiteX25" fmla="*/ 1678087 w 1857234"/>
              <a:gd name="connsiteY25" fmla="*/ 1484588 h 2277359"/>
              <a:gd name="connsiteX26" fmla="*/ 1737353 w 1857234"/>
              <a:gd name="connsiteY26" fmla="*/ 1549870 h 2277359"/>
              <a:gd name="connsiteX27" fmla="*/ 1788153 w 1857234"/>
              <a:gd name="connsiteY27" fmla="*/ 1524470 h 2277359"/>
              <a:gd name="connsiteX28" fmla="*/ 1810167 w 1857234"/>
              <a:gd name="connsiteY28" fmla="*/ 1405936 h 2277359"/>
              <a:gd name="connsiteX29" fmla="*/ 1849113 w 1857234"/>
              <a:gd name="connsiteY29" fmla="*/ 1309416 h 2277359"/>
              <a:gd name="connsiteX30" fmla="*/ 1855887 w 1857234"/>
              <a:gd name="connsiteY30" fmla="*/ 1211203 h 2277359"/>
              <a:gd name="connsiteX31" fmla="*/ 1830487 w 1857234"/>
              <a:gd name="connsiteY31" fmla="*/ 1092670 h 2277359"/>
              <a:gd name="connsiteX32" fmla="*/ 1754287 w 1857234"/>
              <a:gd name="connsiteY32" fmla="*/ 1118070 h 2277359"/>
              <a:gd name="connsiteX33" fmla="*/ 1720420 w 1857234"/>
              <a:gd name="connsiteY33" fmla="*/ 1164636 h 2277359"/>
              <a:gd name="connsiteX34" fmla="*/ 1686553 w 1857234"/>
              <a:gd name="connsiteY34" fmla="*/ 1236603 h 2277359"/>
              <a:gd name="connsiteX35" fmla="*/ 1703487 w 1857234"/>
              <a:gd name="connsiteY35" fmla="*/ 830203 h 2277359"/>
              <a:gd name="connsiteX36" fmla="*/ 1669620 w 1857234"/>
              <a:gd name="connsiteY36" fmla="*/ 505083 h 2277359"/>
              <a:gd name="connsiteX37" fmla="*/ 1474887 w 1857234"/>
              <a:gd name="connsiteY37" fmla="*/ 186736 h 2277359"/>
              <a:gd name="connsiteX38" fmla="*/ 1264278 w 1857234"/>
              <a:gd name="connsiteY38" fmla="*/ 62925 h 2277359"/>
              <a:gd name="connsiteX39" fmla="*/ 907620 w 1857234"/>
              <a:gd name="connsiteY39" fmla="*/ 470 h 2277359"/>
              <a:gd name="connsiteX40" fmla="*/ 699128 w 1857234"/>
              <a:gd name="connsiteY40" fmla="*/ 38246 h 2277359"/>
              <a:gd name="connsiteX0" fmla="*/ 699128 w 1857234"/>
              <a:gd name="connsiteY0" fmla="*/ 38246 h 2277359"/>
              <a:gd name="connsiteX1" fmla="*/ 530853 w 1857234"/>
              <a:gd name="connsiteY1" fmla="*/ 109476 h 2277359"/>
              <a:gd name="connsiteX2" fmla="*/ 359403 w 1857234"/>
              <a:gd name="connsiteY2" fmla="*/ 226951 h 2277359"/>
              <a:gd name="connsiteX3" fmla="*/ 194303 w 1857234"/>
              <a:gd name="connsiteY3" fmla="*/ 500001 h 2277359"/>
              <a:gd name="connsiteX4" fmla="*/ 143503 w 1857234"/>
              <a:gd name="connsiteY4" fmla="*/ 690502 h 2277359"/>
              <a:gd name="connsiteX5" fmla="*/ 143503 w 1857234"/>
              <a:gd name="connsiteY5" fmla="*/ 1058801 h 2277359"/>
              <a:gd name="connsiteX6" fmla="*/ 144562 w 1857234"/>
              <a:gd name="connsiteY6" fmla="*/ 1196386 h 2277359"/>
              <a:gd name="connsiteX7" fmla="*/ 92704 w 1857234"/>
              <a:gd name="connsiteY7" fmla="*/ 1145586 h 2277359"/>
              <a:gd name="connsiteX8" fmla="*/ 13329 w 1857234"/>
              <a:gd name="connsiteY8" fmla="*/ 1150878 h 2277359"/>
              <a:gd name="connsiteX9" fmla="*/ 1687 w 1857234"/>
              <a:gd name="connsiteY9" fmla="*/ 1262003 h 2277359"/>
              <a:gd name="connsiteX10" fmla="*/ 31320 w 1857234"/>
              <a:gd name="connsiteY10" fmla="*/ 1405937 h 2277359"/>
              <a:gd name="connsiteX11" fmla="*/ 99053 w 1857234"/>
              <a:gd name="connsiteY11" fmla="*/ 1511770 h 2277359"/>
              <a:gd name="connsiteX12" fmla="*/ 149853 w 1857234"/>
              <a:gd name="connsiteY12" fmla="*/ 1609136 h 2277359"/>
              <a:gd name="connsiteX13" fmla="*/ 213353 w 1857234"/>
              <a:gd name="connsiteY13" fmla="*/ 1626070 h 2277359"/>
              <a:gd name="connsiteX14" fmla="*/ 221820 w 1857234"/>
              <a:gd name="connsiteY14" fmla="*/ 1566803 h 2277359"/>
              <a:gd name="connsiteX15" fmla="*/ 221820 w 1857234"/>
              <a:gd name="connsiteY15" fmla="*/ 1532936 h 2277359"/>
              <a:gd name="connsiteX16" fmla="*/ 311275 w 1857234"/>
              <a:gd name="connsiteY16" fmla="*/ 1766178 h 2277359"/>
              <a:gd name="connsiteX17" fmla="*/ 448026 w 1857234"/>
              <a:gd name="connsiteY17" fmla="*/ 1942746 h 2277359"/>
              <a:gd name="connsiteX18" fmla="*/ 642954 w 1857234"/>
              <a:gd name="connsiteY18" fmla="*/ 2115725 h 2277359"/>
              <a:gd name="connsiteX19" fmla="*/ 868503 w 1857234"/>
              <a:gd name="connsiteY19" fmla="*/ 2244593 h 2277359"/>
              <a:gd name="connsiteX20" fmla="*/ 1015504 w 1857234"/>
              <a:gd name="connsiteY20" fmla="*/ 2265044 h 2277359"/>
              <a:gd name="connsiteX21" fmla="*/ 1304365 w 1857234"/>
              <a:gd name="connsiteY21" fmla="*/ 2109462 h 2277359"/>
              <a:gd name="connsiteX22" fmla="*/ 1519275 w 1857234"/>
              <a:gd name="connsiteY22" fmla="*/ 1901778 h 2277359"/>
              <a:gd name="connsiteX23" fmla="*/ 1630552 w 1857234"/>
              <a:gd name="connsiteY23" fmla="*/ 1734918 h 2277359"/>
              <a:gd name="connsiteX24" fmla="*/ 1667781 w 1857234"/>
              <a:gd name="connsiteY24" fmla="*/ 1594101 h 2277359"/>
              <a:gd name="connsiteX25" fmla="*/ 1678087 w 1857234"/>
              <a:gd name="connsiteY25" fmla="*/ 1484588 h 2277359"/>
              <a:gd name="connsiteX26" fmla="*/ 1737353 w 1857234"/>
              <a:gd name="connsiteY26" fmla="*/ 1549870 h 2277359"/>
              <a:gd name="connsiteX27" fmla="*/ 1788153 w 1857234"/>
              <a:gd name="connsiteY27" fmla="*/ 1524470 h 2277359"/>
              <a:gd name="connsiteX28" fmla="*/ 1810167 w 1857234"/>
              <a:gd name="connsiteY28" fmla="*/ 1405936 h 2277359"/>
              <a:gd name="connsiteX29" fmla="*/ 1849113 w 1857234"/>
              <a:gd name="connsiteY29" fmla="*/ 1309416 h 2277359"/>
              <a:gd name="connsiteX30" fmla="*/ 1855887 w 1857234"/>
              <a:gd name="connsiteY30" fmla="*/ 1211203 h 2277359"/>
              <a:gd name="connsiteX31" fmla="*/ 1830487 w 1857234"/>
              <a:gd name="connsiteY31" fmla="*/ 1092670 h 2277359"/>
              <a:gd name="connsiteX32" fmla="*/ 1754287 w 1857234"/>
              <a:gd name="connsiteY32" fmla="*/ 1118070 h 2277359"/>
              <a:gd name="connsiteX33" fmla="*/ 1720420 w 1857234"/>
              <a:gd name="connsiteY33" fmla="*/ 1164636 h 2277359"/>
              <a:gd name="connsiteX34" fmla="*/ 1686553 w 1857234"/>
              <a:gd name="connsiteY34" fmla="*/ 1236603 h 2277359"/>
              <a:gd name="connsiteX35" fmla="*/ 1703487 w 1857234"/>
              <a:gd name="connsiteY35" fmla="*/ 830203 h 2277359"/>
              <a:gd name="connsiteX36" fmla="*/ 1669620 w 1857234"/>
              <a:gd name="connsiteY36" fmla="*/ 505083 h 2277359"/>
              <a:gd name="connsiteX37" fmla="*/ 1474887 w 1857234"/>
              <a:gd name="connsiteY37" fmla="*/ 186736 h 2277359"/>
              <a:gd name="connsiteX38" fmla="*/ 1264278 w 1857234"/>
              <a:gd name="connsiteY38" fmla="*/ 62925 h 2277359"/>
              <a:gd name="connsiteX39" fmla="*/ 907620 w 1857234"/>
              <a:gd name="connsiteY39" fmla="*/ 470 h 2277359"/>
              <a:gd name="connsiteX40" fmla="*/ 699128 w 1857234"/>
              <a:gd name="connsiteY40" fmla="*/ 38246 h 2277359"/>
              <a:gd name="connsiteX0" fmla="*/ 699128 w 1857234"/>
              <a:gd name="connsiteY0" fmla="*/ 38246 h 2283078"/>
              <a:gd name="connsiteX1" fmla="*/ 530853 w 1857234"/>
              <a:gd name="connsiteY1" fmla="*/ 109476 h 2283078"/>
              <a:gd name="connsiteX2" fmla="*/ 359403 w 1857234"/>
              <a:gd name="connsiteY2" fmla="*/ 226951 h 2283078"/>
              <a:gd name="connsiteX3" fmla="*/ 194303 w 1857234"/>
              <a:gd name="connsiteY3" fmla="*/ 500001 h 2283078"/>
              <a:gd name="connsiteX4" fmla="*/ 143503 w 1857234"/>
              <a:gd name="connsiteY4" fmla="*/ 690502 h 2283078"/>
              <a:gd name="connsiteX5" fmla="*/ 143503 w 1857234"/>
              <a:gd name="connsiteY5" fmla="*/ 1058801 h 2283078"/>
              <a:gd name="connsiteX6" fmla="*/ 144562 w 1857234"/>
              <a:gd name="connsiteY6" fmla="*/ 1196386 h 2283078"/>
              <a:gd name="connsiteX7" fmla="*/ 92704 w 1857234"/>
              <a:gd name="connsiteY7" fmla="*/ 1145586 h 2283078"/>
              <a:gd name="connsiteX8" fmla="*/ 13329 w 1857234"/>
              <a:gd name="connsiteY8" fmla="*/ 1150878 h 2283078"/>
              <a:gd name="connsiteX9" fmla="*/ 1687 w 1857234"/>
              <a:gd name="connsiteY9" fmla="*/ 1262003 h 2283078"/>
              <a:gd name="connsiteX10" fmla="*/ 31320 w 1857234"/>
              <a:gd name="connsiteY10" fmla="*/ 1405937 h 2283078"/>
              <a:gd name="connsiteX11" fmla="*/ 99053 w 1857234"/>
              <a:gd name="connsiteY11" fmla="*/ 1511770 h 2283078"/>
              <a:gd name="connsiteX12" fmla="*/ 149853 w 1857234"/>
              <a:gd name="connsiteY12" fmla="*/ 1609136 h 2283078"/>
              <a:gd name="connsiteX13" fmla="*/ 213353 w 1857234"/>
              <a:gd name="connsiteY13" fmla="*/ 1626070 h 2283078"/>
              <a:gd name="connsiteX14" fmla="*/ 221820 w 1857234"/>
              <a:gd name="connsiteY14" fmla="*/ 1566803 h 2283078"/>
              <a:gd name="connsiteX15" fmla="*/ 221820 w 1857234"/>
              <a:gd name="connsiteY15" fmla="*/ 1532936 h 2283078"/>
              <a:gd name="connsiteX16" fmla="*/ 311275 w 1857234"/>
              <a:gd name="connsiteY16" fmla="*/ 1766178 h 2283078"/>
              <a:gd name="connsiteX17" fmla="*/ 448026 w 1857234"/>
              <a:gd name="connsiteY17" fmla="*/ 1942746 h 2283078"/>
              <a:gd name="connsiteX18" fmla="*/ 642954 w 1857234"/>
              <a:gd name="connsiteY18" fmla="*/ 2115725 h 2283078"/>
              <a:gd name="connsiteX19" fmla="*/ 817318 w 1857234"/>
              <a:gd name="connsiteY19" fmla="*/ 2263161 h 2283078"/>
              <a:gd name="connsiteX20" fmla="*/ 1015504 w 1857234"/>
              <a:gd name="connsiteY20" fmla="*/ 2265044 h 2283078"/>
              <a:gd name="connsiteX21" fmla="*/ 1304365 w 1857234"/>
              <a:gd name="connsiteY21" fmla="*/ 2109462 h 2283078"/>
              <a:gd name="connsiteX22" fmla="*/ 1519275 w 1857234"/>
              <a:gd name="connsiteY22" fmla="*/ 1901778 h 2283078"/>
              <a:gd name="connsiteX23" fmla="*/ 1630552 w 1857234"/>
              <a:gd name="connsiteY23" fmla="*/ 1734918 h 2283078"/>
              <a:gd name="connsiteX24" fmla="*/ 1667781 w 1857234"/>
              <a:gd name="connsiteY24" fmla="*/ 1594101 h 2283078"/>
              <a:gd name="connsiteX25" fmla="*/ 1678087 w 1857234"/>
              <a:gd name="connsiteY25" fmla="*/ 1484588 h 2283078"/>
              <a:gd name="connsiteX26" fmla="*/ 1737353 w 1857234"/>
              <a:gd name="connsiteY26" fmla="*/ 1549870 h 2283078"/>
              <a:gd name="connsiteX27" fmla="*/ 1788153 w 1857234"/>
              <a:gd name="connsiteY27" fmla="*/ 1524470 h 2283078"/>
              <a:gd name="connsiteX28" fmla="*/ 1810167 w 1857234"/>
              <a:gd name="connsiteY28" fmla="*/ 1405936 h 2283078"/>
              <a:gd name="connsiteX29" fmla="*/ 1849113 w 1857234"/>
              <a:gd name="connsiteY29" fmla="*/ 1309416 h 2283078"/>
              <a:gd name="connsiteX30" fmla="*/ 1855887 w 1857234"/>
              <a:gd name="connsiteY30" fmla="*/ 1211203 h 2283078"/>
              <a:gd name="connsiteX31" fmla="*/ 1830487 w 1857234"/>
              <a:gd name="connsiteY31" fmla="*/ 1092670 h 2283078"/>
              <a:gd name="connsiteX32" fmla="*/ 1754287 w 1857234"/>
              <a:gd name="connsiteY32" fmla="*/ 1118070 h 2283078"/>
              <a:gd name="connsiteX33" fmla="*/ 1720420 w 1857234"/>
              <a:gd name="connsiteY33" fmla="*/ 1164636 h 2283078"/>
              <a:gd name="connsiteX34" fmla="*/ 1686553 w 1857234"/>
              <a:gd name="connsiteY34" fmla="*/ 1236603 h 2283078"/>
              <a:gd name="connsiteX35" fmla="*/ 1703487 w 1857234"/>
              <a:gd name="connsiteY35" fmla="*/ 830203 h 2283078"/>
              <a:gd name="connsiteX36" fmla="*/ 1669620 w 1857234"/>
              <a:gd name="connsiteY36" fmla="*/ 505083 h 2283078"/>
              <a:gd name="connsiteX37" fmla="*/ 1474887 w 1857234"/>
              <a:gd name="connsiteY37" fmla="*/ 186736 h 2283078"/>
              <a:gd name="connsiteX38" fmla="*/ 1264278 w 1857234"/>
              <a:gd name="connsiteY38" fmla="*/ 62925 h 2283078"/>
              <a:gd name="connsiteX39" fmla="*/ 907620 w 1857234"/>
              <a:gd name="connsiteY39" fmla="*/ 470 h 2283078"/>
              <a:gd name="connsiteX40" fmla="*/ 699128 w 1857234"/>
              <a:gd name="connsiteY40" fmla="*/ 38246 h 2283078"/>
              <a:gd name="connsiteX0" fmla="*/ 699128 w 1857234"/>
              <a:gd name="connsiteY0" fmla="*/ 38246 h 2280460"/>
              <a:gd name="connsiteX1" fmla="*/ 530853 w 1857234"/>
              <a:gd name="connsiteY1" fmla="*/ 109476 h 2280460"/>
              <a:gd name="connsiteX2" fmla="*/ 359403 w 1857234"/>
              <a:gd name="connsiteY2" fmla="*/ 226951 h 2280460"/>
              <a:gd name="connsiteX3" fmla="*/ 194303 w 1857234"/>
              <a:gd name="connsiteY3" fmla="*/ 500001 h 2280460"/>
              <a:gd name="connsiteX4" fmla="*/ 143503 w 1857234"/>
              <a:gd name="connsiteY4" fmla="*/ 690502 h 2280460"/>
              <a:gd name="connsiteX5" fmla="*/ 143503 w 1857234"/>
              <a:gd name="connsiteY5" fmla="*/ 1058801 h 2280460"/>
              <a:gd name="connsiteX6" fmla="*/ 144562 w 1857234"/>
              <a:gd name="connsiteY6" fmla="*/ 1196386 h 2280460"/>
              <a:gd name="connsiteX7" fmla="*/ 92704 w 1857234"/>
              <a:gd name="connsiteY7" fmla="*/ 1145586 h 2280460"/>
              <a:gd name="connsiteX8" fmla="*/ 13329 w 1857234"/>
              <a:gd name="connsiteY8" fmla="*/ 1150878 h 2280460"/>
              <a:gd name="connsiteX9" fmla="*/ 1687 w 1857234"/>
              <a:gd name="connsiteY9" fmla="*/ 1262003 h 2280460"/>
              <a:gd name="connsiteX10" fmla="*/ 31320 w 1857234"/>
              <a:gd name="connsiteY10" fmla="*/ 1405937 h 2280460"/>
              <a:gd name="connsiteX11" fmla="*/ 99053 w 1857234"/>
              <a:gd name="connsiteY11" fmla="*/ 1511770 h 2280460"/>
              <a:gd name="connsiteX12" fmla="*/ 149853 w 1857234"/>
              <a:gd name="connsiteY12" fmla="*/ 1609136 h 2280460"/>
              <a:gd name="connsiteX13" fmla="*/ 213353 w 1857234"/>
              <a:gd name="connsiteY13" fmla="*/ 1626070 h 2280460"/>
              <a:gd name="connsiteX14" fmla="*/ 221820 w 1857234"/>
              <a:gd name="connsiteY14" fmla="*/ 1566803 h 2280460"/>
              <a:gd name="connsiteX15" fmla="*/ 221820 w 1857234"/>
              <a:gd name="connsiteY15" fmla="*/ 1532936 h 2280460"/>
              <a:gd name="connsiteX16" fmla="*/ 311275 w 1857234"/>
              <a:gd name="connsiteY16" fmla="*/ 1766178 h 2280460"/>
              <a:gd name="connsiteX17" fmla="*/ 448026 w 1857234"/>
              <a:gd name="connsiteY17" fmla="*/ 1942746 h 2280460"/>
              <a:gd name="connsiteX18" fmla="*/ 642954 w 1857234"/>
              <a:gd name="connsiteY18" fmla="*/ 2115725 h 2280460"/>
              <a:gd name="connsiteX19" fmla="*/ 817318 w 1857234"/>
              <a:gd name="connsiteY19" fmla="*/ 2263161 h 2280460"/>
              <a:gd name="connsiteX20" fmla="*/ 1085302 w 1857234"/>
              <a:gd name="connsiteY20" fmla="*/ 2260402 h 2280460"/>
              <a:gd name="connsiteX21" fmla="*/ 1304365 w 1857234"/>
              <a:gd name="connsiteY21" fmla="*/ 2109462 h 2280460"/>
              <a:gd name="connsiteX22" fmla="*/ 1519275 w 1857234"/>
              <a:gd name="connsiteY22" fmla="*/ 1901778 h 2280460"/>
              <a:gd name="connsiteX23" fmla="*/ 1630552 w 1857234"/>
              <a:gd name="connsiteY23" fmla="*/ 1734918 h 2280460"/>
              <a:gd name="connsiteX24" fmla="*/ 1667781 w 1857234"/>
              <a:gd name="connsiteY24" fmla="*/ 1594101 h 2280460"/>
              <a:gd name="connsiteX25" fmla="*/ 1678087 w 1857234"/>
              <a:gd name="connsiteY25" fmla="*/ 1484588 h 2280460"/>
              <a:gd name="connsiteX26" fmla="*/ 1737353 w 1857234"/>
              <a:gd name="connsiteY26" fmla="*/ 1549870 h 2280460"/>
              <a:gd name="connsiteX27" fmla="*/ 1788153 w 1857234"/>
              <a:gd name="connsiteY27" fmla="*/ 1524470 h 2280460"/>
              <a:gd name="connsiteX28" fmla="*/ 1810167 w 1857234"/>
              <a:gd name="connsiteY28" fmla="*/ 1405936 h 2280460"/>
              <a:gd name="connsiteX29" fmla="*/ 1849113 w 1857234"/>
              <a:gd name="connsiteY29" fmla="*/ 1309416 h 2280460"/>
              <a:gd name="connsiteX30" fmla="*/ 1855887 w 1857234"/>
              <a:gd name="connsiteY30" fmla="*/ 1211203 h 2280460"/>
              <a:gd name="connsiteX31" fmla="*/ 1830487 w 1857234"/>
              <a:gd name="connsiteY31" fmla="*/ 1092670 h 2280460"/>
              <a:gd name="connsiteX32" fmla="*/ 1754287 w 1857234"/>
              <a:gd name="connsiteY32" fmla="*/ 1118070 h 2280460"/>
              <a:gd name="connsiteX33" fmla="*/ 1720420 w 1857234"/>
              <a:gd name="connsiteY33" fmla="*/ 1164636 h 2280460"/>
              <a:gd name="connsiteX34" fmla="*/ 1686553 w 1857234"/>
              <a:gd name="connsiteY34" fmla="*/ 1236603 h 2280460"/>
              <a:gd name="connsiteX35" fmla="*/ 1703487 w 1857234"/>
              <a:gd name="connsiteY35" fmla="*/ 830203 h 2280460"/>
              <a:gd name="connsiteX36" fmla="*/ 1669620 w 1857234"/>
              <a:gd name="connsiteY36" fmla="*/ 505083 h 2280460"/>
              <a:gd name="connsiteX37" fmla="*/ 1474887 w 1857234"/>
              <a:gd name="connsiteY37" fmla="*/ 186736 h 2280460"/>
              <a:gd name="connsiteX38" fmla="*/ 1264278 w 1857234"/>
              <a:gd name="connsiteY38" fmla="*/ 62925 h 2280460"/>
              <a:gd name="connsiteX39" fmla="*/ 907620 w 1857234"/>
              <a:gd name="connsiteY39" fmla="*/ 470 h 2280460"/>
              <a:gd name="connsiteX40" fmla="*/ 699128 w 1857234"/>
              <a:gd name="connsiteY40" fmla="*/ 38246 h 2280460"/>
              <a:gd name="connsiteX0" fmla="*/ 699128 w 1857234"/>
              <a:gd name="connsiteY0" fmla="*/ 38246 h 2273485"/>
              <a:gd name="connsiteX1" fmla="*/ 530853 w 1857234"/>
              <a:gd name="connsiteY1" fmla="*/ 109476 h 2273485"/>
              <a:gd name="connsiteX2" fmla="*/ 359403 w 1857234"/>
              <a:gd name="connsiteY2" fmla="*/ 226951 h 2273485"/>
              <a:gd name="connsiteX3" fmla="*/ 194303 w 1857234"/>
              <a:gd name="connsiteY3" fmla="*/ 500001 h 2273485"/>
              <a:gd name="connsiteX4" fmla="*/ 143503 w 1857234"/>
              <a:gd name="connsiteY4" fmla="*/ 690502 h 2273485"/>
              <a:gd name="connsiteX5" fmla="*/ 143503 w 1857234"/>
              <a:gd name="connsiteY5" fmla="*/ 1058801 h 2273485"/>
              <a:gd name="connsiteX6" fmla="*/ 144562 w 1857234"/>
              <a:gd name="connsiteY6" fmla="*/ 1196386 h 2273485"/>
              <a:gd name="connsiteX7" fmla="*/ 92704 w 1857234"/>
              <a:gd name="connsiteY7" fmla="*/ 1145586 h 2273485"/>
              <a:gd name="connsiteX8" fmla="*/ 13329 w 1857234"/>
              <a:gd name="connsiteY8" fmla="*/ 1150878 h 2273485"/>
              <a:gd name="connsiteX9" fmla="*/ 1687 w 1857234"/>
              <a:gd name="connsiteY9" fmla="*/ 1262003 h 2273485"/>
              <a:gd name="connsiteX10" fmla="*/ 31320 w 1857234"/>
              <a:gd name="connsiteY10" fmla="*/ 1405937 h 2273485"/>
              <a:gd name="connsiteX11" fmla="*/ 99053 w 1857234"/>
              <a:gd name="connsiteY11" fmla="*/ 1511770 h 2273485"/>
              <a:gd name="connsiteX12" fmla="*/ 149853 w 1857234"/>
              <a:gd name="connsiteY12" fmla="*/ 1609136 h 2273485"/>
              <a:gd name="connsiteX13" fmla="*/ 213353 w 1857234"/>
              <a:gd name="connsiteY13" fmla="*/ 1626070 h 2273485"/>
              <a:gd name="connsiteX14" fmla="*/ 221820 w 1857234"/>
              <a:gd name="connsiteY14" fmla="*/ 1566803 h 2273485"/>
              <a:gd name="connsiteX15" fmla="*/ 221820 w 1857234"/>
              <a:gd name="connsiteY15" fmla="*/ 1532936 h 2273485"/>
              <a:gd name="connsiteX16" fmla="*/ 311275 w 1857234"/>
              <a:gd name="connsiteY16" fmla="*/ 1766178 h 2273485"/>
              <a:gd name="connsiteX17" fmla="*/ 448026 w 1857234"/>
              <a:gd name="connsiteY17" fmla="*/ 1942746 h 2273485"/>
              <a:gd name="connsiteX18" fmla="*/ 642954 w 1857234"/>
              <a:gd name="connsiteY18" fmla="*/ 2115725 h 2273485"/>
              <a:gd name="connsiteX19" fmla="*/ 817318 w 1857234"/>
              <a:gd name="connsiteY19" fmla="*/ 2249235 h 2273485"/>
              <a:gd name="connsiteX20" fmla="*/ 1085302 w 1857234"/>
              <a:gd name="connsiteY20" fmla="*/ 2260402 h 2273485"/>
              <a:gd name="connsiteX21" fmla="*/ 1304365 w 1857234"/>
              <a:gd name="connsiteY21" fmla="*/ 2109462 h 2273485"/>
              <a:gd name="connsiteX22" fmla="*/ 1519275 w 1857234"/>
              <a:gd name="connsiteY22" fmla="*/ 1901778 h 2273485"/>
              <a:gd name="connsiteX23" fmla="*/ 1630552 w 1857234"/>
              <a:gd name="connsiteY23" fmla="*/ 1734918 h 2273485"/>
              <a:gd name="connsiteX24" fmla="*/ 1667781 w 1857234"/>
              <a:gd name="connsiteY24" fmla="*/ 1594101 h 2273485"/>
              <a:gd name="connsiteX25" fmla="*/ 1678087 w 1857234"/>
              <a:gd name="connsiteY25" fmla="*/ 1484588 h 2273485"/>
              <a:gd name="connsiteX26" fmla="*/ 1737353 w 1857234"/>
              <a:gd name="connsiteY26" fmla="*/ 1549870 h 2273485"/>
              <a:gd name="connsiteX27" fmla="*/ 1788153 w 1857234"/>
              <a:gd name="connsiteY27" fmla="*/ 1524470 h 2273485"/>
              <a:gd name="connsiteX28" fmla="*/ 1810167 w 1857234"/>
              <a:gd name="connsiteY28" fmla="*/ 1405936 h 2273485"/>
              <a:gd name="connsiteX29" fmla="*/ 1849113 w 1857234"/>
              <a:gd name="connsiteY29" fmla="*/ 1309416 h 2273485"/>
              <a:gd name="connsiteX30" fmla="*/ 1855887 w 1857234"/>
              <a:gd name="connsiteY30" fmla="*/ 1211203 h 2273485"/>
              <a:gd name="connsiteX31" fmla="*/ 1830487 w 1857234"/>
              <a:gd name="connsiteY31" fmla="*/ 1092670 h 2273485"/>
              <a:gd name="connsiteX32" fmla="*/ 1754287 w 1857234"/>
              <a:gd name="connsiteY32" fmla="*/ 1118070 h 2273485"/>
              <a:gd name="connsiteX33" fmla="*/ 1720420 w 1857234"/>
              <a:gd name="connsiteY33" fmla="*/ 1164636 h 2273485"/>
              <a:gd name="connsiteX34" fmla="*/ 1686553 w 1857234"/>
              <a:gd name="connsiteY34" fmla="*/ 1236603 h 2273485"/>
              <a:gd name="connsiteX35" fmla="*/ 1703487 w 1857234"/>
              <a:gd name="connsiteY35" fmla="*/ 830203 h 2273485"/>
              <a:gd name="connsiteX36" fmla="*/ 1669620 w 1857234"/>
              <a:gd name="connsiteY36" fmla="*/ 505083 h 2273485"/>
              <a:gd name="connsiteX37" fmla="*/ 1474887 w 1857234"/>
              <a:gd name="connsiteY37" fmla="*/ 186736 h 2273485"/>
              <a:gd name="connsiteX38" fmla="*/ 1264278 w 1857234"/>
              <a:gd name="connsiteY38" fmla="*/ 62925 h 2273485"/>
              <a:gd name="connsiteX39" fmla="*/ 907620 w 1857234"/>
              <a:gd name="connsiteY39" fmla="*/ 470 h 2273485"/>
              <a:gd name="connsiteX40" fmla="*/ 699128 w 1857234"/>
              <a:gd name="connsiteY40" fmla="*/ 38246 h 2273485"/>
              <a:gd name="connsiteX0" fmla="*/ 699128 w 1857234"/>
              <a:gd name="connsiteY0" fmla="*/ 38246 h 2264613"/>
              <a:gd name="connsiteX1" fmla="*/ 530853 w 1857234"/>
              <a:gd name="connsiteY1" fmla="*/ 109476 h 2264613"/>
              <a:gd name="connsiteX2" fmla="*/ 359403 w 1857234"/>
              <a:gd name="connsiteY2" fmla="*/ 226951 h 2264613"/>
              <a:gd name="connsiteX3" fmla="*/ 194303 w 1857234"/>
              <a:gd name="connsiteY3" fmla="*/ 500001 h 2264613"/>
              <a:gd name="connsiteX4" fmla="*/ 143503 w 1857234"/>
              <a:gd name="connsiteY4" fmla="*/ 690502 h 2264613"/>
              <a:gd name="connsiteX5" fmla="*/ 143503 w 1857234"/>
              <a:gd name="connsiteY5" fmla="*/ 1058801 h 2264613"/>
              <a:gd name="connsiteX6" fmla="*/ 144562 w 1857234"/>
              <a:gd name="connsiteY6" fmla="*/ 1196386 h 2264613"/>
              <a:gd name="connsiteX7" fmla="*/ 92704 w 1857234"/>
              <a:gd name="connsiteY7" fmla="*/ 1145586 h 2264613"/>
              <a:gd name="connsiteX8" fmla="*/ 13329 w 1857234"/>
              <a:gd name="connsiteY8" fmla="*/ 1150878 h 2264613"/>
              <a:gd name="connsiteX9" fmla="*/ 1687 w 1857234"/>
              <a:gd name="connsiteY9" fmla="*/ 1262003 h 2264613"/>
              <a:gd name="connsiteX10" fmla="*/ 31320 w 1857234"/>
              <a:gd name="connsiteY10" fmla="*/ 1405937 h 2264613"/>
              <a:gd name="connsiteX11" fmla="*/ 99053 w 1857234"/>
              <a:gd name="connsiteY11" fmla="*/ 1511770 h 2264613"/>
              <a:gd name="connsiteX12" fmla="*/ 149853 w 1857234"/>
              <a:gd name="connsiteY12" fmla="*/ 1609136 h 2264613"/>
              <a:gd name="connsiteX13" fmla="*/ 213353 w 1857234"/>
              <a:gd name="connsiteY13" fmla="*/ 1626070 h 2264613"/>
              <a:gd name="connsiteX14" fmla="*/ 221820 w 1857234"/>
              <a:gd name="connsiteY14" fmla="*/ 1566803 h 2264613"/>
              <a:gd name="connsiteX15" fmla="*/ 221820 w 1857234"/>
              <a:gd name="connsiteY15" fmla="*/ 1532936 h 2264613"/>
              <a:gd name="connsiteX16" fmla="*/ 311275 w 1857234"/>
              <a:gd name="connsiteY16" fmla="*/ 1766178 h 2264613"/>
              <a:gd name="connsiteX17" fmla="*/ 448026 w 1857234"/>
              <a:gd name="connsiteY17" fmla="*/ 1942746 h 2264613"/>
              <a:gd name="connsiteX18" fmla="*/ 642954 w 1857234"/>
              <a:gd name="connsiteY18" fmla="*/ 2115725 h 2264613"/>
              <a:gd name="connsiteX19" fmla="*/ 817318 w 1857234"/>
              <a:gd name="connsiteY19" fmla="*/ 2249235 h 2264613"/>
              <a:gd name="connsiteX20" fmla="*/ 1085302 w 1857234"/>
              <a:gd name="connsiteY20" fmla="*/ 2260402 h 2264613"/>
              <a:gd name="connsiteX21" fmla="*/ 1135990 w 1857234"/>
              <a:gd name="connsiteY21" fmla="*/ 2237196 h 2264613"/>
              <a:gd name="connsiteX22" fmla="*/ 1304365 w 1857234"/>
              <a:gd name="connsiteY22" fmla="*/ 2109462 h 2264613"/>
              <a:gd name="connsiteX23" fmla="*/ 1519275 w 1857234"/>
              <a:gd name="connsiteY23" fmla="*/ 1901778 h 2264613"/>
              <a:gd name="connsiteX24" fmla="*/ 1630552 w 1857234"/>
              <a:gd name="connsiteY24" fmla="*/ 1734918 h 2264613"/>
              <a:gd name="connsiteX25" fmla="*/ 1667781 w 1857234"/>
              <a:gd name="connsiteY25" fmla="*/ 1594101 h 2264613"/>
              <a:gd name="connsiteX26" fmla="*/ 1678087 w 1857234"/>
              <a:gd name="connsiteY26" fmla="*/ 1484588 h 2264613"/>
              <a:gd name="connsiteX27" fmla="*/ 1737353 w 1857234"/>
              <a:gd name="connsiteY27" fmla="*/ 1549870 h 2264613"/>
              <a:gd name="connsiteX28" fmla="*/ 1788153 w 1857234"/>
              <a:gd name="connsiteY28" fmla="*/ 1524470 h 2264613"/>
              <a:gd name="connsiteX29" fmla="*/ 1810167 w 1857234"/>
              <a:gd name="connsiteY29" fmla="*/ 1405936 h 2264613"/>
              <a:gd name="connsiteX30" fmla="*/ 1849113 w 1857234"/>
              <a:gd name="connsiteY30" fmla="*/ 1309416 h 2264613"/>
              <a:gd name="connsiteX31" fmla="*/ 1855887 w 1857234"/>
              <a:gd name="connsiteY31" fmla="*/ 1211203 h 2264613"/>
              <a:gd name="connsiteX32" fmla="*/ 1830487 w 1857234"/>
              <a:gd name="connsiteY32" fmla="*/ 1092670 h 2264613"/>
              <a:gd name="connsiteX33" fmla="*/ 1754287 w 1857234"/>
              <a:gd name="connsiteY33" fmla="*/ 1118070 h 2264613"/>
              <a:gd name="connsiteX34" fmla="*/ 1720420 w 1857234"/>
              <a:gd name="connsiteY34" fmla="*/ 1164636 h 2264613"/>
              <a:gd name="connsiteX35" fmla="*/ 1686553 w 1857234"/>
              <a:gd name="connsiteY35" fmla="*/ 1236603 h 2264613"/>
              <a:gd name="connsiteX36" fmla="*/ 1703487 w 1857234"/>
              <a:gd name="connsiteY36" fmla="*/ 830203 h 2264613"/>
              <a:gd name="connsiteX37" fmla="*/ 1669620 w 1857234"/>
              <a:gd name="connsiteY37" fmla="*/ 505083 h 2264613"/>
              <a:gd name="connsiteX38" fmla="*/ 1474887 w 1857234"/>
              <a:gd name="connsiteY38" fmla="*/ 186736 h 2264613"/>
              <a:gd name="connsiteX39" fmla="*/ 1264278 w 1857234"/>
              <a:gd name="connsiteY39" fmla="*/ 62925 h 2264613"/>
              <a:gd name="connsiteX40" fmla="*/ 907620 w 1857234"/>
              <a:gd name="connsiteY40" fmla="*/ 470 h 2264613"/>
              <a:gd name="connsiteX41" fmla="*/ 699128 w 1857234"/>
              <a:gd name="connsiteY41" fmla="*/ 38246 h 2264613"/>
              <a:gd name="connsiteX0" fmla="*/ 699128 w 1857234"/>
              <a:gd name="connsiteY0" fmla="*/ 38246 h 2260791"/>
              <a:gd name="connsiteX1" fmla="*/ 530853 w 1857234"/>
              <a:gd name="connsiteY1" fmla="*/ 109476 h 2260791"/>
              <a:gd name="connsiteX2" fmla="*/ 359403 w 1857234"/>
              <a:gd name="connsiteY2" fmla="*/ 226951 h 2260791"/>
              <a:gd name="connsiteX3" fmla="*/ 194303 w 1857234"/>
              <a:gd name="connsiteY3" fmla="*/ 500001 h 2260791"/>
              <a:gd name="connsiteX4" fmla="*/ 143503 w 1857234"/>
              <a:gd name="connsiteY4" fmla="*/ 690502 h 2260791"/>
              <a:gd name="connsiteX5" fmla="*/ 143503 w 1857234"/>
              <a:gd name="connsiteY5" fmla="*/ 1058801 h 2260791"/>
              <a:gd name="connsiteX6" fmla="*/ 144562 w 1857234"/>
              <a:gd name="connsiteY6" fmla="*/ 1196386 h 2260791"/>
              <a:gd name="connsiteX7" fmla="*/ 92704 w 1857234"/>
              <a:gd name="connsiteY7" fmla="*/ 1145586 h 2260791"/>
              <a:gd name="connsiteX8" fmla="*/ 13329 w 1857234"/>
              <a:gd name="connsiteY8" fmla="*/ 1150878 h 2260791"/>
              <a:gd name="connsiteX9" fmla="*/ 1687 w 1857234"/>
              <a:gd name="connsiteY9" fmla="*/ 1262003 h 2260791"/>
              <a:gd name="connsiteX10" fmla="*/ 31320 w 1857234"/>
              <a:gd name="connsiteY10" fmla="*/ 1405937 h 2260791"/>
              <a:gd name="connsiteX11" fmla="*/ 99053 w 1857234"/>
              <a:gd name="connsiteY11" fmla="*/ 1511770 h 2260791"/>
              <a:gd name="connsiteX12" fmla="*/ 149853 w 1857234"/>
              <a:gd name="connsiteY12" fmla="*/ 1609136 h 2260791"/>
              <a:gd name="connsiteX13" fmla="*/ 213353 w 1857234"/>
              <a:gd name="connsiteY13" fmla="*/ 1626070 h 2260791"/>
              <a:gd name="connsiteX14" fmla="*/ 221820 w 1857234"/>
              <a:gd name="connsiteY14" fmla="*/ 1566803 h 2260791"/>
              <a:gd name="connsiteX15" fmla="*/ 221820 w 1857234"/>
              <a:gd name="connsiteY15" fmla="*/ 1532936 h 2260791"/>
              <a:gd name="connsiteX16" fmla="*/ 311275 w 1857234"/>
              <a:gd name="connsiteY16" fmla="*/ 1766178 h 2260791"/>
              <a:gd name="connsiteX17" fmla="*/ 448026 w 1857234"/>
              <a:gd name="connsiteY17" fmla="*/ 1942746 h 2260791"/>
              <a:gd name="connsiteX18" fmla="*/ 642954 w 1857234"/>
              <a:gd name="connsiteY18" fmla="*/ 2115725 h 2260791"/>
              <a:gd name="connsiteX19" fmla="*/ 812665 w 1857234"/>
              <a:gd name="connsiteY19" fmla="*/ 2239951 h 2260791"/>
              <a:gd name="connsiteX20" fmla="*/ 1085302 w 1857234"/>
              <a:gd name="connsiteY20" fmla="*/ 2260402 h 2260791"/>
              <a:gd name="connsiteX21" fmla="*/ 1135990 w 1857234"/>
              <a:gd name="connsiteY21" fmla="*/ 2237196 h 2260791"/>
              <a:gd name="connsiteX22" fmla="*/ 1304365 w 1857234"/>
              <a:gd name="connsiteY22" fmla="*/ 2109462 h 2260791"/>
              <a:gd name="connsiteX23" fmla="*/ 1519275 w 1857234"/>
              <a:gd name="connsiteY23" fmla="*/ 1901778 h 2260791"/>
              <a:gd name="connsiteX24" fmla="*/ 1630552 w 1857234"/>
              <a:gd name="connsiteY24" fmla="*/ 1734918 h 2260791"/>
              <a:gd name="connsiteX25" fmla="*/ 1667781 w 1857234"/>
              <a:gd name="connsiteY25" fmla="*/ 1594101 h 2260791"/>
              <a:gd name="connsiteX26" fmla="*/ 1678087 w 1857234"/>
              <a:gd name="connsiteY26" fmla="*/ 1484588 h 2260791"/>
              <a:gd name="connsiteX27" fmla="*/ 1737353 w 1857234"/>
              <a:gd name="connsiteY27" fmla="*/ 1549870 h 2260791"/>
              <a:gd name="connsiteX28" fmla="*/ 1788153 w 1857234"/>
              <a:gd name="connsiteY28" fmla="*/ 1524470 h 2260791"/>
              <a:gd name="connsiteX29" fmla="*/ 1810167 w 1857234"/>
              <a:gd name="connsiteY29" fmla="*/ 1405936 h 2260791"/>
              <a:gd name="connsiteX30" fmla="*/ 1849113 w 1857234"/>
              <a:gd name="connsiteY30" fmla="*/ 1309416 h 2260791"/>
              <a:gd name="connsiteX31" fmla="*/ 1855887 w 1857234"/>
              <a:gd name="connsiteY31" fmla="*/ 1211203 h 2260791"/>
              <a:gd name="connsiteX32" fmla="*/ 1830487 w 1857234"/>
              <a:gd name="connsiteY32" fmla="*/ 1092670 h 2260791"/>
              <a:gd name="connsiteX33" fmla="*/ 1754287 w 1857234"/>
              <a:gd name="connsiteY33" fmla="*/ 1118070 h 2260791"/>
              <a:gd name="connsiteX34" fmla="*/ 1720420 w 1857234"/>
              <a:gd name="connsiteY34" fmla="*/ 1164636 h 2260791"/>
              <a:gd name="connsiteX35" fmla="*/ 1686553 w 1857234"/>
              <a:gd name="connsiteY35" fmla="*/ 1236603 h 2260791"/>
              <a:gd name="connsiteX36" fmla="*/ 1703487 w 1857234"/>
              <a:gd name="connsiteY36" fmla="*/ 830203 h 2260791"/>
              <a:gd name="connsiteX37" fmla="*/ 1669620 w 1857234"/>
              <a:gd name="connsiteY37" fmla="*/ 505083 h 2260791"/>
              <a:gd name="connsiteX38" fmla="*/ 1474887 w 1857234"/>
              <a:gd name="connsiteY38" fmla="*/ 186736 h 2260791"/>
              <a:gd name="connsiteX39" fmla="*/ 1264278 w 1857234"/>
              <a:gd name="connsiteY39" fmla="*/ 62925 h 2260791"/>
              <a:gd name="connsiteX40" fmla="*/ 907620 w 1857234"/>
              <a:gd name="connsiteY40" fmla="*/ 470 h 2260791"/>
              <a:gd name="connsiteX41" fmla="*/ 699128 w 1857234"/>
              <a:gd name="connsiteY41" fmla="*/ 38246 h 2260791"/>
              <a:gd name="connsiteX0" fmla="*/ 699128 w 1857234"/>
              <a:gd name="connsiteY0" fmla="*/ 38246 h 2249919"/>
              <a:gd name="connsiteX1" fmla="*/ 530853 w 1857234"/>
              <a:gd name="connsiteY1" fmla="*/ 109476 h 2249919"/>
              <a:gd name="connsiteX2" fmla="*/ 359403 w 1857234"/>
              <a:gd name="connsiteY2" fmla="*/ 226951 h 2249919"/>
              <a:gd name="connsiteX3" fmla="*/ 194303 w 1857234"/>
              <a:gd name="connsiteY3" fmla="*/ 500001 h 2249919"/>
              <a:gd name="connsiteX4" fmla="*/ 143503 w 1857234"/>
              <a:gd name="connsiteY4" fmla="*/ 690502 h 2249919"/>
              <a:gd name="connsiteX5" fmla="*/ 143503 w 1857234"/>
              <a:gd name="connsiteY5" fmla="*/ 1058801 h 2249919"/>
              <a:gd name="connsiteX6" fmla="*/ 144562 w 1857234"/>
              <a:gd name="connsiteY6" fmla="*/ 1196386 h 2249919"/>
              <a:gd name="connsiteX7" fmla="*/ 92704 w 1857234"/>
              <a:gd name="connsiteY7" fmla="*/ 1145586 h 2249919"/>
              <a:gd name="connsiteX8" fmla="*/ 13329 w 1857234"/>
              <a:gd name="connsiteY8" fmla="*/ 1150878 h 2249919"/>
              <a:gd name="connsiteX9" fmla="*/ 1687 w 1857234"/>
              <a:gd name="connsiteY9" fmla="*/ 1262003 h 2249919"/>
              <a:gd name="connsiteX10" fmla="*/ 31320 w 1857234"/>
              <a:gd name="connsiteY10" fmla="*/ 1405937 h 2249919"/>
              <a:gd name="connsiteX11" fmla="*/ 99053 w 1857234"/>
              <a:gd name="connsiteY11" fmla="*/ 1511770 h 2249919"/>
              <a:gd name="connsiteX12" fmla="*/ 149853 w 1857234"/>
              <a:gd name="connsiteY12" fmla="*/ 1609136 h 2249919"/>
              <a:gd name="connsiteX13" fmla="*/ 213353 w 1857234"/>
              <a:gd name="connsiteY13" fmla="*/ 1626070 h 2249919"/>
              <a:gd name="connsiteX14" fmla="*/ 221820 w 1857234"/>
              <a:gd name="connsiteY14" fmla="*/ 1566803 h 2249919"/>
              <a:gd name="connsiteX15" fmla="*/ 221820 w 1857234"/>
              <a:gd name="connsiteY15" fmla="*/ 1532936 h 2249919"/>
              <a:gd name="connsiteX16" fmla="*/ 311275 w 1857234"/>
              <a:gd name="connsiteY16" fmla="*/ 1766178 h 2249919"/>
              <a:gd name="connsiteX17" fmla="*/ 448026 w 1857234"/>
              <a:gd name="connsiteY17" fmla="*/ 1942746 h 2249919"/>
              <a:gd name="connsiteX18" fmla="*/ 642954 w 1857234"/>
              <a:gd name="connsiteY18" fmla="*/ 2115725 h 2249919"/>
              <a:gd name="connsiteX19" fmla="*/ 812665 w 1857234"/>
              <a:gd name="connsiteY19" fmla="*/ 2239951 h 2249919"/>
              <a:gd name="connsiteX20" fmla="*/ 1108568 w 1857234"/>
              <a:gd name="connsiteY20" fmla="*/ 2241834 h 2249919"/>
              <a:gd name="connsiteX21" fmla="*/ 1135990 w 1857234"/>
              <a:gd name="connsiteY21" fmla="*/ 2237196 h 2249919"/>
              <a:gd name="connsiteX22" fmla="*/ 1304365 w 1857234"/>
              <a:gd name="connsiteY22" fmla="*/ 2109462 h 2249919"/>
              <a:gd name="connsiteX23" fmla="*/ 1519275 w 1857234"/>
              <a:gd name="connsiteY23" fmla="*/ 1901778 h 2249919"/>
              <a:gd name="connsiteX24" fmla="*/ 1630552 w 1857234"/>
              <a:gd name="connsiteY24" fmla="*/ 1734918 h 2249919"/>
              <a:gd name="connsiteX25" fmla="*/ 1667781 w 1857234"/>
              <a:gd name="connsiteY25" fmla="*/ 1594101 h 2249919"/>
              <a:gd name="connsiteX26" fmla="*/ 1678087 w 1857234"/>
              <a:gd name="connsiteY26" fmla="*/ 1484588 h 2249919"/>
              <a:gd name="connsiteX27" fmla="*/ 1737353 w 1857234"/>
              <a:gd name="connsiteY27" fmla="*/ 1549870 h 2249919"/>
              <a:gd name="connsiteX28" fmla="*/ 1788153 w 1857234"/>
              <a:gd name="connsiteY28" fmla="*/ 1524470 h 2249919"/>
              <a:gd name="connsiteX29" fmla="*/ 1810167 w 1857234"/>
              <a:gd name="connsiteY29" fmla="*/ 1405936 h 2249919"/>
              <a:gd name="connsiteX30" fmla="*/ 1849113 w 1857234"/>
              <a:gd name="connsiteY30" fmla="*/ 1309416 h 2249919"/>
              <a:gd name="connsiteX31" fmla="*/ 1855887 w 1857234"/>
              <a:gd name="connsiteY31" fmla="*/ 1211203 h 2249919"/>
              <a:gd name="connsiteX32" fmla="*/ 1830487 w 1857234"/>
              <a:gd name="connsiteY32" fmla="*/ 1092670 h 2249919"/>
              <a:gd name="connsiteX33" fmla="*/ 1754287 w 1857234"/>
              <a:gd name="connsiteY33" fmla="*/ 1118070 h 2249919"/>
              <a:gd name="connsiteX34" fmla="*/ 1720420 w 1857234"/>
              <a:gd name="connsiteY34" fmla="*/ 1164636 h 2249919"/>
              <a:gd name="connsiteX35" fmla="*/ 1686553 w 1857234"/>
              <a:gd name="connsiteY35" fmla="*/ 1236603 h 2249919"/>
              <a:gd name="connsiteX36" fmla="*/ 1703487 w 1857234"/>
              <a:gd name="connsiteY36" fmla="*/ 830203 h 2249919"/>
              <a:gd name="connsiteX37" fmla="*/ 1669620 w 1857234"/>
              <a:gd name="connsiteY37" fmla="*/ 505083 h 2249919"/>
              <a:gd name="connsiteX38" fmla="*/ 1474887 w 1857234"/>
              <a:gd name="connsiteY38" fmla="*/ 186736 h 2249919"/>
              <a:gd name="connsiteX39" fmla="*/ 1264278 w 1857234"/>
              <a:gd name="connsiteY39" fmla="*/ 62925 h 2249919"/>
              <a:gd name="connsiteX40" fmla="*/ 907620 w 1857234"/>
              <a:gd name="connsiteY40" fmla="*/ 470 h 2249919"/>
              <a:gd name="connsiteX41" fmla="*/ 699128 w 1857234"/>
              <a:gd name="connsiteY41" fmla="*/ 38246 h 2249919"/>
              <a:gd name="connsiteX0" fmla="*/ 699128 w 1857234"/>
              <a:gd name="connsiteY0" fmla="*/ 38246 h 2260616"/>
              <a:gd name="connsiteX1" fmla="*/ 530853 w 1857234"/>
              <a:gd name="connsiteY1" fmla="*/ 109476 h 2260616"/>
              <a:gd name="connsiteX2" fmla="*/ 359403 w 1857234"/>
              <a:gd name="connsiteY2" fmla="*/ 226951 h 2260616"/>
              <a:gd name="connsiteX3" fmla="*/ 194303 w 1857234"/>
              <a:gd name="connsiteY3" fmla="*/ 500001 h 2260616"/>
              <a:gd name="connsiteX4" fmla="*/ 143503 w 1857234"/>
              <a:gd name="connsiteY4" fmla="*/ 690502 h 2260616"/>
              <a:gd name="connsiteX5" fmla="*/ 143503 w 1857234"/>
              <a:gd name="connsiteY5" fmla="*/ 1058801 h 2260616"/>
              <a:gd name="connsiteX6" fmla="*/ 144562 w 1857234"/>
              <a:gd name="connsiteY6" fmla="*/ 1196386 h 2260616"/>
              <a:gd name="connsiteX7" fmla="*/ 92704 w 1857234"/>
              <a:gd name="connsiteY7" fmla="*/ 1145586 h 2260616"/>
              <a:gd name="connsiteX8" fmla="*/ 13329 w 1857234"/>
              <a:gd name="connsiteY8" fmla="*/ 1150878 h 2260616"/>
              <a:gd name="connsiteX9" fmla="*/ 1687 w 1857234"/>
              <a:gd name="connsiteY9" fmla="*/ 1262003 h 2260616"/>
              <a:gd name="connsiteX10" fmla="*/ 31320 w 1857234"/>
              <a:gd name="connsiteY10" fmla="*/ 1405937 h 2260616"/>
              <a:gd name="connsiteX11" fmla="*/ 99053 w 1857234"/>
              <a:gd name="connsiteY11" fmla="*/ 1511770 h 2260616"/>
              <a:gd name="connsiteX12" fmla="*/ 149853 w 1857234"/>
              <a:gd name="connsiteY12" fmla="*/ 1609136 h 2260616"/>
              <a:gd name="connsiteX13" fmla="*/ 213353 w 1857234"/>
              <a:gd name="connsiteY13" fmla="*/ 1626070 h 2260616"/>
              <a:gd name="connsiteX14" fmla="*/ 221820 w 1857234"/>
              <a:gd name="connsiteY14" fmla="*/ 1566803 h 2260616"/>
              <a:gd name="connsiteX15" fmla="*/ 221820 w 1857234"/>
              <a:gd name="connsiteY15" fmla="*/ 1532936 h 2260616"/>
              <a:gd name="connsiteX16" fmla="*/ 311275 w 1857234"/>
              <a:gd name="connsiteY16" fmla="*/ 1766178 h 2260616"/>
              <a:gd name="connsiteX17" fmla="*/ 448026 w 1857234"/>
              <a:gd name="connsiteY17" fmla="*/ 1942746 h 2260616"/>
              <a:gd name="connsiteX18" fmla="*/ 642954 w 1857234"/>
              <a:gd name="connsiteY18" fmla="*/ 2115725 h 2260616"/>
              <a:gd name="connsiteX19" fmla="*/ 812665 w 1857234"/>
              <a:gd name="connsiteY19" fmla="*/ 2239951 h 2260616"/>
              <a:gd name="connsiteX20" fmla="*/ 1108568 w 1857234"/>
              <a:gd name="connsiteY20" fmla="*/ 2241834 h 2260616"/>
              <a:gd name="connsiteX21" fmla="*/ 1163909 w 1857234"/>
              <a:gd name="connsiteY21" fmla="*/ 2251122 h 2260616"/>
              <a:gd name="connsiteX22" fmla="*/ 1304365 w 1857234"/>
              <a:gd name="connsiteY22" fmla="*/ 2109462 h 2260616"/>
              <a:gd name="connsiteX23" fmla="*/ 1519275 w 1857234"/>
              <a:gd name="connsiteY23" fmla="*/ 1901778 h 2260616"/>
              <a:gd name="connsiteX24" fmla="*/ 1630552 w 1857234"/>
              <a:gd name="connsiteY24" fmla="*/ 1734918 h 2260616"/>
              <a:gd name="connsiteX25" fmla="*/ 1667781 w 1857234"/>
              <a:gd name="connsiteY25" fmla="*/ 1594101 h 2260616"/>
              <a:gd name="connsiteX26" fmla="*/ 1678087 w 1857234"/>
              <a:gd name="connsiteY26" fmla="*/ 1484588 h 2260616"/>
              <a:gd name="connsiteX27" fmla="*/ 1737353 w 1857234"/>
              <a:gd name="connsiteY27" fmla="*/ 1549870 h 2260616"/>
              <a:gd name="connsiteX28" fmla="*/ 1788153 w 1857234"/>
              <a:gd name="connsiteY28" fmla="*/ 1524470 h 2260616"/>
              <a:gd name="connsiteX29" fmla="*/ 1810167 w 1857234"/>
              <a:gd name="connsiteY29" fmla="*/ 1405936 h 2260616"/>
              <a:gd name="connsiteX30" fmla="*/ 1849113 w 1857234"/>
              <a:gd name="connsiteY30" fmla="*/ 1309416 h 2260616"/>
              <a:gd name="connsiteX31" fmla="*/ 1855887 w 1857234"/>
              <a:gd name="connsiteY31" fmla="*/ 1211203 h 2260616"/>
              <a:gd name="connsiteX32" fmla="*/ 1830487 w 1857234"/>
              <a:gd name="connsiteY32" fmla="*/ 1092670 h 2260616"/>
              <a:gd name="connsiteX33" fmla="*/ 1754287 w 1857234"/>
              <a:gd name="connsiteY33" fmla="*/ 1118070 h 2260616"/>
              <a:gd name="connsiteX34" fmla="*/ 1720420 w 1857234"/>
              <a:gd name="connsiteY34" fmla="*/ 1164636 h 2260616"/>
              <a:gd name="connsiteX35" fmla="*/ 1686553 w 1857234"/>
              <a:gd name="connsiteY35" fmla="*/ 1236603 h 2260616"/>
              <a:gd name="connsiteX36" fmla="*/ 1703487 w 1857234"/>
              <a:gd name="connsiteY36" fmla="*/ 830203 h 2260616"/>
              <a:gd name="connsiteX37" fmla="*/ 1669620 w 1857234"/>
              <a:gd name="connsiteY37" fmla="*/ 505083 h 2260616"/>
              <a:gd name="connsiteX38" fmla="*/ 1474887 w 1857234"/>
              <a:gd name="connsiteY38" fmla="*/ 186736 h 2260616"/>
              <a:gd name="connsiteX39" fmla="*/ 1264278 w 1857234"/>
              <a:gd name="connsiteY39" fmla="*/ 62925 h 2260616"/>
              <a:gd name="connsiteX40" fmla="*/ 907620 w 1857234"/>
              <a:gd name="connsiteY40" fmla="*/ 470 h 2260616"/>
              <a:gd name="connsiteX41" fmla="*/ 699128 w 1857234"/>
              <a:gd name="connsiteY41" fmla="*/ 38246 h 2260616"/>
              <a:gd name="connsiteX0" fmla="*/ 699128 w 1857234"/>
              <a:gd name="connsiteY0" fmla="*/ 38246 h 2252593"/>
              <a:gd name="connsiteX1" fmla="*/ 530853 w 1857234"/>
              <a:gd name="connsiteY1" fmla="*/ 109476 h 2252593"/>
              <a:gd name="connsiteX2" fmla="*/ 359403 w 1857234"/>
              <a:gd name="connsiteY2" fmla="*/ 226951 h 2252593"/>
              <a:gd name="connsiteX3" fmla="*/ 194303 w 1857234"/>
              <a:gd name="connsiteY3" fmla="*/ 500001 h 2252593"/>
              <a:gd name="connsiteX4" fmla="*/ 143503 w 1857234"/>
              <a:gd name="connsiteY4" fmla="*/ 690502 h 2252593"/>
              <a:gd name="connsiteX5" fmla="*/ 143503 w 1857234"/>
              <a:gd name="connsiteY5" fmla="*/ 1058801 h 2252593"/>
              <a:gd name="connsiteX6" fmla="*/ 144562 w 1857234"/>
              <a:gd name="connsiteY6" fmla="*/ 1196386 h 2252593"/>
              <a:gd name="connsiteX7" fmla="*/ 92704 w 1857234"/>
              <a:gd name="connsiteY7" fmla="*/ 1145586 h 2252593"/>
              <a:gd name="connsiteX8" fmla="*/ 13329 w 1857234"/>
              <a:gd name="connsiteY8" fmla="*/ 1150878 h 2252593"/>
              <a:gd name="connsiteX9" fmla="*/ 1687 w 1857234"/>
              <a:gd name="connsiteY9" fmla="*/ 1262003 h 2252593"/>
              <a:gd name="connsiteX10" fmla="*/ 31320 w 1857234"/>
              <a:gd name="connsiteY10" fmla="*/ 1405937 h 2252593"/>
              <a:gd name="connsiteX11" fmla="*/ 99053 w 1857234"/>
              <a:gd name="connsiteY11" fmla="*/ 1511770 h 2252593"/>
              <a:gd name="connsiteX12" fmla="*/ 149853 w 1857234"/>
              <a:gd name="connsiteY12" fmla="*/ 1609136 h 2252593"/>
              <a:gd name="connsiteX13" fmla="*/ 213353 w 1857234"/>
              <a:gd name="connsiteY13" fmla="*/ 1626070 h 2252593"/>
              <a:gd name="connsiteX14" fmla="*/ 221820 w 1857234"/>
              <a:gd name="connsiteY14" fmla="*/ 1566803 h 2252593"/>
              <a:gd name="connsiteX15" fmla="*/ 221820 w 1857234"/>
              <a:gd name="connsiteY15" fmla="*/ 1532936 h 2252593"/>
              <a:gd name="connsiteX16" fmla="*/ 311275 w 1857234"/>
              <a:gd name="connsiteY16" fmla="*/ 1766178 h 2252593"/>
              <a:gd name="connsiteX17" fmla="*/ 448026 w 1857234"/>
              <a:gd name="connsiteY17" fmla="*/ 1942746 h 2252593"/>
              <a:gd name="connsiteX18" fmla="*/ 642954 w 1857234"/>
              <a:gd name="connsiteY18" fmla="*/ 2115725 h 2252593"/>
              <a:gd name="connsiteX19" fmla="*/ 812665 w 1857234"/>
              <a:gd name="connsiteY19" fmla="*/ 2239951 h 2252593"/>
              <a:gd name="connsiteX20" fmla="*/ 1108568 w 1857234"/>
              <a:gd name="connsiteY20" fmla="*/ 2241834 h 2252593"/>
              <a:gd name="connsiteX21" fmla="*/ 1219747 w 1857234"/>
              <a:gd name="connsiteY21" fmla="*/ 2181492 h 2252593"/>
              <a:gd name="connsiteX22" fmla="*/ 1304365 w 1857234"/>
              <a:gd name="connsiteY22" fmla="*/ 2109462 h 2252593"/>
              <a:gd name="connsiteX23" fmla="*/ 1519275 w 1857234"/>
              <a:gd name="connsiteY23" fmla="*/ 1901778 h 2252593"/>
              <a:gd name="connsiteX24" fmla="*/ 1630552 w 1857234"/>
              <a:gd name="connsiteY24" fmla="*/ 1734918 h 2252593"/>
              <a:gd name="connsiteX25" fmla="*/ 1667781 w 1857234"/>
              <a:gd name="connsiteY25" fmla="*/ 1594101 h 2252593"/>
              <a:gd name="connsiteX26" fmla="*/ 1678087 w 1857234"/>
              <a:gd name="connsiteY26" fmla="*/ 1484588 h 2252593"/>
              <a:gd name="connsiteX27" fmla="*/ 1737353 w 1857234"/>
              <a:gd name="connsiteY27" fmla="*/ 1549870 h 2252593"/>
              <a:gd name="connsiteX28" fmla="*/ 1788153 w 1857234"/>
              <a:gd name="connsiteY28" fmla="*/ 1524470 h 2252593"/>
              <a:gd name="connsiteX29" fmla="*/ 1810167 w 1857234"/>
              <a:gd name="connsiteY29" fmla="*/ 1405936 h 2252593"/>
              <a:gd name="connsiteX30" fmla="*/ 1849113 w 1857234"/>
              <a:gd name="connsiteY30" fmla="*/ 1309416 h 2252593"/>
              <a:gd name="connsiteX31" fmla="*/ 1855887 w 1857234"/>
              <a:gd name="connsiteY31" fmla="*/ 1211203 h 2252593"/>
              <a:gd name="connsiteX32" fmla="*/ 1830487 w 1857234"/>
              <a:gd name="connsiteY32" fmla="*/ 1092670 h 2252593"/>
              <a:gd name="connsiteX33" fmla="*/ 1754287 w 1857234"/>
              <a:gd name="connsiteY33" fmla="*/ 1118070 h 2252593"/>
              <a:gd name="connsiteX34" fmla="*/ 1720420 w 1857234"/>
              <a:gd name="connsiteY34" fmla="*/ 1164636 h 2252593"/>
              <a:gd name="connsiteX35" fmla="*/ 1686553 w 1857234"/>
              <a:gd name="connsiteY35" fmla="*/ 1236603 h 2252593"/>
              <a:gd name="connsiteX36" fmla="*/ 1703487 w 1857234"/>
              <a:gd name="connsiteY36" fmla="*/ 830203 h 2252593"/>
              <a:gd name="connsiteX37" fmla="*/ 1669620 w 1857234"/>
              <a:gd name="connsiteY37" fmla="*/ 505083 h 2252593"/>
              <a:gd name="connsiteX38" fmla="*/ 1474887 w 1857234"/>
              <a:gd name="connsiteY38" fmla="*/ 186736 h 2252593"/>
              <a:gd name="connsiteX39" fmla="*/ 1264278 w 1857234"/>
              <a:gd name="connsiteY39" fmla="*/ 62925 h 2252593"/>
              <a:gd name="connsiteX40" fmla="*/ 907620 w 1857234"/>
              <a:gd name="connsiteY40" fmla="*/ 470 h 2252593"/>
              <a:gd name="connsiteX41" fmla="*/ 699128 w 1857234"/>
              <a:gd name="connsiteY41" fmla="*/ 38246 h 2252593"/>
              <a:gd name="connsiteX0" fmla="*/ 699128 w 1857234"/>
              <a:gd name="connsiteY0" fmla="*/ 38246 h 2264838"/>
              <a:gd name="connsiteX1" fmla="*/ 530853 w 1857234"/>
              <a:gd name="connsiteY1" fmla="*/ 109476 h 2264838"/>
              <a:gd name="connsiteX2" fmla="*/ 359403 w 1857234"/>
              <a:gd name="connsiteY2" fmla="*/ 226951 h 2264838"/>
              <a:gd name="connsiteX3" fmla="*/ 194303 w 1857234"/>
              <a:gd name="connsiteY3" fmla="*/ 500001 h 2264838"/>
              <a:gd name="connsiteX4" fmla="*/ 143503 w 1857234"/>
              <a:gd name="connsiteY4" fmla="*/ 690502 h 2264838"/>
              <a:gd name="connsiteX5" fmla="*/ 143503 w 1857234"/>
              <a:gd name="connsiteY5" fmla="*/ 1058801 h 2264838"/>
              <a:gd name="connsiteX6" fmla="*/ 144562 w 1857234"/>
              <a:gd name="connsiteY6" fmla="*/ 1196386 h 2264838"/>
              <a:gd name="connsiteX7" fmla="*/ 92704 w 1857234"/>
              <a:gd name="connsiteY7" fmla="*/ 1145586 h 2264838"/>
              <a:gd name="connsiteX8" fmla="*/ 13329 w 1857234"/>
              <a:gd name="connsiteY8" fmla="*/ 1150878 h 2264838"/>
              <a:gd name="connsiteX9" fmla="*/ 1687 w 1857234"/>
              <a:gd name="connsiteY9" fmla="*/ 1262003 h 2264838"/>
              <a:gd name="connsiteX10" fmla="*/ 31320 w 1857234"/>
              <a:gd name="connsiteY10" fmla="*/ 1405937 h 2264838"/>
              <a:gd name="connsiteX11" fmla="*/ 99053 w 1857234"/>
              <a:gd name="connsiteY11" fmla="*/ 1511770 h 2264838"/>
              <a:gd name="connsiteX12" fmla="*/ 149853 w 1857234"/>
              <a:gd name="connsiteY12" fmla="*/ 1609136 h 2264838"/>
              <a:gd name="connsiteX13" fmla="*/ 213353 w 1857234"/>
              <a:gd name="connsiteY13" fmla="*/ 1626070 h 2264838"/>
              <a:gd name="connsiteX14" fmla="*/ 221820 w 1857234"/>
              <a:gd name="connsiteY14" fmla="*/ 1566803 h 2264838"/>
              <a:gd name="connsiteX15" fmla="*/ 221820 w 1857234"/>
              <a:gd name="connsiteY15" fmla="*/ 1532936 h 2264838"/>
              <a:gd name="connsiteX16" fmla="*/ 311275 w 1857234"/>
              <a:gd name="connsiteY16" fmla="*/ 1766178 h 2264838"/>
              <a:gd name="connsiteX17" fmla="*/ 448026 w 1857234"/>
              <a:gd name="connsiteY17" fmla="*/ 1942746 h 2264838"/>
              <a:gd name="connsiteX18" fmla="*/ 642954 w 1857234"/>
              <a:gd name="connsiteY18" fmla="*/ 2115725 h 2264838"/>
              <a:gd name="connsiteX19" fmla="*/ 812665 w 1857234"/>
              <a:gd name="connsiteY19" fmla="*/ 2239951 h 2264838"/>
              <a:gd name="connsiteX20" fmla="*/ 1108568 w 1857234"/>
              <a:gd name="connsiteY20" fmla="*/ 2260402 h 2264838"/>
              <a:gd name="connsiteX21" fmla="*/ 1219747 w 1857234"/>
              <a:gd name="connsiteY21" fmla="*/ 2181492 h 2264838"/>
              <a:gd name="connsiteX22" fmla="*/ 1304365 w 1857234"/>
              <a:gd name="connsiteY22" fmla="*/ 2109462 h 2264838"/>
              <a:gd name="connsiteX23" fmla="*/ 1519275 w 1857234"/>
              <a:gd name="connsiteY23" fmla="*/ 1901778 h 2264838"/>
              <a:gd name="connsiteX24" fmla="*/ 1630552 w 1857234"/>
              <a:gd name="connsiteY24" fmla="*/ 1734918 h 2264838"/>
              <a:gd name="connsiteX25" fmla="*/ 1667781 w 1857234"/>
              <a:gd name="connsiteY25" fmla="*/ 1594101 h 2264838"/>
              <a:gd name="connsiteX26" fmla="*/ 1678087 w 1857234"/>
              <a:gd name="connsiteY26" fmla="*/ 1484588 h 2264838"/>
              <a:gd name="connsiteX27" fmla="*/ 1737353 w 1857234"/>
              <a:gd name="connsiteY27" fmla="*/ 1549870 h 2264838"/>
              <a:gd name="connsiteX28" fmla="*/ 1788153 w 1857234"/>
              <a:gd name="connsiteY28" fmla="*/ 1524470 h 2264838"/>
              <a:gd name="connsiteX29" fmla="*/ 1810167 w 1857234"/>
              <a:gd name="connsiteY29" fmla="*/ 1405936 h 2264838"/>
              <a:gd name="connsiteX30" fmla="*/ 1849113 w 1857234"/>
              <a:gd name="connsiteY30" fmla="*/ 1309416 h 2264838"/>
              <a:gd name="connsiteX31" fmla="*/ 1855887 w 1857234"/>
              <a:gd name="connsiteY31" fmla="*/ 1211203 h 2264838"/>
              <a:gd name="connsiteX32" fmla="*/ 1830487 w 1857234"/>
              <a:gd name="connsiteY32" fmla="*/ 1092670 h 2264838"/>
              <a:gd name="connsiteX33" fmla="*/ 1754287 w 1857234"/>
              <a:gd name="connsiteY33" fmla="*/ 1118070 h 2264838"/>
              <a:gd name="connsiteX34" fmla="*/ 1720420 w 1857234"/>
              <a:gd name="connsiteY34" fmla="*/ 1164636 h 2264838"/>
              <a:gd name="connsiteX35" fmla="*/ 1686553 w 1857234"/>
              <a:gd name="connsiteY35" fmla="*/ 1236603 h 2264838"/>
              <a:gd name="connsiteX36" fmla="*/ 1703487 w 1857234"/>
              <a:gd name="connsiteY36" fmla="*/ 830203 h 2264838"/>
              <a:gd name="connsiteX37" fmla="*/ 1669620 w 1857234"/>
              <a:gd name="connsiteY37" fmla="*/ 505083 h 2264838"/>
              <a:gd name="connsiteX38" fmla="*/ 1474887 w 1857234"/>
              <a:gd name="connsiteY38" fmla="*/ 186736 h 2264838"/>
              <a:gd name="connsiteX39" fmla="*/ 1264278 w 1857234"/>
              <a:gd name="connsiteY39" fmla="*/ 62925 h 2264838"/>
              <a:gd name="connsiteX40" fmla="*/ 907620 w 1857234"/>
              <a:gd name="connsiteY40" fmla="*/ 470 h 2264838"/>
              <a:gd name="connsiteX41" fmla="*/ 699128 w 1857234"/>
              <a:gd name="connsiteY41" fmla="*/ 38246 h 2264838"/>
              <a:gd name="connsiteX0" fmla="*/ 699128 w 1857234"/>
              <a:gd name="connsiteY0" fmla="*/ 38246 h 2264838"/>
              <a:gd name="connsiteX1" fmla="*/ 530853 w 1857234"/>
              <a:gd name="connsiteY1" fmla="*/ 109476 h 2264838"/>
              <a:gd name="connsiteX2" fmla="*/ 359403 w 1857234"/>
              <a:gd name="connsiteY2" fmla="*/ 226951 h 2264838"/>
              <a:gd name="connsiteX3" fmla="*/ 194303 w 1857234"/>
              <a:gd name="connsiteY3" fmla="*/ 500001 h 2264838"/>
              <a:gd name="connsiteX4" fmla="*/ 143503 w 1857234"/>
              <a:gd name="connsiteY4" fmla="*/ 690502 h 2264838"/>
              <a:gd name="connsiteX5" fmla="*/ 143503 w 1857234"/>
              <a:gd name="connsiteY5" fmla="*/ 1058801 h 2264838"/>
              <a:gd name="connsiteX6" fmla="*/ 144562 w 1857234"/>
              <a:gd name="connsiteY6" fmla="*/ 1196386 h 2264838"/>
              <a:gd name="connsiteX7" fmla="*/ 92704 w 1857234"/>
              <a:gd name="connsiteY7" fmla="*/ 1145586 h 2264838"/>
              <a:gd name="connsiteX8" fmla="*/ 13329 w 1857234"/>
              <a:gd name="connsiteY8" fmla="*/ 1150878 h 2264838"/>
              <a:gd name="connsiteX9" fmla="*/ 1687 w 1857234"/>
              <a:gd name="connsiteY9" fmla="*/ 1262003 h 2264838"/>
              <a:gd name="connsiteX10" fmla="*/ 31320 w 1857234"/>
              <a:gd name="connsiteY10" fmla="*/ 1405937 h 2264838"/>
              <a:gd name="connsiteX11" fmla="*/ 99053 w 1857234"/>
              <a:gd name="connsiteY11" fmla="*/ 1511770 h 2264838"/>
              <a:gd name="connsiteX12" fmla="*/ 149853 w 1857234"/>
              <a:gd name="connsiteY12" fmla="*/ 1609136 h 2264838"/>
              <a:gd name="connsiteX13" fmla="*/ 213353 w 1857234"/>
              <a:gd name="connsiteY13" fmla="*/ 1626070 h 2264838"/>
              <a:gd name="connsiteX14" fmla="*/ 221820 w 1857234"/>
              <a:gd name="connsiteY14" fmla="*/ 1566803 h 2264838"/>
              <a:gd name="connsiteX15" fmla="*/ 221820 w 1857234"/>
              <a:gd name="connsiteY15" fmla="*/ 1532936 h 2264838"/>
              <a:gd name="connsiteX16" fmla="*/ 311275 w 1857234"/>
              <a:gd name="connsiteY16" fmla="*/ 1766178 h 2264838"/>
              <a:gd name="connsiteX17" fmla="*/ 448026 w 1857234"/>
              <a:gd name="connsiteY17" fmla="*/ 1942746 h 2264838"/>
              <a:gd name="connsiteX18" fmla="*/ 642954 w 1857234"/>
              <a:gd name="connsiteY18" fmla="*/ 2115725 h 2264838"/>
              <a:gd name="connsiteX19" fmla="*/ 812665 w 1857234"/>
              <a:gd name="connsiteY19" fmla="*/ 2239951 h 2264838"/>
              <a:gd name="connsiteX20" fmla="*/ 1141140 w 1857234"/>
              <a:gd name="connsiteY20" fmla="*/ 2260402 h 2264838"/>
              <a:gd name="connsiteX21" fmla="*/ 1219747 w 1857234"/>
              <a:gd name="connsiteY21" fmla="*/ 2181492 h 2264838"/>
              <a:gd name="connsiteX22" fmla="*/ 1304365 w 1857234"/>
              <a:gd name="connsiteY22" fmla="*/ 2109462 h 2264838"/>
              <a:gd name="connsiteX23" fmla="*/ 1519275 w 1857234"/>
              <a:gd name="connsiteY23" fmla="*/ 1901778 h 2264838"/>
              <a:gd name="connsiteX24" fmla="*/ 1630552 w 1857234"/>
              <a:gd name="connsiteY24" fmla="*/ 1734918 h 2264838"/>
              <a:gd name="connsiteX25" fmla="*/ 1667781 w 1857234"/>
              <a:gd name="connsiteY25" fmla="*/ 1594101 h 2264838"/>
              <a:gd name="connsiteX26" fmla="*/ 1678087 w 1857234"/>
              <a:gd name="connsiteY26" fmla="*/ 1484588 h 2264838"/>
              <a:gd name="connsiteX27" fmla="*/ 1737353 w 1857234"/>
              <a:gd name="connsiteY27" fmla="*/ 1549870 h 2264838"/>
              <a:gd name="connsiteX28" fmla="*/ 1788153 w 1857234"/>
              <a:gd name="connsiteY28" fmla="*/ 1524470 h 2264838"/>
              <a:gd name="connsiteX29" fmla="*/ 1810167 w 1857234"/>
              <a:gd name="connsiteY29" fmla="*/ 1405936 h 2264838"/>
              <a:gd name="connsiteX30" fmla="*/ 1849113 w 1857234"/>
              <a:gd name="connsiteY30" fmla="*/ 1309416 h 2264838"/>
              <a:gd name="connsiteX31" fmla="*/ 1855887 w 1857234"/>
              <a:gd name="connsiteY31" fmla="*/ 1211203 h 2264838"/>
              <a:gd name="connsiteX32" fmla="*/ 1830487 w 1857234"/>
              <a:gd name="connsiteY32" fmla="*/ 1092670 h 2264838"/>
              <a:gd name="connsiteX33" fmla="*/ 1754287 w 1857234"/>
              <a:gd name="connsiteY33" fmla="*/ 1118070 h 2264838"/>
              <a:gd name="connsiteX34" fmla="*/ 1720420 w 1857234"/>
              <a:gd name="connsiteY34" fmla="*/ 1164636 h 2264838"/>
              <a:gd name="connsiteX35" fmla="*/ 1686553 w 1857234"/>
              <a:gd name="connsiteY35" fmla="*/ 1236603 h 2264838"/>
              <a:gd name="connsiteX36" fmla="*/ 1703487 w 1857234"/>
              <a:gd name="connsiteY36" fmla="*/ 830203 h 2264838"/>
              <a:gd name="connsiteX37" fmla="*/ 1669620 w 1857234"/>
              <a:gd name="connsiteY37" fmla="*/ 505083 h 2264838"/>
              <a:gd name="connsiteX38" fmla="*/ 1474887 w 1857234"/>
              <a:gd name="connsiteY38" fmla="*/ 186736 h 2264838"/>
              <a:gd name="connsiteX39" fmla="*/ 1264278 w 1857234"/>
              <a:gd name="connsiteY39" fmla="*/ 62925 h 2264838"/>
              <a:gd name="connsiteX40" fmla="*/ 907620 w 1857234"/>
              <a:gd name="connsiteY40" fmla="*/ 470 h 2264838"/>
              <a:gd name="connsiteX41" fmla="*/ 699128 w 1857234"/>
              <a:gd name="connsiteY41" fmla="*/ 38246 h 2264838"/>
              <a:gd name="connsiteX0" fmla="*/ 699128 w 1857234"/>
              <a:gd name="connsiteY0" fmla="*/ 38246 h 2264838"/>
              <a:gd name="connsiteX1" fmla="*/ 530853 w 1857234"/>
              <a:gd name="connsiteY1" fmla="*/ 109476 h 2264838"/>
              <a:gd name="connsiteX2" fmla="*/ 359403 w 1857234"/>
              <a:gd name="connsiteY2" fmla="*/ 226951 h 2264838"/>
              <a:gd name="connsiteX3" fmla="*/ 194303 w 1857234"/>
              <a:gd name="connsiteY3" fmla="*/ 500001 h 2264838"/>
              <a:gd name="connsiteX4" fmla="*/ 143503 w 1857234"/>
              <a:gd name="connsiteY4" fmla="*/ 690502 h 2264838"/>
              <a:gd name="connsiteX5" fmla="*/ 143503 w 1857234"/>
              <a:gd name="connsiteY5" fmla="*/ 1058801 h 2264838"/>
              <a:gd name="connsiteX6" fmla="*/ 144562 w 1857234"/>
              <a:gd name="connsiteY6" fmla="*/ 1196386 h 2264838"/>
              <a:gd name="connsiteX7" fmla="*/ 92704 w 1857234"/>
              <a:gd name="connsiteY7" fmla="*/ 1145586 h 2264838"/>
              <a:gd name="connsiteX8" fmla="*/ 13329 w 1857234"/>
              <a:gd name="connsiteY8" fmla="*/ 1150878 h 2264838"/>
              <a:gd name="connsiteX9" fmla="*/ 1687 w 1857234"/>
              <a:gd name="connsiteY9" fmla="*/ 1262003 h 2264838"/>
              <a:gd name="connsiteX10" fmla="*/ 31320 w 1857234"/>
              <a:gd name="connsiteY10" fmla="*/ 1405937 h 2264838"/>
              <a:gd name="connsiteX11" fmla="*/ 99053 w 1857234"/>
              <a:gd name="connsiteY11" fmla="*/ 1511770 h 2264838"/>
              <a:gd name="connsiteX12" fmla="*/ 149853 w 1857234"/>
              <a:gd name="connsiteY12" fmla="*/ 1609136 h 2264838"/>
              <a:gd name="connsiteX13" fmla="*/ 213353 w 1857234"/>
              <a:gd name="connsiteY13" fmla="*/ 1626070 h 2264838"/>
              <a:gd name="connsiteX14" fmla="*/ 221820 w 1857234"/>
              <a:gd name="connsiteY14" fmla="*/ 1566803 h 2264838"/>
              <a:gd name="connsiteX15" fmla="*/ 221820 w 1857234"/>
              <a:gd name="connsiteY15" fmla="*/ 1532936 h 2264838"/>
              <a:gd name="connsiteX16" fmla="*/ 311275 w 1857234"/>
              <a:gd name="connsiteY16" fmla="*/ 1766178 h 2264838"/>
              <a:gd name="connsiteX17" fmla="*/ 448026 w 1857234"/>
              <a:gd name="connsiteY17" fmla="*/ 1942746 h 2264838"/>
              <a:gd name="connsiteX18" fmla="*/ 642954 w 1857234"/>
              <a:gd name="connsiteY18" fmla="*/ 2115725 h 2264838"/>
              <a:gd name="connsiteX19" fmla="*/ 812665 w 1857234"/>
              <a:gd name="connsiteY19" fmla="*/ 2239951 h 2264838"/>
              <a:gd name="connsiteX20" fmla="*/ 1131834 w 1857234"/>
              <a:gd name="connsiteY20" fmla="*/ 2260402 h 2264838"/>
              <a:gd name="connsiteX21" fmla="*/ 1219747 w 1857234"/>
              <a:gd name="connsiteY21" fmla="*/ 2181492 h 2264838"/>
              <a:gd name="connsiteX22" fmla="*/ 1304365 w 1857234"/>
              <a:gd name="connsiteY22" fmla="*/ 2109462 h 2264838"/>
              <a:gd name="connsiteX23" fmla="*/ 1519275 w 1857234"/>
              <a:gd name="connsiteY23" fmla="*/ 1901778 h 2264838"/>
              <a:gd name="connsiteX24" fmla="*/ 1630552 w 1857234"/>
              <a:gd name="connsiteY24" fmla="*/ 1734918 h 2264838"/>
              <a:gd name="connsiteX25" fmla="*/ 1667781 w 1857234"/>
              <a:gd name="connsiteY25" fmla="*/ 1594101 h 2264838"/>
              <a:gd name="connsiteX26" fmla="*/ 1678087 w 1857234"/>
              <a:gd name="connsiteY26" fmla="*/ 1484588 h 2264838"/>
              <a:gd name="connsiteX27" fmla="*/ 1737353 w 1857234"/>
              <a:gd name="connsiteY27" fmla="*/ 1549870 h 2264838"/>
              <a:gd name="connsiteX28" fmla="*/ 1788153 w 1857234"/>
              <a:gd name="connsiteY28" fmla="*/ 1524470 h 2264838"/>
              <a:gd name="connsiteX29" fmla="*/ 1810167 w 1857234"/>
              <a:gd name="connsiteY29" fmla="*/ 1405936 h 2264838"/>
              <a:gd name="connsiteX30" fmla="*/ 1849113 w 1857234"/>
              <a:gd name="connsiteY30" fmla="*/ 1309416 h 2264838"/>
              <a:gd name="connsiteX31" fmla="*/ 1855887 w 1857234"/>
              <a:gd name="connsiteY31" fmla="*/ 1211203 h 2264838"/>
              <a:gd name="connsiteX32" fmla="*/ 1830487 w 1857234"/>
              <a:gd name="connsiteY32" fmla="*/ 1092670 h 2264838"/>
              <a:gd name="connsiteX33" fmla="*/ 1754287 w 1857234"/>
              <a:gd name="connsiteY33" fmla="*/ 1118070 h 2264838"/>
              <a:gd name="connsiteX34" fmla="*/ 1720420 w 1857234"/>
              <a:gd name="connsiteY34" fmla="*/ 1164636 h 2264838"/>
              <a:gd name="connsiteX35" fmla="*/ 1686553 w 1857234"/>
              <a:gd name="connsiteY35" fmla="*/ 1236603 h 2264838"/>
              <a:gd name="connsiteX36" fmla="*/ 1703487 w 1857234"/>
              <a:gd name="connsiteY36" fmla="*/ 830203 h 2264838"/>
              <a:gd name="connsiteX37" fmla="*/ 1669620 w 1857234"/>
              <a:gd name="connsiteY37" fmla="*/ 505083 h 2264838"/>
              <a:gd name="connsiteX38" fmla="*/ 1474887 w 1857234"/>
              <a:gd name="connsiteY38" fmla="*/ 186736 h 2264838"/>
              <a:gd name="connsiteX39" fmla="*/ 1264278 w 1857234"/>
              <a:gd name="connsiteY39" fmla="*/ 62925 h 2264838"/>
              <a:gd name="connsiteX40" fmla="*/ 907620 w 1857234"/>
              <a:gd name="connsiteY40" fmla="*/ 470 h 2264838"/>
              <a:gd name="connsiteX41" fmla="*/ 699128 w 1857234"/>
              <a:gd name="connsiteY41" fmla="*/ 38246 h 2264838"/>
              <a:gd name="connsiteX0" fmla="*/ 699128 w 1857234"/>
              <a:gd name="connsiteY0" fmla="*/ 38246 h 2264838"/>
              <a:gd name="connsiteX1" fmla="*/ 530853 w 1857234"/>
              <a:gd name="connsiteY1" fmla="*/ 109476 h 2264838"/>
              <a:gd name="connsiteX2" fmla="*/ 359403 w 1857234"/>
              <a:gd name="connsiteY2" fmla="*/ 226951 h 2264838"/>
              <a:gd name="connsiteX3" fmla="*/ 194303 w 1857234"/>
              <a:gd name="connsiteY3" fmla="*/ 500001 h 2264838"/>
              <a:gd name="connsiteX4" fmla="*/ 143503 w 1857234"/>
              <a:gd name="connsiteY4" fmla="*/ 690502 h 2264838"/>
              <a:gd name="connsiteX5" fmla="*/ 143503 w 1857234"/>
              <a:gd name="connsiteY5" fmla="*/ 1058801 h 2264838"/>
              <a:gd name="connsiteX6" fmla="*/ 144562 w 1857234"/>
              <a:gd name="connsiteY6" fmla="*/ 1196386 h 2264838"/>
              <a:gd name="connsiteX7" fmla="*/ 92704 w 1857234"/>
              <a:gd name="connsiteY7" fmla="*/ 1145586 h 2264838"/>
              <a:gd name="connsiteX8" fmla="*/ 13329 w 1857234"/>
              <a:gd name="connsiteY8" fmla="*/ 1150878 h 2264838"/>
              <a:gd name="connsiteX9" fmla="*/ 1687 w 1857234"/>
              <a:gd name="connsiteY9" fmla="*/ 1262003 h 2264838"/>
              <a:gd name="connsiteX10" fmla="*/ 31320 w 1857234"/>
              <a:gd name="connsiteY10" fmla="*/ 1405937 h 2264838"/>
              <a:gd name="connsiteX11" fmla="*/ 99053 w 1857234"/>
              <a:gd name="connsiteY11" fmla="*/ 1511770 h 2264838"/>
              <a:gd name="connsiteX12" fmla="*/ 149853 w 1857234"/>
              <a:gd name="connsiteY12" fmla="*/ 1609136 h 2264838"/>
              <a:gd name="connsiteX13" fmla="*/ 213353 w 1857234"/>
              <a:gd name="connsiteY13" fmla="*/ 1626070 h 2264838"/>
              <a:gd name="connsiteX14" fmla="*/ 221820 w 1857234"/>
              <a:gd name="connsiteY14" fmla="*/ 1566803 h 2264838"/>
              <a:gd name="connsiteX15" fmla="*/ 221820 w 1857234"/>
              <a:gd name="connsiteY15" fmla="*/ 1532936 h 2264838"/>
              <a:gd name="connsiteX16" fmla="*/ 301968 w 1857234"/>
              <a:gd name="connsiteY16" fmla="*/ 1803314 h 2264838"/>
              <a:gd name="connsiteX17" fmla="*/ 448026 w 1857234"/>
              <a:gd name="connsiteY17" fmla="*/ 1942746 h 2264838"/>
              <a:gd name="connsiteX18" fmla="*/ 642954 w 1857234"/>
              <a:gd name="connsiteY18" fmla="*/ 2115725 h 2264838"/>
              <a:gd name="connsiteX19" fmla="*/ 812665 w 1857234"/>
              <a:gd name="connsiteY19" fmla="*/ 2239951 h 2264838"/>
              <a:gd name="connsiteX20" fmla="*/ 1131834 w 1857234"/>
              <a:gd name="connsiteY20" fmla="*/ 2260402 h 2264838"/>
              <a:gd name="connsiteX21" fmla="*/ 1219747 w 1857234"/>
              <a:gd name="connsiteY21" fmla="*/ 2181492 h 2264838"/>
              <a:gd name="connsiteX22" fmla="*/ 1304365 w 1857234"/>
              <a:gd name="connsiteY22" fmla="*/ 2109462 h 2264838"/>
              <a:gd name="connsiteX23" fmla="*/ 1519275 w 1857234"/>
              <a:gd name="connsiteY23" fmla="*/ 1901778 h 2264838"/>
              <a:gd name="connsiteX24" fmla="*/ 1630552 w 1857234"/>
              <a:gd name="connsiteY24" fmla="*/ 1734918 h 2264838"/>
              <a:gd name="connsiteX25" fmla="*/ 1667781 w 1857234"/>
              <a:gd name="connsiteY25" fmla="*/ 1594101 h 2264838"/>
              <a:gd name="connsiteX26" fmla="*/ 1678087 w 1857234"/>
              <a:gd name="connsiteY26" fmla="*/ 1484588 h 2264838"/>
              <a:gd name="connsiteX27" fmla="*/ 1737353 w 1857234"/>
              <a:gd name="connsiteY27" fmla="*/ 1549870 h 2264838"/>
              <a:gd name="connsiteX28" fmla="*/ 1788153 w 1857234"/>
              <a:gd name="connsiteY28" fmla="*/ 1524470 h 2264838"/>
              <a:gd name="connsiteX29" fmla="*/ 1810167 w 1857234"/>
              <a:gd name="connsiteY29" fmla="*/ 1405936 h 2264838"/>
              <a:gd name="connsiteX30" fmla="*/ 1849113 w 1857234"/>
              <a:gd name="connsiteY30" fmla="*/ 1309416 h 2264838"/>
              <a:gd name="connsiteX31" fmla="*/ 1855887 w 1857234"/>
              <a:gd name="connsiteY31" fmla="*/ 1211203 h 2264838"/>
              <a:gd name="connsiteX32" fmla="*/ 1830487 w 1857234"/>
              <a:gd name="connsiteY32" fmla="*/ 1092670 h 2264838"/>
              <a:gd name="connsiteX33" fmla="*/ 1754287 w 1857234"/>
              <a:gd name="connsiteY33" fmla="*/ 1118070 h 2264838"/>
              <a:gd name="connsiteX34" fmla="*/ 1720420 w 1857234"/>
              <a:gd name="connsiteY34" fmla="*/ 1164636 h 2264838"/>
              <a:gd name="connsiteX35" fmla="*/ 1686553 w 1857234"/>
              <a:gd name="connsiteY35" fmla="*/ 1236603 h 2264838"/>
              <a:gd name="connsiteX36" fmla="*/ 1703487 w 1857234"/>
              <a:gd name="connsiteY36" fmla="*/ 830203 h 2264838"/>
              <a:gd name="connsiteX37" fmla="*/ 1669620 w 1857234"/>
              <a:gd name="connsiteY37" fmla="*/ 505083 h 2264838"/>
              <a:gd name="connsiteX38" fmla="*/ 1474887 w 1857234"/>
              <a:gd name="connsiteY38" fmla="*/ 186736 h 2264838"/>
              <a:gd name="connsiteX39" fmla="*/ 1264278 w 1857234"/>
              <a:gd name="connsiteY39" fmla="*/ 62925 h 2264838"/>
              <a:gd name="connsiteX40" fmla="*/ 907620 w 1857234"/>
              <a:gd name="connsiteY40" fmla="*/ 470 h 2264838"/>
              <a:gd name="connsiteX41" fmla="*/ 699128 w 1857234"/>
              <a:gd name="connsiteY41" fmla="*/ 38246 h 2264838"/>
              <a:gd name="connsiteX0" fmla="*/ 699128 w 1857234"/>
              <a:gd name="connsiteY0" fmla="*/ 38246 h 2264838"/>
              <a:gd name="connsiteX1" fmla="*/ 530853 w 1857234"/>
              <a:gd name="connsiteY1" fmla="*/ 109476 h 2264838"/>
              <a:gd name="connsiteX2" fmla="*/ 359403 w 1857234"/>
              <a:gd name="connsiteY2" fmla="*/ 226951 h 2264838"/>
              <a:gd name="connsiteX3" fmla="*/ 194303 w 1857234"/>
              <a:gd name="connsiteY3" fmla="*/ 500001 h 2264838"/>
              <a:gd name="connsiteX4" fmla="*/ 143503 w 1857234"/>
              <a:gd name="connsiteY4" fmla="*/ 690502 h 2264838"/>
              <a:gd name="connsiteX5" fmla="*/ 143503 w 1857234"/>
              <a:gd name="connsiteY5" fmla="*/ 1058801 h 2264838"/>
              <a:gd name="connsiteX6" fmla="*/ 144562 w 1857234"/>
              <a:gd name="connsiteY6" fmla="*/ 1196386 h 2264838"/>
              <a:gd name="connsiteX7" fmla="*/ 92704 w 1857234"/>
              <a:gd name="connsiteY7" fmla="*/ 1145586 h 2264838"/>
              <a:gd name="connsiteX8" fmla="*/ 13329 w 1857234"/>
              <a:gd name="connsiteY8" fmla="*/ 1150878 h 2264838"/>
              <a:gd name="connsiteX9" fmla="*/ 1687 w 1857234"/>
              <a:gd name="connsiteY9" fmla="*/ 1262003 h 2264838"/>
              <a:gd name="connsiteX10" fmla="*/ 31320 w 1857234"/>
              <a:gd name="connsiteY10" fmla="*/ 1405937 h 2264838"/>
              <a:gd name="connsiteX11" fmla="*/ 99053 w 1857234"/>
              <a:gd name="connsiteY11" fmla="*/ 1511770 h 2264838"/>
              <a:gd name="connsiteX12" fmla="*/ 149853 w 1857234"/>
              <a:gd name="connsiteY12" fmla="*/ 1609136 h 2264838"/>
              <a:gd name="connsiteX13" fmla="*/ 213353 w 1857234"/>
              <a:gd name="connsiteY13" fmla="*/ 1626070 h 2264838"/>
              <a:gd name="connsiteX14" fmla="*/ 221820 w 1857234"/>
              <a:gd name="connsiteY14" fmla="*/ 1566803 h 2264838"/>
              <a:gd name="connsiteX15" fmla="*/ 221820 w 1857234"/>
              <a:gd name="connsiteY15" fmla="*/ 1532936 h 2264838"/>
              <a:gd name="connsiteX16" fmla="*/ 301968 w 1857234"/>
              <a:gd name="connsiteY16" fmla="*/ 1803314 h 2264838"/>
              <a:gd name="connsiteX17" fmla="*/ 443372 w 1857234"/>
              <a:gd name="connsiteY17" fmla="*/ 1961314 h 2264838"/>
              <a:gd name="connsiteX18" fmla="*/ 642954 w 1857234"/>
              <a:gd name="connsiteY18" fmla="*/ 2115725 h 2264838"/>
              <a:gd name="connsiteX19" fmla="*/ 812665 w 1857234"/>
              <a:gd name="connsiteY19" fmla="*/ 2239951 h 2264838"/>
              <a:gd name="connsiteX20" fmla="*/ 1131834 w 1857234"/>
              <a:gd name="connsiteY20" fmla="*/ 2260402 h 2264838"/>
              <a:gd name="connsiteX21" fmla="*/ 1219747 w 1857234"/>
              <a:gd name="connsiteY21" fmla="*/ 2181492 h 2264838"/>
              <a:gd name="connsiteX22" fmla="*/ 1304365 w 1857234"/>
              <a:gd name="connsiteY22" fmla="*/ 2109462 h 2264838"/>
              <a:gd name="connsiteX23" fmla="*/ 1519275 w 1857234"/>
              <a:gd name="connsiteY23" fmla="*/ 1901778 h 2264838"/>
              <a:gd name="connsiteX24" fmla="*/ 1630552 w 1857234"/>
              <a:gd name="connsiteY24" fmla="*/ 1734918 h 2264838"/>
              <a:gd name="connsiteX25" fmla="*/ 1667781 w 1857234"/>
              <a:gd name="connsiteY25" fmla="*/ 1594101 h 2264838"/>
              <a:gd name="connsiteX26" fmla="*/ 1678087 w 1857234"/>
              <a:gd name="connsiteY26" fmla="*/ 1484588 h 2264838"/>
              <a:gd name="connsiteX27" fmla="*/ 1737353 w 1857234"/>
              <a:gd name="connsiteY27" fmla="*/ 1549870 h 2264838"/>
              <a:gd name="connsiteX28" fmla="*/ 1788153 w 1857234"/>
              <a:gd name="connsiteY28" fmla="*/ 1524470 h 2264838"/>
              <a:gd name="connsiteX29" fmla="*/ 1810167 w 1857234"/>
              <a:gd name="connsiteY29" fmla="*/ 1405936 h 2264838"/>
              <a:gd name="connsiteX30" fmla="*/ 1849113 w 1857234"/>
              <a:gd name="connsiteY30" fmla="*/ 1309416 h 2264838"/>
              <a:gd name="connsiteX31" fmla="*/ 1855887 w 1857234"/>
              <a:gd name="connsiteY31" fmla="*/ 1211203 h 2264838"/>
              <a:gd name="connsiteX32" fmla="*/ 1830487 w 1857234"/>
              <a:gd name="connsiteY32" fmla="*/ 1092670 h 2264838"/>
              <a:gd name="connsiteX33" fmla="*/ 1754287 w 1857234"/>
              <a:gd name="connsiteY33" fmla="*/ 1118070 h 2264838"/>
              <a:gd name="connsiteX34" fmla="*/ 1720420 w 1857234"/>
              <a:gd name="connsiteY34" fmla="*/ 1164636 h 2264838"/>
              <a:gd name="connsiteX35" fmla="*/ 1686553 w 1857234"/>
              <a:gd name="connsiteY35" fmla="*/ 1236603 h 2264838"/>
              <a:gd name="connsiteX36" fmla="*/ 1703487 w 1857234"/>
              <a:gd name="connsiteY36" fmla="*/ 830203 h 2264838"/>
              <a:gd name="connsiteX37" fmla="*/ 1669620 w 1857234"/>
              <a:gd name="connsiteY37" fmla="*/ 505083 h 2264838"/>
              <a:gd name="connsiteX38" fmla="*/ 1474887 w 1857234"/>
              <a:gd name="connsiteY38" fmla="*/ 186736 h 2264838"/>
              <a:gd name="connsiteX39" fmla="*/ 1264278 w 1857234"/>
              <a:gd name="connsiteY39" fmla="*/ 62925 h 2264838"/>
              <a:gd name="connsiteX40" fmla="*/ 907620 w 1857234"/>
              <a:gd name="connsiteY40" fmla="*/ 470 h 2264838"/>
              <a:gd name="connsiteX41" fmla="*/ 699128 w 1857234"/>
              <a:gd name="connsiteY41" fmla="*/ 38246 h 2264838"/>
              <a:gd name="connsiteX0" fmla="*/ 699128 w 1857234"/>
              <a:gd name="connsiteY0" fmla="*/ 38246 h 2264173"/>
              <a:gd name="connsiteX1" fmla="*/ 530853 w 1857234"/>
              <a:gd name="connsiteY1" fmla="*/ 109476 h 2264173"/>
              <a:gd name="connsiteX2" fmla="*/ 359403 w 1857234"/>
              <a:gd name="connsiteY2" fmla="*/ 226951 h 2264173"/>
              <a:gd name="connsiteX3" fmla="*/ 194303 w 1857234"/>
              <a:gd name="connsiteY3" fmla="*/ 500001 h 2264173"/>
              <a:gd name="connsiteX4" fmla="*/ 143503 w 1857234"/>
              <a:gd name="connsiteY4" fmla="*/ 690502 h 2264173"/>
              <a:gd name="connsiteX5" fmla="*/ 143503 w 1857234"/>
              <a:gd name="connsiteY5" fmla="*/ 1058801 h 2264173"/>
              <a:gd name="connsiteX6" fmla="*/ 144562 w 1857234"/>
              <a:gd name="connsiteY6" fmla="*/ 1196386 h 2264173"/>
              <a:gd name="connsiteX7" fmla="*/ 92704 w 1857234"/>
              <a:gd name="connsiteY7" fmla="*/ 1145586 h 2264173"/>
              <a:gd name="connsiteX8" fmla="*/ 13329 w 1857234"/>
              <a:gd name="connsiteY8" fmla="*/ 1150878 h 2264173"/>
              <a:gd name="connsiteX9" fmla="*/ 1687 w 1857234"/>
              <a:gd name="connsiteY9" fmla="*/ 1262003 h 2264173"/>
              <a:gd name="connsiteX10" fmla="*/ 31320 w 1857234"/>
              <a:gd name="connsiteY10" fmla="*/ 1405937 h 2264173"/>
              <a:gd name="connsiteX11" fmla="*/ 99053 w 1857234"/>
              <a:gd name="connsiteY11" fmla="*/ 1511770 h 2264173"/>
              <a:gd name="connsiteX12" fmla="*/ 149853 w 1857234"/>
              <a:gd name="connsiteY12" fmla="*/ 1609136 h 2264173"/>
              <a:gd name="connsiteX13" fmla="*/ 213353 w 1857234"/>
              <a:gd name="connsiteY13" fmla="*/ 1626070 h 2264173"/>
              <a:gd name="connsiteX14" fmla="*/ 221820 w 1857234"/>
              <a:gd name="connsiteY14" fmla="*/ 1566803 h 2264173"/>
              <a:gd name="connsiteX15" fmla="*/ 221820 w 1857234"/>
              <a:gd name="connsiteY15" fmla="*/ 1532936 h 2264173"/>
              <a:gd name="connsiteX16" fmla="*/ 301968 w 1857234"/>
              <a:gd name="connsiteY16" fmla="*/ 1803314 h 2264173"/>
              <a:gd name="connsiteX17" fmla="*/ 443372 w 1857234"/>
              <a:gd name="connsiteY17" fmla="*/ 1961314 h 2264173"/>
              <a:gd name="connsiteX18" fmla="*/ 647608 w 1857234"/>
              <a:gd name="connsiteY18" fmla="*/ 2138936 h 2264173"/>
              <a:gd name="connsiteX19" fmla="*/ 812665 w 1857234"/>
              <a:gd name="connsiteY19" fmla="*/ 2239951 h 2264173"/>
              <a:gd name="connsiteX20" fmla="*/ 1131834 w 1857234"/>
              <a:gd name="connsiteY20" fmla="*/ 2260402 h 2264173"/>
              <a:gd name="connsiteX21" fmla="*/ 1219747 w 1857234"/>
              <a:gd name="connsiteY21" fmla="*/ 2181492 h 2264173"/>
              <a:gd name="connsiteX22" fmla="*/ 1304365 w 1857234"/>
              <a:gd name="connsiteY22" fmla="*/ 2109462 h 2264173"/>
              <a:gd name="connsiteX23" fmla="*/ 1519275 w 1857234"/>
              <a:gd name="connsiteY23" fmla="*/ 1901778 h 2264173"/>
              <a:gd name="connsiteX24" fmla="*/ 1630552 w 1857234"/>
              <a:gd name="connsiteY24" fmla="*/ 1734918 h 2264173"/>
              <a:gd name="connsiteX25" fmla="*/ 1667781 w 1857234"/>
              <a:gd name="connsiteY25" fmla="*/ 1594101 h 2264173"/>
              <a:gd name="connsiteX26" fmla="*/ 1678087 w 1857234"/>
              <a:gd name="connsiteY26" fmla="*/ 1484588 h 2264173"/>
              <a:gd name="connsiteX27" fmla="*/ 1737353 w 1857234"/>
              <a:gd name="connsiteY27" fmla="*/ 1549870 h 2264173"/>
              <a:gd name="connsiteX28" fmla="*/ 1788153 w 1857234"/>
              <a:gd name="connsiteY28" fmla="*/ 1524470 h 2264173"/>
              <a:gd name="connsiteX29" fmla="*/ 1810167 w 1857234"/>
              <a:gd name="connsiteY29" fmla="*/ 1405936 h 2264173"/>
              <a:gd name="connsiteX30" fmla="*/ 1849113 w 1857234"/>
              <a:gd name="connsiteY30" fmla="*/ 1309416 h 2264173"/>
              <a:gd name="connsiteX31" fmla="*/ 1855887 w 1857234"/>
              <a:gd name="connsiteY31" fmla="*/ 1211203 h 2264173"/>
              <a:gd name="connsiteX32" fmla="*/ 1830487 w 1857234"/>
              <a:gd name="connsiteY32" fmla="*/ 1092670 h 2264173"/>
              <a:gd name="connsiteX33" fmla="*/ 1754287 w 1857234"/>
              <a:gd name="connsiteY33" fmla="*/ 1118070 h 2264173"/>
              <a:gd name="connsiteX34" fmla="*/ 1720420 w 1857234"/>
              <a:gd name="connsiteY34" fmla="*/ 1164636 h 2264173"/>
              <a:gd name="connsiteX35" fmla="*/ 1686553 w 1857234"/>
              <a:gd name="connsiteY35" fmla="*/ 1236603 h 2264173"/>
              <a:gd name="connsiteX36" fmla="*/ 1703487 w 1857234"/>
              <a:gd name="connsiteY36" fmla="*/ 830203 h 2264173"/>
              <a:gd name="connsiteX37" fmla="*/ 1669620 w 1857234"/>
              <a:gd name="connsiteY37" fmla="*/ 505083 h 2264173"/>
              <a:gd name="connsiteX38" fmla="*/ 1474887 w 1857234"/>
              <a:gd name="connsiteY38" fmla="*/ 186736 h 2264173"/>
              <a:gd name="connsiteX39" fmla="*/ 1264278 w 1857234"/>
              <a:gd name="connsiteY39" fmla="*/ 62925 h 2264173"/>
              <a:gd name="connsiteX40" fmla="*/ 907620 w 1857234"/>
              <a:gd name="connsiteY40" fmla="*/ 470 h 2264173"/>
              <a:gd name="connsiteX41" fmla="*/ 699128 w 1857234"/>
              <a:gd name="connsiteY41" fmla="*/ 38246 h 2264173"/>
              <a:gd name="connsiteX0" fmla="*/ 699128 w 1857234"/>
              <a:gd name="connsiteY0" fmla="*/ 38246 h 2264173"/>
              <a:gd name="connsiteX1" fmla="*/ 530853 w 1857234"/>
              <a:gd name="connsiteY1" fmla="*/ 109476 h 2264173"/>
              <a:gd name="connsiteX2" fmla="*/ 359403 w 1857234"/>
              <a:gd name="connsiteY2" fmla="*/ 226951 h 2264173"/>
              <a:gd name="connsiteX3" fmla="*/ 194303 w 1857234"/>
              <a:gd name="connsiteY3" fmla="*/ 500001 h 2264173"/>
              <a:gd name="connsiteX4" fmla="*/ 143503 w 1857234"/>
              <a:gd name="connsiteY4" fmla="*/ 690502 h 2264173"/>
              <a:gd name="connsiteX5" fmla="*/ 143503 w 1857234"/>
              <a:gd name="connsiteY5" fmla="*/ 1058801 h 2264173"/>
              <a:gd name="connsiteX6" fmla="*/ 144562 w 1857234"/>
              <a:gd name="connsiteY6" fmla="*/ 1196386 h 2264173"/>
              <a:gd name="connsiteX7" fmla="*/ 92704 w 1857234"/>
              <a:gd name="connsiteY7" fmla="*/ 1145586 h 2264173"/>
              <a:gd name="connsiteX8" fmla="*/ 13329 w 1857234"/>
              <a:gd name="connsiteY8" fmla="*/ 1150878 h 2264173"/>
              <a:gd name="connsiteX9" fmla="*/ 1687 w 1857234"/>
              <a:gd name="connsiteY9" fmla="*/ 1262003 h 2264173"/>
              <a:gd name="connsiteX10" fmla="*/ 31320 w 1857234"/>
              <a:gd name="connsiteY10" fmla="*/ 1405937 h 2264173"/>
              <a:gd name="connsiteX11" fmla="*/ 99053 w 1857234"/>
              <a:gd name="connsiteY11" fmla="*/ 1511770 h 2264173"/>
              <a:gd name="connsiteX12" fmla="*/ 149853 w 1857234"/>
              <a:gd name="connsiteY12" fmla="*/ 1609136 h 2264173"/>
              <a:gd name="connsiteX13" fmla="*/ 213353 w 1857234"/>
              <a:gd name="connsiteY13" fmla="*/ 1626070 h 2264173"/>
              <a:gd name="connsiteX14" fmla="*/ 221820 w 1857234"/>
              <a:gd name="connsiteY14" fmla="*/ 1566803 h 2264173"/>
              <a:gd name="connsiteX15" fmla="*/ 221820 w 1857234"/>
              <a:gd name="connsiteY15" fmla="*/ 1532936 h 2264173"/>
              <a:gd name="connsiteX16" fmla="*/ 301968 w 1857234"/>
              <a:gd name="connsiteY16" fmla="*/ 1803314 h 2264173"/>
              <a:gd name="connsiteX17" fmla="*/ 443372 w 1857234"/>
              <a:gd name="connsiteY17" fmla="*/ 1961314 h 2264173"/>
              <a:gd name="connsiteX18" fmla="*/ 647608 w 1857234"/>
              <a:gd name="connsiteY18" fmla="*/ 2138936 h 2264173"/>
              <a:gd name="connsiteX19" fmla="*/ 812665 w 1857234"/>
              <a:gd name="connsiteY19" fmla="*/ 2239951 h 2264173"/>
              <a:gd name="connsiteX20" fmla="*/ 1131834 w 1857234"/>
              <a:gd name="connsiteY20" fmla="*/ 2260402 h 2264173"/>
              <a:gd name="connsiteX21" fmla="*/ 1219747 w 1857234"/>
              <a:gd name="connsiteY21" fmla="*/ 2181492 h 2264173"/>
              <a:gd name="connsiteX22" fmla="*/ 1304365 w 1857234"/>
              <a:gd name="connsiteY22" fmla="*/ 2109462 h 2264173"/>
              <a:gd name="connsiteX23" fmla="*/ 1519275 w 1857234"/>
              <a:gd name="connsiteY23" fmla="*/ 1901778 h 2264173"/>
              <a:gd name="connsiteX24" fmla="*/ 1649165 w 1857234"/>
              <a:gd name="connsiteY24" fmla="*/ 1767412 h 2264173"/>
              <a:gd name="connsiteX25" fmla="*/ 1667781 w 1857234"/>
              <a:gd name="connsiteY25" fmla="*/ 1594101 h 2264173"/>
              <a:gd name="connsiteX26" fmla="*/ 1678087 w 1857234"/>
              <a:gd name="connsiteY26" fmla="*/ 1484588 h 2264173"/>
              <a:gd name="connsiteX27" fmla="*/ 1737353 w 1857234"/>
              <a:gd name="connsiteY27" fmla="*/ 1549870 h 2264173"/>
              <a:gd name="connsiteX28" fmla="*/ 1788153 w 1857234"/>
              <a:gd name="connsiteY28" fmla="*/ 1524470 h 2264173"/>
              <a:gd name="connsiteX29" fmla="*/ 1810167 w 1857234"/>
              <a:gd name="connsiteY29" fmla="*/ 1405936 h 2264173"/>
              <a:gd name="connsiteX30" fmla="*/ 1849113 w 1857234"/>
              <a:gd name="connsiteY30" fmla="*/ 1309416 h 2264173"/>
              <a:gd name="connsiteX31" fmla="*/ 1855887 w 1857234"/>
              <a:gd name="connsiteY31" fmla="*/ 1211203 h 2264173"/>
              <a:gd name="connsiteX32" fmla="*/ 1830487 w 1857234"/>
              <a:gd name="connsiteY32" fmla="*/ 1092670 h 2264173"/>
              <a:gd name="connsiteX33" fmla="*/ 1754287 w 1857234"/>
              <a:gd name="connsiteY33" fmla="*/ 1118070 h 2264173"/>
              <a:gd name="connsiteX34" fmla="*/ 1720420 w 1857234"/>
              <a:gd name="connsiteY34" fmla="*/ 1164636 h 2264173"/>
              <a:gd name="connsiteX35" fmla="*/ 1686553 w 1857234"/>
              <a:gd name="connsiteY35" fmla="*/ 1236603 h 2264173"/>
              <a:gd name="connsiteX36" fmla="*/ 1703487 w 1857234"/>
              <a:gd name="connsiteY36" fmla="*/ 830203 h 2264173"/>
              <a:gd name="connsiteX37" fmla="*/ 1669620 w 1857234"/>
              <a:gd name="connsiteY37" fmla="*/ 505083 h 2264173"/>
              <a:gd name="connsiteX38" fmla="*/ 1474887 w 1857234"/>
              <a:gd name="connsiteY38" fmla="*/ 186736 h 2264173"/>
              <a:gd name="connsiteX39" fmla="*/ 1264278 w 1857234"/>
              <a:gd name="connsiteY39" fmla="*/ 62925 h 2264173"/>
              <a:gd name="connsiteX40" fmla="*/ 907620 w 1857234"/>
              <a:gd name="connsiteY40" fmla="*/ 470 h 2264173"/>
              <a:gd name="connsiteX41" fmla="*/ 699128 w 1857234"/>
              <a:gd name="connsiteY41" fmla="*/ 38246 h 2264173"/>
              <a:gd name="connsiteX0" fmla="*/ 699128 w 1857234"/>
              <a:gd name="connsiteY0" fmla="*/ 38246 h 2263842"/>
              <a:gd name="connsiteX1" fmla="*/ 530853 w 1857234"/>
              <a:gd name="connsiteY1" fmla="*/ 109476 h 2263842"/>
              <a:gd name="connsiteX2" fmla="*/ 359403 w 1857234"/>
              <a:gd name="connsiteY2" fmla="*/ 226951 h 2263842"/>
              <a:gd name="connsiteX3" fmla="*/ 194303 w 1857234"/>
              <a:gd name="connsiteY3" fmla="*/ 500001 h 2263842"/>
              <a:gd name="connsiteX4" fmla="*/ 143503 w 1857234"/>
              <a:gd name="connsiteY4" fmla="*/ 690502 h 2263842"/>
              <a:gd name="connsiteX5" fmla="*/ 143503 w 1857234"/>
              <a:gd name="connsiteY5" fmla="*/ 1058801 h 2263842"/>
              <a:gd name="connsiteX6" fmla="*/ 144562 w 1857234"/>
              <a:gd name="connsiteY6" fmla="*/ 1196386 h 2263842"/>
              <a:gd name="connsiteX7" fmla="*/ 92704 w 1857234"/>
              <a:gd name="connsiteY7" fmla="*/ 1145586 h 2263842"/>
              <a:gd name="connsiteX8" fmla="*/ 13329 w 1857234"/>
              <a:gd name="connsiteY8" fmla="*/ 1150878 h 2263842"/>
              <a:gd name="connsiteX9" fmla="*/ 1687 w 1857234"/>
              <a:gd name="connsiteY9" fmla="*/ 1262003 h 2263842"/>
              <a:gd name="connsiteX10" fmla="*/ 31320 w 1857234"/>
              <a:gd name="connsiteY10" fmla="*/ 1405937 h 2263842"/>
              <a:gd name="connsiteX11" fmla="*/ 99053 w 1857234"/>
              <a:gd name="connsiteY11" fmla="*/ 1511770 h 2263842"/>
              <a:gd name="connsiteX12" fmla="*/ 149853 w 1857234"/>
              <a:gd name="connsiteY12" fmla="*/ 1609136 h 2263842"/>
              <a:gd name="connsiteX13" fmla="*/ 213353 w 1857234"/>
              <a:gd name="connsiteY13" fmla="*/ 1626070 h 2263842"/>
              <a:gd name="connsiteX14" fmla="*/ 221820 w 1857234"/>
              <a:gd name="connsiteY14" fmla="*/ 1566803 h 2263842"/>
              <a:gd name="connsiteX15" fmla="*/ 221820 w 1857234"/>
              <a:gd name="connsiteY15" fmla="*/ 1532936 h 2263842"/>
              <a:gd name="connsiteX16" fmla="*/ 301968 w 1857234"/>
              <a:gd name="connsiteY16" fmla="*/ 1803314 h 2263842"/>
              <a:gd name="connsiteX17" fmla="*/ 443372 w 1857234"/>
              <a:gd name="connsiteY17" fmla="*/ 1961314 h 2263842"/>
              <a:gd name="connsiteX18" fmla="*/ 647608 w 1857234"/>
              <a:gd name="connsiteY18" fmla="*/ 2138936 h 2263842"/>
              <a:gd name="connsiteX19" fmla="*/ 812665 w 1857234"/>
              <a:gd name="connsiteY19" fmla="*/ 2239951 h 2263842"/>
              <a:gd name="connsiteX20" fmla="*/ 1131834 w 1857234"/>
              <a:gd name="connsiteY20" fmla="*/ 2260402 h 2263842"/>
              <a:gd name="connsiteX21" fmla="*/ 1252319 w 1857234"/>
              <a:gd name="connsiteY21" fmla="*/ 2186134 h 2263842"/>
              <a:gd name="connsiteX22" fmla="*/ 1304365 w 1857234"/>
              <a:gd name="connsiteY22" fmla="*/ 2109462 h 2263842"/>
              <a:gd name="connsiteX23" fmla="*/ 1519275 w 1857234"/>
              <a:gd name="connsiteY23" fmla="*/ 1901778 h 2263842"/>
              <a:gd name="connsiteX24" fmla="*/ 1649165 w 1857234"/>
              <a:gd name="connsiteY24" fmla="*/ 1767412 h 2263842"/>
              <a:gd name="connsiteX25" fmla="*/ 1667781 w 1857234"/>
              <a:gd name="connsiteY25" fmla="*/ 1594101 h 2263842"/>
              <a:gd name="connsiteX26" fmla="*/ 1678087 w 1857234"/>
              <a:gd name="connsiteY26" fmla="*/ 1484588 h 2263842"/>
              <a:gd name="connsiteX27" fmla="*/ 1737353 w 1857234"/>
              <a:gd name="connsiteY27" fmla="*/ 1549870 h 2263842"/>
              <a:gd name="connsiteX28" fmla="*/ 1788153 w 1857234"/>
              <a:gd name="connsiteY28" fmla="*/ 1524470 h 2263842"/>
              <a:gd name="connsiteX29" fmla="*/ 1810167 w 1857234"/>
              <a:gd name="connsiteY29" fmla="*/ 1405936 h 2263842"/>
              <a:gd name="connsiteX30" fmla="*/ 1849113 w 1857234"/>
              <a:gd name="connsiteY30" fmla="*/ 1309416 h 2263842"/>
              <a:gd name="connsiteX31" fmla="*/ 1855887 w 1857234"/>
              <a:gd name="connsiteY31" fmla="*/ 1211203 h 2263842"/>
              <a:gd name="connsiteX32" fmla="*/ 1830487 w 1857234"/>
              <a:gd name="connsiteY32" fmla="*/ 1092670 h 2263842"/>
              <a:gd name="connsiteX33" fmla="*/ 1754287 w 1857234"/>
              <a:gd name="connsiteY33" fmla="*/ 1118070 h 2263842"/>
              <a:gd name="connsiteX34" fmla="*/ 1720420 w 1857234"/>
              <a:gd name="connsiteY34" fmla="*/ 1164636 h 2263842"/>
              <a:gd name="connsiteX35" fmla="*/ 1686553 w 1857234"/>
              <a:gd name="connsiteY35" fmla="*/ 1236603 h 2263842"/>
              <a:gd name="connsiteX36" fmla="*/ 1703487 w 1857234"/>
              <a:gd name="connsiteY36" fmla="*/ 830203 h 2263842"/>
              <a:gd name="connsiteX37" fmla="*/ 1669620 w 1857234"/>
              <a:gd name="connsiteY37" fmla="*/ 505083 h 2263842"/>
              <a:gd name="connsiteX38" fmla="*/ 1474887 w 1857234"/>
              <a:gd name="connsiteY38" fmla="*/ 186736 h 2263842"/>
              <a:gd name="connsiteX39" fmla="*/ 1264278 w 1857234"/>
              <a:gd name="connsiteY39" fmla="*/ 62925 h 2263842"/>
              <a:gd name="connsiteX40" fmla="*/ 907620 w 1857234"/>
              <a:gd name="connsiteY40" fmla="*/ 470 h 2263842"/>
              <a:gd name="connsiteX41" fmla="*/ 699128 w 1857234"/>
              <a:gd name="connsiteY41" fmla="*/ 38246 h 2263842"/>
              <a:gd name="connsiteX0" fmla="*/ 699128 w 1857234"/>
              <a:gd name="connsiteY0" fmla="*/ 38246 h 2263842"/>
              <a:gd name="connsiteX1" fmla="*/ 530853 w 1857234"/>
              <a:gd name="connsiteY1" fmla="*/ 109476 h 2263842"/>
              <a:gd name="connsiteX2" fmla="*/ 359403 w 1857234"/>
              <a:gd name="connsiteY2" fmla="*/ 226951 h 2263842"/>
              <a:gd name="connsiteX3" fmla="*/ 194303 w 1857234"/>
              <a:gd name="connsiteY3" fmla="*/ 500001 h 2263842"/>
              <a:gd name="connsiteX4" fmla="*/ 143503 w 1857234"/>
              <a:gd name="connsiteY4" fmla="*/ 690502 h 2263842"/>
              <a:gd name="connsiteX5" fmla="*/ 143503 w 1857234"/>
              <a:gd name="connsiteY5" fmla="*/ 1058801 h 2263842"/>
              <a:gd name="connsiteX6" fmla="*/ 144562 w 1857234"/>
              <a:gd name="connsiteY6" fmla="*/ 1196386 h 2263842"/>
              <a:gd name="connsiteX7" fmla="*/ 92704 w 1857234"/>
              <a:gd name="connsiteY7" fmla="*/ 1145586 h 2263842"/>
              <a:gd name="connsiteX8" fmla="*/ 13329 w 1857234"/>
              <a:gd name="connsiteY8" fmla="*/ 1150878 h 2263842"/>
              <a:gd name="connsiteX9" fmla="*/ 1687 w 1857234"/>
              <a:gd name="connsiteY9" fmla="*/ 1262003 h 2263842"/>
              <a:gd name="connsiteX10" fmla="*/ 31320 w 1857234"/>
              <a:gd name="connsiteY10" fmla="*/ 1405937 h 2263842"/>
              <a:gd name="connsiteX11" fmla="*/ 99053 w 1857234"/>
              <a:gd name="connsiteY11" fmla="*/ 1511770 h 2263842"/>
              <a:gd name="connsiteX12" fmla="*/ 149853 w 1857234"/>
              <a:gd name="connsiteY12" fmla="*/ 1609136 h 2263842"/>
              <a:gd name="connsiteX13" fmla="*/ 213353 w 1857234"/>
              <a:gd name="connsiteY13" fmla="*/ 1626070 h 2263842"/>
              <a:gd name="connsiteX14" fmla="*/ 221820 w 1857234"/>
              <a:gd name="connsiteY14" fmla="*/ 1566803 h 2263842"/>
              <a:gd name="connsiteX15" fmla="*/ 221820 w 1857234"/>
              <a:gd name="connsiteY15" fmla="*/ 1532936 h 2263842"/>
              <a:gd name="connsiteX16" fmla="*/ 301968 w 1857234"/>
              <a:gd name="connsiteY16" fmla="*/ 1803314 h 2263842"/>
              <a:gd name="connsiteX17" fmla="*/ 443372 w 1857234"/>
              <a:gd name="connsiteY17" fmla="*/ 1961314 h 2263842"/>
              <a:gd name="connsiteX18" fmla="*/ 647608 w 1857234"/>
              <a:gd name="connsiteY18" fmla="*/ 2138936 h 2263842"/>
              <a:gd name="connsiteX19" fmla="*/ 812665 w 1857234"/>
              <a:gd name="connsiteY19" fmla="*/ 2239951 h 2263842"/>
              <a:gd name="connsiteX20" fmla="*/ 1131834 w 1857234"/>
              <a:gd name="connsiteY20" fmla="*/ 2260402 h 2263842"/>
              <a:gd name="connsiteX21" fmla="*/ 1252319 w 1857234"/>
              <a:gd name="connsiteY21" fmla="*/ 2186134 h 2263842"/>
              <a:gd name="connsiteX22" fmla="*/ 1324044 w 1857234"/>
              <a:gd name="connsiteY22" fmla="*/ 2095439 h 2263842"/>
              <a:gd name="connsiteX23" fmla="*/ 1519275 w 1857234"/>
              <a:gd name="connsiteY23" fmla="*/ 1901778 h 2263842"/>
              <a:gd name="connsiteX24" fmla="*/ 1649165 w 1857234"/>
              <a:gd name="connsiteY24" fmla="*/ 1767412 h 2263842"/>
              <a:gd name="connsiteX25" fmla="*/ 1667781 w 1857234"/>
              <a:gd name="connsiteY25" fmla="*/ 1594101 h 2263842"/>
              <a:gd name="connsiteX26" fmla="*/ 1678087 w 1857234"/>
              <a:gd name="connsiteY26" fmla="*/ 1484588 h 2263842"/>
              <a:gd name="connsiteX27" fmla="*/ 1737353 w 1857234"/>
              <a:gd name="connsiteY27" fmla="*/ 1549870 h 2263842"/>
              <a:gd name="connsiteX28" fmla="*/ 1788153 w 1857234"/>
              <a:gd name="connsiteY28" fmla="*/ 1524470 h 2263842"/>
              <a:gd name="connsiteX29" fmla="*/ 1810167 w 1857234"/>
              <a:gd name="connsiteY29" fmla="*/ 1405936 h 2263842"/>
              <a:gd name="connsiteX30" fmla="*/ 1849113 w 1857234"/>
              <a:gd name="connsiteY30" fmla="*/ 1309416 h 2263842"/>
              <a:gd name="connsiteX31" fmla="*/ 1855887 w 1857234"/>
              <a:gd name="connsiteY31" fmla="*/ 1211203 h 2263842"/>
              <a:gd name="connsiteX32" fmla="*/ 1830487 w 1857234"/>
              <a:gd name="connsiteY32" fmla="*/ 1092670 h 2263842"/>
              <a:gd name="connsiteX33" fmla="*/ 1754287 w 1857234"/>
              <a:gd name="connsiteY33" fmla="*/ 1118070 h 2263842"/>
              <a:gd name="connsiteX34" fmla="*/ 1720420 w 1857234"/>
              <a:gd name="connsiteY34" fmla="*/ 1164636 h 2263842"/>
              <a:gd name="connsiteX35" fmla="*/ 1686553 w 1857234"/>
              <a:gd name="connsiteY35" fmla="*/ 1236603 h 2263842"/>
              <a:gd name="connsiteX36" fmla="*/ 1703487 w 1857234"/>
              <a:gd name="connsiteY36" fmla="*/ 830203 h 2263842"/>
              <a:gd name="connsiteX37" fmla="*/ 1669620 w 1857234"/>
              <a:gd name="connsiteY37" fmla="*/ 505083 h 2263842"/>
              <a:gd name="connsiteX38" fmla="*/ 1474887 w 1857234"/>
              <a:gd name="connsiteY38" fmla="*/ 186736 h 2263842"/>
              <a:gd name="connsiteX39" fmla="*/ 1264278 w 1857234"/>
              <a:gd name="connsiteY39" fmla="*/ 62925 h 2263842"/>
              <a:gd name="connsiteX40" fmla="*/ 907620 w 1857234"/>
              <a:gd name="connsiteY40" fmla="*/ 470 h 2263842"/>
              <a:gd name="connsiteX41" fmla="*/ 699128 w 1857234"/>
              <a:gd name="connsiteY41" fmla="*/ 38246 h 2263842"/>
              <a:gd name="connsiteX0" fmla="*/ 699128 w 1857234"/>
              <a:gd name="connsiteY0" fmla="*/ 38246 h 2263842"/>
              <a:gd name="connsiteX1" fmla="*/ 530853 w 1857234"/>
              <a:gd name="connsiteY1" fmla="*/ 109476 h 2263842"/>
              <a:gd name="connsiteX2" fmla="*/ 359403 w 1857234"/>
              <a:gd name="connsiteY2" fmla="*/ 226951 h 2263842"/>
              <a:gd name="connsiteX3" fmla="*/ 194303 w 1857234"/>
              <a:gd name="connsiteY3" fmla="*/ 500001 h 2263842"/>
              <a:gd name="connsiteX4" fmla="*/ 143503 w 1857234"/>
              <a:gd name="connsiteY4" fmla="*/ 690502 h 2263842"/>
              <a:gd name="connsiteX5" fmla="*/ 143503 w 1857234"/>
              <a:gd name="connsiteY5" fmla="*/ 1058801 h 2263842"/>
              <a:gd name="connsiteX6" fmla="*/ 144562 w 1857234"/>
              <a:gd name="connsiteY6" fmla="*/ 1196386 h 2263842"/>
              <a:gd name="connsiteX7" fmla="*/ 92704 w 1857234"/>
              <a:gd name="connsiteY7" fmla="*/ 1145586 h 2263842"/>
              <a:gd name="connsiteX8" fmla="*/ 13329 w 1857234"/>
              <a:gd name="connsiteY8" fmla="*/ 1150878 h 2263842"/>
              <a:gd name="connsiteX9" fmla="*/ 1687 w 1857234"/>
              <a:gd name="connsiteY9" fmla="*/ 1262003 h 2263842"/>
              <a:gd name="connsiteX10" fmla="*/ 31320 w 1857234"/>
              <a:gd name="connsiteY10" fmla="*/ 1405937 h 2263842"/>
              <a:gd name="connsiteX11" fmla="*/ 99053 w 1857234"/>
              <a:gd name="connsiteY11" fmla="*/ 1511770 h 2263842"/>
              <a:gd name="connsiteX12" fmla="*/ 149853 w 1857234"/>
              <a:gd name="connsiteY12" fmla="*/ 1609136 h 2263842"/>
              <a:gd name="connsiteX13" fmla="*/ 213353 w 1857234"/>
              <a:gd name="connsiteY13" fmla="*/ 1626070 h 2263842"/>
              <a:gd name="connsiteX14" fmla="*/ 221820 w 1857234"/>
              <a:gd name="connsiteY14" fmla="*/ 1566803 h 2263842"/>
              <a:gd name="connsiteX15" fmla="*/ 221820 w 1857234"/>
              <a:gd name="connsiteY15" fmla="*/ 1532936 h 2263842"/>
              <a:gd name="connsiteX16" fmla="*/ 301968 w 1857234"/>
              <a:gd name="connsiteY16" fmla="*/ 1803314 h 2263842"/>
              <a:gd name="connsiteX17" fmla="*/ 443372 w 1857234"/>
              <a:gd name="connsiteY17" fmla="*/ 1961314 h 2263842"/>
              <a:gd name="connsiteX18" fmla="*/ 647608 w 1857234"/>
              <a:gd name="connsiteY18" fmla="*/ 2138936 h 2263842"/>
              <a:gd name="connsiteX19" fmla="*/ 812665 w 1857234"/>
              <a:gd name="connsiteY19" fmla="*/ 2239951 h 2263842"/>
              <a:gd name="connsiteX20" fmla="*/ 1131834 w 1857234"/>
              <a:gd name="connsiteY20" fmla="*/ 2260402 h 2263842"/>
              <a:gd name="connsiteX21" fmla="*/ 1252319 w 1857234"/>
              <a:gd name="connsiteY21" fmla="*/ 2186134 h 2263842"/>
              <a:gd name="connsiteX22" fmla="*/ 1377459 w 1857234"/>
              <a:gd name="connsiteY22" fmla="*/ 2070198 h 2263842"/>
              <a:gd name="connsiteX23" fmla="*/ 1519275 w 1857234"/>
              <a:gd name="connsiteY23" fmla="*/ 1901778 h 2263842"/>
              <a:gd name="connsiteX24" fmla="*/ 1649165 w 1857234"/>
              <a:gd name="connsiteY24" fmla="*/ 1767412 h 2263842"/>
              <a:gd name="connsiteX25" fmla="*/ 1667781 w 1857234"/>
              <a:gd name="connsiteY25" fmla="*/ 1594101 h 2263842"/>
              <a:gd name="connsiteX26" fmla="*/ 1678087 w 1857234"/>
              <a:gd name="connsiteY26" fmla="*/ 1484588 h 2263842"/>
              <a:gd name="connsiteX27" fmla="*/ 1737353 w 1857234"/>
              <a:gd name="connsiteY27" fmla="*/ 1549870 h 2263842"/>
              <a:gd name="connsiteX28" fmla="*/ 1788153 w 1857234"/>
              <a:gd name="connsiteY28" fmla="*/ 1524470 h 2263842"/>
              <a:gd name="connsiteX29" fmla="*/ 1810167 w 1857234"/>
              <a:gd name="connsiteY29" fmla="*/ 1405936 h 2263842"/>
              <a:gd name="connsiteX30" fmla="*/ 1849113 w 1857234"/>
              <a:gd name="connsiteY30" fmla="*/ 1309416 h 2263842"/>
              <a:gd name="connsiteX31" fmla="*/ 1855887 w 1857234"/>
              <a:gd name="connsiteY31" fmla="*/ 1211203 h 2263842"/>
              <a:gd name="connsiteX32" fmla="*/ 1830487 w 1857234"/>
              <a:gd name="connsiteY32" fmla="*/ 1092670 h 2263842"/>
              <a:gd name="connsiteX33" fmla="*/ 1754287 w 1857234"/>
              <a:gd name="connsiteY33" fmla="*/ 1118070 h 2263842"/>
              <a:gd name="connsiteX34" fmla="*/ 1720420 w 1857234"/>
              <a:gd name="connsiteY34" fmla="*/ 1164636 h 2263842"/>
              <a:gd name="connsiteX35" fmla="*/ 1686553 w 1857234"/>
              <a:gd name="connsiteY35" fmla="*/ 1236603 h 2263842"/>
              <a:gd name="connsiteX36" fmla="*/ 1703487 w 1857234"/>
              <a:gd name="connsiteY36" fmla="*/ 830203 h 2263842"/>
              <a:gd name="connsiteX37" fmla="*/ 1669620 w 1857234"/>
              <a:gd name="connsiteY37" fmla="*/ 505083 h 2263842"/>
              <a:gd name="connsiteX38" fmla="*/ 1474887 w 1857234"/>
              <a:gd name="connsiteY38" fmla="*/ 186736 h 2263842"/>
              <a:gd name="connsiteX39" fmla="*/ 1264278 w 1857234"/>
              <a:gd name="connsiteY39" fmla="*/ 62925 h 2263842"/>
              <a:gd name="connsiteX40" fmla="*/ 907620 w 1857234"/>
              <a:gd name="connsiteY40" fmla="*/ 470 h 2263842"/>
              <a:gd name="connsiteX41" fmla="*/ 699128 w 1857234"/>
              <a:gd name="connsiteY41" fmla="*/ 38246 h 2263842"/>
              <a:gd name="connsiteX0" fmla="*/ 699128 w 1857234"/>
              <a:gd name="connsiteY0" fmla="*/ 38246 h 2263842"/>
              <a:gd name="connsiteX1" fmla="*/ 530853 w 1857234"/>
              <a:gd name="connsiteY1" fmla="*/ 109476 h 2263842"/>
              <a:gd name="connsiteX2" fmla="*/ 359403 w 1857234"/>
              <a:gd name="connsiteY2" fmla="*/ 226951 h 2263842"/>
              <a:gd name="connsiteX3" fmla="*/ 194303 w 1857234"/>
              <a:gd name="connsiteY3" fmla="*/ 500001 h 2263842"/>
              <a:gd name="connsiteX4" fmla="*/ 143503 w 1857234"/>
              <a:gd name="connsiteY4" fmla="*/ 690502 h 2263842"/>
              <a:gd name="connsiteX5" fmla="*/ 143503 w 1857234"/>
              <a:gd name="connsiteY5" fmla="*/ 1058801 h 2263842"/>
              <a:gd name="connsiteX6" fmla="*/ 144562 w 1857234"/>
              <a:gd name="connsiteY6" fmla="*/ 1196386 h 2263842"/>
              <a:gd name="connsiteX7" fmla="*/ 92704 w 1857234"/>
              <a:gd name="connsiteY7" fmla="*/ 1145586 h 2263842"/>
              <a:gd name="connsiteX8" fmla="*/ 13329 w 1857234"/>
              <a:gd name="connsiteY8" fmla="*/ 1150878 h 2263842"/>
              <a:gd name="connsiteX9" fmla="*/ 1687 w 1857234"/>
              <a:gd name="connsiteY9" fmla="*/ 1262003 h 2263842"/>
              <a:gd name="connsiteX10" fmla="*/ 31320 w 1857234"/>
              <a:gd name="connsiteY10" fmla="*/ 1405937 h 2263842"/>
              <a:gd name="connsiteX11" fmla="*/ 99053 w 1857234"/>
              <a:gd name="connsiteY11" fmla="*/ 1511770 h 2263842"/>
              <a:gd name="connsiteX12" fmla="*/ 149853 w 1857234"/>
              <a:gd name="connsiteY12" fmla="*/ 1609136 h 2263842"/>
              <a:gd name="connsiteX13" fmla="*/ 213353 w 1857234"/>
              <a:gd name="connsiteY13" fmla="*/ 1626070 h 2263842"/>
              <a:gd name="connsiteX14" fmla="*/ 221820 w 1857234"/>
              <a:gd name="connsiteY14" fmla="*/ 1566803 h 2263842"/>
              <a:gd name="connsiteX15" fmla="*/ 221820 w 1857234"/>
              <a:gd name="connsiteY15" fmla="*/ 1532936 h 2263842"/>
              <a:gd name="connsiteX16" fmla="*/ 301968 w 1857234"/>
              <a:gd name="connsiteY16" fmla="*/ 1803314 h 2263842"/>
              <a:gd name="connsiteX17" fmla="*/ 443372 w 1857234"/>
              <a:gd name="connsiteY17" fmla="*/ 1961314 h 2263842"/>
              <a:gd name="connsiteX18" fmla="*/ 647608 w 1857234"/>
              <a:gd name="connsiteY18" fmla="*/ 2138936 h 2263842"/>
              <a:gd name="connsiteX19" fmla="*/ 812665 w 1857234"/>
              <a:gd name="connsiteY19" fmla="*/ 2239951 h 2263842"/>
              <a:gd name="connsiteX20" fmla="*/ 1131834 w 1857234"/>
              <a:gd name="connsiteY20" fmla="*/ 2260402 h 2263842"/>
              <a:gd name="connsiteX21" fmla="*/ 1252319 w 1857234"/>
              <a:gd name="connsiteY21" fmla="*/ 2186134 h 2263842"/>
              <a:gd name="connsiteX22" fmla="*/ 1377459 w 1857234"/>
              <a:gd name="connsiteY22" fmla="*/ 2070198 h 2263842"/>
              <a:gd name="connsiteX23" fmla="*/ 1538954 w 1857234"/>
              <a:gd name="connsiteY23" fmla="*/ 1904583 h 2263842"/>
              <a:gd name="connsiteX24" fmla="*/ 1649165 w 1857234"/>
              <a:gd name="connsiteY24" fmla="*/ 1767412 h 2263842"/>
              <a:gd name="connsiteX25" fmla="*/ 1667781 w 1857234"/>
              <a:gd name="connsiteY25" fmla="*/ 1594101 h 2263842"/>
              <a:gd name="connsiteX26" fmla="*/ 1678087 w 1857234"/>
              <a:gd name="connsiteY26" fmla="*/ 1484588 h 2263842"/>
              <a:gd name="connsiteX27" fmla="*/ 1737353 w 1857234"/>
              <a:gd name="connsiteY27" fmla="*/ 1549870 h 2263842"/>
              <a:gd name="connsiteX28" fmla="*/ 1788153 w 1857234"/>
              <a:gd name="connsiteY28" fmla="*/ 1524470 h 2263842"/>
              <a:gd name="connsiteX29" fmla="*/ 1810167 w 1857234"/>
              <a:gd name="connsiteY29" fmla="*/ 1405936 h 2263842"/>
              <a:gd name="connsiteX30" fmla="*/ 1849113 w 1857234"/>
              <a:gd name="connsiteY30" fmla="*/ 1309416 h 2263842"/>
              <a:gd name="connsiteX31" fmla="*/ 1855887 w 1857234"/>
              <a:gd name="connsiteY31" fmla="*/ 1211203 h 2263842"/>
              <a:gd name="connsiteX32" fmla="*/ 1830487 w 1857234"/>
              <a:gd name="connsiteY32" fmla="*/ 1092670 h 2263842"/>
              <a:gd name="connsiteX33" fmla="*/ 1754287 w 1857234"/>
              <a:gd name="connsiteY33" fmla="*/ 1118070 h 2263842"/>
              <a:gd name="connsiteX34" fmla="*/ 1720420 w 1857234"/>
              <a:gd name="connsiteY34" fmla="*/ 1164636 h 2263842"/>
              <a:gd name="connsiteX35" fmla="*/ 1686553 w 1857234"/>
              <a:gd name="connsiteY35" fmla="*/ 1236603 h 2263842"/>
              <a:gd name="connsiteX36" fmla="*/ 1703487 w 1857234"/>
              <a:gd name="connsiteY36" fmla="*/ 830203 h 2263842"/>
              <a:gd name="connsiteX37" fmla="*/ 1669620 w 1857234"/>
              <a:gd name="connsiteY37" fmla="*/ 505083 h 2263842"/>
              <a:gd name="connsiteX38" fmla="*/ 1474887 w 1857234"/>
              <a:gd name="connsiteY38" fmla="*/ 186736 h 2263842"/>
              <a:gd name="connsiteX39" fmla="*/ 1264278 w 1857234"/>
              <a:gd name="connsiteY39" fmla="*/ 62925 h 2263842"/>
              <a:gd name="connsiteX40" fmla="*/ 907620 w 1857234"/>
              <a:gd name="connsiteY40" fmla="*/ 470 h 2263842"/>
              <a:gd name="connsiteX41" fmla="*/ 699128 w 1857234"/>
              <a:gd name="connsiteY41" fmla="*/ 38246 h 2263842"/>
              <a:gd name="connsiteX0" fmla="*/ 699128 w 1857234"/>
              <a:gd name="connsiteY0" fmla="*/ 38246 h 2261482"/>
              <a:gd name="connsiteX1" fmla="*/ 530853 w 1857234"/>
              <a:gd name="connsiteY1" fmla="*/ 109476 h 2261482"/>
              <a:gd name="connsiteX2" fmla="*/ 359403 w 1857234"/>
              <a:gd name="connsiteY2" fmla="*/ 226951 h 2261482"/>
              <a:gd name="connsiteX3" fmla="*/ 194303 w 1857234"/>
              <a:gd name="connsiteY3" fmla="*/ 500001 h 2261482"/>
              <a:gd name="connsiteX4" fmla="*/ 143503 w 1857234"/>
              <a:gd name="connsiteY4" fmla="*/ 690502 h 2261482"/>
              <a:gd name="connsiteX5" fmla="*/ 143503 w 1857234"/>
              <a:gd name="connsiteY5" fmla="*/ 1058801 h 2261482"/>
              <a:gd name="connsiteX6" fmla="*/ 144562 w 1857234"/>
              <a:gd name="connsiteY6" fmla="*/ 1196386 h 2261482"/>
              <a:gd name="connsiteX7" fmla="*/ 92704 w 1857234"/>
              <a:gd name="connsiteY7" fmla="*/ 1145586 h 2261482"/>
              <a:gd name="connsiteX8" fmla="*/ 13329 w 1857234"/>
              <a:gd name="connsiteY8" fmla="*/ 1150878 h 2261482"/>
              <a:gd name="connsiteX9" fmla="*/ 1687 w 1857234"/>
              <a:gd name="connsiteY9" fmla="*/ 1262003 h 2261482"/>
              <a:gd name="connsiteX10" fmla="*/ 31320 w 1857234"/>
              <a:gd name="connsiteY10" fmla="*/ 1405937 h 2261482"/>
              <a:gd name="connsiteX11" fmla="*/ 99053 w 1857234"/>
              <a:gd name="connsiteY11" fmla="*/ 1511770 h 2261482"/>
              <a:gd name="connsiteX12" fmla="*/ 149853 w 1857234"/>
              <a:gd name="connsiteY12" fmla="*/ 1609136 h 2261482"/>
              <a:gd name="connsiteX13" fmla="*/ 213353 w 1857234"/>
              <a:gd name="connsiteY13" fmla="*/ 1626070 h 2261482"/>
              <a:gd name="connsiteX14" fmla="*/ 221820 w 1857234"/>
              <a:gd name="connsiteY14" fmla="*/ 1566803 h 2261482"/>
              <a:gd name="connsiteX15" fmla="*/ 221820 w 1857234"/>
              <a:gd name="connsiteY15" fmla="*/ 1532936 h 2261482"/>
              <a:gd name="connsiteX16" fmla="*/ 301968 w 1857234"/>
              <a:gd name="connsiteY16" fmla="*/ 1803314 h 2261482"/>
              <a:gd name="connsiteX17" fmla="*/ 443372 w 1857234"/>
              <a:gd name="connsiteY17" fmla="*/ 1961314 h 2261482"/>
              <a:gd name="connsiteX18" fmla="*/ 647608 w 1857234"/>
              <a:gd name="connsiteY18" fmla="*/ 2138936 h 2261482"/>
              <a:gd name="connsiteX19" fmla="*/ 812665 w 1857234"/>
              <a:gd name="connsiteY19" fmla="*/ 2239951 h 2261482"/>
              <a:gd name="connsiteX20" fmla="*/ 1095287 w 1857234"/>
              <a:gd name="connsiteY20" fmla="*/ 2257597 h 2261482"/>
              <a:gd name="connsiteX21" fmla="*/ 1252319 w 1857234"/>
              <a:gd name="connsiteY21" fmla="*/ 2186134 h 2261482"/>
              <a:gd name="connsiteX22" fmla="*/ 1377459 w 1857234"/>
              <a:gd name="connsiteY22" fmla="*/ 2070198 h 2261482"/>
              <a:gd name="connsiteX23" fmla="*/ 1538954 w 1857234"/>
              <a:gd name="connsiteY23" fmla="*/ 1904583 h 2261482"/>
              <a:gd name="connsiteX24" fmla="*/ 1649165 w 1857234"/>
              <a:gd name="connsiteY24" fmla="*/ 1767412 h 2261482"/>
              <a:gd name="connsiteX25" fmla="*/ 1667781 w 1857234"/>
              <a:gd name="connsiteY25" fmla="*/ 1594101 h 2261482"/>
              <a:gd name="connsiteX26" fmla="*/ 1678087 w 1857234"/>
              <a:gd name="connsiteY26" fmla="*/ 1484588 h 2261482"/>
              <a:gd name="connsiteX27" fmla="*/ 1737353 w 1857234"/>
              <a:gd name="connsiteY27" fmla="*/ 1549870 h 2261482"/>
              <a:gd name="connsiteX28" fmla="*/ 1788153 w 1857234"/>
              <a:gd name="connsiteY28" fmla="*/ 1524470 h 2261482"/>
              <a:gd name="connsiteX29" fmla="*/ 1810167 w 1857234"/>
              <a:gd name="connsiteY29" fmla="*/ 1405936 h 2261482"/>
              <a:gd name="connsiteX30" fmla="*/ 1849113 w 1857234"/>
              <a:gd name="connsiteY30" fmla="*/ 1309416 h 2261482"/>
              <a:gd name="connsiteX31" fmla="*/ 1855887 w 1857234"/>
              <a:gd name="connsiteY31" fmla="*/ 1211203 h 2261482"/>
              <a:gd name="connsiteX32" fmla="*/ 1830487 w 1857234"/>
              <a:gd name="connsiteY32" fmla="*/ 1092670 h 2261482"/>
              <a:gd name="connsiteX33" fmla="*/ 1754287 w 1857234"/>
              <a:gd name="connsiteY33" fmla="*/ 1118070 h 2261482"/>
              <a:gd name="connsiteX34" fmla="*/ 1720420 w 1857234"/>
              <a:gd name="connsiteY34" fmla="*/ 1164636 h 2261482"/>
              <a:gd name="connsiteX35" fmla="*/ 1686553 w 1857234"/>
              <a:gd name="connsiteY35" fmla="*/ 1236603 h 2261482"/>
              <a:gd name="connsiteX36" fmla="*/ 1703487 w 1857234"/>
              <a:gd name="connsiteY36" fmla="*/ 830203 h 2261482"/>
              <a:gd name="connsiteX37" fmla="*/ 1669620 w 1857234"/>
              <a:gd name="connsiteY37" fmla="*/ 505083 h 2261482"/>
              <a:gd name="connsiteX38" fmla="*/ 1474887 w 1857234"/>
              <a:gd name="connsiteY38" fmla="*/ 186736 h 2261482"/>
              <a:gd name="connsiteX39" fmla="*/ 1264278 w 1857234"/>
              <a:gd name="connsiteY39" fmla="*/ 62925 h 2261482"/>
              <a:gd name="connsiteX40" fmla="*/ 907620 w 1857234"/>
              <a:gd name="connsiteY40" fmla="*/ 470 h 2261482"/>
              <a:gd name="connsiteX41" fmla="*/ 699128 w 1857234"/>
              <a:gd name="connsiteY41" fmla="*/ 38246 h 2261482"/>
              <a:gd name="connsiteX0" fmla="*/ 699128 w 1857234"/>
              <a:gd name="connsiteY0" fmla="*/ 38246 h 2262304"/>
              <a:gd name="connsiteX1" fmla="*/ 530853 w 1857234"/>
              <a:gd name="connsiteY1" fmla="*/ 109476 h 2262304"/>
              <a:gd name="connsiteX2" fmla="*/ 359403 w 1857234"/>
              <a:gd name="connsiteY2" fmla="*/ 226951 h 2262304"/>
              <a:gd name="connsiteX3" fmla="*/ 194303 w 1857234"/>
              <a:gd name="connsiteY3" fmla="*/ 500001 h 2262304"/>
              <a:gd name="connsiteX4" fmla="*/ 143503 w 1857234"/>
              <a:gd name="connsiteY4" fmla="*/ 690502 h 2262304"/>
              <a:gd name="connsiteX5" fmla="*/ 143503 w 1857234"/>
              <a:gd name="connsiteY5" fmla="*/ 1058801 h 2262304"/>
              <a:gd name="connsiteX6" fmla="*/ 144562 w 1857234"/>
              <a:gd name="connsiteY6" fmla="*/ 1196386 h 2262304"/>
              <a:gd name="connsiteX7" fmla="*/ 92704 w 1857234"/>
              <a:gd name="connsiteY7" fmla="*/ 1145586 h 2262304"/>
              <a:gd name="connsiteX8" fmla="*/ 13329 w 1857234"/>
              <a:gd name="connsiteY8" fmla="*/ 1150878 h 2262304"/>
              <a:gd name="connsiteX9" fmla="*/ 1687 w 1857234"/>
              <a:gd name="connsiteY9" fmla="*/ 1262003 h 2262304"/>
              <a:gd name="connsiteX10" fmla="*/ 31320 w 1857234"/>
              <a:gd name="connsiteY10" fmla="*/ 1405937 h 2262304"/>
              <a:gd name="connsiteX11" fmla="*/ 99053 w 1857234"/>
              <a:gd name="connsiteY11" fmla="*/ 1511770 h 2262304"/>
              <a:gd name="connsiteX12" fmla="*/ 149853 w 1857234"/>
              <a:gd name="connsiteY12" fmla="*/ 1609136 h 2262304"/>
              <a:gd name="connsiteX13" fmla="*/ 213353 w 1857234"/>
              <a:gd name="connsiteY13" fmla="*/ 1626070 h 2262304"/>
              <a:gd name="connsiteX14" fmla="*/ 221820 w 1857234"/>
              <a:gd name="connsiteY14" fmla="*/ 1566803 h 2262304"/>
              <a:gd name="connsiteX15" fmla="*/ 221820 w 1857234"/>
              <a:gd name="connsiteY15" fmla="*/ 1532936 h 2262304"/>
              <a:gd name="connsiteX16" fmla="*/ 301968 w 1857234"/>
              <a:gd name="connsiteY16" fmla="*/ 1803314 h 2262304"/>
              <a:gd name="connsiteX17" fmla="*/ 443372 w 1857234"/>
              <a:gd name="connsiteY17" fmla="*/ 1961314 h 2262304"/>
              <a:gd name="connsiteX18" fmla="*/ 647608 w 1857234"/>
              <a:gd name="connsiteY18" fmla="*/ 2138936 h 2262304"/>
              <a:gd name="connsiteX19" fmla="*/ 812665 w 1857234"/>
              <a:gd name="connsiteY19" fmla="*/ 2239951 h 2262304"/>
              <a:gd name="connsiteX20" fmla="*/ 1095287 w 1857234"/>
              <a:gd name="connsiteY20" fmla="*/ 2257597 h 2262304"/>
              <a:gd name="connsiteX21" fmla="*/ 1252319 w 1857234"/>
              <a:gd name="connsiteY21" fmla="*/ 2174916 h 2262304"/>
              <a:gd name="connsiteX22" fmla="*/ 1377459 w 1857234"/>
              <a:gd name="connsiteY22" fmla="*/ 2070198 h 2262304"/>
              <a:gd name="connsiteX23" fmla="*/ 1538954 w 1857234"/>
              <a:gd name="connsiteY23" fmla="*/ 1904583 h 2262304"/>
              <a:gd name="connsiteX24" fmla="*/ 1649165 w 1857234"/>
              <a:gd name="connsiteY24" fmla="*/ 1767412 h 2262304"/>
              <a:gd name="connsiteX25" fmla="*/ 1667781 w 1857234"/>
              <a:gd name="connsiteY25" fmla="*/ 1594101 h 2262304"/>
              <a:gd name="connsiteX26" fmla="*/ 1678087 w 1857234"/>
              <a:gd name="connsiteY26" fmla="*/ 1484588 h 2262304"/>
              <a:gd name="connsiteX27" fmla="*/ 1737353 w 1857234"/>
              <a:gd name="connsiteY27" fmla="*/ 1549870 h 2262304"/>
              <a:gd name="connsiteX28" fmla="*/ 1788153 w 1857234"/>
              <a:gd name="connsiteY28" fmla="*/ 1524470 h 2262304"/>
              <a:gd name="connsiteX29" fmla="*/ 1810167 w 1857234"/>
              <a:gd name="connsiteY29" fmla="*/ 1405936 h 2262304"/>
              <a:gd name="connsiteX30" fmla="*/ 1849113 w 1857234"/>
              <a:gd name="connsiteY30" fmla="*/ 1309416 h 2262304"/>
              <a:gd name="connsiteX31" fmla="*/ 1855887 w 1857234"/>
              <a:gd name="connsiteY31" fmla="*/ 1211203 h 2262304"/>
              <a:gd name="connsiteX32" fmla="*/ 1830487 w 1857234"/>
              <a:gd name="connsiteY32" fmla="*/ 1092670 h 2262304"/>
              <a:gd name="connsiteX33" fmla="*/ 1754287 w 1857234"/>
              <a:gd name="connsiteY33" fmla="*/ 1118070 h 2262304"/>
              <a:gd name="connsiteX34" fmla="*/ 1720420 w 1857234"/>
              <a:gd name="connsiteY34" fmla="*/ 1164636 h 2262304"/>
              <a:gd name="connsiteX35" fmla="*/ 1686553 w 1857234"/>
              <a:gd name="connsiteY35" fmla="*/ 1236603 h 2262304"/>
              <a:gd name="connsiteX36" fmla="*/ 1703487 w 1857234"/>
              <a:gd name="connsiteY36" fmla="*/ 830203 h 2262304"/>
              <a:gd name="connsiteX37" fmla="*/ 1669620 w 1857234"/>
              <a:gd name="connsiteY37" fmla="*/ 505083 h 2262304"/>
              <a:gd name="connsiteX38" fmla="*/ 1474887 w 1857234"/>
              <a:gd name="connsiteY38" fmla="*/ 186736 h 2262304"/>
              <a:gd name="connsiteX39" fmla="*/ 1264278 w 1857234"/>
              <a:gd name="connsiteY39" fmla="*/ 62925 h 2262304"/>
              <a:gd name="connsiteX40" fmla="*/ 907620 w 1857234"/>
              <a:gd name="connsiteY40" fmla="*/ 470 h 2262304"/>
              <a:gd name="connsiteX41" fmla="*/ 699128 w 1857234"/>
              <a:gd name="connsiteY41" fmla="*/ 38246 h 2262304"/>
              <a:gd name="connsiteX0" fmla="*/ 699128 w 1857234"/>
              <a:gd name="connsiteY0" fmla="*/ 38246 h 2249517"/>
              <a:gd name="connsiteX1" fmla="*/ 530853 w 1857234"/>
              <a:gd name="connsiteY1" fmla="*/ 109476 h 2249517"/>
              <a:gd name="connsiteX2" fmla="*/ 359403 w 1857234"/>
              <a:gd name="connsiteY2" fmla="*/ 226951 h 2249517"/>
              <a:gd name="connsiteX3" fmla="*/ 194303 w 1857234"/>
              <a:gd name="connsiteY3" fmla="*/ 500001 h 2249517"/>
              <a:gd name="connsiteX4" fmla="*/ 143503 w 1857234"/>
              <a:gd name="connsiteY4" fmla="*/ 690502 h 2249517"/>
              <a:gd name="connsiteX5" fmla="*/ 143503 w 1857234"/>
              <a:gd name="connsiteY5" fmla="*/ 1058801 h 2249517"/>
              <a:gd name="connsiteX6" fmla="*/ 144562 w 1857234"/>
              <a:gd name="connsiteY6" fmla="*/ 1196386 h 2249517"/>
              <a:gd name="connsiteX7" fmla="*/ 92704 w 1857234"/>
              <a:gd name="connsiteY7" fmla="*/ 1145586 h 2249517"/>
              <a:gd name="connsiteX8" fmla="*/ 13329 w 1857234"/>
              <a:gd name="connsiteY8" fmla="*/ 1150878 h 2249517"/>
              <a:gd name="connsiteX9" fmla="*/ 1687 w 1857234"/>
              <a:gd name="connsiteY9" fmla="*/ 1262003 h 2249517"/>
              <a:gd name="connsiteX10" fmla="*/ 31320 w 1857234"/>
              <a:gd name="connsiteY10" fmla="*/ 1405937 h 2249517"/>
              <a:gd name="connsiteX11" fmla="*/ 99053 w 1857234"/>
              <a:gd name="connsiteY11" fmla="*/ 1511770 h 2249517"/>
              <a:gd name="connsiteX12" fmla="*/ 149853 w 1857234"/>
              <a:gd name="connsiteY12" fmla="*/ 1609136 h 2249517"/>
              <a:gd name="connsiteX13" fmla="*/ 213353 w 1857234"/>
              <a:gd name="connsiteY13" fmla="*/ 1626070 h 2249517"/>
              <a:gd name="connsiteX14" fmla="*/ 221820 w 1857234"/>
              <a:gd name="connsiteY14" fmla="*/ 1566803 h 2249517"/>
              <a:gd name="connsiteX15" fmla="*/ 221820 w 1857234"/>
              <a:gd name="connsiteY15" fmla="*/ 1532936 h 2249517"/>
              <a:gd name="connsiteX16" fmla="*/ 301968 w 1857234"/>
              <a:gd name="connsiteY16" fmla="*/ 1803314 h 2249517"/>
              <a:gd name="connsiteX17" fmla="*/ 443372 w 1857234"/>
              <a:gd name="connsiteY17" fmla="*/ 1961314 h 2249517"/>
              <a:gd name="connsiteX18" fmla="*/ 647608 w 1857234"/>
              <a:gd name="connsiteY18" fmla="*/ 2138936 h 2249517"/>
              <a:gd name="connsiteX19" fmla="*/ 812665 w 1857234"/>
              <a:gd name="connsiteY19" fmla="*/ 2239951 h 2249517"/>
              <a:gd name="connsiteX20" fmla="*/ 1112155 w 1857234"/>
              <a:gd name="connsiteY20" fmla="*/ 2237965 h 2249517"/>
              <a:gd name="connsiteX21" fmla="*/ 1252319 w 1857234"/>
              <a:gd name="connsiteY21" fmla="*/ 2174916 h 2249517"/>
              <a:gd name="connsiteX22" fmla="*/ 1377459 w 1857234"/>
              <a:gd name="connsiteY22" fmla="*/ 2070198 h 2249517"/>
              <a:gd name="connsiteX23" fmla="*/ 1538954 w 1857234"/>
              <a:gd name="connsiteY23" fmla="*/ 1904583 h 2249517"/>
              <a:gd name="connsiteX24" fmla="*/ 1649165 w 1857234"/>
              <a:gd name="connsiteY24" fmla="*/ 1767412 h 2249517"/>
              <a:gd name="connsiteX25" fmla="*/ 1667781 w 1857234"/>
              <a:gd name="connsiteY25" fmla="*/ 1594101 h 2249517"/>
              <a:gd name="connsiteX26" fmla="*/ 1678087 w 1857234"/>
              <a:gd name="connsiteY26" fmla="*/ 1484588 h 2249517"/>
              <a:gd name="connsiteX27" fmla="*/ 1737353 w 1857234"/>
              <a:gd name="connsiteY27" fmla="*/ 1549870 h 2249517"/>
              <a:gd name="connsiteX28" fmla="*/ 1788153 w 1857234"/>
              <a:gd name="connsiteY28" fmla="*/ 1524470 h 2249517"/>
              <a:gd name="connsiteX29" fmla="*/ 1810167 w 1857234"/>
              <a:gd name="connsiteY29" fmla="*/ 1405936 h 2249517"/>
              <a:gd name="connsiteX30" fmla="*/ 1849113 w 1857234"/>
              <a:gd name="connsiteY30" fmla="*/ 1309416 h 2249517"/>
              <a:gd name="connsiteX31" fmla="*/ 1855887 w 1857234"/>
              <a:gd name="connsiteY31" fmla="*/ 1211203 h 2249517"/>
              <a:gd name="connsiteX32" fmla="*/ 1830487 w 1857234"/>
              <a:gd name="connsiteY32" fmla="*/ 1092670 h 2249517"/>
              <a:gd name="connsiteX33" fmla="*/ 1754287 w 1857234"/>
              <a:gd name="connsiteY33" fmla="*/ 1118070 h 2249517"/>
              <a:gd name="connsiteX34" fmla="*/ 1720420 w 1857234"/>
              <a:gd name="connsiteY34" fmla="*/ 1164636 h 2249517"/>
              <a:gd name="connsiteX35" fmla="*/ 1686553 w 1857234"/>
              <a:gd name="connsiteY35" fmla="*/ 1236603 h 2249517"/>
              <a:gd name="connsiteX36" fmla="*/ 1703487 w 1857234"/>
              <a:gd name="connsiteY36" fmla="*/ 830203 h 2249517"/>
              <a:gd name="connsiteX37" fmla="*/ 1669620 w 1857234"/>
              <a:gd name="connsiteY37" fmla="*/ 505083 h 2249517"/>
              <a:gd name="connsiteX38" fmla="*/ 1474887 w 1857234"/>
              <a:gd name="connsiteY38" fmla="*/ 186736 h 2249517"/>
              <a:gd name="connsiteX39" fmla="*/ 1264278 w 1857234"/>
              <a:gd name="connsiteY39" fmla="*/ 62925 h 2249517"/>
              <a:gd name="connsiteX40" fmla="*/ 907620 w 1857234"/>
              <a:gd name="connsiteY40" fmla="*/ 470 h 2249517"/>
              <a:gd name="connsiteX41" fmla="*/ 699128 w 1857234"/>
              <a:gd name="connsiteY41" fmla="*/ 38246 h 2249517"/>
              <a:gd name="connsiteX0" fmla="*/ 699128 w 1857234"/>
              <a:gd name="connsiteY0" fmla="*/ 38246 h 2249517"/>
              <a:gd name="connsiteX1" fmla="*/ 530853 w 1857234"/>
              <a:gd name="connsiteY1" fmla="*/ 109476 h 2249517"/>
              <a:gd name="connsiteX2" fmla="*/ 359403 w 1857234"/>
              <a:gd name="connsiteY2" fmla="*/ 226951 h 2249517"/>
              <a:gd name="connsiteX3" fmla="*/ 194303 w 1857234"/>
              <a:gd name="connsiteY3" fmla="*/ 500001 h 2249517"/>
              <a:gd name="connsiteX4" fmla="*/ 143503 w 1857234"/>
              <a:gd name="connsiteY4" fmla="*/ 690502 h 2249517"/>
              <a:gd name="connsiteX5" fmla="*/ 143503 w 1857234"/>
              <a:gd name="connsiteY5" fmla="*/ 1058801 h 2249517"/>
              <a:gd name="connsiteX6" fmla="*/ 144562 w 1857234"/>
              <a:gd name="connsiteY6" fmla="*/ 1196386 h 2249517"/>
              <a:gd name="connsiteX7" fmla="*/ 92704 w 1857234"/>
              <a:gd name="connsiteY7" fmla="*/ 1145586 h 2249517"/>
              <a:gd name="connsiteX8" fmla="*/ 13329 w 1857234"/>
              <a:gd name="connsiteY8" fmla="*/ 1150878 h 2249517"/>
              <a:gd name="connsiteX9" fmla="*/ 1687 w 1857234"/>
              <a:gd name="connsiteY9" fmla="*/ 1262003 h 2249517"/>
              <a:gd name="connsiteX10" fmla="*/ 31320 w 1857234"/>
              <a:gd name="connsiteY10" fmla="*/ 1405937 h 2249517"/>
              <a:gd name="connsiteX11" fmla="*/ 99053 w 1857234"/>
              <a:gd name="connsiteY11" fmla="*/ 1511770 h 2249517"/>
              <a:gd name="connsiteX12" fmla="*/ 149853 w 1857234"/>
              <a:gd name="connsiteY12" fmla="*/ 1609136 h 2249517"/>
              <a:gd name="connsiteX13" fmla="*/ 213353 w 1857234"/>
              <a:gd name="connsiteY13" fmla="*/ 1626070 h 2249517"/>
              <a:gd name="connsiteX14" fmla="*/ 221820 w 1857234"/>
              <a:gd name="connsiteY14" fmla="*/ 1566803 h 2249517"/>
              <a:gd name="connsiteX15" fmla="*/ 221820 w 1857234"/>
              <a:gd name="connsiteY15" fmla="*/ 1532936 h 2249517"/>
              <a:gd name="connsiteX16" fmla="*/ 301968 w 1857234"/>
              <a:gd name="connsiteY16" fmla="*/ 1803314 h 2249517"/>
              <a:gd name="connsiteX17" fmla="*/ 443372 w 1857234"/>
              <a:gd name="connsiteY17" fmla="*/ 1961314 h 2249517"/>
              <a:gd name="connsiteX18" fmla="*/ 647608 w 1857234"/>
              <a:gd name="connsiteY18" fmla="*/ 2138936 h 2249517"/>
              <a:gd name="connsiteX19" fmla="*/ 812665 w 1857234"/>
              <a:gd name="connsiteY19" fmla="*/ 2239951 h 2249517"/>
              <a:gd name="connsiteX20" fmla="*/ 1112155 w 1857234"/>
              <a:gd name="connsiteY20" fmla="*/ 2237965 h 2249517"/>
              <a:gd name="connsiteX21" fmla="*/ 1252319 w 1857234"/>
              <a:gd name="connsiteY21" fmla="*/ 2174916 h 2249517"/>
              <a:gd name="connsiteX22" fmla="*/ 1377459 w 1857234"/>
              <a:gd name="connsiteY22" fmla="*/ 2070198 h 2249517"/>
              <a:gd name="connsiteX23" fmla="*/ 1538954 w 1857234"/>
              <a:gd name="connsiteY23" fmla="*/ 1904583 h 2249517"/>
              <a:gd name="connsiteX24" fmla="*/ 1649165 w 1857234"/>
              <a:gd name="connsiteY24" fmla="*/ 1767412 h 2249517"/>
              <a:gd name="connsiteX25" fmla="*/ 1667781 w 1857234"/>
              <a:gd name="connsiteY25" fmla="*/ 1594101 h 2249517"/>
              <a:gd name="connsiteX26" fmla="*/ 1678087 w 1857234"/>
              <a:gd name="connsiteY26" fmla="*/ 1484588 h 2249517"/>
              <a:gd name="connsiteX27" fmla="*/ 1737353 w 1857234"/>
              <a:gd name="connsiteY27" fmla="*/ 1549870 h 2249517"/>
              <a:gd name="connsiteX28" fmla="*/ 1788153 w 1857234"/>
              <a:gd name="connsiteY28" fmla="*/ 1524470 h 2249517"/>
              <a:gd name="connsiteX29" fmla="*/ 1810167 w 1857234"/>
              <a:gd name="connsiteY29" fmla="*/ 1405936 h 2249517"/>
              <a:gd name="connsiteX30" fmla="*/ 1849113 w 1857234"/>
              <a:gd name="connsiteY30" fmla="*/ 1309416 h 2249517"/>
              <a:gd name="connsiteX31" fmla="*/ 1855887 w 1857234"/>
              <a:gd name="connsiteY31" fmla="*/ 1211203 h 2249517"/>
              <a:gd name="connsiteX32" fmla="*/ 1830487 w 1857234"/>
              <a:gd name="connsiteY32" fmla="*/ 1092670 h 2249517"/>
              <a:gd name="connsiteX33" fmla="*/ 1754287 w 1857234"/>
              <a:gd name="connsiteY33" fmla="*/ 1118070 h 2249517"/>
              <a:gd name="connsiteX34" fmla="*/ 1720420 w 1857234"/>
              <a:gd name="connsiteY34" fmla="*/ 1164636 h 2249517"/>
              <a:gd name="connsiteX35" fmla="*/ 1686553 w 1857234"/>
              <a:gd name="connsiteY35" fmla="*/ 1236603 h 2249517"/>
              <a:gd name="connsiteX36" fmla="*/ 1703487 w 1857234"/>
              <a:gd name="connsiteY36" fmla="*/ 830203 h 2249517"/>
              <a:gd name="connsiteX37" fmla="*/ 1669620 w 1857234"/>
              <a:gd name="connsiteY37" fmla="*/ 505083 h 2249517"/>
              <a:gd name="connsiteX38" fmla="*/ 1474887 w 1857234"/>
              <a:gd name="connsiteY38" fmla="*/ 186736 h 2249517"/>
              <a:gd name="connsiteX39" fmla="*/ 1264278 w 1857234"/>
              <a:gd name="connsiteY39" fmla="*/ 62925 h 2249517"/>
              <a:gd name="connsiteX40" fmla="*/ 907620 w 1857234"/>
              <a:gd name="connsiteY40" fmla="*/ 470 h 2249517"/>
              <a:gd name="connsiteX41" fmla="*/ 699128 w 1857234"/>
              <a:gd name="connsiteY41" fmla="*/ 38246 h 2249517"/>
              <a:gd name="connsiteX0" fmla="*/ 699128 w 1857234"/>
              <a:gd name="connsiteY0" fmla="*/ 38246 h 2250445"/>
              <a:gd name="connsiteX1" fmla="*/ 530853 w 1857234"/>
              <a:gd name="connsiteY1" fmla="*/ 109476 h 2250445"/>
              <a:gd name="connsiteX2" fmla="*/ 359403 w 1857234"/>
              <a:gd name="connsiteY2" fmla="*/ 226951 h 2250445"/>
              <a:gd name="connsiteX3" fmla="*/ 194303 w 1857234"/>
              <a:gd name="connsiteY3" fmla="*/ 500001 h 2250445"/>
              <a:gd name="connsiteX4" fmla="*/ 143503 w 1857234"/>
              <a:gd name="connsiteY4" fmla="*/ 690502 h 2250445"/>
              <a:gd name="connsiteX5" fmla="*/ 143503 w 1857234"/>
              <a:gd name="connsiteY5" fmla="*/ 1058801 h 2250445"/>
              <a:gd name="connsiteX6" fmla="*/ 144562 w 1857234"/>
              <a:gd name="connsiteY6" fmla="*/ 1196386 h 2250445"/>
              <a:gd name="connsiteX7" fmla="*/ 92704 w 1857234"/>
              <a:gd name="connsiteY7" fmla="*/ 1145586 h 2250445"/>
              <a:gd name="connsiteX8" fmla="*/ 13329 w 1857234"/>
              <a:gd name="connsiteY8" fmla="*/ 1150878 h 2250445"/>
              <a:gd name="connsiteX9" fmla="*/ 1687 w 1857234"/>
              <a:gd name="connsiteY9" fmla="*/ 1262003 h 2250445"/>
              <a:gd name="connsiteX10" fmla="*/ 31320 w 1857234"/>
              <a:gd name="connsiteY10" fmla="*/ 1405937 h 2250445"/>
              <a:gd name="connsiteX11" fmla="*/ 99053 w 1857234"/>
              <a:gd name="connsiteY11" fmla="*/ 1511770 h 2250445"/>
              <a:gd name="connsiteX12" fmla="*/ 149853 w 1857234"/>
              <a:gd name="connsiteY12" fmla="*/ 1609136 h 2250445"/>
              <a:gd name="connsiteX13" fmla="*/ 213353 w 1857234"/>
              <a:gd name="connsiteY13" fmla="*/ 1626070 h 2250445"/>
              <a:gd name="connsiteX14" fmla="*/ 221820 w 1857234"/>
              <a:gd name="connsiteY14" fmla="*/ 1566803 h 2250445"/>
              <a:gd name="connsiteX15" fmla="*/ 221820 w 1857234"/>
              <a:gd name="connsiteY15" fmla="*/ 1532936 h 2250445"/>
              <a:gd name="connsiteX16" fmla="*/ 301968 w 1857234"/>
              <a:gd name="connsiteY16" fmla="*/ 1803314 h 2250445"/>
              <a:gd name="connsiteX17" fmla="*/ 443372 w 1857234"/>
              <a:gd name="connsiteY17" fmla="*/ 1961314 h 2250445"/>
              <a:gd name="connsiteX18" fmla="*/ 647608 w 1857234"/>
              <a:gd name="connsiteY18" fmla="*/ 2138936 h 2250445"/>
              <a:gd name="connsiteX19" fmla="*/ 812665 w 1857234"/>
              <a:gd name="connsiteY19" fmla="*/ 2239951 h 2250445"/>
              <a:gd name="connsiteX20" fmla="*/ 864941 w 1857234"/>
              <a:gd name="connsiteY20" fmla="*/ 2247060 h 2250445"/>
              <a:gd name="connsiteX21" fmla="*/ 1112155 w 1857234"/>
              <a:gd name="connsiteY21" fmla="*/ 2237965 h 2250445"/>
              <a:gd name="connsiteX22" fmla="*/ 1252319 w 1857234"/>
              <a:gd name="connsiteY22" fmla="*/ 2174916 h 2250445"/>
              <a:gd name="connsiteX23" fmla="*/ 1377459 w 1857234"/>
              <a:gd name="connsiteY23" fmla="*/ 2070198 h 2250445"/>
              <a:gd name="connsiteX24" fmla="*/ 1538954 w 1857234"/>
              <a:gd name="connsiteY24" fmla="*/ 1904583 h 2250445"/>
              <a:gd name="connsiteX25" fmla="*/ 1649165 w 1857234"/>
              <a:gd name="connsiteY25" fmla="*/ 1767412 h 2250445"/>
              <a:gd name="connsiteX26" fmla="*/ 1667781 w 1857234"/>
              <a:gd name="connsiteY26" fmla="*/ 1594101 h 2250445"/>
              <a:gd name="connsiteX27" fmla="*/ 1678087 w 1857234"/>
              <a:gd name="connsiteY27" fmla="*/ 1484588 h 2250445"/>
              <a:gd name="connsiteX28" fmla="*/ 1737353 w 1857234"/>
              <a:gd name="connsiteY28" fmla="*/ 1549870 h 2250445"/>
              <a:gd name="connsiteX29" fmla="*/ 1788153 w 1857234"/>
              <a:gd name="connsiteY29" fmla="*/ 1524470 h 2250445"/>
              <a:gd name="connsiteX30" fmla="*/ 1810167 w 1857234"/>
              <a:gd name="connsiteY30" fmla="*/ 1405936 h 2250445"/>
              <a:gd name="connsiteX31" fmla="*/ 1849113 w 1857234"/>
              <a:gd name="connsiteY31" fmla="*/ 1309416 h 2250445"/>
              <a:gd name="connsiteX32" fmla="*/ 1855887 w 1857234"/>
              <a:gd name="connsiteY32" fmla="*/ 1211203 h 2250445"/>
              <a:gd name="connsiteX33" fmla="*/ 1830487 w 1857234"/>
              <a:gd name="connsiteY33" fmla="*/ 1092670 h 2250445"/>
              <a:gd name="connsiteX34" fmla="*/ 1754287 w 1857234"/>
              <a:gd name="connsiteY34" fmla="*/ 1118070 h 2250445"/>
              <a:gd name="connsiteX35" fmla="*/ 1720420 w 1857234"/>
              <a:gd name="connsiteY35" fmla="*/ 1164636 h 2250445"/>
              <a:gd name="connsiteX36" fmla="*/ 1686553 w 1857234"/>
              <a:gd name="connsiteY36" fmla="*/ 1236603 h 2250445"/>
              <a:gd name="connsiteX37" fmla="*/ 1703487 w 1857234"/>
              <a:gd name="connsiteY37" fmla="*/ 830203 h 2250445"/>
              <a:gd name="connsiteX38" fmla="*/ 1669620 w 1857234"/>
              <a:gd name="connsiteY38" fmla="*/ 505083 h 2250445"/>
              <a:gd name="connsiteX39" fmla="*/ 1474887 w 1857234"/>
              <a:gd name="connsiteY39" fmla="*/ 186736 h 2250445"/>
              <a:gd name="connsiteX40" fmla="*/ 1264278 w 1857234"/>
              <a:gd name="connsiteY40" fmla="*/ 62925 h 2250445"/>
              <a:gd name="connsiteX41" fmla="*/ 907620 w 1857234"/>
              <a:gd name="connsiteY41" fmla="*/ 470 h 2250445"/>
              <a:gd name="connsiteX42" fmla="*/ 699128 w 1857234"/>
              <a:gd name="connsiteY42" fmla="*/ 38246 h 2250445"/>
              <a:gd name="connsiteX0" fmla="*/ 699128 w 1857234"/>
              <a:gd name="connsiteY0" fmla="*/ 38246 h 2253795"/>
              <a:gd name="connsiteX1" fmla="*/ 530853 w 1857234"/>
              <a:gd name="connsiteY1" fmla="*/ 109476 h 2253795"/>
              <a:gd name="connsiteX2" fmla="*/ 359403 w 1857234"/>
              <a:gd name="connsiteY2" fmla="*/ 226951 h 2253795"/>
              <a:gd name="connsiteX3" fmla="*/ 194303 w 1857234"/>
              <a:gd name="connsiteY3" fmla="*/ 500001 h 2253795"/>
              <a:gd name="connsiteX4" fmla="*/ 143503 w 1857234"/>
              <a:gd name="connsiteY4" fmla="*/ 690502 h 2253795"/>
              <a:gd name="connsiteX5" fmla="*/ 143503 w 1857234"/>
              <a:gd name="connsiteY5" fmla="*/ 1058801 h 2253795"/>
              <a:gd name="connsiteX6" fmla="*/ 144562 w 1857234"/>
              <a:gd name="connsiteY6" fmla="*/ 1196386 h 2253795"/>
              <a:gd name="connsiteX7" fmla="*/ 92704 w 1857234"/>
              <a:gd name="connsiteY7" fmla="*/ 1145586 h 2253795"/>
              <a:gd name="connsiteX8" fmla="*/ 13329 w 1857234"/>
              <a:gd name="connsiteY8" fmla="*/ 1150878 h 2253795"/>
              <a:gd name="connsiteX9" fmla="*/ 1687 w 1857234"/>
              <a:gd name="connsiteY9" fmla="*/ 1262003 h 2253795"/>
              <a:gd name="connsiteX10" fmla="*/ 31320 w 1857234"/>
              <a:gd name="connsiteY10" fmla="*/ 1405937 h 2253795"/>
              <a:gd name="connsiteX11" fmla="*/ 99053 w 1857234"/>
              <a:gd name="connsiteY11" fmla="*/ 1511770 h 2253795"/>
              <a:gd name="connsiteX12" fmla="*/ 149853 w 1857234"/>
              <a:gd name="connsiteY12" fmla="*/ 1609136 h 2253795"/>
              <a:gd name="connsiteX13" fmla="*/ 213353 w 1857234"/>
              <a:gd name="connsiteY13" fmla="*/ 1626070 h 2253795"/>
              <a:gd name="connsiteX14" fmla="*/ 221820 w 1857234"/>
              <a:gd name="connsiteY14" fmla="*/ 1566803 h 2253795"/>
              <a:gd name="connsiteX15" fmla="*/ 221820 w 1857234"/>
              <a:gd name="connsiteY15" fmla="*/ 1532936 h 2253795"/>
              <a:gd name="connsiteX16" fmla="*/ 301968 w 1857234"/>
              <a:gd name="connsiteY16" fmla="*/ 1803314 h 2253795"/>
              <a:gd name="connsiteX17" fmla="*/ 443372 w 1857234"/>
              <a:gd name="connsiteY17" fmla="*/ 1961314 h 2253795"/>
              <a:gd name="connsiteX18" fmla="*/ 647608 w 1857234"/>
              <a:gd name="connsiteY18" fmla="*/ 2138936 h 2253795"/>
              <a:gd name="connsiteX19" fmla="*/ 812665 w 1857234"/>
              <a:gd name="connsiteY19" fmla="*/ 2239951 h 2253795"/>
              <a:gd name="connsiteX20" fmla="*/ 890243 w 1857234"/>
              <a:gd name="connsiteY20" fmla="*/ 2252669 h 2253795"/>
              <a:gd name="connsiteX21" fmla="*/ 1112155 w 1857234"/>
              <a:gd name="connsiteY21" fmla="*/ 2237965 h 2253795"/>
              <a:gd name="connsiteX22" fmla="*/ 1252319 w 1857234"/>
              <a:gd name="connsiteY22" fmla="*/ 2174916 h 2253795"/>
              <a:gd name="connsiteX23" fmla="*/ 1377459 w 1857234"/>
              <a:gd name="connsiteY23" fmla="*/ 2070198 h 2253795"/>
              <a:gd name="connsiteX24" fmla="*/ 1538954 w 1857234"/>
              <a:gd name="connsiteY24" fmla="*/ 1904583 h 2253795"/>
              <a:gd name="connsiteX25" fmla="*/ 1649165 w 1857234"/>
              <a:gd name="connsiteY25" fmla="*/ 1767412 h 2253795"/>
              <a:gd name="connsiteX26" fmla="*/ 1667781 w 1857234"/>
              <a:gd name="connsiteY26" fmla="*/ 1594101 h 2253795"/>
              <a:gd name="connsiteX27" fmla="*/ 1678087 w 1857234"/>
              <a:gd name="connsiteY27" fmla="*/ 1484588 h 2253795"/>
              <a:gd name="connsiteX28" fmla="*/ 1737353 w 1857234"/>
              <a:gd name="connsiteY28" fmla="*/ 1549870 h 2253795"/>
              <a:gd name="connsiteX29" fmla="*/ 1788153 w 1857234"/>
              <a:gd name="connsiteY29" fmla="*/ 1524470 h 2253795"/>
              <a:gd name="connsiteX30" fmla="*/ 1810167 w 1857234"/>
              <a:gd name="connsiteY30" fmla="*/ 1405936 h 2253795"/>
              <a:gd name="connsiteX31" fmla="*/ 1849113 w 1857234"/>
              <a:gd name="connsiteY31" fmla="*/ 1309416 h 2253795"/>
              <a:gd name="connsiteX32" fmla="*/ 1855887 w 1857234"/>
              <a:gd name="connsiteY32" fmla="*/ 1211203 h 2253795"/>
              <a:gd name="connsiteX33" fmla="*/ 1830487 w 1857234"/>
              <a:gd name="connsiteY33" fmla="*/ 1092670 h 2253795"/>
              <a:gd name="connsiteX34" fmla="*/ 1754287 w 1857234"/>
              <a:gd name="connsiteY34" fmla="*/ 1118070 h 2253795"/>
              <a:gd name="connsiteX35" fmla="*/ 1720420 w 1857234"/>
              <a:gd name="connsiteY35" fmla="*/ 1164636 h 2253795"/>
              <a:gd name="connsiteX36" fmla="*/ 1686553 w 1857234"/>
              <a:gd name="connsiteY36" fmla="*/ 1236603 h 2253795"/>
              <a:gd name="connsiteX37" fmla="*/ 1703487 w 1857234"/>
              <a:gd name="connsiteY37" fmla="*/ 830203 h 2253795"/>
              <a:gd name="connsiteX38" fmla="*/ 1669620 w 1857234"/>
              <a:gd name="connsiteY38" fmla="*/ 505083 h 2253795"/>
              <a:gd name="connsiteX39" fmla="*/ 1474887 w 1857234"/>
              <a:gd name="connsiteY39" fmla="*/ 186736 h 2253795"/>
              <a:gd name="connsiteX40" fmla="*/ 1264278 w 1857234"/>
              <a:gd name="connsiteY40" fmla="*/ 62925 h 2253795"/>
              <a:gd name="connsiteX41" fmla="*/ 907620 w 1857234"/>
              <a:gd name="connsiteY41" fmla="*/ 470 h 2253795"/>
              <a:gd name="connsiteX42" fmla="*/ 699128 w 1857234"/>
              <a:gd name="connsiteY42" fmla="*/ 38246 h 2253795"/>
              <a:gd name="connsiteX0" fmla="*/ 699128 w 1857234"/>
              <a:gd name="connsiteY0" fmla="*/ 38246 h 2261125"/>
              <a:gd name="connsiteX1" fmla="*/ 530853 w 1857234"/>
              <a:gd name="connsiteY1" fmla="*/ 109476 h 2261125"/>
              <a:gd name="connsiteX2" fmla="*/ 359403 w 1857234"/>
              <a:gd name="connsiteY2" fmla="*/ 226951 h 2261125"/>
              <a:gd name="connsiteX3" fmla="*/ 194303 w 1857234"/>
              <a:gd name="connsiteY3" fmla="*/ 500001 h 2261125"/>
              <a:gd name="connsiteX4" fmla="*/ 143503 w 1857234"/>
              <a:gd name="connsiteY4" fmla="*/ 690502 h 2261125"/>
              <a:gd name="connsiteX5" fmla="*/ 143503 w 1857234"/>
              <a:gd name="connsiteY5" fmla="*/ 1058801 h 2261125"/>
              <a:gd name="connsiteX6" fmla="*/ 144562 w 1857234"/>
              <a:gd name="connsiteY6" fmla="*/ 1196386 h 2261125"/>
              <a:gd name="connsiteX7" fmla="*/ 92704 w 1857234"/>
              <a:gd name="connsiteY7" fmla="*/ 1145586 h 2261125"/>
              <a:gd name="connsiteX8" fmla="*/ 13329 w 1857234"/>
              <a:gd name="connsiteY8" fmla="*/ 1150878 h 2261125"/>
              <a:gd name="connsiteX9" fmla="*/ 1687 w 1857234"/>
              <a:gd name="connsiteY9" fmla="*/ 1262003 h 2261125"/>
              <a:gd name="connsiteX10" fmla="*/ 31320 w 1857234"/>
              <a:gd name="connsiteY10" fmla="*/ 1405937 h 2261125"/>
              <a:gd name="connsiteX11" fmla="*/ 99053 w 1857234"/>
              <a:gd name="connsiteY11" fmla="*/ 1511770 h 2261125"/>
              <a:gd name="connsiteX12" fmla="*/ 149853 w 1857234"/>
              <a:gd name="connsiteY12" fmla="*/ 1609136 h 2261125"/>
              <a:gd name="connsiteX13" fmla="*/ 213353 w 1857234"/>
              <a:gd name="connsiteY13" fmla="*/ 1626070 h 2261125"/>
              <a:gd name="connsiteX14" fmla="*/ 221820 w 1857234"/>
              <a:gd name="connsiteY14" fmla="*/ 1566803 h 2261125"/>
              <a:gd name="connsiteX15" fmla="*/ 221820 w 1857234"/>
              <a:gd name="connsiteY15" fmla="*/ 1532936 h 2261125"/>
              <a:gd name="connsiteX16" fmla="*/ 301968 w 1857234"/>
              <a:gd name="connsiteY16" fmla="*/ 1803314 h 2261125"/>
              <a:gd name="connsiteX17" fmla="*/ 443372 w 1857234"/>
              <a:gd name="connsiteY17" fmla="*/ 1961314 h 2261125"/>
              <a:gd name="connsiteX18" fmla="*/ 647608 w 1857234"/>
              <a:gd name="connsiteY18" fmla="*/ 2138936 h 2261125"/>
              <a:gd name="connsiteX19" fmla="*/ 812665 w 1857234"/>
              <a:gd name="connsiteY19" fmla="*/ 2239951 h 2261125"/>
              <a:gd name="connsiteX20" fmla="*/ 960526 w 1857234"/>
              <a:gd name="connsiteY20" fmla="*/ 2261083 h 2261125"/>
              <a:gd name="connsiteX21" fmla="*/ 1112155 w 1857234"/>
              <a:gd name="connsiteY21" fmla="*/ 2237965 h 2261125"/>
              <a:gd name="connsiteX22" fmla="*/ 1252319 w 1857234"/>
              <a:gd name="connsiteY22" fmla="*/ 2174916 h 2261125"/>
              <a:gd name="connsiteX23" fmla="*/ 1377459 w 1857234"/>
              <a:gd name="connsiteY23" fmla="*/ 2070198 h 2261125"/>
              <a:gd name="connsiteX24" fmla="*/ 1538954 w 1857234"/>
              <a:gd name="connsiteY24" fmla="*/ 1904583 h 2261125"/>
              <a:gd name="connsiteX25" fmla="*/ 1649165 w 1857234"/>
              <a:gd name="connsiteY25" fmla="*/ 1767412 h 2261125"/>
              <a:gd name="connsiteX26" fmla="*/ 1667781 w 1857234"/>
              <a:gd name="connsiteY26" fmla="*/ 1594101 h 2261125"/>
              <a:gd name="connsiteX27" fmla="*/ 1678087 w 1857234"/>
              <a:gd name="connsiteY27" fmla="*/ 1484588 h 2261125"/>
              <a:gd name="connsiteX28" fmla="*/ 1737353 w 1857234"/>
              <a:gd name="connsiteY28" fmla="*/ 1549870 h 2261125"/>
              <a:gd name="connsiteX29" fmla="*/ 1788153 w 1857234"/>
              <a:gd name="connsiteY29" fmla="*/ 1524470 h 2261125"/>
              <a:gd name="connsiteX30" fmla="*/ 1810167 w 1857234"/>
              <a:gd name="connsiteY30" fmla="*/ 1405936 h 2261125"/>
              <a:gd name="connsiteX31" fmla="*/ 1849113 w 1857234"/>
              <a:gd name="connsiteY31" fmla="*/ 1309416 h 2261125"/>
              <a:gd name="connsiteX32" fmla="*/ 1855887 w 1857234"/>
              <a:gd name="connsiteY32" fmla="*/ 1211203 h 2261125"/>
              <a:gd name="connsiteX33" fmla="*/ 1830487 w 1857234"/>
              <a:gd name="connsiteY33" fmla="*/ 1092670 h 2261125"/>
              <a:gd name="connsiteX34" fmla="*/ 1754287 w 1857234"/>
              <a:gd name="connsiteY34" fmla="*/ 1118070 h 2261125"/>
              <a:gd name="connsiteX35" fmla="*/ 1720420 w 1857234"/>
              <a:gd name="connsiteY35" fmla="*/ 1164636 h 2261125"/>
              <a:gd name="connsiteX36" fmla="*/ 1686553 w 1857234"/>
              <a:gd name="connsiteY36" fmla="*/ 1236603 h 2261125"/>
              <a:gd name="connsiteX37" fmla="*/ 1703487 w 1857234"/>
              <a:gd name="connsiteY37" fmla="*/ 830203 h 2261125"/>
              <a:gd name="connsiteX38" fmla="*/ 1669620 w 1857234"/>
              <a:gd name="connsiteY38" fmla="*/ 505083 h 2261125"/>
              <a:gd name="connsiteX39" fmla="*/ 1474887 w 1857234"/>
              <a:gd name="connsiteY39" fmla="*/ 186736 h 2261125"/>
              <a:gd name="connsiteX40" fmla="*/ 1264278 w 1857234"/>
              <a:gd name="connsiteY40" fmla="*/ 62925 h 2261125"/>
              <a:gd name="connsiteX41" fmla="*/ 907620 w 1857234"/>
              <a:gd name="connsiteY41" fmla="*/ 470 h 2261125"/>
              <a:gd name="connsiteX42" fmla="*/ 699128 w 1857234"/>
              <a:gd name="connsiteY42" fmla="*/ 38246 h 2261125"/>
              <a:gd name="connsiteX0" fmla="*/ 699128 w 1857234"/>
              <a:gd name="connsiteY0" fmla="*/ 38246 h 2261125"/>
              <a:gd name="connsiteX1" fmla="*/ 530853 w 1857234"/>
              <a:gd name="connsiteY1" fmla="*/ 109476 h 2261125"/>
              <a:gd name="connsiteX2" fmla="*/ 359403 w 1857234"/>
              <a:gd name="connsiteY2" fmla="*/ 226951 h 2261125"/>
              <a:gd name="connsiteX3" fmla="*/ 194303 w 1857234"/>
              <a:gd name="connsiteY3" fmla="*/ 500001 h 2261125"/>
              <a:gd name="connsiteX4" fmla="*/ 143503 w 1857234"/>
              <a:gd name="connsiteY4" fmla="*/ 690502 h 2261125"/>
              <a:gd name="connsiteX5" fmla="*/ 143503 w 1857234"/>
              <a:gd name="connsiteY5" fmla="*/ 1058801 h 2261125"/>
              <a:gd name="connsiteX6" fmla="*/ 144562 w 1857234"/>
              <a:gd name="connsiteY6" fmla="*/ 1196386 h 2261125"/>
              <a:gd name="connsiteX7" fmla="*/ 92704 w 1857234"/>
              <a:gd name="connsiteY7" fmla="*/ 1145586 h 2261125"/>
              <a:gd name="connsiteX8" fmla="*/ 13329 w 1857234"/>
              <a:gd name="connsiteY8" fmla="*/ 1150878 h 2261125"/>
              <a:gd name="connsiteX9" fmla="*/ 1687 w 1857234"/>
              <a:gd name="connsiteY9" fmla="*/ 1262003 h 2261125"/>
              <a:gd name="connsiteX10" fmla="*/ 31320 w 1857234"/>
              <a:gd name="connsiteY10" fmla="*/ 1405937 h 2261125"/>
              <a:gd name="connsiteX11" fmla="*/ 99053 w 1857234"/>
              <a:gd name="connsiteY11" fmla="*/ 1511770 h 2261125"/>
              <a:gd name="connsiteX12" fmla="*/ 149853 w 1857234"/>
              <a:gd name="connsiteY12" fmla="*/ 1609136 h 2261125"/>
              <a:gd name="connsiteX13" fmla="*/ 213353 w 1857234"/>
              <a:gd name="connsiteY13" fmla="*/ 1626070 h 2261125"/>
              <a:gd name="connsiteX14" fmla="*/ 221820 w 1857234"/>
              <a:gd name="connsiteY14" fmla="*/ 1566803 h 2261125"/>
              <a:gd name="connsiteX15" fmla="*/ 221820 w 1857234"/>
              <a:gd name="connsiteY15" fmla="*/ 1532936 h 2261125"/>
              <a:gd name="connsiteX16" fmla="*/ 301968 w 1857234"/>
              <a:gd name="connsiteY16" fmla="*/ 1803314 h 2261125"/>
              <a:gd name="connsiteX17" fmla="*/ 443372 w 1857234"/>
              <a:gd name="connsiteY17" fmla="*/ 1961314 h 2261125"/>
              <a:gd name="connsiteX18" fmla="*/ 647608 w 1857234"/>
              <a:gd name="connsiteY18" fmla="*/ 2138936 h 2261125"/>
              <a:gd name="connsiteX19" fmla="*/ 812665 w 1857234"/>
              <a:gd name="connsiteY19" fmla="*/ 2239951 h 2261125"/>
              <a:gd name="connsiteX20" fmla="*/ 960526 w 1857234"/>
              <a:gd name="connsiteY20" fmla="*/ 2261083 h 2261125"/>
              <a:gd name="connsiteX21" fmla="*/ 1112155 w 1857234"/>
              <a:gd name="connsiteY21" fmla="*/ 2237965 h 2261125"/>
              <a:gd name="connsiteX22" fmla="*/ 1252319 w 1857234"/>
              <a:gd name="connsiteY22" fmla="*/ 2174916 h 2261125"/>
              <a:gd name="connsiteX23" fmla="*/ 1377459 w 1857234"/>
              <a:gd name="connsiteY23" fmla="*/ 2070198 h 2261125"/>
              <a:gd name="connsiteX24" fmla="*/ 1538954 w 1857234"/>
              <a:gd name="connsiteY24" fmla="*/ 1904583 h 2261125"/>
              <a:gd name="connsiteX25" fmla="*/ 1649165 w 1857234"/>
              <a:gd name="connsiteY25" fmla="*/ 1767412 h 2261125"/>
              <a:gd name="connsiteX26" fmla="*/ 1667781 w 1857234"/>
              <a:gd name="connsiteY26" fmla="*/ 1594101 h 2261125"/>
              <a:gd name="connsiteX27" fmla="*/ 1678087 w 1857234"/>
              <a:gd name="connsiteY27" fmla="*/ 1484588 h 2261125"/>
              <a:gd name="connsiteX28" fmla="*/ 1737353 w 1857234"/>
              <a:gd name="connsiteY28" fmla="*/ 1549870 h 2261125"/>
              <a:gd name="connsiteX29" fmla="*/ 1788153 w 1857234"/>
              <a:gd name="connsiteY29" fmla="*/ 1524470 h 2261125"/>
              <a:gd name="connsiteX30" fmla="*/ 1810167 w 1857234"/>
              <a:gd name="connsiteY30" fmla="*/ 1405936 h 2261125"/>
              <a:gd name="connsiteX31" fmla="*/ 1849113 w 1857234"/>
              <a:gd name="connsiteY31" fmla="*/ 1309416 h 2261125"/>
              <a:gd name="connsiteX32" fmla="*/ 1855887 w 1857234"/>
              <a:gd name="connsiteY32" fmla="*/ 1211203 h 2261125"/>
              <a:gd name="connsiteX33" fmla="*/ 1830487 w 1857234"/>
              <a:gd name="connsiteY33" fmla="*/ 1092670 h 2261125"/>
              <a:gd name="connsiteX34" fmla="*/ 1754287 w 1857234"/>
              <a:gd name="connsiteY34" fmla="*/ 1118070 h 2261125"/>
              <a:gd name="connsiteX35" fmla="*/ 1720420 w 1857234"/>
              <a:gd name="connsiteY35" fmla="*/ 1164636 h 2261125"/>
              <a:gd name="connsiteX36" fmla="*/ 1686553 w 1857234"/>
              <a:gd name="connsiteY36" fmla="*/ 1236603 h 2261125"/>
              <a:gd name="connsiteX37" fmla="*/ 1703487 w 1857234"/>
              <a:gd name="connsiteY37" fmla="*/ 830203 h 2261125"/>
              <a:gd name="connsiteX38" fmla="*/ 1669620 w 1857234"/>
              <a:gd name="connsiteY38" fmla="*/ 505083 h 2261125"/>
              <a:gd name="connsiteX39" fmla="*/ 1474887 w 1857234"/>
              <a:gd name="connsiteY39" fmla="*/ 186736 h 2261125"/>
              <a:gd name="connsiteX40" fmla="*/ 1264278 w 1857234"/>
              <a:gd name="connsiteY40" fmla="*/ 62925 h 2261125"/>
              <a:gd name="connsiteX41" fmla="*/ 907620 w 1857234"/>
              <a:gd name="connsiteY41" fmla="*/ 470 h 2261125"/>
              <a:gd name="connsiteX42" fmla="*/ 699128 w 1857234"/>
              <a:gd name="connsiteY42" fmla="*/ 38246 h 2261125"/>
              <a:gd name="connsiteX0" fmla="*/ 699128 w 1857234"/>
              <a:gd name="connsiteY0" fmla="*/ 38246 h 2261125"/>
              <a:gd name="connsiteX1" fmla="*/ 530853 w 1857234"/>
              <a:gd name="connsiteY1" fmla="*/ 109476 h 2261125"/>
              <a:gd name="connsiteX2" fmla="*/ 359403 w 1857234"/>
              <a:gd name="connsiteY2" fmla="*/ 226951 h 2261125"/>
              <a:gd name="connsiteX3" fmla="*/ 194303 w 1857234"/>
              <a:gd name="connsiteY3" fmla="*/ 500001 h 2261125"/>
              <a:gd name="connsiteX4" fmla="*/ 143503 w 1857234"/>
              <a:gd name="connsiteY4" fmla="*/ 690502 h 2261125"/>
              <a:gd name="connsiteX5" fmla="*/ 143503 w 1857234"/>
              <a:gd name="connsiteY5" fmla="*/ 1058801 h 2261125"/>
              <a:gd name="connsiteX6" fmla="*/ 144562 w 1857234"/>
              <a:gd name="connsiteY6" fmla="*/ 1196386 h 2261125"/>
              <a:gd name="connsiteX7" fmla="*/ 92704 w 1857234"/>
              <a:gd name="connsiteY7" fmla="*/ 1145586 h 2261125"/>
              <a:gd name="connsiteX8" fmla="*/ 13329 w 1857234"/>
              <a:gd name="connsiteY8" fmla="*/ 1150878 h 2261125"/>
              <a:gd name="connsiteX9" fmla="*/ 1687 w 1857234"/>
              <a:gd name="connsiteY9" fmla="*/ 1262003 h 2261125"/>
              <a:gd name="connsiteX10" fmla="*/ 31320 w 1857234"/>
              <a:gd name="connsiteY10" fmla="*/ 1405937 h 2261125"/>
              <a:gd name="connsiteX11" fmla="*/ 99053 w 1857234"/>
              <a:gd name="connsiteY11" fmla="*/ 1511770 h 2261125"/>
              <a:gd name="connsiteX12" fmla="*/ 149853 w 1857234"/>
              <a:gd name="connsiteY12" fmla="*/ 1609136 h 2261125"/>
              <a:gd name="connsiteX13" fmla="*/ 213353 w 1857234"/>
              <a:gd name="connsiteY13" fmla="*/ 1626070 h 2261125"/>
              <a:gd name="connsiteX14" fmla="*/ 221820 w 1857234"/>
              <a:gd name="connsiteY14" fmla="*/ 1566803 h 2261125"/>
              <a:gd name="connsiteX15" fmla="*/ 221820 w 1857234"/>
              <a:gd name="connsiteY15" fmla="*/ 1532936 h 2261125"/>
              <a:gd name="connsiteX16" fmla="*/ 301968 w 1857234"/>
              <a:gd name="connsiteY16" fmla="*/ 1803314 h 2261125"/>
              <a:gd name="connsiteX17" fmla="*/ 443372 w 1857234"/>
              <a:gd name="connsiteY17" fmla="*/ 1961314 h 2261125"/>
              <a:gd name="connsiteX18" fmla="*/ 647608 w 1857234"/>
              <a:gd name="connsiteY18" fmla="*/ 2138936 h 2261125"/>
              <a:gd name="connsiteX19" fmla="*/ 812665 w 1857234"/>
              <a:gd name="connsiteY19" fmla="*/ 2239951 h 2261125"/>
              <a:gd name="connsiteX20" fmla="*/ 960526 w 1857234"/>
              <a:gd name="connsiteY20" fmla="*/ 2261083 h 2261125"/>
              <a:gd name="connsiteX21" fmla="*/ 1123400 w 1857234"/>
              <a:gd name="connsiteY21" fmla="*/ 2246379 h 2261125"/>
              <a:gd name="connsiteX22" fmla="*/ 1252319 w 1857234"/>
              <a:gd name="connsiteY22" fmla="*/ 2174916 h 2261125"/>
              <a:gd name="connsiteX23" fmla="*/ 1377459 w 1857234"/>
              <a:gd name="connsiteY23" fmla="*/ 2070198 h 2261125"/>
              <a:gd name="connsiteX24" fmla="*/ 1538954 w 1857234"/>
              <a:gd name="connsiteY24" fmla="*/ 1904583 h 2261125"/>
              <a:gd name="connsiteX25" fmla="*/ 1649165 w 1857234"/>
              <a:gd name="connsiteY25" fmla="*/ 1767412 h 2261125"/>
              <a:gd name="connsiteX26" fmla="*/ 1667781 w 1857234"/>
              <a:gd name="connsiteY26" fmla="*/ 1594101 h 2261125"/>
              <a:gd name="connsiteX27" fmla="*/ 1678087 w 1857234"/>
              <a:gd name="connsiteY27" fmla="*/ 1484588 h 2261125"/>
              <a:gd name="connsiteX28" fmla="*/ 1737353 w 1857234"/>
              <a:gd name="connsiteY28" fmla="*/ 1549870 h 2261125"/>
              <a:gd name="connsiteX29" fmla="*/ 1788153 w 1857234"/>
              <a:gd name="connsiteY29" fmla="*/ 1524470 h 2261125"/>
              <a:gd name="connsiteX30" fmla="*/ 1810167 w 1857234"/>
              <a:gd name="connsiteY30" fmla="*/ 1405936 h 2261125"/>
              <a:gd name="connsiteX31" fmla="*/ 1849113 w 1857234"/>
              <a:gd name="connsiteY31" fmla="*/ 1309416 h 2261125"/>
              <a:gd name="connsiteX32" fmla="*/ 1855887 w 1857234"/>
              <a:gd name="connsiteY32" fmla="*/ 1211203 h 2261125"/>
              <a:gd name="connsiteX33" fmla="*/ 1830487 w 1857234"/>
              <a:gd name="connsiteY33" fmla="*/ 1092670 h 2261125"/>
              <a:gd name="connsiteX34" fmla="*/ 1754287 w 1857234"/>
              <a:gd name="connsiteY34" fmla="*/ 1118070 h 2261125"/>
              <a:gd name="connsiteX35" fmla="*/ 1720420 w 1857234"/>
              <a:gd name="connsiteY35" fmla="*/ 1164636 h 2261125"/>
              <a:gd name="connsiteX36" fmla="*/ 1686553 w 1857234"/>
              <a:gd name="connsiteY36" fmla="*/ 1236603 h 2261125"/>
              <a:gd name="connsiteX37" fmla="*/ 1703487 w 1857234"/>
              <a:gd name="connsiteY37" fmla="*/ 830203 h 2261125"/>
              <a:gd name="connsiteX38" fmla="*/ 1669620 w 1857234"/>
              <a:gd name="connsiteY38" fmla="*/ 505083 h 2261125"/>
              <a:gd name="connsiteX39" fmla="*/ 1474887 w 1857234"/>
              <a:gd name="connsiteY39" fmla="*/ 186736 h 2261125"/>
              <a:gd name="connsiteX40" fmla="*/ 1264278 w 1857234"/>
              <a:gd name="connsiteY40" fmla="*/ 62925 h 2261125"/>
              <a:gd name="connsiteX41" fmla="*/ 907620 w 1857234"/>
              <a:gd name="connsiteY41" fmla="*/ 470 h 2261125"/>
              <a:gd name="connsiteX42" fmla="*/ 699128 w 1857234"/>
              <a:gd name="connsiteY42" fmla="*/ 38246 h 2261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857234" h="2261125">
                <a:moveTo>
                  <a:pt x="699128" y="38246"/>
                </a:moveTo>
                <a:cubicBezTo>
                  <a:pt x="636334" y="56414"/>
                  <a:pt x="587474" y="78025"/>
                  <a:pt x="530853" y="109476"/>
                </a:cubicBezTo>
                <a:cubicBezTo>
                  <a:pt x="474232" y="140927"/>
                  <a:pt x="415495" y="161864"/>
                  <a:pt x="359403" y="226951"/>
                </a:cubicBezTo>
                <a:cubicBezTo>
                  <a:pt x="303311" y="292038"/>
                  <a:pt x="230286" y="422743"/>
                  <a:pt x="194303" y="500001"/>
                </a:cubicBezTo>
                <a:cubicBezTo>
                  <a:pt x="158320" y="577259"/>
                  <a:pt x="137506" y="617653"/>
                  <a:pt x="143503" y="690502"/>
                </a:cubicBezTo>
                <a:cubicBezTo>
                  <a:pt x="149500" y="763351"/>
                  <a:pt x="143327" y="974487"/>
                  <a:pt x="143503" y="1058801"/>
                </a:cubicBezTo>
                <a:cubicBezTo>
                  <a:pt x="143679" y="1143115"/>
                  <a:pt x="153028" y="1181922"/>
                  <a:pt x="144562" y="1196386"/>
                </a:cubicBezTo>
                <a:cubicBezTo>
                  <a:pt x="136096" y="1210850"/>
                  <a:pt x="114576" y="1153171"/>
                  <a:pt x="92704" y="1145586"/>
                </a:cubicBezTo>
                <a:cubicBezTo>
                  <a:pt x="70832" y="1138001"/>
                  <a:pt x="28498" y="1131475"/>
                  <a:pt x="13329" y="1150878"/>
                </a:cubicBezTo>
                <a:cubicBezTo>
                  <a:pt x="-1840" y="1170281"/>
                  <a:pt x="-1311" y="1219493"/>
                  <a:pt x="1687" y="1262003"/>
                </a:cubicBezTo>
                <a:cubicBezTo>
                  <a:pt x="4685" y="1304513"/>
                  <a:pt x="15092" y="1364309"/>
                  <a:pt x="31320" y="1405937"/>
                </a:cubicBezTo>
                <a:cubicBezTo>
                  <a:pt x="47548" y="1447565"/>
                  <a:pt x="79298" y="1477904"/>
                  <a:pt x="99053" y="1511770"/>
                </a:cubicBezTo>
                <a:cubicBezTo>
                  <a:pt x="118808" y="1545636"/>
                  <a:pt x="130803" y="1590086"/>
                  <a:pt x="149853" y="1609136"/>
                </a:cubicBezTo>
                <a:cubicBezTo>
                  <a:pt x="168903" y="1628186"/>
                  <a:pt x="201359" y="1633125"/>
                  <a:pt x="213353" y="1626070"/>
                </a:cubicBezTo>
                <a:cubicBezTo>
                  <a:pt x="225347" y="1619015"/>
                  <a:pt x="221820" y="1566803"/>
                  <a:pt x="221820" y="1566803"/>
                </a:cubicBezTo>
                <a:cubicBezTo>
                  <a:pt x="223231" y="1551281"/>
                  <a:pt x="208462" y="1493518"/>
                  <a:pt x="221820" y="1532936"/>
                </a:cubicBezTo>
                <a:cubicBezTo>
                  <a:pt x="235178" y="1572355"/>
                  <a:pt x="265043" y="1731918"/>
                  <a:pt x="301968" y="1803314"/>
                </a:cubicBezTo>
                <a:cubicBezTo>
                  <a:pt x="338893" y="1874710"/>
                  <a:pt x="385765" y="1905377"/>
                  <a:pt x="443372" y="1961314"/>
                </a:cubicBezTo>
                <a:cubicBezTo>
                  <a:pt x="500979" y="2017251"/>
                  <a:pt x="585350" y="2096365"/>
                  <a:pt x="647608" y="2138936"/>
                </a:cubicBezTo>
                <a:cubicBezTo>
                  <a:pt x="709866" y="2181507"/>
                  <a:pt x="760512" y="2219593"/>
                  <a:pt x="812665" y="2239951"/>
                </a:cubicBezTo>
                <a:cubicBezTo>
                  <a:pt x="864818" y="2260309"/>
                  <a:pt x="910611" y="2261414"/>
                  <a:pt x="960526" y="2261083"/>
                </a:cubicBezTo>
                <a:cubicBezTo>
                  <a:pt x="1044177" y="2257948"/>
                  <a:pt x="1074768" y="2260740"/>
                  <a:pt x="1123400" y="2246379"/>
                </a:cubicBezTo>
                <a:cubicBezTo>
                  <a:pt x="1172032" y="2232018"/>
                  <a:pt x="1215809" y="2200073"/>
                  <a:pt x="1252319" y="2174916"/>
                </a:cubicBezTo>
                <a:cubicBezTo>
                  <a:pt x="1288829" y="2149759"/>
                  <a:pt x="1313578" y="2126101"/>
                  <a:pt x="1377459" y="2070198"/>
                </a:cubicBezTo>
                <a:cubicBezTo>
                  <a:pt x="1441340" y="2014295"/>
                  <a:pt x="1493670" y="1955047"/>
                  <a:pt x="1538954" y="1904583"/>
                </a:cubicBezTo>
                <a:cubicBezTo>
                  <a:pt x="1584238" y="1854119"/>
                  <a:pt x="1629409" y="1822163"/>
                  <a:pt x="1649165" y="1767412"/>
                </a:cubicBezTo>
                <a:cubicBezTo>
                  <a:pt x="1668921" y="1712661"/>
                  <a:pt x="1662961" y="1641238"/>
                  <a:pt x="1667781" y="1594101"/>
                </a:cubicBezTo>
                <a:cubicBezTo>
                  <a:pt x="1672601" y="1546964"/>
                  <a:pt x="1666492" y="1491960"/>
                  <a:pt x="1678087" y="1484588"/>
                </a:cubicBezTo>
                <a:cubicBezTo>
                  <a:pt x="1689682" y="1477216"/>
                  <a:pt x="1719009" y="1543223"/>
                  <a:pt x="1737353" y="1549870"/>
                </a:cubicBezTo>
                <a:cubicBezTo>
                  <a:pt x="1755697" y="1556517"/>
                  <a:pt x="1776017" y="1548459"/>
                  <a:pt x="1788153" y="1524470"/>
                </a:cubicBezTo>
                <a:cubicBezTo>
                  <a:pt x="1800289" y="1500481"/>
                  <a:pt x="1800007" y="1441778"/>
                  <a:pt x="1810167" y="1405936"/>
                </a:cubicBezTo>
                <a:cubicBezTo>
                  <a:pt x="1820327" y="1370094"/>
                  <a:pt x="1841493" y="1341871"/>
                  <a:pt x="1849113" y="1309416"/>
                </a:cubicBezTo>
                <a:cubicBezTo>
                  <a:pt x="1856733" y="1276961"/>
                  <a:pt x="1858991" y="1247327"/>
                  <a:pt x="1855887" y="1211203"/>
                </a:cubicBezTo>
                <a:cubicBezTo>
                  <a:pt x="1852783" y="1175079"/>
                  <a:pt x="1847420" y="1108192"/>
                  <a:pt x="1830487" y="1092670"/>
                </a:cubicBezTo>
                <a:cubicBezTo>
                  <a:pt x="1813554" y="1077148"/>
                  <a:pt x="1772632" y="1106076"/>
                  <a:pt x="1754287" y="1118070"/>
                </a:cubicBezTo>
                <a:cubicBezTo>
                  <a:pt x="1735943" y="1130064"/>
                  <a:pt x="1731709" y="1144881"/>
                  <a:pt x="1720420" y="1164636"/>
                </a:cubicBezTo>
                <a:cubicBezTo>
                  <a:pt x="1709131" y="1184391"/>
                  <a:pt x="1689375" y="1292342"/>
                  <a:pt x="1686553" y="1236603"/>
                </a:cubicBezTo>
                <a:cubicBezTo>
                  <a:pt x="1683731" y="1180864"/>
                  <a:pt x="1706309" y="952123"/>
                  <a:pt x="1703487" y="830203"/>
                </a:cubicBezTo>
                <a:cubicBezTo>
                  <a:pt x="1700665" y="708283"/>
                  <a:pt x="1707720" y="612328"/>
                  <a:pt x="1669620" y="505083"/>
                </a:cubicBezTo>
                <a:cubicBezTo>
                  <a:pt x="1631520" y="397839"/>
                  <a:pt x="1542444" y="260429"/>
                  <a:pt x="1474887" y="186736"/>
                </a:cubicBezTo>
                <a:cubicBezTo>
                  <a:pt x="1407330" y="113043"/>
                  <a:pt x="1358822" y="93969"/>
                  <a:pt x="1264278" y="62925"/>
                </a:cubicBezTo>
                <a:cubicBezTo>
                  <a:pt x="1169734" y="31881"/>
                  <a:pt x="1001812" y="4583"/>
                  <a:pt x="907620" y="470"/>
                </a:cubicBezTo>
                <a:cubicBezTo>
                  <a:pt x="813428" y="-3643"/>
                  <a:pt x="761922" y="20078"/>
                  <a:pt x="699128" y="38246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69379872-CCC2-49D4-9909-1BD2273EACE0}"/>
              </a:ext>
            </a:extLst>
          </p:cNvPr>
          <p:cNvGrpSpPr/>
          <p:nvPr/>
        </p:nvGrpSpPr>
        <p:grpSpPr>
          <a:xfrm>
            <a:off x="2561715" y="2359426"/>
            <a:ext cx="1042380" cy="811008"/>
            <a:chOff x="1817287" y="2345741"/>
            <a:chExt cx="1042380" cy="811008"/>
          </a:xfrm>
        </p:grpSpPr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4BCD2F3-91F8-4A99-8978-143FC432ED47}"/>
                </a:ext>
              </a:extLst>
            </p:cNvPr>
            <p:cNvSpPr/>
            <p:nvPr/>
          </p:nvSpPr>
          <p:spPr>
            <a:xfrm rot="454907">
              <a:off x="1817287" y="2345741"/>
              <a:ext cx="1042380" cy="272859"/>
            </a:xfrm>
            <a:custGeom>
              <a:avLst/>
              <a:gdLst>
                <a:gd name="connsiteX0" fmla="*/ 1577 w 380133"/>
                <a:gd name="connsiteY0" fmla="*/ 100504 h 105028"/>
                <a:gd name="connsiteX1" fmla="*/ 108257 w 380133"/>
                <a:gd name="connsiteY1" fmla="*/ 9064 h 105028"/>
                <a:gd name="connsiteX2" fmla="*/ 204777 w 380133"/>
                <a:gd name="connsiteY2" fmla="*/ 9064 h 105028"/>
                <a:gd name="connsiteX3" fmla="*/ 352097 w 380133"/>
                <a:gd name="connsiteY3" fmla="*/ 59864 h 105028"/>
                <a:gd name="connsiteX4" fmla="*/ 372417 w 380133"/>
                <a:gd name="connsiteY4" fmla="*/ 80184 h 105028"/>
                <a:gd name="connsiteX5" fmla="*/ 260657 w 380133"/>
                <a:gd name="connsiteY5" fmla="*/ 64944 h 105028"/>
                <a:gd name="connsiteX6" fmla="*/ 179377 w 380133"/>
                <a:gd name="connsiteY6" fmla="*/ 34464 h 105028"/>
                <a:gd name="connsiteX7" fmla="*/ 52377 w 380133"/>
                <a:gd name="connsiteY7" fmla="*/ 85264 h 105028"/>
                <a:gd name="connsiteX8" fmla="*/ 1577 w 380133"/>
                <a:gd name="connsiteY8" fmla="*/ 100504 h 105028"/>
                <a:gd name="connsiteX0" fmla="*/ 1558 w 380114"/>
                <a:gd name="connsiteY0" fmla="*/ 100504 h 104508"/>
                <a:gd name="connsiteX1" fmla="*/ 108238 w 380114"/>
                <a:gd name="connsiteY1" fmla="*/ 9064 h 104508"/>
                <a:gd name="connsiteX2" fmla="*/ 204758 w 380114"/>
                <a:gd name="connsiteY2" fmla="*/ 9064 h 104508"/>
                <a:gd name="connsiteX3" fmla="*/ 352078 w 380114"/>
                <a:gd name="connsiteY3" fmla="*/ 59864 h 104508"/>
                <a:gd name="connsiteX4" fmla="*/ 372398 w 380114"/>
                <a:gd name="connsiteY4" fmla="*/ 80184 h 104508"/>
                <a:gd name="connsiteX5" fmla="*/ 260638 w 380114"/>
                <a:gd name="connsiteY5" fmla="*/ 64944 h 104508"/>
                <a:gd name="connsiteX6" fmla="*/ 155692 w 380114"/>
                <a:gd name="connsiteY6" fmla="*/ 58570 h 104508"/>
                <a:gd name="connsiteX7" fmla="*/ 52358 w 380114"/>
                <a:gd name="connsiteY7" fmla="*/ 85264 h 104508"/>
                <a:gd name="connsiteX8" fmla="*/ 1558 w 380114"/>
                <a:gd name="connsiteY8" fmla="*/ 100504 h 1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0114" h="104508">
                  <a:moveTo>
                    <a:pt x="1558" y="100504"/>
                  </a:moveTo>
                  <a:cubicBezTo>
                    <a:pt x="10871" y="87804"/>
                    <a:pt x="74371" y="24304"/>
                    <a:pt x="108238" y="9064"/>
                  </a:cubicBezTo>
                  <a:cubicBezTo>
                    <a:pt x="142105" y="-6176"/>
                    <a:pt x="164118" y="597"/>
                    <a:pt x="204758" y="9064"/>
                  </a:cubicBezTo>
                  <a:cubicBezTo>
                    <a:pt x="245398" y="17531"/>
                    <a:pt x="324138" y="48011"/>
                    <a:pt x="352078" y="59864"/>
                  </a:cubicBezTo>
                  <a:cubicBezTo>
                    <a:pt x="380018" y="71717"/>
                    <a:pt x="387638" y="79337"/>
                    <a:pt x="372398" y="80184"/>
                  </a:cubicBezTo>
                  <a:cubicBezTo>
                    <a:pt x="357158" y="81031"/>
                    <a:pt x="296756" y="68546"/>
                    <a:pt x="260638" y="64944"/>
                  </a:cubicBezTo>
                  <a:cubicBezTo>
                    <a:pt x="224520" y="61342"/>
                    <a:pt x="190405" y="55183"/>
                    <a:pt x="155692" y="58570"/>
                  </a:cubicBezTo>
                  <a:cubicBezTo>
                    <a:pt x="120979" y="61957"/>
                    <a:pt x="78047" y="78275"/>
                    <a:pt x="52358" y="85264"/>
                  </a:cubicBezTo>
                  <a:cubicBezTo>
                    <a:pt x="26669" y="92253"/>
                    <a:pt x="-7755" y="113204"/>
                    <a:pt x="1558" y="10050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02DDC968-BCB4-43CD-BBB2-DF863EF5B44D}"/>
                </a:ext>
              </a:extLst>
            </p:cNvPr>
            <p:cNvSpPr/>
            <p:nvPr/>
          </p:nvSpPr>
          <p:spPr>
            <a:xfrm rot="230838">
              <a:off x="1922275" y="2774802"/>
              <a:ext cx="706787" cy="180669"/>
            </a:xfrm>
            <a:custGeom>
              <a:avLst/>
              <a:gdLst>
                <a:gd name="connsiteX0" fmla="*/ 285750 w 285750"/>
                <a:gd name="connsiteY0" fmla="*/ 65818 h 84868"/>
                <a:gd name="connsiteX1" fmla="*/ 219075 w 285750"/>
                <a:gd name="connsiteY1" fmla="*/ 18193 h 84868"/>
                <a:gd name="connsiteX2" fmla="*/ 122238 w 285750"/>
                <a:gd name="connsiteY2" fmla="*/ 3906 h 84868"/>
                <a:gd name="connsiteX3" fmla="*/ 0 w 285750"/>
                <a:gd name="connsiteY3" fmla="*/ 84868 h 84868"/>
                <a:gd name="connsiteX0" fmla="*/ 285750 w 285750"/>
                <a:gd name="connsiteY0" fmla="*/ 54112 h 73162"/>
                <a:gd name="connsiteX1" fmla="*/ 219075 w 285750"/>
                <a:gd name="connsiteY1" fmla="*/ 6487 h 73162"/>
                <a:gd name="connsiteX2" fmla="*/ 106957 w 285750"/>
                <a:gd name="connsiteY2" fmla="*/ 7664 h 73162"/>
                <a:gd name="connsiteX3" fmla="*/ 0 w 285750"/>
                <a:gd name="connsiteY3" fmla="*/ 73162 h 73162"/>
                <a:gd name="connsiteX0" fmla="*/ 285750 w 285750"/>
                <a:gd name="connsiteY0" fmla="*/ 54112 h 73162"/>
                <a:gd name="connsiteX1" fmla="*/ 219075 w 285750"/>
                <a:gd name="connsiteY1" fmla="*/ 6487 h 73162"/>
                <a:gd name="connsiteX2" fmla="*/ 106957 w 285750"/>
                <a:gd name="connsiteY2" fmla="*/ 7664 h 73162"/>
                <a:gd name="connsiteX3" fmla="*/ 0 w 285750"/>
                <a:gd name="connsiteY3" fmla="*/ 73162 h 7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0" h="73162">
                  <a:moveTo>
                    <a:pt x="285750" y="54112"/>
                  </a:moveTo>
                  <a:cubicBezTo>
                    <a:pt x="266038" y="35459"/>
                    <a:pt x="248874" y="14228"/>
                    <a:pt x="219075" y="6487"/>
                  </a:cubicBezTo>
                  <a:cubicBezTo>
                    <a:pt x="189276" y="-1254"/>
                    <a:pt x="143469" y="-3448"/>
                    <a:pt x="106957" y="7664"/>
                  </a:cubicBezTo>
                  <a:cubicBezTo>
                    <a:pt x="70445" y="18776"/>
                    <a:pt x="42863" y="38237"/>
                    <a:pt x="0" y="73162"/>
                  </a:cubicBezTo>
                </a:path>
              </a:pathLst>
            </a:custGeom>
            <a:noFill/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362B1B8B-BA2B-4394-AF7F-2106D0F51769}"/>
                </a:ext>
              </a:extLst>
            </p:cNvPr>
            <p:cNvSpPr/>
            <p:nvPr/>
          </p:nvSpPr>
          <p:spPr>
            <a:xfrm rot="171542">
              <a:off x="1939546" y="2848866"/>
              <a:ext cx="715280" cy="307883"/>
            </a:xfrm>
            <a:custGeom>
              <a:avLst/>
              <a:gdLst>
                <a:gd name="connsiteX0" fmla="*/ 96 w 293337"/>
                <a:gd name="connsiteY0" fmla="*/ 72084 h 113549"/>
                <a:gd name="connsiteX1" fmla="*/ 55659 w 293337"/>
                <a:gd name="connsiteY1" fmla="*/ 35571 h 113549"/>
                <a:gd name="connsiteX2" fmla="*/ 123921 w 293337"/>
                <a:gd name="connsiteY2" fmla="*/ 2234 h 113549"/>
                <a:gd name="connsiteX3" fmla="*/ 217584 w 293337"/>
                <a:gd name="connsiteY3" fmla="*/ 6996 h 113549"/>
                <a:gd name="connsiteX4" fmla="*/ 274734 w 293337"/>
                <a:gd name="connsiteY4" fmla="*/ 38746 h 113549"/>
                <a:gd name="connsiteX5" fmla="*/ 285846 w 293337"/>
                <a:gd name="connsiteY5" fmla="*/ 48271 h 113549"/>
                <a:gd name="connsiteX6" fmla="*/ 289021 w 293337"/>
                <a:gd name="connsiteY6" fmla="*/ 49859 h 113549"/>
                <a:gd name="connsiteX7" fmla="*/ 223934 w 293337"/>
                <a:gd name="connsiteY7" fmla="*/ 102246 h 113549"/>
                <a:gd name="connsiteX8" fmla="*/ 127096 w 293337"/>
                <a:gd name="connsiteY8" fmla="*/ 113359 h 113549"/>
                <a:gd name="connsiteX9" fmla="*/ 44546 w 293337"/>
                <a:gd name="connsiteY9" fmla="*/ 97484 h 113549"/>
                <a:gd name="connsiteX10" fmla="*/ 96 w 293337"/>
                <a:gd name="connsiteY10" fmla="*/ 72084 h 113549"/>
                <a:gd name="connsiteX0" fmla="*/ 96 w 300145"/>
                <a:gd name="connsiteY0" fmla="*/ 72084 h 113464"/>
                <a:gd name="connsiteX1" fmla="*/ 55659 w 300145"/>
                <a:gd name="connsiteY1" fmla="*/ 35571 h 113464"/>
                <a:gd name="connsiteX2" fmla="*/ 123921 w 300145"/>
                <a:gd name="connsiteY2" fmla="*/ 2234 h 113464"/>
                <a:gd name="connsiteX3" fmla="*/ 217584 w 300145"/>
                <a:gd name="connsiteY3" fmla="*/ 6996 h 113464"/>
                <a:gd name="connsiteX4" fmla="*/ 274734 w 300145"/>
                <a:gd name="connsiteY4" fmla="*/ 38746 h 113464"/>
                <a:gd name="connsiteX5" fmla="*/ 285846 w 300145"/>
                <a:gd name="connsiteY5" fmla="*/ 48271 h 113464"/>
                <a:gd name="connsiteX6" fmla="*/ 296959 w 300145"/>
                <a:gd name="connsiteY6" fmla="*/ 64146 h 113464"/>
                <a:gd name="connsiteX7" fmla="*/ 223934 w 300145"/>
                <a:gd name="connsiteY7" fmla="*/ 102246 h 113464"/>
                <a:gd name="connsiteX8" fmla="*/ 127096 w 300145"/>
                <a:gd name="connsiteY8" fmla="*/ 113359 h 113464"/>
                <a:gd name="connsiteX9" fmla="*/ 44546 w 300145"/>
                <a:gd name="connsiteY9" fmla="*/ 97484 h 113464"/>
                <a:gd name="connsiteX10" fmla="*/ 96 w 300145"/>
                <a:gd name="connsiteY10" fmla="*/ 72084 h 113464"/>
                <a:gd name="connsiteX0" fmla="*/ 711 w 300760"/>
                <a:gd name="connsiteY0" fmla="*/ 72084 h 113464"/>
                <a:gd name="connsiteX1" fmla="*/ 56274 w 300760"/>
                <a:gd name="connsiteY1" fmla="*/ 35571 h 113464"/>
                <a:gd name="connsiteX2" fmla="*/ 124536 w 300760"/>
                <a:gd name="connsiteY2" fmla="*/ 2234 h 113464"/>
                <a:gd name="connsiteX3" fmla="*/ 218199 w 300760"/>
                <a:gd name="connsiteY3" fmla="*/ 6996 h 113464"/>
                <a:gd name="connsiteX4" fmla="*/ 275349 w 300760"/>
                <a:gd name="connsiteY4" fmla="*/ 38746 h 113464"/>
                <a:gd name="connsiteX5" fmla="*/ 286461 w 300760"/>
                <a:gd name="connsiteY5" fmla="*/ 48271 h 113464"/>
                <a:gd name="connsiteX6" fmla="*/ 297574 w 300760"/>
                <a:gd name="connsiteY6" fmla="*/ 64146 h 113464"/>
                <a:gd name="connsiteX7" fmla="*/ 224549 w 300760"/>
                <a:gd name="connsiteY7" fmla="*/ 102246 h 113464"/>
                <a:gd name="connsiteX8" fmla="*/ 127711 w 300760"/>
                <a:gd name="connsiteY8" fmla="*/ 113359 h 113464"/>
                <a:gd name="connsiteX9" fmla="*/ 45161 w 300760"/>
                <a:gd name="connsiteY9" fmla="*/ 97484 h 113464"/>
                <a:gd name="connsiteX10" fmla="*/ 26111 w 300760"/>
                <a:gd name="connsiteY10" fmla="*/ 87959 h 113464"/>
                <a:gd name="connsiteX11" fmla="*/ 711 w 300760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44830 w 300429"/>
                <a:gd name="connsiteY9" fmla="*/ 97484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67055 w 300429"/>
                <a:gd name="connsiteY9" fmla="*/ 100659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67055 w 300429"/>
                <a:gd name="connsiteY9" fmla="*/ 100659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1609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298047"/>
                <a:gd name="connsiteY0" fmla="*/ 72084 h 118178"/>
                <a:gd name="connsiteX1" fmla="*/ 55943 w 298047"/>
                <a:gd name="connsiteY1" fmla="*/ 35571 h 118178"/>
                <a:gd name="connsiteX2" fmla="*/ 124205 w 298047"/>
                <a:gd name="connsiteY2" fmla="*/ 2234 h 118178"/>
                <a:gd name="connsiteX3" fmla="*/ 217868 w 298047"/>
                <a:gd name="connsiteY3" fmla="*/ 6996 h 118178"/>
                <a:gd name="connsiteX4" fmla="*/ 275018 w 298047"/>
                <a:gd name="connsiteY4" fmla="*/ 38746 h 118178"/>
                <a:gd name="connsiteX5" fmla="*/ 263905 w 298047"/>
                <a:gd name="connsiteY5" fmla="*/ 33983 h 118178"/>
                <a:gd name="connsiteX6" fmla="*/ 297243 w 298047"/>
                <a:gd name="connsiteY6" fmla="*/ 64146 h 118178"/>
                <a:gd name="connsiteX7" fmla="*/ 224218 w 298047"/>
                <a:gd name="connsiteY7" fmla="*/ 102246 h 118178"/>
                <a:gd name="connsiteX8" fmla="*/ 152780 w 298047"/>
                <a:gd name="connsiteY8" fmla="*/ 118122 h 118178"/>
                <a:gd name="connsiteX9" fmla="*/ 67055 w 298047"/>
                <a:gd name="connsiteY9" fmla="*/ 100659 h 118178"/>
                <a:gd name="connsiteX10" fmla="*/ 32130 w 298047"/>
                <a:gd name="connsiteY10" fmla="*/ 89546 h 118178"/>
                <a:gd name="connsiteX11" fmla="*/ 380 w 298047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6683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6683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298047"/>
                <a:gd name="connsiteY0" fmla="*/ 72084 h 118178"/>
                <a:gd name="connsiteX1" fmla="*/ 55943 w 298047"/>
                <a:gd name="connsiteY1" fmla="*/ 35571 h 118178"/>
                <a:gd name="connsiteX2" fmla="*/ 124205 w 298047"/>
                <a:gd name="connsiteY2" fmla="*/ 2234 h 118178"/>
                <a:gd name="connsiteX3" fmla="*/ 217868 w 298047"/>
                <a:gd name="connsiteY3" fmla="*/ 6996 h 118178"/>
                <a:gd name="connsiteX4" fmla="*/ 275018 w 298047"/>
                <a:gd name="connsiteY4" fmla="*/ 38746 h 118178"/>
                <a:gd name="connsiteX5" fmla="*/ 263905 w 298047"/>
                <a:gd name="connsiteY5" fmla="*/ 29220 h 118178"/>
                <a:gd name="connsiteX6" fmla="*/ 297243 w 298047"/>
                <a:gd name="connsiteY6" fmla="*/ 64146 h 118178"/>
                <a:gd name="connsiteX7" fmla="*/ 224218 w 298047"/>
                <a:gd name="connsiteY7" fmla="*/ 102246 h 118178"/>
                <a:gd name="connsiteX8" fmla="*/ 152780 w 298047"/>
                <a:gd name="connsiteY8" fmla="*/ 118122 h 118178"/>
                <a:gd name="connsiteX9" fmla="*/ 67055 w 298047"/>
                <a:gd name="connsiteY9" fmla="*/ 100659 h 118178"/>
                <a:gd name="connsiteX10" fmla="*/ 32130 w 298047"/>
                <a:gd name="connsiteY10" fmla="*/ 89546 h 118178"/>
                <a:gd name="connsiteX11" fmla="*/ 380 w 298047"/>
                <a:gd name="connsiteY11" fmla="*/ 72084 h 118178"/>
                <a:gd name="connsiteX0" fmla="*/ 380 w 297469"/>
                <a:gd name="connsiteY0" fmla="*/ 72084 h 118178"/>
                <a:gd name="connsiteX1" fmla="*/ 55943 w 297469"/>
                <a:gd name="connsiteY1" fmla="*/ 35571 h 118178"/>
                <a:gd name="connsiteX2" fmla="*/ 124205 w 297469"/>
                <a:gd name="connsiteY2" fmla="*/ 2234 h 118178"/>
                <a:gd name="connsiteX3" fmla="*/ 217868 w 297469"/>
                <a:gd name="connsiteY3" fmla="*/ 6996 h 118178"/>
                <a:gd name="connsiteX4" fmla="*/ 275018 w 297469"/>
                <a:gd name="connsiteY4" fmla="*/ 38746 h 118178"/>
                <a:gd name="connsiteX5" fmla="*/ 248030 w 297469"/>
                <a:gd name="connsiteY5" fmla="*/ 19695 h 118178"/>
                <a:gd name="connsiteX6" fmla="*/ 297243 w 297469"/>
                <a:gd name="connsiteY6" fmla="*/ 64146 h 118178"/>
                <a:gd name="connsiteX7" fmla="*/ 224218 w 297469"/>
                <a:gd name="connsiteY7" fmla="*/ 102246 h 118178"/>
                <a:gd name="connsiteX8" fmla="*/ 152780 w 297469"/>
                <a:gd name="connsiteY8" fmla="*/ 118122 h 118178"/>
                <a:gd name="connsiteX9" fmla="*/ 67055 w 297469"/>
                <a:gd name="connsiteY9" fmla="*/ 100659 h 118178"/>
                <a:gd name="connsiteX10" fmla="*/ 32130 w 297469"/>
                <a:gd name="connsiteY10" fmla="*/ 89546 h 118178"/>
                <a:gd name="connsiteX11" fmla="*/ 380 w 297469"/>
                <a:gd name="connsiteY11" fmla="*/ 72084 h 118178"/>
                <a:gd name="connsiteX0" fmla="*/ 380 w 297467"/>
                <a:gd name="connsiteY0" fmla="*/ 72142 h 118236"/>
                <a:gd name="connsiteX1" fmla="*/ 55943 w 297467"/>
                <a:gd name="connsiteY1" fmla="*/ 35629 h 118236"/>
                <a:gd name="connsiteX2" fmla="*/ 124205 w 297467"/>
                <a:gd name="connsiteY2" fmla="*/ 2292 h 118236"/>
                <a:gd name="connsiteX3" fmla="*/ 217868 w 297467"/>
                <a:gd name="connsiteY3" fmla="*/ 7054 h 118236"/>
                <a:gd name="connsiteX4" fmla="*/ 278193 w 297467"/>
                <a:gd name="connsiteY4" fmla="*/ 40391 h 118236"/>
                <a:gd name="connsiteX5" fmla="*/ 248030 w 297467"/>
                <a:gd name="connsiteY5" fmla="*/ 19753 h 118236"/>
                <a:gd name="connsiteX6" fmla="*/ 297243 w 297467"/>
                <a:gd name="connsiteY6" fmla="*/ 64204 h 118236"/>
                <a:gd name="connsiteX7" fmla="*/ 224218 w 297467"/>
                <a:gd name="connsiteY7" fmla="*/ 102304 h 118236"/>
                <a:gd name="connsiteX8" fmla="*/ 152780 w 297467"/>
                <a:gd name="connsiteY8" fmla="*/ 118180 h 118236"/>
                <a:gd name="connsiteX9" fmla="*/ 67055 w 297467"/>
                <a:gd name="connsiteY9" fmla="*/ 100717 h 118236"/>
                <a:gd name="connsiteX10" fmla="*/ 32130 w 297467"/>
                <a:gd name="connsiteY10" fmla="*/ 89604 h 118236"/>
                <a:gd name="connsiteX11" fmla="*/ 380 w 297467"/>
                <a:gd name="connsiteY11" fmla="*/ 72142 h 118236"/>
                <a:gd name="connsiteX0" fmla="*/ 380 w 297467"/>
                <a:gd name="connsiteY0" fmla="*/ 72142 h 118236"/>
                <a:gd name="connsiteX1" fmla="*/ 55943 w 297467"/>
                <a:gd name="connsiteY1" fmla="*/ 35629 h 118236"/>
                <a:gd name="connsiteX2" fmla="*/ 124205 w 297467"/>
                <a:gd name="connsiteY2" fmla="*/ 2292 h 118236"/>
                <a:gd name="connsiteX3" fmla="*/ 217868 w 297467"/>
                <a:gd name="connsiteY3" fmla="*/ 7054 h 118236"/>
                <a:gd name="connsiteX4" fmla="*/ 278193 w 297467"/>
                <a:gd name="connsiteY4" fmla="*/ 40391 h 118236"/>
                <a:gd name="connsiteX5" fmla="*/ 248030 w 297467"/>
                <a:gd name="connsiteY5" fmla="*/ 19753 h 118236"/>
                <a:gd name="connsiteX6" fmla="*/ 297243 w 297467"/>
                <a:gd name="connsiteY6" fmla="*/ 64204 h 118236"/>
                <a:gd name="connsiteX7" fmla="*/ 224218 w 297467"/>
                <a:gd name="connsiteY7" fmla="*/ 102304 h 118236"/>
                <a:gd name="connsiteX8" fmla="*/ 152780 w 297467"/>
                <a:gd name="connsiteY8" fmla="*/ 118180 h 118236"/>
                <a:gd name="connsiteX9" fmla="*/ 67055 w 297467"/>
                <a:gd name="connsiteY9" fmla="*/ 100717 h 118236"/>
                <a:gd name="connsiteX10" fmla="*/ 32130 w 297467"/>
                <a:gd name="connsiteY10" fmla="*/ 89604 h 118236"/>
                <a:gd name="connsiteX11" fmla="*/ 380 w 297467"/>
                <a:gd name="connsiteY11" fmla="*/ 72142 h 118236"/>
                <a:gd name="connsiteX0" fmla="*/ 380 w 297467"/>
                <a:gd name="connsiteY0" fmla="*/ 76481 h 122575"/>
                <a:gd name="connsiteX1" fmla="*/ 55943 w 297467"/>
                <a:gd name="connsiteY1" fmla="*/ 39968 h 122575"/>
                <a:gd name="connsiteX2" fmla="*/ 124205 w 297467"/>
                <a:gd name="connsiteY2" fmla="*/ 6631 h 122575"/>
                <a:gd name="connsiteX3" fmla="*/ 170243 w 297467"/>
                <a:gd name="connsiteY3" fmla="*/ 281 h 122575"/>
                <a:gd name="connsiteX4" fmla="*/ 217868 w 297467"/>
                <a:gd name="connsiteY4" fmla="*/ 11393 h 122575"/>
                <a:gd name="connsiteX5" fmla="*/ 278193 w 297467"/>
                <a:gd name="connsiteY5" fmla="*/ 44730 h 122575"/>
                <a:gd name="connsiteX6" fmla="*/ 248030 w 297467"/>
                <a:gd name="connsiteY6" fmla="*/ 24092 h 122575"/>
                <a:gd name="connsiteX7" fmla="*/ 297243 w 297467"/>
                <a:gd name="connsiteY7" fmla="*/ 68543 h 122575"/>
                <a:gd name="connsiteX8" fmla="*/ 224218 w 297467"/>
                <a:gd name="connsiteY8" fmla="*/ 106643 h 122575"/>
                <a:gd name="connsiteX9" fmla="*/ 152780 w 297467"/>
                <a:gd name="connsiteY9" fmla="*/ 122519 h 122575"/>
                <a:gd name="connsiteX10" fmla="*/ 67055 w 297467"/>
                <a:gd name="connsiteY10" fmla="*/ 105056 h 122575"/>
                <a:gd name="connsiteX11" fmla="*/ 32130 w 297467"/>
                <a:gd name="connsiteY11" fmla="*/ 93943 h 122575"/>
                <a:gd name="connsiteX12" fmla="*/ 380 w 297467"/>
                <a:gd name="connsiteY12" fmla="*/ 76481 h 122575"/>
                <a:gd name="connsiteX0" fmla="*/ 380 w 297467"/>
                <a:gd name="connsiteY0" fmla="*/ 76293 h 122387"/>
                <a:gd name="connsiteX1" fmla="*/ 55943 w 297467"/>
                <a:gd name="connsiteY1" fmla="*/ 39780 h 122387"/>
                <a:gd name="connsiteX2" fmla="*/ 79755 w 297467"/>
                <a:gd name="connsiteY2" fmla="*/ 15969 h 122387"/>
                <a:gd name="connsiteX3" fmla="*/ 124205 w 297467"/>
                <a:gd name="connsiteY3" fmla="*/ 6443 h 122387"/>
                <a:gd name="connsiteX4" fmla="*/ 170243 w 297467"/>
                <a:gd name="connsiteY4" fmla="*/ 93 h 122387"/>
                <a:gd name="connsiteX5" fmla="*/ 217868 w 297467"/>
                <a:gd name="connsiteY5" fmla="*/ 11205 h 122387"/>
                <a:gd name="connsiteX6" fmla="*/ 278193 w 297467"/>
                <a:gd name="connsiteY6" fmla="*/ 44542 h 122387"/>
                <a:gd name="connsiteX7" fmla="*/ 248030 w 297467"/>
                <a:gd name="connsiteY7" fmla="*/ 23904 h 122387"/>
                <a:gd name="connsiteX8" fmla="*/ 297243 w 297467"/>
                <a:gd name="connsiteY8" fmla="*/ 68355 h 122387"/>
                <a:gd name="connsiteX9" fmla="*/ 224218 w 297467"/>
                <a:gd name="connsiteY9" fmla="*/ 106455 h 122387"/>
                <a:gd name="connsiteX10" fmla="*/ 152780 w 297467"/>
                <a:gd name="connsiteY10" fmla="*/ 122331 h 122387"/>
                <a:gd name="connsiteX11" fmla="*/ 67055 w 297467"/>
                <a:gd name="connsiteY11" fmla="*/ 104868 h 122387"/>
                <a:gd name="connsiteX12" fmla="*/ 32130 w 297467"/>
                <a:gd name="connsiteY12" fmla="*/ 93755 h 122387"/>
                <a:gd name="connsiteX13" fmla="*/ 380 w 297467"/>
                <a:gd name="connsiteY13" fmla="*/ 76293 h 122387"/>
                <a:gd name="connsiteX0" fmla="*/ 380 w 297467"/>
                <a:gd name="connsiteY0" fmla="*/ 76293 h 122387"/>
                <a:gd name="connsiteX1" fmla="*/ 55943 w 297467"/>
                <a:gd name="connsiteY1" fmla="*/ 39780 h 122387"/>
                <a:gd name="connsiteX2" fmla="*/ 79755 w 297467"/>
                <a:gd name="connsiteY2" fmla="*/ 15969 h 122387"/>
                <a:gd name="connsiteX3" fmla="*/ 124205 w 297467"/>
                <a:gd name="connsiteY3" fmla="*/ 6443 h 122387"/>
                <a:gd name="connsiteX4" fmla="*/ 170243 w 297467"/>
                <a:gd name="connsiteY4" fmla="*/ 93 h 122387"/>
                <a:gd name="connsiteX5" fmla="*/ 217868 w 297467"/>
                <a:gd name="connsiteY5" fmla="*/ 11205 h 122387"/>
                <a:gd name="connsiteX6" fmla="*/ 278193 w 297467"/>
                <a:gd name="connsiteY6" fmla="*/ 44542 h 122387"/>
                <a:gd name="connsiteX7" fmla="*/ 248030 w 297467"/>
                <a:gd name="connsiteY7" fmla="*/ 23904 h 122387"/>
                <a:gd name="connsiteX8" fmla="*/ 297243 w 297467"/>
                <a:gd name="connsiteY8" fmla="*/ 68355 h 122387"/>
                <a:gd name="connsiteX9" fmla="*/ 224218 w 297467"/>
                <a:gd name="connsiteY9" fmla="*/ 106455 h 122387"/>
                <a:gd name="connsiteX10" fmla="*/ 152780 w 297467"/>
                <a:gd name="connsiteY10" fmla="*/ 122331 h 122387"/>
                <a:gd name="connsiteX11" fmla="*/ 67055 w 297467"/>
                <a:gd name="connsiteY11" fmla="*/ 104868 h 122387"/>
                <a:gd name="connsiteX12" fmla="*/ 32130 w 297467"/>
                <a:gd name="connsiteY12" fmla="*/ 93755 h 122387"/>
                <a:gd name="connsiteX13" fmla="*/ 380 w 297467"/>
                <a:gd name="connsiteY13" fmla="*/ 76293 h 122387"/>
                <a:gd name="connsiteX0" fmla="*/ 380 w 297467"/>
                <a:gd name="connsiteY0" fmla="*/ 77573 h 123667"/>
                <a:gd name="connsiteX1" fmla="*/ 55943 w 297467"/>
                <a:gd name="connsiteY1" fmla="*/ 41060 h 123667"/>
                <a:gd name="connsiteX2" fmla="*/ 79755 w 297467"/>
                <a:gd name="connsiteY2" fmla="*/ 17249 h 123667"/>
                <a:gd name="connsiteX3" fmla="*/ 122617 w 297467"/>
                <a:gd name="connsiteY3" fmla="*/ 1373 h 123667"/>
                <a:gd name="connsiteX4" fmla="*/ 170243 w 297467"/>
                <a:gd name="connsiteY4" fmla="*/ 1373 h 123667"/>
                <a:gd name="connsiteX5" fmla="*/ 217868 w 297467"/>
                <a:gd name="connsiteY5" fmla="*/ 12485 h 123667"/>
                <a:gd name="connsiteX6" fmla="*/ 278193 w 297467"/>
                <a:gd name="connsiteY6" fmla="*/ 45822 h 123667"/>
                <a:gd name="connsiteX7" fmla="*/ 248030 w 297467"/>
                <a:gd name="connsiteY7" fmla="*/ 25184 h 123667"/>
                <a:gd name="connsiteX8" fmla="*/ 297243 w 297467"/>
                <a:gd name="connsiteY8" fmla="*/ 69635 h 123667"/>
                <a:gd name="connsiteX9" fmla="*/ 224218 w 297467"/>
                <a:gd name="connsiteY9" fmla="*/ 107735 h 123667"/>
                <a:gd name="connsiteX10" fmla="*/ 152780 w 297467"/>
                <a:gd name="connsiteY10" fmla="*/ 123611 h 123667"/>
                <a:gd name="connsiteX11" fmla="*/ 67055 w 297467"/>
                <a:gd name="connsiteY11" fmla="*/ 106148 h 123667"/>
                <a:gd name="connsiteX12" fmla="*/ 32130 w 297467"/>
                <a:gd name="connsiteY12" fmla="*/ 95035 h 123667"/>
                <a:gd name="connsiteX13" fmla="*/ 380 w 297467"/>
                <a:gd name="connsiteY13" fmla="*/ 77573 h 123667"/>
                <a:gd name="connsiteX0" fmla="*/ 336 w 297423"/>
                <a:gd name="connsiteY0" fmla="*/ 77573 h 123667"/>
                <a:gd name="connsiteX1" fmla="*/ 54312 w 297423"/>
                <a:gd name="connsiteY1" fmla="*/ 37885 h 123667"/>
                <a:gd name="connsiteX2" fmla="*/ 79711 w 297423"/>
                <a:gd name="connsiteY2" fmla="*/ 17249 h 123667"/>
                <a:gd name="connsiteX3" fmla="*/ 122573 w 297423"/>
                <a:gd name="connsiteY3" fmla="*/ 1373 h 123667"/>
                <a:gd name="connsiteX4" fmla="*/ 170199 w 297423"/>
                <a:gd name="connsiteY4" fmla="*/ 1373 h 123667"/>
                <a:gd name="connsiteX5" fmla="*/ 217824 w 297423"/>
                <a:gd name="connsiteY5" fmla="*/ 12485 h 123667"/>
                <a:gd name="connsiteX6" fmla="*/ 278149 w 297423"/>
                <a:gd name="connsiteY6" fmla="*/ 45822 h 123667"/>
                <a:gd name="connsiteX7" fmla="*/ 247986 w 297423"/>
                <a:gd name="connsiteY7" fmla="*/ 25184 h 123667"/>
                <a:gd name="connsiteX8" fmla="*/ 297199 w 297423"/>
                <a:gd name="connsiteY8" fmla="*/ 69635 h 123667"/>
                <a:gd name="connsiteX9" fmla="*/ 224174 w 297423"/>
                <a:gd name="connsiteY9" fmla="*/ 107735 h 123667"/>
                <a:gd name="connsiteX10" fmla="*/ 152736 w 297423"/>
                <a:gd name="connsiteY10" fmla="*/ 123611 h 123667"/>
                <a:gd name="connsiteX11" fmla="*/ 67011 w 297423"/>
                <a:gd name="connsiteY11" fmla="*/ 106148 h 123667"/>
                <a:gd name="connsiteX12" fmla="*/ 32086 w 297423"/>
                <a:gd name="connsiteY12" fmla="*/ 95035 h 123667"/>
                <a:gd name="connsiteX13" fmla="*/ 336 w 297423"/>
                <a:gd name="connsiteY13" fmla="*/ 77573 h 123667"/>
                <a:gd name="connsiteX0" fmla="*/ 336 w 297423"/>
                <a:gd name="connsiteY0" fmla="*/ 77573 h 123667"/>
                <a:gd name="connsiteX1" fmla="*/ 54312 w 297423"/>
                <a:gd name="connsiteY1" fmla="*/ 37885 h 123667"/>
                <a:gd name="connsiteX2" fmla="*/ 79711 w 297423"/>
                <a:gd name="connsiteY2" fmla="*/ 17249 h 123667"/>
                <a:gd name="connsiteX3" fmla="*/ 122573 w 297423"/>
                <a:gd name="connsiteY3" fmla="*/ 1373 h 123667"/>
                <a:gd name="connsiteX4" fmla="*/ 170199 w 297423"/>
                <a:gd name="connsiteY4" fmla="*/ 1373 h 123667"/>
                <a:gd name="connsiteX5" fmla="*/ 217824 w 297423"/>
                <a:gd name="connsiteY5" fmla="*/ 12485 h 123667"/>
                <a:gd name="connsiteX6" fmla="*/ 278149 w 297423"/>
                <a:gd name="connsiteY6" fmla="*/ 45822 h 123667"/>
                <a:gd name="connsiteX7" fmla="*/ 247986 w 297423"/>
                <a:gd name="connsiteY7" fmla="*/ 25184 h 123667"/>
                <a:gd name="connsiteX8" fmla="*/ 297199 w 297423"/>
                <a:gd name="connsiteY8" fmla="*/ 69635 h 123667"/>
                <a:gd name="connsiteX9" fmla="*/ 224174 w 297423"/>
                <a:gd name="connsiteY9" fmla="*/ 107735 h 123667"/>
                <a:gd name="connsiteX10" fmla="*/ 152736 w 297423"/>
                <a:gd name="connsiteY10" fmla="*/ 123611 h 123667"/>
                <a:gd name="connsiteX11" fmla="*/ 67011 w 297423"/>
                <a:gd name="connsiteY11" fmla="*/ 106148 h 123667"/>
                <a:gd name="connsiteX12" fmla="*/ 32086 w 297423"/>
                <a:gd name="connsiteY12" fmla="*/ 95035 h 123667"/>
                <a:gd name="connsiteX13" fmla="*/ 336 w 297423"/>
                <a:gd name="connsiteY13" fmla="*/ 77573 h 123667"/>
                <a:gd name="connsiteX0" fmla="*/ 336 w 297423"/>
                <a:gd name="connsiteY0" fmla="*/ 78504 h 124598"/>
                <a:gd name="connsiteX1" fmla="*/ 54312 w 297423"/>
                <a:gd name="connsiteY1" fmla="*/ 38816 h 124598"/>
                <a:gd name="connsiteX2" fmla="*/ 57486 w 297423"/>
                <a:gd name="connsiteY2" fmla="*/ 30880 h 124598"/>
                <a:gd name="connsiteX3" fmla="*/ 122573 w 297423"/>
                <a:gd name="connsiteY3" fmla="*/ 2304 h 124598"/>
                <a:gd name="connsiteX4" fmla="*/ 170199 w 297423"/>
                <a:gd name="connsiteY4" fmla="*/ 2304 h 124598"/>
                <a:gd name="connsiteX5" fmla="*/ 217824 w 297423"/>
                <a:gd name="connsiteY5" fmla="*/ 13416 h 124598"/>
                <a:gd name="connsiteX6" fmla="*/ 278149 w 297423"/>
                <a:gd name="connsiteY6" fmla="*/ 46753 h 124598"/>
                <a:gd name="connsiteX7" fmla="*/ 247986 w 297423"/>
                <a:gd name="connsiteY7" fmla="*/ 26115 h 124598"/>
                <a:gd name="connsiteX8" fmla="*/ 297199 w 297423"/>
                <a:gd name="connsiteY8" fmla="*/ 70566 h 124598"/>
                <a:gd name="connsiteX9" fmla="*/ 224174 w 297423"/>
                <a:gd name="connsiteY9" fmla="*/ 108666 h 124598"/>
                <a:gd name="connsiteX10" fmla="*/ 152736 w 297423"/>
                <a:gd name="connsiteY10" fmla="*/ 124542 h 124598"/>
                <a:gd name="connsiteX11" fmla="*/ 67011 w 297423"/>
                <a:gd name="connsiteY11" fmla="*/ 107079 h 124598"/>
                <a:gd name="connsiteX12" fmla="*/ 32086 w 297423"/>
                <a:gd name="connsiteY12" fmla="*/ 95966 h 124598"/>
                <a:gd name="connsiteX13" fmla="*/ 336 w 297423"/>
                <a:gd name="connsiteY13" fmla="*/ 78504 h 124598"/>
                <a:gd name="connsiteX0" fmla="*/ 336 w 297423"/>
                <a:gd name="connsiteY0" fmla="*/ 80615 h 126709"/>
                <a:gd name="connsiteX1" fmla="*/ 54312 w 297423"/>
                <a:gd name="connsiteY1" fmla="*/ 40927 h 126709"/>
                <a:gd name="connsiteX2" fmla="*/ 57486 w 297423"/>
                <a:gd name="connsiteY2" fmla="*/ 32991 h 126709"/>
                <a:gd name="connsiteX3" fmla="*/ 122573 w 297423"/>
                <a:gd name="connsiteY3" fmla="*/ 4415 h 126709"/>
                <a:gd name="connsiteX4" fmla="*/ 170199 w 297423"/>
                <a:gd name="connsiteY4" fmla="*/ 4415 h 126709"/>
                <a:gd name="connsiteX5" fmla="*/ 217824 w 297423"/>
                <a:gd name="connsiteY5" fmla="*/ 15527 h 126709"/>
                <a:gd name="connsiteX6" fmla="*/ 278149 w 297423"/>
                <a:gd name="connsiteY6" fmla="*/ 48864 h 126709"/>
                <a:gd name="connsiteX7" fmla="*/ 247986 w 297423"/>
                <a:gd name="connsiteY7" fmla="*/ 28226 h 126709"/>
                <a:gd name="connsiteX8" fmla="*/ 297199 w 297423"/>
                <a:gd name="connsiteY8" fmla="*/ 72677 h 126709"/>
                <a:gd name="connsiteX9" fmla="*/ 224174 w 297423"/>
                <a:gd name="connsiteY9" fmla="*/ 110777 h 126709"/>
                <a:gd name="connsiteX10" fmla="*/ 152736 w 297423"/>
                <a:gd name="connsiteY10" fmla="*/ 126653 h 126709"/>
                <a:gd name="connsiteX11" fmla="*/ 67011 w 297423"/>
                <a:gd name="connsiteY11" fmla="*/ 109190 h 126709"/>
                <a:gd name="connsiteX12" fmla="*/ 32086 w 297423"/>
                <a:gd name="connsiteY12" fmla="*/ 98077 h 126709"/>
                <a:gd name="connsiteX13" fmla="*/ 336 w 297423"/>
                <a:gd name="connsiteY13" fmla="*/ 80615 h 126709"/>
                <a:gd name="connsiteX0" fmla="*/ 336 w 297423"/>
                <a:gd name="connsiteY0" fmla="*/ 81014 h 127108"/>
                <a:gd name="connsiteX1" fmla="*/ 54312 w 297423"/>
                <a:gd name="connsiteY1" fmla="*/ 41326 h 127108"/>
                <a:gd name="connsiteX2" fmla="*/ 57486 w 297423"/>
                <a:gd name="connsiteY2" fmla="*/ 33390 h 127108"/>
                <a:gd name="connsiteX3" fmla="*/ 122573 w 297423"/>
                <a:gd name="connsiteY3" fmla="*/ 4814 h 127108"/>
                <a:gd name="connsiteX4" fmla="*/ 170199 w 297423"/>
                <a:gd name="connsiteY4" fmla="*/ 4814 h 127108"/>
                <a:gd name="connsiteX5" fmla="*/ 217824 w 297423"/>
                <a:gd name="connsiteY5" fmla="*/ 15926 h 127108"/>
                <a:gd name="connsiteX6" fmla="*/ 278149 w 297423"/>
                <a:gd name="connsiteY6" fmla="*/ 49263 h 127108"/>
                <a:gd name="connsiteX7" fmla="*/ 247986 w 297423"/>
                <a:gd name="connsiteY7" fmla="*/ 28625 h 127108"/>
                <a:gd name="connsiteX8" fmla="*/ 297199 w 297423"/>
                <a:gd name="connsiteY8" fmla="*/ 73076 h 127108"/>
                <a:gd name="connsiteX9" fmla="*/ 224174 w 297423"/>
                <a:gd name="connsiteY9" fmla="*/ 111176 h 127108"/>
                <a:gd name="connsiteX10" fmla="*/ 152736 w 297423"/>
                <a:gd name="connsiteY10" fmla="*/ 127052 h 127108"/>
                <a:gd name="connsiteX11" fmla="*/ 67011 w 297423"/>
                <a:gd name="connsiteY11" fmla="*/ 109589 h 127108"/>
                <a:gd name="connsiteX12" fmla="*/ 32086 w 297423"/>
                <a:gd name="connsiteY12" fmla="*/ 98476 h 127108"/>
                <a:gd name="connsiteX13" fmla="*/ 336 w 297423"/>
                <a:gd name="connsiteY13" fmla="*/ 81014 h 127108"/>
                <a:gd name="connsiteX0" fmla="*/ 336 w 297423"/>
                <a:gd name="connsiteY0" fmla="*/ 78190 h 124284"/>
                <a:gd name="connsiteX1" fmla="*/ 54312 w 297423"/>
                <a:gd name="connsiteY1" fmla="*/ 38502 h 124284"/>
                <a:gd name="connsiteX2" fmla="*/ 79711 w 297423"/>
                <a:gd name="connsiteY2" fmla="*/ 19453 h 124284"/>
                <a:gd name="connsiteX3" fmla="*/ 122573 w 297423"/>
                <a:gd name="connsiteY3" fmla="*/ 1990 h 124284"/>
                <a:gd name="connsiteX4" fmla="*/ 170199 w 297423"/>
                <a:gd name="connsiteY4" fmla="*/ 1990 h 124284"/>
                <a:gd name="connsiteX5" fmla="*/ 217824 w 297423"/>
                <a:gd name="connsiteY5" fmla="*/ 13102 h 124284"/>
                <a:gd name="connsiteX6" fmla="*/ 278149 w 297423"/>
                <a:gd name="connsiteY6" fmla="*/ 46439 h 124284"/>
                <a:gd name="connsiteX7" fmla="*/ 247986 w 297423"/>
                <a:gd name="connsiteY7" fmla="*/ 25801 h 124284"/>
                <a:gd name="connsiteX8" fmla="*/ 297199 w 297423"/>
                <a:gd name="connsiteY8" fmla="*/ 70252 h 124284"/>
                <a:gd name="connsiteX9" fmla="*/ 224174 w 297423"/>
                <a:gd name="connsiteY9" fmla="*/ 108352 h 124284"/>
                <a:gd name="connsiteX10" fmla="*/ 152736 w 297423"/>
                <a:gd name="connsiteY10" fmla="*/ 124228 h 124284"/>
                <a:gd name="connsiteX11" fmla="*/ 67011 w 297423"/>
                <a:gd name="connsiteY11" fmla="*/ 106765 h 124284"/>
                <a:gd name="connsiteX12" fmla="*/ 32086 w 297423"/>
                <a:gd name="connsiteY12" fmla="*/ 95652 h 124284"/>
                <a:gd name="connsiteX13" fmla="*/ 336 w 297423"/>
                <a:gd name="connsiteY13" fmla="*/ 78190 h 124284"/>
                <a:gd name="connsiteX0" fmla="*/ 94 w 297181"/>
                <a:gd name="connsiteY0" fmla="*/ 78190 h 124284"/>
                <a:gd name="connsiteX1" fmla="*/ 42958 w 297181"/>
                <a:gd name="connsiteY1" fmla="*/ 40089 h 124284"/>
                <a:gd name="connsiteX2" fmla="*/ 79469 w 297181"/>
                <a:gd name="connsiteY2" fmla="*/ 19453 h 124284"/>
                <a:gd name="connsiteX3" fmla="*/ 122331 w 297181"/>
                <a:gd name="connsiteY3" fmla="*/ 1990 h 124284"/>
                <a:gd name="connsiteX4" fmla="*/ 169957 w 297181"/>
                <a:gd name="connsiteY4" fmla="*/ 1990 h 124284"/>
                <a:gd name="connsiteX5" fmla="*/ 217582 w 297181"/>
                <a:gd name="connsiteY5" fmla="*/ 13102 h 124284"/>
                <a:gd name="connsiteX6" fmla="*/ 277907 w 297181"/>
                <a:gd name="connsiteY6" fmla="*/ 46439 h 124284"/>
                <a:gd name="connsiteX7" fmla="*/ 247744 w 297181"/>
                <a:gd name="connsiteY7" fmla="*/ 25801 h 124284"/>
                <a:gd name="connsiteX8" fmla="*/ 296957 w 297181"/>
                <a:gd name="connsiteY8" fmla="*/ 70252 h 124284"/>
                <a:gd name="connsiteX9" fmla="*/ 223932 w 297181"/>
                <a:gd name="connsiteY9" fmla="*/ 108352 h 124284"/>
                <a:gd name="connsiteX10" fmla="*/ 152494 w 297181"/>
                <a:gd name="connsiteY10" fmla="*/ 124228 h 124284"/>
                <a:gd name="connsiteX11" fmla="*/ 66769 w 297181"/>
                <a:gd name="connsiteY11" fmla="*/ 106765 h 124284"/>
                <a:gd name="connsiteX12" fmla="*/ 31844 w 297181"/>
                <a:gd name="connsiteY12" fmla="*/ 95652 h 124284"/>
                <a:gd name="connsiteX13" fmla="*/ 94 w 297181"/>
                <a:gd name="connsiteY13" fmla="*/ 78190 h 124284"/>
                <a:gd name="connsiteX0" fmla="*/ 94 w 297181"/>
                <a:gd name="connsiteY0" fmla="*/ 79199 h 125293"/>
                <a:gd name="connsiteX1" fmla="*/ 42958 w 297181"/>
                <a:gd name="connsiteY1" fmla="*/ 41098 h 125293"/>
                <a:gd name="connsiteX2" fmla="*/ 79469 w 297181"/>
                <a:gd name="connsiteY2" fmla="*/ 20462 h 125293"/>
                <a:gd name="connsiteX3" fmla="*/ 135031 w 297181"/>
                <a:gd name="connsiteY3" fmla="*/ 1412 h 125293"/>
                <a:gd name="connsiteX4" fmla="*/ 169957 w 297181"/>
                <a:gd name="connsiteY4" fmla="*/ 2999 h 125293"/>
                <a:gd name="connsiteX5" fmla="*/ 217582 w 297181"/>
                <a:gd name="connsiteY5" fmla="*/ 14111 h 125293"/>
                <a:gd name="connsiteX6" fmla="*/ 277907 w 297181"/>
                <a:gd name="connsiteY6" fmla="*/ 47448 h 125293"/>
                <a:gd name="connsiteX7" fmla="*/ 247744 w 297181"/>
                <a:gd name="connsiteY7" fmla="*/ 26810 h 125293"/>
                <a:gd name="connsiteX8" fmla="*/ 296957 w 297181"/>
                <a:gd name="connsiteY8" fmla="*/ 71261 h 125293"/>
                <a:gd name="connsiteX9" fmla="*/ 223932 w 297181"/>
                <a:gd name="connsiteY9" fmla="*/ 109361 h 125293"/>
                <a:gd name="connsiteX10" fmla="*/ 152494 w 297181"/>
                <a:gd name="connsiteY10" fmla="*/ 125237 h 125293"/>
                <a:gd name="connsiteX11" fmla="*/ 66769 w 297181"/>
                <a:gd name="connsiteY11" fmla="*/ 107774 h 125293"/>
                <a:gd name="connsiteX12" fmla="*/ 31844 w 297181"/>
                <a:gd name="connsiteY12" fmla="*/ 96661 h 125293"/>
                <a:gd name="connsiteX13" fmla="*/ 94 w 297181"/>
                <a:gd name="connsiteY13" fmla="*/ 79199 h 125293"/>
                <a:gd name="connsiteX0" fmla="*/ 94 w 297181"/>
                <a:gd name="connsiteY0" fmla="*/ 79200 h 125294"/>
                <a:gd name="connsiteX1" fmla="*/ 42958 w 297181"/>
                <a:gd name="connsiteY1" fmla="*/ 41099 h 125294"/>
                <a:gd name="connsiteX2" fmla="*/ 79469 w 297181"/>
                <a:gd name="connsiteY2" fmla="*/ 20463 h 125294"/>
                <a:gd name="connsiteX3" fmla="*/ 135031 w 297181"/>
                <a:gd name="connsiteY3" fmla="*/ 1413 h 125294"/>
                <a:gd name="connsiteX4" fmla="*/ 182657 w 297181"/>
                <a:gd name="connsiteY4" fmla="*/ 3000 h 125294"/>
                <a:gd name="connsiteX5" fmla="*/ 217582 w 297181"/>
                <a:gd name="connsiteY5" fmla="*/ 14112 h 125294"/>
                <a:gd name="connsiteX6" fmla="*/ 277907 w 297181"/>
                <a:gd name="connsiteY6" fmla="*/ 47449 h 125294"/>
                <a:gd name="connsiteX7" fmla="*/ 247744 w 297181"/>
                <a:gd name="connsiteY7" fmla="*/ 26811 h 125294"/>
                <a:gd name="connsiteX8" fmla="*/ 296957 w 297181"/>
                <a:gd name="connsiteY8" fmla="*/ 71262 h 125294"/>
                <a:gd name="connsiteX9" fmla="*/ 223932 w 297181"/>
                <a:gd name="connsiteY9" fmla="*/ 109362 h 125294"/>
                <a:gd name="connsiteX10" fmla="*/ 152494 w 297181"/>
                <a:gd name="connsiteY10" fmla="*/ 125238 h 125294"/>
                <a:gd name="connsiteX11" fmla="*/ 66769 w 297181"/>
                <a:gd name="connsiteY11" fmla="*/ 107775 h 125294"/>
                <a:gd name="connsiteX12" fmla="*/ 31844 w 297181"/>
                <a:gd name="connsiteY12" fmla="*/ 96662 h 125294"/>
                <a:gd name="connsiteX13" fmla="*/ 94 w 297181"/>
                <a:gd name="connsiteY13" fmla="*/ 79200 h 125294"/>
                <a:gd name="connsiteX0" fmla="*/ 94 w 297181"/>
                <a:gd name="connsiteY0" fmla="*/ 79200 h 125294"/>
                <a:gd name="connsiteX1" fmla="*/ 42958 w 297181"/>
                <a:gd name="connsiteY1" fmla="*/ 41099 h 125294"/>
                <a:gd name="connsiteX2" fmla="*/ 79469 w 297181"/>
                <a:gd name="connsiteY2" fmla="*/ 20463 h 125294"/>
                <a:gd name="connsiteX3" fmla="*/ 135031 w 297181"/>
                <a:gd name="connsiteY3" fmla="*/ 1413 h 125294"/>
                <a:gd name="connsiteX4" fmla="*/ 182657 w 297181"/>
                <a:gd name="connsiteY4" fmla="*/ 3000 h 125294"/>
                <a:gd name="connsiteX5" fmla="*/ 222345 w 297181"/>
                <a:gd name="connsiteY5" fmla="*/ 14112 h 125294"/>
                <a:gd name="connsiteX6" fmla="*/ 277907 w 297181"/>
                <a:gd name="connsiteY6" fmla="*/ 47449 h 125294"/>
                <a:gd name="connsiteX7" fmla="*/ 247744 w 297181"/>
                <a:gd name="connsiteY7" fmla="*/ 26811 h 125294"/>
                <a:gd name="connsiteX8" fmla="*/ 296957 w 297181"/>
                <a:gd name="connsiteY8" fmla="*/ 71262 h 125294"/>
                <a:gd name="connsiteX9" fmla="*/ 223932 w 297181"/>
                <a:gd name="connsiteY9" fmla="*/ 109362 h 125294"/>
                <a:gd name="connsiteX10" fmla="*/ 152494 w 297181"/>
                <a:gd name="connsiteY10" fmla="*/ 125238 h 125294"/>
                <a:gd name="connsiteX11" fmla="*/ 66769 w 297181"/>
                <a:gd name="connsiteY11" fmla="*/ 107775 h 125294"/>
                <a:gd name="connsiteX12" fmla="*/ 31844 w 297181"/>
                <a:gd name="connsiteY12" fmla="*/ 96662 h 125294"/>
                <a:gd name="connsiteX13" fmla="*/ 94 w 297181"/>
                <a:gd name="connsiteY13" fmla="*/ 79200 h 125294"/>
                <a:gd name="connsiteX0" fmla="*/ 28 w 297115"/>
                <a:gd name="connsiteY0" fmla="*/ 79200 h 125294"/>
                <a:gd name="connsiteX1" fmla="*/ 42892 w 297115"/>
                <a:gd name="connsiteY1" fmla="*/ 41099 h 125294"/>
                <a:gd name="connsiteX2" fmla="*/ 79403 w 297115"/>
                <a:gd name="connsiteY2" fmla="*/ 20463 h 125294"/>
                <a:gd name="connsiteX3" fmla="*/ 134965 w 297115"/>
                <a:gd name="connsiteY3" fmla="*/ 1413 h 125294"/>
                <a:gd name="connsiteX4" fmla="*/ 182591 w 297115"/>
                <a:gd name="connsiteY4" fmla="*/ 3000 h 125294"/>
                <a:gd name="connsiteX5" fmla="*/ 222279 w 297115"/>
                <a:gd name="connsiteY5" fmla="*/ 14112 h 125294"/>
                <a:gd name="connsiteX6" fmla="*/ 277841 w 297115"/>
                <a:gd name="connsiteY6" fmla="*/ 47449 h 125294"/>
                <a:gd name="connsiteX7" fmla="*/ 247678 w 297115"/>
                <a:gd name="connsiteY7" fmla="*/ 26811 h 125294"/>
                <a:gd name="connsiteX8" fmla="*/ 296891 w 297115"/>
                <a:gd name="connsiteY8" fmla="*/ 71262 h 125294"/>
                <a:gd name="connsiteX9" fmla="*/ 223866 w 297115"/>
                <a:gd name="connsiteY9" fmla="*/ 109362 h 125294"/>
                <a:gd name="connsiteX10" fmla="*/ 152428 w 297115"/>
                <a:gd name="connsiteY10" fmla="*/ 125238 h 125294"/>
                <a:gd name="connsiteX11" fmla="*/ 66703 w 297115"/>
                <a:gd name="connsiteY11" fmla="*/ 107775 h 125294"/>
                <a:gd name="connsiteX12" fmla="*/ 36541 w 297115"/>
                <a:gd name="connsiteY12" fmla="*/ 90312 h 125294"/>
                <a:gd name="connsiteX13" fmla="*/ 28 w 297115"/>
                <a:gd name="connsiteY13" fmla="*/ 79200 h 125294"/>
                <a:gd name="connsiteX0" fmla="*/ 345 w 297432"/>
                <a:gd name="connsiteY0" fmla="*/ 79200 h 125294"/>
                <a:gd name="connsiteX1" fmla="*/ 43209 w 297432"/>
                <a:gd name="connsiteY1" fmla="*/ 41099 h 125294"/>
                <a:gd name="connsiteX2" fmla="*/ 79720 w 297432"/>
                <a:gd name="connsiteY2" fmla="*/ 20463 h 125294"/>
                <a:gd name="connsiteX3" fmla="*/ 135282 w 297432"/>
                <a:gd name="connsiteY3" fmla="*/ 1413 h 125294"/>
                <a:gd name="connsiteX4" fmla="*/ 182908 w 297432"/>
                <a:gd name="connsiteY4" fmla="*/ 3000 h 125294"/>
                <a:gd name="connsiteX5" fmla="*/ 222596 w 297432"/>
                <a:gd name="connsiteY5" fmla="*/ 14112 h 125294"/>
                <a:gd name="connsiteX6" fmla="*/ 278158 w 297432"/>
                <a:gd name="connsiteY6" fmla="*/ 47449 h 125294"/>
                <a:gd name="connsiteX7" fmla="*/ 247995 w 297432"/>
                <a:gd name="connsiteY7" fmla="*/ 26811 h 125294"/>
                <a:gd name="connsiteX8" fmla="*/ 297208 w 297432"/>
                <a:gd name="connsiteY8" fmla="*/ 71262 h 125294"/>
                <a:gd name="connsiteX9" fmla="*/ 224183 w 297432"/>
                <a:gd name="connsiteY9" fmla="*/ 109362 h 125294"/>
                <a:gd name="connsiteX10" fmla="*/ 152745 w 297432"/>
                <a:gd name="connsiteY10" fmla="*/ 125238 h 125294"/>
                <a:gd name="connsiteX11" fmla="*/ 67020 w 297432"/>
                <a:gd name="connsiteY11" fmla="*/ 107775 h 125294"/>
                <a:gd name="connsiteX12" fmla="*/ 24158 w 297432"/>
                <a:gd name="connsiteY12" fmla="*/ 88724 h 125294"/>
                <a:gd name="connsiteX13" fmla="*/ 345 w 297432"/>
                <a:gd name="connsiteY13" fmla="*/ 79200 h 125294"/>
                <a:gd name="connsiteX0" fmla="*/ 345 w 297432"/>
                <a:gd name="connsiteY0" fmla="*/ 79200 h 125294"/>
                <a:gd name="connsiteX1" fmla="*/ 43209 w 297432"/>
                <a:gd name="connsiteY1" fmla="*/ 41099 h 125294"/>
                <a:gd name="connsiteX2" fmla="*/ 79720 w 297432"/>
                <a:gd name="connsiteY2" fmla="*/ 20463 h 125294"/>
                <a:gd name="connsiteX3" fmla="*/ 135282 w 297432"/>
                <a:gd name="connsiteY3" fmla="*/ 1413 h 125294"/>
                <a:gd name="connsiteX4" fmla="*/ 182908 w 297432"/>
                <a:gd name="connsiteY4" fmla="*/ 3000 h 125294"/>
                <a:gd name="connsiteX5" fmla="*/ 222596 w 297432"/>
                <a:gd name="connsiteY5" fmla="*/ 14112 h 125294"/>
                <a:gd name="connsiteX6" fmla="*/ 278158 w 297432"/>
                <a:gd name="connsiteY6" fmla="*/ 47449 h 125294"/>
                <a:gd name="connsiteX7" fmla="*/ 247995 w 297432"/>
                <a:gd name="connsiteY7" fmla="*/ 26811 h 125294"/>
                <a:gd name="connsiteX8" fmla="*/ 297208 w 297432"/>
                <a:gd name="connsiteY8" fmla="*/ 71262 h 125294"/>
                <a:gd name="connsiteX9" fmla="*/ 224183 w 297432"/>
                <a:gd name="connsiteY9" fmla="*/ 109362 h 125294"/>
                <a:gd name="connsiteX10" fmla="*/ 152745 w 297432"/>
                <a:gd name="connsiteY10" fmla="*/ 125238 h 125294"/>
                <a:gd name="connsiteX11" fmla="*/ 82895 w 297432"/>
                <a:gd name="connsiteY11" fmla="*/ 112538 h 125294"/>
                <a:gd name="connsiteX12" fmla="*/ 24158 w 297432"/>
                <a:gd name="connsiteY12" fmla="*/ 88724 h 125294"/>
                <a:gd name="connsiteX13" fmla="*/ 345 w 297432"/>
                <a:gd name="connsiteY13" fmla="*/ 79200 h 125294"/>
                <a:gd name="connsiteX0" fmla="*/ 345 w 297432"/>
                <a:gd name="connsiteY0" fmla="*/ 79200 h 123717"/>
                <a:gd name="connsiteX1" fmla="*/ 43209 w 297432"/>
                <a:gd name="connsiteY1" fmla="*/ 41099 h 123717"/>
                <a:gd name="connsiteX2" fmla="*/ 79720 w 297432"/>
                <a:gd name="connsiteY2" fmla="*/ 20463 h 123717"/>
                <a:gd name="connsiteX3" fmla="*/ 135282 w 297432"/>
                <a:gd name="connsiteY3" fmla="*/ 1413 h 123717"/>
                <a:gd name="connsiteX4" fmla="*/ 182908 w 297432"/>
                <a:gd name="connsiteY4" fmla="*/ 3000 h 123717"/>
                <a:gd name="connsiteX5" fmla="*/ 222596 w 297432"/>
                <a:gd name="connsiteY5" fmla="*/ 14112 h 123717"/>
                <a:gd name="connsiteX6" fmla="*/ 278158 w 297432"/>
                <a:gd name="connsiteY6" fmla="*/ 47449 h 123717"/>
                <a:gd name="connsiteX7" fmla="*/ 247995 w 297432"/>
                <a:gd name="connsiteY7" fmla="*/ 26811 h 123717"/>
                <a:gd name="connsiteX8" fmla="*/ 297208 w 297432"/>
                <a:gd name="connsiteY8" fmla="*/ 71262 h 123717"/>
                <a:gd name="connsiteX9" fmla="*/ 224183 w 297432"/>
                <a:gd name="connsiteY9" fmla="*/ 109362 h 123717"/>
                <a:gd name="connsiteX10" fmla="*/ 168620 w 297432"/>
                <a:gd name="connsiteY10" fmla="*/ 123650 h 123717"/>
                <a:gd name="connsiteX11" fmla="*/ 82895 w 297432"/>
                <a:gd name="connsiteY11" fmla="*/ 112538 h 123717"/>
                <a:gd name="connsiteX12" fmla="*/ 24158 w 297432"/>
                <a:gd name="connsiteY12" fmla="*/ 88724 h 123717"/>
                <a:gd name="connsiteX13" fmla="*/ 345 w 297432"/>
                <a:gd name="connsiteY13" fmla="*/ 79200 h 123717"/>
                <a:gd name="connsiteX0" fmla="*/ 345 w 297292"/>
                <a:gd name="connsiteY0" fmla="*/ 79200 h 123690"/>
                <a:gd name="connsiteX1" fmla="*/ 43209 w 297292"/>
                <a:gd name="connsiteY1" fmla="*/ 41099 h 123690"/>
                <a:gd name="connsiteX2" fmla="*/ 79720 w 297292"/>
                <a:gd name="connsiteY2" fmla="*/ 20463 h 123690"/>
                <a:gd name="connsiteX3" fmla="*/ 135282 w 297292"/>
                <a:gd name="connsiteY3" fmla="*/ 1413 h 123690"/>
                <a:gd name="connsiteX4" fmla="*/ 182908 w 297292"/>
                <a:gd name="connsiteY4" fmla="*/ 3000 h 123690"/>
                <a:gd name="connsiteX5" fmla="*/ 222596 w 297292"/>
                <a:gd name="connsiteY5" fmla="*/ 14112 h 123690"/>
                <a:gd name="connsiteX6" fmla="*/ 278158 w 297292"/>
                <a:gd name="connsiteY6" fmla="*/ 47449 h 123690"/>
                <a:gd name="connsiteX7" fmla="*/ 247995 w 297292"/>
                <a:gd name="connsiteY7" fmla="*/ 26811 h 123690"/>
                <a:gd name="connsiteX8" fmla="*/ 297208 w 297292"/>
                <a:gd name="connsiteY8" fmla="*/ 71262 h 123690"/>
                <a:gd name="connsiteX9" fmla="*/ 233708 w 297292"/>
                <a:gd name="connsiteY9" fmla="*/ 104600 h 123690"/>
                <a:gd name="connsiteX10" fmla="*/ 168620 w 297292"/>
                <a:gd name="connsiteY10" fmla="*/ 123650 h 123690"/>
                <a:gd name="connsiteX11" fmla="*/ 82895 w 297292"/>
                <a:gd name="connsiteY11" fmla="*/ 112538 h 123690"/>
                <a:gd name="connsiteX12" fmla="*/ 24158 w 297292"/>
                <a:gd name="connsiteY12" fmla="*/ 88724 h 123690"/>
                <a:gd name="connsiteX13" fmla="*/ 345 w 297292"/>
                <a:gd name="connsiteY13" fmla="*/ 79200 h 123690"/>
                <a:gd name="connsiteX0" fmla="*/ 345 w 298292"/>
                <a:gd name="connsiteY0" fmla="*/ 79200 h 123686"/>
                <a:gd name="connsiteX1" fmla="*/ 43209 w 298292"/>
                <a:gd name="connsiteY1" fmla="*/ 41099 h 123686"/>
                <a:gd name="connsiteX2" fmla="*/ 79720 w 298292"/>
                <a:gd name="connsiteY2" fmla="*/ 20463 h 123686"/>
                <a:gd name="connsiteX3" fmla="*/ 135282 w 298292"/>
                <a:gd name="connsiteY3" fmla="*/ 1413 h 123686"/>
                <a:gd name="connsiteX4" fmla="*/ 182908 w 298292"/>
                <a:gd name="connsiteY4" fmla="*/ 3000 h 123686"/>
                <a:gd name="connsiteX5" fmla="*/ 222596 w 298292"/>
                <a:gd name="connsiteY5" fmla="*/ 14112 h 123686"/>
                <a:gd name="connsiteX6" fmla="*/ 278158 w 298292"/>
                <a:gd name="connsiteY6" fmla="*/ 47449 h 123686"/>
                <a:gd name="connsiteX7" fmla="*/ 247995 w 298292"/>
                <a:gd name="connsiteY7" fmla="*/ 26811 h 123686"/>
                <a:gd name="connsiteX8" fmla="*/ 297208 w 298292"/>
                <a:gd name="connsiteY8" fmla="*/ 71262 h 123686"/>
                <a:gd name="connsiteX9" fmla="*/ 278158 w 298292"/>
                <a:gd name="connsiteY9" fmla="*/ 79204 h 123686"/>
                <a:gd name="connsiteX10" fmla="*/ 233708 w 298292"/>
                <a:gd name="connsiteY10" fmla="*/ 104600 h 123686"/>
                <a:gd name="connsiteX11" fmla="*/ 168620 w 298292"/>
                <a:gd name="connsiteY11" fmla="*/ 123650 h 123686"/>
                <a:gd name="connsiteX12" fmla="*/ 82895 w 298292"/>
                <a:gd name="connsiteY12" fmla="*/ 112538 h 123686"/>
                <a:gd name="connsiteX13" fmla="*/ 24158 w 298292"/>
                <a:gd name="connsiteY13" fmla="*/ 88724 h 123686"/>
                <a:gd name="connsiteX14" fmla="*/ 345 w 298292"/>
                <a:gd name="connsiteY14" fmla="*/ 79200 h 123686"/>
                <a:gd name="connsiteX0" fmla="*/ 345 w 298292"/>
                <a:gd name="connsiteY0" fmla="*/ 79200 h 123686"/>
                <a:gd name="connsiteX1" fmla="*/ 43209 w 298292"/>
                <a:gd name="connsiteY1" fmla="*/ 41099 h 123686"/>
                <a:gd name="connsiteX2" fmla="*/ 79720 w 298292"/>
                <a:gd name="connsiteY2" fmla="*/ 20463 h 123686"/>
                <a:gd name="connsiteX3" fmla="*/ 135282 w 298292"/>
                <a:gd name="connsiteY3" fmla="*/ 1413 h 123686"/>
                <a:gd name="connsiteX4" fmla="*/ 182908 w 298292"/>
                <a:gd name="connsiteY4" fmla="*/ 3000 h 123686"/>
                <a:gd name="connsiteX5" fmla="*/ 222596 w 298292"/>
                <a:gd name="connsiteY5" fmla="*/ 14112 h 123686"/>
                <a:gd name="connsiteX6" fmla="*/ 225771 w 298292"/>
                <a:gd name="connsiteY6" fmla="*/ 15699 h 123686"/>
                <a:gd name="connsiteX7" fmla="*/ 247995 w 298292"/>
                <a:gd name="connsiteY7" fmla="*/ 26811 h 123686"/>
                <a:gd name="connsiteX8" fmla="*/ 297208 w 298292"/>
                <a:gd name="connsiteY8" fmla="*/ 71262 h 123686"/>
                <a:gd name="connsiteX9" fmla="*/ 278158 w 298292"/>
                <a:gd name="connsiteY9" fmla="*/ 79204 h 123686"/>
                <a:gd name="connsiteX10" fmla="*/ 233708 w 298292"/>
                <a:gd name="connsiteY10" fmla="*/ 104600 h 123686"/>
                <a:gd name="connsiteX11" fmla="*/ 168620 w 298292"/>
                <a:gd name="connsiteY11" fmla="*/ 123650 h 123686"/>
                <a:gd name="connsiteX12" fmla="*/ 82895 w 298292"/>
                <a:gd name="connsiteY12" fmla="*/ 112538 h 123686"/>
                <a:gd name="connsiteX13" fmla="*/ 24158 w 298292"/>
                <a:gd name="connsiteY13" fmla="*/ 88724 h 123686"/>
                <a:gd name="connsiteX14" fmla="*/ 345 w 298292"/>
                <a:gd name="connsiteY14" fmla="*/ 79200 h 123686"/>
                <a:gd name="connsiteX0" fmla="*/ 345 w 297711"/>
                <a:gd name="connsiteY0" fmla="*/ 79200 h 123686"/>
                <a:gd name="connsiteX1" fmla="*/ 43209 w 297711"/>
                <a:gd name="connsiteY1" fmla="*/ 41099 h 123686"/>
                <a:gd name="connsiteX2" fmla="*/ 79720 w 297711"/>
                <a:gd name="connsiteY2" fmla="*/ 20463 h 123686"/>
                <a:gd name="connsiteX3" fmla="*/ 135282 w 297711"/>
                <a:gd name="connsiteY3" fmla="*/ 1413 h 123686"/>
                <a:gd name="connsiteX4" fmla="*/ 182908 w 297711"/>
                <a:gd name="connsiteY4" fmla="*/ 3000 h 123686"/>
                <a:gd name="connsiteX5" fmla="*/ 222596 w 297711"/>
                <a:gd name="connsiteY5" fmla="*/ 14112 h 123686"/>
                <a:gd name="connsiteX6" fmla="*/ 225771 w 297711"/>
                <a:gd name="connsiteY6" fmla="*/ 15699 h 123686"/>
                <a:gd name="connsiteX7" fmla="*/ 286095 w 297711"/>
                <a:gd name="connsiteY7" fmla="*/ 47448 h 123686"/>
                <a:gd name="connsiteX8" fmla="*/ 297208 w 297711"/>
                <a:gd name="connsiteY8" fmla="*/ 71262 h 123686"/>
                <a:gd name="connsiteX9" fmla="*/ 278158 w 297711"/>
                <a:gd name="connsiteY9" fmla="*/ 79204 h 123686"/>
                <a:gd name="connsiteX10" fmla="*/ 233708 w 297711"/>
                <a:gd name="connsiteY10" fmla="*/ 104600 h 123686"/>
                <a:gd name="connsiteX11" fmla="*/ 168620 w 297711"/>
                <a:gd name="connsiteY11" fmla="*/ 123650 h 123686"/>
                <a:gd name="connsiteX12" fmla="*/ 82895 w 297711"/>
                <a:gd name="connsiteY12" fmla="*/ 112538 h 123686"/>
                <a:gd name="connsiteX13" fmla="*/ 24158 w 297711"/>
                <a:gd name="connsiteY13" fmla="*/ 88724 h 123686"/>
                <a:gd name="connsiteX14" fmla="*/ 345 w 297711"/>
                <a:gd name="connsiteY14" fmla="*/ 79200 h 123686"/>
                <a:gd name="connsiteX0" fmla="*/ 345 w 297980"/>
                <a:gd name="connsiteY0" fmla="*/ 79200 h 123686"/>
                <a:gd name="connsiteX1" fmla="*/ 43209 w 297980"/>
                <a:gd name="connsiteY1" fmla="*/ 41099 h 123686"/>
                <a:gd name="connsiteX2" fmla="*/ 79720 w 297980"/>
                <a:gd name="connsiteY2" fmla="*/ 20463 h 123686"/>
                <a:gd name="connsiteX3" fmla="*/ 135282 w 297980"/>
                <a:gd name="connsiteY3" fmla="*/ 1413 h 123686"/>
                <a:gd name="connsiteX4" fmla="*/ 182908 w 297980"/>
                <a:gd name="connsiteY4" fmla="*/ 3000 h 123686"/>
                <a:gd name="connsiteX5" fmla="*/ 222596 w 297980"/>
                <a:gd name="connsiteY5" fmla="*/ 14112 h 123686"/>
                <a:gd name="connsiteX6" fmla="*/ 225771 w 297980"/>
                <a:gd name="connsiteY6" fmla="*/ 15699 h 123686"/>
                <a:gd name="connsiteX7" fmla="*/ 286095 w 297980"/>
                <a:gd name="connsiteY7" fmla="*/ 47448 h 123686"/>
                <a:gd name="connsiteX8" fmla="*/ 297208 w 297980"/>
                <a:gd name="connsiteY8" fmla="*/ 71262 h 123686"/>
                <a:gd name="connsiteX9" fmla="*/ 278158 w 297980"/>
                <a:gd name="connsiteY9" fmla="*/ 79204 h 123686"/>
                <a:gd name="connsiteX10" fmla="*/ 233708 w 297980"/>
                <a:gd name="connsiteY10" fmla="*/ 104600 h 123686"/>
                <a:gd name="connsiteX11" fmla="*/ 168620 w 297980"/>
                <a:gd name="connsiteY11" fmla="*/ 123650 h 123686"/>
                <a:gd name="connsiteX12" fmla="*/ 82895 w 297980"/>
                <a:gd name="connsiteY12" fmla="*/ 112538 h 123686"/>
                <a:gd name="connsiteX13" fmla="*/ 24158 w 297980"/>
                <a:gd name="connsiteY13" fmla="*/ 88724 h 123686"/>
                <a:gd name="connsiteX14" fmla="*/ 345 w 297980"/>
                <a:gd name="connsiteY14" fmla="*/ 79200 h 123686"/>
                <a:gd name="connsiteX0" fmla="*/ 345 w 297469"/>
                <a:gd name="connsiteY0" fmla="*/ 79200 h 123686"/>
                <a:gd name="connsiteX1" fmla="*/ 43209 w 297469"/>
                <a:gd name="connsiteY1" fmla="*/ 41099 h 123686"/>
                <a:gd name="connsiteX2" fmla="*/ 79720 w 297469"/>
                <a:gd name="connsiteY2" fmla="*/ 20463 h 123686"/>
                <a:gd name="connsiteX3" fmla="*/ 135282 w 297469"/>
                <a:gd name="connsiteY3" fmla="*/ 1413 h 123686"/>
                <a:gd name="connsiteX4" fmla="*/ 182908 w 297469"/>
                <a:gd name="connsiteY4" fmla="*/ 3000 h 123686"/>
                <a:gd name="connsiteX5" fmla="*/ 222596 w 297469"/>
                <a:gd name="connsiteY5" fmla="*/ 14112 h 123686"/>
                <a:gd name="connsiteX6" fmla="*/ 244821 w 297469"/>
                <a:gd name="connsiteY6" fmla="*/ 22049 h 123686"/>
                <a:gd name="connsiteX7" fmla="*/ 286095 w 297469"/>
                <a:gd name="connsiteY7" fmla="*/ 47448 h 123686"/>
                <a:gd name="connsiteX8" fmla="*/ 297208 w 297469"/>
                <a:gd name="connsiteY8" fmla="*/ 71262 h 123686"/>
                <a:gd name="connsiteX9" fmla="*/ 278158 w 297469"/>
                <a:gd name="connsiteY9" fmla="*/ 79204 h 123686"/>
                <a:gd name="connsiteX10" fmla="*/ 233708 w 297469"/>
                <a:gd name="connsiteY10" fmla="*/ 104600 h 123686"/>
                <a:gd name="connsiteX11" fmla="*/ 168620 w 297469"/>
                <a:gd name="connsiteY11" fmla="*/ 123650 h 123686"/>
                <a:gd name="connsiteX12" fmla="*/ 82895 w 297469"/>
                <a:gd name="connsiteY12" fmla="*/ 112538 h 123686"/>
                <a:gd name="connsiteX13" fmla="*/ 24158 w 297469"/>
                <a:gd name="connsiteY13" fmla="*/ 88724 h 123686"/>
                <a:gd name="connsiteX14" fmla="*/ 345 w 297469"/>
                <a:gd name="connsiteY14" fmla="*/ 79200 h 123686"/>
                <a:gd name="connsiteX0" fmla="*/ 345 w 297469"/>
                <a:gd name="connsiteY0" fmla="*/ 79200 h 123686"/>
                <a:gd name="connsiteX1" fmla="*/ 43209 w 297469"/>
                <a:gd name="connsiteY1" fmla="*/ 41099 h 123686"/>
                <a:gd name="connsiteX2" fmla="*/ 79720 w 297469"/>
                <a:gd name="connsiteY2" fmla="*/ 20463 h 123686"/>
                <a:gd name="connsiteX3" fmla="*/ 135282 w 297469"/>
                <a:gd name="connsiteY3" fmla="*/ 1413 h 123686"/>
                <a:gd name="connsiteX4" fmla="*/ 182908 w 297469"/>
                <a:gd name="connsiteY4" fmla="*/ 3000 h 123686"/>
                <a:gd name="connsiteX5" fmla="*/ 214659 w 297469"/>
                <a:gd name="connsiteY5" fmla="*/ 9350 h 123686"/>
                <a:gd name="connsiteX6" fmla="*/ 244821 w 297469"/>
                <a:gd name="connsiteY6" fmla="*/ 22049 h 123686"/>
                <a:gd name="connsiteX7" fmla="*/ 286095 w 297469"/>
                <a:gd name="connsiteY7" fmla="*/ 47448 h 123686"/>
                <a:gd name="connsiteX8" fmla="*/ 297208 w 297469"/>
                <a:gd name="connsiteY8" fmla="*/ 71262 h 123686"/>
                <a:gd name="connsiteX9" fmla="*/ 278158 w 297469"/>
                <a:gd name="connsiteY9" fmla="*/ 79204 h 123686"/>
                <a:gd name="connsiteX10" fmla="*/ 233708 w 297469"/>
                <a:gd name="connsiteY10" fmla="*/ 104600 h 123686"/>
                <a:gd name="connsiteX11" fmla="*/ 168620 w 297469"/>
                <a:gd name="connsiteY11" fmla="*/ 123650 h 123686"/>
                <a:gd name="connsiteX12" fmla="*/ 82895 w 297469"/>
                <a:gd name="connsiteY12" fmla="*/ 112538 h 123686"/>
                <a:gd name="connsiteX13" fmla="*/ 24158 w 297469"/>
                <a:gd name="connsiteY13" fmla="*/ 88724 h 123686"/>
                <a:gd name="connsiteX14" fmla="*/ 345 w 297469"/>
                <a:gd name="connsiteY14" fmla="*/ 79200 h 123686"/>
                <a:gd name="connsiteX0" fmla="*/ 345 w 302119"/>
                <a:gd name="connsiteY0" fmla="*/ 79200 h 123686"/>
                <a:gd name="connsiteX1" fmla="*/ 43209 w 302119"/>
                <a:gd name="connsiteY1" fmla="*/ 41099 h 123686"/>
                <a:gd name="connsiteX2" fmla="*/ 79720 w 302119"/>
                <a:gd name="connsiteY2" fmla="*/ 20463 h 123686"/>
                <a:gd name="connsiteX3" fmla="*/ 135282 w 302119"/>
                <a:gd name="connsiteY3" fmla="*/ 1413 h 123686"/>
                <a:gd name="connsiteX4" fmla="*/ 182908 w 302119"/>
                <a:gd name="connsiteY4" fmla="*/ 3000 h 123686"/>
                <a:gd name="connsiteX5" fmla="*/ 214659 w 302119"/>
                <a:gd name="connsiteY5" fmla="*/ 9350 h 123686"/>
                <a:gd name="connsiteX6" fmla="*/ 244821 w 302119"/>
                <a:gd name="connsiteY6" fmla="*/ 22049 h 123686"/>
                <a:gd name="connsiteX7" fmla="*/ 286095 w 302119"/>
                <a:gd name="connsiteY7" fmla="*/ 47448 h 123686"/>
                <a:gd name="connsiteX8" fmla="*/ 301971 w 302119"/>
                <a:gd name="connsiteY8" fmla="*/ 77612 h 123686"/>
                <a:gd name="connsiteX9" fmla="*/ 278158 w 302119"/>
                <a:gd name="connsiteY9" fmla="*/ 79204 h 123686"/>
                <a:gd name="connsiteX10" fmla="*/ 233708 w 302119"/>
                <a:gd name="connsiteY10" fmla="*/ 104600 h 123686"/>
                <a:gd name="connsiteX11" fmla="*/ 168620 w 302119"/>
                <a:gd name="connsiteY11" fmla="*/ 123650 h 123686"/>
                <a:gd name="connsiteX12" fmla="*/ 82895 w 302119"/>
                <a:gd name="connsiteY12" fmla="*/ 112538 h 123686"/>
                <a:gd name="connsiteX13" fmla="*/ 24158 w 302119"/>
                <a:gd name="connsiteY13" fmla="*/ 88724 h 123686"/>
                <a:gd name="connsiteX14" fmla="*/ 345 w 302119"/>
                <a:gd name="connsiteY14" fmla="*/ 79200 h 123686"/>
                <a:gd name="connsiteX0" fmla="*/ 345 w 302119"/>
                <a:gd name="connsiteY0" fmla="*/ 79200 h 123686"/>
                <a:gd name="connsiteX1" fmla="*/ 43209 w 302119"/>
                <a:gd name="connsiteY1" fmla="*/ 41099 h 123686"/>
                <a:gd name="connsiteX2" fmla="*/ 79720 w 302119"/>
                <a:gd name="connsiteY2" fmla="*/ 20463 h 123686"/>
                <a:gd name="connsiteX3" fmla="*/ 135282 w 302119"/>
                <a:gd name="connsiteY3" fmla="*/ 1413 h 123686"/>
                <a:gd name="connsiteX4" fmla="*/ 182908 w 302119"/>
                <a:gd name="connsiteY4" fmla="*/ 3000 h 123686"/>
                <a:gd name="connsiteX5" fmla="*/ 222597 w 302119"/>
                <a:gd name="connsiteY5" fmla="*/ 10937 h 123686"/>
                <a:gd name="connsiteX6" fmla="*/ 244821 w 302119"/>
                <a:gd name="connsiteY6" fmla="*/ 22049 h 123686"/>
                <a:gd name="connsiteX7" fmla="*/ 286095 w 302119"/>
                <a:gd name="connsiteY7" fmla="*/ 47448 h 123686"/>
                <a:gd name="connsiteX8" fmla="*/ 301971 w 302119"/>
                <a:gd name="connsiteY8" fmla="*/ 77612 h 123686"/>
                <a:gd name="connsiteX9" fmla="*/ 278158 w 302119"/>
                <a:gd name="connsiteY9" fmla="*/ 79204 h 123686"/>
                <a:gd name="connsiteX10" fmla="*/ 233708 w 302119"/>
                <a:gd name="connsiteY10" fmla="*/ 104600 h 123686"/>
                <a:gd name="connsiteX11" fmla="*/ 168620 w 302119"/>
                <a:gd name="connsiteY11" fmla="*/ 123650 h 123686"/>
                <a:gd name="connsiteX12" fmla="*/ 82895 w 302119"/>
                <a:gd name="connsiteY12" fmla="*/ 112538 h 123686"/>
                <a:gd name="connsiteX13" fmla="*/ 24158 w 302119"/>
                <a:gd name="connsiteY13" fmla="*/ 88724 h 123686"/>
                <a:gd name="connsiteX14" fmla="*/ 345 w 302119"/>
                <a:gd name="connsiteY14" fmla="*/ 79200 h 123686"/>
                <a:gd name="connsiteX0" fmla="*/ 345 w 302119"/>
                <a:gd name="connsiteY0" fmla="*/ 83370 h 127856"/>
                <a:gd name="connsiteX1" fmla="*/ 43209 w 302119"/>
                <a:gd name="connsiteY1" fmla="*/ 45269 h 127856"/>
                <a:gd name="connsiteX2" fmla="*/ 79720 w 302119"/>
                <a:gd name="connsiteY2" fmla="*/ 24633 h 127856"/>
                <a:gd name="connsiteX3" fmla="*/ 135282 w 302119"/>
                <a:gd name="connsiteY3" fmla="*/ 5583 h 127856"/>
                <a:gd name="connsiteX4" fmla="*/ 178146 w 302119"/>
                <a:gd name="connsiteY4" fmla="*/ 820 h 127856"/>
                <a:gd name="connsiteX5" fmla="*/ 222597 w 302119"/>
                <a:gd name="connsiteY5" fmla="*/ 15107 h 127856"/>
                <a:gd name="connsiteX6" fmla="*/ 244821 w 302119"/>
                <a:gd name="connsiteY6" fmla="*/ 26219 h 127856"/>
                <a:gd name="connsiteX7" fmla="*/ 286095 w 302119"/>
                <a:gd name="connsiteY7" fmla="*/ 51618 h 127856"/>
                <a:gd name="connsiteX8" fmla="*/ 301971 w 302119"/>
                <a:gd name="connsiteY8" fmla="*/ 81782 h 127856"/>
                <a:gd name="connsiteX9" fmla="*/ 278158 w 302119"/>
                <a:gd name="connsiteY9" fmla="*/ 83374 h 127856"/>
                <a:gd name="connsiteX10" fmla="*/ 233708 w 302119"/>
                <a:gd name="connsiteY10" fmla="*/ 108770 h 127856"/>
                <a:gd name="connsiteX11" fmla="*/ 168620 w 302119"/>
                <a:gd name="connsiteY11" fmla="*/ 127820 h 127856"/>
                <a:gd name="connsiteX12" fmla="*/ 82895 w 302119"/>
                <a:gd name="connsiteY12" fmla="*/ 116708 h 127856"/>
                <a:gd name="connsiteX13" fmla="*/ 24158 w 302119"/>
                <a:gd name="connsiteY13" fmla="*/ 92894 h 127856"/>
                <a:gd name="connsiteX14" fmla="*/ 345 w 302119"/>
                <a:gd name="connsiteY14" fmla="*/ 83370 h 127856"/>
                <a:gd name="connsiteX0" fmla="*/ 345 w 302119"/>
                <a:gd name="connsiteY0" fmla="*/ 83370 h 127856"/>
                <a:gd name="connsiteX1" fmla="*/ 43209 w 302119"/>
                <a:gd name="connsiteY1" fmla="*/ 45269 h 127856"/>
                <a:gd name="connsiteX2" fmla="*/ 79720 w 302119"/>
                <a:gd name="connsiteY2" fmla="*/ 24633 h 127856"/>
                <a:gd name="connsiteX3" fmla="*/ 135282 w 302119"/>
                <a:gd name="connsiteY3" fmla="*/ 5583 h 127856"/>
                <a:gd name="connsiteX4" fmla="*/ 178146 w 302119"/>
                <a:gd name="connsiteY4" fmla="*/ 820 h 127856"/>
                <a:gd name="connsiteX5" fmla="*/ 227360 w 302119"/>
                <a:gd name="connsiteY5" fmla="*/ 10344 h 127856"/>
                <a:gd name="connsiteX6" fmla="*/ 244821 w 302119"/>
                <a:gd name="connsiteY6" fmla="*/ 26219 h 127856"/>
                <a:gd name="connsiteX7" fmla="*/ 286095 w 302119"/>
                <a:gd name="connsiteY7" fmla="*/ 51618 h 127856"/>
                <a:gd name="connsiteX8" fmla="*/ 301971 w 302119"/>
                <a:gd name="connsiteY8" fmla="*/ 81782 h 127856"/>
                <a:gd name="connsiteX9" fmla="*/ 278158 w 302119"/>
                <a:gd name="connsiteY9" fmla="*/ 83374 h 127856"/>
                <a:gd name="connsiteX10" fmla="*/ 233708 w 302119"/>
                <a:gd name="connsiteY10" fmla="*/ 108770 h 127856"/>
                <a:gd name="connsiteX11" fmla="*/ 168620 w 302119"/>
                <a:gd name="connsiteY11" fmla="*/ 127820 h 127856"/>
                <a:gd name="connsiteX12" fmla="*/ 82895 w 302119"/>
                <a:gd name="connsiteY12" fmla="*/ 116708 h 127856"/>
                <a:gd name="connsiteX13" fmla="*/ 24158 w 302119"/>
                <a:gd name="connsiteY13" fmla="*/ 92894 h 127856"/>
                <a:gd name="connsiteX14" fmla="*/ 345 w 302119"/>
                <a:gd name="connsiteY14" fmla="*/ 83370 h 127856"/>
                <a:gd name="connsiteX0" fmla="*/ 345 w 302108"/>
                <a:gd name="connsiteY0" fmla="*/ 83370 h 127856"/>
                <a:gd name="connsiteX1" fmla="*/ 43209 w 302108"/>
                <a:gd name="connsiteY1" fmla="*/ 45269 h 127856"/>
                <a:gd name="connsiteX2" fmla="*/ 79720 w 302108"/>
                <a:gd name="connsiteY2" fmla="*/ 24633 h 127856"/>
                <a:gd name="connsiteX3" fmla="*/ 135282 w 302108"/>
                <a:gd name="connsiteY3" fmla="*/ 5583 h 127856"/>
                <a:gd name="connsiteX4" fmla="*/ 178146 w 302108"/>
                <a:gd name="connsiteY4" fmla="*/ 820 h 127856"/>
                <a:gd name="connsiteX5" fmla="*/ 227360 w 302108"/>
                <a:gd name="connsiteY5" fmla="*/ 10344 h 127856"/>
                <a:gd name="connsiteX6" fmla="*/ 249583 w 302108"/>
                <a:gd name="connsiteY6" fmla="*/ 26219 h 127856"/>
                <a:gd name="connsiteX7" fmla="*/ 286095 w 302108"/>
                <a:gd name="connsiteY7" fmla="*/ 51618 h 127856"/>
                <a:gd name="connsiteX8" fmla="*/ 301971 w 302108"/>
                <a:gd name="connsiteY8" fmla="*/ 81782 h 127856"/>
                <a:gd name="connsiteX9" fmla="*/ 278158 w 302108"/>
                <a:gd name="connsiteY9" fmla="*/ 83374 h 127856"/>
                <a:gd name="connsiteX10" fmla="*/ 233708 w 302108"/>
                <a:gd name="connsiteY10" fmla="*/ 108770 h 127856"/>
                <a:gd name="connsiteX11" fmla="*/ 168620 w 302108"/>
                <a:gd name="connsiteY11" fmla="*/ 127820 h 127856"/>
                <a:gd name="connsiteX12" fmla="*/ 82895 w 302108"/>
                <a:gd name="connsiteY12" fmla="*/ 116708 h 127856"/>
                <a:gd name="connsiteX13" fmla="*/ 24158 w 302108"/>
                <a:gd name="connsiteY13" fmla="*/ 92894 h 127856"/>
                <a:gd name="connsiteX14" fmla="*/ 345 w 302108"/>
                <a:gd name="connsiteY14" fmla="*/ 83370 h 127856"/>
                <a:gd name="connsiteX0" fmla="*/ 345 w 300542"/>
                <a:gd name="connsiteY0" fmla="*/ 83370 h 127856"/>
                <a:gd name="connsiteX1" fmla="*/ 43209 w 300542"/>
                <a:gd name="connsiteY1" fmla="*/ 45269 h 127856"/>
                <a:gd name="connsiteX2" fmla="*/ 79720 w 300542"/>
                <a:gd name="connsiteY2" fmla="*/ 24633 h 127856"/>
                <a:gd name="connsiteX3" fmla="*/ 135282 w 300542"/>
                <a:gd name="connsiteY3" fmla="*/ 5583 h 127856"/>
                <a:gd name="connsiteX4" fmla="*/ 178146 w 300542"/>
                <a:gd name="connsiteY4" fmla="*/ 820 h 127856"/>
                <a:gd name="connsiteX5" fmla="*/ 227360 w 300542"/>
                <a:gd name="connsiteY5" fmla="*/ 10344 h 127856"/>
                <a:gd name="connsiteX6" fmla="*/ 249583 w 300542"/>
                <a:gd name="connsiteY6" fmla="*/ 26219 h 127856"/>
                <a:gd name="connsiteX7" fmla="*/ 286095 w 300542"/>
                <a:gd name="connsiteY7" fmla="*/ 51618 h 127856"/>
                <a:gd name="connsiteX8" fmla="*/ 300384 w 300542"/>
                <a:gd name="connsiteY8" fmla="*/ 77020 h 127856"/>
                <a:gd name="connsiteX9" fmla="*/ 278158 w 300542"/>
                <a:gd name="connsiteY9" fmla="*/ 83374 h 127856"/>
                <a:gd name="connsiteX10" fmla="*/ 233708 w 300542"/>
                <a:gd name="connsiteY10" fmla="*/ 108770 h 127856"/>
                <a:gd name="connsiteX11" fmla="*/ 168620 w 300542"/>
                <a:gd name="connsiteY11" fmla="*/ 127820 h 127856"/>
                <a:gd name="connsiteX12" fmla="*/ 82895 w 300542"/>
                <a:gd name="connsiteY12" fmla="*/ 116708 h 127856"/>
                <a:gd name="connsiteX13" fmla="*/ 24158 w 300542"/>
                <a:gd name="connsiteY13" fmla="*/ 92894 h 127856"/>
                <a:gd name="connsiteX14" fmla="*/ 345 w 300542"/>
                <a:gd name="connsiteY14" fmla="*/ 83370 h 127856"/>
                <a:gd name="connsiteX0" fmla="*/ 345 w 300429"/>
                <a:gd name="connsiteY0" fmla="*/ 83370 h 127856"/>
                <a:gd name="connsiteX1" fmla="*/ 43209 w 300429"/>
                <a:gd name="connsiteY1" fmla="*/ 45269 h 127856"/>
                <a:gd name="connsiteX2" fmla="*/ 79720 w 300429"/>
                <a:gd name="connsiteY2" fmla="*/ 24633 h 127856"/>
                <a:gd name="connsiteX3" fmla="*/ 135282 w 300429"/>
                <a:gd name="connsiteY3" fmla="*/ 5583 h 127856"/>
                <a:gd name="connsiteX4" fmla="*/ 178146 w 300429"/>
                <a:gd name="connsiteY4" fmla="*/ 820 h 127856"/>
                <a:gd name="connsiteX5" fmla="*/ 227360 w 300429"/>
                <a:gd name="connsiteY5" fmla="*/ 10344 h 127856"/>
                <a:gd name="connsiteX6" fmla="*/ 249583 w 300429"/>
                <a:gd name="connsiteY6" fmla="*/ 26219 h 127856"/>
                <a:gd name="connsiteX7" fmla="*/ 282920 w 300429"/>
                <a:gd name="connsiteY7" fmla="*/ 46856 h 127856"/>
                <a:gd name="connsiteX8" fmla="*/ 300384 w 300429"/>
                <a:gd name="connsiteY8" fmla="*/ 77020 h 127856"/>
                <a:gd name="connsiteX9" fmla="*/ 278158 w 300429"/>
                <a:gd name="connsiteY9" fmla="*/ 83374 h 127856"/>
                <a:gd name="connsiteX10" fmla="*/ 233708 w 300429"/>
                <a:gd name="connsiteY10" fmla="*/ 108770 h 127856"/>
                <a:gd name="connsiteX11" fmla="*/ 168620 w 300429"/>
                <a:gd name="connsiteY11" fmla="*/ 127820 h 127856"/>
                <a:gd name="connsiteX12" fmla="*/ 82895 w 300429"/>
                <a:gd name="connsiteY12" fmla="*/ 116708 h 127856"/>
                <a:gd name="connsiteX13" fmla="*/ 24158 w 300429"/>
                <a:gd name="connsiteY13" fmla="*/ 92894 h 127856"/>
                <a:gd name="connsiteX14" fmla="*/ 345 w 300429"/>
                <a:gd name="connsiteY14" fmla="*/ 83370 h 127856"/>
                <a:gd name="connsiteX0" fmla="*/ 345 w 300429"/>
                <a:gd name="connsiteY0" fmla="*/ 83370 h 127856"/>
                <a:gd name="connsiteX1" fmla="*/ 43209 w 300429"/>
                <a:gd name="connsiteY1" fmla="*/ 45269 h 127856"/>
                <a:gd name="connsiteX2" fmla="*/ 79720 w 300429"/>
                <a:gd name="connsiteY2" fmla="*/ 24633 h 127856"/>
                <a:gd name="connsiteX3" fmla="*/ 135282 w 300429"/>
                <a:gd name="connsiteY3" fmla="*/ 5583 h 127856"/>
                <a:gd name="connsiteX4" fmla="*/ 178146 w 300429"/>
                <a:gd name="connsiteY4" fmla="*/ 820 h 127856"/>
                <a:gd name="connsiteX5" fmla="*/ 227360 w 300429"/>
                <a:gd name="connsiteY5" fmla="*/ 10344 h 127856"/>
                <a:gd name="connsiteX6" fmla="*/ 249583 w 300429"/>
                <a:gd name="connsiteY6" fmla="*/ 23044 h 127856"/>
                <a:gd name="connsiteX7" fmla="*/ 282920 w 300429"/>
                <a:gd name="connsiteY7" fmla="*/ 46856 h 127856"/>
                <a:gd name="connsiteX8" fmla="*/ 300384 w 300429"/>
                <a:gd name="connsiteY8" fmla="*/ 77020 h 127856"/>
                <a:gd name="connsiteX9" fmla="*/ 278158 w 300429"/>
                <a:gd name="connsiteY9" fmla="*/ 83374 h 127856"/>
                <a:gd name="connsiteX10" fmla="*/ 233708 w 300429"/>
                <a:gd name="connsiteY10" fmla="*/ 108770 h 127856"/>
                <a:gd name="connsiteX11" fmla="*/ 168620 w 300429"/>
                <a:gd name="connsiteY11" fmla="*/ 127820 h 127856"/>
                <a:gd name="connsiteX12" fmla="*/ 82895 w 300429"/>
                <a:gd name="connsiteY12" fmla="*/ 116708 h 127856"/>
                <a:gd name="connsiteX13" fmla="*/ 24158 w 300429"/>
                <a:gd name="connsiteY13" fmla="*/ 92894 h 127856"/>
                <a:gd name="connsiteX14" fmla="*/ 345 w 300429"/>
                <a:gd name="connsiteY14" fmla="*/ 83370 h 127856"/>
                <a:gd name="connsiteX0" fmla="*/ 345 w 300429"/>
                <a:gd name="connsiteY0" fmla="*/ 83250 h 127736"/>
                <a:gd name="connsiteX1" fmla="*/ 43209 w 300429"/>
                <a:gd name="connsiteY1" fmla="*/ 45149 h 127736"/>
                <a:gd name="connsiteX2" fmla="*/ 81307 w 300429"/>
                <a:gd name="connsiteY2" fmla="*/ 18163 h 127736"/>
                <a:gd name="connsiteX3" fmla="*/ 135282 w 300429"/>
                <a:gd name="connsiteY3" fmla="*/ 5463 h 127736"/>
                <a:gd name="connsiteX4" fmla="*/ 178146 w 300429"/>
                <a:gd name="connsiteY4" fmla="*/ 700 h 127736"/>
                <a:gd name="connsiteX5" fmla="*/ 227360 w 300429"/>
                <a:gd name="connsiteY5" fmla="*/ 10224 h 127736"/>
                <a:gd name="connsiteX6" fmla="*/ 249583 w 300429"/>
                <a:gd name="connsiteY6" fmla="*/ 22924 h 127736"/>
                <a:gd name="connsiteX7" fmla="*/ 282920 w 300429"/>
                <a:gd name="connsiteY7" fmla="*/ 46736 h 127736"/>
                <a:gd name="connsiteX8" fmla="*/ 300384 w 300429"/>
                <a:gd name="connsiteY8" fmla="*/ 76900 h 127736"/>
                <a:gd name="connsiteX9" fmla="*/ 278158 w 300429"/>
                <a:gd name="connsiteY9" fmla="*/ 83254 h 127736"/>
                <a:gd name="connsiteX10" fmla="*/ 233708 w 300429"/>
                <a:gd name="connsiteY10" fmla="*/ 108650 h 127736"/>
                <a:gd name="connsiteX11" fmla="*/ 168620 w 300429"/>
                <a:gd name="connsiteY11" fmla="*/ 127700 h 127736"/>
                <a:gd name="connsiteX12" fmla="*/ 82895 w 300429"/>
                <a:gd name="connsiteY12" fmla="*/ 116588 h 127736"/>
                <a:gd name="connsiteX13" fmla="*/ 24158 w 300429"/>
                <a:gd name="connsiteY13" fmla="*/ 92774 h 127736"/>
                <a:gd name="connsiteX14" fmla="*/ 345 w 300429"/>
                <a:gd name="connsiteY14" fmla="*/ 83250 h 127736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509 h 127995"/>
                <a:gd name="connsiteX1" fmla="*/ 43209 w 300429"/>
                <a:gd name="connsiteY1" fmla="*/ 45408 h 127995"/>
                <a:gd name="connsiteX2" fmla="*/ 81307 w 300429"/>
                <a:gd name="connsiteY2" fmla="*/ 18422 h 127995"/>
                <a:gd name="connsiteX3" fmla="*/ 135282 w 300429"/>
                <a:gd name="connsiteY3" fmla="*/ 2547 h 127995"/>
                <a:gd name="connsiteX4" fmla="*/ 178146 w 300429"/>
                <a:gd name="connsiteY4" fmla="*/ 959 h 127995"/>
                <a:gd name="connsiteX5" fmla="*/ 227360 w 300429"/>
                <a:gd name="connsiteY5" fmla="*/ 10483 h 127995"/>
                <a:gd name="connsiteX6" fmla="*/ 249583 w 300429"/>
                <a:gd name="connsiteY6" fmla="*/ 23183 h 127995"/>
                <a:gd name="connsiteX7" fmla="*/ 282920 w 300429"/>
                <a:gd name="connsiteY7" fmla="*/ 46995 h 127995"/>
                <a:gd name="connsiteX8" fmla="*/ 300384 w 300429"/>
                <a:gd name="connsiteY8" fmla="*/ 77159 h 127995"/>
                <a:gd name="connsiteX9" fmla="*/ 278158 w 300429"/>
                <a:gd name="connsiteY9" fmla="*/ 83513 h 127995"/>
                <a:gd name="connsiteX10" fmla="*/ 233708 w 300429"/>
                <a:gd name="connsiteY10" fmla="*/ 108909 h 127995"/>
                <a:gd name="connsiteX11" fmla="*/ 168620 w 300429"/>
                <a:gd name="connsiteY11" fmla="*/ 127959 h 127995"/>
                <a:gd name="connsiteX12" fmla="*/ 82895 w 300429"/>
                <a:gd name="connsiteY12" fmla="*/ 116847 h 127995"/>
                <a:gd name="connsiteX13" fmla="*/ 24158 w 300429"/>
                <a:gd name="connsiteY13" fmla="*/ 93033 h 127995"/>
                <a:gd name="connsiteX14" fmla="*/ 345 w 300429"/>
                <a:gd name="connsiteY14" fmla="*/ 83509 h 127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0429" h="127995">
                  <a:moveTo>
                    <a:pt x="345" y="83509"/>
                  </a:moveTo>
                  <a:cubicBezTo>
                    <a:pt x="3520" y="75572"/>
                    <a:pt x="29715" y="56256"/>
                    <a:pt x="43209" y="45408"/>
                  </a:cubicBezTo>
                  <a:cubicBezTo>
                    <a:pt x="56703" y="34560"/>
                    <a:pt x="42942" y="41440"/>
                    <a:pt x="81307" y="18422"/>
                  </a:cubicBezTo>
                  <a:cubicBezTo>
                    <a:pt x="124434" y="-3009"/>
                    <a:pt x="122317" y="3869"/>
                    <a:pt x="135282" y="2547"/>
                  </a:cubicBezTo>
                  <a:cubicBezTo>
                    <a:pt x="148247" y="1225"/>
                    <a:pt x="126024" y="-1423"/>
                    <a:pt x="178146" y="959"/>
                  </a:cubicBezTo>
                  <a:cubicBezTo>
                    <a:pt x="193756" y="1753"/>
                    <a:pt x="215454" y="6779"/>
                    <a:pt x="227360" y="10483"/>
                  </a:cubicBezTo>
                  <a:cubicBezTo>
                    <a:pt x="239266" y="14187"/>
                    <a:pt x="240323" y="17098"/>
                    <a:pt x="249583" y="23183"/>
                  </a:cubicBezTo>
                  <a:cubicBezTo>
                    <a:pt x="258843" y="29268"/>
                    <a:pt x="274453" y="37999"/>
                    <a:pt x="282920" y="46995"/>
                  </a:cubicBezTo>
                  <a:cubicBezTo>
                    <a:pt x="291387" y="55991"/>
                    <a:pt x="301178" y="71073"/>
                    <a:pt x="300384" y="77159"/>
                  </a:cubicBezTo>
                  <a:cubicBezTo>
                    <a:pt x="299590" y="83245"/>
                    <a:pt x="288741" y="77957"/>
                    <a:pt x="278158" y="83513"/>
                  </a:cubicBezTo>
                  <a:cubicBezTo>
                    <a:pt x="267575" y="89069"/>
                    <a:pt x="251964" y="101501"/>
                    <a:pt x="233708" y="108909"/>
                  </a:cubicBezTo>
                  <a:cubicBezTo>
                    <a:pt x="215452" y="116317"/>
                    <a:pt x="198518" y="128753"/>
                    <a:pt x="168620" y="127959"/>
                  </a:cubicBezTo>
                  <a:cubicBezTo>
                    <a:pt x="138722" y="127165"/>
                    <a:pt x="106972" y="122668"/>
                    <a:pt x="82895" y="116847"/>
                  </a:cubicBezTo>
                  <a:cubicBezTo>
                    <a:pt x="58818" y="111026"/>
                    <a:pt x="31566" y="97266"/>
                    <a:pt x="24158" y="93033"/>
                  </a:cubicBezTo>
                  <a:cubicBezTo>
                    <a:pt x="16750" y="88800"/>
                    <a:pt x="-2830" y="91447"/>
                    <a:pt x="345" y="83509"/>
                  </a:cubicBez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D286890E-350D-4528-AF32-A8ADAB39F6E8}"/>
                </a:ext>
              </a:extLst>
            </p:cNvPr>
            <p:cNvSpPr/>
            <p:nvPr/>
          </p:nvSpPr>
          <p:spPr>
            <a:xfrm rot="227284">
              <a:off x="2177061" y="2876778"/>
              <a:ext cx="272201" cy="244928"/>
            </a:xfrm>
            <a:custGeom>
              <a:avLst/>
              <a:gdLst>
                <a:gd name="connsiteX0" fmla="*/ 13527 w 147543"/>
                <a:gd name="connsiteY0" fmla="*/ 8840 h 124154"/>
                <a:gd name="connsiteX1" fmla="*/ 827 w 147543"/>
                <a:gd name="connsiteY1" fmla="*/ 58053 h 124154"/>
                <a:gd name="connsiteX2" fmla="*/ 19877 w 147543"/>
                <a:gd name="connsiteY2" fmla="*/ 118378 h 124154"/>
                <a:gd name="connsiteX3" fmla="*/ 78615 w 147543"/>
                <a:gd name="connsiteY3" fmla="*/ 121553 h 124154"/>
                <a:gd name="connsiteX4" fmla="*/ 126240 w 147543"/>
                <a:gd name="connsiteY4" fmla="*/ 116790 h 124154"/>
                <a:gd name="connsiteX5" fmla="*/ 143702 w 147543"/>
                <a:gd name="connsiteY5" fmla="*/ 91390 h 124154"/>
                <a:gd name="connsiteX6" fmla="*/ 146877 w 147543"/>
                <a:gd name="connsiteY6" fmla="*/ 37415 h 124154"/>
                <a:gd name="connsiteX7" fmla="*/ 134177 w 147543"/>
                <a:gd name="connsiteY7" fmla="*/ 8840 h 124154"/>
                <a:gd name="connsiteX8" fmla="*/ 99252 w 147543"/>
                <a:gd name="connsiteY8" fmla="*/ 903 h 124154"/>
                <a:gd name="connsiteX9" fmla="*/ 13527 w 147543"/>
                <a:gd name="connsiteY9" fmla="*/ 8840 h 124154"/>
                <a:gd name="connsiteX0" fmla="*/ 13527 w 147543"/>
                <a:gd name="connsiteY0" fmla="*/ 8840 h 137082"/>
                <a:gd name="connsiteX1" fmla="*/ 827 w 147543"/>
                <a:gd name="connsiteY1" fmla="*/ 58053 h 137082"/>
                <a:gd name="connsiteX2" fmla="*/ 19877 w 147543"/>
                <a:gd name="connsiteY2" fmla="*/ 118378 h 137082"/>
                <a:gd name="connsiteX3" fmla="*/ 84762 w 147543"/>
                <a:gd name="connsiteY3" fmla="*/ 137074 h 137082"/>
                <a:gd name="connsiteX4" fmla="*/ 126240 w 147543"/>
                <a:gd name="connsiteY4" fmla="*/ 116790 h 137082"/>
                <a:gd name="connsiteX5" fmla="*/ 143702 w 147543"/>
                <a:gd name="connsiteY5" fmla="*/ 91390 h 137082"/>
                <a:gd name="connsiteX6" fmla="*/ 146877 w 147543"/>
                <a:gd name="connsiteY6" fmla="*/ 37415 h 137082"/>
                <a:gd name="connsiteX7" fmla="*/ 134177 w 147543"/>
                <a:gd name="connsiteY7" fmla="*/ 8840 h 137082"/>
                <a:gd name="connsiteX8" fmla="*/ 99252 w 147543"/>
                <a:gd name="connsiteY8" fmla="*/ 903 h 137082"/>
                <a:gd name="connsiteX9" fmla="*/ 13527 w 147543"/>
                <a:gd name="connsiteY9" fmla="*/ 8840 h 137082"/>
                <a:gd name="connsiteX0" fmla="*/ 13527 w 147543"/>
                <a:gd name="connsiteY0" fmla="*/ 4221 h 141776"/>
                <a:gd name="connsiteX1" fmla="*/ 827 w 147543"/>
                <a:gd name="connsiteY1" fmla="*/ 62747 h 141776"/>
                <a:gd name="connsiteX2" fmla="*/ 19877 w 147543"/>
                <a:gd name="connsiteY2" fmla="*/ 123072 h 141776"/>
                <a:gd name="connsiteX3" fmla="*/ 84762 w 147543"/>
                <a:gd name="connsiteY3" fmla="*/ 141768 h 141776"/>
                <a:gd name="connsiteX4" fmla="*/ 126240 w 147543"/>
                <a:gd name="connsiteY4" fmla="*/ 121484 h 141776"/>
                <a:gd name="connsiteX5" fmla="*/ 143702 w 147543"/>
                <a:gd name="connsiteY5" fmla="*/ 96084 h 141776"/>
                <a:gd name="connsiteX6" fmla="*/ 146877 w 147543"/>
                <a:gd name="connsiteY6" fmla="*/ 42109 h 141776"/>
                <a:gd name="connsiteX7" fmla="*/ 134177 w 147543"/>
                <a:gd name="connsiteY7" fmla="*/ 13534 h 141776"/>
                <a:gd name="connsiteX8" fmla="*/ 99252 w 147543"/>
                <a:gd name="connsiteY8" fmla="*/ 5597 h 141776"/>
                <a:gd name="connsiteX9" fmla="*/ 13527 w 147543"/>
                <a:gd name="connsiteY9" fmla="*/ 4221 h 141776"/>
                <a:gd name="connsiteX0" fmla="*/ 21951 w 146745"/>
                <a:gd name="connsiteY0" fmla="*/ 11110 h 136249"/>
                <a:gd name="connsiteX1" fmla="*/ 29 w 146745"/>
                <a:gd name="connsiteY1" fmla="*/ 57220 h 136249"/>
                <a:gd name="connsiteX2" fmla="*/ 19079 w 146745"/>
                <a:gd name="connsiteY2" fmla="*/ 117545 h 136249"/>
                <a:gd name="connsiteX3" fmla="*/ 83964 w 146745"/>
                <a:gd name="connsiteY3" fmla="*/ 136241 h 136249"/>
                <a:gd name="connsiteX4" fmla="*/ 125442 w 146745"/>
                <a:gd name="connsiteY4" fmla="*/ 115957 h 136249"/>
                <a:gd name="connsiteX5" fmla="*/ 142904 w 146745"/>
                <a:gd name="connsiteY5" fmla="*/ 90557 h 136249"/>
                <a:gd name="connsiteX6" fmla="*/ 146079 w 146745"/>
                <a:gd name="connsiteY6" fmla="*/ 36582 h 136249"/>
                <a:gd name="connsiteX7" fmla="*/ 133379 w 146745"/>
                <a:gd name="connsiteY7" fmla="*/ 8007 h 136249"/>
                <a:gd name="connsiteX8" fmla="*/ 98454 w 146745"/>
                <a:gd name="connsiteY8" fmla="*/ 70 h 136249"/>
                <a:gd name="connsiteX9" fmla="*/ 21951 w 146745"/>
                <a:gd name="connsiteY9" fmla="*/ 11110 h 136249"/>
                <a:gd name="connsiteX0" fmla="*/ 18850 w 146718"/>
                <a:gd name="connsiteY0" fmla="*/ 5021 h 139471"/>
                <a:gd name="connsiteX1" fmla="*/ 2 w 146718"/>
                <a:gd name="connsiteY1" fmla="*/ 60442 h 139471"/>
                <a:gd name="connsiteX2" fmla="*/ 19052 w 146718"/>
                <a:gd name="connsiteY2" fmla="*/ 120767 h 139471"/>
                <a:gd name="connsiteX3" fmla="*/ 83937 w 146718"/>
                <a:gd name="connsiteY3" fmla="*/ 139463 h 139471"/>
                <a:gd name="connsiteX4" fmla="*/ 125415 w 146718"/>
                <a:gd name="connsiteY4" fmla="*/ 119179 h 139471"/>
                <a:gd name="connsiteX5" fmla="*/ 142877 w 146718"/>
                <a:gd name="connsiteY5" fmla="*/ 93779 h 139471"/>
                <a:gd name="connsiteX6" fmla="*/ 146052 w 146718"/>
                <a:gd name="connsiteY6" fmla="*/ 39804 h 139471"/>
                <a:gd name="connsiteX7" fmla="*/ 133352 w 146718"/>
                <a:gd name="connsiteY7" fmla="*/ 11229 h 139471"/>
                <a:gd name="connsiteX8" fmla="*/ 98427 w 146718"/>
                <a:gd name="connsiteY8" fmla="*/ 3292 h 139471"/>
                <a:gd name="connsiteX9" fmla="*/ 18850 w 146718"/>
                <a:gd name="connsiteY9" fmla="*/ 5021 h 139471"/>
                <a:gd name="connsiteX0" fmla="*/ 18848 w 146493"/>
                <a:gd name="connsiteY0" fmla="*/ 4734 h 139184"/>
                <a:gd name="connsiteX1" fmla="*/ 0 w 146493"/>
                <a:gd name="connsiteY1" fmla="*/ 60155 h 139184"/>
                <a:gd name="connsiteX2" fmla="*/ 19050 w 146493"/>
                <a:gd name="connsiteY2" fmla="*/ 120480 h 139184"/>
                <a:gd name="connsiteX3" fmla="*/ 83935 w 146493"/>
                <a:gd name="connsiteY3" fmla="*/ 139176 h 139184"/>
                <a:gd name="connsiteX4" fmla="*/ 125413 w 146493"/>
                <a:gd name="connsiteY4" fmla="*/ 118892 h 139184"/>
                <a:gd name="connsiteX5" fmla="*/ 142875 w 146493"/>
                <a:gd name="connsiteY5" fmla="*/ 93492 h 139184"/>
                <a:gd name="connsiteX6" fmla="*/ 146050 w 146493"/>
                <a:gd name="connsiteY6" fmla="*/ 39517 h 139184"/>
                <a:gd name="connsiteX7" fmla="*/ 136423 w 146493"/>
                <a:gd name="connsiteY7" fmla="*/ 4734 h 139184"/>
                <a:gd name="connsiteX8" fmla="*/ 98425 w 146493"/>
                <a:gd name="connsiteY8" fmla="*/ 3005 h 139184"/>
                <a:gd name="connsiteX9" fmla="*/ 18848 w 146493"/>
                <a:gd name="connsiteY9" fmla="*/ 4734 h 139184"/>
                <a:gd name="connsiteX0" fmla="*/ 18848 w 146493"/>
                <a:gd name="connsiteY0" fmla="*/ 4734 h 139786"/>
                <a:gd name="connsiteX1" fmla="*/ 0 w 146493"/>
                <a:gd name="connsiteY1" fmla="*/ 60155 h 139786"/>
                <a:gd name="connsiteX2" fmla="*/ 19050 w 146493"/>
                <a:gd name="connsiteY2" fmla="*/ 120480 h 139786"/>
                <a:gd name="connsiteX3" fmla="*/ 83935 w 146493"/>
                <a:gd name="connsiteY3" fmla="*/ 139176 h 139786"/>
                <a:gd name="connsiteX4" fmla="*/ 125413 w 146493"/>
                <a:gd name="connsiteY4" fmla="*/ 131307 h 139786"/>
                <a:gd name="connsiteX5" fmla="*/ 142875 w 146493"/>
                <a:gd name="connsiteY5" fmla="*/ 93492 h 139786"/>
                <a:gd name="connsiteX6" fmla="*/ 146050 w 146493"/>
                <a:gd name="connsiteY6" fmla="*/ 39517 h 139786"/>
                <a:gd name="connsiteX7" fmla="*/ 136423 w 146493"/>
                <a:gd name="connsiteY7" fmla="*/ 4734 h 139786"/>
                <a:gd name="connsiteX8" fmla="*/ 98425 w 146493"/>
                <a:gd name="connsiteY8" fmla="*/ 3005 h 139786"/>
                <a:gd name="connsiteX9" fmla="*/ 18848 w 146493"/>
                <a:gd name="connsiteY9" fmla="*/ 4734 h 139786"/>
                <a:gd name="connsiteX0" fmla="*/ 21485 w 149130"/>
                <a:gd name="connsiteY0" fmla="*/ 4734 h 139569"/>
                <a:gd name="connsiteX1" fmla="*/ 2637 w 149130"/>
                <a:gd name="connsiteY1" fmla="*/ 60155 h 139569"/>
                <a:gd name="connsiteX2" fmla="*/ 9393 w 149130"/>
                <a:gd name="connsiteY2" fmla="*/ 129793 h 139569"/>
                <a:gd name="connsiteX3" fmla="*/ 86572 w 149130"/>
                <a:gd name="connsiteY3" fmla="*/ 139176 h 139569"/>
                <a:gd name="connsiteX4" fmla="*/ 128050 w 149130"/>
                <a:gd name="connsiteY4" fmla="*/ 131307 h 139569"/>
                <a:gd name="connsiteX5" fmla="*/ 145512 w 149130"/>
                <a:gd name="connsiteY5" fmla="*/ 93492 h 139569"/>
                <a:gd name="connsiteX6" fmla="*/ 148687 w 149130"/>
                <a:gd name="connsiteY6" fmla="*/ 39517 h 139569"/>
                <a:gd name="connsiteX7" fmla="*/ 139060 w 149130"/>
                <a:gd name="connsiteY7" fmla="*/ 4734 h 139569"/>
                <a:gd name="connsiteX8" fmla="*/ 101062 w 149130"/>
                <a:gd name="connsiteY8" fmla="*/ 3005 h 139569"/>
                <a:gd name="connsiteX9" fmla="*/ 21485 w 149130"/>
                <a:gd name="connsiteY9" fmla="*/ 4734 h 139569"/>
                <a:gd name="connsiteX0" fmla="*/ 25946 w 153591"/>
                <a:gd name="connsiteY0" fmla="*/ 4734 h 139569"/>
                <a:gd name="connsiteX1" fmla="*/ 951 w 153591"/>
                <a:gd name="connsiteY1" fmla="*/ 60155 h 139569"/>
                <a:gd name="connsiteX2" fmla="*/ 13854 w 153591"/>
                <a:gd name="connsiteY2" fmla="*/ 129793 h 139569"/>
                <a:gd name="connsiteX3" fmla="*/ 91033 w 153591"/>
                <a:gd name="connsiteY3" fmla="*/ 139176 h 139569"/>
                <a:gd name="connsiteX4" fmla="*/ 132511 w 153591"/>
                <a:gd name="connsiteY4" fmla="*/ 131307 h 139569"/>
                <a:gd name="connsiteX5" fmla="*/ 149973 w 153591"/>
                <a:gd name="connsiteY5" fmla="*/ 93492 h 139569"/>
                <a:gd name="connsiteX6" fmla="*/ 153148 w 153591"/>
                <a:gd name="connsiteY6" fmla="*/ 39517 h 139569"/>
                <a:gd name="connsiteX7" fmla="*/ 143521 w 153591"/>
                <a:gd name="connsiteY7" fmla="*/ 4734 h 139569"/>
                <a:gd name="connsiteX8" fmla="*/ 105523 w 153591"/>
                <a:gd name="connsiteY8" fmla="*/ 3005 h 139569"/>
                <a:gd name="connsiteX9" fmla="*/ 25946 w 153591"/>
                <a:gd name="connsiteY9" fmla="*/ 4734 h 139569"/>
                <a:gd name="connsiteX0" fmla="*/ 25948 w 156424"/>
                <a:gd name="connsiteY0" fmla="*/ 4734 h 139569"/>
                <a:gd name="connsiteX1" fmla="*/ 953 w 156424"/>
                <a:gd name="connsiteY1" fmla="*/ 60155 h 139569"/>
                <a:gd name="connsiteX2" fmla="*/ 13856 w 156424"/>
                <a:gd name="connsiteY2" fmla="*/ 129793 h 139569"/>
                <a:gd name="connsiteX3" fmla="*/ 91035 w 156424"/>
                <a:gd name="connsiteY3" fmla="*/ 139176 h 139569"/>
                <a:gd name="connsiteX4" fmla="*/ 132513 w 156424"/>
                <a:gd name="connsiteY4" fmla="*/ 131307 h 139569"/>
                <a:gd name="connsiteX5" fmla="*/ 149975 w 156424"/>
                <a:gd name="connsiteY5" fmla="*/ 93492 h 139569"/>
                <a:gd name="connsiteX6" fmla="*/ 156222 w 156424"/>
                <a:gd name="connsiteY6" fmla="*/ 58139 h 139569"/>
                <a:gd name="connsiteX7" fmla="*/ 143523 w 156424"/>
                <a:gd name="connsiteY7" fmla="*/ 4734 h 139569"/>
                <a:gd name="connsiteX8" fmla="*/ 105525 w 156424"/>
                <a:gd name="connsiteY8" fmla="*/ 3005 h 139569"/>
                <a:gd name="connsiteX9" fmla="*/ 25948 w 156424"/>
                <a:gd name="connsiteY9" fmla="*/ 4734 h 139569"/>
                <a:gd name="connsiteX0" fmla="*/ 26319 w 156795"/>
                <a:gd name="connsiteY0" fmla="*/ 4734 h 139491"/>
                <a:gd name="connsiteX1" fmla="*/ 1324 w 156795"/>
                <a:gd name="connsiteY1" fmla="*/ 60155 h 139491"/>
                <a:gd name="connsiteX2" fmla="*/ 12923 w 156795"/>
                <a:gd name="connsiteY2" fmla="*/ 125021 h 139491"/>
                <a:gd name="connsiteX3" fmla="*/ 91406 w 156795"/>
                <a:gd name="connsiteY3" fmla="*/ 139176 h 139491"/>
                <a:gd name="connsiteX4" fmla="*/ 132884 w 156795"/>
                <a:gd name="connsiteY4" fmla="*/ 131307 h 139491"/>
                <a:gd name="connsiteX5" fmla="*/ 150346 w 156795"/>
                <a:gd name="connsiteY5" fmla="*/ 93492 h 139491"/>
                <a:gd name="connsiteX6" fmla="*/ 156593 w 156795"/>
                <a:gd name="connsiteY6" fmla="*/ 58139 h 139491"/>
                <a:gd name="connsiteX7" fmla="*/ 143894 w 156795"/>
                <a:gd name="connsiteY7" fmla="*/ 4734 h 139491"/>
                <a:gd name="connsiteX8" fmla="*/ 105896 w 156795"/>
                <a:gd name="connsiteY8" fmla="*/ 3005 h 139491"/>
                <a:gd name="connsiteX9" fmla="*/ 26319 w 156795"/>
                <a:gd name="connsiteY9" fmla="*/ 4734 h 139491"/>
                <a:gd name="connsiteX0" fmla="*/ 25999 w 156475"/>
                <a:gd name="connsiteY0" fmla="*/ 4734 h 139491"/>
                <a:gd name="connsiteX1" fmla="*/ 1004 w 156475"/>
                <a:gd name="connsiteY1" fmla="*/ 60155 h 139491"/>
                <a:gd name="connsiteX2" fmla="*/ 12603 w 156475"/>
                <a:gd name="connsiteY2" fmla="*/ 125021 h 139491"/>
                <a:gd name="connsiteX3" fmla="*/ 80658 w 156475"/>
                <a:gd name="connsiteY3" fmla="*/ 139176 h 139491"/>
                <a:gd name="connsiteX4" fmla="*/ 132564 w 156475"/>
                <a:gd name="connsiteY4" fmla="*/ 131307 h 139491"/>
                <a:gd name="connsiteX5" fmla="*/ 150026 w 156475"/>
                <a:gd name="connsiteY5" fmla="*/ 93492 h 139491"/>
                <a:gd name="connsiteX6" fmla="*/ 156273 w 156475"/>
                <a:gd name="connsiteY6" fmla="*/ 58139 h 139491"/>
                <a:gd name="connsiteX7" fmla="*/ 143574 w 156475"/>
                <a:gd name="connsiteY7" fmla="*/ 4734 h 139491"/>
                <a:gd name="connsiteX8" fmla="*/ 105576 w 156475"/>
                <a:gd name="connsiteY8" fmla="*/ 3005 h 139491"/>
                <a:gd name="connsiteX9" fmla="*/ 25999 w 156475"/>
                <a:gd name="connsiteY9" fmla="*/ 4734 h 139491"/>
                <a:gd name="connsiteX0" fmla="*/ 25999 w 156466"/>
                <a:gd name="connsiteY0" fmla="*/ 4734 h 139208"/>
                <a:gd name="connsiteX1" fmla="*/ 1004 w 156466"/>
                <a:gd name="connsiteY1" fmla="*/ 60155 h 139208"/>
                <a:gd name="connsiteX2" fmla="*/ 12603 w 156466"/>
                <a:gd name="connsiteY2" fmla="*/ 125021 h 139208"/>
                <a:gd name="connsiteX3" fmla="*/ 80658 w 156466"/>
                <a:gd name="connsiteY3" fmla="*/ 139176 h 139208"/>
                <a:gd name="connsiteX4" fmla="*/ 133867 w 156466"/>
                <a:gd name="connsiteY4" fmla="*/ 127728 h 139208"/>
                <a:gd name="connsiteX5" fmla="*/ 150026 w 156466"/>
                <a:gd name="connsiteY5" fmla="*/ 93492 h 139208"/>
                <a:gd name="connsiteX6" fmla="*/ 156273 w 156466"/>
                <a:gd name="connsiteY6" fmla="*/ 58139 h 139208"/>
                <a:gd name="connsiteX7" fmla="*/ 143574 w 156466"/>
                <a:gd name="connsiteY7" fmla="*/ 4734 h 139208"/>
                <a:gd name="connsiteX8" fmla="*/ 105576 w 156466"/>
                <a:gd name="connsiteY8" fmla="*/ 3005 h 139208"/>
                <a:gd name="connsiteX9" fmla="*/ 25999 w 156466"/>
                <a:gd name="connsiteY9" fmla="*/ 4734 h 139208"/>
                <a:gd name="connsiteX0" fmla="*/ 25999 w 156466"/>
                <a:gd name="connsiteY0" fmla="*/ 10093 h 144567"/>
                <a:gd name="connsiteX1" fmla="*/ 1004 w 156466"/>
                <a:gd name="connsiteY1" fmla="*/ 65514 h 144567"/>
                <a:gd name="connsiteX2" fmla="*/ 12603 w 156466"/>
                <a:gd name="connsiteY2" fmla="*/ 130380 h 144567"/>
                <a:gd name="connsiteX3" fmla="*/ 80658 w 156466"/>
                <a:gd name="connsiteY3" fmla="*/ 144535 h 144567"/>
                <a:gd name="connsiteX4" fmla="*/ 133867 w 156466"/>
                <a:gd name="connsiteY4" fmla="*/ 133087 h 144567"/>
                <a:gd name="connsiteX5" fmla="*/ 150026 w 156466"/>
                <a:gd name="connsiteY5" fmla="*/ 98851 h 144567"/>
                <a:gd name="connsiteX6" fmla="*/ 156273 w 156466"/>
                <a:gd name="connsiteY6" fmla="*/ 63498 h 144567"/>
                <a:gd name="connsiteX7" fmla="*/ 143574 w 156466"/>
                <a:gd name="connsiteY7" fmla="*/ 10093 h 144567"/>
                <a:gd name="connsiteX8" fmla="*/ 89934 w 156466"/>
                <a:gd name="connsiteY8" fmla="*/ 14 h 144567"/>
                <a:gd name="connsiteX9" fmla="*/ 25999 w 156466"/>
                <a:gd name="connsiteY9" fmla="*/ 10093 h 144567"/>
                <a:gd name="connsiteX0" fmla="*/ 25999 w 156530"/>
                <a:gd name="connsiteY0" fmla="*/ 10232 h 144706"/>
                <a:gd name="connsiteX1" fmla="*/ 1004 w 156530"/>
                <a:gd name="connsiteY1" fmla="*/ 65653 h 144706"/>
                <a:gd name="connsiteX2" fmla="*/ 12603 w 156530"/>
                <a:gd name="connsiteY2" fmla="*/ 130519 h 144706"/>
                <a:gd name="connsiteX3" fmla="*/ 80658 w 156530"/>
                <a:gd name="connsiteY3" fmla="*/ 144674 h 144706"/>
                <a:gd name="connsiteX4" fmla="*/ 133867 w 156530"/>
                <a:gd name="connsiteY4" fmla="*/ 133226 h 144706"/>
                <a:gd name="connsiteX5" fmla="*/ 150026 w 156530"/>
                <a:gd name="connsiteY5" fmla="*/ 98990 h 144706"/>
                <a:gd name="connsiteX6" fmla="*/ 156273 w 156530"/>
                <a:gd name="connsiteY6" fmla="*/ 63637 h 144706"/>
                <a:gd name="connsiteX7" fmla="*/ 142270 w 156530"/>
                <a:gd name="connsiteY7" fmla="*/ 12618 h 144706"/>
                <a:gd name="connsiteX8" fmla="*/ 89934 w 156530"/>
                <a:gd name="connsiteY8" fmla="*/ 153 h 144706"/>
                <a:gd name="connsiteX9" fmla="*/ 25999 w 156530"/>
                <a:gd name="connsiteY9" fmla="*/ 10232 h 144706"/>
                <a:gd name="connsiteX0" fmla="*/ 25999 w 156530"/>
                <a:gd name="connsiteY0" fmla="*/ 10232 h 144706"/>
                <a:gd name="connsiteX1" fmla="*/ 1004 w 156530"/>
                <a:gd name="connsiteY1" fmla="*/ 65653 h 144706"/>
                <a:gd name="connsiteX2" fmla="*/ 12603 w 156530"/>
                <a:gd name="connsiteY2" fmla="*/ 130519 h 144706"/>
                <a:gd name="connsiteX3" fmla="*/ 80658 w 156530"/>
                <a:gd name="connsiteY3" fmla="*/ 144674 h 144706"/>
                <a:gd name="connsiteX4" fmla="*/ 133867 w 156530"/>
                <a:gd name="connsiteY4" fmla="*/ 133226 h 144706"/>
                <a:gd name="connsiteX5" fmla="*/ 150026 w 156530"/>
                <a:gd name="connsiteY5" fmla="*/ 98990 h 144706"/>
                <a:gd name="connsiteX6" fmla="*/ 156273 w 156530"/>
                <a:gd name="connsiteY6" fmla="*/ 63637 h 144706"/>
                <a:gd name="connsiteX7" fmla="*/ 142270 w 156530"/>
                <a:gd name="connsiteY7" fmla="*/ 12618 h 144706"/>
                <a:gd name="connsiteX8" fmla="*/ 89934 w 156530"/>
                <a:gd name="connsiteY8" fmla="*/ 153 h 144706"/>
                <a:gd name="connsiteX9" fmla="*/ 25999 w 156530"/>
                <a:gd name="connsiteY9" fmla="*/ 10232 h 144706"/>
                <a:gd name="connsiteX0" fmla="*/ 25999 w 156961"/>
                <a:gd name="connsiteY0" fmla="*/ 10232 h 144702"/>
                <a:gd name="connsiteX1" fmla="*/ 1004 w 156961"/>
                <a:gd name="connsiteY1" fmla="*/ 65653 h 144702"/>
                <a:gd name="connsiteX2" fmla="*/ 12603 w 156961"/>
                <a:gd name="connsiteY2" fmla="*/ 130519 h 144702"/>
                <a:gd name="connsiteX3" fmla="*/ 80658 w 156961"/>
                <a:gd name="connsiteY3" fmla="*/ 144674 h 144702"/>
                <a:gd name="connsiteX4" fmla="*/ 133867 w 156961"/>
                <a:gd name="connsiteY4" fmla="*/ 133226 h 144702"/>
                <a:gd name="connsiteX5" fmla="*/ 152633 w 156961"/>
                <a:gd name="connsiteY5" fmla="*/ 102569 h 144702"/>
                <a:gd name="connsiteX6" fmla="*/ 156273 w 156961"/>
                <a:gd name="connsiteY6" fmla="*/ 63637 h 144702"/>
                <a:gd name="connsiteX7" fmla="*/ 142270 w 156961"/>
                <a:gd name="connsiteY7" fmla="*/ 12618 h 144702"/>
                <a:gd name="connsiteX8" fmla="*/ 89934 w 156961"/>
                <a:gd name="connsiteY8" fmla="*/ 153 h 144702"/>
                <a:gd name="connsiteX9" fmla="*/ 25999 w 156961"/>
                <a:gd name="connsiteY9" fmla="*/ 10232 h 144702"/>
                <a:gd name="connsiteX0" fmla="*/ 25999 w 157373"/>
                <a:gd name="connsiteY0" fmla="*/ 10232 h 144706"/>
                <a:gd name="connsiteX1" fmla="*/ 1004 w 157373"/>
                <a:gd name="connsiteY1" fmla="*/ 65653 h 144706"/>
                <a:gd name="connsiteX2" fmla="*/ 12603 w 157373"/>
                <a:gd name="connsiteY2" fmla="*/ 130519 h 144706"/>
                <a:gd name="connsiteX3" fmla="*/ 80658 w 157373"/>
                <a:gd name="connsiteY3" fmla="*/ 144674 h 144706"/>
                <a:gd name="connsiteX4" fmla="*/ 133867 w 157373"/>
                <a:gd name="connsiteY4" fmla="*/ 133226 h 144706"/>
                <a:gd name="connsiteX5" fmla="*/ 153937 w 157373"/>
                <a:gd name="connsiteY5" fmla="*/ 98990 h 144706"/>
                <a:gd name="connsiteX6" fmla="*/ 156273 w 157373"/>
                <a:gd name="connsiteY6" fmla="*/ 63637 h 144706"/>
                <a:gd name="connsiteX7" fmla="*/ 142270 w 157373"/>
                <a:gd name="connsiteY7" fmla="*/ 12618 h 144706"/>
                <a:gd name="connsiteX8" fmla="*/ 89934 w 157373"/>
                <a:gd name="connsiteY8" fmla="*/ 153 h 144706"/>
                <a:gd name="connsiteX9" fmla="*/ 25999 w 157373"/>
                <a:gd name="connsiteY9" fmla="*/ 10232 h 144706"/>
                <a:gd name="connsiteX0" fmla="*/ 25999 w 157688"/>
                <a:gd name="connsiteY0" fmla="*/ 10232 h 144706"/>
                <a:gd name="connsiteX1" fmla="*/ 1004 w 157688"/>
                <a:gd name="connsiteY1" fmla="*/ 65653 h 144706"/>
                <a:gd name="connsiteX2" fmla="*/ 12603 w 157688"/>
                <a:gd name="connsiteY2" fmla="*/ 130519 h 144706"/>
                <a:gd name="connsiteX3" fmla="*/ 80658 w 157688"/>
                <a:gd name="connsiteY3" fmla="*/ 144674 h 144706"/>
                <a:gd name="connsiteX4" fmla="*/ 127350 w 157688"/>
                <a:gd name="connsiteY4" fmla="*/ 133226 h 144706"/>
                <a:gd name="connsiteX5" fmla="*/ 153937 w 157688"/>
                <a:gd name="connsiteY5" fmla="*/ 98990 h 144706"/>
                <a:gd name="connsiteX6" fmla="*/ 156273 w 157688"/>
                <a:gd name="connsiteY6" fmla="*/ 63637 h 144706"/>
                <a:gd name="connsiteX7" fmla="*/ 142270 w 157688"/>
                <a:gd name="connsiteY7" fmla="*/ 12618 h 144706"/>
                <a:gd name="connsiteX8" fmla="*/ 89934 w 157688"/>
                <a:gd name="connsiteY8" fmla="*/ 153 h 144706"/>
                <a:gd name="connsiteX9" fmla="*/ 25999 w 157688"/>
                <a:gd name="connsiteY9" fmla="*/ 10232 h 144706"/>
                <a:gd name="connsiteX0" fmla="*/ 25999 w 157688"/>
                <a:gd name="connsiteY0" fmla="*/ 10232 h 144966"/>
                <a:gd name="connsiteX1" fmla="*/ 1004 w 157688"/>
                <a:gd name="connsiteY1" fmla="*/ 65653 h 144966"/>
                <a:gd name="connsiteX2" fmla="*/ 12603 w 157688"/>
                <a:gd name="connsiteY2" fmla="*/ 123361 h 144966"/>
                <a:gd name="connsiteX3" fmla="*/ 80658 w 157688"/>
                <a:gd name="connsiteY3" fmla="*/ 144674 h 144966"/>
                <a:gd name="connsiteX4" fmla="*/ 127350 w 157688"/>
                <a:gd name="connsiteY4" fmla="*/ 133226 h 144966"/>
                <a:gd name="connsiteX5" fmla="*/ 153937 w 157688"/>
                <a:gd name="connsiteY5" fmla="*/ 98990 h 144966"/>
                <a:gd name="connsiteX6" fmla="*/ 156273 w 157688"/>
                <a:gd name="connsiteY6" fmla="*/ 63637 h 144966"/>
                <a:gd name="connsiteX7" fmla="*/ 142270 w 157688"/>
                <a:gd name="connsiteY7" fmla="*/ 12618 h 144966"/>
                <a:gd name="connsiteX8" fmla="*/ 89934 w 157688"/>
                <a:gd name="connsiteY8" fmla="*/ 153 h 144966"/>
                <a:gd name="connsiteX9" fmla="*/ 25999 w 157688"/>
                <a:gd name="connsiteY9" fmla="*/ 10232 h 144966"/>
                <a:gd name="connsiteX0" fmla="*/ 25999 w 157688"/>
                <a:gd name="connsiteY0" fmla="*/ 10232 h 144966"/>
                <a:gd name="connsiteX1" fmla="*/ 1004 w 157688"/>
                <a:gd name="connsiteY1" fmla="*/ 65653 h 144966"/>
                <a:gd name="connsiteX2" fmla="*/ 12603 w 157688"/>
                <a:gd name="connsiteY2" fmla="*/ 123361 h 144966"/>
                <a:gd name="connsiteX3" fmla="*/ 80658 w 157688"/>
                <a:gd name="connsiteY3" fmla="*/ 144674 h 144966"/>
                <a:gd name="connsiteX4" fmla="*/ 127350 w 157688"/>
                <a:gd name="connsiteY4" fmla="*/ 133226 h 144966"/>
                <a:gd name="connsiteX5" fmla="*/ 153937 w 157688"/>
                <a:gd name="connsiteY5" fmla="*/ 98990 h 144966"/>
                <a:gd name="connsiteX6" fmla="*/ 156273 w 157688"/>
                <a:gd name="connsiteY6" fmla="*/ 63637 h 144966"/>
                <a:gd name="connsiteX7" fmla="*/ 142270 w 157688"/>
                <a:gd name="connsiteY7" fmla="*/ 12618 h 144966"/>
                <a:gd name="connsiteX8" fmla="*/ 89934 w 157688"/>
                <a:gd name="connsiteY8" fmla="*/ 153 h 144966"/>
                <a:gd name="connsiteX9" fmla="*/ 25999 w 157688"/>
                <a:gd name="connsiteY9" fmla="*/ 10232 h 144966"/>
                <a:gd name="connsiteX0" fmla="*/ 25932 w 157621"/>
                <a:gd name="connsiteY0" fmla="*/ 10232 h 140513"/>
                <a:gd name="connsiteX1" fmla="*/ 937 w 157621"/>
                <a:gd name="connsiteY1" fmla="*/ 65653 h 140513"/>
                <a:gd name="connsiteX2" fmla="*/ 12536 w 157621"/>
                <a:gd name="connsiteY2" fmla="*/ 123361 h 140513"/>
                <a:gd name="connsiteX3" fmla="*/ 77984 w 157621"/>
                <a:gd name="connsiteY3" fmla="*/ 139903 h 140513"/>
                <a:gd name="connsiteX4" fmla="*/ 127283 w 157621"/>
                <a:gd name="connsiteY4" fmla="*/ 133226 h 140513"/>
                <a:gd name="connsiteX5" fmla="*/ 153870 w 157621"/>
                <a:gd name="connsiteY5" fmla="*/ 98990 h 140513"/>
                <a:gd name="connsiteX6" fmla="*/ 156206 w 157621"/>
                <a:gd name="connsiteY6" fmla="*/ 63637 h 140513"/>
                <a:gd name="connsiteX7" fmla="*/ 142203 w 157621"/>
                <a:gd name="connsiteY7" fmla="*/ 12618 h 140513"/>
                <a:gd name="connsiteX8" fmla="*/ 89867 w 157621"/>
                <a:gd name="connsiteY8" fmla="*/ 153 h 140513"/>
                <a:gd name="connsiteX9" fmla="*/ 25932 w 157621"/>
                <a:gd name="connsiteY9" fmla="*/ 10232 h 140513"/>
                <a:gd name="connsiteX0" fmla="*/ 25932 w 157621"/>
                <a:gd name="connsiteY0" fmla="*/ 10232 h 140152"/>
                <a:gd name="connsiteX1" fmla="*/ 937 w 157621"/>
                <a:gd name="connsiteY1" fmla="*/ 65653 h 140152"/>
                <a:gd name="connsiteX2" fmla="*/ 12536 w 157621"/>
                <a:gd name="connsiteY2" fmla="*/ 123361 h 140152"/>
                <a:gd name="connsiteX3" fmla="*/ 77984 w 157621"/>
                <a:gd name="connsiteY3" fmla="*/ 139903 h 140152"/>
                <a:gd name="connsiteX4" fmla="*/ 127283 w 157621"/>
                <a:gd name="connsiteY4" fmla="*/ 130841 h 140152"/>
                <a:gd name="connsiteX5" fmla="*/ 153870 w 157621"/>
                <a:gd name="connsiteY5" fmla="*/ 98990 h 140152"/>
                <a:gd name="connsiteX6" fmla="*/ 156206 w 157621"/>
                <a:gd name="connsiteY6" fmla="*/ 63637 h 140152"/>
                <a:gd name="connsiteX7" fmla="*/ 142203 w 157621"/>
                <a:gd name="connsiteY7" fmla="*/ 12618 h 140152"/>
                <a:gd name="connsiteX8" fmla="*/ 89867 w 157621"/>
                <a:gd name="connsiteY8" fmla="*/ 153 h 140152"/>
                <a:gd name="connsiteX9" fmla="*/ 25932 w 157621"/>
                <a:gd name="connsiteY9" fmla="*/ 10232 h 140152"/>
                <a:gd name="connsiteX0" fmla="*/ 25932 w 157620"/>
                <a:gd name="connsiteY0" fmla="*/ 10232 h 140152"/>
                <a:gd name="connsiteX1" fmla="*/ 937 w 157620"/>
                <a:gd name="connsiteY1" fmla="*/ 65653 h 140152"/>
                <a:gd name="connsiteX2" fmla="*/ 12536 w 157620"/>
                <a:gd name="connsiteY2" fmla="*/ 123361 h 140152"/>
                <a:gd name="connsiteX3" fmla="*/ 77984 w 157620"/>
                <a:gd name="connsiteY3" fmla="*/ 139903 h 140152"/>
                <a:gd name="connsiteX4" fmla="*/ 127283 w 157620"/>
                <a:gd name="connsiteY4" fmla="*/ 130841 h 140152"/>
                <a:gd name="connsiteX5" fmla="*/ 153870 w 157620"/>
                <a:gd name="connsiteY5" fmla="*/ 98990 h 140152"/>
                <a:gd name="connsiteX6" fmla="*/ 156206 w 157620"/>
                <a:gd name="connsiteY6" fmla="*/ 60059 h 140152"/>
                <a:gd name="connsiteX7" fmla="*/ 142203 w 157620"/>
                <a:gd name="connsiteY7" fmla="*/ 12618 h 140152"/>
                <a:gd name="connsiteX8" fmla="*/ 89867 w 157620"/>
                <a:gd name="connsiteY8" fmla="*/ 153 h 140152"/>
                <a:gd name="connsiteX9" fmla="*/ 25932 w 157620"/>
                <a:gd name="connsiteY9" fmla="*/ 10232 h 140152"/>
                <a:gd name="connsiteX0" fmla="*/ 25932 w 159605"/>
                <a:gd name="connsiteY0" fmla="*/ 10232 h 140152"/>
                <a:gd name="connsiteX1" fmla="*/ 937 w 159605"/>
                <a:gd name="connsiteY1" fmla="*/ 65653 h 140152"/>
                <a:gd name="connsiteX2" fmla="*/ 12536 w 159605"/>
                <a:gd name="connsiteY2" fmla="*/ 123361 h 140152"/>
                <a:gd name="connsiteX3" fmla="*/ 77984 w 159605"/>
                <a:gd name="connsiteY3" fmla="*/ 139903 h 140152"/>
                <a:gd name="connsiteX4" fmla="*/ 127283 w 159605"/>
                <a:gd name="connsiteY4" fmla="*/ 130841 h 140152"/>
                <a:gd name="connsiteX5" fmla="*/ 153870 w 159605"/>
                <a:gd name="connsiteY5" fmla="*/ 98990 h 140152"/>
                <a:gd name="connsiteX6" fmla="*/ 158813 w 159605"/>
                <a:gd name="connsiteY6" fmla="*/ 60059 h 140152"/>
                <a:gd name="connsiteX7" fmla="*/ 142203 w 159605"/>
                <a:gd name="connsiteY7" fmla="*/ 12618 h 140152"/>
                <a:gd name="connsiteX8" fmla="*/ 89867 w 159605"/>
                <a:gd name="connsiteY8" fmla="*/ 153 h 140152"/>
                <a:gd name="connsiteX9" fmla="*/ 25932 w 159605"/>
                <a:gd name="connsiteY9" fmla="*/ 10232 h 140152"/>
                <a:gd name="connsiteX0" fmla="*/ 25932 w 158846"/>
                <a:gd name="connsiteY0" fmla="*/ 10232 h 140152"/>
                <a:gd name="connsiteX1" fmla="*/ 937 w 158846"/>
                <a:gd name="connsiteY1" fmla="*/ 65653 h 140152"/>
                <a:gd name="connsiteX2" fmla="*/ 12536 w 158846"/>
                <a:gd name="connsiteY2" fmla="*/ 123361 h 140152"/>
                <a:gd name="connsiteX3" fmla="*/ 77984 w 158846"/>
                <a:gd name="connsiteY3" fmla="*/ 139903 h 140152"/>
                <a:gd name="connsiteX4" fmla="*/ 127283 w 158846"/>
                <a:gd name="connsiteY4" fmla="*/ 130841 h 140152"/>
                <a:gd name="connsiteX5" fmla="*/ 153870 w 158846"/>
                <a:gd name="connsiteY5" fmla="*/ 98990 h 140152"/>
                <a:gd name="connsiteX6" fmla="*/ 158813 w 158846"/>
                <a:gd name="connsiteY6" fmla="*/ 60059 h 140152"/>
                <a:gd name="connsiteX7" fmla="*/ 142203 w 158846"/>
                <a:gd name="connsiteY7" fmla="*/ 12618 h 140152"/>
                <a:gd name="connsiteX8" fmla="*/ 89867 w 158846"/>
                <a:gd name="connsiteY8" fmla="*/ 153 h 140152"/>
                <a:gd name="connsiteX9" fmla="*/ 25932 w 158846"/>
                <a:gd name="connsiteY9" fmla="*/ 10232 h 140152"/>
                <a:gd name="connsiteX0" fmla="*/ 29469 w 162383"/>
                <a:gd name="connsiteY0" fmla="*/ 10152 h 140072"/>
                <a:gd name="connsiteX1" fmla="*/ 563 w 162383"/>
                <a:gd name="connsiteY1" fmla="*/ 57223 h 140072"/>
                <a:gd name="connsiteX2" fmla="*/ 16073 w 162383"/>
                <a:gd name="connsiteY2" fmla="*/ 123281 h 140072"/>
                <a:gd name="connsiteX3" fmla="*/ 81521 w 162383"/>
                <a:gd name="connsiteY3" fmla="*/ 139823 h 140072"/>
                <a:gd name="connsiteX4" fmla="*/ 130820 w 162383"/>
                <a:gd name="connsiteY4" fmla="*/ 130761 h 140072"/>
                <a:gd name="connsiteX5" fmla="*/ 157407 w 162383"/>
                <a:gd name="connsiteY5" fmla="*/ 98910 h 140072"/>
                <a:gd name="connsiteX6" fmla="*/ 162350 w 162383"/>
                <a:gd name="connsiteY6" fmla="*/ 59979 h 140072"/>
                <a:gd name="connsiteX7" fmla="*/ 145740 w 162383"/>
                <a:gd name="connsiteY7" fmla="*/ 12538 h 140072"/>
                <a:gd name="connsiteX8" fmla="*/ 93404 w 162383"/>
                <a:gd name="connsiteY8" fmla="*/ 73 h 140072"/>
                <a:gd name="connsiteX9" fmla="*/ 29469 w 162383"/>
                <a:gd name="connsiteY9" fmla="*/ 10152 h 140072"/>
                <a:gd name="connsiteX0" fmla="*/ 29319 w 162233"/>
                <a:gd name="connsiteY0" fmla="*/ 10152 h 140334"/>
                <a:gd name="connsiteX1" fmla="*/ 413 w 162233"/>
                <a:gd name="connsiteY1" fmla="*/ 57223 h 140334"/>
                <a:gd name="connsiteX2" fmla="*/ 17227 w 162233"/>
                <a:gd name="connsiteY2" fmla="*/ 118510 h 140334"/>
                <a:gd name="connsiteX3" fmla="*/ 81371 w 162233"/>
                <a:gd name="connsiteY3" fmla="*/ 139823 h 140334"/>
                <a:gd name="connsiteX4" fmla="*/ 130670 w 162233"/>
                <a:gd name="connsiteY4" fmla="*/ 130761 h 140334"/>
                <a:gd name="connsiteX5" fmla="*/ 157257 w 162233"/>
                <a:gd name="connsiteY5" fmla="*/ 98910 h 140334"/>
                <a:gd name="connsiteX6" fmla="*/ 162200 w 162233"/>
                <a:gd name="connsiteY6" fmla="*/ 59979 h 140334"/>
                <a:gd name="connsiteX7" fmla="*/ 145590 w 162233"/>
                <a:gd name="connsiteY7" fmla="*/ 12538 h 140334"/>
                <a:gd name="connsiteX8" fmla="*/ 93254 w 162233"/>
                <a:gd name="connsiteY8" fmla="*/ 73 h 140334"/>
                <a:gd name="connsiteX9" fmla="*/ 29319 w 162233"/>
                <a:gd name="connsiteY9" fmla="*/ 10152 h 140334"/>
                <a:gd name="connsiteX0" fmla="*/ 29319 w 167435"/>
                <a:gd name="connsiteY0" fmla="*/ 10152 h 140334"/>
                <a:gd name="connsiteX1" fmla="*/ 413 w 167435"/>
                <a:gd name="connsiteY1" fmla="*/ 57223 h 140334"/>
                <a:gd name="connsiteX2" fmla="*/ 17227 w 167435"/>
                <a:gd name="connsiteY2" fmla="*/ 118510 h 140334"/>
                <a:gd name="connsiteX3" fmla="*/ 81371 w 167435"/>
                <a:gd name="connsiteY3" fmla="*/ 139823 h 140334"/>
                <a:gd name="connsiteX4" fmla="*/ 130670 w 167435"/>
                <a:gd name="connsiteY4" fmla="*/ 130761 h 140334"/>
                <a:gd name="connsiteX5" fmla="*/ 157257 w 167435"/>
                <a:gd name="connsiteY5" fmla="*/ 98910 h 140334"/>
                <a:gd name="connsiteX6" fmla="*/ 167414 w 167435"/>
                <a:gd name="connsiteY6" fmla="*/ 58786 h 140334"/>
                <a:gd name="connsiteX7" fmla="*/ 145590 w 167435"/>
                <a:gd name="connsiteY7" fmla="*/ 12538 h 140334"/>
                <a:gd name="connsiteX8" fmla="*/ 93254 w 167435"/>
                <a:gd name="connsiteY8" fmla="*/ 73 h 140334"/>
                <a:gd name="connsiteX9" fmla="*/ 29319 w 167435"/>
                <a:gd name="connsiteY9" fmla="*/ 10152 h 140334"/>
                <a:gd name="connsiteX0" fmla="*/ 29319 w 167678"/>
                <a:gd name="connsiteY0" fmla="*/ 10152 h 140294"/>
                <a:gd name="connsiteX1" fmla="*/ 413 w 167678"/>
                <a:gd name="connsiteY1" fmla="*/ 57223 h 140294"/>
                <a:gd name="connsiteX2" fmla="*/ 17227 w 167678"/>
                <a:gd name="connsiteY2" fmla="*/ 118510 h 140294"/>
                <a:gd name="connsiteX3" fmla="*/ 81371 w 167678"/>
                <a:gd name="connsiteY3" fmla="*/ 139823 h 140294"/>
                <a:gd name="connsiteX4" fmla="*/ 130670 w 167678"/>
                <a:gd name="connsiteY4" fmla="*/ 130761 h 140294"/>
                <a:gd name="connsiteX5" fmla="*/ 155953 w 167678"/>
                <a:gd name="connsiteY5" fmla="*/ 102489 h 140294"/>
                <a:gd name="connsiteX6" fmla="*/ 167414 w 167678"/>
                <a:gd name="connsiteY6" fmla="*/ 58786 h 140294"/>
                <a:gd name="connsiteX7" fmla="*/ 145590 w 167678"/>
                <a:gd name="connsiteY7" fmla="*/ 12538 h 140294"/>
                <a:gd name="connsiteX8" fmla="*/ 93254 w 167678"/>
                <a:gd name="connsiteY8" fmla="*/ 73 h 140294"/>
                <a:gd name="connsiteX9" fmla="*/ 29319 w 167678"/>
                <a:gd name="connsiteY9" fmla="*/ 10152 h 140294"/>
                <a:gd name="connsiteX0" fmla="*/ 29319 w 167678"/>
                <a:gd name="connsiteY0" fmla="*/ 10540 h 140682"/>
                <a:gd name="connsiteX1" fmla="*/ 413 w 167678"/>
                <a:gd name="connsiteY1" fmla="*/ 57611 h 140682"/>
                <a:gd name="connsiteX2" fmla="*/ 17227 w 167678"/>
                <a:gd name="connsiteY2" fmla="*/ 118898 h 140682"/>
                <a:gd name="connsiteX3" fmla="*/ 81371 w 167678"/>
                <a:gd name="connsiteY3" fmla="*/ 140211 h 140682"/>
                <a:gd name="connsiteX4" fmla="*/ 130670 w 167678"/>
                <a:gd name="connsiteY4" fmla="*/ 131149 h 140682"/>
                <a:gd name="connsiteX5" fmla="*/ 155953 w 167678"/>
                <a:gd name="connsiteY5" fmla="*/ 102877 h 140682"/>
                <a:gd name="connsiteX6" fmla="*/ 167414 w 167678"/>
                <a:gd name="connsiteY6" fmla="*/ 59174 h 140682"/>
                <a:gd name="connsiteX7" fmla="*/ 145590 w 167678"/>
                <a:gd name="connsiteY7" fmla="*/ 12926 h 140682"/>
                <a:gd name="connsiteX8" fmla="*/ 93254 w 167678"/>
                <a:gd name="connsiteY8" fmla="*/ 461 h 140682"/>
                <a:gd name="connsiteX9" fmla="*/ 64636 w 167678"/>
                <a:gd name="connsiteY9" fmla="*/ 3421 h 140682"/>
                <a:gd name="connsiteX10" fmla="*/ 29319 w 167678"/>
                <a:gd name="connsiteY10" fmla="*/ 10540 h 140682"/>
                <a:gd name="connsiteX0" fmla="*/ 29319 w 167678"/>
                <a:gd name="connsiteY0" fmla="*/ 10540 h 140682"/>
                <a:gd name="connsiteX1" fmla="*/ 413 w 167678"/>
                <a:gd name="connsiteY1" fmla="*/ 57611 h 140682"/>
                <a:gd name="connsiteX2" fmla="*/ 17227 w 167678"/>
                <a:gd name="connsiteY2" fmla="*/ 118898 h 140682"/>
                <a:gd name="connsiteX3" fmla="*/ 81371 w 167678"/>
                <a:gd name="connsiteY3" fmla="*/ 140211 h 140682"/>
                <a:gd name="connsiteX4" fmla="*/ 130670 w 167678"/>
                <a:gd name="connsiteY4" fmla="*/ 131149 h 140682"/>
                <a:gd name="connsiteX5" fmla="*/ 155953 w 167678"/>
                <a:gd name="connsiteY5" fmla="*/ 102877 h 140682"/>
                <a:gd name="connsiteX6" fmla="*/ 167414 w 167678"/>
                <a:gd name="connsiteY6" fmla="*/ 59174 h 140682"/>
                <a:gd name="connsiteX7" fmla="*/ 145590 w 167678"/>
                <a:gd name="connsiteY7" fmla="*/ 12926 h 140682"/>
                <a:gd name="connsiteX8" fmla="*/ 102379 w 167678"/>
                <a:gd name="connsiteY8" fmla="*/ 461 h 140682"/>
                <a:gd name="connsiteX9" fmla="*/ 64636 w 167678"/>
                <a:gd name="connsiteY9" fmla="*/ 3421 h 140682"/>
                <a:gd name="connsiteX10" fmla="*/ 29319 w 167678"/>
                <a:gd name="connsiteY10" fmla="*/ 10540 h 140682"/>
                <a:gd name="connsiteX0" fmla="*/ 29319 w 167678"/>
                <a:gd name="connsiteY0" fmla="*/ 9523 h 139665"/>
                <a:gd name="connsiteX1" fmla="*/ 413 w 167678"/>
                <a:gd name="connsiteY1" fmla="*/ 56594 h 139665"/>
                <a:gd name="connsiteX2" fmla="*/ 17227 w 167678"/>
                <a:gd name="connsiteY2" fmla="*/ 117881 h 139665"/>
                <a:gd name="connsiteX3" fmla="*/ 81371 w 167678"/>
                <a:gd name="connsiteY3" fmla="*/ 139194 h 139665"/>
                <a:gd name="connsiteX4" fmla="*/ 130670 w 167678"/>
                <a:gd name="connsiteY4" fmla="*/ 130132 h 139665"/>
                <a:gd name="connsiteX5" fmla="*/ 155953 w 167678"/>
                <a:gd name="connsiteY5" fmla="*/ 101860 h 139665"/>
                <a:gd name="connsiteX6" fmla="*/ 167414 w 167678"/>
                <a:gd name="connsiteY6" fmla="*/ 58157 h 139665"/>
                <a:gd name="connsiteX7" fmla="*/ 145590 w 167678"/>
                <a:gd name="connsiteY7" fmla="*/ 11909 h 139665"/>
                <a:gd name="connsiteX8" fmla="*/ 110200 w 167678"/>
                <a:gd name="connsiteY8" fmla="*/ 637 h 139665"/>
                <a:gd name="connsiteX9" fmla="*/ 64636 w 167678"/>
                <a:gd name="connsiteY9" fmla="*/ 2404 h 139665"/>
                <a:gd name="connsiteX10" fmla="*/ 29319 w 167678"/>
                <a:gd name="connsiteY10" fmla="*/ 9523 h 139665"/>
                <a:gd name="connsiteX0" fmla="*/ 29319 w 167678"/>
                <a:gd name="connsiteY0" fmla="*/ 9436 h 139578"/>
                <a:gd name="connsiteX1" fmla="*/ 413 w 167678"/>
                <a:gd name="connsiteY1" fmla="*/ 56507 h 139578"/>
                <a:gd name="connsiteX2" fmla="*/ 17227 w 167678"/>
                <a:gd name="connsiteY2" fmla="*/ 117794 h 139578"/>
                <a:gd name="connsiteX3" fmla="*/ 81371 w 167678"/>
                <a:gd name="connsiteY3" fmla="*/ 139107 h 139578"/>
                <a:gd name="connsiteX4" fmla="*/ 130670 w 167678"/>
                <a:gd name="connsiteY4" fmla="*/ 130045 h 139578"/>
                <a:gd name="connsiteX5" fmla="*/ 155953 w 167678"/>
                <a:gd name="connsiteY5" fmla="*/ 101773 h 139578"/>
                <a:gd name="connsiteX6" fmla="*/ 167414 w 167678"/>
                <a:gd name="connsiteY6" fmla="*/ 58070 h 139578"/>
                <a:gd name="connsiteX7" fmla="*/ 145590 w 167678"/>
                <a:gd name="connsiteY7" fmla="*/ 10629 h 139578"/>
                <a:gd name="connsiteX8" fmla="*/ 110200 w 167678"/>
                <a:gd name="connsiteY8" fmla="*/ 550 h 139578"/>
                <a:gd name="connsiteX9" fmla="*/ 64636 w 167678"/>
                <a:gd name="connsiteY9" fmla="*/ 2317 h 139578"/>
                <a:gd name="connsiteX10" fmla="*/ 29319 w 167678"/>
                <a:gd name="connsiteY10" fmla="*/ 9436 h 139578"/>
                <a:gd name="connsiteX0" fmla="*/ 29319 w 167678"/>
                <a:gd name="connsiteY0" fmla="*/ 9854 h 139996"/>
                <a:gd name="connsiteX1" fmla="*/ 413 w 167678"/>
                <a:gd name="connsiteY1" fmla="*/ 56925 h 139996"/>
                <a:gd name="connsiteX2" fmla="*/ 17227 w 167678"/>
                <a:gd name="connsiteY2" fmla="*/ 118212 h 139996"/>
                <a:gd name="connsiteX3" fmla="*/ 81371 w 167678"/>
                <a:gd name="connsiteY3" fmla="*/ 139525 h 139996"/>
                <a:gd name="connsiteX4" fmla="*/ 130670 w 167678"/>
                <a:gd name="connsiteY4" fmla="*/ 130463 h 139996"/>
                <a:gd name="connsiteX5" fmla="*/ 155953 w 167678"/>
                <a:gd name="connsiteY5" fmla="*/ 102191 h 139996"/>
                <a:gd name="connsiteX6" fmla="*/ 167414 w 167678"/>
                <a:gd name="connsiteY6" fmla="*/ 58488 h 139996"/>
                <a:gd name="connsiteX7" fmla="*/ 145590 w 167678"/>
                <a:gd name="connsiteY7" fmla="*/ 11047 h 139996"/>
                <a:gd name="connsiteX8" fmla="*/ 110200 w 167678"/>
                <a:gd name="connsiteY8" fmla="*/ 968 h 139996"/>
                <a:gd name="connsiteX9" fmla="*/ 59422 w 167678"/>
                <a:gd name="connsiteY9" fmla="*/ 1542 h 139996"/>
                <a:gd name="connsiteX10" fmla="*/ 29319 w 167678"/>
                <a:gd name="connsiteY10" fmla="*/ 9854 h 139996"/>
                <a:gd name="connsiteX0" fmla="*/ 29203 w 167562"/>
                <a:gd name="connsiteY0" fmla="*/ 9854 h 140203"/>
                <a:gd name="connsiteX1" fmla="*/ 297 w 167562"/>
                <a:gd name="connsiteY1" fmla="*/ 56925 h 140203"/>
                <a:gd name="connsiteX2" fmla="*/ 18415 w 167562"/>
                <a:gd name="connsiteY2" fmla="*/ 114633 h 140203"/>
                <a:gd name="connsiteX3" fmla="*/ 81255 w 167562"/>
                <a:gd name="connsiteY3" fmla="*/ 139525 h 140203"/>
                <a:gd name="connsiteX4" fmla="*/ 130554 w 167562"/>
                <a:gd name="connsiteY4" fmla="*/ 130463 h 140203"/>
                <a:gd name="connsiteX5" fmla="*/ 155837 w 167562"/>
                <a:gd name="connsiteY5" fmla="*/ 102191 h 140203"/>
                <a:gd name="connsiteX6" fmla="*/ 167298 w 167562"/>
                <a:gd name="connsiteY6" fmla="*/ 58488 h 140203"/>
                <a:gd name="connsiteX7" fmla="*/ 145474 w 167562"/>
                <a:gd name="connsiteY7" fmla="*/ 11047 h 140203"/>
                <a:gd name="connsiteX8" fmla="*/ 110084 w 167562"/>
                <a:gd name="connsiteY8" fmla="*/ 968 h 140203"/>
                <a:gd name="connsiteX9" fmla="*/ 59306 w 167562"/>
                <a:gd name="connsiteY9" fmla="*/ 1542 h 140203"/>
                <a:gd name="connsiteX10" fmla="*/ 29203 w 167562"/>
                <a:gd name="connsiteY10" fmla="*/ 9854 h 140203"/>
                <a:gd name="connsiteX0" fmla="*/ 29165 w 167524"/>
                <a:gd name="connsiteY0" fmla="*/ 9854 h 138033"/>
                <a:gd name="connsiteX1" fmla="*/ 259 w 167524"/>
                <a:gd name="connsiteY1" fmla="*/ 56925 h 138033"/>
                <a:gd name="connsiteX2" fmla="*/ 18377 w 167524"/>
                <a:gd name="connsiteY2" fmla="*/ 114633 h 138033"/>
                <a:gd name="connsiteX3" fmla="*/ 73396 w 167524"/>
                <a:gd name="connsiteY3" fmla="*/ 137139 h 138033"/>
                <a:gd name="connsiteX4" fmla="*/ 130516 w 167524"/>
                <a:gd name="connsiteY4" fmla="*/ 130463 h 138033"/>
                <a:gd name="connsiteX5" fmla="*/ 155799 w 167524"/>
                <a:gd name="connsiteY5" fmla="*/ 102191 h 138033"/>
                <a:gd name="connsiteX6" fmla="*/ 167260 w 167524"/>
                <a:gd name="connsiteY6" fmla="*/ 58488 h 138033"/>
                <a:gd name="connsiteX7" fmla="*/ 145436 w 167524"/>
                <a:gd name="connsiteY7" fmla="*/ 11047 h 138033"/>
                <a:gd name="connsiteX8" fmla="*/ 110046 w 167524"/>
                <a:gd name="connsiteY8" fmla="*/ 968 h 138033"/>
                <a:gd name="connsiteX9" fmla="*/ 59268 w 167524"/>
                <a:gd name="connsiteY9" fmla="*/ 1542 h 138033"/>
                <a:gd name="connsiteX10" fmla="*/ 29165 w 167524"/>
                <a:gd name="connsiteY10" fmla="*/ 9854 h 138033"/>
                <a:gd name="connsiteX0" fmla="*/ 29165 w 167524"/>
                <a:gd name="connsiteY0" fmla="*/ 9854 h 138033"/>
                <a:gd name="connsiteX1" fmla="*/ 259 w 167524"/>
                <a:gd name="connsiteY1" fmla="*/ 56925 h 138033"/>
                <a:gd name="connsiteX2" fmla="*/ 18377 w 167524"/>
                <a:gd name="connsiteY2" fmla="*/ 114633 h 138033"/>
                <a:gd name="connsiteX3" fmla="*/ 73396 w 167524"/>
                <a:gd name="connsiteY3" fmla="*/ 137139 h 138033"/>
                <a:gd name="connsiteX4" fmla="*/ 130516 w 167524"/>
                <a:gd name="connsiteY4" fmla="*/ 130463 h 138033"/>
                <a:gd name="connsiteX5" fmla="*/ 155799 w 167524"/>
                <a:gd name="connsiteY5" fmla="*/ 102191 h 138033"/>
                <a:gd name="connsiteX6" fmla="*/ 167260 w 167524"/>
                <a:gd name="connsiteY6" fmla="*/ 58488 h 138033"/>
                <a:gd name="connsiteX7" fmla="*/ 145436 w 167524"/>
                <a:gd name="connsiteY7" fmla="*/ 11047 h 138033"/>
                <a:gd name="connsiteX8" fmla="*/ 110046 w 167524"/>
                <a:gd name="connsiteY8" fmla="*/ 968 h 138033"/>
                <a:gd name="connsiteX9" fmla="*/ 59268 w 167524"/>
                <a:gd name="connsiteY9" fmla="*/ 1542 h 138033"/>
                <a:gd name="connsiteX10" fmla="*/ 29165 w 167524"/>
                <a:gd name="connsiteY10" fmla="*/ 9854 h 138033"/>
                <a:gd name="connsiteX0" fmla="*/ 29165 w 167633"/>
                <a:gd name="connsiteY0" fmla="*/ 9854 h 138033"/>
                <a:gd name="connsiteX1" fmla="*/ 259 w 167633"/>
                <a:gd name="connsiteY1" fmla="*/ 56925 h 138033"/>
                <a:gd name="connsiteX2" fmla="*/ 18377 w 167633"/>
                <a:gd name="connsiteY2" fmla="*/ 114633 h 138033"/>
                <a:gd name="connsiteX3" fmla="*/ 73396 w 167633"/>
                <a:gd name="connsiteY3" fmla="*/ 137139 h 138033"/>
                <a:gd name="connsiteX4" fmla="*/ 130516 w 167633"/>
                <a:gd name="connsiteY4" fmla="*/ 130463 h 138033"/>
                <a:gd name="connsiteX5" fmla="*/ 157102 w 167633"/>
                <a:gd name="connsiteY5" fmla="*/ 102191 h 138033"/>
                <a:gd name="connsiteX6" fmla="*/ 167260 w 167633"/>
                <a:gd name="connsiteY6" fmla="*/ 58488 h 138033"/>
                <a:gd name="connsiteX7" fmla="*/ 145436 w 167633"/>
                <a:gd name="connsiteY7" fmla="*/ 11047 h 138033"/>
                <a:gd name="connsiteX8" fmla="*/ 110046 w 167633"/>
                <a:gd name="connsiteY8" fmla="*/ 968 h 138033"/>
                <a:gd name="connsiteX9" fmla="*/ 59268 w 167633"/>
                <a:gd name="connsiteY9" fmla="*/ 1542 h 138033"/>
                <a:gd name="connsiteX10" fmla="*/ 29165 w 167633"/>
                <a:gd name="connsiteY10" fmla="*/ 9854 h 13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33" h="138033">
                  <a:moveTo>
                    <a:pt x="29165" y="9854"/>
                  </a:moveTo>
                  <a:cubicBezTo>
                    <a:pt x="19330" y="19084"/>
                    <a:pt x="2057" y="39462"/>
                    <a:pt x="259" y="56925"/>
                  </a:cubicBezTo>
                  <a:cubicBezTo>
                    <a:pt x="-1539" y="74388"/>
                    <a:pt x="6188" y="101264"/>
                    <a:pt x="18377" y="114633"/>
                  </a:cubicBezTo>
                  <a:cubicBezTo>
                    <a:pt x="30567" y="128002"/>
                    <a:pt x="54706" y="134501"/>
                    <a:pt x="73396" y="137139"/>
                  </a:cubicBezTo>
                  <a:cubicBezTo>
                    <a:pt x="92086" y="139777"/>
                    <a:pt x="116565" y="136288"/>
                    <a:pt x="130516" y="130463"/>
                  </a:cubicBezTo>
                  <a:cubicBezTo>
                    <a:pt x="144467" y="124638"/>
                    <a:pt x="150978" y="114187"/>
                    <a:pt x="157102" y="102191"/>
                  </a:cubicBezTo>
                  <a:cubicBezTo>
                    <a:pt x="163226" y="90195"/>
                    <a:pt x="169204" y="73679"/>
                    <a:pt x="167260" y="58488"/>
                  </a:cubicBezTo>
                  <a:cubicBezTo>
                    <a:pt x="165316" y="43297"/>
                    <a:pt x="153373" y="17132"/>
                    <a:pt x="145436" y="11047"/>
                  </a:cubicBezTo>
                  <a:cubicBezTo>
                    <a:pt x="137499" y="4962"/>
                    <a:pt x="124407" y="2552"/>
                    <a:pt x="110046" y="968"/>
                  </a:cubicBezTo>
                  <a:cubicBezTo>
                    <a:pt x="95685" y="-616"/>
                    <a:pt x="69924" y="-138"/>
                    <a:pt x="59268" y="1542"/>
                  </a:cubicBezTo>
                  <a:cubicBezTo>
                    <a:pt x="48612" y="3222"/>
                    <a:pt x="39000" y="624"/>
                    <a:pt x="29165" y="985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57150">
              <a:gradFill flip="none" rotWithShape="1">
                <a:gsLst>
                  <a:gs pos="81000">
                    <a:srgbClr val="321704"/>
                  </a:gs>
                  <a:gs pos="50000">
                    <a:schemeClr val="accent2">
                      <a:lumMod val="50000"/>
                    </a:schemeClr>
                  </a:gs>
                  <a:gs pos="21000">
                    <a:schemeClr val="accent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FF66A785-B0D1-4C1E-AB56-4BE6D0396C44}"/>
                </a:ext>
              </a:extLst>
            </p:cNvPr>
            <p:cNvSpPr/>
            <p:nvPr/>
          </p:nvSpPr>
          <p:spPr>
            <a:xfrm>
              <a:off x="2290837" y="2978304"/>
              <a:ext cx="47641" cy="4596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106B8D5D-D24B-41B1-B84F-C57D7F1B3885}"/>
                </a:ext>
              </a:extLst>
            </p:cNvPr>
            <p:cNvSpPr/>
            <p:nvPr/>
          </p:nvSpPr>
          <p:spPr>
            <a:xfrm>
              <a:off x="2314657" y="2924795"/>
              <a:ext cx="47641" cy="45961"/>
            </a:xfrm>
            <a:prstGeom prst="ellipse">
              <a:avLst/>
            </a:prstGeom>
            <a:gradFill>
              <a:gsLst>
                <a:gs pos="81000">
                  <a:schemeClr val="accent1">
                    <a:lumMod val="40000"/>
                    <a:lumOff val="60000"/>
                  </a:schemeClr>
                </a:gs>
                <a:gs pos="50000">
                  <a:schemeClr val="accent1">
                    <a:lumMod val="20000"/>
                    <a:lumOff val="80000"/>
                  </a:schemeClr>
                </a:gs>
                <a:gs pos="21000">
                  <a:schemeClr val="bg1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425B5348-F2F9-419C-80AD-3ADC7C0AB618}"/>
              </a:ext>
            </a:extLst>
          </p:cNvPr>
          <p:cNvGrpSpPr/>
          <p:nvPr/>
        </p:nvGrpSpPr>
        <p:grpSpPr>
          <a:xfrm>
            <a:off x="4150038" y="2376301"/>
            <a:ext cx="1036646" cy="816381"/>
            <a:chOff x="3517993" y="2378465"/>
            <a:chExt cx="1036646" cy="816381"/>
          </a:xfrm>
        </p:grpSpPr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FCD7494B-90B3-4E69-A507-C4E0835FB3EF}"/>
                </a:ext>
              </a:extLst>
            </p:cNvPr>
            <p:cNvSpPr/>
            <p:nvPr/>
          </p:nvSpPr>
          <p:spPr>
            <a:xfrm rot="21289200" flipH="1">
              <a:off x="3517993" y="2378465"/>
              <a:ext cx="1036646" cy="281935"/>
            </a:xfrm>
            <a:custGeom>
              <a:avLst/>
              <a:gdLst>
                <a:gd name="connsiteX0" fmla="*/ 1577 w 380133"/>
                <a:gd name="connsiteY0" fmla="*/ 100504 h 105028"/>
                <a:gd name="connsiteX1" fmla="*/ 108257 w 380133"/>
                <a:gd name="connsiteY1" fmla="*/ 9064 h 105028"/>
                <a:gd name="connsiteX2" fmla="*/ 204777 w 380133"/>
                <a:gd name="connsiteY2" fmla="*/ 9064 h 105028"/>
                <a:gd name="connsiteX3" fmla="*/ 352097 w 380133"/>
                <a:gd name="connsiteY3" fmla="*/ 59864 h 105028"/>
                <a:gd name="connsiteX4" fmla="*/ 372417 w 380133"/>
                <a:gd name="connsiteY4" fmla="*/ 80184 h 105028"/>
                <a:gd name="connsiteX5" fmla="*/ 260657 w 380133"/>
                <a:gd name="connsiteY5" fmla="*/ 64944 h 105028"/>
                <a:gd name="connsiteX6" fmla="*/ 179377 w 380133"/>
                <a:gd name="connsiteY6" fmla="*/ 34464 h 105028"/>
                <a:gd name="connsiteX7" fmla="*/ 52377 w 380133"/>
                <a:gd name="connsiteY7" fmla="*/ 85264 h 105028"/>
                <a:gd name="connsiteX8" fmla="*/ 1577 w 380133"/>
                <a:gd name="connsiteY8" fmla="*/ 100504 h 105028"/>
                <a:gd name="connsiteX0" fmla="*/ 1558 w 380114"/>
                <a:gd name="connsiteY0" fmla="*/ 100504 h 104508"/>
                <a:gd name="connsiteX1" fmla="*/ 108238 w 380114"/>
                <a:gd name="connsiteY1" fmla="*/ 9064 h 104508"/>
                <a:gd name="connsiteX2" fmla="*/ 204758 w 380114"/>
                <a:gd name="connsiteY2" fmla="*/ 9064 h 104508"/>
                <a:gd name="connsiteX3" fmla="*/ 352078 w 380114"/>
                <a:gd name="connsiteY3" fmla="*/ 59864 h 104508"/>
                <a:gd name="connsiteX4" fmla="*/ 372398 w 380114"/>
                <a:gd name="connsiteY4" fmla="*/ 80184 h 104508"/>
                <a:gd name="connsiteX5" fmla="*/ 260638 w 380114"/>
                <a:gd name="connsiteY5" fmla="*/ 64944 h 104508"/>
                <a:gd name="connsiteX6" fmla="*/ 155692 w 380114"/>
                <a:gd name="connsiteY6" fmla="*/ 58570 h 104508"/>
                <a:gd name="connsiteX7" fmla="*/ 52358 w 380114"/>
                <a:gd name="connsiteY7" fmla="*/ 85264 h 104508"/>
                <a:gd name="connsiteX8" fmla="*/ 1558 w 380114"/>
                <a:gd name="connsiteY8" fmla="*/ 100504 h 1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0114" h="104508">
                  <a:moveTo>
                    <a:pt x="1558" y="100504"/>
                  </a:moveTo>
                  <a:cubicBezTo>
                    <a:pt x="10871" y="87804"/>
                    <a:pt x="74371" y="24304"/>
                    <a:pt x="108238" y="9064"/>
                  </a:cubicBezTo>
                  <a:cubicBezTo>
                    <a:pt x="142105" y="-6176"/>
                    <a:pt x="164118" y="597"/>
                    <a:pt x="204758" y="9064"/>
                  </a:cubicBezTo>
                  <a:cubicBezTo>
                    <a:pt x="245398" y="17531"/>
                    <a:pt x="324138" y="48011"/>
                    <a:pt x="352078" y="59864"/>
                  </a:cubicBezTo>
                  <a:cubicBezTo>
                    <a:pt x="380018" y="71717"/>
                    <a:pt x="387638" y="79337"/>
                    <a:pt x="372398" y="80184"/>
                  </a:cubicBezTo>
                  <a:cubicBezTo>
                    <a:pt x="357158" y="81031"/>
                    <a:pt x="296756" y="68546"/>
                    <a:pt x="260638" y="64944"/>
                  </a:cubicBezTo>
                  <a:cubicBezTo>
                    <a:pt x="224520" y="61342"/>
                    <a:pt x="190405" y="55183"/>
                    <a:pt x="155692" y="58570"/>
                  </a:cubicBezTo>
                  <a:cubicBezTo>
                    <a:pt x="120979" y="61957"/>
                    <a:pt x="78047" y="78275"/>
                    <a:pt x="52358" y="85264"/>
                  </a:cubicBezTo>
                  <a:cubicBezTo>
                    <a:pt x="26669" y="92253"/>
                    <a:pt x="-7755" y="113204"/>
                    <a:pt x="1558" y="10050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CD707848-5678-4C0F-ADB5-31A150613A32}"/>
                </a:ext>
              </a:extLst>
            </p:cNvPr>
            <p:cNvSpPr/>
            <p:nvPr/>
          </p:nvSpPr>
          <p:spPr>
            <a:xfrm rot="21084791" flipH="1">
              <a:off x="3703457" y="2812899"/>
              <a:ext cx="706787" cy="180669"/>
            </a:xfrm>
            <a:custGeom>
              <a:avLst/>
              <a:gdLst>
                <a:gd name="connsiteX0" fmla="*/ 285750 w 285750"/>
                <a:gd name="connsiteY0" fmla="*/ 65818 h 84868"/>
                <a:gd name="connsiteX1" fmla="*/ 219075 w 285750"/>
                <a:gd name="connsiteY1" fmla="*/ 18193 h 84868"/>
                <a:gd name="connsiteX2" fmla="*/ 122238 w 285750"/>
                <a:gd name="connsiteY2" fmla="*/ 3906 h 84868"/>
                <a:gd name="connsiteX3" fmla="*/ 0 w 285750"/>
                <a:gd name="connsiteY3" fmla="*/ 84868 h 84868"/>
                <a:gd name="connsiteX0" fmla="*/ 285750 w 285750"/>
                <a:gd name="connsiteY0" fmla="*/ 54112 h 73162"/>
                <a:gd name="connsiteX1" fmla="*/ 219075 w 285750"/>
                <a:gd name="connsiteY1" fmla="*/ 6487 h 73162"/>
                <a:gd name="connsiteX2" fmla="*/ 106957 w 285750"/>
                <a:gd name="connsiteY2" fmla="*/ 7664 h 73162"/>
                <a:gd name="connsiteX3" fmla="*/ 0 w 285750"/>
                <a:gd name="connsiteY3" fmla="*/ 73162 h 73162"/>
                <a:gd name="connsiteX0" fmla="*/ 285750 w 285750"/>
                <a:gd name="connsiteY0" fmla="*/ 54112 h 73162"/>
                <a:gd name="connsiteX1" fmla="*/ 219075 w 285750"/>
                <a:gd name="connsiteY1" fmla="*/ 6487 h 73162"/>
                <a:gd name="connsiteX2" fmla="*/ 106957 w 285750"/>
                <a:gd name="connsiteY2" fmla="*/ 7664 h 73162"/>
                <a:gd name="connsiteX3" fmla="*/ 0 w 285750"/>
                <a:gd name="connsiteY3" fmla="*/ 73162 h 7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0" h="73162">
                  <a:moveTo>
                    <a:pt x="285750" y="54112"/>
                  </a:moveTo>
                  <a:cubicBezTo>
                    <a:pt x="266038" y="35459"/>
                    <a:pt x="248874" y="14228"/>
                    <a:pt x="219075" y="6487"/>
                  </a:cubicBezTo>
                  <a:cubicBezTo>
                    <a:pt x="189276" y="-1254"/>
                    <a:pt x="143469" y="-3448"/>
                    <a:pt x="106957" y="7664"/>
                  </a:cubicBezTo>
                  <a:cubicBezTo>
                    <a:pt x="70445" y="18776"/>
                    <a:pt x="42863" y="38237"/>
                    <a:pt x="0" y="73162"/>
                  </a:cubicBezTo>
                </a:path>
              </a:pathLst>
            </a:custGeom>
            <a:noFill/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64F2E7C-47C5-43D4-B6F4-97988C072D12}"/>
                </a:ext>
              </a:extLst>
            </p:cNvPr>
            <p:cNvSpPr/>
            <p:nvPr/>
          </p:nvSpPr>
          <p:spPr>
            <a:xfrm rot="21437140" flipH="1">
              <a:off x="3720728" y="2886963"/>
              <a:ext cx="715280" cy="307883"/>
            </a:xfrm>
            <a:custGeom>
              <a:avLst/>
              <a:gdLst>
                <a:gd name="connsiteX0" fmla="*/ 96 w 293337"/>
                <a:gd name="connsiteY0" fmla="*/ 72084 h 113549"/>
                <a:gd name="connsiteX1" fmla="*/ 55659 w 293337"/>
                <a:gd name="connsiteY1" fmla="*/ 35571 h 113549"/>
                <a:gd name="connsiteX2" fmla="*/ 123921 w 293337"/>
                <a:gd name="connsiteY2" fmla="*/ 2234 h 113549"/>
                <a:gd name="connsiteX3" fmla="*/ 217584 w 293337"/>
                <a:gd name="connsiteY3" fmla="*/ 6996 h 113549"/>
                <a:gd name="connsiteX4" fmla="*/ 274734 w 293337"/>
                <a:gd name="connsiteY4" fmla="*/ 38746 h 113549"/>
                <a:gd name="connsiteX5" fmla="*/ 285846 w 293337"/>
                <a:gd name="connsiteY5" fmla="*/ 48271 h 113549"/>
                <a:gd name="connsiteX6" fmla="*/ 289021 w 293337"/>
                <a:gd name="connsiteY6" fmla="*/ 49859 h 113549"/>
                <a:gd name="connsiteX7" fmla="*/ 223934 w 293337"/>
                <a:gd name="connsiteY7" fmla="*/ 102246 h 113549"/>
                <a:gd name="connsiteX8" fmla="*/ 127096 w 293337"/>
                <a:gd name="connsiteY8" fmla="*/ 113359 h 113549"/>
                <a:gd name="connsiteX9" fmla="*/ 44546 w 293337"/>
                <a:gd name="connsiteY9" fmla="*/ 97484 h 113549"/>
                <a:gd name="connsiteX10" fmla="*/ 96 w 293337"/>
                <a:gd name="connsiteY10" fmla="*/ 72084 h 113549"/>
                <a:gd name="connsiteX0" fmla="*/ 96 w 300145"/>
                <a:gd name="connsiteY0" fmla="*/ 72084 h 113464"/>
                <a:gd name="connsiteX1" fmla="*/ 55659 w 300145"/>
                <a:gd name="connsiteY1" fmla="*/ 35571 h 113464"/>
                <a:gd name="connsiteX2" fmla="*/ 123921 w 300145"/>
                <a:gd name="connsiteY2" fmla="*/ 2234 h 113464"/>
                <a:gd name="connsiteX3" fmla="*/ 217584 w 300145"/>
                <a:gd name="connsiteY3" fmla="*/ 6996 h 113464"/>
                <a:gd name="connsiteX4" fmla="*/ 274734 w 300145"/>
                <a:gd name="connsiteY4" fmla="*/ 38746 h 113464"/>
                <a:gd name="connsiteX5" fmla="*/ 285846 w 300145"/>
                <a:gd name="connsiteY5" fmla="*/ 48271 h 113464"/>
                <a:gd name="connsiteX6" fmla="*/ 296959 w 300145"/>
                <a:gd name="connsiteY6" fmla="*/ 64146 h 113464"/>
                <a:gd name="connsiteX7" fmla="*/ 223934 w 300145"/>
                <a:gd name="connsiteY7" fmla="*/ 102246 h 113464"/>
                <a:gd name="connsiteX8" fmla="*/ 127096 w 300145"/>
                <a:gd name="connsiteY8" fmla="*/ 113359 h 113464"/>
                <a:gd name="connsiteX9" fmla="*/ 44546 w 300145"/>
                <a:gd name="connsiteY9" fmla="*/ 97484 h 113464"/>
                <a:gd name="connsiteX10" fmla="*/ 96 w 300145"/>
                <a:gd name="connsiteY10" fmla="*/ 72084 h 113464"/>
                <a:gd name="connsiteX0" fmla="*/ 711 w 300760"/>
                <a:gd name="connsiteY0" fmla="*/ 72084 h 113464"/>
                <a:gd name="connsiteX1" fmla="*/ 56274 w 300760"/>
                <a:gd name="connsiteY1" fmla="*/ 35571 h 113464"/>
                <a:gd name="connsiteX2" fmla="*/ 124536 w 300760"/>
                <a:gd name="connsiteY2" fmla="*/ 2234 h 113464"/>
                <a:gd name="connsiteX3" fmla="*/ 218199 w 300760"/>
                <a:gd name="connsiteY3" fmla="*/ 6996 h 113464"/>
                <a:gd name="connsiteX4" fmla="*/ 275349 w 300760"/>
                <a:gd name="connsiteY4" fmla="*/ 38746 h 113464"/>
                <a:gd name="connsiteX5" fmla="*/ 286461 w 300760"/>
                <a:gd name="connsiteY5" fmla="*/ 48271 h 113464"/>
                <a:gd name="connsiteX6" fmla="*/ 297574 w 300760"/>
                <a:gd name="connsiteY6" fmla="*/ 64146 h 113464"/>
                <a:gd name="connsiteX7" fmla="*/ 224549 w 300760"/>
                <a:gd name="connsiteY7" fmla="*/ 102246 h 113464"/>
                <a:gd name="connsiteX8" fmla="*/ 127711 w 300760"/>
                <a:gd name="connsiteY8" fmla="*/ 113359 h 113464"/>
                <a:gd name="connsiteX9" fmla="*/ 45161 w 300760"/>
                <a:gd name="connsiteY9" fmla="*/ 97484 h 113464"/>
                <a:gd name="connsiteX10" fmla="*/ 26111 w 300760"/>
                <a:gd name="connsiteY10" fmla="*/ 87959 h 113464"/>
                <a:gd name="connsiteX11" fmla="*/ 711 w 300760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44830 w 300429"/>
                <a:gd name="connsiteY9" fmla="*/ 97484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67055 w 300429"/>
                <a:gd name="connsiteY9" fmla="*/ 100659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67055 w 300429"/>
                <a:gd name="connsiteY9" fmla="*/ 100659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1609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298047"/>
                <a:gd name="connsiteY0" fmla="*/ 72084 h 118178"/>
                <a:gd name="connsiteX1" fmla="*/ 55943 w 298047"/>
                <a:gd name="connsiteY1" fmla="*/ 35571 h 118178"/>
                <a:gd name="connsiteX2" fmla="*/ 124205 w 298047"/>
                <a:gd name="connsiteY2" fmla="*/ 2234 h 118178"/>
                <a:gd name="connsiteX3" fmla="*/ 217868 w 298047"/>
                <a:gd name="connsiteY3" fmla="*/ 6996 h 118178"/>
                <a:gd name="connsiteX4" fmla="*/ 275018 w 298047"/>
                <a:gd name="connsiteY4" fmla="*/ 38746 h 118178"/>
                <a:gd name="connsiteX5" fmla="*/ 263905 w 298047"/>
                <a:gd name="connsiteY5" fmla="*/ 33983 h 118178"/>
                <a:gd name="connsiteX6" fmla="*/ 297243 w 298047"/>
                <a:gd name="connsiteY6" fmla="*/ 64146 h 118178"/>
                <a:gd name="connsiteX7" fmla="*/ 224218 w 298047"/>
                <a:gd name="connsiteY7" fmla="*/ 102246 h 118178"/>
                <a:gd name="connsiteX8" fmla="*/ 152780 w 298047"/>
                <a:gd name="connsiteY8" fmla="*/ 118122 h 118178"/>
                <a:gd name="connsiteX9" fmla="*/ 67055 w 298047"/>
                <a:gd name="connsiteY9" fmla="*/ 100659 h 118178"/>
                <a:gd name="connsiteX10" fmla="*/ 32130 w 298047"/>
                <a:gd name="connsiteY10" fmla="*/ 89546 h 118178"/>
                <a:gd name="connsiteX11" fmla="*/ 380 w 298047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6683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6683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298047"/>
                <a:gd name="connsiteY0" fmla="*/ 72084 h 118178"/>
                <a:gd name="connsiteX1" fmla="*/ 55943 w 298047"/>
                <a:gd name="connsiteY1" fmla="*/ 35571 h 118178"/>
                <a:gd name="connsiteX2" fmla="*/ 124205 w 298047"/>
                <a:gd name="connsiteY2" fmla="*/ 2234 h 118178"/>
                <a:gd name="connsiteX3" fmla="*/ 217868 w 298047"/>
                <a:gd name="connsiteY3" fmla="*/ 6996 h 118178"/>
                <a:gd name="connsiteX4" fmla="*/ 275018 w 298047"/>
                <a:gd name="connsiteY4" fmla="*/ 38746 h 118178"/>
                <a:gd name="connsiteX5" fmla="*/ 263905 w 298047"/>
                <a:gd name="connsiteY5" fmla="*/ 29220 h 118178"/>
                <a:gd name="connsiteX6" fmla="*/ 297243 w 298047"/>
                <a:gd name="connsiteY6" fmla="*/ 64146 h 118178"/>
                <a:gd name="connsiteX7" fmla="*/ 224218 w 298047"/>
                <a:gd name="connsiteY7" fmla="*/ 102246 h 118178"/>
                <a:gd name="connsiteX8" fmla="*/ 152780 w 298047"/>
                <a:gd name="connsiteY8" fmla="*/ 118122 h 118178"/>
                <a:gd name="connsiteX9" fmla="*/ 67055 w 298047"/>
                <a:gd name="connsiteY9" fmla="*/ 100659 h 118178"/>
                <a:gd name="connsiteX10" fmla="*/ 32130 w 298047"/>
                <a:gd name="connsiteY10" fmla="*/ 89546 h 118178"/>
                <a:gd name="connsiteX11" fmla="*/ 380 w 298047"/>
                <a:gd name="connsiteY11" fmla="*/ 72084 h 118178"/>
                <a:gd name="connsiteX0" fmla="*/ 380 w 297469"/>
                <a:gd name="connsiteY0" fmla="*/ 72084 h 118178"/>
                <a:gd name="connsiteX1" fmla="*/ 55943 w 297469"/>
                <a:gd name="connsiteY1" fmla="*/ 35571 h 118178"/>
                <a:gd name="connsiteX2" fmla="*/ 124205 w 297469"/>
                <a:gd name="connsiteY2" fmla="*/ 2234 h 118178"/>
                <a:gd name="connsiteX3" fmla="*/ 217868 w 297469"/>
                <a:gd name="connsiteY3" fmla="*/ 6996 h 118178"/>
                <a:gd name="connsiteX4" fmla="*/ 275018 w 297469"/>
                <a:gd name="connsiteY4" fmla="*/ 38746 h 118178"/>
                <a:gd name="connsiteX5" fmla="*/ 248030 w 297469"/>
                <a:gd name="connsiteY5" fmla="*/ 19695 h 118178"/>
                <a:gd name="connsiteX6" fmla="*/ 297243 w 297469"/>
                <a:gd name="connsiteY6" fmla="*/ 64146 h 118178"/>
                <a:gd name="connsiteX7" fmla="*/ 224218 w 297469"/>
                <a:gd name="connsiteY7" fmla="*/ 102246 h 118178"/>
                <a:gd name="connsiteX8" fmla="*/ 152780 w 297469"/>
                <a:gd name="connsiteY8" fmla="*/ 118122 h 118178"/>
                <a:gd name="connsiteX9" fmla="*/ 67055 w 297469"/>
                <a:gd name="connsiteY9" fmla="*/ 100659 h 118178"/>
                <a:gd name="connsiteX10" fmla="*/ 32130 w 297469"/>
                <a:gd name="connsiteY10" fmla="*/ 89546 h 118178"/>
                <a:gd name="connsiteX11" fmla="*/ 380 w 297469"/>
                <a:gd name="connsiteY11" fmla="*/ 72084 h 118178"/>
                <a:gd name="connsiteX0" fmla="*/ 380 w 297467"/>
                <a:gd name="connsiteY0" fmla="*/ 72142 h 118236"/>
                <a:gd name="connsiteX1" fmla="*/ 55943 w 297467"/>
                <a:gd name="connsiteY1" fmla="*/ 35629 h 118236"/>
                <a:gd name="connsiteX2" fmla="*/ 124205 w 297467"/>
                <a:gd name="connsiteY2" fmla="*/ 2292 h 118236"/>
                <a:gd name="connsiteX3" fmla="*/ 217868 w 297467"/>
                <a:gd name="connsiteY3" fmla="*/ 7054 h 118236"/>
                <a:gd name="connsiteX4" fmla="*/ 278193 w 297467"/>
                <a:gd name="connsiteY4" fmla="*/ 40391 h 118236"/>
                <a:gd name="connsiteX5" fmla="*/ 248030 w 297467"/>
                <a:gd name="connsiteY5" fmla="*/ 19753 h 118236"/>
                <a:gd name="connsiteX6" fmla="*/ 297243 w 297467"/>
                <a:gd name="connsiteY6" fmla="*/ 64204 h 118236"/>
                <a:gd name="connsiteX7" fmla="*/ 224218 w 297467"/>
                <a:gd name="connsiteY7" fmla="*/ 102304 h 118236"/>
                <a:gd name="connsiteX8" fmla="*/ 152780 w 297467"/>
                <a:gd name="connsiteY8" fmla="*/ 118180 h 118236"/>
                <a:gd name="connsiteX9" fmla="*/ 67055 w 297467"/>
                <a:gd name="connsiteY9" fmla="*/ 100717 h 118236"/>
                <a:gd name="connsiteX10" fmla="*/ 32130 w 297467"/>
                <a:gd name="connsiteY10" fmla="*/ 89604 h 118236"/>
                <a:gd name="connsiteX11" fmla="*/ 380 w 297467"/>
                <a:gd name="connsiteY11" fmla="*/ 72142 h 118236"/>
                <a:gd name="connsiteX0" fmla="*/ 380 w 297467"/>
                <a:gd name="connsiteY0" fmla="*/ 72142 h 118236"/>
                <a:gd name="connsiteX1" fmla="*/ 55943 w 297467"/>
                <a:gd name="connsiteY1" fmla="*/ 35629 h 118236"/>
                <a:gd name="connsiteX2" fmla="*/ 124205 w 297467"/>
                <a:gd name="connsiteY2" fmla="*/ 2292 h 118236"/>
                <a:gd name="connsiteX3" fmla="*/ 217868 w 297467"/>
                <a:gd name="connsiteY3" fmla="*/ 7054 h 118236"/>
                <a:gd name="connsiteX4" fmla="*/ 278193 w 297467"/>
                <a:gd name="connsiteY4" fmla="*/ 40391 h 118236"/>
                <a:gd name="connsiteX5" fmla="*/ 248030 w 297467"/>
                <a:gd name="connsiteY5" fmla="*/ 19753 h 118236"/>
                <a:gd name="connsiteX6" fmla="*/ 297243 w 297467"/>
                <a:gd name="connsiteY6" fmla="*/ 64204 h 118236"/>
                <a:gd name="connsiteX7" fmla="*/ 224218 w 297467"/>
                <a:gd name="connsiteY7" fmla="*/ 102304 h 118236"/>
                <a:gd name="connsiteX8" fmla="*/ 152780 w 297467"/>
                <a:gd name="connsiteY8" fmla="*/ 118180 h 118236"/>
                <a:gd name="connsiteX9" fmla="*/ 67055 w 297467"/>
                <a:gd name="connsiteY9" fmla="*/ 100717 h 118236"/>
                <a:gd name="connsiteX10" fmla="*/ 32130 w 297467"/>
                <a:gd name="connsiteY10" fmla="*/ 89604 h 118236"/>
                <a:gd name="connsiteX11" fmla="*/ 380 w 297467"/>
                <a:gd name="connsiteY11" fmla="*/ 72142 h 118236"/>
                <a:gd name="connsiteX0" fmla="*/ 380 w 297467"/>
                <a:gd name="connsiteY0" fmla="*/ 76481 h 122575"/>
                <a:gd name="connsiteX1" fmla="*/ 55943 w 297467"/>
                <a:gd name="connsiteY1" fmla="*/ 39968 h 122575"/>
                <a:gd name="connsiteX2" fmla="*/ 124205 w 297467"/>
                <a:gd name="connsiteY2" fmla="*/ 6631 h 122575"/>
                <a:gd name="connsiteX3" fmla="*/ 170243 w 297467"/>
                <a:gd name="connsiteY3" fmla="*/ 281 h 122575"/>
                <a:gd name="connsiteX4" fmla="*/ 217868 w 297467"/>
                <a:gd name="connsiteY4" fmla="*/ 11393 h 122575"/>
                <a:gd name="connsiteX5" fmla="*/ 278193 w 297467"/>
                <a:gd name="connsiteY5" fmla="*/ 44730 h 122575"/>
                <a:gd name="connsiteX6" fmla="*/ 248030 w 297467"/>
                <a:gd name="connsiteY6" fmla="*/ 24092 h 122575"/>
                <a:gd name="connsiteX7" fmla="*/ 297243 w 297467"/>
                <a:gd name="connsiteY7" fmla="*/ 68543 h 122575"/>
                <a:gd name="connsiteX8" fmla="*/ 224218 w 297467"/>
                <a:gd name="connsiteY8" fmla="*/ 106643 h 122575"/>
                <a:gd name="connsiteX9" fmla="*/ 152780 w 297467"/>
                <a:gd name="connsiteY9" fmla="*/ 122519 h 122575"/>
                <a:gd name="connsiteX10" fmla="*/ 67055 w 297467"/>
                <a:gd name="connsiteY10" fmla="*/ 105056 h 122575"/>
                <a:gd name="connsiteX11" fmla="*/ 32130 w 297467"/>
                <a:gd name="connsiteY11" fmla="*/ 93943 h 122575"/>
                <a:gd name="connsiteX12" fmla="*/ 380 w 297467"/>
                <a:gd name="connsiteY12" fmla="*/ 76481 h 122575"/>
                <a:gd name="connsiteX0" fmla="*/ 380 w 297467"/>
                <a:gd name="connsiteY0" fmla="*/ 76293 h 122387"/>
                <a:gd name="connsiteX1" fmla="*/ 55943 w 297467"/>
                <a:gd name="connsiteY1" fmla="*/ 39780 h 122387"/>
                <a:gd name="connsiteX2" fmla="*/ 79755 w 297467"/>
                <a:gd name="connsiteY2" fmla="*/ 15969 h 122387"/>
                <a:gd name="connsiteX3" fmla="*/ 124205 w 297467"/>
                <a:gd name="connsiteY3" fmla="*/ 6443 h 122387"/>
                <a:gd name="connsiteX4" fmla="*/ 170243 w 297467"/>
                <a:gd name="connsiteY4" fmla="*/ 93 h 122387"/>
                <a:gd name="connsiteX5" fmla="*/ 217868 w 297467"/>
                <a:gd name="connsiteY5" fmla="*/ 11205 h 122387"/>
                <a:gd name="connsiteX6" fmla="*/ 278193 w 297467"/>
                <a:gd name="connsiteY6" fmla="*/ 44542 h 122387"/>
                <a:gd name="connsiteX7" fmla="*/ 248030 w 297467"/>
                <a:gd name="connsiteY7" fmla="*/ 23904 h 122387"/>
                <a:gd name="connsiteX8" fmla="*/ 297243 w 297467"/>
                <a:gd name="connsiteY8" fmla="*/ 68355 h 122387"/>
                <a:gd name="connsiteX9" fmla="*/ 224218 w 297467"/>
                <a:gd name="connsiteY9" fmla="*/ 106455 h 122387"/>
                <a:gd name="connsiteX10" fmla="*/ 152780 w 297467"/>
                <a:gd name="connsiteY10" fmla="*/ 122331 h 122387"/>
                <a:gd name="connsiteX11" fmla="*/ 67055 w 297467"/>
                <a:gd name="connsiteY11" fmla="*/ 104868 h 122387"/>
                <a:gd name="connsiteX12" fmla="*/ 32130 w 297467"/>
                <a:gd name="connsiteY12" fmla="*/ 93755 h 122387"/>
                <a:gd name="connsiteX13" fmla="*/ 380 w 297467"/>
                <a:gd name="connsiteY13" fmla="*/ 76293 h 122387"/>
                <a:gd name="connsiteX0" fmla="*/ 380 w 297467"/>
                <a:gd name="connsiteY0" fmla="*/ 76293 h 122387"/>
                <a:gd name="connsiteX1" fmla="*/ 55943 w 297467"/>
                <a:gd name="connsiteY1" fmla="*/ 39780 h 122387"/>
                <a:gd name="connsiteX2" fmla="*/ 79755 w 297467"/>
                <a:gd name="connsiteY2" fmla="*/ 15969 h 122387"/>
                <a:gd name="connsiteX3" fmla="*/ 124205 w 297467"/>
                <a:gd name="connsiteY3" fmla="*/ 6443 h 122387"/>
                <a:gd name="connsiteX4" fmla="*/ 170243 w 297467"/>
                <a:gd name="connsiteY4" fmla="*/ 93 h 122387"/>
                <a:gd name="connsiteX5" fmla="*/ 217868 w 297467"/>
                <a:gd name="connsiteY5" fmla="*/ 11205 h 122387"/>
                <a:gd name="connsiteX6" fmla="*/ 278193 w 297467"/>
                <a:gd name="connsiteY6" fmla="*/ 44542 h 122387"/>
                <a:gd name="connsiteX7" fmla="*/ 248030 w 297467"/>
                <a:gd name="connsiteY7" fmla="*/ 23904 h 122387"/>
                <a:gd name="connsiteX8" fmla="*/ 297243 w 297467"/>
                <a:gd name="connsiteY8" fmla="*/ 68355 h 122387"/>
                <a:gd name="connsiteX9" fmla="*/ 224218 w 297467"/>
                <a:gd name="connsiteY9" fmla="*/ 106455 h 122387"/>
                <a:gd name="connsiteX10" fmla="*/ 152780 w 297467"/>
                <a:gd name="connsiteY10" fmla="*/ 122331 h 122387"/>
                <a:gd name="connsiteX11" fmla="*/ 67055 w 297467"/>
                <a:gd name="connsiteY11" fmla="*/ 104868 h 122387"/>
                <a:gd name="connsiteX12" fmla="*/ 32130 w 297467"/>
                <a:gd name="connsiteY12" fmla="*/ 93755 h 122387"/>
                <a:gd name="connsiteX13" fmla="*/ 380 w 297467"/>
                <a:gd name="connsiteY13" fmla="*/ 76293 h 122387"/>
                <a:gd name="connsiteX0" fmla="*/ 380 w 297467"/>
                <a:gd name="connsiteY0" fmla="*/ 77573 h 123667"/>
                <a:gd name="connsiteX1" fmla="*/ 55943 w 297467"/>
                <a:gd name="connsiteY1" fmla="*/ 41060 h 123667"/>
                <a:gd name="connsiteX2" fmla="*/ 79755 w 297467"/>
                <a:gd name="connsiteY2" fmla="*/ 17249 h 123667"/>
                <a:gd name="connsiteX3" fmla="*/ 122617 w 297467"/>
                <a:gd name="connsiteY3" fmla="*/ 1373 h 123667"/>
                <a:gd name="connsiteX4" fmla="*/ 170243 w 297467"/>
                <a:gd name="connsiteY4" fmla="*/ 1373 h 123667"/>
                <a:gd name="connsiteX5" fmla="*/ 217868 w 297467"/>
                <a:gd name="connsiteY5" fmla="*/ 12485 h 123667"/>
                <a:gd name="connsiteX6" fmla="*/ 278193 w 297467"/>
                <a:gd name="connsiteY6" fmla="*/ 45822 h 123667"/>
                <a:gd name="connsiteX7" fmla="*/ 248030 w 297467"/>
                <a:gd name="connsiteY7" fmla="*/ 25184 h 123667"/>
                <a:gd name="connsiteX8" fmla="*/ 297243 w 297467"/>
                <a:gd name="connsiteY8" fmla="*/ 69635 h 123667"/>
                <a:gd name="connsiteX9" fmla="*/ 224218 w 297467"/>
                <a:gd name="connsiteY9" fmla="*/ 107735 h 123667"/>
                <a:gd name="connsiteX10" fmla="*/ 152780 w 297467"/>
                <a:gd name="connsiteY10" fmla="*/ 123611 h 123667"/>
                <a:gd name="connsiteX11" fmla="*/ 67055 w 297467"/>
                <a:gd name="connsiteY11" fmla="*/ 106148 h 123667"/>
                <a:gd name="connsiteX12" fmla="*/ 32130 w 297467"/>
                <a:gd name="connsiteY12" fmla="*/ 95035 h 123667"/>
                <a:gd name="connsiteX13" fmla="*/ 380 w 297467"/>
                <a:gd name="connsiteY13" fmla="*/ 77573 h 123667"/>
                <a:gd name="connsiteX0" fmla="*/ 336 w 297423"/>
                <a:gd name="connsiteY0" fmla="*/ 77573 h 123667"/>
                <a:gd name="connsiteX1" fmla="*/ 54312 w 297423"/>
                <a:gd name="connsiteY1" fmla="*/ 37885 h 123667"/>
                <a:gd name="connsiteX2" fmla="*/ 79711 w 297423"/>
                <a:gd name="connsiteY2" fmla="*/ 17249 h 123667"/>
                <a:gd name="connsiteX3" fmla="*/ 122573 w 297423"/>
                <a:gd name="connsiteY3" fmla="*/ 1373 h 123667"/>
                <a:gd name="connsiteX4" fmla="*/ 170199 w 297423"/>
                <a:gd name="connsiteY4" fmla="*/ 1373 h 123667"/>
                <a:gd name="connsiteX5" fmla="*/ 217824 w 297423"/>
                <a:gd name="connsiteY5" fmla="*/ 12485 h 123667"/>
                <a:gd name="connsiteX6" fmla="*/ 278149 w 297423"/>
                <a:gd name="connsiteY6" fmla="*/ 45822 h 123667"/>
                <a:gd name="connsiteX7" fmla="*/ 247986 w 297423"/>
                <a:gd name="connsiteY7" fmla="*/ 25184 h 123667"/>
                <a:gd name="connsiteX8" fmla="*/ 297199 w 297423"/>
                <a:gd name="connsiteY8" fmla="*/ 69635 h 123667"/>
                <a:gd name="connsiteX9" fmla="*/ 224174 w 297423"/>
                <a:gd name="connsiteY9" fmla="*/ 107735 h 123667"/>
                <a:gd name="connsiteX10" fmla="*/ 152736 w 297423"/>
                <a:gd name="connsiteY10" fmla="*/ 123611 h 123667"/>
                <a:gd name="connsiteX11" fmla="*/ 67011 w 297423"/>
                <a:gd name="connsiteY11" fmla="*/ 106148 h 123667"/>
                <a:gd name="connsiteX12" fmla="*/ 32086 w 297423"/>
                <a:gd name="connsiteY12" fmla="*/ 95035 h 123667"/>
                <a:gd name="connsiteX13" fmla="*/ 336 w 297423"/>
                <a:gd name="connsiteY13" fmla="*/ 77573 h 123667"/>
                <a:gd name="connsiteX0" fmla="*/ 336 w 297423"/>
                <a:gd name="connsiteY0" fmla="*/ 77573 h 123667"/>
                <a:gd name="connsiteX1" fmla="*/ 54312 w 297423"/>
                <a:gd name="connsiteY1" fmla="*/ 37885 h 123667"/>
                <a:gd name="connsiteX2" fmla="*/ 79711 w 297423"/>
                <a:gd name="connsiteY2" fmla="*/ 17249 h 123667"/>
                <a:gd name="connsiteX3" fmla="*/ 122573 w 297423"/>
                <a:gd name="connsiteY3" fmla="*/ 1373 h 123667"/>
                <a:gd name="connsiteX4" fmla="*/ 170199 w 297423"/>
                <a:gd name="connsiteY4" fmla="*/ 1373 h 123667"/>
                <a:gd name="connsiteX5" fmla="*/ 217824 w 297423"/>
                <a:gd name="connsiteY5" fmla="*/ 12485 h 123667"/>
                <a:gd name="connsiteX6" fmla="*/ 278149 w 297423"/>
                <a:gd name="connsiteY6" fmla="*/ 45822 h 123667"/>
                <a:gd name="connsiteX7" fmla="*/ 247986 w 297423"/>
                <a:gd name="connsiteY7" fmla="*/ 25184 h 123667"/>
                <a:gd name="connsiteX8" fmla="*/ 297199 w 297423"/>
                <a:gd name="connsiteY8" fmla="*/ 69635 h 123667"/>
                <a:gd name="connsiteX9" fmla="*/ 224174 w 297423"/>
                <a:gd name="connsiteY9" fmla="*/ 107735 h 123667"/>
                <a:gd name="connsiteX10" fmla="*/ 152736 w 297423"/>
                <a:gd name="connsiteY10" fmla="*/ 123611 h 123667"/>
                <a:gd name="connsiteX11" fmla="*/ 67011 w 297423"/>
                <a:gd name="connsiteY11" fmla="*/ 106148 h 123667"/>
                <a:gd name="connsiteX12" fmla="*/ 32086 w 297423"/>
                <a:gd name="connsiteY12" fmla="*/ 95035 h 123667"/>
                <a:gd name="connsiteX13" fmla="*/ 336 w 297423"/>
                <a:gd name="connsiteY13" fmla="*/ 77573 h 123667"/>
                <a:gd name="connsiteX0" fmla="*/ 336 w 297423"/>
                <a:gd name="connsiteY0" fmla="*/ 78504 h 124598"/>
                <a:gd name="connsiteX1" fmla="*/ 54312 w 297423"/>
                <a:gd name="connsiteY1" fmla="*/ 38816 h 124598"/>
                <a:gd name="connsiteX2" fmla="*/ 57486 w 297423"/>
                <a:gd name="connsiteY2" fmla="*/ 30880 h 124598"/>
                <a:gd name="connsiteX3" fmla="*/ 122573 w 297423"/>
                <a:gd name="connsiteY3" fmla="*/ 2304 h 124598"/>
                <a:gd name="connsiteX4" fmla="*/ 170199 w 297423"/>
                <a:gd name="connsiteY4" fmla="*/ 2304 h 124598"/>
                <a:gd name="connsiteX5" fmla="*/ 217824 w 297423"/>
                <a:gd name="connsiteY5" fmla="*/ 13416 h 124598"/>
                <a:gd name="connsiteX6" fmla="*/ 278149 w 297423"/>
                <a:gd name="connsiteY6" fmla="*/ 46753 h 124598"/>
                <a:gd name="connsiteX7" fmla="*/ 247986 w 297423"/>
                <a:gd name="connsiteY7" fmla="*/ 26115 h 124598"/>
                <a:gd name="connsiteX8" fmla="*/ 297199 w 297423"/>
                <a:gd name="connsiteY8" fmla="*/ 70566 h 124598"/>
                <a:gd name="connsiteX9" fmla="*/ 224174 w 297423"/>
                <a:gd name="connsiteY9" fmla="*/ 108666 h 124598"/>
                <a:gd name="connsiteX10" fmla="*/ 152736 w 297423"/>
                <a:gd name="connsiteY10" fmla="*/ 124542 h 124598"/>
                <a:gd name="connsiteX11" fmla="*/ 67011 w 297423"/>
                <a:gd name="connsiteY11" fmla="*/ 107079 h 124598"/>
                <a:gd name="connsiteX12" fmla="*/ 32086 w 297423"/>
                <a:gd name="connsiteY12" fmla="*/ 95966 h 124598"/>
                <a:gd name="connsiteX13" fmla="*/ 336 w 297423"/>
                <a:gd name="connsiteY13" fmla="*/ 78504 h 124598"/>
                <a:gd name="connsiteX0" fmla="*/ 336 w 297423"/>
                <a:gd name="connsiteY0" fmla="*/ 80615 h 126709"/>
                <a:gd name="connsiteX1" fmla="*/ 54312 w 297423"/>
                <a:gd name="connsiteY1" fmla="*/ 40927 h 126709"/>
                <a:gd name="connsiteX2" fmla="*/ 57486 w 297423"/>
                <a:gd name="connsiteY2" fmla="*/ 32991 h 126709"/>
                <a:gd name="connsiteX3" fmla="*/ 122573 w 297423"/>
                <a:gd name="connsiteY3" fmla="*/ 4415 h 126709"/>
                <a:gd name="connsiteX4" fmla="*/ 170199 w 297423"/>
                <a:gd name="connsiteY4" fmla="*/ 4415 h 126709"/>
                <a:gd name="connsiteX5" fmla="*/ 217824 w 297423"/>
                <a:gd name="connsiteY5" fmla="*/ 15527 h 126709"/>
                <a:gd name="connsiteX6" fmla="*/ 278149 w 297423"/>
                <a:gd name="connsiteY6" fmla="*/ 48864 h 126709"/>
                <a:gd name="connsiteX7" fmla="*/ 247986 w 297423"/>
                <a:gd name="connsiteY7" fmla="*/ 28226 h 126709"/>
                <a:gd name="connsiteX8" fmla="*/ 297199 w 297423"/>
                <a:gd name="connsiteY8" fmla="*/ 72677 h 126709"/>
                <a:gd name="connsiteX9" fmla="*/ 224174 w 297423"/>
                <a:gd name="connsiteY9" fmla="*/ 110777 h 126709"/>
                <a:gd name="connsiteX10" fmla="*/ 152736 w 297423"/>
                <a:gd name="connsiteY10" fmla="*/ 126653 h 126709"/>
                <a:gd name="connsiteX11" fmla="*/ 67011 w 297423"/>
                <a:gd name="connsiteY11" fmla="*/ 109190 h 126709"/>
                <a:gd name="connsiteX12" fmla="*/ 32086 w 297423"/>
                <a:gd name="connsiteY12" fmla="*/ 98077 h 126709"/>
                <a:gd name="connsiteX13" fmla="*/ 336 w 297423"/>
                <a:gd name="connsiteY13" fmla="*/ 80615 h 126709"/>
                <a:gd name="connsiteX0" fmla="*/ 336 w 297423"/>
                <a:gd name="connsiteY0" fmla="*/ 81014 h 127108"/>
                <a:gd name="connsiteX1" fmla="*/ 54312 w 297423"/>
                <a:gd name="connsiteY1" fmla="*/ 41326 h 127108"/>
                <a:gd name="connsiteX2" fmla="*/ 57486 w 297423"/>
                <a:gd name="connsiteY2" fmla="*/ 33390 h 127108"/>
                <a:gd name="connsiteX3" fmla="*/ 122573 w 297423"/>
                <a:gd name="connsiteY3" fmla="*/ 4814 h 127108"/>
                <a:gd name="connsiteX4" fmla="*/ 170199 w 297423"/>
                <a:gd name="connsiteY4" fmla="*/ 4814 h 127108"/>
                <a:gd name="connsiteX5" fmla="*/ 217824 w 297423"/>
                <a:gd name="connsiteY5" fmla="*/ 15926 h 127108"/>
                <a:gd name="connsiteX6" fmla="*/ 278149 w 297423"/>
                <a:gd name="connsiteY6" fmla="*/ 49263 h 127108"/>
                <a:gd name="connsiteX7" fmla="*/ 247986 w 297423"/>
                <a:gd name="connsiteY7" fmla="*/ 28625 h 127108"/>
                <a:gd name="connsiteX8" fmla="*/ 297199 w 297423"/>
                <a:gd name="connsiteY8" fmla="*/ 73076 h 127108"/>
                <a:gd name="connsiteX9" fmla="*/ 224174 w 297423"/>
                <a:gd name="connsiteY9" fmla="*/ 111176 h 127108"/>
                <a:gd name="connsiteX10" fmla="*/ 152736 w 297423"/>
                <a:gd name="connsiteY10" fmla="*/ 127052 h 127108"/>
                <a:gd name="connsiteX11" fmla="*/ 67011 w 297423"/>
                <a:gd name="connsiteY11" fmla="*/ 109589 h 127108"/>
                <a:gd name="connsiteX12" fmla="*/ 32086 w 297423"/>
                <a:gd name="connsiteY12" fmla="*/ 98476 h 127108"/>
                <a:gd name="connsiteX13" fmla="*/ 336 w 297423"/>
                <a:gd name="connsiteY13" fmla="*/ 81014 h 127108"/>
                <a:gd name="connsiteX0" fmla="*/ 336 w 297423"/>
                <a:gd name="connsiteY0" fmla="*/ 78190 h 124284"/>
                <a:gd name="connsiteX1" fmla="*/ 54312 w 297423"/>
                <a:gd name="connsiteY1" fmla="*/ 38502 h 124284"/>
                <a:gd name="connsiteX2" fmla="*/ 79711 w 297423"/>
                <a:gd name="connsiteY2" fmla="*/ 19453 h 124284"/>
                <a:gd name="connsiteX3" fmla="*/ 122573 w 297423"/>
                <a:gd name="connsiteY3" fmla="*/ 1990 h 124284"/>
                <a:gd name="connsiteX4" fmla="*/ 170199 w 297423"/>
                <a:gd name="connsiteY4" fmla="*/ 1990 h 124284"/>
                <a:gd name="connsiteX5" fmla="*/ 217824 w 297423"/>
                <a:gd name="connsiteY5" fmla="*/ 13102 h 124284"/>
                <a:gd name="connsiteX6" fmla="*/ 278149 w 297423"/>
                <a:gd name="connsiteY6" fmla="*/ 46439 h 124284"/>
                <a:gd name="connsiteX7" fmla="*/ 247986 w 297423"/>
                <a:gd name="connsiteY7" fmla="*/ 25801 h 124284"/>
                <a:gd name="connsiteX8" fmla="*/ 297199 w 297423"/>
                <a:gd name="connsiteY8" fmla="*/ 70252 h 124284"/>
                <a:gd name="connsiteX9" fmla="*/ 224174 w 297423"/>
                <a:gd name="connsiteY9" fmla="*/ 108352 h 124284"/>
                <a:gd name="connsiteX10" fmla="*/ 152736 w 297423"/>
                <a:gd name="connsiteY10" fmla="*/ 124228 h 124284"/>
                <a:gd name="connsiteX11" fmla="*/ 67011 w 297423"/>
                <a:gd name="connsiteY11" fmla="*/ 106765 h 124284"/>
                <a:gd name="connsiteX12" fmla="*/ 32086 w 297423"/>
                <a:gd name="connsiteY12" fmla="*/ 95652 h 124284"/>
                <a:gd name="connsiteX13" fmla="*/ 336 w 297423"/>
                <a:gd name="connsiteY13" fmla="*/ 78190 h 124284"/>
                <a:gd name="connsiteX0" fmla="*/ 94 w 297181"/>
                <a:gd name="connsiteY0" fmla="*/ 78190 h 124284"/>
                <a:gd name="connsiteX1" fmla="*/ 42958 w 297181"/>
                <a:gd name="connsiteY1" fmla="*/ 40089 h 124284"/>
                <a:gd name="connsiteX2" fmla="*/ 79469 w 297181"/>
                <a:gd name="connsiteY2" fmla="*/ 19453 h 124284"/>
                <a:gd name="connsiteX3" fmla="*/ 122331 w 297181"/>
                <a:gd name="connsiteY3" fmla="*/ 1990 h 124284"/>
                <a:gd name="connsiteX4" fmla="*/ 169957 w 297181"/>
                <a:gd name="connsiteY4" fmla="*/ 1990 h 124284"/>
                <a:gd name="connsiteX5" fmla="*/ 217582 w 297181"/>
                <a:gd name="connsiteY5" fmla="*/ 13102 h 124284"/>
                <a:gd name="connsiteX6" fmla="*/ 277907 w 297181"/>
                <a:gd name="connsiteY6" fmla="*/ 46439 h 124284"/>
                <a:gd name="connsiteX7" fmla="*/ 247744 w 297181"/>
                <a:gd name="connsiteY7" fmla="*/ 25801 h 124284"/>
                <a:gd name="connsiteX8" fmla="*/ 296957 w 297181"/>
                <a:gd name="connsiteY8" fmla="*/ 70252 h 124284"/>
                <a:gd name="connsiteX9" fmla="*/ 223932 w 297181"/>
                <a:gd name="connsiteY9" fmla="*/ 108352 h 124284"/>
                <a:gd name="connsiteX10" fmla="*/ 152494 w 297181"/>
                <a:gd name="connsiteY10" fmla="*/ 124228 h 124284"/>
                <a:gd name="connsiteX11" fmla="*/ 66769 w 297181"/>
                <a:gd name="connsiteY11" fmla="*/ 106765 h 124284"/>
                <a:gd name="connsiteX12" fmla="*/ 31844 w 297181"/>
                <a:gd name="connsiteY12" fmla="*/ 95652 h 124284"/>
                <a:gd name="connsiteX13" fmla="*/ 94 w 297181"/>
                <a:gd name="connsiteY13" fmla="*/ 78190 h 124284"/>
                <a:gd name="connsiteX0" fmla="*/ 94 w 297181"/>
                <a:gd name="connsiteY0" fmla="*/ 79199 h 125293"/>
                <a:gd name="connsiteX1" fmla="*/ 42958 w 297181"/>
                <a:gd name="connsiteY1" fmla="*/ 41098 h 125293"/>
                <a:gd name="connsiteX2" fmla="*/ 79469 w 297181"/>
                <a:gd name="connsiteY2" fmla="*/ 20462 h 125293"/>
                <a:gd name="connsiteX3" fmla="*/ 135031 w 297181"/>
                <a:gd name="connsiteY3" fmla="*/ 1412 h 125293"/>
                <a:gd name="connsiteX4" fmla="*/ 169957 w 297181"/>
                <a:gd name="connsiteY4" fmla="*/ 2999 h 125293"/>
                <a:gd name="connsiteX5" fmla="*/ 217582 w 297181"/>
                <a:gd name="connsiteY5" fmla="*/ 14111 h 125293"/>
                <a:gd name="connsiteX6" fmla="*/ 277907 w 297181"/>
                <a:gd name="connsiteY6" fmla="*/ 47448 h 125293"/>
                <a:gd name="connsiteX7" fmla="*/ 247744 w 297181"/>
                <a:gd name="connsiteY7" fmla="*/ 26810 h 125293"/>
                <a:gd name="connsiteX8" fmla="*/ 296957 w 297181"/>
                <a:gd name="connsiteY8" fmla="*/ 71261 h 125293"/>
                <a:gd name="connsiteX9" fmla="*/ 223932 w 297181"/>
                <a:gd name="connsiteY9" fmla="*/ 109361 h 125293"/>
                <a:gd name="connsiteX10" fmla="*/ 152494 w 297181"/>
                <a:gd name="connsiteY10" fmla="*/ 125237 h 125293"/>
                <a:gd name="connsiteX11" fmla="*/ 66769 w 297181"/>
                <a:gd name="connsiteY11" fmla="*/ 107774 h 125293"/>
                <a:gd name="connsiteX12" fmla="*/ 31844 w 297181"/>
                <a:gd name="connsiteY12" fmla="*/ 96661 h 125293"/>
                <a:gd name="connsiteX13" fmla="*/ 94 w 297181"/>
                <a:gd name="connsiteY13" fmla="*/ 79199 h 125293"/>
                <a:gd name="connsiteX0" fmla="*/ 94 w 297181"/>
                <a:gd name="connsiteY0" fmla="*/ 79200 h 125294"/>
                <a:gd name="connsiteX1" fmla="*/ 42958 w 297181"/>
                <a:gd name="connsiteY1" fmla="*/ 41099 h 125294"/>
                <a:gd name="connsiteX2" fmla="*/ 79469 w 297181"/>
                <a:gd name="connsiteY2" fmla="*/ 20463 h 125294"/>
                <a:gd name="connsiteX3" fmla="*/ 135031 w 297181"/>
                <a:gd name="connsiteY3" fmla="*/ 1413 h 125294"/>
                <a:gd name="connsiteX4" fmla="*/ 182657 w 297181"/>
                <a:gd name="connsiteY4" fmla="*/ 3000 h 125294"/>
                <a:gd name="connsiteX5" fmla="*/ 217582 w 297181"/>
                <a:gd name="connsiteY5" fmla="*/ 14112 h 125294"/>
                <a:gd name="connsiteX6" fmla="*/ 277907 w 297181"/>
                <a:gd name="connsiteY6" fmla="*/ 47449 h 125294"/>
                <a:gd name="connsiteX7" fmla="*/ 247744 w 297181"/>
                <a:gd name="connsiteY7" fmla="*/ 26811 h 125294"/>
                <a:gd name="connsiteX8" fmla="*/ 296957 w 297181"/>
                <a:gd name="connsiteY8" fmla="*/ 71262 h 125294"/>
                <a:gd name="connsiteX9" fmla="*/ 223932 w 297181"/>
                <a:gd name="connsiteY9" fmla="*/ 109362 h 125294"/>
                <a:gd name="connsiteX10" fmla="*/ 152494 w 297181"/>
                <a:gd name="connsiteY10" fmla="*/ 125238 h 125294"/>
                <a:gd name="connsiteX11" fmla="*/ 66769 w 297181"/>
                <a:gd name="connsiteY11" fmla="*/ 107775 h 125294"/>
                <a:gd name="connsiteX12" fmla="*/ 31844 w 297181"/>
                <a:gd name="connsiteY12" fmla="*/ 96662 h 125294"/>
                <a:gd name="connsiteX13" fmla="*/ 94 w 297181"/>
                <a:gd name="connsiteY13" fmla="*/ 79200 h 125294"/>
                <a:gd name="connsiteX0" fmla="*/ 94 w 297181"/>
                <a:gd name="connsiteY0" fmla="*/ 79200 h 125294"/>
                <a:gd name="connsiteX1" fmla="*/ 42958 w 297181"/>
                <a:gd name="connsiteY1" fmla="*/ 41099 h 125294"/>
                <a:gd name="connsiteX2" fmla="*/ 79469 w 297181"/>
                <a:gd name="connsiteY2" fmla="*/ 20463 h 125294"/>
                <a:gd name="connsiteX3" fmla="*/ 135031 w 297181"/>
                <a:gd name="connsiteY3" fmla="*/ 1413 h 125294"/>
                <a:gd name="connsiteX4" fmla="*/ 182657 w 297181"/>
                <a:gd name="connsiteY4" fmla="*/ 3000 h 125294"/>
                <a:gd name="connsiteX5" fmla="*/ 222345 w 297181"/>
                <a:gd name="connsiteY5" fmla="*/ 14112 h 125294"/>
                <a:gd name="connsiteX6" fmla="*/ 277907 w 297181"/>
                <a:gd name="connsiteY6" fmla="*/ 47449 h 125294"/>
                <a:gd name="connsiteX7" fmla="*/ 247744 w 297181"/>
                <a:gd name="connsiteY7" fmla="*/ 26811 h 125294"/>
                <a:gd name="connsiteX8" fmla="*/ 296957 w 297181"/>
                <a:gd name="connsiteY8" fmla="*/ 71262 h 125294"/>
                <a:gd name="connsiteX9" fmla="*/ 223932 w 297181"/>
                <a:gd name="connsiteY9" fmla="*/ 109362 h 125294"/>
                <a:gd name="connsiteX10" fmla="*/ 152494 w 297181"/>
                <a:gd name="connsiteY10" fmla="*/ 125238 h 125294"/>
                <a:gd name="connsiteX11" fmla="*/ 66769 w 297181"/>
                <a:gd name="connsiteY11" fmla="*/ 107775 h 125294"/>
                <a:gd name="connsiteX12" fmla="*/ 31844 w 297181"/>
                <a:gd name="connsiteY12" fmla="*/ 96662 h 125294"/>
                <a:gd name="connsiteX13" fmla="*/ 94 w 297181"/>
                <a:gd name="connsiteY13" fmla="*/ 79200 h 125294"/>
                <a:gd name="connsiteX0" fmla="*/ 28 w 297115"/>
                <a:gd name="connsiteY0" fmla="*/ 79200 h 125294"/>
                <a:gd name="connsiteX1" fmla="*/ 42892 w 297115"/>
                <a:gd name="connsiteY1" fmla="*/ 41099 h 125294"/>
                <a:gd name="connsiteX2" fmla="*/ 79403 w 297115"/>
                <a:gd name="connsiteY2" fmla="*/ 20463 h 125294"/>
                <a:gd name="connsiteX3" fmla="*/ 134965 w 297115"/>
                <a:gd name="connsiteY3" fmla="*/ 1413 h 125294"/>
                <a:gd name="connsiteX4" fmla="*/ 182591 w 297115"/>
                <a:gd name="connsiteY4" fmla="*/ 3000 h 125294"/>
                <a:gd name="connsiteX5" fmla="*/ 222279 w 297115"/>
                <a:gd name="connsiteY5" fmla="*/ 14112 h 125294"/>
                <a:gd name="connsiteX6" fmla="*/ 277841 w 297115"/>
                <a:gd name="connsiteY6" fmla="*/ 47449 h 125294"/>
                <a:gd name="connsiteX7" fmla="*/ 247678 w 297115"/>
                <a:gd name="connsiteY7" fmla="*/ 26811 h 125294"/>
                <a:gd name="connsiteX8" fmla="*/ 296891 w 297115"/>
                <a:gd name="connsiteY8" fmla="*/ 71262 h 125294"/>
                <a:gd name="connsiteX9" fmla="*/ 223866 w 297115"/>
                <a:gd name="connsiteY9" fmla="*/ 109362 h 125294"/>
                <a:gd name="connsiteX10" fmla="*/ 152428 w 297115"/>
                <a:gd name="connsiteY10" fmla="*/ 125238 h 125294"/>
                <a:gd name="connsiteX11" fmla="*/ 66703 w 297115"/>
                <a:gd name="connsiteY11" fmla="*/ 107775 h 125294"/>
                <a:gd name="connsiteX12" fmla="*/ 36541 w 297115"/>
                <a:gd name="connsiteY12" fmla="*/ 90312 h 125294"/>
                <a:gd name="connsiteX13" fmla="*/ 28 w 297115"/>
                <a:gd name="connsiteY13" fmla="*/ 79200 h 125294"/>
                <a:gd name="connsiteX0" fmla="*/ 345 w 297432"/>
                <a:gd name="connsiteY0" fmla="*/ 79200 h 125294"/>
                <a:gd name="connsiteX1" fmla="*/ 43209 w 297432"/>
                <a:gd name="connsiteY1" fmla="*/ 41099 h 125294"/>
                <a:gd name="connsiteX2" fmla="*/ 79720 w 297432"/>
                <a:gd name="connsiteY2" fmla="*/ 20463 h 125294"/>
                <a:gd name="connsiteX3" fmla="*/ 135282 w 297432"/>
                <a:gd name="connsiteY3" fmla="*/ 1413 h 125294"/>
                <a:gd name="connsiteX4" fmla="*/ 182908 w 297432"/>
                <a:gd name="connsiteY4" fmla="*/ 3000 h 125294"/>
                <a:gd name="connsiteX5" fmla="*/ 222596 w 297432"/>
                <a:gd name="connsiteY5" fmla="*/ 14112 h 125294"/>
                <a:gd name="connsiteX6" fmla="*/ 278158 w 297432"/>
                <a:gd name="connsiteY6" fmla="*/ 47449 h 125294"/>
                <a:gd name="connsiteX7" fmla="*/ 247995 w 297432"/>
                <a:gd name="connsiteY7" fmla="*/ 26811 h 125294"/>
                <a:gd name="connsiteX8" fmla="*/ 297208 w 297432"/>
                <a:gd name="connsiteY8" fmla="*/ 71262 h 125294"/>
                <a:gd name="connsiteX9" fmla="*/ 224183 w 297432"/>
                <a:gd name="connsiteY9" fmla="*/ 109362 h 125294"/>
                <a:gd name="connsiteX10" fmla="*/ 152745 w 297432"/>
                <a:gd name="connsiteY10" fmla="*/ 125238 h 125294"/>
                <a:gd name="connsiteX11" fmla="*/ 67020 w 297432"/>
                <a:gd name="connsiteY11" fmla="*/ 107775 h 125294"/>
                <a:gd name="connsiteX12" fmla="*/ 24158 w 297432"/>
                <a:gd name="connsiteY12" fmla="*/ 88724 h 125294"/>
                <a:gd name="connsiteX13" fmla="*/ 345 w 297432"/>
                <a:gd name="connsiteY13" fmla="*/ 79200 h 125294"/>
                <a:gd name="connsiteX0" fmla="*/ 345 w 297432"/>
                <a:gd name="connsiteY0" fmla="*/ 79200 h 125294"/>
                <a:gd name="connsiteX1" fmla="*/ 43209 w 297432"/>
                <a:gd name="connsiteY1" fmla="*/ 41099 h 125294"/>
                <a:gd name="connsiteX2" fmla="*/ 79720 w 297432"/>
                <a:gd name="connsiteY2" fmla="*/ 20463 h 125294"/>
                <a:gd name="connsiteX3" fmla="*/ 135282 w 297432"/>
                <a:gd name="connsiteY3" fmla="*/ 1413 h 125294"/>
                <a:gd name="connsiteX4" fmla="*/ 182908 w 297432"/>
                <a:gd name="connsiteY4" fmla="*/ 3000 h 125294"/>
                <a:gd name="connsiteX5" fmla="*/ 222596 w 297432"/>
                <a:gd name="connsiteY5" fmla="*/ 14112 h 125294"/>
                <a:gd name="connsiteX6" fmla="*/ 278158 w 297432"/>
                <a:gd name="connsiteY6" fmla="*/ 47449 h 125294"/>
                <a:gd name="connsiteX7" fmla="*/ 247995 w 297432"/>
                <a:gd name="connsiteY7" fmla="*/ 26811 h 125294"/>
                <a:gd name="connsiteX8" fmla="*/ 297208 w 297432"/>
                <a:gd name="connsiteY8" fmla="*/ 71262 h 125294"/>
                <a:gd name="connsiteX9" fmla="*/ 224183 w 297432"/>
                <a:gd name="connsiteY9" fmla="*/ 109362 h 125294"/>
                <a:gd name="connsiteX10" fmla="*/ 152745 w 297432"/>
                <a:gd name="connsiteY10" fmla="*/ 125238 h 125294"/>
                <a:gd name="connsiteX11" fmla="*/ 82895 w 297432"/>
                <a:gd name="connsiteY11" fmla="*/ 112538 h 125294"/>
                <a:gd name="connsiteX12" fmla="*/ 24158 w 297432"/>
                <a:gd name="connsiteY12" fmla="*/ 88724 h 125294"/>
                <a:gd name="connsiteX13" fmla="*/ 345 w 297432"/>
                <a:gd name="connsiteY13" fmla="*/ 79200 h 125294"/>
                <a:gd name="connsiteX0" fmla="*/ 345 w 297432"/>
                <a:gd name="connsiteY0" fmla="*/ 79200 h 123717"/>
                <a:gd name="connsiteX1" fmla="*/ 43209 w 297432"/>
                <a:gd name="connsiteY1" fmla="*/ 41099 h 123717"/>
                <a:gd name="connsiteX2" fmla="*/ 79720 w 297432"/>
                <a:gd name="connsiteY2" fmla="*/ 20463 h 123717"/>
                <a:gd name="connsiteX3" fmla="*/ 135282 w 297432"/>
                <a:gd name="connsiteY3" fmla="*/ 1413 h 123717"/>
                <a:gd name="connsiteX4" fmla="*/ 182908 w 297432"/>
                <a:gd name="connsiteY4" fmla="*/ 3000 h 123717"/>
                <a:gd name="connsiteX5" fmla="*/ 222596 w 297432"/>
                <a:gd name="connsiteY5" fmla="*/ 14112 h 123717"/>
                <a:gd name="connsiteX6" fmla="*/ 278158 w 297432"/>
                <a:gd name="connsiteY6" fmla="*/ 47449 h 123717"/>
                <a:gd name="connsiteX7" fmla="*/ 247995 w 297432"/>
                <a:gd name="connsiteY7" fmla="*/ 26811 h 123717"/>
                <a:gd name="connsiteX8" fmla="*/ 297208 w 297432"/>
                <a:gd name="connsiteY8" fmla="*/ 71262 h 123717"/>
                <a:gd name="connsiteX9" fmla="*/ 224183 w 297432"/>
                <a:gd name="connsiteY9" fmla="*/ 109362 h 123717"/>
                <a:gd name="connsiteX10" fmla="*/ 168620 w 297432"/>
                <a:gd name="connsiteY10" fmla="*/ 123650 h 123717"/>
                <a:gd name="connsiteX11" fmla="*/ 82895 w 297432"/>
                <a:gd name="connsiteY11" fmla="*/ 112538 h 123717"/>
                <a:gd name="connsiteX12" fmla="*/ 24158 w 297432"/>
                <a:gd name="connsiteY12" fmla="*/ 88724 h 123717"/>
                <a:gd name="connsiteX13" fmla="*/ 345 w 297432"/>
                <a:gd name="connsiteY13" fmla="*/ 79200 h 123717"/>
                <a:gd name="connsiteX0" fmla="*/ 345 w 297292"/>
                <a:gd name="connsiteY0" fmla="*/ 79200 h 123690"/>
                <a:gd name="connsiteX1" fmla="*/ 43209 w 297292"/>
                <a:gd name="connsiteY1" fmla="*/ 41099 h 123690"/>
                <a:gd name="connsiteX2" fmla="*/ 79720 w 297292"/>
                <a:gd name="connsiteY2" fmla="*/ 20463 h 123690"/>
                <a:gd name="connsiteX3" fmla="*/ 135282 w 297292"/>
                <a:gd name="connsiteY3" fmla="*/ 1413 h 123690"/>
                <a:gd name="connsiteX4" fmla="*/ 182908 w 297292"/>
                <a:gd name="connsiteY4" fmla="*/ 3000 h 123690"/>
                <a:gd name="connsiteX5" fmla="*/ 222596 w 297292"/>
                <a:gd name="connsiteY5" fmla="*/ 14112 h 123690"/>
                <a:gd name="connsiteX6" fmla="*/ 278158 w 297292"/>
                <a:gd name="connsiteY6" fmla="*/ 47449 h 123690"/>
                <a:gd name="connsiteX7" fmla="*/ 247995 w 297292"/>
                <a:gd name="connsiteY7" fmla="*/ 26811 h 123690"/>
                <a:gd name="connsiteX8" fmla="*/ 297208 w 297292"/>
                <a:gd name="connsiteY8" fmla="*/ 71262 h 123690"/>
                <a:gd name="connsiteX9" fmla="*/ 233708 w 297292"/>
                <a:gd name="connsiteY9" fmla="*/ 104600 h 123690"/>
                <a:gd name="connsiteX10" fmla="*/ 168620 w 297292"/>
                <a:gd name="connsiteY10" fmla="*/ 123650 h 123690"/>
                <a:gd name="connsiteX11" fmla="*/ 82895 w 297292"/>
                <a:gd name="connsiteY11" fmla="*/ 112538 h 123690"/>
                <a:gd name="connsiteX12" fmla="*/ 24158 w 297292"/>
                <a:gd name="connsiteY12" fmla="*/ 88724 h 123690"/>
                <a:gd name="connsiteX13" fmla="*/ 345 w 297292"/>
                <a:gd name="connsiteY13" fmla="*/ 79200 h 123690"/>
                <a:gd name="connsiteX0" fmla="*/ 345 w 298292"/>
                <a:gd name="connsiteY0" fmla="*/ 79200 h 123686"/>
                <a:gd name="connsiteX1" fmla="*/ 43209 w 298292"/>
                <a:gd name="connsiteY1" fmla="*/ 41099 h 123686"/>
                <a:gd name="connsiteX2" fmla="*/ 79720 w 298292"/>
                <a:gd name="connsiteY2" fmla="*/ 20463 h 123686"/>
                <a:gd name="connsiteX3" fmla="*/ 135282 w 298292"/>
                <a:gd name="connsiteY3" fmla="*/ 1413 h 123686"/>
                <a:gd name="connsiteX4" fmla="*/ 182908 w 298292"/>
                <a:gd name="connsiteY4" fmla="*/ 3000 h 123686"/>
                <a:gd name="connsiteX5" fmla="*/ 222596 w 298292"/>
                <a:gd name="connsiteY5" fmla="*/ 14112 h 123686"/>
                <a:gd name="connsiteX6" fmla="*/ 278158 w 298292"/>
                <a:gd name="connsiteY6" fmla="*/ 47449 h 123686"/>
                <a:gd name="connsiteX7" fmla="*/ 247995 w 298292"/>
                <a:gd name="connsiteY7" fmla="*/ 26811 h 123686"/>
                <a:gd name="connsiteX8" fmla="*/ 297208 w 298292"/>
                <a:gd name="connsiteY8" fmla="*/ 71262 h 123686"/>
                <a:gd name="connsiteX9" fmla="*/ 278158 w 298292"/>
                <a:gd name="connsiteY9" fmla="*/ 79204 h 123686"/>
                <a:gd name="connsiteX10" fmla="*/ 233708 w 298292"/>
                <a:gd name="connsiteY10" fmla="*/ 104600 h 123686"/>
                <a:gd name="connsiteX11" fmla="*/ 168620 w 298292"/>
                <a:gd name="connsiteY11" fmla="*/ 123650 h 123686"/>
                <a:gd name="connsiteX12" fmla="*/ 82895 w 298292"/>
                <a:gd name="connsiteY12" fmla="*/ 112538 h 123686"/>
                <a:gd name="connsiteX13" fmla="*/ 24158 w 298292"/>
                <a:gd name="connsiteY13" fmla="*/ 88724 h 123686"/>
                <a:gd name="connsiteX14" fmla="*/ 345 w 298292"/>
                <a:gd name="connsiteY14" fmla="*/ 79200 h 123686"/>
                <a:gd name="connsiteX0" fmla="*/ 345 w 298292"/>
                <a:gd name="connsiteY0" fmla="*/ 79200 h 123686"/>
                <a:gd name="connsiteX1" fmla="*/ 43209 w 298292"/>
                <a:gd name="connsiteY1" fmla="*/ 41099 h 123686"/>
                <a:gd name="connsiteX2" fmla="*/ 79720 w 298292"/>
                <a:gd name="connsiteY2" fmla="*/ 20463 h 123686"/>
                <a:gd name="connsiteX3" fmla="*/ 135282 w 298292"/>
                <a:gd name="connsiteY3" fmla="*/ 1413 h 123686"/>
                <a:gd name="connsiteX4" fmla="*/ 182908 w 298292"/>
                <a:gd name="connsiteY4" fmla="*/ 3000 h 123686"/>
                <a:gd name="connsiteX5" fmla="*/ 222596 w 298292"/>
                <a:gd name="connsiteY5" fmla="*/ 14112 h 123686"/>
                <a:gd name="connsiteX6" fmla="*/ 225771 w 298292"/>
                <a:gd name="connsiteY6" fmla="*/ 15699 h 123686"/>
                <a:gd name="connsiteX7" fmla="*/ 247995 w 298292"/>
                <a:gd name="connsiteY7" fmla="*/ 26811 h 123686"/>
                <a:gd name="connsiteX8" fmla="*/ 297208 w 298292"/>
                <a:gd name="connsiteY8" fmla="*/ 71262 h 123686"/>
                <a:gd name="connsiteX9" fmla="*/ 278158 w 298292"/>
                <a:gd name="connsiteY9" fmla="*/ 79204 h 123686"/>
                <a:gd name="connsiteX10" fmla="*/ 233708 w 298292"/>
                <a:gd name="connsiteY10" fmla="*/ 104600 h 123686"/>
                <a:gd name="connsiteX11" fmla="*/ 168620 w 298292"/>
                <a:gd name="connsiteY11" fmla="*/ 123650 h 123686"/>
                <a:gd name="connsiteX12" fmla="*/ 82895 w 298292"/>
                <a:gd name="connsiteY12" fmla="*/ 112538 h 123686"/>
                <a:gd name="connsiteX13" fmla="*/ 24158 w 298292"/>
                <a:gd name="connsiteY13" fmla="*/ 88724 h 123686"/>
                <a:gd name="connsiteX14" fmla="*/ 345 w 298292"/>
                <a:gd name="connsiteY14" fmla="*/ 79200 h 123686"/>
                <a:gd name="connsiteX0" fmla="*/ 345 w 297711"/>
                <a:gd name="connsiteY0" fmla="*/ 79200 h 123686"/>
                <a:gd name="connsiteX1" fmla="*/ 43209 w 297711"/>
                <a:gd name="connsiteY1" fmla="*/ 41099 h 123686"/>
                <a:gd name="connsiteX2" fmla="*/ 79720 w 297711"/>
                <a:gd name="connsiteY2" fmla="*/ 20463 h 123686"/>
                <a:gd name="connsiteX3" fmla="*/ 135282 w 297711"/>
                <a:gd name="connsiteY3" fmla="*/ 1413 h 123686"/>
                <a:gd name="connsiteX4" fmla="*/ 182908 w 297711"/>
                <a:gd name="connsiteY4" fmla="*/ 3000 h 123686"/>
                <a:gd name="connsiteX5" fmla="*/ 222596 w 297711"/>
                <a:gd name="connsiteY5" fmla="*/ 14112 h 123686"/>
                <a:gd name="connsiteX6" fmla="*/ 225771 w 297711"/>
                <a:gd name="connsiteY6" fmla="*/ 15699 h 123686"/>
                <a:gd name="connsiteX7" fmla="*/ 286095 w 297711"/>
                <a:gd name="connsiteY7" fmla="*/ 47448 h 123686"/>
                <a:gd name="connsiteX8" fmla="*/ 297208 w 297711"/>
                <a:gd name="connsiteY8" fmla="*/ 71262 h 123686"/>
                <a:gd name="connsiteX9" fmla="*/ 278158 w 297711"/>
                <a:gd name="connsiteY9" fmla="*/ 79204 h 123686"/>
                <a:gd name="connsiteX10" fmla="*/ 233708 w 297711"/>
                <a:gd name="connsiteY10" fmla="*/ 104600 h 123686"/>
                <a:gd name="connsiteX11" fmla="*/ 168620 w 297711"/>
                <a:gd name="connsiteY11" fmla="*/ 123650 h 123686"/>
                <a:gd name="connsiteX12" fmla="*/ 82895 w 297711"/>
                <a:gd name="connsiteY12" fmla="*/ 112538 h 123686"/>
                <a:gd name="connsiteX13" fmla="*/ 24158 w 297711"/>
                <a:gd name="connsiteY13" fmla="*/ 88724 h 123686"/>
                <a:gd name="connsiteX14" fmla="*/ 345 w 297711"/>
                <a:gd name="connsiteY14" fmla="*/ 79200 h 123686"/>
                <a:gd name="connsiteX0" fmla="*/ 345 w 297980"/>
                <a:gd name="connsiteY0" fmla="*/ 79200 h 123686"/>
                <a:gd name="connsiteX1" fmla="*/ 43209 w 297980"/>
                <a:gd name="connsiteY1" fmla="*/ 41099 h 123686"/>
                <a:gd name="connsiteX2" fmla="*/ 79720 w 297980"/>
                <a:gd name="connsiteY2" fmla="*/ 20463 h 123686"/>
                <a:gd name="connsiteX3" fmla="*/ 135282 w 297980"/>
                <a:gd name="connsiteY3" fmla="*/ 1413 h 123686"/>
                <a:gd name="connsiteX4" fmla="*/ 182908 w 297980"/>
                <a:gd name="connsiteY4" fmla="*/ 3000 h 123686"/>
                <a:gd name="connsiteX5" fmla="*/ 222596 w 297980"/>
                <a:gd name="connsiteY5" fmla="*/ 14112 h 123686"/>
                <a:gd name="connsiteX6" fmla="*/ 225771 w 297980"/>
                <a:gd name="connsiteY6" fmla="*/ 15699 h 123686"/>
                <a:gd name="connsiteX7" fmla="*/ 286095 w 297980"/>
                <a:gd name="connsiteY7" fmla="*/ 47448 h 123686"/>
                <a:gd name="connsiteX8" fmla="*/ 297208 w 297980"/>
                <a:gd name="connsiteY8" fmla="*/ 71262 h 123686"/>
                <a:gd name="connsiteX9" fmla="*/ 278158 w 297980"/>
                <a:gd name="connsiteY9" fmla="*/ 79204 h 123686"/>
                <a:gd name="connsiteX10" fmla="*/ 233708 w 297980"/>
                <a:gd name="connsiteY10" fmla="*/ 104600 h 123686"/>
                <a:gd name="connsiteX11" fmla="*/ 168620 w 297980"/>
                <a:gd name="connsiteY11" fmla="*/ 123650 h 123686"/>
                <a:gd name="connsiteX12" fmla="*/ 82895 w 297980"/>
                <a:gd name="connsiteY12" fmla="*/ 112538 h 123686"/>
                <a:gd name="connsiteX13" fmla="*/ 24158 w 297980"/>
                <a:gd name="connsiteY13" fmla="*/ 88724 h 123686"/>
                <a:gd name="connsiteX14" fmla="*/ 345 w 297980"/>
                <a:gd name="connsiteY14" fmla="*/ 79200 h 123686"/>
                <a:gd name="connsiteX0" fmla="*/ 345 w 297469"/>
                <a:gd name="connsiteY0" fmla="*/ 79200 h 123686"/>
                <a:gd name="connsiteX1" fmla="*/ 43209 w 297469"/>
                <a:gd name="connsiteY1" fmla="*/ 41099 h 123686"/>
                <a:gd name="connsiteX2" fmla="*/ 79720 w 297469"/>
                <a:gd name="connsiteY2" fmla="*/ 20463 h 123686"/>
                <a:gd name="connsiteX3" fmla="*/ 135282 w 297469"/>
                <a:gd name="connsiteY3" fmla="*/ 1413 h 123686"/>
                <a:gd name="connsiteX4" fmla="*/ 182908 w 297469"/>
                <a:gd name="connsiteY4" fmla="*/ 3000 h 123686"/>
                <a:gd name="connsiteX5" fmla="*/ 222596 w 297469"/>
                <a:gd name="connsiteY5" fmla="*/ 14112 h 123686"/>
                <a:gd name="connsiteX6" fmla="*/ 244821 w 297469"/>
                <a:gd name="connsiteY6" fmla="*/ 22049 h 123686"/>
                <a:gd name="connsiteX7" fmla="*/ 286095 w 297469"/>
                <a:gd name="connsiteY7" fmla="*/ 47448 h 123686"/>
                <a:gd name="connsiteX8" fmla="*/ 297208 w 297469"/>
                <a:gd name="connsiteY8" fmla="*/ 71262 h 123686"/>
                <a:gd name="connsiteX9" fmla="*/ 278158 w 297469"/>
                <a:gd name="connsiteY9" fmla="*/ 79204 h 123686"/>
                <a:gd name="connsiteX10" fmla="*/ 233708 w 297469"/>
                <a:gd name="connsiteY10" fmla="*/ 104600 h 123686"/>
                <a:gd name="connsiteX11" fmla="*/ 168620 w 297469"/>
                <a:gd name="connsiteY11" fmla="*/ 123650 h 123686"/>
                <a:gd name="connsiteX12" fmla="*/ 82895 w 297469"/>
                <a:gd name="connsiteY12" fmla="*/ 112538 h 123686"/>
                <a:gd name="connsiteX13" fmla="*/ 24158 w 297469"/>
                <a:gd name="connsiteY13" fmla="*/ 88724 h 123686"/>
                <a:gd name="connsiteX14" fmla="*/ 345 w 297469"/>
                <a:gd name="connsiteY14" fmla="*/ 79200 h 123686"/>
                <a:gd name="connsiteX0" fmla="*/ 345 w 297469"/>
                <a:gd name="connsiteY0" fmla="*/ 79200 h 123686"/>
                <a:gd name="connsiteX1" fmla="*/ 43209 w 297469"/>
                <a:gd name="connsiteY1" fmla="*/ 41099 h 123686"/>
                <a:gd name="connsiteX2" fmla="*/ 79720 w 297469"/>
                <a:gd name="connsiteY2" fmla="*/ 20463 h 123686"/>
                <a:gd name="connsiteX3" fmla="*/ 135282 w 297469"/>
                <a:gd name="connsiteY3" fmla="*/ 1413 h 123686"/>
                <a:gd name="connsiteX4" fmla="*/ 182908 w 297469"/>
                <a:gd name="connsiteY4" fmla="*/ 3000 h 123686"/>
                <a:gd name="connsiteX5" fmla="*/ 214659 w 297469"/>
                <a:gd name="connsiteY5" fmla="*/ 9350 h 123686"/>
                <a:gd name="connsiteX6" fmla="*/ 244821 w 297469"/>
                <a:gd name="connsiteY6" fmla="*/ 22049 h 123686"/>
                <a:gd name="connsiteX7" fmla="*/ 286095 w 297469"/>
                <a:gd name="connsiteY7" fmla="*/ 47448 h 123686"/>
                <a:gd name="connsiteX8" fmla="*/ 297208 w 297469"/>
                <a:gd name="connsiteY8" fmla="*/ 71262 h 123686"/>
                <a:gd name="connsiteX9" fmla="*/ 278158 w 297469"/>
                <a:gd name="connsiteY9" fmla="*/ 79204 h 123686"/>
                <a:gd name="connsiteX10" fmla="*/ 233708 w 297469"/>
                <a:gd name="connsiteY10" fmla="*/ 104600 h 123686"/>
                <a:gd name="connsiteX11" fmla="*/ 168620 w 297469"/>
                <a:gd name="connsiteY11" fmla="*/ 123650 h 123686"/>
                <a:gd name="connsiteX12" fmla="*/ 82895 w 297469"/>
                <a:gd name="connsiteY12" fmla="*/ 112538 h 123686"/>
                <a:gd name="connsiteX13" fmla="*/ 24158 w 297469"/>
                <a:gd name="connsiteY13" fmla="*/ 88724 h 123686"/>
                <a:gd name="connsiteX14" fmla="*/ 345 w 297469"/>
                <a:gd name="connsiteY14" fmla="*/ 79200 h 123686"/>
                <a:gd name="connsiteX0" fmla="*/ 345 w 302119"/>
                <a:gd name="connsiteY0" fmla="*/ 79200 h 123686"/>
                <a:gd name="connsiteX1" fmla="*/ 43209 w 302119"/>
                <a:gd name="connsiteY1" fmla="*/ 41099 h 123686"/>
                <a:gd name="connsiteX2" fmla="*/ 79720 w 302119"/>
                <a:gd name="connsiteY2" fmla="*/ 20463 h 123686"/>
                <a:gd name="connsiteX3" fmla="*/ 135282 w 302119"/>
                <a:gd name="connsiteY3" fmla="*/ 1413 h 123686"/>
                <a:gd name="connsiteX4" fmla="*/ 182908 w 302119"/>
                <a:gd name="connsiteY4" fmla="*/ 3000 h 123686"/>
                <a:gd name="connsiteX5" fmla="*/ 214659 w 302119"/>
                <a:gd name="connsiteY5" fmla="*/ 9350 h 123686"/>
                <a:gd name="connsiteX6" fmla="*/ 244821 w 302119"/>
                <a:gd name="connsiteY6" fmla="*/ 22049 h 123686"/>
                <a:gd name="connsiteX7" fmla="*/ 286095 w 302119"/>
                <a:gd name="connsiteY7" fmla="*/ 47448 h 123686"/>
                <a:gd name="connsiteX8" fmla="*/ 301971 w 302119"/>
                <a:gd name="connsiteY8" fmla="*/ 77612 h 123686"/>
                <a:gd name="connsiteX9" fmla="*/ 278158 w 302119"/>
                <a:gd name="connsiteY9" fmla="*/ 79204 h 123686"/>
                <a:gd name="connsiteX10" fmla="*/ 233708 w 302119"/>
                <a:gd name="connsiteY10" fmla="*/ 104600 h 123686"/>
                <a:gd name="connsiteX11" fmla="*/ 168620 w 302119"/>
                <a:gd name="connsiteY11" fmla="*/ 123650 h 123686"/>
                <a:gd name="connsiteX12" fmla="*/ 82895 w 302119"/>
                <a:gd name="connsiteY12" fmla="*/ 112538 h 123686"/>
                <a:gd name="connsiteX13" fmla="*/ 24158 w 302119"/>
                <a:gd name="connsiteY13" fmla="*/ 88724 h 123686"/>
                <a:gd name="connsiteX14" fmla="*/ 345 w 302119"/>
                <a:gd name="connsiteY14" fmla="*/ 79200 h 123686"/>
                <a:gd name="connsiteX0" fmla="*/ 345 w 302119"/>
                <a:gd name="connsiteY0" fmla="*/ 79200 h 123686"/>
                <a:gd name="connsiteX1" fmla="*/ 43209 w 302119"/>
                <a:gd name="connsiteY1" fmla="*/ 41099 h 123686"/>
                <a:gd name="connsiteX2" fmla="*/ 79720 w 302119"/>
                <a:gd name="connsiteY2" fmla="*/ 20463 h 123686"/>
                <a:gd name="connsiteX3" fmla="*/ 135282 w 302119"/>
                <a:gd name="connsiteY3" fmla="*/ 1413 h 123686"/>
                <a:gd name="connsiteX4" fmla="*/ 182908 w 302119"/>
                <a:gd name="connsiteY4" fmla="*/ 3000 h 123686"/>
                <a:gd name="connsiteX5" fmla="*/ 222597 w 302119"/>
                <a:gd name="connsiteY5" fmla="*/ 10937 h 123686"/>
                <a:gd name="connsiteX6" fmla="*/ 244821 w 302119"/>
                <a:gd name="connsiteY6" fmla="*/ 22049 h 123686"/>
                <a:gd name="connsiteX7" fmla="*/ 286095 w 302119"/>
                <a:gd name="connsiteY7" fmla="*/ 47448 h 123686"/>
                <a:gd name="connsiteX8" fmla="*/ 301971 w 302119"/>
                <a:gd name="connsiteY8" fmla="*/ 77612 h 123686"/>
                <a:gd name="connsiteX9" fmla="*/ 278158 w 302119"/>
                <a:gd name="connsiteY9" fmla="*/ 79204 h 123686"/>
                <a:gd name="connsiteX10" fmla="*/ 233708 w 302119"/>
                <a:gd name="connsiteY10" fmla="*/ 104600 h 123686"/>
                <a:gd name="connsiteX11" fmla="*/ 168620 w 302119"/>
                <a:gd name="connsiteY11" fmla="*/ 123650 h 123686"/>
                <a:gd name="connsiteX12" fmla="*/ 82895 w 302119"/>
                <a:gd name="connsiteY12" fmla="*/ 112538 h 123686"/>
                <a:gd name="connsiteX13" fmla="*/ 24158 w 302119"/>
                <a:gd name="connsiteY13" fmla="*/ 88724 h 123686"/>
                <a:gd name="connsiteX14" fmla="*/ 345 w 302119"/>
                <a:gd name="connsiteY14" fmla="*/ 79200 h 123686"/>
                <a:gd name="connsiteX0" fmla="*/ 345 w 302119"/>
                <a:gd name="connsiteY0" fmla="*/ 83370 h 127856"/>
                <a:gd name="connsiteX1" fmla="*/ 43209 w 302119"/>
                <a:gd name="connsiteY1" fmla="*/ 45269 h 127856"/>
                <a:gd name="connsiteX2" fmla="*/ 79720 w 302119"/>
                <a:gd name="connsiteY2" fmla="*/ 24633 h 127856"/>
                <a:gd name="connsiteX3" fmla="*/ 135282 w 302119"/>
                <a:gd name="connsiteY3" fmla="*/ 5583 h 127856"/>
                <a:gd name="connsiteX4" fmla="*/ 178146 w 302119"/>
                <a:gd name="connsiteY4" fmla="*/ 820 h 127856"/>
                <a:gd name="connsiteX5" fmla="*/ 222597 w 302119"/>
                <a:gd name="connsiteY5" fmla="*/ 15107 h 127856"/>
                <a:gd name="connsiteX6" fmla="*/ 244821 w 302119"/>
                <a:gd name="connsiteY6" fmla="*/ 26219 h 127856"/>
                <a:gd name="connsiteX7" fmla="*/ 286095 w 302119"/>
                <a:gd name="connsiteY7" fmla="*/ 51618 h 127856"/>
                <a:gd name="connsiteX8" fmla="*/ 301971 w 302119"/>
                <a:gd name="connsiteY8" fmla="*/ 81782 h 127856"/>
                <a:gd name="connsiteX9" fmla="*/ 278158 w 302119"/>
                <a:gd name="connsiteY9" fmla="*/ 83374 h 127856"/>
                <a:gd name="connsiteX10" fmla="*/ 233708 w 302119"/>
                <a:gd name="connsiteY10" fmla="*/ 108770 h 127856"/>
                <a:gd name="connsiteX11" fmla="*/ 168620 w 302119"/>
                <a:gd name="connsiteY11" fmla="*/ 127820 h 127856"/>
                <a:gd name="connsiteX12" fmla="*/ 82895 w 302119"/>
                <a:gd name="connsiteY12" fmla="*/ 116708 h 127856"/>
                <a:gd name="connsiteX13" fmla="*/ 24158 w 302119"/>
                <a:gd name="connsiteY13" fmla="*/ 92894 h 127856"/>
                <a:gd name="connsiteX14" fmla="*/ 345 w 302119"/>
                <a:gd name="connsiteY14" fmla="*/ 83370 h 127856"/>
                <a:gd name="connsiteX0" fmla="*/ 345 w 302119"/>
                <a:gd name="connsiteY0" fmla="*/ 83370 h 127856"/>
                <a:gd name="connsiteX1" fmla="*/ 43209 w 302119"/>
                <a:gd name="connsiteY1" fmla="*/ 45269 h 127856"/>
                <a:gd name="connsiteX2" fmla="*/ 79720 w 302119"/>
                <a:gd name="connsiteY2" fmla="*/ 24633 h 127856"/>
                <a:gd name="connsiteX3" fmla="*/ 135282 w 302119"/>
                <a:gd name="connsiteY3" fmla="*/ 5583 h 127856"/>
                <a:gd name="connsiteX4" fmla="*/ 178146 w 302119"/>
                <a:gd name="connsiteY4" fmla="*/ 820 h 127856"/>
                <a:gd name="connsiteX5" fmla="*/ 227360 w 302119"/>
                <a:gd name="connsiteY5" fmla="*/ 10344 h 127856"/>
                <a:gd name="connsiteX6" fmla="*/ 244821 w 302119"/>
                <a:gd name="connsiteY6" fmla="*/ 26219 h 127856"/>
                <a:gd name="connsiteX7" fmla="*/ 286095 w 302119"/>
                <a:gd name="connsiteY7" fmla="*/ 51618 h 127856"/>
                <a:gd name="connsiteX8" fmla="*/ 301971 w 302119"/>
                <a:gd name="connsiteY8" fmla="*/ 81782 h 127856"/>
                <a:gd name="connsiteX9" fmla="*/ 278158 w 302119"/>
                <a:gd name="connsiteY9" fmla="*/ 83374 h 127856"/>
                <a:gd name="connsiteX10" fmla="*/ 233708 w 302119"/>
                <a:gd name="connsiteY10" fmla="*/ 108770 h 127856"/>
                <a:gd name="connsiteX11" fmla="*/ 168620 w 302119"/>
                <a:gd name="connsiteY11" fmla="*/ 127820 h 127856"/>
                <a:gd name="connsiteX12" fmla="*/ 82895 w 302119"/>
                <a:gd name="connsiteY12" fmla="*/ 116708 h 127856"/>
                <a:gd name="connsiteX13" fmla="*/ 24158 w 302119"/>
                <a:gd name="connsiteY13" fmla="*/ 92894 h 127856"/>
                <a:gd name="connsiteX14" fmla="*/ 345 w 302119"/>
                <a:gd name="connsiteY14" fmla="*/ 83370 h 127856"/>
                <a:gd name="connsiteX0" fmla="*/ 345 w 302108"/>
                <a:gd name="connsiteY0" fmla="*/ 83370 h 127856"/>
                <a:gd name="connsiteX1" fmla="*/ 43209 w 302108"/>
                <a:gd name="connsiteY1" fmla="*/ 45269 h 127856"/>
                <a:gd name="connsiteX2" fmla="*/ 79720 w 302108"/>
                <a:gd name="connsiteY2" fmla="*/ 24633 h 127856"/>
                <a:gd name="connsiteX3" fmla="*/ 135282 w 302108"/>
                <a:gd name="connsiteY3" fmla="*/ 5583 h 127856"/>
                <a:gd name="connsiteX4" fmla="*/ 178146 w 302108"/>
                <a:gd name="connsiteY4" fmla="*/ 820 h 127856"/>
                <a:gd name="connsiteX5" fmla="*/ 227360 w 302108"/>
                <a:gd name="connsiteY5" fmla="*/ 10344 h 127856"/>
                <a:gd name="connsiteX6" fmla="*/ 249583 w 302108"/>
                <a:gd name="connsiteY6" fmla="*/ 26219 h 127856"/>
                <a:gd name="connsiteX7" fmla="*/ 286095 w 302108"/>
                <a:gd name="connsiteY7" fmla="*/ 51618 h 127856"/>
                <a:gd name="connsiteX8" fmla="*/ 301971 w 302108"/>
                <a:gd name="connsiteY8" fmla="*/ 81782 h 127856"/>
                <a:gd name="connsiteX9" fmla="*/ 278158 w 302108"/>
                <a:gd name="connsiteY9" fmla="*/ 83374 h 127856"/>
                <a:gd name="connsiteX10" fmla="*/ 233708 w 302108"/>
                <a:gd name="connsiteY10" fmla="*/ 108770 h 127856"/>
                <a:gd name="connsiteX11" fmla="*/ 168620 w 302108"/>
                <a:gd name="connsiteY11" fmla="*/ 127820 h 127856"/>
                <a:gd name="connsiteX12" fmla="*/ 82895 w 302108"/>
                <a:gd name="connsiteY12" fmla="*/ 116708 h 127856"/>
                <a:gd name="connsiteX13" fmla="*/ 24158 w 302108"/>
                <a:gd name="connsiteY13" fmla="*/ 92894 h 127856"/>
                <a:gd name="connsiteX14" fmla="*/ 345 w 302108"/>
                <a:gd name="connsiteY14" fmla="*/ 83370 h 127856"/>
                <a:gd name="connsiteX0" fmla="*/ 345 w 300542"/>
                <a:gd name="connsiteY0" fmla="*/ 83370 h 127856"/>
                <a:gd name="connsiteX1" fmla="*/ 43209 w 300542"/>
                <a:gd name="connsiteY1" fmla="*/ 45269 h 127856"/>
                <a:gd name="connsiteX2" fmla="*/ 79720 w 300542"/>
                <a:gd name="connsiteY2" fmla="*/ 24633 h 127856"/>
                <a:gd name="connsiteX3" fmla="*/ 135282 w 300542"/>
                <a:gd name="connsiteY3" fmla="*/ 5583 h 127856"/>
                <a:gd name="connsiteX4" fmla="*/ 178146 w 300542"/>
                <a:gd name="connsiteY4" fmla="*/ 820 h 127856"/>
                <a:gd name="connsiteX5" fmla="*/ 227360 w 300542"/>
                <a:gd name="connsiteY5" fmla="*/ 10344 h 127856"/>
                <a:gd name="connsiteX6" fmla="*/ 249583 w 300542"/>
                <a:gd name="connsiteY6" fmla="*/ 26219 h 127856"/>
                <a:gd name="connsiteX7" fmla="*/ 286095 w 300542"/>
                <a:gd name="connsiteY7" fmla="*/ 51618 h 127856"/>
                <a:gd name="connsiteX8" fmla="*/ 300384 w 300542"/>
                <a:gd name="connsiteY8" fmla="*/ 77020 h 127856"/>
                <a:gd name="connsiteX9" fmla="*/ 278158 w 300542"/>
                <a:gd name="connsiteY9" fmla="*/ 83374 h 127856"/>
                <a:gd name="connsiteX10" fmla="*/ 233708 w 300542"/>
                <a:gd name="connsiteY10" fmla="*/ 108770 h 127856"/>
                <a:gd name="connsiteX11" fmla="*/ 168620 w 300542"/>
                <a:gd name="connsiteY11" fmla="*/ 127820 h 127856"/>
                <a:gd name="connsiteX12" fmla="*/ 82895 w 300542"/>
                <a:gd name="connsiteY12" fmla="*/ 116708 h 127856"/>
                <a:gd name="connsiteX13" fmla="*/ 24158 w 300542"/>
                <a:gd name="connsiteY13" fmla="*/ 92894 h 127856"/>
                <a:gd name="connsiteX14" fmla="*/ 345 w 300542"/>
                <a:gd name="connsiteY14" fmla="*/ 83370 h 127856"/>
                <a:gd name="connsiteX0" fmla="*/ 345 w 300429"/>
                <a:gd name="connsiteY0" fmla="*/ 83370 h 127856"/>
                <a:gd name="connsiteX1" fmla="*/ 43209 w 300429"/>
                <a:gd name="connsiteY1" fmla="*/ 45269 h 127856"/>
                <a:gd name="connsiteX2" fmla="*/ 79720 w 300429"/>
                <a:gd name="connsiteY2" fmla="*/ 24633 h 127856"/>
                <a:gd name="connsiteX3" fmla="*/ 135282 w 300429"/>
                <a:gd name="connsiteY3" fmla="*/ 5583 h 127856"/>
                <a:gd name="connsiteX4" fmla="*/ 178146 w 300429"/>
                <a:gd name="connsiteY4" fmla="*/ 820 h 127856"/>
                <a:gd name="connsiteX5" fmla="*/ 227360 w 300429"/>
                <a:gd name="connsiteY5" fmla="*/ 10344 h 127856"/>
                <a:gd name="connsiteX6" fmla="*/ 249583 w 300429"/>
                <a:gd name="connsiteY6" fmla="*/ 26219 h 127856"/>
                <a:gd name="connsiteX7" fmla="*/ 282920 w 300429"/>
                <a:gd name="connsiteY7" fmla="*/ 46856 h 127856"/>
                <a:gd name="connsiteX8" fmla="*/ 300384 w 300429"/>
                <a:gd name="connsiteY8" fmla="*/ 77020 h 127856"/>
                <a:gd name="connsiteX9" fmla="*/ 278158 w 300429"/>
                <a:gd name="connsiteY9" fmla="*/ 83374 h 127856"/>
                <a:gd name="connsiteX10" fmla="*/ 233708 w 300429"/>
                <a:gd name="connsiteY10" fmla="*/ 108770 h 127856"/>
                <a:gd name="connsiteX11" fmla="*/ 168620 w 300429"/>
                <a:gd name="connsiteY11" fmla="*/ 127820 h 127856"/>
                <a:gd name="connsiteX12" fmla="*/ 82895 w 300429"/>
                <a:gd name="connsiteY12" fmla="*/ 116708 h 127856"/>
                <a:gd name="connsiteX13" fmla="*/ 24158 w 300429"/>
                <a:gd name="connsiteY13" fmla="*/ 92894 h 127856"/>
                <a:gd name="connsiteX14" fmla="*/ 345 w 300429"/>
                <a:gd name="connsiteY14" fmla="*/ 83370 h 127856"/>
                <a:gd name="connsiteX0" fmla="*/ 345 w 300429"/>
                <a:gd name="connsiteY0" fmla="*/ 83370 h 127856"/>
                <a:gd name="connsiteX1" fmla="*/ 43209 w 300429"/>
                <a:gd name="connsiteY1" fmla="*/ 45269 h 127856"/>
                <a:gd name="connsiteX2" fmla="*/ 79720 w 300429"/>
                <a:gd name="connsiteY2" fmla="*/ 24633 h 127856"/>
                <a:gd name="connsiteX3" fmla="*/ 135282 w 300429"/>
                <a:gd name="connsiteY3" fmla="*/ 5583 h 127856"/>
                <a:gd name="connsiteX4" fmla="*/ 178146 w 300429"/>
                <a:gd name="connsiteY4" fmla="*/ 820 h 127856"/>
                <a:gd name="connsiteX5" fmla="*/ 227360 w 300429"/>
                <a:gd name="connsiteY5" fmla="*/ 10344 h 127856"/>
                <a:gd name="connsiteX6" fmla="*/ 249583 w 300429"/>
                <a:gd name="connsiteY6" fmla="*/ 23044 h 127856"/>
                <a:gd name="connsiteX7" fmla="*/ 282920 w 300429"/>
                <a:gd name="connsiteY7" fmla="*/ 46856 h 127856"/>
                <a:gd name="connsiteX8" fmla="*/ 300384 w 300429"/>
                <a:gd name="connsiteY8" fmla="*/ 77020 h 127856"/>
                <a:gd name="connsiteX9" fmla="*/ 278158 w 300429"/>
                <a:gd name="connsiteY9" fmla="*/ 83374 h 127856"/>
                <a:gd name="connsiteX10" fmla="*/ 233708 w 300429"/>
                <a:gd name="connsiteY10" fmla="*/ 108770 h 127856"/>
                <a:gd name="connsiteX11" fmla="*/ 168620 w 300429"/>
                <a:gd name="connsiteY11" fmla="*/ 127820 h 127856"/>
                <a:gd name="connsiteX12" fmla="*/ 82895 w 300429"/>
                <a:gd name="connsiteY12" fmla="*/ 116708 h 127856"/>
                <a:gd name="connsiteX13" fmla="*/ 24158 w 300429"/>
                <a:gd name="connsiteY13" fmla="*/ 92894 h 127856"/>
                <a:gd name="connsiteX14" fmla="*/ 345 w 300429"/>
                <a:gd name="connsiteY14" fmla="*/ 83370 h 127856"/>
                <a:gd name="connsiteX0" fmla="*/ 345 w 300429"/>
                <a:gd name="connsiteY0" fmla="*/ 83250 h 127736"/>
                <a:gd name="connsiteX1" fmla="*/ 43209 w 300429"/>
                <a:gd name="connsiteY1" fmla="*/ 45149 h 127736"/>
                <a:gd name="connsiteX2" fmla="*/ 81307 w 300429"/>
                <a:gd name="connsiteY2" fmla="*/ 18163 h 127736"/>
                <a:gd name="connsiteX3" fmla="*/ 135282 w 300429"/>
                <a:gd name="connsiteY3" fmla="*/ 5463 h 127736"/>
                <a:gd name="connsiteX4" fmla="*/ 178146 w 300429"/>
                <a:gd name="connsiteY4" fmla="*/ 700 h 127736"/>
                <a:gd name="connsiteX5" fmla="*/ 227360 w 300429"/>
                <a:gd name="connsiteY5" fmla="*/ 10224 h 127736"/>
                <a:gd name="connsiteX6" fmla="*/ 249583 w 300429"/>
                <a:gd name="connsiteY6" fmla="*/ 22924 h 127736"/>
                <a:gd name="connsiteX7" fmla="*/ 282920 w 300429"/>
                <a:gd name="connsiteY7" fmla="*/ 46736 h 127736"/>
                <a:gd name="connsiteX8" fmla="*/ 300384 w 300429"/>
                <a:gd name="connsiteY8" fmla="*/ 76900 h 127736"/>
                <a:gd name="connsiteX9" fmla="*/ 278158 w 300429"/>
                <a:gd name="connsiteY9" fmla="*/ 83254 h 127736"/>
                <a:gd name="connsiteX10" fmla="*/ 233708 w 300429"/>
                <a:gd name="connsiteY10" fmla="*/ 108650 h 127736"/>
                <a:gd name="connsiteX11" fmla="*/ 168620 w 300429"/>
                <a:gd name="connsiteY11" fmla="*/ 127700 h 127736"/>
                <a:gd name="connsiteX12" fmla="*/ 82895 w 300429"/>
                <a:gd name="connsiteY12" fmla="*/ 116588 h 127736"/>
                <a:gd name="connsiteX13" fmla="*/ 24158 w 300429"/>
                <a:gd name="connsiteY13" fmla="*/ 92774 h 127736"/>
                <a:gd name="connsiteX14" fmla="*/ 345 w 300429"/>
                <a:gd name="connsiteY14" fmla="*/ 83250 h 127736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509 h 127995"/>
                <a:gd name="connsiteX1" fmla="*/ 43209 w 300429"/>
                <a:gd name="connsiteY1" fmla="*/ 45408 h 127995"/>
                <a:gd name="connsiteX2" fmla="*/ 81307 w 300429"/>
                <a:gd name="connsiteY2" fmla="*/ 18422 h 127995"/>
                <a:gd name="connsiteX3" fmla="*/ 135282 w 300429"/>
                <a:gd name="connsiteY3" fmla="*/ 2547 h 127995"/>
                <a:gd name="connsiteX4" fmla="*/ 178146 w 300429"/>
                <a:gd name="connsiteY4" fmla="*/ 959 h 127995"/>
                <a:gd name="connsiteX5" fmla="*/ 227360 w 300429"/>
                <a:gd name="connsiteY5" fmla="*/ 10483 h 127995"/>
                <a:gd name="connsiteX6" fmla="*/ 249583 w 300429"/>
                <a:gd name="connsiteY6" fmla="*/ 23183 h 127995"/>
                <a:gd name="connsiteX7" fmla="*/ 282920 w 300429"/>
                <a:gd name="connsiteY7" fmla="*/ 46995 h 127995"/>
                <a:gd name="connsiteX8" fmla="*/ 300384 w 300429"/>
                <a:gd name="connsiteY8" fmla="*/ 77159 h 127995"/>
                <a:gd name="connsiteX9" fmla="*/ 278158 w 300429"/>
                <a:gd name="connsiteY9" fmla="*/ 83513 h 127995"/>
                <a:gd name="connsiteX10" fmla="*/ 233708 w 300429"/>
                <a:gd name="connsiteY10" fmla="*/ 108909 h 127995"/>
                <a:gd name="connsiteX11" fmla="*/ 168620 w 300429"/>
                <a:gd name="connsiteY11" fmla="*/ 127959 h 127995"/>
                <a:gd name="connsiteX12" fmla="*/ 82895 w 300429"/>
                <a:gd name="connsiteY12" fmla="*/ 116847 h 127995"/>
                <a:gd name="connsiteX13" fmla="*/ 24158 w 300429"/>
                <a:gd name="connsiteY13" fmla="*/ 93033 h 127995"/>
                <a:gd name="connsiteX14" fmla="*/ 345 w 300429"/>
                <a:gd name="connsiteY14" fmla="*/ 83509 h 127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0429" h="127995">
                  <a:moveTo>
                    <a:pt x="345" y="83509"/>
                  </a:moveTo>
                  <a:cubicBezTo>
                    <a:pt x="3520" y="75572"/>
                    <a:pt x="29715" y="56256"/>
                    <a:pt x="43209" y="45408"/>
                  </a:cubicBezTo>
                  <a:cubicBezTo>
                    <a:pt x="56703" y="34560"/>
                    <a:pt x="42942" y="41440"/>
                    <a:pt x="81307" y="18422"/>
                  </a:cubicBezTo>
                  <a:cubicBezTo>
                    <a:pt x="124434" y="-3009"/>
                    <a:pt x="122317" y="3869"/>
                    <a:pt x="135282" y="2547"/>
                  </a:cubicBezTo>
                  <a:cubicBezTo>
                    <a:pt x="148247" y="1225"/>
                    <a:pt x="126024" y="-1423"/>
                    <a:pt x="178146" y="959"/>
                  </a:cubicBezTo>
                  <a:cubicBezTo>
                    <a:pt x="193756" y="1753"/>
                    <a:pt x="215454" y="6779"/>
                    <a:pt x="227360" y="10483"/>
                  </a:cubicBezTo>
                  <a:cubicBezTo>
                    <a:pt x="239266" y="14187"/>
                    <a:pt x="240323" y="17098"/>
                    <a:pt x="249583" y="23183"/>
                  </a:cubicBezTo>
                  <a:cubicBezTo>
                    <a:pt x="258843" y="29268"/>
                    <a:pt x="274453" y="37999"/>
                    <a:pt x="282920" y="46995"/>
                  </a:cubicBezTo>
                  <a:cubicBezTo>
                    <a:pt x="291387" y="55991"/>
                    <a:pt x="301178" y="71073"/>
                    <a:pt x="300384" y="77159"/>
                  </a:cubicBezTo>
                  <a:cubicBezTo>
                    <a:pt x="299590" y="83245"/>
                    <a:pt x="288741" y="77957"/>
                    <a:pt x="278158" y="83513"/>
                  </a:cubicBezTo>
                  <a:cubicBezTo>
                    <a:pt x="267575" y="89069"/>
                    <a:pt x="251964" y="101501"/>
                    <a:pt x="233708" y="108909"/>
                  </a:cubicBezTo>
                  <a:cubicBezTo>
                    <a:pt x="215452" y="116317"/>
                    <a:pt x="198518" y="128753"/>
                    <a:pt x="168620" y="127959"/>
                  </a:cubicBezTo>
                  <a:cubicBezTo>
                    <a:pt x="138722" y="127165"/>
                    <a:pt x="106972" y="122668"/>
                    <a:pt x="82895" y="116847"/>
                  </a:cubicBezTo>
                  <a:cubicBezTo>
                    <a:pt x="58818" y="111026"/>
                    <a:pt x="31566" y="97266"/>
                    <a:pt x="24158" y="93033"/>
                  </a:cubicBezTo>
                  <a:cubicBezTo>
                    <a:pt x="16750" y="88800"/>
                    <a:pt x="-2830" y="91447"/>
                    <a:pt x="345" y="83509"/>
                  </a:cubicBez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4F957D57-1317-4D3E-9400-6C44A9ED4138}"/>
                </a:ext>
              </a:extLst>
            </p:cNvPr>
            <p:cNvSpPr/>
            <p:nvPr/>
          </p:nvSpPr>
          <p:spPr>
            <a:xfrm flipH="1">
              <a:off x="3935918" y="2911732"/>
              <a:ext cx="272201" cy="244928"/>
            </a:xfrm>
            <a:custGeom>
              <a:avLst/>
              <a:gdLst>
                <a:gd name="connsiteX0" fmla="*/ 13527 w 147543"/>
                <a:gd name="connsiteY0" fmla="*/ 8840 h 124154"/>
                <a:gd name="connsiteX1" fmla="*/ 827 w 147543"/>
                <a:gd name="connsiteY1" fmla="*/ 58053 h 124154"/>
                <a:gd name="connsiteX2" fmla="*/ 19877 w 147543"/>
                <a:gd name="connsiteY2" fmla="*/ 118378 h 124154"/>
                <a:gd name="connsiteX3" fmla="*/ 78615 w 147543"/>
                <a:gd name="connsiteY3" fmla="*/ 121553 h 124154"/>
                <a:gd name="connsiteX4" fmla="*/ 126240 w 147543"/>
                <a:gd name="connsiteY4" fmla="*/ 116790 h 124154"/>
                <a:gd name="connsiteX5" fmla="*/ 143702 w 147543"/>
                <a:gd name="connsiteY5" fmla="*/ 91390 h 124154"/>
                <a:gd name="connsiteX6" fmla="*/ 146877 w 147543"/>
                <a:gd name="connsiteY6" fmla="*/ 37415 h 124154"/>
                <a:gd name="connsiteX7" fmla="*/ 134177 w 147543"/>
                <a:gd name="connsiteY7" fmla="*/ 8840 h 124154"/>
                <a:gd name="connsiteX8" fmla="*/ 99252 w 147543"/>
                <a:gd name="connsiteY8" fmla="*/ 903 h 124154"/>
                <a:gd name="connsiteX9" fmla="*/ 13527 w 147543"/>
                <a:gd name="connsiteY9" fmla="*/ 8840 h 124154"/>
                <a:gd name="connsiteX0" fmla="*/ 13527 w 147543"/>
                <a:gd name="connsiteY0" fmla="*/ 8840 h 137082"/>
                <a:gd name="connsiteX1" fmla="*/ 827 w 147543"/>
                <a:gd name="connsiteY1" fmla="*/ 58053 h 137082"/>
                <a:gd name="connsiteX2" fmla="*/ 19877 w 147543"/>
                <a:gd name="connsiteY2" fmla="*/ 118378 h 137082"/>
                <a:gd name="connsiteX3" fmla="*/ 84762 w 147543"/>
                <a:gd name="connsiteY3" fmla="*/ 137074 h 137082"/>
                <a:gd name="connsiteX4" fmla="*/ 126240 w 147543"/>
                <a:gd name="connsiteY4" fmla="*/ 116790 h 137082"/>
                <a:gd name="connsiteX5" fmla="*/ 143702 w 147543"/>
                <a:gd name="connsiteY5" fmla="*/ 91390 h 137082"/>
                <a:gd name="connsiteX6" fmla="*/ 146877 w 147543"/>
                <a:gd name="connsiteY6" fmla="*/ 37415 h 137082"/>
                <a:gd name="connsiteX7" fmla="*/ 134177 w 147543"/>
                <a:gd name="connsiteY7" fmla="*/ 8840 h 137082"/>
                <a:gd name="connsiteX8" fmla="*/ 99252 w 147543"/>
                <a:gd name="connsiteY8" fmla="*/ 903 h 137082"/>
                <a:gd name="connsiteX9" fmla="*/ 13527 w 147543"/>
                <a:gd name="connsiteY9" fmla="*/ 8840 h 137082"/>
                <a:gd name="connsiteX0" fmla="*/ 13527 w 147543"/>
                <a:gd name="connsiteY0" fmla="*/ 4221 h 141776"/>
                <a:gd name="connsiteX1" fmla="*/ 827 w 147543"/>
                <a:gd name="connsiteY1" fmla="*/ 62747 h 141776"/>
                <a:gd name="connsiteX2" fmla="*/ 19877 w 147543"/>
                <a:gd name="connsiteY2" fmla="*/ 123072 h 141776"/>
                <a:gd name="connsiteX3" fmla="*/ 84762 w 147543"/>
                <a:gd name="connsiteY3" fmla="*/ 141768 h 141776"/>
                <a:gd name="connsiteX4" fmla="*/ 126240 w 147543"/>
                <a:gd name="connsiteY4" fmla="*/ 121484 h 141776"/>
                <a:gd name="connsiteX5" fmla="*/ 143702 w 147543"/>
                <a:gd name="connsiteY5" fmla="*/ 96084 h 141776"/>
                <a:gd name="connsiteX6" fmla="*/ 146877 w 147543"/>
                <a:gd name="connsiteY6" fmla="*/ 42109 h 141776"/>
                <a:gd name="connsiteX7" fmla="*/ 134177 w 147543"/>
                <a:gd name="connsiteY7" fmla="*/ 13534 h 141776"/>
                <a:gd name="connsiteX8" fmla="*/ 99252 w 147543"/>
                <a:gd name="connsiteY8" fmla="*/ 5597 h 141776"/>
                <a:gd name="connsiteX9" fmla="*/ 13527 w 147543"/>
                <a:gd name="connsiteY9" fmla="*/ 4221 h 141776"/>
                <a:gd name="connsiteX0" fmla="*/ 21951 w 146745"/>
                <a:gd name="connsiteY0" fmla="*/ 11110 h 136249"/>
                <a:gd name="connsiteX1" fmla="*/ 29 w 146745"/>
                <a:gd name="connsiteY1" fmla="*/ 57220 h 136249"/>
                <a:gd name="connsiteX2" fmla="*/ 19079 w 146745"/>
                <a:gd name="connsiteY2" fmla="*/ 117545 h 136249"/>
                <a:gd name="connsiteX3" fmla="*/ 83964 w 146745"/>
                <a:gd name="connsiteY3" fmla="*/ 136241 h 136249"/>
                <a:gd name="connsiteX4" fmla="*/ 125442 w 146745"/>
                <a:gd name="connsiteY4" fmla="*/ 115957 h 136249"/>
                <a:gd name="connsiteX5" fmla="*/ 142904 w 146745"/>
                <a:gd name="connsiteY5" fmla="*/ 90557 h 136249"/>
                <a:gd name="connsiteX6" fmla="*/ 146079 w 146745"/>
                <a:gd name="connsiteY6" fmla="*/ 36582 h 136249"/>
                <a:gd name="connsiteX7" fmla="*/ 133379 w 146745"/>
                <a:gd name="connsiteY7" fmla="*/ 8007 h 136249"/>
                <a:gd name="connsiteX8" fmla="*/ 98454 w 146745"/>
                <a:gd name="connsiteY8" fmla="*/ 70 h 136249"/>
                <a:gd name="connsiteX9" fmla="*/ 21951 w 146745"/>
                <a:gd name="connsiteY9" fmla="*/ 11110 h 136249"/>
                <a:gd name="connsiteX0" fmla="*/ 18850 w 146718"/>
                <a:gd name="connsiteY0" fmla="*/ 5021 h 139471"/>
                <a:gd name="connsiteX1" fmla="*/ 2 w 146718"/>
                <a:gd name="connsiteY1" fmla="*/ 60442 h 139471"/>
                <a:gd name="connsiteX2" fmla="*/ 19052 w 146718"/>
                <a:gd name="connsiteY2" fmla="*/ 120767 h 139471"/>
                <a:gd name="connsiteX3" fmla="*/ 83937 w 146718"/>
                <a:gd name="connsiteY3" fmla="*/ 139463 h 139471"/>
                <a:gd name="connsiteX4" fmla="*/ 125415 w 146718"/>
                <a:gd name="connsiteY4" fmla="*/ 119179 h 139471"/>
                <a:gd name="connsiteX5" fmla="*/ 142877 w 146718"/>
                <a:gd name="connsiteY5" fmla="*/ 93779 h 139471"/>
                <a:gd name="connsiteX6" fmla="*/ 146052 w 146718"/>
                <a:gd name="connsiteY6" fmla="*/ 39804 h 139471"/>
                <a:gd name="connsiteX7" fmla="*/ 133352 w 146718"/>
                <a:gd name="connsiteY7" fmla="*/ 11229 h 139471"/>
                <a:gd name="connsiteX8" fmla="*/ 98427 w 146718"/>
                <a:gd name="connsiteY8" fmla="*/ 3292 h 139471"/>
                <a:gd name="connsiteX9" fmla="*/ 18850 w 146718"/>
                <a:gd name="connsiteY9" fmla="*/ 5021 h 139471"/>
                <a:gd name="connsiteX0" fmla="*/ 18848 w 146493"/>
                <a:gd name="connsiteY0" fmla="*/ 4734 h 139184"/>
                <a:gd name="connsiteX1" fmla="*/ 0 w 146493"/>
                <a:gd name="connsiteY1" fmla="*/ 60155 h 139184"/>
                <a:gd name="connsiteX2" fmla="*/ 19050 w 146493"/>
                <a:gd name="connsiteY2" fmla="*/ 120480 h 139184"/>
                <a:gd name="connsiteX3" fmla="*/ 83935 w 146493"/>
                <a:gd name="connsiteY3" fmla="*/ 139176 h 139184"/>
                <a:gd name="connsiteX4" fmla="*/ 125413 w 146493"/>
                <a:gd name="connsiteY4" fmla="*/ 118892 h 139184"/>
                <a:gd name="connsiteX5" fmla="*/ 142875 w 146493"/>
                <a:gd name="connsiteY5" fmla="*/ 93492 h 139184"/>
                <a:gd name="connsiteX6" fmla="*/ 146050 w 146493"/>
                <a:gd name="connsiteY6" fmla="*/ 39517 h 139184"/>
                <a:gd name="connsiteX7" fmla="*/ 136423 w 146493"/>
                <a:gd name="connsiteY7" fmla="*/ 4734 h 139184"/>
                <a:gd name="connsiteX8" fmla="*/ 98425 w 146493"/>
                <a:gd name="connsiteY8" fmla="*/ 3005 h 139184"/>
                <a:gd name="connsiteX9" fmla="*/ 18848 w 146493"/>
                <a:gd name="connsiteY9" fmla="*/ 4734 h 139184"/>
                <a:gd name="connsiteX0" fmla="*/ 18848 w 146493"/>
                <a:gd name="connsiteY0" fmla="*/ 4734 h 139786"/>
                <a:gd name="connsiteX1" fmla="*/ 0 w 146493"/>
                <a:gd name="connsiteY1" fmla="*/ 60155 h 139786"/>
                <a:gd name="connsiteX2" fmla="*/ 19050 w 146493"/>
                <a:gd name="connsiteY2" fmla="*/ 120480 h 139786"/>
                <a:gd name="connsiteX3" fmla="*/ 83935 w 146493"/>
                <a:gd name="connsiteY3" fmla="*/ 139176 h 139786"/>
                <a:gd name="connsiteX4" fmla="*/ 125413 w 146493"/>
                <a:gd name="connsiteY4" fmla="*/ 131307 h 139786"/>
                <a:gd name="connsiteX5" fmla="*/ 142875 w 146493"/>
                <a:gd name="connsiteY5" fmla="*/ 93492 h 139786"/>
                <a:gd name="connsiteX6" fmla="*/ 146050 w 146493"/>
                <a:gd name="connsiteY6" fmla="*/ 39517 h 139786"/>
                <a:gd name="connsiteX7" fmla="*/ 136423 w 146493"/>
                <a:gd name="connsiteY7" fmla="*/ 4734 h 139786"/>
                <a:gd name="connsiteX8" fmla="*/ 98425 w 146493"/>
                <a:gd name="connsiteY8" fmla="*/ 3005 h 139786"/>
                <a:gd name="connsiteX9" fmla="*/ 18848 w 146493"/>
                <a:gd name="connsiteY9" fmla="*/ 4734 h 139786"/>
                <a:gd name="connsiteX0" fmla="*/ 21485 w 149130"/>
                <a:gd name="connsiteY0" fmla="*/ 4734 h 139569"/>
                <a:gd name="connsiteX1" fmla="*/ 2637 w 149130"/>
                <a:gd name="connsiteY1" fmla="*/ 60155 h 139569"/>
                <a:gd name="connsiteX2" fmla="*/ 9393 w 149130"/>
                <a:gd name="connsiteY2" fmla="*/ 129793 h 139569"/>
                <a:gd name="connsiteX3" fmla="*/ 86572 w 149130"/>
                <a:gd name="connsiteY3" fmla="*/ 139176 h 139569"/>
                <a:gd name="connsiteX4" fmla="*/ 128050 w 149130"/>
                <a:gd name="connsiteY4" fmla="*/ 131307 h 139569"/>
                <a:gd name="connsiteX5" fmla="*/ 145512 w 149130"/>
                <a:gd name="connsiteY5" fmla="*/ 93492 h 139569"/>
                <a:gd name="connsiteX6" fmla="*/ 148687 w 149130"/>
                <a:gd name="connsiteY6" fmla="*/ 39517 h 139569"/>
                <a:gd name="connsiteX7" fmla="*/ 139060 w 149130"/>
                <a:gd name="connsiteY7" fmla="*/ 4734 h 139569"/>
                <a:gd name="connsiteX8" fmla="*/ 101062 w 149130"/>
                <a:gd name="connsiteY8" fmla="*/ 3005 h 139569"/>
                <a:gd name="connsiteX9" fmla="*/ 21485 w 149130"/>
                <a:gd name="connsiteY9" fmla="*/ 4734 h 139569"/>
                <a:gd name="connsiteX0" fmla="*/ 25946 w 153591"/>
                <a:gd name="connsiteY0" fmla="*/ 4734 h 139569"/>
                <a:gd name="connsiteX1" fmla="*/ 951 w 153591"/>
                <a:gd name="connsiteY1" fmla="*/ 60155 h 139569"/>
                <a:gd name="connsiteX2" fmla="*/ 13854 w 153591"/>
                <a:gd name="connsiteY2" fmla="*/ 129793 h 139569"/>
                <a:gd name="connsiteX3" fmla="*/ 91033 w 153591"/>
                <a:gd name="connsiteY3" fmla="*/ 139176 h 139569"/>
                <a:gd name="connsiteX4" fmla="*/ 132511 w 153591"/>
                <a:gd name="connsiteY4" fmla="*/ 131307 h 139569"/>
                <a:gd name="connsiteX5" fmla="*/ 149973 w 153591"/>
                <a:gd name="connsiteY5" fmla="*/ 93492 h 139569"/>
                <a:gd name="connsiteX6" fmla="*/ 153148 w 153591"/>
                <a:gd name="connsiteY6" fmla="*/ 39517 h 139569"/>
                <a:gd name="connsiteX7" fmla="*/ 143521 w 153591"/>
                <a:gd name="connsiteY7" fmla="*/ 4734 h 139569"/>
                <a:gd name="connsiteX8" fmla="*/ 105523 w 153591"/>
                <a:gd name="connsiteY8" fmla="*/ 3005 h 139569"/>
                <a:gd name="connsiteX9" fmla="*/ 25946 w 153591"/>
                <a:gd name="connsiteY9" fmla="*/ 4734 h 139569"/>
                <a:gd name="connsiteX0" fmla="*/ 25948 w 156424"/>
                <a:gd name="connsiteY0" fmla="*/ 4734 h 139569"/>
                <a:gd name="connsiteX1" fmla="*/ 953 w 156424"/>
                <a:gd name="connsiteY1" fmla="*/ 60155 h 139569"/>
                <a:gd name="connsiteX2" fmla="*/ 13856 w 156424"/>
                <a:gd name="connsiteY2" fmla="*/ 129793 h 139569"/>
                <a:gd name="connsiteX3" fmla="*/ 91035 w 156424"/>
                <a:gd name="connsiteY3" fmla="*/ 139176 h 139569"/>
                <a:gd name="connsiteX4" fmla="*/ 132513 w 156424"/>
                <a:gd name="connsiteY4" fmla="*/ 131307 h 139569"/>
                <a:gd name="connsiteX5" fmla="*/ 149975 w 156424"/>
                <a:gd name="connsiteY5" fmla="*/ 93492 h 139569"/>
                <a:gd name="connsiteX6" fmla="*/ 156222 w 156424"/>
                <a:gd name="connsiteY6" fmla="*/ 58139 h 139569"/>
                <a:gd name="connsiteX7" fmla="*/ 143523 w 156424"/>
                <a:gd name="connsiteY7" fmla="*/ 4734 h 139569"/>
                <a:gd name="connsiteX8" fmla="*/ 105525 w 156424"/>
                <a:gd name="connsiteY8" fmla="*/ 3005 h 139569"/>
                <a:gd name="connsiteX9" fmla="*/ 25948 w 156424"/>
                <a:gd name="connsiteY9" fmla="*/ 4734 h 139569"/>
                <a:gd name="connsiteX0" fmla="*/ 26319 w 156795"/>
                <a:gd name="connsiteY0" fmla="*/ 4734 h 139491"/>
                <a:gd name="connsiteX1" fmla="*/ 1324 w 156795"/>
                <a:gd name="connsiteY1" fmla="*/ 60155 h 139491"/>
                <a:gd name="connsiteX2" fmla="*/ 12923 w 156795"/>
                <a:gd name="connsiteY2" fmla="*/ 125021 h 139491"/>
                <a:gd name="connsiteX3" fmla="*/ 91406 w 156795"/>
                <a:gd name="connsiteY3" fmla="*/ 139176 h 139491"/>
                <a:gd name="connsiteX4" fmla="*/ 132884 w 156795"/>
                <a:gd name="connsiteY4" fmla="*/ 131307 h 139491"/>
                <a:gd name="connsiteX5" fmla="*/ 150346 w 156795"/>
                <a:gd name="connsiteY5" fmla="*/ 93492 h 139491"/>
                <a:gd name="connsiteX6" fmla="*/ 156593 w 156795"/>
                <a:gd name="connsiteY6" fmla="*/ 58139 h 139491"/>
                <a:gd name="connsiteX7" fmla="*/ 143894 w 156795"/>
                <a:gd name="connsiteY7" fmla="*/ 4734 h 139491"/>
                <a:gd name="connsiteX8" fmla="*/ 105896 w 156795"/>
                <a:gd name="connsiteY8" fmla="*/ 3005 h 139491"/>
                <a:gd name="connsiteX9" fmla="*/ 26319 w 156795"/>
                <a:gd name="connsiteY9" fmla="*/ 4734 h 139491"/>
                <a:gd name="connsiteX0" fmla="*/ 25999 w 156475"/>
                <a:gd name="connsiteY0" fmla="*/ 4734 h 139491"/>
                <a:gd name="connsiteX1" fmla="*/ 1004 w 156475"/>
                <a:gd name="connsiteY1" fmla="*/ 60155 h 139491"/>
                <a:gd name="connsiteX2" fmla="*/ 12603 w 156475"/>
                <a:gd name="connsiteY2" fmla="*/ 125021 h 139491"/>
                <a:gd name="connsiteX3" fmla="*/ 80658 w 156475"/>
                <a:gd name="connsiteY3" fmla="*/ 139176 h 139491"/>
                <a:gd name="connsiteX4" fmla="*/ 132564 w 156475"/>
                <a:gd name="connsiteY4" fmla="*/ 131307 h 139491"/>
                <a:gd name="connsiteX5" fmla="*/ 150026 w 156475"/>
                <a:gd name="connsiteY5" fmla="*/ 93492 h 139491"/>
                <a:gd name="connsiteX6" fmla="*/ 156273 w 156475"/>
                <a:gd name="connsiteY6" fmla="*/ 58139 h 139491"/>
                <a:gd name="connsiteX7" fmla="*/ 143574 w 156475"/>
                <a:gd name="connsiteY7" fmla="*/ 4734 h 139491"/>
                <a:gd name="connsiteX8" fmla="*/ 105576 w 156475"/>
                <a:gd name="connsiteY8" fmla="*/ 3005 h 139491"/>
                <a:gd name="connsiteX9" fmla="*/ 25999 w 156475"/>
                <a:gd name="connsiteY9" fmla="*/ 4734 h 139491"/>
                <a:gd name="connsiteX0" fmla="*/ 25999 w 156466"/>
                <a:gd name="connsiteY0" fmla="*/ 4734 h 139208"/>
                <a:gd name="connsiteX1" fmla="*/ 1004 w 156466"/>
                <a:gd name="connsiteY1" fmla="*/ 60155 h 139208"/>
                <a:gd name="connsiteX2" fmla="*/ 12603 w 156466"/>
                <a:gd name="connsiteY2" fmla="*/ 125021 h 139208"/>
                <a:gd name="connsiteX3" fmla="*/ 80658 w 156466"/>
                <a:gd name="connsiteY3" fmla="*/ 139176 h 139208"/>
                <a:gd name="connsiteX4" fmla="*/ 133867 w 156466"/>
                <a:gd name="connsiteY4" fmla="*/ 127728 h 139208"/>
                <a:gd name="connsiteX5" fmla="*/ 150026 w 156466"/>
                <a:gd name="connsiteY5" fmla="*/ 93492 h 139208"/>
                <a:gd name="connsiteX6" fmla="*/ 156273 w 156466"/>
                <a:gd name="connsiteY6" fmla="*/ 58139 h 139208"/>
                <a:gd name="connsiteX7" fmla="*/ 143574 w 156466"/>
                <a:gd name="connsiteY7" fmla="*/ 4734 h 139208"/>
                <a:gd name="connsiteX8" fmla="*/ 105576 w 156466"/>
                <a:gd name="connsiteY8" fmla="*/ 3005 h 139208"/>
                <a:gd name="connsiteX9" fmla="*/ 25999 w 156466"/>
                <a:gd name="connsiteY9" fmla="*/ 4734 h 139208"/>
                <a:gd name="connsiteX0" fmla="*/ 25999 w 156466"/>
                <a:gd name="connsiteY0" fmla="*/ 10093 h 144567"/>
                <a:gd name="connsiteX1" fmla="*/ 1004 w 156466"/>
                <a:gd name="connsiteY1" fmla="*/ 65514 h 144567"/>
                <a:gd name="connsiteX2" fmla="*/ 12603 w 156466"/>
                <a:gd name="connsiteY2" fmla="*/ 130380 h 144567"/>
                <a:gd name="connsiteX3" fmla="*/ 80658 w 156466"/>
                <a:gd name="connsiteY3" fmla="*/ 144535 h 144567"/>
                <a:gd name="connsiteX4" fmla="*/ 133867 w 156466"/>
                <a:gd name="connsiteY4" fmla="*/ 133087 h 144567"/>
                <a:gd name="connsiteX5" fmla="*/ 150026 w 156466"/>
                <a:gd name="connsiteY5" fmla="*/ 98851 h 144567"/>
                <a:gd name="connsiteX6" fmla="*/ 156273 w 156466"/>
                <a:gd name="connsiteY6" fmla="*/ 63498 h 144567"/>
                <a:gd name="connsiteX7" fmla="*/ 143574 w 156466"/>
                <a:gd name="connsiteY7" fmla="*/ 10093 h 144567"/>
                <a:gd name="connsiteX8" fmla="*/ 89934 w 156466"/>
                <a:gd name="connsiteY8" fmla="*/ 14 h 144567"/>
                <a:gd name="connsiteX9" fmla="*/ 25999 w 156466"/>
                <a:gd name="connsiteY9" fmla="*/ 10093 h 144567"/>
                <a:gd name="connsiteX0" fmla="*/ 25999 w 156530"/>
                <a:gd name="connsiteY0" fmla="*/ 10232 h 144706"/>
                <a:gd name="connsiteX1" fmla="*/ 1004 w 156530"/>
                <a:gd name="connsiteY1" fmla="*/ 65653 h 144706"/>
                <a:gd name="connsiteX2" fmla="*/ 12603 w 156530"/>
                <a:gd name="connsiteY2" fmla="*/ 130519 h 144706"/>
                <a:gd name="connsiteX3" fmla="*/ 80658 w 156530"/>
                <a:gd name="connsiteY3" fmla="*/ 144674 h 144706"/>
                <a:gd name="connsiteX4" fmla="*/ 133867 w 156530"/>
                <a:gd name="connsiteY4" fmla="*/ 133226 h 144706"/>
                <a:gd name="connsiteX5" fmla="*/ 150026 w 156530"/>
                <a:gd name="connsiteY5" fmla="*/ 98990 h 144706"/>
                <a:gd name="connsiteX6" fmla="*/ 156273 w 156530"/>
                <a:gd name="connsiteY6" fmla="*/ 63637 h 144706"/>
                <a:gd name="connsiteX7" fmla="*/ 142270 w 156530"/>
                <a:gd name="connsiteY7" fmla="*/ 12618 h 144706"/>
                <a:gd name="connsiteX8" fmla="*/ 89934 w 156530"/>
                <a:gd name="connsiteY8" fmla="*/ 153 h 144706"/>
                <a:gd name="connsiteX9" fmla="*/ 25999 w 156530"/>
                <a:gd name="connsiteY9" fmla="*/ 10232 h 144706"/>
                <a:gd name="connsiteX0" fmla="*/ 25999 w 156530"/>
                <a:gd name="connsiteY0" fmla="*/ 10232 h 144706"/>
                <a:gd name="connsiteX1" fmla="*/ 1004 w 156530"/>
                <a:gd name="connsiteY1" fmla="*/ 65653 h 144706"/>
                <a:gd name="connsiteX2" fmla="*/ 12603 w 156530"/>
                <a:gd name="connsiteY2" fmla="*/ 130519 h 144706"/>
                <a:gd name="connsiteX3" fmla="*/ 80658 w 156530"/>
                <a:gd name="connsiteY3" fmla="*/ 144674 h 144706"/>
                <a:gd name="connsiteX4" fmla="*/ 133867 w 156530"/>
                <a:gd name="connsiteY4" fmla="*/ 133226 h 144706"/>
                <a:gd name="connsiteX5" fmla="*/ 150026 w 156530"/>
                <a:gd name="connsiteY5" fmla="*/ 98990 h 144706"/>
                <a:gd name="connsiteX6" fmla="*/ 156273 w 156530"/>
                <a:gd name="connsiteY6" fmla="*/ 63637 h 144706"/>
                <a:gd name="connsiteX7" fmla="*/ 142270 w 156530"/>
                <a:gd name="connsiteY7" fmla="*/ 12618 h 144706"/>
                <a:gd name="connsiteX8" fmla="*/ 89934 w 156530"/>
                <a:gd name="connsiteY8" fmla="*/ 153 h 144706"/>
                <a:gd name="connsiteX9" fmla="*/ 25999 w 156530"/>
                <a:gd name="connsiteY9" fmla="*/ 10232 h 144706"/>
                <a:gd name="connsiteX0" fmla="*/ 25999 w 156961"/>
                <a:gd name="connsiteY0" fmla="*/ 10232 h 144702"/>
                <a:gd name="connsiteX1" fmla="*/ 1004 w 156961"/>
                <a:gd name="connsiteY1" fmla="*/ 65653 h 144702"/>
                <a:gd name="connsiteX2" fmla="*/ 12603 w 156961"/>
                <a:gd name="connsiteY2" fmla="*/ 130519 h 144702"/>
                <a:gd name="connsiteX3" fmla="*/ 80658 w 156961"/>
                <a:gd name="connsiteY3" fmla="*/ 144674 h 144702"/>
                <a:gd name="connsiteX4" fmla="*/ 133867 w 156961"/>
                <a:gd name="connsiteY4" fmla="*/ 133226 h 144702"/>
                <a:gd name="connsiteX5" fmla="*/ 152633 w 156961"/>
                <a:gd name="connsiteY5" fmla="*/ 102569 h 144702"/>
                <a:gd name="connsiteX6" fmla="*/ 156273 w 156961"/>
                <a:gd name="connsiteY6" fmla="*/ 63637 h 144702"/>
                <a:gd name="connsiteX7" fmla="*/ 142270 w 156961"/>
                <a:gd name="connsiteY7" fmla="*/ 12618 h 144702"/>
                <a:gd name="connsiteX8" fmla="*/ 89934 w 156961"/>
                <a:gd name="connsiteY8" fmla="*/ 153 h 144702"/>
                <a:gd name="connsiteX9" fmla="*/ 25999 w 156961"/>
                <a:gd name="connsiteY9" fmla="*/ 10232 h 144702"/>
                <a:gd name="connsiteX0" fmla="*/ 25999 w 157373"/>
                <a:gd name="connsiteY0" fmla="*/ 10232 h 144706"/>
                <a:gd name="connsiteX1" fmla="*/ 1004 w 157373"/>
                <a:gd name="connsiteY1" fmla="*/ 65653 h 144706"/>
                <a:gd name="connsiteX2" fmla="*/ 12603 w 157373"/>
                <a:gd name="connsiteY2" fmla="*/ 130519 h 144706"/>
                <a:gd name="connsiteX3" fmla="*/ 80658 w 157373"/>
                <a:gd name="connsiteY3" fmla="*/ 144674 h 144706"/>
                <a:gd name="connsiteX4" fmla="*/ 133867 w 157373"/>
                <a:gd name="connsiteY4" fmla="*/ 133226 h 144706"/>
                <a:gd name="connsiteX5" fmla="*/ 153937 w 157373"/>
                <a:gd name="connsiteY5" fmla="*/ 98990 h 144706"/>
                <a:gd name="connsiteX6" fmla="*/ 156273 w 157373"/>
                <a:gd name="connsiteY6" fmla="*/ 63637 h 144706"/>
                <a:gd name="connsiteX7" fmla="*/ 142270 w 157373"/>
                <a:gd name="connsiteY7" fmla="*/ 12618 h 144706"/>
                <a:gd name="connsiteX8" fmla="*/ 89934 w 157373"/>
                <a:gd name="connsiteY8" fmla="*/ 153 h 144706"/>
                <a:gd name="connsiteX9" fmla="*/ 25999 w 157373"/>
                <a:gd name="connsiteY9" fmla="*/ 10232 h 144706"/>
                <a:gd name="connsiteX0" fmla="*/ 25999 w 157688"/>
                <a:gd name="connsiteY0" fmla="*/ 10232 h 144706"/>
                <a:gd name="connsiteX1" fmla="*/ 1004 w 157688"/>
                <a:gd name="connsiteY1" fmla="*/ 65653 h 144706"/>
                <a:gd name="connsiteX2" fmla="*/ 12603 w 157688"/>
                <a:gd name="connsiteY2" fmla="*/ 130519 h 144706"/>
                <a:gd name="connsiteX3" fmla="*/ 80658 w 157688"/>
                <a:gd name="connsiteY3" fmla="*/ 144674 h 144706"/>
                <a:gd name="connsiteX4" fmla="*/ 127350 w 157688"/>
                <a:gd name="connsiteY4" fmla="*/ 133226 h 144706"/>
                <a:gd name="connsiteX5" fmla="*/ 153937 w 157688"/>
                <a:gd name="connsiteY5" fmla="*/ 98990 h 144706"/>
                <a:gd name="connsiteX6" fmla="*/ 156273 w 157688"/>
                <a:gd name="connsiteY6" fmla="*/ 63637 h 144706"/>
                <a:gd name="connsiteX7" fmla="*/ 142270 w 157688"/>
                <a:gd name="connsiteY7" fmla="*/ 12618 h 144706"/>
                <a:gd name="connsiteX8" fmla="*/ 89934 w 157688"/>
                <a:gd name="connsiteY8" fmla="*/ 153 h 144706"/>
                <a:gd name="connsiteX9" fmla="*/ 25999 w 157688"/>
                <a:gd name="connsiteY9" fmla="*/ 10232 h 144706"/>
                <a:gd name="connsiteX0" fmla="*/ 25999 w 157688"/>
                <a:gd name="connsiteY0" fmla="*/ 10232 h 144966"/>
                <a:gd name="connsiteX1" fmla="*/ 1004 w 157688"/>
                <a:gd name="connsiteY1" fmla="*/ 65653 h 144966"/>
                <a:gd name="connsiteX2" fmla="*/ 12603 w 157688"/>
                <a:gd name="connsiteY2" fmla="*/ 123361 h 144966"/>
                <a:gd name="connsiteX3" fmla="*/ 80658 w 157688"/>
                <a:gd name="connsiteY3" fmla="*/ 144674 h 144966"/>
                <a:gd name="connsiteX4" fmla="*/ 127350 w 157688"/>
                <a:gd name="connsiteY4" fmla="*/ 133226 h 144966"/>
                <a:gd name="connsiteX5" fmla="*/ 153937 w 157688"/>
                <a:gd name="connsiteY5" fmla="*/ 98990 h 144966"/>
                <a:gd name="connsiteX6" fmla="*/ 156273 w 157688"/>
                <a:gd name="connsiteY6" fmla="*/ 63637 h 144966"/>
                <a:gd name="connsiteX7" fmla="*/ 142270 w 157688"/>
                <a:gd name="connsiteY7" fmla="*/ 12618 h 144966"/>
                <a:gd name="connsiteX8" fmla="*/ 89934 w 157688"/>
                <a:gd name="connsiteY8" fmla="*/ 153 h 144966"/>
                <a:gd name="connsiteX9" fmla="*/ 25999 w 157688"/>
                <a:gd name="connsiteY9" fmla="*/ 10232 h 144966"/>
                <a:gd name="connsiteX0" fmla="*/ 25999 w 157688"/>
                <a:gd name="connsiteY0" fmla="*/ 10232 h 144966"/>
                <a:gd name="connsiteX1" fmla="*/ 1004 w 157688"/>
                <a:gd name="connsiteY1" fmla="*/ 65653 h 144966"/>
                <a:gd name="connsiteX2" fmla="*/ 12603 w 157688"/>
                <a:gd name="connsiteY2" fmla="*/ 123361 h 144966"/>
                <a:gd name="connsiteX3" fmla="*/ 80658 w 157688"/>
                <a:gd name="connsiteY3" fmla="*/ 144674 h 144966"/>
                <a:gd name="connsiteX4" fmla="*/ 127350 w 157688"/>
                <a:gd name="connsiteY4" fmla="*/ 133226 h 144966"/>
                <a:gd name="connsiteX5" fmla="*/ 153937 w 157688"/>
                <a:gd name="connsiteY5" fmla="*/ 98990 h 144966"/>
                <a:gd name="connsiteX6" fmla="*/ 156273 w 157688"/>
                <a:gd name="connsiteY6" fmla="*/ 63637 h 144966"/>
                <a:gd name="connsiteX7" fmla="*/ 142270 w 157688"/>
                <a:gd name="connsiteY7" fmla="*/ 12618 h 144966"/>
                <a:gd name="connsiteX8" fmla="*/ 89934 w 157688"/>
                <a:gd name="connsiteY8" fmla="*/ 153 h 144966"/>
                <a:gd name="connsiteX9" fmla="*/ 25999 w 157688"/>
                <a:gd name="connsiteY9" fmla="*/ 10232 h 144966"/>
                <a:gd name="connsiteX0" fmla="*/ 25932 w 157621"/>
                <a:gd name="connsiteY0" fmla="*/ 10232 h 140513"/>
                <a:gd name="connsiteX1" fmla="*/ 937 w 157621"/>
                <a:gd name="connsiteY1" fmla="*/ 65653 h 140513"/>
                <a:gd name="connsiteX2" fmla="*/ 12536 w 157621"/>
                <a:gd name="connsiteY2" fmla="*/ 123361 h 140513"/>
                <a:gd name="connsiteX3" fmla="*/ 77984 w 157621"/>
                <a:gd name="connsiteY3" fmla="*/ 139903 h 140513"/>
                <a:gd name="connsiteX4" fmla="*/ 127283 w 157621"/>
                <a:gd name="connsiteY4" fmla="*/ 133226 h 140513"/>
                <a:gd name="connsiteX5" fmla="*/ 153870 w 157621"/>
                <a:gd name="connsiteY5" fmla="*/ 98990 h 140513"/>
                <a:gd name="connsiteX6" fmla="*/ 156206 w 157621"/>
                <a:gd name="connsiteY6" fmla="*/ 63637 h 140513"/>
                <a:gd name="connsiteX7" fmla="*/ 142203 w 157621"/>
                <a:gd name="connsiteY7" fmla="*/ 12618 h 140513"/>
                <a:gd name="connsiteX8" fmla="*/ 89867 w 157621"/>
                <a:gd name="connsiteY8" fmla="*/ 153 h 140513"/>
                <a:gd name="connsiteX9" fmla="*/ 25932 w 157621"/>
                <a:gd name="connsiteY9" fmla="*/ 10232 h 140513"/>
                <a:gd name="connsiteX0" fmla="*/ 25932 w 157621"/>
                <a:gd name="connsiteY0" fmla="*/ 10232 h 140152"/>
                <a:gd name="connsiteX1" fmla="*/ 937 w 157621"/>
                <a:gd name="connsiteY1" fmla="*/ 65653 h 140152"/>
                <a:gd name="connsiteX2" fmla="*/ 12536 w 157621"/>
                <a:gd name="connsiteY2" fmla="*/ 123361 h 140152"/>
                <a:gd name="connsiteX3" fmla="*/ 77984 w 157621"/>
                <a:gd name="connsiteY3" fmla="*/ 139903 h 140152"/>
                <a:gd name="connsiteX4" fmla="*/ 127283 w 157621"/>
                <a:gd name="connsiteY4" fmla="*/ 130841 h 140152"/>
                <a:gd name="connsiteX5" fmla="*/ 153870 w 157621"/>
                <a:gd name="connsiteY5" fmla="*/ 98990 h 140152"/>
                <a:gd name="connsiteX6" fmla="*/ 156206 w 157621"/>
                <a:gd name="connsiteY6" fmla="*/ 63637 h 140152"/>
                <a:gd name="connsiteX7" fmla="*/ 142203 w 157621"/>
                <a:gd name="connsiteY7" fmla="*/ 12618 h 140152"/>
                <a:gd name="connsiteX8" fmla="*/ 89867 w 157621"/>
                <a:gd name="connsiteY8" fmla="*/ 153 h 140152"/>
                <a:gd name="connsiteX9" fmla="*/ 25932 w 157621"/>
                <a:gd name="connsiteY9" fmla="*/ 10232 h 140152"/>
                <a:gd name="connsiteX0" fmla="*/ 25932 w 157620"/>
                <a:gd name="connsiteY0" fmla="*/ 10232 h 140152"/>
                <a:gd name="connsiteX1" fmla="*/ 937 w 157620"/>
                <a:gd name="connsiteY1" fmla="*/ 65653 h 140152"/>
                <a:gd name="connsiteX2" fmla="*/ 12536 w 157620"/>
                <a:gd name="connsiteY2" fmla="*/ 123361 h 140152"/>
                <a:gd name="connsiteX3" fmla="*/ 77984 w 157620"/>
                <a:gd name="connsiteY3" fmla="*/ 139903 h 140152"/>
                <a:gd name="connsiteX4" fmla="*/ 127283 w 157620"/>
                <a:gd name="connsiteY4" fmla="*/ 130841 h 140152"/>
                <a:gd name="connsiteX5" fmla="*/ 153870 w 157620"/>
                <a:gd name="connsiteY5" fmla="*/ 98990 h 140152"/>
                <a:gd name="connsiteX6" fmla="*/ 156206 w 157620"/>
                <a:gd name="connsiteY6" fmla="*/ 60059 h 140152"/>
                <a:gd name="connsiteX7" fmla="*/ 142203 w 157620"/>
                <a:gd name="connsiteY7" fmla="*/ 12618 h 140152"/>
                <a:gd name="connsiteX8" fmla="*/ 89867 w 157620"/>
                <a:gd name="connsiteY8" fmla="*/ 153 h 140152"/>
                <a:gd name="connsiteX9" fmla="*/ 25932 w 157620"/>
                <a:gd name="connsiteY9" fmla="*/ 10232 h 140152"/>
                <a:gd name="connsiteX0" fmla="*/ 25932 w 159605"/>
                <a:gd name="connsiteY0" fmla="*/ 10232 h 140152"/>
                <a:gd name="connsiteX1" fmla="*/ 937 w 159605"/>
                <a:gd name="connsiteY1" fmla="*/ 65653 h 140152"/>
                <a:gd name="connsiteX2" fmla="*/ 12536 w 159605"/>
                <a:gd name="connsiteY2" fmla="*/ 123361 h 140152"/>
                <a:gd name="connsiteX3" fmla="*/ 77984 w 159605"/>
                <a:gd name="connsiteY3" fmla="*/ 139903 h 140152"/>
                <a:gd name="connsiteX4" fmla="*/ 127283 w 159605"/>
                <a:gd name="connsiteY4" fmla="*/ 130841 h 140152"/>
                <a:gd name="connsiteX5" fmla="*/ 153870 w 159605"/>
                <a:gd name="connsiteY5" fmla="*/ 98990 h 140152"/>
                <a:gd name="connsiteX6" fmla="*/ 158813 w 159605"/>
                <a:gd name="connsiteY6" fmla="*/ 60059 h 140152"/>
                <a:gd name="connsiteX7" fmla="*/ 142203 w 159605"/>
                <a:gd name="connsiteY7" fmla="*/ 12618 h 140152"/>
                <a:gd name="connsiteX8" fmla="*/ 89867 w 159605"/>
                <a:gd name="connsiteY8" fmla="*/ 153 h 140152"/>
                <a:gd name="connsiteX9" fmla="*/ 25932 w 159605"/>
                <a:gd name="connsiteY9" fmla="*/ 10232 h 140152"/>
                <a:gd name="connsiteX0" fmla="*/ 25932 w 158846"/>
                <a:gd name="connsiteY0" fmla="*/ 10232 h 140152"/>
                <a:gd name="connsiteX1" fmla="*/ 937 w 158846"/>
                <a:gd name="connsiteY1" fmla="*/ 65653 h 140152"/>
                <a:gd name="connsiteX2" fmla="*/ 12536 w 158846"/>
                <a:gd name="connsiteY2" fmla="*/ 123361 h 140152"/>
                <a:gd name="connsiteX3" fmla="*/ 77984 w 158846"/>
                <a:gd name="connsiteY3" fmla="*/ 139903 h 140152"/>
                <a:gd name="connsiteX4" fmla="*/ 127283 w 158846"/>
                <a:gd name="connsiteY4" fmla="*/ 130841 h 140152"/>
                <a:gd name="connsiteX5" fmla="*/ 153870 w 158846"/>
                <a:gd name="connsiteY5" fmla="*/ 98990 h 140152"/>
                <a:gd name="connsiteX6" fmla="*/ 158813 w 158846"/>
                <a:gd name="connsiteY6" fmla="*/ 60059 h 140152"/>
                <a:gd name="connsiteX7" fmla="*/ 142203 w 158846"/>
                <a:gd name="connsiteY7" fmla="*/ 12618 h 140152"/>
                <a:gd name="connsiteX8" fmla="*/ 89867 w 158846"/>
                <a:gd name="connsiteY8" fmla="*/ 153 h 140152"/>
                <a:gd name="connsiteX9" fmla="*/ 25932 w 158846"/>
                <a:gd name="connsiteY9" fmla="*/ 10232 h 140152"/>
                <a:gd name="connsiteX0" fmla="*/ 29469 w 162383"/>
                <a:gd name="connsiteY0" fmla="*/ 10152 h 140072"/>
                <a:gd name="connsiteX1" fmla="*/ 563 w 162383"/>
                <a:gd name="connsiteY1" fmla="*/ 57223 h 140072"/>
                <a:gd name="connsiteX2" fmla="*/ 16073 w 162383"/>
                <a:gd name="connsiteY2" fmla="*/ 123281 h 140072"/>
                <a:gd name="connsiteX3" fmla="*/ 81521 w 162383"/>
                <a:gd name="connsiteY3" fmla="*/ 139823 h 140072"/>
                <a:gd name="connsiteX4" fmla="*/ 130820 w 162383"/>
                <a:gd name="connsiteY4" fmla="*/ 130761 h 140072"/>
                <a:gd name="connsiteX5" fmla="*/ 157407 w 162383"/>
                <a:gd name="connsiteY5" fmla="*/ 98910 h 140072"/>
                <a:gd name="connsiteX6" fmla="*/ 162350 w 162383"/>
                <a:gd name="connsiteY6" fmla="*/ 59979 h 140072"/>
                <a:gd name="connsiteX7" fmla="*/ 145740 w 162383"/>
                <a:gd name="connsiteY7" fmla="*/ 12538 h 140072"/>
                <a:gd name="connsiteX8" fmla="*/ 93404 w 162383"/>
                <a:gd name="connsiteY8" fmla="*/ 73 h 140072"/>
                <a:gd name="connsiteX9" fmla="*/ 29469 w 162383"/>
                <a:gd name="connsiteY9" fmla="*/ 10152 h 140072"/>
                <a:gd name="connsiteX0" fmla="*/ 29319 w 162233"/>
                <a:gd name="connsiteY0" fmla="*/ 10152 h 140334"/>
                <a:gd name="connsiteX1" fmla="*/ 413 w 162233"/>
                <a:gd name="connsiteY1" fmla="*/ 57223 h 140334"/>
                <a:gd name="connsiteX2" fmla="*/ 17227 w 162233"/>
                <a:gd name="connsiteY2" fmla="*/ 118510 h 140334"/>
                <a:gd name="connsiteX3" fmla="*/ 81371 w 162233"/>
                <a:gd name="connsiteY3" fmla="*/ 139823 h 140334"/>
                <a:gd name="connsiteX4" fmla="*/ 130670 w 162233"/>
                <a:gd name="connsiteY4" fmla="*/ 130761 h 140334"/>
                <a:gd name="connsiteX5" fmla="*/ 157257 w 162233"/>
                <a:gd name="connsiteY5" fmla="*/ 98910 h 140334"/>
                <a:gd name="connsiteX6" fmla="*/ 162200 w 162233"/>
                <a:gd name="connsiteY6" fmla="*/ 59979 h 140334"/>
                <a:gd name="connsiteX7" fmla="*/ 145590 w 162233"/>
                <a:gd name="connsiteY7" fmla="*/ 12538 h 140334"/>
                <a:gd name="connsiteX8" fmla="*/ 93254 w 162233"/>
                <a:gd name="connsiteY8" fmla="*/ 73 h 140334"/>
                <a:gd name="connsiteX9" fmla="*/ 29319 w 162233"/>
                <a:gd name="connsiteY9" fmla="*/ 10152 h 140334"/>
                <a:gd name="connsiteX0" fmla="*/ 29319 w 167435"/>
                <a:gd name="connsiteY0" fmla="*/ 10152 h 140334"/>
                <a:gd name="connsiteX1" fmla="*/ 413 w 167435"/>
                <a:gd name="connsiteY1" fmla="*/ 57223 h 140334"/>
                <a:gd name="connsiteX2" fmla="*/ 17227 w 167435"/>
                <a:gd name="connsiteY2" fmla="*/ 118510 h 140334"/>
                <a:gd name="connsiteX3" fmla="*/ 81371 w 167435"/>
                <a:gd name="connsiteY3" fmla="*/ 139823 h 140334"/>
                <a:gd name="connsiteX4" fmla="*/ 130670 w 167435"/>
                <a:gd name="connsiteY4" fmla="*/ 130761 h 140334"/>
                <a:gd name="connsiteX5" fmla="*/ 157257 w 167435"/>
                <a:gd name="connsiteY5" fmla="*/ 98910 h 140334"/>
                <a:gd name="connsiteX6" fmla="*/ 167414 w 167435"/>
                <a:gd name="connsiteY6" fmla="*/ 58786 h 140334"/>
                <a:gd name="connsiteX7" fmla="*/ 145590 w 167435"/>
                <a:gd name="connsiteY7" fmla="*/ 12538 h 140334"/>
                <a:gd name="connsiteX8" fmla="*/ 93254 w 167435"/>
                <a:gd name="connsiteY8" fmla="*/ 73 h 140334"/>
                <a:gd name="connsiteX9" fmla="*/ 29319 w 167435"/>
                <a:gd name="connsiteY9" fmla="*/ 10152 h 140334"/>
                <a:gd name="connsiteX0" fmla="*/ 29319 w 167678"/>
                <a:gd name="connsiteY0" fmla="*/ 10152 h 140294"/>
                <a:gd name="connsiteX1" fmla="*/ 413 w 167678"/>
                <a:gd name="connsiteY1" fmla="*/ 57223 h 140294"/>
                <a:gd name="connsiteX2" fmla="*/ 17227 w 167678"/>
                <a:gd name="connsiteY2" fmla="*/ 118510 h 140294"/>
                <a:gd name="connsiteX3" fmla="*/ 81371 w 167678"/>
                <a:gd name="connsiteY3" fmla="*/ 139823 h 140294"/>
                <a:gd name="connsiteX4" fmla="*/ 130670 w 167678"/>
                <a:gd name="connsiteY4" fmla="*/ 130761 h 140294"/>
                <a:gd name="connsiteX5" fmla="*/ 155953 w 167678"/>
                <a:gd name="connsiteY5" fmla="*/ 102489 h 140294"/>
                <a:gd name="connsiteX6" fmla="*/ 167414 w 167678"/>
                <a:gd name="connsiteY6" fmla="*/ 58786 h 140294"/>
                <a:gd name="connsiteX7" fmla="*/ 145590 w 167678"/>
                <a:gd name="connsiteY7" fmla="*/ 12538 h 140294"/>
                <a:gd name="connsiteX8" fmla="*/ 93254 w 167678"/>
                <a:gd name="connsiteY8" fmla="*/ 73 h 140294"/>
                <a:gd name="connsiteX9" fmla="*/ 29319 w 167678"/>
                <a:gd name="connsiteY9" fmla="*/ 10152 h 140294"/>
                <a:gd name="connsiteX0" fmla="*/ 29319 w 167678"/>
                <a:gd name="connsiteY0" fmla="*/ 10540 h 140682"/>
                <a:gd name="connsiteX1" fmla="*/ 413 w 167678"/>
                <a:gd name="connsiteY1" fmla="*/ 57611 h 140682"/>
                <a:gd name="connsiteX2" fmla="*/ 17227 w 167678"/>
                <a:gd name="connsiteY2" fmla="*/ 118898 h 140682"/>
                <a:gd name="connsiteX3" fmla="*/ 81371 w 167678"/>
                <a:gd name="connsiteY3" fmla="*/ 140211 h 140682"/>
                <a:gd name="connsiteX4" fmla="*/ 130670 w 167678"/>
                <a:gd name="connsiteY4" fmla="*/ 131149 h 140682"/>
                <a:gd name="connsiteX5" fmla="*/ 155953 w 167678"/>
                <a:gd name="connsiteY5" fmla="*/ 102877 h 140682"/>
                <a:gd name="connsiteX6" fmla="*/ 167414 w 167678"/>
                <a:gd name="connsiteY6" fmla="*/ 59174 h 140682"/>
                <a:gd name="connsiteX7" fmla="*/ 145590 w 167678"/>
                <a:gd name="connsiteY7" fmla="*/ 12926 h 140682"/>
                <a:gd name="connsiteX8" fmla="*/ 93254 w 167678"/>
                <a:gd name="connsiteY8" fmla="*/ 461 h 140682"/>
                <a:gd name="connsiteX9" fmla="*/ 64636 w 167678"/>
                <a:gd name="connsiteY9" fmla="*/ 3421 h 140682"/>
                <a:gd name="connsiteX10" fmla="*/ 29319 w 167678"/>
                <a:gd name="connsiteY10" fmla="*/ 10540 h 140682"/>
                <a:gd name="connsiteX0" fmla="*/ 29319 w 167678"/>
                <a:gd name="connsiteY0" fmla="*/ 10540 h 140682"/>
                <a:gd name="connsiteX1" fmla="*/ 413 w 167678"/>
                <a:gd name="connsiteY1" fmla="*/ 57611 h 140682"/>
                <a:gd name="connsiteX2" fmla="*/ 17227 w 167678"/>
                <a:gd name="connsiteY2" fmla="*/ 118898 h 140682"/>
                <a:gd name="connsiteX3" fmla="*/ 81371 w 167678"/>
                <a:gd name="connsiteY3" fmla="*/ 140211 h 140682"/>
                <a:gd name="connsiteX4" fmla="*/ 130670 w 167678"/>
                <a:gd name="connsiteY4" fmla="*/ 131149 h 140682"/>
                <a:gd name="connsiteX5" fmla="*/ 155953 w 167678"/>
                <a:gd name="connsiteY5" fmla="*/ 102877 h 140682"/>
                <a:gd name="connsiteX6" fmla="*/ 167414 w 167678"/>
                <a:gd name="connsiteY6" fmla="*/ 59174 h 140682"/>
                <a:gd name="connsiteX7" fmla="*/ 145590 w 167678"/>
                <a:gd name="connsiteY7" fmla="*/ 12926 h 140682"/>
                <a:gd name="connsiteX8" fmla="*/ 102379 w 167678"/>
                <a:gd name="connsiteY8" fmla="*/ 461 h 140682"/>
                <a:gd name="connsiteX9" fmla="*/ 64636 w 167678"/>
                <a:gd name="connsiteY9" fmla="*/ 3421 h 140682"/>
                <a:gd name="connsiteX10" fmla="*/ 29319 w 167678"/>
                <a:gd name="connsiteY10" fmla="*/ 10540 h 140682"/>
                <a:gd name="connsiteX0" fmla="*/ 29319 w 167678"/>
                <a:gd name="connsiteY0" fmla="*/ 9523 h 139665"/>
                <a:gd name="connsiteX1" fmla="*/ 413 w 167678"/>
                <a:gd name="connsiteY1" fmla="*/ 56594 h 139665"/>
                <a:gd name="connsiteX2" fmla="*/ 17227 w 167678"/>
                <a:gd name="connsiteY2" fmla="*/ 117881 h 139665"/>
                <a:gd name="connsiteX3" fmla="*/ 81371 w 167678"/>
                <a:gd name="connsiteY3" fmla="*/ 139194 h 139665"/>
                <a:gd name="connsiteX4" fmla="*/ 130670 w 167678"/>
                <a:gd name="connsiteY4" fmla="*/ 130132 h 139665"/>
                <a:gd name="connsiteX5" fmla="*/ 155953 w 167678"/>
                <a:gd name="connsiteY5" fmla="*/ 101860 h 139665"/>
                <a:gd name="connsiteX6" fmla="*/ 167414 w 167678"/>
                <a:gd name="connsiteY6" fmla="*/ 58157 h 139665"/>
                <a:gd name="connsiteX7" fmla="*/ 145590 w 167678"/>
                <a:gd name="connsiteY7" fmla="*/ 11909 h 139665"/>
                <a:gd name="connsiteX8" fmla="*/ 110200 w 167678"/>
                <a:gd name="connsiteY8" fmla="*/ 637 h 139665"/>
                <a:gd name="connsiteX9" fmla="*/ 64636 w 167678"/>
                <a:gd name="connsiteY9" fmla="*/ 2404 h 139665"/>
                <a:gd name="connsiteX10" fmla="*/ 29319 w 167678"/>
                <a:gd name="connsiteY10" fmla="*/ 9523 h 139665"/>
                <a:gd name="connsiteX0" fmla="*/ 29319 w 167678"/>
                <a:gd name="connsiteY0" fmla="*/ 9436 h 139578"/>
                <a:gd name="connsiteX1" fmla="*/ 413 w 167678"/>
                <a:gd name="connsiteY1" fmla="*/ 56507 h 139578"/>
                <a:gd name="connsiteX2" fmla="*/ 17227 w 167678"/>
                <a:gd name="connsiteY2" fmla="*/ 117794 h 139578"/>
                <a:gd name="connsiteX3" fmla="*/ 81371 w 167678"/>
                <a:gd name="connsiteY3" fmla="*/ 139107 h 139578"/>
                <a:gd name="connsiteX4" fmla="*/ 130670 w 167678"/>
                <a:gd name="connsiteY4" fmla="*/ 130045 h 139578"/>
                <a:gd name="connsiteX5" fmla="*/ 155953 w 167678"/>
                <a:gd name="connsiteY5" fmla="*/ 101773 h 139578"/>
                <a:gd name="connsiteX6" fmla="*/ 167414 w 167678"/>
                <a:gd name="connsiteY6" fmla="*/ 58070 h 139578"/>
                <a:gd name="connsiteX7" fmla="*/ 145590 w 167678"/>
                <a:gd name="connsiteY7" fmla="*/ 10629 h 139578"/>
                <a:gd name="connsiteX8" fmla="*/ 110200 w 167678"/>
                <a:gd name="connsiteY8" fmla="*/ 550 h 139578"/>
                <a:gd name="connsiteX9" fmla="*/ 64636 w 167678"/>
                <a:gd name="connsiteY9" fmla="*/ 2317 h 139578"/>
                <a:gd name="connsiteX10" fmla="*/ 29319 w 167678"/>
                <a:gd name="connsiteY10" fmla="*/ 9436 h 139578"/>
                <a:gd name="connsiteX0" fmla="*/ 29319 w 167678"/>
                <a:gd name="connsiteY0" fmla="*/ 9854 h 139996"/>
                <a:gd name="connsiteX1" fmla="*/ 413 w 167678"/>
                <a:gd name="connsiteY1" fmla="*/ 56925 h 139996"/>
                <a:gd name="connsiteX2" fmla="*/ 17227 w 167678"/>
                <a:gd name="connsiteY2" fmla="*/ 118212 h 139996"/>
                <a:gd name="connsiteX3" fmla="*/ 81371 w 167678"/>
                <a:gd name="connsiteY3" fmla="*/ 139525 h 139996"/>
                <a:gd name="connsiteX4" fmla="*/ 130670 w 167678"/>
                <a:gd name="connsiteY4" fmla="*/ 130463 h 139996"/>
                <a:gd name="connsiteX5" fmla="*/ 155953 w 167678"/>
                <a:gd name="connsiteY5" fmla="*/ 102191 h 139996"/>
                <a:gd name="connsiteX6" fmla="*/ 167414 w 167678"/>
                <a:gd name="connsiteY6" fmla="*/ 58488 h 139996"/>
                <a:gd name="connsiteX7" fmla="*/ 145590 w 167678"/>
                <a:gd name="connsiteY7" fmla="*/ 11047 h 139996"/>
                <a:gd name="connsiteX8" fmla="*/ 110200 w 167678"/>
                <a:gd name="connsiteY8" fmla="*/ 968 h 139996"/>
                <a:gd name="connsiteX9" fmla="*/ 59422 w 167678"/>
                <a:gd name="connsiteY9" fmla="*/ 1542 h 139996"/>
                <a:gd name="connsiteX10" fmla="*/ 29319 w 167678"/>
                <a:gd name="connsiteY10" fmla="*/ 9854 h 139996"/>
                <a:gd name="connsiteX0" fmla="*/ 29203 w 167562"/>
                <a:gd name="connsiteY0" fmla="*/ 9854 h 140203"/>
                <a:gd name="connsiteX1" fmla="*/ 297 w 167562"/>
                <a:gd name="connsiteY1" fmla="*/ 56925 h 140203"/>
                <a:gd name="connsiteX2" fmla="*/ 18415 w 167562"/>
                <a:gd name="connsiteY2" fmla="*/ 114633 h 140203"/>
                <a:gd name="connsiteX3" fmla="*/ 81255 w 167562"/>
                <a:gd name="connsiteY3" fmla="*/ 139525 h 140203"/>
                <a:gd name="connsiteX4" fmla="*/ 130554 w 167562"/>
                <a:gd name="connsiteY4" fmla="*/ 130463 h 140203"/>
                <a:gd name="connsiteX5" fmla="*/ 155837 w 167562"/>
                <a:gd name="connsiteY5" fmla="*/ 102191 h 140203"/>
                <a:gd name="connsiteX6" fmla="*/ 167298 w 167562"/>
                <a:gd name="connsiteY6" fmla="*/ 58488 h 140203"/>
                <a:gd name="connsiteX7" fmla="*/ 145474 w 167562"/>
                <a:gd name="connsiteY7" fmla="*/ 11047 h 140203"/>
                <a:gd name="connsiteX8" fmla="*/ 110084 w 167562"/>
                <a:gd name="connsiteY8" fmla="*/ 968 h 140203"/>
                <a:gd name="connsiteX9" fmla="*/ 59306 w 167562"/>
                <a:gd name="connsiteY9" fmla="*/ 1542 h 140203"/>
                <a:gd name="connsiteX10" fmla="*/ 29203 w 167562"/>
                <a:gd name="connsiteY10" fmla="*/ 9854 h 140203"/>
                <a:gd name="connsiteX0" fmla="*/ 29165 w 167524"/>
                <a:gd name="connsiteY0" fmla="*/ 9854 h 138033"/>
                <a:gd name="connsiteX1" fmla="*/ 259 w 167524"/>
                <a:gd name="connsiteY1" fmla="*/ 56925 h 138033"/>
                <a:gd name="connsiteX2" fmla="*/ 18377 w 167524"/>
                <a:gd name="connsiteY2" fmla="*/ 114633 h 138033"/>
                <a:gd name="connsiteX3" fmla="*/ 73396 w 167524"/>
                <a:gd name="connsiteY3" fmla="*/ 137139 h 138033"/>
                <a:gd name="connsiteX4" fmla="*/ 130516 w 167524"/>
                <a:gd name="connsiteY4" fmla="*/ 130463 h 138033"/>
                <a:gd name="connsiteX5" fmla="*/ 155799 w 167524"/>
                <a:gd name="connsiteY5" fmla="*/ 102191 h 138033"/>
                <a:gd name="connsiteX6" fmla="*/ 167260 w 167524"/>
                <a:gd name="connsiteY6" fmla="*/ 58488 h 138033"/>
                <a:gd name="connsiteX7" fmla="*/ 145436 w 167524"/>
                <a:gd name="connsiteY7" fmla="*/ 11047 h 138033"/>
                <a:gd name="connsiteX8" fmla="*/ 110046 w 167524"/>
                <a:gd name="connsiteY8" fmla="*/ 968 h 138033"/>
                <a:gd name="connsiteX9" fmla="*/ 59268 w 167524"/>
                <a:gd name="connsiteY9" fmla="*/ 1542 h 138033"/>
                <a:gd name="connsiteX10" fmla="*/ 29165 w 167524"/>
                <a:gd name="connsiteY10" fmla="*/ 9854 h 138033"/>
                <a:gd name="connsiteX0" fmla="*/ 29165 w 167524"/>
                <a:gd name="connsiteY0" fmla="*/ 9854 h 138033"/>
                <a:gd name="connsiteX1" fmla="*/ 259 w 167524"/>
                <a:gd name="connsiteY1" fmla="*/ 56925 h 138033"/>
                <a:gd name="connsiteX2" fmla="*/ 18377 w 167524"/>
                <a:gd name="connsiteY2" fmla="*/ 114633 h 138033"/>
                <a:gd name="connsiteX3" fmla="*/ 73396 w 167524"/>
                <a:gd name="connsiteY3" fmla="*/ 137139 h 138033"/>
                <a:gd name="connsiteX4" fmla="*/ 130516 w 167524"/>
                <a:gd name="connsiteY4" fmla="*/ 130463 h 138033"/>
                <a:gd name="connsiteX5" fmla="*/ 155799 w 167524"/>
                <a:gd name="connsiteY5" fmla="*/ 102191 h 138033"/>
                <a:gd name="connsiteX6" fmla="*/ 167260 w 167524"/>
                <a:gd name="connsiteY6" fmla="*/ 58488 h 138033"/>
                <a:gd name="connsiteX7" fmla="*/ 145436 w 167524"/>
                <a:gd name="connsiteY7" fmla="*/ 11047 h 138033"/>
                <a:gd name="connsiteX8" fmla="*/ 110046 w 167524"/>
                <a:gd name="connsiteY8" fmla="*/ 968 h 138033"/>
                <a:gd name="connsiteX9" fmla="*/ 59268 w 167524"/>
                <a:gd name="connsiteY9" fmla="*/ 1542 h 138033"/>
                <a:gd name="connsiteX10" fmla="*/ 29165 w 167524"/>
                <a:gd name="connsiteY10" fmla="*/ 9854 h 138033"/>
                <a:gd name="connsiteX0" fmla="*/ 29165 w 167633"/>
                <a:gd name="connsiteY0" fmla="*/ 9854 h 138033"/>
                <a:gd name="connsiteX1" fmla="*/ 259 w 167633"/>
                <a:gd name="connsiteY1" fmla="*/ 56925 h 138033"/>
                <a:gd name="connsiteX2" fmla="*/ 18377 w 167633"/>
                <a:gd name="connsiteY2" fmla="*/ 114633 h 138033"/>
                <a:gd name="connsiteX3" fmla="*/ 73396 w 167633"/>
                <a:gd name="connsiteY3" fmla="*/ 137139 h 138033"/>
                <a:gd name="connsiteX4" fmla="*/ 130516 w 167633"/>
                <a:gd name="connsiteY4" fmla="*/ 130463 h 138033"/>
                <a:gd name="connsiteX5" fmla="*/ 157102 w 167633"/>
                <a:gd name="connsiteY5" fmla="*/ 102191 h 138033"/>
                <a:gd name="connsiteX6" fmla="*/ 167260 w 167633"/>
                <a:gd name="connsiteY6" fmla="*/ 58488 h 138033"/>
                <a:gd name="connsiteX7" fmla="*/ 145436 w 167633"/>
                <a:gd name="connsiteY7" fmla="*/ 11047 h 138033"/>
                <a:gd name="connsiteX8" fmla="*/ 110046 w 167633"/>
                <a:gd name="connsiteY8" fmla="*/ 968 h 138033"/>
                <a:gd name="connsiteX9" fmla="*/ 59268 w 167633"/>
                <a:gd name="connsiteY9" fmla="*/ 1542 h 138033"/>
                <a:gd name="connsiteX10" fmla="*/ 29165 w 167633"/>
                <a:gd name="connsiteY10" fmla="*/ 9854 h 13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33" h="138033">
                  <a:moveTo>
                    <a:pt x="29165" y="9854"/>
                  </a:moveTo>
                  <a:cubicBezTo>
                    <a:pt x="19330" y="19084"/>
                    <a:pt x="2057" y="39462"/>
                    <a:pt x="259" y="56925"/>
                  </a:cubicBezTo>
                  <a:cubicBezTo>
                    <a:pt x="-1539" y="74388"/>
                    <a:pt x="6188" y="101264"/>
                    <a:pt x="18377" y="114633"/>
                  </a:cubicBezTo>
                  <a:cubicBezTo>
                    <a:pt x="30567" y="128002"/>
                    <a:pt x="54706" y="134501"/>
                    <a:pt x="73396" y="137139"/>
                  </a:cubicBezTo>
                  <a:cubicBezTo>
                    <a:pt x="92086" y="139777"/>
                    <a:pt x="116565" y="136288"/>
                    <a:pt x="130516" y="130463"/>
                  </a:cubicBezTo>
                  <a:cubicBezTo>
                    <a:pt x="144467" y="124638"/>
                    <a:pt x="150978" y="114187"/>
                    <a:pt x="157102" y="102191"/>
                  </a:cubicBezTo>
                  <a:cubicBezTo>
                    <a:pt x="163226" y="90195"/>
                    <a:pt x="169204" y="73679"/>
                    <a:pt x="167260" y="58488"/>
                  </a:cubicBezTo>
                  <a:cubicBezTo>
                    <a:pt x="165316" y="43297"/>
                    <a:pt x="153373" y="17132"/>
                    <a:pt x="145436" y="11047"/>
                  </a:cubicBezTo>
                  <a:cubicBezTo>
                    <a:pt x="137499" y="4962"/>
                    <a:pt x="124407" y="2552"/>
                    <a:pt x="110046" y="968"/>
                  </a:cubicBezTo>
                  <a:cubicBezTo>
                    <a:pt x="95685" y="-616"/>
                    <a:pt x="69924" y="-138"/>
                    <a:pt x="59268" y="1542"/>
                  </a:cubicBezTo>
                  <a:cubicBezTo>
                    <a:pt x="48612" y="3222"/>
                    <a:pt x="39000" y="624"/>
                    <a:pt x="29165" y="985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57150">
              <a:gradFill flip="none" rotWithShape="1">
                <a:gsLst>
                  <a:gs pos="81000">
                    <a:srgbClr val="321704"/>
                  </a:gs>
                  <a:gs pos="50000">
                    <a:schemeClr val="accent2">
                      <a:lumMod val="50000"/>
                    </a:schemeClr>
                  </a:gs>
                  <a:gs pos="21000">
                    <a:schemeClr val="accent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3F8B8B85-77B5-4163-96E1-A769D75BCE43}"/>
                </a:ext>
              </a:extLst>
            </p:cNvPr>
            <p:cNvSpPr/>
            <p:nvPr/>
          </p:nvSpPr>
          <p:spPr>
            <a:xfrm flipH="1">
              <a:off x="4046619" y="3016401"/>
              <a:ext cx="47641" cy="4596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A1B0ABB5-6CE7-4D36-AC51-CEE8A89418DB}"/>
                </a:ext>
              </a:extLst>
            </p:cNvPr>
            <p:cNvSpPr/>
            <p:nvPr/>
          </p:nvSpPr>
          <p:spPr>
            <a:xfrm flipH="1">
              <a:off x="4095839" y="2962892"/>
              <a:ext cx="47641" cy="45961"/>
            </a:xfrm>
            <a:prstGeom prst="ellipse">
              <a:avLst/>
            </a:prstGeom>
            <a:gradFill>
              <a:gsLst>
                <a:gs pos="81000">
                  <a:schemeClr val="accent1">
                    <a:lumMod val="40000"/>
                    <a:lumOff val="60000"/>
                  </a:schemeClr>
                </a:gs>
                <a:gs pos="50000">
                  <a:schemeClr val="accent1">
                    <a:lumMod val="20000"/>
                    <a:lumOff val="80000"/>
                  </a:schemeClr>
                </a:gs>
                <a:gs pos="21000">
                  <a:schemeClr val="bg1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0DF97219-D581-4556-8A39-85E54662944A}"/>
              </a:ext>
            </a:extLst>
          </p:cNvPr>
          <p:cNvSpPr/>
          <p:nvPr/>
        </p:nvSpPr>
        <p:spPr>
          <a:xfrm>
            <a:off x="1920563" y="348832"/>
            <a:ext cx="3754518" cy="2923143"/>
          </a:xfrm>
          <a:custGeom>
            <a:avLst/>
            <a:gdLst>
              <a:gd name="connsiteX0" fmla="*/ 140679 w 3772635"/>
              <a:gd name="connsiteY0" fmla="*/ 2890354 h 3029576"/>
              <a:gd name="connsiteX1" fmla="*/ 256293 w 3772635"/>
              <a:gd name="connsiteY1" fmla="*/ 2837802 h 3029576"/>
              <a:gd name="connsiteX2" fmla="*/ 287824 w 3772635"/>
              <a:gd name="connsiteY2" fmla="*/ 2301774 h 3029576"/>
              <a:gd name="connsiteX3" fmla="*/ 350886 w 3772635"/>
              <a:gd name="connsiteY3" fmla="*/ 1692174 h 3029576"/>
              <a:gd name="connsiteX4" fmla="*/ 739769 w 3772635"/>
              <a:gd name="connsiteY4" fmla="*/ 1376864 h 3029576"/>
              <a:gd name="connsiteX5" fmla="*/ 886914 w 3772635"/>
              <a:gd name="connsiteY5" fmla="*/ 1082574 h 3029576"/>
              <a:gd name="connsiteX6" fmla="*/ 1275796 w 3772635"/>
              <a:gd name="connsiteY6" fmla="*/ 725223 h 3029576"/>
              <a:gd name="connsiteX7" fmla="*/ 1328348 w 3772635"/>
              <a:gd name="connsiteY7" fmla="*/ 578078 h 3029576"/>
              <a:gd name="connsiteX8" fmla="*/ 1422941 w 3772635"/>
              <a:gd name="connsiteY8" fmla="*/ 777774 h 3029576"/>
              <a:gd name="connsiteX9" fmla="*/ 1738252 w 3772635"/>
              <a:gd name="connsiteY9" fmla="*/ 935429 h 3029576"/>
              <a:gd name="connsiteX10" fmla="*/ 2169176 w 3772635"/>
              <a:gd name="connsiteY10" fmla="*/ 1114105 h 3029576"/>
              <a:gd name="connsiteX11" fmla="*/ 2295300 w 3772635"/>
              <a:gd name="connsiteY11" fmla="*/ 1103595 h 3029576"/>
              <a:gd name="connsiteX12" fmla="*/ 2589589 w 3772635"/>
              <a:gd name="connsiteY12" fmla="*/ 1313802 h 3029576"/>
              <a:gd name="connsiteX13" fmla="*/ 2915410 w 3772635"/>
              <a:gd name="connsiteY13" fmla="*/ 1587071 h 3029576"/>
              <a:gd name="connsiteX14" fmla="*/ 3251741 w 3772635"/>
              <a:gd name="connsiteY14" fmla="*/ 1692174 h 3029576"/>
              <a:gd name="connsiteX15" fmla="*/ 3556541 w 3772635"/>
              <a:gd name="connsiteY15" fmla="*/ 2165140 h 3029576"/>
              <a:gd name="connsiteX16" fmla="*/ 3609093 w 3772635"/>
              <a:gd name="connsiteY16" fmla="*/ 2627595 h 3029576"/>
              <a:gd name="connsiteX17" fmla="*/ 3588072 w 3772635"/>
              <a:gd name="connsiteY17" fmla="*/ 2900864 h 3029576"/>
              <a:gd name="connsiteX18" fmla="*/ 3630114 w 3772635"/>
              <a:gd name="connsiteY18" fmla="*/ 3016478 h 3029576"/>
              <a:gd name="connsiteX19" fmla="*/ 3724707 w 3772635"/>
              <a:gd name="connsiteY19" fmla="*/ 2606574 h 3029576"/>
              <a:gd name="connsiteX20" fmla="*/ 3766748 w 3772635"/>
              <a:gd name="connsiteY20" fmla="*/ 1923402 h 3029576"/>
              <a:gd name="connsiteX21" fmla="*/ 3598583 w 3772635"/>
              <a:gd name="connsiteY21" fmla="*/ 777774 h 3029576"/>
              <a:gd name="connsiteX22" fmla="*/ 2715714 w 3772635"/>
              <a:gd name="connsiteY22" fmla="*/ 126133 h 3029576"/>
              <a:gd name="connsiteX23" fmla="*/ 1937948 w 3772635"/>
              <a:gd name="connsiteY23" fmla="*/ 9 h 3029576"/>
              <a:gd name="connsiteX24" fmla="*/ 1181203 w 3772635"/>
              <a:gd name="connsiteY24" fmla="*/ 126133 h 3029576"/>
              <a:gd name="connsiteX25" fmla="*/ 1076100 w 3772635"/>
              <a:gd name="connsiteY25" fmla="*/ 52560 h 3029576"/>
              <a:gd name="connsiteX26" fmla="*/ 1044569 w 3772635"/>
              <a:gd name="connsiteY26" fmla="*/ 189195 h 3029576"/>
              <a:gd name="connsiteX27" fmla="*/ 960486 w 3772635"/>
              <a:gd name="connsiteY27" fmla="*/ 136643 h 3029576"/>
              <a:gd name="connsiteX28" fmla="*/ 960486 w 3772635"/>
              <a:gd name="connsiteY28" fmla="*/ 241747 h 3029576"/>
              <a:gd name="connsiteX29" fmla="*/ 781810 w 3772635"/>
              <a:gd name="connsiteY29" fmla="*/ 388892 h 3029576"/>
              <a:gd name="connsiteX30" fmla="*/ 466500 w 3772635"/>
              <a:gd name="connsiteY30" fmla="*/ 578078 h 3029576"/>
              <a:gd name="connsiteX31" fmla="*/ 67107 w 3772635"/>
              <a:gd name="connsiteY31" fmla="*/ 1240229 h 3029576"/>
              <a:gd name="connsiteX32" fmla="*/ 4045 w 3772635"/>
              <a:gd name="connsiteY32" fmla="*/ 2091567 h 3029576"/>
              <a:gd name="connsiteX33" fmla="*/ 140679 w 3772635"/>
              <a:gd name="connsiteY33" fmla="*/ 2890354 h 3029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772635" h="3029576">
                <a:moveTo>
                  <a:pt x="140679" y="2890354"/>
                </a:moveTo>
                <a:cubicBezTo>
                  <a:pt x="182720" y="3014726"/>
                  <a:pt x="231769" y="2935899"/>
                  <a:pt x="256293" y="2837802"/>
                </a:cubicBezTo>
                <a:cubicBezTo>
                  <a:pt x="280817" y="2739705"/>
                  <a:pt x="272059" y="2492712"/>
                  <a:pt x="287824" y="2301774"/>
                </a:cubicBezTo>
                <a:cubicBezTo>
                  <a:pt x="303589" y="2110836"/>
                  <a:pt x="275562" y="1846326"/>
                  <a:pt x="350886" y="1692174"/>
                </a:cubicBezTo>
                <a:cubicBezTo>
                  <a:pt x="426210" y="1538022"/>
                  <a:pt x="650431" y="1478464"/>
                  <a:pt x="739769" y="1376864"/>
                </a:cubicBezTo>
                <a:cubicBezTo>
                  <a:pt x="829107" y="1275264"/>
                  <a:pt x="797576" y="1191181"/>
                  <a:pt x="886914" y="1082574"/>
                </a:cubicBezTo>
                <a:cubicBezTo>
                  <a:pt x="976252" y="973967"/>
                  <a:pt x="1202224" y="809306"/>
                  <a:pt x="1275796" y="725223"/>
                </a:cubicBezTo>
                <a:cubicBezTo>
                  <a:pt x="1349368" y="641140"/>
                  <a:pt x="1303824" y="569320"/>
                  <a:pt x="1328348" y="578078"/>
                </a:cubicBezTo>
                <a:cubicBezTo>
                  <a:pt x="1352872" y="586836"/>
                  <a:pt x="1354624" y="718215"/>
                  <a:pt x="1422941" y="777774"/>
                </a:cubicBezTo>
                <a:cubicBezTo>
                  <a:pt x="1491258" y="837332"/>
                  <a:pt x="1613880" y="879374"/>
                  <a:pt x="1738252" y="935429"/>
                </a:cubicBezTo>
                <a:cubicBezTo>
                  <a:pt x="1862624" y="991484"/>
                  <a:pt x="2076335" y="1086077"/>
                  <a:pt x="2169176" y="1114105"/>
                </a:cubicBezTo>
                <a:cubicBezTo>
                  <a:pt x="2262017" y="1142133"/>
                  <a:pt x="2225231" y="1070312"/>
                  <a:pt x="2295300" y="1103595"/>
                </a:cubicBezTo>
                <a:cubicBezTo>
                  <a:pt x="2365369" y="1136878"/>
                  <a:pt x="2486237" y="1233223"/>
                  <a:pt x="2589589" y="1313802"/>
                </a:cubicBezTo>
                <a:cubicBezTo>
                  <a:pt x="2692941" y="1394381"/>
                  <a:pt x="2805051" y="1524009"/>
                  <a:pt x="2915410" y="1587071"/>
                </a:cubicBezTo>
                <a:cubicBezTo>
                  <a:pt x="3025769" y="1650133"/>
                  <a:pt x="3144886" y="1595829"/>
                  <a:pt x="3251741" y="1692174"/>
                </a:cubicBezTo>
                <a:cubicBezTo>
                  <a:pt x="3358596" y="1788519"/>
                  <a:pt x="3496982" y="2009236"/>
                  <a:pt x="3556541" y="2165140"/>
                </a:cubicBezTo>
                <a:cubicBezTo>
                  <a:pt x="3616100" y="2321043"/>
                  <a:pt x="3603838" y="2504974"/>
                  <a:pt x="3609093" y="2627595"/>
                </a:cubicBezTo>
                <a:cubicBezTo>
                  <a:pt x="3614348" y="2750216"/>
                  <a:pt x="3584569" y="2836050"/>
                  <a:pt x="3588072" y="2900864"/>
                </a:cubicBezTo>
                <a:cubicBezTo>
                  <a:pt x="3591575" y="2965678"/>
                  <a:pt x="3607342" y="3065526"/>
                  <a:pt x="3630114" y="3016478"/>
                </a:cubicBezTo>
                <a:cubicBezTo>
                  <a:pt x="3652886" y="2967430"/>
                  <a:pt x="3701935" y="2788753"/>
                  <a:pt x="3724707" y="2606574"/>
                </a:cubicBezTo>
                <a:cubicBezTo>
                  <a:pt x="3747479" y="2424395"/>
                  <a:pt x="3787769" y="2228202"/>
                  <a:pt x="3766748" y="1923402"/>
                </a:cubicBezTo>
                <a:cubicBezTo>
                  <a:pt x="3745727" y="1618602"/>
                  <a:pt x="3773755" y="1077319"/>
                  <a:pt x="3598583" y="777774"/>
                </a:cubicBezTo>
                <a:cubicBezTo>
                  <a:pt x="3423411" y="478229"/>
                  <a:pt x="2992486" y="255760"/>
                  <a:pt x="2715714" y="126133"/>
                </a:cubicBezTo>
                <a:cubicBezTo>
                  <a:pt x="2438942" y="-3494"/>
                  <a:pt x="2193700" y="9"/>
                  <a:pt x="1937948" y="9"/>
                </a:cubicBezTo>
                <a:cubicBezTo>
                  <a:pt x="1682196" y="9"/>
                  <a:pt x="1324844" y="117375"/>
                  <a:pt x="1181203" y="126133"/>
                </a:cubicBezTo>
                <a:cubicBezTo>
                  <a:pt x="1037562" y="134891"/>
                  <a:pt x="1098872" y="42050"/>
                  <a:pt x="1076100" y="52560"/>
                </a:cubicBezTo>
                <a:cubicBezTo>
                  <a:pt x="1053328" y="63070"/>
                  <a:pt x="1063838" y="175181"/>
                  <a:pt x="1044569" y="189195"/>
                </a:cubicBezTo>
                <a:cubicBezTo>
                  <a:pt x="1025300" y="203209"/>
                  <a:pt x="974500" y="127884"/>
                  <a:pt x="960486" y="136643"/>
                </a:cubicBezTo>
                <a:cubicBezTo>
                  <a:pt x="946472" y="145402"/>
                  <a:pt x="990265" y="199705"/>
                  <a:pt x="960486" y="241747"/>
                </a:cubicBezTo>
                <a:cubicBezTo>
                  <a:pt x="930707" y="283788"/>
                  <a:pt x="864141" y="332837"/>
                  <a:pt x="781810" y="388892"/>
                </a:cubicBezTo>
                <a:cubicBezTo>
                  <a:pt x="699479" y="444947"/>
                  <a:pt x="585617" y="436189"/>
                  <a:pt x="466500" y="578078"/>
                </a:cubicBezTo>
                <a:cubicBezTo>
                  <a:pt x="347383" y="719967"/>
                  <a:pt x="144183" y="987981"/>
                  <a:pt x="67107" y="1240229"/>
                </a:cubicBezTo>
                <a:cubicBezTo>
                  <a:pt x="-9969" y="1492477"/>
                  <a:pt x="-2962" y="1816546"/>
                  <a:pt x="4045" y="2091567"/>
                </a:cubicBezTo>
                <a:cubicBezTo>
                  <a:pt x="11052" y="2366588"/>
                  <a:pt x="98638" y="2765982"/>
                  <a:pt x="140679" y="289035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963DAF06-F895-4079-A3CB-8D344E0DA851}"/>
                  </a:ext>
                </a:extLst>
              </p14:cNvPr>
              <p14:cNvContentPartPr/>
              <p14:nvPr/>
            </p14:nvContentPartPr>
            <p14:xfrm>
              <a:off x="1936283" y="3560782"/>
              <a:ext cx="73920" cy="7392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963DAF06-F895-4079-A3CB-8D344E0DA85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31977" y="3556476"/>
                <a:ext cx="81814" cy="818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B2F16C5B-6988-4F18-81D7-9A9D9F505554}"/>
                  </a:ext>
                </a:extLst>
              </p14:cNvPr>
              <p14:cNvContentPartPr/>
              <p14:nvPr/>
            </p14:nvContentPartPr>
            <p14:xfrm>
              <a:off x="2766683" y="4990222"/>
              <a:ext cx="4320" cy="24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B2F16C5B-6988-4F18-81D7-9A9D9F50555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63955" y="4987342"/>
                <a:ext cx="9322" cy="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E3134B72-6072-4EA4-A261-710BA474592D}"/>
                  </a:ext>
                </a:extLst>
              </p14:cNvPr>
              <p14:cNvContentPartPr/>
              <p14:nvPr/>
            </p14:nvContentPartPr>
            <p14:xfrm>
              <a:off x="5354389" y="3791245"/>
              <a:ext cx="240" cy="24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E3134B72-6072-4EA4-A261-710BA474592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51509" y="3788365"/>
                <a:ext cx="5520" cy="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C2E8DD10-559D-4C25-9309-F81E3116E31A}"/>
                  </a:ext>
                </a:extLst>
              </p14:cNvPr>
              <p14:cNvContentPartPr/>
              <p14:nvPr/>
            </p14:nvContentPartPr>
            <p14:xfrm>
              <a:off x="5774869" y="3223645"/>
              <a:ext cx="240" cy="24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C2E8DD10-559D-4C25-9309-F81E3116E31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771989" y="3220765"/>
                <a:ext cx="5520" cy="5520"/>
              </a:xfrm>
              <a:prstGeom prst="rect">
                <a:avLst/>
              </a:prstGeom>
            </p:spPr>
          </p:pic>
        </mc:Fallback>
      </mc:AlternateContent>
      <p:sp>
        <p:nvSpPr>
          <p:cNvPr id="133" name="Freeform: Shape 132">
            <a:extLst>
              <a:ext uri="{FF2B5EF4-FFF2-40B4-BE49-F238E27FC236}">
                <a16:creationId xmlns:a16="http://schemas.microsoft.com/office/drawing/2014/main" id="{47C76E1B-7054-4F69-9FD9-CCD74FBC1ED3}"/>
              </a:ext>
            </a:extLst>
          </p:cNvPr>
          <p:cNvSpPr/>
          <p:nvPr/>
        </p:nvSpPr>
        <p:spPr>
          <a:xfrm>
            <a:off x="3763134" y="4184618"/>
            <a:ext cx="266467" cy="384494"/>
          </a:xfrm>
          <a:custGeom>
            <a:avLst/>
            <a:gdLst>
              <a:gd name="connsiteX0" fmla="*/ 8665 w 151422"/>
              <a:gd name="connsiteY0" fmla="*/ 19082 h 323971"/>
              <a:gd name="connsiteX1" fmla="*/ 27715 w 151422"/>
              <a:gd name="connsiteY1" fmla="*/ 184182 h 323971"/>
              <a:gd name="connsiteX2" fmla="*/ 2315 w 151422"/>
              <a:gd name="connsiteY2" fmla="*/ 266732 h 323971"/>
              <a:gd name="connsiteX3" fmla="*/ 97565 w 151422"/>
              <a:gd name="connsiteY3" fmla="*/ 323882 h 323971"/>
              <a:gd name="connsiteX4" fmla="*/ 142015 w 151422"/>
              <a:gd name="connsiteY4" fmla="*/ 254032 h 323971"/>
              <a:gd name="connsiteX5" fmla="*/ 148365 w 151422"/>
              <a:gd name="connsiteY5" fmla="*/ 165132 h 323971"/>
              <a:gd name="connsiteX6" fmla="*/ 103915 w 151422"/>
              <a:gd name="connsiteY6" fmla="*/ 165132 h 323971"/>
              <a:gd name="connsiteX7" fmla="*/ 122965 w 151422"/>
              <a:gd name="connsiteY7" fmla="*/ 19082 h 323971"/>
              <a:gd name="connsiteX8" fmla="*/ 8665 w 151422"/>
              <a:gd name="connsiteY8" fmla="*/ 19082 h 323971"/>
              <a:gd name="connsiteX0" fmla="*/ 8665 w 149776"/>
              <a:gd name="connsiteY0" fmla="*/ 19273 h 324162"/>
              <a:gd name="connsiteX1" fmla="*/ 27715 w 149776"/>
              <a:gd name="connsiteY1" fmla="*/ 184373 h 324162"/>
              <a:gd name="connsiteX2" fmla="*/ 2315 w 149776"/>
              <a:gd name="connsiteY2" fmla="*/ 266923 h 324162"/>
              <a:gd name="connsiteX3" fmla="*/ 97565 w 149776"/>
              <a:gd name="connsiteY3" fmla="*/ 324073 h 324162"/>
              <a:gd name="connsiteX4" fmla="*/ 142015 w 149776"/>
              <a:gd name="connsiteY4" fmla="*/ 254223 h 324162"/>
              <a:gd name="connsiteX5" fmla="*/ 148365 w 149776"/>
              <a:gd name="connsiteY5" fmla="*/ 165323 h 324162"/>
              <a:gd name="connsiteX6" fmla="*/ 126140 w 149776"/>
              <a:gd name="connsiteY6" fmla="*/ 162148 h 324162"/>
              <a:gd name="connsiteX7" fmla="*/ 122965 w 149776"/>
              <a:gd name="connsiteY7" fmla="*/ 19273 h 324162"/>
              <a:gd name="connsiteX8" fmla="*/ 8665 w 149776"/>
              <a:gd name="connsiteY8" fmla="*/ 19273 h 324162"/>
              <a:gd name="connsiteX0" fmla="*/ 8665 w 172412"/>
              <a:gd name="connsiteY0" fmla="*/ 19273 h 324162"/>
              <a:gd name="connsiteX1" fmla="*/ 27715 w 172412"/>
              <a:gd name="connsiteY1" fmla="*/ 184373 h 324162"/>
              <a:gd name="connsiteX2" fmla="*/ 2315 w 172412"/>
              <a:gd name="connsiteY2" fmla="*/ 266923 h 324162"/>
              <a:gd name="connsiteX3" fmla="*/ 97565 w 172412"/>
              <a:gd name="connsiteY3" fmla="*/ 324073 h 324162"/>
              <a:gd name="connsiteX4" fmla="*/ 142015 w 172412"/>
              <a:gd name="connsiteY4" fmla="*/ 254223 h 324162"/>
              <a:gd name="connsiteX5" fmla="*/ 172178 w 172412"/>
              <a:gd name="connsiteY5" fmla="*/ 230411 h 324162"/>
              <a:gd name="connsiteX6" fmla="*/ 126140 w 172412"/>
              <a:gd name="connsiteY6" fmla="*/ 162148 h 324162"/>
              <a:gd name="connsiteX7" fmla="*/ 122965 w 172412"/>
              <a:gd name="connsiteY7" fmla="*/ 19273 h 324162"/>
              <a:gd name="connsiteX8" fmla="*/ 8665 w 172412"/>
              <a:gd name="connsiteY8" fmla="*/ 19273 h 324162"/>
              <a:gd name="connsiteX0" fmla="*/ 8665 w 173404"/>
              <a:gd name="connsiteY0" fmla="*/ 19273 h 324085"/>
              <a:gd name="connsiteX1" fmla="*/ 27715 w 173404"/>
              <a:gd name="connsiteY1" fmla="*/ 184373 h 324085"/>
              <a:gd name="connsiteX2" fmla="*/ 2315 w 173404"/>
              <a:gd name="connsiteY2" fmla="*/ 266923 h 324085"/>
              <a:gd name="connsiteX3" fmla="*/ 97565 w 173404"/>
              <a:gd name="connsiteY3" fmla="*/ 324073 h 324085"/>
              <a:gd name="connsiteX4" fmla="*/ 154715 w 173404"/>
              <a:gd name="connsiteY4" fmla="*/ 271685 h 324085"/>
              <a:gd name="connsiteX5" fmla="*/ 172178 w 173404"/>
              <a:gd name="connsiteY5" fmla="*/ 230411 h 324085"/>
              <a:gd name="connsiteX6" fmla="*/ 126140 w 173404"/>
              <a:gd name="connsiteY6" fmla="*/ 162148 h 324085"/>
              <a:gd name="connsiteX7" fmla="*/ 122965 w 173404"/>
              <a:gd name="connsiteY7" fmla="*/ 19273 h 324085"/>
              <a:gd name="connsiteX8" fmla="*/ 8665 w 173404"/>
              <a:gd name="connsiteY8" fmla="*/ 19273 h 324085"/>
              <a:gd name="connsiteX0" fmla="*/ 8190 w 173062"/>
              <a:gd name="connsiteY0" fmla="*/ 19273 h 328847"/>
              <a:gd name="connsiteX1" fmla="*/ 27240 w 173062"/>
              <a:gd name="connsiteY1" fmla="*/ 184373 h 328847"/>
              <a:gd name="connsiteX2" fmla="*/ 1840 w 173062"/>
              <a:gd name="connsiteY2" fmla="*/ 266923 h 328847"/>
              <a:gd name="connsiteX3" fmla="*/ 87565 w 173062"/>
              <a:gd name="connsiteY3" fmla="*/ 328836 h 328847"/>
              <a:gd name="connsiteX4" fmla="*/ 154240 w 173062"/>
              <a:gd name="connsiteY4" fmla="*/ 271685 h 328847"/>
              <a:gd name="connsiteX5" fmla="*/ 171703 w 173062"/>
              <a:gd name="connsiteY5" fmla="*/ 230411 h 328847"/>
              <a:gd name="connsiteX6" fmla="*/ 125665 w 173062"/>
              <a:gd name="connsiteY6" fmla="*/ 162148 h 328847"/>
              <a:gd name="connsiteX7" fmla="*/ 122490 w 173062"/>
              <a:gd name="connsiteY7" fmla="*/ 19273 h 328847"/>
              <a:gd name="connsiteX8" fmla="*/ 8190 w 173062"/>
              <a:gd name="connsiteY8" fmla="*/ 19273 h 328847"/>
              <a:gd name="connsiteX0" fmla="*/ 8190 w 172630"/>
              <a:gd name="connsiteY0" fmla="*/ 19273 h 328989"/>
              <a:gd name="connsiteX1" fmla="*/ 27240 w 172630"/>
              <a:gd name="connsiteY1" fmla="*/ 184373 h 328989"/>
              <a:gd name="connsiteX2" fmla="*/ 1840 w 172630"/>
              <a:gd name="connsiteY2" fmla="*/ 266923 h 328989"/>
              <a:gd name="connsiteX3" fmla="*/ 87565 w 172630"/>
              <a:gd name="connsiteY3" fmla="*/ 328836 h 328989"/>
              <a:gd name="connsiteX4" fmla="*/ 151065 w 172630"/>
              <a:gd name="connsiteY4" fmla="*/ 282797 h 328989"/>
              <a:gd name="connsiteX5" fmla="*/ 171703 w 172630"/>
              <a:gd name="connsiteY5" fmla="*/ 230411 h 328989"/>
              <a:gd name="connsiteX6" fmla="*/ 125665 w 172630"/>
              <a:gd name="connsiteY6" fmla="*/ 162148 h 328989"/>
              <a:gd name="connsiteX7" fmla="*/ 122490 w 172630"/>
              <a:gd name="connsiteY7" fmla="*/ 19273 h 328989"/>
              <a:gd name="connsiteX8" fmla="*/ 8190 w 172630"/>
              <a:gd name="connsiteY8" fmla="*/ 19273 h 328989"/>
              <a:gd name="connsiteX0" fmla="*/ 8190 w 164001"/>
              <a:gd name="connsiteY0" fmla="*/ 19273 h 328979"/>
              <a:gd name="connsiteX1" fmla="*/ 27240 w 164001"/>
              <a:gd name="connsiteY1" fmla="*/ 184373 h 328979"/>
              <a:gd name="connsiteX2" fmla="*/ 1840 w 164001"/>
              <a:gd name="connsiteY2" fmla="*/ 266923 h 328979"/>
              <a:gd name="connsiteX3" fmla="*/ 87565 w 164001"/>
              <a:gd name="connsiteY3" fmla="*/ 328836 h 328979"/>
              <a:gd name="connsiteX4" fmla="*/ 151065 w 164001"/>
              <a:gd name="connsiteY4" fmla="*/ 282797 h 328979"/>
              <a:gd name="connsiteX5" fmla="*/ 162178 w 164001"/>
              <a:gd name="connsiteY5" fmla="*/ 244698 h 328979"/>
              <a:gd name="connsiteX6" fmla="*/ 125665 w 164001"/>
              <a:gd name="connsiteY6" fmla="*/ 162148 h 328979"/>
              <a:gd name="connsiteX7" fmla="*/ 122490 w 164001"/>
              <a:gd name="connsiteY7" fmla="*/ 19273 h 328979"/>
              <a:gd name="connsiteX8" fmla="*/ 8190 w 164001"/>
              <a:gd name="connsiteY8" fmla="*/ 19273 h 328979"/>
              <a:gd name="connsiteX0" fmla="*/ 8190 w 164117"/>
              <a:gd name="connsiteY0" fmla="*/ 20836 h 330542"/>
              <a:gd name="connsiteX1" fmla="*/ 27240 w 164117"/>
              <a:gd name="connsiteY1" fmla="*/ 185936 h 330542"/>
              <a:gd name="connsiteX2" fmla="*/ 1840 w 164117"/>
              <a:gd name="connsiteY2" fmla="*/ 268486 h 330542"/>
              <a:gd name="connsiteX3" fmla="*/ 87565 w 164117"/>
              <a:gd name="connsiteY3" fmla="*/ 330399 h 330542"/>
              <a:gd name="connsiteX4" fmla="*/ 151065 w 164117"/>
              <a:gd name="connsiteY4" fmla="*/ 284360 h 330542"/>
              <a:gd name="connsiteX5" fmla="*/ 162178 w 164117"/>
              <a:gd name="connsiteY5" fmla="*/ 246261 h 330542"/>
              <a:gd name="connsiteX6" fmla="*/ 124078 w 164117"/>
              <a:gd name="connsiteY6" fmla="*/ 189111 h 330542"/>
              <a:gd name="connsiteX7" fmla="*/ 122490 w 164117"/>
              <a:gd name="connsiteY7" fmla="*/ 20836 h 330542"/>
              <a:gd name="connsiteX8" fmla="*/ 8190 w 164117"/>
              <a:gd name="connsiteY8" fmla="*/ 20836 h 330542"/>
              <a:gd name="connsiteX0" fmla="*/ 8190 w 164117"/>
              <a:gd name="connsiteY0" fmla="*/ 6507 h 316213"/>
              <a:gd name="connsiteX1" fmla="*/ 27240 w 164117"/>
              <a:gd name="connsiteY1" fmla="*/ 171607 h 316213"/>
              <a:gd name="connsiteX2" fmla="*/ 1840 w 164117"/>
              <a:gd name="connsiteY2" fmla="*/ 254157 h 316213"/>
              <a:gd name="connsiteX3" fmla="*/ 87565 w 164117"/>
              <a:gd name="connsiteY3" fmla="*/ 316070 h 316213"/>
              <a:gd name="connsiteX4" fmla="*/ 151065 w 164117"/>
              <a:gd name="connsiteY4" fmla="*/ 270031 h 316213"/>
              <a:gd name="connsiteX5" fmla="*/ 162178 w 164117"/>
              <a:gd name="connsiteY5" fmla="*/ 231932 h 316213"/>
              <a:gd name="connsiteX6" fmla="*/ 124078 w 164117"/>
              <a:gd name="connsiteY6" fmla="*/ 174782 h 316213"/>
              <a:gd name="connsiteX7" fmla="*/ 122490 w 164117"/>
              <a:gd name="connsiteY7" fmla="*/ 6507 h 316213"/>
              <a:gd name="connsiteX8" fmla="*/ 74865 w 164117"/>
              <a:gd name="connsiteY8" fmla="*/ 31908 h 316213"/>
              <a:gd name="connsiteX9" fmla="*/ 8190 w 164117"/>
              <a:gd name="connsiteY9" fmla="*/ 6507 h 316213"/>
              <a:gd name="connsiteX0" fmla="*/ 8190 w 164117"/>
              <a:gd name="connsiteY0" fmla="*/ 6307 h 316013"/>
              <a:gd name="connsiteX1" fmla="*/ 27240 w 164117"/>
              <a:gd name="connsiteY1" fmla="*/ 171407 h 316013"/>
              <a:gd name="connsiteX2" fmla="*/ 1840 w 164117"/>
              <a:gd name="connsiteY2" fmla="*/ 253957 h 316013"/>
              <a:gd name="connsiteX3" fmla="*/ 87565 w 164117"/>
              <a:gd name="connsiteY3" fmla="*/ 315870 h 316013"/>
              <a:gd name="connsiteX4" fmla="*/ 151065 w 164117"/>
              <a:gd name="connsiteY4" fmla="*/ 269831 h 316013"/>
              <a:gd name="connsiteX5" fmla="*/ 162178 w 164117"/>
              <a:gd name="connsiteY5" fmla="*/ 231732 h 316013"/>
              <a:gd name="connsiteX6" fmla="*/ 124078 w 164117"/>
              <a:gd name="connsiteY6" fmla="*/ 174582 h 316013"/>
              <a:gd name="connsiteX7" fmla="*/ 143128 w 164117"/>
              <a:gd name="connsiteY7" fmla="*/ 23769 h 316013"/>
              <a:gd name="connsiteX8" fmla="*/ 74865 w 164117"/>
              <a:gd name="connsiteY8" fmla="*/ 31708 h 316013"/>
              <a:gd name="connsiteX9" fmla="*/ 8190 w 164117"/>
              <a:gd name="connsiteY9" fmla="*/ 6307 h 316013"/>
              <a:gd name="connsiteX0" fmla="*/ 9787 w 164127"/>
              <a:gd name="connsiteY0" fmla="*/ 8349 h 302180"/>
              <a:gd name="connsiteX1" fmla="*/ 27250 w 164127"/>
              <a:gd name="connsiteY1" fmla="*/ 157574 h 302180"/>
              <a:gd name="connsiteX2" fmla="*/ 1850 w 164127"/>
              <a:gd name="connsiteY2" fmla="*/ 240124 h 302180"/>
              <a:gd name="connsiteX3" fmla="*/ 87575 w 164127"/>
              <a:gd name="connsiteY3" fmla="*/ 302037 h 302180"/>
              <a:gd name="connsiteX4" fmla="*/ 151075 w 164127"/>
              <a:gd name="connsiteY4" fmla="*/ 255998 h 302180"/>
              <a:gd name="connsiteX5" fmla="*/ 162188 w 164127"/>
              <a:gd name="connsiteY5" fmla="*/ 217899 h 302180"/>
              <a:gd name="connsiteX6" fmla="*/ 124088 w 164127"/>
              <a:gd name="connsiteY6" fmla="*/ 160749 h 302180"/>
              <a:gd name="connsiteX7" fmla="*/ 143138 w 164127"/>
              <a:gd name="connsiteY7" fmla="*/ 9936 h 302180"/>
              <a:gd name="connsiteX8" fmla="*/ 74875 w 164127"/>
              <a:gd name="connsiteY8" fmla="*/ 17875 h 302180"/>
              <a:gd name="connsiteX9" fmla="*/ 9787 w 164127"/>
              <a:gd name="connsiteY9" fmla="*/ 8349 h 302180"/>
              <a:gd name="connsiteX0" fmla="*/ 9387 w 163727"/>
              <a:gd name="connsiteY0" fmla="*/ 8349 h 302180"/>
              <a:gd name="connsiteX1" fmla="*/ 31612 w 163727"/>
              <a:gd name="connsiteY1" fmla="*/ 157574 h 302180"/>
              <a:gd name="connsiteX2" fmla="*/ 1450 w 163727"/>
              <a:gd name="connsiteY2" fmla="*/ 240124 h 302180"/>
              <a:gd name="connsiteX3" fmla="*/ 87175 w 163727"/>
              <a:gd name="connsiteY3" fmla="*/ 302037 h 302180"/>
              <a:gd name="connsiteX4" fmla="*/ 150675 w 163727"/>
              <a:gd name="connsiteY4" fmla="*/ 255998 h 302180"/>
              <a:gd name="connsiteX5" fmla="*/ 161788 w 163727"/>
              <a:gd name="connsiteY5" fmla="*/ 217899 h 302180"/>
              <a:gd name="connsiteX6" fmla="*/ 123688 w 163727"/>
              <a:gd name="connsiteY6" fmla="*/ 160749 h 302180"/>
              <a:gd name="connsiteX7" fmla="*/ 142738 w 163727"/>
              <a:gd name="connsiteY7" fmla="*/ 9936 h 302180"/>
              <a:gd name="connsiteX8" fmla="*/ 74475 w 163727"/>
              <a:gd name="connsiteY8" fmla="*/ 17875 h 302180"/>
              <a:gd name="connsiteX9" fmla="*/ 9387 w 163727"/>
              <a:gd name="connsiteY9" fmla="*/ 8349 h 302180"/>
              <a:gd name="connsiteX0" fmla="*/ 9387 w 163842"/>
              <a:gd name="connsiteY0" fmla="*/ 8349 h 302180"/>
              <a:gd name="connsiteX1" fmla="*/ 31612 w 163842"/>
              <a:gd name="connsiteY1" fmla="*/ 157574 h 302180"/>
              <a:gd name="connsiteX2" fmla="*/ 1450 w 163842"/>
              <a:gd name="connsiteY2" fmla="*/ 240124 h 302180"/>
              <a:gd name="connsiteX3" fmla="*/ 87175 w 163842"/>
              <a:gd name="connsiteY3" fmla="*/ 302037 h 302180"/>
              <a:gd name="connsiteX4" fmla="*/ 150675 w 163842"/>
              <a:gd name="connsiteY4" fmla="*/ 255998 h 302180"/>
              <a:gd name="connsiteX5" fmla="*/ 161788 w 163842"/>
              <a:gd name="connsiteY5" fmla="*/ 217899 h 302180"/>
              <a:gd name="connsiteX6" fmla="*/ 122101 w 163842"/>
              <a:gd name="connsiteY6" fmla="*/ 159162 h 302180"/>
              <a:gd name="connsiteX7" fmla="*/ 142738 w 163842"/>
              <a:gd name="connsiteY7" fmla="*/ 9936 h 302180"/>
              <a:gd name="connsiteX8" fmla="*/ 74475 w 163842"/>
              <a:gd name="connsiteY8" fmla="*/ 17875 h 302180"/>
              <a:gd name="connsiteX9" fmla="*/ 9387 w 163842"/>
              <a:gd name="connsiteY9" fmla="*/ 8349 h 302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3842" h="302180">
                <a:moveTo>
                  <a:pt x="9387" y="8349"/>
                </a:moveTo>
                <a:cubicBezTo>
                  <a:pt x="2243" y="31632"/>
                  <a:pt x="32935" y="118945"/>
                  <a:pt x="31612" y="157574"/>
                </a:cubicBezTo>
                <a:cubicBezTo>
                  <a:pt x="30289" y="196203"/>
                  <a:pt x="-7810" y="216047"/>
                  <a:pt x="1450" y="240124"/>
                </a:cubicBezTo>
                <a:cubicBezTo>
                  <a:pt x="10710" y="264201"/>
                  <a:pt x="62304" y="299391"/>
                  <a:pt x="87175" y="302037"/>
                </a:cubicBezTo>
                <a:cubicBezTo>
                  <a:pt x="112046" y="304683"/>
                  <a:pt x="138240" y="270021"/>
                  <a:pt x="150675" y="255998"/>
                </a:cubicBezTo>
                <a:cubicBezTo>
                  <a:pt x="163110" y="241975"/>
                  <a:pt x="166550" y="234038"/>
                  <a:pt x="161788" y="217899"/>
                </a:cubicBezTo>
                <a:cubicBezTo>
                  <a:pt x="157026" y="201760"/>
                  <a:pt x="126334" y="183504"/>
                  <a:pt x="122101" y="159162"/>
                </a:cubicBezTo>
                <a:cubicBezTo>
                  <a:pt x="117868" y="134820"/>
                  <a:pt x="150676" y="33484"/>
                  <a:pt x="142738" y="9936"/>
                </a:cubicBezTo>
                <a:cubicBezTo>
                  <a:pt x="134800" y="-13612"/>
                  <a:pt x="93525" y="17875"/>
                  <a:pt x="74475" y="17875"/>
                </a:cubicBezTo>
                <a:cubicBezTo>
                  <a:pt x="55425" y="17875"/>
                  <a:pt x="16531" y="-14934"/>
                  <a:pt x="9387" y="8349"/>
                </a:cubicBezTo>
                <a:close/>
              </a:path>
            </a:pathLst>
          </a:custGeom>
          <a:gradFill flip="none" rotWithShape="1">
            <a:gsLst>
              <a:gs pos="72000">
                <a:srgbClr val="F9D1B5"/>
              </a:gs>
              <a:gs pos="96000">
                <a:srgbClr val="FCE4D4"/>
              </a:gs>
              <a:gs pos="5000">
                <a:schemeClr val="accent2">
                  <a:lumMod val="20000"/>
                  <a:lumOff val="80000"/>
                </a:schemeClr>
              </a:gs>
              <a:gs pos="50000">
                <a:srgbClr val="F6C3A0"/>
              </a:gs>
              <a:gs pos="24000">
                <a:srgbClr val="FAD6BE"/>
              </a:gs>
            </a:gsLst>
            <a:lin ang="0" scaled="1"/>
            <a:tileRect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AD983AF9-B90F-4648-A3AE-2034AF6BCADE}"/>
              </a:ext>
            </a:extLst>
          </p:cNvPr>
          <p:cNvGrpSpPr/>
          <p:nvPr/>
        </p:nvGrpSpPr>
        <p:grpSpPr>
          <a:xfrm>
            <a:off x="3359499" y="4489721"/>
            <a:ext cx="1095210" cy="420138"/>
            <a:chOff x="2663271" y="4649378"/>
            <a:chExt cx="1095210" cy="420138"/>
          </a:xfrm>
        </p:grpSpPr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46CA321A-4C95-479A-9099-3D71396F9033}"/>
                </a:ext>
              </a:extLst>
            </p:cNvPr>
            <p:cNvSpPr/>
            <p:nvPr/>
          </p:nvSpPr>
          <p:spPr>
            <a:xfrm rot="156258">
              <a:off x="2664085" y="4748039"/>
              <a:ext cx="1074621" cy="321477"/>
            </a:xfrm>
            <a:custGeom>
              <a:avLst/>
              <a:gdLst>
                <a:gd name="connsiteX0" fmla="*/ 7239 w 1109882"/>
                <a:gd name="connsiteY0" fmla="*/ 95032 h 333200"/>
                <a:gd name="connsiteX1" fmla="*/ 396705 w 1109882"/>
                <a:gd name="connsiteY1" fmla="*/ 315166 h 333200"/>
                <a:gd name="connsiteX2" fmla="*/ 777705 w 1109882"/>
                <a:gd name="connsiteY2" fmla="*/ 306699 h 333200"/>
                <a:gd name="connsiteX3" fmla="*/ 997839 w 1109882"/>
                <a:gd name="connsiteY3" fmla="*/ 196632 h 333200"/>
                <a:gd name="connsiteX4" fmla="*/ 1099439 w 1109882"/>
                <a:gd name="connsiteY4" fmla="*/ 1899 h 333200"/>
                <a:gd name="connsiteX5" fmla="*/ 752305 w 1109882"/>
                <a:gd name="connsiteY5" fmla="*/ 95032 h 333200"/>
                <a:gd name="connsiteX6" fmla="*/ 7239 w 1109882"/>
                <a:gd name="connsiteY6" fmla="*/ 95032 h 333200"/>
                <a:gd name="connsiteX0" fmla="*/ 7239 w 1109882"/>
                <a:gd name="connsiteY0" fmla="*/ 61189 h 335712"/>
                <a:gd name="connsiteX1" fmla="*/ 396705 w 1109882"/>
                <a:gd name="connsiteY1" fmla="*/ 315190 h 335712"/>
                <a:gd name="connsiteX2" fmla="*/ 777705 w 1109882"/>
                <a:gd name="connsiteY2" fmla="*/ 306723 h 335712"/>
                <a:gd name="connsiteX3" fmla="*/ 997839 w 1109882"/>
                <a:gd name="connsiteY3" fmla="*/ 196656 h 335712"/>
                <a:gd name="connsiteX4" fmla="*/ 1099439 w 1109882"/>
                <a:gd name="connsiteY4" fmla="*/ 1923 h 335712"/>
                <a:gd name="connsiteX5" fmla="*/ 752305 w 1109882"/>
                <a:gd name="connsiteY5" fmla="*/ 95056 h 335712"/>
                <a:gd name="connsiteX6" fmla="*/ 7239 w 1109882"/>
                <a:gd name="connsiteY6" fmla="*/ 61189 h 335712"/>
                <a:gd name="connsiteX0" fmla="*/ 628 w 1103271"/>
                <a:gd name="connsiteY0" fmla="*/ 61751 h 336274"/>
                <a:gd name="connsiteX1" fmla="*/ 390094 w 1103271"/>
                <a:gd name="connsiteY1" fmla="*/ 315752 h 336274"/>
                <a:gd name="connsiteX2" fmla="*/ 771094 w 1103271"/>
                <a:gd name="connsiteY2" fmla="*/ 307285 h 336274"/>
                <a:gd name="connsiteX3" fmla="*/ 991228 w 1103271"/>
                <a:gd name="connsiteY3" fmla="*/ 197218 h 336274"/>
                <a:gd name="connsiteX4" fmla="*/ 1092828 w 1103271"/>
                <a:gd name="connsiteY4" fmla="*/ 2485 h 336274"/>
                <a:gd name="connsiteX5" fmla="*/ 483227 w 1103271"/>
                <a:gd name="connsiteY5" fmla="*/ 70218 h 336274"/>
                <a:gd name="connsiteX6" fmla="*/ 628 w 1103271"/>
                <a:gd name="connsiteY6" fmla="*/ 61751 h 336274"/>
                <a:gd name="connsiteX0" fmla="*/ 628 w 1103271"/>
                <a:gd name="connsiteY0" fmla="*/ 60847 h 335370"/>
                <a:gd name="connsiteX1" fmla="*/ 390094 w 1103271"/>
                <a:gd name="connsiteY1" fmla="*/ 314848 h 335370"/>
                <a:gd name="connsiteX2" fmla="*/ 771094 w 1103271"/>
                <a:gd name="connsiteY2" fmla="*/ 306381 h 335370"/>
                <a:gd name="connsiteX3" fmla="*/ 991228 w 1103271"/>
                <a:gd name="connsiteY3" fmla="*/ 196314 h 335370"/>
                <a:gd name="connsiteX4" fmla="*/ 1092828 w 1103271"/>
                <a:gd name="connsiteY4" fmla="*/ 1581 h 335370"/>
                <a:gd name="connsiteX5" fmla="*/ 483227 w 1103271"/>
                <a:gd name="connsiteY5" fmla="*/ 69314 h 335370"/>
                <a:gd name="connsiteX6" fmla="*/ 628 w 1103271"/>
                <a:gd name="connsiteY6" fmla="*/ 60847 h 335370"/>
                <a:gd name="connsiteX0" fmla="*/ 990 w 1103633"/>
                <a:gd name="connsiteY0" fmla="*/ 60531 h 335054"/>
                <a:gd name="connsiteX1" fmla="*/ 390456 w 1103633"/>
                <a:gd name="connsiteY1" fmla="*/ 314532 h 335054"/>
                <a:gd name="connsiteX2" fmla="*/ 771456 w 1103633"/>
                <a:gd name="connsiteY2" fmla="*/ 306065 h 335054"/>
                <a:gd name="connsiteX3" fmla="*/ 991590 w 1103633"/>
                <a:gd name="connsiteY3" fmla="*/ 195998 h 335054"/>
                <a:gd name="connsiteX4" fmla="*/ 1093190 w 1103633"/>
                <a:gd name="connsiteY4" fmla="*/ 1265 h 335054"/>
                <a:gd name="connsiteX5" fmla="*/ 508989 w 1103633"/>
                <a:gd name="connsiteY5" fmla="*/ 102865 h 335054"/>
                <a:gd name="connsiteX6" fmla="*/ 990 w 1103633"/>
                <a:gd name="connsiteY6" fmla="*/ 60531 h 335054"/>
                <a:gd name="connsiteX0" fmla="*/ 990 w 1103633"/>
                <a:gd name="connsiteY0" fmla="*/ 60939 h 335462"/>
                <a:gd name="connsiteX1" fmla="*/ 390456 w 1103633"/>
                <a:gd name="connsiteY1" fmla="*/ 314940 h 335462"/>
                <a:gd name="connsiteX2" fmla="*/ 771456 w 1103633"/>
                <a:gd name="connsiteY2" fmla="*/ 306473 h 335462"/>
                <a:gd name="connsiteX3" fmla="*/ 991590 w 1103633"/>
                <a:gd name="connsiteY3" fmla="*/ 196406 h 335462"/>
                <a:gd name="connsiteX4" fmla="*/ 1093190 w 1103633"/>
                <a:gd name="connsiteY4" fmla="*/ 1673 h 335462"/>
                <a:gd name="connsiteX5" fmla="*/ 508989 w 1103633"/>
                <a:gd name="connsiteY5" fmla="*/ 103273 h 335462"/>
                <a:gd name="connsiteX6" fmla="*/ 990 w 1103633"/>
                <a:gd name="connsiteY6" fmla="*/ 60939 h 335462"/>
                <a:gd name="connsiteX0" fmla="*/ 990 w 1098903"/>
                <a:gd name="connsiteY0" fmla="*/ 60939 h 334756"/>
                <a:gd name="connsiteX1" fmla="*/ 390456 w 1098903"/>
                <a:gd name="connsiteY1" fmla="*/ 314940 h 334756"/>
                <a:gd name="connsiteX2" fmla="*/ 771456 w 1098903"/>
                <a:gd name="connsiteY2" fmla="*/ 306473 h 334756"/>
                <a:gd name="connsiteX3" fmla="*/ 889990 w 1098903"/>
                <a:gd name="connsiteY3" fmla="*/ 213339 h 334756"/>
                <a:gd name="connsiteX4" fmla="*/ 1093190 w 1098903"/>
                <a:gd name="connsiteY4" fmla="*/ 1673 h 334756"/>
                <a:gd name="connsiteX5" fmla="*/ 508989 w 1098903"/>
                <a:gd name="connsiteY5" fmla="*/ 103273 h 334756"/>
                <a:gd name="connsiteX6" fmla="*/ 990 w 1098903"/>
                <a:gd name="connsiteY6" fmla="*/ 60939 h 334756"/>
                <a:gd name="connsiteX0" fmla="*/ 1780 w 1099693"/>
                <a:gd name="connsiteY0" fmla="*/ 60939 h 323037"/>
                <a:gd name="connsiteX1" fmla="*/ 357380 w 1099693"/>
                <a:gd name="connsiteY1" fmla="*/ 298006 h 323037"/>
                <a:gd name="connsiteX2" fmla="*/ 772246 w 1099693"/>
                <a:gd name="connsiteY2" fmla="*/ 306473 h 323037"/>
                <a:gd name="connsiteX3" fmla="*/ 890780 w 1099693"/>
                <a:gd name="connsiteY3" fmla="*/ 213339 h 323037"/>
                <a:gd name="connsiteX4" fmla="*/ 1093980 w 1099693"/>
                <a:gd name="connsiteY4" fmla="*/ 1673 h 323037"/>
                <a:gd name="connsiteX5" fmla="*/ 509779 w 1099693"/>
                <a:gd name="connsiteY5" fmla="*/ 103273 h 323037"/>
                <a:gd name="connsiteX6" fmla="*/ 1780 w 1099693"/>
                <a:gd name="connsiteY6" fmla="*/ 60939 h 323037"/>
                <a:gd name="connsiteX0" fmla="*/ 1506 w 1099419"/>
                <a:gd name="connsiteY0" fmla="*/ 60939 h 337361"/>
                <a:gd name="connsiteX1" fmla="*/ 357106 w 1099419"/>
                <a:gd name="connsiteY1" fmla="*/ 298006 h 337361"/>
                <a:gd name="connsiteX2" fmla="*/ 771972 w 1099419"/>
                <a:gd name="connsiteY2" fmla="*/ 306473 h 337361"/>
                <a:gd name="connsiteX3" fmla="*/ 890506 w 1099419"/>
                <a:gd name="connsiteY3" fmla="*/ 213339 h 337361"/>
                <a:gd name="connsiteX4" fmla="*/ 1093706 w 1099419"/>
                <a:gd name="connsiteY4" fmla="*/ 1673 h 337361"/>
                <a:gd name="connsiteX5" fmla="*/ 509505 w 1099419"/>
                <a:gd name="connsiteY5" fmla="*/ 103273 h 337361"/>
                <a:gd name="connsiteX6" fmla="*/ 1506 w 1099419"/>
                <a:gd name="connsiteY6" fmla="*/ 60939 h 337361"/>
                <a:gd name="connsiteX0" fmla="*/ 1318 w 1099231"/>
                <a:gd name="connsiteY0" fmla="*/ 60939 h 326221"/>
                <a:gd name="connsiteX1" fmla="*/ 365385 w 1099231"/>
                <a:gd name="connsiteY1" fmla="*/ 281073 h 326221"/>
                <a:gd name="connsiteX2" fmla="*/ 771784 w 1099231"/>
                <a:gd name="connsiteY2" fmla="*/ 306473 h 326221"/>
                <a:gd name="connsiteX3" fmla="*/ 890318 w 1099231"/>
                <a:gd name="connsiteY3" fmla="*/ 213339 h 326221"/>
                <a:gd name="connsiteX4" fmla="*/ 1093518 w 1099231"/>
                <a:gd name="connsiteY4" fmla="*/ 1673 h 326221"/>
                <a:gd name="connsiteX5" fmla="*/ 509317 w 1099231"/>
                <a:gd name="connsiteY5" fmla="*/ 103273 h 326221"/>
                <a:gd name="connsiteX6" fmla="*/ 1318 w 1099231"/>
                <a:gd name="connsiteY6" fmla="*/ 60939 h 326221"/>
                <a:gd name="connsiteX0" fmla="*/ 1439 w 1099970"/>
                <a:gd name="connsiteY0" fmla="*/ 60939 h 314201"/>
                <a:gd name="connsiteX1" fmla="*/ 365506 w 1099970"/>
                <a:gd name="connsiteY1" fmla="*/ 281073 h 314201"/>
                <a:gd name="connsiteX2" fmla="*/ 636439 w 1099970"/>
                <a:gd name="connsiteY2" fmla="*/ 306473 h 314201"/>
                <a:gd name="connsiteX3" fmla="*/ 890439 w 1099970"/>
                <a:gd name="connsiteY3" fmla="*/ 213339 h 314201"/>
                <a:gd name="connsiteX4" fmla="*/ 1093639 w 1099970"/>
                <a:gd name="connsiteY4" fmla="*/ 1673 h 314201"/>
                <a:gd name="connsiteX5" fmla="*/ 509438 w 1099970"/>
                <a:gd name="connsiteY5" fmla="*/ 103273 h 314201"/>
                <a:gd name="connsiteX6" fmla="*/ 1439 w 1099970"/>
                <a:gd name="connsiteY6" fmla="*/ 60939 h 314201"/>
                <a:gd name="connsiteX0" fmla="*/ 1439 w 1099261"/>
                <a:gd name="connsiteY0" fmla="*/ 60939 h 314201"/>
                <a:gd name="connsiteX1" fmla="*/ 365506 w 1099261"/>
                <a:gd name="connsiteY1" fmla="*/ 281073 h 314201"/>
                <a:gd name="connsiteX2" fmla="*/ 636439 w 1099261"/>
                <a:gd name="connsiteY2" fmla="*/ 306473 h 314201"/>
                <a:gd name="connsiteX3" fmla="*/ 865039 w 1099261"/>
                <a:gd name="connsiteY3" fmla="*/ 213339 h 314201"/>
                <a:gd name="connsiteX4" fmla="*/ 1093639 w 1099261"/>
                <a:gd name="connsiteY4" fmla="*/ 1673 h 314201"/>
                <a:gd name="connsiteX5" fmla="*/ 509438 w 1099261"/>
                <a:gd name="connsiteY5" fmla="*/ 103273 h 314201"/>
                <a:gd name="connsiteX6" fmla="*/ 1439 w 1099261"/>
                <a:gd name="connsiteY6" fmla="*/ 60939 h 314201"/>
                <a:gd name="connsiteX0" fmla="*/ 1439 w 1074445"/>
                <a:gd name="connsiteY0" fmla="*/ 44359 h 297621"/>
                <a:gd name="connsiteX1" fmla="*/ 365506 w 1074445"/>
                <a:gd name="connsiteY1" fmla="*/ 264493 h 297621"/>
                <a:gd name="connsiteX2" fmla="*/ 636439 w 1074445"/>
                <a:gd name="connsiteY2" fmla="*/ 289893 h 297621"/>
                <a:gd name="connsiteX3" fmla="*/ 865039 w 1074445"/>
                <a:gd name="connsiteY3" fmla="*/ 196759 h 297621"/>
                <a:gd name="connsiteX4" fmla="*/ 1068239 w 1074445"/>
                <a:gd name="connsiteY4" fmla="*/ 2027 h 297621"/>
                <a:gd name="connsiteX5" fmla="*/ 509438 w 1074445"/>
                <a:gd name="connsiteY5" fmla="*/ 86693 h 297621"/>
                <a:gd name="connsiteX6" fmla="*/ 1439 w 1074445"/>
                <a:gd name="connsiteY6" fmla="*/ 44359 h 297621"/>
                <a:gd name="connsiteX0" fmla="*/ 337 w 1073343"/>
                <a:gd name="connsiteY0" fmla="*/ 44445 h 297707"/>
                <a:gd name="connsiteX1" fmla="*/ 364404 w 1073343"/>
                <a:gd name="connsiteY1" fmla="*/ 264579 h 297707"/>
                <a:gd name="connsiteX2" fmla="*/ 635337 w 1073343"/>
                <a:gd name="connsiteY2" fmla="*/ 289979 h 297707"/>
                <a:gd name="connsiteX3" fmla="*/ 863937 w 1073343"/>
                <a:gd name="connsiteY3" fmla="*/ 196845 h 297707"/>
                <a:gd name="connsiteX4" fmla="*/ 1067137 w 1073343"/>
                <a:gd name="connsiteY4" fmla="*/ 2113 h 297707"/>
                <a:gd name="connsiteX5" fmla="*/ 508336 w 1073343"/>
                <a:gd name="connsiteY5" fmla="*/ 86779 h 297707"/>
                <a:gd name="connsiteX6" fmla="*/ 302734 w 1073343"/>
                <a:gd name="connsiteY6" fmla="*/ 71491 h 297707"/>
                <a:gd name="connsiteX7" fmla="*/ 337 w 1073343"/>
                <a:gd name="connsiteY7" fmla="*/ 44445 h 297707"/>
                <a:gd name="connsiteX0" fmla="*/ 337 w 1073343"/>
                <a:gd name="connsiteY0" fmla="*/ 44636 h 297898"/>
                <a:gd name="connsiteX1" fmla="*/ 364404 w 1073343"/>
                <a:gd name="connsiteY1" fmla="*/ 264770 h 297898"/>
                <a:gd name="connsiteX2" fmla="*/ 635337 w 1073343"/>
                <a:gd name="connsiteY2" fmla="*/ 290170 h 297898"/>
                <a:gd name="connsiteX3" fmla="*/ 863937 w 1073343"/>
                <a:gd name="connsiteY3" fmla="*/ 197036 h 297898"/>
                <a:gd name="connsiteX4" fmla="*/ 1067137 w 1073343"/>
                <a:gd name="connsiteY4" fmla="*/ 2304 h 297898"/>
                <a:gd name="connsiteX5" fmla="*/ 677669 w 1073343"/>
                <a:gd name="connsiteY5" fmla="*/ 78503 h 297898"/>
                <a:gd name="connsiteX6" fmla="*/ 302734 w 1073343"/>
                <a:gd name="connsiteY6" fmla="*/ 71682 h 297898"/>
                <a:gd name="connsiteX7" fmla="*/ 337 w 1073343"/>
                <a:gd name="connsiteY7" fmla="*/ 44636 h 297898"/>
                <a:gd name="connsiteX0" fmla="*/ 337 w 1073343"/>
                <a:gd name="connsiteY0" fmla="*/ 45827 h 299089"/>
                <a:gd name="connsiteX1" fmla="*/ 364404 w 1073343"/>
                <a:gd name="connsiteY1" fmla="*/ 265961 h 299089"/>
                <a:gd name="connsiteX2" fmla="*/ 635337 w 1073343"/>
                <a:gd name="connsiteY2" fmla="*/ 291361 h 299089"/>
                <a:gd name="connsiteX3" fmla="*/ 863937 w 1073343"/>
                <a:gd name="connsiteY3" fmla="*/ 198227 h 299089"/>
                <a:gd name="connsiteX4" fmla="*/ 1067137 w 1073343"/>
                <a:gd name="connsiteY4" fmla="*/ 3495 h 299089"/>
                <a:gd name="connsiteX5" fmla="*/ 677669 w 1073343"/>
                <a:gd name="connsiteY5" fmla="*/ 79694 h 299089"/>
                <a:gd name="connsiteX6" fmla="*/ 302734 w 1073343"/>
                <a:gd name="connsiteY6" fmla="*/ 72873 h 299089"/>
                <a:gd name="connsiteX7" fmla="*/ 337 w 1073343"/>
                <a:gd name="connsiteY7" fmla="*/ 45827 h 299089"/>
                <a:gd name="connsiteX0" fmla="*/ 337 w 1073343"/>
                <a:gd name="connsiteY0" fmla="*/ 44856 h 298118"/>
                <a:gd name="connsiteX1" fmla="*/ 364404 w 1073343"/>
                <a:gd name="connsiteY1" fmla="*/ 264990 h 298118"/>
                <a:gd name="connsiteX2" fmla="*/ 635337 w 1073343"/>
                <a:gd name="connsiteY2" fmla="*/ 290390 h 298118"/>
                <a:gd name="connsiteX3" fmla="*/ 863937 w 1073343"/>
                <a:gd name="connsiteY3" fmla="*/ 197256 h 298118"/>
                <a:gd name="connsiteX4" fmla="*/ 1067137 w 1073343"/>
                <a:gd name="connsiteY4" fmla="*/ 2524 h 298118"/>
                <a:gd name="connsiteX5" fmla="*/ 677669 w 1073343"/>
                <a:gd name="connsiteY5" fmla="*/ 78723 h 298118"/>
                <a:gd name="connsiteX6" fmla="*/ 302734 w 1073343"/>
                <a:gd name="connsiteY6" fmla="*/ 71902 h 298118"/>
                <a:gd name="connsiteX7" fmla="*/ 337 w 1073343"/>
                <a:gd name="connsiteY7" fmla="*/ 44856 h 298118"/>
                <a:gd name="connsiteX0" fmla="*/ 337 w 1073343"/>
                <a:gd name="connsiteY0" fmla="*/ 44540 h 297802"/>
                <a:gd name="connsiteX1" fmla="*/ 364404 w 1073343"/>
                <a:gd name="connsiteY1" fmla="*/ 264674 h 297802"/>
                <a:gd name="connsiteX2" fmla="*/ 635337 w 1073343"/>
                <a:gd name="connsiteY2" fmla="*/ 290074 h 297802"/>
                <a:gd name="connsiteX3" fmla="*/ 863937 w 1073343"/>
                <a:gd name="connsiteY3" fmla="*/ 196940 h 297802"/>
                <a:gd name="connsiteX4" fmla="*/ 1067137 w 1073343"/>
                <a:gd name="connsiteY4" fmla="*/ 2208 h 297802"/>
                <a:gd name="connsiteX5" fmla="*/ 677669 w 1073343"/>
                <a:gd name="connsiteY5" fmla="*/ 78407 h 297802"/>
                <a:gd name="connsiteX6" fmla="*/ 302734 w 1073343"/>
                <a:gd name="connsiteY6" fmla="*/ 46186 h 297802"/>
                <a:gd name="connsiteX7" fmla="*/ 337 w 1073343"/>
                <a:gd name="connsiteY7" fmla="*/ 44540 h 297802"/>
                <a:gd name="connsiteX0" fmla="*/ 337 w 1073343"/>
                <a:gd name="connsiteY0" fmla="*/ 45706 h 298968"/>
                <a:gd name="connsiteX1" fmla="*/ 364404 w 1073343"/>
                <a:gd name="connsiteY1" fmla="*/ 265840 h 298968"/>
                <a:gd name="connsiteX2" fmla="*/ 635337 w 1073343"/>
                <a:gd name="connsiteY2" fmla="*/ 291240 h 298968"/>
                <a:gd name="connsiteX3" fmla="*/ 863937 w 1073343"/>
                <a:gd name="connsiteY3" fmla="*/ 198106 h 298968"/>
                <a:gd name="connsiteX4" fmla="*/ 1067137 w 1073343"/>
                <a:gd name="connsiteY4" fmla="*/ 3374 h 298968"/>
                <a:gd name="connsiteX5" fmla="*/ 677669 w 1073343"/>
                <a:gd name="connsiteY5" fmla="*/ 45706 h 298968"/>
                <a:gd name="connsiteX6" fmla="*/ 302734 w 1073343"/>
                <a:gd name="connsiteY6" fmla="*/ 47352 h 298968"/>
                <a:gd name="connsiteX7" fmla="*/ 337 w 1073343"/>
                <a:gd name="connsiteY7" fmla="*/ 45706 h 298968"/>
                <a:gd name="connsiteX0" fmla="*/ 337 w 1073343"/>
                <a:gd name="connsiteY0" fmla="*/ 45706 h 298968"/>
                <a:gd name="connsiteX1" fmla="*/ 364404 w 1073343"/>
                <a:gd name="connsiteY1" fmla="*/ 265840 h 298968"/>
                <a:gd name="connsiteX2" fmla="*/ 635337 w 1073343"/>
                <a:gd name="connsiteY2" fmla="*/ 291240 h 298968"/>
                <a:gd name="connsiteX3" fmla="*/ 863937 w 1073343"/>
                <a:gd name="connsiteY3" fmla="*/ 198106 h 298968"/>
                <a:gd name="connsiteX4" fmla="*/ 1067137 w 1073343"/>
                <a:gd name="connsiteY4" fmla="*/ 3374 h 298968"/>
                <a:gd name="connsiteX5" fmla="*/ 677669 w 1073343"/>
                <a:gd name="connsiteY5" fmla="*/ 45706 h 298968"/>
                <a:gd name="connsiteX6" fmla="*/ 302734 w 1073343"/>
                <a:gd name="connsiteY6" fmla="*/ 47352 h 298968"/>
                <a:gd name="connsiteX7" fmla="*/ 337 w 1073343"/>
                <a:gd name="connsiteY7" fmla="*/ 45706 h 298968"/>
                <a:gd name="connsiteX0" fmla="*/ 337 w 1073302"/>
                <a:gd name="connsiteY0" fmla="*/ 45706 h 298968"/>
                <a:gd name="connsiteX1" fmla="*/ 364404 w 1073302"/>
                <a:gd name="connsiteY1" fmla="*/ 265840 h 298968"/>
                <a:gd name="connsiteX2" fmla="*/ 643804 w 1073302"/>
                <a:gd name="connsiteY2" fmla="*/ 291240 h 298968"/>
                <a:gd name="connsiteX3" fmla="*/ 863937 w 1073302"/>
                <a:gd name="connsiteY3" fmla="*/ 198106 h 298968"/>
                <a:gd name="connsiteX4" fmla="*/ 1067137 w 1073302"/>
                <a:gd name="connsiteY4" fmla="*/ 3374 h 298968"/>
                <a:gd name="connsiteX5" fmla="*/ 677669 w 1073302"/>
                <a:gd name="connsiteY5" fmla="*/ 45706 h 298968"/>
                <a:gd name="connsiteX6" fmla="*/ 302734 w 1073302"/>
                <a:gd name="connsiteY6" fmla="*/ 47352 h 298968"/>
                <a:gd name="connsiteX7" fmla="*/ 337 w 1073302"/>
                <a:gd name="connsiteY7" fmla="*/ 45706 h 298968"/>
                <a:gd name="connsiteX0" fmla="*/ 337 w 1073565"/>
                <a:gd name="connsiteY0" fmla="*/ 45706 h 299583"/>
                <a:gd name="connsiteX1" fmla="*/ 364404 w 1073565"/>
                <a:gd name="connsiteY1" fmla="*/ 265840 h 299583"/>
                <a:gd name="connsiteX2" fmla="*/ 643804 w 1073565"/>
                <a:gd name="connsiteY2" fmla="*/ 291240 h 299583"/>
                <a:gd name="connsiteX3" fmla="*/ 872404 w 1073565"/>
                <a:gd name="connsiteY3" fmla="*/ 189639 h 299583"/>
                <a:gd name="connsiteX4" fmla="*/ 1067137 w 1073565"/>
                <a:gd name="connsiteY4" fmla="*/ 3374 h 299583"/>
                <a:gd name="connsiteX5" fmla="*/ 677669 w 1073565"/>
                <a:gd name="connsiteY5" fmla="*/ 45706 h 299583"/>
                <a:gd name="connsiteX6" fmla="*/ 302734 w 1073565"/>
                <a:gd name="connsiteY6" fmla="*/ 47352 h 299583"/>
                <a:gd name="connsiteX7" fmla="*/ 337 w 1073565"/>
                <a:gd name="connsiteY7" fmla="*/ 45706 h 299583"/>
                <a:gd name="connsiteX0" fmla="*/ 337 w 1072441"/>
                <a:gd name="connsiteY0" fmla="*/ 70239 h 324116"/>
                <a:gd name="connsiteX1" fmla="*/ 364404 w 1072441"/>
                <a:gd name="connsiteY1" fmla="*/ 290373 h 324116"/>
                <a:gd name="connsiteX2" fmla="*/ 643804 w 1072441"/>
                <a:gd name="connsiteY2" fmla="*/ 315773 h 324116"/>
                <a:gd name="connsiteX3" fmla="*/ 872404 w 1072441"/>
                <a:gd name="connsiteY3" fmla="*/ 214172 h 324116"/>
                <a:gd name="connsiteX4" fmla="*/ 1065982 w 1072441"/>
                <a:gd name="connsiteY4" fmla="*/ 2533 h 324116"/>
                <a:gd name="connsiteX5" fmla="*/ 677669 w 1072441"/>
                <a:gd name="connsiteY5" fmla="*/ 70239 h 324116"/>
                <a:gd name="connsiteX6" fmla="*/ 302734 w 1072441"/>
                <a:gd name="connsiteY6" fmla="*/ 71885 h 324116"/>
                <a:gd name="connsiteX7" fmla="*/ 337 w 1072441"/>
                <a:gd name="connsiteY7" fmla="*/ 70239 h 324116"/>
                <a:gd name="connsiteX0" fmla="*/ 352 w 1072456"/>
                <a:gd name="connsiteY0" fmla="*/ 70239 h 344380"/>
                <a:gd name="connsiteX1" fmla="*/ 365958 w 1072456"/>
                <a:gd name="connsiteY1" fmla="*/ 324206 h 344380"/>
                <a:gd name="connsiteX2" fmla="*/ 643819 w 1072456"/>
                <a:gd name="connsiteY2" fmla="*/ 315773 h 344380"/>
                <a:gd name="connsiteX3" fmla="*/ 872419 w 1072456"/>
                <a:gd name="connsiteY3" fmla="*/ 214172 h 344380"/>
                <a:gd name="connsiteX4" fmla="*/ 1065997 w 1072456"/>
                <a:gd name="connsiteY4" fmla="*/ 2533 h 344380"/>
                <a:gd name="connsiteX5" fmla="*/ 677684 w 1072456"/>
                <a:gd name="connsiteY5" fmla="*/ 70239 h 344380"/>
                <a:gd name="connsiteX6" fmla="*/ 302749 w 1072456"/>
                <a:gd name="connsiteY6" fmla="*/ 71885 h 344380"/>
                <a:gd name="connsiteX7" fmla="*/ 352 w 1072456"/>
                <a:gd name="connsiteY7" fmla="*/ 70239 h 344380"/>
                <a:gd name="connsiteX0" fmla="*/ 352 w 1072456"/>
                <a:gd name="connsiteY0" fmla="*/ 70239 h 344380"/>
                <a:gd name="connsiteX1" fmla="*/ 365958 w 1072456"/>
                <a:gd name="connsiteY1" fmla="*/ 324206 h 344380"/>
                <a:gd name="connsiteX2" fmla="*/ 643819 w 1072456"/>
                <a:gd name="connsiteY2" fmla="*/ 315773 h 344380"/>
                <a:gd name="connsiteX3" fmla="*/ 872419 w 1072456"/>
                <a:gd name="connsiteY3" fmla="*/ 214172 h 344380"/>
                <a:gd name="connsiteX4" fmla="*/ 1065997 w 1072456"/>
                <a:gd name="connsiteY4" fmla="*/ 2533 h 344380"/>
                <a:gd name="connsiteX5" fmla="*/ 677684 w 1072456"/>
                <a:gd name="connsiteY5" fmla="*/ 70239 h 344380"/>
                <a:gd name="connsiteX6" fmla="*/ 302749 w 1072456"/>
                <a:gd name="connsiteY6" fmla="*/ 71885 h 344380"/>
                <a:gd name="connsiteX7" fmla="*/ 352 w 1072456"/>
                <a:gd name="connsiteY7" fmla="*/ 70239 h 344380"/>
                <a:gd name="connsiteX0" fmla="*/ 352 w 1072158"/>
                <a:gd name="connsiteY0" fmla="*/ 70239 h 346645"/>
                <a:gd name="connsiteX1" fmla="*/ 365958 w 1072158"/>
                <a:gd name="connsiteY1" fmla="*/ 324206 h 346645"/>
                <a:gd name="connsiteX2" fmla="*/ 703408 w 1072158"/>
                <a:gd name="connsiteY2" fmla="*/ 321538 h 346645"/>
                <a:gd name="connsiteX3" fmla="*/ 872419 w 1072158"/>
                <a:gd name="connsiteY3" fmla="*/ 214172 h 346645"/>
                <a:gd name="connsiteX4" fmla="*/ 1065997 w 1072158"/>
                <a:gd name="connsiteY4" fmla="*/ 2533 h 346645"/>
                <a:gd name="connsiteX5" fmla="*/ 677684 w 1072158"/>
                <a:gd name="connsiteY5" fmla="*/ 70239 h 346645"/>
                <a:gd name="connsiteX6" fmla="*/ 302749 w 1072158"/>
                <a:gd name="connsiteY6" fmla="*/ 71885 h 346645"/>
                <a:gd name="connsiteX7" fmla="*/ 352 w 1072158"/>
                <a:gd name="connsiteY7" fmla="*/ 70239 h 346645"/>
                <a:gd name="connsiteX0" fmla="*/ 352 w 1072124"/>
                <a:gd name="connsiteY0" fmla="*/ 70239 h 347876"/>
                <a:gd name="connsiteX1" fmla="*/ 365958 w 1072124"/>
                <a:gd name="connsiteY1" fmla="*/ 324206 h 347876"/>
                <a:gd name="connsiteX2" fmla="*/ 703408 w 1072124"/>
                <a:gd name="connsiteY2" fmla="*/ 321538 h 347876"/>
                <a:gd name="connsiteX3" fmla="*/ 871265 w 1072124"/>
                <a:gd name="connsiteY3" fmla="*/ 188799 h 347876"/>
                <a:gd name="connsiteX4" fmla="*/ 1065997 w 1072124"/>
                <a:gd name="connsiteY4" fmla="*/ 2533 h 347876"/>
                <a:gd name="connsiteX5" fmla="*/ 677684 w 1072124"/>
                <a:gd name="connsiteY5" fmla="*/ 70239 h 347876"/>
                <a:gd name="connsiteX6" fmla="*/ 302749 w 1072124"/>
                <a:gd name="connsiteY6" fmla="*/ 71885 h 347876"/>
                <a:gd name="connsiteX7" fmla="*/ 352 w 1072124"/>
                <a:gd name="connsiteY7" fmla="*/ 70239 h 347876"/>
                <a:gd name="connsiteX0" fmla="*/ 352 w 1072124"/>
                <a:gd name="connsiteY0" fmla="*/ 70239 h 347876"/>
                <a:gd name="connsiteX1" fmla="*/ 365958 w 1072124"/>
                <a:gd name="connsiteY1" fmla="*/ 324206 h 347876"/>
                <a:gd name="connsiteX2" fmla="*/ 703408 w 1072124"/>
                <a:gd name="connsiteY2" fmla="*/ 321538 h 347876"/>
                <a:gd name="connsiteX3" fmla="*/ 871265 w 1072124"/>
                <a:gd name="connsiteY3" fmla="*/ 188799 h 347876"/>
                <a:gd name="connsiteX4" fmla="*/ 1065997 w 1072124"/>
                <a:gd name="connsiteY4" fmla="*/ 2533 h 347876"/>
                <a:gd name="connsiteX5" fmla="*/ 677684 w 1072124"/>
                <a:gd name="connsiteY5" fmla="*/ 70239 h 347876"/>
                <a:gd name="connsiteX6" fmla="*/ 302749 w 1072124"/>
                <a:gd name="connsiteY6" fmla="*/ 71885 h 347876"/>
                <a:gd name="connsiteX7" fmla="*/ 352 w 1072124"/>
                <a:gd name="connsiteY7" fmla="*/ 70239 h 347876"/>
                <a:gd name="connsiteX0" fmla="*/ 2884 w 1074656"/>
                <a:gd name="connsiteY0" fmla="*/ 70239 h 339176"/>
                <a:gd name="connsiteX1" fmla="*/ 165023 w 1074656"/>
                <a:gd name="connsiteY1" fmla="*/ 196513 h 339176"/>
                <a:gd name="connsiteX2" fmla="*/ 368490 w 1074656"/>
                <a:gd name="connsiteY2" fmla="*/ 324206 h 339176"/>
                <a:gd name="connsiteX3" fmla="*/ 705940 w 1074656"/>
                <a:gd name="connsiteY3" fmla="*/ 321538 h 339176"/>
                <a:gd name="connsiteX4" fmla="*/ 873797 w 1074656"/>
                <a:gd name="connsiteY4" fmla="*/ 188799 h 339176"/>
                <a:gd name="connsiteX5" fmla="*/ 1068529 w 1074656"/>
                <a:gd name="connsiteY5" fmla="*/ 2533 h 339176"/>
                <a:gd name="connsiteX6" fmla="*/ 680216 w 1074656"/>
                <a:gd name="connsiteY6" fmla="*/ 70239 h 339176"/>
                <a:gd name="connsiteX7" fmla="*/ 305281 w 1074656"/>
                <a:gd name="connsiteY7" fmla="*/ 71885 h 339176"/>
                <a:gd name="connsiteX8" fmla="*/ 2884 w 1074656"/>
                <a:gd name="connsiteY8" fmla="*/ 70239 h 339176"/>
                <a:gd name="connsiteX0" fmla="*/ 2884 w 1074656"/>
                <a:gd name="connsiteY0" fmla="*/ 70239 h 334002"/>
                <a:gd name="connsiteX1" fmla="*/ 165023 w 1074656"/>
                <a:gd name="connsiteY1" fmla="*/ 196513 h 334002"/>
                <a:gd name="connsiteX2" fmla="*/ 401936 w 1074656"/>
                <a:gd name="connsiteY2" fmla="*/ 314209 h 334002"/>
                <a:gd name="connsiteX3" fmla="*/ 705940 w 1074656"/>
                <a:gd name="connsiteY3" fmla="*/ 321538 h 334002"/>
                <a:gd name="connsiteX4" fmla="*/ 873797 w 1074656"/>
                <a:gd name="connsiteY4" fmla="*/ 188799 h 334002"/>
                <a:gd name="connsiteX5" fmla="*/ 1068529 w 1074656"/>
                <a:gd name="connsiteY5" fmla="*/ 2533 h 334002"/>
                <a:gd name="connsiteX6" fmla="*/ 680216 w 1074656"/>
                <a:gd name="connsiteY6" fmla="*/ 70239 h 334002"/>
                <a:gd name="connsiteX7" fmla="*/ 305281 w 1074656"/>
                <a:gd name="connsiteY7" fmla="*/ 71885 h 334002"/>
                <a:gd name="connsiteX8" fmla="*/ 2884 w 1074656"/>
                <a:gd name="connsiteY8" fmla="*/ 70239 h 334002"/>
                <a:gd name="connsiteX0" fmla="*/ 2884 w 1074663"/>
                <a:gd name="connsiteY0" fmla="*/ 70239 h 319427"/>
                <a:gd name="connsiteX1" fmla="*/ 165023 w 1074663"/>
                <a:gd name="connsiteY1" fmla="*/ 196513 h 319427"/>
                <a:gd name="connsiteX2" fmla="*/ 401936 w 1074663"/>
                <a:gd name="connsiteY2" fmla="*/ 314209 h 319427"/>
                <a:gd name="connsiteX3" fmla="*/ 704401 w 1074663"/>
                <a:gd name="connsiteY3" fmla="*/ 287706 h 319427"/>
                <a:gd name="connsiteX4" fmla="*/ 873797 w 1074663"/>
                <a:gd name="connsiteY4" fmla="*/ 188799 h 319427"/>
                <a:gd name="connsiteX5" fmla="*/ 1068529 w 1074663"/>
                <a:gd name="connsiteY5" fmla="*/ 2533 h 319427"/>
                <a:gd name="connsiteX6" fmla="*/ 680216 w 1074663"/>
                <a:gd name="connsiteY6" fmla="*/ 70239 h 319427"/>
                <a:gd name="connsiteX7" fmla="*/ 305281 w 1074663"/>
                <a:gd name="connsiteY7" fmla="*/ 71885 h 319427"/>
                <a:gd name="connsiteX8" fmla="*/ 2884 w 1074663"/>
                <a:gd name="connsiteY8" fmla="*/ 70239 h 319427"/>
                <a:gd name="connsiteX0" fmla="*/ 2884 w 1074621"/>
                <a:gd name="connsiteY0" fmla="*/ 70239 h 321477"/>
                <a:gd name="connsiteX1" fmla="*/ 165023 w 1074621"/>
                <a:gd name="connsiteY1" fmla="*/ 196513 h 321477"/>
                <a:gd name="connsiteX2" fmla="*/ 401936 w 1074621"/>
                <a:gd name="connsiteY2" fmla="*/ 314209 h 321477"/>
                <a:gd name="connsiteX3" fmla="*/ 713243 w 1074621"/>
                <a:gd name="connsiteY3" fmla="*/ 295780 h 321477"/>
                <a:gd name="connsiteX4" fmla="*/ 873797 w 1074621"/>
                <a:gd name="connsiteY4" fmla="*/ 188799 h 321477"/>
                <a:gd name="connsiteX5" fmla="*/ 1068529 w 1074621"/>
                <a:gd name="connsiteY5" fmla="*/ 2533 h 321477"/>
                <a:gd name="connsiteX6" fmla="*/ 680216 w 1074621"/>
                <a:gd name="connsiteY6" fmla="*/ 70239 h 321477"/>
                <a:gd name="connsiteX7" fmla="*/ 305281 w 1074621"/>
                <a:gd name="connsiteY7" fmla="*/ 71885 h 321477"/>
                <a:gd name="connsiteX8" fmla="*/ 2884 w 1074621"/>
                <a:gd name="connsiteY8" fmla="*/ 70239 h 32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4621" h="321477">
                  <a:moveTo>
                    <a:pt x="2884" y="70239"/>
                  </a:moveTo>
                  <a:cubicBezTo>
                    <a:pt x="-20492" y="91010"/>
                    <a:pt x="104089" y="154185"/>
                    <a:pt x="165023" y="196513"/>
                  </a:cubicBezTo>
                  <a:cubicBezTo>
                    <a:pt x="225957" y="238841"/>
                    <a:pt x="310566" y="297665"/>
                    <a:pt x="401936" y="314209"/>
                  </a:cubicBezTo>
                  <a:cubicBezTo>
                    <a:pt x="493306" y="330753"/>
                    <a:pt x="634600" y="316682"/>
                    <a:pt x="713243" y="295780"/>
                  </a:cubicBezTo>
                  <a:cubicBezTo>
                    <a:pt x="791886" y="274878"/>
                    <a:pt x="814583" y="237673"/>
                    <a:pt x="873797" y="188799"/>
                  </a:cubicBezTo>
                  <a:cubicBezTo>
                    <a:pt x="933011" y="139925"/>
                    <a:pt x="1109451" y="19466"/>
                    <a:pt x="1068529" y="2533"/>
                  </a:cubicBezTo>
                  <a:cubicBezTo>
                    <a:pt x="1027607" y="-14400"/>
                    <a:pt x="807424" y="58680"/>
                    <a:pt x="680216" y="70239"/>
                  </a:cubicBezTo>
                  <a:cubicBezTo>
                    <a:pt x="553008" y="81798"/>
                    <a:pt x="389948" y="78941"/>
                    <a:pt x="305281" y="71885"/>
                  </a:cubicBezTo>
                  <a:cubicBezTo>
                    <a:pt x="220614" y="64829"/>
                    <a:pt x="26260" y="49468"/>
                    <a:pt x="2884" y="7023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8B7AE"/>
                </a:gs>
                <a:gs pos="61000">
                  <a:srgbClr val="F48C8C"/>
                </a:gs>
              </a:gsLst>
              <a:lin ang="16200000" scaled="1"/>
              <a:tileRect/>
            </a:gradFill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A1C39D0-282C-4B22-8304-128BDC21C4B2}"/>
                </a:ext>
              </a:extLst>
            </p:cNvPr>
            <p:cNvSpPr/>
            <p:nvPr/>
          </p:nvSpPr>
          <p:spPr>
            <a:xfrm rot="169825">
              <a:off x="2663271" y="4649378"/>
              <a:ext cx="1095210" cy="205641"/>
            </a:xfrm>
            <a:custGeom>
              <a:avLst/>
              <a:gdLst>
                <a:gd name="connsiteX0" fmla="*/ 5466 w 1323291"/>
                <a:gd name="connsiteY0" fmla="*/ 178072 h 203580"/>
                <a:gd name="connsiteX1" fmla="*/ 344133 w 1323291"/>
                <a:gd name="connsiteY1" fmla="*/ 127272 h 203580"/>
                <a:gd name="connsiteX2" fmla="*/ 538866 w 1323291"/>
                <a:gd name="connsiteY2" fmla="*/ 25672 h 203580"/>
                <a:gd name="connsiteX3" fmla="*/ 674333 w 1323291"/>
                <a:gd name="connsiteY3" fmla="*/ 68005 h 203580"/>
                <a:gd name="connsiteX4" fmla="*/ 784400 w 1323291"/>
                <a:gd name="connsiteY4" fmla="*/ 272 h 203580"/>
                <a:gd name="connsiteX5" fmla="*/ 962200 w 1323291"/>
                <a:gd name="connsiteY5" fmla="*/ 42605 h 203580"/>
                <a:gd name="connsiteX6" fmla="*/ 1267000 w 1323291"/>
                <a:gd name="connsiteY6" fmla="*/ 110338 h 203580"/>
                <a:gd name="connsiteX7" fmla="*/ 1283933 w 1323291"/>
                <a:gd name="connsiteY7" fmla="*/ 118805 h 203580"/>
                <a:gd name="connsiteX8" fmla="*/ 852133 w 1323291"/>
                <a:gd name="connsiteY8" fmla="*/ 169605 h 203580"/>
                <a:gd name="connsiteX9" fmla="*/ 801333 w 1323291"/>
                <a:gd name="connsiteY9" fmla="*/ 186538 h 203580"/>
                <a:gd name="connsiteX10" fmla="*/ 716666 w 1323291"/>
                <a:gd name="connsiteY10" fmla="*/ 203472 h 203580"/>
                <a:gd name="connsiteX11" fmla="*/ 640466 w 1323291"/>
                <a:gd name="connsiteY11" fmla="*/ 178072 h 203580"/>
                <a:gd name="connsiteX12" fmla="*/ 5466 w 1323291"/>
                <a:gd name="connsiteY12" fmla="*/ 178072 h 203580"/>
                <a:gd name="connsiteX0" fmla="*/ 3686 w 1321511"/>
                <a:gd name="connsiteY0" fmla="*/ 178072 h 203580"/>
                <a:gd name="connsiteX1" fmla="*/ 342353 w 1321511"/>
                <a:gd name="connsiteY1" fmla="*/ 127272 h 203580"/>
                <a:gd name="connsiteX2" fmla="*/ 537086 w 1321511"/>
                <a:gd name="connsiteY2" fmla="*/ 25672 h 203580"/>
                <a:gd name="connsiteX3" fmla="*/ 672553 w 1321511"/>
                <a:gd name="connsiteY3" fmla="*/ 68005 h 203580"/>
                <a:gd name="connsiteX4" fmla="*/ 782620 w 1321511"/>
                <a:gd name="connsiteY4" fmla="*/ 272 h 203580"/>
                <a:gd name="connsiteX5" fmla="*/ 960420 w 1321511"/>
                <a:gd name="connsiteY5" fmla="*/ 42605 h 203580"/>
                <a:gd name="connsiteX6" fmla="*/ 1265220 w 1321511"/>
                <a:gd name="connsiteY6" fmla="*/ 110338 h 203580"/>
                <a:gd name="connsiteX7" fmla="*/ 1282153 w 1321511"/>
                <a:gd name="connsiteY7" fmla="*/ 118805 h 203580"/>
                <a:gd name="connsiteX8" fmla="*/ 850353 w 1321511"/>
                <a:gd name="connsiteY8" fmla="*/ 169605 h 203580"/>
                <a:gd name="connsiteX9" fmla="*/ 799553 w 1321511"/>
                <a:gd name="connsiteY9" fmla="*/ 186538 h 203580"/>
                <a:gd name="connsiteX10" fmla="*/ 714886 w 1321511"/>
                <a:gd name="connsiteY10" fmla="*/ 203472 h 203580"/>
                <a:gd name="connsiteX11" fmla="*/ 579420 w 1321511"/>
                <a:gd name="connsiteY11" fmla="*/ 195005 h 203580"/>
                <a:gd name="connsiteX12" fmla="*/ 3686 w 1321511"/>
                <a:gd name="connsiteY12" fmla="*/ 178072 h 203580"/>
                <a:gd name="connsiteX0" fmla="*/ 3686 w 1318487"/>
                <a:gd name="connsiteY0" fmla="*/ 178072 h 203570"/>
                <a:gd name="connsiteX1" fmla="*/ 342353 w 1318487"/>
                <a:gd name="connsiteY1" fmla="*/ 127272 h 203570"/>
                <a:gd name="connsiteX2" fmla="*/ 537086 w 1318487"/>
                <a:gd name="connsiteY2" fmla="*/ 25672 h 203570"/>
                <a:gd name="connsiteX3" fmla="*/ 672553 w 1318487"/>
                <a:gd name="connsiteY3" fmla="*/ 68005 h 203570"/>
                <a:gd name="connsiteX4" fmla="*/ 782620 w 1318487"/>
                <a:gd name="connsiteY4" fmla="*/ 272 h 203570"/>
                <a:gd name="connsiteX5" fmla="*/ 960420 w 1318487"/>
                <a:gd name="connsiteY5" fmla="*/ 42605 h 203570"/>
                <a:gd name="connsiteX6" fmla="*/ 1265220 w 1318487"/>
                <a:gd name="connsiteY6" fmla="*/ 110338 h 203570"/>
                <a:gd name="connsiteX7" fmla="*/ 1282153 w 1318487"/>
                <a:gd name="connsiteY7" fmla="*/ 118805 h 203570"/>
                <a:gd name="connsiteX8" fmla="*/ 892686 w 1318487"/>
                <a:gd name="connsiteY8" fmla="*/ 178072 h 203570"/>
                <a:gd name="connsiteX9" fmla="*/ 799553 w 1318487"/>
                <a:gd name="connsiteY9" fmla="*/ 186538 h 203570"/>
                <a:gd name="connsiteX10" fmla="*/ 714886 w 1318487"/>
                <a:gd name="connsiteY10" fmla="*/ 203472 h 203570"/>
                <a:gd name="connsiteX11" fmla="*/ 579420 w 1318487"/>
                <a:gd name="connsiteY11" fmla="*/ 195005 h 203570"/>
                <a:gd name="connsiteX12" fmla="*/ 3686 w 1318487"/>
                <a:gd name="connsiteY12" fmla="*/ 178072 h 203570"/>
                <a:gd name="connsiteX0" fmla="*/ 3686 w 1318487"/>
                <a:gd name="connsiteY0" fmla="*/ 178072 h 212006"/>
                <a:gd name="connsiteX1" fmla="*/ 342353 w 1318487"/>
                <a:gd name="connsiteY1" fmla="*/ 127272 h 212006"/>
                <a:gd name="connsiteX2" fmla="*/ 537086 w 1318487"/>
                <a:gd name="connsiteY2" fmla="*/ 25672 h 212006"/>
                <a:gd name="connsiteX3" fmla="*/ 672553 w 1318487"/>
                <a:gd name="connsiteY3" fmla="*/ 68005 h 212006"/>
                <a:gd name="connsiteX4" fmla="*/ 782620 w 1318487"/>
                <a:gd name="connsiteY4" fmla="*/ 272 h 212006"/>
                <a:gd name="connsiteX5" fmla="*/ 960420 w 1318487"/>
                <a:gd name="connsiteY5" fmla="*/ 42605 h 212006"/>
                <a:gd name="connsiteX6" fmla="*/ 1265220 w 1318487"/>
                <a:gd name="connsiteY6" fmla="*/ 110338 h 212006"/>
                <a:gd name="connsiteX7" fmla="*/ 1282153 w 1318487"/>
                <a:gd name="connsiteY7" fmla="*/ 118805 h 212006"/>
                <a:gd name="connsiteX8" fmla="*/ 892686 w 1318487"/>
                <a:gd name="connsiteY8" fmla="*/ 178072 h 212006"/>
                <a:gd name="connsiteX9" fmla="*/ 799553 w 1318487"/>
                <a:gd name="connsiteY9" fmla="*/ 186538 h 212006"/>
                <a:gd name="connsiteX10" fmla="*/ 697952 w 1318487"/>
                <a:gd name="connsiteY10" fmla="*/ 211939 h 212006"/>
                <a:gd name="connsiteX11" fmla="*/ 579420 w 1318487"/>
                <a:gd name="connsiteY11" fmla="*/ 195005 h 212006"/>
                <a:gd name="connsiteX12" fmla="*/ 3686 w 1318487"/>
                <a:gd name="connsiteY12" fmla="*/ 178072 h 212006"/>
                <a:gd name="connsiteX0" fmla="*/ 1325 w 1316126"/>
                <a:gd name="connsiteY0" fmla="*/ 178072 h 214161"/>
                <a:gd name="connsiteX1" fmla="*/ 339992 w 1316126"/>
                <a:gd name="connsiteY1" fmla="*/ 127272 h 214161"/>
                <a:gd name="connsiteX2" fmla="*/ 534725 w 1316126"/>
                <a:gd name="connsiteY2" fmla="*/ 25672 h 214161"/>
                <a:gd name="connsiteX3" fmla="*/ 670192 w 1316126"/>
                <a:gd name="connsiteY3" fmla="*/ 68005 h 214161"/>
                <a:gd name="connsiteX4" fmla="*/ 780259 w 1316126"/>
                <a:gd name="connsiteY4" fmla="*/ 272 h 214161"/>
                <a:gd name="connsiteX5" fmla="*/ 958059 w 1316126"/>
                <a:gd name="connsiteY5" fmla="*/ 42605 h 214161"/>
                <a:gd name="connsiteX6" fmla="*/ 1262859 w 1316126"/>
                <a:gd name="connsiteY6" fmla="*/ 110338 h 214161"/>
                <a:gd name="connsiteX7" fmla="*/ 1279792 w 1316126"/>
                <a:gd name="connsiteY7" fmla="*/ 118805 h 214161"/>
                <a:gd name="connsiteX8" fmla="*/ 890325 w 1316126"/>
                <a:gd name="connsiteY8" fmla="*/ 178072 h 214161"/>
                <a:gd name="connsiteX9" fmla="*/ 797192 w 1316126"/>
                <a:gd name="connsiteY9" fmla="*/ 186538 h 214161"/>
                <a:gd name="connsiteX10" fmla="*/ 695591 w 1316126"/>
                <a:gd name="connsiteY10" fmla="*/ 211939 h 214161"/>
                <a:gd name="connsiteX11" fmla="*/ 475459 w 1316126"/>
                <a:gd name="connsiteY11" fmla="*/ 211938 h 214161"/>
                <a:gd name="connsiteX12" fmla="*/ 1325 w 1316126"/>
                <a:gd name="connsiteY12" fmla="*/ 178072 h 214161"/>
                <a:gd name="connsiteX0" fmla="*/ 3571 w 1318372"/>
                <a:gd name="connsiteY0" fmla="*/ 178072 h 214161"/>
                <a:gd name="connsiteX1" fmla="*/ 274505 w 1318372"/>
                <a:gd name="connsiteY1" fmla="*/ 101872 h 214161"/>
                <a:gd name="connsiteX2" fmla="*/ 536971 w 1318372"/>
                <a:gd name="connsiteY2" fmla="*/ 25672 h 214161"/>
                <a:gd name="connsiteX3" fmla="*/ 672438 w 1318372"/>
                <a:gd name="connsiteY3" fmla="*/ 68005 h 214161"/>
                <a:gd name="connsiteX4" fmla="*/ 782505 w 1318372"/>
                <a:gd name="connsiteY4" fmla="*/ 272 h 214161"/>
                <a:gd name="connsiteX5" fmla="*/ 960305 w 1318372"/>
                <a:gd name="connsiteY5" fmla="*/ 42605 h 214161"/>
                <a:gd name="connsiteX6" fmla="*/ 1265105 w 1318372"/>
                <a:gd name="connsiteY6" fmla="*/ 110338 h 214161"/>
                <a:gd name="connsiteX7" fmla="*/ 1282038 w 1318372"/>
                <a:gd name="connsiteY7" fmla="*/ 118805 h 214161"/>
                <a:gd name="connsiteX8" fmla="*/ 892571 w 1318372"/>
                <a:gd name="connsiteY8" fmla="*/ 178072 h 214161"/>
                <a:gd name="connsiteX9" fmla="*/ 799438 w 1318372"/>
                <a:gd name="connsiteY9" fmla="*/ 186538 h 214161"/>
                <a:gd name="connsiteX10" fmla="*/ 697837 w 1318372"/>
                <a:gd name="connsiteY10" fmla="*/ 211939 h 214161"/>
                <a:gd name="connsiteX11" fmla="*/ 477705 w 1318372"/>
                <a:gd name="connsiteY11" fmla="*/ 211938 h 214161"/>
                <a:gd name="connsiteX12" fmla="*/ 3571 w 1318372"/>
                <a:gd name="connsiteY12" fmla="*/ 178072 h 214161"/>
                <a:gd name="connsiteX0" fmla="*/ 3571 w 1266951"/>
                <a:gd name="connsiteY0" fmla="*/ 178072 h 214161"/>
                <a:gd name="connsiteX1" fmla="*/ 274505 w 1266951"/>
                <a:gd name="connsiteY1" fmla="*/ 101872 h 214161"/>
                <a:gd name="connsiteX2" fmla="*/ 536971 w 1266951"/>
                <a:gd name="connsiteY2" fmla="*/ 25672 h 214161"/>
                <a:gd name="connsiteX3" fmla="*/ 672438 w 1266951"/>
                <a:gd name="connsiteY3" fmla="*/ 68005 h 214161"/>
                <a:gd name="connsiteX4" fmla="*/ 782505 w 1266951"/>
                <a:gd name="connsiteY4" fmla="*/ 272 h 214161"/>
                <a:gd name="connsiteX5" fmla="*/ 960305 w 1266951"/>
                <a:gd name="connsiteY5" fmla="*/ 42605 h 214161"/>
                <a:gd name="connsiteX6" fmla="*/ 1265105 w 1266951"/>
                <a:gd name="connsiteY6" fmla="*/ 110338 h 214161"/>
                <a:gd name="connsiteX7" fmla="*/ 1078838 w 1266951"/>
                <a:gd name="connsiteY7" fmla="*/ 203472 h 214161"/>
                <a:gd name="connsiteX8" fmla="*/ 892571 w 1266951"/>
                <a:gd name="connsiteY8" fmla="*/ 178072 h 214161"/>
                <a:gd name="connsiteX9" fmla="*/ 799438 w 1266951"/>
                <a:gd name="connsiteY9" fmla="*/ 186538 h 214161"/>
                <a:gd name="connsiteX10" fmla="*/ 697837 w 1266951"/>
                <a:gd name="connsiteY10" fmla="*/ 211939 h 214161"/>
                <a:gd name="connsiteX11" fmla="*/ 477705 w 1266951"/>
                <a:gd name="connsiteY11" fmla="*/ 211938 h 214161"/>
                <a:gd name="connsiteX12" fmla="*/ 3571 w 1266951"/>
                <a:gd name="connsiteY12" fmla="*/ 178072 h 214161"/>
                <a:gd name="connsiteX0" fmla="*/ 3571 w 1317363"/>
                <a:gd name="connsiteY0" fmla="*/ 178177 h 214266"/>
                <a:gd name="connsiteX1" fmla="*/ 274505 w 1317363"/>
                <a:gd name="connsiteY1" fmla="*/ 101977 h 214266"/>
                <a:gd name="connsiteX2" fmla="*/ 536971 w 1317363"/>
                <a:gd name="connsiteY2" fmla="*/ 25777 h 214266"/>
                <a:gd name="connsiteX3" fmla="*/ 672438 w 1317363"/>
                <a:gd name="connsiteY3" fmla="*/ 68110 h 214266"/>
                <a:gd name="connsiteX4" fmla="*/ 782505 w 1317363"/>
                <a:gd name="connsiteY4" fmla="*/ 377 h 214266"/>
                <a:gd name="connsiteX5" fmla="*/ 960305 w 1317363"/>
                <a:gd name="connsiteY5" fmla="*/ 42710 h 214266"/>
                <a:gd name="connsiteX6" fmla="*/ 1315905 w 1317363"/>
                <a:gd name="connsiteY6" fmla="*/ 85043 h 214266"/>
                <a:gd name="connsiteX7" fmla="*/ 1078838 w 1317363"/>
                <a:gd name="connsiteY7" fmla="*/ 203577 h 214266"/>
                <a:gd name="connsiteX8" fmla="*/ 892571 w 1317363"/>
                <a:gd name="connsiteY8" fmla="*/ 178177 h 214266"/>
                <a:gd name="connsiteX9" fmla="*/ 799438 w 1317363"/>
                <a:gd name="connsiteY9" fmla="*/ 186643 h 214266"/>
                <a:gd name="connsiteX10" fmla="*/ 697837 w 1317363"/>
                <a:gd name="connsiteY10" fmla="*/ 212044 h 214266"/>
                <a:gd name="connsiteX11" fmla="*/ 477705 w 1317363"/>
                <a:gd name="connsiteY11" fmla="*/ 212043 h 214266"/>
                <a:gd name="connsiteX12" fmla="*/ 3571 w 1317363"/>
                <a:gd name="connsiteY12" fmla="*/ 178177 h 214266"/>
                <a:gd name="connsiteX0" fmla="*/ 3571 w 1317126"/>
                <a:gd name="connsiteY0" fmla="*/ 178177 h 214266"/>
                <a:gd name="connsiteX1" fmla="*/ 274505 w 1317126"/>
                <a:gd name="connsiteY1" fmla="*/ 101977 h 214266"/>
                <a:gd name="connsiteX2" fmla="*/ 536971 w 1317126"/>
                <a:gd name="connsiteY2" fmla="*/ 25777 h 214266"/>
                <a:gd name="connsiteX3" fmla="*/ 672438 w 1317126"/>
                <a:gd name="connsiteY3" fmla="*/ 68110 h 214266"/>
                <a:gd name="connsiteX4" fmla="*/ 782505 w 1317126"/>
                <a:gd name="connsiteY4" fmla="*/ 377 h 214266"/>
                <a:gd name="connsiteX5" fmla="*/ 960305 w 1317126"/>
                <a:gd name="connsiteY5" fmla="*/ 42710 h 214266"/>
                <a:gd name="connsiteX6" fmla="*/ 1315905 w 1317126"/>
                <a:gd name="connsiteY6" fmla="*/ 85043 h 214266"/>
                <a:gd name="connsiteX7" fmla="*/ 1070371 w 1317126"/>
                <a:gd name="connsiteY7" fmla="*/ 161243 h 214266"/>
                <a:gd name="connsiteX8" fmla="*/ 892571 w 1317126"/>
                <a:gd name="connsiteY8" fmla="*/ 178177 h 214266"/>
                <a:gd name="connsiteX9" fmla="*/ 799438 w 1317126"/>
                <a:gd name="connsiteY9" fmla="*/ 186643 h 214266"/>
                <a:gd name="connsiteX10" fmla="*/ 697837 w 1317126"/>
                <a:gd name="connsiteY10" fmla="*/ 212044 h 214266"/>
                <a:gd name="connsiteX11" fmla="*/ 477705 w 1317126"/>
                <a:gd name="connsiteY11" fmla="*/ 212043 h 214266"/>
                <a:gd name="connsiteX12" fmla="*/ 3571 w 1317126"/>
                <a:gd name="connsiteY12" fmla="*/ 178177 h 214266"/>
                <a:gd name="connsiteX0" fmla="*/ 3571 w 1315905"/>
                <a:gd name="connsiteY0" fmla="*/ 177944 h 214033"/>
                <a:gd name="connsiteX1" fmla="*/ 274505 w 1315905"/>
                <a:gd name="connsiteY1" fmla="*/ 101744 h 214033"/>
                <a:gd name="connsiteX2" fmla="*/ 536971 w 1315905"/>
                <a:gd name="connsiteY2" fmla="*/ 25544 h 214033"/>
                <a:gd name="connsiteX3" fmla="*/ 672438 w 1315905"/>
                <a:gd name="connsiteY3" fmla="*/ 67877 h 214033"/>
                <a:gd name="connsiteX4" fmla="*/ 782505 w 1315905"/>
                <a:gd name="connsiteY4" fmla="*/ 144 h 214033"/>
                <a:gd name="connsiteX5" fmla="*/ 1070371 w 1315905"/>
                <a:gd name="connsiteY5" fmla="*/ 50944 h 214033"/>
                <a:gd name="connsiteX6" fmla="*/ 1315905 w 1315905"/>
                <a:gd name="connsiteY6" fmla="*/ 84810 h 214033"/>
                <a:gd name="connsiteX7" fmla="*/ 1070371 w 1315905"/>
                <a:gd name="connsiteY7" fmla="*/ 161010 h 214033"/>
                <a:gd name="connsiteX8" fmla="*/ 892571 w 1315905"/>
                <a:gd name="connsiteY8" fmla="*/ 177944 h 214033"/>
                <a:gd name="connsiteX9" fmla="*/ 799438 w 1315905"/>
                <a:gd name="connsiteY9" fmla="*/ 186410 h 214033"/>
                <a:gd name="connsiteX10" fmla="*/ 697837 w 1315905"/>
                <a:gd name="connsiteY10" fmla="*/ 211811 h 214033"/>
                <a:gd name="connsiteX11" fmla="*/ 477705 w 1315905"/>
                <a:gd name="connsiteY11" fmla="*/ 211810 h 214033"/>
                <a:gd name="connsiteX12" fmla="*/ 3571 w 1315905"/>
                <a:gd name="connsiteY12" fmla="*/ 177944 h 214033"/>
                <a:gd name="connsiteX0" fmla="*/ 3718 w 1316052"/>
                <a:gd name="connsiteY0" fmla="*/ 177944 h 214033"/>
                <a:gd name="connsiteX1" fmla="*/ 274652 w 1316052"/>
                <a:gd name="connsiteY1" fmla="*/ 101744 h 214033"/>
                <a:gd name="connsiteX2" fmla="*/ 596384 w 1316052"/>
                <a:gd name="connsiteY2" fmla="*/ 17077 h 214033"/>
                <a:gd name="connsiteX3" fmla="*/ 672585 w 1316052"/>
                <a:gd name="connsiteY3" fmla="*/ 67877 h 214033"/>
                <a:gd name="connsiteX4" fmla="*/ 782652 w 1316052"/>
                <a:gd name="connsiteY4" fmla="*/ 144 h 214033"/>
                <a:gd name="connsiteX5" fmla="*/ 1070518 w 1316052"/>
                <a:gd name="connsiteY5" fmla="*/ 50944 h 214033"/>
                <a:gd name="connsiteX6" fmla="*/ 1316052 w 1316052"/>
                <a:gd name="connsiteY6" fmla="*/ 84810 h 214033"/>
                <a:gd name="connsiteX7" fmla="*/ 1070518 w 1316052"/>
                <a:gd name="connsiteY7" fmla="*/ 161010 h 214033"/>
                <a:gd name="connsiteX8" fmla="*/ 892718 w 1316052"/>
                <a:gd name="connsiteY8" fmla="*/ 177944 h 214033"/>
                <a:gd name="connsiteX9" fmla="*/ 799585 w 1316052"/>
                <a:gd name="connsiteY9" fmla="*/ 186410 h 214033"/>
                <a:gd name="connsiteX10" fmla="*/ 697984 w 1316052"/>
                <a:gd name="connsiteY10" fmla="*/ 211811 h 214033"/>
                <a:gd name="connsiteX11" fmla="*/ 477852 w 1316052"/>
                <a:gd name="connsiteY11" fmla="*/ 211810 h 214033"/>
                <a:gd name="connsiteX12" fmla="*/ 3718 w 1316052"/>
                <a:gd name="connsiteY12" fmla="*/ 177944 h 214033"/>
                <a:gd name="connsiteX0" fmla="*/ 3718 w 1316052"/>
                <a:gd name="connsiteY0" fmla="*/ 177839 h 213928"/>
                <a:gd name="connsiteX1" fmla="*/ 274652 w 1316052"/>
                <a:gd name="connsiteY1" fmla="*/ 101639 h 213928"/>
                <a:gd name="connsiteX2" fmla="*/ 596384 w 1316052"/>
                <a:gd name="connsiteY2" fmla="*/ 16972 h 213928"/>
                <a:gd name="connsiteX3" fmla="*/ 714919 w 1316052"/>
                <a:gd name="connsiteY3" fmla="*/ 59305 h 213928"/>
                <a:gd name="connsiteX4" fmla="*/ 782652 w 1316052"/>
                <a:gd name="connsiteY4" fmla="*/ 39 h 213928"/>
                <a:gd name="connsiteX5" fmla="*/ 1070518 w 1316052"/>
                <a:gd name="connsiteY5" fmla="*/ 50839 h 213928"/>
                <a:gd name="connsiteX6" fmla="*/ 1316052 w 1316052"/>
                <a:gd name="connsiteY6" fmla="*/ 84705 h 213928"/>
                <a:gd name="connsiteX7" fmla="*/ 1070518 w 1316052"/>
                <a:gd name="connsiteY7" fmla="*/ 160905 h 213928"/>
                <a:gd name="connsiteX8" fmla="*/ 892718 w 1316052"/>
                <a:gd name="connsiteY8" fmla="*/ 177839 h 213928"/>
                <a:gd name="connsiteX9" fmla="*/ 799585 w 1316052"/>
                <a:gd name="connsiteY9" fmla="*/ 186305 h 213928"/>
                <a:gd name="connsiteX10" fmla="*/ 697984 w 1316052"/>
                <a:gd name="connsiteY10" fmla="*/ 211706 h 213928"/>
                <a:gd name="connsiteX11" fmla="*/ 477852 w 1316052"/>
                <a:gd name="connsiteY11" fmla="*/ 211705 h 213928"/>
                <a:gd name="connsiteX12" fmla="*/ 3718 w 1316052"/>
                <a:gd name="connsiteY12" fmla="*/ 177839 h 213928"/>
                <a:gd name="connsiteX0" fmla="*/ 3718 w 1316052"/>
                <a:gd name="connsiteY0" fmla="*/ 177839 h 213928"/>
                <a:gd name="connsiteX1" fmla="*/ 274652 w 1316052"/>
                <a:gd name="connsiteY1" fmla="*/ 101639 h 213928"/>
                <a:gd name="connsiteX2" fmla="*/ 596384 w 1316052"/>
                <a:gd name="connsiteY2" fmla="*/ 16972 h 213928"/>
                <a:gd name="connsiteX3" fmla="*/ 714919 w 1316052"/>
                <a:gd name="connsiteY3" fmla="*/ 59305 h 213928"/>
                <a:gd name="connsiteX4" fmla="*/ 799585 w 1316052"/>
                <a:gd name="connsiteY4" fmla="*/ 39 h 213928"/>
                <a:gd name="connsiteX5" fmla="*/ 1070518 w 1316052"/>
                <a:gd name="connsiteY5" fmla="*/ 50839 h 213928"/>
                <a:gd name="connsiteX6" fmla="*/ 1316052 w 1316052"/>
                <a:gd name="connsiteY6" fmla="*/ 84705 h 213928"/>
                <a:gd name="connsiteX7" fmla="*/ 1070518 w 1316052"/>
                <a:gd name="connsiteY7" fmla="*/ 160905 h 213928"/>
                <a:gd name="connsiteX8" fmla="*/ 892718 w 1316052"/>
                <a:gd name="connsiteY8" fmla="*/ 177839 h 213928"/>
                <a:gd name="connsiteX9" fmla="*/ 799585 w 1316052"/>
                <a:gd name="connsiteY9" fmla="*/ 186305 h 213928"/>
                <a:gd name="connsiteX10" fmla="*/ 697984 w 1316052"/>
                <a:gd name="connsiteY10" fmla="*/ 211706 h 213928"/>
                <a:gd name="connsiteX11" fmla="*/ 477852 w 1316052"/>
                <a:gd name="connsiteY11" fmla="*/ 211705 h 213928"/>
                <a:gd name="connsiteX12" fmla="*/ 3718 w 1316052"/>
                <a:gd name="connsiteY12" fmla="*/ 177839 h 213928"/>
                <a:gd name="connsiteX0" fmla="*/ 8077 w 1168011"/>
                <a:gd name="connsiteY0" fmla="*/ 152439 h 215798"/>
                <a:gd name="connsiteX1" fmla="*/ 126611 w 1168011"/>
                <a:gd name="connsiteY1" fmla="*/ 101639 h 215798"/>
                <a:gd name="connsiteX2" fmla="*/ 448343 w 1168011"/>
                <a:gd name="connsiteY2" fmla="*/ 16972 h 215798"/>
                <a:gd name="connsiteX3" fmla="*/ 566878 w 1168011"/>
                <a:gd name="connsiteY3" fmla="*/ 59305 h 215798"/>
                <a:gd name="connsiteX4" fmla="*/ 651544 w 1168011"/>
                <a:gd name="connsiteY4" fmla="*/ 39 h 215798"/>
                <a:gd name="connsiteX5" fmla="*/ 922477 w 1168011"/>
                <a:gd name="connsiteY5" fmla="*/ 50839 h 215798"/>
                <a:gd name="connsiteX6" fmla="*/ 1168011 w 1168011"/>
                <a:gd name="connsiteY6" fmla="*/ 84705 h 215798"/>
                <a:gd name="connsiteX7" fmla="*/ 922477 w 1168011"/>
                <a:gd name="connsiteY7" fmla="*/ 160905 h 215798"/>
                <a:gd name="connsiteX8" fmla="*/ 744677 w 1168011"/>
                <a:gd name="connsiteY8" fmla="*/ 177839 h 215798"/>
                <a:gd name="connsiteX9" fmla="*/ 651544 w 1168011"/>
                <a:gd name="connsiteY9" fmla="*/ 186305 h 215798"/>
                <a:gd name="connsiteX10" fmla="*/ 549943 w 1168011"/>
                <a:gd name="connsiteY10" fmla="*/ 211706 h 215798"/>
                <a:gd name="connsiteX11" fmla="*/ 329811 w 1168011"/>
                <a:gd name="connsiteY11" fmla="*/ 211705 h 215798"/>
                <a:gd name="connsiteX12" fmla="*/ 8077 w 1168011"/>
                <a:gd name="connsiteY12" fmla="*/ 152439 h 215798"/>
                <a:gd name="connsiteX0" fmla="*/ 2506 w 1162440"/>
                <a:gd name="connsiteY0" fmla="*/ 152439 h 215798"/>
                <a:gd name="connsiteX1" fmla="*/ 188774 w 1162440"/>
                <a:gd name="connsiteY1" fmla="*/ 93172 h 215798"/>
                <a:gd name="connsiteX2" fmla="*/ 442772 w 1162440"/>
                <a:gd name="connsiteY2" fmla="*/ 16972 h 215798"/>
                <a:gd name="connsiteX3" fmla="*/ 561307 w 1162440"/>
                <a:gd name="connsiteY3" fmla="*/ 59305 h 215798"/>
                <a:gd name="connsiteX4" fmla="*/ 645973 w 1162440"/>
                <a:gd name="connsiteY4" fmla="*/ 39 h 215798"/>
                <a:gd name="connsiteX5" fmla="*/ 916906 w 1162440"/>
                <a:gd name="connsiteY5" fmla="*/ 50839 h 215798"/>
                <a:gd name="connsiteX6" fmla="*/ 1162440 w 1162440"/>
                <a:gd name="connsiteY6" fmla="*/ 84705 h 215798"/>
                <a:gd name="connsiteX7" fmla="*/ 916906 w 1162440"/>
                <a:gd name="connsiteY7" fmla="*/ 160905 h 215798"/>
                <a:gd name="connsiteX8" fmla="*/ 739106 w 1162440"/>
                <a:gd name="connsiteY8" fmla="*/ 177839 h 215798"/>
                <a:gd name="connsiteX9" fmla="*/ 645973 w 1162440"/>
                <a:gd name="connsiteY9" fmla="*/ 186305 h 215798"/>
                <a:gd name="connsiteX10" fmla="*/ 544372 w 1162440"/>
                <a:gd name="connsiteY10" fmla="*/ 211706 h 215798"/>
                <a:gd name="connsiteX11" fmla="*/ 324240 w 1162440"/>
                <a:gd name="connsiteY11" fmla="*/ 211705 h 215798"/>
                <a:gd name="connsiteX12" fmla="*/ 2506 w 1162440"/>
                <a:gd name="connsiteY12" fmla="*/ 152439 h 215798"/>
                <a:gd name="connsiteX0" fmla="*/ 2506 w 1120107"/>
                <a:gd name="connsiteY0" fmla="*/ 152439 h 215798"/>
                <a:gd name="connsiteX1" fmla="*/ 188774 w 1120107"/>
                <a:gd name="connsiteY1" fmla="*/ 93172 h 215798"/>
                <a:gd name="connsiteX2" fmla="*/ 442772 w 1120107"/>
                <a:gd name="connsiteY2" fmla="*/ 16972 h 215798"/>
                <a:gd name="connsiteX3" fmla="*/ 561307 w 1120107"/>
                <a:gd name="connsiteY3" fmla="*/ 59305 h 215798"/>
                <a:gd name="connsiteX4" fmla="*/ 645973 w 1120107"/>
                <a:gd name="connsiteY4" fmla="*/ 39 h 215798"/>
                <a:gd name="connsiteX5" fmla="*/ 916906 w 1120107"/>
                <a:gd name="connsiteY5" fmla="*/ 50839 h 215798"/>
                <a:gd name="connsiteX6" fmla="*/ 1120107 w 1120107"/>
                <a:gd name="connsiteY6" fmla="*/ 93172 h 215798"/>
                <a:gd name="connsiteX7" fmla="*/ 916906 w 1120107"/>
                <a:gd name="connsiteY7" fmla="*/ 160905 h 215798"/>
                <a:gd name="connsiteX8" fmla="*/ 739106 w 1120107"/>
                <a:gd name="connsiteY8" fmla="*/ 177839 h 215798"/>
                <a:gd name="connsiteX9" fmla="*/ 645973 w 1120107"/>
                <a:gd name="connsiteY9" fmla="*/ 186305 h 215798"/>
                <a:gd name="connsiteX10" fmla="*/ 544372 w 1120107"/>
                <a:gd name="connsiteY10" fmla="*/ 211706 h 215798"/>
                <a:gd name="connsiteX11" fmla="*/ 324240 w 1120107"/>
                <a:gd name="connsiteY11" fmla="*/ 211705 h 215798"/>
                <a:gd name="connsiteX12" fmla="*/ 2506 w 1120107"/>
                <a:gd name="connsiteY12" fmla="*/ 152439 h 215798"/>
                <a:gd name="connsiteX0" fmla="*/ 4320 w 1121921"/>
                <a:gd name="connsiteY0" fmla="*/ 152439 h 211773"/>
                <a:gd name="connsiteX1" fmla="*/ 190588 w 1121921"/>
                <a:gd name="connsiteY1" fmla="*/ 93172 h 211773"/>
                <a:gd name="connsiteX2" fmla="*/ 444586 w 1121921"/>
                <a:gd name="connsiteY2" fmla="*/ 16972 h 211773"/>
                <a:gd name="connsiteX3" fmla="*/ 563121 w 1121921"/>
                <a:gd name="connsiteY3" fmla="*/ 59305 h 211773"/>
                <a:gd name="connsiteX4" fmla="*/ 647787 w 1121921"/>
                <a:gd name="connsiteY4" fmla="*/ 39 h 211773"/>
                <a:gd name="connsiteX5" fmla="*/ 918720 w 1121921"/>
                <a:gd name="connsiteY5" fmla="*/ 50839 h 211773"/>
                <a:gd name="connsiteX6" fmla="*/ 1121921 w 1121921"/>
                <a:gd name="connsiteY6" fmla="*/ 93172 h 211773"/>
                <a:gd name="connsiteX7" fmla="*/ 918720 w 1121921"/>
                <a:gd name="connsiteY7" fmla="*/ 160905 h 211773"/>
                <a:gd name="connsiteX8" fmla="*/ 740920 w 1121921"/>
                <a:gd name="connsiteY8" fmla="*/ 177839 h 211773"/>
                <a:gd name="connsiteX9" fmla="*/ 647787 w 1121921"/>
                <a:gd name="connsiteY9" fmla="*/ 186305 h 211773"/>
                <a:gd name="connsiteX10" fmla="*/ 546186 w 1121921"/>
                <a:gd name="connsiteY10" fmla="*/ 211706 h 211773"/>
                <a:gd name="connsiteX11" fmla="*/ 376854 w 1121921"/>
                <a:gd name="connsiteY11" fmla="*/ 177838 h 211773"/>
                <a:gd name="connsiteX12" fmla="*/ 4320 w 1121921"/>
                <a:gd name="connsiteY12" fmla="*/ 152439 h 211773"/>
                <a:gd name="connsiteX0" fmla="*/ 4320 w 1122023"/>
                <a:gd name="connsiteY0" fmla="*/ 152439 h 211773"/>
                <a:gd name="connsiteX1" fmla="*/ 190588 w 1122023"/>
                <a:gd name="connsiteY1" fmla="*/ 93172 h 211773"/>
                <a:gd name="connsiteX2" fmla="*/ 444586 w 1122023"/>
                <a:gd name="connsiteY2" fmla="*/ 16972 h 211773"/>
                <a:gd name="connsiteX3" fmla="*/ 563121 w 1122023"/>
                <a:gd name="connsiteY3" fmla="*/ 59305 h 211773"/>
                <a:gd name="connsiteX4" fmla="*/ 647787 w 1122023"/>
                <a:gd name="connsiteY4" fmla="*/ 39 h 211773"/>
                <a:gd name="connsiteX5" fmla="*/ 918720 w 1122023"/>
                <a:gd name="connsiteY5" fmla="*/ 50839 h 211773"/>
                <a:gd name="connsiteX6" fmla="*/ 1121921 w 1122023"/>
                <a:gd name="connsiteY6" fmla="*/ 93172 h 211773"/>
                <a:gd name="connsiteX7" fmla="*/ 893320 w 1122023"/>
                <a:gd name="connsiteY7" fmla="*/ 152439 h 211773"/>
                <a:gd name="connsiteX8" fmla="*/ 740920 w 1122023"/>
                <a:gd name="connsiteY8" fmla="*/ 177839 h 211773"/>
                <a:gd name="connsiteX9" fmla="*/ 647787 w 1122023"/>
                <a:gd name="connsiteY9" fmla="*/ 186305 h 211773"/>
                <a:gd name="connsiteX10" fmla="*/ 546186 w 1122023"/>
                <a:gd name="connsiteY10" fmla="*/ 211706 h 211773"/>
                <a:gd name="connsiteX11" fmla="*/ 376854 w 1122023"/>
                <a:gd name="connsiteY11" fmla="*/ 177838 h 211773"/>
                <a:gd name="connsiteX12" fmla="*/ 4320 w 1122023"/>
                <a:gd name="connsiteY12" fmla="*/ 152439 h 211773"/>
                <a:gd name="connsiteX0" fmla="*/ 4320 w 1122023"/>
                <a:gd name="connsiteY0" fmla="*/ 152443 h 211777"/>
                <a:gd name="connsiteX1" fmla="*/ 190588 w 1122023"/>
                <a:gd name="connsiteY1" fmla="*/ 93176 h 211777"/>
                <a:gd name="connsiteX2" fmla="*/ 444586 w 1122023"/>
                <a:gd name="connsiteY2" fmla="*/ 16976 h 211777"/>
                <a:gd name="connsiteX3" fmla="*/ 554664 w 1122023"/>
                <a:gd name="connsiteY3" fmla="*/ 59727 h 211777"/>
                <a:gd name="connsiteX4" fmla="*/ 647787 w 1122023"/>
                <a:gd name="connsiteY4" fmla="*/ 43 h 211777"/>
                <a:gd name="connsiteX5" fmla="*/ 918720 w 1122023"/>
                <a:gd name="connsiteY5" fmla="*/ 50843 h 211777"/>
                <a:gd name="connsiteX6" fmla="*/ 1121921 w 1122023"/>
                <a:gd name="connsiteY6" fmla="*/ 93176 h 211777"/>
                <a:gd name="connsiteX7" fmla="*/ 893320 w 1122023"/>
                <a:gd name="connsiteY7" fmla="*/ 152443 h 211777"/>
                <a:gd name="connsiteX8" fmla="*/ 740920 w 1122023"/>
                <a:gd name="connsiteY8" fmla="*/ 177843 h 211777"/>
                <a:gd name="connsiteX9" fmla="*/ 647787 w 1122023"/>
                <a:gd name="connsiteY9" fmla="*/ 186309 h 211777"/>
                <a:gd name="connsiteX10" fmla="*/ 546186 w 1122023"/>
                <a:gd name="connsiteY10" fmla="*/ 211710 h 211777"/>
                <a:gd name="connsiteX11" fmla="*/ 376854 w 1122023"/>
                <a:gd name="connsiteY11" fmla="*/ 177842 h 211777"/>
                <a:gd name="connsiteX12" fmla="*/ 4320 w 1122023"/>
                <a:gd name="connsiteY12" fmla="*/ 152443 h 211777"/>
                <a:gd name="connsiteX0" fmla="*/ 4286 w 1123581"/>
                <a:gd name="connsiteY0" fmla="*/ 163117 h 211777"/>
                <a:gd name="connsiteX1" fmla="*/ 192146 w 1123581"/>
                <a:gd name="connsiteY1" fmla="*/ 93176 h 211777"/>
                <a:gd name="connsiteX2" fmla="*/ 446144 w 1123581"/>
                <a:gd name="connsiteY2" fmla="*/ 16976 h 211777"/>
                <a:gd name="connsiteX3" fmla="*/ 556222 w 1123581"/>
                <a:gd name="connsiteY3" fmla="*/ 59727 h 211777"/>
                <a:gd name="connsiteX4" fmla="*/ 649345 w 1123581"/>
                <a:gd name="connsiteY4" fmla="*/ 43 h 211777"/>
                <a:gd name="connsiteX5" fmla="*/ 920278 w 1123581"/>
                <a:gd name="connsiteY5" fmla="*/ 50843 h 211777"/>
                <a:gd name="connsiteX6" fmla="*/ 1123479 w 1123581"/>
                <a:gd name="connsiteY6" fmla="*/ 93176 h 211777"/>
                <a:gd name="connsiteX7" fmla="*/ 894878 w 1123581"/>
                <a:gd name="connsiteY7" fmla="*/ 152443 h 211777"/>
                <a:gd name="connsiteX8" fmla="*/ 742478 w 1123581"/>
                <a:gd name="connsiteY8" fmla="*/ 177843 h 211777"/>
                <a:gd name="connsiteX9" fmla="*/ 649345 w 1123581"/>
                <a:gd name="connsiteY9" fmla="*/ 186309 h 211777"/>
                <a:gd name="connsiteX10" fmla="*/ 547744 w 1123581"/>
                <a:gd name="connsiteY10" fmla="*/ 211710 h 211777"/>
                <a:gd name="connsiteX11" fmla="*/ 378412 w 1123581"/>
                <a:gd name="connsiteY11" fmla="*/ 177842 h 211777"/>
                <a:gd name="connsiteX12" fmla="*/ 4286 w 1123581"/>
                <a:gd name="connsiteY12" fmla="*/ 163117 h 211777"/>
                <a:gd name="connsiteX0" fmla="*/ 4286 w 1115966"/>
                <a:gd name="connsiteY0" fmla="*/ 163121 h 211781"/>
                <a:gd name="connsiteX1" fmla="*/ 192146 w 1115966"/>
                <a:gd name="connsiteY1" fmla="*/ 93180 h 211781"/>
                <a:gd name="connsiteX2" fmla="*/ 446144 w 1115966"/>
                <a:gd name="connsiteY2" fmla="*/ 16980 h 211781"/>
                <a:gd name="connsiteX3" fmla="*/ 556222 w 1115966"/>
                <a:gd name="connsiteY3" fmla="*/ 59731 h 211781"/>
                <a:gd name="connsiteX4" fmla="*/ 649345 w 1115966"/>
                <a:gd name="connsiteY4" fmla="*/ 47 h 211781"/>
                <a:gd name="connsiteX5" fmla="*/ 920278 w 1115966"/>
                <a:gd name="connsiteY5" fmla="*/ 50847 h 211781"/>
                <a:gd name="connsiteX6" fmla="*/ 1115859 w 1115966"/>
                <a:gd name="connsiteY6" fmla="*/ 110510 h 211781"/>
                <a:gd name="connsiteX7" fmla="*/ 894878 w 1115966"/>
                <a:gd name="connsiteY7" fmla="*/ 152447 h 211781"/>
                <a:gd name="connsiteX8" fmla="*/ 742478 w 1115966"/>
                <a:gd name="connsiteY8" fmla="*/ 177847 h 211781"/>
                <a:gd name="connsiteX9" fmla="*/ 649345 w 1115966"/>
                <a:gd name="connsiteY9" fmla="*/ 186313 h 211781"/>
                <a:gd name="connsiteX10" fmla="*/ 547744 w 1115966"/>
                <a:gd name="connsiteY10" fmla="*/ 211714 h 211781"/>
                <a:gd name="connsiteX11" fmla="*/ 378412 w 1115966"/>
                <a:gd name="connsiteY11" fmla="*/ 177846 h 211781"/>
                <a:gd name="connsiteX12" fmla="*/ 4286 w 1115966"/>
                <a:gd name="connsiteY12" fmla="*/ 163121 h 211781"/>
                <a:gd name="connsiteX0" fmla="*/ 4286 w 1115966"/>
                <a:gd name="connsiteY0" fmla="*/ 163121 h 214435"/>
                <a:gd name="connsiteX1" fmla="*/ 192146 w 1115966"/>
                <a:gd name="connsiteY1" fmla="*/ 93180 h 214435"/>
                <a:gd name="connsiteX2" fmla="*/ 446144 w 1115966"/>
                <a:gd name="connsiteY2" fmla="*/ 16980 h 214435"/>
                <a:gd name="connsiteX3" fmla="*/ 556222 w 1115966"/>
                <a:gd name="connsiteY3" fmla="*/ 59731 h 214435"/>
                <a:gd name="connsiteX4" fmla="*/ 649345 w 1115966"/>
                <a:gd name="connsiteY4" fmla="*/ 47 h 214435"/>
                <a:gd name="connsiteX5" fmla="*/ 920278 w 1115966"/>
                <a:gd name="connsiteY5" fmla="*/ 50847 h 214435"/>
                <a:gd name="connsiteX6" fmla="*/ 1115859 w 1115966"/>
                <a:gd name="connsiteY6" fmla="*/ 110510 h 214435"/>
                <a:gd name="connsiteX7" fmla="*/ 894878 w 1115966"/>
                <a:gd name="connsiteY7" fmla="*/ 152447 h 214435"/>
                <a:gd name="connsiteX8" fmla="*/ 742478 w 1115966"/>
                <a:gd name="connsiteY8" fmla="*/ 177847 h 214435"/>
                <a:gd name="connsiteX9" fmla="*/ 649345 w 1115966"/>
                <a:gd name="connsiteY9" fmla="*/ 186313 h 214435"/>
                <a:gd name="connsiteX10" fmla="*/ 579665 w 1115966"/>
                <a:gd name="connsiteY10" fmla="*/ 214374 h 214435"/>
                <a:gd name="connsiteX11" fmla="*/ 378412 w 1115966"/>
                <a:gd name="connsiteY11" fmla="*/ 177846 h 214435"/>
                <a:gd name="connsiteX12" fmla="*/ 4286 w 1115966"/>
                <a:gd name="connsiteY12" fmla="*/ 163121 h 214435"/>
                <a:gd name="connsiteX0" fmla="*/ 4286 w 1115966"/>
                <a:gd name="connsiteY0" fmla="*/ 163121 h 214416"/>
                <a:gd name="connsiteX1" fmla="*/ 192146 w 1115966"/>
                <a:gd name="connsiteY1" fmla="*/ 93180 h 214416"/>
                <a:gd name="connsiteX2" fmla="*/ 446144 w 1115966"/>
                <a:gd name="connsiteY2" fmla="*/ 16980 h 214416"/>
                <a:gd name="connsiteX3" fmla="*/ 556222 w 1115966"/>
                <a:gd name="connsiteY3" fmla="*/ 59731 h 214416"/>
                <a:gd name="connsiteX4" fmla="*/ 649345 w 1115966"/>
                <a:gd name="connsiteY4" fmla="*/ 47 h 214416"/>
                <a:gd name="connsiteX5" fmla="*/ 920278 w 1115966"/>
                <a:gd name="connsiteY5" fmla="*/ 50847 h 214416"/>
                <a:gd name="connsiteX6" fmla="*/ 1115859 w 1115966"/>
                <a:gd name="connsiteY6" fmla="*/ 110510 h 214416"/>
                <a:gd name="connsiteX7" fmla="*/ 894878 w 1115966"/>
                <a:gd name="connsiteY7" fmla="*/ 152447 h 214416"/>
                <a:gd name="connsiteX8" fmla="*/ 742478 w 1115966"/>
                <a:gd name="connsiteY8" fmla="*/ 177847 h 214416"/>
                <a:gd name="connsiteX9" fmla="*/ 648823 w 1115966"/>
                <a:gd name="connsiteY9" fmla="*/ 175742 h 214416"/>
                <a:gd name="connsiteX10" fmla="*/ 579665 w 1115966"/>
                <a:gd name="connsiteY10" fmla="*/ 214374 h 214416"/>
                <a:gd name="connsiteX11" fmla="*/ 378412 w 1115966"/>
                <a:gd name="connsiteY11" fmla="*/ 177846 h 214416"/>
                <a:gd name="connsiteX12" fmla="*/ 4286 w 1115966"/>
                <a:gd name="connsiteY12" fmla="*/ 163121 h 214416"/>
                <a:gd name="connsiteX0" fmla="*/ 4286 w 1115966"/>
                <a:gd name="connsiteY0" fmla="*/ 163121 h 214429"/>
                <a:gd name="connsiteX1" fmla="*/ 192146 w 1115966"/>
                <a:gd name="connsiteY1" fmla="*/ 93180 h 214429"/>
                <a:gd name="connsiteX2" fmla="*/ 446144 w 1115966"/>
                <a:gd name="connsiteY2" fmla="*/ 16980 h 214429"/>
                <a:gd name="connsiteX3" fmla="*/ 556222 w 1115966"/>
                <a:gd name="connsiteY3" fmla="*/ 59731 h 214429"/>
                <a:gd name="connsiteX4" fmla="*/ 649345 w 1115966"/>
                <a:gd name="connsiteY4" fmla="*/ 47 h 214429"/>
                <a:gd name="connsiteX5" fmla="*/ 920278 w 1115966"/>
                <a:gd name="connsiteY5" fmla="*/ 50847 h 214429"/>
                <a:gd name="connsiteX6" fmla="*/ 1115859 w 1115966"/>
                <a:gd name="connsiteY6" fmla="*/ 110510 h 214429"/>
                <a:gd name="connsiteX7" fmla="*/ 894878 w 1115966"/>
                <a:gd name="connsiteY7" fmla="*/ 152447 h 214429"/>
                <a:gd name="connsiteX8" fmla="*/ 742478 w 1115966"/>
                <a:gd name="connsiteY8" fmla="*/ 177847 h 214429"/>
                <a:gd name="connsiteX9" fmla="*/ 661925 w 1115966"/>
                <a:gd name="connsiteY9" fmla="*/ 183572 h 214429"/>
                <a:gd name="connsiteX10" fmla="*/ 579665 w 1115966"/>
                <a:gd name="connsiteY10" fmla="*/ 214374 h 214429"/>
                <a:gd name="connsiteX11" fmla="*/ 378412 w 1115966"/>
                <a:gd name="connsiteY11" fmla="*/ 177846 h 214429"/>
                <a:gd name="connsiteX12" fmla="*/ 4286 w 1115966"/>
                <a:gd name="connsiteY12" fmla="*/ 163121 h 214429"/>
                <a:gd name="connsiteX0" fmla="*/ 4286 w 1115966"/>
                <a:gd name="connsiteY0" fmla="*/ 163121 h 214434"/>
                <a:gd name="connsiteX1" fmla="*/ 192146 w 1115966"/>
                <a:gd name="connsiteY1" fmla="*/ 93180 h 214434"/>
                <a:gd name="connsiteX2" fmla="*/ 446144 w 1115966"/>
                <a:gd name="connsiteY2" fmla="*/ 16980 h 214434"/>
                <a:gd name="connsiteX3" fmla="*/ 556222 w 1115966"/>
                <a:gd name="connsiteY3" fmla="*/ 59731 h 214434"/>
                <a:gd name="connsiteX4" fmla="*/ 649345 w 1115966"/>
                <a:gd name="connsiteY4" fmla="*/ 47 h 214434"/>
                <a:gd name="connsiteX5" fmla="*/ 920278 w 1115966"/>
                <a:gd name="connsiteY5" fmla="*/ 50847 h 214434"/>
                <a:gd name="connsiteX6" fmla="*/ 1115859 w 1115966"/>
                <a:gd name="connsiteY6" fmla="*/ 110510 h 214434"/>
                <a:gd name="connsiteX7" fmla="*/ 894878 w 1115966"/>
                <a:gd name="connsiteY7" fmla="*/ 152447 h 214434"/>
                <a:gd name="connsiteX8" fmla="*/ 777791 w 1115966"/>
                <a:gd name="connsiteY8" fmla="*/ 163385 h 214434"/>
                <a:gd name="connsiteX9" fmla="*/ 661925 w 1115966"/>
                <a:gd name="connsiteY9" fmla="*/ 183572 h 214434"/>
                <a:gd name="connsiteX10" fmla="*/ 579665 w 1115966"/>
                <a:gd name="connsiteY10" fmla="*/ 214374 h 214434"/>
                <a:gd name="connsiteX11" fmla="*/ 378412 w 1115966"/>
                <a:gd name="connsiteY11" fmla="*/ 177846 h 214434"/>
                <a:gd name="connsiteX12" fmla="*/ 4286 w 1115966"/>
                <a:gd name="connsiteY12" fmla="*/ 163121 h 214434"/>
                <a:gd name="connsiteX0" fmla="*/ 4286 w 1115966"/>
                <a:gd name="connsiteY0" fmla="*/ 163121 h 214434"/>
                <a:gd name="connsiteX1" fmla="*/ 192146 w 1115966"/>
                <a:gd name="connsiteY1" fmla="*/ 93180 h 214434"/>
                <a:gd name="connsiteX2" fmla="*/ 446144 w 1115966"/>
                <a:gd name="connsiteY2" fmla="*/ 16980 h 214434"/>
                <a:gd name="connsiteX3" fmla="*/ 556222 w 1115966"/>
                <a:gd name="connsiteY3" fmla="*/ 59731 h 214434"/>
                <a:gd name="connsiteX4" fmla="*/ 649345 w 1115966"/>
                <a:gd name="connsiteY4" fmla="*/ 47 h 214434"/>
                <a:gd name="connsiteX5" fmla="*/ 920278 w 1115966"/>
                <a:gd name="connsiteY5" fmla="*/ 50847 h 214434"/>
                <a:gd name="connsiteX6" fmla="*/ 1115859 w 1115966"/>
                <a:gd name="connsiteY6" fmla="*/ 110510 h 214434"/>
                <a:gd name="connsiteX7" fmla="*/ 894878 w 1115966"/>
                <a:gd name="connsiteY7" fmla="*/ 152447 h 214434"/>
                <a:gd name="connsiteX8" fmla="*/ 777791 w 1115966"/>
                <a:gd name="connsiteY8" fmla="*/ 163385 h 214434"/>
                <a:gd name="connsiteX9" fmla="*/ 661925 w 1115966"/>
                <a:gd name="connsiteY9" fmla="*/ 183572 h 214434"/>
                <a:gd name="connsiteX10" fmla="*/ 579665 w 1115966"/>
                <a:gd name="connsiteY10" fmla="*/ 214374 h 214434"/>
                <a:gd name="connsiteX11" fmla="*/ 378412 w 1115966"/>
                <a:gd name="connsiteY11" fmla="*/ 177846 h 214434"/>
                <a:gd name="connsiteX12" fmla="*/ 4286 w 1115966"/>
                <a:gd name="connsiteY12" fmla="*/ 163121 h 214434"/>
                <a:gd name="connsiteX0" fmla="*/ 4286 w 1115966"/>
                <a:gd name="connsiteY0" fmla="*/ 163121 h 214480"/>
                <a:gd name="connsiteX1" fmla="*/ 192146 w 1115966"/>
                <a:gd name="connsiteY1" fmla="*/ 93180 h 214480"/>
                <a:gd name="connsiteX2" fmla="*/ 446144 w 1115966"/>
                <a:gd name="connsiteY2" fmla="*/ 16980 h 214480"/>
                <a:gd name="connsiteX3" fmla="*/ 556222 w 1115966"/>
                <a:gd name="connsiteY3" fmla="*/ 59731 h 214480"/>
                <a:gd name="connsiteX4" fmla="*/ 649345 w 1115966"/>
                <a:gd name="connsiteY4" fmla="*/ 47 h 214480"/>
                <a:gd name="connsiteX5" fmla="*/ 920278 w 1115966"/>
                <a:gd name="connsiteY5" fmla="*/ 50847 h 214480"/>
                <a:gd name="connsiteX6" fmla="*/ 1115859 w 1115966"/>
                <a:gd name="connsiteY6" fmla="*/ 110510 h 214480"/>
                <a:gd name="connsiteX7" fmla="*/ 894878 w 1115966"/>
                <a:gd name="connsiteY7" fmla="*/ 152447 h 214480"/>
                <a:gd name="connsiteX8" fmla="*/ 777791 w 1115966"/>
                <a:gd name="connsiteY8" fmla="*/ 163385 h 214480"/>
                <a:gd name="connsiteX9" fmla="*/ 661925 w 1115966"/>
                <a:gd name="connsiteY9" fmla="*/ 183572 h 214480"/>
                <a:gd name="connsiteX10" fmla="*/ 579665 w 1115966"/>
                <a:gd name="connsiteY10" fmla="*/ 214374 h 214480"/>
                <a:gd name="connsiteX11" fmla="*/ 502731 w 1115966"/>
                <a:gd name="connsiteY11" fmla="*/ 187142 h 214480"/>
                <a:gd name="connsiteX12" fmla="*/ 378412 w 1115966"/>
                <a:gd name="connsiteY12" fmla="*/ 177846 h 214480"/>
                <a:gd name="connsiteX13" fmla="*/ 4286 w 1115966"/>
                <a:gd name="connsiteY13" fmla="*/ 163121 h 214480"/>
                <a:gd name="connsiteX0" fmla="*/ 4286 w 1115966"/>
                <a:gd name="connsiteY0" fmla="*/ 163121 h 210587"/>
                <a:gd name="connsiteX1" fmla="*/ 192146 w 1115966"/>
                <a:gd name="connsiteY1" fmla="*/ 93180 h 210587"/>
                <a:gd name="connsiteX2" fmla="*/ 446144 w 1115966"/>
                <a:gd name="connsiteY2" fmla="*/ 16980 h 210587"/>
                <a:gd name="connsiteX3" fmla="*/ 556222 w 1115966"/>
                <a:gd name="connsiteY3" fmla="*/ 59731 h 210587"/>
                <a:gd name="connsiteX4" fmla="*/ 649345 w 1115966"/>
                <a:gd name="connsiteY4" fmla="*/ 47 h 210587"/>
                <a:gd name="connsiteX5" fmla="*/ 920278 w 1115966"/>
                <a:gd name="connsiteY5" fmla="*/ 50847 h 210587"/>
                <a:gd name="connsiteX6" fmla="*/ 1115859 w 1115966"/>
                <a:gd name="connsiteY6" fmla="*/ 110510 h 210587"/>
                <a:gd name="connsiteX7" fmla="*/ 894878 w 1115966"/>
                <a:gd name="connsiteY7" fmla="*/ 152447 h 210587"/>
                <a:gd name="connsiteX8" fmla="*/ 777791 w 1115966"/>
                <a:gd name="connsiteY8" fmla="*/ 163385 h 210587"/>
                <a:gd name="connsiteX9" fmla="*/ 661925 w 1115966"/>
                <a:gd name="connsiteY9" fmla="*/ 183572 h 210587"/>
                <a:gd name="connsiteX10" fmla="*/ 573114 w 1115966"/>
                <a:gd name="connsiteY10" fmla="*/ 210460 h 210587"/>
                <a:gd name="connsiteX11" fmla="*/ 502731 w 1115966"/>
                <a:gd name="connsiteY11" fmla="*/ 187142 h 210587"/>
                <a:gd name="connsiteX12" fmla="*/ 378412 w 1115966"/>
                <a:gd name="connsiteY12" fmla="*/ 177846 h 210587"/>
                <a:gd name="connsiteX13" fmla="*/ 4286 w 1115966"/>
                <a:gd name="connsiteY13" fmla="*/ 163121 h 210587"/>
                <a:gd name="connsiteX0" fmla="*/ 4286 w 1115966"/>
                <a:gd name="connsiteY0" fmla="*/ 163121 h 210587"/>
                <a:gd name="connsiteX1" fmla="*/ 192146 w 1115966"/>
                <a:gd name="connsiteY1" fmla="*/ 93180 h 210587"/>
                <a:gd name="connsiteX2" fmla="*/ 446144 w 1115966"/>
                <a:gd name="connsiteY2" fmla="*/ 16980 h 210587"/>
                <a:gd name="connsiteX3" fmla="*/ 556222 w 1115966"/>
                <a:gd name="connsiteY3" fmla="*/ 59731 h 210587"/>
                <a:gd name="connsiteX4" fmla="*/ 649345 w 1115966"/>
                <a:gd name="connsiteY4" fmla="*/ 47 h 210587"/>
                <a:gd name="connsiteX5" fmla="*/ 920278 w 1115966"/>
                <a:gd name="connsiteY5" fmla="*/ 50847 h 210587"/>
                <a:gd name="connsiteX6" fmla="*/ 1115859 w 1115966"/>
                <a:gd name="connsiteY6" fmla="*/ 110510 h 210587"/>
                <a:gd name="connsiteX7" fmla="*/ 894878 w 1115966"/>
                <a:gd name="connsiteY7" fmla="*/ 152447 h 210587"/>
                <a:gd name="connsiteX8" fmla="*/ 777791 w 1115966"/>
                <a:gd name="connsiteY8" fmla="*/ 163385 h 210587"/>
                <a:gd name="connsiteX9" fmla="*/ 642793 w 1115966"/>
                <a:gd name="connsiteY9" fmla="*/ 182399 h 210587"/>
                <a:gd name="connsiteX10" fmla="*/ 573114 w 1115966"/>
                <a:gd name="connsiteY10" fmla="*/ 210460 h 210587"/>
                <a:gd name="connsiteX11" fmla="*/ 502731 w 1115966"/>
                <a:gd name="connsiteY11" fmla="*/ 187142 h 210587"/>
                <a:gd name="connsiteX12" fmla="*/ 378412 w 1115966"/>
                <a:gd name="connsiteY12" fmla="*/ 177846 h 210587"/>
                <a:gd name="connsiteX13" fmla="*/ 4286 w 1115966"/>
                <a:gd name="connsiteY13" fmla="*/ 163121 h 210587"/>
                <a:gd name="connsiteX0" fmla="*/ 3585 w 1115265"/>
                <a:gd name="connsiteY0" fmla="*/ 163121 h 210587"/>
                <a:gd name="connsiteX1" fmla="*/ 191445 w 1115265"/>
                <a:gd name="connsiteY1" fmla="*/ 93180 h 210587"/>
                <a:gd name="connsiteX2" fmla="*/ 445443 w 1115265"/>
                <a:gd name="connsiteY2" fmla="*/ 16980 h 210587"/>
                <a:gd name="connsiteX3" fmla="*/ 555521 w 1115265"/>
                <a:gd name="connsiteY3" fmla="*/ 59731 h 210587"/>
                <a:gd name="connsiteX4" fmla="*/ 648644 w 1115265"/>
                <a:gd name="connsiteY4" fmla="*/ 47 h 210587"/>
                <a:gd name="connsiteX5" fmla="*/ 919577 w 1115265"/>
                <a:gd name="connsiteY5" fmla="*/ 50847 h 210587"/>
                <a:gd name="connsiteX6" fmla="*/ 1115158 w 1115265"/>
                <a:gd name="connsiteY6" fmla="*/ 110510 h 210587"/>
                <a:gd name="connsiteX7" fmla="*/ 894177 w 1115265"/>
                <a:gd name="connsiteY7" fmla="*/ 152447 h 210587"/>
                <a:gd name="connsiteX8" fmla="*/ 777090 w 1115265"/>
                <a:gd name="connsiteY8" fmla="*/ 163385 h 210587"/>
                <a:gd name="connsiteX9" fmla="*/ 642092 w 1115265"/>
                <a:gd name="connsiteY9" fmla="*/ 182399 h 210587"/>
                <a:gd name="connsiteX10" fmla="*/ 572413 w 1115265"/>
                <a:gd name="connsiteY10" fmla="*/ 210460 h 210587"/>
                <a:gd name="connsiteX11" fmla="*/ 502030 w 1115265"/>
                <a:gd name="connsiteY11" fmla="*/ 187142 h 210587"/>
                <a:gd name="connsiteX12" fmla="*/ 358998 w 1115265"/>
                <a:gd name="connsiteY12" fmla="*/ 185129 h 210587"/>
                <a:gd name="connsiteX13" fmla="*/ 3585 w 1115265"/>
                <a:gd name="connsiteY13" fmla="*/ 163121 h 210587"/>
                <a:gd name="connsiteX0" fmla="*/ 3984 w 1095800"/>
                <a:gd name="connsiteY0" fmla="*/ 179092 h 210587"/>
                <a:gd name="connsiteX1" fmla="*/ 171980 w 1095800"/>
                <a:gd name="connsiteY1" fmla="*/ 93180 h 210587"/>
                <a:gd name="connsiteX2" fmla="*/ 425978 w 1095800"/>
                <a:gd name="connsiteY2" fmla="*/ 16980 h 210587"/>
                <a:gd name="connsiteX3" fmla="*/ 536056 w 1095800"/>
                <a:gd name="connsiteY3" fmla="*/ 59731 h 210587"/>
                <a:gd name="connsiteX4" fmla="*/ 629179 w 1095800"/>
                <a:gd name="connsiteY4" fmla="*/ 47 h 210587"/>
                <a:gd name="connsiteX5" fmla="*/ 900112 w 1095800"/>
                <a:gd name="connsiteY5" fmla="*/ 50847 h 210587"/>
                <a:gd name="connsiteX6" fmla="*/ 1095693 w 1095800"/>
                <a:gd name="connsiteY6" fmla="*/ 110510 h 210587"/>
                <a:gd name="connsiteX7" fmla="*/ 874712 w 1095800"/>
                <a:gd name="connsiteY7" fmla="*/ 152447 h 210587"/>
                <a:gd name="connsiteX8" fmla="*/ 757625 w 1095800"/>
                <a:gd name="connsiteY8" fmla="*/ 163385 h 210587"/>
                <a:gd name="connsiteX9" fmla="*/ 622627 w 1095800"/>
                <a:gd name="connsiteY9" fmla="*/ 182399 h 210587"/>
                <a:gd name="connsiteX10" fmla="*/ 552948 w 1095800"/>
                <a:gd name="connsiteY10" fmla="*/ 210460 h 210587"/>
                <a:gd name="connsiteX11" fmla="*/ 482565 w 1095800"/>
                <a:gd name="connsiteY11" fmla="*/ 187142 h 210587"/>
                <a:gd name="connsiteX12" fmla="*/ 339533 w 1095800"/>
                <a:gd name="connsiteY12" fmla="*/ 185129 h 210587"/>
                <a:gd name="connsiteX13" fmla="*/ 3984 w 1095800"/>
                <a:gd name="connsiteY13" fmla="*/ 179092 h 210587"/>
                <a:gd name="connsiteX0" fmla="*/ 4085 w 1095901"/>
                <a:gd name="connsiteY0" fmla="*/ 179092 h 210587"/>
                <a:gd name="connsiteX1" fmla="*/ 172081 w 1095901"/>
                <a:gd name="connsiteY1" fmla="*/ 93180 h 210587"/>
                <a:gd name="connsiteX2" fmla="*/ 449229 w 1095901"/>
                <a:gd name="connsiteY2" fmla="*/ 13716 h 210587"/>
                <a:gd name="connsiteX3" fmla="*/ 536157 w 1095901"/>
                <a:gd name="connsiteY3" fmla="*/ 59731 h 210587"/>
                <a:gd name="connsiteX4" fmla="*/ 629280 w 1095901"/>
                <a:gd name="connsiteY4" fmla="*/ 47 h 210587"/>
                <a:gd name="connsiteX5" fmla="*/ 900213 w 1095901"/>
                <a:gd name="connsiteY5" fmla="*/ 50847 h 210587"/>
                <a:gd name="connsiteX6" fmla="*/ 1095794 w 1095901"/>
                <a:gd name="connsiteY6" fmla="*/ 110510 h 210587"/>
                <a:gd name="connsiteX7" fmla="*/ 874813 w 1095901"/>
                <a:gd name="connsiteY7" fmla="*/ 152447 h 210587"/>
                <a:gd name="connsiteX8" fmla="*/ 757726 w 1095901"/>
                <a:gd name="connsiteY8" fmla="*/ 163385 h 210587"/>
                <a:gd name="connsiteX9" fmla="*/ 622728 w 1095901"/>
                <a:gd name="connsiteY9" fmla="*/ 182399 h 210587"/>
                <a:gd name="connsiteX10" fmla="*/ 553049 w 1095901"/>
                <a:gd name="connsiteY10" fmla="*/ 210460 h 210587"/>
                <a:gd name="connsiteX11" fmla="*/ 482666 w 1095901"/>
                <a:gd name="connsiteY11" fmla="*/ 187142 h 210587"/>
                <a:gd name="connsiteX12" fmla="*/ 339634 w 1095901"/>
                <a:gd name="connsiteY12" fmla="*/ 185129 h 210587"/>
                <a:gd name="connsiteX13" fmla="*/ 4085 w 1095901"/>
                <a:gd name="connsiteY13" fmla="*/ 179092 h 210587"/>
                <a:gd name="connsiteX0" fmla="*/ 4085 w 1095904"/>
                <a:gd name="connsiteY0" fmla="*/ 173618 h 205113"/>
                <a:gd name="connsiteX1" fmla="*/ 172081 w 1095904"/>
                <a:gd name="connsiteY1" fmla="*/ 87706 h 205113"/>
                <a:gd name="connsiteX2" fmla="*/ 449229 w 1095904"/>
                <a:gd name="connsiteY2" fmla="*/ 8242 h 205113"/>
                <a:gd name="connsiteX3" fmla="*/ 536157 w 1095904"/>
                <a:gd name="connsiteY3" fmla="*/ 54257 h 205113"/>
                <a:gd name="connsiteX4" fmla="*/ 604120 w 1095904"/>
                <a:gd name="connsiteY4" fmla="*/ 55 h 205113"/>
                <a:gd name="connsiteX5" fmla="*/ 900213 w 1095904"/>
                <a:gd name="connsiteY5" fmla="*/ 45373 h 205113"/>
                <a:gd name="connsiteX6" fmla="*/ 1095794 w 1095904"/>
                <a:gd name="connsiteY6" fmla="*/ 105036 h 205113"/>
                <a:gd name="connsiteX7" fmla="*/ 874813 w 1095904"/>
                <a:gd name="connsiteY7" fmla="*/ 146973 h 205113"/>
                <a:gd name="connsiteX8" fmla="*/ 757726 w 1095904"/>
                <a:gd name="connsiteY8" fmla="*/ 157911 h 205113"/>
                <a:gd name="connsiteX9" fmla="*/ 622728 w 1095904"/>
                <a:gd name="connsiteY9" fmla="*/ 176925 h 205113"/>
                <a:gd name="connsiteX10" fmla="*/ 553049 w 1095904"/>
                <a:gd name="connsiteY10" fmla="*/ 204986 h 205113"/>
                <a:gd name="connsiteX11" fmla="*/ 482666 w 1095904"/>
                <a:gd name="connsiteY11" fmla="*/ 181668 h 205113"/>
                <a:gd name="connsiteX12" fmla="*/ 339634 w 1095904"/>
                <a:gd name="connsiteY12" fmla="*/ 179655 h 205113"/>
                <a:gd name="connsiteX13" fmla="*/ 4085 w 1095904"/>
                <a:gd name="connsiteY13" fmla="*/ 173618 h 205113"/>
                <a:gd name="connsiteX0" fmla="*/ 4085 w 1095886"/>
                <a:gd name="connsiteY0" fmla="*/ 174649 h 206144"/>
                <a:gd name="connsiteX1" fmla="*/ 172081 w 1095886"/>
                <a:gd name="connsiteY1" fmla="*/ 88737 h 206144"/>
                <a:gd name="connsiteX2" fmla="*/ 449229 w 1095886"/>
                <a:gd name="connsiteY2" fmla="*/ 9273 h 206144"/>
                <a:gd name="connsiteX3" fmla="*/ 536157 w 1095886"/>
                <a:gd name="connsiteY3" fmla="*/ 55288 h 206144"/>
                <a:gd name="connsiteX4" fmla="*/ 604120 w 1095886"/>
                <a:gd name="connsiteY4" fmla="*/ 1086 h 206144"/>
                <a:gd name="connsiteX5" fmla="*/ 750180 w 1095886"/>
                <a:gd name="connsiteY5" fmla="*/ 21124 h 206144"/>
                <a:gd name="connsiteX6" fmla="*/ 900213 w 1095886"/>
                <a:gd name="connsiteY6" fmla="*/ 46404 h 206144"/>
                <a:gd name="connsiteX7" fmla="*/ 1095794 w 1095886"/>
                <a:gd name="connsiteY7" fmla="*/ 106067 h 206144"/>
                <a:gd name="connsiteX8" fmla="*/ 874813 w 1095886"/>
                <a:gd name="connsiteY8" fmla="*/ 148004 h 206144"/>
                <a:gd name="connsiteX9" fmla="*/ 757726 w 1095886"/>
                <a:gd name="connsiteY9" fmla="*/ 158942 h 206144"/>
                <a:gd name="connsiteX10" fmla="*/ 622728 w 1095886"/>
                <a:gd name="connsiteY10" fmla="*/ 177956 h 206144"/>
                <a:gd name="connsiteX11" fmla="*/ 553049 w 1095886"/>
                <a:gd name="connsiteY11" fmla="*/ 206017 h 206144"/>
                <a:gd name="connsiteX12" fmla="*/ 482666 w 1095886"/>
                <a:gd name="connsiteY12" fmla="*/ 182699 h 206144"/>
                <a:gd name="connsiteX13" fmla="*/ 339634 w 1095886"/>
                <a:gd name="connsiteY13" fmla="*/ 180686 h 206144"/>
                <a:gd name="connsiteX14" fmla="*/ 4085 w 1095886"/>
                <a:gd name="connsiteY14" fmla="*/ 174649 h 206144"/>
                <a:gd name="connsiteX0" fmla="*/ 4085 w 1097480"/>
                <a:gd name="connsiteY0" fmla="*/ 174649 h 206144"/>
                <a:gd name="connsiteX1" fmla="*/ 172081 w 1097480"/>
                <a:gd name="connsiteY1" fmla="*/ 88737 h 206144"/>
                <a:gd name="connsiteX2" fmla="*/ 449229 w 1097480"/>
                <a:gd name="connsiteY2" fmla="*/ 9273 h 206144"/>
                <a:gd name="connsiteX3" fmla="*/ 536157 w 1097480"/>
                <a:gd name="connsiteY3" fmla="*/ 55288 h 206144"/>
                <a:gd name="connsiteX4" fmla="*/ 604120 w 1097480"/>
                <a:gd name="connsiteY4" fmla="*/ 1086 h 206144"/>
                <a:gd name="connsiteX5" fmla="*/ 750180 w 1097480"/>
                <a:gd name="connsiteY5" fmla="*/ 21124 h 206144"/>
                <a:gd name="connsiteX6" fmla="*/ 900213 w 1097480"/>
                <a:gd name="connsiteY6" fmla="*/ 46404 h 206144"/>
                <a:gd name="connsiteX7" fmla="*/ 972763 w 1097480"/>
                <a:gd name="connsiteY7" fmla="*/ 65219 h 206144"/>
                <a:gd name="connsiteX8" fmla="*/ 1095794 w 1097480"/>
                <a:gd name="connsiteY8" fmla="*/ 106067 h 206144"/>
                <a:gd name="connsiteX9" fmla="*/ 874813 w 1097480"/>
                <a:gd name="connsiteY9" fmla="*/ 148004 h 206144"/>
                <a:gd name="connsiteX10" fmla="*/ 757726 w 1097480"/>
                <a:gd name="connsiteY10" fmla="*/ 158942 h 206144"/>
                <a:gd name="connsiteX11" fmla="*/ 622728 w 1097480"/>
                <a:gd name="connsiteY11" fmla="*/ 177956 h 206144"/>
                <a:gd name="connsiteX12" fmla="*/ 553049 w 1097480"/>
                <a:gd name="connsiteY12" fmla="*/ 206017 h 206144"/>
                <a:gd name="connsiteX13" fmla="*/ 482666 w 1097480"/>
                <a:gd name="connsiteY13" fmla="*/ 182699 h 206144"/>
                <a:gd name="connsiteX14" fmla="*/ 339634 w 1097480"/>
                <a:gd name="connsiteY14" fmla="*/ 180686 h 206144"/>
                <a:gd name="connsiteX15" fmla="*/ 4085 w 1097480"/>
                <a:gd name="connsiteY15" fmla="*/ 174649 h 206144"/>
                <a:gd name="connsiteX0" fmla="*/ 4085 w 1097480"/>
                <a:gd name="connsiteY0" fmla="*/ 174649 h 206144"/>
                <a:gd name="connsiteX1" fmla="*/ 172081 w 1097480"/>
                <a:gd name="connsiteY1" fmla="*/ 88737 h 206144"/>
                <a:gd name="connsiteX2" fmla="*/ 449229 w 1097480"/>
                <a:gd name="connsiteY2" fmla="*/ 9273 h 206144"/>
                <a:gd name="connsiteX3" fmla="*/ 536157 w 1097480"/>
                <a:gd name="connsiteY3" fmla="*/ 55288 h 206144"/>
                <a:gd name="connsiteX4" fmla="*/ 604120 w 1097480"/>
                <a:gd name="connsiteY4" fmla="*/ 1086 h 206144"/>
                <a:gd name="connsiteX5" fmla="*/ 750180 w 1097480"/>
                <a:gd name="connsiteY5" fmla="*/ 21124 h 206144"/>
                <a:gd name="connsiteX6" fmla="*/ 894289 w 1097480"/>
                <a:gd name="connsiteY6" fmla="*/ 55175 h 206144"/>
                <a:gd name="connsiteX7" fmla="*/ 972763 w 1097480"/>
                <a:gd name="connsiteY7" fmla="*/ 65219 h 206144"/>
                <a:gd name="connsiteX8" fmla="*/ 1095794 w 1097480"/>
                <a:gd name="connsiteY8" fmla="*/ 106067 h 206144"/>
                <a:gd name="connsiteX9" fmla="*/ 874813 w 1097480"/>
                <a:gd name="connsiteY9" fmla="*/ 148004 h 206144"/>
                <a:gd name="connsiteX10" fmla="*/ 757726 w 1097480"/>
                <a:gd name="connsiteY10" fmla="*/ 158942 h 206144"/>
                <a:gd name="connsiteX11" fmla="*/ 622728 w 1097480"/>
                <a:gd name="connsiteY11" fmla="*/ 177956 h 206144"/>
                <a:gd name="connsiteX12" fmla="*/ 553049 w 1097480"/>
                <a:gd name="connsiteY12" fmla="*/ 206017 h 206144"/>
                <a:gd name="connsiteX13" fmla="*/ 482666 w 1097480"/>
                <a:gd name="connsiteY13" fmla="*/ 182699 h 206144"/>
                <a:gd name="connsiteX14" fmla="*/ 339634 w 1097480"/>
                <a:gd name="connsiteY14" fmla="*/ 180686 h 206144"/>
                <a:gd name="connsiteX15" fmla="*/ 4085 w 1097480"/>
                <a:gd name="connsiteY15" fmla="*/ 174649 h 206144"/>
                <a:gd name="connsiteX0" fmla="*/ 4085 w 1098026"/>
                <a:gd name="connsiteY0" fmla="*/ 174649 h 206144"/>
                <a:gd name="connsiteX1" fmla="*/ 172081 w 1098026"/>
                <a:gd name="connsiteY1" fmla="*/ 88737 h 206144"/>
                <a:gd name="connsiteX2" fmla="*/ 449229 w 1098026"/>
                <a:gd name="connsiteY2" fmla="*/ 9273 h 206144"/>
                <a:gd name="connsiteX3" fmla="*/ 536157 w 1098026"/>
                <a:gd name="connsiteY3" fmla="*/ 55288 h 206144"/>
                <a:gd name="connsiteX4" fmla="*/ 604120 w 1098026"/>
                <a:gd name="connsiteY4" fmla="*/ 1086 h 206144"/>
                <a:gd name="connsiteX5" fmla="*/ 750180 w 1098026"/>
                <a:gd name="connsiteY5" fmla="*/ 21124 h 206144"/>
                <a:gd name="connsiteX6" fmla="*/ 894289 w 1098026"/>
                <a:gd name="connsiteY6" fmla="*/ 55175 h 206144"/>
                <a:gd name="connsiteX7" fmla="*/ 983752 w 1098026"/>
                <a:gd name="connsiteY7" fmla="*/ 73153 h 206144"/>
                <a:gd name="connsiteX8" fmla="*/ 1095794 w 1098026"/>
                <a:gd name="connsiteY8" fmla="*/ 106067 h 206144"/>
                <a:gd name="connsiteX9" fmla="*/ 874813 w 1098026"/>
                <a:gd name="connsiteY9" fmla="*/ 148004 h 206144"/>
                <a:gd name="connsiteX10" fmla="*/ 757726 w 1098026"/>
                <a:gd name="connsiteY10" fmla="*/ 158942 h 206144"/>
                <a:gd name="connsiteX11" fmla="*/ 622728 w 1098026"/>
                <a:gd name="connsiteY11" fmla="*/ 177956 h 206144"/>
                <a:gd name="connsiteX12" fmla="*/ 553049 w 1098026"/>
                <a:gd name="connsiteY12" fmla="*/ 206017 h 206144"/>
                <a:gd name="connsiteX13" fmla="*/ 482666 w 1098026"/>
                <a:gd name="connsiteY13" fmla="*/ 182699 h 206144"/>
                <a:gd name="connsiteX14" fmla="*/ 339634 w 1098026"/>
                <a:gd name="connsiteY14" fmla="*/ 180686 h 206144"/>
                <a:gd name="connsiteX15" fmla="*/ 4085 w 1098026"/>
                <a:gd name="connsiteY15" fmla="*/ 174649 h 206144"/>
                <a:gd name="connsiteX0" fmla="*/ 4085 w 1098294"/>
                <a:gd name="connsiteY0" fmla="*/ 174649 h 206144"/>
                <a:gd name="connsiteX1" fmla="*/ 172081 w 1098294"/>
                <a:gd name="connsiteY1" fmla="*/ 88737 h 206144"/>
                <a:gd name="connsiteX2" fmla="*/ 449229 w 1098294"/>
                <a:gd name="connsiteY2" fmla="*/ 9273 h 206144"/>
                <a:gd name="connsiteX3" fmla="*/ 536157 w 1098294"/>
                <a:gd name="connsiteY3" fmla="*/ 55288 h 206144"/>
                <a:gd name="connsiteX4" fmla="*/ 604120 w 1098294"/>
                <a:gd name="connsiteY4" fmla="*/ 1086 h 206144"/>
                <a:gd name="connsiteX5" fmla="*/ 750180 w 1098294"/>
                <a:gd name="connsiteY5" fmla="*/ 21124 h 206144"/>
                <a:gd name="connsiteX6" fmla="*/ 894289 w 1098294"/>
                <a:gd name="connsiteY6" fmla="*/ 55175 h 206144"/>
                <a:gd name="connsiteX7" fmla="*/ 988399 w 1098294"/>
                <a:gd name="connsiteY7" fmla="*/ 81399 h 206144"/>
                <a:gd name="connsiteX8" fmla="*/ 1095794 w 1098294"/>
                <a:gd name="connsiteY8" fmla="*/ 106067 h 206144"/>
                <a:gd name="connsiteX9" fmla="*/ 874813 w 1098294"/>
                <a:gd name="connsiteY9" fmla="*/ 148004 h 206144"/>
                <a:gd name="connsiteX10" fmla="*/ 757726 w 1098294"/>
                <a:gd name="connsiteY10" fmla="*/ 158942 h 206144"/>
                <a:gd name="connsiteX11" fmla="*/ 622728 w 1098294"/>
                <a:gd name="connsiteY11" fmla="*/ 177956 h 206144"/>
                <a:gd name="connsiteX12" fmla="*/ 553049 w 1098294"/>
                <a:gd name="connsiteY12" fmla="*/ 206017 h 206144"/>
                <a:gd name="connsiteX13" fmla="*/ 482666 w 1098294"/>
                <a:gd name="connsiteY13" fmla="*/ 182699 h 206144"/>
                <a:gd name="connsiteX14" fmla="*/ 339634 w 1098294"/>
                <a:gd name="connsiteY14" fmla="*/ 180686 h 206144"/>
                <a:gd name="connsiteX15" fmla="*/ 4085 w 1098294"/>
                <a:gd name="connsiteY15" fmla="*/ 174649 h 206144"/>
                <a:gd name="connsiteX0" fmla="*/ 4085 w 1098294"/>
                <a:gd name="connsiteY0" fmla="*/ 174649 h 206144"/>
                <a:gd name="connsiteX1" fmla="*/ 172081 w 1098294"/>
                <a:gd name="connsiteY1" fmla="*/ 88737 h 206144"/>
                <a:gd name="connsiteX2" fmla="*/ 449229 w 1098294"/>
                <a:gd name="connsiteY2" fmla="*/ 9273 h 206144"/>
                <a:gd name="connsiteX3" fmla="*/ 536157 w 1098294"/>
                <a:gd name="connsiteY3" fmla="*/ 55288 h 206144"/>
                <a:gd name="connsiteX4" fmla="*/ 604120 w 1098294"/>
                <a:gd name="connsiteY4" fmla="*/ 1086 h 206144"/>
                <a:gd name="connsiteX5" fmla="*/ 750180 w 1098294"/>
                <a:gd name="connsiteY5" fmla="*/ 21124 h 206144"/>
                <a:gd name="connsiteX6" fmla="*/ 887947 w 1098294"/>
                <a:gd name="connsiteY6" fmla="*/ 55488 h 206144"/>
                <a:gd name="connsiteX7" fmla="*/ 988399 w 1098294"/>
                <a:gd name="connsiteY7" fmla="*/ 81399 h 206144"/>
                <a:gd name="connsiteX8" fmla="*/ 1095794 w 1098294"/>
                <a:gd name="connsiteY8" fmla="*/ 106067 h 206144"/>
                <a:gd name="connsiteX9" fmla="*/ 874813 w 1098294"/>
                <a:gd name="connsiteY9" fmla="*/ 148004 h 206144"/>
                <a:gd name="connsiteX10" fmla="*/ 757726 w 1098294"/>
                <a:gd name="connsiteY10" fmla="*/ 158942 h 206144"/>
                <a:gd name="connsiteX11" fmla="*/ 622728 w 1098294"/>
                <a:gd name="connsiteY11" fmla="*/ 177956 h 206144"/>
                <a:gd name="connsiteX12" fmla="*/ 553049 w 1098294"/>
                <a:gd name="connsiteY12" fmla="*/ 206017 h 206144"/>
                <a:gd name="connsiteX13" fmla="*/ 482666 w 1098294"/>
                <a:gd name="connsiteY13" fmla="*/ 182699 h 206144"/>
                <a:gd name="connsiteX14" fmla="*/ 339634 w 1098294"/>
                <a:gd name="connsiteY14" fmla="*/ 180686 h 206144"/>
                <a:gd name="connsiteX15" fmla="*/ 4085 w 1098294"/>
                <a:gd name="connsiteY15" fmla="*/ 174649 h 206144"/>
                <a:gd name="connsiteX0" fmla="*/ 4085 w 1098294"/>
                <a:gd name="connsiteY0" fmla="*/ 174649 h 206144"/>
                <a:gd name="connsiteX1" fmla="*/ 172081 w 1098294"/>
                <a:gd name="connsiteY1" fmla="*/ 88737 h 206144"/>
                <a:gd name="connsiteX2" fmla="*/ 449229 w 1098294"/>
                <a:gd name="connsiteY2" fmla="*/ 9273 h 206144"/>
                <a:gd name="connsiteX3" fmla="*/ 536157 w 1098294"/>
                <a:gd name="connsiteY3" fmla="*/ 55288 h 206144"/>
                <a:gd name="connsiteX4" fmla="*/ 604120 w 1098294"/>
                <a:gd name="connsiteY4" fmla="*/ 1086 h 206144"/>
                <a:gd name="connsiteX5" fmla="*/ 750180 w 1098294"/>
                <a:gd name="connsiteY5" fmla="*/ 21124 h 206144"/>
                <a:gd name="connsiteX6" fmla="*/ 887947 w 1098294"/>
                <a:gd name="connsiteY6" fmla="*/ 55488 h 206144"/>
                <a:gd name="connsiteX7" fmla="*/ 988399 w 1098294"/>
                <a:gd name="connsiteY7" fmla="*/ 81399 h 206144"/>
                <a:gd name="connsiteX8" fmla="*/ 1095794 w 1098294"/>
                <a:gd name="connsiteY8" fmla="*/ 106067 h 206144"/>
                <a:gd name="connsiteX9" fmla="*/ 874813 w 1098294"/>
                <a:gd name="connsiteY9" fmla="*/ 148004 h 206144"/>
                <a:gd name="connsiteX10" fmla="*/ 757726 w 1098294"/>
                <a:gd name="connsiteY10" fmla="*/ 158942 h 206144"/>
                <a:gd name="connsiteX11" fmla="*/ 622728 w 1098294"/>
                <a:gd name="connsiteY11" fmla="*/ 177956 h 206144"/>
                <a:gd name="connsiteX12" fmla="*/ 553049 w 1098294"/>
                <a:gd name="connsiteY12" fmla="*/ 206017 h 206144"/>
                <a:gd name="connsiteX13" fmla="*/ 482666 w 1098294"/>
                <a:gd name="connsiteY13" fmla="*/ 182699 h 206144"/>
                <a:gd name="connsiteX14" fmla="*/ 339634 w 1098294"/>
                <a:gd name="connsiteY14" fmla="*/ 180686 h 206144"/>
                <a:gd name="connsiteX15" fmla="*/ 4085 w 1098294"/>
                <a:gd name="connsiteY15" fmla="*/ 174649 h 206144"/>
                <a:gd name="connsiteX0" fmla="*/ 4085 w 1098294"/>
                <a:gd name="connsiteY0" fmla="*/ 174649 h 206144"/>
                <a:gd name="connsiteX1" fmla="*/ 172081 w 1098294"/>
                <a:gd name="connsiteY1" fmla="*/ 88737 h 206144"/>
                <a:gd name="connsiteX2" fmla="*/ 449229 w 1098294"/>
                <a:gd name="connsiteY2" fmla="*/ 9273 h 206144"/>
                <a:gd name="connsiteX3" fmla="*/ 536157 w 1098294"/>
                <a:gd name="connsiteY3" fmla="*/ 55288 h 206144"/>
                <a:gd name="connsiteX4" fmla="*/ 604120 w 1098294"/>
                <a:gd name="connsiteY4" fmla="*/ 1086 h 206144"/>
                <a:gd name="connsiteX5" fmla="*/ 750180 w 1098294"/>
                <a:gd name="connsiteY5" fmla="*/ 21124 h 206144"/>
                <a:gd name="connsiteX6" fmla="*/ 883928 w 1098294"/>
                <a:gd name="connsiteY6" fmla="*/ 59926 h 206144"/>
                <a:gd name="connsiteX7" fmla="*/ 988399 w 1098294"/>
                <a:gd name="connsiteY7" fmla="*/ 81399 h 206144"/>
                <a:gd name="connsiteX8" fmla="*/ 1095794 w 1098294"/>
                <a:gd name="connsiteY8" fmla="*/ 106067 h 206144"/>
                <a:gd name="connsiteX9" fmla="*/ 874813 w 1098294"/>
                <a:gd name="connsiteY9" fmla="*/ 148004 h 206144"/>
                <a:gd name="connsiteX10" fmla="*/ 757726 w 1098294"/>
                <a:gd name="connsiteY10" fmla="*/ 158942 h 206144"/>
                <a:gd name="connsiteX11" fmla="*/ 622728 w 1098294"/>
                <a:gd name="connsiteY11" fmla="*/ 177956 h 206144"/>
                <a:gd name="connsiteX12" fmla="*/ 553049 w 1098294"/>
                <a:gd name="connsiteY12" fmla="*/ 206017 h 206144"/>
                <a:gd name="connsiteX13" fmla="*/ 482666 w 1098294"/>
                <a:gd name="connsiteY13" fmla="*/ 182699 h 206144"/>
                <a:gd name="connsiteX14" fmla="*/ 339634 w 1098294"/>
                <a:gd name="connsiteY14" fmla="*/ 180686 h 206144"/>
                <a:gd name="connsiteX15" fmla="*/ 4085 w 1098294"/>
                <a:gd name="connsiteY15" fmla="*/ 174649 h 206144"/>
                <a:gd name="connsiteX0" fmla="*/ 4085 w 1098294"/>
                <a:gd name="connsiteY0" fmla="*/ 174034 h 205529"/>
                <a:gd name="connsiteX1" fmla="*/ 172081 w 1098294"/>
                <a:gd name="connsiteY1" fmla="*/ 88122 h 205529"/>
                <a:gd name="connsiteX2" fmla="*/ 449229 w 1098294"/>
                <a:gd name="connsiteY2" fmla="*/ 8658 h 205529"/>
                <a:gd name="connsiteX3" fmla="*/ 536157 w 1098294"/>
                <a:gd name="connsiteY3" fmla="*/ 54673 h 205529"/>
                <a:gd name="connsiteX4" fmla="*/ 604120 w 1098294"/>
                <a:gd name="connsiteY4" fmla="*/ 471 h 205529"/>
                <a:gd name="connsiteX5" fmla="*/ 744258 w 1098294"/>
                <a:gd name="connsiteY5" fmla="*/ 29279 h 205529"/>
                <a:gd name="connsiteX6" fmla="*/ 883928 w 1098294"/>
                <a:gd name="connsiteY6" fmla="*/ 59311 h 205529"/>
                <a:gd name="connsiteX7" fmla="*/ 988399 w 1098294"/>
                <a:gd name="connsiteY7" fmla="*/ 80784 h 205529"/>
                <a:gd name="connsiteX8" fmla="*/ 1095794 w 1098294"/>
                <a:gd name="connsiteY8" fmla="*/ 105452 h 205529"/>
                <a:gd name="connsiteX9" fmla="*/ 874813 w 1098294"/>
                <a:gd name="connsiteY9" fmla="*/ 147389 h 205529"/>
                <a:gd name="connsiteX10" fmla="*/ 757726 w 1098294"/>
                <a:gd name="connsiteY10" fmla="*/ 158327 h 205529"/>
                <a:gd name="connsiteX11" fmla="*/ 622728 w 1098294"/>
                <a:gd name="connsiteY11" fmla="*/ 177341 h 205529"/>
                <a:gd name="connsiteX12" fmla="*/ 553049 w 1098294"/>
                <a:gd name="connsiteY12" fmla="*/ 205402 h 205529"/>
                <a:gd name="connsiteX13" fmla="*/ 482666 w 1098294"/>
                <a:gd name="connsiteY13" fmla="*/ 182084 h 205529"/>
                <a:gd name="connsiteX14" fmla="*/ 339634 w 1098294"/>
                <a:gd name="connsiteY14" fmla="*/ 180071 h 205529"/>
                <a:gd name="connsiteX15" fmla="*/ 4085 w 1098294"/>
                <a:gd name="connsiteY15" fmla="*/ 174034 h 205529"/>
                <a:gd name="connsiteX0" fmla="*/ 4085 w 1098294"/>
                <a:gd name="connsiteY0" fmla="*/ 174146 h 205641"/>
                <a:gd name="connsiteX1" fmla="*/ 172081 w 1098294"/>
                <a:gd name="connsiteY1" fmla="*/ 88234 h 205641"/>
                <a:gd name="connsiteX2" fmla="*/ 449229 w 1098294"/>
                <a:gd name="connsiteY2" fmla="*/ 8770 h 205641"/>
                <a:gd name="connsiteX3" fmla="*/ 536157 w 1098294"/>
                <a:gd name="connsiteY3" fmla="*/ 54785 h 205641"/>
                <a:gd name="connsiteX4" fmla="*/ 604120 w 1098294"/>
                <a:gd name="connsiteY4" fmla="*/ 583 h 205641"/>
                <a:gd name="connsiteX5" fmla="*/ 744153 w 1098294"/>
                <a:gd name="connsiteY5" fmla="*/ 27276 h 205641"/>
                <a:gd name="connsiteX6" fmla="*/ 883928 w 1098294"/>
                <a:gd name="connsiteY6" fmla="*/ 59423 h 205641"/>
                <a:gd name="connsiteX7" fmla="*/ 988399 w 1098294"/>
                <a:gd name="connsiteY7" fmla="*/ 80896 h 205641"/>
                <a:gd name="connsiteX8" fmla="*/ 1095794 w 1098294"/>
                <a:gd name="connsiteY8" fmla="*/ 105564 h 205641"/>
                <a:gd name="connsiteX9" fmla="*/ 874813 w 1098294"/>
                <a:gd name="connsiteY9" fmla="*/ 147501 h 205641"/>
                <a:gd name="connsiteX10" fmla="*/ 757726 w 1098294"/>
                <a:gd name="connsiteY10" fmla="*/ 158439 h 205641"/>
                <a:gd name="connsiteX11" fmla="*/ 622728 w 1098294"/>
                <a:gd name="connsiteY11" fmla="*/ 177453 h 205641"/>
                <a:gd name="connsiteX12" fmla="*/ 553049 w 1098294"/>
                <a:gd name="connsiteY12" fmla="*/ 205514 h 205641"/>
                <a:gd name="connsiteX13" fmla="*/ 482666 w 1098294"/>
                <a:gd name="connsiteY13" fmla="*/ 182196 h 205641"/>
                <a:gd name="connsiteX14" fmla="*/ 339634 w 1098294"/>
                <a:gd name="connsiteY14" fmla="*/ 180183 h 205641"/>
                <a:gd name="connsiteX15" fmla="*/ 4085 w 1098294"/>
                <a:gd name="connsiteY15" fmla="*/ 174146 h 205641"/>
                <a:gd name="connsiteX0" fmla="*/ 3585 w 1097794"/>
                <a:gd name="connsiteY0" fmla="*/ 174146 h 205641"/>
                <a:gd name="connsiteX1" fmla="*/ 171581 w 1097794"/>
                <a:gd name="connsiteY1" fmla="*/ 88234 h 205641"/>
                <a:gd name="connsiteX2" fmla="*/ 322635 w 1097794"/>
                <a:gd name="connsiteY2" fmla="*/ 41735 h 205641"/>
                <a:gd name="connsiteX3" fmla="*/ 448729 w 1097794"/>
                <a:gd name="connsiteY3" fmla="*/ 8770 h 205641"/>
                <a:gd name="connsiteX4" fmla="*/ 535657 w 1097794"/>
                <a:gd name="connsiteY4" fmla="*/ 54785 h 205641"/>
                <a:gd name="connsiteX5" fmla="*/ 603620 w 1097794"/>
                <a:gd name="connsiteY5" fmla="*/ 583 h 205641"/>
                <a:gd name="connsiteX6" fmla="*/ 743653 w 1097794"/>
                <a:gd name="connsiteY6" fmla="*/ 27276 h 205641"/>
                <a:gd name="connsiteX7" fmla="*/ 883428 w 1097794"/>
                <a:gd name="connsiteY7" fmla="*/ 59423 h 205641"/>
                <a:gd name="connsiteX8" fmla="*/ 987899 w 1097794"/>
                <a:gd name="connsiteY8" fmla="*/ 80896 h 205641"/>
                <a:gd name="connsiteX9" fmla="*/ 1095294 w 1097794"/>
                <a:gd name="connsiteY9" fmla="*/ 105564 h 205641"/>
                <a:gd name="connsiteX10" fmla="*/ 874313 w 1097794"/>
                <a:gd name="connsiteY10" fmla="*/ 147501 h 205641"/>
                <a:gd name="connsiteX11" fmla="*/ 757226 w 1097794"/>
                <a:gd name="connsiteY11" fmla="*/ 158439 h 205641"/>
                <a:gd name="connsiteX12" fmla="*/ 622228 w 1097794"/>
                <a:gd name="connsiteY12" fmla="*/ 177453 h 205641"/>
                <a:gd name="connsiteX13" fmla="*/ 552549 w 1097794"/>
                <a:gd name="connsiteY13" fmla="*/ 205514 h 205641"/>
                <a:gd name="connsiteX14" fmla="*/ 482166 w 1097794"/>
                <a:gd name="connsiteY14" fmla="*/ 182196 h 205641"/>
                <a:gd name="connsiteX15" fmla="*/ 339134 w 1097794"/>
                <a:gd name="connsiteY15" fmla="*/ 180183 h 205641"/>
                <a:gd name="connsiteX16" fmla="*/ 3585 w 1097794"/>
                <a:gd name="connsiteY16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78022 w 1104235"/>
                <a:gd name="connsiteY2" fmla="*/ 88234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86792 w 1104235"/>
                <a:gd name="connsiteY2" fmla="*/ 94158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86792 w 1104235"/>
                <a:gd name="connsiteY2" fmla="*/ 94158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86792 w 1104235"/>
                <a:gd name="connsiteY2" fmla="*/ 94158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86792 w 1104235"/>
                <a:gd name="connsiteY2" fmla="*/ 94158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86792 w 1104235"/>
                <a:gd name="connsiteY2" fmla="*/ 94158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214171 w 1104235"/>
                <a:gd name="connsiteY2" fmla="*/ 90684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214171 w 1104235"/>
                <a:gd name="connsiteY2" fmla="*/ 90684 h 205641"/>
                <a:gd name="connsiteX3" fmla="*/ 337532 w 1104235"/>
                <a:gd name="connsiteY3" fmla="*/ 41317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214171 w 1104235"/>
                <a:gd name="connsiteY2" fmla="*/ 90684 h 205641"/>
                <a:gd name="connsiteX3" fmla="*/ 337532 w 1104235"/>
                <a:gd name="connsiteY3" fmla="*/ 41317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214171 w 1104235"/>
                <a:gd name="connsiteY2" fmla="*/ 90684 h 205641"/>
                <a:gd name="connsiteX3" fmla="*/ 350216 w 1104235"/>
                <a:gd name="connsiteY3" fmla="*/ 40690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980 w 1096189"/>
                <a:gd name="connsiteY0" fmla="*/ 174146 h 205641"/>
                <a:gd name="connsiteX1" fmla="*/ 87910 w 1096189"/>
                <a:gd name="connsiteY1" fmla="*/ 127434 h 205641"/>
                <a:gd name="connsiteX2" fmla="*/ 206125 w 1096189"/>
                <a:gd name="connsiteY2" fmla="*/ 90684 h 205641"/>
                <a:gd name="connsiteX3" fmla="*/ 342170 w 1096189"/>
                <a:gd name="connsiteY3" fmla="*/ 40690 h 205641"/>
                <a:gd name="connsiteX4" fmla="*/ 447124 w 1096189"/>
                <a:gd name="connsiteY4" fmla="*/ 8770 h 205641"/>
                <a:gd name="connsiteX5" fmla="*/ 534052 w 1096189"/>
                <a:gd name="connsiteY5" fmla="*/ 54785 h 205641"/>
                <a:gd name="connsiteX6" fmla="*/ 602015 w 1096189"/>
                <a:gd name="connsiteY6" fmla="*/ 583 h 205641"/>
                <a:gd name="connsiteX7" fmla="*/ 742048 w 1096189"/>
                <a:gd name="connsiteY7" fmla="*/ 27276 h 205641"/>
                <a:gd name="connsiteX8" fmla="*/ 881823 w 1096189"/>
                <a:gd name="connsiteY8" fmla="*/ 59423 h 205641"/>
                <a:gd name="connsiteX9" fmla="*/ 986294 w 1096189"/>
                <a:gd name="connsiteY9" fmla="*/ 80896 h 205641"/>
                <a:gd name="connsiteX10" fmla="*/ 1093689 w 1096189"/>
                <a:gd name="connsiteY10" fmla="*/ 105564 h 205641"/>
                <a:gd name="connsiteX11" fmla="*/ 872708 w 1096189"/>
                <a:gd name="connsiteY11" fmla="*/ 147501 h 205641"/>
                <a:gd name="connsiteX12" fmla="*/ 755621 w 1096189"/>
                <a:gd name="connsiteY12" fmla="*/ 158439 h 205641"/>
                <a:gd name="connsiteX13" fmla="*/ 620623 w 1096189"/>
                <a:gd name="connsiteY13" fmla="*/ 177453 h 205641"/>
                <a:gd name="connsiteX14" fmla="*/ 550944 w 1096189"/>
                <a:gd name="connsiteY14" fmla="*/ 205514 h 205641"/>
                <a:gd name="connsiteX15" fmla="*/ 480561 w 1096189"/>
                <a:gd name="connsiteY15" fmla="*/ 182196 h 205641"/>
                <a:gd name="connsiteX16" fmla="*/ 337529 w 1096189"/>
                <a:gd name="connsiteY16" fmla="*/ 180183 h 205641"/>
                <a:gd name="connsiteX17" fmla="*/ 177097 w 1096189"/>
                <a:gd name="connsiteY17" fmla="*/ 173887 h 205641"/>
                <a:gd name="connsiteX18" fmla="*/ 1980 w 1096189"/>
                <a:gd name="connsiteY18" fmla="*/ 174146 h 205641"/>
                <a:gd name="connsiteX0" fmla="*/ 1913 w 1096122"/>
                <a:gd name="connsiteY0" fmla="*/ 174146 h 205641"/>
                <a:gd name="connsiteX1" fmla="*/ 87843 w 1096122"/>
                <a:gd name="connsiteY1" fmla="*/ 127434 h 205641"/>
                <a:gd name="connsiteX2" fmla="*/ 206058 w 1096122"/>
                <a:gd name="connsiteY2" fmla="*/ 90684 h 205641"/>
                <a:gd name="connsiteX3" fmla="*/ 342103 w 1096122"/>
                <a:gd name="connsiteY3" fmla="*/ 40690 h 205641"/>
                <a:gd name="connsiteX4" fmla="*/ 447057 w 1096122"/>
                <a:gd name="connsiteY4" fmla="*/ 8770 h 205641"/>
                <a:gd name="connsiteX5" fmla="*/ 533985 w 1096122"/>
                <a:gd name="connsiteY5" fmla="*/ 54785 h 205641"/>
                <a:gd name="connsiteX6" fmla="*/ 601948 w 1096122"/>
                <a:gd name="connsiteY6" fmla="*/ 583 h 205641"/>
                <a:gd name="connsiteX7" fmla="*/ 741981 w 1096122"/>
                <a:gd name="connsiteY7" fmla="*/ 27276 h 205641"/>
                <a:gd name="connsiteX8" fmla="*/ 881756 w 1096122"/>
                <a:gd name="connsiteY8" fmla="*/ 59423 h 205641"/>
                <a:gd name="connsiteX9" fmla="*/ 986227 w 1096122"/>
                <a:gd name="connsiteY9" fmla="*/ 80896 h 205641"/>
                <a:gd name="connsiteX10" fmla="*/ 1093622 w 1096122"/>
                <a:gd name="connsiteY10" fmla="*/ 105564 h 205641"/>
                <a:gd name="connsiteX11" fmla="*/ 872641 w 1096122"/>
                <a:gd name="connsiteY11" fmla="*/ 147501 h 205641"/>
                <a:gd name="connsiteX12" fmla="*/ 755554 w 1096122"/>
                <a:gd name="connsiteY12" fmla="*/ 158439 h 205641"/>
                <a:gd name="connsiteX13" fmla="*/ 620556 w 1096122"/>
                <a:gd name="connsiteY13" fmla="*/ 177453 h 205641"/>
                <a:gd name="connsiteX14" fmla="*/ 550877 w 1096122"/>
                <a:gd name="connsiteY14" fmla="*/ 205514 h 205641"/>
                <a:gd name="connsiteX15" fmla="*/ 480494 w 1096122"/>
                <a:gd name="connsiteY15" fmla="*/ 182196 h 205641"/>
                <a:gd name="connsiteX16" fmla="*/ 337462 w 1096122"/>
                <a:gd name="connsiteY16" fmla="*/ 180183 h 205641"/>
                <a:gd name="connsiteX17" fmla="*/ 175229 w 1096122"/>
                <a:gd name="connsiteY17" fmla="*/ 180334 h 205641"/>
                <a:gd name="connsiteX18" fmla="*/ 1913 w 1096122"/>
                <a:gd name="connsiteY18" fmla="*/ 174146 h 205641"/>
                <a:gd name="connsiteX0" fmla="*/ 1001 w 1095210"/>
                <a:gd name="connsiteY0" fmla="*/ 174146 h 205641"/>
                <a:gd name="connsiteX1" fmla="*/ 106167 w 1095210"/>
                <a:gd name="connsiteY1" fmla="*/ 130721 h 205641"/>
                <a:gd name="connsiteX2" fmla="*/ 205146 w 1095210"/>
                <a:gd name="connsiteY2" fmla="*/ 90684 h 205641"/>
                <a:gd name="connsiteX3" fmla="*/ 341191 w 1095210"/>
                <a:gd name="connsiteY3" fmla="*/ 40690 h 205641"/>
                <a:gd name="connsiteX4" fmla="*/ 446145 w 1095210"/>
                <a:gd name="connsiteY4" fmla="*/ 8770 h 205641"/>
                <a:gd name="connsiteX5" fmla="*/ 533073 w 1095210"/>
                <a:gd name="connsiteY5" fmla="*/ 54785 h 205641"/>
                <a:gd name="connsiteX6" fmla="*/ 601036 w 1095210"/>
                <a:gd name="connsiteY6" fmla="*/ 583 h 205641"/>
                <a:gd name="connsiteX7" fmla="*/ 741069 w 1095210"/>
                <a:gd name="connsiteY7" fmla="*/ 27276 h 205641"/>
                <a:gd name="connsiteX8" fmla="*/ 880844 w 1095210"/>
                <a:gd name="connsiteY8" fmla="*/ 59423 h 205641"/>
                <a:gd name="connsiteX9" fmla="*/ 985315 w 1095210"/>
                <a:gd name="connsiteY9" fmla="*/ 80896 h 205641"/>
                <a:gd name="connsiteX10" fmla="*/ 1092710 w 1095210"/>
                <a:gd name="connsiteY10" fmla="*/ 105564 h 205641"/>
                <a:gd name="connsiteX11" fmla="*/ 871729 w 1095210"/>
                <a:gd name="connsiteY11" fmla="*/ 147501 h 205641"/>
                <a:gd name="connsiteX12" fmla="*/ 754642 w 1095210"/>
                <a:gd name="connsiteY12" fmla="*/ 158439 h 205641"/>
                <a:gd name="connsiteX13" fmla="*/ 619644 w 1095210"/>
                <a:gd name="connsiteY13" fmla="*/ 177453 h 205641"/>
                <a:gd name="connsiteX14" fmla="*/ 549965 w 1095210"/>
                <a:gd name="connsiteY14" fmla="*/ 205514 h 205641"/>
                <a:gd name="connsiteX15" fmla="*/ 479582 w 1095210"/>
                <a:gd name="connsiteY15" fmla="*/ 182196 h 205641"/>
                <a:gd name="connsiteX16" fmla="*/ 336550 w 1095210"/>
                <a:gd name="connsiteY16" fmla="*/ 180183 h 205641"/>
                <a:gd name="connsiteX17" fmla="*/ 174317 w 1095210"/>
                <a:gd name="connsiteY17" fmla="*/ 180334 h 205641"/>
                <a:gd name="connsiteX18" fmla="*/ 1001 w 1095210"/>
                <a:gd name="connsiteY18" fmla="*/ 174146 h 205641"/>
                <a:gd name="connsiteX0" fmla="*/ 1001 w 1095210"/>
                <a:gd name="connsiteY0" fmla="*/ 174146 h 205641"/>
                <a:gd name="connsiteX1" fmla="*/ 106167 w 1095210"/>
                <a:gd name="connsiteY1" fmla="*/ 130721 h 205641"/>
                <a:gd name="connsiteX2" fmla="*/ 217830 w 1095210"/>
                <a:gd name="connsiteY2" fmla="*/ 90056 h 205641"/>
                <a:gd name="connsiteX3" fmla="*/ 341191 w 1095210"/>
                <a:gd name="connsiteY3" fmla="*/ 40690 h 205641"/>
                <a:gd name="connsiteX4" fmla="*/ 446145 w 1095210"/>
                <a:gd name="connsiteY4" fmla="*/ 8770 h 205641"/>
                <a:gd name="connsiteX5" fmla="*/ 533073 w 1095210"/>
                <a:gd name="connsiteY5" fmla="*/ 54785 h 205641"/>
                <a:gd name="connsiteX6" fmla="*/ 601036 w 1095210"/>
                <a:gd name="connsiteY6" fmla="*/ 583 h 205641"/>
                <a:gd name="connsiteX7" fmla="*/ 741069 w 1095210"/>
                <a:gd name="connsiteY7" fmla="*/ 27276 h 205641"/>
                <a:gd name="connsiteX8" fmla="*/ 880844 w 1095210"/>
                <a:gd name="connsiteY8" fmla="*/ 59423 h 205641"/>
                <a:gd name="connsiteX9" fmla="*/ 985315 w 1095210"/>
                <a:gd name="connsiteY9" fmla="*/ 80896 h 205641"/>
                <a:gd name="connsiteX10" fmla="*/ 1092710 w 1095210"/>
                <a:gd name="connsiteY10" fmla="*/ 105564 h 205641"/>
                <a:gd name="connsiteX11" fmla="*/ 871729 w 1095210"/>
                <a:gd name="connsiteY11" fmla="*/ 147501 h 205641"/>
                <a:gd name="connsiteX12" fmla="*/ 754642 w 1095210"/>
                <a:gd name="connsiteY12" fmla="*/ 158439 h 205641"/>
                <a:gd name="connsiteX13" fmla="*/ 619644 w 1095210"/>
                <a:gd name="connsiteY13" fmla="*/ 177453 h 205641"/>
                <a:gd name="connsiteX14" fmla="*/ 549965 w 1095210"/>
                <a:gd name="connsiteY14" fmla="*/ 205514 h 205641"/>
                <a:gd name="connsiteX15" fmla="*/ 479582 w 1095210"/>
                <a:gd name="connsiteY15" fmla="*/ 182196 h 205641"/>
                <a:gd name="connsiteX16" fmla="*/ 336550 w 1095210"/>
                <a:gd name="connsiteY16" fmla="*/ 180183 h 205641"/>
                <a:gd name="connsiteX17" fmla="*/ 174317 w 1095210"/>
                <a:gd name="connsiteY17" fmla="*/ 180334 h 205641"/>
                <a:gd name="connsiteX18" fmla="*/ 1001 w 1095210"/>
                <a:gd name="connsiteY18" fmla="*/ 174146 h 205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95210" h="205641">
                  <a:moveTo>
                    <a:pt x="1001" y="174146"/>
                  </a:moveTo>
                  <a:cubicBezTo>
                    <a:pt x="-10357" y="165877"/>
                    <a:pt x="78168" y="145040"/>
                    <a:pt x="106167" y="130721"/>
                  </a:cubicBezTo>
                  <a:cubicBezTo>
                    <a:pt x="134166" y="116402"/>
                    <a:pt x="178659" y="105061"/>
                    <a:pt x="217830" y="90056"/>
                  </a:cubicBezTo>
                  <a:cubicBezTo>
                    <a:pt x="257001" y="75051"/>
                    <a:pt x="301656" y="59963"/>
                    <a:pt x="341191" y="40690"/>
                  </a:cubicBezTo>
                  <a:cubicBezTo>
                    <a:pt x="387382" y="27446"/>
                    <a:pt x="414165" y="6421"/>
                    <a:pt x="446145" y="8770"/>
                  </a:cubicBezTo>
                  <a:cubicBezTo>
                    <a:pt x="478125" y="11119"/>
                    <a:pt x="507258" y="56149"/>
                    <a:pt x="533073" y="54785"/>
                  </a:cubicBezTo>
                  <a:cubicBezTo>
                    <a:pt x="558888" y="53421"/>
                    <a:pt x="566370" y="5168"/>
                    <a:pt x="601036" y="583"/>
                  </a:cubicBezTo>
                  <a:cubicBezTo>
                    <a:pt x="635702" y="-4002"/>
                    <a:pt x="691720" y="19723"/>
                    <a:pt x="741069" y="27276"/>
                  </a:cubicBezTo>
                  <a:cubicBezTo>
                    <a:pt x="790418" y="34829"/>
                    <a:pt x="840136" y="50486"/>
                    <a:pt x="880844" y="59423"/>
                  </a:cubicBezTo>
                  <a:cubicBezTo>
                    <a:pt x="921552" y="68360"/>
                    <a:pt x="952718" y="70952"/>
                    <a:pt x="985315" y="80896"/>
                  </a:cubicBezTo>
                  <a:cubicBezTo>
                    <a:pt x="1017912" y="90840"/>
                    <a:pt x="1111641" y="94463"/>
                    <a:pt x="1092710" y="105564"/>
                  </a:cubicBezTo>
                  <a:cubicBezTo>
                    <a:pt x="1073779" y="116665"/>
                    <a:pt x="928074" y="138689"/>
                    <a:pt x="871729" y="147501"/>
                  </a:cubicBezTo>
                  <a:cubicBezTo>
                    <a:pt x="815384" y="156313"/>
                    <a:pt x="796656" y="153447"/>
                    <a:pt x="754642" y="158439"/>
                  </a:cubicBezTo>
                  <a:cubicBezTo>
                    <a:pt x="712628" y="163431"/>
                    <a:pt x="653757" y="169607"/>
                    <a:pt x="619644" y="177453"/>
                  </a:cubicBezTo>
                  <a:cubicBezTo>
                    <a:pt x="585531" y="185299"/>
                    <a:pt x="580673" y="203653"/>
                    <a:pt x="549965" y="205514"/>
                  </a:cubicBezTo>
                  <a:cubicBezTo>
                    <a:pt x="519257" y="207375"/>
                    <a:pt x="513124" y="188284"/>
                    <a:pt x="479582" y="182196"/>
                  </a:cubicBezTo>
                  <a:cubicBezTo>
                    <a:pt x="446040" y="176108"/>
                    <a:pt x="387427" y="180493"/>
                    <a:pt x="336550" y="180183"/>
                  </a:cubicBezTo>
                  <a:cubicBezTo>
                    <a:pt x="285673" y="179873"/>
                    <a:pt x="228464" y="181693"/>
                    <a:pt x="174317" y="180334"/>
                  </a:cubicBezTo>
                  <a:cubicBezTo>
                    <a:pt x="115945" y="180420"/>
                    <a:pt x="12359" y="182415"/>
                    <a:pt x="1001" y="174146"/>
                  </a:cubicBezTo>
                  <a:close/>
                </a:path>
              </a:pathLst>
            </a:custGeom>
            <a:gradFill>
              <a:gsLst>
                <a:gs pos="89000">
                  <a:srgbClr val="F7C6BF"/>
                </a:gs>
                <a:gs pos="52000">
                  <a:srgbClr val="F7A8A5"/>
                </a:gs>
                <a:gs pos="33000">
                  <a:srgbClr val="F6A4A4"/>
                </a:gs>
              </a:gsLst>
              <a:lin ang="16200000" scaled="1"/>
            </a:gradFill>
            <a:ln>
              <a:solidFill>
                <a:srgbClr val="FF65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7" name="TextBox 136">
            <a:extLst>
              <a:ext uri="{FF2B5EF4-FFF2-40B4-BE49-F238E27FC236}">
                <a16:creationId xmlns:a16="http://schemas.microsoft.com/office/drawing/2014/main" id="{C291BA9E-48B4-463C-A49D-F3100447C5BD}"/>
              </a:ext>
            </a:extLst>
          </p:cNvPr>
          <p:cNvSpPr txBox="1"/>
          <p:nvPr/>
        </p:nvSpPr>
        <p:spPr>
          <a:xfrm>
            <a:off x="1899067" y="5084891"/>
            <a:ext cx="1150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ambient air (21% FiO</a:t>
            </a:r>
            <a:r>
              <a:rPr lang="en-US" sz="1400" baseline="-25000" dirty="0">
                <a:solidFill>
                  <a:srgbClr val="FF0000"/>
                </a:solidFill>
              </a:rPr>
              <a:t>2</a:t>
            </a:r>
            <a:r>
              <a:rPr lang="en-US" sz="1400" dirty="0">
                <a:solidFill>
                  <a:srgbClr val="FF0000"/>
                </a:solidFill>
              </a:rPr>
              <a:t>) </a:t>
            </a:r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A6B9CF2E-3C5A-4CC8-9259-F9BEC476B457}"/>
              </a:ext>
            </a:extLst>
          </p:cNvPr>
          <p:cNvSpPr/>
          <p:nvPr/>
        </p:nvSpPr>
        <p:spPr>
          <a:xfrm rot="576092">
            <a:off x="3470251" y="3714694"/>
            <a:ext cx="287068" cy="464150"/>
          </a:xfrm>
          <a:custGeom>
            <a:avLst/>
            <a:gdLst>
              <a:gd name="connsiteX0" fmla="*/ 238624 w 315502"/>
              <a:gd name="connsiteY0" fmla="*/ 34813 h 366709"/>
              <a:gd name="connsiteX1" fmla="*/ 111624 w 315502"/>
              <a:gd name="connsiteY1" fmla="*/ 9413 h 366709"/>
              <a:gd name="connsiteX2" fmla="*/ 1557 w 315502"/>
              <a:gd name="connsiteY2" fmla="*/ 144880 h 366709"/>
              <a:gd name="connsiteX3" fmla="*/ 52357 w 315502"/>
              <a:gd name="connsiteY3" fmla="*/ 348080 h 366709"/>
              <a:gd name="connsiteX4" fmla="*/ 128557 w 315502"/>
              <a:gd name="connsiteY4" fmla="*/ 356547 h 366709"/>
              <a:gd name="connsiteX5" fmla="*/ 187824 w 315502"/>
              <a:gd name="connsiteY5" fmla="*/ 339613 h 366709"/>
              <a:gd name="connsiteX6" fmla="*/ 314824 w 315502"/>
              <a:gd name="connsiteY6" fmla="*/ 322680 h 366709"/>
              <a:gd name="connsiteX7" fmla="*/ 238624 w 315502"/>
              <a:gd name="connsiteY7" fmla="*/ 221080 h 366709"/>
              <a:gd name="connsiteX8" fmla="*/ 238624 w 315502"/>
              <a:gd name="connsiteY8" fmla="*/ 34813 h 366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5502" h="366709">
                <a:moveTo>
                  <a:pt x="238624" y="34813"/>
                </a:moveTo>
                <a:cubicBezTo>
                  <a:pt x="217457" y="-465"/>
                  <a:pt x="151135" y="-8931"/>
                  <a:pt x="111624" y="9413"/>
                </a:cubicBezTo>
                <a:cubicBezTo>
                  <a:pt x="72113" y="27757"/>
                  <a:pt x="11435" y="88436"/>
                  <a:pt x="1557" y="144880"/>
                </a:cubicBezTo>
                <a:cubicBezTo>
                  <a:pt x="-8321" y="201324"/>
                  <a:pt x="31190" y="312802"/>
                  <a:pt x="52357" y="348080"/>
                </a:cubicBezTo>
                <a:cubicBezTo>
                  <a:pt x="73524" y="383358"/>
                  <a:pt x="105979" y="357958"/>
                  <a:pt x="128557" y="356547"/>
                </a:cubicBezTo>
                <a:cubicBezTo>
                  <a:pt x="151135" y="355136"/>
                  <a:pt x="156779" y="345258"/>
                  <a:pt x="187824" y="339613"/>
                </a:cubicBezTo>
                <a:cubicBezTo>
                  <a:pt x="218868" y="333969"/>
                  <a:pt x="306357" y="342435"/>
                  <a:pt x="314824" y="322680"/>
                </a:cubicBezTo>
                <a:cubicBezTo>
                  <a:pt x="323291" y="302925"/>
                  <a:pt x="249913" y="264824"/>
                  <a:pt x="238624" y="221080"/>
                </a:cubicBezTo>
                <a:cubicBezTo>
                  <a:pt x="227335" y="177336"/>
                  <a:pt x="259791" y="70091"/>
                  <a:pt x="238624" y="34813"/>
                </a:cubicBezTo>
                <a:close/>
              </a:path>
            </a:pathLst>
          </a:custGeom>
          <a:gradFill flip="none" rotWithShape="1">
            <a:gsLst>
              <a:gs pos="71000">
                <a:schemeClr val="accent2">
                  <a:lumMod val="20000"/>
                  <a:lumOff val="80000"/>
                </a:schemeClr>
              </a:gs>
              <a:gs pos="31000">
                <a:srgbClr val="F8CCAE"/>
              </a:gs>
              <a:gs pos="0">
                <a:srgbClr val="F6C3A0"/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35000">
                  <a:schemeClr val="accent2">
                    <a:lumMod val="20000"/>
                    <a:lumOff val="80000"/>
                  </a:schemeClr>
                </a:gs>
                <a:gs pos="65000">
                  <a:schemeClr val="accent2">
                    <a:lumMod val="60000"/>
                    <a:lumOff val="40000"/>
                  </a:schemeClr>
                </a:gs>
                <a:gs pos="83000">
                  <a:schemeClr val="accent2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9" name="Freeform: Shape 138">
            <a:extLst>
              <a:ext uri="{FF2B5EF4-FFF2-40B4-BE49-F238E27FC236}">
                <a16:creationId xmlns:a16="http://schemas.microsoft.com/office/drawing/2014/main" id="{197C8F62-22A6-4047-AB4A-07CD203F93D7}"/>
              </a:ext>
            </a:extLst>
          </p:cNvPr>
          <p:cNvSpPr/>
          <p:nvPr/>
        </p:nvSpPr>
        <p:spPr>
          <a:xfrm rot="21040209" flipH="1">
            <a:off x="3971483" y="3716861"/>
            <a:ext cx="317994" cy="464150"/>
          </a:xfrm>
          <a:custGeom>
            <a:avLst/>
            <a:gdLst>
              <a:gd name="connsiteX0" fmla="*/ 238624 w 315502"/>
              <a:gd name="connsiteY0" fmla="*/ 34813 h 366709"/>
              <a:gd name="connsiteX1" fmla="*/ 111624 w 315502"/>
              <a:gd name="connsiteY1" fmla="*/ 9413 h 366709"/>
              <a:gd name="connsiteX2" fmla="*/ 1557 w 315502"/>
              <a:gd name="connsiteY2" fmla="*/ 144880 h 366709"/>
              <a:gd name="connsiteX3" fmla="*/ 52357 w 315502"/>
              <a:gd name="connsiteY3" fmla="*/ 348080 h 366709"/>
              <a:gd name="connsiteX4" fmla="*/ 128557 w 315502"/>
              <a:gd name="connsiteY4" fmla="*/ 356547 h 366709"/>
              <a:gd name="connsiteX5" fmla="*/ 187824 w 315502"/>
              <a:gd name="connsiteY5" fmla="*/ 339613 h 366709"/>
              <a:gd name="connsiteX6" fmla="*/ 314824 w 315502"/>
              <a:gd name="connsiteY6" fmla="*/ 322680 h 366709"/>
              <a:gd name="connsiteX7" fmla="*/ 238624 w 315502"/>
              <a:gd name="connsiteY7" fmla="*/ 221080 h 366709"/>
              <a:gd name="connsiteX8" fmla="*/ 238624 w 315502"/>
              <a:gd name="connsiteY8" fmla="*/ 34813 h 366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5502" h="366709">
                <a:moveTo>
                  <a:pt x="238624" y="34813"/>
                </a:moveTo>
                <a:cubicBezTo>
                  <a:pt x="217457" y="-465"/>
                  <a:pt x="151135" y="-8931"/>
                  <a:pt x="111624" y="9413"/>
                </a:cubicBezTo>
                <a:cubicBezTo>
                  <a:pt x="72113" y="27757"/>
                  <a:pt x="11435" y="88436"/>
                  <a:pt x="1557" y="144880"/>
                </a:cubicBezTo>
                <a:cubicBezTo>
                  <a:pt x="-8321" y="201324"/>
                  <a:pt x="31190" y="312802"/>
                  <a:pt x="52357" y="348080"/>
                </a:cubicBezTo>
                <a:cubicBezTo>
                  <a:pt x="73524" y="383358"/>
                  <a:pt x="105979" y="357958"/>
                  <a:pt x="128557" y="356547"/>
                </a:cubicBezTo>
                <a:cubicBezTo>
                  <a:pt x="151135" y="355136"/>
                  <a:pt x="156779" y="345258"/>
                  <a:pt x="187824" y="339613"/>
                </a:cubicBezTo>
                <a:cubicBezTo>
                  <a:pt x="218868" y="333969"/>
                  <a:pt x="306357" y="342435"/>
                  <a:pt x="314824" y="322680"/>
                </a:cubicBezTo>
                <a:cubicBezTo>
                  <a:pt x="323291" y="302925"/>
                  <a:pt x="249913" y="264824"/>
                  <a:pt x="238624" y="221080"/>
                </a:cubicBezTo>
                <a:cubicBezTo>
                  <a:pt x="227335" y="177336"/>
                  <a:pt x="259791" y="70091"/>
                  <a:pt x="238624" y="34813"/>
                </a:cubicBezTo>
                <a:close/>
              </a:path>
            </a:pathLst>
          </a:custGeom>
          <a:gradFill flip="none" rotWithShape="1">
            <a:gsLst>
              <a:gs pos="71000">
                <a:schemeClr val="accent2">
                  <a:lumMod val="20000"/>
                  <a:lumOff val="80000"/>
                </a:schemeClr>
              </a:gs>
              <a:gs pos="31000">
                <a:srgbClr val="F8CCAE"/>
              </a:gs>
              <a:gs pos="0">
                <a:srgbClr val="F6C3A0"/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35000">
                  <a:schemeClr val="accent2">
                    <a:lumMod val="20000"/>
                    <a:lumOff val="80000"/>
                  </a:schemeClr>
                </a:gs>
                <a:gs pos="65000">
                  <a:schemeClr val="accent2">
                    <a:lumMod val="60000"/>
                    <a:lumOff val="40000"/>
                  </a:schemeClr>
                </a:gs>
                <a:gs pos="83000">
                  <a:schemeClr val="accent2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FAB7FF0B-4CCA-41D7-A779-2D27F7E60435}"/>
              </a:ext>
            </a:extLst>
          </p:cNvPr>
          <p:cNvSpPr/>
          <p:nvPr/>
        </p:nvSpPr>
        <p:spPr>
          <a:xfrm>
            <a:off x="3475864" y="2225523"/>
            <a:ext cx="846318" cy="2018200"/>
          </a:xfrm>
          <a:custGeom>
            <a:avLst/>
            <a:gdLst>
              <a:gd name="connsiteX0" fmla="*/ 11980 w 466167"/>
              <a:gd name="connsiteY0" fmla="*/ 27794 h 1475594"/>
              <a:gd name="connsiteX1" fmla="*/ 122046 w 466167"/>
              <a:gd name="connsiteY1" fmla="*/ 324128 h 1475594"/>
              <a:gd name="connsiteX2" fmla="*/ 138980 w 466167"/>
              <a:gd name="connsiteY2" fmla="*/ 603528 h 1475594"/>
              <a:gd name="connsiteX3" fmla="*/ 147446 w 466167"/>
              <a:gd name="connsiteY3" fmla="*/ 857528 h 1475594"/>
              <a:gd name="connsiteX4" fmla="*/ 71246 w 466167"/>
              <a:gd name="connsiteY4" fmla="*/ 1187728 h 1475594"/>
              <a:gd name="connsiteX5" fmla="*/ 62780 w 466167"/>
              <a:gd name="connsiteY5" fmla="*/ 1289328 h 1475594"/>
              <a:gd name="connsiteX6" fmla="*/ 189780 w 466167"/>
              <a:gd name="connsiteY6" fmla="*/ 1475594 h 1475594"/>
              <a:gd name="connsiteX7" fmla="*/ 367580 w 466167"/>
              <a:gd name="connsiteY7" fmla="*/ 1289328 h 1475594"/>
              <a:gd name="connsiteX8" fmla="*/ 325246 w 466167"/>
              <a:gd name="connsiteY8" fmla="*/ 1026861 h 1475594"/>
              <a:gd name="connsiteX9" fmla="*/ 308313 w 466167"/>
              <a:gd name="connsiteY9" fmla="*/ 713594 h 1475594"/>
              <a:gd name="connsiteX10" fmla="*/ 325246 w 466167"/>
              <a:gd name="connsiteY10" fmla="*/ 374928 h 1475594"/>
              <a:gd name="connsiteX11" fmla="*/ 401446 w 466167"/>
              <a:gd name="connsiteY11" fmla="*/ 61661 h 1475594"/>
              <a:gd name="connsiteX12" fmla="*/ 443780 w 466167"/>
              <a:gd name="connsiteY12" fmla="*/ 19328 h 1475594"/>
              <a:gd name="connsiteX13" fmla="*/ 11980 w 466167"/>
              <a:gd name="connsiteY13" fmla="*/ 27794 h 1475594"/>
              <a:gd name="connsiteX0" fmla="*/ 11980 w 466167"/>
              <a:gd name="connsiteY0" fmla="*/ 27794 h 1475594"/>
              <a:gd name="connsiteX1" fmla="*/ 122046 w 466167"/>
              <a:gd name="connsiteY1" fmla="*/ 324128 h 1475594"/>
              <a:gd name="connsiteX2" fmla="*/ 138980 w 466167"/>
              <a:gd name="connsiteY2" fmla="*/ 603528 h 1475594"/>
              <a:gd name="connsiteX3" fmla="*/ 147446 w 466167"/>
              <a:gd name="connsiteY3" fmla="*/ 857528 h 1475594"/>
              <a:gd name="connsiteX4" fmla="*/ 71246 w 466167"/>
              <a:gd name="connsiteY4" fmla="*/ 1136928 h 1475594"/>
              <a:gd name="connsiteX5" fmla="*/ 62780 w 466167"/>
              <a:gd name="connsiteY5" fmla="*/ 1289328 h 1475594"/>
              <a:gd name="connsiteX6" fmla="*/ 189780 w 466167"/>
              <a:gd name="connsiteY6" fmla="*/ 1475594 h 1475594"/>
              <a:gd name="connsiteX7" fmla="*/ 367580 w 466167"/>
              <a:gd name="connsiteY7" fmla="*/ 1289328 h 1475594"/>
              <a:gd name="connsiteX8" fmla="*/ 325246 w 466167"/>
              <a:gd name="connsiteY8" fmla="*/ 1026861 h 1475594"/>
              <a:gd name="connsiteX9" fmla="*/ 308313 w 466167"/>
              <a:gd name="connsiteY9" fmla="*/ 713594 h 1475594"/>
              <a:gd name="connsiteX10" fmla="*/ 325246 w 466167"/>
              <a:gd name="connsiteY10" fmla="*/ 374928 h 1475594"/>
              <a:gd name="connsiteX11" fmla="*/ 401446 w 466167"/>
              <a:gd name="connsiteY11" fmla="*/ 61661 h 1475594"/>
              <a:gd name="connsiteX12" fmla="*/ 443780 w 466167"/>
              <a:gd name="connsiteY12" fmla="*/ 19328 h 1475594"/>
              <a:gd name="connsiteX13" fmla="*/ 11980 w 466167"/>
              <a:gd name="connsiteY13" fmla="*/ 27794 h 1475594"/>
              <a:gd name="connsiteX0" fmla="*/ 11980 w 466167"/>
              <a:gd name="connsiteY0" fmla="*/ 27794 h 1475594"/>
              <a:gd name="connsiteX1" fmla="*/ 122046 w 466167"/>
              <a:gd name="connsiteY1" fmla="*/ 324128 h 1475594"/>
              <a:gd name="connsiteX2" fmla="*/ 138980 w 466167"/>
              <a:gd name="connsiteY2" fmla="*/ 603528 h 1475594"/>
              <a:gd name="connsiteX3" fmla="*/ 147446 w 466167"/>
              <a:gd name="connsiteY3" fmla="*/ 857528 h 1475594"/>
              <a:gd name="connsiteX4" fmla="*/ 96646 w 466167"/>
              <a:gd name="connsiteY4" fmla="*/ 1136928 h 1475594"/>
              <a:gd name="connsiteX5" fmla="*/ 62780 w 466167"/>
              <a:gd name="connsiteY5" fmla="*/ 1289328 h 1475594"/>
              <a:gd name="connsiteX6" fmla="*/ 189780 w 466167"/>
              <a:gd name="connsiteY6" fmla="*/ 1475594 h 1475594"/>
              <a:gd name="connsiteX7" fmla="*/ 367580 w 466167"/>
              <a:gd name="connsiteY7" fmla="*/ 1289328 h 1475594"/>
              <a:gd name="connsiteX8" fmla="*/ 325246 w 466167"/>
              <a:gd name="connsiteY8" fmla="*/ 1026861 h 1475594"/>
              <a:gd name="connsiteX9" fmla="*/ 308313 w 466167"/>
              <a:gd name="connsiteY9" fmla="*/ 713594 h 1475594"/>
              <a:gd name="connsiteX10" fmla="*/ 325246 w 466167"/>
              <a:gd name="connsiteY10" fmla="*/ 374928 h 1475594"/>
              <a:gd name="connsiteX11" fmla="*/ 401446 w 466167"/>
              <a:gd name="connsiteY11" fmla="*/ 61661 h 1475594"/>
              <a:gd name="connsiteX12" fmla="*/ 443780 w 466167"/>
              <a:gd name="connsiteY12" fmla="*/ 19328 h 1475594"/>
              <a:gd name="connsiteX13" fmla="*/ 11980 w 466167"/>
              <a:gd name="connsiteY13" fmla="*/ 27794 h 1475594"/>
              <a:gd name="connsiteX0" fmla="*/ 11980 w 466167"/>
              <a:gd name="connsiteY0" fmla="*/ 27794 h 1475594"/>
              <a:gd name="connsiteX1" fmla="*/ 122046 w 466167"/>
              <a:gd name="connsiteY1" fmla="*/ 324128 h 1475594"/>
              <a:gd name="connsiteX2" fmla="*/ 138980 w 466167"/>
              <a:gd name="connsiteY2" fmla="*/ 603528 h 1475594"/>
              <a:gd name="connsiteX3" fmla="*/ 147446 w 466167"/>
              <a:gd name="connsiteY3" fmla="*/ 857528 h 1475594"/>
              <a:gd name="connsiteX4" fmla="*/ 96646 w 466167"/>
              <a:gd name="connsiteY4" fmla="*/ 1136928 h 1475594"/>
              <a:gd name="connsiteX5" fmla="*/ 62780 w 466167"/>
              <a:gd name="connsiteY5" fmla="*/ 1289328 h 1475594"/>
              <a:gd name="connsiteX6" fmla="*/ 257513 w 466167"/>
              <a:gd name="connsiteY6" fmla="*/ 1475594 h 1475594"/>
              <a:gd name="connsiteX7" fmla="*/ 367580 w 466167"/>
              <a:gd name="connsiteY7" fmla="*/ 1289328 h 1475594"/>
              <a:gd name="connsiteX8" fmla="*/ 325246 w 466167"/>
              <a:gd name="connsiteY8" fmla="*/ 1026861 h 1475594"/>
              <a:gd name="connsiteX9" fmla="*/ 308313 w 466167"/>
              <a:gd name="connsiteY9" fmla="*/ 713594 h 1475594"/>
              <a:gd name="connsiteX10" fmla="*/ 325246 w 466167"/>
              <a:gd name="connsiteY10" fmla="*/ 374928 h 1475594"/>
              <a:gd name="connsiteX11" fmla="*/ 401446 w 466167"/>
              <a:gd name="connsiteY11" fmla="*/ 61661 h 1475594"/>
              <a:gd name="connsiteX12" fmla="*/ 443780 w 466167"/>
              <a:gd name="connsiteY12" fmla="*/ 19328 h 1475594"/>
              <a:gd name="connsiteX13" fmla="*/ 11980 w 466167"/>
              <a:gd name="connsiteY13" fmla="*/ 27794 h 1475594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474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289328 h 1492527"/>
              <a:gd name="connsiteX6" fmla="*/ 206713 w 466167"/>
              <a:gd name="connsiteY6" fmla="*/ 1492527 h 1492527"/>
              <a:gd name="connsiteX7" fmla="*/ 367580 w 466167"/>
              <a:gd name="connsiteY7" fmla="*/ 1289328 h 1492527"/>
              <a:gd name="connsiteX8" fmla="*/ 325246 w 466167"/>
              <a:gd name="connsiteY8" fmla="*/ 1026861 h 1492527"/>
              <a:gd name="connsiteX9" fmla="*/ 308313 w 466167"/>
              <a:gd name="connsiteY9" fmla="*/ 713594 h 1492527"/>
              <a:gd name="connsiteX10" fmla="*/ 325246 w 466167"/>
              <a:gd name="connsiteY10" fmla="*/ 374928 h 1492527"/>
              <a:gd name="connsiteX11" fmla="*/ 401446 w 466167"/>
              <a:gd name="connsiteY11" fmla="*/ 61661 h 1492527"/>
              <a:gd name="connsiteX12" fmla="*/ 443780 w 466167"/>
              <a:gd name="connsiteY12" fmla="*/ 19328 h 1492527"/>
              <a:gd name="connsiteX13" fmla="*/ 11980 w 466167"/>
              <a:gd name="connsiteY13" fmla="*/ 27794 h 1492527"/>
              <a:gd name="connsiteX0" fmla="*/ 11980 w 466167"/>
              <a:gd name="connsiteY0" fmla="*/ 27794 h 1493024"/>
              <a:gd name="connsiteX1" fmla="*/ 122046 w 466167"/>
              <a:gd name="connsiteY1" fmla="*/ 324128 h 1493024"/>
              <a:gd name="connsiteX2" fmla="*/ 138980 w 466167"/>
              <a:gd name="connsiteY2" fmla="*/ 603528 h 1493024"/>
              <a:gd name="connsiteX3" fmla="*/ 147446 w 466167"/>
              <a:gd name="connsiteY3" fmla="*/ 857528 h 1493024"/>
              <a:gd name="connsiteX4" fmla="*/ 96646 w 466167"/>
              <a:gd name="connsiteY4" fmla="*/ 1136928 h 1493024"/>
              <a:gd name="connsiteX5" fmla="*/ 62780 w 466167"/>
              <a:gd name="connsiteY5" fmla="*/ 1340128 h 1493024"/>
              <a:gd name="connsiteX6" fmla="*/ 206713 w 466167"/>
              <a:gd name="connsiteY6" fmla="*/ 1492527 h 1493024"/>
              <a:gd name="connsiteX7" fmla="*/ 367580 w 466167"/>
              <a:gd name="connsiteY7" fmla="*/ 1289328 h 1493024"/>
              <a:gd name="connsiteX8" fmla="*/ 325246 w 466167"/>
              <a:gd name="connsiteY8" fmla="*/ 1026861 h 1493024"/>
              <a:gd name="connsiteX9" fmla="*/ 308313 w 466167"/>
              <a:gd name="connsiteY9" fmla="*/ 713594 h 1493024"/>
              <a:gd name="connsiteX10" fmla="*/ 325246 w 466167"/>
              <a:gd name="connsiteY10" fmla="*/ 374928 h 1493024"/>
              <a:gd name="connsiteX11" fmla="*/ 401446 w 466167"/>
              <a:gd name="connsiteY11" fmla="*/ 61661 h 1493024"/>
              <a:gd name="connsiteX12" fmla="*/ 443780 w 466167"/>
              <a:gd name="connsiteY12" fmla="*/ 19328 h 1493024"/>
              <a:gd name="connsiteX13" fmla="*/ 11980 w 466167"/>
              <a:gd name="connsiteY13" fmla="*/ 27794 h 1493024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474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340128 h 1492527"/>
              <a:gd name="connsiteX6" fmla="*/ 206713 w 466167"/>
              <a:gd name="connsiteY6" fmla="*/ 1492527 h 1492527"/>
              <a:gd name="connsiteX7" fmla="*/ 367580 w 466167"/>
              <a:gd name="connsiteY7" fmla="*/ 1340128 h 1492527"/>
              <a:gd name="connsiteX8" fmla="*/ 325246 w 466167"/>
              <a:gd name="connsiteY8" fmla="*/ 1026861 h 1492527"/>
              <a:gd name="connsiteX9" fmla="*/ 308313 w 466167"/>
              <a:gd name="connsiteY9" fmla="*/ 713594 h 1492527"/>
              <a:gd name="connsiteX10" fmla="*/ 325246 w 466167"/>
              <a:gd name="connsiteY10" fmla="*/ 374928 h 1492527"/>
              <a:gd name="connsiteX11" fmla="*/ 401446 w 466167"/>
              <a:gd name="connsiteY11" fmla="*/ 61661 h 1492527"/>
              <a:gd name="connsiteX12" fmla="*/ 443780 w 466167"/>
              <a:gd name="connsiteY12" fmla="*/ 19328 h 1492527"/>
              <a:gd name="connsiteX13" fmla="*/ 11980 w 466167"/>
              <a:gd name="connsiteY13" fmla="*/ 27794 h 1492527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474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340128 h 1492527"/>
              <a:gd name="connsiteX6" fmla="*/ 206713 w 466167"/>
              <a:gd name="connsiteY6" fmla="*/ 1492527 h 1492527"/>
              <a:gd name="connsiteX7" fmla="*/ 367580 w 466167"/>
              <a:gd name="connsiteY7" fmla="*/ 1340128 h 1492527"/>
              <a:gd name="connsiteX8" fmla="*/ 333712 w 466167"/>
              <a:gd name="connsiteY8" fmla="*/ 1179261 h 1492527"/>
              <a:gd name="connsiteX9" fmla="*/ 308313 w 466167"/>
              <a:gd name="connsiteY9" fmla="*/ 713594 h 1492527"/>
              <a:gd name="connsiteX10" fmla="*/ 325246 w 466167"/>
              <a:gd name="connsiteY10" fmla="*/ 374928 h 1492527"/>
              <a:gd name="connsiteX11" fmla="*/ 401446 w 466167"/>
              <a:gd name="connsiteY11" fmla="*/ 61661 h 1492527"/>
              <a:gd name="connsiteX12" fmla="*/ 443780 w 466167"/>
              <a:gd name="connsiteY12" fmla="*/ 19328 h 1492527"/>
              <a:gd name="connsiteX13" fmla="*/ 11980 w 466167"/>
              <a:gd name="connsiteY13" fmla="*/ 27794 h 1492527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220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340128 h 1492527"/>
              <a:gd name="connsiteX6" fmla="*/ 206713 w 466167"/>
              <a:gd name="connsiteY6" fmla="*/ 1492527 h 1492527"/>
              <a:gd name="connsiteX7" fmla="*/ 367580 w 466167"/>
              <a:gd name="connsiteY7" fmla="*/ 1340128 h 1492527"/>
              <a:gd name="connsiteX8" fmla="*/ 333712 w 466167"/>
              <a:gd name="connsiteY8" fmla="*/ 1179261 h 1492527"/>
              <a:gd name="connsiteX9" fmla="*/ 308313 w 466167"/>
              <a:gd name="connsiteY9" fmla="*/ 713594 h 1492527"/>
              <a:gd name="connsiteX10" fmla="*/ 325246 w 466167"/>
              <a:gd name="connsiteY10" fmla="*/ 374928 h 1492527"/>
              <a:gd name="connsiteX11" fmla="*/ 401446 w 466167"/>
              <a:gd name="connsiteY11" fmla="*/ 61661 h 1492527"/>
              <a:gd name="connsiteX12" fmla="*/ 443780 w 466167"/>
              <a:gd name="connsiteY12" fmla="*/ 19328 h 1492527"/>
              <a:gd name="connsiteX13" fmla="*/ 11980 w 466167"/>
              <a:gd name="connsiteY13" fmla="*/ 27794 h 1492527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220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340128 h 1492527"/>
              <a:gd name="connsiteX6" fmla="*/ 206713 w 466167"/>
              <a:gd name="connsiteY6" fmla="*/ 1492527 h 1492527"/>
              <a:gd name="connsiteX7" fmla="*/ 367580 w 466167"/>
              <a:gd name="connsiteY7" fmla="*/ 1340128 h 1492527"/>
              <a:gd name="connsiteX8" fmla="*/ 333712 w 466167"/>
              <a:gd name="connsiteY8" fmla="*/ 1179261 h 1492527"/>
              <a:gd name="connsiteX9" fmla="*/ 291380 w 466167"/>
              <a:gd name="connsiteY9" fmla="*/ 849061 h 1492527"/>
              <a:gd name="connsiteX10" fmla="*/ 325246 w 466167"/>
              <a:gd name="connsiteY10" fmla="*/ 374928 h 1492527"/>
              <a:gd name="connsiteX11" fmla="*/ 401446 w 466167"/>
              <a:gd name="connsiteY11" fmla="*/ 61661 h 1492527"/>
              <a:gd name="connsiteX12" fmla="*/ 443780 w 466167"/>
              <a:gd name="connsiteY12" fmla="*/ 19328 h 1492527"/>
              <a:gd name="connsiteX13" fmla="*/ 11980 w 466167"/>
              <a:gd name="connsiteY13" fmla="*/ 27794 h 1492527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220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340128 h 1492527"/>
              <a:gd name="connsiteX6" fmla="*/ 206713 w 466167"/>
              <a:gd name="connsiteY6" fmla="*/ 1492527 h 1492527"/>
              <a:gd name="connsiteX7" fmla="*/ 367580 w 466167"/>
              <a:gd name="connsiteY7" fmla="*/ 1340128 h 1492527"/>
              <a:gd name="connsiteX8" fmla="*/ 333712 w 466167"/>
              <a:gd name="connsiteY8" fmla="*/ 1179261 h 1492527"/>
              <a:gd name="connsiteX9" fmla="*/ 291380 w 466167"/>
              <a:gd name="connsiteY9" fmla="*/ 849061 h 1492527"/>
              <a:gd name="connsiteX10" fmla="*/ 286643 w 466167"/>
              <a:gd name="connsiteY10" fmla="*/ 598164 h 1492527"/>
              <a:gd name="connsiteX11" fmla="*/ 325246 w 466167"/>
              <a:gd name="connsiteY11" fmla="*/ 374928 h 1492527"/>
              <a:gd name="connsiteX12" fmla="*/ 401446 w 466167"/>
              <a:gd name="connsiteY12" fmla="*/ 61661 h 1492527"/>
              <a:gd name="connsiteX13" fmla="*/ 443780 w 466167"/>
              <a:gd name="connsiteY13" fmla="*/ 19328 h 1492527"/>
              <a:gd name="connsiteX14" fmla="*/ 11980 w 466167"/>
              <a:gd name="connsiteY14" fmla="*/ 27794 h 1492527"/>
              <a:gd name="connsiteX0" fmla="*/ 13052 w 467239"/>
              <a:gd name="connsiteY0" fmla="*/ 31428 h 1496161"/>
              <a:gd name="connsiteX1" fmla="*/ 114652 w 467239"/>
              <a:gd name="connsiteY1" fmla="*/ 378562 h 1496161"/>
              <a:gd name="connsiteX2" fmla="*/ 140052 w 467239"/>
              <a:gd name="connsiteY2" fmla="*/ 607162 h 1496161"/>
              <a:gd name="connsiteX3" fmla="*/ 123118 w 467239"/>
              <a:gd name="connsiteY3" fmla="*/ 861162 h 1496161"/>
              <a:gd name="connsiteX4" fmla="*/ 97718 w 467239"/>
              <a:gd name="connsiteY4" fmla="*/ 1140562 h 1496161"/>
              <a:gd name="connsiteX5" fmla="*/ 63852 w 467239"/>
              <a:gd name="connsiteY5" fmla="*/ 1343762 h 1496161"/>
              <a:gd name="connsiteX6" fmla="*/ 207785 w 467239"/>
              <a:gd name="connsiteY6" fmla="*/ 1496161 h 1496161"/>
              <a:gd name="connsiteX7" fmla="*/ 368652 w 467239"/>
              <a:gd name="connsiteY7" fmla="*/ 1343762 h 1496161"/>
              <a:gd name="connsiteX8" fmla="*/ 334784 w 467239"/>
              <a:gd name="connsiteY8" fmla="*/ 1182895 h 1496161"/>
              <a:gd name="connsiteX9" fmla="*/ 292452 w 467239"/>
              <a:gd name="connsiteY9" fmla="*/ 852695 h 1496161"/>
              <a:gd name="connsiteX10" fmla="*/ 287715 w 467239"/>
              <a:gd name="connsiteY10" fmla="*/ 601798 h 1496161"/>
              <a:gd name="connsiteX11" fmla="*/ 326318 w 467239"/>
              <a:gd name="connsiteY11" fmla="*/ 378562 h 1496161"/>
              <a:gd name="connsiteX12" fmla="*/ 402518 w 467239"/>
              <a:gd name="connsiteY12" fmla="*/ 65295 h 1496161"/>
              <a:gd name="connsiteX13" fmla="*/ 444852 w 467239"/>
              <a:gd name="connsiteY13" fmla="*/ 22962 h 1496161"/>
              <a:gd name="connsiteX14" fmla="*/ 13052 w 467239"/>
              <a:gd name="connsiteY14" fmla="*/ 31428 h 1496161"/>
              <a:gd name="connsiteX0" fmla="*/ 3558 w 395530"/>
              <a:gd name="connsiteY0" fmla="*/ 28053 h 1492786"/>
              <a:gd name="connsiteX1" fmla="*/ 105158 w 395530"/>
              <a:gd name="connsiteY1" fmla="*/ 375187 h 1492786"/>
              <a:gd name="connsiteX2" fmla="*/ 130558 w 395530"/>
              <a:gd name="connsiteY2" fmla="*/ 603787 h 1492786"/>
              <a:gd name="connsiteX3" fmla="*/ 113624 w 395530"/>
              <a:gd name="connsiteY3" fmla="*/ 857787 h 1492786"/>
              <a:gd name="connsiteX4" fmla="*/ 88224 w 395530"/>
              <a:gd name="connsiteY4" fmla="*/ 1137187 h 1492786"/>
              <a:gd name="connsiteX5" fmla="*/ 54358 w 395530"/>
              <a:gd name="connsiteY5" fmla="*/ 1340387 h 1492786"/>
              <a:gd name="connsiteX6" fmla="*/ 198291 w 395530"/>
              <a:gd name="connsiteY6" fmla="*/ 1492786 h 1492786"/>
              <a:gd name="connsiteX7" fmla="*/ 359158 w 395530"/>
              <a:gd name="connsiteY7" fmla="*/ 1340387 h 1492786"/>
              <a:gd name="connsiteX8" fmla="*/ 325290 w 395530"/>
              <a:gd name="connsiteY8" fmla="*/ 1179520 h 1492786"/>
              <a:gd name="connsiteX9" fmla="*/ 282958 w 395530"/>
              <a:gd name="connsiteY9" fmla="*/ 849320 h 1492786"/>
              <a:gd name="connsiteX10" fmla="*/ 278221 w 395530"/>
              <a:gd name="connsiteY10" fmla="*/ 598423 h 1492786"/>
              <a:gd name="connsiteX11" fmla="*/ 316824 w 395530"/>
              <a:gd name="connsiteY11" fmla="*/ 375187 h 1492786"/>
              <a:gd name="connsiteX12" fmla="*/ 393024 w 395530"/>
              <a:gd name="connsiteY12" fmla="*/ 61920 h 1492786"/>
              <a:gd name="connsiteX13" fmla="*/ 249091 w 395530"/>
              <a:gd name="connsiteY13" fmla="*/ 28054 h 1492786"/>
              <a:gd name="connsiteX14" fmla="*/ 3558 w 395530"/>
              <a:gd name="connsiteY14" fmla="*/ 28053 h 1492786"/>
              <a:gd name="connsiteX0" fmla="*/ 3558 w 420592"/>
              <a:gd name="connsiteY0" fmla="*/ 33052 h 1497785"/>
              <a:gd name="connsiteX1" fmla="*/ 105158 w 420592"/>
              <a:gd name="connsiteY1" fmla="*/ 380186 h 1497785"/>
              <a:gd name="connsiteX2" fmla="*/ 130558 w 420592"/>
              <a:gd name="connsiteY2" fmla="*/ 608786 h 1497785"/>
              <a:gd name="connsiteX3" fmla="*/ 113624 w 420592"/>
              <a:gd name="connsiteY3" fmla="*/ 862786 h 1497785"/>
              <a:gd name="connsiteX4" fmla="*/ 88224 w 420592"/>
              <a:gd name="connsiteY4" fmla="*/ 1142186 h 1497785"/>
              <a:gd name="connsiteX5" fmla="*/ 54358 w 420592"/>
              <a:gd name="connsiteY5" fmla="*/ 1345386 h 1497785"/>
              <a:gd name="connsiteX6" fmla="*/ 198291 w 420592"/>
              <a:gd name="connsiteY6" fmla="*/ 1497785 h 1497785"/>
              <a:gd name="connsiteX7" fmla="*/ 359158 w 420592"/>
              <a:gd name="connsiteY7" fmla="*/ 1345386 h 1497785"/>
              <a:gd name="connsiteX8" fmla="*/ 325290 w 420592"/>
              <a:gd name="connsiteY8" fmla="*/ 1184519 h 1497785"/>
              <a:gd name="connsiteX9" fmla="*/ 282958 w 420592"/>
              <a:gd name="connsiteY9" fmla="*/ 854319 h 1497785"/>
              <a:gd name="connsiteX10" fmla="*/ 278221 w 420592"/>
              <a:gd name="connsiteY10" fmla="*/ 603422 h 1497785"/>
              <a:gd name="connsiteX11" fmla="*/ 316824 w 420592"/>
              <a:gd name="connsiteY11" fmla="*/ 380186 h 1497785"/>
              <a:gd name="connsiteX12" fmla="*/ 418424 w 420592"/>
              <a:gd name="connsiteY12" fmla="*/ 24586 h 1497785"/>
              <a:gd name="connsiteX13" fmla="*/ 249091 w 420592"/>
              <a:gd name="connsiteY13" fmla="*/ 33053 h 1497785"/>
              <a:gd name="connsiteX14" fmla="*/ 3558 w 420592"/>
              <a:gd name="connsiteY14" fmla="*/ 33052 h 1497785"/>
              <a:gd name="connsiteX0" fmla="*/ 2335 w 495783"/>
              <a:gd name="connsiteY0" fmla="*/ 17736 h 1533269"/>
              <a:gd name="connsiteX1" fmla="*/ 180135 w 495783"/>
              <a:gd name="connsiteY1" fmla="*/ 415670 h 1533269"/>
              <a:gd name="connsiteX2" fmla="*/ 205535 w 495783"/>
              <a:gd name="connsiteY2" fmla="*/ 644270 h 1533269"/>
              <a:gd name="connsiteX3" fmla="*/ 188601 w 495783"/>
              <a:gd name="connsiteY3" fmla="*/ 898270 h 1533269"/>
              <a:gd name="connsiteX4" fmla="*/ 163201 w 495783"/>
              <a:gd name="connsiteY4" fmla="*/ 1177670 h 1533269"/>
              <a:gd name="connsiteX5" fmla="*/ 129335 w 495783"/>
              <a:gd name="connsiteY5" fmla="*/ 1380870 h 1533269"/>
              <a:gd name="connsiteX6" fmla="*/ 273268 w 495783"/>
              <a:gd name="connsiteY6" fmla="*/ 1533269 h 1533269"/>
              <a:gd name="connsiteX7" fmla="*/ 434135 w 495783"/>
              <a:gd name="connsiteY7" fmla="*/ 1380870 h 1533269"/>
              <a:gd name="connsiteX8" fmla="*/ 400267 w 495783"/>
              <a:gd name="connsiteY8" fmla="*/ 1220003 h 1533269"/>
              <a:gd name="connsiteX9" fmla="*/ 357935 w 495783"/>
              <a:gd name="connsiteY9" fmla="*/ 889803 h 1533269"/>
              <a:gd name="connsiteX10" fmla="*/ 353198 w 495783"/>
              <a:gd name="connsiteY10" fmla="*/ 638906 h 1533269"/>
              <a:gd name="connsiteX11" fmla="*/ 391801 w 495783"/>
              <a:gd name="connsiteY11" fmla="*/ 415670 h 1533269"/>
              <a:gd name="connsiteX12" fmla="*/ 493401 w 495783"/>
              <a:gd name="connsiteY12" fmla="*/ 60070 h 1533269"/>
              <a:gd name="connsiteX13" fmla="*/ 324068 w 495783"/>
              <a:gd name="connsiteY13" fmla="*/ 68537 h 1533269"/>
              <a:gd name="connsiteX14" fmla="*/ 2335 w 495783"/>
              <a:gd name="connsiteY14" fmla="*/ 17736 h 1533269"/>
              <a:gd name="connsiteX0" fmla="*/ 586 w 493129"/>
              <a:gd name="connsiteY0" fmla="*/ 17736 h 1533269"/>
              <a:gd name="connsiteX1" fmla="*/ 178386 w 493129"/>
              <a:gd name="connsiteY1" fmla="*/ 415670 h 1533269"/>
              <a:gd name="connsiteX2" fmla="*/ 203786 w 493129"/>
              <a:gd name="connsiteY2" fmla="*/ 644270 h 1533269"/>
              <a:gd name="connsiteX3" fmla="*/ 186852 w 493129"/>
              <a:gd name="connsiteY3" fmla="*/ 898270 h 1533269"/>
              <a:gd name="connsiteX4" fmla="*/ 161452 w 493129"/>
              <a:gd name="connsiteY4" fmla="*/ 1177670 h 1533269"/>
              <a:gd name="connsiteX5" fmla="*/ 127586 w 493129"/>
              <a:gd name="connsiteY5" fmla="*/ 1380870 h 1533269"/>
              <a:gd name="connsiteX6" fmla="*/ 271519 w 493129"/>
              <a:gd name="connsiteY6" fmla="*/ 1533269 h 1533269"/>
              <a:gd name="connsiteX7" fmla="*/ 432386 w 493129"/>
              <a:gd name="connsiteY7" fmla="*/ 1380870 h 1533269"/>
              <a:gd name="connsiteX8" fmla="*/ 398518 w 493129"/>
              <a:gd name="connsiteY8" fmla="*/ 1220003 h 1533269"/>
              <a:gd name="connsiteX9" fmla="*/ 356186 w 493129"/>
              <a:gd name="connsiteY9" fmla="*/ 889803 h 1533269"/>
              <a:gd name="connsiteX10" fmla="*/ 351449 w 493129"/>
              <a:gd name="connsiteY10" fmla="*/ 638906 h 1533269"/>
              <a:gd name="connsiteX11" fmla="*/ 390052 w 493129"/>
              <a:gd name="connsiteY11" fmla="*/ 415670 h 1533269"/>
              <a:gd name="connsiteX12" fmla="*/ 491652 w 493129"/>
              <a:gd name="connsiteY12" fmla="*/ 60070 h 1533269"/>
              <a:gd name="connsiteX13" fmla="*/ 246119 w 493129"/>
              <a:gd name="connsiteY13" fmla="*/ 68537 h 1533269"/>
              <a:gd name="connsiteX14" fmla="*/ 586 w 493129"/>
              <a:gd name="connsiteY14" fmla="*/ 17736 h 1533269"/>
              <a:gd name="connsiteX0" fmla="*/ 586 w 518387"/>
              <a:gd name="connsiteY0" fmla="*/ 72432 h 1587965"/>
              <a:gd name="connsiteX1" fmla="*/ 178386 w 518387"/>
              <a:gd name="connsiteY1" fmla="*/ 470366 h 1587965"/>
              <a:gd name="connsiteX2" fmla="*/ 203786 w 518387"/>
              <a:gd name="connsiteY2" fmla="*/ 698966 h 1587965"/>
              <a:gd name="connsiteX3" fmla="*/ 186852 w 518387"/>
              <a:gd name="connsiteY3" fmla="*/ 952966 h 1587965"/>
              <a:gd name="connsiteX4" fmla="*/ 161452 w 518387"/>
              <a:gd name="connsiteY4" fmla="*/ 1232366 h 1587965"/>
              <a:gd name="connsiteX5" fmla="*/ 127586 w 518387"/>
              <a:gd name="connsiteY5" fmla="*/ 1435566 h 1587965"/>
              <a:gd name="connsiteX6" fmla="*/ 271519 w 518387"/>
              <a:gd name="connsiteY6" fmla="*/ 1587965 h 1587965"/>
              <a:gd name="connsiteX7" fmla="*/ 432386 w 518387"/>
              <a:gd name="connsiteY7" fmla="*/ 1435566 h 1587965"/>
              <a:gd name="connsiteX8" fmla="*/ 398518 w 518387"/>
              <a:gd name="connsiteY8" fmla="*/ 1274699 h 1587965"/>
              <a:gd name="connsiteX9" fmla="*/ 356186 w 518387"/>
              <a:gd name="connsiteY9" fmla="*/ 944499 h 1587965"/>
              <a:gd name="connsiteX10" fmla="*/ 351449 w 518387"/>
              <a:gd name="connsiteY10" fmla="*/ 693602 h 1587965"/>
              <a:gd name="connsiteX11" fmla="*/ 390052 w 518387"/>
              <a:gd name="connsiteY11" fmla="*/ 470366 h 1587965"/>
              <a:gd name="connsiteX12" fmla="*/ 517052 w 518387"/>
              <a:gd name="connsiteY12" fmla="*/ 13166 h 1587965"/>
              <a:gd name="connsiteX13" fmla="*/ 246119 w 518387"/>
              <a:gd name="connsiteY13" fmla="*/ 123233 h 1587965"/>
              <a:gd name="connsiteX14" fmla="*/ 586 w 518387"/>
              <a:gd name="connsiteY14" fmla="*/ 72432 h 1587965"/>
              <a:gd name="connsiteX0" fmla="*/ 1896 w 519697"/>
              <a:gd name="connsiteY0" fmla="*/ 72432 h 1587965"/>
              <a:gd name="connsiteX1" fmla="*/ 137363 w 519697"/>
              <a:gd name="connsiteY1" fmla="*/ 470366 h 1587965"/>
              <a:gd name="connsiteX2" fmla="*/ 205096 w 519697"/>
              <a:gd name="connsiteY2" fmla="*/ 698966 h 1587965"/>
              <a:gd name="connsiteX3" fmla="*/ 188162 w 519697"/>
              <a:gd name="connsiteY3" fmla="*/ 952966 h 1587965"/>
              <a:gd name="connsiteX4" fmla="*/ 162762 w 519697"/>
              <a:gd name="connsiteY4" fmla="*/ 1232366 h 1587965"/>
              <a:gd name="connsiteX5" fmla="*/ 128896 w 519697"/>
              <a:gd name="connsiteY5" fmla="*/ 1435566 h 1587965"/>
              <a:gd name="connsiteX6" fmla="*/ 272829 w 519697"/>
              <a:gd name="connsiteY6" fmla="*/ 1587965 h 1587965"/>
              <a:gd name="connsiteX7" fmla="*/ 433696 w 519697"/>
              <a:gd name="connsiteY7" fmla="*/ 1435566 h 1587965"/>
              <a:gd name="connsiteX8" fmla="*/ 399828 w 519697"/>
              <a:gd name="connsiteY8" fmla="*/ 1274699 h 1587965"/>
              <a:gd name="connsiteX9" fmla="*/ 357496 w 519697"/>
              <a:gd name="connsiteY9" fmla="*/ 944499 h 1587965"/>
              <a:gd name="connsiteX10" fmla="*/ 352759 w 519697"/>
              <a:gd name="connsiteY10" fmla="*/ 693602 h 1587965"/>
              <a:gd name="connsiteX11" fmla="*/ 391362 w 519697"/>
              <a:gd name="connsiteY11" fmla="*/ 470366 h 1587965"/>
              <a:gd name="connsiteX12" fmla="*/ 518362 w 519697"/>
              <a:gd name="connsiteY12" fmla="*/ 13166 h 1587965"/>
              <a:gd name="connsiteX13" fmla="*/ 247429 w 519697"/>
              <a:gd name="connsiteY13" fmla="*/ 123233 h 1587965"/>
              <a:gd name="connsiteX14" fmla="*/ 1896 w 519697"/>
              <a:gd name="connsiteY14" fmla="*/ 72432 h 1587965"/>
              <a:gd name="connsiteX0" fmla="*/ 1896 w 519697"/>
              <a:gd name="connsiteY0" fmla="*/ 72432 h 1587965"/>
              <a:gd name="connsiteX1" fmla="*/ 137363 w 519697"/>
              <a:gd name="connsiteY1" fmla="*/ 470366 h 1587965"/>
              <a:gd name="connsiteX2" fmla="*/ 205096 w 519697"/>
              <a:gd name="connsiteY2" fmla="*/ 698966 h 1587965"/>
              <a:gd name="connsiteX3" fmla="*/ 188162 w 519697"/>
              <a:gd name="connsiteY3" fmla="*/ 952966 h 1587965"/>
              <a:gd name="connsiteX4" fmla="*/ 162762 w 519697"/>
              <a:gd name="connsiteY4" fmla="*/ 1232366 h 1587965"/>
              <a:gd name="connsiteX5" fmla="*/ 128896 w 519697"/>
              <a:gd name="connsiteY5" fmla="*/ 1435566 h 1587965"/>
              <a:gd name="connsiteX6" fmla="*/ 272829 w 519697"/>
              <a:gd name="connsiteY6" fmla="*/ 1587965 h 1587965"/>
              <a:gd name="connsiteX7" fmla="*/ 433696 w 519697"/>
              <a:gd name="connsiteY7" fmla="*/ 1435566 h 1587965"/>
              <a:gd name="connsiteX8" fmla="*/ 399828 w 519697"/>
              <a:gd name="connsiteY8" fmla="*/ 1274699 h 1587965"/>
              <a:gd name="connsiteX9" fmla="*/ 357496 w 519697"/>
              <a:gd name="connsiteY9" fmla="*/ 944499 h 1587965"/>
              <a:gd name="connsiteX10" fmla="*/ 352759 w 519697"/>
              <a:gd name="connsiteY10" fmla="*/ 693602 h 1587965"/>
              <a:gd name="connsiteX11" fmla="*/ 357495 w 519697"/>
              <a:gd name="connsiteY11" fmla="*/ 470366 h 1587965"/>
              <a:gd name="connsiteX12" fmla="*/ 518362 w 519697"/>
              <a:gd name="connsiteY12" fmla="*/ 13166 h 1587965"/>
              <a:gd name="connsiteX13" fmla="*/ 247429 w 519697"/>
              <a:gd name="connsiteY13" fmla="*/ 123233 h 1587965"/>
              <a:gd name="connsiteX14" fmla="*/ 1896 w 519697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88053 w 519588"/>
              <a:gd name="connsiteY3" fmla="*/ 952966 h 1587965"/>
              <a:gd name="connsiteX4" fmla="*/ 162653 w 519588"/>
              <a:gd name="connsiteY4" fmla="*/ 1232366 h 1587965"/>
              <a:gd name="connsiteX5" fmla="*/ 128787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526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88053 w 519588"/>
              <a:gd name="connsiteY3" fmla="*/ 952966 h 1587965"/>
              <a:gd name="connsiteX4" fmla="*/ 162653 w 519588"/>
              <a:gd name="connsiteY4" fmla="*/ 1232366 h 1587965"/>
              <a:gd name="connsiteX5" fmla="*/ 128787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62653 w 519588"/>
              <a:gd name="connsiteY4" fmla="*/ 1232366 h 1587965"/>
              <a:gd name="connsiteX5" fmla="*/ 128787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62653 w 519588"/>
              <a:gd name="connsiteY4" fmla="*/ 1232366 h 1587965"/>
              <a:gd name="connsiteX5" fmla="*/ 128787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54186 w 519588"/>
              <a:gd name="connsiteY4" fmla="*/ 1240833 h 1587965"/>
              <a:gd name="connsiteX5" fmla="*/ 128787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54186 w 519588"/>
              <a:gd name="connsiteY4" fmla="*/ 1240833 h 1587965"/>
              <a:gd name="connsiteX5" fmla="*/ 120320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54186 w 519588"/>
              <a:gd name="connsiteY4" fmla="*/ 1240833 h 1587965"/>
              <a:gd name="connsiteX5" fmla="*/ 120320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74319 w 519588"/>
              <a:gd name="connsiteY8" fmla="*/ 1257765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54186 w 519588"/>
              <a:gd name="connsiteY4" fmla="*/ 1240833 h 1587965"/>
              <a:gd name="connsiteX5" fmla="*/ 120320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74319 w 519588"/>
              <a:gd name="connsiteY8" fmla="*/ 1257765 h 1587965"/>
              <a:gd name="connsiteX9" fmla="*/ 331987 w 519588"/>
              <a:gd name="connsiteY9" fmla="*/ 927566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54186 w 519588"/>
              <a:gd name="connsiteY4" fmla="*/ 1240833 h 1587965"/>
              <a:gd name="connsiteX5" fmla="*/ 120320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437317 w 519588"/>
              <a:gd name="connsiteY8" fmla="*/ 1328602 h 1587965"/>
              <a:gd name="connsiteX9" fmla="*/ 374319 w 519588"/>
              <a:gd name="connsiteY9" fmla="*/ 1257765 h 1587965"/>
              <a:gd name="connsiteX10" fmla="*/ 331987 w 519588"/>
              <a:gd name="connsiteY10" fmla="*/ 927566 h 1587965"/>
              <a:gd name="connsiteX11" fmla="*/ 327250 w 519588"/>
              <a:gd name="connsiteY11" fmla="*/ 693602 h 1587965"/>
              <a:gd name="connsiteX12" fmla="*/ 357386 w 519588"/>
              <a:gd name="connsiteY12" fmla="*/ 470366 h 1587965"/>
              <a:gd name="connsiteX13" fmla="*/ 518253 w 519588"/>
              <a:gd name="connsiteY13" fmla="*/ 13166 h 1587965"/>
              <a:gd name="connsiteX14" fmla="*/ 247320 w 519588"/>
              <a:gd name="connsiteY14" fmla="*/ 123233 h 1587965"/>
              <a:gd name="connsiteX15" fmla="*/ 1787 w 519588"/>
              <a:gd name="connsiteY15" fmla="*/ 72432 h 1587965"/>
              <a:gd name="connsiteX0" fmla="*/ 1787 w 519588"/>
              <a:gd name="connsiteY0" fmla="*/ 72432 h 1588435"/>
              <a:gd name="connsiteX1" fmla="*/ 137254 w 519588"/>
              <a:gd name="connsiteY1" fmla="*/ 470366 h 1588435"/>
              <a:gd name="connsiteX2" fmla="*/ 154187 w 519588"/>
              <a:gd name="connsiteY2" fmla="*/ 707432 h 1588435"/>
              <a:gd name="connsiteX3" fmla="*/ 154186 w 519588"/>
              <a:gd name="connsiteY3" fmla="*/ 969899 h 1588435"/>
              <a:gd name="connsiteX4" fmla="*/ 154186 w 519588"/>
              <a:gd name="connsiteY4" fmla="*/ 1240833 h 1588435"/>
              <a:gd name="connsiteX5" fmla="*/ 120320 w 519588"/>
              <a:gd name="connsiteY5" fmla="*/ 1435566 h 1588435"/>
              <a:gd name="connsiteX6" fmla="*/ 272720 w 519588"/>
              <a:gd name="connsiteY6" fmla="*/ 1587965 h 1588435"/>
              <a:gd name="connsiteX7" fmla="*/ 399721 w 519588"/>
              <a:gd name="connsiteY7" fmla="*/ 1477900 h 1588435"/>
              <a:gd name="connsiteX8" fmla="*/ 437317 w 519588"/>
              <a:gd name="connsiteY8" fmla="*/ 1328602 h 1588435"/>
              <a:gd name="connsiteX9" fmla="*/ 374319 w 519588"/>
              <a:gd name="connsiteY9" fmla="*/ 1257765 h 1588435"/>
              <a:gd name="connsiteX10" fmla="*/ 331987 w 519588"/>
              <a:gd name="connsiteY10" fmla="*/ 927566 h 1588435"/>
              <a:gd name="connsiteX11" fmla="*/ 327250 w 519588"/>
              <a:gd name="connsiteY11" fmla="*/ 693602 h 1588435"/>
              <a:gd name="connsiteX12" fmla="*/ 357386 w 519588"/>
              <a:gd name="connsiteY12" fmla="*/ 470366 h 1588435"/>
              <a:gd name="connsiteX13" fmla="*/ 518253 w 519588"/>
              <a:gd name="connsiteY13" fmla="*/ 13166 h 1588435"/>
              <a:gd name="connsiteX14" fmla="*/ 247320 w 519588"/>
              <a:gd name="connsiteY14" fmla="*/ 123233 h 1588435"/>
              <a:gd name="connsiteX15" fmla="*/ 1787 w 519588"/>
              <a:gd name="connsiteY15" fmla="*/ 72432 h 1588435"/>
              <a:gd name="connsiteX0" fmla="*/ 1787 w 519588"/>
              <a:gd name="connsiteY0" fmla="*/ 72432 h 1588391"/>
              <a:gd name="connsiteX1" fmla="*/ 137254 w 519588"/>
              <a:gd name="connsiteY1" fmla="*/ 470366 h 1588391"/>
              <a:gd name="connsiteX2" fmla="*/ 154187 w 519588"/>
              <a:gd name="connsiteY2" fmla="*/ 707432 h 1588391"/>
              <a:gd name="connsiteX3" fmla="*/ 154186 w 519588"/>
              <a:gd name="connsiteY3" fmla="*/ 969899 h 1588391"/>
              <a:gd name="connsiteX4" fmla="*/ 154186 w 519588"/>
              <a:gd name="connsiteY4" fmla="*/ 1240833 h 1588391"/>
              <a:gd name="connsiteX5" fmla="*/ 120320 w 519588"/>
              <a:gd name="connsiteY5" fmla="*/ 1435566 h 1588391"/>
              <a:gd name="connsiteX6" fmla="*/ 272720 w 519588"/>
              <a:gd name="connsiteY6" fmla="*/ 1587965 h 1588391"/>
              <a:gd name="connsiteX7" fmla="*/ 399721 w 519588"/>
              <a:gd name="connsiteY7" fmla="*/ 1477900 h 1588391"/>
              <a:gd name="connsiteX8" fmla="*/ 445784 w 519588"/>
              <a:gd name="connsiteY8" fmla="*/ 1379402 h 1588391"/>
              <a:gd name="connsiteX9" fmla="*/ 374319 w 519588"/>
              <a:gd name="connsiteY9" fmla="*/ 1257765 h 1588391"/>
              <a:gd name="connsiteX10" fmla="*/ 331987 w 519588"/>
              <a:gd name="connsiteY10" fmla="*/ 927566 h 1588391"/>
              <a:gd name="connsiteX11" fmla="*/ 327250 w 519588"/>
              <a:gd name="connsiteY11" fmla="*/ 693602 h 1588391"/>
              <a:gd name="connsiteX12" fmla="*/ 357386 w 519588"/>
              <a:gd name="connsiteY12" fmla="*/ 470366 h 1588391"/>
              <a:gd name="connsiteX13" fmla="*/ 518253 w 519588"/>
              <a:gd name="connsiteY13" fmla="*/ 13166 h 1588391"/>
              <a:gd name="connsiteX14" fmla="*/ 247320 w 519588"/>
              <a:gd name="connsiteY14" fmla="*/ 123233 h 1588391"/>
              <a:gd name="connsiteX15" fmla="*/ 1787 w 519588"/>
              <a:gd name="connsiteY15" fmla="*/ 72432 h 1588391"/>
              <a:gd name="connsiteX0" fmla="*/ 1787 w 519588"/>
              <a:gd name="connsiteY0" fmla="*/ 72432 h 1589733"/>
              <a:gd name="connsiteX1" fmla="*/ 137254 w 519588"/>
              <a:gd name="connsiteY1" fmla="*/ 470366 h 1589733"/>
              <a:gd name="connsiteX2" fmla="*/ 154187 w 519588"/>
              <a:gd name="connsiteY2" fmla="*/ 707432 h 1589733"/>
              <a:gd name="connsiteX3" fmla="*/ 154186 w 519588"/>
              <a:gd name="connsiteY3" fmla="*/ 969899 h 1589733"/>
              <a:gd name="connsiteX4" fmla="*/ 154186 w 519588"/>
              <a:gd name="connsiteY4" fmla="*/ 1240833 h 1589733"/>
              <a:gd name="connsiteX5" fmla="*/ 86453 w 519588"/>
              <a:gd name="connsiteY5" fmla="*/ 1384766 h 1589733"/>
              <a:gd name="connsiteX6" fmla="*/ 272720 w 519588"/>
              <a:gd name="connsiteY6" fmla="*/ 1587965 h 1589733"/>
              <a:gd name="connsiteX7" fmla="*/ 399721 w 519588"/>
              <a:gd name="connsiteY7" fmla="*/ 1477900 h 1589733"/>
              <a:gd name="connsiteX8" fmla="*/ 445784 w 519588"/>
              <a:gd name="connsiteY8" fmla="*/ 1379402 h 1589733"/>
              <a:gd name="connsiteX9" fmla="*/ 374319 w 519588"/>
              <a:gd name="connsiteY9" fmla="*/ 1257765 h 1589733"/>
              <a:gd name="connsiteX10" fmla="*/ 331987 w 519588"/>
              <a:gd name="connsiteY10" fmla="*/ 927566 h 1589733"/>
              <a:gd name="connsiteX11" fmla="*/ 327250 w 519588"/>
              <a:gd name="connsiteY11" fmla="*/ 693602 h 1589733"/>
              <a:gd name="connsiteX12" fmla="*/ 357386 w 519588"/>
              <a:gd name="connsiteY12" fmla="*/ 470366 h 1589733"/>
              <a:gd name="connsiteX13" fmla="*/ 518253 w 519588"/>
              <a:gd name="connsiteY13" fmla="*/ 13166 h 1589733"/>
              <a:gd name="connsiteX14" fmla="*/ 247320 w 519588"/>
              <a:gd name="connsiteY14" fmla="*/ 123233 h 1589733"/>
              <a:gd name="connsiteX15" fmla="*/ 1787 w 519588"/>
              <a:gd name="connsiteY15" fmla="*/ 72432 h 1589733"/>
              <a:gd name="connsiteX0" fmla="*/ 1787 w 519588"/>
              <a:gd name="connsiteY0" fmla="*/ 72432 h 1589733"/>
              <a:gd name="connsiteX1" fmla="*/ 137254 w 519588"/>
              <a:gd name="connsiteY1" fmla="*/ 470366 h 1589733"/>
              <a:gd name="connsiteX2" fmla="*/ 154187 w 519588"/>
              <a:gd name="connsiteY2" fmla="*/ 707432 h 1589733"/>
              <a:gd name="connsiteX3" fmla="*/ 154186 w 519588"/>
              <a:gd name="connsiteY3" fmla="*/ 969899 h 1589733"/>
              <a:gd name="connsiteX4" fmla="*/ 128786 w 519588"/>
              <a:gd name="connsiteY4" fmla="*/ 1173100 h 1589733"/>
              <a:gd name="connsiteX5" fmla="*/ 86453 w 519588"/>
              <a:gd name="connsiteY5" fmla="*/ 1384766 h 1589733"/>
              <a:gd name="connsiteX6" fmla="*/ 272720 w 519588"/>
              <a:gd name="connsiteY6" fmla="*/ 1587965 h 1589733"/>
              <a:gd name="connsiteX7" fmla="*/ 399721 w 519588"/>
              <a:gd name="connsiteY7" fmla="*/ 1477900 h 1589733"/>
              <a:gd name="connsiteX8" fmla="*/ 445784 w 519588"/>
              <a:gd name="connsiteY8" fmla="*/ 1379402 h 1589733"/>
              <a:gd name="connsiteX9" fmla="*/ 374319 w 519588"/>
              <a:gd name="connsiteY9" fmla="*/ 1257765 h 1589733"/>
              <a:gd name="connsiteX10" fmla="*/ 331987 w 519588"/>
              <a:gd name="connsiteY10" fmla="*/ 927566 h 1589733"/>
              <a:gd name="connsiteX11" fmla="*/ 327250 w 519588"/>
              <a:gd name="connsiteY11" fmla="*/ 693602 h 1589733"/>
              <a:gd name="connsiteX12" fmla="*/ 357386 w 519588"/>
              <a:gd name="connsiteY12" fmla="*/ 470366 h 1589733"/>
              <a:gd name="connsiteX13" fmla="*/ 518253 w 519588"/>
              <a:gd name="connsiteY13" fmla="*/ 13166 h 1589733"/>
              <a:gd name="connsiteX14" fmla="*/ 247320 w 519588"/>
              <a:gd name="connsiteY14" fmla="*/ 123233 h 1589733"/>
              <a:gd name="connsiteX15" fmla="*/ 1787 w 519588"/>
              <a:gd name="connsiteY15" fmla="*/ 72432 h 1589733"/>
              <a:gd name="connsiteX0" fmla="*/ 1787 w 519588"/>
              <a:gd name="connsiteY0" fmla="*/ 72432 h 1587967"/>
              <a:gd name="connsiteX1" fmla="*/ 137254 w 519588"/>
              <a:gd name="connsiteY1" fmla="*/ 470366 h 1587967"/>
              <a:gd name="connsiteX2" fmla="*/ 154187 w 519588"/>
              <a:gd name="connsiteY2" fmla="*/ 707432 h 1587967"/>
              <a:gd name="connsiteX3" fmla="*/ 154186 w 519588"/>
              <a:gd name="connsiteY3" fmla="*/ 969899 h 1587967"/>
              <a:gd name="connsiteX4" fmla="*/ 128786 w 519588"/>
              <a:gd name="connsiteY4" fmla="*/ 1173100 h 1587967"/>
              <a:gd name="connsiteX5" fmla="*/ 86453 w 519588"/>
              <a:gd name="connsiteY5" fmla="*/ 1384766 h 1587967"/>
              <a:gd name="connsiteX6" fmla="*/ 124050 w 519588"/>
              <a:gd name="connsiteY6" fmla="*/ 1481002 h 1587967"/>
              <a:gd name="connsiteX7" fmla="*/ 272720 w 519588"/>
              <a:gd name="connsiteY7" fmla="*/ 1587965 h 1587967"/>
              <a:gd name="connsiteX8" fmla="*/ 399721 w 519588"/>
              <a:gd name="connsiteY8" fmla="*/ 1477900 h 1587967"/>
              <a:gd name="connsiteX9" fmla="*/ 445784 w 519588"/>
              <a:gd name="connsiteY9" fmla="*/ 1379402 h 1587967"/>
              <a:gd name="connsiteX10" fmla="*/ 374319 w 519588"/>
              <a:gd name="connsiteY10" fmla="*/ 1257765 h 1587967"/>
              <a:gd name="connsiteX11" fmla="*/ 331987 w 519588"/>
              <a:gd name="connsiteY11" fmla="*/ 927566 h 1587967"/>
              <a:gd name="connsiteX12" fmla="*/ 327250 w 519588"/>
              <a:gd name="connsiteY12" fmla="*/ 693602 h 1587967"/>
              <a:gd name="connsiteX13" fmla="*/ 357386 w 519588"/>
              <a:gd name="connsiteY13" fmla="*/ 470366 h 1587967"/>
              <a:gd name="connsiteX14" fmla="*/ 518253 w 519588"/>
              <a:gd name="connsiteY14" fmla="*/ 13166 h 1587967"/>
              <a:gd name="connsiteX15" fmla="*/ 247320 w 519588"/>
              <a:gd name="connsiteY15" fmla="*/ 123233 h 1587967"/>
              <a:gd name="connsiteX16" fmla="*/ 1787 w 519588"/>
              <a:gd name="connsiteY16" fmla="*/ 72432 h 1587967"/>
              <a:gd name="connsiteX0" fmla="*/ 1787 w 519588"/>
              <a:gd name="connsiteY0" fmla="*/ 72432 h 1596434"/>
              <a:gd name="connsiteX1" fmla="*/ 137254 w 519588"/>
              <a:gd name="connsiteY1" fmla="*/ 470366 h 1596434"/>
              <a:gd name="connsiteX2" fmla="*/ 154187 w 519588"/>
              <a:gd name="connsiteY2" fmla="*/ 707432 h 1596434"/>
              <a:gd name="connsiteX3" fmla="*/ 154186 w 519588"/>
              <a:gd name="connsiteY3" fmla="*/ 969899 h 1596434"/>
              <a:gd name="connsiteX4" fmla="*/ 128786 w 519588"/>
              <a:gd name="connsiteY4" fmla="*/ 1173100 h 1596434"/>
              <a:gd name="connsiteX5" fmla="*/ 86453 w 519588"/>
              <a:gd name="connsiteY5" fmla="*/ 1384766 h 1596434"/>
              <a:gd name="connsiteX6" fmla="*/ 124050 w 519588"/>
              <a:gd name="connsiteY6" fmla="*/ 1481002 h 1596434"/>
              <a:gd name="connsiteX7" fmla="*/ 247320 w 519588"/>
              <a:gd name="connsiteY7" fmla="*/ 1596432 h 1596434"/>
              <a:gd name="connsiteX8" fmla="*/ 399721 w 519588"/>
              <a:gd name="connsiteY8" fmla="*/ 1477900 h 1596434"/>
              <a:gd name="connsiteX9" fmla="*/ 445784 w 519588"/>
              <a:gd name="connsiteY9" fmla="*/ 1379402 h 1596434"/>
              <a:gd name="connsiteX10" fmla="*/ 374319 w 519588"/>
              <a:gd name="connsiteY10" fmla="*/ 1257765 h 1596434"/>
              <a:gd name="connsiteX11" fmla="*/ 331987 w 519588"/>
              <a:gd name="connsiteY11" fmla="*/ 927566 h 1596434"/>
              <a:gd name="connsiteX12" fmla="*/ 327250 w 519588"/>
              <a:gd name="connsiteY12" fmla="*/ 693602 h 1596434"/>
              <a:gd name="connsiteX13" fmla="*/ 357386 w 519588"/>
              <a:gd name="connsiteY13" fmla="*/ 470366 h 1596434"/>
              <a:gd name="connsiteX14" fmla="*/ 518253 w 519588"/>
              <a:gd name="connsiteY14" fmla="*/ 13166 h 1596434"/>
              <a:gd name="connsiteX15" fmla="*/ 247320 w 519588"/>
              <a:gd name="connsiteY15" fmla="*/ 123233 h 1596434"/>
              <a:gd name="connsiteX16" fmla="*/ 1787 w 519588"/>
              <a:gd name="connsiteY16" fmla="*/ 72432 h 1596434"/>
              <a:gd name="connsiteX0" fmla="*/ 1787 w 519588"/>
              <a:gd name="connsiteY0" fmla="*/ 72432 h 1596595"/>
              <a:gd name="connsiteX1" fmla="*/ 137254 w 519588"/>
              <a:gd name="connsiteY1" fmla="*/ 470366 h 1596595"/>
              <a:gd name="connsiteX2" fmla="*/ 154187 w 519588"/>
              <a:gd name="connsiteY2" fmla="*/ 707432 h 1596595"/>
              <a:gd name="connsiteX3" fmla="*/ 154186 w 519588"/>
              <a:gd name="connsiteY3" fmla="*/ 969899 h 1596595"/>
              <a:gd name="connsiteX4" fmla="*/ 128786 w 519588"/>
              <a:gd name="connsiteY4" fmla="*/ 1173100 h 1596595"/>
              <a:gd name="connsiteX5" fmla="*/ 86453 w 519588"/>
              <a:gd name="connsiteY5" fmla="*/ 1384766 h 1596595"/>
              <a:gd name="connsiteX6" fmla="*/ 124050 w 519588"/>
              <a:gd name="connsiteY6" fmla="*/ 1481002 h 1596595"/>
              <a:gd name="connsiteX7" fmla="*/ 247320 w 519588"/>
              <a:gd name="connsiteY7" fmla="*/ 1596432 h 1596595"/>
              <a:gd name="connsiteX8" fmla="*/ 391255 w 519588"/>
              <a:gd name="connsiteY8" fmla="*/ 1503300 h 1596595"/>
              <a:gd name="connsiteX9" fmla="*/ 445784 w 519588"/>
              <a:gd name="connsiteY9" fmla="*/ 1379402 h 1596595"/>
              <a:gd name="connsiteX10" fmla="*/ 374319 w 519588"/>
              <a:gd name="connsiteY10" fmla="*/ 1257765 h 1596595"/>
              <a:gd name="connsiteX11" fmla="*/ 331987 w 519588"/>
              <a:gd name="connsiteY11" fmla="*/ 927566 h 1596595"/>
              <a:gd name="connsiteX12" fmla="*/ 327250 w 519588"/>
              <a:gd name="connsiteY12" fmla="*/ 693602 h 1596595"/>
              <a:gd name="connsiteX13" fmla="*/ 357386 w 519588"/>
              <a:gd name="connsiteY13" fmla="*/ 470366 h 1596595"/>
              <a:gd name="connsiteX14" fmla="*/ 518253 w 519588"/>
              <a:gd name="connsiteY14" fmla="*/ 13166 h 1596595"/>
              <a:gd name="connsiteX15" fmla="*/ 247320 w 519588"/>
              <a:gd name="connsiteY15" fmla="*/ 123233 h 1596595"/>
              <a:gd name="connsiteX16" fmla="*/ 1787 w 519588"/>
              <a:gd name="connsiteY16" fmla="*/ 72432 h 1596595"/>
              <a:gd name="connsiteX0" fmla="*/ 1787 w 519588"/>
              <a:gd name="connsiteY0" fmla="*/ 72432 h 1596595"/>
              <a:gd name="connsiteX1" fmla="*/ 137254 w 519588"/>
              <a:gd name="connsiteY1" fmla="*/ 470366 h 1596595"/>
              <a:gd name="connsiteX2" fmla="*/ 154187 w 519588"/>
              <a:gd name="connsiteY2" fmla="*/ 707432 h 1596595"/>
              <a:gd name="connsiteX3" fmla="*/ 154186 w 519588"/>
              <a:gd name="connsiteY3" fmla="*/ 969899 h 1596595"/>
              <a:gd name="connsiteX4" fmla="*/ 128786 w 519588"/>
              <a:gd name="connsiteY4" fmla="*/ 1173100 h 1596595"/>
              <a:gd name="connsiteX5" fmla="*/ 86453 w 519588"/>
              <a:gd name="connsiteY5" fmla="*/ 1384766 h 1596595"/>
              <a:gd name="connsiteX6" fmla="*/ 124050 w 519588"/>
              <a:gd name="connsiteY6" fmla="*/ 1481002 h 1596595"/>
              <a:gd name="connsiteX7" fmla="*/ 247320 w 519588"/>
              <a:gd name="connsiteY7" fmla="*/ 1596432 h 1596595"/>
              <a:gd name="connsiteX8" fmla="*/ 391255 w 519588"/>
              <a:gd name="connsiteY8" fmla="*/ 1503300 h 1596595"/>
              <a:gd name="connsiteX9" fmla="*/ 420384 w 519588"/>
              <a:gd name="connsiteY9" fmla="*/ 1379402 h 1596595"/>
              <a:gd name="connsiteX10" fmla="*/ 374319 w 519588"/>
              <a:gd name="connsiteY10" fmla="*/ 1257765 h 1596595"/>
              <a:gd name="connsiteX11" fmla="*/ 331987 w 519588"/>
              <a:gd name="connsiteY11" fmla="*/ 927566 h 1596595"/>
              <a:gd name="connsiteX12" fmla="*/ 327250 w 519588"/>
              <a:gd name="connsiteY12" fmla="*/ 693602 h 1596595"/>
              <a:gd name="connsiteX13" fmla="*/ 357386 w 519588"/>
              <a:gd name="connsiteY13" fmla="*/ 470366 h 1596595"/>
              <a:gd name="connsiteX14" fmla="*/ 518253 w 519588"/>
              <a:gd name="connsiteY14" fmla="*/ 13166 h 1596595"/>
              <a:gd name="connsiteX15" fmla="*/ 247320 w 519588"/>
              <a:gd name="connsiteY15" fmla="*/ 123233 h 1596595"/>
              <a:gd name="connsiteX16" fmla="*/ 1787 w 519588"/>
              <a:gd name="connsiteY16" fmla="*/ 72432 h 1596595"/>
              <a:gd name="connsiteX0" fmla="*/ 1787 w 519588"/>
              <a:gd name="connsiteY0" fmla="*/ 72432 h 1596595"/>
              <a:gd name="connsiteX1" fmla="*/ 137254 w 519588"/>
              <a:gd name="connsiteY1" fmla="*/ 470366 h 1596595"/>
              <a:gd name="connsiteX2" fmla="*/ 154187 w 519588"/>
              <a:gd name="connsiteY2" fmla="*/ 707432 h 1596595"/>
              <a:gd name="connsiteX3" fmla="*/ 154186 w 519588"/>
              <a:gd name="connsiteY3" fmla="*/ 969899 h 1596595"/>
              <a:gd name="connsiteX4" fmla="*/ 128786 w 519588"/>
              <a:gd name="connsiteY4" fmla="*/ 1173100 h 1596595"/>
              <a:gd name="connsiteX5" fmla="*/ 86453 w 519588"/>
              <a:gd name="connsiteY5" fmla="*/ 1384766 h 1596595"/>
              <a:gd name="connsiteX6" fmla="*/ 124050 w 519588"/>
              <a:gd name="connsiteY6" fmla="*/ 1481002 h 1596595"/>
              <a:gd name="connsiteX7" fmla="*/ 247320 w 519588"/>
              <a:gd name="connsiteY7" fmla="*/ 1596432 h 1596595"/>
              <a:gd name="connsiteX8" fmla="*/ 391255 w 519588"/>
              <a:gd name="connsiteY8" fmla="*/ 1503300 h 1596595"/>
              <a:gd name="connsiteX9" fmla="*/ 420384 w 519588"/>
              <a:gd name="connsiteY9" fmla="*/ 1379402 h 1596595"/>
              <a:gd name="connsiteX10" fmla="*/ 368232 w 519588"/>
              <a:gd name="connsiteY10" fmla="*/ 1206902 h 1596595"/>
              <a:gd name="connsiteX11" fmla="*/ 331987 w 519588"/>
              <a:gd name="connsiteY11" fmla="*/ 927566 h 1596595"/>
              <a:gd name="connsiteX12" fmla="*/ 327250 w 519588"/>
              <a:gd name="connsiteY12" fmla="*/ 693602 h 1596595"/>
              <a:gd name="connsiteX13" fmla="*/ 357386 w 519588"/>
              <a:gd name="connsiteY13" fmla="*/ 470366 h 1596595"/>
              <a:gd name="connsiteX14" fmla="*/ 518253 w 519588"/>
              <a:gd name="connsiteY14" fmla="*/ 13166 h 1596595"/>
              <a:gd name="connsiteX15" fmla="*/ 247320 w 519588"/>
              <a:gd name="connsiteY15" fmla="*/ 123233 h 1596595"/>
              <a:gd name="connsiteX16" fmla="*/ 1787 w 519588"/>
              <a:gd name="connsiteY16" fmla="*/ 72432 h 1596595"/>
              <a:gd name="connsiteX0" fmla="*/ 1787 w 519588"/>
              <a:gd name="connsiteY0" fmla="*/ 72432 h 1596489"/>
              <a:gd name="connsiteX1" fmla="*/ 137254 w 519588"/>
              <a:gd name="connsiteY1" fmla="*/ 470366 h 1596489"/>
              <a:gd name="connsiteX2" fmla="*/ 154187 w 519588"/>
              <a:gd name="connsiteY2" fmla="*/ 707432 h 1596489"/>
              <a:gd name="connsiteX3" fmla="*/ 154186 w 519588"/>
              <a:gd name="connsiteY3" fmla="*/ 969899 h 1596489"/>
              <a:gd name="connsiteX4" fmla="*/ 128786 w 519588"/>
              <a:gd name="connsiteY4" fmla="*/ 1173100 h 1596489"/>
              <a:gd name="connsiteX5" fmla="*/ 86453 w 519588"/>
              <a:gd name="connsiteY5" fmla="*/ 1384766 h 1596489"/>
              <a:gd name="connsiteX6" fmla="*/ 124050 w 519588"/>
              <a:gd name="connsiteY6" fmla="*/ 1481002 h 1596489"/>
              <a:gd name="connsiteX7" fmla="*/ 247320 w 519588"/>
              <a:gd name="connsiteY7" fmla="*/ 1596432 h 1596489"/>
              <a:gd name="connsiteX8" fmla="*/ 366907 w 519588"/>
              <a:gd name="connsiteY8" fmla="*/ 1494824 h 1596489"/>
              <a:gd name="connsiteX9" fmla="*/ 420384 w 519588"/>
              <a:gd name="connsiteY9" fmla="*/ 1379402 h 1596489"/>
              <a:gd name="connsiteX10" fmla="*/ 368232 w 519588"/>
              <a:gd name="connsiteY10" fmla="*/ 1206902 h 1596489"/>
              <a:gd name="connsiteX11" fmla="*/ 331987 w 519588"/>
              <a:gd name="connsiteY11" fmla="*/ 927566 h 1596489"/>
              <a:gd name="connsiteX12" fmla="*/ 327250 w 519588"/>
              <a:gd name="connsiteY12" fmla="*/ 693602 h 1596489"/>
              <a:gd name="connsiteX13" fmla="*/ 357386 w 519588"/>
              <a:gd name="connsiteY13" fmla="*/ 470366 h 1596489"/>
              <a:gd name="connsiteX14" fmla="*/ 518253 w 519588"/>
              <a:gd name="connsiteY14" fmla="*/ 13166 h 1596489"/>
              <a:gd name="connsiteX15" fmla="*/ 247320 w 519588"/>
              <a:gd name="connsiteY15" fmla="*/ 123233 h 1596489"/>
              <a:gd name="connsiteX16" fmla="*/ 1787 w 519588"/>
              <a:gd name="connsiteY16" fmla="*/ 72432 h 1596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588" h="1596489">
                <a:moveTo>
                  <a:pt x="1787" y="72432"/>
                </a:moveTo>
                <a:cubicBezTo>
                  <a:pt x="-16557" y="130288"/>
                  <a:pt x="111854" y="364533"/>
                  <a:pt x="137254" y="470366"/>
                </a:cubicBezTo>
                <a:cubicBezTo>
                  <a:pt x="162654" y="576199"/>
                  <a:pt x="151365" y="624177"/>
                  <a:pt x="154187" y="707432"/>
                </a:cubicBezTo>
                <a:cubicBezTo>
                  <a:pt x="157009" y="790687"/>
                  <a:pt x="158420" y="892288"/>
                  <a:pt x="154186" y="969899"/>
                </a:cubicBezTo>
                <a:cubicBezTo>
                  <a:pt x="149952" y="1047510"/>
                  <a:pt x="140075" y="1103956"/>
                  <a:pt x="128786" y="1173100"/>
                </a:cubicBezTo>
                <a:cubicBezTo>
                  <a:pt x="117497" y="1242244"/>
                  <a:pt x="87242" y="1333449"/>
                  <a:pt x="86453" y="1384766"/>
                </a:cubicBezTo>
                <a:cubicBezTo>
                  <a:pt x="85664" y="1436083"/>
                  <a:pt x="93006" y="1447136"/>
                  <a:pt x="124050" y="1481002"/>
                </a:cubicBezTo>
                <a:cubicBezTo>
                  <a:pt x="155095" y="1514869"/>
                  <a:pt x="206844" y="1594128"/>
                  <a:pt x="247320" y="1596432"/>
                </a:cubicBezTo>
                <a:cubicBezTo>
                  <a:pt x="287796" y="1598736"/>
                  <a:pt x="338063" y="1530996"/>
                  <a:pt x="366907" y="1494824"/>
                </a:cubicBezTo>
                <a:cubicBezTo>
                  <a:pt x="395751" y="1458652"/>
                  <a:pt x="430262" y="1409036"/>
                  <a:pt x="420384" y="1379402"/>
                </a:cubicBezTo>
                <a:cubicBezTo>
                  <a:pt x="410506" y="1349769"/>
                  <a:pt x="382965" y="1282208"/>
                  <a:pt x="368232" y="1206902"/>
                </a:cubicBezTo>
                <a:cubicBezTo>
                  <a:pt x="353499" y="1131596"/>
                  <a:pt x="338817" y="1013116"/>
                  <a:pt x="331987" y="927566"/>
                </a:cubicBezTo>
                <a:cubicBezTo>
                  <a:pt x="325157" y="842016"/>
                  <a:pt x="321606" y="772624"/>
                  <a:pt x="327250" y="693602"/>
                </a:cubicBezTo>
                <a:cubicBezTo>
                  <a:pt x="332894" y="614580"/>
                  <a:pt x="325552" y="583772"/>
                  <a:pt x="357386" y="470366"/>
                </a:cubicBezTo>
                <a:cubicBezTo>
                  <a:pt x="389220" y="356960"/>
                  <a:pt x="498497" y="72433"/>
                  <a:pt x="518253" y="13166"/>
                </a:cubicBezTo>
                <a:cubicBezTo>
                  <a:pt x="538009" y="-46101"/>
                  <a:pt x="333398" y="113355"/>
                  <a:pt x="247320" y="123233"/>
                </a:cubicBezTo>
                <a:cubicBezTo>
                  <a:pt x="161242" y="133111"/>
                  <a:pt x="20131" y="14577"/>
                  <a:pt x="1787" y="72432"/>
                </a:cubicBezTo>
                <a:close/>
              </a:path>
            </a:pathLst>
          </a:custGeom>
          <a:gradFill>
            <a:gsLst>
              <a:gs pos="24000">
                <a:schemeClr val="accent2">
                  <a:lumMod val="20000"/>
                  <a:lumOff val="80000"/>
                </a:schemeClr>
              </a:gs>
              <a:gs pos="81000">
                <a:srgbClr val="F7C39F"/>
              </a:gs>
              <a:gs pos="66000">
                <a:srgbClr val="F9D1B5"/>
              </a:gs>
              <a:gs pos="95000">
                <a:srgbClr val="FAD6BE"/>
              </a:gs>
            </a:gsLst>
            <a:lin ang="5400000" scaled="1"/>
          </a:gradFill>
          <a:ln>
            <a:gradFill flip="none" rotWithShape="1">
              <a:gsLst>
                <a:gs pos="31000">
                  <a:schemeClr val="accent2">
                    <a:lumMod val="20000"/>
                    <a:lumOff val="80000"/>
                  </a:schemeClr>
                </a:gs>
                <a:gs pos="89830">
                  <a:srgbClr val="D57738"/>
                </a:gs>
                <a:gs pos="81000">
                  <a:schemeClr val="accent2">
                    <a:lumMod val="60000"/>
                    <a:lumOff val="40000"/>
                  </a:schemeClr>
                </a:gs>
                <a:gs pos="58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6A0696E3-49D9-40D0-B9F4-A526613FD130}"/>
                  </a:ext>
                </a:extLst>
              </p14:cNvPr>
              <p14:cNvContentPartPr/>
              <p14:nvPr/>
            </p14:nvContentPartPr>
            <p14:xfrm>
              <a:off x="5506789" y="3943645"/>
              <a:ext cx="240" cy="24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6A0696E3-49D9-40D0-B9F4-A526613FD13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03909" y="3940765"/>
                <a:ext cx="5520" cy="5520"/>
              </a:xfrm>
              <a:prstGeom prst="rect">
                <a:avLst/>
              </a:prstGeom>
            </p:spPr>
          </p:pic>
        </mc:Fallback>
      </mc:AlternateContent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922C26CD-886B-4899-B80B-16A0BA89D568}"/>
              </a:ext>
            </a:extLst>
          </p:cNvPr>
          <p:cNvSpPr/>
          <p:nvPr/>
        </p:nvSpPr>
        <p:spPr>
          <a:xfrm>
            <a:off x="3176357" y="4013200"/>
            <a:ext cx="409239" cy="393778"/>
          </a:xfrm>
          <a:custGeom>
            <a:avLst/>
            <a:gdLst>
              <a:gd name="connsiteX0" fmla="*/ 0 w 420129"/>
              <a:gd name="connsiteY0" fmla="*/ 393700 h 394038"/>
              <a:gd name="connsiteX1" fmla="*/ 330200 w 420129"/>
              <a:gd name="connsiteY1" fmla="*/ 355600 h 394038"/>
              <a:gd name="connsiteX2" fmla="*/ 419100 w 420129"/>
              <a:gd name="connsiteY2" fmla="*/ 152400 h 394038"/>
              <a:gd name="connsiteX3" fmla="*/ 381000 w 420129"/>
              <a:gd name="connsiteY3" fmla="*/ 0 h 394038"/>
              <a:gd name="connsiteX4" fmla="*/ 381000 w 420129"/>
              <a:gd name="connsiteY4" fmla="*/ 0 h 394038"/>
              <a:gd name="connsiteX0" fmla="*/ 0 w 401668"/>
              <a:gd name="connsiteY0" fmla="*/ 393700 h 393778"/>
              <a:gd name="connsiteX1" fmla="*/ 330200 w 401668"/>
              <a:gd name="connsiteY1" fmla="*/ 355600 h 393778"/>
              <a:gd name="connsiteX2" fmla="*/ 400050 w 401668"/>
              <a:gd name="connsiteY2" fmla="*/ 215900 h 393778"/>
              <a:gd name="connsiteX3" fmla="*/ 381000 w 401668"/>
              <a:gd name="connsiteY3" fmla="*/ 0 h 393778"/>
              <a:gd name="connsiteX4" fmla="*/ 381000 w 401668"/>
              <a:gd name="connsiteY4" fmla="*/ 0 h 393778"/>
              <a:gd name="connsiteX0" fmla="*/ 0 w 409239"/>
              <a:gd name="connsiteY0" fmla="*/ 393700 h 393778"/>
              <a:gd name="connsiteX1" fmla="*/ 330200 w 409239"/>
              <a:gd name="connsiteY1" fmla="*/ 355600 h 393778"/>
              <a:gd name="connsiteX2" fmla="*/ 400050 w 409239"/>
              <a:gd name="connsiteY2" fmla="*/ 215900 h 393778"/>
              <a:gd name="connsiteX3" fmla="*/ 406400 w 409239"/>
              <a:gd name="connsiteY3" fmla="*/ 107950 h 393778"/>
              <a:gd name="connsiteX4" fmla="*/ 381000 w 409239"/>
              <a:gd name="connsiteY4" fmla="*/ 0 h 393778"/>
              <a:gd name="connsiteX5" fmla="*/ 381000 w 409239"/>
              <a:gd name="connsiteY5" fmla="*/ 0 h 393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9239" h="393778">
                <a:moveTo>
                  <a:pt x="0" y="393700"/>
                </a:moveTo>
                <a:cubicBezTo>
                  <a:pt x="130175" y="394758"/>
                  <a:pt x="263525" y="385233"/>
                  <a:pt x="330200" y="355600"/>
                </a:cubicBezTo>
                <a:cubicBezTo>
                  <a:pt x="396875" y="325967"/>
                  <a:pt x="387350" y="257175"/>
                  <a:pt x="400050" y="215900"/>
                </a:cubicBezTo>
                <a:cubicBezTo>
                  <a:pt x="412750" y="174625"/>
                  <a:pt x="409575" y="143933"/>
                  <a:pt x="406400" y="107950"/>
                </a:cubicBezTo>
                <a:cubicBezTo>
                  <a:pt x="403225" y="71967"/>
                  <a:pt x="382058" y="8467"/>
                  <a:pt x="381000" y="0"/>
                </a:cubicBezTo>
                <a:lnTo>
                  <a:pt x="381000" y="0"/>
                </a:lnTo>
              </a:path>
            </a:pathLst>
          </a:custGeom>
          <a:noFill/>
          <a:ln>
            <a:solidFill>
              <a:srgbClr val="FF0000"/>
            </a:solidFill>
            <a:prstDash val="dash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E205DE4A-8EFF-45E6-B0E9-D85ED0C9A686}"/>
              </a:ext>
            </a:extLst>
          </p:cNvPr>
          <p:cNvSpPr/>
          <p:nvPr/>
        </p:nvSpPr>
        <p:spPr>
          <a:xfrm>
            <a:off x="3390926" y="3488549"/>
            <a:ext cx="492478" cy="728534"/>
          </a:xfrm>
          <a:custGeom>
            <a:avLst/>
            <a:gdLst>
              <a:gd name="connsiteX0" fmla="*/ 451992 w 492478"/>
              <a:gd name="connsiteY0" fmla="*/ 728534 h 728534"/>
              <a:gd name="connsiteX1" fmla="*/ 477392 w 492478"/>
              <a:gd name="connsiteY1" fmla="*/ 135867 h 728534"/>
              <a:gd name="connsiteX2" fmla="*/ 248792 w 492478"/>
              <a:gd name="connsiteY2" fmla="*/ 400 h 728534"/>
              <a:gd name="connsiteX3" fmla="*/ 37125 w 492478"/>
              <a:gd name="connsiteY3" fmla="*/ 102000 h 728534"/>
              <a:gd name="connsiteX4" fmla="*/ 3258 w 492478"/>
              <a:gd name="connsiteY4" fmla="*/ 313667 h 728534"/>
              <a:gd name="connsiteX5" fmla="*/ 3258 w 492478"/>
              <a:gd name="connsiteY5" fmla="*/ 406800 h 728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2478" h="728534">
                <a:moveTo>
                  <a:pt x="451992" y="728534"/>
                </a:moveTo>
                <a:cubicBezTo>
                  <a:pt x="481625" y="492878"/>
                  <a:pt x="511259" y="257223"/>
                  <a:pt x="477392" y="135867"/>
                </a:cubicBezTo>
                <a:cubicBezTo>
                  <a:pt x="443525" y="14511"/>
                  <a:pt x="322170" y="6045"/>
                  <a:pt x="248792" y="400"/>
                </a:cubicBezTo>
                <a:cubicBezTo>
                  <a:pt x="175414" y="-5245"/>
                  <a:pt x="78047" y="49789"/>
                  <a:pt x="37125" y="102000"/>
                </a:cubicBezTo>
                <a:cubicBezTo>
                  <a:pt x="-3797" y="154211"/>
                  <a:pt x="8902" y="262867"/>
                  <a:pt x="3258" y="313667"/>
                </a:cubicBezTo>
                <a:cubicBezTo>
                  <a:pt x="-2386" y="364467"/>
                  <a:pt x="436" y="385633"/>
                  <a:pt x="3258" y="406800"/>
                </a:cubicBezTo>
              </a:path>
            </a:pathLst>
          </a:custGeom>
          <a:noFill/>
          <a:ln w="25400">
            <a:solidFill>
              <a:srgbClr val="7030A0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D0930A75-5D77-49CD-A443-BC661B0D8379}"/>
              </a:ext>
            </a:extLst>
          </p:cNvPr>
          <p:cNvSpPr/>
          <p:nvPr/>
        </p:nvSpPr>
        <p:spPr>
          <a:xfrm>
            <a:off x="4587396" y="2762988"/>
            <a:ext cx="1087685" cy="1038815"/>
          </a:xfrm>
          <a:custGeom>
            <a:avLst/>
            <a:gdLst>
              <a:gd name="connsiteX0" fmla="*/ 37446 w 1113770"/>
              <a:gd name="connsiteY0" fmla="*/ 970811 h 1041476"/>
              <a:gd name="connsiteX1" fmla="*/ 431146 w 1113770"/>
              <a:gd name="connsiteY1" fmla="*/ 793011 h 1041476"/>
              <a:gd name="connsiteX2" fmla="*/ 913746 w 1113770"/>
              <a:gd name="connsiteY2" fmla="*/ 348511 h 1041476"/>
              <a:gd name="connsiteX3" fmla="*/ 1091546 w 1113770"/>
              <a:gd name="connsiteY3" fmla="*/ 5611 h 1041476"/>
              <a:gd name="connsiteX4" fmla="*/ 1091546 w 1113770"/>
              <a:gd name="connsiteY4" fmla="*/ 158011 h 1041476"/>
              <a:gd name="connsiteX5" fmla="*/ 913746 w 1113770"/>
              <a:gd name="connsiteY5" fmla="*/ 450111 h 1041476"/>
              <a:gd name="connsiteX6" fmla="*/ 608946 w 1113770"/>
              <a:gd name="connsiteY6" fmla="*/ 754911 h 1041476"/>
              <a:gd name="connsiteX7" fmla="*/ 227946 w 1113770"/>
              <a:gd name="connsiteY7" fmla="*/ 983511 h 1041476"/>
              <a:gd name="connsiteX8" fmla="*/ 100946 w 1113770"/>
              <a:gd name="connsiteY8" fmla="*/ 1034311 h 1041476"/>
              <a:gd name="connsiteX9" fmla="*/ 24746 w 1113770"/>
              <a:gd name="connsiteY9" fmla="*/ 1034311 h 1041476"/>
              <a:gd name="connsiteX10" fmla="*/ 37446 w 1113770"/>
              <a:gd name="connsiteY10" fmla="*/ 970811 h 1041476"/>
              <a:gd name="connsiteX0" fmla="*/ 44066 w 1101340"/>
              <a:gd name="connsiteY0" fmla="*/ 970811 h 1041476"/>
              <a:gd name="connsiteX1" fmla="*/ 418716 w 1101340"/>
              <a:gd name="connsiteY1" fmla="*/ 793011 h 1041476"/>
              <a:gd name="connsiteX2" fmla="*/ 901316 w 1101340"/>
              <a:gd name="connsiteY2" fmla="*/ 348511 h 1041476"/>
              <a:gd name="connsiteX3" fmla="*/ 1079116 w 1101340"/>
              <a:gd name="connsiteY3" fmla="*/ 5611 h 1041476"/>
              <a:gd name="connsiteX4" fmla="*/ 1079116 w 1101340"/>
              <a:gd name="connsiteY4" fmla="*/ 158011 h 1041476"/>
              <a:gd name="connsiteX5" fmla="*/ 901316 w 1101340"/>
              <a:gd name="connsiteY5" fmla="*/ 450111 h 1041476"/>
              <a:gd name="connsiteX6" fmla="*/ 596516 w 1101340"/>
              <a:gd name="connsiteY6" fmla="*/ 754911 h 1041476"/>
              <a:gd name="connsiteX7" fmla="*/ 215516 w 1101340"/>
              <a:gd name="connsiteY7" fmla="*/ 983511 h 1041476"/>
              <a:gd name="connsiteX8" fmla="*/ 88516 w 1101340"/>
              <a:gd name="connsiteY8" fmla="*/ 1034311 h 1041476"/>
              <a:gd name="connsiteX9" fmla="*/ 12316 w 1101340"/>
              <a:gd name="connsiteY9" fmla="*/ 1034311 h 1041476"/>
              <a:gd name="connsiteX10" fmla="*/ 44066 w 1101340"/>
              <a:gd name="connsiteY10" fmla="*/ 970811 h 1041476"/>
              <a:gd name="connsiteX0" fmla="*/ 44848 w 1102122"/>
              <a:gd name="connsiteY0" fmla="*/ 970811 h 1041476"/>
              <a:gd name="connsiteX1" fmla="*/ 432198 w 1102122"/>
              <a:gd name="connsiteY1" fmla="*/ 773961 h 1041476"/>
              <a:gd name="connsiteX2" fmla="*/ 902098 w 1102122"/>
              <a:gd name="connsiteY2" fmla="*/ 348511 h 1041476"/>
              <a:gd name="connsiteX3" fmla="*/ 1079898 w 1102122"/>
              <a:gd name="connsiteY3" fmla="*/ 5611 h 1041476"/>
              <a:gd name="connsiteX4" fmla="*/ 1079898 w 1102122"/>
              <a:gd name="connsiteY4" fmla="*/ 158011 h 1041476"/>
              <a:gd name="connsiteX5" fmla="*/ 902098 w 1102122"/>
              <a:gd name="connsiteY5" fmla="*/ 450111 h 1041476"/>
              <a:gd name="connsiteX6" fmla="*/ 597298 w 1102122"/>
              <a:gd name="connsiteY6" fmla="*/ 754911 h 1041476"/>
              <a:gd name="connsiteX7" fmla="*/ 216298 w 1102122"/>
              <a:gd name="connsiteY7" fmla="*/ 983511 h 1041476"/>
              <a:gd name="connsiteX8" fmla="*/ 89298 w 1102122"/>
              <a:gd name="connsiteY8" fmla="*/ 1034311 h 1041476"/>
              <a:gd name="connsiteX9" fmla="*/ 13098 w 1102122"/>
              <a:gd name="connsiteY9" fmla="*/ 1034311 h 1041476"/>
              <a:gd name="connsiteX10" fmla="*/ 44848 w 1102122"/>
              <a:gd name="connsiteY10" fmla="*/ 970811 h 1041476"/>
              <a:gd name="connsiteX0" fmla="*/ 44848 w 1102122"/>
              <a:gd name="connsiteY0" fmla="*/ 970811 h 1041476"/>
              <a:gd name="connsiteX1" fmla="*/ 432198 w 1102122"/>
              <a:gd name="connsiteY1" fmla="*/ 773961 h 1041476"/>
              <a:gd name="connsiteX2" fmla="*/ 902098 w 1102122"/>
              <a:gd name="connsiteY2" fmla="*/ 348511 h 1041476"/>
              <a:gd name="connsiteX3" fmla="*/ 1079898 w 1102122"/>
              <a:gd name="connsiteY3" fmla="*/ 5611 h 1041476"/>
              <a:gd name="connsiteX4" fmla="*/ 1079898 w 1102122"/>
              <a:gd name="connsiteY4" fmla="*/ 158011 h 1041476"/>
              <a:gd name="connsiteX5" fmla="*/ 902098 w 1102122"/>
              <a:gd name="connsiteY5" fmla="*/ 450111 h 1041476"/>
              <a:gd name="connsiteX6" fmla="*/ 609998 w 1102122"/>
              <a:gd name="connsiteY6" fmla="*/ 729511 h 1041476"/>
              <a:gd name="connsiteX7" fmla="*/ 216298 w 1102122"/>
              <a:gd name="connsiteY7" fmla="*/ 983511 h 1041476"/>
              <a:gd name="connsiteX8" fmla="*/ 89298 w 1102122"/>
              <a:gd name="connsiteY8" fmla="*/ 1034311 h 1041476"/>
              <a:gd name="connsiteX9" fmla="*/ 13098 w 1102122"/>
              <a:gd name="connsiteY9" fmla="*/ 1034311 h 1041476"/>
              <a:gd name="connsiteX10" fmla="*/ 44848 w 1102122"/>
              <a:gd name="connsiteY10" fmla="*/ 970811 h 1041476"/>
              <a:gd name="connsiteX0" fmla="*/ 44848 w 1102122"/>
              <a:gd name="connsiteY0" fmla="*/ 970811 h 1041476"/>
              <a:gd name="connsiteX1" fmla="*/ 432198 w 1102122"/>
              <a:gd name="connsiteY1" fmla="*/ 773961 h 1041476"/>
              <a:gd name="connsiteX2" fmla="*/ 902098 w 1102122"/>
              <a:gd name="connsiteY2" fmla="*/ 348511 h 1041476"/>
              <a:gd name="connsiteX3" fmla="*/ 1079898 w 1102122"/>
              <a:gd name="connsiteY3" fmla="*/ 5611 h 1041476"/>
              <a:gd name="connsiteX4" fmla="*/ 1079898 w 1102122"/>
              <a:gd name="connsiteY4" fmla="*/ 158011 h 1041476"/>
              <a:gd name="connsiteX5" fmla="*/ 902098 w 1102122"/>
              <a:gd name="connsiteY5" fmla="*/ 450111 h 1041476"/>
              <a:gd name="connsiteX6" fmla="*/ 609998 w 1102122"/>
              <a:gd name="connsiteY6" fmla="*/ 729511 h 1041476"/>
              <a:gd name="connsiteX7" fmla="*/ 241698 w 1102122"/>
              <a:gd name="connsiteY7" fmla="*/ 977161 h 1041476"/>
              <a:gd name="connsiteX8" fmla="*/ 89298 w 1102122"/>
              <a:gd name="connsiteY8" fmla="*/ 1034311 h 1041476"/>
              <a:gd name="connsiteX9" fmla="*/ 13098 w 1102122"/>
              <a:gd name="connsiteY9" fmla="*/ 1034311 h 1041476"/>
              <a:gd name="connsiteX10" fmla="*/ 44848 w 1102122"/>
              <a:gd name="connsiteY10" fmla="*/ 970811 h 1041476"/>
              <a:gd name="connsiteX0" fmla="*/ 44848 w 1102122"/>
              <a:gd name="connsiteY0" fmla="*/ 970811 h 1041476"/>
              <a:gd name="connsiteX1" fmla="*/ 432198 w 1102122"/>
              <a:gd name="connsiteY1" fmla="*/ 773961 h 1041476"/>
              <a:gd name="connsiteX2" fmla="*/ 902098 w 1102122"/>
              <a:gd name="connsiteY2" fmla="*/ 348511 h 1041476"/>
              <a:gd name="connsiteX3" fmla="*/ 1079898 w 1102122"/>
              <a:gd name="connsiteY3" fmla="*/ 5611 h 1041476"/>
              <a:gd name="connsiteX4" fmla="*/ 1079898 w 1102122"/>
              <a:gd name="connsiteY4" fmla="*/ 158011 h 1041476"/>
              <a:gd name="connsiteX5" fmla="*/ 902098 w 1102122"/>
              <a:gd name="connsiteY5" fmla="*/ 450111 h 1041476"/>
              <a:gd name="connsiteX6" fmla="*/ 609998 w 1102122"/>
              <a:gd name="connsiteY6" fmla="*/ 729511 h 1041476"/>
              <a:gd name="connsiteX7" fmla="*/ 241698 w 1102122"/>
              <a:gd name="connsiteY7" fmla="*/ 977161 h 1041476"/>
              <a:gd name="connsiteX8" fmla="*/ 89298 w 1102122"/>
              <a:gd name="connsiteY8" fmla="*/ 1034311 h 1041476"/>
              <a:gd name="connsiteX9" fmla="*/ 13098 w 1102122"/>
              <a:gd name="connsiteY9" fmla="*/ 1034311 h 1041476"/>
              <a:gd name="connsiteX10" fmla="*/ 44848 w 1102122"/>
              <a:gd name="connsiteY10" fmla="*/ 970811 h 1041476"/>
              <a:gd name="connsiteX0" fmla="*/ 44848 w 1102122"/>
              <a:gd name="connsiteY0" fmla="*/ 970811 h 1041476"/>
              <a:gd name="connsiteX1" fmla="*/ 432198 w 1102122"/>
              <a:gd name="connsiteY1" fmla="*/ 773961 h 1041476"/>
              <a:gd name="connsiteX2" fmla="*/ 902098 w 1102122"/>
              <a:gd name="connsiteY2" fmla="*/ 348511 h 1041476"/>
              <a:gd name="connsiteX3" fmla="*/ 1079898 w 1102122"/>
              <a:gd name="connsiteY3" fmla="*/ 5611 h 1041476"/>
              <a:gd name="connsiteX4" fmla="*/ 1079898 w 1102122"/>
              <a:gd name="connsiteY4" fmla="*/ 158011 h 1041476"/>
              <a:gd name="connsiteX5" fmla="*/ 902098 w 1102122"/>
              <a:gd name="connsiteY5" fmla="*/ 450111 h 1041476"/>
              <a:gd name="connsiteX6" fmla="*/ 609998 w 1102122"/>
              <a:gd name="connsiteY6" fmla="*/ 729511 h 1041476"/>
              <a:gd name="connsiteX7" fmla="*/ 241698 w 1102122"/>
              <a:gd name="connsiteY7" fmla="*/ 977161 h 1041476"/>
              <a:gd name="connsiteX8" fmla="*/ 89298 w 1102122"/>
              <a:gd name="connsiteY8" fmla="*/ 1034311 h 1041476"/>
              <a:gd name="connsiteX9" fmla="*/ 13098 w 1102122"/>
              <a:gd name="connsiteY9" fmla="*/ 1034311 h 1041476"/>
              <a:gd name="connsiteX10" fmla="*/ 44848 w 1102122"/>
              <a:gd name="connsiteY10" fmla="*/ 970811 h 1041476"/>
              <a:gd name="connsiteX0" fmla="*/ 30411 w 1087685"/>
              <a:gd name="connsiteY0" fmla="*/ 970811 h 1038815"/>
              <a:gd name="connsiteX1" fmla="*/ 417761 w 1087685"/>
              <a:gd name="connsiteY1" fmla="*/ 773961 h 1038815"/>
              <a:gd name="connsiteX2" fmla="*/ 887661 w 1087685"/>
              <a:gd name="connsiteY2" fmla="*/ 348511 h 1038815"/>
              <a:gd name="connsiteX3" fmla="*/ 1065461 w 1087685"/>
              <a:gd name="connsiteY3" fmla="*/ 5611 h 1038815"/>
              <a:gd name="connsiteX4" fmla="*/ 1065461 w 1087685"/>
              <a:gd name="connsiteY4" fmla="*/ 158011 h 1038815"/>
              <a:gd name="connsiteX5" fmla="*/ 887661 w 1087685"/>
              <a:gd name="connsiteY5" fmla="*/ 450111 h 1038815"/>
              <a:gd name="connsiteX6" fmla="*/ 595561 w 1087685"/>
              <a:gd name="connsiteY6" fmla="*/ 729511 h 1038815"/>
              <a:gd name="connsiteX7" fmla="*/ 227261 w 1087685"/>
              <a:gd name="connsiteY7" fmla="*/ 977161 h 1038815"/>
              <a:gd name="connsiteX8" fmla="*/ 74861 w 1087685"/>
              <a:gd name="connsiteY8" fmla="*/ 1034311 h 1038815"/>
              <a:gd name="connsiteX9" fmla="*/ 30411 w 1087685"/>
              <a:gd name="connsiteY9" fmla="*/ 1027961 h 1038815"/>
              <a:gd name="connsiteX10" fmla="*/ 30411 w 1087685"/>
              <a:gd name="connsiteY10" fmla="*/ 970811 h 1038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7685" h="1038815">
                <a:moveTo>
                  <a:pt x="30411" y="970811"/>
                </a:moveTo>
                <a:cubicBezTo>
                  <a:pt x="94969" y="928478"/>
                  <a:pt x="274886" y="877678"/>
                  <a:pt x="417761" y="773961"/>
                </a:cubicBezTo>
                <a:cubicBezTo>
                  <a:pt x="560636" y="670244"/>
                  <a:pt x="779711" y="476569"/>
                  <a:pt x="887661" y="348511"/>
                </a:cubicBezTo>
                <a:cubicBezTo>
                  <a:pt x="995611" y="220453"/>
                  <a:pt x="1035828" y="37361"/>
                  <a:pt x="1065461" y="5611"/>
                </a:cubicBezTo>
                <a:cubicBezTo>
                  <a:pt x="1095094" y="-26139"/>
                  <a:pt x="1095094" y="83928"/>
                  <a:pt x="1065461" y="158011"/>
                </a:cubicBezTo>
                <a:cubicBezTo>
                  <a:pt x="1035828" y="232094"/>
                  <a:pt x="965978" y="354861"/>
                  <a:pt x="887661" y="450111"/>
                </a:cubicBezTo>
                <a:cubicBezTo>
                  <a:pt x="809344" y="545361"/>
                  <a:pt x="705628" y="641669"/>
                  <a:pt x="595561" y="729511"/>
                </a:cubicBezTo>
                <a:cubicBezTo>
                  <a:pt x="485494" y="817353"/>
                  <a:pt x="314044" y="926361"/>
                  <a:pt x="227261" y="977161"/>
                </a:cubicBezTo>
                <a:cubicBezTo>
                  <a:pt x="140478" y="1027961"/>
                  <a:pt x="108728" y="1025844"/>
                  <a:pt x="74861" y="1034311"/>
                </a:cubicBezTo>
                <a:cubicBezTo>
                  <a:pt x="40994" y="1042778"/>
                  <a:pt x="37819" y="1038544"/>
                  <a:pt x="30411" y="1027961"/>
                </a:cubicBezTo>
                <a:cubicBezTo>
                  <a:pt x="23003" y="1017378"/>
                  <a:pt x="-34147" y="1013144"/>
                  <a:pt x="30411" y="970811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C61E34E2-F1B0-4712-A013-710D30B7F83F}"/>
              </a:ext>
            </a:extLst>
          </p:cNvPr>
          <p:cNvSpPr/>
          <p:nvPr/>
        </p:nvSpPr>
        <p:spPr>
          <a:xfrm flipH="1">
            <a:off x="1950512" y="2881738"/>
            <a:ext cx="1173433" cy="949372"/>
          </a:xfrm>
          <a:custGeom>
            <a:avLst/>
            <a:gdLst>
              <a:gd name="connsiteX0" fmla="*/ 37446 w 1113770"/>
              <a:gd name="connsiteY0" fmla="*/ 970811 h 1041476"/>
              <a:gd name="connsiteX1" fmla="*/ 431146 w 1113770"/>
              <a:gd name="connsiteY1" fmla="*/ 793011 h 1041476"/>
              <a:gd name="connsiteX2" fmla="*/ 913746 w 1113770"/>
              <a:gd name="connsiteY2" fmla="*/ 348511 h 1041476"/>
              <a:gd name="connsiteX3" fmla="*/ 1091546 w 1113770"/>
              <a:gd name="connsiteY3" fmla="*/ 5611 h 1041476"/>
              <a:gd name="connsiteX4" fmla="*/ 1091546 w 1113770"/>
              <a:gd name="connsiteY4" fmla="*/ 158011 h 1041476"/>
              <a:gd name="connsiteX5" fmla="*/ 913746 w 1113770"/>
              <a:gd name="connsiteY5" fmla="*/ 450111 h 1041476"/>
              <a:gd name="connsiteX6" fmla="*/ 608946 w 1113770"/>
              <a:gd name="connsiteY6" fmla="*/ 754911 h 1041476"/>
              <a:gd name="connsiteX7" fmla="*/ 227946 w 1113770"/>
              <a:gd name="connsiteY7" fmla="*/ 983511 h 1041476"/>
              <a:gd name="connsiteX8" fmla="*/ 100946 w 1113770"/>
              <a:gd name="connsiteY8" fmla="*/ 1034311 h 1041476"/>
              <a:gd name="connsiteX9" fmla="*/ 24746 w 1113770"/>
              <a:gd name="connsiteY9" fmla="*/ 1034311 h 1041476"/>
              <a:gd name="connsiteX10" fmla="*/ 37446 w 1113770"/>
              <a:gd name="connsiteY10" fmla="*/ 970811 h 1041476"/>
              <a:gd name="connsiteX0" fmla="*/ 44066 w 1101340"/>
              <a:gd name="connsiteY0" fmla="*/ 970811 h 1041476"/>
              <a:gd name="connsiteX1" fmla="*/ 418716 w 1101340"/>
              <a:gd name="connsiteY1" fmla="*/ 793011 h 1041476"/>
              <a:gd name="connsiteX2" fmla="*/ 901316 w 1101340"/>
              <a:gd name="connsiteY2" fmla="*/ 348511 h 1041476"/>
              <a:gd name="connsiteX3" fmla="*/ 1079116 w 1101340"/>
              <a:gd name="connsiteY3" fmla="*/ 5611 h 1041476"/>
              <a:gd name="connsiteX4" fmla="*/ 1079116 w 1101340"/>
              <a:gd name="connsiteY4" fmla="*/ 158011 h 1041476"/>
              <a:gd name="connsiteX5" fmla="*/ 901316 w 1101340"/>
              <a:gd name="connsiteY5" fmla="*/ 450111 h 1041476"/>
              <a:gd name="connsiteX6" fmla="*/ 596516 w 1101340"/>
              <a:gd name="connsiteY6" fmla="*/ 754911 h 1041476"/>
              <a:gd name="connsiteX7" fmla="*/ 215516 w 1101340"/>
              <a:gd name="connsiteY7" fmla="*/ 983511 h 1041476"/>
              <a:gd name="connsiteX8" fmla="*/ 88516 w 1101340"/>
              <a:gd name="connsiteY8" fmla="*/ 1034311 h 1041476"/>
              <a:gd name="connsiteX9" fmla="*/ 12316 w 1101340"/>
              <a:gd name="connsiteY9" fmla="*/ 1034311 h 1041476"/>
              <a:gd name="connsiteX10" fmla="*/ 44066 w 1101340"/>
              <a:gd name="connsiteY10" fmla="*/ 970811 h 1041476"/>
              <a:gd name="connsiteX0" fmla="*/ 44848 w 1102122"/>
              <a:gd name="connsiteY0" fmla="*/ 970811 h 1041476"/>
              <a:gd name="connsiteX1" fmla="*/ 432198 w 1102122"/>
              <a:gd name="connsiteY1" fmla="*/ 773961 h 1041476"/>
              <a:gd name="connsiteX2" fmla="*/ 902098 w 1102122"/>
              <a:gd name="connsiteY2" fmla="*/ 348511 h 1041476"/>
              <a:gd name="connsiteX3" fmla="*/ 1079898 w 1102122"/>
              <a:gd name="connsiteY3" fmla="*/ 5611 h 1041476"/>
              <a:gd name="connsiteX4" fmla="*/ 1079898 w 1102122"/>
              <a:gd name="connsiteY4" fmla="*/ 158011 h 1041476"/>
              <a:gd name="connsiteX5" fmla="*/ 902098 w 1102122"/>
              <a:gd name="connsiteY5" fmla="*/ 450111 h 1041476"/>
              <a:gd name="connsiteX6" fmla="*/ 597298 w 1102122"/>
              <a:gd name="connsiteY6" fmla="*/ 754911 h 1041476"/>
              <a:gd name="connsiteX7" fmla="*/ 216298 w 1102122"/>
              <a:gd name="connsiteY7" fmla="*/ 983511 h 1041476"/>
              <a:gd name="connsiteX8" fmla="*/ 89298 w 1102122"/>
              <a:gd name="connsiteY8" fmla="*/ 1034311 h 1041476"/>
              <a:gd name="connsiteX9" fmla="*/ 13098 w 1102122"/>
              <a:gd name="connsiteY9" fmla="*/ 1034311 h 1041476"/>
              <a:gd name="connsiteX10" fmla="*/ 44848 w 1102122"/>
              <a:gd name="connsiteY10" fmla="*/ 970811 h 1041476"/>
              <a:gd name="connsiteX0" fmla="*/ 44848 w 1102122"/>
              <a:gd name="connsiteY0" fmla="*/ 970811 h 1041476"/>
              <a:gd name="connsiteX1" fmla="*/ 432198 w 1102122"/>
              <a:gd name="connsiteY1" fmla="*/ 773961 h 1041476"/>
              <a:gd name="connsiteX2" fmla="*/ 902098 w 1102122"/>
              <a:gd name="connsiteY2" fmla="*/ 348511 h 1041476"/>
              <a:gd name="connsiteX3" fmla="*/ 1079898 w 1102122"/>
              <a:gd name="connsiteY3" fmla="*/ 5611 h 1041476"/>
              <a:gd name="connsiteX4" fmla="*/ 1079898 w 1102122"/>
              <a:gd name="connsiteY4" fmla="*/ 158011 h 1041476"/>
              <a:gd name="connsiteX5" fmla="*/ 902098 w 1102122"/>
              <a:gd name="connsiteY5" fmla="*/ 450111 h 1041476"/>
              <a:gd name="connsiteX6" fmla="*/ 609998 w 1102122"/>
              <a:gd name="connsiteY6" fmla="*/ 729511 h 1041476"/>
              <a:gd name="connsiteX7" fmla="*/ 216298 w 1102122"/>
              <a:gd name="connsiteY7" fmla="*/ 983511 h 1041476"/>
              <a:gd name="connsiteX8" fmla="*/ 89298 w 1102122"/>
              <a:gd name="connsiteY8" fmla="*/ 1034311 h 1041476"/>
              <a:gd name="connsiteX9" fmla="*/ 13098 w 1102122"/>
              <a:gd name="connsiteY9" fmla="*/ 1034311 h 1041476"/>
              <a:gd name="connsiteX10" fmla="*/ 44848 w 1102122"/>
              <a:gd name="connsiteY10" fmla="*/ 970811 h 1041476"/>
              <a:gd name="connsiteX0" fmla="*/ 44848 w 1102122"/>
              <a:gd name="connsiteY0" fmla="*/ 970811 h 1041476"/>
              <a:gd name="connsiteX1" fmla="*/ 432198 w 1102122"/>
              <a:gd name="connsiteY1" fmla="*/ 773961 h 1041476"/>
              <a:gd name="connsiteX2" fmla="*/ 902098 w 1102122"/>
              <a:gd name="connsiteY2" fmla="*/ 348511 h 1041476"/>
              <a:gd name="connsiteX3" fmla="*/ 1079898 w 1102122"/>
              <a:gd name="connsiteY3" fmla="*/ 5611 h 1041476"/>
              <a:gd name="connsiteX4" fmla="*/ 1079898 w 1102122"/>
              <a:gd name="connsiteY4" fmla="*/ 158011 h 1041476"/>
              <a:gd name="connsiteX5" fmla="*/ 902098 w 1102122"/>
              <a:gd name="connsiteY5" fmla="*/ 450111 h 1041476"/>
              <a:gd name="connsiteX6" fmla="*/ 609998 w 1102122"/>
              <a:gd name="connsiteY6" fmla="*/ 729511 h 1041476"/>
              <a:gd name="connsiteX7" fmla="*/ 241698 w 1102122"/>
              <a:gd name="connsiteY7" fmla="*/ 977161 h 1041476"/>
              <a:gd name="connsiteX8" fmla="*/ 89298 w 1102122"/>
              <a:gd name="connsiteY8" fmla="*/ 1034311 h 1041476"/>
              <a:gd name="connsiteX9" fmla="*/ 13098 w 1102122"/>
              <a:gd name="connsiteY9" fmla="*/ 1034311 h 1041476"/>
              <a:gd name="connsiteX10" fmla="*/ 44848 w 1102122"/>
              <a:gd name="connsiteY10" fmla="*/ 970811 h 1041476"/>
              <a:gd name="connsiteX0" fmla="*/ 44848 w 1102122"/>
              <a:gd name="connsiteY0" fmla="*/ 970811 h 1041476"/>
              <a:gd name="connsiteX1" fmla="*/ 432198 w 1102122"/>
              <a:gd name="connsiteY1" fmla="*/ 773961 h 1041476"/>
              <a:gd name="connsiteX2" fmla="*/ 902098 w 1102122"/>
              <a:gd name="connsiteY2" fmla="*/ 348511 h 1041476"/>
              <a:gd name="connsiteX3" fmla="*/ 1079898 w 1102122"/>
              <a:gd name="connsiteY3" fmla="*/ 5611 h 1041476"/>
              <a:gd name="connsiteX4" fmla="*/ 1079898 w 1102122"/>
              <a:gd name="connsiteY4" fmla="*/ 158011 h 1041476"/>
              <a:gd name="connsiteX5" fmla="*/ 902098 w 1102122"/>
              <a:gd name="connsiteY5" fmla="*/ 450111 h 1041476"/>
              <a:gd name="connsiteX6" fmla="*/ 609998 w 1102122"/>
              <a:gd name="connsiteY6" fmla="*/ 729511 h 1041476"/>
              <a:gd name="connsiteX7" fmla="*/ 241698 w 1102122"/>
              <a:gd name="connsiteY7" fmla="*/ 977161 h 1041476"/>
              <a:gd name="connsiteX8" fmla="*/ 89298 w 1102122"/>
              <a:gd name="connsiteY8" fmla="*/ 1034311 h 1041476"/>
              <a:gd name="connsiteX9" fmla="*/ 13098 w 1102122"/>
              <a:gd name="connsiteY9" fmla="*/ 1034311 h 1041476"/>
              <a:gd name="connsiteX10" fmla="*/ 44848 w 1102122"/>
              <a:gd name="connsiteY10" fmla="*/ 970811 h 1041476"/>
              <a:gd name="connsiteX0" fmla="*/ 44848 w 1102122"/>
              <a:gd name="connsiteY0" fmla="*/ 970811 h 1041476"/>
              <a:gd name="connsiteX1" fmla="*/ 432198 w 1102122"/>
              <a:gd name="connsiteY1" fmla="*/ 773961 h 1041476"/>
              <a:gd name="connsiteX2" fmla="*/ 902098 w 1102122"/>
              <a:gd name="connsiteY2" fmla="*/ 348511 h 1041476"/>
              <a:gd name="connsiteX3" fmla="*/ 1079898 w 1102122"/>
              <a:gd name="connsiteY3" fmla="*/ 5611 h 1041476"/>
              <a:gd name="connsiteX4" fmla="*/ 1079898 w 1102122"/>
              <a:gd name="connsiteY4" fmla="*/ 158011 h 1041476"/>
              <a:gd name="connsiteX5" fmla="*/ 902098 w 1102122"/>
              <a:gd name="connsiteY5" fmla="*/ 450111 h 1041476"/>
              <a:gd name="connsiteX6" fmla="*/ 609998 w 1102122"/>
              <a:gd name="connsiteY6" fmla="*/ 729511 h 1041476"/>
              <a:gd name="connsiteX7" fmla="*/ 241698 w 1102122"/>
              <a:gd name="connsiteY7" fmla="*/ 977161 h 1041476"/>
              <a:gd name="connsiteX8" fmla="*/ 89298 w 1102122"/>
              <a:gd name="connsiteY8" fmla="*/ 1034311 h 1041476"/>
              <a:gd name="connsiteX9" fmla="*/ 13098 w 1102122"/>
              <a:gd name="connsiteY9" fmla="*/ 1034311 h 1041476"/>
              <a:gd name="connsiteX10" fmla="*/ 44848 w 1102122"/>
              <a:gd name="connsiteY10" fmla="*/ 970811 h 1041476"/>
              <a:gd name="connsiteX0" fmla="*/ 30411 w 1087685"/>
              <a:gd name="connsiteY0" fmla="*/ 970811 h 1038815"/>
              <a:gd name="connsiteX1" fmla="*/ 417761 w 1087685"/>
              <a:gd name="connsiteY1" fmla="*/ 773961 h 1038815"/>
              <a:gd name="connsiteX2" fmla="*/ 887661 w 1087685"/>
              <a:gd name="connsiteY2" fmla="*/ 348511 h 1038815"/>
              <a:gd name="connsiteX3" fmla="*/ 1065461 w 1087685"/>
              <a:gd name="connsiteY3" fmla="*/ 5611 h 1038815"/>
              <a:gd name="connsiteX4" fmla="*/ 1065461 w 1087685"/>
              <a:gd name="connsiteY4" fmla="*/ 158011 h 1038815"/>
              <a:gd name="connsiteX5" fmla="*/ 887661 w 1087685"/>
              <a:gd name="connsiteY5" fmla="*/ 450111 h 1038815"/>
              <a:gd name="connsiteX6" fmla="*/ 595561 w 1087685"/>
              <a:gd name="connsiteY6" fmla="*/ 729511 h 1038815"/>
              <a:gd name="connsiteX7" fmla="*/ 227261 w 1087685"/>
              <a:gd name="connsiteY7" fmla="*/ 977161 h 1038815"/>
              <a:gd name="connsiteX8" fmla="*/ 74861 w 1087685"/>
              <a:gd name="connsiteY8" fmla="*/ 1034311 h 1038815"/>
              <a:gd name="connsiteX9" fmla="*/ 30411 w 1087685"/>
              <a:gd name="connsiteY9" fmla="*/ 1027961 h 1038815"/>
              <a:gd name="connsiteX10" fmla="*/ 30411 w 1087685"/>
              <a:gd name="connsiteY10" fmla="*/ 970811 h 1038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7685" h="1038815">
                <a:moveTo>
                  <a:pt x="30411" y="970811"/>
                </a:moveTo>
                <a:cubicBezTo>
                  <a:pt x="94969" y="928478"/>
                  <a:pt x="274886" y="877678"/>
                  <a:pt x="417761" y="773961"/>
                </a:cubicBezTo>
                <a:cubicBezTo>
                  <a:pt x="560636" y="670244"/>
                  <a:pt x="779711" y="476569"/>
                  <a:pt x="887661" y="348511"/>
                </a:cubicBezTo>
                <a:cubicBezTo>
                  <a:pt x="995611" y="220453"/>
                  <a:pt x="1035828" y="37361"/>
                  <a:pt x="1065461" y="5611"/>
                </a:cubicBezTo>
                <a:cubicBezTo>
                  <a:pt x="1095094" y="-26139"/>
                  <a:pt x="1095094" y="83928"/>
                  <a:pt x="1065461" y="158011"/>
                </a:cubicBezTo>
                <a:cubicBezTo>
                  <a:pt x="1035828" y="232094"/>
                  <a:pt x="965978" y="354861"/>
                  <a:pt x="887661" y="450111"/>
                </a:cubicBezTo>
                <a:cubicBezTo>
                  <a:pt x="809344" y="545361"/>
                  <a:pt x="705628" y="641669"/>
                  <a:pt x="595561" y="729511"/>
                </a:cubicBezTo>
                <a:cubicBezTo>
                  <a:pt x="485494" y="817353"/>
                  <a:pt x="314044" y="926361"/>
                  <a:pt x="227261" y="977161"/>
                </a:cubicBezTo>
                <a:cubicBezTo>
                  <a:pt x="140478" y="1027961"/>
                  <a:pt x="108728" y="1025844"/>
                  <a:pt x="74861" y="1034311"/>
                </a:cubicBezTo>
                <a:cubicBezTo>
                  <a:pt x="40994" y="1042778"/>
                  <a:pt x="37819" y="1038544"/>
                  <a:pt x="30411" y="1027961"/>
                </a:cubicBezTo>
                <a:cubicBezTo>
                  <a:pt x="23003" y="1017378"/>
                  <a:pt x="-34147" y="1013144"/>
                  <a:pt x="30411" y="970811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6B217273-D384-4136-BE1A-1475BF1FBCC7}"/>
              </a:ext>
            </a:extLst>
          </p:cNvPr>
          <p:cNvSpPr/>
          <p:nvPr/>
        </p:nvSpPr>
        <p:spPr>
          <a:xfrm flipH="1">
            <a:off x="3149178" y="4049323"/>
            <a:ext cx="384409" cy="289056"/>
          </a:xfrm>
          <a:custGeom>
            <a:avLst/>
            <a:gdLst>
              <a:gd name="connsiteX0" fmla="*/ 7332 w 327372"/>
              <a:gd name="connsiteY0" fmla="*/ 0 h 198133"/>
              <a:gd name="connsiteX1" fmla="*/ 7332 w 327372"/>
              <a:gd name="connsiteY1" fmla="*/ 162560 h 198133"/>
              <a:gd name="connsiteX2" fmla="*/ 83532 w 327372"/>
              <a:gd name="connsiteY2" fmla="*/ 193040 h 198133"/>
              <a:gd name="connsiteX3" fmla="*/ 281652 w 327372"/>
              <a:gd name="connsiteY3" fmla="*/ 187960 h 198133"/>
              <a:gd name="connsiteX4" fmla="*/ 327372 w 327372"/>
              <a:gd name="connsiteY4" fmla="*/ 96520 h 198133"/>
              <a:gd name="connsiteX0" fmla="*/ 4963 w 330083"/>
              <a:gd name="connsiteY0" fmla="*/ 5080 h 101613"/>
              <a:gd name="connsiteX1" fmla="*/ 10043 w 330083"/>
              <a:gd name="connsiteY1" fmla="*/ 66040 h 101613"/>
              <a:gd name="connsiteX2" fmla="*/ 86243 w 330083"/>
              <a:gd name="connsiteY2" fmla="*/ 96520 h 101613"/>
              <a:gd name="connsiteX3" fmla="*/ 284363 w 330083"/>
              <a:gd name="connsiteY3" fmla="*/ 91440 h 101613"/>
              <a:gd name="connsiteX4" fmla="*/ 330083 w 330083"/>
              <a:gd name="connsiteY4" fmla="*/ 0 h 101613"/>
              <a:gd name="connsiteX0" fmla="*/ 2768 w 327888"/>
              <a:gd name="connsiteY0" fmla="*/ 5080 h 101370"/>
              <a:gd name="connsiteX1" fmla="*/ 14777 w 327888"/>
              <a:gd name="connsiteY1" fmla="*/ 70137 h 101370"/>
              <a:gd name="connsiteX2" fmla="*/ 84048 w 327888"/>
              <a:gd name="connsiteY2" fmla="*/ 96520 h 101370"/>
              <a:gd name="connsiteX3" fmla="*/ 282168 w 327888"/>
              <a:gd name="connsiteY3" fmla="*/ 91440 h 101370"/>
              <a:gd name="connsiteX4" fmla="*/ 327888 w 327888"/>
              <a:gd name="connsiteY4" fmla="*/ 0 h 101370"/>
              <a:gd name="connsiteX0" fmla="*/ 4616 w 329736"/>
              <a:gd name="connsiteY0" fmla="*/ 5080 h 97539"/>
              <a:gd name="connsiteX1" fmla="*/ 16625 w 329736"/>
              <a:gd name="connsiteY1" fmla="*/ 70137 h 97539"/>
              <a:gd name="connsiteX2" fmla="*/ 131628 w 329736"/>
              <a:gd name="connsiteY2" fmla="*/ 86961 h 97539"/>
              <a:gd name="connsiteX3" fmla="*/ 284016 w 329736"/>
              <a:gd name="connsiteY3" fmla="*/ 91440 h 97539"/>
              <a:gd name="connsiteX4" fmla="*/ 329736 w 329736"/>
              <a:gd name="connsiteY4" fmla="*/ 0 h 97539"/>
              <a:gd name="connsiteX0" fmla="*/ 1926 w 327046"/>
              <a:gd name="connsiteY0" fmla="*/ 5080 h 97538"/>
              <a:gd name="connsiteX1" fmla="*/ 26407 w 327046"/>
              <a:gd name="connsiteY1" fmla="*/ 70137 h 97538"/>
              <a:gd name="connsiteX2" fmla="*/ 128938 w 327046"/>
              <a:gd name="connsiteY2" fmla="*/ 86961 h 97538"/>
              <a:gd name="connsiteX3" fmla="*/ 281326 w 327046"/>
              <a:gd name="connsiteY3" fmla="*/ 91440 h 97538"/>
              <a:gd name="connsiteX4" fmla="*/ 327046 w 327046"/>
              <a:gd name="connsiteY4" fmla="*/ 0 h 97538"/>
              <a:gd name="connsiteX0" fmla="*/ 1926 w 407423"/>
              <a:gd name="connsiteY0" fmla="*/ 0 h 138317"/>
              <a:gd name="connsiteX1" fmla="*/ 26407 w 407423"/>
              <a:gd name="connsiteY1" fmla="*/ 65057 h 138317"/>
              <a:gd name="connsiteX2" fmla="*/ 128938 w 407423"/>
              <a:gd name="connsiteY2" fmla="*/ 81881 h 138317"/>
              <a:gd name="connsiteX3" fmla="*/ 281326 w 407423"/>
              <a:gd name="connsiteY3" fmla="*/ 86360 h 138317"/>
              <a:gd name="connsiteX4" fmla="*/ 407423 w 407423"/>
              <a:gd name="connsiteY4" fmla="*/ 127376 h 138317"/>
              <a:gd name="connsiteX0" fmla="*/ 1926 w 430982"/>
              <a:gd name="connsiteY0" fmla="*/ 0 h 158438"/>
              <a:gd name="connsiteX1" fmla="*/ 26407 w 430982"/>
              <a:gd name="connsiteY1" fmla="*/ 65057 h 158438"/>
              <a:gd name="connsiteX2" fmla="*/ 128938 w 430982"/>
              <a:gd name="connsiteY2" fmla="*/ 81881 h 158438"/>
              <a:gd name="connsiteX3" fmla="*/ 281326 w 430982"/>
              <a:gd name="connsiteY3" fmla="*/ 86360 h 158438"/>
              <a:gd name="connsiteX4" fmla="*/ 430982 w 430982"/>
              <a:gd name="connsiteY4" fmla="*/ 149225 h 158438"/>
              <a:gd name="connsiteX0" fmla="*/ 1926 w 438222"/>
              <a:gd name="connsiteY0" fmla="*/ 0 h 151283"/>
              <a:gd name="connsiteX1" fmla="*/ 26407 w 438222"/>
              <a:gd name="connsiteY1" fmla="*/ 65057 h 151283"/>
              <a:gd name="connsiteX2" fmla="*/ 128938 w 438222"/>
              <a:gd name="connsiteY2" fmla="*/ 81881 h 151283"/>
              <a:gd name="connsiteX3" fmla="*/ 281326 w 438222"/>
              <a:gd name="connsiteY3" fmla="*/ 86360 h 151283"/>
              <a:gd name="connsiteX4" fmla="*/ 430982 w 438222"/>
              <a:gd name="connsiteY4" fmla="*/ 149225 h 151283"/>
              <a:gd name="connsiteX0" fmla="*/ 1926 w 438222"/>
              <a:gd name="connsiteY0" fmla="*/ 0 h 149901"/>
              <a:gd name="connsiteX1" fmla="*/ 26407 w 438222"/>
              <a:gd name="connsiteY1" fmla="*/ 65057 h 149901"/>
              <a:gd name="connsiteX2" fmla="*/ 128938 w 438222"/>
              <a:gd name="connsiteY2" fmla="*/ 81881 h 149901"/>
              <a:gd name="connsiteX3" fmla="*/ 281326 w 438222"/>
              <a:gd name="connsiteY3" fmla="*/ 86360 h 149901"/>
              <a:gd name="connsiteX4" fmla="*/ 430982 w 438222"/>
              <a:gd name="connsiteY4" fmla="*/ 149225 h 149901"/>
              <a:gd name="connsiteX0" fmla="*/ 1926 w 438994"/>
              <a:gd name="connsiteY0" fmla="*/ 0 h 149980"/>
              <a:gd name="connsiteX1" fmla="*/ 26407 w 438994"/>
              <a:gd name="connsiteY1" fmla="*/ 65057 h 149980"/>
              <a:gd name="connsiteX2" fmla="*/ 128938 w 438994"/>
              <a:gd name="connsiteY2" fmla="*/ 81881 h 149980"/>
              <a:gd name="connsiteX3" fmla="*/ 297956 w 438994"/>
              <a:gd name="connsiteY3" fmla="*/ 93188 h 149980"/>
              <a:gd name="connsiteX4" fmla="*/ 430982 w 438994"/>
              <a:gd name="connsiteY4" fmla="*/ 149225 h 149980"/>
              <a:gd name="connsiteX0" fmla="*/ 1926 w 438786"/>
              <a:gd name="connsiteY0" fmla="*/ 0 h 150155"/>
              <a:gd name="connsiteX1" fmla="*/ 26407 w 438786"/>
              <a:gd name="connsiteY1" fmla="*/ 65057 h 150155"/>
              <a:gd name="connsiteX2" fmla="*/ 128938 w 438786"/>
              <a:gd name="connsiteY2" fmla="*/ 81881 h 150155"/>
              <a:gd name="connsiteX3" fmla="*/ 293799 w 438786"/>
              <a:gd name="connsiteY3" fmla="*/ 104112 h 150155"/>
              <a:gd name="connsiteX4" fmla="*/ 430982 w 438786"/>
              <a:gd name="connsiteY4" fmla="*/ 149225 h 150155"/>
              <a:gd name="connsiteX0" fmla="*/ 1926 w 454789"/>
              <a:gd name="connsiteY0" fmla="*/ 0 h 204318"/>
              <a:gd name="connsiteX1" fmla="*/ 26407 w 454789"/>
              <a:gd name="connsiteY1" fmla="*/ 65057 h 204318"/>
              <a:gd name="connsiteX2" fmla="*/ 128938 w 454789"/>
              <a:gd name="connsiteY2" fmla="*/ 81881 h 204318"/>
              <a:gd name="connsiteX3" fmla="*/ 293799 w 454789"/>
              <a:gd name="connsiteY3" fmla="*/ 104112 h 204318"/>
              <a:gd name="connsiteX4" fmla="*/ 447612 w 454789"/>
              <a:gd name="connsiteY4" fmla="*/ 203846 h 204318"/>
              <a:gd name="connsiteX0" fmla="*/ 1926 w 466852"/>
              <a:gd name="connsiteY0" fmla="*/ 0 h 198881"/>
              <a:gd name="connsiteX1" fmla="*/ 26407 w 466852"/>
              <a:gd name="connsiteY1" fmla="*/ 65057 h 198881"/>
              <a:gd name="connsiteX2" fmla="*/ 128938 w 466852"/>
              <a:gd name="connsiteY2" fmla="*/ 81881 h 198881"/>
              <a:gd name="connsiteX3" fmla="*/ 293799 w 466852"/>
              <a:gd name="connsiteY3" fmla="*/ 104112 h 198881"/>
              <a:gd name="connsiteX4" fmla="*/ 460084 w 466852"/>
              <a:gd name="connsiteY4" fmla="*/ 198384 h 198881"/>
              <a:gd name="connsiteX0" fmla="*/ 1926 w 468799"/>
              <a:gd name="connsiteY0" fmla="*/ 0 h 198384"/>
              <a:gd name="connsiteX1" fmla="*/ 26407 w 468799"/>
              <a:gd name="connsiteY1" fmla="*/ 65057 h 198384"/>
              <a:gd name="connsiteX2" fmla="*/ 128938 w 468799"/>
              <a:gd name="connsiteY2" fmla="*/ 81881 h 198384"/>
              <a:gd name="connsiteX3" fmla="*/ 293799 w 468799"/>
              <a:gd name="connsiteY3" fmla="*/ 104112 h 198384"/>
              <a:gd name="connsiteX4" fmla="*/ 460084 w 468799"/>
              <a:gd name="connsiteY4" fmla="*/ 198384 h 198384"/>
              <a:gd name="connsiteX0" fmla="*/ 1926 w 461385"/>
              <a:gd name="connsiteY0" fmla="*/ 0 h 209166"/>
              <a:gd name="connsiteX1" fmla="*/ 26407 w 461385"/>
              <a:gd name="connsiteY1" fmla="*/ 65057 h 209166"/>
              <a:gd name="connsiteX2" fmla="*/ 128938 w 461385"/>
              <a:gd name="connsiteY2" fmla="*/ 81881 h 209166"/>
              <a:gd name="connsiteX3" fmla="*/ 293799 w 461385"/>
              <a:gd name="connsiteY3" fmla="*/ 104112 h 209166"/>
              <a:gd name="connsiteX4" fmla="*/ 460084 w 461385"/>
              <a:gd name="connsiteY4" fmla="*/ 198384 h 209166"/>
              <a:gd name="connsiteX0" fmla="*/ 1926 w 491671"/>
              <a:gd name="connsiteY0" fmla="*/ 0 h 204030"/>
              <a:gd name="connsiteX1" fmla="*/ 26407 w 491671"/>
              <a:gd name="connsiteY1" fmla="*/ 65057 h 204030"/>
              <a:gd name="connsiteX2" fmla="*/ 128938 w 491671"/>
              <a:gd name="connsiteY2" fmla="*/ 81881 h 204030"/>
              <a:gd name="connsiteX3" fmla="*/ 293799 w 491671"/>
              <a:gd name="connsiteY3" fmla="*/ 104112 h 204030"/>
              <a:gd name="connsiteX4" fmla="*/ 490572 w 491671"/>
              <a:gd name="connsiteY4" fmla="*/ 192922 h 204030"/>
              <a:gd name="connsiteX0" fmla="*/ 1926 w 499403"/>
              <a:gd name="connsiteY0" fmla="*/ 0 h 196812"/>
              <a:gd name="connsiteX1" fmla="*/ 26407 w 499403"/>
              <a:gd name="connsiteY1" fmla="*/ 65057 h 196812"/>
              <a:gd name="connsiteX2" fmla="*/ 128938 w 499403"/>
              <a:gd name="connsiteY2" fmla="*/ 81881 h 196812"/>
              <a:gd name="connsiteX3" fmla="*/ 293799 w 499403"/>
              <a:gd name="connsiteY3" fmla="*/ 104112 h 196812"/>
              <a:gd name="connsiteX4" fmla="*/ 490572 w 499403"/>
              <a:gd name="connsiteY4" fmla="*/ 192922 h 196812"/>
              <a:gd name="connsiteX0" fmla="*/ 1926 w 498649"/>
              <a:gd name="connsiteY0" fmla="*/ 0 h 192922"/>
              <a:gd name="connsiteX1" fmla="*/ 26407 w 498649"/>
              <a:gd name="connsiteY1" fmla="*/ 65057 h 192922"/>
              <a:gd name="connsiteX2" fmla="*/ 128938 w 498649"/>
              <a:gd name="connsiteY2" fmla="*/ 81881 h 192922"/>
              <a:gd name="connsiteX3" fmla="*/ 293799 w 498649"/>
              <a:gd name="connsiteY3" fmla="*/ 104112 h 192922"/>
              <a:gd name="connsiteX4" fmla="*/ 490572 w 498649"/>
              <a:gd name="connsiteY4" fmla="*/ 192922 h 192922"/>
              <a:gd name="connsiteX0" fmla="*/ 1926 w 495846"/>
              <a:gd name="connsiteY0" fmla="*/ 0 h 207421"/>
              <a:gd name="connsiteX1" fmla="*/ 26407 w 495846"/>
              <a:gd name="connsiteY1" fmla="*/ 65057 h 207421"/>
              <a:gd name="connsiteX2" fmla="*/ 128938 w 495846"/>
              <a:gd name="connsiteY2" fmla="*/ 81881 h 207421"/>
              <a:gd name="connsiteX3" fmla="*/ 293799 w 495846"/>
              <a:gd name="connsiteY3" fmla="*/ 104112 h 207421"/>
              <a:gd name="connsiteX4" fmla="*/ 490572 w 495846"/>
              <a:gd name="connsiteY4" fmla="*/ 192922 h 207421"/>
              <a:gd name="connsiteX0" fmla="*/ 1926 w 495846"/>
              <a:gd name="connsiteY0" fmla="*/ 0 h 207421"/>
              <a:gd name="connsiteX1" fmla="*/ 26407 w 495846"/>
              <a:gd name="connsiteY1" fmla="*/ 65057 h 207421"/>
              <a:gd name="connsiteX2" fmla="*/ 128938 w 495846"/>
              <a:gd name="connsiteY2" fmla="*/ 81881 h 207421"/>
              <a:gd name="connsiteX3" fmla="*/ 293799 w 495846"/>
              <a:gd name="connsiteY3" fmla="*/ 104112 h 207421"/>
              <a:gd name="connsiteX4" fmla="*/ 490572 w 495846"/>
              <a:gd name="connsiteY4" fmla="*/ 192922 h 207421"/>
              <a:gd name="connsiteX0" fmla="*/ 4291 w 498211"/>
              <a:gd name="connsiteY0" fmla="*/ 0 h 207421"/>
              <a:gd name="connsiteX1" fmla="*/ 28772 w 498211"/>
              <a:gd name="connsiteY1" fmla="*/ 65057 h 207421"/>
              <a:gd name="connsiteX2" fmla="*/ 131303 w 498211"/>
              <a:gd name="connsiteY2" fmla="*/ 81881 h 207421"/>
              <a:gd name="connsiteX3" fmla="*/ 296164 w 498211"/>
              <a:gd name="connsiteY3" fmla="*/ 104112 h 207421"/>
              <a:gd name="connsiteX4" fmla="*/ 492937 w 498211"/>
              <a:gd name="connsiteY4" fmla="*/ 192922 h 207421"/>
              <a:gd name="connsiteX0" fmla="*/ 5189 w 499109"/>
              <a:gd name="connsiteY0" fmla="*/ 0 h 207421"/>
              <a:gd name="connsiteX1" fmla="*/ 26898 w 499109"/>
              <a:gd name="connsiteY1" fmla="*/ 69154 h 207421"/>
              <a:gd name="connsiteX2" fmla="*/ 132201 w 499109"/>
              <a:gd name="connsiteY2" fmla="*/ 81881 h 207421"/>
              <a:gd name="connsiteX3" fmla="*/ 297062 w 499109"/>
              <a:gd name="connsiteY3" fmla="*/ 104112 h 207421"/>
              <a:gd name="connsiteX4" fmla="*/ 493835 w 499109"/>
              <a:gd name="connsiteY4" fmla="*/ 192922 h 207421"/>
              <a:gd name="connsiteX0" fmla="*/ 5699 w 499619"/>
              <a:gd name="connsiteY0" fmla="*/ 0 h 207421"/>
              <a:gd name="connsiteX1" fmla="*/ 26022 w 499619"/>
              <a:gd name="connsiteY1" fmla="*/ 66423 h 207421"/>
              <a:gd name="connsiteX2" fmla="*/ 132711 w 499619"/>
              <a:gd name="connsiteY2" fmla="*/ 81881 h 207421"/>
              <a:gd name="connsiteX3" fmla="*/ 297572 w 499619"/>
              <a:gd name="connsiteY3" fmla="*/ 104112 h 207421"/>
              <a:gd name="connsiteX4" fmla="*/ 494345 w 499619"/>
              <a:gd name="connsiteY4" fmla="*/ 192922 h 207421"/>
              <a:gd name="connsiteX0" fmla="*/ 7044 w 500964"/>
              <a:gd name="connsiteY0" fmla="*/ 0 h 207421"/>
              <a:gd name="connsiteX1" fmla="*/ 27367 w 500964"/>
              <a:gd name="connsiteY1" fmla="*/ 66423 h 207421"/>
              <a:gd name="connsiteX2" fmla="*/ 134056 w 500964"/>
              <a:gd name="connsiteY2" fmla="*/ 81881 h 207421"/>
              <a:gd name="connsiteX3" fmla="*/ 298917 w 500964"/>
              <a:gd name="connsiteY3" fmla="*/ 104112 h 207421"/>
              <a:gd name="connsiteX4" fmla="*/ 495690 w 500964"/>
              <a:gd name="connsiteY4" fmla="*/ 192922 h 207421"/>
              <a:gd name="connsiteX0" fmla="*/ 7044 w 500964"/>
              <a:gd name="connsiteY0" fmla="*/ 0 h 207421"/>
              <a:gd name="connsiteX1" fmla="*/ 27367 w 500964"/>
              <a:gd name="connsiteY1" fmla="*/ 66423 h 207421"/>
              <a:gd name="connsiteX2" fmla="*/ 134056 w 500964"/>
              <a:gd name="connsiteY2" fmla="*/ 81881 h 207421"/>
              <a:gd name="connsiteX3" fmla="*/ 298917 w 500964"/>
              <a:gd name="connsiteY3" fmla="*/ 104112 h 207421"/>
              <a:gd name="connsiteX4" fmla="*/ 495690 w 500964"/>
              <a:gd name="connsiteY4" fmla="*/ 192922 h 207421"/>
              <a:gd name="connsiteX0" fmla="*/ 1704 w 495624"/>
              <a:gd name="connsiteY0" fmla="*/ 0 h 207421"/>
              <a:gd name="connsiteX1" fmla="*/ 22027 w 495624"/>
              <a:gd name="connsiteY1" fmla="*/ 66423 h 207421"/>
              <a:gd name="connsiteX2" fmla="*/ 128716 w 495624"/>
              <a:gd name="connsiteY2" fmla="*/ 81881 h 207421"/>
              <a:gd name="connsiteX3" fmla="*/ 293577 w 495624"/>
              <a:gd name="connsiteY3" fmla="*/ 104112 h 207421"/>
              <a:gd name="connsiteX4" fmla="*/ 490350 w 495624"/>
              <a:gd name="connsiteY4" fmla="*/ 192922 h 207421"/>
              <a:gd name="connsiteX0" fmla="*/ 1704 w 378912"/>
              <a:gd name="connsiteY0" fmla="*/ 0 h 171399"/>
              <a:gd name="connsiteX1" fmla="*/ 22027 w 378912"/>
              <a:gd name="connsiteY1" fmla="*/ 66423 h 171399"/>
              <a:gd name="connsiteX2" fmla="*/ 128716 w 378912"/>
              <a:gd name="connsiteY2" fmla="*/ 81881 h 171399"/>
              <a:gd name="connsiteX3" fmla="*/ 293577 w 378912"/>
              <a:gd name="connsiteY3" fmla="*/ 104112 h 171399"/>
              <a:gd name="connsiteX4" fmla="*/ 368398 w 378912"/>
              <a:gd name="connsiteY4" fmla="*/ 153322 h 171399"/>
              <a:gd name="connsiteX0" fmla="*/ 1704 w 461854"/>
              <a:gd name="connsiteY0" fmla="*/ 0 h 176266"/>
              <a:gd name="connsiteX1" fmla="*/ 22027 w 461854"/>
              <a:gd name="connsiteY1" fmla="*/ 66423 h 176266"/>
              <a:gd name="connsiteX2" fmla="*/ 128716 w 461854"/>
              <a:gd name="connsiteY2" fmla="*/ 81881 h 176266"/>
              <a:gd name="connsiteX3" fmla="*/ 293577 w 461854"/>
              <a:gd name="connsiteY3" fmla="*/ 104112 h 176266"/>
              <a:gd name="connsiteX4" fmla="*/ 455704 w 461854"/>
              <a:gd name="connsiteY4" fmla="*/ 158784 h 176266"/>
              <a:gd name="connsiteX0" fmla="*/ 1704 w 455704"/>
              <a:gd name="connsiteY0" fmla="*/ 0 h 158784"/>
              <a:gd name="connsiteX1" fmla="*/ 22027 w 455704"/>
              <a:gd name="connsiteY1" fmla="*/ 66423 h 158784"/>
              <a:gd name="connsiteX2" fmla="*/ 128716 w 455704"/>
              <a:gd name="connsiteY2" fmla="*/ 81881 h 158784"/>
              <a:gd name="connsiteX3" fmla="*/ 293577 w 455704"/>
              <a:gd name="connsiteY3" fmla="*/ 104112 h 158784"/>
              <a:gd name="connsiteX4" fmla="*/ 455704 w 455704"/>
              <a:gd name="connsiteY4" fmla="*/ 158784 h 158784"/>
              <a:gd name="connsiteX0" fmla="*/ 1704 w 455704"/>
              <a:gd name="connsiteY0" fmla="*/ 0 h 158784"/>
              <a:gd name="connsiteX1" fmla="*/ 22027 w 455704"/>
              <a:gd name="connsiteY1" fmla="*/ 66423 h 158784"/>
              <a:gd name="connsiteX2" fmla="*/ 128716 w 455704"/>
              <a:gd name="connsiteY2" fmla="*/ 81881 h 158784"/>
              <a:gd name="connsiteX3" fmla="*/ 160539 w 455704"/>
              <a:gd name="connsiteY3" fmla="*/ 82264 h 158784"/>
              <a:gd name="connsiteX4" fmla="*/ 455704 w 455704"/>
              <a:gd name="connsiteY4" fmla="*/ 158784 h 158784"/>
              <a:gd name="connsiteX0" fmla="*/ 1704 w 195171"/>
              <a:gd name="connsiteY0" fmla="*/ 0 h 90508"/>
              <a:gd name="connsiteX1" fmla="*/ 22027 w 195171"/>
              <a:gd name="connsiteY1" fmla="*/ 66423 h 90508"/>
              <a:gd name="connsiteX2" fmla="*/ 128716 w 195171"/>
              <a:gd name="connsiteY2" fmla="*/ 81881 h 90508"/>
              <a:gd name="connsiteX3" fmla="*/ 160539 w 195171"/>
              <a:gd name="connsiteY3" fmla="*/ 82264 h 90508"/>
              <a:gd name="connsiteX4" fmla="*/ 195171 w 195171"/>
              <a:gd name="connsiteY4" fmla="*/ 90508 h 90508"/>
              <a:gd name="connsiteX0" fmla="*/ 1648 w 195115"/>
              <a:gd name="connsiteY0" fmla="*/ 0 h 90508"/>
              <a:gd name="connsiteX1" fmla="*/ 21971 w 195115"/>
              <a:gd name="connsiteY1" fmla="*/ 66423 h 90508"/>
              <a:gd name="connsiteX2" fmla="*/ 82928 w 195115"/>
              <a:gd name="connsiteY2" fmla="*/ 77784 h 90508"/>
              <a:gd name="connsiteX3" fmla="*/ 160483 w 195115"/>
              <a:gd name="connsiteY3" fmla="*/ 82264 h 90508"/>
              <a:gd name="connsiteX4" fmla="*/ 195115 w 195115"/>
              <a:gd name="connsiteY4" fmla="*/ 90508 h 90508"/>
              <a:gd name="connsiteX0" fmla="*/ 1648 w 195115"/>
              <a:gd name="connsiteY0" fmla="*/ 0 h 90508"/>
              <a:gd name="connsiteX1" fmla="*/ 21971 w 195115"/>
              <a:gd name="connsiteY1" fmla="*/ 66423 h 90508"/>
              <a:gd name="connsiteX2" fmla="*/ 82928 w 195115"/>
              <a:gd name="connsiteY2" fmla="*/ 77784 h 90508"/>
              <a:gd name="connsiteX3" fmla="*/ 123066 w 195115"/>
              <a:gd name="connsiteY3" fmla="*/ 80898 h 90508"/>
              <a:gd name="connsiteX4" fmla="*/ 195115 w 195115"/>
              <a:gd name="connsiteY4" fmla="*/ 90508 h 90508"/>
              <a:gd name="connsiteX0" fmla="*/ 1648 w 146611"/>
              <a:gd name="connsiteY0" fmla="*/ 0 h 80949"/>
              <a:gd name="connsiteX1" fmla="*/ 21971 w 146611"/>
              <a:gd name="connsiteY1" fmla="*/ 66423 h 80949"/>
              <a:gd name="connsiteX2" fmla="*/ 82928 w 146611"/>
              <a:gd name="connsiteY2" fmla="*/ 77784 h 80949"/>
              <a:gd name="connsiteX3" fmla="*/ 123066 w 146611"/>
              <a:gd name="connsiteY3" fmla="*/ 80898 h 80949"/>
              <a:gd name="connsiteX4" fmla="*/ 146611 w 146611"/>
              <a:gd name="connsiteY4" fmla="*/ 80949 h 80949"/>
              <a:gd name="connsiteX0" fmla="*/ 1410 w 146373"/>
              <a:gd name="connsiteY0" fmla="*/ 0 h 80949"/>
              <a:gd name="connsiteX1" fmla="*/ 21733 w 146373"/>
              <a:gd name="connsiteY1" fmla="*/ 66423 h 80949"/>
              <a:gd name="connsiteX2" fmla="*/ 61903 w 146373"/>
              <a:gd name="connsiteY2" fmla="*/ 73687 h 80949"/>
              <a:gd name="connsiteX3" fmla="*/ 122828 w 146373"/>
              <a:gd name="connsiteY3" fmla="*/ 80898 h 80949"/>
              <a:gd name="connsiteX4" fmla="*/ 146373 w 146373"/>
              <a:gd name="connsiteY4" fmla="*/ 80949 h 80949"/>
              <a:gd name="connsiteX0" fmla="*/ 1410 w 146373"/>
              <a:gd name="connsiteY0" fmla="*/ 0 h 83662"/>
              <a:gd name="connsiteX1" fmla="*/ 21733 w 146373"/>
              <a:gd name="connsiteY1" fmla="*/ 66423 h 83662"/>
              <a:gd name="connsiteX2" fmla="*/ 61903 w 146373"/>
              <a:gd name="connsiteY2" fmla="*/ 73687 h 83662"/>
              <a:gd name="connsiteX3" fmla="*/ 77096 w 146373"/>
              <a:gd name="connsiteY3" fmla="*/ 83629 h 83662"/>
              <a:gd name="connsiteX4" fmla="*/ 146373 w 146373"/>
              <a:gd name="connsiteY4" fmla="*/ 80949 h 83662"/>
              <a:gd name="connsiteX0" fmla="*/ 1410 w 146373"/>
              <a:gd name="connsiteY0" fmla="*/ 0 h 85616"/>
              <a:gd name="connsiteX1" fmla="*/ 21733 w 146373"/>
              <a:gd name="connsiteY1" fmla="*/ 66423 h 85616"/>
              <a:gd name="connsiteX2" fmla="*/ 61903 w 146373"/>
              <a:gd name="connsiteY2" fmla="*/ 73687 h 85616"/>
              <a:gd name="connsiteX3" fmla="*/ 77096 w 146373"/>
              <a:gd name="connsiteY3" fmla="*/ 83629 h 85616"/>
              <a:gd name="connsiteX4" fmla="*/ 146373 w 146373"/>
              <a:gd name="connsiteY4" fmla="*/ 80949 h 85616"/>
              <a:gd name="connsiteX0" fmla="*/ 1410 w 146373"/>
              <a:gd name="connsiteY0" fmla="*/ 0 h 85059"/>
              <a:gd name="connsiteX1" fmla="*/ 21733 w 146373"/>
              <a:gd name="connsiteY1" fmla="*/ 66423 h 85059"/>
              <a:gd name="connsiteX2" fmla="*/ 61903 w 146373"/>
              <a:gd name="connsiteY2" fmla="*/ 73687 h 85059"/>
              <a:gd name="connsiteX3" fmla="*/ 81254 w 146373"/>
              <a:gd name="connsiteY3" fmla="*/ 82264 h 85059"/>
              <a:gd name="connsiteX4" fmla="*/ 146373 w 146373"/>
              <a:gd name="connsiteY4" fmla="*/ 80949 h 85059"/>
              <a:gd name="connsiteX0" fmla="*/ 1410 w 146373"/>
              <a:gd name="connsiteY0" fmla="*/ 0 h 85617"/>
              <a:gd name="connsiteX1" fmla="*/ 21733 w 146373"/>
              <a:gd name="connsiteY1" fmla="*/ 66423 h 85617"/>
              <a:gd name="connsiteX2" fmla="*/ 61903 w 146373"/>
              <a:gd name="connsiteY2" fmla="*/ 73687 h 85617"/>
              <a:gd name="connsiteX3" fmla="*/ 96498 w 146373"/>
              <a:gd name="connsiteY3" fmla="*/ 83630 h 85617"/>
              <a:gd name="connsiteX4" fmla="*/ 146373 w 146373"/>
              <a:gd name="connsiteY4" fmla="*/ 80949 h 85617"/>
              <a:gd name="connsiteX0" fmla="*/ 1410 w 146373"/>
              <a:gd name="connsiteY0" fmla="*/ 0 h 86652"/>
              <a:gd name="connsiteX1" fmla="*/ 21733 w 146373"/>
              <a:gd name="connsiteY1" fmla="*/ 66423 h 86652"/>
              <a:gd name="connsiteX2" fmla="*/ 61903 w 146373"/>
              <a:gd name="connsiteY2" fmla="*/ 73687 h 86652"/>
              <a:gd name="connsiteX3" fmla="*/ 96498 w 146373"/>
              <a:gd name="connsiteY3" fmla="*/ 83630 h 86652"/>
              <a:gd name="connsiteX4" fmla="*/ 146373 w 146373"/>
              <a:gd name="connsiteY4" fmla="*/ 80949 h 86652"/>
              <a:gd name="connsiteX0" fmla="*/ 1283 w 146246"/>
              <a:gd name="connsiteY0" fmla="*/ 0 h 85537"/>
              <a:gd name="connsiteX1" fmla="*/ 21606 w 146246"/>
              <a:gd name="connsiteY1" fmla="*/ 66423 h 85537"/>
              <a:gd name="connsiteX2" fmla="*/ 47918 w 146246"/>
              <a:gd name="connsiteY2" fmla="*/ 75053 h 85537"/>
              <a:gd name="connsiteX3" fmla="*/ 96371 w 146246"/>
              <a:gd name="connsiteY3" fmla="*/ 83630 h 85537"/>
              <a:gd name="connsiteX4" fmla="*/ 146246 w 146246"/>
              <a:gd name="connsiteY4" fmla="*/ 80949 h 85537"/>
              <a:gd name="connsiteX0" fmla="*/ 2120 w 147083"/>
              <a:gd name="connsiteY0" fmla="*/ 0 h 85537"/>
              <a:gd name="connsiteX1" fmla="*/ 12742 w 147083"/>
              <a:gd name="connsiteY1" fmla="*/ 58230 h 85537"/>
              <a:gd name="connsiteX2" fmla="*/ 48755 w 147083"/>
              <a:gd name="connsiteY2" fmla="*/ 75053 h 85537"/>
              <a:gd name="connsiteX3" fmla="*/ 97208 w 147083"/>
              <a:gd name="connsiteY3" fmla="*/ 83630 h 85537"/>
              <a:gd name="connsiteX4" fmla="*/ 147083 w 147083"/>
              <a:gd name="connsiteY4" fmla="*/ 80949 h 85537"/>
              <a:gd name="connsiteX0" fmla="*/ 2120 w 147083"/>
              <a:gd name="connsiteY0" fmla="*/ 0 h 83907"/>
              <a:gd name="connsiteX1" fmla="*/ 12742 w 147083"/>
              <a:gd name="connsiteY1" fmla="*/ 58230 h 83907"/>
              <a:gd name="connsiteX2" fmla="*/ 48755 w 147083"/>
              <a:gd name="connsiteY2" fmla="*/ 75053 h 83907"/>
              <a:gd name="connsiteX3" fmla="*/ 90279 w 147083"/>
              <a:gd name="connsiteY3" fmla="*/ 78168 h 83907"/>
              <a:gd name="connsiteX4" fmla="*/ 147083 w 147083"/>
              <a:gd name="connsiteY4" fmla="*/ 80949 h 83907"/>
              <a:gd name="connsiteX0" fmla="*/ 1933 w 146896"/>
              <a:gd name="connsiteY0" fmla="*/ 0 h 83907"/>
              <a:gd name="connsiteX1" fmla="*/ 12555 w 146896"/>
              <a:gd name="connsiteY1" fmla="*/ 58230 h 83907"/>
              <a:gd name="connsiteX2" fmla="*/ 38867 w 146896"/>
              <a:gd name="connsiteY2" fmla="*/ 75053 h 83907"/>
              <a:gd name="connsiteX3" fmla="*/ 90092 w 146896"/>
              <a:gd name="connsiteY3" fmla="*/ 78168 h 83907"/>
              <a:gd name="connsiteX4" fmla="*/ 146896 w 146896"/>
              <a:gd name="connsiteY4" fmla="*/ 80949 h 83907"/>
              <a:gd name="connsiteX0" fmla="*/ 2877 w 147840"/>
              <a:gd name="connsiteY0" fmla="*/ 0 h 83907"/>
              <a:gd name="connsiteX1" fmla="*/ 7956 w 147840"/>
              <a:gd name="connsiteY1" fmla="*/ 43209 h 83907"/>
              <a:gd name="connsiteX2" fmla="*/ 39811 w 147840"/>
              <a:gd name="connsiteY2" fmla="*/ 75053 h 83907"/>
              <a:gd name="connsiteX3" fmla="*/ 91036 w 147840"/>
              <a:gd name="connsiteY3" fmla="*/ 78168 h 83907"/>
              <a:gd name="connsiteX4" fmla="*/ 147840 w 147840"/>
              <a:gd name="connsiteY4" fmla="*/ 80949 h 83907"/>
              <a:gd name="connsiteX0" fmla="*/ 2877 w 124281"/>
              <a:gd name="connsiteY0" fmla="*/ 0 h 83907"/>
              <a:gd name="connsiteX1" fmla="*/ 7956 w 124281"/>
              <a:gd name="connsiteY1" fmla="*/ 43209 h 83907"/>
              <a:gd name="connsiteX2" fmla="*/ 39811 w 124281"/>
              <a:gd name="connsiteY2" fmla="*/ 75053 h 83907"/>
              <a:gd name="connsiteX3" fmla="*/ 91036 w 124281"/>
              <a:gd name="connsiteY3" fmla="*/ 78168 h 83907"/>
              <a:gd name="connsiteX4" fmla="*/ 124281 w 124281"/>
              <a:gd name="connsiteY4" fmla="*/ 80949 h 83907"/>
              <a:gd name="connsiteX0" fmla="*/ 2877 w 124281"/>
              <a:gd name="connsiteY0" fmla="*/ 0 h 80949"/>
              <a:gd name="connsiteX1" fmla="*/ 7956 w 124281"/>
              <a:gd name="connsiteY1" fmla="*/ 43209 h 80949"/>
              <a:gd name="connsiteX2" fmla="*/ 39811 w 124281"/>
              <a:gd name="connsiteY2" fmla="*/ 75053 h 80949"/>
              <a:gd name="connsiteX3" fmla="*/ 91036 w 124281"/>
              <a:gd name="connsiteY3" fmla="*/ 78168 h 80949"/>
              <a:gd name="connsiteX4" fmla="*/ 124281 w 124281"/>
              <a:gd name="connsiteY4" fmla="*/ 80949 h 80949"/>
              <a:gd name="connsiteX0" fmla="*/ 9076 w 130480"/>
              <a:gd name="connsiteY0" fmla="*/ 0 h 80949"/>
              <a:gd name="connsiteX1" fmla="*/ 14155 w 130480"/>
              <a:gd name="connsiteY1" fmla="*/ 43209 h 80949"/>
              <a:gd name="connsiteX2" fmla="*/ 46010 w 130480"/>
              <a:gd name="connsiteY2" fmla="*/ 75053 h 80949"/>
              <a:gd name="connsiteX3" fmla="*/ 97235 w 130480"/>
              <a:gd name="connsiteY3" fmla="*/ 78168 h 80949"/>
              <a:gd name="connsiteX4" fmla="*/ 130480 w 130480"/>
              <a:gd name="connsiteY4" fmla="*/ 80949 h 80949"/>
              <a:gd name="connsiteX0" fmla="*/ 4218 w 125622"/>
              <a:gd name="connsiteY0" fmla="*/ 0 h 80949"/>
              <a:gd name="connsiteX1" fmla="*/ 9297 w 125622"/>
              <a:gd name="connsiteY1" fmla="*/ 43209 h 80949"/>
              <a:gd name="connsiteX2" fmla="*/ 41152 w 125622"/>
              <a:gd name="connsiteY2" fmla="*/ 75053 h 80949"/>
              <a:gd name="connsiteX3" fmla="*/ 92377 w 125622"/>
              <a:gd name="connsiteY3" fmla="*/ 78168 h 80949"/>
              <a:gd name="connsiteX4" fmla="*/ 125622 w 125622"/>
              <a:gd name="connsiteY4" fmla="*/ 80949 h 80949"/>
              <a:gd name="connsiteX0" fmla="*/ 9537 w 130941"/>
              <a:gd name="connsiteY0" fmla="*/ 0 h 80949"/>
              <a:gd name="connsiteX1" fmla="*/ 14616 w 130941"/>
              <a:gd name="connsiteY1" fmla="*/ 43209 h 80949"/>
              <a:gd name="connsiteX2" fmla="*/ 46471 w 130941"/>
              <a:gd name="connsiteY2" fmla="*/ 75053 h 80949"/>
              <a:gd name="connsiteX3" fmla="*/ 97696 w 130941"/>
              <a:gd name="connsiteY3" fmla="*/ 78168 h 80949"/>
              <a:gd name="connsiteX4" fmla="*/ 130941 w 130941"/>
              <a:gd name="connsiteY4" fmla="*/ 80949 h 80949"/>
              <a:gd name="connsiteX0" fmla="*/ 5597 w 127001"/>
              <a:gd name="connsiteY0" fmla="*/ 0 h 80949"/>
              <a:gd name="connsiteX1" fmla="*/ 18991 w 127001"/>
              <a:gd name="connsiteY1" fmla="*/ 43209 h 80949"/>
              <a:gd name="connsiteX2" fmla="*/ 42531 w 127001"/>
              <a:gd name="connsiteY2" fmla="*/ 75053 h 80949"/>
              <a:gd name="connsiteX3" fmla="*/ 93756 w 127001"/>
              <a:gd name="connsiteY3" fmla="*/ 78168 h 80949"/>
              <a:gd name="connsiteX4" fmla="*/ 127001 w 127001"/>
              <a:gd name="connsiteY4" fmla="*/ 80949 h 80949"/>
              <a:gd name="connsiteX0" fmla="*/ 2169 w 123573"/>
              <a:gd name="connsiteY0" fmla="*/ 0 h 93239"/>
              <a:gd name="connsiteX1" fmla="*/ 15563 w 123573"/>
              <a:gd name="connsiteY1" fmla="*/ 55499 h 93239"/>
              <a:gd name="connsiteX2" fmla="*/ 39103 w 123573"/>
              <a:gd name="connsiteY2" fmla="*/ 87343 h 93239"/>
              <a:gd name="connsiteX3" fmla="*/ 90328 w 123573"/>
              <a:gd name="connsiteY3" fmla="*/ 90458 h 93239"/>
              <a:gd name="connsiteX4" fmla="*/ 123573 w 123573"/>
              <a:gd name="connsiteY4" fmla="*/ 93239 h 93239"/>
              <a:gd name="connsiteX0" fmla="*/ 4826 w 126230"/>
              <a:gd name="connsiteY0" fmla="*/ 0 h 93239"/>
              <a:gd name="connsiteX1" fmla="*/ 5748 w 126230"/>
              <a:gd name="connsiteY1" fmla="*/ 56864 h 93239"/>
              <a:gd name="connsiteX2" fmla="*/ 41760 w 126230"/>
              <a:gd name="connsiteY2" fmla="*/ 87343 h 93239"/>
              <a:gd name="connsiteX3" fmla="*/ 92985 w 126230"/>
              <a:gd name="connsiteY3" fmla="*/ 90458 h 93239"/>
              <a:gd name="connsiteX4" fmla="*/ 126230 w 126230"/>
              <a:gd name="connsiteY4" fmla="*/ 93239 h 93239"/>
              <a:gd name="connsiteX0" fmla="*/ 4303 w 125707"/>
              <a:gd name="connsiteY0" fmla="*/ 0 h 93239"/>
              <a:gd name="connsiteX1" fmla="*/ 6611 w 125707"/>
              <a:gd name="connsiteY1" fmla="*/ 55498 h 93239"/>
              <a:gd name="connsiteX2" fmla="*/ 41237 w 125707"/>
              <a:gd name="connsiteY2" fmla="*/ 87343 h 93239"/>
              <a:gd name="connsiteX3" fmla="*/ 92462 w 125707"/>
              <a:gd name="connsiteY3" fmla="*/ 90458 h 93239"/>
              <a:gd name="connsiteX4" fmla="*/ 125707 w 125707"/>
              <a:gd name="connsiteY4" fmla="*/ 93239 h 93239"/>
              <a:gd name="connsiteX0" fmla="*/ 4436 w 125840"/>
              <a:gd name="connsiteY0" fmla="*/ 0 h 93239"/>
              <a:gd name="connsiteX1" fmla="*/ 6744 w 125840"/>
              <a:gd name="connsiteY1" fmla="*/ 55498 h 93239"/>
              <a:gd name="connsiteX2" fmla="*/ 44142 w 125840"/>
              <a:gd name="connsiteY2" fmla="*/ 83246 h 93239"/>
              <a:gd name="connsiteX3" fmla="*/ 92595 w 125840"/>
              <a:gd name="connsiteY3" fmla="*/ 90458 h 93239"/>
              <a:gd name="connsiteX4" fmla="*/ 125840 w 125840"/>
              <a:gd name="connsiteY4" fmla="*/ 93239 h 93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840" h="93239">
                <a:moveTo>
                  <a:pt x="4436" y="0"/>
                </a:moveTo>
                <a:cubicBezTo>
                  <a:pt x="-3300" y="32421"/>
                  <a:pt x="126" y="41624"/>
                  <a:pt x="6744" y="55498"/>
                </a:cubicBezTo>
                <a:cubicBezTo>
                  <a:pt x="13362" y="69372"/>
                  <a:pt x="29834" y="77419"/>
                  <a:pt x="44142" y="83246"/>
                </a:cubicBezTo>
                <a:cubicBezTo>
                  <a:pt x="58450" y="89073"/>
                  <a:pt x="78979" y="88793"/>
                  <a:pt x="92595" y="90458"/>
                </a:cubicBezTo>
                <a:cubicBezTo>
                  <a:pt x="106211" y="92123"/>
                  <a:pt x="41536" y="88582"/>
                  <a:pt x="125840" y="93239"/>
                </a:cubicBezTo>
              </a:path>
            </a:pathLst>
          </a:custGeom>
          <a:noFill/>
          <a:ln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AA4807BB-1F8E-4E22-A3F5-608556CB0D2B}"/>
              </a:ext>
            </a:extLst>
          </p:cNvPr>
          <p:cNvSpPr txBox="1"/>
          <p:nvPr/>
        </p:nvSpPr>
        <p:spPr>
          <a:xfrm>
            <a:off x="2702009" y="5757679"/>
            <a:ext cx="1174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100% FiO</a:t>
            </a:r>
            <a:r>
              <a:rPr lang="en-US" sz="1400" baseline="-250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370DA6AB-9C83-4C90-9B40-7F9A26A766FA}"/>
              </a:ext>
            </a:extLst>
          </p:cNvPr>
          <p:cNvSpPr/>
          <p:nvPr/>
        </p:nvSpPr>
        <p:spPr>
          <a:xfrm>
            <a:off x="8407730" y="3414095"/>
            <a:ext cx="792480" cy="617220"/>
          </a:xfrm>
          <a:custGeom>
            <a:avLst/>
            <a:gdLst>
              <a:gd name="connsiteX0" fmla="*/ 741680 w 741680"/>
              <a:gd name="connsiteY0" fmla="*/ 0 h 604520"/>
              <a:gd name="connsiteX1" fmla="*/ 624840 w 741680"/>
              <a:gd name="connsiteY1" fmla="*/ 86360 h 604520"/>
              <a:gd name="connsiteX2" fmla="*/ 462280 w 741680"/>
              <a:gd name="connsiteY2" fmla="*/ 375920 h 604520"/>
              <a:gd name="connsiteX3" fmla="*/ 289560 w 741680"/>
              <a:gd name="connsiteY3" fmla="*/ 563880 h 604520"/>
              <a:gd name="connsiteX4" fmla="*/ 0 w 741680"/>
              <a:gd name="connsiteY4" fmla="*/ 604520 h 604520"/>
              <a:gd name="connsiteX0" fmla="*/ 754380 w 754380"/>
              <a:gd name="connsiteY0" fmla="*/ 0 h 629920"/>
              <a:gd name="connsiteX1" fmla="*/ 637540 w 754380"/>
              <a:gd name="connsiteY1" fmla="*/ 86360 h 629920"/>
              <a:gd name="connsiteX2" fmla="*/ 474980 w 754380"/>
              <a:gd name="connsiteY2" fmla="*/ 375920 h 629920"/>
              <a:gd name="connsiteX3" fmla="*/ 302260 w 754380"/>
              <a:gd name="connsiteY3" fmla="*/ 563880 h 629920"/>
              <a:gd name="connsiteX4" fmla="*/ 0 w 754380"/>
              <a:gd name="connsiteY4" fmla="*/ 629920 h 629920"/>
              <a:gd name="connsiteX0" fmla="*/ 792480 w 792480"/>
              <a:gd name="connsiteY0" fmla="*/ 0 h 617220"/>
              <a:gd name="connsiteX1" fmla="*/ 637540 w 792480"/>
              <a:gd name="connsiteY1" fmla="*/ 73660 h 617220"/>
              <a:gd name="connsiteX2" fmla="*/ 474980 w 792480"/>
              <a:gd name="connsiteY2" fmla="*/ 363220 h 617220"/>
              <a:gd name="connsiteX3" fmla="*/ 302260 w 792480"/>
              <a:gd name="connsiteY3" fmla="*/ 551180 h 617220"/>
              <a:gd name="connsiteX4" fmla="*/ 0 w 792480"/>
              <a:gd name="connsiteY4" fmla="*/ 617220 h 617220"/>
              <a:gd name="connsiteX0" fmla="*/ 792480 w 792480"/>
              <a:gd name="connsiteY0" fmla="*/ 0 h 617220"/>
              <a:gd name="connsiteX1" fmla="*/ 637540 w 792480"/>
              <a:gd name="connsiteY1" fmla="*/ 73660 h 617220"/>
              <a:gd name="connsiteX2" fmla="*/ 462280 w 792480"/>
              <a:gd name="connsiteY2" fmla="*/ 356870 h 617220"/>
              <a:gd name="connsiteX3" fmla="*/ 302260 w 792480"/>
              <a:gd name="connsiteY3" fmla="*/ 551180 h 617220"/>
              <a:gd name="connsiteX4" fmla="*/ 0 w 792480"/>
              <a:gd name="connsiteY4" fmla="*/ 617220 h 617220"/>
              <a:gd name="connsiteX0" fmla="*/ 792480 w 792480"/>
              <a:gd name="connsiteY0" fmla="*/ 0 h 617220"/>
              <a:gd name="connsiteX1" fmla="*/ 637540 w 792480"/>
              <a:gd name="connsiteY1" fmla="*/ 73660 h 617220"/>
              <a:gd name="connsiteX2" fmla="*/ 462280 w 792480"/>
              <a:gd name="connsiteY2" fmla="*/ 356870 h 617220"/>
              <a:gd name="connsiteX3" fmla="*/ 302260 w 792480"/>
              <a:gd name="connsiteY3" fmla="*/ 551180 h 617220"/>
              <a:gd name="connsiteX4" fmla="*/ 0 w 792480"/>
              <a:gd name="connsiteY4" fmla="*/ 617220 h 617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2480" h="617220">
                <a:moveTo>
                  <a:pt x="792480" y="0"/>
                </a:moveTo>
                <a:cubicBezTo>
                  <a:pt x="757343" y="11853"/>
                  <a:pt x="692573" y="14182"/>
                  <a:pt x="637540" y="73660"/>
                </a:cubicBezTo>
                <a:cubicBezTo>
                  <a:pt x="582507" y="133138"/>
                  <a:pt x="518160" y="277283"/>
                  <a:pt x="462280" y="356870"/>
                </a:cubicBezTo>
                <a:cubicBezTo>
                  <a:pt x="406400" y="436457"/>
                  <a:pt x="379307" y="507788"/>
                  <a:pt x="302260" y="551180"/>
                </a:cubicBezTo>
                <a:cubicBezTo>
                  <a:pt x="225213" y="594572"/>
                  <a:pt x="106256" y="615950"/>
                  <a:pt x="0" y="617220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BB1A4D7A-FB21-4F3C-AE21-E1102E55DEED}"/>
              </a:ext>
            </a:extLst>
          </p:cNvPr>
          <p:cNvSpPr txBox="1"/>
          <p:nvPr/>
        </p:nvSpPr>
        <p:spPr>
          <a:xfrm>
            <a:off x="3849923" y="3456092"/>
            <a:ext cx="7318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7030A0"/>
                </a:solidFill>
              </a:rPr>
              <a:t>35% FiO</a:t>
            </a:r>
            <a:r>
              <a:rPr lang="en-US" sz="1400" baseline="-25000" dirty="0">
                <a:solidFill>
                  <a:srgbClr val="7030A0"/>
                </a:solidFill>
              </a:rPr>
              <a:t>2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219" name="Freeform: Shape 218">
            <a:extLst>
              <a:ext uri="{FF2B5EF4-FFF2-40B4-BE49-F238E27FC236}">
                <a16:creationId xmlns:a16="http://schemas.microsoft.com/office/drawing/2014/main" id="{47EB9619-3AA2-44BF-8472-4216320275EE}"/>
              </a:ext>
            </a:extLst>
          </p:cNvPr>
          <p:cNvSpPr/>
          <p:nvPr/>
        </p:nvSpPr>
        <p:spPr>
          <a:xfrm flipV="1">
            <a:off x="3181672" y="3930743"/>
            <a:ext cx="207373" cy="320232"/>
          </a:xfrm>
          <a:custGeom>
            <a:avLst/>
            <a:gdLst>
              <a:gd name="connsiteX0" fmla="*/ 451992 w 492478"/>
              <a:gd name="connsiteY0" fmla="*/ 728534 h 728534"/>
              <a:gd name="connsiteX1" fmla="*/ 477392 w 492478"/>
              <a:gd name="connsiteY1" fmla="*/ 135867 h 728534"/>
              <a:gd name="connsiteX2" fmla="*/ 248792 w 492478"/>
              <a:gd name="connsiteY2" fmla="*/ 400 h 728534"/>
              <a:gd name="connsiteX3" fmla="*/ 37125 w 492478"/>
              <a:gd name="connsiteY3" fmla="*/ 102000 h 728534"/>
              <a:gd name="connsiteX4" fmla="*/ 3258 w 492478"/>
              <a:gd name="connsiteY4" fmla="*/ 313667 h 728534"/>
              <a:gd name="connsiteX5" fmla="*/ 3258 w 492478"/>
              <a:gd name="connsiteY5" fmla="*/ 406800 h 728534"/>
              <a:gd name="connsiteX0" fmla="*/ 626567 w 667053"/>
              <a:gd name="connsiteY0" fmla="*/ 728534 h 728534"/>
              <a:gd name="connsiteX1" fmla="*/ 651967 w 667053"/>
              <a:gd name="connsiteY1" fmla="*/ 135867 h 728534"/>
              <a:gd name="connsiteX2" fmla="*/ 423367 w 667053"/>
              <a:gd name="connsiteY2" fmla="*/ 400 h 728534"/>
              <a:gd name="connsiteX3" fmla="*/ 211700 w 667053"/>
              <a:gd name="connsiteY3" fmla="*/ 102000 h 728534"/>
              <a:gd name="connsiteX4" fmla="*/ 177833 w 667053"/>
              <a:gd name="connsiteY4" fmla="*/ 313667 h 728534"/>
              <a:gd name="connsiteX5" fmla="*/ 33 w 667053"/>
              <a:gd name="connsiteY5" fmla="*/ 16056 h 728534"/>
              <a:gd name="connsiteX0" fmla="*/ 626577 w 667063"/>
              <a:gd name="connsiteY0" fmla="*/ 795202 h 795202"/>
              <a:gd name="connsiteX1" fmla="*/ 651977 w 667063"/>
              <a:gd name="connsiteY1" fmla="*/ 202535 h 795202"/>
              <a:gd name="connsiteX2" fmla="*/ 423377 w 667063"/>
              <a:gd name="connsiteY2" fmla="*/ 67068 h 795202"/>
              <a:gd name="connsiteX3" fmla="*/ 211710 w 667063"/>
              <a:gd name="connsiteY3" fmla="*/ 168668 h 795202"/>
              <a:gd name="connsiteX4" fmla="*/ 139743 w 667063"/>
              <a:gd name="connsiteY4" fmla="*/ 8199 h 795202"/>
              <a:gd name="connsiteX5" fmla="*/ 43 w 667063"/>
              <a:gd name="connsiteY5" fmla="*/ 82724 h 795202"/>
              <a:gd name="connsiteX0" fmla="*/ 626577 w 667063"/>
              <a:gd name="connsiteY0" fmla="*/ 805107 h 805107"/>
              <a:gd name="connsiteX1" fmla="*/ 651977 w 667063"/>
              <a:gd name="connsiteY1" fmla="*/ 212440 h 805107"/>
              <a:gd name="connsiteX2" fmla="*/ 423377 w 667063"/>
              <a:gd name="connsiteY2" fmla="*/ 76973 h 805107"/>
              <a:gd name="connsiteX3" fmla="*/ 275210 w 667063"/>
              <a:gd name="connsiteY3" fmla="*/ 48325 h 805107"/>
              <a:gd name="connsiteX4" fmla="*/ 139743 w 667063"/>
              <a:gd name="connsiteY4" fmla="*/ 18104 h 805107"/>
              <a:gd name="connsiteX5" fmla="*/ 43 w 667063"/>
              <a:gd name="connsiteY5" fmla="*/ 92629 h 805107"/>
              <a:gd name="connsiteX0" fmla="*/ 626577 w 659873"/>
              <a:gd name="connsiteY0" fmla="*/ 805577 h 805577"/>
              <a:gd name="connsiteX1" fmla="*/ 651977 w 659873"/>
              <a:gd name="connsiteY1" fmla="*/ 212910 h 805577"/>
              <a:gd name="connsiteX2" fmla="*/ 520743 w 659873"/>
              <a:gd name="connsiteY2" fmla="*/ 96051 h 805577"/>
              <a:gd name="connsiteX3" fmla="*/ 275210 w 659873"/>
              <a:gd name="connsiteY3" fmla="*/ 48795 h 805577"/>
              <a:gd name="connsiteX4" fmla="*/ 139743 w 659873"/>
              <a:gd name="connsiteY4" fmla="*/ 18574 h 805577"/>
              <a:gd name="connsiteX5" fmla="*/ 43 w 659873"/>
              <a:gd name="connsiteY5" fmla="*/ 93099 h 805577"/>
              <a:gd name="connsiteX0" fmla="*/ 626577 w 646445"/>
              <a:gd name="connsiteY0" fmla="*/ 805577 h 805577"/>
              <a:gd name="connsiteX1" fmla="*/ 630811 w 646445"/>
              <a:gd name="connsiteY1" fmla="*/ 212909 h 805577"/>
              <a:gd name="connsiteX2" fmla="*/ 520743 w 646445"/>
              <a:gd name="connsiteY2" fmla="*/ 96051 h 805577"/>
              <a:gd name="connsiteX3" fmla="*/ 275210 w 646445"/>
              <a:gd name="connsiteY3" fmla="*/ 48795 h 805577"/>
              <a:gd name="connsiteX4" fmla="*/ 139743 w 646445"/>
              <a:gd name="connsiteY4" fmla="*/ 18574 h 805577"/>
              <a:gd name="connsiteX5" fmla="*/ 43 w 646445"/>
              <a:gd name="connsiteY5" fmla="*/ 93099 h 805577"/>
              <a:gd name="connsiteX0" fmla="*/ 626577 w 646445"/>
              <a:gd name="connsiteY0" fmla="*/ 807340 h 807340"/>
              <a:gd name="connsiteX1" fmla="*/ 630811 w 646445"/>
              <a:gd name="connsiteY1" fmla="*/ 214672 h 807340"/>
              <a:gd name="connsiteX2" fmla="*/ 520743 w 646445"/>
              <a:gd name="connsiteY2" fmla="*/ 97814 h 807340"/>
              <a:gd name="connsiteX3" fmla="*/ 427610 w 646445"/>
              <a:gd name="connsiteY3" fmla="*/ 41253 h 807340"/>
              <a:gd name="connsiteX4" fmla="*/ 139743 w 646445"/>
              <a:gd name="connsiteY4" fmla="*/ 20337 h 807340"/>
              <a:gd name="connsiteX5" fmla="*/ 43 w 646445"/>
              <a:gd name="connsiteY5" fmla="*/ 94862 h 807340"/>
              <a:gd name="connsiteX0" fmla="*/ 626553 w 646421"/>
              <a:gd name="connsiteY0" fmla="*/ 792631 h 792631"/>
              <a:gd name="connsiteX1" fmla="*/ 630787 w 646421"/>
              <a:gd name="connsiteY1" fmla="*/ 199963 h 792631"/>
              <a:gd name="connsiteX2" fmla="*/ 520719 w 646421"/>
              <a:gd name="connsiteY2" fmla="*/ 83105 h 792631"/>
              <a:gd name="connsiteX3" fmla="*/ 427586 w 646421"/>
              <a:gd name="connsiteY3" fmla="*/ 26544 h 792631"/>
              <a:gd name="connsiteX4" fmla="*/ 330219 w 646421"/>
              <a:gd name="connsiteY4" fmla="*/ 24236 h 792631"/>
              <a:gd name="connsiteX5" fmla="*/ 19 w 646421"/>
              <a:gd name="connsiteY5" fmla="*/ 80153 h 792631"/>
              <a:gd name="connsiteX0" fmla="*/ 516495 w 536363"/>
              <a:gd name="connsiteY0" fmla="*/ 799202 h 799202"/>
              <a:gd name="connsiteX1" fmla="*/ 520729 w 536363"/>
              <a:gd name="connsiteY1" fmla="*/ 206534 h 799202"/>
              <a:gd name="connsiteX2" fmla="*/ 410661 w 536363"/>
              <a:gd name="connsiteY2" fmla="*/ 89676 h 799202"/>
              <a:gd name="connsiteX3" fmla="*/ 317528 w 536363"/>
              <a:gd name="connsiteY3" fmla="*/ 33115 h 799202"/>
              <a:gd name="connsiteX4" fmla="*/ 220161 w 536363"/>
              <a:gd name="connsiteY4" fmla="*/ 30807 h 799202"/>
              <a:gd name="connsiteX5" fmla="*/ 28 w 536363"/>
              <a:gd name="connsiteY5" fmla="*/ 2993 h 799202"/>
              <a:gd name="connsiteX0" fmla="*/ 516504 w 536372"/>
              <a:gd name="connsiteY0" fmla="*/ 815124 h 815124"/>
              <a:gd name="connsiteX1" fmla="*/ 520738 w 536372"/>
              <a:gd name="connsiteY1" fmla="*/ 222456 h 815124"/>
              <a:gd name="connsiteX2" fmla="*/ 410670 w 536372"/>
              <a:gd name="connsiteY2" fmla="*/ 105598 h 815124"/>
              <a:gd name="connsiteX3" fmla="*/ 317537 w 536372"/>
              <a:gd name="connsiteY3" fmla="*/ 49037 h 815124"/>
              <a:gd name="connsiteX4" fmla="*/ 160903 w 536372"/>
              <a:gd name="connsiteY4" fmla="*/ 18819 h 815124"/>
              <a:gd name="connsiteX5" fmla="*/ 37 w 536372"/>
              <a:gd name="connsiteY5" fmla="*/ 18915 h 815124"/>
              <a:gd name="connsiteX0" fmla="*/ 516500 w 536368"/>
              <a:gd name="connsiteY0" fmla="*/ 799815 h 799815"/>
              <a:gd name="connsiteX1" fmla="*/ 520734 w 536368"/>
              <a:gd name="connsiteY1" fmla="*/ 207147 h 799815"/>
              <a:gd name="connsiteX2" fmla="*/ 410666 w 536368"/>
              <a:gd name="connsiteY2" fmla="*/ 90289 h 799815"/>
              <a:gd name="connsiteX3" fmla="*/ 317533 w 536368"/>
              <a:gd name="connsiteY3" fmla="*/ 33728 h 799815"/>
              <a:gd name="connsiteX4" fmla="*/ 182066 w 536368"/>
              <a:gd name="connsiteY4" fmla="*/ 22117 h 799815"/>
              <a:gd name="connsiteX5" fmla="*/ 33 w 536368"/>
              <a:gd name="connsiteY5" fmla="*/ 3606 h 799815"/>
              <a:gd name="connsiteX0" fmla="*/ 516500 w 536368"/>
              <a:gd name="connsiteY0" fmla="*/ 799481 h 799481"/>
              <a:gd name="connsiteX1" fmla="*/ 520734 w 536368"/>
              <a:gd name="connsiteY1" fmla="*/ 206813 h 799481"/>
              <a:gd name="connsiteX2" fmla="*/ 410666 w 536368"/>
              <a:gd name="connsiteY2" fmla="*/ 89955 h 799481"/>
              <a:gd name="connsiteX3" fmla="*/ 317533 w 536368"/>
              <a:gd name="connsiteY3" fmla="*/ 33394 h 799481"/>
              <a:gd name="connsiteX4" fmla="*/ 182066 w 536368"/>
              <a:gd name="connsiteY4" fmla="*/ 21783 h 799481"/>
              <a:gd name="connsiteX5" fmla="*/ 33 w 536368"/>
              <a:gd name="connsiteY5" fmla="*/ 3272 h 799481"/>
              <a:gd name="connsiteX0" fmla="*/ 516531 w 536399"/>
              <a:gd name="connsiteY0" fmla="*/ 802995 h 802995"/>
              <a:gd name="connsiteX1" fmla="*/ 520765 w 536399"/>
              <a:gd name="connsiteY1" fmla="*/ 210327 h 802995"/>
              <a:gd name="connsiteX2" fmla="*/ 410697 w 536399"/>
              <a:gd name="connsiteY2" fmla="*/ 93469 h 802995"/>
              <a:gd name="connsiteX3" fmla="*/ 317564 w 536399"/>
              <a:gd name="connsiteY3" fmla="*/ 36908 h 802995"/>
              <a:gd name="connsiteX4" fmla="*/ 182097 w 536399"/>
              <a:gd name="connsiteY4" fmla="*/ 25297 h 802995"/>
              <a:gd name="connsiteX5" fmla="*/ 64 w 536399"/>
              <a:gd name="connsiteY5" fmla="*/ 6786 h 802995"/>
              <a:gd name="connsiteX0" fmla="*/ 516531 w 536399"/>
              <a:gd name="connsiteY0" fmla="*/ 802995 h 802995"/>
              <a:gd name="connsiteX1" fmla="*/ 520765 w 536399"/>
              <a:gd name="connsiteY1" fmla="*/ 210327 h 802995"/>
              <a:gd name="connsiteX2" fmla="*/ 410697 w 536399"/>
              <a:gd name="connsiteY2" fmla="*/ 93469 h 802995"/>
              <a:gd name="connsiteX3" fmla="*/ 317564 w 536399"/>
              <a:gd name="connsiteY3" fmla="*/ 36908 h 802995"/>
              <a:gd name="connsiteX4" fmla="*/ 182097 w 536399"/>
              <a:gd name="connsiteY4" fmla="*/ 25297 h 802995"/>
              <a:gd name="connsiteX5" fmla="*/ 64 w 536399"/>
              <a:gd name="connsiteY5" fmla="*/ 6786 h 802995"/>
              <a:gd name="connsiteX0" fmla="*/ 516531 w 533526"/>
              <a:gd name="connsiteY0" fmla="*/ 802995 h 802995"/>
              <a:gd name="connsiteX1" fmla="*/ 520765 w 533526"/>
              <a:gd name="connsiteY1" fmla="*/ 210327 h 802995"/>
              <a:gd name="connsiteX2" fmla="*/ 461497 w 533526"/>
              <a:gd name="connsiteY2" fmla="*/ 130682 h 802995"/>
              <a:gd name="connsiteX3" fmla="*/ 317564 w 533526"/>
              <a:gd name="connsiteY3" fmla="*/ 36908 h 802995"/>
              <a:gd name="connsiteX4" fmla="*/ 182097 w 533526"/>
              <a:gd name="connsiteY4" fmla="*/ 25297 h 802995"/>
              <a:gd name="connsiteX5" fmla="*/ 64 w 533526"/>
              <a:gd name="connsiteY5" fmla="*/ 6786 h 802995"/>
              <a:gd name="connsiteX0" fmla="*/ 516531 w 528590"/>
              <a:gd name="connsiteY0" fmla="*/ 802995 h 802995"/>
              <a:gd name="connsiteX1" fmla="*/ 503832 w 528590"/>
              <a:gd name="connsiteY1" fmla="*/ 210327 h 802995"/>
              <a:gd name="connsiteX2" fmla="*/ 461497 w 528590"/>
              <a:gd name="connsiteY2" fmla="*/ 130682 h 802995"/>
              <a:gd name="connsiteX3" fmla="*/ 317564 w 528590"/>
              <a:gd name="connsiteY3" fmla="*/ 36908 h 802995"/>
              <a:gd name="connsiteX4" fmla="*/ 182097 w 528590"/>
              <a:gd name="connsiteY4" fmla="*/ 25297 h 802995"/>
              <a:gd name="connsiteX5" fmla="*/ 64 w 528590"/>
              <a:gd name="connsiteY5" fmla="*/ 6786 h 802995"/>
              <a:gd name="connsiteX0" fmla="*/ 516531 w 528590"/>
              <a:gd name="connsiteY0" fmla="*/ 802995 h 802995"/>
              <a:gd name="connsiteX1" fmla="*/ 503832 w 528590"/>
              <a:gd name="connsiteY1" fmla="*/ 210327 h 802995"/>
              <a:gd name="connsiteX2" fmla="*/ 461497 w 528590"/>
              <a:gd name="connsiteY2" fmla="*/ 130682 h 802995"/>
              <a:gd name="connsiteX3" fmla="*/ 317564 w 528590"/>
              <a:gd name="connsiteY3" fmla="*/ 36908 h 802995"/>
              <a:gd name="connsiteX4" fmla="*/ 182097 w 528590"/>
              <a:gd name="connsiteY4" fmla="*/ 25297 h 802995"/>
              <a:gd name="connsiteX5" fmla="*/ 64 w 528590"/>
              <a:gd name="connsiteY5" fmla="*/ 6786 h 802995"/>
              <a:gd name="connsiteX0" fmla="*/ 533464 w 543071"/>
              <a:gd name="connsiteY0" fmla="*/ 709961 h 709961"/>
              <a:gd name="connsiteX1" fmla="*/ 503832 w 543071"/>
              <a:gd name="connsiteY1" fmla="*/ 210327 h 709961"/>
              <a:gd name="connsiteX2" fmla="*/ 461497 w 543071"/>
              <a:gd name="connsiteY2" fmla="*/ 130682 h 709961"/>
              <a:gd name="connsiteX3" fmla="*/ 317564 w 543071"/>
              <a:gd name="connsiteY3" fmla="*/ 36908 h 709961"/>
              <a:gd name="connsiteX4" fmla="*/ 182097 w 543071"/>
              <a:gd name="connsiteY4" fmla="*/ 25297 h 709961"/>
              <a:gd name="connsiteX5" fmla="*/ 64 w 543071"/>
              <a:gd name="connsiteY5" fmla="*/ 6786 h 709961"/>
              <a:gd name="connsiteX0" fmla="*/ 541931 w 550648"/>
              <a:gd name="connsiteY0" fmla="*/ 747176 h 747176"/>
              <a:gd name="connsiteX1" fmla="*/ 503832 w 550648"/>
              <a:gd name="connsiteY1" fmla="*/ 210327 h 747176"/>
              <a:gd name="connsiteX2" fmla="*/ 461497 w 550648"/>
              <a:gd name="connsiteY2" fmla="*/ 130682 h 747176"/>
              <a:gd name="connsiteX3" fmla="*/ 317564 w 550648"/>
              <a:gd name="connsiteY3" fmla="*/ 36908 h 747176"/>
              <a:gd name="connsiteX4" fmla="*/ 182097 w 550648"/>
              <a:gd name="connsiteY4" fmla="*/ 25297 h 747176"/>
              <a:gd name="connsiteX5" fmla="*/ 64 w 550648"/>
              <a:gd name="connsiteY5" fmla="*/ 6786 h 747176"/>
              <a:gd name="connsiteX0" fmla="*/ 541931 w 541931"/>
              <a:gd name="connsiteY0" fmla="*/ 747176 h 747176"/>
              <a:gd name="connsiteX1" fmla="*/ 503832 w 541931"/>
              <a:gd name="connsiteY1" fmla="*/ 210327 h 747176"/>
              <a:gd name="connsiteX2" fmla="*/ 461497 w 541931"/>
              <a:gd name="connsiteY2" fmla="*/ 130682 h 747176"/>
              <a:gd name="connsiteX3" fmla="*/ 317564 w 541931"/>
              <a:gd name="connsiteY3" fmla="*/ 36908 h 747176"/>
              <a:gd name="connsiteX4" fmla="*/ 182097 w 541931"/>
              <a:gd name="connsiteY4" fmla="*/ 25297 h 747176"/>
              <a:gd name="connsiteX5" fmla="*/ 64 w 541931"/>
              <a:gd name="connsiteY5" fmla="*/ 6786 h 747176"/>
              <a:gd name="connsiteX0" fmla="*/ 541931 w 541931"/>
              <a:gd name="connsiteY0" fmla="*/ 747176 h 747176"/>
              <a:gd name="connsiteX1" fmla="*/ 508066 w 541931"/>
              <a:gd name="connsiteY1" fmla="*/ 368484 h 747176"/>
              <a:gd name="connsiteX2" fmla="*/ 461497 w 541931"/>
              <a:gd name="connsiteY2" fmla="*/ 130682 h 747176"/>
              <a:gd name="connsiteX3" fmla="*/ 317564 w 541931"/>
              <a:gd name="connsiteY3" fmla="*/ 36908 h 747176"/>
              <a:gd name="connsiteX4" fmla="*/ 182097 w 541931"/>
              <a:gd name="connsiteY4" fmla="*/ 25297 h 747176"/>
              <a:gd name="connsiteX5" fmla="*/ 64 w 541931"/>
              <a:gd name="connsiteY5" fmla="*/ 6786 h 747176"/>
              <a:gd name="connsiteX0" fmla="*/ 541945 w 541945"/>
              <a:gd name="connsiteY0" fmla="*/ 748699 h 748699"/>
              <a:gd name="connsiteX1" fmla="*/ 508080 w 541945"/>
              <a:gd name="connsiteY1" fmla="*/ 370007 h 748699"/>
              <a:gd name="connsiteX2" fmla="*/ 461511 w 541945"/>
              <a:gd name="connsiteY2" fmla="*/ 132205 h 748699"/>
              <a:gd name="connsiteX3" fmla="*/ 317578 w 541945"/>
              <a:gd name="connsiteY3" fmla="*/ 38431 h 748699"/>
              <a:gd name="connsiteX4" fmla="*/ 165177 w 541945"/>
              <a:gd name="connsiteY4" fmla="*/ 17515 h 748699"/>
              <a:gd name="connsiteX5" fmla="*/ 78 w 541945"/>
              <a:gd name="connsiteY5" fmla="*/ 8309 h 748699"/>
              <a:gd name="connsiteX0" fmla="*/ 541945 w 541945"/>
              <a:gd name="connsiteY0" fmla="*/ 748699 h 748699"/>
              <a:gd name="connsiteX1" fmla="*/ 508080 w 541945"/>
              <a:gd name="connsiteY1" fmla="*/ 370007 h 748699"/>
              <a:gd name="connsiteX2" fmla="*/ 461511 w 541945"/>
              <a:gd name="connsiteY2" fmla="*/ 132205 h 748699"/>
              <a:gd name="connsiteX3" fmla="*/ 351445 w 541945"/>
              <a:gd name="connsiteY3" fmla="*/ 47733 h 748699"/>
              <a:gd name="connsiteX4" fmla="*/ 165177 w 541945"/>
              <a:gd name="connsiteY4" fmla="*/ 17515 h 748699"/>
              <a:gd name="connsiteX5" fmla="*/ 78 w 541945"/>
              <a:gd name="connsiteY5" fmla="*/ 8309 h 748699"/>
              <a:gd name="connsiteX0" fmla="*/ 541945 w 541945"/>
              <a:gd name="connsiteY0" fmla="*/ 748699 h 748699"/>
              <a:gd name="connsiteX1" fmla="*/ 525013 w 541945"/>
              <a:gd name="connsiteY1" fmla="*/ 388612 h 748699"/>
              <a:gd name="connsiteX2" fmla="*/ 461511 w 541945"/>
              <a:gd name="connsiteY2" fmla="*/ 132205 h 748699"/>
              <a:gd name="connsiteX3" fmla="*/ 351445 w 541945"/>
              <a:gd name="connsiteY3" fmla="*/ 47733 h 748699"/>
              <a:gd name="connsiteX4" fmla="*/ 165177 w 541945"/>
              <a:gd name="connsiteY4" fmla="*/ 17515 h 748699"/>
              <a:gd name="connsiteX5" fmla="*/ 78 w 541945"/>
              <a:gd name="connsiteY5" fmla="*/ 8309 h 748699"/>
              <a:gd name="connsiteX0" fmla="*/ 541945 w 541945"/>
              <a:gd name="connsiteY0" fmla="*/ 748699 h 748699"/>
              <a:gd name="connsiteX1" fmla="*/ 525013 w 541945"/>
              <a:gd name="connsiteY1" fmla="*/ 388612 h 748699"/>
              <a:gd name="connsiteX2" fmla="*/ 461511 w 541945"/>
              <a:gd name="connsiteY2" fmla="*/ 132205 h 748699"/>
              <a:gd name="connsiteX3" fmla="*/ 351445 w 541945"/>
              <a:gd name="connsiteY3" fmla="*/ 47733 h 748699"/>
              <a:gd name="connsiteX4" fmla="*/ 165177 w 541945"/>
              <a:gd name="connsiteY4" fmla="*/ 17515 h 748699"/>
              <a:gd name="connsiteX5" fmla="*/ 78 w 541945"/>
              <a:gd name="connsiteY5" fmla="*/ 8309 h 748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1945" h="748699">
                <a:moveTo>
                  <a:pt x="541945" y="748699"/>
                </a:moveTo>
                <a:cubicBezTo>
                  <a:pt x="537711" y="485134"/>
                  <a:pt x="542652" y="509967"/>
                  <a:pt x="525013" y="388612"/>
                </a:cubicBezTo>
                <a:cubicBezTo>
                  <a:pt x="507374" y="267257"/>
                  <a:pt x="490439" y="189018"/>
                  <a:pt x="461511" y="132205"/>
                </a:cubicBezTo>
                <a:cubicBezTo>
                  <a:pt x="432583" y="75392"/>
                  <a:pt x="400834" y="66848"/>
                  <a:pt x="351445" y="47733"/>
                </a:cubicBezTo>
                <a:cubicBezTo>
                  <a:pt x="302056" y="28618"/>
                  <a:pt x="272421" y="22535"/>
                  <a:pt x="165177" y="17515"/>
                </a:cubicBezTo>
                <a:cubicBezTo>
                  <a:pt x="70633" y="12494"/>
                  <a:pt x="-2744" y="-12858"/>
                  <a:pt x="78" y="8309"/>
                </a:cubicBezTo>
              </a:path>
            </a:pathLst>
          </a:custGeom>
          <a:noFill/>
          <a:ln w="25400">
            <a:solidFill>
              <a:srgbClr val="7030A0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0" name="Freeform: Shape 219">
            <a:extLst>
              <a:ext uri="{FF2B5EF4-FFF2-40B4-BE49-F238E27FC236}">
                <a16:creationId xmlns:a16="http://schemas.microsoft.com/office/drawing/2014/main" id="{35CE0516-3035-4AF1-A35D-DBCB69D36F81}"/>
              </a:ext>
            </a:extLst>
          </p:cNvPr>
          <p:cNvSpPr/>
          <p:nvPr/>
        </p:nvSpPr>
        <p:spPr>
          <a:xfrm rot="10331055" flipV="1">
            <a:off x="3157323" y="3999284"/>
            <a:ext cx="163528" cy="194924"/>
          </a:xfrm>
          <a:custGeom>
            <a:avLst/>
            <a:gdLst>
              <a:gd name="connsiteX0" fmla="*/ 451992 w 492478"/>
              <a:gd name="connsiteY0" fmla="*/ 728534 h 728534"/>
              <a:gd name="connsiteX1" fmla="*/ 477392 w 492478"/>
              <a:gd name="connsiteY1" fmla="*/ 135867 h 728534"/>
              <a:gd name="connsiteX2" fmla="*/ 248792 w 492478"/>
              <a:gd name="connsiteY2" fmla="*/ 400 h 728534"/>
              <a:gd name="connsiteX3" fmla="*/ 37125 w 492478"/>
              <a:gd name="connsiteY3" fmla="*/ 102000 h 728534"/>
              <a:gd name="connsiteX4" fmla="*/ 3258 w 492478"/>
              <a:gd name="connsiteY4" fmla="*/ 313667 h 728534"/>
              <a:gd name="connsiteX5" fmla="*/ 3258 w 492478"/>
              <a:gd name="connsiteY5" fmla="*/ 406800 h 728534"/>
              <a:gd name="connsiteX0" fmla="*/ 626567 w 667053"/>
              <a:gd name="connsiteY0" fmla="*/ 728534 h 728534"/>
              <a:gd name="connsiteX1" fmla="*/ 651967 w 667053"/>
              <a:gd name="connsiteY1" fmla="*/ 135867 h 728534"/>
              <a:gd name="connsiteX2" fmla="*/ 423367 w 667053"/>
              <a:gd name="connsiteY2" fmla="*/ 400 h 728534"/>
              <a:gd name="connsiteX3" fmla="*/ 211700 w 667053"/>
              <a:gd name="connsiteY3" fmla="*/ 102000 h 728534"/>
              <a:gd name="connsiteX4" fmla="*/ 177833 w 667053"/>
              <a:gd name="connsiteY4" fmla="*/ 313667 h 728534"/>
              <a:gd name="connsiteX5" fmla="*/ 33 w 667053"/>
              <a:gd name="connsiteY5" fmla="*/ 16056 h 728534"/>
              <a:gd name="connsiteX0" fmla="*/ 626577 w 667063"/>
              <a:gd name="connsiteY0" fmla="*/ 795202 h 795202"/>
              <a:gd name="connsiteX1" fmla="*/ 651977 w 667063"/>
              <a:gd name="connsiteY1" fmla="*/ 202535 h 795202"/>
              <a:gd name="connsiteX2" fmla="*/ 423377 w 667063"/>
              <a:gd name="connsiteY2" fmla="*/ 67068 h 795202"/>
              <a:gd name="connsiteX3" fmla="*/ 211710 w 667063"/>
              <a:gd name="connsiteY3" fmla="*/ 168668 h 795202"/>
              <a:gd name="connsiteX4" fmla="*/ 139743 w 667063"/>
              <a:gd name="connsiteY4" fmla="*/ 8199 h 795202"/>
              <a:gd name="connsiteX5" fmla="*/ 43 w 667063"/>
              <a:gd name="connsiteY5" fmla="*/ 82724 h 795202"/>
              <a:gd name="connsiteX0" fmla="*/ 626577 w 667063"/>
              <a:gd name="connsiteY0" fmla="*/ 805107 h 805107"/>
              <a:gd name="connsiteX1" fmla="*/ 651977 w 667063"/>
              <a:gd name="connsiteY1" fmla="*/ 212440 h 805107"/>
              <a:gd name="connsiteX2" fmla="*/ 423377 w 667063"/>
              <a:gd name="connsiteY2" fmla="*/ 76973 h 805107"/>
              <a:gd name="connsiteX3" fmla="*/ 275210 w 667063"/>
              <a:gd name="connsiteY3" fmla="*/ 48325 h 805107"/>
              <a:gd name="connsiteX4" fmla="*/ 139743 w 667063"/>
              <a:gd name="connsiteY4" fmla="*/ 18104 h 805107"/>
              <a:gd name="connsiteX5" fmla="*/ 43 w 667063"/>
              <a:gd name="connsiteY5" fmla="*/ 92629 h 805107"/>
              <a:gd name="connsiteX0" fmla="*/ 626577 w 659873"/>
              <a:gd name="connsiteY0" fmla="*/ 805577 h 805577"/>
              <a:gd name="connsiteX1" fmla="*/ 651977 w 659873"/>
              <a:gd name="connsiteY1" fmla="*/ 212910 h 805577"/>
              <a:gd name="connsiteX2" fmla="*/ 520743 w 659873"/>
              <a:gd name="connsiteY2" fmla="*/ 96051 h 805577"/>
              <a:gd name="connsiteX3" fmla="*/ 275210 w 659873"/>
              <a:gd name="connsiteY3" fmla="*/ 48795 h 805577"/>
              <a:gd name="connsiteX4" fmla="*/ 139743 w 659873"/>
              <a:gd name="connsiteY4" fmla="*/ 18574 h 805577"/>
              <a:gd name="connsiteX5" fmla="*/ 43 w 659873"/>
              <a:gd name="connsiteY5" fmla="*/ 93099 h 805577"/>
              <a:gd name="connsiteX0" fmla="*/ 626577 w 646445"/>
              <a:gd name="connsiteY0" fmla="*/ 805577 h 805577"/>
              <a:gd name="connsiteX1" fmla="*/ 630811 w 646445"/>
              <a:gd name="connsiteY1" fmla="*/ 212909 h 805577"/>
              <a:gd name="connsiteX2" fmla="*/ 520743 w 646445"/>
              <a:gd name="connsiteY2" fmla="*/ 96051 h 805577"/>
              <a:gd name="connsiteX3" fmla="*/ 275210 w 646445"/>
              <a:gd name="connsiteY3" fmla="*/ 48795 h 805577"/>
              <a:gd name="connsiteX4" fmla="*/ 139743 w 646445"/>
              <a:gd name="connsiteY4" fmla="*/ 18574 h 805577"/>
              <a:gd name="connsiteX5" fmla="*/ 43 w 646445"/>
              <a:gd name="connsiteY5" fmla="*/ 93099 h 805577"/>
              <a:gd name="connsiteX0" fmla="*/ 626577 w 646445"/>
              <a:gd name="connsiteY0" fmla="*/ 807340 h 807340"/>
              <a:gd name="connsiteX1" fmla="*/ 630811 w 646445"/>
              <a:gd name="connsiteY1" fmla="*/ 214672 h 807340"/>
              <a:gd name="connsiteX2" fmla="*/ 520743 w 646445"/>
              <a:gd name="connsiteY2" fmla="*/ 97814 h 807340"/>
              <a:gd name="connsiteX3" fmla="*/ 427610 w 646445"/>
              <a:gd name="connsiteY3" fmla="*/ 41253 h 807340"/>
              <a:gd name="connsiteX4" fmla="*/ 139743 w 646445"/>
              <a:gd name="connsiteY4" fmla="*/ 20337 h 807340"/>
              <a:gd name="connsiteX5" fmla="*/ 43 w 646445"/>
              <a:gd name="connsiteY5" fmla="*/ 94862 h 807340"/>
              <a:gd name="connsiteX0" fmla="*/ 626553 w 646421"/>
              <a:gd name="connsiteY0" fmla="*/ 792631 h 792631"/>
              <a:gd name="connsiteX1" fmla="*/ 630787 w 646421"/>
              <a:gd name="connsiteY1" fmla="*/ 199963 h 792631"/>
              <a:gd name="connsiteX2" fmla="*/ 520719 w 646421"/>
              <a:gd name="connsiteY2" fmla="*/ 83105 h 792631"/>
              <a:gd name="connsiteX3" fmla="*/ 427586 w 646421"/>
              <a:gd name="connsiteY3" fmla="*/ 26544 h 792631"/>
              <a:gd name="connsiteX4" fmla="*/ 330219 w 646421"/>
              <a:gd name="connsiteY4" fmla="*/ 24236 h 792631"/>
              <a:gd name="connsiteX5" fmla="*/ 19 w 646421"/>
              <a:gd name="connsiteY5" fmla="*/ 80153 h 792631"/>
              <a:gd name="connsiteX0" fmla="*/ 516495 w 536363"/>
              <a:gd name="connsiteY0" fmla="*/ 799202 h 799202"/>
              <a:gd name="connsiteX1" fmla="*/ 520729 w 536363"/>
              <a:gd name="connsiteY1" fmla="*/ 206534 h 799202"/>
              <a:gd name="connsiteX2" fmla="*/ 410661 w 536363"/>
              <a:gd name="connsiteY2" fmla="*/ 89676 h 799202"/>
              <a:gd name="connsiteX3" fmla="*/ 317528 w 536363"/>
              <a:gd name="connsiteY3" fmla="*/ 33115 h 799202"/>
              <a:gd name="connsiteX4" fmla="*/ 220161 w 536363"/>
              <a:gd name="connsiteY4" fmla="*/ 30807 h 799202"/>
              <a:gd name="connsiteX5" fmla="*/ 28 w 536363"/>
              <a:gd name="connsiteY5" fmla="*/ 2993 h 799202"/>
              <a:gd name="connsiteX0" fmla="*/ 516504 w 536372"/>
              <a:gd name="connsiteY0" fmla="*/ 815124 h 815124"/>
              <a:gd name="connsiteX1" fmla="*/ 520738 w 536372"/>
              <a:gd name="connsiteY1" fmla="*/ 222456 h 815124"/>
              <a:gd name="connsiteX2" fmla="*/ 410670 w 536372"/>
              <a:gd name="connsiteY2" fmla="*/ 105598 h 815124"/>
              <a:gd name="connsiteX3" fmla="*/ 317537 w 536372"/>
              <a:gd name="connsiteY3" fmla="*/ 49037 h 815124"/>
              <a:gd name="connsiteX4" fmla="*/ 160903 w 536372"/>
              <a:gd name="connsiteY4" fmla="*/ 18819 h 815124"/>
              <a:gd name="connsiteX5" fmla="*/ 37 w 536372"/>
              <a:gd name="connsiteY5" fmla="*/ 18915 h 815124"/>
              <a:gd name="connsiteX0" fmla="*/ 516500 w 536368"/>
              <a:gd name="connsiteY0" fmla="*/ 799815 h 799815"/>
              <a:gd name="connsiteX1" fmla="*/ 520734 w 536368"/>
              <a:gd name="connsiteY1" fmla="*/ 207147 h 799815"/>
              <a:gd name="connsiteX2" fmla="*/ 410666 w 536368"/>
              <a:gd name="connsiteY2" fmla="*/ 90289 h 799815"/>
              <a:gd name="connsiteX3" fmla="*/ 317533 w 536368"/>
              <a:gd name="connsiteY3" fmla="*/ 33728 h 799815"/>
              <a:gd name="connsiteX4" fmla="*/ 182066 w 536368"/>
              <a:gd name="connsiteY4" fmla="*/ 22117 h 799815"/>
              <a:gd name="connsiteX5" fmla="*/ 33 w 536368"/>
              <a:gd name="connsiteY5" fmla="*/ 3606 h 799815"/>
              <a:gd name="connsiteX0" fmla="*/ 516500 w 536368"/>
              <a:gd name="connsiteY0" fmla="*/ 799481 h 799481"/>
              <a:gd name="connsiteX1" fmla="*/ 520734 w 536368"/>
              <a:gd name="connsiteY1" fmla="*/ 206813 h 799481"/>
              <a:gd name="connsiteX2" fmla="*/ 410666 w 536368"/>
              <a:gd name="connsiteY2" fmla="*/ 89955 h 799481"/>
              <a:gd name="connsiteX3" fmla="*/ 317533 w 536368"/>
              <a:gd name="connsiteY3" fmla="*/ 33394 h 799481"/>
              <a:gd name="connsiteX4" fmla="*/ 182066 w 536368"/>
              <a:gd name="connsiteY4" fmla="*/ 21783 h 799481"/>
              <a:gd name="connsiteX5" fmla="*/ 33 w 536368"/>
              <a:gd name="connsiteY5" fmla="*/ 3272 h 799481"/>
              <a:gd name="connsiteX0" fmla="*/ 516531 w 536399"/>
              <a:gd name="connsiteY0" fmla="*/ 802995 h 802995"/>
              <a:gd name="connsiteX1" fmla="*/ 520765 w 536399"/>
              <a:gd name="connsiteY1" fmla="*/ 210327 h 802995"/>
              <a:gd name="connsiteX2" fmla="*/ 410697 w 536399"/>
              <a:gd name="connsiteY2" fmla="*/ 93469 h 802995"/>
              <a:gd name="connsiteX3" fmla="*/ 317564 w 536399"/>
              <a:gd name="connsiteY3" fmla="*/ 36908 h 802995"/>
              <a:gd name="connsiteX4" fmla="*/ 182097 w 536399"/>
              <a:gd name="connsiteY4" fmla="*/ 25297 h 802995"/>
              <a:gd name="connsiteX5" fmla="*/ 64 w 536399"/>
              <a:gd name="connsiteY5" fmla="*/ 6786 h 802995"/>
              <a:gd name="connsiteX0" fmla="*/ 516531 w 536399"/>
              <a:gd name="connsiteY0" fmla="*/ 802995 h 802995"/>
              <a:gd name="connsiteX1" fmla="*/ 520765 w 536399"/>
              <a:gd name="connsiteY1" fmla="*/ 210327 h 802995"/>
              <a:gd name="connsiteX2" fmla="*/ 410697 w 536399"/>
              <a:gd name="connsiteY2" fmla="*/ 93469 h 802995"/>
              <a:gd name="connsiteX3" fmla="*/ 317564 w 536399"/>
              <a:gd name="connsiteY3" fmla="*/ 36908 h 802995"/>
              <a:gd name="connsiteX4" fmla="*/ 182097 w 536399"/>
              <a:gd name="connsiteY4" fmla="*/ 25297 h 802995"/>
              <a:gd name="connsiteX5" fmla="*/ 64 w 536399"/>
              <a:gd name="connsiteY5" fmla="*/ 6786 h 802995"/>
              <a:gd name="connsiteX0" fmla="*/ 516531 w 533526"/>
              <a:gd name="connsiteY0" fmla="*/ 802995 h 802995"/>
              <a:gd name="connsiteX1" fmla="*/ 520765 w 533526"/>
              <a:gd name="connsiteY1" fmla="*/ 210327 h 802995"/>
              <a:gd name="connsiteX2" fmla="*/ 461497 w 533526"/>
              <a:gd name="connsiteY2" fmla="*/ 130682 h 802995"/>
              <a:gd name="connsiteX3" fmla="*/ 317564 w 533526"/>
              <a:gd name="connsiteY3" fmla="*/ 36908 h 802995"/>
              <a:gd name="connsiteX4" fmla="*/ 182097 w 533526"/>
              <a:gd name="connsiteY4" fmla="*/ 25297 h 802995"/>
              <a:gd name="connsiteX5" fmla="*/ 64 w 533526"/>
              <a:gd name="connsiteY5" fmla="*/ 6786 h 802995"/>
              <a:gd name="connsiteX0" fmla="*/ 516531 w 528590"/>
              <a:gd name="connsiteY0" fmla="*/ 802995 h 802995"/>
              <a:gd name="connsiteX1" fmla="*/ 503832 w 528590"/>
              <a:gd name="connsiteY1" fmla="*/ 210327 h 802995"/>
              <a:gd name="connsiteX2" fmla="*/ 461497 w 528590"/>
              <a:gd name="connsiteY2" fmla="*/ 130682 h 802995"/>
              <a:gd name="connsiteX3" fmla="*/ 317564 w 528590"/>
              <a:gd name="connsiteY3" fmla="*/ 36908 h 802995"/>
              <a:gd name="connsiteX4" fmla="*/ 182097 w 528590"/>
              <a:gd name="connsiteY4" fmla="*/ 25297 h 802995"/>
              <a:gd name="connsiteX5" fmla="*/ 64 w 528590"/>
              <a:gd name="connsiteY5" fmla="*/ 6786 h 802995"/>
              <a:gd name="connsiteX0" fmla="*/ 516531 w 528590"/>
              <a:gd name="connsiteY0" fmla="*/ 802995 h 802995"/>
              <a:gd name="connsiteX1" fmla="*/ 503832 w 528590"/>
              <a:gd name="connsiteY1" fmla="*/ 210327 h 802995"/>
              <a:gd name="connsiteX2" fmla="*/ 461497 w 528590"/>
              <a:gd name="connsiteY2" fmla="*/ 130682 h 802995"/>
              <a:gd name="connsiteX3" fmla="*/ 317564 w 528590"/>
              <a:gd name="connsiteY3" fmla="*/ 36908 h 802995"/>
              <a:gd name="connsiteX4" fmla="*/ 182097 w 528590"/>
              <a:gd name="connsiteY4" fmla="*/ 25297 h 802995"/>
              <a:gd name="connsiteX5" fmla="*/ 64 w 528590"/>
              <a:gd name="connsiteY5" fmla="*/ 6786 h 802995"/>
              <a:gd name="connsiteX0" fmla="*/ 533464 w 543071"/>
              <a:gd name="connsiteY0" fmla="*/ 709961 h 709961"/>
              <a:gd name="connsiteX1" fmla="*/ 503832 w 543071"/>
              <a:gd name="connsiteY1" fmla="*/ 210327 h 709961"/>
              <a:gd name="connsiteX2" fmla="*/ 461497 w 543071"/>
              <a:gd name="connsiteY2" fmla="*/ 130682 h 709961"/>
              <a:gd name="connsiteX3" fmla="*/ 317564 w 543071"/>
              <a:gd name="connsiteY3" fmla="*/ 36908 h 709961"/>
              <a:gd name="connsiteX4" fmla="*/ 182097 w 543071"/>
              <a:gd name="connsiteY4" fmla="*/ 25297 h 709961"/>
              <a:gd name="connsiteX5" fmla="*/ 64 w 543071"/>
              <a:gd name="connsiteY5" fmla="*/ 6786 h 709961"/>
              <a:gd name="connsiteX0" fmla="*/ 541931 w 550648"/>
              <a:gd name="connsiteY0" fmla="*/ 747176 h 747176"/>
              <a:gd name="connsiteX1" fmla="*/ 503832 w 550648"/>
              <a:gd name="connsiteY1" fmla="*/ 210327 h 747176"/>
              <a:gd name="connsiteX2" fmla="*/ 461497 w 550648"/>
              <a:gd name="connsiteY2" fmla="*/ 130682 h 747176"/>
              <a:gd name="connsiteX3" fmla="*/ 317564 w 550648"/>
              <a:gd name="connsiteY3" fmla="*/ 36908 h 747176"/>
              <a:gd name="connsiteX4" fmla="*/ 182097 w 550648"/>
              <a:gd name="connsiteY4" fmla="*/ 25297 h 747176"/>
              <a:gd name="connsiteX5" fmla="*/ 64 w 550648"/>
              <a:gd name="connsiteY5" fmla="*/ 6786 h 747176"/>
              <a:gd name="connsiteX0" fmla="*/ 541931 w 541931"/>
              <a:gd name="connsiteY0" fmla="*/ 747176 h 747176"/>
              <a:gd name="connsiteX1" fmla="*/ 503832 w 541931"/>
              <a:gd name="connsiteY1" fmla="*/ 210327 h 747176"/>
              <a:gd name="connsiteX2" fmla="*/ 461497 w 541931"/>
              <a:gd name="connsiteY2" fmla="*/ 130682 h 747176"/>
              <a:gd name="connsiteX3" fmla="*/ 317564 w 541931"/>
              <a:gd name="connsiteY3" fmla="*/ 36908 h 747176"/>
              <a:gd name="connsiteX4" fmla="*/ 182097 w 541931"/>
              <a:gd name="connsiteY4" fmla="*/ 25297 h 747176"/>
              <a:gd name="connsiteX5" fmla="*/ 64 w 541931"/>
              <a:gd name="connsiteY5" fmla="*/ 6786 h 747176"/>
              <a:gd name="connsiteX0" fmla="*/ 541931 w 541931"/>
              <a:gd name="connsiteY0" fmla="*/ 747176 h 747176"/>
              <a:gd name="connsiteX1" fmla="*/ 508066 w 541931"/>
              <a:gd name="connsiteY1" fmla="*/ 368484 h 747176"/>
              <a:gd name="connsiteX2" fmla="*/ 461497 w 541931"/>
              <a:gd name="connsiteY2" fmla="*/ 130682 h 747176"/>
              <a:gd name="connsiteX3" fmla="*/ 317564 w 541931"/>
              <a:gd name="connsiteY3" fmla="*/ 36908 h 747176"/>
              <a:gd name="connsiteX4" fmla="*/ 182097 w 541931"/>
              <a:gd name="connsiteY4" fmla="*/ 25297 h 747176"/>
              <a:gd name="connsiteX5" fmla="*/ 64 w 541931"/>
              <a:gd name="connsiteY5" fmla="*/ 6786 h 747176"/>
              <a:gd name="connsiteX0" fmla="*/ 541945 w 541945"/>
              <a:gd name="connsiteY0" fmla="*/ 748699 h 748699"/>
              <a:gd name="connsiteX1" fmla="*/ 508080 w 541945"/>
              <a:gd name="connsiteY1" fmla="*/ 370007 h 748699"/>
              <a:gd name="connsiteX2" fmla="*/ 461511 w 541945"/>
              <a:gd name="connsiteY2" fmla="*/ 132205 h 748699"/>
              <a:gd name="connsiteX3" fmla="*/ 317578 w 541945"/>
              <a:gd name="connsiteY3" fmla="*/ 38431 h 748699"/>
              <a:gd name="connsiteX4" fmla="*/ 165177 w 541945"/>
              <a:gd name="connsiteY4" fmla="*/ 17515 h 748699"/>
              <a:gd name="connsiteX5" fmla="*/ 78 w 541945"/>
              <a:gd name="connsiteY5" fmla="*/ 8309 h 748699"/>
              <a:gd name="connsiteX0" fmla="*/ 541945 w 541945"/>
              <a:gd name="connsiteY0" fmla="*/ 748699 h 748699"/>
              <a:gd name="connsiteX1" fmla="*/ 508080 w 541945"/>
              <a:gd name="connsiteY1" fmla="*/ 370007 h 748699"/>
              <a:gd name="connsiteX2" fmla="*/ 461511 w 541945"/>
              <a:gd name="connsiteY2" fmla="*/ 132205 h 748699"/>
              <a:gd name="connsiteX3" fmla="*/ 351445 w 541945"/>
              <a:gd name="connsiteY3" fmla="*/ 47733 h 748699"/>
              <a:gd name="connsiteX4" fmla="*/ 165177 w 541945"/>
              <a:gd name="connsiteY4" fmla="*/ 17515 h 748699"/>
              <a:gd name="connsiteX5" fmla="*/ 78 w 541945"/>
              <a:gd name="connsiteY5" fmla="*/ 8309 h 748699"/>
              <a:gd name="connsiteX0" fmla="*/ 541945 w 541945"/>
              <a:gd name="connsiteY0" fmla="*/ 748699 h 748699"/>
              <a:gd name="connsiteX1" fmla="*/ 525013 w 541945"/>
              <a:gd name="connsiteY1" fmla="*/ 388612 h 748699"/>
              <a:gd name="connsiteX2" fmla="*/ 461511 w 541945"/>
              <a:gd name="connsiteY2" fmla="*/ 132205 h 748699"/>
              <a:gd name="connsiteX3" fmla="*/ 351445 w 541945"/>
              <a:gd name="connsiteY3" fmla="*/ 47733 h 748699"/>
              <a:gd name="connsiteX4" fmla="*/ 165177 w 541945"/>
              <a:gd name="connsiteY4" fmla="*/ 17515 h 748699"/>
              <a:gd name="connsiteX5" fmla="*/ 78 w 541945"/>
              <a:gd name="connsiteY5" fmla="*/ 8309 h 748699"/>
              <a:gd name="connsiteX0" fmla="*/ 541945 w 541945"/>
              <a:gd name="connsiteY0" fmla="*/ 748699 h 748699"/>
              <a:gd name="connsiteX1" fmla="*/ 525013 w 541945"/>
              <a:gd name="connsiteY1" fmla="*/ 388612 h 748699"/>
              <a:gd name="connsiteX2" fmla="*/ 461511 w 541945"/>
              <a:gd name="connsiteY2" fmla="*/ 132205 h 748699"/>
              <a:gd name="connsiteX3" fmla="*/ 351445 w 541945"/>
              <a:gd name="connsiteY3" fmla="*/ 47733 h 748699"/>
              <a:gd name="connsiteX4" fmla="*/ 165177 w 541945"/>
              <a:gd name="connsiteY4" fmla="*/ 17515 h 748699"/>
              <a:gd name="connsiteX5" fmla="*/ 78 w 541945"/>
              <a:gd name="connsiteY5" fmla="*/ 8309 h 748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1945" h="748699">
                <a:moveTo>
                  <a:pt x="541945" y="748699"/>
                </a:moveTo>
                <a:cubicBezTo>
                  <a:pt x="537711" y="485134"/>
                  <a:pt x="542652" y="509967"/>
                  <a:pt x="525013" y="388612"/>
                </a:cubicBezTo>
                <a:cubicBezTo>
                  <a:pt x="507374" y="267257"/>
                  <a:pt x="490439" y="189018"/>
                  <a:pt x="461511" y="132205"/>
                </a:cubicBezTo>
                <a:cubicBezTo>
                  <a:pt x="432583" y="75392"/>
                  <a:pt x="400834" y="66848"/>
                  <a:pt x="351445" y="47733"/>
                </a:cubicBezTo>
                <a:cubicBezTo>
                  <a:pt x="302056" y="28618"/>
                  <a:pt x="272421" y="22535"/>
                  <a:pt x="165177" y="17515"/>
                </a:cubicBezTo>
                <a:cubicBezTo>
                  <a:pt x="70633" y="12494"/>
                  <a:pt x="-2744" y="-12858"/>
                  <a:pt x="78" y="8309"/>
                </a:cubicBezTo>
              </a:path>
            </a:pathLst>
          </a:custGeom>
          <a:noFill/>
          <a:ln w="25400">
            <a:solidFill>
              <a:srgbClr val="7030A0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CD0A9368-96C4-4210-8ABB-C2DDAB99B50D}"/>
              </a:ext>
            </a:extLst>
          </p:cNvPr>
          <p:cNvGrpSpPr/>
          <p:nvPr/>
        </p:nvGrpSpPr>
        <p:grpSpPr>
          <a:xfrm>
            <a:off x="2867142" y="2877978"/>
            <a:ext cx="2072025" cy="2828711"/>
            <a:chOff x="2060067" y="2886500"/>
            <a:chExt cx="2072025" cy="2828711"/>
          </a:xfrm>
        </p:grpSpPr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7763BFEB-6DC7-49E3-A1B7-A1CBEBDAF94A}"/>
                </a:ext>
              </a:extLst>
            </p:cNvPr>
            <p:cNvGrpSpPr/>
            <p:nvPr/>
          </p:nvGrpSpPr>
          <p:grpSpPr>
            <a:xfrm>
              <a:off x="2060067" y="2886500"/>
              <a:ext cx="2072025" cy="2828711"/>
              <a:chOff x="2043150" y="2894575"/>
              <a:chExt cx="2072025" cy="2828711"/>
            </a:xfrm>
          </p:grpSpPr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8A1464A5-F187-402C-BD12-A0CFD915C0BA}"/>
                  </a:ext>
                </a:extLst>
              </p:cNvPr>
              <p:cNvGrpSpPr/>
              <p:nvPr/>
            </p:nvGrpSpPr>
            <p:grpSpPr>
              <a:xfrm>
                <a:off x="2043150" y="2894575"/>
                <a:ext cx="2072025" cy="2828711"/>
                <a:chOff x="2079247" y="2889473"/>
                <a:chExt cx="2072025" cy="2828711"/>
              </a:xfrm>
            </p:grpSpPr>
            <p:sp>
              <p:nvSpPr>
                <p:cNvPr id="175" name="Freeform: Shape 174">
                  <a:extLst>
                    <a:ext uri="{FF2B5EF4-FFF2-40B4-BE49-F238E27FC236}">
                      <a16:creationId xmlns:a16="http://schemas.microsoft.com/office/drawing/2014/main" id="{3F167EB8-132C-4E60-9FE8-BE9D98D19029}"/>
                    </a:ext>
                  </a:extLst>
                </p:cNvPr>
                <p:cNvSpPr/>
                <p:nvPr/>
              </p:nvSpPr>
              <p:spPr>
                <a:xfrm>
                  <a:off x="2079247" y="2889473"/>
                  <a:ext cx="2072025" cy="2828711"/>
                </a:xfrm>
                <a:custGeom>
                  <a:avLst/>
                  <a:gdLst>
                    <a:gd name="connsiteX0" fmla="*/ 49234 w 2098588"/>
                    <a:gd name="connsiteY0" fmla="*/ 1227862 h 2891260"/>
                    <a:gd name="connsiteX1" fmla="*/ 176234 w 2098588"/>
                    <a:gd name="connsiteY1" fmla="*/ 939996 h 2891260"/>
                    <a:gd name="connsiteX2" fmla="*/ 608034 w 2098588"/>
                    <a:gd name="connsiteY2" fmla="*/ 448929 h 2891260"/>
                    <a:gd name="connsiteX3" fmla="*/ 819701 w 2098588"/>
                    <a:gd name="connsiteY3" fmla="*/ 135662 h 2891260"/>
                    <a:gd name="connsiteX4" fmla="*/ 1014434 w 2098588"/>
                    <a:gd name="connsiteY4" fmla="*/ 196 h 2891260"/>
                    <a:gd name="connsiteX5" fmla="*/ 1226101 w 2098588"/>
                    <a:gd name="connsiteY5" fmla="*/ 161062 h 2891260"/>
                    <a:gd name="connsiteX6" fmla="*/ 1573234 w 2098588"/>
                    <a:gd name="connsiteY6" fmla="*/ 660596 h 2891260"/>
                    <a:gd name="connsiteX7" fmla="*/ 1971168 w 2098588"/>
                    <a:gd name="connsiteY7" fmla="*/ 1007729 h 2891260"/>
                    <a:gd name="connsiteX8" fmla="*/ 2089701 w 2098588"/>
                    <a:gd name="connsiteY8" fmla="*/ 1414129 h 2891260"/>
                    <a:gd name="connsiteX9" fmla="*/ 1996568 w 2098588"/>
                    <a:gd name="connsiteY9" fmla="*/ 2286196 h 2891260"/>
                    <a:gd name="connsiteX10" fmla="*/ 1259968 w 2098588"/>
                    <a:gd name="connsiteY10" fmla="*/ 2870396 h 2891260"/>
                    <a:gd name="connsiteX11" fmla="*/ 472568 w 2098588"/>
                    <a:gd name="connsiteY11" fmla="*/ 2717996 h 2891260"/>
                    <a:gd name="connsiteX12" fmla="*/ 32301 w 2098588"/>
                    <a:gd name="connsiteY12" fmla="*/ 2303129 h 2891260"/>
                    <a:gd name="connsiteX13" fmla="*/ 49234 w 2098588"/>
                    <a:gd name="connsiteY13" fmla="*/ 1227862 h 2891260"/>
                    <a:gd name="connsiteX0" fmla="*/ 20117 w 2069471"/>
                    <a:gd name="connsiteY0" fmla="*/ 1227862 h 2891260"/>
                    <a:gd name="connsiteX1" fmla="*/ 147117 w 2069471"/>
                    <a:gd name="connsiteY1" fmla="*/ 939996 h 2891260"/>
                    <a:gd name="connsiteX2" fmla="*/ 578917 w 2069471"/>
                    <a:gd name="connsiteY2" fmla="*/ 448929 h 2891260"/>
                    <a:gd name="connsiteX3" fmla="*/ 790584 w 2069471"/>
                    <a:gd name="connsiteY3" fmla="*/ 135662 h 2891260"/>
                    <a:gd name="connsiteX4" fmla="*/ 985317 w 2069471"/>
                    <a:gd name="connsiteY4" fmla="*/ 196 h 2891260"/>
                    <a:gd name="connsiteX5" fmla="*/ 1196984 w 2069471"/>
                    <a:gd name="connsiteY5" fmla="*/ 161062 h 2891260"/>
                    <a:gd name="connsiteX6" fmla="*/ 1544117 w 2069471"/>
                    <a:gd name="connsiteY6" fmla="*/ 660596 h 2891260"/>
                    <a:gd name="connsiteX7" fmla="*/ 1942051 w 2069471"/>
                    <a:gd name="connsiteY7" fmla="*/ 1007729 h 2891260"/>
                    <a:gd name="connsiteX8" fmla="*/ 2060584 w 2069471"/>
                    <a:gd name="connsiteY8" fmla="*/ 1414129 h 2891260"/>
                    <a:gd name="connsiteX9" fmla="*/ 1967451 w 2069471"/>
                    <a:gd name="connsiteY9" fmla="*/ 2286196 h 2891260"/>
                    <a:gd name="connsiteX10" fmla="*/ 1230851 w 2069471"/>
                    <a:gd name="connsiteY10" fmla="*/ 2870396 h 2891260"/>
                    <a:gd name="connsiteX11" fmla="*/ 443451 w 2069471"/>
                    <a:gd name="connsiteY11" fmla="*/ 2717996 h 2891260"/>
                    <a:gd name="connsiteX12" fmla="*/ 45517 w 2069471"/>
                    <a:gd name="connsiteY12" fmla="*/ 2184596 h 2891260"/>
                    <a:gd name="connsiteX13" fmla="*/ 20117 w 2069471"/>
                    <a:gd name="connsiteY13" fmla="*/ 1227862 h 2891260"/>
                    <a:gd name="connsiteX0" fmla="*/ 42794 w 2092148"/>
                    <a:gd name="connsiteY0" fmla="*/ 1227862 h 2891260"/>
                    <a:gd name="connsiteX1" fmla="*/ 169794 w 2092148"/>
                    <a:gd name="connsiteY1" fmla="*/ 939996 h 2891260"/>
                    <a:gd name="connsiteX2" fmla="*/ 601594 w 2092148"/>
                    <a:gd name="connsiteY2" fmla="*/ 448929 h 2891260"/>
                    <a:gd name="connsiteX3" fmla="*/ 813261 w 2092148"/>
                    <a:gd name="connsiteY3" fmla="*/ 135662 h 2891260"/>
                    <a:gd name="connsiteX4" fmla="*/ 1007994 w 2092148"/>
                    <a:gd name="connsiteY4" fmla="*/ 196 h 2891260"/>
                    <a:gd name="connsiteX5" fmla="*/ 1219661 w 2092148"/>
                    <a:gd name="connsiteY5" fmla="*/ 161062 h 2891260"/>
                    <a:gd name="connsiteX6" fmla="*/ 1566794 w 2092148"/>
                    <a:gd name="connsiteY6" fmla="*/ 660596 h 2891260"/>
                    <a:gd name="connsiteX7" fmla="*/ 1964728 w 2092148"/>
                    <a:gd name="connsiteY7" fmla="*/ 1007729 h 2891260"/>
                    <a:gd name="connsiteX8" fmla="*/ 2083261 w 2092148"/>
                    <a:gd name="connsiteY8" fmla="*/ 1414129 h 2891260"/>
                    <a:gd name="connsiteX9" fmla="*/ 1990128 w 2092148"/>
                    <a:gd name="connsiteY9" fmla="*/ 2286196 h 2891260"/>
                    <a:gd name="connsiteX10" fmla="*/ 1253528 w 2092148"/>
                    <a:gd name="connsiteY10" fmla="*/ 2870396 h 2891260"/>
                    <a:gd name="connsiteX11" fmla="*/ 466128 w 2092148"/>
                    <a:gd name="connsiteY11" fmla="*/ 2717996 h 2891260"/>
                    <a:gd name="connsiteX12" fmla="*/ 34327 w 2092148"/>
                    <a:gd name="connsiteY12" fmla="*/ 2226929 h 2891260"/>
                    <a:gd name="connsiteX13" fmla="*/ 42794 w 2092148"/>
                    <a:gd name="connsiteY13" fmla="*/ 1227862 h 2891260"/>
                    <a:gd name="connsiteX0" fmla="*/ 44668 w 2094022"/>
                    <a:gd name="connsiteY0" fmla="*/ 1227862 h 2891260"/>
                    <a:gd name="connsiteX1" fmla="*/ 171668 w 2094022"/>
                    <a:gd name="connsiteY1" fmla="*/ 939996 h 2891260"/>
                    <a:gd name="connsiteX2" fmla="*/ 603468 w 2094022"/>
                    <a:gd name="connsiteY2" fmla="*/ 448929 h 2891260"/>
                    <a:gd name="connsiteX3" fmla="*/ 815135 w 2094022"/>
                    <a:gd name="connsiteY3" fmla="*/ 135662 h 2891260"/>
                    <a:gd name="connsiteX4" fmla="*/ 1009868 w 2094022"/>
                    <a:gd name="connsiteY4" fmla="*/ 196 h 2891260"/>
                    <a:gd name="connsiteX5" fmla="*/ 1221535 w 2094022"/>
                    <a:gd name="connsiteY5" fmla="*/ 161062 h 2891260"/>
                    <a:gd name="connsiteX6" fmla="*/ 1568668 w 2094022"/>
                    <a:gd name="connsiteY6" fmla="*/ 660596 h 2891260"/>
                    <a:gd name="connsiteX7" fmla="*/ 1966602 w 2094022"/>
                    <a:gd name="connsiteY7" fmla="*/ 1007729 h 2891260"/>
                    <a:gd name="connsiteX8" fmla="*/ 2085135 w 2094022"/>
                    <a:gd name="connsiteY8" fmla="*/ 1414129 h 2891260"/>
                    <a:gd name="connsiteX9" fmla="*/ 1992002 w 2094022"/>
                    <a:gd name="connsiteY9" fmla="*/ 2286196 h 2891260"/>
                    <a:gd name="connsiteX10" fmla="*/ 1255402 w 2094022"/>
                    <a:gd name="connsiteY10" fmla="*/ 2870396 h 2891260"/>
                    <a:gd name="connsiteX11" fmla="*/ 493402 w 2094022"/>
                    <a:gd name="connsiteY11" fmla="*/ 2717996 h 2891260"/>
                    <a:gd name="connsiteX12" fmla="*/ 36201 w 2094022"/>
                    <a:gd name="connsiteY12" fmla="*/ 2226929 h 2891260"/>
                    <a:gd name="connsiteX13" fmla="*/ 44668 w 2094022"/>
                    <a:gd name="connsiteY13" fmla="*/ 1227862 h 2891260"/>
                    <a:gd name="connsiteX0" fmla="*/ 44668 w 2094022"/>
                    <a:gd name="connsiteY0" fmla="*/ 1227862 h 2898688"/>
                    <a:gd name="connsiteX1" fmla="*/ 171668 w 2094022"/>
                    <a:gd name="connsiteY1" fmla="*/ 939996 h 2898688"/>
                    <a:gd name="connsiteX2" fmla="*/ 603468 w 2094022"/>
                    <a:gd name="connsiteY2" fmla="*/ 448929 h 2898688"/>
                    <a:gd name="connsiteX3" fmla="*/ 815135 w 2094022"/>
                    <a:gd name="connsiteY3" fmla="*/ 135662 h 2898688"/>
                    <a:gd name="connsiteX4" fmla="*/ 1009868 w 2094022"/>
                    <a:gd name="connsiteY4" fmla="*/ 196 h 2898688"/>
                    <a:gd name="connsiteX5" fmla="*/ 1221535 w 2094022"/>
                    <a:gd name="connsiteY5" fmla="*/ 161062 h 2898688"/>
                    <a:gd name="connsiteX6" fmla="*/ 1568668 w 2094022"/>
                    <a:gd name="connsiteY6" fmla="*/ 660596 h 2898688"/>
                    <a:gd name="connsiteX7" fmla="*/ 1966602 w 2094022"/>
                    <a:gd name="connsiteY7" fmla="*/ 1007729 h 2898688"/>
                    <a:gd name="connsiteX8" fmla="*/ 2085135 w 2094022"/>
                    <a:gd name="connsiteY8" fmla="*/ 1414129 h 2898688"/>
                    <a:gd name="connsiteX9" fmla="*/ 1992002 w 2094022"/>
                    <a:gd name="connsiteY9" fmla="*/ 2286196 h 2898688"/>
                    <a:gd name="connsiteX10" fmla="*/ 1255402 w 2094022"/>
                    <a:gd name="connsiteY10" fmla="*/ 2870396 h 2898688"/>
                    <a:gd name="connsiteX11" fmla="*/ 493402 w 2094022"/>
                    <a:gd name="connsiteY11" fmla="*/ 2717996 h 2898688"/>
                    <a:gd name="connsiteX12" fmla="*/ 36201 w 2094022"/>
                    <a:gd name="connsiteY12" fmla="*/ 2226929 h 2898688"/>
                    <a:gd name="connsiteX13" fmla="*/ 44668 w 2094022"/>
                    <a:gd name="connsiteY13" fmla="*/ 1227862 h 2898688"/>
                    <a:gd name="connsiteX0" fmla="*/ 55922 w 2105276"/>
                    <a:gd name="connsiteY0" fmla="*/ 1227862 h 2917451"/>
                    <a:gd name="connsiteX1" fmla="*/ 182922 w 2105276"/>
                    <a:gd name="connsiteY1" fmla="*/ 939996 h 2917451"/>
                    <a:gd name="connsiteX2" fmla="*/ 614722 w 2105276"/>
                    <a:gd name="connsiteY2" fmla="*/ 448929 h 2917451"/>
                    <a:gd name="connsiteX3" fmla="*/ 826389 w 2105276"/>
                    <a:gd name="connsiteY3" fmla="*/ 135662 h 2917451"/>
                    <a:gd name="connsiteX4" fmla="*/ 1021122 w 2105276"/>
                    <a:gd name="connsiteY4" fmla="*/ 196 h 2917451"/>
                    <a:gd name="connsiteX5" fmla="*/ 1232789 w 2105276"/>
                    <a:gd name="connsiteY5" fmla="*/ 161062 h 2917451"/>
                    <a:gd name="connsiteX6" fmla="*/ 1579922 w 2105276"/>
                    <a:gd name="connsiteY6" fmla="*/ 660596 h 2917451"/>
                    <a:gd name="connsiteX7" fmla="*/ 1977856 w 2105276"/>
                    <a:gd name="connsiteY7" fmla="*/ 1007729 h 2917451"/>
                    <a:gd name="connsiteX8" fmla="*/ 2096389 w 2105276"/>
                    <a:gd name="connsiteY8" fmla="*/ 1414129 h 2917451"/>
                    <a:gd name="connsiteX9" fmla="*/ 2003256 w 2105276"/>
                    <a:gd name="connsiteY9" fmla="*/ 2286196 h 2917451"/>
                    <a:gd name="connsiteX10" fmla="*/ 1266656 w 2105276"/>
                    <a:gd name="connsiteY10" fmla="*/ 2870396 h 2917451"/>
                    <a:gd name="connsiteX11" fmla="*/ 657056 w 2105276"/>
                    <a:gd name="connsiteY11" fmla="*/ 2777263 h 2917451"/>
                    <a:gd name="connsiteX12" fmla="*/ 47455 w 2105276"/>
                    <a:gd name="connsiteY12" fmla="*/ 2226929 h 2917451"/>
                    <a:gd name="connsiteX13" fmla="*/ 55922 w 2105276"/>
                    <a:gd name="connsiteY13" fmla="*/ 1227862 h 2917451"/>
                    <a:gd name="connsiteX0" fmla="*/ 55922 w 2105276"/>
                    <a:gd name="connsiteY0" fmla="*/ 1227862 h 2922144"/>
                    <a:gd name="connsiteX1" fmla="*/ 182922 w 2105276"/>
                    <a:gd name="connsiteY1" fmla="*/ 939996 h 2922144"/>
                    <a:gd name="connsiteX2" fmla="*/ 614722 w 2105276"/>
                    <a:gd name="connsiteY2" fmla="*/ 448929 h 2922144"/>
                    <a:gd name="connsiteX3" fmla="*/ 826389 w 2105276"/>
                    <a:gd name="connsiteY3" fmla="*/ 135662 h 2922144"/>
                    <a:gd name="connsiteX4" fmla="*/ 1021122 w 2105276"/>
                    <a:gd name="connsiteY4" fmla="*/ 196 h 2922144"/>
                    <a:gd name="connsiteX5" fmla="*/ 1232789 w 2105276"/>
                    <a:gd name="connsiteY5" fmla="*/ 161062 h 2922144"/>
                    <a:gd name="connsiteX6" fmla="*/ 1579922 w 2105276"/>
                    <a:gd name="connsiteY6" fmla="*/ 660596 h 2922144"/>
                    <a:gd name="connsiteX7" fmla="*/ 1977856 w 2105276"/>
                    <a:gd name="connsiteY7" fmla="*/ 1007729 h 2922144"/>
                    <a:gd name="connsiteX8" fmla="*/ 2096389 w 2105276"/>
                    <a:gd name="connsiteY8" fmla="*/ 1414129 h 2922144"/>
                    <a:gd name="connsiteX9" fmla="*/ 2003256 w 2105276"/>
                    <a:gd name="connsiteY9" fmla="*/ 2286196 h 2922144"/>
                    <a:gd name="connsiteX10" fmla="*/ 1266656 w 2105276"/>
                    <a:gd name="connsiteY10" fmla="*/ 2870396 h 2922144"/>
                    <a:gd name="connsiteX11" fmla="*/ 657056 w 2105276"/>
                    <a:gd name="connsiteY11" fmla="*/ 2777263 h 2922144"/>
                    <a:gd name="connsiteX12" fmla="*/ 47455 w 2105276"/>
                    <a:gd name="connsiteY12" fmla="*/ 2226929 h 2922144"/>
                    <a:gd name="connsiteX13" fmla="*/ 55922 w 2105276"/>
                    <a:gd name="connsiteY13" fmla="*/ 1227862 h 2922144"/>
                    <a:gd name="connsiteX0" fmla="*/ 55922 w 2101719"/>
                    <a:gd name="connsiteY0" fmla="*/ 1227862 h 2916769"/>
                    <a:gd name="connsiteX1" fmla="*/ 182922 w 2101719"/>
                    <a:gd name="connsiteY1" fmla="*/ 939996 h 2916769"/>
                    <a:gd name="connsiteX2" fmla="*/ 614722 w 2101719"/>
                    <a:gd name="connsiteY2" fmla="*/ 448929 h 2916769"/>
                    <a:gd name="connsiteX3" fmla="*/ 826389 w 2101719"/>
                    <a:gd name="connsiteY3" fmla="*/ 135662 h 2916769"/>
                    <a:gd name="connsiteX4" fmla="*/ 1021122 w 2101719"/>
                    <a:gd name="connsiteY4" fmla="*/ 196 h 2916769"/>
                    <a:gd name="connsiteX5" fmla="*/ 1232789 w 2101719"/>
                    <a:gd name="connsiteY5" fmla="*/ 161062 h 2916769"/>
                    <a:gd name="connsiteX6" fmla="*/ 1579922 w 2101719"/>
                    <a:gd name="connsiteY6" fmla="*/ 660596 h 2916769"/>
                    <a:gd name="connsiteX7" fmla="*/ 1977856 w 2101719"/>
                    <a:gd name="connsiteY7" fmla="*/ 1007729 h 2916769"/>
                    <a:gd name="connsiteX8" fmla="*/ 2096389 w 2101719"/>
                    <a:gd name="connsiteY8" fmla="*/ 1414129 h 2916769"/>
                    <a:gd name="connsiteX9" fmla="*/ 2003256 w 2101719"/>
                    <a:gd name="connsiteY9" fmla="*/ 2286196 h 2916769"/>
                    <a:gd name="connsiteX10" fmla="*/ 1351323 w 2101719"/>
                    <a:gd name="connsiteY10" fmla="*/ 2861929 h 2916769"/>
                    <a:gd name="connsiteX11" fmla="*/ 657056 w 2101719"/>
                    <a:gd name="connsiteY11" fmla="*/ 2777263 h 2916769"/>
                    <a:gd name="connsiteX12" fmla="*/ 47455 w 2101719"/>
                    <a:gd name="connsiteY12" fmla="*/ 2226929 h 2916769"/>
                    <a:gd name="connsiteX13" fmla="*/ 55922 w 2101719"/>
                    <a:gd name="connsiteY13" fmla="*/ 1227862 h 2916769"/>
                    <a:gd name="connsiteX0" fmla="*/ 55922 w 2098375"/>
                    <a:gd name="connsiteY0" fmla="*/ 1227862 h 2927727"/>
                    <a:gd name="connsiteX1" fmla="*/ 182922 w 2098375"/>
                    <a:gd name="connsiteY1" fmla="*/ 939996 h 2927727"/>
                    <a:gd name="connsiteX2" fmla="*/ 614722 w 2098375"/>
                    <a:gd name="connsiteY2" fmla="*/ 448929 h 2927727"/>
                    <a:gd name="connsiteX3" fmla="*/ 826389 w 2098375"/>
                    <a:gd name="connsiteY3" fmla="*/ 135662 h 2927727"/>
                    <a:gd name="connsiteX4" fmla="*/ 1021122 w 2098375"/>
                    <a:gd name="connsiteY4" fmla="*/ 196 h 2927727"/>
                    <a:gd name="connsiteX5" fmla="*/ 1232789 w 2098375"/>
                    <a:gd name="connsiteY5" fmla="*/ 161062 h 2927727"/>
                    <a:gd name="connsiteX6" fmla="*/ 1579922 w 2098375"/>
                    <a:gd name="connsiteY6" fmla="*/ 660596 h 2927727"/>
                    <a:gd name="connsiteX7" fmla="*/ 1977856 w 2098375"/>
                    <a:gd name="connsiteY7" fmla="*/ 1007729 h 2927727"/>
                    <a:gd name="connsiteX8" fmla="*/ 2096389 w 2098375"/>
                    <a:gd name="connsiteY8" fmla="*/ 1414129 h 2927727"/>
                    <a:gd name="connsiteX9" fmla="*/ 2003256 w 2098375"/>
                    <a:gd name="connsiteY9" fmla="*/ 2286196 h 2927727"/>
                    <a:gd name="connsiteX10" fmla="*/ 1469856 w 2098375"/>
                    <a:gd name="connsiteY10" fmla="*/ 2878862 h 2927727"/>
                    <a:gd name="connsiteX11" fmla="*/ 657056 w 2098375"/>
                    <a:gd name="connsiteY11" fmla="*/ 2777263 h 2927727"/>
                    <a:gd name="connsiteX12" fmla="*/ 47455 w 2098375"/>
                    <a:gd name="connsiteY12" fmla="*/ 2226929 h 2927727"/>
                    <a:gd name="connsiteX13" fmla="*/ 55922 w 2098375"/>
                    <a:gd name="connsiteY13" fmla="*/ 1227862 h 2927727"/>
                    <a:gd name="connsiteX0" fmla="*/ 55922 w 2098375"/>
                    <a:gd name="connsiteY0" fmla="*/ 1227862 h 2964992"/>
                    <a:gd name="connsiteX1" fmla="*/ 182922 w 2098375"/>
                    <a:gd name="connsiteY1" fmla="*/ 939996 h 2964992"/>
                    <a:gd name="connsiteX2" fmla="*/ 614722 w 2098375"/>
                    <a:gd name="connsiteY2" fmla="*/ 448929 h 2964992"/>
                    <a:gd name="connsiteX3" fmla="*/ 826389 w 2098375"/>
                    <a:gd name="connsiteY3" fmla="*/ 135662 h 2964992"/>
                    <a:gd name="connsiteX4" fmla="*/ 1021122 w 2098375"/>
                    <a:gd name="connsiteY4" fmla="*/ 196 h 2964992"/>
                    <a:gd name="connsiteX5" fmla="*/ 1232789 w 2098375"/>
                    <a:gd name="connsiteY5" fmla="*/ 161062 h 2964992"/>
                    <a:gd name="connsiteX6" fmla="*/ 1579922 w 2098375"/>
                    <a:gd name="connsiteY6" fmla="*/ 660596 h 2964992"/>
                    <a:gd name="connsiteX7" fmla="*/ 1977856 w 2098375"/>
                    <a:gd name="connsiteY7" fmla="*/ 1007729 h 2964992"/>
                    <a:gd name="connsiteX8" fmla="*/ 2096389 w 2098375"/>
                    <a:gd name="connsiteY8" fmla="*/ 1414129 h 2964992"/>
                    <a:gd name="connsiteX9" fmla="*/ 2003256 w 2098375"/>
                    <a:gd name="connsiteY9" fmla="*/ 2286196 h 2964992"/>
                    <a:gd name="connsiteX10" fmla="*/ 1469856 w 2098375"/>
                    <a:gd name="connsiteY10" fmla="*/ 2878862 h 2964992"/>
                    <a:gd name="connsiteX11" fmla="*/ 657056 w 2098375"/>
                    <a:gd name="connsiteY11" fmla="*/ 2777263 h 2964992"/>
                    <a:gd name="connsiteX12" fmla="*/ 47455 w 2098375"/>
                    <a:gd name="connsiteY12" fmla="*/ 2226929 h 2964992"/>
                    <a:gd name="connsiteX13" fmla="*/ 55922 w 2098375"/>
                    <a:gd name="connsiteY13" fmla="*/ 1227862 h 2964992"/>
                    <a:gd name="connsiteX0" fmla="*/ 55922 w 2097624"/>
                    <a:gd name="connsiteY0" fmla="*/ 1227862 h 2942280"/>
                    <a:gd name="connsiteX1" fmla="*/ 182922 w 2097624"/>
                    <a:gd name="connsiteY1" fmla="*/ 939996 h 2942280"/>
                    <a:gd name="connsiteX2" fmla="*/ 614722 w 2097624"/>
                    <a:gd name="connsiteY2" fmla="*/ 448929 h 2942280"/>
                    <a:gd name="connsiteX3" fmla="*/ 826389 w 2097624"/>
                    <a:gd name="connsiteY3" fmla="*/ 135662 h 2942280"/>
                    <a:gd name="connsiteX4" fmla="*/ 1021122 w 2097624"/>
                    <a:gd name="connsiteY4" fmla="*/ 196 h 2942280"/>
                    <a:gd name="connsiteX5" fmla="*/ 1232789 w 2097624"/>
                    <a:gd name="connsiteY5" fmla="*/ 161062 h 2942280"/>
                    <a:gd name="connsiteX6" fmla="*/ 1579922 w 2097624"/>
                    <a:gd name="connsiteY6" fmla="*/ 660596 h 2942280"/>
                    <a:gd name="connsiteX7" fmla="*/ 1977856 w 2097624"/>
                    <a:gd name="connsiteY7" fmla="*/ 1007729 h 2942280"/>
                    <a:gd name="connsiteX8" fmla="*/ 2096389 w 2097624"/>
                    <a:gd name="connsiteY8" fmla="*/ 1414129 h 2942280"/>
                    <a:gd name="connsiteX9" fmla="*/ 2003256 w 2097624"/>
                    <a:gd name="connsiteY9" fmla="*/ 2286196 h 2942280"/>
                    <a:gd name="connsiteX10" fmla="*/ 1520656 w 2097624"/>
                    <a:gd name="connsiteY10" fmla="*/ 2844996 h 2942280"/>
                    <a:gd name="connsiteX11" fmla="*/ 657056 w 2097624"/>
                    <a:gd name="connsiteY11" fmla="*/ 2777263 h 2942280"/>
                    <a:gd name="connsiteX12" fmla="*/ 47455 w 2097624"/>
                    <a:gd name="connsiteY12" fmla="*/ 2226929 h 2942280"/>
                    <a:gd name="connsiteX13" fmla="*/ 55922 w 2097624"/>
                    <a:gd name="connsiteY13" fmla="*/ 1227862 h 2942280"/>
                    <a:gd name="connsiteX0" fmla="*/ 55922 w 2097143"/>
                    <a:gd name="connsiteY0" fmla="*/ 1227862 h 2899624"/>
                    <a:gd name="connsiteX1" fmla="*/ 182922 w 2097143"/>
                    <a:gd name="connsiteY1" fmla="*/ 939996 h 2899624"/>
                    <a:gd name="connsiteX2" fmla="*/ 614722 w 2097143"/>
                    <a:gd name="connsiteY2" fmla="*/ 448929 h 2899624"/>
                    <a:gd name="connsiteX3" fmla="*/ 826389 w 2097143"/>
                    <a:gd name="connsiteY3" fmla="*/ 135662 h 2899624"/>
                    <a:gd name="connsiteX4" fmla="*/ 1021122 w 2097143"/>
                    <a:gd name="connsiteY4" fmla="*/ 196 h 2899624"/>
                    <a:gd name="connsiteX5" fmla="*/ 1232789 w 2097143"/>
                    <a:gd name="connsiteY5" fmla="*/ 161062 h 2899624"/>
                    <a:gd name="connsiteX6" fmla="*/ 1579922 w 2097143"/>
                    <a:gd name="connsiteY6" fmla="*/ 660596 h 2899624"/>
                    <a:gd name="connsiteX7" fmla="*/ 1977856 w 2097143"/>
                    <a:gd name="connsiteY7" fmla="*/ 1007729 h 2899624"/>
                    <a:gd name="connsiteX8" fmla="*/ 2096389 w 2097143"/>
                    <a:gd name="connsiteY8" fmla="*/ 1414129 h 2899624"/>
                    <a:gd name="connsiteX9" fmla="*/ 2003256 w 2097143"/>
                    <a:gd name="connsiteY9" fmla="*/ 2286196 h 2899624"/>
                    <a:gd name="connsiteX10" fmla="*/ 1579923 w 2097143"/>
                    <a:gd name="connsiteY10" fmla="*/ 2768796 h 2899624"/>
                    <a:gd name="connsiteX11" fmla="*/ 657056 w 2097143"/>
                    <a:gd name="connsiteY11" fmla="*/ 2777263 h 2899624"/>
                    <a:gd name="connsiteX12" fmla="*/ 47455 w 2097143"/>
                    <a:gd name="connsiteY12" fmla="*/ 2226929 h 2899624"/>
                    <a:gd name="connsiteX13" fmla="*/ 55922 w 2097143"/>
                    <a:gd name="connsiteY13" fmla="*/ 1227862 h 2899624"/>
                    <a:gd name="connsiteX0" fmla="*/ 55922 w 2097143"/>
                    <a:gd name="connsiteY0" fmla="*/ 1227862 h 2902718"/>
                    <a:gd name="connsiteX1" fmla="*/ 182922 w 2097143"/>
                    <a:gd name="connsiteY1" fmla="*/ 939996 h 2902718"/>
                    <a:gd name="connsiteX2" fmla="*/ 614722 w 2097143"/>
                    <a:gd name="connsiteY2" fmla="*/ 448929 h 2902718"/>
                    <a:gd name="connsiteX3" fmla="*/ 826389 w 2097143"/>
                    <a:gd name="connsiteY3" fmla="*/ 135662 h 2902718"/>
                    <a:gd name="connsiteX4" fmla="*/ 1021122 w 2097143"/>
                    <a:gd name="connsiteY4" fmla="*/ 196 h 2902718"/>
                    <a:gd name="connsiteX5" fmla="*/ 1232789 w 2097143"/>
                    <a:gd name="connsiteY5" fmla="*/ 161062 h 2902718"/>
                    <a:gd name="connsiteX6" fmla="*/ 1579922 w 2097143"/>
                    <a:gd name="connsiteY6" fmla="*/ 660596 h 2902718"/>
                    <a:gd name="connsiteX7" fmla="*/ 1977856 w 2097143"/>
                    <a:gd name="connsiteY7" fmla="*/ 1007729 h 2902718"/>
                    <a:gd name="connsiteX8" fmla="*/ 2096389 w 2097143"/>
                    <a:gd name="connsiteY8" fmla="*/ 1414129 h 2902718"/>
                    <a:gd name="connsiteX9" fmla="*/ 2003256 w 2097143"/>
                    <a:gd name="connsiteY9" fmla="*/ 2286196 h 2902718"/>
                    <a:gd name="connsiteX10" fmla="*/ 1579923 w 2097143"/>
                    <a:gd name="connsiteY10" fmla="*/ 2768796 h 2902718"/>
                    <a:gd name="connsiteX11" fmla="*/ 657056 w 2097143"/>
                    <a:gd name="connsiteY11" fmla="*/ 2777263 h 2902718"/>
                    <a:gd name="connsiteX12" fmla="*/ 47455 w 2097143"/>
                    <a:gd name="connsiteY12" fmla="*/ 2226929 h 2902718"/>
                    <a:gd name="connsiteX13" fmla="*/ 55922 w 2097143"/>
                    <a:gd name="connsiteY13" fmla="*/ 1227862 h 2902718"/>
                    <a:gd name="connsiteX0" fmla="*/ 43510 w 2084731"/>
                    <a:gd name="connsiteY0" fmla="*/ 1227862 h 2902718"/>
                    <a:gd name="connsiteX1" fmla="*/ 170510 w 2084731"/>
                    <a:gd name="connsiteY1" fmla="*/ 939996 h 2902718"/>
                    <a:gd name="connsiteX2" fmla="*/ 602310 w 2084731"/>
                    <a:gd name="connsiteY2" fmla="*/ 448929 h 2902718"/>
                    <a:gd name="connsiteX3" fmla="*/ 813977 w 2084731"/>
                    <a:gd name="connsiteY3" fmla="*/ 135662 h 2902718"/>
                    <a:gd name="connsiteX4" fmla="*/ 1008710 w 2084731"/>
                    <a:gd name="connsiteY4" fmla="*/ 196 h 2902718"/>
                    <a:gd name="connsiteX5" fmla="*/ 1220377 w 2084731"/>
                    <a:gd name="connsiteY5" fmla="*/ 161062 h 2902718"/>
                    <a:gd name="connsiteX6" fmla="*/ 1567510 w 2084731"/>
                    <a:gd name="connsiteY6" fmla="*/ 660596 h 2902718"/>
                    <a:gd name="connsiteX7" fmla="*/ 1965444 w 2084731"/>
                    <a:gd name="connsiteY7" fmla="*/ 1007729 h 2902718"/>
                    <a:gd name="connsiteX8" fmla="*/ 2083977 w 2084731"/>
                    <a:gd name="connsiteY8" fmla="*/ 1414129 h 2902718"/>
                    <a:gd name="connsiteX9" fmla="*/ 1990844 w 2084731"/>
                    <a:gd name="connsiteY9" fmla="*/ 2286196 h 2902718"/>
                    <a:gd name="connsiteX10" fmla="*/ 1567511 w 2084731"/>
                    <a:gd name="connsiteY10" fmla="*/ 2768796 h 2902718"/>
                    <a:gd name="connsiteX11" fmla="*/ 644644 w 2084731"/>
                    <a:gd name="connsiteY11" fmla="*/ 2777263 h 2902718"/>
                    <a:gd name="connsiteX12" fmla="*/ 51976 w 2084731"/>
                    <a:gd name="connsiteY12" fmla="*/ 2252329 h 2902718"/>
                    <a:gd name="connsiteX13" fmla="*/ 43510 w 2084731"/>
                    <a:gd name="connsiteY13" fmla="*/ 1227862 h 2902718"/>
                    <a:gd name="connsiteX0" fmla="*/ 43510 w 2087156"/>
                    <a:gd name="connsiteY0" fmla="*/ 1227862 h 2875861"/>
                    <a:gd name="connsiteX1" fmla="*/ 170510 w 2087156"/>
                    <a:gd name="connsiteY1" fmla="*/ 939996 h 2875861"/>
                    <a:gd name="connsiteX2" fmla="*/ 602310 w 2087156"/>
                    <a:gd name="connsiteY2" fmla="*/ 448929 h 2875861"/>
                    <a:gd name="connsiteX3" fmla="*/ 813977 w 2087156"/>
                    <a:gd name="connsiteY3" fmla="*/ 135662 h 2875861"/>
                    <a:gd name="connsiteX4" fmla="*/ 1008710 w 2087156"/>
                    <a:gd name="connsiteY4" fmla="*/ 196 h 2875861"/>
                    <a:gd name="connsiteX5" fmla="*/ 1220377 w 2087156"/>
                    <a:gd name="connsiteY5" fmla="*/ 161062 h 2875861"/>
                    <a:gd name="connsiteX6" fmla="*/ 1567510 w 2087156"/>
                    <a:gd name="connsiteY6" fmla="*/ 660596 h 2875861"/>
                    <a:gd name="connsiteX7" fmla="*/ 1965444 w 2087156"/>
                    <a:gd name="connsiteY7" fmla="*/ 1007729 h 2875861"/>
                    <a:gd name="connsiteX8" fmla="*/ 2083977 w 2087156"/>
                    <a:gd name="connsiteY8" fmla="*/ 1414129 h 2875861"/>
                    <a:gd name="connsiteX9" fmla="*/ 2007778 w 2087156"/>
                    <a:gd name="connsiteY9" fmla="*/ 2201529 h 2875861"/>
                    <a:gd name="connsiteX10" fmla="*/ 1567511 w 2087156"/>
                    <a:gd name="connsiteY10" fmla="*/ 2768796 h 2875861"/>
                    <a:gd name="connsiteX11" fmla="*/ 644644 w 2087156"/>
                    <a:gd name="connsiteY11" fmla="*/ 2777263 h 2875861"/>
                    <a:gd name="connsiteX12" fmla="*/ 51976 w 2087156"/>
                    <a:gd name="connsiteY12" fmla="*/ 2252329 h 2875861"/>
                    <a:gd name="connsiteX13" fmla="*/ 43510 w 2087156"/>
                    <a:gd name="connsiteY13" fmla="*/ 1227862 h 2875861"/>
                    <a:gd name="connsiteX0" fmla="*/ 43510 w 2091268"/>
                    <a:gd name="connsiteY0" fmla="*/ 1227862 h 2882654"/>
                    <a:gd name="connsiteX1" fmla="*/ 170510 w 2091268"/>
                    <a:gd name="connsiteY1" fmla="*/ 939996 h 2882654"/>
                    <a:gd name="connsiteX2" fmla="*/ 602310 w 2091268"/>
                    <a:gd name="connsiteY2" fmla="*/ 448929 h 2882654"/>
                    <a:gd name="connsiteX3" fmla="*/ 813977 w 2091268"/>
                    <a:gd name="connsiteY3" fmla="*/ 135662 h 2882654"/>
                    <a:gd name="connsiteX4" fmla="*/ 1008710 w 2091268"/>
                    <a:gd name="connsiteY4" fmla="*/ 196 h 2882654"/>
                    <a:gd name="connsiteX5" fmla="*/ 1220377 w 2091268"/>
                    <a:gd name="connsiteY5" fmla="*/ 161062 h 2882654"/>
                    <a:gd name="connsiteX6" fmla="*/ 1567510 w 2091268"/>
                    <a:gd name="connsiteY6" fmla="*/ 660596 h 2882654"/>
                    <a:gd name="connsiteX7" fmla="*/ 1965444 w 2091268"/>
                    <a:gd name="connsiteY7" fmla="*/ 1007729 h 2882654"/>
                    <a:gd name="connsiteX8" fmla="*/ 2083977 w 2091268"/>
                    <a:gd name="connsiteY8" fmla="*/ 1414129 h 2882654"/>
                    <a:gd name="connsiteX9" fmla="*/ 2007778 w 2091268"/>
                    <a:gd name="connsiteY9" fmla="*/ 2201529 h 2882654"/>
                    <a:gd name="connsiteX10" fmla="*/ 1440511 w 2091268"/>
                    <a:gd name="connsiteY10" fmla="*/ 2785730 h 2882654"/>
                    <a:gd name="connsiteX11" fmla="*/ 644644 w 2091268"/>
                    <a:gd name="connsiteY11" fmla="*/ 2777263 h 2882654"/>
                    <a:gd name="connsiteX12" fmla="*/ 51976 w 2091268"/>
                    <a:gd name="connsiteY12" fmla="*/ 2252329 h 2882654"/>
                    <a:gd name="connsiteX13" fmla="*/ 43510 w 2091268"/>
                    <a:gd name="connsiteY13" fmla="*/ 1227862 h 2882654"/>
                    <a:gd name="connsiteX0" fmla="*/ 43510 w 2091268"/>
                    <a:gd name="connsiteY0" fmla="*/ 1227862 h 2910175"/>
                    <a:gd name="connsiteX1" fmla="*/ 170510 w 2091268"/>
                    <a:gd name="connsiteY1" fmla="*/ 939996 h 2910175"/>
                    <a:gd name="connsiteX2" fmla="*/ 602310 w 2091268"/>
                    <a:gd name="connsiteY2" fmla="*/ 448929 h 2910175"/>
                    <a:gd name="connsiteX3" fmla="*/ 813977 w 2091268"/>
                    <a:gd name="connsiteY3" fmla="*/ 135662 h 2910175"/>
                    <a:gd name="connsiteX4" fmla="*/ 1008710 w 2091268"/>
                    <a:gd name="connsiteY4" fmla="*/ 196 h 2910175"/>
                    <a:gd name="connsiteX5" fmla="*/ 1220377 w 2091268"/>
                    <a:gd name="connsiteY5" fmla="*/ 161062 h 2910175"/>
                    <a:gd name="connsiteX6" fmla="*/ 1567510 w 2091268"/>
                    <a:gd name="connsiteY6" fmla="*/ 660596 h 2910175"/>
                    <a:gd name="connsiteX7" fmla="*/ 1965444 w 2091268"/>
                    <a:gd name="connsiteY7" fmla="*/ 1007729 h 2910175"/>
                    <a:gd name="connsiteX8" fmla="*/ 2083977 w 2091268"/>
                    <a:gd name="connsiteY8" fmla="*/ 1414129 h 2910175"/>
                    <a:gd name="connsiteX9" fmla="*/ 2007778 w 2091268"/>
                    <a:gd name="connsiteY9" fmla="*/ 2201529 h 2910175"/>
                    <a:gd name="connsiteX10" fmla="*/ 1440511 w 2091268"/>
                    <a:gd name="connsiteY10" fmla="*/ 2785730 h 2910175"/>
                    <a:gd name="connsiteX11" fmla="*/ 644644 w 2091268"/>
                    <a:gd name="connsiteY11" fmla="*/ 2777263 h 2910175"/>
                    <a:gd name="connsiteX12" fmla="*/ 51976 w 2091268"/>
                    <a:gd name="connsiteY12" fmla="*/ 2252329 h 2910175"/>
                    <a:gd name="connsiteX13" fmla="*/ 43510 w 2091268"/>
                    <a:gd name="connsiteY13" fmla="*/ 1227862 h 2910175"/>
                    <a:gd name="connsiteX0" fmla="*/ 43510 w 2091268"/>
                    <a:gd name="connsiteY0" fmla="*/ 1227862 h 2910175"/>
                    <a:gd name="connsiteX1" fmla="*/ 170510 w 2091268"/>
                    <a:gd name="connsiteY1" fmla="*/ 939996 h 2910175"/>
                    <a:gd name="connsiteX2" fmla="*/ 602310 w 2091268"/>
                    <a:gd name="connsiteY2" fmla="*/ 448929 h 2910175"/>
                    <a:gd name="connsiteX3" fmla="*/ 813977 w 2091268"/>
                    <a:gd name="connsiteY3" fmla="*/ 135662 h 2910175"/>
                    <a:gd name="connsiteX4" fmla="*/ 1008710 w 2091268"/>
                    <a:gd name="connsiteY4" fmla="*/ 196 h 2910175"/>
                    <a:gd name="connsiteX5" fmla="*/ 1220377 w 2091268"/>
                    <a:gd name="connsiteY5" fmla="*/ 161062 h 2910175"/>
                    <a:gd name="connsiteX6" fmla="*/ 1567510 w 2091268"/>
                    <a:gd name="connsiteY6" fmla="*/ 660596 h 2910175"/>
                    <a:gd name="connsiteX7" fmla="*/ 1965444 w 2091268"/>
                    <a:gd name="connsiteY7" fmla="*/ 1007729 h 2910175"/>
                    <a:gd name="connsiteX8" fmla="*/ 2083977 w 2091268"/>
                    <a:gd name="connsiteY8" fmla="*/ 1414129 h 2910175"/>
                    <a:gd name="connsiteX9" fmla="*/ 2007778 w 2091268"/>
                    <a:gd name="connsiteY9" fmla="*/ 2201529 h 2910175"/>
                    <a:gd name="connsiteX10" fmla="*/ 1440511 w 2091268"/>
                    <a:gd name="connsiteY10" fmla="*/ 2785730 h 2910175"/>
                    <a:gd name="connsiteX11" fmla="*/ 644644 w 2091268"/>
                    <a:gd name="connsiteY11" fmla="*/ 2777263 h 2910175"/>
                    <a:gd name="connsiteX12" fmla="*/ 51976 w 2091268"/>
                    <a:gd name="connsiteY12" fmla="*/ 2252329 h 2910175"/>
                    <a:gd name="connsiteX13" fmla="*/ 43510 w 2091268"/>
                    <a:gd name="connsiteY13" fmla="*/ 1227862 h 2910175"/>
                    <a:gd name="connsiteX0" fmla="*/ 43510 w 2091268"/>
                    <a:gd name="connsiteY0" fmla="*/ 1227862 h 2907110"/>
                    <a:gd name="connsiteX1" fmla="*/ 170510 w 2091268"/>
                    <a:gd name="connsiteY1" fmla="*/ 939996 h 2907110"/>
                    <a:gd name="connsiteX2" fmla="*/ 602310 w 2091268"/>
                    <a:gd name="connsiteY2" fmla="*/ 448929 h 2907110"/>
                    <a:gd name="connsiteX3" fmla="*/ 813977 w 2091268"/>
                    <a:gd name="connsiteY3" fmla="*/ 135662 h 2907110"/>
                    <a:gd name="connsiteX4" fmla="*/ 1008710 w 2091268"/>
                    <a:gd name="connsiteY4" fmla="*/ 196 h 2907110"/>
                    <a:gd name="connsiteX5" fmla="*/ 1220377 w 2091268"/>
                    <a:gd name="connsiteY5" fmla="*/ 161062 h 2907110"/>
                    <a:gd name="connsiteX6" fmla="*/ 1567510 w 2091268"/>
                    <a:gd name="connsiteY6" fmla="*/ 660596 h 2907110"/>
                    <a:gd name="connsiteX7" fmla="*/ 1965444 w 2091268"/>
                    <a:gd name="connsiteY7" fmla="*/ 1007729 h 2907110"/>
                    <a:gd name="connsiteX8" fmla="*/ 2083977 w 2091268"/>
                    <a:gd name="connsiteY8" fmla="*/ 1414129 h 2907110"/>
                    <a:gd name="connsiteX9" fmla="*/ 2007778 w 2091268"/>
                    <a:gd name="connsiteY9" fmla="*/ 2201529 h 2907110"/>
                    <a:gd name="connsiteX10" fmla="*/ 1440511 w 2091268"/>
                    <a:gd name="connsiteY10" fmla="*/ 2785730 h 2907110"/>
                    <a:gd name="connsiteX11" fmla="*/ 644644 w 2091268"/>
                    <a:gd name="connsiteY11" fmla="*/ 2777263 h 2907110"/>
                    <a:gd name="connsiteX12" fmla="*/ 51976 w 2091268"/>
                    <a:gd name="connsiteY12" fmla="*/ 2252329 h 2907110"/>
                    <a:gd name="connsiteX13" fmla="*/ 43510 w 2091268"/>
                    <a:gd name="connsiteY13" fmla="*/ 1227862 h 2907110"/>
                    <a:gd name="connsiteX0" fmla="*/ 43510 w 2091268"/>
                    <a:gd name="connsiteY0" fmla="*/ 1227862 h 2916434"/>
                    <a:gd name="connsiteX1" fmla="*/ 170510 w 2091268"/>
                    <a:gd name="connsiteY1" fmla="*/ 939996 h 2916434"/>
                    <a:gd name="connsiteX2" fmla="*/ 602310 w 2091268"/>
                    <a:gd name="connsiteY2" fmla="*/ 448929 h 2916434"/>
                    <a:gd name="connsiteX3" fmla="*/ 813977 w 2091268"/>
                    <a:gd name="connsiteY3" fmla="*/ 135662 h 2916434"/>
                    <a:gd name="connsiteX4" fmla="*/ 1008710 w 2091268"/>
                    <a:gd name="connsiteY4" fmla="*/ 196 h 2916434"/>
                    <a:gd name="connsiteX5" fmla="*/ 1220377 w 2091268"/>
                    <a:gd name="connsiteY5" fmla="*/ 161062 h 2916434"/>
                    <a:gd name="connsiteX6" fmla="*/ 1567510 w 2091268"/>
                    <a:gd name="connsiteY6" fmla="*/ 660596 h 2916434"/>
                    <a:gd name="connsiteX7" fmla="*/ 1965444 w 2091268"/>
                    <a:gd name="connsiteY7" fmla="*/ 1007729 h 2916434"/>
                    <a:gd name="connsiteX8" fmla="*/ 2083977 w 2091268"/>
                    <a:gd name="connsiteY8" fmla="*/ 1414129 h 2916434"/>
                    <a:gd name="connsiteX9" fmla="*/ 2007778 w 2091268"/>
                    <a:gd name="connsiteY9" fmla="*/ 2201529 h 2916434"/>
                    <a:gd name="connsiteX10" fmla="*/ 1440511 w 2091268"/>
                    <a:gd name="connsiteY10" fmla="*/ 2785730 h 2916434"/>
                    <a:gd name="connsiteX11" fmla="*/ 644644 w 2091268"/>
                    <a:gd name="connsiteY11" fmla="*/ 2777263 h 2916434"/>
                    <a:gd name="connsiteX12" fmla="*/ 51976 w 2091268"/>
                    <a:gd name="connsiteY12" fmla="*/ 2252329 h 2916434"/>
                    <a:gd name="connsiteX13" fmla="*/ 43510 w 2091268"/>
                    <a:gd name="connsiteY13" fmla="*/ 1227862 h 2916434"/>
                    <a:gd name="connsiteX0" fmla="*/ 43510 w 2089935"/>
                    <a:gd name="connsiteY0" fmla="*/ 1227862 h 2934608"/>
                    <a:gd name="connsiteX1" fmla="*/ 170510 w 2089935"/>
                    <a:gd name="connsiteY1" fmla="*/ 939996 h 2934608"/>
                    <a:gd name="connsiteX2" fmla="*/ 602310 w 2089935"/>
                    <a:gd name="connsiteY2" fmla="*/ 448929 h 2934608"/>
                    <a:gd name="connsiteX3" fmla="*/ 813977 w 2089935"/>
                    <a:gd name="connsiteY3" fmla="*/ 135662 h 2934608"/>
                    <a:gd name="connsiteX4" fmla="*/ 1008710 w 2089935"/>
                    <a:gd name="connsiteY4" fmla="*/ 196 h 2934608"/>
                    <a:gd name="connsiteX5" fmla="*/ 1220377 w 2089935"/>
                    <a:gd name="connsiteY5" fmla="*/ 161062 h 2934608"/>
                    <a:gd name="connsiteX6" fmla="*/ 1567510 w 2089935"/>
                    <a:gd name="connsiteY6" fmla="*/ 660596 h 2934608"/>
                    <a:gd name="connsiteX7" fmla="*/ 1965444 w 2089935"/>
                    <a:gd name="connsiteY7" fmla="*/ 1007729 h 2934608"/>
                    <a:gd name="connsiteX8" fmla="*/ 2083977 w 2089935"/>
                    <a:gd name="connsiteY8" fmla="*/ 1414129 h 2934608"/>
                    <a:gd name="connsiteX9" fmla="*/ 2007778 w 2089935"/>
                    <a:gd name="connsiteY9" fmla="*/ 2201529 h 2934608"/>
                    <a:gd name="connsiteX10" fmla="*/ 1474378 w 2089935"/>
                    <a:gd name="connsiteY10" fmla="*/ 2819597 h 2934608"/>
                    <a:gd name="connsiteX11" fmla="*/ 644644 w 2089935"/>
                    <a:gd name="connsiteY11" fmla="*/ 2777263 h 2934608"/>
                    <a:gd name="connsiteX12" fmla="*/ 51976 w 2089935"/>
                    <a:gd name="connsiteY12" fmla="*/ 2252329 h 2934608"/>
                    <a:gd name="connsiteX13" fmla="*/ 43510 w 2089935"/>
                    <a:gd name="connsiteY13" fmla="*/ 1227862 h 2934608"/>
                    <a:gd name="connsiteX0" fmla="*/ 43510 w 2093073"/>
                    <a:gd name="connsiteY0" fmla="*/ 1227862 h 2900163"/>
                    <a:gd name="connsiteX1" fmla="*/ 170510 w 2093073"/>
                    <a:gd name="connsiteY1" fmla="*/ 939996 h 2900163"/>
                    <a:gd name="connsiteX2" fmla="*/ 602310 w 2093073"/>
                    <a:gd name="connsiteY2" fmla="*/ 448929 h 2900163"/>
                    <a:gd name="connsiteX3" fmla="*/ 813977 w 2093073"/>
                    <a:gd name="connsiteY3" fmla="*/ 135662 h 2900163"/>
                    <a:gd name="connsiteX4" fmla="*/ 1008710 w 2093073"/>
                    <a:gd name="connsiteY4" fmla="*/ 196 h 2900163"/>
                    <a:gd name="connsiteX5" fmla="*/ 1220377 w 2093073"/>
                    <a:gd name="connsiteY5" fmla="*/ 161062 h 2900163"/>
                    <a:gd name="connsiteX6" fmla="*/ 1567510 w 2093073"/>
                    <a:gd name="connsiteY6" fmla="*/ 660596 h 2900163"/>
                    <a:gd name="connsiteX7" fmla="*/ 1965444 w 2093073"/>
                    <a:gd name="connsiteY7" fmla="*/ 1007729 h 2900163"/>
                    <a:gd name="connsiteX8" fmla="*/ 2083977 w 2093073"/>
                    <a:gd name="connsiteY8" fmla="*/ 1414129 h 2900163"/>
                    <a:gd name="connsiteX9" fmla="*/ 2016245 w 2093073"/>
                    <a:gd name="connsiteY9" fmla="*/ 2277729 h 2900163"/>
                    <a:gd name="connsiteX10" fmla="*/ 1474378 w 2093073"/>
                    <a:gd name="connsiteY10" fmla="*/ 2819597 h 2900163"/>
                    <a:gd name="connsiteX11" fmla="*/ 644644 w 2093073"/>
                    <a:gd name="connsiteY11" fmla="*/ 2777263 h 2900163"/>
                    <a:gd name="connsiteX12" fmla="*/ 51976 w 2093073"/>
                    <a:gd name="connsiteY12" fmla="*/ 2252329 h 2900163"/>
                    <a:gd name="connsiteX13" fmla="*/ 43510 w 2093073"/>
                    <a:gd name="connsiteY13" fmla="*/ 1227862 h 2900163"/>
                    <a:gd name="connsiteX0" fmla="*/ 43510 w 2085581"/>
                    <a:gd name="connsiteY0" fmla="*/ 1227862 h 2900163"/>
                    <a:gd name="connsiteX1" fmla="*/ 170510 w 2085581"/>
                    <a:gd name="connsiteY1" fmla="*/ 939996 h 2900163"/>
                    <a:gd name="connsiteX2" fmla="*/ 602310 w 2085581"/>
                    <a:gd name="connsiteY2" fmla="*/ 448929 h 2900163"/>
                    <a:gd name="connsiteX3" fmla="*/ 813977 w 2085581"/>
                    <a:gd name="connsiteY3" fmla="*/ 135662 h 2900163"/>
                    <a:gd name="connsiteX4" fmla="*/ 1008710 w 2085581"/>
                    <a:gd name="connsiteY4" fmla="*/ 196 h 2900163"/>
                    <a:gd name="connsiteX5" fmla="*/ 1220377 w 2085581"/>
                    <a:gd name="connsiteY5" fmla="*/ 161062 h 2900163"/>
                    <a:gd name="connsiteX6" fmla="*/ 1567510 w 2085581"/>
                    <a:gd name="connsiteY6" fmla="*/ 660596 h 2900163"/>
                    <a:gd name="connsiteX7" fmla="*/ 1965444 w 2085581"/>
                    <a:gd name="connsiteY7" fmla="*/ 1007729 h 2900163"/>
                    <a:gd name="connsiteX8" fmla="*/ 2083977 w 2085581"/>
                    <a:gd name="connsiteY8" fmla="*/ 1414129 h 2900163"/>
                    <a:gd name="connsiteX9" fmla="*/ 2016245 w 2085581"/>
                    <a:gd name="connsiteY9" fmla="*/ 2277729 h 2900163"/>
                    <a:gd name="connsiteX10" fmla="*/ 1474378 w 2085581"/>
                    <a:gd name="connsiteY10" fmla="*/ 2819597 h 2900163"/>
                    <a:gd name="connsiteX11" fmla="*/ 644644 w 2085581"/>
                    <a:gd name="connsiteY11" fmla="*/ 2777263 h 2900163"/>
                    <a:gd name="connsiteX12" fmla="*/ 51976 w 2085581"/>
                    <a:gd name="connsiteY12" fmla="*/ 2252329 h 2900163"/>
                    <a:gd name="connsiteX13" fmla="*/ 43510 w 2085581"/>
                    <a:gd name="connsiteY13" fmla="*/ 1227862 h 2900163"/>
                    <a:gd name="connsiteX0" fmla="*/ 43510 w 2085581"/>
                    <a:gd name="connsiteY0" fmla="*/ 1227862 h 2922699"/>
                    <a:gd name="connsiteX1" fmla="*/ 170510 w 2085581"/>
                    <a:gd name="connsiteY1" fmla="*/ 939996 h 2922699"/>
                    <a:gd name="connsiteX2" fmla="*/ 602310 w 2085581"/>
                    <a:gd name="connsiteY2" fmla="*/ 448929 h 2922699"/>
                    <a:gd name="connsiteX3" fmla="*/ 813977 w 2085581"/>
                    <a:gd name="connsiteY3" fmla="*/ 135662 h 2922699"/>
                    <a:gd name="connsiteX4" fmla="*/ 1008710 w 2085581"/>
                    <a:gd name="connsiteY4" fmla="*/ 196 h 2922699"/>
                    <a:gd name="connsiteX5" fmla="*/ 1220377 w 2085581"/>
                    <a:gd name="connsiteY5" fmla="*/ 161062 h 2922699"/>
                    <a:gd name="connsiteX6" fmla="*/ 1567510 w 2085581"/>
                    <a:gd name="connsiteY6" fmla="*/ 660596 h 2922699"/>
                    <a:gd name="connsiteX7" fmla="*/ 1965444 w 2085581"/>
                    <a:gd name="connsiteY7" fmla="*/ 1007729 h 2922699"/>
                    <a:gd name="connsiteX8" fmla="*/ 2083977 w 2085581"/>
                    <a:gd name="connsiteY8" fmla="*/ 1414129 h 2922699"/>
                    <a:gd name="connsiteX9" fmla="*/ 2016245 w 2085581"/>
                    <a:gd name="connsiteY9" fmla="*/ 2277729 h 2922699"/>
                    <a:gd name="connsiteX10" fmla="*/ 1474378 w 2085581"/>
                    <a:gd name="connsiteY10" fmla="*/ 2819597 h 2922699"/>
                    <a:gd name="connsiteX11" fmla="*/ 644644 w 2085581"/>
                    <a:gd name="connsiteY11" fmla="*/ 2777263 h 2922699"/>
                    <a:gd name="connsiteX12" fmla="*/ 51976 w 2085581"/>
                    <a:gd name="connsiteY12" fmla="*/ 2252329 h 2922699"/>
                    <a:gd name="connsiteX13" fmla="*/ 43510 w 2085581"/>
                    <a:gd name="connsiteY13" fmla="*/ 1227862 h 2922699"/>
                    <a:gd name="connsiteX0" fmla="*/ 43510 w 2085581"/>
                    <a:gd name="connsiteY0" fmla="*/ 1227862 h 2922699"/>
                    <a:gd name="connsiteX1" fmla="*/ 170510 w 2085581"/>
                    <a:gd name="connsiteY1" fmla="*/ 939996 h 2922699"/>
                    <a:gd name="connsiteX2" fmla="*/ 602310 w 2085581"/>
                    <a:gd name="connsiteY2" fmla="*/ 448929 h 2922699"/>
                    <a:gd name="connsiteX3" fmla="*/ 813977 w 2085581"/>
                    <a:gd name="connsiteY3" fmla="*/ 135662 h 2922699"/>
                    <a:gd name="connsiteX4" fmla="*/ 1008710 w 2085581"/>
                    <a:gd name="connsiteY4" fmla="*/ 196 h 2922699"/>
                    <a:gd name="connsiteX5" fmla="*/ 1220377 w 2085581"/>
                    <a:gd name="connsiteY5" fmla="*/ 161062 h 2922699"/>
                    <a:gd name="connsiteX6" fmla="*/ 1567510 w 2085581"/>
                    <a:gd name="connsiteY6" fmla="*/ 660596 h 2922699"/>
                    <a:gd name="connsiteX7" fmla="*/ 1965444 w 2085581"/>
                    <a:gd name="connsiteY7" fmla="*/ 1007729 h 2922699"/>
                    <a:gd name="connsiteX8" fmla="*/ 2083977 w 2085581"/>
                    <a:gd name="connsiteY8" fmla="*/ 1414129 h 2922699"/>
                    <a:gd name="connsiteX9" fmla="*/ 2016245 w 2085581"/>
                    <a:gd name="connsiteY9" fmla="*/ 2277729 h 2922699"/>
                    <a:gd name="connsiteX10" fmla="*/ 1474378 w 2085581"/>
                    <a:gd name="connsiteY10" fmla="*/ 2819597 h 2922699"/>
                    <a:gd name="connsiteX11" fmla="*/ 644644 w 2085581"/>
                    <a:gd name="connsiteY11" fmla="*/ 2777263 h 2922699"/>
                    <a:gd name="connsiteX12" fmla="*/ 51976 w 2085581"/>
                    <a:gd name="connsiteY12" fmla="*/ 2252329 h 2922699"/>
                    <a:gd name="connsiteX13" fmla="*/ 43510 w 2085581"/>
                    <a:gd name="connsiteY13" fmla="*/ 1227862 h 2922699"/>
                    <a:gd name="connsiteX0" fmla="*/ 43510 w 2085581"/>
                    <a:gd name="connsiteY0" fmla="*/ 1227862 h 2922699"/>
                    <a:gd name="connsiteX1" fmla="*/ 170510 w 2085581"/>
                    <a:gd name="connsiteY1" fmla="*/ 939996 h 2922699"/>
                    <a:gd name="connsiteX2" fmla="*/ 602310 w 2085581"/>
                    <a:gd name="connsiteY2" fmla="*/ 448929 h 2922699"/>
                    <a:gd name="connsiteX3" fmla="*/ 813977 w 2085581"/>
                    <a:gd name="connsiteY3" fmla="*/ 135662 h 2922699"/>
                    <a:gd name="connsiteX4" fmla="*/ 1008710 w 2085581"/>
                    <a:gd name="connsiteY4" fmla="*/ 196 h 2922699"/>
                    <a:gd name="connsiteX5" fmla="*/ 1220377 w 2085581"/>
                    <a:gd name="connsiteY5" fmla="*/ 161062 h 2922699"/>
                    <a:gd name="connsiteX6" fmla="*/ 1567510 w 2085581"/>
                    <a:gd name="connsiteY6" fmla="*/ 660596 h 2922699"/>
                    <a:gd name="connsiteX7" fmla="*/ 1965444 w 2085581"/>
                    <a:gd name="connsiteY7" fmla="*/ 1007729 h 2922699"/>
                    <a:gd name="connsiteX8" fmla="*/ 2083977 w 2085581"/>
                    <a:gd name="connsiteY8" fmla="*/ 1414129 h 2922699"/>
                    <a:gd name="connsiteX9" fmla="*/ 2016245 w 2085581"/>
                    <a:gd name="connsiteY9" fmla="*/ 2277729 h 2922699"/>
                    <a:gd name="connsiteX10" fmla="*/ 1474378 w 2085581"/>
                    <a:gd name="connsiteY10" fmla="*/ 2819597 h 2922699"/>
                    <a:gd name="connsiteX11" fmla="*/ 644644 w 2085581"/>
                    <a:gd name="connsiteY11" fmla="*/ 2777263 h 2922699"/>
                    <a:gd name="connsiteX12" fmla="*/ 51976 w 2085581"/>
                    <a:gd name="connsiteY12" fmla="*/ 2201529 h 2922699"/>
                    <a:gd name="connsiteX13" fmla="*/ 43510 w 2085581"/>
                    <a:gd name="connsiteY13" fmla="*/ 1227862 h 2922699"/>
                    <a:gd name="connsiteX0" fmla="*/ 49615 w 2091686"/>
                    <a:gd name="connsiteY0" fmla="*/ 1227862 h 2922699"/>
                    <a:gd name="connsiteX1" fmla="*/ 176615 w 2091686"/>
                    <a:gd name="connsiteY1" fmla="*/ 939996 h 2922699"/>
                    <a:gd name="connsiteX2" fmla="*/ 608415 w 2091686"/>
                    <a:gd name="connsiteY2" fmla="*/ 448929 h 2922699"/>
                    <a:gd name="connsiteX3" fmla="*/ 820082 w 2091686"/>
                    <a:gd name="connsiteY3" fmla="*/ 135662 h 2922699"/>
                    <a:gd name="connsiteX4" fmla="*/ 1014815 w 2091686"/>
                    <a:gd name="connsiteY4" fmla="*/ 196 h 2922699"/>
                    <a:gd name="connsiteX5" fmla="*/ 1226482 w 2091686"/>
                    <a:gd name="connsiteY5" fmla="*/ 161062 h 2922699"/>
                    <a:gd name="connsiteX6" fmla="*/ 1573615 w 2091686"/>
                    <a:gd name="connsiteY6" fmla="*/ 660596 h 2922699"/>
                    <a:gd name="connsiteX7" fmla="*/ 1971549 w 2091686"/>
                    <a:gd name="connsiteY7" fmla="*/ 1007729 h 2922699"/>
                    <a:gd name="connsiteX8" fmla="*/ 2090082 w 2091686"/>
                    <a:gd name="connsiteY8" fmla="*/ 1414129 h 2922699"/>
                    <a:gd name="connsiteX9" fmla="*/ 2022350 w 2091686"/>
                    <a:gd name="connsiteY9" fmla="*/ 2277729 h 2922699"/>
                    <a:gd name="connsiteX10" fmla="*/ 1480483 w 2091686"/>
                    <a:gd name="connsiteY10" fmla="*/ 2819597 h 2922699"/>
                    <a:gd name="connsiteX11" fmla="*/ 650749 w 2091686"/>
                    <a:gd name="connsiteY11" fmla="*/ 2777263 h 2922699"/>
                    <a:gd name="connsiteX12" fmla="*/ 49615 w 2091686"/>
                    <a:gd name="connsiteY12" fmla="*/ 2218462 h 2922699"/>
                    <a:gd name="connsiteX13" fmla="*/ 49615 w 2091686"/>
                    <a:gd name="connsiteY13" fmla="*/ 1227862 h 2922699"/>
                    <a:gd name="connsiteX0" fmla="*/ 47752 w 2089823"/>
                    <a:gd name="connsiteY0" fmla="*/ 1227862 h 2905212"/>
                    <a:gd name="connsiteX1" fmla="*/ 174752 w 2089823"/>
                    <a:gd name="connsiteY1" fmla="*/ 939996 h 2905212"/>
                    <a:gd name="connsiteX2" fmla="*/ 606552 w 2089823"/>
                    <a:gd name="connsiteY2" fmla="*/ 448929 h 2905212"/>
                    <a:gd name="connsiteX3" fmla="*/ 818219 w 2089823"/>
                    <a:gd name="connsiteY3" fmla="*/ 135662 h 2905212"/>
                    <a:gd name="connsiteX4" fmla="*/ 1012952 w 2089823"/>
                    <a:gd name="connsiteY4" fmla="*/ 196 h 2905212"/>
                    <a:gd name="connsiteX5" fmla="*/ 1224619 w 2089823"/>
                    <a:gd name="connsiteY5" fmla="*/ 161062 h 2905212"/>
                    <a:gd name="connsiteX6" fmla="*/ 1571752 w 2089823"/>
                    <a:gd name="connsiteY6" fmla="*/ 660596 h 2905212"/>
                    <a:gd name="connsiteX7" fmla="*/ 1969686 w 2089823"/>
                    <a:gd name="connsiteY7" fmla="*/ 1007729 h 2905212"/>
                    <a:gd name="connsiteX8" fmla="*/ 2088219 w 2089823"/>
                    <a:gd name="connsiteY8" fmla="*/ 1414129 h 2905212"/>
                    <a:gd name="connsiteX9" fmla="*/ 2020487 w 2089823"/>
                    <a:gd name="connsiteY9" fmla="*/ 2277729 h 2905212"/>
                    <a:gd name="connsiteX10" fmla="*/ 1478620 w 2089823"/>
                    <a:gd name="connsiteY10" fmla="*/ 2819597 h 2905212"/>
                    <a:gd name="connsiteX11" fmla="*/ 623486 w 2089823"/>
                    <a:gd name="connsiteY11" fmla="*/ 2785729 h 2905212"/>
                    <a:gd name="connsiteX12" fmla="*/ 47752 w 2089823"/>
                    <a:gd name="connsiteY12" fmla="*/ 2218462 h 2905212"/>
                    <a:gd name="connsiteX13" fmla="*/ 47752 w 2089823"/>
                    <a:gd name="connsiteY13" fmla="*/ 1227862 h 2905212"/>
                    <a:gd name="connsiteX0" fmla="*/ 47752 w 2089950"/>
                    <a:gd name="connsiteY0" fmla="*/ 1227862 h 2887735"/>
                    <a:gd name="connsiteX1" fmla="*/ 174752 w 2089950"/>
                    <a:gd name="connsiteY1" fmla="*/ 939996 h 2887735"/>
                    <a:gd name="connsiteX2" fmla="*/ 606552 w 2089950"/>
                    <a:gd name="connsiteY2" fmla="*/ 448929 h 2887735"/>
                    <a:gd name="connsiteX3" fmla="*/ 818219 w 2089950"/>
                    <a:gd name="connsiteY3" fmla="*/ 135662 h 2887735"/>
                    <a:gd name="connsiteX4" fmla="*/ 1012952 w 2089950"/>
                    <a:gd name="connsiteY4" fmla="*/ 196 h 2887735"/>
                    <a:gd name="connsiteX5" fmla="*/ 1224619 w 2089950"/>
                    <a:gd name="connsiteY5" fmla="*/ 161062 h 2887735"/>
                    <a:gd name="connsiteX6" fmla="*/ 1571752 w 2089950"/>
                    <a:gd name="connsiteY6" fmla="*/ 660596 h 2887735"/>
                    <a:gd name="connsiteX7" fmla="*/ 1969686 w 2089950"/>
                    <a:gd name="connsiteY7" fmla="*/ 1007729 h 2887735"/>
                    <a:gd name="connsiteX8" fmla="*/ 2088219 w 2089950"/>
                    <a:gd name="connsiteY8" fmla="*/ 1414129 h 2887735"/>
                    <a:gd name="connsiteX9" fmla="*/ 2020487 w 2089950"/>
                    <a:gd name="connsiteY9" fmla="*/ 2277729 h 2887735"/>
                    <a:gd name="connsiteX10" fmla="*/ 1766488 w 2089950"/>
                    <a:gd name="connsiteY10" fmla="*/ 2599462 h 2887735"/>
                    <a:gd name="connsiteX11" fmla="*/ 1478620 w 2089950"/>
                    <a:gd name="connsiteY11" fmla="*/ 2819597 h 2887735"/>
                    <a:gd name="connsiteX12" fmla="*/ 623486 w 2089950"/>
                    <a:gd name="connsiteY12" fmla="*/ 2785729 h 2887735"/>
                    <a:gd name="connsiteX13" fmla="*/ 47752 w 2089950"/>
                    <a:gd name="connsiteY13" fmla="*/ 2218462 h 2887735"/>
                    <a:gd name="connsiteX14" fmla="*/ 47752 w 2089950"/>
                    <a:gd name="connsiteY14" fmla="*/ 1227862 h 2887735"/>
                    <a:gd name="connsiteX0" fmla="*/ 47752 w 2089950"/>
                    <a:gd name="connsiteY0" fmla="*/ 1227862 h 2887735"/>
                    <a:gd name="connsiteX1" fmla="*/ 174752 w 2089950"/>
                    <a:gd name="connsiteY1" fmla="*/ 939996 h 2887735"/>
                    <a:gd name="connsiteX2" fmla="*/ 606552 w 2089950"/>
                    <a:gd name="connsiteY2" fmla="*/ 448929 h 2887735"/>
                    <a:gd name="connsiteX3" fmla="*/ 818219 w 2089950"/>
                    <a:gd name="connsiteY3" fmla="*/ 135662 h 2887735"/>
                    <a:gd name="connsiteX4" fmla="*/ 1012952 w 2089950"/>
                    <a:gd name="connsiteY4" fmla="*/ 196 h 2887735"/>
                    <a:gd name="connsiteX5" fmla="*/ 1224619 w 2089950"/>
                    <a:gd name="connsiteY5" fmla="*/ 161062 h 2887735"/>
                    <a:gd name="connsiteX6" fmla="*/ 1571752 w 2089950"/>
                    <a:gd name="connsiteY6" fmla="*/ 660596 h 2887735"/>
                    <a:gd name="connsiteX7" fmla="*/ 1969686 w 2089950"/>
                    <a:gd name="connsiteY7" fmla="*/ 1007729 h 2887735"/>
                    <a:gd name="connsiteX8" fmla="*/ 2088219 w 2089950"/>
                    <a:gd name="connsiteY8" fmla="*/ 1414129 h 2887735"/>
                    <a:gd name="connsiteX9" fmla="*/ 2020487 w 2089950"/>
                    <a:gd name="connsiteY9" fmla="*/ 2243863 h 2887735"/>
                    <a:gd name="connsiteX10" fmla="*/ 1766488 w 2089950"/>
                    <a:gd name="connsiteY10" fmla="*/ 2599462 h 2887735"/>
                    <a:gd name="connsiteX11" fmla="*/ 1478620 w 2089950"/>
                    <a:gd name="connsiteY11" fmla="*/ 2819597 h 2887735"/>
                    <a:gd name="connsiteX12" fmla="*/ 623486 w 2089950"/>
                    <a:gd name="connsiteY12" fmla="*/ 2785729 h 2887735"/>
                    <a:gd name="connsiteX13" fmla="*/ 47752 w 2089950"/>
                    <a:gd name="connsiteY13" fmla="*/ 2218462 h 2887735"/>
                    <a:gd name="connsiteX14" fmla="*/ 47752 w 2089950"/>
                    <a:gd name="connsiteY14" fmla="*/ 1227862 h 2887735"/>
                    <a:gd name="connsiteX0" fmla="*/ 47752 w 2089950"/>
                    <a:gd name="connsiteY0" fmla="*/ 1227862 h 2914704"/>
                    <a:gd name="connsiteX1" fmla="*/ 174752 w 2089950"/>
                    <a:gd name="connsiteY1" fmla="*/ 939996 h 2914704"/>
                    <a:gd name="connsiteX2" fmla="*/ 606552 w 2089950"/>
                    <a:gd name="connsiteY2" fmla="*/ 448929 h 2914704"/>
                    <a:gd name="connsiteX3" fmla="*/ 818219 w 2089950"/>
                    <a:gd name="connsiteY3" fmla="*/ 135662 h 2914704"/>
                    <a:gd name="connsiteX4" fmla="*/ 1012952 w 2089950"/>
                    <a:gd name="connsiteY4" fmla="*/ 196 h 2914704"/>
                    <a:gd name="connsiteX5" fmla="*/ 1224619 w 2089950"/>
                    <a:gd name="connsiteY5" fmla="*/ 161062 h 2914704"/>
                    <a:gd name="connsiteX6" fmla="*/ 1571752 w 2089950"/>
                    <a:gd name="connsiteY6" fmla="*/ 660596 h 2914704"/>
                    <a:gd name="connsiteX7" fmla="*/ 1969686 w 2089950"/>
                    <a:gd name="connsiteY7" fmla="*/ 1007729 h 2914704"/>
                    <a:gd name="connsiteX8" fmla="*/ 2088219 w 2089950"/>
                    <a:gd name="connsiteY8" fmla="*/ 1414129 h 2914704"/>
                    <a:gd name="connsiteX9" fmla="*/ 2020487 w 2089950"/>
                    <a:gd name="connsiteY9" fmla="*/ 2243863 h 2914704"/>
                    <a:gd name="connsiteX10" fmla="*/ 1766488 w 2089950"/>
                    <a:gd name="connsiteY10" fmla="*/ 2599462 h 2914704"/>
                    <a:gd name="connsiteX11" fmla="*/ 1309287 w 2089950"/>
                    <a:gd name="connsiteY11" fmla="*/ 2878863 h 2914704"/>
                    <a:gd name="connsiteX12" fmla="*/ 623486 w 2089950"/>
                    <a:gd name="connsiteY12" fmla="*/ 2785729 h 2914704"/>
                    <a:gd name="connsiteX13" fmla="*/ 47752 w 2089950"/>
                    <a:gd name="connsiteY13" fmla="*/ 2218462 h 2914704"/>
                    <a:gd name="connsiteX14" fmla="*/ 47752 w 2089950"/>
                    <a:gd name="connsiteY14" fmla="*/ 1227862 h 2914704"/>
                    <a:gd name="connsiteX0" fmla="*/ 47752 w 2089950"/>
                    <a:gd name="connsiteY0" fmla="*/ 1227862 h 2939263"/>
                    <a:gd name="connsiteX1" fmla="*/ 174752 w 2089950"/>
                    <a:gd name="connsiteY1" fmla="*/ 939996 h 2939263"/>
                    <a:gd name="connsiteX2" fmla="*/ 606552 w 2089950"/>
                    <a:gd name="connsiteY2" fmla="*/ 448929 h 2939263"/>
                    <a:gd name="connsiteX3" fmla="*/ 818219 w 2089950"/>
                    <a:gd name="connsiteY3" fmla="*/ 135662 h 2939263"/>
                    <a:gd name="connsiteX4" fmla="*/ 1012952 w 2089950"/>
                    <a:gd name="connsiteY4" fmla="*/ 196 h 2939263"/>
                    <a:gd name="connsiteX5" fmla="*/ 1224619 w 2089950"/>
                    <a:gd name="connsiteY5" fmla="*/ 161062 h 2939263"/>
                    <a:gd name="connsiteX6" fmla="*/ 1571752 w 2089950"/>
                    <a:gd name="connsiteY6" fmla="*/ 660596 h 2939263"/>
                    <a:gd name="connsiteX7" fmla="*/ 1969686 w 2089950"/>
                    <a:gd name="connsiteY7" fmla="*/ 1007729 h 2939263"/>
                    <a:gd name="connsiteX8" fmla="*/ 2088219 w 2089950"/>
                    <a:gd name="connsiteY8" fmla="*/ 1414129 h 2939263"/>
                    <a:gd name="connsiteX9" fmla="*/ 2020487 w 2089950"/>
                    <a:gd name="connsiteY9" fmla="*/ 2243863 h 2939263"/>
                    <a:gd name="connsiteX10" fmla="*/ 1766488 w 2089950"/>
                    <a:gd name="connsiteY10" fmla="*/ 2599462 h 2939263"/>
                    <a:gd name="connsiteX11" fmla="*/ 1309287 w 2089950"/>
                    <a:gd name="connsiteY11" fmla="*/ 2878863 h 2939263"/>
                    <a:gd name="connsiteX12" fmla="*/ 623486 w 2089950"/>
                    <a:gd name="connsiteY12" fmla="*/ 2785729 h 2939263"/>
                    <a:gd name="connsiteX13" fmla="*/ 47752 w 2089950"/>
                    <a:gd name="connsiteY13" fmla="*/ 2218462 h 2939263"/>
                    <a:gd name="connsiteX14" fmla="*/ 47752 w 2089950"/>
                    <a:gd name="connsiteY14" fmla="*/ 1227862 h 2939263"/>
                    <a:gd name="connsiteX0" fmla="*/ 47752 w 2089950"/>
                    <a:gd name="connsiteY0" fmla="*/ 1227862 h 2944632"/>
                    <a:gd name="connsiteX1" fmla="*/ 174752 w 2089950"/>
                    <a:gd name="connsiteY1" fmla="*/ 939996 h 2944632"/>
                    <a:gd name="connsiteX2" fmla="*/ 606552 w 2089950"/>
                    <a:gd name="connsiteY2" fmla="*/ 448929 h 2944632"/>
                    <a:gd name="connsiteX3" fmla="*/ 818219 w 2089950"/>
                    <a:gd name="connsiteY3" fmla="*/ 135662 h 2944632"/>
                    <a:gd name="connsiteX4" fmla="*/ 1012952 w 2089950"/>
                    <a:gd name="connsiteY4" fmla="*/ 196 h 2944632"/>
                    <a:gd name="connsiteX5" fmla="*/ 1224619 w 2089950"/>
                    <a:gd name="connsiteY5" fmla="*/ 161062 h 2944632"/>
                    <a:gd name="connsiteX6" fmla="*/ 1571752 w 2089950"/>
                    <a:gd name="connsiteY6" fmla="*/ 660596 h 2944632"/>
                    <a:gd name="connsiteX7" fmla="*/ 1969686 w 2089950"/>
                    <a:gd name="connsiteY7" fmla="*/ 1007729 h 2944632"/>
                    <a:gd name="connsiteX8" fmla="*/ 2088219 w 2089950"/>
                    <a:gd name="connsiteY8" fmla="*/ 1414129 h 2944632"/>
                    <a:gd name="connsiteX9" fmla="*/ 2020487 w 2089950"/>
                    <a:gd name="connsiteY9" fmla="*/ 2243863 h 2944632"/>
                    <a:gd name="connsiteX10" fmla="*/ 1766488 w 2089950"/>
                    <a:gd name="connsiteY10" fmla="*/ 2599462 h 2944632"/>
                    <a:gd name="connsiteX11" fmla="*/ 1360087 w 2089950"/>
                    <a:gd name="connsiteY11" fmla="*/ 2887330 h 2944632"/>
                    <a:gd name="connsiteX12" fmla="*/ 623486 w 2089950"/>
                    <a:gd name="connsiteY12" fmla="*/ 2785729 h 2944632"/>
                    <a:gd name="connsiteX13" fmla="*/ 47752 w 2089950"/>
                    <a:gd name="connsiteY13" fmla="*/ 2218462 h 2944632"/>
                    <a:gd name="connsiteX14" fmla="*/ 47752 w 2089950"/>
                    <a:gd name="connsiteY14" fmla="*/ 1227862 h 2944632"/>
                    <a:gd name="connsiteX0" fmla="*/ 47752 w 2089950"/>
                    <a:gd name="connsiteY0" fmla="*/ 1227862 h 2937356"/>
                    <a:gd name="connsiteX1" fmla="*/ 174752 w 2089950"/>
                    <a:gd name="connsiteY1" fmla="*/ 939996 h 2937356"/>
                    <a:gd name="connsiteX2" fmla="*/ 606552 w 2089950"/>
                    <a:gd name="connsiteY2" fmla="*/ 448929 h 2937356"/>
                    <a:gd name="connsiteX3" fmla="*/ 818219 w 2089950"/>
                    <a:gd name="connsiteY3" fmla="*/ 135662 h 2937356"/>
                    <a:gd name="connsiteX4" fmla="*/ 1012952 w 2089950"/>
                    <a:gd name="connsiteY4" fmla="*/ 196 h 2937356"/>
                    <a:gd name="connsiteX5" fmla="*/ 1224619 w 2089950"/>
                    <a:gd name="connsiteY5" fmla="*/ 161062 h 2937356"/>
                    <a:gd name="connsiteX6" fmla="*/ 1571752 w 2089950"/>
                    <a:gd name="connsiteY6" fmla="*/ 660596 h 2937356"/>
                    <a:gd name="connsiteX7" fmla="*/ 1969686 w 2089950"/>
                    <a:gd name="connsiteY7" fmla="*/ 1007729 h 2937356"/>
                    <a:gd name="connsiteX8" fmla="*/ 2088219 w 2089950"/>
                    <a:gd name="connsiteY8" fmla="*/ 1414129 h 2937356"/>
                    <a:gd name="connsiteX9" fmla="*/ 2020487 w 2089950"/>
                    <a:gd name="connsiteY9" fmla="*/ 2243863 h 2937356"/>
                    <a:gd name="connsiteX10" fmla="*/ 1766488 w 2089950"/>
                    <a:gd name="connsiteY10" fmla="*/ 2599462 h 2937356"/>
                    <a:gd name="connsiteX11" fmla="*/ 1360087 w 2089950"/>
                    <a:gd name="connsiteY11" fmla="*/ 2887330 h 2937356"/>
                    <a:gd name="connsiteX12" fmla="*/ 623486 w 2089950"/>
                    <a:gd name="connsiteY12" fmla="*/ 2785729 h 2937356"/>
                    <a:gd name="connsiteX13" fmla="*/ 47752 w 2089950"/>
                    <a:gd name="connsiteY13" fmla="*/ 2218462 h 2937356"/>
                    <a:gd name="connsiteX14" fmla="*/ 47752 w 2089950"/>
                    <a:gd name="connsiteY14" fmla="*/ 1227862 h 2937356"/>
                    <a:gd name="connsiteX0" fmla="*/ 47752 w 2089950"/>
                    <a:gd name="connsiteY0" fmla="*/ 1227862 h 2937356"/>
                    <a:gd name="connsiteX1" fmla="*/ 174752 w 2089950"/>
                    <a:gd name="connsiteY1" fmla="*/ 939996 h 2937356"/>
                    <a:gd name="connsiteX2" fmla="*/ 606552 w 2089950"/>
                    <a:gd name="connsiteY2" fmla="*/ 448929 h 2937356"/>
                    <a:gd name="connsiteX3" fmla="*/ 818219 w 2089950"/>
                    <a:gd name="connsiteY3" fmla="*/ 135662 h 2937356"/>
                    <a:gd name="connsiteX4" fmla="*/ 1012952 w 2089950"/>
                    <a:gd name="connsiteY4" fmla="*/ 196 h 2937356"/>
                    <a:gd name="connsiteX5" fmla="*/ 1224619 w 2089950"/>
                    <a:gd name="connsiteY5" fmla="*/ 161062 h 2937356"/>
                    <a:gd name="connsiteX6" fmla="*/ 1571752 w 2089950"/>
                    <a:gd name="connsiteY6" fmla="*/ 660596 h 2937356"/>
                    <a:gd name="connsiteX7" fmla="*/ 1969686 w 2089950"/>
                    <a:gd name="connsiteY7" fmla="*/ 1007729 h 2937356"/>
                    <a:gd name="connsiteX8" fmla="*/ 2088219 w 2089950"/>
                    <a:gd name="connsiteY8" fmla="*/ 1414129 h 2937356"/>
                    <a:gd name="connsiteX9" fmla="*/ 2020487 w 2089950"/>
                    <a:gd name="connsiteY9" fmla="*/ 2243863 h 2937356"/>
                    <a:gd name="connsiteX10" fmla="*/ 1766488 w 2089950"/>
                    <a:gd name="connsiteY10" fmla="*/ 2599462 h 2937356"/>
                    <a:gd name="connsiteX11" fmla="*/ 1360087 w 2089950"/>
                    <a:gd name="connsiteY11" fmla="*/ 2887330 h 2937356"/>
                    <a:gd name="connsiteX12" fmla="*/ 623486 w 2089950"/>
                    <a:gd name="connsiteY12" fmla="*/ 2785729 h 2937356"/>
                    <a:gd name="connsiteX13" fmla="*/ 47752 w 2089950"/>
                    <a:gd name="connsiteY13" fmla="*/ 2218462 h 2937356"/>
                    <a:gd name="connsiteX14" fmla="*/ 47752 w 2089950"/>
                    <a:gd name="connsiteY14" fmla="*/ 1227862 h 2937356"/>
                    <a:gd name="connsiteX0" fmla="*/ 29224 w 2105289"/>
                    <a:gd name="connsiteY0" fmla="*/ 1668129 h 2937356"/>
                    <a:gd name="connsiteX1" fmla="*/ 190091 w 2105289"/>
                    <a:gd name="connsiteY1" fmla="*/ 939996 h 2937356"/>
                    <a:gd name="connsiteX2" fmla="*/ 621891 w 2105289"/>
                    <a:gd name="connsiteY2" fmla="*/ 448929 h 2937356"/>
                    <a:gd name="connsiteX3" fmla="*/ 833558 w 2105289"/>
                    <a:gd name="connsiteY3" fmla="*/ 135662 h 2937356"/>
                    <a:gd name="connsiteX4" fmla="*/ 1028291 w 2105289"/>
                    <a:gd name="connsiteY4" fmla="*/ 196 h 2937356"/>
                    <a:gd name="connsiteX5" fmla="*/ 1239958 w 2105289"/>
                    <a:gd name="connsiteY5" fmla="*/ 161062 h 2937356"/>
                    <a:gd name="connsiteX6" fmla="*/ 1587091 w 2105289"/>
                    <a:gd name="connsiteY6" fmla="*/ 660596 h 2937356"/>
                    <a:gd name="connsiteX7" fmla="*/ 1985025 w 2105289"/>
                    <a:gd name="connsiteY7" fmla="*/ 1007729 h 2937356"/>
                    <a:gd name="connsiteX8" fmla="*/ 2103558 w 2105289"/>
                    <a:gd name="connsiteY8" fmla="*/ 1414129 h 2937356"/>
                    <a:gd name="connsiteX9" fmla="*/ 2035826 w 2105289"/>
                    <a:gd name="connsiteY9" fmla="*/ 2243863 h 2937356"/>
                    <a:gd name="connsiteX10" fmla="*/ 1781827 w 2105289"/>
                    <a:gd name="connsiteY10" fmla="*/ 2599462 h 2937356"/>
                    <a:gd name="connsiteX11" fmla="*/ 1375426 w 2105289"/>
                    <a:gd name="connsiteY11" fmla="*/ 2887330 h 2937356"/>
                    <a:gd name="connsiteX12" fmla="*/ 638825 w 2105289"/>
                    <a:gd name="connsiteY12" fmla="*/ 2785729 h 2937356"/>
                    <a:gd name="connsiteX13" fmla="*/ 63091 w 2105289"/>
                    <a:gd name="connsiteY13" fmla="*/ 2218462 h 2937356"/>
                    <a:gd name="connsiteX14" fmla="*/ 29224 w 2105289"/>
                    <a:gd name="connsiteY14" fmla="*/ 1668129 h 2937356"/>
                    <a:gd name="connsiteX0" fmla="*/ 42679 w 2093344"/>
                    <a:gd name="connsiteY0" fmla="*/ 1177062 h 2937356"/>
                    <a:gd name="connsiteX1" fmla="*/ 178146 w 2093344"/>
                    <a:gd name="connsiteY1" fmla="*/ 939996 h 2937356"/>
                    <a:gd name="connsiteX2" fmla="*/ 609946 w 2093344"/>
                    <a:gd name="connsiteY2" fmla="*/ 448929 h 2937356"/>
                    <a:gd name="connsiteX3" fmla="*/ 821613 w 2093344"/>
                    <a:gd name="connsiteY3" fmla="*/ 135662 h 2937356"/>
                    <a:gd name="connsiteX4" fmla="*/ 1016346 w 2093344"/>
                    <a:gd name="connsiteY4" fmla="*/ 196 h 2937356"/>
                    <a:gd name="connsiteX5" fmla="*/ 1228013 w 2093344"/>
                    <a:gd name="connsiteY5" fmla="*/ 161062 h 2937356"/>
                    <a:gd name="connsiteX6" fmla="*/ 1575146 w 2093344"/>
                    <a:gd name="connsiteY6" fmla="*/ 660596 h 2937356"/>
                    <a:gd name="connsiteX7" fmla="*/ 1973080 w 2093344"/>
                    <a:gd name="connsiteY7" fmla="*/ 1007729 h 2937356"/>
                    <a:gd name="connsiteX8" fmla="*/ 2091613 w 2093344"/>
                    <a:gd name="connsiteY8" fmla="*/ 1414129 h 2937356"/>
                    <a:gd name="connsiteX9" fmla="*/ 2023881 w 2093344"/>
                    <a:gd name="connsiteY9" fmla="*/ 2243863 h 2937356"/>
                    <a:gd name="connsiteX10" fmla="*/ 1769882 w 2093344"/>
                    <a:gd name="connsiteY10" fmla="*/ 2599462 h 2937356"/>
                    <a:gd name="connsiteX11" fmla="*/ 1363481 w 2093344"/>
                    <a:gd name="connsiteY11" fmla="*/ 2887330 h 2937356"/>
                    <a:gd name="connsiteX12" fmla="*/ 626880 w 2093344"/>
                    <a:gd name="connsiteY12" fmla="*/ 2785729 h 2937356"/>
                    <a:gd name="connsiteX13" fmla="*/ 51146 w 2093344"/>
                    <a:gd name="connsiteY13" fmla="*/ 2218462 h 2937356"/>
                    <a:gd name="connsiteX14" fmla="*/ 42679 w 2093344"/>
                    <a:gd name="connsiteY14" fmla="*/ 1177062 h 2937356"/>
                    <a:gd name="connsiteX0" fmla="*/ 47297 w 2097962"/>
                    <a:gd name="connsiteY0" fmla="*/ 1177062 h 2937356"/>
                    <a:gd name="connsiteX1" fmla="*/ 275898 w 2097962"/>
                    <a:gd name="connsiteY1" fmla="*/ 804529 h 2937356"/>
                    <a:gd name="connsiteX2" fmla="*/ 614564 w 2097962"/>
                    <a:gd name="connsiteY2" fmla="*/ 448929 h 2937356"/>
                    <a:gd name="connsiteX3" fmla="*/ 826231 w 2097962"/>
                    <a:gd name="connsiteY3" fmla="*/ 135662 h 2937356"/>
                    <a:gd name="connsiteX4" fmla="*/ 1020964 w 2097962"/>
                    <a:gd name="connsiteY4" fmla="*/ 196 h 2937356"/>
                    <a:gd name="connsiteX5" fmla="*/ 1232631 w 2097962"/>
                    <a:gd name="connsiteY5" fmla="*/ 161062 h 2937356"/>
                    <a:gd name="connsiteX6" fmla="*/ 1579764 w 2097962"/>
                    <a:gd name="connsiteY6" fmla="*/ 660596 h 2937356"/>
                    <a:gd name="connsiteX7" fmla="*/ 1977698 w 2097962"/>
                    <a:gd name="connsiteY7" fmla="*/ 1007729 h 2937356"/>
                    <a:gd name="connsiteX8" fmla="*/ 2096231 w 2097962"/>
                    <a:gd name="connsiteY8" fmla="*/ 1414129 h 2937356"/>
                    <a:gd name="connsiteX9" fmla="*/ 2028499 w 2097962"/>
                    <a:gd name="connsiteY9" fmla="*/ 2243863 h 2937356"/>
                    <a:gd name="connsiteX10" fmla="*/ 1774500 w 2097962"/>
                    <a:gd name="connsiteY10" fmla="*/ 2599462 h 2937356"/>
                    <a:gd name="connsiteX11" fmla="*/ 1368099 w 2097962"/>
                    <a:gd name="connsiteY11" fmla="*/ 2887330 h 2937356"/>
                    <a:gd name="connsiteX12" fmla="*/ 631498 w 2097962"/>
                    <a:gd name="connsiteY12" fmla="*/ 2785729 h 2937356"/>
                    <a:gd name="connsiteX13" fmla="*/ 55764 w 2097962"/>
                    <a:gd name="connsiteY13" fmla="*/ 2218462 h 2937356"/>
                    <a:gd name="connsiteX14" fmla="*/ 47297 w 2097962"/>
                    <a:gd name="connsiteY14" fmla="*/ 1177062 h 2937356"/>
                    <a:gd name="connsiteX0" fmla="*/ 54278 w 2104943"/>
                    <a:gd name="connsiteY0" fmla="*/ 1177062 h 2937356"/>
                    <a:gd name="connsiteX1" fmla="*/ 409879 w 2104943"/>
                    <a:gd name="connsiteY1" fmla="*/ 669063 h 2937356"/>
                    <a:gd name="connsiteX2" fmla="*/ 621545 w 2104943"/>
                    <a:gd name="connsiteY2" fmla="*/ 448929 h 2937356"/>
                    <a:gd name="connsiteX3" fmla="*/ 833212 w 2104943"/>
                    <a:gd name="connsiteY3" fmla="*/ 135662 h 2937356"/>
                    <a:gd name="connsiteX4" fmla="*/ 1027945 w 2104943"/>
                    <a:gd name="connsiteY4" fmla="*/ 196 h 2937356"/>
                    <a:gd name="connsiteX5" fmla="*/ 1239612 w 2104943"/>
                    <a:gd name="connsiteY5" fmla="*/ 161062 h 2937356"/>
                    <a:gd name="connsiteX6" fmla="*/ 1586745 w 2104943"/>
                    <a:gd name="connsiteY6" fmla="*/ 660596 h 2937356"/>
                    <a:gd name="connsiteX7" fmla="*/ 1984679 w 2104943"/>
                    <a:gd name="connsiteY7" fmla="*/ 1007729 h 2937356"/>
                    <a:gd name="connsiteX8" fmla="*/ 2103212 w 2104943"/>
                    <a:gd name="connsiteY8" fmla="*/ 1414129 h 2937356"/>
                    <a:gd name="connsiteX9" fmla="*/ 2035480 w 2104943"/>
                    <a:gd name="connsiteY9" fmla="*/ 2243863 h 2937356"/>
                    <a:gd name="connsiteX10" fmla="*/ 1781481 w 2104943"/>
                    <a:gd name="connsiteY10" fmla="*/ 2599462 h 2937356"/>
                    <a:gd name="connsiteX11" fmla="*/ 1375080 w 2104943"/>
                    <a:gd name="connsiteY11" fmla="*/ 2887330 h 2937356"/>
                    <a:gd name="connsiteX12" fmla="*/ 638479 w 2104943"/>
                    <a:gd name="connsiteY12" fmla="*/ 2785729 h 2937356"/>
                    <a:gd name="connsiteX13" fmla="*/ 62745 w 2104943"/>
                    <a:gd name="connsiteY13" fmla="*/ 2218462 h 2937356"/>
                    <a:gd name="connsiteX14" fmla="*/ 54278 w 2104943"/>
                    <a:gd name="connsiteY14" fmla="*/ 1177062 h 2937356"/>
                    <a:gd name="connsiteX0" fmla="*/ 54278 w 2104943"/>
                    <a:gd name="connsiteY0" fmla="*/ 1177062 h 2937356"/>
                    <a:gd name="connsiteX1" fmla="*/ 409879 w 2104943"/>
                    <a:gd name="connsiteY1" fmla="*/ 669063 h 2937356"/>
                    <a:gd name="connsiteX2" fmla="*/ 621545 w 2104943"/>
                    <a:gd name="connsiteY2" fmla="*/ 448929 h 2937356"/>
                    <a:gd name="connsiteX3" fmla="*/ 833212 w 2104943"/>
                    <a:gd name="connsiteY3" fmla="*/ 135662 h 2937356"/>
                    <a:gd name="connsiteX4" fmla="*/ 1027945 w 2104943"/>
                    <a:gd name="connsiteY4" fmla="*/ 196 h 2937356"/>
                    <a:gd name="connsiteX5" fmla="*/ 1239612 w 2104943"/>
                    <a:gd name="connsiteY5" fmla="*/ 161062 h 2937356"/>
                    <a:gd name="connsiteX6" fmla="*/ 1544411 w 2104943"/>
                    <a:gd name="connsiteY6" fmla="*/ 575930 h 2937356"/>
                    <a:gd name="connsiteX7" fmla="*/ 1984679 w 2104943"/>
                    <a:gd name="connsiteY7" fmla="*/ 1007729 h 2937356"/>
                    <a:gd name="connsiteX8" fmla="*/ 2103212 w 2104943"/>
                    <a:gd name="connsiteY8" fmla="*/ 1414129 h 2937356"/>
                    <a:gd name="connsiteX9" fmla="*/ 2035480 w 2104943"/>
                    <a:gd name="connsiteY9" fmla="*/ 2243863 h 2937356"/>
                    <a:gd name="connsiteX10" fmla="*/ 1781481 w 2104943"/>
                    <a:gd name="connsiteY10" fmla="*/ 2599462 h 2937356"/>
                    <a:gd name="connsiteX11" fmla="*/ 1375080 w 2104943"/>
                    <a:gd name="connsiteY11" fmla="*/ 2887330 h 2937356"/>
                    <a:gd name="connsiteX12" fmla="*/ 638479 w 2104943"/>
                    <a:gd name="connsiteY12" fmla="*/ 2785729 h 2937356"/>
                    <a:gd name="connsiteX13" fmla="*/ 62745 w 2104943"/>
                    <a:gd name="connsiteY13" fmla="*/ 2218462 h 2937356"/>
                    <a:gd name="connsiteX14" fmla="*/ 54278 w 2104943"/>
                    <a:gd name="connsiteY14" fmla="*/ 1177062 h 2937356"/>
                    <a:gd name="connsiteX0" fmla="*/ 54278 w 2104943"/>
                    <a:gd name="connsiteY0" fmla="*/ 1177062 h 2937356"/>
                    <a:gd name="connsiteX1" fmla="*/ 409879 w 2104943"/>
                    <a:gd name="connsiteY1" fmla="*/ 669063 h 2937356"/>
                    <a:gd name="connsiteX2" fmla="*/ 621545 w 2104943"/>
                    <a:gd name="connsiteY2" fmla="*/ 448929 h 2937356"/>
                    <a:gd name="connsiteX3" fmla="*/ 833212 w 2104943"/>
                    <a:gd name="connsiteY3" fmla="*/ 135662 h 2937356"/>
                    <a:gd name="connsiteX4" fmla="*/ 1027945 w 2104943"/>
                    <a:gd name="connsiteY4" fmla="*/ 196 h 2937356"/>
                    <a:gd name="connsiteX5" fmla="*/ 1239612 w 2104943"/>
                    <a:gd name="connsiteY5" fmla="*/ 161062 h 2937356"/>
                    <a:gd name="connsiteX6" fmla="*/ 1544411 w 2104943"/>
                    <a:gd name="connsiteY6" fmla="*/ 575930 h 2937356"/>
                    <a:gd name="connsiteX7" fmla="*/ 1891547 w 2104943"/>
                    <a:gd name="connsiteY7" fmla="*/ 787595 h 2937356"/>
                    <a:gd name="connsiteX8" fmla="*/ 1984679 w 2104943"/>
                    <a:gd name="connsiteY8" fmla="*/ 1007729 h 2937356"/>
                    <a:gd name="connsiteX9" fmla="*/ 2103212 w 2104943"/>
                    <a:gd name="connsiteY9" fmla="*/ 1414129 h 2937356"/>
                    <a:gd name="connsiteX10" fmla="*/ 2035480 w 2104943"/>
                    <a:gd name="connsiteY10" fmla="*/ 2243863 h 2937356"/>
                    <a:gd name="connsiteX11" fmla="*/ 1781481 w 2104943"/>
                    <a:gd name="connsiteY11" fmla="*/ 2599462 h 2937356"/>
                    <a:gd name="connsiteX12" fmla="*/ 1375080 w 2104943"/>
                    <a:gd name="connsiteY12" fmla="*/ 2887330 h 2937356"/>
                    <a:gd name="connsiteX13" fmla="*/ 638479 w 2104943"/>
                    <a:gd name="connsiteY13" fmla="*/ 2785729 h 2937356"/>
                    <a:gd name="connsiteX14" fmla="*/ 62745 w 2104943"/>
                    <a:gd name="connsiteY14" fmla="*/ 2218462 h 2937356"/>
                    <a:gd name="connsiteX15" fmla="*/ 54278 w 2104943"/>
                    <a:gd name="connsiteY15" fmla="*/ 1177062 h 2937356"/>
                    <a:gd name="connsiteX0" fmla="*/ 54278 w 2104943"/>
                    <a:gd name="connsiteY0" fmla="*/ 1177062 h 2937356"/>
                    <a:gd name="connsiteX1" fmla="*/ 409879 w 2104943"/>
                    <a:gd name="connsiteY1" fmla="*/ 669063 h 2937356"/>
                    <a:gd name="connsiteX2" fmla="*/ 621545 w 2104943"/>
                    <a:gd name="connsiteY2" fmla="*/ 448929 h 2937356"/>
                    <a:gd name="connsiteX3" fmla="*/ 833212 w 2104943"/>
                    <a:gd name="connsiteY3" fmla="*/ 135662 h 2937356"/>
                    <a:gd name="connsiteX4" fmla="*/ 1027945 w 2104943"/>
                    <a:gd name="connsiteY4" fmla="*/ 196 h 2937356"/>
                    <a:gd name="connsiteX5" fmla="*/ 1239612 w 2104943"/>
                    <a:gd name="connsiteY5" fmla="*/ 161062 h 2937356"/>
                    <a:gd name="connsiteX6" fmla="*/ 1502078 w 2104943"/>
                    <a:gd name="connsiteY6" fmla="*/ 423530 h 2937356"/>
                    <a:gd name="connsiteX7" fmla="*/ 1891547 w 2104943"/>
                    <a:gd name="connsiteY7" fmla="*/ 787595 h 2937356"/>
                    <a:gd name="connsiteX8" fmla="*/ 1984679 w 2104943"/>
                    <a:gd name="connsiteY8" fmla="*/ 1007729 h 2937356"/>
                    <a:gd name="connsiteX9" fmla="*/ 2103212 w 2104943"/>
                    <a:gd name="connsiteY9" fmla="*/ 1414129 h 2937356"/>
                    <a:gd name="connsiteX10" fmla="*/ 2035480 w 2104943"/>
                    <a:gd name="connsiteY10" fmla="*/ 2243863 h 2937356"/>
                    <a:gd name="connsiteX11" fmla="*/ 1781481 w 2104943"/>
                    <a:gd name="connsiteY11" fmla="*/ 2599462 h 2937356"/>
                    <a:gd name="connsiteX12" fmla="*/ 1375080 w 2104943"/>
                    <a:gd name="connsiteY12" fmla="*/ 2887330 h 2937356"/>
                    <a:gd name="connsiteX13" fmla="*/ 638479 w 2104943"/>
                    <a:gd name="connsiteY13" fmla="*/ 2785729 h 2937356"/>
                    <a:gd name="connsiteX14" fmla="*/ 62745 w 2104943"/>
                    <a:gd name="connsiteY14" fmla="*/ 2218462 h 2937356"/>
                    <a:gd name="connsiteX15" fmla="*/ 54278 w 2104943"/>
                    <a:gd name="connsiteY15" fmla="*/ 1177062 h 2937356"/>
                    <a:gd name="connsiteX0" fmla="*/ 54278 w 2104943"/>
                    <a:gd name="connsiteY0" fmla="*/ 1177062 h 2937356"/>
                    <a:gd name="connsiteX1" fmla="*/ 409879 w 2104943"/>
                    <a:gd name="connsiteY1" fmla="*/ 669063 h 2937356"/>
                    <a:gd name="connsiteX2" fmla="*/ 621545 w 2104943"/>
                    <a:gd name="connsiteY2" fmla="*/ 448929 h 2937356"/>
                    <a:gd name="connsiteX3" fmla="*/ 833212 w 2104943"/>
                    <a:gd name="connsiteY3" fmla="*/ 135662 h 2937356"/>
                    <a:gd name="connsiteX4" fmla="*/ 1027945 w 2104943"/>
                    <a:gd name="connsiteY4" fmla="*/ 196 h 2937356"/>
                    <a:gd name="connsiteX5" fmla="*/ 1239612 w 2104943"/>
                    <a:gd name="connsiteY5" fmla="*/ 161062 h 2937356"/>
                    <a:gd name="connsiteX6" fmla="*/ 1502078 w 2104943"/>
                    <a:gd name="connsiteY6" fmla="*/ 423530 h 2937356"/>
                    <a:gd name="connsiteX7" fmla="*/ 1798414 w 2104943"/>
                    <a:gd name="connsiteY7" fmla="*/ 829928 h 2937356"/>
                    <a:gd name="connsiteX8" fmla="*/ 1984679 w 2104943"/>
                    <a:gd name="connsiteY8" fmla="*/ 1007729 h 2937356"/>
                    <a:gd name="connsiteX9" fmla="*/ 2103212 w 2104943"/>
                    <a:gd name="connsiteY9" fmla="*/ 1414129 h 2937356"/>
                    <a:gd name="connsiteX10" fmla="*/ 2035480 w 2104943"/>
                    <a:gd name="connsiteY10" fmla="*/ 2243863 h 2937356"/>
                    <a:gd name="connsiteX11" fmla="*/ 1781481 w 2104943"/>
                    <a:gd name="connsiteY11" fmla="*/ 2599462 h 2937356"/>
                    <a:gd name="connsiteX12" fmla="*/ 1375080 w 2104943"/>
                    <a:gd name="connsiteY12" fmla="*/ 2887330 h 2937356"/>
                    <a:gd name="connsiteX13" fmla="*/ 638479 w 2104943"/>
                    <a:gd name="connsiteY13" fmla="*/ 2785729 h 2937356"/>
                    <a:gd name="connsiteX14" fmla="*/ 62745 w 2104943"/>
                    <a:gd name="connsiteY14" fmla="*/ 2218462 h 2937356"/>
                    <a:gd name="connsiteX15" fmla="*/ 54278 w 2104943"/>
                    <a:gd name="connsiteY15" fmla="*/ 1177062 h 2937356"/>
                    <a:gd name="connsiteX0" fmla="*/ 54278 w 2103212"/>
                    <a:gd name="connsiteY0" fmla="*/ 1177062 h 2937356"/>
                    <a:gd name="connsiteX1" fmla="*/ 409879 w 2103212"/>
                    <a:gd name="connsiteY1" fmla="*/ 669063 h 2937356"/>
                    <a:gd name="connsiteX2" fmla="*/ 621545 w 2103212"/>
                    <a:gd name="connsiteY2" fmla="*/ 448929 h 2937356"/>
                    <a:gd name="connsiteX3" fmla="*/ 833212 w 2103212"/>
                    <a:gd name="connsiteY3" fmla="*/ 135662 h 2937356"/>
                    <a:gd name="connsiteX4" fmla="*/ 1027945 w 2103212"/>
                    <a:gd name="connsiteY4" fmla="*/ 196 h 2937356"/>
                    <a:gd name="connsiteX5" fmla="*/ 1239612 w 2103212"/>
                    <a:gd name="connsiteY5" fmla="*/ 161062 h 2937356"/>
                    <a:gd name="connsiteX6" fmla="*/ 1502078 w 2103212"/>
                    <a:gd name="connsiteY6" fmla="*/ 423530 h 2937356"/>
                    <a:gd name="connsiteX7" fmla="*/ 1798414 w 2103212"/>
                    <a:gd name="connsiteY7" fmla="*/ 829928 h 2937356"/>
                    <a:gd name="connsiteX8" fmla="*/ 2035479 w 2103212"/>
                    <a:gd name="connsiteY8" fmla="*/ 1058529 h 2937356"/>
                    <a:gd name="connsiteX9" fmla="*/ 2103212 w 2103212"/>
                    <a:gd name="connsiteY9" fmla="*/ 1414129 h 2937356"/>
                    <a:gd name="connsiteX10" fmla="*/ 2035480 w 2103212"/>
                    <a:gd name="connsiteY10" fmla="*/ 2243863 h 2937356"/>
                    <a:gd name="connsiteX11" fmla="*/ 1781481 w 2103212"/>
                    <a:gd name="connsiteY11" fmla="*/ 2599462 h 2937356"/>
                    <a:gd name="connsiteX12" fmla="*/ 1375080 w 2103212"/>
                    <a:gd name="connsiteY12" fmla="*/ 2887330 h 2937356"/>
                    <a:gd name="connsiteX13" fmla="*/ 638479 w 2103212"/>
                    <a:gd name="connsiteY13" fmla="*/ 2785729 h 2937356"/>
                    <a:gd name="connsiteX14" fmla="*/ 62745 w 2103212"/>
                    <a:gd name="connsiteY14" fmla="*/ 2218462 h 2937356"/>
                    <a:gd name="connsiteX15" fmla="*/ 54278 w 2103212"/>
                    <a:gd name="connsiteY15" fmla="*/ 1177062 h 2937356"/>
                    <a:gd name="connsiteX0" fmla="*/ 54278 w 2103508"/>
                    <a:gd name="connsiteY0" fmla="*/ 1177062 h 2937356"/>
                    <a:gd name="connsiteX1" fmla="*/ 409879 w 2103508"/>
                    <a:gd name="connsiteY1" fmla="*/ 669063 h 2937356"/>
                    <a:gd name="connsiteX2" fmla="*/ 621545 w 2103508"/>
                    <a:gd name="connsiteY2" fmla="*/ 448929 h 2937356"/>
                    <a:gd name="connsiteX3" fmla="*/ 833212 w 2103508"/>
                    <a:gd name="connsiteY3" fmla="*/ 135662 h 2937356"/>
                    <a:gd name="connsiteX4" fmla="*/ 1027945 w 2103508"/>
                    <a:gd name="connsiteY4" fmla="*/ 196 h 2937356"/>
                    <a:gd name="connsiteX5" fmla="*/ 1239612 w 2103508"/>
                    <a:gd name="connsiteY5" fmla="*/ 161062 h 2937356"/>
                    <a:gd name="connsiteX6" fmla="*/ 1502078 w 2103508"/>
                    <a:gd name="connsiteY6" fmla="*/ 423530 h 2937356"/>
                    <a:gd name="connsiteX7" fmla="*/ 1798414 w 2103508"/>
                    <a:gd name="connsiteY7" fmla="*/ 829928 h 2937356"/>
                    <a:gd name="connsiteX8" fmla="*/ 2018546 w 2103508"/>
                    <a:gd name="connsiteY8" fmla="*/ 990795 h 2937356"/>
                    <a:gd name="connsiteX9" fmla="*/ 2103212 w 2103508"/>
                    <a:gd name="connsiteY9" fmla="*/ 1414129 h 2937356"/>
                    <a:gd name="connsiteX10" fmla="*/ 2035480 w 2103508"/>
                    <a:gd name="connsiteY10" fmla="*/ 2243863 h 2937356"/>
                    <a:gd name="connsiteX11" fmla="*/ 1781481 w 2103508"/>
                    <a:gd name="connsiteY11" fmla="*/ 2599462 h 2937356"/>
                    <a:gd name="connsiteX12" fmla="*/ 1375080 w 2103508"/>
                    <a:gd name="connsiteY12" fmla="*/ 2887330 h 2937356"/>
                    <a:gd name="connsiteX13" fmla="*/ 638479 w 2103508"/>
                    <a:gd name="connsiteY13" fmla="*/ 2785729 h 2937356"/>
                    <a:gd name="connsiteX14" fmla="*/ 62745 w 2103508"/>
                    <a:gd name="connsiteY14" fmla="*/ 2218462 h 2937356"/>
                    <a:gd name="connsiteX15" fmla="*/ 54278 w 2103508"/>
                    <a:gd name="connsiteY15" fmla="*/ 1177062 h 2937356"/>
                    <a:gd name="connsiteX0" fmla="*/ 54278 w 2103508"/>
                    <a:gd name="connsiteY0" fmla="*/ 1177062 h 2937356"/>
                    <a:gd name="connsiteX1" fmla="*/ 409879 w 2103508"/>
                    <a:gd name="connsiteY1" fmla="*/ 669063 h 2937356"/>
                    <a:gd name="connsiteX2" fmla="*/ 621545 w 2103508"/>
                    <a:gd name="connsiteY2" fmla="*/ 448929 h 2937356"/>
                    <a:gd name="connsiteX3" fmla="*/ 833212 w 2103508"/>
                    <a:gd name="connsiteY3" fmla="*/ 135662 h 2937356"/>
                    <a:gd name="connsiteX4" fmla="*/ 1027945 w 2103508"/>
                    <a:gd name="connsiteY4" fmla="*/ 196 h 2937356"/>
                    <a:gd name="connsiteX5" fmla="*/ 1239612 w 2103508"/>
                    <a:gd name="connsiteY5" fmla="*/ 161062 h 2937356"/>
                    <a:gd name="connsiteX6" fmla="*/ 1502078 w 2103508"/>
                    <a:gd name="connsiteY6" fmla="*/ 423530 h 2937356"/>
                    <a:gd name="connsiteX7" fmla="*/ 1916947 w 2103508"/>
                    <a:gd name="connsiteY7" fmla="*/ 923062 h 2937356"/>
                    <a:gd name="connsiteX8" fmla="*/ 2018546 w 2103508"/>
                    <a:gd name="connsiteY8" fmla="*/ 990795 h 2937356"/>
                    <a:gd name="connsiteX9" fmla="*/ 2103212 w 2103508"/>
                    <a:gd name="connsiteY9" fmla="*/ 1414129 h 2937356"/>
                    <a:gd name="connsiteX10" fmla="*/ 2035480 w 2103508"/>
                    <a:gd name="connsiteY10" fmla="*/ 2243863 h 2937356"/>
                    <a:gd name="connsiteX11" fmla="*/ 1781481 w 2103508"/>
                    <a:gd name="connsiteY11" fmla="*/ 2599462 h 2937356"/>
                    <a:gd name="connsiteX12" fmla="*/ 1375080 w 2103508"/>
                    <a:gd name="connsiteY12" fmla="*/ 2887330 h 2937356"/>
                    <a:gd name="connsiteX13" fmla="*/ 638479 w 2103508"/>
                    <a:gd name="connsiteY13" fmla="*/ 2785729 h 2937356"/>
                    <a:gd name="connsiteX14" fmla="*/ 62745 w 2103508"/>
                    <a:gd name="connsiteY14" fmla="*/ 2218462 h 2937356"/>
                    <a:gd name="connsiteX15" fmla="*/ 54278 w 2103508"/>
                    <a:gd name="connsiteY15" fmla="*/ 1177062 h 2937356"/>
                    <a:gd name="connsiteX0" fmla="*/ 54278 w 2103508"/>
                    <a:gd name="connsiteY0" fmla="*/ 1177062 h 2937356"/>
                    <a:gd name="connsiteX1" fmla="*/ 409879 w 2103508"/>
                    <a:gd name="connsiteY1" fmla="*/ 669063 h 2937356"/>
                    <a:gd name="connsiteX2" fmla="*/ 621545 w 2103508"/>
                    <a:gd name="connsiteY2" fmla="*/ 448929 h 2937356"/>
                    <a:gd name="connsiteX3" fmla="*/ 833212 w 2103508"/>
                    <a:gd name="connsiteY3" fmla="*/ 135662 h 2937356"/>
                    <a:gd name="connsiteX4" fmla="*/ 1027945 w 2103508"/>
                    <a:gd name="connsiteY4" fmla="*/ 196 h 2937356"/>
                    <a:gd name="connsiteX5" fmla="*/ 1239612 w 2103508"/>
                    <a:gd name="connsiteY5" fmla="*/ 161062 h 2937356"/>
                    <a:gd name="connsiteX6" fmla="*/ 1502078 w 2103508"/>
                    <a:gd name="connsiteY6" fmla="*/ 423530 h 2937356"/>
                    <a:gd name="connsiteX7" fmla="*/ 1629081 w 2103508"/>
                    <a:gd name="connsiteY7" fmla="*/ 567462 h 2937356"/>
                    <a:gd name="connsiteX8" fmla="*/ 2018546 w 2103508"/>
                    <a:gd name="connsiteY8" fmla="*/ 990795 h 2937356"/>
                    <a:gd name="connsiteX9" fmla="*/ 2103212 w 2103508"/>
                    <a:gd name="connsiteY9" fmla="*/ 1414129 h 2937356"/>
                    <a:gd name="connsiteX10" fmla="*/ 2035480 w 2103508"/>
                    <a:gd name="connsiteY10" fmla="*/ 2243863 h 2937356"/>
                    <a:gd name="connsiteX11" fmla="*/ 1781481 w 2103508"/>
                    <a:gd name="connsiteY11" fmla="*/ 2599462 h 2937356"/>
                    <a:gd name="connsiteX12" fmla="*/ 1375080 w 2103508"/>
                    <a:gd name="connsiteY12" fmla="*/ 2887330 h 2937356"/>
                    <a:gd name="connsiteX13" fmla="*/ 638479 w 2103508"/>
                    <a:gd name="connsiteY13" fmla="*/ 2785729 h 2937356"/>
                    <a:gd name="connsiteX14" fmla="*/ 62745 w 2103508"/>
                    <a:gd name="connsiteY14" fmla="*/ 2218462 h 2937356"/>
                    <a:gd name="connsiteX15" fmla="*/ 54278 w 2103508"/>
                    <a:gd name="connsiteY15" fmla="*/ 1177062 h 2937356"/>
                    <a:gd name="connsiteX0" fmla="*/ 54278 w 2109990"/>
                    <a:gd name="connsiteY0" fmla="*/ 1177062 h 2937356"/>
                    <a:gd name="connsiteX1" fmla="*/ 409879 w 2109990"/>
                    <a:gd name="connsiteY1" fmla="*/ 669063 h 2937356"/>
                    <a:gd name="connsiteX2" fmla="*/ 621545 w 2109990"/>
                    <a:gd name="connsiteY2" fmla="*/ 448929 h 2937356"/>
                    <a:gd name="connsiteX3" fmla="*/ 833212 w 2109990"/>
                    <a:gd name="connsiteY3" fmla="*/ 135662 h 2937356"/>
                    <a:gd name="connsiteX4" fmla="*/ 1027945 w 2109990"/>
                    <a:gd name="connsiteY4" fmla="*/ 196 h 2937356"/>
                    <a:gd name="connsiteX5" fmla="*/ 1239612 w 2109990"/>
                    <a:gd name="connsiteY5" fmla="*/ 161062 h 2937356"/>
                    <a:gd name="connsiteX6" fmla="*/ 1502078 w 2109990"/>
                    <a:gd name="connsiteY6" fmla="*/ 423530 h 2937356"/>
                    <a:gd name="connsiteX7" fmla="*/ 1629081 w 2109990"/>
                    <a:gd name="connsiteY7" fmla="*/ 567462 h 2937356"/>
                    <a:gd name="connsiteX8" fmla="*/ 1900013 w 2109990"/>
                    <a:gd name="connsiteY8" fmla="*/ 1016195 h 2937356"/>
                    <a:gd name="connsiteX9" fmla="*/ 2103212 w 2109990"/>
                    <a:gd name="connsiteY9" fmla="*/ 1414129 h 2937356"/>
                    <a:gd name="connsiteX10" fmla="*/ 2035480 w 2109990"/>
                    <a:gd name="connsiteY10" fmla="*/ 2243863 h 2937356"/>
                    <a:gd name="connsiteX11" fmla="*/ 1781481 w 2109990"/>
                    <a:gd name="connsiteY11" fmla="*/ 2599462 h 2937356"/>
                    <a:gd name="connsiteX12" fmla="*/ 1375080 w 2109990"/>
                    <a:gd name="connsiteY12" fmla="*/ 2887330 h 2937356"/>
                    <a:gd name="connsiteX13" fmla="*/ 638479 w 2109990"/>
                    <a:gd name="connsiteY13" fmla="*/ 2785729 h 2937356"/>
                    <a:gd name="connsiteX14" fmla="*/ 62745 w 2109990"/>
                    <a:gd name="connsiteY14" fmla="*/ 2218462 h 2937356"/>
                    <a:gd name="connsiteX15" fmla="*/ 54278 w 2109990"/>
                    <a:gd name="connsiteY15" fmla="*/ 1177062 h 2937356"/>
                    <a:gd name="connsiteX0" fmla="*/ 54278 w 2109990"/>
                    <a:gd name="connsiteY0" fmla="*/ 1177062 h 2937356"/>
                    <a:gd name="connsiteX1" fmla="*/ 409879 w 2109990"/>
                    <a:gd name="connsiteY1" fmla="*/ 669063 h 2937356"/>
                    <a:gd name="connsiteX2" fmla="*/ 621545 w 2109990"/>
                    <a:gd name="connsiteY2" fmla="*/ 448929 h 2937356"/>
                    <a:gd name="connsiteX3" fmla="*/ 833212 w 2109990"/>
                    <a:gd name="connsiteY3" fmla="*/ 135662 h 2937356"/>
                    <a:gd name="connsiteX4" fmla="*/ 1027945 w 2109990"/>
                    <a:gd name="connsiteY4" fmla="*/ 196 h 2937356"/>
                    <a:gd name="connsiteX5" fmla="*/ 1239612 w 2109990"/>
                    <a:gd name="connsiteY5" fmla="*/ 161062 h 2937356"/>
                    <a:gd name="connsiteX6" fmla="*/ 1502078 w 2109990"/>
                    <a:gd name="connsiteY6" fmla="*/ 423530 h 2937356"/>
                    <a:gd name="connsiteX7" fmla="*/ 1629081 w 2109990"/>
                    <a:gd name="connsiteY7" fmla="*/ 567462 h 2937356"/>
                    <a:gd name="connsiteX8" fmla="*/ 1900013 w 2109990"/>
                    <a:gd name="connsiteY8" fmla="*/ 1016195 h 2937356"/>
                    <a:gd name="connsiteX9" fmla="*/ 2103212 w 2109990"/>
                    <a:gd name="connsiteY9" fmla="*/ 1414129 h 2937356"/>
                    <a:gd name="connsiteX10" fmla="*/ 2035480 w 2109990"/>
                    <a:gd name="connsiteY10" fmla="*/ 2243863 h 2937356"/>
                    <a:gd name="connsiteX11" fmla="*/ 1781481 w 2109990"/>
                    <a:gd name="connsiteY11" fmla="*/ 2599462 h 2937356"/>
                    <a:gd name="connsiteX12" fmla="*/ 1375080 w 2109990"/>
                    <a:gd name="connsiteY12" fmla="*/ 2887330 h 2937356"/>
                    <a:gd name="connsiteX13" fmla="*/ 638479 w 2109990"/>
                    <a:gd name="connsiteY13" fmla="*/ 2785729 h 2937356"/>
                    <a:gd name="connsiteX14" fmla="*/ 62745 w 2109990"/>
                    <a:gd name="connsiteY14" fmla="*/ 2218462 h 2937356"/>
                    <a:gd name="connsiteX15" fmla="*/ 54278 w 2109990"/>
                    <a:gd name="connsiteY15" fmla="*/ 1177062 h 2937356"/>
                    <a:gd name="connsiteX0" fmla="*/ 54278 w 2106822"/>
                    <a:gd name="connsiteY0" fmla="*/ 1177062 h 2937356"/>
                    <a:gd name="connsiteX1" fmla="*/ 409879 w 2106822"/>
                    <a:gd name="connsiteY1" fmla="*/ 669063 h 2937356"/>
                    <a:gd name="connsiteX2" fmla="*/ 621545 w 2106822"/>
                    <a:gd name="connsiteY2" fmla="*/ 448929 h 2937356"/>
                    <a:gd name="connsiteX3" fmla="*/ 833212 w 2106822"/>
                    <a:gd name="connsiteY3" fmla="*/ 135662 h 2937356"/>
                    <a:gd name="connsiteX4" fmla="*/ 1027945 w 2106822"/>
                    <a:gd name="connsiteY4" fmla="*/ 196 h 2937356"/>
                    <a:gd name="connsiteX5" fmla="*/ 1239612 w 2106822"/>
                    <a:gd name="connsiteY5" fmla="*/ 161062 h 2937356"/>
                    <a:gd name="connsiteX6" fmla="*/ 1502078 w 2106822"/>
                    <a:gd name="connsiteY6" fmla="*/ 423530 h 2937356"/>
                    <a:gd name="connsiteX7" fmla="*/ 1629081 w 2106822"/>
                    <a:gd name="connsiteY7" fmla="*/ 567462 h 2937356"/>
                    <a:gd name="connsiteX8" fmla="*/ 1950813 w 2106822"/>
                    <a:gd name="connsiteY8" fmla="*/ 973861 h 2937356"/>
                    <a:gd name="connsiteX9" fmla="*/ 2103212 w 2106822"/>
                    <a:gd name="connsiteY9" fmla="*/ 1414129 h 2937356"/>
                    <a:gd name="connsiteX10" fmla="*/ 2035480 w 2106822"/>
                    <a:gd name="connsiteY10" fmla="*/ 2243863 h 2937356"/>
                    <a:gd name="connsiteX11" fmla="*/ 1781481 w 2106822"/>
                    <a:gd name="connsiteY11" fmla="*/ 2599462 h 2937356"/>
                    <a:gd name="connsiteX12" fmla="*/ 1375080 w 2106822"/>
                    <a:gd name="connsiteY12" fmla="*/ 2887330 h 2937356"/>
                    <a:gd name="connsiteX13" fmla="*/ 638479 w 2106822"/>
                    <a:gd name="connsiteY13" fmla="*/ 2785729 h 2937356"/>
                    <a:gd name="connsiteX14" fmla="*/ 62745 w 2106822"/>
                    <a:gd name="connsiteY14" fmla="*/ 2218462 h 2937356"/>
                    <a:gd name="connsiteX15" fmla="*/ 54278 w 2106822"/>
                    <a:gd name="connsiteY15" fmla="*/ 1177062 h 2937356"/>
                    <a:gd name="connsiteX0" fmla="*/ 54278 w 2106328"/>
                    <a:gd name="connsiteY0" fmla="*/ 1177062 h 2937356"/>
                    <a:gd name="connsiteX1" fmla="*/ 409879 w 2106328"/>
                    <a:gd name="connsiteY1" fmla="*/ 669063 h 2937356"/>
                    <a:gd name="connsiteX2" fmla="*/ 621545 w 2106328"/>
                    <a:gd name="connsiteY2" fmla="*/ 448929 h 2937356"/>
                    <a:gd name="connsiteX3" fmla="*/ 833212 w 2106328"/>
                    <a:gd name="connsiteY3" fmla="*/ 135662 h 2937356"/>
                    <a:gd name="connsiteX4" fmla="*/ 1027945 w 2106328"/>
                    <a:gd name="connsiteY4" fmla="*/ 196 h 2937356"/>
                    <a:gd name="connsiteX5" fmla="*/ 1239612 w 2106328"/>
                    <a:gd name="connsiteY5" fmla="*/ 161062 h 2937356"/>
                    <a:gd name="connsiteX6" fmla="*/ 1502078 w 2106328"/>
                    <a:gd name="connsiteY6" fmla="*/ 423530 h 2937356"/>
                    <a:gd name="connsiteX7" fmla="*/ 1629081 w 2106328"/>
                    <a:gd name="connsiteY7" fmla="*/ 567462 h 2937356"/>
                    <a:gd name="connsiteX8" fmla="*/ 1959280 w 2106328"/>
                    <a:gd name="connsiteY8" fmla="*/ 948461 h 2937356"/>
                    <a:gd name="connsiteX9" fmla="*/ 2103212 w 2106328"/>
                    <a:gd name="connsiteY9" fmla="*/ 1414129 h 2937356"/>
                    <a:gd name="connsiteX10" fmla="*/ 2035480 w 2106328"/>
                    <a:gd name="connsiteY10" fmla="*/ 2243863 h 2937356"/>
                    <a:gd name="connsiteX11" fmla="*/ 1781481 w 2106328"/>
                    <a:gd name="connsiteY11" fmla="*/ 2599462 h 2937356"/>
                    <a:gd name="connsiteX12" fmla="*/ 1375080 w 2106328"/>
                    <a:gd name="connsiteY12" fmla="*/ 2887330 h 2937356"/>
                    <a:gd name="connsiteX13" fmla="*/ 638479 w 2106328"/>
                    <a:gd name="connsiteY13" fmla="*/ 2785729 h 2937356"/>
                    <a:gd name="connsiteX14" fmla="*/ 62745 w 2106328"/>
                    <a:gd name="connsiteY14" fmla="*/ 2218462 h 2937356"/>
                    <a:gd name="connsiteX15" fmla="*/ 54278 w 2106328"/>
                    <a:gd name="connsiteY15" fmla="*/ 1177062 h 2937356"/>
                    <a:gd name="connsiteX0" fmla="*/ 54278 w 2111098"/>
                    <a:gd name="connsiteY0" fmla="*/ 1177062 h 2937356"/>
                    <a:gd name="connsiteX1" fmla="*/ 409879 w 2111098"/>
                    <a:gd name="connsiteY1" fmla="*/ 669063 h 2937356"/>
                    <a:gd name="connsiteX2" fmla="*/ 621545 w 2111098"/>
                    <a:gd name="connsiteY2" fmla="*/ 448929 h 2937356"/>
                    <a:gd name="connsiteX3" fmla="*/ 833212 w 2111098"/>
                    <a:gd name="connsiteY3" fmla="*/ 135662 h 2937356"/>
                    <a:gd name="connsiteX4" fmla="*/ 1027945 w 2111098"/>
                    <a:gd name="connsiteY4" fmla="*/ 196 h 2937356"/>
                    <a:gd name="connsiteX5" fmla="*/ 1239612 w 2111098"/>
                    <a:gd name="connsiteY5" fmla="*/ 161062 h 2937356"/>
                    <a:gd name="connsiteX6" fmla="*/ 1502078 w 2111098"/>
                    <a:gd name="connsiteY6" fmla="*/ 423530 h 2937356"/>
                    <a:gd name="connsiteX7" fmla="*/ 1629081 w 2111098"/>
                    <a:gd name="connsiteY7" fmla="*/ 567462 h 2937356"/>
                    <a:gd name="connsiteX8" fmla="*/ 1883080 w 2111098"/>
                    <a:gd name="connsiteY8" fmla="*/ 855327 h 2937356"/>
                    <a:gd name="connsiteX9" fmla="*/ 2103212 w 2111098"/>
                    <a:gd name="connsiteY9" fmla="*/ 1414129 h 2937356"/>
                    <a:gd name="connsiteX10" fmla="*/ 2035480 w 2111098"/>
                    <a:gd name="connsiteY10" fmla="*/ 2243863 h 2937356"/>
                    <a:gd name="connsiteX11" fmla="*/ 1781481 w 2111098"/>
                    <a:gd name="connsiteY11" fmla="*/ 2599462 h 2937356"/>
                    <a:gd name="connsiteX12" fmla="*/ 1375080 w 2111098"/>
                    <a:gd name="connsiteY12" fmla="*/ 2887330 h 2937356"/>
                    <a:gd name="connsiteX13" fmla="*/ 638479 w 2111098"/>
                    <a:gd name="connsiteY13" fmla="*/ 2785729 h 2937356"/>
                    <a:gd name="connsiteX14" fmla="*/ 62745 w 2111098"/>
                    <a:gd name="connsiteY14" fmla="*/ 2218462 h 2937356"/>
                    <a:gd name="connsiteX15" fmla="*/ 54278 w 2111098"/>
                    <a:gd name="connsiteY15" fmla="*/ 1177062 h 2937356"/>
                    <a:gd name="connsiteX0" fmla="*/ 54278 w 2116854"/>
                    <a:gd name="connsiteY0" fmla="*/ 1177062 h 2937356"/>
                    <a:gd name="connsiteX1" fmla="*/ 409879 w 2116854"/>
                    <a:gd name="connsiteY1" fmla="*/ 669063 h 2937356"/>
                    <a:gd name="connsiteX2" fmla="*/ 621545 w 2116854"/>
                    <a:gd name="connsiteY2" fmla="*/ 448929 h 2937356"/>
                    <a:gd name="connsiteX3" fmla="*/ 833212 w 2116854"/>
                    <a:gd name="connsiteY3" fmla="*/ 135662 h 2937356"/>
                    <a:gd name="connsiteX4" fmla="*/ 1027945 w 2116854"/>
                    <a:gd name="connsiteY4" fmla="*/ 196 h 2937356"/>
                    <a:gd name="connsiteX5" fmla="*/ 1239612 w 2116854"/>
                    <a:gd name="connsiteY5" fmla="*/ 161062 h 2937356"/>
                    <a:gd name="connsiteX6" fmla="*/ 1502078 w 2116854"/>
                    <a:gd name="connsiteY6" fmla="*/ 423530 h 2937356"/>
                    <a:gd name="connsiteX7" fmla="*/ 1629081 w 2116854"/>
                    <a:gd name="connsiteY7" fmla="*/ 567462 h 2937356"/>
                    <a:gd name="connsiteX8" fmla="*/ 1798413 w 2116854"/>
                    <a:gd name="connsiteY8" fmla="*/ 829927 h 2937356"/>
                    <a:gd name="connsiteX9" fmla="*/ 2103212 w 2116854"/>
                    <a:gd name="connsiteY9" fmla="*/ 1414129 h 2937356"/>
                    <a:gd name="connsiteX10" fmla="*/ 2035480 w 2116854"/>
                    <a:gd name="connsiteY10" fmla="*/ 2243863 h 2937356"/>
                    <a:gd name="connsiteX11" fmla="*/ 1781481 w 2116854"/>
                    <a:gd name="connsiteY11" fmla="*/ 2599462 h 2937356"/>
                    <a:gd name="connsiteX12" fmla="*/ 1375080 w 2116854"/>
                    <a:gd name="connsiteY12" fmla="*/ 2887330 h 2937356"/>
                    <a:gd name="connsiteX13" fmla="*/ 638479 w 2116854"/>
                    <a:gd name="connsiteY13" fmla="*/ 2785729 h 2937356"/>
                    <a:gd name="connsiteX14" fmla="*/ 62745 w 2116854"/>
                    <a:gd name="connsiteY14" fmla="*/ 2218462 h 2937356"/>
                    <a:gd name="connsiteX15" fmla="*/ 54278 w 2116854"/>
                    <a:gd name="connsiteY15" fmla="*/ 1177062 h 2937356"/>
                    <a:gd name="connsiteX0" fmla="*/ 54278 w 2116854"/>
                    <a:gd name="connsiteY0" fmla="*/ 1177062 h 2937356"/>
                    <a:gd name="connsiteX1" fmla="*/ 409879 w 2116854"/>
                    <a:gd name="connsiteY1" fmla="*/ 669063 h 2937356"/>
                    <a:gd name="connsiteX2" fmla="*/ 621545 w 2116854"/>
                    <a:gd name="connsiteY2" fmla="*/ 448929 h 2937356"/>
                    <a:gd name="connsiteX3" fmla="*/ 833212 w 2116854"/>
                    <a:gd name="connsiteY3" fmla="*/ 135662 h 2937356"/>
                    <a:gd name="connsiteX4" fmla="*/ 1027945 w 2116854"/>
                    <a:gd name="connsiteY4" fmla="*/ 196 h 2937356"/>
                    <a:gd name="connsiteX5" fmla="*/ 1239612 w 2116854"/>
                    <a:gd name="connsiteY5" fmla="*/ 161062 h 2937356"/>
                    <a:gd name="connsiteX6" fmla="*/ 1502078 w 2116854"/>
                    <a:gd name="connsiteY6" fmla="*/ 423530 h 2937356"/>
                    <a:gd name="connsiteX7" fmla="*/ 1578281 w 2116854"/>
                    <a:gd name="connsiteY7" fmla="*/ 601328 h 2937356"/>
                    <a:gd name="connsiteX8" fmla="*/ 1798413 w 2116854"/>
                    <a:gd name="connsiteY8" fmla="*/ 829927 h 2937356"/>
                    <a:gd name="connsiteX9" fmla="*/ 2103212 w 2116854"/>
                    <a:gd name="connsiteY9" fmla="*/ 1414129 h 2937356"/>
                    <a:gd name="connsiteX10" fmla="*/ 2035480 w 2116854"/>
                    <a:gd name="connsiteY10" fmla="*/ 2243863 h 2937356"/>
                    <a:gd name="connsiteX11" fmla="*/ 1781481 w 2116854"/>
                    <a:gd name="connsiteY11" fmla="*/ 2599462 h 2937356"/>
                    <a:gd name="connsiteX12" fmla="*/ 1375080 w 2116854"/>
                    <a:gd name="connsiteY12" fmla="*/ 2887330 h 2937356"/>
                    <a:gd name="connsiteX13" fmla="*/ 638479 w 2116854"/>
                    <a:gd name="connsiteY13" fmla="*/ 2785729 h 2937356"/>
                    <a:gd name="connsiteX14" fmla="*/ 62745 w 2116854"/>
                    <a:gd name="connsiteY14" fmla="*/ 2218462 h 2937356"/>
                    <a:gd name="connsiteX15" fmla="*/ 54278 w 2116854"/>
                    <a:gd name="connsiteY15" fmla="*/ 1177062 h 2937356"/>
                    <a:gd name="connsiteX0" fmla="*/ 54278 w 2116854"/>
                    <a:gd name="connsiteY0" fmla="*/ 1177062 h 2937356"/>
                    <a:gd name="connsiteX1" fmla="*/ 409879 w 2116854"/>
                    <a:gd name="connsiteY1" fmla="*/ 669063 h 2937356"/>
                    <a:gd name="connsiteX2" fmla="*/ 621545 w 2116854"/>
                    <a:gd name="connsiteY2" fmla="*/ 448929 h 2937356"/>
                    <a:gd name="connsiteX3" fmla="*/ 833212 w 2116854"/>
                    <a:gd name="connsiteY3" fmla="*/ 135662 h 2937356"/>
                    <a:gd name="connsiteX4" fmla="*/ 1027945 w 2116854"/>
                    <a:gd name="connsiteY4" fmla="*/ 196 h 2937356"/>
                    <a:gd name="connsiteX5" fmla="*/ 1239612 w 2116854"/>
                    <a:gd name="connsiteY5" fmla="*/ 161062 h 2937356"/>
                    <a:gd name="connsiteX6" fmla="*/ 1425878 w 2116854"/>
                    <a:gd name="connsiteY6" fmla="*/ 423530 h 2937356"/>
                    <a:gd name="connsiteX7" fmla="*/ 1578281 w 2116854"/>
                    <a:gd name="connsiteY7" fmla="*/ 601328 h 2937356"/>
                    <a:gd name="connsiteX8" fmla="*/ 1798413 w 2116854"/>
                    <a:gd name="connsiteY8" fmla="*/ 829927 h 2937356"/>
                    <a:gd name="connsiteX9" fmla="*/ 2103212 w 2116854"/>
                    <a:gd name="connsiteY9" fmla="*/ 1414129 h 2937356"/>
                    <a:gd name="connsiteX10" fmla="*/ 2035480 w 2116854"/>
                    <a:gd name="connsiteY10" fmla="*/ 2243863 h 2937356"/>
                    <a:gd name="connsiteX11" fmla="*/ 1781481 w 2116854"/>
                    <a:gd name="connsiteY11" fmla="*/ 2599462 h 2937356"/>
                    <a:gd name="connsiteX12" fmla="*/ 1375080 w 2116854"/>
                    <a:gd name="connsiteY12" fmla="*/ 2887330 h 2937356"/>
                    <a:gd name="connsiteX13" fmla="*/ 638479 w 2116854"/>
                    <a:gd name="connsiteY13" fmla="*/ 2785729 h 2937356"/>
                    <a:gd name="connsiteX14" fmla="*/ 62745 w 2116854"/>
                    <a:gd name="connsiteY14" fmla="*/ 2218462 h 2937356"/>
                    <a:gd name="connsiteX15" fmla="*/ 54278 w 2116854"/>
                    <a:gd name="connsiteY15" fmla="*/ 1177062 h 2937356"/>
                    <a:gd name="connsiteX0" fmla="*/ 54278 w 2116854"/>
                    <a:gd name="connsiteY0" fmla="*/ 1177062 h 2937356"/>
                    <a:gd name="connsiteX1" fmla="*/ 409879 w 2116854"/>
                    <a:gd name="connsiteY1" fmla="*/ 669063 h 2937356"/>
                    <a:gd name="connsiteX2" fmla="*/ 621545 w 2116854"/>
                    <a:gd name="connsiteY2" fmla="*/ 448929 h 2937356"/>
                    <a:gd name="connsiteX3" fmla="*/ 833212 w 2116854"/>
                    <a:gd name="connsiteY3" fmla="*/ 135662 h 2937356"/>
                    <a:gd name="connsiteX4" fmla="*/ 1027945 w 2116854"/>
                    <a:gd name="connsiteY4" fmla="*/ 196 h 2937356"/>
                    <a:gd name="connsiteX5" fmla="*/ 1231145 w 2116854"/>
                    <a:gd name="connsiteY5" fmla="*/ 161062 h 2937356"/>
                    <a:gd name="connsiteX6" fmla="*/ 1425878 w 2116854"/>
                    <a:gd name="connsiteY6" fmla="*/ 423530 h 2937356"/>
                    <a:gd name="connsiteX7" fmla="*/ 1578281 w 2116854"/>
                    <a:gd name="connsiteY7" fmla="*/ 601328 h 2937356"/>
                    <a:gd name="connsiteX8" fmla="*/ 1798413 w 2116854"/>
                    <a:gd name="connsiteY8" fmla="*/ 829927 h 2937356"/>
                    <a:gd name="connsiteX9" fmla="*/ 2103212 w 2116854"/>
                    <a:gd name="connsiteY9" fmla="*/ 1414129 h 2937356"/>
                    <a:gd name="connsiteX10" fmla="*/ 2035480 w 2116854"/>
                    <a:gd name="connsiteY10" fmla="*/ 2243863 h 2937356"/>
                    <a:gd name="connsiteX11" fmla="*/ 1781481 w 2116854"/>
                    <a:gd name="connsiteY11" fmla="*/ 2599462 h 2937356"/>
                    <a:gd name="connsiteX12" fmla="*/ 1375080 w 2116854"/>
                    <a:gd name="connsiteY12" fmla="*/ 2887330 h 2937356"/>
                    <a:gd name="connsiteX13" fmla="*/ 638479 w 2116854"/>
                    <a:gd name="connsiteY13" fmla="*/ 2785729 h 2937356"/>
                    <a:gd name="connsiteX14" fmla="*/ 62745 w 2116854"/>
                    <a:gd name="connsiteY14" fmla="*/ 2218462 h 2937356"/>
                    <a:gd name="connsiteX15" fmla="*/ 54278 w 2116854"/>
                    <a:gd name="connsiteY15" fmla="*/ 1177062 h 2937356"/>
                    <a:gd name="connsiteX0" fmla="*/ 54278 w 2116854"/>
                    <a:gd name="connsiteY0" fmla="*/ 1102091 h 2862385"/>
                    <a:gd name="connsiteX1" fmla="*/ 409879 w 2116854"/>
                    <a:gd name="connsiteY1" fmla="*/ 594092 h 2862385"/>
                    <a:gd name="connsiteX2" fmla="*/ 621545 w 2116854"/>
                    <a:gd name="connsiteY2" fmla="*/ 373958 h 2862385"/>
                    <a:gd name="connsiteX3" fmla="*/ 833212 w 2116854"/>
                    <a:gd name="connsiteY3" fmla="*/ 60691 h 2862385"/>
                    <a:gd name="connsiteX4" fmla="*/ 1011012 w 2116854"/>
                    <a:gd name="connsiteY4" fmla="*/ 1425 h 2862385"/>
                    <a:gd name="connsiteX5" fmla="*/ 1231145 w 2116854"/>
                    <a:gd name="connsiteY5" fmla="*/ 86091 h 2862385"/>
                    <a:gd name="connsiteX6" fmla="*/ 1425878 w 2116854"/>
                    <a:gd name="connsiteY6" fmla="*/ 348559 h 2862385"/>
                    <a:gd name="connsiteX7" fmla="*/ 1578281 w 2116854"/>
                    <a:gd name="connsiteY7" fmla="*/ 526357 h 2862385"/>
                    <a:gd name="connsiteX8" fmla="*/ 1798413 w 2116854"/>
                    <a:gd name="connsiteY8" fmla="*/ 754956 h 2862385"/>
                    <a:gd name="connsiteX9" fmla="*/ 2103212 w 2116854"/>
                    <a:gd name="connsiteY9" fmla="*/ 1339158 h 2862385"/>
                    <a:gd name="connsiteX10" fmla="*/ 2035480 w 2116854"/>
                    <a:gd name="connsiteY10" fmla="*/ 2168892 h 2862385"/>
                    <a:gd name="connsiteX11" fmla="*/ 1781481 w 2116854"/>
                    <a:gd name="connsiteY11" fmla="*/ 2524491 h 2862385"/>
                    <a:gd name="connsiteX12" fmla="*/ 1375080 w 2116854"/>
                    <a:gd name="connsiteY12" fmla="*/ 2812359 h 2862385"/>
                    <a:gd name="connsiteX13" fmla="*/ 638479 w 2116854"/>
                    <a:gd name="connsiteY13" fmla="*/ 2710758 h 2862385"/>
                    <a:gd name="connsiteX14" fmla="*/ 62745 w 2116854"/>
                    <a:gd name="connsiteY14" fmla="*/ 2143491 h 2862385"/>
                    <a:gd name="connsiteX15" fmla="*/ 54278 w 2116854"/>
                    <a:gd name="connsiteY15" fmla="*/ 1102091 h 2862385"/>
                    <a:gd name="connsiteX0" fmla="*/ 54278 w 2116854"/>
                    <a:gd name="connsiteY0" fmla="*/ 1100717 h 2861011"/>
                    <a:gd name="connsiteX1" fmla="*/ 409879 w 2116854"/>
                    <a:gd name="connsiteY1" fmla="*/ 592718 h 2861011"/>
                    <a:gd name="connsiteX2" fmla="*/ 621545 w 2116854"/>
                    <a:gd name="connsiteY2" fmla="*/ 372584 h 2861011"/>
                    <a:gd name="connsiteX3" fmla="*/ 833212 w 2116854"/>
                    <a:gd name="connsiteY3" fmla="*/ 93184 h 2861011"/>
                    <a:gd name="connsiteX4" fmla="*/ 1011012 w 2116854"/>
                    <a:gd name="connsiteY4" fmla="*/ 51 h 2861011"/>
                    <a:gd name="connsiteX5" fmla="*/ 1231145 w 2116854"/>
                    <a:gd name="connsiteY5" fmla="*/ 84717 h 2861011"/>
                    <a:gd name="connsiteX6" fmla="*/ 1425878 w 2116854"/>
                    <a:gd name="connsiteY6" fmla="*/ 347185 h 2861011"/>
                    <a:gd name="connsiteX7" fmla="*/ 1578281 w 2116854"/>
                    <a:gd name="connsiteY7" fmla="*/ 524983 h 2861011"/>
                    <a:gd name="connsiteX8" fmla="*/ 1798413 w 2116854"/>
                    <a:gd name="connsiteY8" fmla="*/ 753582 h 2861011"/>
                    <a:gd name="connsiteX9" fmla="*/ 2103212 w 2116854"/>
                    <a:gd name="connsiteY9" fmla="*/ 1337784 h 2861011"/>
                    <a:gd name="connsiteX10" fmla="*/ 2035480 w 2116854"/>
                    <a:gd name="connsiteY10" fmla="*/ 2167518 h 2861011"/>
                    <a:gd name="connsiteX11" fmla="*/ 1781481 w 2116854"/>
                    <a:gd name="connsiteY11" fmla="*/ 2523117 h 2861011"/>
                    <a:gd name="connsiteX12" fmla="*/ 1375080 w 2116854"/>
                    <a:gd name="connsiteY12" fmla="*/ 2810985 h 2861011"/>
                    <a:gd name="connsiteX13" fmla="*/ 638479 w 2116854"/>
                    <a:gd name="connsiteY13" fmla="*/ 2709384 h 2861011"/>
                    <a:gd name="connsiteX14" fmla="*/ 62745 w 2116854"/>
                    <a:gd name="connsiteY14" fmla="*/ 2142117 h 2861011"/>
                    <a:gd name="connsiteX15" fmla="*/ 54278 w 2116854"/>
                    <a:gd name="connsiteY15" fmla="*/ 1100717 h 2861011"/>
                    <a:gd name="connsiteX0" fmla="*/ 50375 w 2112951"/>
                    <a:gd name="connsiteY0" fmla="*/ 1100717 h 2828916"/>
                    <a:gd name="connsiteX1" fmla="*/ 405976 w 2112951"/>
                    <a:gd name="connsiteY1" fmla="*/ 592718 h 2828916"/>
                    <a:gd name="connsiteX2" fmla="*/ 617642 w 2112951"/>
                    <a:gd name="connsiteY2" fmla="*/ 372584 h 2828916"/>
                    <a:gd name="connsiteX3" fmla="*/ 829309 w 2112951"/>
                    <a:gd name="connsiteY3" fmla="*/ 93184 h 2828916"/>
                    <a:gd name="connsiteX4" fmla="*/ 1007109 w 2112951"/>
                    <a:gd name="connsiteY4" fmla="*/ 51 h 2828916"/>
                    <a:gd name="connsiteX5" fmla="*/ 1227242 w 2112951"/>
                    <a:gd name="connsiteY5" fmla="*/ 84717 h 2828916"/>
                    <a:gd name="connsiteX6" fmla="*/ 1421975 w 2112951"/>
                    <a:gd name="connsiteY6" fmla="*/ 347185 h 2828916"/>
                    <a:gd name="connsiteX7" fmla="*/ 1574378 w 2112951"/>
                    <a:gd name="connsiteY7" fmla="*/ 524983 h 2828916"/>
                    <a:gd name="connsiteX8" fmla="*/ 1794510 w 2112951"/>
                    <a:gd name="connsiteY8" fmla="*/ 753582 h 2828916"/>
                    <a:gd name="connsiteX9" fmla="*/ 2099309 w 2112951"/>
                    <a:gd name="connsiteY9" fmla="*/ 1337784 h 2828916"/>
                    <a:gd name="connsiteX10" fmla="*/ 2031577 w 2112951"/>
                    <a:gd name="connsiteY10" fmla="*/ 2167518 h 2828916"/>
                    <a:gd name="connsiteX11" fmla="*/ 1777578 w 2112951"/>
                    <a:gd name="connsiteY11" fmla="*/ 2523117 h 2828916"/>
                    <a:gd name="connsiteX12" fmla="*/ 1371177 w 2112951"/>
                    <a:gd name="connsiteY12" fmla="*/ 2810985 h 2828916"/>
                    <a:gd name="connsiteX13" fmla="*/ 575309 w 2112951"/>
                    <a:gd name="connsiteY13" fmla="*/ 2675517 h 2828916"/>
                    <a:gd name="connsiteX14" fmla="*/ 58842 w 2112951"/>
                    <a:gd name="connsiteY14" fmla="*/ 2142117 h 2828916"/>
                    <a:gd name="connsiteX15" fmla="*/ 50375 w 2112951"/>
                    <a:gd name="connsiteY15" fmla="*/ 1100717 h 2828916"/>
                    <a:gd name="connsiteX0" fmla="*/ 50375 w 2112951"/>
                    <a:gd name="connsiteY0" fmla="*/ 1100717 h 2847008"/>
                    <a:gd name="connsiteX1" fmla="*/ 405976 w 2112951"/>
                    <a:gd name="connsiteY1" fmla="*/ 592718 h 2847008"/>
                    <a:gd name="connsiteX2" fmla="*/ 617642 w 2112951"/>
                    <a:gd name="connsiteY2" fmla="*/ 372584 h 2847008"/>
                    <a:gd name="connsiteX3" fmla="*/ 829309 w 2112951"/>
                    <a:gd name="connsiteY3" fmla="*/ 93184 h 2847008"/>
                    <a:gd name="connsiteX4" fmla="*/ 1007109 w 2112951"/>
                    <a:gd name="connsiteY4" fmla="*/ 51 h 2847008"/>
                    <a:gd name="connsiteX5" fmla="*/ 1227242 w 2112951"/>
                    <a:gd name="connsiteY5" fmla="*/ 84717 h 2847008"/>
                    <a:gd name="connsiteX6" fmla="*/ 1421975 w 2112951"/>
                    <a:gd name="connsiteY6" fmla="*/ 347185 h 2847008"/>
                    <a:gd name="connsiteX7" fmla="*/ 1574378 w 2112951"/>
                    <a:gd name="connsiteY7" fmla="*/ 524983 h 2847008"/>
                    <a:gd name="connsiteX8" fmla="*/ 1794510 w 2112951"/>
                    <a:gd name="connsiteY8" fmla="*/ 753582 h 2847008"/>
                    <a:gd name="connsiteX9" fmla="*/ 2099309 w 2112951"/>
                    <a:gd name="connsiteY9" fmla="*/ 1337784 h 2847008"/>
                    <a:gd name="connsiteX10" fmla="*/ 2031577 w 2112951"/>
                    <a:gd name="connsiteY10" fmla="*/ 2167518 h 2847008"/>
                    <a:gd name="connsiteX11" fmla="*/ 1777578 w 2112951"/>
                    <a:gd name="connsiteY11" fmla="*/ 2523117 h 2847008"/>
                    <a:gd name="connsiteX12" fmla="*/ 1371177 w 2112951"/>
                    <a:gd name="connsiteY12" fmla="*/ 2810985 h 2847008"/>
                    <a:gd name="connsiteX13" fmla="*/ 930911 w 2112951"/>
                    <a:gd name="connsiteY13" fmla="*/ 2827916 h 2847008"/>
                    <a:gd name="connsiteX14" fmla="*/ 575309 w 2112951"/>
                    <a:gd name="connsiteY14" fmla="*/ 2675517 h 2847008"/>
                    <a:gd name="connsiteX15" fmla="*/ 58842 w 2112951"/>
                    <a:gd name="connsiteY15" fmla="*/ 2142117 h 2847008"/>
                    <a:gd name="connsiteX16" fmla="*/ 50375 w 2112951"/>
                    <a:gd name="connsiteY16" fmla="*/ 1100717 h 2847008"/>
                    <a:gd name="connsiteX0" fmla="*/ 35626 w 2098202"/>
                    <a:gd name="connsiteY0" fmla="*/ 1100717 h 2847008"/>
                    <a:gd name="connsiteX1" fmla="*/ 391227 w 2098202"/>
                    <a:gd name="connsiteY1" fmla="*/ 592718 h 2847008"/>
                    <a:gd name="connsiteX2" fmla="*/ 602893 w 2098202"/>
                    <a:gd name="connsiteY2" fmla="*/ 372584 h 2847008"/>
                    <a:gd name="connsiteX3" fmla="*/ 814560 w 2098202"/>
                    <a:gd name="connsiteY3" fmla="*/ 93184 h 2847008"/>
                    <a:gd name="connsiteX4" fmla="*/ 992360 w 2098202"/>
                    <a:gd name="connsiteY4" fmla="*/ 51 h 2847008"/>
                    <a:gd name="connsiteX5" fmla="*/ 1212493 w 2098202"/>
                    <a:gd name="connsiteY5" fmla="*/ 84717 h 2847008"/>
                    <a:gd name="connsiteX6" fmla="*/ 1407226 w 2098202"/>
                    <a:gd name="connsiteY6" fmla="*/ 347185 h 2847008"/>
                    <a:gd name="connsiteX7" fmla="*/ 1559629 w 2098202"/>
                    <a:gd name="connsiteY7" fmla="*/ 524983 h 2847008"/>
                    <a:gd name="connsiteX8" fmla="*/ 1779761 w 2098202"/>
                    <a:gd name="connsiteY8" fmla="*/ 753582 h 2847008"/>
                    <a:gd name="connsiteX9" fmla="*/ 2084560 w 2098202"/>
                    <a:gd name="connsiteY9" fmla="*/ 1337784 h 2847008"/>
                    <a:gd name="connsiteX10" fmla="*/ 2016828 w 2098202"/>
                    <a:gd name="connsiteY10" fmla="*/ 2167518 h 2847008"/>
                    <a:gd name="connsiteX11" fmla="*/ 1762829 w 2098202"/>
                    <a:gd name="connsiteY11" fmla="*/ 2523117 h 2847008"/>
                    <a:gd name="connsiteX12" fmla="*/ 1356428 w 2098202"/>
                    <a:gd name="connsiteY12" fmla="*/ 2810985 h 2847008"/>
                    <a:gd name="connsiteX13" fmla="*/ 916162 w 2098202"/>
                    <a:gd name="connsiteY13" fmla="*/ 2827916 h 2847008"/>
                    <a:gd name="connsiteX14" fmla="*/ 315027 w 2098202"/>
                    <a:gd name="connsiteY14" fmla="*/ 2472317 h 2847008"/>
                    <a:gd name="connsiteX15" fmla="*/ 44093 w 2098202"/>
                    <a:gd name="connsiteY15" fmla="*/ 2142117 h 2847008"/>
                    <a:gd name="connsiteX16" fmla="*/ 35626 w 2098202"/>
                    <a:gd name="connsiteY16" fmla="*/ 1100717 h 2847008"/>
                    <a:gd name="connsiteX0" fmla="*/ 35626 w 2098202"/>
                    <a:gd name="connsiteY0" fmla="*/ 1100717 h 2847008"/>
                    <a:gd name="connsiteX1" fmla="*/ 391227 w 2098202"/>
                    <a:gd name="connsiteY1" fmla="*/ 592718 h 2847008"/>
                    <a:gd name="connsiteX2" fmla="*/ 602893 w 2098202"/>
                    <a:gd name="connsiteY2" fmla="*/ 372584 h 2847008"/>
                    <a:gd name="connsiteX3" fmla="*/ 814560 w 2098202"/>
                    <a:gd name="connsiteY3" fmla="*/ 93184 h 2847008"/>
                    <a:gd name="connsiteX4" fmla="*/ 992360 w 2098202"/>
                    <a:gd name="connsiteY4" fmla="*/ 51 h 2847008"/>
                    <a:gd name="connsiteX5" fmla="*/ 1212493 w 2098202"/>
                    <a:gd name="connsiteY5" fmla="*/ 84717 h 2847008"/>
                    <a:gd name="connsiteX6" fmla="*/ 1407226 w 2098202"/>
                    <a:gd name="connsiteY6" fmla="*/ 347185 h 2847008"/>
                    <a:gd name="connsiteX7" fmla="*/ 1559629 w 2098202"/>
                    <a:gd name="connsiteY7" fmla="*/ 524983 h 2847008"/>
                    <a:gd name="connsiteX8" fmla="*/ 1779761 w 2098202"/>
                    <a:gd name="connsiteY8" fmla="*/ 753582 h 2847008"/>
                    <a:gd name="connsiteX9" fmla="*/ 2084560 w 2098202"/>
                    <a:gd name="connsiteY9" fmla="*/ 1337784 h 2847008"/>
                    <a:gd name="connsiteX10" fmla="*/ 2016828 w 2098202"/>
                    <a:gd name="connsiteY10" fmla="*/ 2167518 h 2847008"/>
                    <a:gd name="connsiteX11" fmla="*/ 1762829 w 2098202"/>
                    <a:gd name="connsiteY11" fmla="*/ 2523117 h 2847008"/>
                    <a:gd name="connsiteX12" fmla="*/ 1356428 w 2098202"/>
                    <a:gd name="connsiteY12" fmla="*/ 2810985 h 2847008"/>
                    <a:gd name="connsiteX13" fmla="*/ 916162 w 2098202"/>
                    <a:gd name="connsiteY13" fmla="*/ 2827916 h 2847008"/>
                    <a:gd name="connsiteX14" fmla="*/ 315027 w 2098202"/>
                    <a:gd name="connsiteY14" fmla="*/ 2472317 h 2847008"/>
                    <a:gd name="connsiteX15" fmla="*/ 44093 w 2098202"/>
                    <a:gd name="connsiteY15" fmla="*/ 2142117 h 2847008"/>
                    <a:gd name="connsiteX16" fmla="*/ 35626 w 2098202"/>
                    <a:gd name="connsiteY16" fmla="*/ 1100717 h 2847008"/>
                    <a:gd name="connsiteX0" fmla="*/ 39829 w 2102405"/>
                    <a:gd name="connsiteY0" fmla="*/ 1100717 h 2847008"/>
                    <a:gd name="connsiteX1" fmla="*/ 395430 w 2102405"/>
                    <a:gd name="connsiteY1" fmla="*/ 592718 h 2847008"/>
                    <a:gd name="connsiteX2" fmla="*/ 607096 w 2102405"/>
                    <a:gd name="connsiteY2" fmla="*/ 372584 h 2847008"/>
                    <a:gd name="connsiteX3" fmla="*/ 818763 w 2102405"/>
                    <a:gd name="connsiteY3" fmla="*/ 93184 h 2847008"/>
                    <a:gd name="connsiteX4" fmla="*/ 996563 w 2102405"/>
                    <a:gd name="connsiteY4" fmla="*/ 51 h 2847008"/>
                    <a:gd name="connsiteX5" fmla="*/ 1216696 w 2102405"/>
                    <a:gd name="connsiteY5" fmla="*/ 84717 h 2847008"/>
                    <a:gd name="connsiteX6" fmla="*/ 1411429 w 2102405"/>
                    <a:gd name="connsiteY6" fmla="*/ 347185 h 2847008"/>
                    <a:gd name="connsiteX7" fmla="*/ 1563832 w 2102405"/>
                    <a:gd name="connsiteY7" fmla="*/ 524983 h 2847008"/>
                    <a:gd name="connsiteX8" fmla="*/ 1783964 w 2102405"/>
                    <a:gd name="connsiteY8" fmla="*/ 753582 h 2847008"/>
                    <a:gd name="connsiteX9" fmla="*/ 2088763 w 2102405"/>
                    <a:gd name="connsiteY9" fmla="*/ 1337784 h 2847008"/>
                    <a:gd name="connsiteX10" fmla="*/ 2021031 w 2102405"/>
                    <a:gd name="connsiteY10" fmla="*/ 2167518 h 2847008"/>
                    <a:gd name="connsiteX11" fmla="*/ 1767032 w 2102405"/>
                    <a:gd name="connsiteY11" fmla="*/ 2523117 h 2847008"/>
                    <a:gd name="connsiteX12" fmla="*/ 1360631 w 2102405"/>
                    <a:gd name="connsiteY12" fmla="*/ 2810985 h 2847008"/>
                    <a:gd name="connsiteX13" fmla="*/ 920365 w 2102405"/>
                    <a:gd name="connsiteY13" fmla="*/ 2827916 h 2847008"/>
                    <a:gd name="connsiteX14" fmla="*/ 319230 w 2102405"/>
                    <a:gd name="connsiteY14" fmla="*/ 2472317 h 2847008"/>
                    <a:gd name="connsiteX15" fmla="*/ 39829 w 2102405"/>
                    <a:gd name="connsiteY15" fmla="*/ 2057450 h 2847008"/>
                    <a:gd name="connsiteX16" fmla="*/ 39829 w 2102405"/>
                    <a:gd name="connsiteY16" fmla="*/ 1100717 h 2847008"/>
                    <a:gd name="connsiteX0" fmla="*/ 39829 w 2102405"/>
                    <a:gd name="connsiteY0" fmla="*/ 1100717 h 2856386"/>
                    <a:gd name="connsiteX1" fmla="*/ 395430 w 2102405"/>
                    <a:gd name="connsiteY1" fmla="*/ 592718 h 2856386"/>
                    <a:gd name="connsiteX2" fmla="*/ 607096 w 2102405"/>
                    <a:gd name="connsiteY2" fmla="*/ 372584 h 2856386"/>
                    <a:gd name="connsiteX3" fmla="*/ 818763 w 2102405"/>
                    <a:gd name="connsiteY3" fmla="*/ 93184 h 2856386"/>
                    <a:gd name="connsiteX4" fmla="*/ 996563 w 2102405"/>
                    <a:gd name="connsiteY4" fmla="*/ 51 h 2856386"/>
                    <a:gd name="connsiteX5" fmla="*/ 1216696 w 2102405"/>
                    <a:gd name="connsiteY5" fmla="*/ 84717 h 2856386"/>
                    <a:gd name="connsiteX6" fmla="*/ 1411429 w 2102405"/>
                    <a:gd name="connsiteY6" fmla="*/ 347185 h 2856386"/>
                    <a:gd name="connsiteX7" fmla="*/ 1563832 w 2102405"/>
                    <a:gd name="connsiteY7" fmla="*/ 524983 h 2856386"/>
                    <a:gd name="connsiteX8" fmla="*/ 1783964 w 2102405"/>
                    <a:gd name="connsiteY8" fmla="*/ 753582 h 2856386"/>
                    <a:gd name="connsiteX9" fmla="*/ 2088763 w 2102405"/>
                    <a:gd name="connsiteY9" fmla="*/ 1337784 h 2856386"/>
                    <a:gd name="connsiteX10" fmla="*/ 2021031 w 2102405"/>
                    <a:gd name="connsiteY10" fmla="*/ 2167518 h 2856386"/>
                    <a:gd name="connsiteX11" fmla="*/ 1767032 w 2102405"/>
                    <a:gd name="connsiteY11" fmla="*/ 2523117 h 2856386"/>
                    <a:gd name="connsiteX12" fmla="*/ 1275513 w 2102405"/>
                    <a:gd name="connsiteY12" fmla="*/ 2827918 h 2856386"/>
                    <a:gd name="connsiteX13" fmla="*/ 920365 w 2102405"/>
                    <a:gd name="connsiteY13" fmla="*/ 2827916 h 2856386"/>
                    <a:gd name="connsiteX14" fmla="*/ 319230 w 2102405"/>
                    <a:gd name="connsiteY14" fmla="*/ 2472317 h 2856386"/>
                    <a:gd name="connsiteX15" fmla="*/ 39829 w 2102405"/>
                    <a:gd name="connsiteY15" fmla="*/ 2057450 h 2856386"/>
                    <a:gd name="connsiteX16" fmla="*/ 39829 w 2102405"/>
                    <a:gd name="connsiteY16" fmla="*/ 1100717 h 2856386"/>
                    <a:gd name="connsiteX0" fmla="*/ 39829 w 2102405"/>
                    <a:gd name="connsiteY0" fmla="*/ 1100717 h 2875889"/>
                    <a:gd name="connsiteX1" fmla="*/ 395430 w 2102405"/>
                    <a:gd name="connsiteY1" fmla="*/ 592718 h 2875889"/>
                    <a:gd name="connsiteX2" fmla="*/ 607096 w 2102405"/>
                    <a:gd name="connsiteY2" fmla="*/ 372584 h 2875889"/>
                    <a:gd name="connsiteX3" fmla="*/ 818763 w 2102405"/>
                    <a:gd name="connsiteY3" fmla="*/ 93184 h 2875889"/>
                    <a:gd name="connsiteX4" fmla="*/ 996563 w 2102405"/>
                    <a:gd name="connsiteY4" fmla="*/ 51 h 2875889"/>
                    <a:gd name="connsiteX5" fmla="*/ 1216696 w 2102405"/>
                    <a:gd name="connsiteY5" fmla="*/ 84717 h 2875889"/>
                    <a:gd name="connsiteX6" fmla="*/ 1411429 w 2102405"/>
                    <a:gd name="connsiteY6" fmla="*/ 347185 h 2875889"/>
                    <a:gd name="connsiteX7" fmla="*/ 1563832 w 2102405"/>
                    <a:gd name="connsiteY7" fmla="*/ 524983 h 2875889"/>
                    <a:gd name="connsiteX8" fmla="*/ 1783964 w 2102405"/>
                    <a:gd name="connsiteY8" fmla="*/ 753582 h 2875889"/>
                    <a:gd name="connsiteX9" fmla="*/ 2088763 w 2102405"/>
                    <a:gd name="connsiteY9" fmla="*/ 1337784 h 2875889"/>
                    <a:gd name="connsiteX10" fmla="*/ 2021031 w 2102405"/>
                    <a:gd name="connsiteY10" fmla="*/ 2167518 h 2875889"/>
                    <a:gd name="connsiteX11" fmla="*/ 1767032 w 2102405"/>
                    <a:gd name="connsiteY11" fmla="*/ 2523117 h 2875889"/>
                    <a:gd name="connsiteX12" fmla="*/ 1275513 w 2102405"/>
                    <a:gd name="connsiteY12" fmla="*/ 2827918 h 2875889"/>
                    <a:gd name="connsiteX13" fmla="*/ 877807 w 2102405"/>
                    <a:gd name="connsiteY13" fmla="*/ 2861783 h 2875889"/>
                    <a:gd name="connsiteX14" fmla="*/ 319230 w 2102405"/>
                    <a:gd name="connsiteY14" fmla="*/ 2472317 h 2875889"/>
                    <a:gd name="connsiteX15" fmla="*/ 39829 w 2102405"/>
                    <a:gd name="connsiteY15" fmla="*/ 2057450 h 2875889"/>
                    <a:gd name="connsiteX16" fmla="*/ 39829 w 2102405"/>
                    <a:gd name="connsiteY16" fmla="*/ 1100717 h 2875889"/>
                    <a:gd name="connsiteX0" fmla="*/ 39829 w 2102405"/>
                    <a:gd name="connsiteY0" fmla="*/ 1100717 h 2887512"/>
                    <a:gd name="connsiteX1" fmla="*/ 395430 w 2102405"/>
                    <a:gd name="connsiteY1" fmla="*/ 592718 h 2887512"/>
                    <a:gd name="connsiteX2" fmla="*/ 607096 w 2102405"/>
                    <a:gd name="connsiteY2" fmla="*/ 372584 h 2887512"/>
                    <a:gd name="connsiteX3" fmla="*/ 818763 w 2102405"/>
                    <a:gd name="connsiteY3" fmla="*/ 93184 h 2887512"/>
                    <a:gd name="connsiteX4" fmla="*/ 996563 w 2102405"/>
                    <a:gd name="connsiteY4" fmla="*/ 51 h 2887512"/>
                    <a:gd name="connsiteX5" fmla="*/ 1216696 w 2102405"/>
                    <a:gd name="connsiteY5" fmla="*/ 84717 h 2887512"/>
                    <a:gd name="connsiteX6" fmla="*/ 1411429 w 2102405"/>
                    <a:gd name="connsiteY6" fmla="*/ 347185 h 2887512"/>
                    <a:gd name="connsiteX7" fmla="*/ 1563832 w 2102405"/>
                    <a:gd name="connsiteY7" fmla="*/ 524983 h 2887512"/>
                    <a:gd name="connsiteX8" fmla="*/ 1783964 w 2102405"/>
                    <a:gd name="connsiteY8" fmla="*/ 753582 h 2887512"/>
                    <a:gd name="connsiteX9" fmla="*/ 2088763 w 2102405"/>
                    <a:gd name="connsiteY9" fmla="*/ 1337784 h 2887512"/>
                    <a:gd name="connsiteX10" fmla="*/ 2021031 w 2102405"/>
                    <a:gd name="connsiteY10" fmla="*/ 2167518 h 2887512"/>
                    <a:gd name="connsiteX11" fmla="*/ 1767032 w 2102405"/>
                    <a:gd name="connsiteY11" fmla="*/ 2523117 h 2887512"/>
                    <a:gd name="connsiteX12" fmla="*/ 1249978 w 2102405"/>
                    <a:gd name="connsiteY12" fmla="*/ 2853318 h 2887512"/>
                    <a:gd name="connsiteX13" fmla="*/ 877807 w 2102405"/>
                    <a:gd name="connsiteY13" fmla="*/ 2861783 h 2887512"/>
                    <a:gd name="connsiteX14" fmla="*/ 319230 w 2102405"/>
                    <a:gd name="connsiteY14" fmla="*/ 2472317 h 2887512"/>
                    <a:gd name="connsiteX15" fmla="*/ 39829 w 2102405"/>
                    <a:gd name="connsiteY15" fmla="*/ 2057450 h 2887512"/>
                    <a:gd name="connsiteX16" fmla="*/ 39829 w 2102405"/>
                    <a:gd name="connsiteY16" fmla="*/ 1100717 h 2887512"/>
                    <a:gd name="connsiteX0" fmla="*/ 39829 w 2102405"/>
                    <a:gd name="connsiteY0" fmla="*/ 1100717 h 2877149"/>
                    <a:gd name="connsiteX1" fmla="*/ 395430 w 2102405"/>
                    <a:gd name="connsiteY1" fmla="*/ 592718 h 2877149"/>
                    <a:gd name="connsiteX2" fmla="*/ 607096 w 2102405"/>
                    <a:gd name="connsiteY2" fmla="*/ 372584 h 2877149"/>
                    <a:gd name="connsiteX3" fmla="*/ 818763 w 2102405"/>
                    <a:gd name="connsiteY3" fmla="*/ 93184 h 2877149"/>
                    <a:gd name="connsiteX4" fmla="*/ 996563 w 2102405"/>
                    <a:gd name="connsiteY4" fmla="*/ 51 h 2877149"/>
                    <a:gd name="connsiteX5" fmla="*/ 1216696 w 2102405"/>
                    <a:gd name="connsiteY5" fmla="*/ 84717 h 2877149"/>
                    <a:gd name="connsiteX6" fmla="*/ 1411429 w 2102405"/>
                    <a:gd name="connsiteY6" fmla="*/ 347185 h 2877149"/>
                    <a:gd name="connsiteX7" fmla="*/ 1563832 w 2102405"/>
                    <a:gd name="connsiteY7" fmla="*/ 524983 h 2877149"/>
                    <a:gd name="connsiteX8" fmla="*/ 1783964 w 2102405"/>
                    <a:gd name="connsiteY8" fmla="*/ 753582 h 2877149"/>
                    <a:gd name="connsiteX9" fmla="*/ 2088763 w 2102405"/>
                    <a:gd name="connsiteY9" fmla="*/ 1337784 h 2877149"/>
                    <a:gd name="connsiteX10" fmla="*/ 2021031 w 2102405"/>
                    <a:gd name="connsiteY10" fmla="*/ 2167518 h 2877149"/>
                    <a:gd name="connsiteX11" fmla="*/ 1767032 w 2102405"/>
                    <a:gd name="connsiteY11" fmla="*/ 2523117 h 2877149"/>
                    <a:gd name="connsiteX12" fmla="*/ 1249978 w 2102405"/>
                    <a:gd name="connsiteY12" fmla="*/ 2853318 h 2877149"/>
                    <a:gd name="connsiteX13" fmla="*/ 865039 w 2102405"/>
                    <a:gd name="connsiteY13" fmla="*/ 2836383 h 2877149"/>
                    <a:gd name="connsiteX14" fmla="*/ 319230 w 2102405"/>
                    <a:gd name="connsiteY14" fmla="*/ 2472317 h 2877149"/>
                    <a:gd name="connsiteX15" fmla="*/ 39829 w 2102405"/>
                    <a:gd name="connsiteY15" fmla="*/ 2057450 h 2877149"/>
                    <a:gd name="connsiteX16" fmla="*/ 39829 w 2102405"/>
                    <a:gd name="connsiteY16" fmla="*/ 1100717 h 2877149"/>
                    <a:gd name="connsiteX0" fmla="*/ 39829 w 2102405"/>
                    <a:gd name="connsiteY0" fmla="*/ 1100717 h 2863728"/>
                    <a:gd name="connsiteX1" fmla="*/ 395430 w 2102405"/>
                    <a:gd name="connsiteY1" fmla="*/ 592718 h 2863728"/>
                    <a:gd name="connsiteX2" fmla="*/ 607096 w 2102405"/>
                    <a:gd name="connsiteY2" fmla="*/ 372584 h 2863728"/>
                    <a:gd name="connsiteX3" fmla="*/ 818763 w 2102405"/>
                    <a:gd name="connsiteY3" fmla="*/ 93184 h 2863728"/>
                    <a:gd name="connsiteX4" fmla="*/ 996563 w 2102405"/>
                    <a:gd name="connsiteY4" fmla="*/ 51 h 2863728"/>
                    <a:gd name="connsiteX5" fmla="*/ 1216696 w 2102405"/>
                    <a:gd name="connsiteY5" fmla="*/ 84717 h 2863728"/>
                    <a:gd name="connsiteX6" fmla="*/ 1411429 w 2102405"/>
                    <a:gd name="connsiteY6" fmla="*/ 347185 h 2863728"/>
                    <a:gd name="connsiteX7" fmla="*/ 1563832 w 2102405"/>
                    <a:gd name="connsiteY7" fmla="*/ 524983 h 2863728"/>
                    <a:gd name="connsiteX8" fmla="*/ 1783964 w 2102405"/>
                    <a:gd name="connsiteY8" fmla="*/ 753582 h 2863728"/>
                    <a:gd name="connsiteX9" fmla="*/ 2088763 w 2102405"/>
                    <a:gd name="connsiteY9" fmla="*/ 1337784 h 2863728"/>
                    <a:gd name="connsiteX10" fmla="*/ 2021031 w 2102405"/>
                    <a:gd name="connsiteY10" fmla="*/ 2167518 h 2863728"/>
                    <a:gd name="connsiteX11" fmla="*/ 1767032 w 2102405"/>
                    <a:gd name="connsiteY11" fmla="*/ 2523117 h 2863728"/>
                    <a:gd name="connsiteX12" fmla="*/ 1301048 w 2102405"/>
                    <a:gd name="connsiteY12" fmla="*/ 2802518 h 2863728"/>
                    <a:gd name="connsiteX13" fmla="*/ 865039 w 2102405"/>
                    <a:gd name="connsiteY13" fmla="*/ 2836383 h 2863728"/>
                    <a:gd name="connsiteX14" fmla="*/ 319230 w 2102405"/>
                    <a:gd name="connsiteY14" fmla="*/ 2472317 h 2863728"/>
                    <a:gd name="connsiteX15" fmla="*/ 39829 w 2102405"/>
                    <a:gd name="connsiteY15" fmla="*/ 2057450 h 2863728"/>
                    <a:gd name="connsiteX16" fmla="*/ 39829 w 2102405"/>
                    <a:gd name="connsiteY16" fmla="*/ 1100717 h 2863728"/>
                    <a:gd name="connsiteX0" fmla="*/ 39829 w 2102405"/>
                    <a:gd name="connsiteY0" fmla="*/ 1100717 h 2838236"/>
                    <a:gd name="connsiteX1" fmla="*/ 395430 w 2102405"/>
                    <a:gd name="connsiteY1" fmla="*/ 592718 h 2838236"/>
                    <a:gd name="connsiteX2" fmla="*/ 607096 w 2102405"/>
                    <a:gd name="connsiteY2" fmla="*/ 372584 h 2838236"/>
                    <a:gd name="connsiteX3" fmla="*/ 818763 w 2102405"/>
                    <a:gd name="connsiteY3" fmla="*/ 93184 h 2838236"/>
                    <a:gd name="connsiteX4" fmla="*/ 996563 w 2102405"/>
                    <a:gd name="connsiteY4" fmla="*/ 51 h 2838236"/>
                    <a:gd name="connsiteX5" fmla="*/ 1216696 w 2102405"/>
                    <a:gd name="connsiteY5" fmla="*/ 84717 h 2838236"/>
                    <a:gd name="connsiteX6" fmla="*/ 1411429 w 2102405"/>
                    <a:gd name="connsiteY6" fmla="*/ 347185 h 2838236"/>
                    <a:gd name="connsiteX7" fmla="*/ 1563832 w 2102405"/>
                    <a:gd name="connsiteY7" fmla="*/ 524983 h 2838236"/>
                    <a:gd name="connsiteX8" fmla="*/ 1783964 w 2102405"/>
                    <a:gd name="connsiteY8" fmla="*/ 753582 h 2838236"/>
                    <a:gd name="connsiteX9" fmla="*/ 2088763 w 2102405"/>
                    <a:gd name="connsiteY9" fmla="*/ 1337784 h 2838236"/>
                    <a:gd name="connsiteX10" fmla="*/ 2021031 w 2102405"/>
                    <a:gd name="connsiteY10" fmla="*/ 2167518 h 2838236"/>
                    <a:gd name="connsiteX11" fmla="*/ 1767032 w 2102405"/>
                    <a:gd name="connsiteY11" fmla="*/ 2523117 h 2838236"/>
                    <a:gd name="connsiteX12" fmla="*/ 1301048 w 2102405"/>
                    <a:gd name="connsiteY12" fmla="*/ 2802518 h 2838236"/>
                    <a:gd name="connsiteX13" fmla="*/ 852272 w 2102405"/>
                    <a:gd name="connsiteY13" fmla="*/ 2798283 h 2838236"/>
                    <a:gd name="connsiteX14" fmla="*/ 319230 w 2102405"/>
                    <a:gd name="connsiteY14" fmla="*/ 2472317 h 2838236"/>
                    <a:gd name="connsiteX15" fmla="*/ 39829 w 2102405"/>
                    <a:gd name="connsiteY15" fmla="*/ 2057450 h 2838236"/>
                    <a:gd name="connsiteX16" fmla="*/ 39829 w 2102405"/>
                    <a:gd name="connsiteY16" fmla="*/ 1100717 h 2838236"/>
                    <a:gd name="connsiteX0" fmla="*/ 39829 w 2102405"/>
                    <a:gd name="connsiteY0" fmla="*/ 1100717 h 2833625"/>
                    <a:gd name="connsiteX1" fmla="*/ 395430 w 2102405"/>
                    <a:gd name="connsiteY1" fmla="*/ 592718 h 2833625"/>
                    <a:gd name="connsiteX2" fmla="*/ 607096 w 2102405"/>
                    <a:gd name="connsiteY2" fmla="*/ 372584 h 2833625"/>
                    <a:gd name="connsiteX3" fmla="*/ 818763 w 2102405"/>
                    <a:gd name="connsiteY3" fmla="*/ 93184 h 2833625"/>
                    <a:gd name="connsiteX4" fmla="*/ 996563 w 2102405"/>
                    <a:gd name="connsiteY4" fmla="*/ 51 h 2833625"/>
                    <a:gd name="connsiteX5" fmla="*/ 1216696 w 2102405"/>
                    <a:gd name="connsiteY5" fmla="*/ 84717 h 2833625"/>
                    <a:gd name="connsiteX6" fmla="*/ 1411429 w 2102405"/>
                    <a:gd name="connsiteY6" fmla="*/ 347185 h 2833625"/>
                    <a:gd name="connsiteX7" fmla="*/ 1563832 w 2102405"/>
                    <a:gd name="connsiteY7" fmla="*/ 524983 h 2833625"/>
                    <a:gd name="connsiteX8" fmla="*/ 1783964 w 2102405"/>
                    <a:gd name="connsiteY8" fmla="*/ 753582 h 2833625"/>
                    <a:gd name="connsiteX9" fmla="*/ 2088763 w 2102405"/>
                    <a:gd name="connsiteY9" fmla="*/ 1337784 h 2833625"/>
                    <a:gd name="connsiteX10" fmla="*/ 2021031 w 2102405"/>
                    <a:gd name="connsiteY10" fmla="*/ 2167518 h 2833625"/>
                    <a:gd name="connsiteX11" fmla="*/ 1767032 w 2102405"/>
                    <a:gd name="connsiteY11" fmla="*/ 2523117 h 2833625"/>
                    <a:gd name="connsiteX12" fmla="*/ 1301048 w 2102405"/>
                    <a:gd name="connsiteY12" fmla="*/ 2802518 h 2833625"/>
                    <a:gd name="connsiteX13" fmla="*/ 852272 w 2102405"/>
                    <a:gd name="connsiteY13" fmla="*/ 2798283 h 2833625"/>
                    <a:gd name="connsiteX14" fmla="*/ 319230 w 2102405"/>
                    <a:gd name="connsiteY14" fmla="*/ 2472317 h 2833625"/>
                    <a:gd name="connsiteX15" fmla="*/ 39829 w 2102405"/>
                    <a:gd name="connsiteY15" fmla="*/ 2057450 h 2833625"/>
                    <a:gd name="connsiteX16" fmla="*/ 39829 w 2102405"/>
                    <a:gd name="connsiteY16" fmla="*/ 1100717 h 2833625"/>
                    <a:gd name="connsiteX0" fmla="*/ 39829 w 2102405"/>
                    <a:gd name="connsiteY0" fmla="*/ 1100717 h 2828711"/>
                    <a:gd name="connsiteX1" fmla="*/ 395430 w 2102405"/>
                    <a:gd name="connsiteY1" fmla="*/ 592718 h 2828711"/>
                    <a:gd name="connsiteX2" fmla="*/ 607096 w 2102405"/>
                    <a:gd name="connsiteY2" fmla="*/ 372584 h 2828711"/>
                    <a:gd name="connsiteX3" fmla="*/ 818763 w 2102405"/>
                    <a:gd name="connsiteY3" fmla="*/ 93184 h 2828711"/>
                    <a:gd name="connsiteX4" fmla="*/ 996563 w 2102405"/>
                    <a:gd name="connsiteY4" fmla="*/ 51 h 2828711"/>
                    <a:gd name="connsiteX5" fmla="*/ 1216696 w 2102405"/>
                    <a:gd name="connsiteY5" fmla="*/ 84717 h 2828711"/>
                    <a:gd name="connsiteX6" fmla="*/ 1411429 w 2102405"/>
                    <a:gd name="connsiteY6" fmla="*/ 347185 h 2828711"/>
                    <a:gd name="connsiteX7" fmla="*/ 1563832 w 2102405"/>
                    <a:gd name="connsiteY7" fmla="*/ 524983 h 2828711"/>
                    <a:gd name="connsiteX8" fmla="*/ 1783964 w 2102405"/>
                    <a:gd name="connsiteY8" fmla="*/ 753582 h 2828711"/>
                    <a:gd name="connsiteX9" fmla="*/ 2088763 w 2102405"/>
                    <a:gd name="connsiteY9" fmla="*/ 1337784 h 2828711"/>
                    <a:gd name="connsiteX10" fmla="*/ 2021031 w 2102405"/>
                    <a:gd name="connsiteY10" fmla="*/ 2167518 h 2828711"/>
                    <a:gd name="connsiteX11" fmla="*/ 1767032 w 2102405"/>
                    <a:gd name="connsiteY11" fmla="*/ 2523117 h 2828711"/>
                    <a:gd name="connsiteX12" fmla="*/ 1301048 w 2102405"/>
                    <a:gd name="connsiteY12" fmla="*/ 2802518 h 2828711"/>
                    <a:gd name="connsiteX13" fmla="*/ 852272 w 2102405"/>
                    <a:gd name="connsiteY13" fmla="*/ 2798283 h 2828711"/>
                    <a:gd name="connsiteX14" fmla="*/ 319230 w 2102405"/>
                    <a:gd name="connsiteY14" fmla="*/ 2472317 h 2828711"/>
                    <a:gd name="connsiteX15" fmla="*/ 39829 w 2102405"/>
                    <a:gd name="connsiteY15" fmla="*/ 2057450 h 2828711"/>
                    <a:gd name="connsiteX16" fmla="*/ 39829 w 2102405"/>
                    <a:gd name="connsiteY16" fmla="*/ 1100717 h 2828711"/>
                    <a:gd name="connsiteX0" fmla="*/ 39829 w 2109201"/>
                    <a:gd name="connsiteY0" fmla="*/ 1100717 h 2828711"/>
                    <a:gd name="connsiteX1" fmla="*/ 395430 w 2109201"/>
                    <a:gd name="connsiteY1" fmla="*/ 592718 h 2828711"/>
                    <a:gd name="connsiteX2" fmla="*/ 607096 w 2109201"/>
                    <a:gd name="connsiteY2" fmla="*/ 372584 h 2828711"/>
                    <a:gd name="connsiteX3" fmla="*/ 818763 w 2109201"/>
                    <a:gd name="connsiteY3" fmla="*/ 93184 h 2828711"/>
                    <a:gd name="connsiteX4" fmla="*/ 996563 w 2109201"/>
                    <a:gd name="connsiteY4" fmla="*/ 51 h 2828711"/>
                    <a:gd name="connsiteX5" fmla="*/ 1216696 w 2109201"/>
                    <a:gd name="connsiteY5" fmla="*/ 84717 h 2828711"/>
                    <a:gd name="connsiteX6" fmla="*/ 1411429 w 2109201"/>
                    <a:gd name="connsiteY6" fmla="*/ 347185 h 2828711"/>
                    <a:gd name="connsiteX7" fmla="*/ 1563832 w 2109201"/>
                    <a:gd name="connsiteY7" fmla="*/ 524983 h 2828711"/>
                    <a:gd name="connsiteX8" fmla="*/ 1783964 w 2109201"/>
                    <a:gd name="connsiteY8" fmla="*/ 753582 h 2828711"/>
                    <a:gd name="connsiteX9" fmla="*/ 2088763 w 2109201"/>
                    <a:gd name="connsiteY9" fmla="*/ 1337784 h 2828711"/>
                    <a:gd name="connsiteX10" fmla="*/ 2046566 w 2109201"/>
                    <a:gd name="connsiteY10" fmla="*/ 2065918 h 2828711"/>
                    <a:gd name="connsiteX11" fmla="*/ 1767032 w 2109201"/>
                    <a:gd name="connsiteY11" fmla="*/ 2523117 h 2828711"/>
                    <a:gd name="connsiteX12" fmla="*/ 1301048 w 2109201"/>
                    <a:gd name="connsiteY12" fmla="*/ 2802518 h 2828711"/>
                    <a:gd name="connsiteX13" fmla="*/ 852272 w 2109201"/>
                    <a:gd name="connsiteY13" fmla="*/ 2798283 h 2828711"/>
                    <a:gd name="connsiteX14" fmla="*/ 319230 w 2109201"/>
                    <a:gd name="connsiteY14" fmla="*/ 2472317 h 2828711"/>
                    <a:gd name="connsiteX15" fmla="*/ 39829 w 2109201"/>
                    <a:gd name="connsiteY15" fmla="*/ 2057450 h 2828711"/>
                    <a:gd name="connsiteX16" fmla="*/ 39829 w 2109201"/>
                    <a:gd name="connsiteY16" fmla="*/ 1100717 h 2828711"/>
                    <a:gd name="connsiteX0" fmla="*/ 39829 w 2107888"/>
                    <a:gd name="connsiteY0" fmla="*/ 1100717 h 2828711"/>
                    <a:gd name="connsiteX1" fmla="*/ 395430 w 2107888"/>
                    <a:gd name="connsiteY1" fmla="*/ 592718 h 2828711"/>
                    <a:gd name="connsiteX2" fmla="*/ 607096 w 2107888"/>
                    <a:gd name="connsiteY2" fmla="*/ 372584 h 2828711"/>
                    <a:gd name="connsiteX3" fmla="*/ 818763 w 2107888"/>
                    <a:gd name="connsiteY3" fmla="*/ 93184 h 2828711"/>
                    <a:gd name="connsiteX4" fmla="*/ 996563 w 2107888"/>
                    <a:gd name="connsiteY4" fmla="*/ 51 h 2828711"/>
                    <a:gd name="connsiteX5" fmla="*/ 1216696 w 2107888"/>
                    <a:gd name="connsiteY5" fmla="*/ 84717 h 2828711"/>
                    <a:gd name="connsiteX6" fmla="*/ 1411429 w 2107888"/>
                    <a:gd name="connsiteY6" fmla="*/ 347185 h 2828711"/>
                    <a:gd name="connsiteX7" fmla="*/ 1563832 w 2107888"/>
                    <a:gd name="connsiteY7" fmla="*/ 524983 h 2828711"/>
                    <a:gd name="connsiteX8" fmla="*/ 1783964 w 2107888"/>
                    <a:gd name="connsiteY8" fmla="*/ 753582 h 2828711"/>
                    <a:gd name="connsiteX9" fmla="*/ 2088763 w 2107888"/>
                    <a:gd name="connsiteY9" fmla="*/ 1337784 h 2828711"/>
                    <a:gd name="connsiteX10" fmla="*/ 2046566 w 2107888"/>
                    <a:gd name="connsiteY10" fmla="*/ 2065918 h 2828711"/>
                    <a:gd name="connsiteX11" fmla="*/ 1767032 w 2107888"/>
                    <a:gd name="connsiteY11" fmla="*/ 2523117 h 2828711"/>
                    <a:gd name="connsiteX12" fmla="*/ 1301048 w 2107888"/>
                    <a:gd name="connsiteY12" fmla="*/ 2802518 h 2828711"/>
                    <a:gd name="connsiteX13" fmla="*/ 852272 w 2107888"/>
                    <a:gd name="connsiteY13" fmla="*/ 2798283 h 2828711"/>
                    <a:gd name="connsiteX14" fmla="*/ 319230 w 2107888"/>
                    <a:gd name="connsiteY14" fmla="*/ 2472317 h 2828711"/>
                    <a:gd name="connsiteX15" fmla="*/ 39829 w 2107888"/>
                    <a:gd name="connsiteY15" fmla="*/ 2057450 h 2828711"/>
                    <a:gd name="connsiteX16" fmla="*/ 39829 w 2107888"/>
                    <a:gd name="connsiteY16" fmla="*/ 1100717 h 2828711"/>
                    <a:gd name="connsiteX0" fmla="*/ 39829 w 2104598"/>
                    <a:gd name="connsiteY0" fmla="*/ 1100717 h 2828711"/>
                    <a:gd name="connsiteX1" fmla="*/ 395430 w 2104598"/>
                    <a:gd name="connsiteY1" fmla="*/ 592718 h 2828711"/>
                    <a:gd name="connsiteX2" fmla="*/ 607096 w 2104598"/>
                    <a:gd name="connsiteY2" fmla="*/ 372584 h 2828711"/>
                    <a:gd name="connsiteX3" fmla="*/ 818763 w 2104598"/>
                    <a:gd name="connsiteY3" fmla="*/ 93184 h 2828711"/>
                    <a:gd name="connsiteX4" fmla="*/ 996563 w 2104598"/>
                    <a:gd name="connsiteY4" fmla="*/ 51 h 2828711"/>
                    <a:gd name="connsiteX5" fmla="*/ 1216696 w 2104598"/>
                    <a:gd name="connsiteY5" fmla="*/ 84717 h 2828711"/>
                    <a:gd name="connsiteX6" fmla="*/ 1411429 w 2104598"/>
                    <a:gd name="connsiteY6" fmla="*/ 347185 h 2828711"/>
                    <a:gd name="connsiteX7" fmla="*/ 1563832 w 2104598"/>
                    <a:gd name="connsiteY7" fmla="*/ 524983 h 2828711"/>
                    <a:gd name="connsiteX8" fmla="*/ 1783964 w 2104598"/>
                    <a:gd name="connsiteY8" fmla="*/ 753582 h 2828711"/>
                    <a:gd name="connsiteX9" fmla="*/ 2088763 w 2104598"/>
                    <a:gd name="connsiteY9" fmla="*/ 1337784 h 2828711"/>
                    <a:gd name="connsiteX10" fmla="*/ 2046566 w 2104598"/>
                    <a:gd name="connsiteY10" fmla="*/ 2065918 h 2828711"/>
                    <a:gd name="connsiteX11" fmla="*/ 1767032 w 2104598"/>
                    <a:gd name="connsiteY11" fmla="*/ 2523117 h 2828711"/>
                    <a:gd name="connsiteX12" fmla="*/ 1301048 w 2104598"/>
                    <a:gd name="connsiteY12" fmla="*/ 2802518 h 2828711"/>
                    <a:gd name="connsiteX13" fmla="*/ 852272 w 2104598"/>
                    <a:gd name="connsiteY13" fmla="*/ 2798283 h 2828711"/>
                    <a:gd name="connsiteX14" fmla="*/ 319230 w 2104598"/>
                    <a:gd name="connsiteY14" fmla="*/ 2472317 h 2828711"/>
                    <a:gd name="connsiteX15" fmla="*/ 39829 w 2104598"/>
                    <a:gd name="connsiteY15" fmla="*/ 2057450 h 2828711"/>
                    <a:gd name="connsiteX16" fmla="*/ 39829 w 2104598"/>
                    <a:gd name="connsiteY16" fmla="*/ 1100717 h 2828711"/>
                    <a:gd name="connsiteX0" fmla="*/ 39829 w 2109201"/>
                    <a:gd name="connsiteY0" fmla="*/ 1100717 h 2828711"/>
                    <a:gd name="connsiteX1" fmla="*/ 395430 w 2109201"/>
                    <a:gd name="connsiteY1" fmla="*/ 592718 h 2828711"/>
                    <a:gd name="connsiteX2" fmla="*/ 607096 w 2109201"/>
                    <a:gd name="connsiteY2" fmla="*/ 372584 h 2828711"/>
                    <a:gd name="connsiteX3" fmla="*/ 818763 w 2109201"/>
                    <a:gd name="connsiteY3" fmla="*/ 93184 h 2828711"/>
                    <a:gd name="connsiteX4" fmla="*/ 996563 w 2109201"/>
                    <a:gd name="connsiteY4" fmla="*/ 51 h 2828711"/>
                    <a:gd name="connsiteX5" fmla="*/ 1216696 w 2109201"/>
                    <a:gd name="connsiteY5" fmla="*/ 84717 h 2828711"/>
                    <a:gd name="connsiteX6" fmla="*/ 1411429 w 2109201"/>
                    <a:gd name="connsiteY6" fmla="*/ 347185 h 2828711"/>
                    <a:gd name="connsiteX7" fmla="*/ 1563832 w 2109201"/>
                    <a:gd name="connsiteY7" fmla="*/ 524983 h 2828711"/>
                    <a:gd name="connsiteX8" fmla="*/ 1783964 w 2109201"/>
                    <a:gd name="connsiteY8" fmla="*/ 753582 h 2828711"/>
                    <a:gd name="connsiteX9" fmla="*/ 2088763 w 2109201"/>
                    <a:gd name="connsiteY9" fmla="*/ 1198084 h 2828711"/>
                    <a:gd name="connsiteX10" fmla="*/ 2046566 w 2109201"/>
                    <a:gd name="connsiteY10" fmla="*/ 2065918 h 2828711"/>
                    <a:gd name="connsiteX11" fmla="*/ 1767032 w 2109201"/>
                    <a:gd name="connsiteY11" fmla="*/ 2523117 h 2828711"/>
                    <a:gd name="connsiteX12" fmla="*/ 1301048 w 2109201"/>
                    <a:gd name="connsiteY12" fmla="*/ 2802518 h 2828711"/>
                    <a:gd name="connsiteX13" fmla="*/ 852272 w 2109201"/>
                    <a:gd name="connsiteY13" fmla="*/ 2798283 h 2828711"/>
                    <a:gd name="connsiteX14" fmla="*/ 319230 w 2109201"/>
                    <a:gd name="connsiteY14" fmla="*/ 2472317 h 2828711"/>
                    <a:gd name="connsiteX15" fmla="*/ 39829 w 2109201"/>
                    <a:gd name="connsiteY15" fmla="*/ 2057450 h 2828711"/>
                    <a:gd name="connsiteX16" fmla="*/ 39829 w 2109201"/>
                    <a:gd name="connsiteY16" fmla="*/ 1100717 h 2828711"/>
                    <a:gd name="connsiteX0" fmla="*/ 39829 w 2075839"/>
                    <a:gd name="connsiteY0" fmla="*/ 1100717 h 2828711"/>
                    <a:gd name="connsiteX1" fmla="*/ 395430 w 2075839"/>
                    <a:gd name="connsiteY1" fmla="*/ 592718 h 2828711"/>
                    <a:gd name="connsiteX2" fmla="*/ 607096 w 2075839"/>
                    <a:gd name="connsiteY2" fmla="*/ 372584 h 2828711"/>
                    <a:gd name="connsiteX3" fmla="*/ 818763 w 2075839"/>
                    <a:gd name="connsiteY3" fmla="*/ 93184 h 2828711"/>
                    <a:gd name="connsiteX4" fmla="*/ 996563 w 2075839"/>
                    <a:gd name="connsiteY4" fmla="*/ 51 h 2828711"/>
                    <a:gd name="connsiteX5" fmla="*/ 1216696 w 2075839"/>
                    <a:gd name="connsiteY5" fmla="*/ 84717 h 2828711"/>
                    <a:gd name="connsiteX6" fmla="*/ 1411429 w 2075839"/>
                    <a:gd name="connsiteY6" fmla="*/ 347185 h 2828711"/>
                    <a:gd name="connsiteX7" fmla="*/ 1563832 w 2075839"/>
                    <a:gd name="connsiteY7" fmla="*/ 524983 h 2828711"/>
                    <a:gd name="connsiteX8" fmla="*/ 1783964 w 2075839"/>
                    <a:gd name="connsiteY8" fmla="*/ 753582 h 2828711"/>
                    <a:gd name="connsiteX9" fmla="*/ 2037692 w 2075839"/>
                    <a:gd name="connsiteY9" fmla="*/ 1071084 h 2828711"/>
                    <a:gd name="connsiteX10" fmla="*/ 2046566 w 2075839"/>
                    <a:gd name="connsiteY10" fmla="*/ 2065918 h 2828711"/>
                    <a:gd name="connsiteX11" fmla="*/ 1767032 w 2075839"/>
                    <a:gd name="connsiteY11" fmla="*/ 2523117 h 2828711"/>
                    <a:gd name="connsiteX12" fmla="*/ 1301048 w 2075839"/>
                    <a:gd name="connsiteY12" fmla="*/ 2802518 h 2828711"/>
                    <a:gd name="connsiteX13" fmla="*/ 852272 w 2075839"/>
                    <a:gd name="connsiteY13" fmla="*/ 2798283 h 2828711"/>
                    <a:gd name="connsiteX14" fmla="*/ 319230 w 2075839"/>
                    <a:gd name="connsiteY14" fmla="*/ 2472317 h 2828711"/>
                    <a:gd name="connsiteX15" fmla="*/ 39829 w 2075839"/>
                    <a:gd name="connsiteY15" fmla="*/ 2057450 h 2828711"/>
                    <a:gd name="connsiteX16" fmla="*/ 39829 w 2075839"/>
                    <a:gd name="connsiteY16" fmla="*/ 1100717 h 2828711"/>
                    <a:gd name="connsiteX0" fmla="*/ 39829 w 2082658"/>
                    <a:gd name="connsiteY0" fmla="*/ 1100717 h 2828711"/>
                    <a:gd name="connsiteX1" fmla="*/ 395430 w 2082658"/>
                    <a:gd name="connsiteY1" fmla="*/ 592718 h 2828711"/>
                    <a:gd name="connsiteX2" fmla="*/ 607096 w 2082658"/>
                    <a:gd name="connsiteY2" fmla="*/ 372584 h 2828711"/>
                    <a:gd name="connsiteX3" fmla="*/ 818763 w 2082658"/>
                    <a:gd name="connsiteY3" fmla="*/ 93184 h 2828711"/>
                    <a:gd name="connsiteX4" fmla="*/ 996563 w 2082658"/>
                    <a:gd name="connsiteY4" fmla="*/ 51 h 2828711"/>
                    <a:gd name="connsiteX5" fmla="*/ 1216696 w 2082658"/>
                    <a:gd name="connsiteY5" fmla="*/ 84717 h 2828711"/>
                    <a:gd name="connsiteX6" fmla="*/ 1411429 w 2082658"/>
                    <a:gd name="connsiteY6" fmla="*/ 347185 h 2828711"/>
                    <a:gd name="connsiteX7" fmla="*/ 1563832 w 2082658"/>
                    <a:gd name="connsiteY7" fmla="*/ 524983 h 2828711"/>
                    <a:gd name="connsiteX8" fmla="*/ 1783964 w 2082658"/>
                    <a:gd name="connsiteY8" fmla="*/ 753582 h 2828711"/>
                    <a:gd name="connsiteX9" fmla="*/ 2050459 w 2082658"/>
                    <a:gd name="connsiteY9" fmla="*/ 1083784 h 2828711"/>
                    <a:gd name="connsiteX10" fmla="*/ 2046566 w 2082658"/>
                    <a:gd name="connsiteY10" fmla="*/ 2065918 h 2828711"/>
                    <a:gd name="connsiteX11" fmla="*/ 1767032 w 2082658"/>
                    <a:gd name="connsiteY11" fmla="*/ 2523117 h 2828711"/>
                    <a:gd name="connsiteX12" fmla="*/ 1301048 w 2082658"/>
                    <a:gd name="connsiteY12" fmla="*/ 2802518 h 2828711"/>
                    <a:gd name="connsiteX13" fmla="*/ 852272 w 2082658"/>
                    <a:gd name="connsiteY13" fmla="*/ 2798283 h 2828711"/>
                    <a:gd name="connsiteX14" fmla="*/ 319230 w 2082658"/>
                    <a:gd name="connsiteY14" fmla="*/ 2472317 h 2828711"/>
                    <a:gd name="connsiteX15" fmla="*/ 39829 w 2082658"/>
                    <a:gd name="connsiteY15" fmla="*/ 2057450 h 2828711"/>
                    <a:gd name="connsiteX16" fmla="*/ 39829 w 2082658"/>
                    <a:gd name="connsiteY16" fmla="*/ 1100717 h 2828711"/>
                    <a:gd name="connsiteX0" fmla="*/ 39829 w 2109179"/>
                    <a:gd name="connsiteY0" fmla="*/ 1100717 h 2828711"/>
                    <a:gd name="connsiteX1" fmla="*/ 395430 w 2109179"/>
                    <a:gd name="connsiteY1" fmla="*/ 592718 h 2828711"/>
                    <a:gd name="connsiteX2" fmla="*/ 607096 w 2109179"/>
                    <a:gd name="connsiteY2" fmla="*/ 372584 h 2828711"/>
                    <a:gd name="connsiteX3" fmla="*/ 818763 w 2109179"/>
                    <a:gd name="connsiteY3" fmla="*/ 93184 h 2828711"/>
                    <a:gd name="connsiteX4" fmla="*/ 996563 w 2109179"/>
                    <a:gd name="connsiteY4" fmla="*/ 51 h 2828711"/>
                    <a:gd name="connsiteX5" fmla="*/ 1216696 w 2109179"/>
                    <a:gd name="connsiteY5" fmla="*/ 84717 h 2828711"/>
                    <a:gd name="connsiteX6" fmla="*/ 1411429 w 2109179"/>
                    <a:gd name="connsiteY6" fmla="*/ 347185 h 2828711"/>
                    <a:gd name="connsiteX7" fmla="*/ 1563832 w 2109179"/>
                    <a:gd name="connsiteY7" fmla="*/ 524983 h 2828711"/>
                    <a:gd name="connsiteX8" fmla="*/ 1783964 w 2109179"/>
                    <a:gd name="connsiteY8" fmla="*/ 753582 h 2828711"/>
                    <a:gd name="connsiteX9" fmla="*/ 2050459 w 2109179"/>
                    <a:gd name="connsiteY9" fmla="*/ 1083784 h 2828711"/>
                    <a:gd name="connsiteX10" fmla="*/ 2046566 w 2109179"/>
                    <a:gd name="connsiteY10" fmla="*/ 2065918 h 2828711"/>
                    <a:gd name="connsiteX11" fmla="*/ 1767032 w 2109179"/>
                    <a:gd name="connsiteY11" fmla="*/ 2523117 h 2828711"/>
                    <a:gd name="connsiteX12" fmla="*/ 1301048 w 2109179"/>
                    <a:gd name="connsiteY12" fmla="*/ 2802518 h 2828711"/>
                    <a:gd name="connsiteX13" fmla="*/ 852272 w 2109179"/>
                    <a:gd name="connsiteY13" fmla="*/ 2798283 h 2828711"/>
                    <a:gd name="connsiteX14" fmla="*/ 319230 w 2109179"/>
                    <a:gd name="connsiteY14" fmla="*/ 2472317 h 2828711"/>
                    <a:gd name="connsiteX15" fmla="*/ 39829 w 2109179"/>
                    <a:gd name="connsiteY15" fmla="*/ 2057450 h 2828711"/>
                    <a:gd name="connsiteX16" fmla="*/ 39829 w 2109179"/>
                    <a:gd name="connsiteY16" fmla="*/ 1100717 h 2828711"/>
                    <a:gd name="connsiteX0" fmla="*/ 39829 w 2120257"/>
                    <a:gd name="connsiteY0" fmla="*/ 1100717 h 2828711"/>
                    <a:gd name="connsiteX1" fmla="*/ 395430 w 2120257"/>
                    <a:gd name="connsiteY1" fmla="*/ 592718 h 2828711"/>
                    <a:gd name="connsiteX2" fmla="*/ 607096 w 2120257"/>
                    <a:gd name="connsiteY2" fmla="*/ 372584 h 2828711"/>
                    <a:gd name="connsiteX3" fmla="*/ 818763 w 2120257"/>
                    <a:gd name="connsiteY3" fmla="*/ 93184 h 2828711"/>
                    <a:gd name="connsiteX4" fmla="*/ 996563 w 2120257"/>
                    <a:gd name="connsiteY4" fmla="*/ 51 h 2828711"/>
                    <a:gd name="connsiteX5" fmla="*/ 1216696 w 2120257"/>
                    <a:gd name="connsiteY5" fmla="*/ 84717 h 2828711"/>
                    <a:gd name="connsiteX6" fmla="*/ 1411429 w 2120257"/>
                    <a:gd name="connsiteY6" fmla="*/ 347185 h 2828711"/>
                    <a:gd name="connsiteX7" fmla="*/ 1563832 w 2120257"/>
                    <a:gd name="connsiteY7" fmla="*/ 524983 h 2828711"/>
                    <a:gd name="connsiteX8" fmla="*/ 1783964 w 2120257"/>
                    <a:gd name="connsiteY8" fmla="*/ 753582 h 2828711"/>
                    <a:gd name="connsiteX9" fmla="*/ 2050459 w 2120257"/>
                    <a:gd name="connsiteY9" fmla="*/ 1083784 h 2828711"/>
                    <a:gd name="connsiteX10" fmla="*/ 2046566 w 2120257"/>
                    <a:gd name="connsiteY10" fmla="*/ 2065918 h 2828711"/>
                    <a:gd name="connsiteX11" fmla="*/ 1767032 w 2120257"/>
                    <a:gd name="connsiteY11" fmla="*/ 2523117 h 2828711"/>
                    <a:gd name="connsiteX12" fmla="*/ 1301048 w 2120257"/>
                    <a:gd name="connsiteY12" fmla="*/ 2802518 h 2828711"/>
                    <a:gd name="connsiteX13" fmla="*/ 852272 w 2120257"/>
                    <a:gd name="connsiteY13" fmla="*/ 2798283 h 2828711"/>
                    <a:gd name="connsiteX14" fmla="*/ 319230 w 2120257"/>
                    <a:gd name="connsiteY14" fmla="*/ 2472317 h 2828711"/>
                    <a:gd name="connsiteX15" fmla="*/ 39829 w 2120257"/>
                    <a:gd name="connsiteY15" fmla="*/ 2057450 h 2828711"/>
                    <a:gd name="connsiteX16" fmla="*/ 39829 w 2120257"/>
                    <a:gd name="connsiteY16" fmla="*/ 1100717 h 2828711"/>
                    <a:gd name="connsiteX0" fmla="*/ 39829 w 2083067"/>
                    <a:gd name="connsiteY0" fmla="*/ 1100717 h 2828711"/>
                    <a:gd name="connsiteX1" fmla="*/ 395430 w 2083067"/>
                    <a:gd name="connsiteY1" fmla="*/ 592718 h 2828711"/>
                    <a:gd name="connsiteX2" fmla="*/ 607096 w 2083067"/>
                    <a:gd name="connsiteY2" fmla="*/ 372584 h 2828711"/>
                    <a:gd name="connsiteX3" fmla="*/ 818763 w 2083067"/>
                    <a:gd name="connsiteY3" fmla="*/ 93184 h 2828711"/>
                    <a:gd name="connsiteX4" fmla="*/ 996563 w 2083067"/>
                    <a:gd name="connsiteY4" fmla="*/ 51 h 2828711"/>
                    <a:gd name="connsiteX5" fmla="*/ 1216696 w 2083067"/>
                    <a:gd name="connsiteY5" fmla="*/ 84717 h 2828711"/>
                    <a:gd name="connsiteX6" fmla="*/ 1411429 w 2083067"/>
                    <a:gd name="connsiteY6" fmla="*/ 347185 h 2828711"/>
                    <a:gd name="connsiteX7" fmla="*/ 1563832 w 2083067"/>
                    <a:gd name="connsiteY7" fmla="*/ 524983 h 2828711"/>
                    <a:gd name="connsiteX8" fmla="*/ 1777581 w 2083067"/>
                    <a:gd name="connsiteY8" fmla="*/ 728182 h 2828711"/>
                    <a:gd name="connsiteX9" fmla="*/ 2050459 w 2083067"/>
                    <a:gd name="connsiteY9" fmla="*/ 1083784 h 2828711"/>
                    <a:gd name="connsiteX10" fmla="*/ 2046566 w 2083067"/>
                    <a:gd name="connsiteY10" fmla="*/ 2065918 h 2828711"/>
                    <a:gd name="connsiteX11" fmla="*/ 1767032 w 2083067"/>
                    <a:gd name="connsiteY11" fmla="*/ 2523117 h 2828711"/>
                    <a:gd name="connsiteX12" fmla="*/ 1301048 w 2083067"/>
                    <a:gd name="connsiteY12" fmla="*/ 2802518 h 2828711"/>
                    <a:gd name="connsiteX13" fmla="*/ 852272 w 2083067"/>
                    <a:gd name="connsiteY13" fmla="*/ 2798283 h 2828711"/>
                    <a:gd name="connsiteX14" fmla="*/ 319230 w 2083067"/>
                    <a:gd name="connsiteY14" fmla="*/ 2472317 h 2828711"/>
                    <a:gd name="connsiteX15" fmla="*/ 39829 w 2083067"/>
                    <a:gd name="connsiteY15" fmla="*/ 2057450 h 2828711"/>
                    <a:gd name="connsiteX16" fmla="*/ 39829 w 2083067"/>
                    <a:gd name="connsiteY16" fmla="*/ 1100717 h 28287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083067" h="2828711">
                      <a:moveTo>
                        <a:pt x="39829" y="1100717"/>
                      </a:moveTo>
                      <a:cubicBezTo>
                        <a:pt x="99096" y="856595"/>
                        <a:pt x="300886" y="714074"/>
                        <a:pt x="395430" y="592718"/>
                      </a:cubicBezTo>
                      <a:cubicBezTo>
                        <a:pt x="489975" y="471363"/>
                        <a:pt x="536540" y="455840"/>
                        <a:pt x="607096" y="372584"/>
                      </a:cubicBezTo>
                      <a:cubicBezTo>
                        <a:pt x="677652" y="289328"/>
                        <a:pt x="753852" y="155273"/>
                        <a:pt x="818763" y="93184"/>
                      </a:cubicBezTo>
                      <a:cubicBezTo>
                        <a:pt x="883674" y="31095"/>
                        <a:pt x="930241" y="1462"/>
                        <a:pt x="996563" y="51"/>
                      </a:cubicBezTo>
                      <a:cubicBezTo>
                        <a:pt x="1062885" y="-1360"/>
                        <a:pt x="1147552" y="26861"/>
                        <a:pt x="1216696" y="84717"/>
                      </a:cubicBezTo>
                      <a:cubicBezTo>
                        <a:pt x="1285840" y="142573"/>
                        <a:pt x="1353573" y="273807"/>
                        <a:pt x="1411429" y="347185"/>
                      </a:cubicBezTo>
                      <a:cubicBezTo>
                        <a:pt x="1469285" y="420563"/>
                        <a:pt x="1502807" y="461484"/>
                        <a:pt x="1563832" y="524983"/>
                      </a:cubicBezTo>
                      <a:cubicBezTo>
                        <a:pt x="1624857" y="588483"/>
                        <a:pt x="1696477" y="635049"/>
                        <a:pt x="1777581" y="728182"/>
                      </a:cubicBezTo>
                      <a:cubicBezTo>
                        <a:pt x="1858685" y="821315"/>
                        <a:pt x="2005628" y="860828"/>
                        <a:pt x="2050459" y="1083784"/>
                      </a:cubicBezTo>
                      <a:cubicBezTo>
                        <a:pt x="2095290" y="1306740"/>
                        <a:pt x="2093804" y="1826029"/>
                        <a:pt x="2046566" y="2065918"/>
                      </a:cubicBezTo>
                      <a:cubicBezTo>
                        <a:pt x="1999328" y="2305807"/>
                        <a:pt x="1891285" y="2400350"/>
                        <a:pt x="1767032" y="2523117"/>
                      </a:cubicBezTo>
                      <a:cubicBezTo>
                        <a:pt x="1642779" y="2645884"/>
                        <a:pt x="1504579" y="2769357"/>
                        <a:pt x="1301048" y="2802518"/>
                      </a:cubicBezTo>
                      <a:cubicBezTo>
                        <a:pt x="1097517" y="2835679"/>
                        <a:pt x="1066979" y="2840617"/>
                        <a:pt x="852272" y="2798283"/>
                      </a:cubicBezTo>
                      <a:cubicBezTo>
                        <a:pt x="637565" y="2755949"/>
                        <a:pt x="502675" y="2619072"/>
                        <a:pt x="319230" y="2472317"/>
                      </a:cubicBezTo>
                      <a:cubicBezTo>
                        <a:pt x="89219" y="2242307"/>
                        <a:pt x="86396" y="2286050"/>
                        <a:pt x="39829" y="2057450"/>
                      </a:cubicBezTo>
                      <a:cubicBezTo>
                        <a:pt x="-6738" y="1828850"/>
                        <a:pt x="-19438" y="1344839"/>
                        <a:pt x="39829" y="1100717"/>
                      </a:cubicBez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  <a:alpha val="40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59" name="Group 158">
                  <a:extLst>
                    <a:ext uri="{FF2B5EF4-FFF2-40B4-BE49-F238E27FC236}">
                      <a16:creationId xmlns:a16="http://schemas.microsoft.com/office/drawing/2014/main" id="{4517DF5F-276D-477E-B2C7-8E4297EC9F2E}"/>
                    </a:ext>
                  </a:extLst>
                </p:cNvPr>
                <p:cNvGrpSpPr/>
                <p:nvPr/>
              </p:nvGrpSpPr>
              <p:grpSpPr>
                <a:xfrm>
                  <a:off x="3716066" y="4062104"/>
                  <a:ext cx="324240" cy="723398"/>
                  <a:chOff x="3716066" y="4062104"/>
                  <a:chExt cx="324240" cy="723398"/>
                </a:xfrm>
              </p:grpSpPr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13">
                    <p14:nvContentPartPr>
                      <p14:cNvPr id="168" name="Ink 167">
                        <a:extLst>
                          <a:ext uri="{FF2B5EF4-FFF2-40B4-BE49-F238E27FC236}">
                            <a16:creationId xmlns:a16="http://schemas.microsoft.com/office/drawing/2014/main" id="{AEF2DF02-747F-4C59-BCF3-49582FA4BE30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3716066" y="4632862"/>
                      <a:ext cx="240" cy="240"/>
                    </p14:xfrm>
                  </p:contentPart>
                </mc:Choice>
                <mc:Fallback xmlns="">
                  <p:pic>
                    <p:nvPicPr>
                      <p:cNvPr id="19" name="Ink 18">
                        <a:extLst>
                          <a:ext uri="{FF2B5EF4-FFF2-40B4-BE49-F238E27FC236}">
                            <a16:creationId xmlns:a16="http://schemas.microsoft.com/office/drawing/2014/main" id="{9A67B6E9-8A6C-4FE4-A963-0D8EE2E19C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713186" y="4629982"/>
                        <a:ext cx="5520" cy="552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69" name="Oval 168">
                    <a:extLst>
                      <a:ext uri="{FF2B5EF4-FFF2-40B4-BE49-F238E27FC236}">
                        <a16:creationId xmlns:a16="http://schemas.microsoft.com/office/drawing/2014/main" id="{092E445A-E3F6-4721-A278-BE1507B5DCA1}"/>
                      </a:ext>
                    </a:extLst>
                  </p:cNvPr>
                  <p:cNvSpPr/>
                  <p:nvPr/>
                </p:nvSpPr>
                <p:spPr>
                  <a:xfrm>
                    <a:off x="3851807" y="4062104"/>
                    <a:ext cx="188499" cy="643207"/>
                  </a:xfrm>
                  <a:prstGeom prst="ellipse">
                    <a:avLst/>
                  </a:prstGeom>
                  <a:solidFill>
                    <a:srgbClr val="FCE4D4">
                      <a:alpha val="40000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21">
                    <p14:nvContentPartPr>
                      <p14:cNvPr id="172" name="Ink 171">
                        <a:extLst>
                          <a:ext uri="{FF2B5EF4-FFF2-40B4-BE49-F238E27FC236}">
                            <a16:creationId xmlns:a16="http://schemas.microsoft.com/office/drawing/2014/main" id="{FC91C270-0D87-4795-AB1B-7D63527C0384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3868466" y="4785262"/>
                      <a:ext cx="240" cy="240"/>
                    </p14:xfrm>
                  </p:contentPart>
                </mc:Choice>
                <mc:Fallback xmlns="">
                  <p:pic>
                    <p:nvPicPr>
                      <p:cNvPr id="407" name="Ink 406">
                        <a:extLst>
                          <a:ext uri="{FF2B5EF4-FFF2-40B4-BE49-F238E27FC236}">
                            <a16:creationId xmlns:a16="http://schemas.microsoft.com/office/drawing/2014/main" id="{C6ACBEFD-E929-4153-B29F-38C81AFA12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865586" y="4782382"/>
                        <a:ext cx="5520" cy="552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  <p:grpSp>
              <p:nvGrpSpPr>
                <p:cNvPr id="160" name="Group 159">
                  <a:extLst>
                    <a:ext uri="{FF2B5EF4-FFF2-40B4-BE49-F238E27FC236}">
                      <a16:creationId xmlns:a16="http://schemas.microsoft.com/office/drawing/2014/main" id="{303E0AD3-FD0D-462D-874E-4F177442BB03}"/>
                    </a:ext>
                  </a:extLst>
                </p:cNvPr>
                <p:cNvGrpSpPr/>
                <p:nvPr/>
              </p:nvGrpSpPr>
              <p:grpSpPr>
                <a:xfrm flipH="1">
                  <a:off x="2176748" y="4085369"/>
                  <a:ext cx="327678" cy="723398"/>
                  <a:chOff x="3716066" y="4062104"/>
                  <a:chExt cx="324240" cy="723398"/>
                </a:xfrm>
              </p:grpSpPr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22">
                    <p14:nvContentPartPr>
                      <p14:cNvPr id="162" name="Ink 161">
                        <a:extLst>
                          <a:ext uri="{FF2B5EF4-FFF2-40B4-BE49-F238E27FC236}">
                            <a16:creationId xmlns:a16="http://schemas.microsoft.com/office/drawing/2014/main" id="{935F33F9-CA6D-4945-9D3A-8AAE089B1707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3716066" y="4632862"/>
                      <a:ext cx="240" cy="240"/>
                    </p14:xfrm>
                  </p:contentPart>
                </mc:Choice>
                <mc:Fallback xmlns="">
                  <p:pic>
                    <p:nvPicPr>
                      <p:cNvPr id="415" name="Ink 414">
                        <a:extLst>
                          <a:ext uri="{FF2B5EF4-FFF2-40B4-BE49-F238E27FC236}">
                            <a16:creationId xmlns:a16="http://schemas.microsoft.com/office/drawing/2014/main" id="{4BBB1AE0-665F-4815-837D-5676B0C3F8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713186" y="4629982"/>
                        <a:ext cx="5520" cy="552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p:sp>
                <p:nvSpPr>
                  <p:cNvPr id="163" name="Oval 162">
                    <a:extLst>
                      <a:ext uri="{FF2B5EF4-FFF2-40B4-BE49-F238E27FC236}">
                        <a16:creationId xmlns:a16="http://schemas.microsoft.com/office/drawing/2014/main" id="{AEA97D64-C85C-4BFD-B627-C30E9A920B58}"/>
                      </a:ext>
                    </a:extLst>
                  </p:cNvPr>
                  <p:cNvSpPr/>
                  <p:nvPr/>
                </p:nvSpPr>
                <p:spPr>
                  <a:xfrm>
                    <a:off x="3851807" y="4062104"/>
                    <a:ext cx="188499" cy="643207"/>
                  </a:xfrm>
                  <a:prstGeom prst="ellipse">
                    <a:avLst/>
                  </a:prstGeom>
                  <a:solidFill>
                    <a:srgbClr val="FCE4D4">
                      <a:alpha val="40000"/>
                    </a:srgb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24">
                    <p14:nvContentPartPr>
                      <p14:cNvPr id="166" name="Ink 165">
                        <a:extLst>
                          <a:ext uri="{FF2B5EF4-FFF2-40B4-BE49-F238E27FC236}">
                            <a16:creationId xmlns:a16="http://schemas.microsoft.com/office/drawing/2014/main" id="{8AC1C50E-3752-433E-9AF5-F363B48ABA09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3868466" y="4785262"/>
                      <a:ext cx="240" cy="240"/>
                    </p14:xfrm>
                  </p:contentPart>
                </mc:Choice>
                <mc:Fallback xmlns="">
                  <p:pic>
                    <p:nvPicPr>
                      <p:cNvPr id="419" name="Ink 418">
                        <a:extLst>
                          <a:ext uri="{FF2B5EF4-FFF2-40B4-BE49-F238E27FC236}">
                            <a16:creationId xmlns:a16="http://schemas.microsoft.com/office/drawing/2014/main" id="{6F35FA76-6C56-4698-8C79-C5D25468A4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865586" y="4782382"/>
                        <a:ext cx="5520" cy="552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</p:grp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DADC449B-7CD4-4993-A99C-D23C19656C61}"/>
                  </a:ext>
                </a:extLst>
              </p:cNvPr>
              <p:cNvSpPr/>
              <p:nvPr/>
            </p:nvSpPr>
            <p:spPr>
              <a:xfrm flipH="1">
                <a:off x="2072541" y="3837298"/>
                <a:ext cx="223563" cy="98773"/>
              </a:xfrm>
              <a:custGeom>
                <a:avLst/>
                <a:gdLst>
                  <a:gd name="connsiteX0" fmla="*/ 12168 w 262909"/>
                  <a:gd name="connsiteY0" fmla="*/ 30225 h 104030"/>
                  <a:gd name="connsiteX1" fmla="*/ 31419 w 262909"/>
                  <a:gd name="connsiteY1" fmla="*/ 87977 h 104030"/>
                  <a:gd name="connsiteX2" fmla="*/ 233549 w 262909"/>
                  <a:gd name="connsiteY2" fmla="*/ 97602 h 104030"/>
                  <a:gd name="connsiteX3" fmla="*/ 252800 w 262909"/>
                  <a:gd name="connsiteY3" fmla="*/ 1349 h 104030"/>
                  <a:gd name="connsiteX4" fmla="*/ 146922 w 262909"/>
                  <a:gd name="connsiteY4" fmla="*/ 39850 h 104030"/>
                  <a:gd name="connsiteX5" fmla="*/ 12168 w 262909"/>
                  <a:gd name="connsiteY5" fmla="*/ 30225 h 104030"/>
                  <a:gd name="connsiteX0" fmla="*/ 8865 w 259606"/>
                  <a:gd name="connsiteY0" fmla="*/ 30173 h 103978"/>
                  <a:gd name="connsiteX1" fmla="*/ 28116 w 259606"/>
                  <a:gd name="connsiteY1" fmla="*/ 87925 h 103978"/>
                  <a:gd name="connsiteX2" fmla="*/ 230246 w 259606"/>
                  <a:gd name="connsiteY2" fmla="*/ 97550 h 103978"/>
                  <a:gd name="connsiteX3" fmla="*/ 249497 w 259606"/>
                  <a:gd name="connsiteY3" fmla="*/ 1297 h 103978"/>
                  <a:gd name="connsiteX4" fmla="*/ 97052 w 259606"/>
                  <a:gd name="connsiteY4" fmla="*/ 41915 h 103978"/>
                  <a:gd name="connsiteX5" fmla="*/ 8865 w 259606"/>
                  <a:gd name="connsiteY5" fmla="*/ 30173 h 103978"/>
                  <a:gd name="connsiteX0" fmla="*/ 8865 w 255690"/>
                  <a:gd name="connsiteY0" fmla="*/ 31927 h 105732"/>
                  <a:gd name="connsiteX1" fmla="*/ 28116 w 255690"/>
                  <a:gd name="connsiteY1" fmla="*/ 89679 h 105732"/>
                  <a:gd name="connsiteX2" fmla="*/ 230246 w 255690"/>
                  <a:gd name="connsiteY2" fmla="*/ 99304 h 105732"/>
                  <a:gd name="connsiteX3" fmla="*/ 249497 w 255690"/>
                  <a:gd name="connsiteY3" fmla="*/ 3051 h 105732"/>
                  <a:gd name="connsiteX4" fmla="*/ 195916 w 255690"/>
                  <a:gd name="connsiteY4" fmla="*/ 34245 h 105732"/>
                  <a:gd name="connsiteX5" fmla="*/ 97052 w 255690"/>
                  <a:gd name="connsiteY5" fmla="*/ 43669 h 105732"/>
                  <a:gd name="connsiteX6" fmla="*/ 8865 w 255690"/>
                  <a:gd name="connsiteY6" fmla="*/ 31927 h 105732"/>
                  <a:gd name="connsiteX0" fmla="*/ 8865 w 264883"/>
                  <a:gd name="connsiteY0" fmla="*/ 13044 h 85284"/>
                  <a:gd name="connsiteX1" fmla="*/ 28116 w 264883"/>
                  <a:gd name="connsiteY1" fmla="*/ 70796 h 85284"/>
                  <a:gd name="connsiteX2" fmla="*/ 230246 w 264883"/>
                  <a:gd name="connsiteY2" fmla="*/ 80421 h 85284"/>
                  <a:gd name="connsiteX3" fmla="*/ 262197 w 264883"/>
                  <a:gd name="connsiteY3" fmla="*/ 5335 h 85284"/>
                  <a:gd name="connsiteX4" fmla="*/ 195916 w 264883"/>
                  <a:gd name="connsiteY4" fmla="*/ 15362 h 85284"/>
                  <a:gd name="connsiteX5" fmla="*/ 97052 w 264883"/>
                  <a:gd name="connsiteY5" fmla="*/ 24786 h 85284"/>
                  <a:gd name="connsiteX6" fmla="*/ 8865 w 264883"/>
                  <a:gd name="connsiteY6" fmla="*/ 13044 h 85284"/>
                  <a:gd name="connsiteX0" fmla="*/ 8865 w 261529"/>
                  <a:gd name="connsiteY0" fmla="*/ 5362 h 76821"/>
                  <a:gd name="connsiteX1" fmla="*/ 28116 w 261529"/>
                  <a:gd name="connsiteY1" fmla="*/ 63114 h 76821"/>
                  <a:gd name="connsiteX2" fmla="*/ 230246 w 261529"/>
                  <a:gd name="connsiteY2" fmla="*/ 72739 h 76821"/>
                  <a:gd name="connsiteX3" fmla="*/ 257963 w 261529"/>
                  <a:gd name="connsiteY3" fmla="*/ 8236 h 76821"/>
                  <a:gd name="connsiteX4" fmla="*/ 195916 w 261529"/>
                  <a:gd name="connsiteY4" fmla="*/ 7680 h 76821"/>
                  <a:gd name="connsiteX5" fmla="*/ 97052 w 261529"/>
                  <a:gd name="connsiteY5" fmla="*/ 17104 h 76821"/>
                  <a:gd name="connsiteX6" fmla="*/ 8865 w 261529"/>
                  <a:gd name="connsiteY6" fmla="*/ 5362 h 76821"/>
                  <a:gd name="connsiteX0" fmla="*/ 16540 w 252271"/>
                  <a:gd name="connsiteY0" fmla="*/ 3246 h 76892"/>
                  <a:gd name="connsiteX1" fmla="*/ 18858 w 252271"/>
                  <a:gd name="connsiteY1" fmla="*/ 63114 h 76892"/>
                  <a:gd name="connsiteX2" fmla="*/ 220988 w 252271"/>
                  <a:gd name="connsiteY2" fmla="*/ 72739 h 76892"/>
                  <a:gd name="connsiteX3" fmla="*/ 248705 w 252271"/>
                  <a:gd name="connsiteY3" fmla="*/ 8236 h 76892"/>
                  <a:gd name="connsiteX4" fmla="*/ 186658 w 252271"/>
                  <a:gd name="connsiteY4" fmla="*/ 7680 h 76892"/>
                  <a:gd name="connsiteX5" fmla="*/ 87794 w 252271"/>
                  <a:gd name="connsiteY5" fmla="*/ 17104 h 76892"/>
                  <a:gd name="connsiteX6" fmla="*/ 16540 w 252271"/>
                  <a:gd name="connsiteY6" fmla="*/ 3246 h 76892"/>
                  <a:gd name="connsiteX0" fmla="*/ 16540 w 252271"/>
                  <a:gd name="connsiteY0" fmla="*/ 8377 h 82023"/>
                  <a:gd name="connsiteX1" fmla="*/ 18858 w 252271"/>
                  <a:gd name="connsiteY1" fmla="*/ 68245 h 82023"/>
                  <a:gd name="connsiteX2" fmla="*/ 220988 w 252271"/>
                  <a:gd name="connsiteY2" fmla="*/ 77870 h 82023"/>
                  <a:gd name="connsiteX3" fmla="*/ 248705 w 252271"/>
                  <a:gd name="connsiteY3" fmla="*/ 13367 h 82023"/>
                  <a:gd name="connsiteX4" fmla="*/ 186658 w 252271"/>
                  <a:gd name="connsiteY4" fmla="*/ 12811 h 82023"/>
                  <a:gd name="connsiteX5" fmla="*/ 131624 w 252271"/>
                  <a:gd name="connsiteY5" fmla="*/ 111 h 82023"/>
                  <a:gd name="connsiteX6" fmla="*/ 87794 w 252271"/>
                  <a:gd name="connsiteY6" fmla="*/ 22235 h 82023"/>
                  <a:gd name="connsiteX7" fmla="*/ 16540 w 252271"/>
                  <a:gd name="connsiteY7" fmla="*/ 8377 h 82023"/>
                  <a:gd name="connsiteX0" fmla="*/ 16540 w 252271"/>
                  <a:gd name="connsiteY0" fmla="*/ 1786 h 75432"/>
                  <a:gd name="connsiteX1" fmla="*/ 18858 w 252271"/>
                  <a:gd name="connsiteY1" fmla="*/ 61654 h 75432"/>
                  <a:gd name="connsiteX2" fmla="*/ 220988 w 252271"/>
                  <a:gd name="connsiteY2" fmla="*/ 71279 h 75432"/>
                  <a:gd name="connsiteX3" fmla="*/ 248705 w 252271"/>
                  <a:gd name="connsiteY3" fmla="*/ 6776 h 75432"/>
                  <a:gd name="connsiteX4" fmla="*/ 186658 w 252271"/>
                  <a:gd name="connsiteY4" fmla="*/ 6220 h 75432"/>
                  <a:gd name="connsiteX5" fmla="*/ 131624 w 252271"/>
                  <a:gd name="connsiteY5" fmla="*/ 14687 h 75432"/>
                  <a:gd name="connsiteX6" fmla="*/ 87794 w 252271"/>
                  <a:gd name="connsiteY6" fmla="*/ 15644 h 75432"/>
                  <a:gd name="connsiteX7" fmla="*/ 16540 w 252271"/>
                  <a:gd name="connsiteY7" fmla="*/ 1786 h 75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2271" h="75432">
                    <a:moveTo>
                      <a:pt x="16540" y="1786"/>
                    </a:moveTo>
                    <a:cubicBezTo>
                      <a:pt x="5051" y="9454"/>
                      <a:pt x="-15217" y="50072"/>
                      <a:pt x="18858" y="61654"/>
                    </a:cubicBezTo>
                    <a:cubicBezTo>
                      <a:pt x="52933" y="73236"/>
                      <a:pt x="182680" y="80425"/>
                      <a:pt x="220988" y="71279"/>
                    </a:cubicBezTo>
                    <a:cubicBezTo>
                      <a:pt x="259296" y="62133"/>
                      <a:pt x="253721" y="20794"/>
                      <a:pt x="248705" y="6776"/>
                    </a:cubicBezTo>
                    <a:cubicBezTo>
                      <a:pt x="243689" y="-7242"/>
                      <a:pt x="206171" y="4902"/>
                      <a:pt x="186658" y="6220"/>
                    </a:cubicBezTo>
                    <a:cubicBezTo>
                      <a:pt x="167145" y="7538"/>
                      <a:pt x="148101" y="13116"/>
                      <a:pt x="131624" y="14687"/>
                    </a:cubicBezTo>
                    <a:cubicBezTo>
                      <a:pt x="115147" y="16258"/>
                      <a:pt x="106975" y="17794"/>
                      <a:pt x="87794" y="15644"/>
                    </a:cubicBezTo>
                    <a:cubicBezTo>
                      <a:pt x="68613" y="13494"/>
                      <a:pt x="28029" y="-5882"/>
                      <a:pt x="16540" y="1786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1BA08E66-3A5E-406C-A9AA-4E481EBB65AA}"/>
                  </a:ext>
                </a:extLst>
              </p:cNvPr>
              <p:cNvSpPr/>
              <p:nvPr/>
            </p:nvSpPr>
            <p:spPr>
              <a:xfrm>
                <a:off x="3757764" y="3800687"/>
                <a:ext cx="252271" cy="92472"/>
              </a:xfrm>
              <a:custGeom>
                <a:avLst/>
                <a:gdLst>
                  <a:gd name="connsiteX0" fmla="*/ 12168 w 262909"/>
                  <a:gd name="connsiteY0" fmla="*/ 30225 h 104030"/>
                  <a:gd name="connsiteX1" fmla="*/ 31419 w 262909"/>
                  <a:gd name="connsiteY1" fmla="*/ 87977 h 104030"/>
                  <a:gd name="connsiteX2" fmla="*/ 233549 w 262909"/>
                  <a:gd name="connsiteY2" fmla="*/ 97602 h 104030"/>
                  <a:gd name="connsiteX3" fmla="*/ 252800 w 262909"/>
                  <a:gd name="connsiteY3" fmla="*/ 1349 h 104030"/>
                  <a:gd name="connsiteX4" fmla="*/ 146922 w 262909"/>
                  <a:gd name="connsiteY4" fmla="*/ 39850 h 104030"/>
                  <a:gd name="connsiteX5" fmla="*/ 12168 w 262909"/>
                  <a:gd name="connsiteY5" fmla="*/ 30225 h 104030"/>
                  <a:gd name="connsiteX0" fmla="*/ 8865 w 259606"/>
                  <a:gd name="connsiteY0" fmla="*/ 30173 h 103978"/>
                  <a:gd name="connsiteX1" fmla="*/ 28116 w 259606"/>
                  <a:gd name="connsiteY1" fmla="*/ 87925 h 103978"/>
                  <a:gd name="connsiteX2" fmla="*/ 230246 w 259606"/>
                  <a:gd name="connsiteY2" fmla="*/ 97550 h 103978"/>
                  <a:gd name="connsiteX3" fmla="*/ 249497 w 259606"/>
                  <a:gd name="connsiteY3" fmla="*/ 1297 h 103978"/>
                  <a:gd name="connsiteX4" fmla="*/ 97052 w 259606"/>
                  <a:gd name="connsiteY4" fmla="*/ 41915 h 103978"/>
                  <a:gd name="connsiteX5" fmla="*/ 8865 w 259606"/>
                  <a:gd name="connsiteY5" fmla="*/ 30173 h 103978"/>
                  <a:gd name="connsiteX0" fmla="*/ 8865 w 255690"/>
                  <a:gd name="connsiteY0" fmla="*/ 31927 h 105732"/>
                  <a:gd name="connsiteX1" fmla="*/ 28116 w 255690"/>
                  <a:gd name="connsiteY1" fmla="*/ 89679 h 105732"/>
                  <a:gd name="connsiteX2" fmla="*/ 230246 w 255690"/>
                  <a:gd name="connsiteY2" fmla="*/ 99304 h 105732"/>
                  <a:gd name="connsiteX3" fmla="*/ 249497 w 255690"/>
                  <a:gd name="connsiteY3" fmla="*/ 3051 h 105732"/>
                  <a:gd name="connsiteX4" fmla="*/ 195916 w 255690"/>
                  <a:gd name="connsiteY4" fmla="*/ 34245 h 105732"/>
                  <a:gd name="connsiteX5" fmla="*/ 97052 w 255690"/>
                  <a:gd name="connsiteY5" fmla="*/ 43669 h 105732"/>
                  <a:gd name="connsiteX6" fmla="*/ 8865 w 255690"/>
                  <a:gd name="connsiteY6" fmla="*/ 31927 h 105732"/>
                  <a:gd name="connsiteX0" fmla="*/ 8865 w 264883"/>
                  <a:gd name="connsiteY0" fmla="*/ 13044 h 85284"/>
                  <a:gd name="connsiteX1" fmla="*/ 28116 w 264883"/>
                  <a:gd name="connsiteY1" fmla="*/ 70796 h 85284"/>
                  <a:gd name="connsiteX2" fmla="*/ 230246 w 264883"/>
                  <a:gd name="connsiteY2" fmla="*/ 80421 h 85284"/>
                  <a:gd name="connsiteX3" fmla="*/ 262197 w 264883"/>
                  <a:gd name="connsiteY3" fmla="*/ 5335 h 85284"/>
                  <a:gd name="connsiteX4" fmla="*/ 195916 w 264883"/>
                  <a:gd name="connsiteY4" fmla="*/ 15362 h 85284"/>
                  <a:gd name="connsiteX5" fmla="*/ 97052 w 264883"/>
                  <a:gd name="connsiteY5" fmla="*/ 24786 h 85284"/>
                  <a:gd name="connsiteX6" fmla="*/ 8865 w 264883"/>
                  <a:gd name="connsiteY6" fmla="*/ 13044 h 85284"/>
                  <a:gd name="connsiteX0" fmla="*/ 8865 w 261529"/>
                  <a:gd name="connsiteY0" fmla="*/ 5362 h 76821"/>
                  <a:gd name="connsiteX1" fmla="*/ 28116 w 261529"/>
                  <a:gd name="connsiteY1" fmla="*/ 63114 h 76821"/>
                  <a:gd name="connsiteX2" fmla="*/ 230246 w 261529"/>
                  <a:gd name="connsiteY2" fmla="*/ 72739 h 76821"/>
                  <a:gd name="connsiteX3" fmla="*/ 257963 w 261529"/>
                  <a:gd name="connsiteY3" fmla="*/ 8236 h 76821"/>
                  <a:gd name="connsiteX4" fmla="*/ 195916 w 261529"/>
                  <a:gd name="connsiteY4" fmla="*/ 7680 h 76821"/>
                  <a:gd name="connsiteX5" fmla="*/ 97052 w 261529"/>
                  <a:gd name="connsiteY5" fmla="*/ 17104 h 76821"/>
                  <a:gd name="connsiteX6" fmla="*/ 8865 w 261529"/>
                  <a:gd name="connsiteY6" fmla="*/ 5362 h 76821"/>
                  <a:gd name="connsiteX0" fmla="*/ 16540 w 252271"/>
                  <a:gd name="connsiteY0" fmla="*/ 3246 h 76892"/>
                  <a:gd name="connsiteX1" fmla="*/ 18858 w 252271"/>
                  <a:gd name="connsiteY1" fmla="*/ 63114 h 76892"/>
                  <a:gd name="connsiteX2" fmla="*/ 220988 w 252271"/>
                  <a:gd name="connsiteY2" fmla="*/ 72739 h 76892"/>
                  <a:gd name="connsiteX3" fmla="*/ 248705 w 252271"/>
                  <a:gd name="connsiteY3" fmla="*/ 8236 h 76892"/>
                  <a:gd name="connsiteX4" fmla="*/ 186658 w 252271"/>
                  <a:gd name="connsiteY4" fmla="*/ 7680 h 76892"/>
                  <a:gd name="connsiteX5" fmla="*/ 87794 w 252271"/>
                  <a:gd name="connsiteY5" fmla="*/ 17104 h 76892"/>
                  <a:gd name="connsiteX6" fmla="*/ 16540 w 252271"/>
                  <a:gd name="connsiteY6" fmla="*/ 3246 h 76892"/>
                  <a:gd name="connsiteX0" fmla="*/ 16540 w 252271"/>
                  <a:gd name="connsiteY0" fmla="*/ 8377 h 82023"/>
                  <a:gd name="connsiteX1" fmla="*/ 18858 w 252271"/>
                  <a:gd name="connsiteY1" fmla="*/ 68245 h 82023"/>
                  <a:gd name="connsiteX2" fmla="*/ 220988 w 252271"/>
                  <a:gd name="connsiteY2" fmla="*/ 77870 h 82023"/>
                  <a:gd name="connsiteX3" fmla="*/ 248705 w 252271"/>
                  <a:gd name="connsiteY3" fmla="*/ 13367 h 82023"/>
                  <a:gd name="connsiteX4" fmla="*/ 186658 w 252271"/>
                  <a:gd name="connsiteY4" fmla="*/ 12811 h 82023"/>
                  <a:gd name="connsiteX5" fmla="*/ 131624 w 252271"/>
                  <a:gd name="connsiteY5" fmla="*/ 111 h 82023"/>
                  <a:gd name="connsiteX6" fmla="*/ 87794 w 252271"/>
                  <a:gd name="connsiteY6" fmla="*/ 22235 h 82023"/>
                  <a:gd name="connsiteX7" fmla="*/ 16540 w 252271"/>
                  <a:gd name="connsiteY7" fmla="*/ 8377 h 82023"/>
                  <a:gd name="connsiteX0" fmla="*/ 16540 w 252271"/>
                  <a:gd name="connsiteY0" fmla="*/ 1786 h 75432"/>
                  <a:gd name="connsiteX1" fmla="*/ 18858 w 252271"/>
                  <a:gd name="connsiteY1" fmla="*/ 61654 h 75432"/>
                  <a:gd name="connsiteX2" fmla="*/ 220988 w 252271"/>
                  <a:gd name="connsiteY2" fmla="*/ 71279 h 75432"/>
                  <a:gd name="connsiteX3" fmla="*/ 248705 w 252271"/>
                  <a:gd name="connsiteY3" fmla="*/ 6776 h 75432"/>
                  <a:gd name="connsiteX4" fmla="*/ 186658 w 252271"/>
                  <a:gd name="connsiteY4" fmla="*/ 6220 h 75432"/>
                  <a:gd name="connsiteX5" fmla="*/ 131624 w 252271"/>
                  <a:gd name="connsiteY5" fmla="*/ 14687 h 75432"/>
                  <a:gd name="connsiteX6" fmla="*/ 87794 w 252271"/>
                  <a:gd name="connsiteY6" fmla="*/ 15644 h 75432"/>
                  <a:gd name="connsiteX7" fmla="*/ 16540 w 252271"/>
                  <a:gd name="connsiteY7" fmla="*/ 1786 h 75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2271" h="75432">
                    <a:moveTo>
                      <a:pt x="16540" y="1786"/>
                    </a:moveTo>
                    <a:cubicBezTo>
                      <a:pt x="5051" y="9454"/>
                      <a:pt x="-15217" y="50072"/>
                      <a:pt x="18858" y="61654"/>
                    </a:cubicBezTo>
                    <a:cubicBezTo>
                      <a:pt x="52933" y="73236"/>
                      <a:pt x="182680" y="80425"/>
                      <a:pt x="220988" y="71279"/>
                    </a:cubicBezTo>
                    <a:cubicBezTo>
                      <a:pt x="259296" y="62133"/>
                      <a:pt x="253721" y="20794"/>
                      <a:pt x="248705" y="6776"/>
                    </a:cubicBezTo>
                    <a:cubicBezTo>
                      <a:pt x="243689" y="-7242"/>
                      <a:pt x="206171" y="4902"/>
                      <a:pt x="186658" y="6220"/>
                    </a:cubicBezTo>
                    <a:cubicBezTo>
                      <a:pt x="167145" y="7538"/>
                      <a:pt x="148101" y="13116"/>
                      <a:pt x="131624" y="14687"/>
                    </a:cubicBezTo>
                    <a:cubicBezTo>
                      <a:pt x="115147" y="16258"/>
                      <a:pt x="106975" y="17794"/>
                      <a:pt x="87794" y="15644"/>
                    </a:cubicBezTo>
                    <a:cubicBezTo>
                      <a:pt x="68613" y="13494"/>
                      <a:pt x="28029" y="-5882"/>
                      <a:pt x="16540" y="1786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9A93F0B7-7518-4AF6-A72E-87055BBA7775}"/>
                </a:ext>
              </a:extLst>
            </p:cNvPr>
            <p:cNvSpPr/>
            <p:nvPr/>
          </p:nvSpPr>
          <p:spPr>
            <a:xfrm rot="172029">
              <a:off x="2793327" y="3123709"/>
              <a:ext cx="539750" cy="292059"/>
            </a:xfrm>
            <a:custGeom>
              <a:avLst/>
              <a:gdLst>
                <a:gd name="connsiteX0" fmla="*/ 0 w 539750"/>
                <a:gd name="connsiteY0" fmla="*/ 292059 h 292059"/>
                <a:gd name="connsiteX1" fmla="*/ 127000 w 539750"/>
                <a:gd name="connsiteY1" fmla="*/ 139659 h 292059"/>
                <a:gd name="connsiteX2" fmla="*/ 190500 w 539750"/>
                <a:gd name="connsiteY2" fmla="*/ 31709 h 292059"/>
                <a:gd name="connsiteX3" fmla="*/ 292100 w 539750"/>
                <a:gd name="connsiteY3" fmla="*/ 6309 h 292059"/>
                <a:gd name="connsiteX4" fmla="*/ 419100 w 539750"/>
                <a:gd name="connsiteY4" fmla="*/ 133309 h 292059"/>
                <a:gd name="connsiteX5" fmla="*/ 539750 w 539750"/>
                <a:gd name="connsiteY5" fmla="*/ 228559 h 29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9750" h="292059">
                  <a:moveTo>
                    <a:pt x="0" y="292059"/>
                  </a:moveTo>
                  <a:cubicBezTo>
                    <a:pt x="47625" y="237555"/>
                    <a:pt x="95250" y="183051"/>
                    <a:pt x="127000" y="139659"/>
                  </a:cubicBezTo>
                  <a:cubicBezTo>
                    <a:pt x="158750" y="96267"/>
                    <a:pt x="162983" y="53934"/>
                    <a:pt x="190500" y="31709"/>
                  </a:cubicBezTo>
                  <a:cubicBezTo>
                    <a:pt x="218017" y="9484"/>
                    <a:pt x="254000" y="-10624"/>
                    <a:pt x="292100" y="6309"/>
                  </a:cubicBezTo>
                  <a:cubicBezTo>
                    <a:pt x="330200" y="23242"/>
                    <a:pt x="377825" y="96267"/>
                    <a:pt x="419100" y="133309"/>
                  </a:cubicBezTo>
                  <a:cubicBezTo>
                    <a:pt x="460375" y="170351"/>
                    <a:pt x="500062" y="199455"/>
                    <a:pt x="539750" y="22855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917838D6-CA69-40AA-B2EA-E76BB04584CA}"/>
              </a:ext>
            </a:extLst>
          </p:cNvPr>
          <p:cNvGrpSpPr/>
          <p:nvPr/>
        </p:nvGrpSpPr>
        <p:grpSpPr>
          <a:xfrm rot="614616">
            <a:off x="3956086" y="6162143"/>
            <a:ext cx="193260" cy="453749"/>
            <a:chOff x="7122172" y="4317573"/>
            <a:chExt cx="193260" cy="453749"/>
          </a:xfrm>
        </p:grpSpPr>
        <p:sp>
          <p:nvSpPr>
            <p:cNvPr id="183" name="Parallelogram 182">
              <a:extLst>
                <a:ext uri="{FF2B5EF4-FFF2-40B4-BE49-F238E27FC236}">
                  <a16:creationId xmlns:a16="http://schemas.microsoft.com/office/drawing/2014/main" id="{E9B37631-9309-4D19-94F4-7E5541B74A23}"/>
                </a:ext>
              </a:extLst>
            </p:cNvPr>
            <p:cNvSpPr/>
            <p:nvPr/>
          </p:nvSpPr>
          <p:spPr>
            <a:xfrm rot="752080">
              <a:off x="7260447" y="4445190"/>
              <a:ext cx="54985" cy="326132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Parallelogram 183">
              <a:extLst>
                <a:ext uri="{FF2B5EF4-FFF2-40B4-BE49-F238E27FC236}">
                  <a16:creationId xmlns:a16="http://schemas.microsoft.com/office/drawing/2014/main" id="{232E3A1F-958A-4CF3-B6A3-59A904CDF055}"/>
                </a:ext>
              </a:extLst>
            </p:cNvPr>
            <p:cNvSpPr/>
            <p:nvPr/>
          </p:nvSpPr>
          <p:spPr>
            <a:xfrm rot="752080">
              <a:off x="7122172" y="4317573"/>
              <a:ext cx="54985" cy="326132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Parallelogram 184">
              <a:extLst>
                <a:ext uri="{FF2B5EF4-FFF2-40B4-BE49-F238E27FC236}">
                  <a16:creationId xmlns:a16="http://schemas.microsoft.com/office/drawing/2014/main" id="{C810410B-A17A-45CF-800C-2D7857EE8E33}"/>
                </a:ext>
              </a:extLst>
            </p:cNvPr>
            <p:cNvSpPr/>
            <p:nvPr/>
          </p:nvSpPr>
          <p:spPr>
            <a:xfrm rot="752080">
              <a:off x="7197099" y="4349116"/>
              <a:ext cx="54985" cy="326132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1" name="Freeform: Shape 180">
            <a:extLst>
              <a:ext uri="{FF2B5EF4-FFF2-40B4-BE49-F238E27FC236}">
                <a16:creationId xmlns:a16="http://schemas.microsoft.com/office/drawing/2014/main" id="{45690CE1-C3A9-48E1-A33E-6AED5E835BA7}"/>
              </a:ext>
            </a:extLst>
          </p:cNvPr>
          <p:cNvSpPr/>
          <p:nvPr/>
        </p:nvSpPr>
        <p:spPr>
          <a:xfrm>
            <a:off x="3823168" y="3196029"/>
            <a:ext cx="6848879" cy="3309445"/>
          </a:xfrm>
          <a:custGeom>
            <a:avLst/>
            <a:gdLst>
              <a:gd name="connsiteX0" fmla="*/ 72368 w 4182987"/>
              <a:gd name="connsiteY0" fmla="*/ 129778 h 1039933"/>
              <a:gd name="connsiteX1" fmla="*/ 800502 w 4182987"/>
              <a:gd name="connsiteY1" fmla="*/ 273712 h 1039933"/>
              <a:gd name="connsiteX2" fmla="*/ 1401635 w 4182987"/>
              <a:gd name="connsiteY2" fmla="*/ 713978 h 1039933"/>
              <a:gd name="connsiteX3" fmla="*/ 2798635 w 4182987"/>
              <a:gd name="connsiteY3" fmla="*/ 908712 h 1039933"/>
              <a:gd name="connsiteX4" fmla="*/ 3264302 w 4182987"/>
              <a:gd name="connsiteY4" fmla="*/ 273712 h 1039933"/>
              <a:gd name="connsiteX5" fmla="*/ 3772302 w 4182987"/>
              <a:gd name="connsiteY5" fmla="*/ 104378 h 1039933"/>
              <a:gd name="connsiteX6" fmla="*/ 3873902 w 4182987"/>
              <a:gd name="connsiteY6" fmla="*/ 28178 h 1039933"/>
              <a:gd name="connsiteX7" fmla="*/ 4102502 w 4182987"/>
              <a:gd name="connsiteY7" fmla="*/ 2778 h 1039933"/>
              <a:gd name="connsiteX8" fmla="*/ 4170235 w 4182987"/>
              <a:gd name="connsiteY8" fmla="*/ 87445 h 1039933"/>
              <a:gd name="connsiteX9" fmla="*/ 4153302 w 4182987"/>
              <a:gd name="connsiteY9" fmla="*/ 273712 h 1039933"/>
              <a:gd name="connsiteX10" fmla="*/ 3882368 w 4182987"/>
              <a:gd name="connsiteY10" fmla="*/ 299112 h 1039933"/>
              <a:gd name="connsiteX11" fmla="*/ 3831568 w 4182987"/>
              <a:gd name="connsiteY11" fmla="*/ 222912 h 1039933"/>
              <a:gd name="connsiteX12" fmla="*/ 3399768 w 4182987"/>
              <a:gd name="connsiteY12" fmla="*/ 299112 h 1039933"/>
              <a:gd name="connsiteX13" fmla="*/ 3281235 w 4182987"/>
              <a:gd name="connsiteY13" fmla="*/ 468445 h 1039933"/>
              <a:gd name="connsiteX14" fmla="*/ 3078035 w 4182987"/>
              <a:gd name="connsiteY14" fmla="*/ 866378 h 1039933"/>
              <a:gd name="connsiteX15" fmla="*/ 2891768 w 4182987"/>
              <a:gd name="connsiteY15" fmla="*/ 1010312 h 1039933"/>
              <a:gd name="connsiteX16" fmla="*/ 2510768 w 4182987"/>
              <a:gd name="connsiteY16" fmla="*/ 1035712 h 1039933"/>
              <a:gd name="connsiteX17" fmla="*/ 1841902 w 4182987"/>
              <a:gd name="connsiteY17" fmla="*/ 951045 h 1039933"/>
              <a:gd name="connsiteX18" fmla="*/ 1113768 w 4182987"/>
              <a:gd name="connsiteY18" fmla="*/ 730912 h 1039933"/>
              <a:gd name="connsiteX19" fmla="*/ 842835 w 4182987"/>
              <a:gd name="connsiteY19" fmla="*/ 434578 h 1039933"/>
              <a:gd name="connsiteX20" fmla="*/ 665035 w 4182987"/>
              <a:gd name="connsiteY20" fmla="*/ 366845 h 1039933"/>
              <a:gd name="connsiteX21" fmla="*/ 453368 w 4182987"/>
              <a:gd name="connsiteY21" fmla="*/ 299112 h 1039933"/>
              <a:gd name="connsiteX22" fmla="*/ 97768 w 4182987"/>
              <a:gd name="connsiteY22" fmla="*/ 248312 h 1039933"/>
              <a:gd name="connsiteX23" fmla="*/ 30035 w 4182987"/>
              <a:gd name="connsiteY23" fmla="*/ 265245 h 1039933"/>
              <a:gd name="connsiteX24" fmla="*/ 72368 w 4182987"/>
              <a:gd name="connsiteY24" fmla="*/ 129778 h 1039933"/>
              <a:gd name="connsiteX0" fmla="*/ 85774 w 4196393"/>
              <a:gd name="connsiteY0" fmla="*/ 129778 h 1039933"/>
              <a:gd name="connsiteX1" fmla="*/ 813908 w 4196393"/>
              <a:gd name="connsiteY1" fmla="*/ 273712 h 1039933"/>
              <a:gd name="connsiteX2" fmla="*/ 1415041 w 4196393"/>
              <a:gd name="connsiteY2" fmla="*/ 713978 h 1039933"/>
              <a:gd name="connsiteX3" fmla="*/ 2812041 w 4196393"/>
              <a:gd name="connsiteY3" fmla="*/ 908712 h 1039933"/>
              <a:gd name="connsiteX4" fmla="*/ 3277708 w 4196393"/>
              <a:gd name="connsiteY4" fmla="*/ 273712 h 1039933"/>
              <a:gd name="connsiteX5" fmla="*/ 3785708 w 4196393"/>
              <a:gd name="connsiteY5" fmla="*/ 104378 h 1039933"/>
              <a:gd name="connsiteX6" fmla="*/ 3887308 w 4196393"/>
              <a:gd name="connsiteY6" fmla="*/ 28178 h 1039933"/>
              <a:gd name="connsiteX7" fmla="*/ 4115908 w 4196393"/>
              <a:gd name="connsiteY7" fmla="*/ 2778 h 1039933"/>
              <a:gd name="connsiteX8" fmla="*/ 4183641 w 4196393"/>
              <a:gd name="connsiteY8" fmla="*/ 87445 h 1039933"/>
              <a:gd name="connsiteX9" fmla="*/ 4166708 w 4196393"/>
              <a:gd name="connsiteY9" fmla="*/ 273712 h 1039933"/>
              <a:gd name="connsiteX10" fmla="*/ 3895774 w 4196393"/>
              <a:gd name="connsiteY10" fmla="*/ 299112 h 1039933"/>
              <a:gd name="connsiteX11" fmla="*/ 3844974 w 4196393"/>
              <a:gd name="connsiteY11" fmla="*/ 222912 h 1039933"/>
              <a:gd name="connsiteX12" fmla="*/ 3413174 w 4196393"/>
              <a:gd name="connsiteY12" fmla="*/ 299112 h 1039933"/>
              <a:gd name="connsiteX13" fmla="*/ 3294641 w 4196393"/>
              <a:gd name="connsiteY13" fmla="*/ 468445 h 1039933"/>
              <a:gd name="connsiteX14" fmla="*/ 3091441 w 4196393"/>
              <a:gd name="connsiteY14" fmla="*/ 866378 h 1039933"/>
              <a:gd name="connsiteX15" fmla="*/ 2905174 w 4196393"/>
              <a:gd name="connsiteY15" fmla="*/ 1010312 h 1039933"/>
              <a:gd name="connsiteX16" fmla="*/ 2524174 w 4196393"/>
              <a:gd name="connsiteY16" fmla="*/ 1035712 h 1039933"/>
              <a:gd name="connsiteX17" fmla="*/ 1855308 w 4196393"/>
              <a:gd name="connsiteY17" fmla="*/ 951045 h 1039933"/>
              <a:gd name="connsiteX18" fmla="*/ 1127174 w 4196393"/>
              <a:gd name="connsiteY18" fmla="*/ 730912 h 1039933"/>
              <a:gd name="connsiteX19" fmla="*/ 856241 w 4196393"/>
              <a:gd name="connsiteY19" fmla="*/ 434578 h 1039933"/>
              <a:gd name="connsiteX20" fmla="*/ 678441 w 4196393"/>
              <a:gd name="connsiteY20" fmla="*/ 366845 h 1039933"/>
              <a:gd name="connsiteX21" fmla="*/ 466774 w 4196393"/>
              <a:gd name="connsiteY21" fmla="*/ 299112 h 1039933"/>
              <a:gd name="connsiteX22" fmla="*/ 111174 w 4196393"/>
              <a:gd name="connsiteY22" fmla="*/ 248312 h 1039933"/>
              <a:gd name="connsiteX23" fmla="*/ 18041 w 4196393"/>
              <a:gd name="connsiteY23" fmla="*/ 222912 h 1039933"/>
              <a:gd name="connsiteX24" fmla="*/ 85774 w 4196393"/>
              <a:gd name="connsiteY24" fmla="*/ 129778 h 1039933"/>
              <a:gd name="connsiteX0" fmla="*/ 87421 w 4198040"/>
              <a:gd name="connsiteY0" fmla="*/ 129778 h 1039933"/>
              <a:gd name="connsiteX1" fmla="*/ 815555 w 4198040"/>
              <a:gd name="connsiteY1" fmla="*/ 273712 h 1039933"/>
              <a:gd name="connsiteX2" fmla="*/ 1416688 w 4198040"/>
              <a:gd name="connsiteY2" fmla="*/ 713978 h 1039933"/>
              <a:gd name="connsiteX3" fmla="*/ 2813688 w 4198040"/>
              <a:gd name="connsiteY3" fmla="*/ 908712 h 1039933"/>
              <a:gd name="connsiteX4" fmla="*/ 3279355 w 4198040"/>
              <a:gd name="connsiteY4" fmla="*/ 273712 h 1039933"/>
              <a:gd name="connsiteX5" fmla="*/ 3787355 w 4198040"/>
              <a:gd name="connsiteY5" fmla="*/ 104378 h 1039933"/>
              <a:gd name="connsiteX6" fmla="*/ 3888955 w 4198040"/>
              <a:gd name="connsiteY6" fmla="*/ 28178 h 1039933"/>
              <a:gd name="connsiteX7" fmla="*/ 4117555 w 4198040"/>
              <a:gd name="connsiteY7" fmla="*/ 2778 h 1039933"/>
              <a:gd name="connsiteX8" fmla="*/ 4185288 w 4198040"/>
              <a:gd name="connsiteY8" fmla="*/ 87445 h 1039933"/>
              <a:gd name="connsiteX9" fmla="*/ 4168355 w 4198040"/>
              <a:gd name="connsiteY9" fmla="*/ 273712 h 1039933"/>
              <a:gd name="connsiteX10" fmla="*/ 3897421 w 4198040"/>
              <a:gd name="connsiteY10" fmla="*/ 299112 h 1039933"/>
              <a:gd name="connsiteX11" fmla="*/ 3846621 w 4198040"/>
              <a:gd name="connsiteY11" fmla="*/ 222912 h 1039933"/>
              <a:gd name="connsiteX12" fmla="*/ 3414821 w 4198040"/>
              <a:gd name="connsiteY12" fmla="*/ 299112 h 1039933"/>
              <a:gd name="connsiteX13" fmla="*/ 3296288 w 4198040"/>
              <a:gd name="connsiteY13" fmla="*/ 468445 h 1039933"/>
              <a:gd name="connsiteX14" fmla="*/ 3093088 w 4198040"/>
              <a:gd name="connsiteY14" fmla="*/ 866378 h 1039933"/>
              <a:gd name="connsiteX15" fmla="*/ 2906821 w 4198040"/>
              <a:gd name="connsiteY15" fmla="*/ 1010312 h 1039933"/>
              <a:gd name="connsiteX16" fmla="*/ 2525821 w 4198040"/>
              <a:gd name="connsiteY16" fmla="*/ 1035712 h 1039933"/>
              <a:gd name="connsiteX17" fmla="*/ 1856955 w 4198040"/>
              <a:gd name="connsiteY17" fmla="*/ 951045 h 1039933"/>
              <a:gd name="connsiteX18" fmla="*/ 1128821 w 4198040"/>
              <a:gd name="connsiteY18" fmla="*/ 730912 h 1039933"/>
              <a:gd name="connsiteX19" fmla="*/ 857888 w 4198040"/>
              <a:gd name="connsiteY19" fmla="*/ 434578 h 1039933"/>
              <a:gd name="connsiteX20" fmla="*/ 680088 w 4198040"/>
              <a:gd name="connsiteY20" fmla="*/ 366845 h 1039933"/>
              <a:gd name="connsiteX21" fmla="*/ 468421 w 4198040"/>
              <a:gd name="connsiteY21" fmla="*/ 299112 h 1039933"/>
              <a:gd name="connsiteX22" fmla="*/ 146687 w 4198040"/>
              <a:gd name="connsiteY22" fmla="*/ 222912 h 1039933"/>
              <a:gd name="connsiteX23" fmla="*/ 19688 w 4198040"/>
              <a:gd name="connsiteY23" fmla="*/ 222912 h 1039933"/>
              <a:gd name="connsiteX24" fmla="*/ 87421 w 4198040"/>
              <a:gd name="connsiteY24" fmla="*/ 129778 h 1039933"/>
              <a:gd name="connsiteX0" fmla="*/ 87421 w 4198040"/>
              <a:gd name="connsiteY0" fmla="*/ 129778 h 1039933"/>
              <a:gd name="connsiteX1" fmla="*/ 815555 w 4198040"/>
              <a:gd name="connsiteY1" fmla="*/ 273712 h 1039933"/>
              <a:gd name="connsiteX2" fmla="*/ 1416688 w 4198040"/>
              <a:gd name="connsiteY2" fmla="*/ 713978 h 1039933"/>
              <a:gd name="connsiteX3" fmla="*/ 2813688 w 4198040"/>
              <a:gd name="connsiteY3" fmla="*/ 908712 h 1039933"/>
              <a:gd name="connsiteX4" fmla="*/ 3279355 w 4198040"/>
              <a:gd name="connsiteY4" fmla="*/ 273712 h 1039933"/>
              <a:gd name="connsiteX5" fmla="*/ 3787355 w 4198040"/>
              <a:gd name="connsiteY5" fmla="*/ 104378 h 1039933"/>
              <a:gd name="connsiteX6" fmla="*/ 3888955 w 4198040"/>
              <a:gd name="connsiteY6" fmla="*/ 28178 h 1039933"/>
              <a:gd name="connsiteX7" fmla="*/ 4117555 w 4198040"/>
              <a:gd name="connsiteY7" fmla="*/ 2778 h 1039933"/>
              <a:gd name="connsiteX8" fmla="*/ 4185288 w 4198040"/>
              <a:gd name="connsiteY8" fmla="*/ 87445 h 1039933"/>
              <a:gd name="connsiteX9" fmla="*/ 4168355 w 4198040"/>
              <a:gd name="connsiteY9" fmla="*/ 273712 h 1039933"/>
              <a:gd name="connsiteX10" fmla="*/ 3897421 w 4198040"/>
              <a:gd name="connsiteY10" fmla="*/ 299112 h 1039933"/>
              <a:gd name="connsiteX11" fmla="*/ 3846621 w 4198040"/>
              <a:gd name="connsiteY11" fmla="*/ 222912 h 1039933"/>
              <a:gd name="connsiteX12" fmla="*/ 3414821 w 4198040"/>
              <a:gd name="connsiteY12" fmla="*/ 299112 h 1039933"/>
              <a:gd name="connsiteX13" fmla="*/ 3296288 w 4198040"/>
              <a:gd name="connsiteY13" fmla="*/ 468445 h 1039933"/>
              <a:gd name="connsiteX14" fmla="*/ 3093088 w 4198040"/>
              <a:gd name="connsiteY14" fmla="*/ 866378 h 1039933"/>
              <a:gd name="connsiteX15" fmla="*/ 2906821 w 4198040"/>
              <a:gd name="connsiteY15" fmla="*/ 1010312 h 1039933"/>
              <a:gd name="connsiteX16" fmla="*/ 2525821 w 4198040"/>
              <a:gd name="connsiteY16" fmla="*/ 1035712 h 1039933"/>
              <a:gd name="connsiteX17" fmla="*/ 1856955 w 4198040"/>
              <a:gd name="connsiteY17" fmla="*/ 951045 h 1039933"/>
              <a:gd name="connsiteX18" fmla="*/ 1128821 w 4198040"/>
              <a:gd name="connsiteY18" fmla="*/ 730912 h 1039933"/>
              <a:gd name="connsiteX19" fmla="*/ 857888 w 4198040"/>
              <a:gd name="connsiteY19" fmla="*/ 434578 h 1039933"/>
              <a:gd name="connsiteX20" fmla="*/ 680088 w 4198040"/>
              <a:gd name="connsiteY20" fmla="*/ 366845 h 1039933"/>
              <a:gd name="connsiteX21" fmla="*/ 502288 w 4198040"/>
              <a:gd name="connsiteY21" fmla="*/ 265245 h 1039933"/>
              <a:gd name="connsiteX22" fmla="*/ 146687 w 4198040"/>
              <a:gd name="connsiteY22" fmla="*/ 222912 h 1039933"/>
              <a:gd name="connsiteX23" fmla="*/ 19688 w 4198040"/>
              <a:gd name="connsiteY23" fmla="*/ 222912 h 1039933"/>
              <a:gd name="connsiteX24" fmla="*/ 87421 w 4198040"/>
              <a:gd name="connsiteY24" fmla="*/ 129778 h 1039933"/>
              <a:gd name="connsiteX0" fmla="*/ 87421 w 4198040"/>
              <a:gd name="connsiteY0" fmla="*/ 129778 h 1039933"/>
              <a:gd name="connsiteX1" fmla="*/ 815555 w 4198040"/>
              <a:gd name="connsiteY1" fmla="*/ 273712 h 1039933"/>
              <a:gd name="connsiteX2" fmla="*/ 1416688 w 4198040"/>
              <a:gd name="connsiteY2" fmla="*/ 713978 h 1039933"/>
              <a:gd name="connsiteX3" fmla="*/ 2813688 w 4198040"/>
              <a:gd name="connsiteY3" fmla="*/ 908712 h 1039933"/>
              <a:gd name="connsiteX4" fmla="*/ 3279355 w 4198040"/>
              <a:gd name="connsiteY4" fmla="*/ 273712 h 1039933"/>
              <a:gd name="connsiteX5" fmla="*/ 3787355 w 4198040"/>
              <a:gd name="connsiteY5" fmla="*/ 104378 h 1039933"/>
              <a:gd name="connsiteX6" fmla="*/ 3888955 w 4198040"/>
              <a:gd name="connsiteY6" fmla="*/ 28178 h 1039933"/>
              <a:gd name="connsiteX7" fmla="*/ 4117555 w 4198040"/>
              <a:gd name="connsiteY7" fmla="*/ 2778 h 1039933"/>
              <a:gd name="connsiteX8" fmla="*/ 4185288 w 4198040"/>
              <a:gd name="connsiteY8" fmla="*/ 87445 h 1039933"/>
              <a:gd name="connsiteX9" fmla="*/ 4168355 w 4198040"/>
              <a:gd name="connsiteY9" fmla="*/ 273712 h 1039933"/>
              <a:gd name="connsiteX10" fmla="*/ 3897421 w 4198040"/>
              <a:gd name="connsiteY10" fmla="*/ 299112 h 1039933"/>
              <a:gd name="connsiteX11" fmla="*/ 3846621 w 4198040"/>
              <a:gd name="connsiteY11" fmla="*/ 222912 h 1039933"/>
              <a:gd name="connsiteX12" fmla="*/ 3414821 w 4198040"/>
              <a:gd name="connsiteY12" fmla="*/ 299112 h 1039933"/>
              <a:gd name="connsiteX13" fmla="*/ 3296288 w 4198040"/>
              <a:gd name="connsiteY13" fmla="*/ 468445 h 1039933"/>
              <a:gd name="connsiteX14" fmla="*/ 3093088 w 4198040"/>
              <a:gd name="connsiteY14" fmla="*/ 866378 h 1039933"/>
              <a:gd name="connsiteX15" fmla="*/ 2906821 w 4198040"/>
              <a:gd name="connsiteY15" fmla="*/ 1010312 h 1039933"/>
              <a:gd name="connsiteX16" fmla="*/ 2525821 w 4198040"/>
              <a:gd name="connsiteY16" fmla="*/ 1035712 h 1039933"/>
              <a:gd name="connsiteX17" fmla="*/ 1856955 w 4198040"/>
              <a:gd name="connsiteY17" fmla="*/ 951045 h 1039933"/>
              <a:gd name="connsiteX18" fmla="*/ 1128821 w 4198040"/>
              <a:gd name="connsiteY18" fmla="*/ 730912 h 1039933"/>
              <a:gd name="connsiteX19" fmla="*/ 857888 w 4198040"/>
              <a:gd name="connsiteY19" fmla="*/ 434578 h 1039933"/>
              <a:gd name="connsiteX20" fmla="*/ 705488 w 4198040"/>
              <a:gd name="connsiteY20" fmla="*/ 316045 h 1039933"/>
              <a:gd name="connsiteX21" fmla="*/ 502288 w 4198040"/>
              <a:gd name="connsiteY21" fmla="*/ 265245 h 1039933"/>
              <a:gd name="connsiteX22" fmla="*/ 146687 w 4198040"/>
              <a:gd name="connsiteY22" fmla="*/ 222912 h 1039933"/>
              <a:gd name="connsiteX23" fmla="*/ 19688 w 4198040"/>
              <a:gd name="connsiteY23" fmla="*/ 222912 h 1039933"/>
              <a:gd name="connsiteX24" fmla="*/ 87421 w 4198040"/>
              <a:gd name="connsiteY24" fmla="*/ 129778 h 1039933"/>
              <a:gd name="connsiteX0" fmla="*/ 87421 w 4198040"/>
              <a:gd name="connsiteY0" fmla="*/ 129778 h 1039933"/>
              <a:gd name="connsiteX1" fmla="*/ 815555 w 4198040"/>
              <a:gd name="connsiteY1" fmla="*/ 273712 h 1039933"/>
              <a:gd name="connsiteX2" fmla="*/ 1416688 w 4198040"/>
              <a:gd name="connsiteY2" fmla="*/ 713978 h 1039933"/>
              <a:gd name="connsiteX3" fmla="*/ 2813688 w 4198040"/>
              <a:gd name="connsiteY3" fmla="*/ 908712 h 1039933"/>
              <a:gd name="connsiteX4" fmla="*/ 3279355 w 4198040"/>
              <a:gd name="connsiteY4" fmla="*/ 273712 h 1039933"/>
              <a:gd name="connsiteX5" fmla="*/ 3787355 w 4198040"/>
              <a:gd name="connsiteY5" fmla="*/ 104378 h 1039933"/>
              <a:gd name="connsiteX6" fmla="*/ 3888955 w 4198040"/>
              <a:gd name="connsiteY6" fmla="*/ 28178 h 1039933"/>
              <a:gd name="connsiteX7" fmla="*/ 4117555 w 4198040"/>
              <a:gd name="connsiteY7" fmla="*/ 2778 h 1039933"/>
              <a:gd name="connsiteX8" fmla="*/ 4185288 w 4198040"/>
              <a:gd name="connsiteY8" fmla="*/ 87445 h 1039933"/>
              <a:gd name="connsiteX9" fmla="*/ 4168355 w 4198040"/>
              <a:gd name="connsiteY9" fmla="*/ 273712 h 1039933"/>
              <a:gd name="connsiteX10" fmla="*/ 3897421 w 4198040"/>
              <a:gd name="connsiteY10" fmla="*/ 299112 h 1039933"/>
              <a:gd name="connsiteX11" fmla="*/ 3846621 w 4198040"/>
              <a:gd name="connsiteY11" fmla="*/ 222912 h 1039933"/>
              <a:gd name="connsiteX12" fmla="*/ 3414821 w 4198040"/>
              <a:gd name="connsiteY12" fmla="*/ 299112 h 1039933"/>
              <a:gd name="connsiteX13" fmla="*/ 3296288 w 4198040"/>
              <a:gd name="connsiteY13" fmla="*/ 468445 h 1039933"/>
              <a:gd name="connsiteX14" fmla="*/ 3093088 w 4198040"/>
              <a:gd name="connsiteY14" fmla="*/ 866378 h 1039933"/>
              <a:gd name="connsiteX15" fmla="*/ 2906821 w 4198040"/>
              <a:gd name="connsiteY15" fmla="*/ 1010312 h 1039933"/>
              <a:gd name="connsiteX16" fmla="*/ 2525821 w 4198040"/>
              <a:gd name="connsiteY16" fmla="*/ 1035712 h 1039933"/>
              <a:gd name="connsiteX17" fmla="*/ 1856955 w 4198040"/>
              <a:gd name="connsiteY17" fmla="*/ 951045 h 1039933"/>
              <a:gd name="connsiteX18" fmla="*/ 1128821 w 4198040"/>
              <a:gd name="connsiteY18" fmla="*/ 730912 h 1039933"/>
              <a:gd name="connsiteX19" fmla="*/ 891755 w 4198040"/>
              <a:gd name="connsiteY19" fmla="*/ 443045 h 1039933"/>
              <a:gd name="connsiteX20" fmla="*/ 705488 w 4198040"/>
              <a:gd name="connsiteY20" fmla="*/ 316045 h 1039933"/>
              <a:gd name="connsiteX21" fmla="*/ 502288 w 4198040"/>
              <a:gd name="connsiteY21" fmla="*/ 265245 h 1039933"/>
              <a:gd name="connsiteX22" fmla="*/ 146687 w 4198040"/>
              <a:gd name="connsiteY22" fmla="*/ 222912 h 1039933"/>
              <a:gd name="connsiteX23" fmla="*/ 19688 w 4198040"/>
              <a:gd name="connsiteY23" fmla="*/ 222912 h 1039933"/>
              <a:gd name="connsiteX24" fmla="*/ 87421 w 4198040"/>
              <a:gd name="connsiteY24" fmla="*/ 129778 h 1039933"/>
              <a:gd name="connsiteX0" fmla="*/ 87421 w 4198040"/>
              <a:gd name="connsiteY0" fmla="*/ 129778 h 1039933"/>
              <a:gd name="connsiteX1" fmla="*/ 815555 w 4198040"/>
              <a:gd name="connsiteY1" fmla="*/ 273712 h 1039933"/>
              <a:gd name="connsiteX2" fmla="*/ 1416688 w 4198040"/>
              <a:gd name="connsiteY2" fmla="*/ 713978 h 1039933"/>
              <a:gd name="connsiteX3" fmla="*/ 2813688 w 4198040"/>
              <a:gd name="connsiteY3" fmla="*/ 908712 h 1039933"/>
              <a:gd name="connsiteX4" fmla="*/ 3279355 w 4198040"/>
              <a:gd name="connsiteY4" fmla="*/ 273712 h 1039933"/>
              <a:gd name="connsiteX5" fmla="*/ 3787355 w 4198040"/>
              <a:gd name="connsiteY5" fmla="*/ 104378 h 1039933"/>
              <a:gd name="connsiteX6" fmla="*/ 3888955 w 4198040"/>
              <a:gd name="connsiteY6" fmla="*/ 28178 h 1039933"/>
              <a:gd name="connsiteX7" fmla="*/ 4117555 w 4198040"/>
              <a:gd name="connsiteY7" fmla="*/ 2778 h 1039933"/>
              <a:gd name="connsiteX8" fmla="*/ 4185288 w 4198040"/>
              <a:gd name="connsiteY8" fmla="*/ 87445 h 1039933"/>
              <a:gd name="connsiteX9" fmla="*/ 4168355 w 4198040"/>
              <a:gd name="connsiteY9" fmla="*/ 273712 h 1039933"/>
              <a:gd name="connsiteX10" fmla="*/ 3897421 w 4198040"/>
              <a:gd name="connsiteY10" fmla="*/ 299112 h 1039933"/>
              <a:gd name="connsiteX11" fmla="*/ 3846621 w 4198040"/>
              <a:gd name="connsiteY11" fmla="*/ 222912 h 1039933"/>
              <a:gd name="connsiteX12" fmla="*/ 3414821 w 4198040"/>
              <a:gd name="connsiteY12" fmla="*/ 299112 h 1039933"/>
              <a:gd name="connsiteX13" fmla="*/ 3296288 w 4198040"/>
              <a:gd name="connsiteY13" fmla="*/ 468445 h 1039933"/>
              <a:gd name="connsiteX14" fmla="*/ 3093088 w 4198040"/>
              <a:gd name="connsiteY14" fmla="*/ 866378 h 1039933"/>
              <a:gd name="connsiteX15" fmla="*/ 2906821 w 4198040"/>
              <a:gd name="connsiteY15" fmla="*/ 1010312 h 1039933"/>
              <a:gd name="connsiteX16" fmla="*/ 2525821 w 4198040"/>
              <a:gd name="connsiteY16" fmla="*/ 1035712 h 1039933"/>
              <a:gd name="connsiteX17" fmla="*/ 1856955 w 4198040"/>
              <a:gd name="connsiteY17" fmla="*/ 951045 h 1039933"/>
              <a:gd name="connsiteX18" fmla="*/ 1179621 w 4198040"/>
              <a:gd name="connsiteY18" fmla="*/ 713979 h 1039933"/>
              <a:gd name="connsiteX19" fmla="*/ 891755 w 4198040"/>
              <a:gd name="connsiteY19" fmla="*/ 443045 h 1039933"/>
              <a:gd name="connsiteX20" fmla="*/ 705488 w 4198040"/>
              <a:gd name="connsiteY20" fmla="*/ 316045 h 1039933"/>
              <a:gd name="connsiteX21" fmla="*/ 502288 w 4198040"/>
              <a:gd name="connsiteY21" fmla="*/ 265245 h 1039933"/>
              <a:gd name="connsiteX22" fmla="*/ 146687 w 4198040"/>
              <a:gd name="connsiteY22" fmla="*/ 222912 h 1039933"/>
              <a:gd name="connsiteX23" fmla="*/ 19688 w 4198040"/>
              <a:gd name="connsiteY23" fmla="*/ 222912 h 1039933"/>
              <a:gd name="connsiteX24" fmla="*/ 87421 w 4198040"/>
              <a:gd name="connsiteY24" fmla="*/ 129778 h 1039933"/>
              <a:gd name="connsiteX0" fmla="*/ 87421 w 4198040"/>
              <a:gd name="connsiteY0" fmla="*/ 129778 h 1039933"/>
              <a:gd name="connsiteX1" fmla="*/ 815555 w 4198040"/>
              <a:gd name="connsiteY1" fmla="*/ 273712 h 1039933"/>
              <a:gd name="connsiteX2" fmla="*/ 1416688 w 4198040"/>
              <a:gd name="connsiteY2" fmla="*/ 713978 h 1039933"/>
              <a:gd name="connsiteX3" fmla="*/ 2813688 w 4198040"/>
              <a:gd name="connsiteY3" fmla="*/ 908712 h 1039933"/>
              <a:gd name="connsiteX4" fmla="*/ 3279355 w 4198040"/>
              <a:gd name="connsiteY4" fmla="*/ 273712 h 1039933"/>
              <a:gd name="connsiteX5" fmla="*/ 3787355 w 4198040"/>
              <a:gd name="connsiteY5" fmla="*/ 104378 h 1039933"/>
              <a:gd name="connsiteX6" fmla="*/ 3888955 w 4198040"/>
              <a:gd name="connsiteY6" fmla="*/ 28178 h 1039933"/>
              <a:gd name="connsiteX7" fmla="*/ 4117555 w 4198040"/>
              <a:gd name="connsiteY7" fmla="*/ 2778 h 1039933"/>
              <a:gd name="connsiteX8" fmla="*/ 4185288 w 4198040"/>
              <a:gd name="connsiteY8" fmla="*/ 87445 h 1039933"/>
              <a:gd name="connsiteX9" fmla="*/ 4168355 w 4198040"/>
              <a:gd name="connsiteY9" fmla="*/ 273712 h 1039933"/>
              <a:gd name="connsiteX10" fmla="*/ 3897421 w 4198040"/>
              <a:gd name="connsiteY10" fmla="*/ 299112 h 1039933"/>
              <a:gd name="connsiteX11" fmla="*/ 3846621 w 4198040"/>
              <a:gd name="connsiteY11" fmla="*/ 222912 h 1039933"/>
              <a:gd name="connsiteX12" fmla="*/ 3414821 w 4198040"/>
              <a:gd name="connsiteY12" fmla="*/ 299112 h 1039933"/>
              <a:gd name="connsiteX13" fmla="*/ 3296288 w 4198040"/>
              <a:gd name="connsiteY13" fmla="*/ 468445 h 1039933"/>
              <a:gd name="connsiteX14" fmla="*/ 3093088 w 4198040"/>
              <a:gd name="connsiteY14" fmla="*/ 866378 h 1039933"/>
              <a:gd name="connsiteX15" fmla="*/ 2906821 w 4198040"/>
              <a:gd name="connsiteY15" fmla="*/ 1010312 h 1039933"/>
              <a:gd name="connsiteX16" fmla="*/ 2525821 w 4198040"/>
              <a:gd name="connsiteY16" fmla="*/ 1035712 h 1039933"/>
              <a:gd name="connsiteX17" fmla="*/ 1856955 w 4198040"/>
              <a:gd name="connsiteY17" fmla="*/ 951045 h 1039933"/>
              <a:gd name="connsiteX18" fmla="*/ 1188088 w 4198040"/>
              <a:gd name="connsiteY18" fmla="*/ 713979 h 1039933"/>
              <a:gd name="connsiteX19" fmla="*/ 891755 w 4198040"/>
              <a:gd name="connsiteY19" fmla="*/ 443045 h 1039933"/>
              <a:gd name="connsiteX20" fmla="*/ 705488 w 4198040"/>
              <a:gd name="connsiteY20" fmla="*/ 316045 h 1039933"/>
              <a:gd name="connsiteX21" fmla="*/ 502288 w 4198040"/>
              <a:gd name="connsiteY21" fmla="*/ 265245 h 1039933"/>
              <a:gd name="connsiteX22" fmla="*/ 146687 w 4198040"/>
              <a:gd name="connsiteY22" fmla="*/ 222912 h 1039933"/>
              <a:gd name="connsiteX23" fmla="*/ 19688 w 4198040"/>
              <a:gd name="connsiteY23" fmla="*/ 222912 h 1039933"/>
              <a:gd name="connsiteX24" fmla="*/ 87421 w 4198040"/>
              <a:gd name="connsiteY24" fmla="*/ 129778 h 1039933"/>
              <a:gd name="connsiteX0" fmla="*/ 87421 w 4198040"/>
              <a:gd name="connsiteY0" fmla="*/ 129778 h 1042406"/>
              <a:gd name="connsiteX1" fmla="*/ 815555 w 4198040"/>
              <a:gd name="connsiteY1" fmla="*/ 273712 h 1042406"/>
              <a:gd name="connsiteX2" fmla="*/ 1416688 w 4198040"/>
              <a:gd name="connsiteY2" fmla="*/ 713978 h 1042406"/>
              <a:gd name="connsiteX3" fmla="*/ 2813688 w 4198040"/>
              <a:gd name="connsiteY3" fmla="*/ 908712 h 1042406"/>
              <a:gd name="connsiteX4" fmla="*/ 3279355 w 4198040"/>
              <a:gd name="connsiteY4" fmla="*/ 273712 h 1042406"/>
              <a:gd name="connsiteX5" fmla="*/ 3787355 w 4198040"/>
              <a:gd name="connsiteY5" fmla="*/ 104378 h 1042406"/>
              <a:gd name="connsiteX6" fmla="*/ 3888955 w 4198040"/>
              <a:gd name="connsiteY6" fmla="*/ 28178 h 1042406"/>
              <a:gd name="connsiteX7" fmla="*/ 4117555 w 4198040"/>
              <a:gd name="connsiteY7" fmla="*/ 2778 h 1042406"/>
              <a:gd name="connsiteX8" fmla="*/ 4185288 w 4198040"/>
              <a:gd name="connsiteY8" fmla="*/ 87445 h 1042406"/>
              <a:gd name="connsiteX9" fmla="*/ 4168355 w 4198040"/>
              <a:gd name="connsiteY9" fmla="*/ 273712 h 1042406"/>
              <a:gd name="connsiteX10" fmla="*/ 3897421 w 4198040"/>
              <a:gd name="connsiteY10" fmla="*/ 299112 h 1042406"/>
              <a:gd name="connsiteX11" fmla="*/ 3846621 w 4198040"/>
              <a:gd name="connsiteY11" fmla="*/ 222912 h 1042406"/>
              <a:gd name="connsiteX12" fmla="*/ 3414821 w 4198040"/>
              <a:gd name="connsiteY12" fmla="*/ 299112 h 1042406"/>
              <a:gd name="connsiteX13" fmla="*/ 3296288 w 4198040"/>
              <a:gd name="connsiteY13" fmla="*/ 468445 h 1042406"/>
              <a:gd name="connsiteX14" fmla="*/ 3093088 w 4198040"/>
              <a:gd name="connsiteY14" fmla="*/ 866378 h 1042406"/>
              <a:gd name="connsiteX15" fmla="*/ 2906821 w 4198040"/>
              <a:gd name="connsiteY15" fmla="*/ 1010312 h 1042406"/>
              <a:gd name="connsiteX16" fmla="*/ 2525821 w 4198040"/>
              <a:gd name="connsiteY16" fmla="*/ 1035712 h 1042406"/>
              <a:gd name="connsiteX17" fmla="*/ 1856955 w 4198040"/>
              <a:gd name="connsiteY17" fmla="*/ 917179 h 1042406"/>
              <a:gd name="connsiteX18" fmla="*/ 1188088 w 4198040"/>
              <a:gd name="connsiteY18" fmla="*/ 713979 h 1042406"/>
              <a:gd name="connsiteX19" fmla="*/ 891755 w 4198040"/>
              <a:gd name="connsiteY19" fmla="*/ 443045 h 1042406"/>
              <a:gd name="connsiteX20" fmla="*/ 705488 w 4198040"/>
              <a:gd name="connsiteY20" fmla="*/ 316045 h 1042406"/>
              <a:gd name="connsiteX21" fmla="*/ 502288 w 4198040"/>
              <a:gd name="connsiteY21" fmla="*/ 265245 h 1042406"/>
              <a:gd name="connsiteX22" fmla="*/ 146687 w 4198040"/>
              <a:gd name="connsiteY22" fmla="*/ 222912 h 1042406"/>
              <a:gd name="connsiteX23" fmla="*/ 19688 w 4198040"/>
              <a:gd name="connsiteY23" fmla="*/ 222912 h 1042406"/>
              <a:gd name="connsiteX24" fmla="*/ 87421 w 4198040"/>
              <a:gd name="connsiteY24" fmla="*/ 129778 h 1042406"/>
              <a:gd name="connsiteX0" fmla="*/ 87421 w 4198040"/>
              <a:gd name="connsiteY0" fmla="*/ 129778 h 1041786"/>
              <a:gd name="connsiteX1" fmla="*/ 815555 w 4198040"/>
              <a:gd name="connsiteY1" fmla="*/ 273712 h 1041786"/>
              <a:gd name="connsiteX2" fmla="*/ 1416688 w 4198040"/>
              <a:gd name="connsiteY2" fmla="*/ 713978 h 1041786"/>
              <a:gd name="connsiteX3" fmla="*/ 2813688 w 4198040"/>
              <a:gd name="connsiteY3" fmla="*/ 908712 h 1041786"/>
              <a:gd name="connsiteX4" fmla="*/ 3279355 w 4198040"/>
              <a:gd name="connsiteY4" fmla="*/ 273712 h 1041786"/>
              <a:gd name="connsiteX5" fmla="*/ 3787355 w 4198040"/>
              <a:gd name="connsiteY5" fmla="*/ 104378 h 1041786"/>
              <a:gd name="connsiteX6" fmla="*/ 3888955 w 4198040"/>
              <a:gd name="connsiteY6" fmla="*/ 28178 h 1041786"/>
              <a:gd name="connsiteX7" fmla="*/ 4117555 w 4198040"/>
              <a:gd name="connsiteY7" fmla="*/ 2778 h 1041786"/>
              <a:gd name="connsiteX8" fmla="*/ 4185288 w 4198040"/>
              <a:gd name="connsiteY8" fmla="*/ 87445 h 1041786"/>
              <a:gd name="connsiteX9" fmla="*/ 4168355 w 4198040"/>
              <a:gd name="connsiteY9" fmla="*/ 273712 h 1041786"/>
              <a:gd name="connsiteX10" fmla="*/ 3897421 w 4198040"/>
              <a:gd name="connsiteY10" fmla="*/ 299112 h 1041786"/>
              <a:gd name="connsiteX11" fmla="*/ 3846621 w 4198040"/>
              <a:gd name="connsiteY11" fmla="*/ 222912 h 1041786"/>
              <a:gd name="connsiteX12" fmla="*/ 3414821 w 4198040"/>
              <a:gd name="connsiteY12" fmla="*/ 299112 h 1041786"/>
              <a:gd name="connsiteX13" fmla="*/ 3296288 w 4198040"/>
              <a:gd name="connsiteY13" fmla="*/ 468445 h 1041786"/>
              <a:gd name="connsiteX14" fmla="*/ 3093088 w 4198040"/>
              <a:gd name="connsiteY14" fmla="*/ 866378 h 1041786"/>
              <a:gd name="connsiteX15" fmla="*/ 2906821 w 4198040"/>
              <a:gd name="connsiteY15" fmla="*/ 1010312 h 1041786"/>
              <a:gd name="connsiteX16" fmla="*/ 2525821 w 4198040"/>
              <a:gd name="connsiteY16" fmla="*/ 1035712 h 1041786"/>
              <a:gd name="connsiteX17" fmla="*/ 1856955 w 4198040"/>
              <a:gd name="connsiteY17" fmla="*/ 925645 h 1041786"/>
              <a:gd name="connsiteX18" fmla="*/ 1188088 w 4198040"/>
              <a:gd name="connsiteY18" fmla="*/ 713979 h 1041786"/>
              <a:gd name="connsiteX19" fmla="*/ 891755 w 4198040"/>
              <a:gd name="connsiteY19" fmla="*/ 443045 h 1041786"/>
              <a:gd name="connsiteX20" fmla="*/ 705488 w 4198040"/>
              <a:gd name="connsiteY20" fmla="*/ 316045 h 1041786"/>
              <a:gd name="connsiteX21" fmla="*/ 502288 w 4198040"/>
              <a:gd name="connsiteY21" fmla="*/ 265245 h 1041786"/>
              <a:gd name="connsiteX22" fmla="*/ 146687 w 4198040"/>
              <a:gd name="connsiteY22" fmla="*/ 222912 h 1041786"/>
              <a:gd name="connsiteX23" fmla="*/ 19688 w 4198040"/>
              <a:gd name="connsiteY23" fmla="*/ 222912 h 1041786"/>
              <a:gd name="connsiteX24" fmla="*/ 87421 w 4198040"/>
              <a:gd name="connsiteY24" fmla="*/ 129778 h 1041786"/>
              <a:gd name="connsiteX0" fmla="*/ 87421 w 4198040"/>
              <a:gd name="connsiteY0" fmla="*/ 129778 h 1021313"/>
              <a:gd name="connsiteX1" fmla="*/ 815555 w 4198040"/>
              <a:gd name="connsiteY1" fmla="*/ 273712 h 1021313"/>
              <a:gd name="connsiteX2" fmla="*/ 1416688 w 4198040"/>
              <a:gd name="connsiteY2" fmla="*/ 713978 h 1021313"/>
              <a:gd name="connsiteX3" fmla="*/ 2813688 w 4198040"/>
              <a:gd name="connsiteY3" fmla="*/ 908712 h 1021313"/>
              <a:gd name="connsiteX4" fmla="*/ 3279355 w 4198040"/>
              <a:gd name="connsiteY4" fmla="*/ 273712 h 1021313"/>
              <a:gd name="connsiteX5" fmla="*/ 3787355 w 4198040"/>
              <a:gd name="connsiteY5" fmla="*/ 104378 h 1021313"/>
              <a:gd name="connsiteX6" fmla="*/ 3888955 w 4198040"/>
              <a:gd name="connsiteY6" fmla="*/ 28178 h 1021313"/>
              <a:gd name="connsiteX7" fmla="*/ 4117555 w 4198040"/>
              <a:gd name="connsiteY7" fmla="*/ 2778 h 1021313"/>
              <a:gd name="connsiteX8" fmla="*/ 4185288 w 4198040"/>
              <a:gd name="connsiteY8" fmla="*/ 87445 h 1021313"/>
              <a:gd name="connsiteX9" fmla="*/ 4168355 w 4198040"/>
              <a:gd name="connsiteY9" fmla="*/ 273712 h 1021313"/>
              <a:gd name="connsiteX10" fmla="*/ 3897421 w 4198040"/>
              <a:gd name="connsiteY10" fmla="*/ 299112 h 1021313"/>
              <a:gd name="connsiteX11" fmla="*/ 3846621 w 4198040"/>
              <a:gd name="connsiteY11" fmla="*/ 222912 h 1021313"/>
              <a:gd name="connsiteX12" fmla="*/ 3414821 w 4198040"/>
              <a:gd name="connsiteY12" fmla="*/ 299112 h 1021313"/>
              <a:gd name="connsiteX13" fmla="*/ 3296288 w 4198040"/>
              <a:gd name="connsiteY13" fmla="*/ 468445 h 1021313"/>
              <a:gd name="connsiteX14" fmla="*/ 3093088 w 4198040"/>
              <a:gd name="connsiteY14" fmla="*/ 866378 h 1021313"/>
              <a:gd name="connsiteX15" fmla="*/ 2906821 w 4198040"/>
              <a:gd name="connsiteY15" fmla="*/ 1010312 h 1021313"/>
              <a:gd name="connsiteX16" fmla="*/ 2525821 w 4198040"/>
              <a:gd name="connsiteY16" fmla="*/ 1001845 h 1021313"/>
              <a:gd name="connsiteX17" fmla="*/ 1856955 w 4198040"/>
              <a:gd name="connsiteY17" fmla="*/ 925645 h 1021313"/>
              <a:gd name="connsiteX18" fmla="*/ 1188088 w 4198040"/>
              <a:gd name="connsiteY18" fmla="*/ 713979 h 1021313"/>
              <a:gd name="connsiteX19" fmla="*/ 891755 w 4198040"/>
              <a:gd name="connsiteY19" fmla="*/ 443045 h 1021313"/>
              <a:gd name="connsiteX20" fmla="*/ 705488 w 4198040"/>
              <a:gd name="connsiteY20" fmla="*/ 316045 h 1021313"/>
              <a:gd name="connsiteX21" fmla="*/ 502288 w 4198040"/>
              <a:gd name="connsiteY21" fmla="*/ 265245 h 1021313"/>
              <a:gd name="connsiteX22" fmla="*/ 146687 w 4198040"/>
              <a:gd name="connsiteY22" fmla="*/ 222912 h 1021313"/>
              <a:gd name="connsiteX23" fmla="*/ 19688 w 4198040"/>
              <a:gd name="connsiteY23" fmla="*/ 222912 h 1021313"/>
              <a:gd name="connsiteX24" fmla="*/ 87421 w 4198040"/>
              <a:gd name="connsiteY24" fmla="*/ 129778 h 1021313"/>
              <a:gd name="connsiteX0" fmla="*/ 87421 w 4198040"/>
              <a:gd name="connsiteY0" fmla="*/ 129778 h 1029437"/>
              <a:gd name="connsiteX1" fmla="*/ 815555 w 4198040"/>
              <a:gd name="connsiteY1" fmla="*/ 273712 h 1029437"/>
              <a:gd name="connsiteX2" fmla="*/ 1416688 w 4198040"/>
              <a:gd name="connsiteY2" fmla="*/ 713978 h 1029437"/>
              <a:gd name="connsiteX3" fmla="*/ 2813688 w 4198040"/>
              <a:gd name="connsiteY3" fmla="*/ 908712 h 1029437"/>
              <a:gd name="connsiteX4" fmla="*/ 3279355 w 4198040"/>
              <a:gd name="connsiteY4" fmla="*/ 273712 h 1029437"/>
              <a:gd name="connsiteX5" fmla="*/ 3787355 w 4198040"/>
              <a:gd name="connsiteY5" fmla="*/ 104378 h 1029437"/>
              <a:gd name="connsiteX6" fmla="*/ 3888955 w 4198040"/>
              <a:gd name="connsiteY6" fmla="*/ 28178 h 1029437"/>
              <a:gd name="connsiteX7" fmla="*/ 4117555 w 4198040"/>
              <a:gd name="connsiteY7" fmla="*/ 2778 h 1029437"/>
              <a:gd name="connsiteX8" fmla="*/ 4185288 w 4198040"/>
              <a:gd name="connsiteY8" fmla="*/ 87445 h 1029437"/>
              <a:gd name="connsiteX9" fmla="*/ 4168355 w 4198040"/>
              <a:gd name="connsiteY9" fmla="*/ 273712 h 1029437"/>
              <a:gd name="connsiteX10" fmla="*/ 3897421 w 4198040"/>
              <a:gd name="connsiteY10" fmla="*/ 299112 h 1029437"/>
              <a:gd name="connsiteX11" fmla="*/ 3846621 w 4198040"/>
              <a:gd name="connsiteY11" fmla="*/ 222912 h 1029437"/>
              <a:gd name="connsiteX12" fmla="*/ 3414821 w 4198040"/>
              <a:gd name="connsiteY12" fmla="*/ 299112 h 1029437"/>
              <a:gd name="connsiteX13" fmla="*/ 3296288 w 4198040"/>
              <a:gd name="connsiteY13" fmla="*/ 468445 h 1029437"/>
              <a:gd name="connsiteX14" fmla="*/ 3093088 w 4198040"/>
              <a:gd name="connsiteY14" fmla="*/ 866378 h 1029437"/>
              <a:gd name="connsiteX15" fmla="*/ 2906821 w 4198040"/>
              <a:gd name="connsiteY15" fmla="*/ 1010312 h 1029437"/>
              <a:gd name="connsiteX16" fmla="*/ 2542755 w 4198040"/>
              <a:gd name="connsiteY16" fmla="*/ 1018778 h 1029437"/>
              <a:gd name="connsiteX17" fmla="*/ 1856955 w 4198040"/>
              <a:gd name="connsiteY17" fmla="*/ 925645 h 1029437"/>
              <a:gd name="connsiteX18" fmla="*/ 1188088 w 4198040"/>
              <a:gd name="connsiteY18" fmla="*/ 713979 h 1029437"/>
              <a:gd name="connsiteX19" fmla="*/ 891755 w 4198040"/>
              <a:gd name="connsiteY19" fmla="*/ 443045 h 1029437"/>
              <a:gd name="connsiteX20" fmla="*/ 705488 w 4198040"/>
              <a:gd name="connsiteY20" fmla="*/ 316045 h 1029437"/>
              <a:gd name="connsiteX21" fmla="*/ 502288 w 4198040"/>
              <a:gd name="connsiteY21" fmla="*/ 265245 h 1029437"/>
              <a:gd name="connsiteX22" fmla="*/ 146687 w 4198040"/>
              <a:gd name="connsiteY22" fmla="*/ 222912 h 1029437"/>
              <a:gd name="connsiteX23" fmla="*/ 19688 w 4198040"/>
              <a:gd name="connsiteY23" fmla="*/ 222912 h 1029437"/>
              <a:gd name="connsiteX24" fmla="*/ 87421 w 4198040"/>
              <a:gd name="connsiteY24" fmla="*/ 129778 h 1029437"/>
              <a:gd name="connsiteX0" fmla="*/ 87421 w 4198040"/>
              <a:gd name="connsiteY0" fmla="*/ 129778 h 1021497"/>
              <a:gd name="connsiteX1" fmla="*/ 815555 w 4198040"/>
              <a:gd name="connsiteY1" fmla="*/ 273712 h 1021497"/>
              <a:gd name="connsiteX2" fmla="*/ 1416688 w 4198040"/>
              <a:gd name="connsiteY2" fmla="*/ 713978 h 1021497"/>
              <a:gd name="connsiteX3" fmla="*/ 2813688 w 4198040"/>
              <a:gd name="connsiteY3" fmla="*/ 908712 h 1021497"/>
              <a:gd name="connsiteX4" fmla="*/ 3279355 w 4198040"/>
              <a:gd name="connsiteY4" fmla="*/ 273712 h 1021497"/>
              <a:gd name="connsiteX5" fmla="*/ 3787355 w 4198040"/>
              <a:gd name="connsiteY5" fmla="*/ 104378 h 1021497"/>
              <a:gd name="connsiteX6" fmla="*/ 3888955 w 4198040"/>
              <a:gd name="connsiteY6" fmla="*/ 28178 h 1021497"/>
              <a:gd name="connsiteX7" fmla="*/ 4117555 w 4198040"/>
              <a:gd name="connsiteY7" fmla="*/ 2778 h 1021497"/>
              <a:gd name="connsiteX8" fmla="*/ 4185288 w 4198040"/>
              <a:gd name="connsiteY8" fmla="*/ 87445 h 1021497"/>
              <a:gd name="connsiteX9" fmla="*/ 4168355 w 4198040"/>
              <a:gd name="connsiteY9" fmla="*/ 273712 h 1021497"/>
              <a:gd name="connsiteX10" fmla="*/ 3897421 w 4198040"/>
              <a:gd name="connsiteY10" fmla="*/ 299112 h 1021497"/>
              <a:gd name="connsiteX11" fmla="*/ 3846621 w 4198040"/>
              <a:gd name="connsiteY11" fmla="*/ 222912 h 1021497"/>
              <a:gd name="connsiteX12" fmla="*/ 3414821 w 4198040"/>
              <a:gd name="connsiteY12" fmla="*/ 299112 h 1021497"/>
              <a:gd name="connsiteX13" fmla="*/ 3296288 w 4198040"/>
              <a:gd name="connsiteY13" fmla="*/ 468445 h 1021497"/>
              <a:gd name="connsiteX14" fmla="*/ 3093088 w 4198040"/>
              <a:gd name="connsiteY14" fmla="*/ 866378 h 1021497"/>
              <a:gd name="connsiteX15" fmla="*/ 2906821 w 4198040"/>
              <a:gd name="connsiteY15" fmla="*/ 984912 h 1021497"/>
              <a:gd name="connsiteX16" fmla="*/ 2542755 w 4198040"/>
              <a:gd name="connsiteY16" fmla="*/ 1018778 h 1021497"/>
              <a:gd name="connsiteX17" fmla="*/ 1856955 w 4198040"/>
              <a:gd name="connsiteY17" fmla="*/ 925645 h 1021497"/>
              <a:gd name="connsiteX18" fmla="*/ 1188088 w 4198040"/>
              <a:gd name="connsiteY18" fmla="*/ 713979 h 1021497"/>
              <a:gd name="connsiteX19" fmla="*/ 891755 w 4198040"/>
              <a:gd name="connsiteY19" fmla="*/ 443045 h 1021497"/>
              <a:gd name="connsiteX20" fmla="*/ 705488 w 4198040"/>
              <a:gd name="connsiteY20" fmla="*/ 316045 h 1021497"/>
              <a:gd name="connsiteX21" fmla="*/ 502288 w 4198040"/>
              <a:gd name="connsiteY21" fmla="*/ 265245 h 1021497"/>
              <a:gd name="connsiteX22" fmla="*/ 146687 w 4198040"/>
              <a:gd name="connsiteY22" fmla="*/ 222912 h 1021497"/>
              <a:gd name="connsiteX23" fmla="*/ 19688 w 4198040"/>
              <a:gd name="connsiteY23" fmla="*/ 222912 h 1021497"/>
              <a:gd name="connsiteX24" fmla="*/ 87421 w 4198040"/>
              <a:gd name="connsiteY24" fmla="*/ 129778 h 1021497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279355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299112 h 1022065"/>
              <a:gd name="connsiteX13" fmla="*/ 3296288 w 4198040"/>
              <a:gd name="connsiteY13" fmla="*/ 468445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279355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299112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279355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389421 w 4198040"/>
              <a:gd name="connsiteY12" fmla="*/ 290645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313221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389421 w 4198040"/>
              <a:gd name="connsiteY12" fmla="*/ 290645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313221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299112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313221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324512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313221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324512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313221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324512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313221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324512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313221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324512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30059 h 1022346"/>
              <a:gd name="connsiteX1" fmla="*/ 815555 w 4198040"/>
              <a:gd name="connsiteY1" fmla="*/ 273993 h 1022346"/>
              <a:gd name="connsiteX2" fmla="*/ 1416688 w 4198040"/>
              <a:gd name="connsiteY2" fmla="*/ 714259 h 1022346"/>
              <a:gd name="connsiteX3" fmla="*/ 2813688 w 4198040"/>
              <a:gd name="connsiteY3" fmla="*/ 908993 h 1022346"/>
              <a:gd name="connsiteX4" fmla="*/ 3313221 w 4198040"/>
              <a:gd name="connsiteY4" fmla="*/ 273993 h 1022346"/>
              <a:gd name="connsiteX5" fmla="*/ 3821222 w 4198040"/>
              <a:gd name="connsiteY5" fmla="*/ 121592 h 1022346"/>
              <a:gd name="connsiteX6" fmla="*/ 3888955 w 4198040"/>
              <a:gd name="connsiteY6" fmla="*/ 28459 h 1022346"/>
              <a:gd name="connsiteX7" fmla="*/ 4117555 w 4198040"/>
              <a:gd name="connsiteY7" fmla="*/ 3059 h 1022346"/>
              <a:gd name="connsiteX8" fmla="*/ 4185288 w 4198040"/>
              <a:gd name="connsiteY8" fmla="*/ 87726 h 1022346"/>
              <a:gd name="connsiteX9" fmla="*/ 4168355 w 4198040"/>
              <a:gd name="connsiteY9" fmla="*/ 273993 h 1022346"/>
              <a:gd name="connsiteX10" fmla="*/ 3897421 w 4198040"/>
              <a:gd name="connsiteY10" fmla="*/ 299393 h 1022346"/>
              <a:gd name="connsiteX11" fmla="*/ 3846621 w 4198040"/>
              <a:gd name="connsiteY11" fmla="*/ 223193 h 1022346"/>
              <a:gd name="connsiteX12" fmla="*/ 3414821 w 4198040"/>
              <a:gd name="connsiteY12" fmla="*/ 324793 h 1022346"/>
              <a:gd name="connsiteX13" fmla="*/ 3296288 w 4198040"/>
              <a:gd name="connsiteY13" fmla="*/ 451792 h 1022346"/>
              <a:gd name="connsiteX14" fmla="*/ 3084621 w 4198040"/>
              <a:gd name="connsiteY14" fmla="*/ 832792 h 1022346"/>
              <a:gd name="connsiteX15" fmla="*/ 2906821 w 4198040"/>
              <a:gd name="connsiteY15" fmla="*/ 985193 h 1022346"/>
              <a:gd name="connsiteX16" fmla="*/ 2542755 w 4198040"/>
              <a:gd name="connsiteY16" fmla="*/ 1019059 h 1022346"/>
              <a:gd name="connsiteX17" fmla="*/ 1856955 w 4198040"/>
              <a:gd name="connsiteY17" fmla="*/ 925926 h 1022346"/>
              <a:gd name="connsiteX18" fmla="*/ 1188088 w 4198040"/>
              <a:gd name="connsiteY18" fmla="*/ 714260 h 1022346"/>
              <a:gd name="connsiteX19" fmla="*/ 891755 w 4198040"/>
              <a:gd name="connsiteY19" fmla="*/ 443326 h 1022346"/>
              <a:gd name="connsiteX20" fmla="*/ 705488 w 4198040"/>
              <a:gd name="connsiteY20" fmla="*/ 316326 h 1022346"/>
              <a:gd name="connsiteX21" fmla="*/ 502288 w 4198040"/>
              <a:gd name="connsiteY21" fmla="*/ 265526 h 1022346"/>
              <a:gd name="connsiteX22" fmla="*/ 146687 w 4198040"/>
              <a:gd name="connsiteY22" fmla="*/ 223193 h 1022346"/>
              <a:gd name="connsiteX23" fmla="*/ 19688 w 4198040"/>
              <a:gd name="connsiteY23" fmla="*/ 223193 h 1022346"/>
              <a:gd name="connsiteX24" fmla="*/ 87421 w 4198040"/>
              <a:gd name="connsiteY24" fmla="*/ 130059 h 1022346"/>
              <a:gd name="connsiteX0" fmla="*/ 87421 w 4228587"/>
              <a:gd name="connsiteY0" fmla="*/ 116233 h 1008520"/>
              <a:gd name="connsiteX1" fmla="*/ 815555 w 4228587"/>
              <a:gd name="connsiteY1" fmla="*/ 260167 h 1008520"/>
              <a:gd name="connsiteX2" fmla="*/ 1416688 w 4228587"/>
              <a:gd name="connsiteY2" fmla="*/ 700433 h 1008520"/>
              <a:gd name="connsiteX3" fmla="*/ 2813688 w 4228587"/>
              <a:gd name="connsiteY3" fmla="*/ 895167 h 1008520"/>
              <a:gd name="connsiteX4" fmla="*/ 3313221 w 4228587"/>
              <a:gd name="connsiteY4" fmla="*/ 260167 h 1008520"/>
              <a:gd name="connsiteX5" fmla="*/ 3821222 w 4228587"/>
              <a:gd name="connsiteY5" fmla="*/ 107766 h 1008520"/>
              <a:gd name="connsiteX6" fmla="*/ 3888955 w 4228587"/>
              <a:gd name="connsiteY6" fmla="*/ 14633 h 1008520"/>
              <a:gd name="connsiteX7" fmla="*/ 4210689 w 4228587"/>
              <a:gd name="connsiteY7" fmla="*/ 6166 h 1008520"/>
              <a:gd name="connsiteX8" fmla="*/ 4185288 w 4228587"/>
              <a:gd name="connsiteY8" fmla="*/ 73900 h 1008520"/>
              <a:gd name="connsiteX9" fmla="*/ 4168355 w 4228587"/>
              <a:gd name="connsiteY9" fmla="*/ 260167 h 1008520"/>
              <a:gd name="connsiteX10" fmla="*/ 3897421 w 4228587"/>
              <a:gd name="connsiteY10" fmla="*/ 285567 h 1008520"/>
              <a:gd name="connsiteX11" fmla="*/ 3846621 w 4228587"/>
              <a:gd name="connsiteY11" fmla="*/ 209367 h 1008520"/>
              <a:gd name="connsiteX12" fmla="*/ 3414821 w 4228587"/>
              <a:gd name="connsiteY12" fmla="*/ 310967 h 1008520"/>
              <a:gd name="connsiteX13" fmla="*/ 3296288 w 4228587"/>
              <a:gd name="connsiteY13" fmla="*/ 437966 h 1008520"/>
              <a:gd name="connsiteX14" fmla="*/ 3084621 w 4228587"/>
              <a:gd name="connsiteY14" fmla="*/ 818966 h 1008520"/>
              <a:gd name="connsiteX15" fmla="*/ 2906821 w 4228587"/>
              <a:gd name="connsiteY15" fmla="*/ 971367 h 1008520"/>
              <a:gd name="connsiteX16" fmla="*/ 2542755 w 4228587"/>
              <a:gd name="connsiteY16" fmla="*/ 1005233 h 1008520"/>
              <a:gd name="connsiteX17" fmla="*/ 1856955 w 4228587"/>
              <a:gd name="connsiteY17" fmla="*/ 912100 h 1008520"/>
              <a:gd name="connsiteX18" fmla="*/ 1188088 w 4228587"/>
              <a:gd name="connsiteY18" fmla="*/ 700434 h 1008520"/>
              <a:gd name="connsiteX19" fmla="*/ 891755 w 4228587"/>
              <a:gd name="connsiteY19" fmla="*/ 429500 h 1008520"/>
              <a:gd name="connsiteX20" fmla="*/ 705488 w 4228587"/>
              <a:gd name="connsiteY20" fmla="*/ 302500 h 1008520"/>
              <a:gd name="connsiteX21" fmla="*/ 502288 w 4228587"/>
              <a:gd name="connsiteY21" fmla="*/ 251700 h 1008520"/>
              <a:gd name="connsiteX22" fmla="*/ 146687 w 4228587"/>
              <a:gd name="connsiteY22" fmla="*/ 209367 h 1008520"/>
              <a:gd name="connsiteX23" fmla="*/ 19688 w 4228587"/>
              <a:gd name="connsiteY23" fmla="*/ 209367 h 1008520"/>
              <a:gd name="connsiteX24" fmla="*/ 87421 w 4228587"/>
              <a:gd name="connsiteY24" fmla="*/ 116233 h 1008520"/>
              <a:gd name="connsiteX0" fmla="*/ 87421 w 4258734"/>
              <a:gd name="connsiteY0" fmla="*/ 117451 h 1009738"/>
              <a:gd name="connsiteX1" fmla="*/ 815555 w 4258734"/>
              <a:gd name="connsiteY1" fmla="*/ 261385 h 1009738"/>
              <a:gd name="connsiteX2" fmla="*/ 1416688 w 4258734"/>
              <a:gd name="connsiteY2" fmla="*/ 701651 h 1009738"/>
              <a:gd name="connsiteX3" fmla="*/ 2813688 w 4258734"/>
              <a:gd name="connsiteY3" fmla="*/ 896385 h 1009738"/>
              <a:gd name="connsiteX4" fmla="*/ 3313221 w 4258734"/>
              <a:gd name="connsiteY4" fmla="*/ 261385 h 1009738"/>
              <a:gd name="connsiteX5" fmla="*/ 3821222 w 4258734"/>
              <a:gd name="connsiteY5" fmla="*/ 108984 h 1009738"/>
              <a:gd name="connsiteX6" fmla="*/ 3888955 w 4258734"/>
              <a:gd name="connsiteY6" fmla="*/ 15851 h 1009738"/>
              <a:gd name="connsiteX7" fmla="*/ 4210689 w 4258734"/>
              <a:gd name="connsiteY7" fmla="*/ 7384 h 1009738"/>
              <a:gd name="connsiteX8" fmla="*/ 4253021 w 4258734"/>
              <a:gd name="connsiteY8" fmla="*/ 92051 h 1009738"/>
              <a:gd name="connsiteX9" fmla="*/ 4168355 w 4258734"/>
              <a:gd name="connsiteY9" fmla="*/ 261385 h 1009738"/>
              <a:gd name="connsiteX10" fmla="*/ 3897421 w 4258734"/>
              <a:gd name="connsiteY10" fmla="*/ 286785 h 1009738"/>
              <a:gd name="connsiteX11" fmla="*/ 3846621 w 4258734"/>
              <a:gd name="connsiteY11" fmla="*/ 210585 h 1009738"/>
              <a:gd name="connsiteX12" fmla="*/ 3414821 w 4258734"/>
              <a:gd name="connsiteY12" fmla="*/ 312185 h 1009738"/>
              <a:gd name="connsiteX13" fmla="*/ 3296288 w 4258734"/>
              <a:gd name="connsiteY13" fmla="*/ 439184 h 1009738"/>
              <a:gd name="connsiteX14" fmla="*/ 3084621 w 4258734"/>
              <a:gd name="connsiteY14" fmla="*/ 820184 h 1009738"/>
              <a:gd name="connsiteX15" fmla="*/ 2906821 w 4258734"/>
              <a:gd name="connsiteY15" fmla="*/ 972585 h 1009738"/>
              <a:gd name="connsiteX16" fmla="*/ 2542755 w 4258734"/>
              <a:gd name="connsiteY16" fmla="*/ 1006451 h 1009738"/>
              <a:gd name="connsiteX17" fmla="*/ 1856955 w 4258734"/>
              <a:gd name="connsiteY17" fmla="*/ 913318 h 1009738"/>
              <a:gd name="connsiteX18" fmla="*/ 1188088 w 4258734"/>
              <a:gd name="connsiteY18" fmla="*/ 701652 h 1009738"/>
              <a:gd name="connsiteX19" fmla="*/ 891755 w 4258734"/>
              <a:gd name="connsiteY19" fmla="*/ 430718 h 1009738"/>
              <a:gd name="connsiteX20" fmla="*/ 705488 w 4258734"/>
              <a:gd name="connsiteY20" fmla="*/ 303718 h 1009738"/>
              <a:gd name="connsiteX21" fmla="*/ 502288 w 4258734"/>
              <a:gd name="connsiteY21" fmla="*/ 252918 h 1009738"/>
              <a:gd name="connsiteX22" fmla="*/ 146687 w 4258734"/>
              <a:gd name="connsiteY22" fmla="*/ 210585 h 1009738"/>
              <a:gd name="connsiteX23" fmla="*/ 19688 w 4258734"/>
              <a:gd name="connsiteY23" fmla="*/ 210585 h 1009738"/>
              <a:gd name="connsiteX24" fmla="*/ 87421 w 4258734"/>
              <a:gd name="connsiteY24" fmla="*/ 117451 h 1009738"/>
              <a:gd name="connsiteX0" fmla="*/ 87421 w 4274788"/>
              <a:gd name="connsiteY0" fmla="*/ 117451 h 1009738"/>
              <a:gd name="connsiteX1" fmla="*/ 815555 w 4274788"/>
              <a:gd name="connsiteY1" fmla="*/ 261385 h 1009738"/>
              <a:gd name="connsiteX2" fmla="*/ 1416688 w 4274788"/>
              <a:gd name="connsiteY2" fmla="*/ 701651 h 1009738"/>
              <a:gd name="connsiteX3" fmla="*/ 2813688 w 4274788"/>
              <a:gd name="connsiteY3" fmla="*/ 896385 h 1009738"/>
              <a:gd name="connsiteX4" fmla="*/ 3313221 w 4274788"/>
              <a:gd name="connsiteY4" fmla="*/ 261385 h 1009738"/>
              <a:gd name="connsiteX5" fmla="*/ 3821222 w 4274788"/>
              <a:gd name="connsiteY5" fmla="*/ 108984 h 1009738"/>
              <a:gd name="connsiteX6" fmla="*/ 3888955 w 4274788"/>
              <a:gd name="connsiteY6" fmla="*/ 15851 h 1009738"/>
              <a:gd name="connsiteX7" fmla="*/ 4210689 w 4274788"/>
              <a:gd name="connsiteY7" fmla="*/ 7384 h 1009738"/>
              <a:gd name="connsiteX8" fmla="*/ 4253021 w 4274788"/>
              <a:gd name="connsiteY8" fmla="*/ 92051 h 1009738"/>
              <a:gd name="connsiteX9" fmla="*/ 4244555 w 4274788"/>
              <a:gd name="connsiteY9" fmla="*/ 261385 h 1009738"/>
              <a:gd name="connsiteX10" fmla="*/ 3897421 w 4274788"/>
              <a:gd name="connsiteY10" fmla="*/ 286785 h 1009738"/>
              <a:gd name="connsiteX11" fmla="*/ 3846621 w 4274788"/>
              <a:gd name="connsiteY11" fmla="*/ 210585 h 1009738"/>
              <a:gd name="connsiteX12" fmla="*/ 3414821 w 4274788"/>
              <a:gd name="connsiteY12" fmla="*/ 312185 h 1009738"/>
              <a:gd name="connsiteX13" fmla="*/ 3296288 w 4274788"/>
              <a:gd name="connsiteY13" fmla="*/ 439184 h 1009738"/>
              <a:gd name="connsiteX14" fmla="*/ 3084621 w 4274788"/>
              <a:gd name="connsiteY14" fmla="*/ 820184 h 1009738"/>
              <a:gd name="connsiteX15" fmla="*/ 2906821 w 4274788"/>
              <a:gd name="connsiteY15" fmla="*/ 972585 h 1009738"/>
              <a:gd name="connsiteX16" fmla="*/ 2542755 w 4274788"/>
              <a:gd name="connsiteY16" fmla="*/ 1006451 h 1009738"/>
              <a:gd name="connsiteX17" fmla="*/ 1856955 w 4274788"/>
              <a:gd name="connsiteY17" fmla="*/ 913318 h 1009738"/>
              <a:gd name="connsiteX18" fmla="*/ 1188088 w 4274788"/>
              <a:gd name="connsiteY18" fmla="*/ 701652 h 1009738"/>
              <a:gd name="connsiteX19" fmla="*/ 891755 w 4274788"/>
              <a:gd name="connsiteY19" fmla="*/ 430718 h 1009738"/>
              <a:gd name="connsiteX20" fmla="*/ 705488 w 4274788"/>
              <a:gd name="connsiteY20" fmla="*/ 303718 h 1009738"/>
              <a:gd name="connsiteX21" fmla="*/ 502288 w 4274788"/>
              <a:gd name="connsiteY21" fmla="*/ 252918 h 1009738"/>
              <a:gd name="connsiteX22" fmla="*/ 146687 w 4274788"/>
              <a:gd name="connsiteY22" fmla="*/ 210585 h 1009738"/>
              <a:gd name="connsiteX23" fmla="*/ 19688 w 4274788"/>
              <a:gd name="connsiteY23" fmla="*/ 210585 h 1009738"/>
              <a:gd name="connsiteX24" fmla="*/ 87421 w 4274788"/>
              <a:gd name="connsiteY24" fmla="*/ 117451 h 1009738"/>
              <a:gd name="connsiteX0" fmla="*/ 87421 w 4280306"/>
              <a:gd name="connsiteY0" fmla="*/ 104539 h 996826"/>
              <a:gd name="connsiteX1" fmla="*/ 815555 w 4280306"/>
              <a:gd name="connsiteY1" fmla="*/ 248473 h 996826"/>
              <a:gd name="connsiteX2" fmla="*/ 1416688 w 4280306"/>
              <a:gd name="connsiteY2" fmla="*/ 688739 h 996826"/>
              <a:gd name="connsiteX3" fmla="*/ 2813688 w 4280306"/>
              <a:gd name="connsiteY3" fmla="*/ 883473 h 996826"/>
              <a:gd name="connsiteX4" fmla="*/ 3313221 w 4280306"/>
              <a:gd name="connsiteY4" fmla="*/ 248473 h 996826"/>
              <a:gd name="connsiteX5" fmla="*/ 3821222 w 4280306"/>
              <a:gd name="connsiteY5" fmla="*/ 96072 h 996826"/>
              <a:gd name="connsiteX6" fmla="*/ 3888955 w 4280306"/>
              <a:gd name="connsiteY6" fmla="*/ 2939 h 996826"/>
              <a:gd name="connsiteX7" fmla="*/ 4253022 w 4280306"/>
              <a:gd name="connsiteY7" fmla="*/ 28338 h 996826"/>
              <a:gd name="connsiteX8" fmla="*/ 4253021 w 4280306"/>
              <a:gd name="connsiteY8" fmla="*/ 79139 h 996826"/>
              <a:gd name="connsiteX9" fmla="*/ 4244555 w 4280306"/>
              <a:gd name="connsiteY9" fmla="*/ 248473 h 996826"/>
              <a:gd name="connsiteX10" fmla="*/ 3897421 w 4280306"/>
              <a:gd name="connsiteY10" fmla="*/ 273873 h 996826"/>
              <a:gd name="connsiteX11" fmla="*/ 3846621 w 4280306"/>
              <a:gd name="connsiteY11" fmla="*/ 197673 h 996826"/>
              <a:gd name="connsiteX12" fmla="*/ 3414821 w 4280306"/>
              <a:gd name="connsiteY12" fmla="*/ 299273 h 996826"/>
              <a:gd name="connsiteX13" fmla="*/ 3296288 w 4280306"/>
              <a:gd name="connsiteY13" fmla="*/ 426272 h 996826"/>
              <a:gd name="connsiteX14" fmla="*/ 3084621 w 4280306"/>
              <a:gd name="connsiteY14" fmla="*/ 807272 h 996826"/>
              <a:gd name="connsiteX15" fmla="*/ 2906821 w 4280306"/>
              <a:gd name="connsiteY15" fmla="*/ 959673 h 996826"/>
              <a:gd name="connsiteX16" fmla="*/ 2542755 w 4280306"/>
              <a:gd name="connsiteY16" fmla="*/ 993539 h 996826"/>
              <a:gd name="connsiteX17" fmla="*/ 1856955 w 4280306"/>
              <a:gd name="connsiteY17" fmla="*/ 900406 h 996826"/>
              <a:gd name="connsiteX18" fmla="*/ 1188088 w 4280306"/>
              <a:gd name="connsiteY18" fmla="*/ 688740 h 996826"/>
              <a:gd name="connsiteX19" fmla="*/ 891755 w 4280306"/>
              <a:gd name="connsiteY19" fmla="*/ 417806 h 996826"/>
              <a:gd name="connsiteX20" fmla="*/ 705488 w 4280306"/>
              <a:gd name="connsiteY20" fmla="*/ 290806 h 996826"/>
              <a:gd name="connsiteX21" fmla="*/ 502288 w 4280306"/>
              <a:gd name="connsiteY21" fmla="*/ 240006 h 996826"/>
              <a:gd name="connsiteX22" fmla="*/ 146687 w 4280306"/>
              <a:gd name="connsiteY22" fmla="*/ 197673 h 996826"/>
              <a:gd name="connsiteX23" fmla="*/ 19688 w 4280306"/>
              <a:gd name="connsiteY23" fmla="*/ 197673 h 996826"/>
              <a:gd name="connsiteX24" fmla="*/ 87421 w 4280306"/>
              <a:gd name="connsiteY24" fmla="*/ 104539 h 996826"/>
              <a:gd name="connsiteX0" fmla="*/ 87421 w 4273907"/>
              <a:gd name="connsiteY0" fmla="*/ 112210 h 1004497"/>
              <a:gd name="connsiteX1" fmla="*/ 815555 w 4273907"/>
              <a:gd name="connsiteY1" fmla="*/ 256144 h 1004497"/>
              <a:gd name="connsiteX2" fmla="*/ 1416688 w 4273907"/>
              <a:gd name="connsiteY2" fmla="*/ 696410 h 1004497"/>
              <a:gd name="connsiteX3" fmla="*/ 2813688 w 4273907"/>
              <a:gd name="connsiteY3" fmla="*/ 891144 h 1004497"/>
              <a:gd name="connsiteX4" fmla="*/ 3313221 w 4273907"/>
              <a:gd name="connsiteY4" fmla="*/ 256144 h 1004497"/>
              <a:gd name="connsiteX5" fmla="*/ 3821222 w 4273907"/>
              <a:gd name="connsiteY5" fmla="*/ 103743 h 1004497"/>
              <a:gd name="connsiteX6" fmla="*/ 3888955 w 4273907"/>
              <a:gd name="connsiteY6" fmla="*/ 10610 h 1004497"/>
              <a:gd name="connsiteX7" fmla="*/ 4244555 w 4273907"/>
              <a:gd name="connsiteY7" fmla="*/ 10609 h 1004497"/>
              <a:gd name="connsiteX8" fmla="*/ 4253021 w 4273907"/>
              <a:gd name="connsiteY8" fmla="*/ 86810 h 1004497"/>
              <a:gd name="connsiteX9" fmla="*/ 4244555 w 4273907"/>
              <a:gd name="connsiteY9" fmla="*/ 256144 h 1004497"/>
              <a:gd name="connsiteX10" fmla="*/ 3897421 w 4273907"/>
              <a:gd name="connsiteY10" fmla="*/ 281544 h 1004497"/>
              <a:gd name="connsiteX11" fmla="*/ 3846621 w 4273907"/>
              <a:gd name="connsiteY11" fmla="*/ 205344 h 1004497"/>
              <a:gd name="connsiteX12" fmla="*/ 3414821 w 4273907"/>
              <a:gd name="connsiteY12" fmla="*/ 306944 h 1004497"/>
              <a:gd name="connsiteX13" fmla="*/ 3296288 w 4273907"/>
              <a:gd name="connsiteY13" fmla="*/ 433943 h 1004497"/>
              <a:gd name="connsiteX14" fmla="*/ 3084621 w 4273907"/>
              <a:gd name="connsiteY14" fmla="*/ 814943 h 1004497"/>
              <a:gd name="connsiteX15" fmla="*/ 2906821 w 4273907"/>
              <a:gd name="connsiteY15" fmla="*/ 967344 h 1004497"/>
              <a:gd name="connsiteX16" fmla="*/ 2542755 w 4273907"/>
              <a:gd name="connsiteY16" fmla="*/ 1001210 h 1004497"/>
              <a:gd name="connsiteX17" fmla="*/ 1856955 w 4273907"/>
              <a:gd name="connsiteY17" fmla="*/ 908077 h 1004497"/>
              <a:gd name="connsiteX18" fmla="*/ 1188088 w 4273907"/>
              <a:gd name="connsiteY18" fmla="*/ 696411 h 1004497"/>
              <a:gd name="connsiteX19" fmla="*/ 891755 w 4273907"/>
              <a:gd name="connsiteY19" fmla="*/ 425477 h 1004497"/>
              <a:gd name="connsiteX20" fmla="*/ 705488 w 4273907"/>
              <a:gd name="connsiteY20" fmla="*/ 298477 h 1004497"/>
              <a:gd name="connsiteX21" fmla="*/ 502288 w 4273907"/>
              <a:gd name="connsiteY21" fmla="*/ 247677 h 1004497"/>
              <a:gd name="connsiteX22" fmla="*/ 146687 w 4273907"/>
              <a:gd name="connsiteY22" fmla="*/ 205344 h 1004497"/>
              <a:gd name="connsiteX23" fmla="*/ 19688 w 4273907"/>
              <a:gd name="connsiteY23" fmla="*/ 205344 h 1004497"/>
              <a:gd name="connsiteX24" fmla="*/ 87421 w 4273907"/>
              <a:gd name="connsiteY24" fmla="*/ 112210 h 1004497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897421 w 4285841"/>
              <a:gd name="connsiteY10" fmla="*/ 282053 h 1005006"/>
              <a:gd name="connsiteX11" fmla="*/ 3846621 w 4285841"/>
              <a:gd name="connsiteY11" fmla="*/ 205853 h 1005006"/>
              <a:gd name="connsiteX12" fmla="*/ 3414821 w 4285841"/>
              <a:gd name="connsiteY12" fmla="*/ 307453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897421 w 4285841"/>
              <a:gd name="connsiteY10" fmla="*/ 282053 h 1005006"/>
              <a:gd name="connsiteX11" fmla="*/ 3846621 w 4285841"/>
              <a:gd name="connsiteY11" fmla="*/ 205853 h 1005006"/>
              <a:gd name="connsiteX12" fmla="*/ 3414821 w 4285841"/>
              <a:gd name="connsiteY12" fmla="*/ 315920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897421 w 4285841"/>
              <a:gd name="connsiteY10" fmla="*/ 282053 h 1005006"/>
              <a:gd name="connsiteX11" fmla="*/ 3846621 w 4285841"/>
              <a:gd name="connsiteY11" fmla="*/ 205853 h 1005006"/>
              <a:gd name="connsiteX12" fmla="*/ 3414821 w 4285841"/>
              <a:gd name="connsiteY12" fmla="*/ 315920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897421 w 4285841"/>
              <a:gd name="connsiteY10" fmla="*/ 248186 h 1005006"/>
              <a:gd name="connsiteX11" fmla="*/ 3846621 w 4285841"/>
              <a:gd name="connsiteY11" fmla="*/ 205853 h 1005006"/>
              <a:gd name="connsiteX12" fmla="*/ 3414821 w 4285841"/>
              <a:gd name="connsiteY12" fmla="*/ 315920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897421 w 4285841"/>
              <a:gd name="connsiteY10" fmla="*/ 248186 h 1005006"/>
              <a:gd name="connsiteX11" fmla="*/ 3855088 w 4285841"/>
              <a:gd name="connsiteY11" fmla="*/ 239720 h 1005006"/>
              <a:gd name="connsiteX12" fmla="*/ 3414821 w 4285841"/>
              <a:gd name="connsiteY12" fmla="*/ 315920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897421 w 4285841"/>
              <a:gd name="connsiteY10" fmla="*/ 248186 h 1005006"/>
              <a:gd name="connsiteX11" fmla="*/ 3812755 w 4285841"/>
              <a:gd name="connsiteY11" fmla="*/ 222786 h 1005006"/>
              <a:gd name="connsiteX12" fmla="*/ 3414821 w 4285841"/>
              <a:gd name="connsiteY12" fmla="*/ 315920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905887 w 4285841"/>
              <a:gd name="connsiteY10" fmla="*/ 273586 h 1005006"/>
              <a:gd name="connsiteX11" fmla="*/ 3812755 w 4285841"/>
              <a:gd name="connsiteY11" fmla="*/ 222786 h 1005006"/>
              <a:gd name="connsiteX12" fmla="*/ 3414821 w 4285841"/>
              <a:gd name="connsiteY12" fmla="*/ 315920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922820 w 4285841"/>
              <a:gd name="connsiteY10" fmla="*/ 273586 h 1005006"/>
              <a:gd name="connsiteX11" fmla="*/ 3812755 w 4285841"/>
              <a:gd name="connsiteY11" fmla="*/ 222786 h 1005006"/>
              <a:gd name="connsiteX12" fmla="*/ 3414821 w 4285841"/>
              <a:gd name="connsiteY12" fmla="*/ 315920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922820 w 4285841"/>
              <a:gd name="connsiteY10" fmla="*/ 273586 h 1005006"/>
              <a:gd name="connsiteX11" fmla="*/ 3812755 w 4285841"/>
              <a:gd name="connsiteY11" fmla="*/ 222786 h 1005006"/>
              <a:gd name="connsiteX12" fmla="*/ 3634955 w 4285841"/>
              <a:gd name="connsiteY12" fmla="*/ 239720 h 1005006"/>
              <a:gd name="connsiteX13" fmla="*/ 3414821 w 4285841"/>
              <a:gd name="connsiteY13" fmla="*/ 315920 h 1005006"/>
              <a:gd name="connsiteX14" fmla="*/ 3296288 w 4285841"/>
              <a:gd name="connsiteY14" fmla="*/ 434452 h 1005006"/>
              <a:gd name="connsiteX15" fmla="*/ 3084621 w 4285841"/>
              <a:gd name="connsiteY15" fmla="*/ 815452 h 1005006"/>
              <a:gd name="connsiteX16" fmla="*/ 2906821 w 4285841"/>
              <a:gd name="connsiteY16" fmla="*/ 967853 h 1005006"/>
              <a:gd name="connsiteX17" fmla="*/ 2542755 w 4285841"/>
              <a:gd name="connsiteY17" fmla="*/ 1001719 h 1005006"/>
              <a:gd name="connsiteX18" fmla="*/ 1856955 w 4285841"/>
              <a:gd name="connsiteY18" fmla="*/ 908586 h 1005006"/>
              <a:gd name="connsiteX19" fmla="*/ 1188088 w 4285841"/>
              <a:gd name="connsiteY19" fmla="*/ 696920 h 1005006"/>
              <a:gd name="connsiteX20" fmla="*/ 891755 w 4285841"/>
              <a:gd name="connsiteY20" fmla="*/ 425986 h 1005006"/>
              <a:gd name="connsiteX21" fmla="*/ 705488 w 4285841"/>
              <a:gd name="connsiteY21" fmla="*/ 298986 h 1005006"/>
              <a:gd name="connsiteX22" fmla="*/ 502288 w 4285841"/>
              <a:gd name="connsiteY22" fmla="*/ 248186 h 1005006"/>
              <a:gd name="connsiteX23" fmla="*/ 146687 w 4285841"/>
              <a:gd name="connsiteY23" fmla="*/ 205853 h 1005006"/>
              <a:gd name="connsiteX24" fmla="*/ 19688 w 4285841"/>
              <a:gd name="connsiteY24" fmla="*/ 205853 h 1005006"/>
              <a:gd name="connsiteX25" fmla="*/ 87421 w 4285841"/>
              <a:gd name="connsiteY25" fmla="*/ 112719 h 1005006"/>
              <a:gd name="connsiteX0" fmla="*/ 87421 w 4366458"/>
              <a:gd name="connsiteY0" fmla="*/ 112719 h 1005006"/>
              <a:gd name="connsiteX1" fmla="*/ 815555 w 4366458"/>
              <a:gd name="connsiteY1" fmla="*/ 256653 h 1005006"/>
              <a:gd name="connsiteX2" fmla="*/ 1416688 w 4366458"/>
              <a:gd name="connsiteY2" fmla="*/ 696919 h 1005006"/>
              <a:gd name="connsiteX3" fmla="*/ 2813688 w 4366458"/>
              <a:gd name="connsiteY3" fmla="*/ 891653 h 1005006"/>
              <a:gd name="connsiteX4" fmla="*/ 3313221 w 4366458"/>
              <a:gd name="connsiteY4" fmla="*/ 256653 h 1005006"/>
              <a:gd name="connsiteX5" fmla="*/ 3821222 w 4366458"/>
              <a:gd name="connsiteY5" fmla="*/ 104252 h 1005006"/>
              <a:gd name="connsiteX6" fmla="*/ 3888955 w 4366458"/>
              <a:gd name="connsiteY6" fmla="*/ 11119 h 1005006"/>
              <a:gd name="connsiteX7" fmla="*/ 4244555 w 4366458"/>
              <a:gd name="connsiteY7" fmla="*/ 11118 h 1005006"/>
              <a:gd name="connsiteX8" fmla="*/ 4278421 w 4366458"/>
              <a:gd name="connsiteY8" fmla="*/ 95786 h 1005006"/>
              <a:gd name="connsiteX9" fmla="*/ 4244555 w 4366458"/>
              <a:gd name="connsiteY9" fmla="*/ 256653 h 1005006"/>
              <a:gd name="connsiteX10" fmla="*/ 4348270 w 4366458"/>
              <a:gd name="connsiteY10" fmla="*/ 556877 h 1005006"/>
              <a:gd name="connsiteX11" fmla="*/ 3812755 w 4366458"/>
              <a:gd name="connsiteY11" fmla="*/ 222786 h 1005006"/>
              <a:gd name="connsiteX12" fmla="*/ 3634955 w 4366458"/>
              <a:gd name="connsiteY12" fmla="*/ 239720 h 1005006"/>
              <a:gd name="connsiteX13" fmla="*/ 3414821 w 4366458"/>
              <a:gd name="connsiteY13" fmla="*/ 315920 h 1005006"/>
              <a:gd name="connsiteX14" fmla="*/ 3296288 w 4366458"/>
              <a:gd name="connsiteY14" fmla="*/ 434452 h 1005006"/>
              <a:gd name="connsiteX15" fmla="*/ 3084621 w 4366458"/>
              <a:gd name="connsiteY15" fmla="*/ 815452 h 1005006"/>
              <a:gd name="connsiteX16" fmla="*/ 2906821 w 4366458"/>
              <a:gd name="connsiteY16" fmla="*/ 967853 h 1005006"/>
              <a:gd name="connsiteX17" fmla="*/ 2542755 w 4366458"/>
              <a:gd name="connsiteY17" fmla="*/ 1001719 h 1005006"/>
              <a:gd name="connsiteX18" fmla="*/ 1856955 w 4366458"/>
              <a:gd name="connsiteY18" fmla="*/ 908586 h 1005006"/>
              <a:gd name="connsiteX19" fmla="*/ 1188088 w 4366458"/>
              <a:gd name="connsiteY19" fmla="*/ 696920 h 1005006"/>
              <a:gd name="connsiteX20" fmla="*/ 891755 w 4366458"/>
              <a:gd name="connsiteY20" fmla="*/ 425986 h 1005006"/>
              <a:gd name="connsiteX21" fmla="*/ 705488 w 4366458"/>
              <a:gd name="connsiteY21" fmla="*/ 298986 h 1005006"/>
              <a:gd name="connsiteX22" fmla="*/ 502288 w 4366458"/>
              <a:gd name="connsiteY22" fmla="*/ 248186 h 1005006"/>
              <a:gd name="connsiteX23" fmla="*/ 146687 w 4366458"/>
              <a:gd name="connsiteY23" fmla="*/ 205853 h 1005006"/>
              <a:gd name="connsiteX24" fmla="*/ 19688 w 4366458"/>
              <a:gd name="connsiteY24" fmla="*/ 205853 h 1005006"/>
              <a:gd name="connsiteX25" fmla="*/ 87421 w 4366458"/>
              <a:gd name="connsiteY25" fmla="*/ 112719 h 1005006"/>
              <a:gd name="connsiteX0" fmla="*/ 87421 w 4816371"/>
              <a:gd name="connsiteY0" fmla="*/ 112719 h 1005006"/>
              <a:gd name="connsiteX1" fmla="*/ 815555 w 4816371"/>
              <a:gd name="connsiteY1" fmla="*/ 256653 h 1005006"/>
              <a:gd name="connsiteX2" fmla="*/ 1416688 w 4816371"/>
              <a:gd name="connsiteY2" fmla="*/ 696919 h 1005006"/>
              <a:gd name="connsiteX3" fmla="*/ 2813688 w 4816371"/>
              <a:gd name="connsiteY3" fmla="*/ 891653 h 1005006"/>
              <a:gd name="connsiteX4" fmla="*/ 3313221 w 4816371"/>
              <a:gd name="connsiteY4" fmla="*/ 256653 h 1005006"/>
              <a:gd name="connsiteX5" fmla="*/ 3821222 w 4816371"/>
              <a:gd name="connsiteY5" fmla="*/ 104252 h 1005006"/>
              <a:gd name="connsiteX6" fmla="*/ 3888955 w 4816371"/>
              <a:gd name="connsiteY6" fmla="*/ 11119 h 1005006"/>
              <a:gd name="connsiteX7" fmla="*/ 4244555 w 4816371"/>
              <a:gd name="connsiteY7" fmla="*/ 11118 h 1005006"/>
              <a:gd name="connsiteX8" fmla="*/ 4278421 w 4816371"/>
              <a:gd name="connsiteY8" fmla="*/ 95786 h 1005006"/>
              <a:gd name="connsiteX9" fmla="*/ 4816055 w 4816371"/>
              <a:gd name="connsiteY9" fmla="*/ 547207 h 1005006"/>
              <a:gd name="connsiteX10" fmla="*/ 4348270 w 4816371"/>
              <a:gd name="connsiteY10" fmla="*/ 556877 h 1005006"/>
              <a:gd name="connsiteX11" fmla="*/ 3812755 w 4816371"/>
              <a:gd name="connsiteY11" fmla="*/ 222786 h 1005006"/>
              <a:gd name="connsiteX12" fmla="*/ 3634955 w 4816371"/>
              <a:gd name="connsiteY12" fmla="*/ 239720 h 1005006"/>
              <a:gd name="connsiteX13" fmla="*/ 3414821 w 4816371"/>
              <a:gd name="connsiteY13" fmla="*/ 315920 h 1005006"/>
              <a:gd name="connsiteX14" fmla="*/ 3296288 w 4816371"/>
              <a:gd name="connsiteY14" fmla="*/ 434452 h 1005006"/>
              <a:gd name="connsiteX15" fmla="*/ 3084621 w 4816371"/>
              <a:gd name="connsiteY15" fmla="*/ 815452 h 1005006"/>
              <a:gd name="connsiteX16" fmla="*/ 2906821 w 4816371"/>
              <a:gd name="connsiteY16" fmla="*/ 967853 h 1005006"/>
              <a:gd name="connsiteX17" fmla="*/ 2542755 w 4816371"/>
              <a:gd name="connsiteY17" fmla="*/ 1001719 h 1005006"/>
              <a:gd name="connsiteX18" fmla="*/ 1856955 w 4816371"/>
              <a:gd name="connsiteY18" fmla="*/ 908586 h 1005006"/>
              <a:gd name="connsiteX19" fmla="*/ 1188088 w 4816371"/>
              <a:gd name="connsiteY19" fmla="*/ 696920 h 1005006"/>
              <a:gd name="connsiteX20" fmla="*/ 891755 w 4816371"/>
              <a:gd name="connsiteY20" fmla="*/ 425986 h 1005006"/>
              <a:gd name="connsiteX21" fmla="*/ 705488 w 4816371"/>
              <a:gd name="connsiteY21" fmla="*/ 298986 h 1005006"/>
              <a:gd name="connsiteX22" fmla="*/ 502288 w 4816371"/>
              <a:gd name="connsiteY22" fmla="*/ 248186 h 1005006"/>
              <a:gd name="connsiteX23" fmla="*/ 146687 w 4816371"/>
              <a:gd name="connsiteY23" fmla="*/ 205853 h 1005006"/>
              <a:gd name="connsiteX24" fmla="*/ 19688 w 4816371"/>
              <a:gd name="connsiteY24" fmla="*/ 205853 h 1005006"/>
              <a:gd name="connsiteX25" fmla="*/ 87421 w 4816371"/>
              <a:gd name="connsiteY25" fmla="*/ 112719 h 1005006"/>
              <a:gd name="connsiteX0" fmla="*/ 87421 w 5089290"/>
              <a:gd name="connsiteY0" fmla="*/ 112719 h 1005006"/>
              <a:gd name="connsiteX1" fmla="*/ 815555 w 5089290"/>
              <a:gd name="connsiteY1" fmla="*/ 256653 h 1005006"/>
              <a:gd name="connsiteX2" fmla="*/ 1416688 w 5089290"/>
              <a:gd name="connsiteY2" fmla="*/ 696919 h 1005006"/>
              <a:gd name="connsiteX3" fmla="*/ 2813688 w 5089290"/>
              <a:gd name="connsiteY3" fmla="*/ 891653 h 1005006"/>
              <a:gd name="connsiteX4" fmla="*/ 3313221 w 5089290"/>
              <a:gd name="connsiteY4" fmla="*/ 256653 h 1005006"/>
              <a:gd name="connsiteX5" fmla="*/ 3821222 w 5089290"/>
              <a:gd name="connsiteY5" fmla="*/ 104252 h 1005006"/>
              <a:gd name="connsiteX6" fmla="*/ 3888955 w 5089290"/>
              <a:gd name="connsiteY6" fmla="*/ 11119 h 1005006"/>
              <a:gd name="connsiteX7" fmla="*/ 4244555 w 5089290"/>
              <a:gd name="connsiteY7" fmla="*/ 11118 h 1005006"/>
              <a:gd name="connsiteX8" fmla="*/ 4278421 w 5089290"/>
              <a:gd name="connsiteY8" fmla="*/ 95786 h 1005006"/>
              <a:gd name="connsiteX9" fmla="*/ 5089105 w 5089290"/>
              <a:gd name="connsiteY9" fmla="*/ 794179 h 1005006"/>
              <a:gd name="connsiteX10" fmla="*/ 4348270 w 5089290"/>
              <a:gd name="connsiteY10" fmla="*/ 556877 h 1005006"/>
              <a:gd name="connsiteX11" fmla="*/ 3812755 w 5089290"/>
              <a:gd name="connsiteY11" fmla="*/ 222786 h 1005006"/>
              <a:gd name="connsiteX12" fmla="*/ 3634955 w 5089290"/>
              <a:gd name="connsiteY12" fmla="*/ 239720 h 1005006"/>
              <a:gd name="connsiteX13" fmla="*/ 3414821 w 5089290"/>
              <a:gd name="connsiteY13" fmla="*/ 315920 h 1005006"/>
              <a:gd name="connsiteX14" fmla="*/ 3296288 w 5089290"/>
              <a:gd name="connsiteY14" fmla="*/ 434452 h 1005006"/>
              <a:gd name="connsiteX15" fmla="*/ 3084621 w 5089290"/>
              <a:gd name="connsiteY15" fmla="*/ 815452 h 1005006"/>
              <a:gd name="connsiteX16" fmla="*/ 2906821 w 5089290"/>
              <a:gd name="connsiteY16" fmla="*/ 967853 h 1005006"/>
              <a:gd name="connsiteX17" fmla="*/ 2542755 w 5089290"/>
              <a:gd name="connsiteY17" fmla="*/ 1001719 h 1005006"/>
              <a:gd name="connsiteX18" fmla="*/ 1856955 w 5089290"/>
              <a:gd name="connsiteY18" fmla="*/ 908586 h 1005006"/>
              <a:gd name="connsiteX19" fmla="*/ 1188088 w 5089290"/>
              <a:gd name="connsiteY19" fmla="*/ 696920 h 1005006"/>
              <a:gd name="connsiteX20" fmla="*/ 891755 w 5089290"/>
              <a:gd name="connsiteY20" fmla="*/ 425986 h 1005006"/>
              <a:gd name="connsiteX21" fmla="*/ 705488 w 5089290"/>
              <a:gd name="connsiteY21" fmla="*/ 298986 h 1005006"/>
              <a:gd name="connsiteX22" fmla="*/ 502288 w 5089290"/>
              <a:gd name="connsiteY22" fmla="*/ 248186 h 1005006"/>
              <a:gd name="connsiteX23" fmla="*/ 146687 w 5089290"/>
              <a:gd name="connsiteY23" fmla="*/ 205853 h 1005006"/>
              <a:gd name="connsiteX24" fmla="*/ 19688 w 5089290"/>
              <a:gd name="connsiteY24" fmla="*/ 205853 h 1005006"/>
              <a:gd name="connsiteX25" fmla="*/ 87421 w 5089290"/>
              <a:gd name="connsiteY25" fmla="*/ 112719 h 1005006"/>
              <a:gd name="connsiteX0" fmla="*/ 87421 w 5089290"/>
              <a:gd name="connsiteY0" fmla="*/ 125367 h 1017654"/>
              <a:gd name="connsiteX1" fmla="*/ 815555 w 5089290"/>
              <a:gd name="connsiteY1" fmla="*/ 269301 h 1017654"/>
              <a:gd name="connsiteX2" fmla="*/ 1416688 w 5089290"/>
              <a:gd name="connsiteY2" fmla="*/ 709567 h 1017654"/>
              <a:gd name="connsiteX3" fmla="*/ 2813688 w 5089290"/>
              <a:gd name="connsiteY3" fmla="*/ 904301 h 1017654"/>
              <a:gd name="connsiteX4" fmla="*/ 3313221 w 5089290"/>
              <a:gd name="connsiteY4" fmla="*/ 269301 h 1017654"/>
              <a:gd name="connsiteX5" fmla="*/ 3821222 w 5089290"/>
              <a:gd name="connsiteY5" fmla="*/ 116900 h 1017654"/>
              <a:gd name="connsiteX6" fmla="*/ 4295355 w 5089290"/>
              <a:gd name="connsiteY6" fmla="*/ 328849 h 1017654"/>
              <a:gd name="connsiteX7" fmla="*/ 4244555 w 5089290"/>
              <a:gd name="connsiteY7" fmla="*/ 23766 h 1017654"/>
              <a:gd name="connsiteX8" fmla="*/ 4278421 w 5089290"/>
              <a:gd name="connsiteY8" fmla="*/ 108434 h 1017654"/>
              <a:gd name="connsiteX9" fmla="*/ 5089105 w 5089290"/>
              <a:gd name="connsiteY9" fmla="*/ 806827 h 1017654"/>
              <a:gd name="connsiteX10" fmla="*/ 4348270 w 5089290"/>
              <a:gd name="connsiteY10" fmla="*/ 569525 h 1017654"/>
              <a:gd name="connsiteX11" fmla="*/ 3812755 w 5089290"/>
              <a:gd name="connsiteY11" fmla="*/ 235434 h 1017654"/>
              <a:gd name="connsiteX12" fmla="*/ 3634955 w 5089290"/>
              <a:gd name="connsiteY12" fmla="*/ 252368 h 1017654"/>
              <a:gd name="connsiteX13" fmla="*/ 3414821 w 5089290"/>
              <a:gd name="connsiteY13" fmla="*/ 328568 h 1017654"/>
              <a:gd name="connsiteX14" fmla="*/ 3296288 w 5089290"/>
              <a:gd name="connsiteY14" fmla="*/ 447100 h 1017654"/>
              <a:gd name="connsiteX15" fmla="*/ 3084621 w 5089290"/>
              <a:gd name="connsiteY15" fmla="*/ 828100 h 1017654"/>
              <a:gd name="connsiteX16" fmla="*/ 2906821 w 5089290"/>
              <a:gd name="connsiteY16" fmla="*/ 980501 h 1017654"/>
              <a:gd name="connsiteX17" fmla="*/ 2542755 w 5089290"/>
              <a:gd name="connsiteY17" fmla="*/ 1014367 h 1017654"/>
              <a:gd name="connsiteX18" fmla="*/ 1856955 w 5089290"/>
              <a:gd name="connsiteY18" fmla="*/ 921234 h 1017654"/>
              <a:gd name="connsiteX19" fmla="*/ 1188088 w 5089290"/>
              <a:gd name="connsiteY19" fmla="*/ 709568 h 1017654"/>
              <a:gd name="connsiteX20" fmla="*/ 891755 w 5089290"/>
              <a:gd name="connsiteY20" fmla="*/ 438634 h 1017654"/>
              <a:gd name="connsiteX21" fmla="*/ 705488 w 5089290"/>
              <a:gd name="connsiteY21" fmla="*/ 311634 h 1017654"/>
              <a:gd name="connsiteX22" fmla="*/ 502288 w 5089290"/>
              <a:gd name="connsiteY22" fmla="*/ 260834 h 1017654"/>
              <a:gd name="connsiteX23" fmla="*/ 146687 w 5089290"/>
              <a:gd name="connsiteY23" fmla="*/ 218501 h 1017654"/>
              <a:gd name="connsiteX24" fmla="*/ 19688 w 5089290"/>
              <a:gd name="connsiteY24" fmla="*/ 218501 h 1017654"/>
              <a:gd name="connsiteX25" fmla="*/ 87421 w 5089290"/>
              <a:gd name="connsiteY25" fmla="*/ 125367 h 1017654"/>
              <a:gd name="connsiteX0" fmla="*/ 87421 w 5089290"/>
              <a:gd name="connsiteY0" fmla="*/ 125367 h 1017654"/>
              <a:gd name="connsiteX1" fmla="*/ 815555 w 5089290"/>
              <a:gd name="connsiteY1" fmla="*/ 269301 h 1017654"/>
              <a:gd name="connsiteX2" fmla="*/ 1416688 w 5089290"/>
              <a:gd name="connsiteY2" fmla="*/ 709567 h 1017654"/>
              <a:gd name="connsiteX3" fmla="*/ 2813688 w 5089290"/>
              <a:gd name="connsiteY3" fmla="*/ 904301 h 1017654"/>
              <a:gd name="connsiteX4" fmla="*/ 3313221 w 5089290"/>
              <a:gd name="connsiteY4" fmla="*/ 269301 h 1017654"/>
              <a:gd name="connsiteX5" fmla="*/ 3865672 w 5089290"/>
              <a:gd name="connsiteY5" fmla="*/ 138692 h 1017654"/>
              <a:gd name="connsiteX6" fmla="*/ 4295355 w 5089290"/>
              <a:gd name="connsiteY6" fmla="*/ 328849 h 1017654"/>
              <a:gd name="connsiteX7" fmla="*/ 4244555 w 5089290"/>
              <a:gd name="connsiteY7" fmla="*/ 23766 h 1017654"/>
              <a:gd name="connsiteX8" fmla="*/ 4278421 w 5089290"/>
              <a:gd name="connsiteY8" fmla="*/ 108434 h 1017654"/>
              <a:gd name="connsiteX9" fmla="*/ 5089105 w 5089290"/>
              <a:gd name="connsiteY9" fmla="*/ 806827 h 1017654"/>
              <a:gd name="connsiteX10" fmla="*/ 4348270 w 5089290"/>
              <a:gd name="connsiteY10" fmla="*/ 569525 h 1017654"/>
              <a:gd name="connsiteX11" fmla="*/ 3812755 w 5089290"/>
              <a:gd name="connsiteY11" fmla="*/ 235434 h 1017654"/>
              <a:gd name="connsiteX12" fmla="*/ 3634955 w 5089290"/>
              <a:gd name="connsiteY12" fmla="*/ 252368 h 1017654"/>
              <a:gd name="connsiteX13" fmla="*/ 3414821 w 5089290"/>
              <a:gd name="connsiteY13" fmla="*/ 328568 h 1017654"/>
              <a:gd name="connsiteX14" fmla="*/ 3296288 w 5089290"/>
              <a:gd name="connsiteY14" fmla="*/ 447100 h 1017654"/>
              <a:gd name="connsiteX15" fmla="*/ 3084621 w 5089290"/>
              <a:gd name="connsiteY15" fmla="*/ 828100 h 1017654"/>
              <a:gd name="connsiteX16" fmla="*/ 2906821 w 5089290"/>
              <a:gd name="connsiteY16" fmla="*/ 980501 h 1017654"/>
              <a:gd name="connsiteX17" fmla="*/ 2542755 w 5089290"/>
              <a:gd name="connsiteY17" fmla="*/ 1014367 h 1017654"/>
              <a:gd name="connsiteX18" fmla="*/ 1856955 w 5089290"/>
              <a:gd name="connsiteY18" fmla="*/ 921234 h 1017654"/>
              <a:gd name="connsiteX19" fmla="*/ 1188088 w 5089290"/>
              <a:gd name="connsiteY19" fmla="*/ 709568 h 1017654"/>
              <a:gd name="connsiteX20" fmla="*/ 891755 w 5089290"/>
              <a:gd name="connsiteY20" fmla="*/ 438634 h 1017654"/>
              <a:gd name="connsiteX21" fmla="*/ 705488 w 5089290"/>
              <a:gd name="connsiteY21" fmla="*/ 311634 h 1017654"/>
              <a:gd name="connsiteX22" fmla="*/ 502288 w 5089290"/>
              <a:gd name="connsiteY22" fmla="*/ 260834 h 1017654"/>
              <a:gd name="connsiteX23" fmla="*/ 146687 w 5089290"/>
              <a:gd name="connsiteY23" fmla="*/ 218501 h 1017654"/>
              <a:gd name="connsiteX24" fmla="*/ 19688 w 5089290"/>
              <a:gd name="connsiteY24" fmla="*/ 218501 h 1017654"/>
              <a:gd name="connsiteX25" fmla="*/ 87421 w 5089290"/>
              <a:gd name="connsiteY25" fmla="*/ 125367 h 1017654"/>
              <a:gd name="connsiteX0" fmla="*/ 87421 w 5089290"/>
              <a:gd name="connsiteY0" fmla="*/ 125367 h 1017654"/>
              <a:gd name="connsiteX1" fmla="*/ 815555 w 5089290"/>
              <a:gd name="connsiteY1" fmla="*/ 269301 h 1017654"/>
              <a:gd name="connsiteX2" fmla="*/ 1416688 w 5089290"/>
              <a:gd name="connsiteY2" fmla="*/ 709567 h 1017654"/>
              <a:gd name="connsiteX3" fmla="*/ 2813688 w 5089290"/>
              <a:gd name="connsiteY3" fmla="*/ 904301 h 1017654"/>
              <a:gd name="connsiteX4" fmla="*/ 3313221 w 5089290"/>
              <a:gd name="connsiteY4" fmla="*/ 269301 h 1017654"/>
              <a:gd name="connsiteX5" fmla="*/ 3865672 w 5089290"/>
              <a:gd name="connsiteY5" fmla="*/ 138692 h 1017654"/>
              <a:gd name="connsiteX6" fmla="*/ 4295355 w 5089290"/>
              <a:gd name="connsiteY6" fmla="*/ 328849 h 1017654"/>
              <a:gd name="connsiteX7" fmla="*/ 4244555 w 5089290"/>
              <a:gd name="connsiteY7" fmla="*/ 23766 h 1017654"/>
              <a:gd name="connsiteX8" fmla="*/ 4278421 w 5089290"/>
              <a:gd name="connsiteY8" fmla="*/ 108434 h 1017654"/>
              <a:gd name="connsiteX9" fmla="*/ 5089105 w 5089290"/>
              <a:gd name="connsiteY9" fmla="*/ 806827 h 1017654"/>
              <a:gd name="connsiteX10" fmla="*/ 4348270 w 5089290"/>
              <a:gd name="connsiteY10" fmla="*/ 569525 h 1017654"/>
              <a:gd name="connsiteX11" fmla="*/ 3812755 w 5089290"/>
              <a:gd name="connsiteY11" fmla="*/ 235434 h 1017654"/>
              <a:gd name="connsiteX12" fmla="*/ 3571455 w 5089290"/>
              <a:gd name="connsiteY12" fmla="*/ 230577 h 1017654"/>
              <a:gd name="connsiteX13" fmla="*/ 3414821 w 5089290"/>
              <a:gd name="connsiteY13" fmla="*/ 328568 h 1017654"/>
              <a:gd name="connsiteX14" fmla="*/ 3296288 w 5089290"/>
              <a:gd name="connsiteY14" fmla="*/ 447100 h 1017654"/>
              <a:gd name="connsiteX15" fmla="*/ 3084621 w 5089290"/>
              <a:gd name="connsiteY15" fmla="*/ 828100 h 1017654"/>
              <a:gd name="connsiteX16" fmla="*/ 2906821 w 5089290"/>
              <a:gd name="connsiteY16" fmla="*/ 980501 h 1017654"/>
              <a:gd name="connsiteX17" fmla="*/ 2542755 w 5089290"/>
              <a:gd name="connsiteY17" fmla="*/ 1014367 h 1017654"/>
              <a:gd name="connsiteX18" fmla="*/ 1856955 w 5089290"/>
              <a:gd name="connsiteY18" fmla="*/ 921234 h 1017654"/>
              <a:gd name="connsiteX19" fmla="*/ 1188088 w 5089290"/>
              <a:gd name="connsiteY19" fmla="*/ 709568 h 1017654"/>
              <a:gd name="connsiteX20" fmla="*/ 891755 w 5089290"/>
              <a:gd name="connsiteY20" fmla="*/ 438634 h 1017654"/>
              <a:gd name="connsiteX21" fmla="*/ 705488 w 5089290"/>
              <a:gd name="connsiteY21" fmla="*/ 311634 h 1017654"/>
              <a:gd name="connsiteX22" fmla="*/ 502288 w 5089290"/>
              <a:gd name="connsiteY22" fmla="*/ 260834 h 1017654"/>
              <a:gd name="connsiteX23" fmla="*/ 146687 w 5089290"/>
              <a:gd name="connsiteY23" fmla="*/ 218501 h 1017654"/>
              <a:gd name="connsiteX24" fmla="*/ 19688 w 5089290"/>
              <a:gd name="connsiteY24" fmla="*/ 218501 h 1017654"/>
              <a:gd name="connsiteX25" fmla="*/ 87421 w 5089290"/>
              <a:gd name="connsiteY25" fmla="*/ 125367 h 1017654"/>
              <a:gd name="connsiteX0" fmla="*/ 87421 w 5089287"/>
              <a:gd name="connsiteY0" fmla="*/ 125367 h 1017654"/>
              <a:gd name="connsiteX1" fmla="*/ 815555 w 5089287"/>
              <a:gd name="connsiteY1" fmla="*/ 269301 h 1017654"/>
              <a:gd name="connsiteX2" fmla="*/ 1416688 w 5089287"/>
              <a:gd name="connsiteY2" fmla="*/ 709567 h 1017654"/>
              <a:gd name="connsiteX3" fmla="*/ 2813688 w 5089287"/>
              <a:gd name="connsiteY3" fmla="*/ 904301 h 1017654"/>
              <a:gd name="connsiteX4" fmla="*/ 3313221 w 5089287"/>
              <a:gd name="connsiteY4" fmla="*/ 269301 h 1017654"/>
              <a:gd name="connsiteX5" fmla="*/ 3865672 w 5089287"/>
              <a:gd name="connsiteY5" fmla="*/ 138692 h 1017654"/>
              <a:gd name="connsiteX6" fmla="*/ 4295355 w 5089287"/>
              <a:gd name="connsiteY6" fmla="*/ 328849 h 1017654"/>
              <a:gd name="connsiteX7" fmla="*/ 4244555 w 5089287"/>
              <a:gd name="connsiteY7" fmla="*/ 23766 h 1017654"/>
              <a:gd name="connsiteX8" fmla="*/ 4278421 w 5089287"/>
              <a:gd name="connsiteY8" fmla="*/ 108434 h 1017654"/>
              <a:gd name="connsiteX9" fmla="*/ 5089105 w 5089287"/>
              <a:gd name="connsiteY9" fmla="*/ 806827 h 1017654"/>
              <a:gd name="connsiteX10" fmla="*/ 4348270 w 5089287"/>
              <a:gd name="connsiteY10" fmla="*/ 569525 h 1017654"/>
              <a:gd name="connsiteX11" fmla="*/ 3869905 w 5089287"/>
              <a:gd name="connsiteY11" fmla="*/ 257226 h 1017654"/>
              <a:gd name="connsiteX12" fmla="*/ 3571455 w 5089287"/>
              <a:gd name="connsiteY12" fmla="*/ 230577 h 1017654"/>
              <a:gd name="connsiteX13" fmla="*/ 3414821 w 5089287"/>
              <a:gd name="connsiteY13" fmla="*/ 328568 h 1017654"/>
              <a:gd name="connsiteX14" fmla="*/ 3296288 w 5089287"/>
              <a:gd name="connsiteY14" fmla="*/ 447100 h 1017654"/>
              <a:gd name="connsiteX15" fmla="*/ 3084621 w 5089287"/>
              <a:gd name="connsiteY15" fmla="*/ 828100 h 1017654"/>
              <a:gd name="connsiteX16" fmla="*/ 2906821 w 5089287"/>
              <a:gd name="connsiteY16" fmla="*/ 980501 h 1017654"/>
              <a:gd name="connsiteX17" fmla="*/ 2542755 w 5089287"/>
              <a:gd name="connsiteY17" fmla="*/ 1014367 h 1017654"/>
              <a:gd name="connsiteX18" fmla="*/ 1856955 w 5089287"/>
              <a:gd name="connsiteY18" fmla="*/ 921234 h 1017654"/>
              <a:gd name="connsiteX19" fmla="*/ 1188088 w 5089287"/>
              <a:gd name="connsiteY19" fmla="*/ 709568 h 1017654"/>
              <a:gd name="connsiteX20" fmla="*/ 891755 w 5089287"/>
              <a:gd name="connsiteY20" fmla="*/ 438634 h 1017654"/>
              <a:gd name="connsiteX21" fmla="*/ 705488 w 5089287"/>
              <a:gd name="connsiteY21" fmla="*/ 311634 h 1017654"/>
              <a:gd name="connsiteX22" fmla="*/ 502288 w 5089287"/>
              <a:gd name="connsiteY22" fmla="*/ 260834 h 1017654"/>
              <a:gd name="connsiteX23" fmla="*/ 146687 w 5089287"/>
              <a:gd name="connsiteY23" fmla="*/ 218501 h 1017654"/>
              <a:gd name="connsiteX24" fmla="*/ 19688 w 5089287"/>
              <a:gd name="connsiteY24" fmla="*/ 218501 h 1017654"/>
              <a:gd name="connsiteX25" fmla="*/ 87421 w 5089287"/>
              <a:gd name="connsiteY25" fmla="*/ 125367 h 1017654"/>
              <a:gd name="connsiteX0" fmla="*/ 87421 w 5089287"/>
              <a:gd name="connsiteY0" fmla="*/ 125367 h 1017654"/>
              <a:gd name="connsiteX1" fmla="*/ 815555 w 5089287"/>
              <a:gd name="connsiteY1" fmla="*/ 269301 h 1017654"/>
              <a:gd name="connsiteX2" fmla="*/ 1416688 w 5089287"/>
              <a:gd name="connsiteY2" fmla="*/ 709567 h 1017654"/>
              <a:gd name="connsiteX3" fmla="*/ 2813688 w 5089287"/>
              <a:gd name="connsiteY3" fmla="*/ 904301 h 1017654"/>
              <a:gd name="connsiteX4" fmla="*/ 3313221 w 5089287"/>
              <a:gd name="connsiteY4" fmla="*/ 269301 h 1017654"/>
              <a:gd name="connsiteX5" fmla="*/ 3865672 w 5089287"/>
              <a:gd name="connsiteY5" fmla="*/ 138692 h 1017654"/>
              <a:gd name="connsiteX6" fmla="*/ 4295355 w 5089287"/>
              <a:gd name="connsiteY6" fmla="*/ 328849 h 1017654"/>
              <a:gd name="connsiteX7" fmla="*/ 4244555 w 5089287"/>
              <a:gd name="connsiteY7" fmla="*/ 23766 h 1017654"/>
              <a:gd name="connsiteX8" fmla="*/ 4278421 w 5089287"/>
              <a:gd name="connsiteY8" fmla="*/ 108434 h 1017654"/>
              <a:gd name="connsiteX9" fmla="*/ 5089105 w 5089287"/>
              <a:gd name="connsiteY9" fmla="*/ 806827 h 1017654"/>
              <a:gd name="connsiteX10" fmla="*/ 4348270 w 5089287"/>
              <a:gd name="connsiteY10" fmla="*/ 569525 h 1017654"/>
              <a:gd name="connsiteX11" fmla="*/ 3869905 w 5089287"/>
              <a:gd name="connsiteY11" fmla="*/ 257226 h 1017654"/>
              <a:gd name="connsiteX12" fmla="*/ 3596855 w 5089287"/>
              <a:gd name="connsiteY12" fmla="*/ 252368 h 1017654"/>
              <a:gd name="connsiteX13" fmla="*/ 3414821 w 5089287"/>
              <a:gd name="connsiteY13" fmla="*/ 328568 h 1017654"/>
              <a:gd name="connsiteX14" fmla="*/ 3296288 w 5089287"/>
              <a:gd name="connsiteY14" fmla="*/ 447100 h 1017654"/>
              <a:gd name="connsiteX15" fmla="*/ 3084621 w 5089287"/>
              <a:gd name="connsiteY15" fmla="*/ 828100 h 1017654"/>
              <a:gd name="connsiteX16" fmla="*/ 2906821 w 5089287"/>
              <a:gd name="connsiteY16" fmla="*/ 980501 h 1017654"/>
              <a:gd name="connsiteX17" fmla="*/ 2542755 w 5089287"/>
              <a:gd name="connsiteY17" fmla="*/ 1014367 h 1017654"/>
              <a:gd name="connsiteX18" fmla="*/ 1856955 w 5089287"/>
              <a:gd name="connsiteY18" fmla="*/ 921234 h 1017654"/>
              <a:gd name="connsiteX19" fmla="*/ 1188088 w 5089287"/>
              <a:gd name="connsiteY19" fmla="*/ 709568 h 1017654"/>
              <a:gd name="connsiteX20" fmla="*/ 891755 w 5089287"/>
              <a:gd name="connsiteY20" fmla="*/ 438634 h 1017654"/>
              <a:gd name="connsiteX21" fmla="*/ 705488 w 5089287"/>
              <a:gd name="connsiteY21" fmla="*/ 311634 h 1017654"/>
              <a:gd name="connsiteX22" fmla="*/ 502288 w 5089287"/>
              <a:gd name="connsiteY22" fmla="*/ 260834 h 1017654"/>
              <a:gd name="connsiteX23" fmla="*/ 146687 w 5089287"/>
              <a:gd name="connsiteY23" fmla="*/ 218501 h 1017654"/>
              <a:gd name="connsiteX24" fmla="*/ 19688 w 5089287"/>
              <a:gd name="connsiteY24" fmla="*/ 218501 h 1017654"/>
              <a:gd name="connsiteX25" fmla="*/ 87421 w 5089287"/>
              <a:gd name="connsiteY25" fmla="*/ 125367 h 1017654"/>
              <a:gd name="connsiteX0" fmla="*/ 87421 w 5089287"/>
              <a:gd name="connsiteY0" fmla="*/ 125367 h 1017654"/>
              <a:gd name="connsiteX1" fmla="*/ 815555 w 5089287"/>
              <a:gd name="connsiteY1" fmla="*/ 269301 h 1017654"/>
              <a:gd name="connsiteX2" fmla="*/ 1416688 w 5089287"/>
              <a:gd name="connsiteY2" fmla="*/ 709567 h 1017654"/>
              <a:gd name="connsiteX3" fmla="*/ 2813688 w 5089287"/>
              <a:gd name="connsiteY3" fmla="*/ 904301 h 1017654"/>
              <a:gd name="connsiteX4" fmla="*/ 3313221 w 5089287"/>
              <a:gd name="connsiteY4" fmla="*/ 269301 h 1017654"/>
              <a:gd name="connsiteX5" fmla="*/ 3916472 w 5089287"/>
              <a:gd name="connsiteY5" fmla="*/ 175011 h 1017654"/>
              <a:gd name="connsiteX6" fmla="*/ 4295355 w 5089287"/>
              <a:gd name="connsiteY6" fmla="*/ 328849 h 1017654"/>
              <a:gd name="connsiteX7" fmla="*/ 4244555 w 5089287"/>
              <a:gd name="connsiteY7" fmla="*/ 23766 h 1017654"/>
              <a:gd name="connsiteX8" fmla="*/ 4278421 w 5089287"/>
              <a:gd name="connsiteY8" fmla="*/ 108434 h 1017654"/>
              <a:gd name="connsiteX9" fmla="*/ 5089105 w 5089287"/>
              <a:gd name="connsiteY9" fmla="*/ 806827 h 1017654"/>
              <a:gd name="connsiteX10" fmla="*/ 4348270 w 5089287"/>
              <a:gd name="connsiteY10" fmla="*/ 569525 h 1017654"/>
              <a:gd name="connsiteX11" fmla="*/ 3869905 w 5089287"/>
              <a:gd name="connsiteY11" fmla="*/ 257226 h 1017654"/>
              <a:gd name="connsiteX12" fmla="*/ 3596855 w 5089287"/>
              <a:gd name="connsiteY12" fmla="*/ 252368 h 1017654"/>
              <a:gd name="connsiteX13" fmla="*/ 3414821 w 5089287"/>
              <a:gd name="connsiteY13" fmla="*/ 328568 h 1017654"/>
              <a:gd name="connsiteX14" fmla="*/ 3296288 w 5089287"/>
              <a:gd name="connsiteY14" fmla="*/ 447100 h 1017654"/>
              <a:gd name="connsiteX15" fmla="*/ 3084621 w 5089287"/>
              <a:gd name="connsiteY15" fmla="*/ 828100 h 1017654"/>
              <a:gd name="connsiteX16" fmla="*/ 2906821 w 5089287"/>
              <a:gd name="connsiteY16" fmla="*/ 980501 h 1017654"/>
              <a:gd name="connsiteX17" fmla="*/ 2542755 w 5089287"/>
              <a:gd name="connsiteY17" fmla="*/ 1014367 h 1017654"/>
              <a:gd name="connsiteX18" fmla="*/ 1856955 w 5089287"/>
              <a:gd name="connsiteY18" fmla="*/ 921234 h 1017654"/>
              <a:gd name="connsiteX19" fmla="*/ 1188088 w 5089287"/>
              <a:gd name="connsiteY19" fmla="*/ 709568 h 1017654"/>
              <a:gd name="connsiteX20" fmla="*/ 891755 w 5089287"/>
              <a:gd name="connsiteY20" fmla="*/ 438634 h 1017654"/>
              <a:gd name="connsiteX21" fmla="*/ 705488 w 5089287"/>
              <a:gd name="connsiteY21" fmla="*/ 311634 h 1017654"/>
              <a:gd name="connsiteX22" fmla="*/ 502288 w 5089287"/>
              <a:gd name="connsiteY22" fmla="*/ 260834 h 1017654"/>
              <a:gd name="connsiteX23" fmla="*/ 146687 w 5089287"/>
              <a:gd name="connsiteY23" fmla="*/ 218501 h 1017654"/>
              <a:gd name="connsiteX24" fmla="*/ 19688 w 5089287"/>
              <a:gd name="connsiteY24" fmla="*/ 218501 h 1017654"/>
              <a:gd name="connsiteX25" fmla="*/ 87421 w 5089287"/>
              <a:gd name="connsiteY25" fmla="*/ 125367 h 1017654"/>
              <a:gd name="connsiteX0" fmla="*/ 87421 w 5089287"/>
              <a:gd name="connsiteY0" fmla="*/ 125367 h 1017654"/>
              <a:gd name="connsiteX1" fmla="*/ 815555 w 5089287"/>
              <a:gd name="connsiteY1" fmla="*/ 269301 h 1017654"/>
              <a:gd name="connsiteX2" fmla="*/ 1416688 w 5089287"/>
              <a:gd name="connsiteY2" fmla="*/ 709567 h 1017654"/>
              <a:gd name="connsiteX3" fmla="*/ 2813688 w 5089287"/>
              <a:gd name="connsiteY3" fmla="*/ 904301 h 1017654"/>
              <a:gd name="connsiteX4" fmla="*/ 3313221 w 5089287"/>
              <a:gd name="connsiteY4" fmla="*/ 269301 h 1017654"/>
              <a:gd name="connsiteX5" fmla="*/ 3916472 w 5089287"/>
              <a:gd name="connsiteY5" fmla="*/ 175011 h 1017654"/>
              <a:gd name="connsiteX6" fmla="*/ 4295355 w 5089287"/>
              <a:gd name="connsiteY6" fmla="*/ 328849 h 1017654"/>
              <a:gd name="connsiteX7" fmla="*/ 4244555 w 5089287"/>
              <a:gd name="connsiteY7" fmla="*/ 23766 h 1017654"/>
              <a:gd name="connsiteX8" fmla="*/ 4278421 w 5089287"/>
              <a:gd name="connsiteY8" fmla="*/ 108434 h 1017654"/>
              <a:gd name="connsiteX9" fmla="*/ 5089105 w 5089287"/>
              <a:gd name="connsiteY9" fmla="*/ 806827 h 1017654"/>
              <a:gd name="connsiteX10" fmla="*/ 4348270 w 5089287"/>
              <a:gd name="connsiteY10" fmla="*/ 569525 h 1017654"/>
              <a:gd name="connsiteX11" fmla="*/ 3869905 w 5089287"/>
              <a:gd name="connsiteY11" fmla="*/ 257226 h 1017654"/>
              <a:gd name="connsiteX12" fmla="*/ 3596855 w 5089287"/>
              <a:gd name="connsiteY12" fmla="*/ 252368 h 1017654"/>
              <a:gd name="connsiteX13" fmla="*/ 3414821 w 5089287"/>
              <a:gd name="connsiteY13" fmla="*/ 328568 h 1017654"/>
              <a:gd name="connsiteX14" fmla="*/ 3296288 w 5089287"/>
              <a:gd name="connsiteY14" fmla="*/ 447100 h 1017654"/>
              <a:gd name="connsiteX15" fmla="*/ 3084621 w 5089287"/>
              <a:gd name="connsiteY15" fmla="*/ 828100 h 1017654"/>
              <a:gd name="connsiteX16" fmla="*/ 2906821 w 5089287"/>
              <a:gd name="connsiteY16" fmla="*/ 980501 h 1017654"/>
              <a:gd name="connsiteX17" fmla="*/ 2542755 w 5089287"/>
              <a:gd name="connsiteY17" fmla="*/ 1014367 h 1017654"/>
              <a:gd name="connsiteX18" fmla="*/ 1856955 w 5089287"/>
              <a:gd name="connsiteY18" fmla="*/ 921234 h 1017654"/>
              <a:gd name="connsiteX19" fmla="*/ 1188088 w 5089287"/>
              <a:gd name="connsiteY19" fmla="*/ 709568 h 1017654"/>
              <a:gd name="connsiteX20" fmla="*/ 891755 w 5089287"/>
              <a:gd name="connsiteY20" fmla="*/ 438634 h 1017654"/>
              <a:gd name="connsiteX21" fmla="*/ 705488 w 5089287"/>
              <a:gd name="connsiteY21" fmla="*/ 311634 h 1017654"/>
              <a:gd name="connsiteX22" fmla="*/ 502288 w 5089287"/>
              <a:gd name="connsiteY22" fmla="*/ 260834 h 1017654"/>
              <a:gd name="connsiteX23" fmla="*/ 146687 w 5089287"/>
              <a:gd name="connsiteY23" fmla="*/ 218501 h 1017654"/>
              <a:gd name="connsiteX24" fmla="*/ 19688 w 5089287"/>
              <a:gd name="connsiteY24" fmla="*/ 218501 h 1017654"/>
              <a:gd name="connsiteX25" fmla="*/ 87421 w 5089287"/>
              <a:gd name="connsiteY25" fmla="*/ 125367 h 1017654"/>
              <a:gd name="connsiteX0" fmla="*/ 87421 w 5089287"/>
              <a:gd name="connsiteY0" fmla="*/ 125367 h 1017654"/>
              <a:gd name="connsiteX1" fmla="*/ 815555 w 5089287"/>
              <a:gd name="connsiteY1" fmla="*/ 269301 h 1017654"/>
              <a:gd name="connsiteX2" fmla="*/ 1416688 w 5089287"/>
              <a:gd name="connsiteY2" fmla="*/ 709567 h 1017654"/>
              <a:gd name="connsiteX3" fmla="*/ 2813688 w 5089287"/>
              <a:gd name="connsiteY3" fmla="*/ 904301 h 1017654"/>
              <a:gd name="connsiteX4" fmla="*/ 3313221 w 5089287"/>
              <a:gd name="connsiteY4" fmla="*/ 269301 h 1017654"/>
              <a:gd name="connsiteX5" fmla="*/ 3935522 w 5089287"/>
              <a:gd name="connsiteY5" fmla="*/ 167747 h 1017654"/>
              <a:gd name="connsiteX6" fmla="*/ 4295355 w 5089287"/>
              <a:gd name="connsiteY6" fmla="*/ 328849 h 1017654"/>
              <a:gd name="connsiteX7" fmla="*/ 4244555 w 5089287"/>
              <a:gd name="connsiteY7" fmla="*/ 23766 h 1017654"/>
              <a:gd name="connsiteX8" fmla="*/ 4278421 w 5089287"/>
              <a:gd name="connsiteY8" fmla="*/ 108434 h 1017654"/>
              <a:gd name="connsiteX9" fmla="*/ 5089105 w 5089287"/>
              <a:gd name="connsiteY9" fmla="*/ 806827 h 1017654"/>
              <a:gd name="connsiteX10" fmla="*/ 4348270 w 5089287"/>
              <a:gd name="connsiteY10" fmla="*/ 569525 h 1017654"/>
              <a:gd name="connsiteX11" fmla="*/ 3869905 w 5089287"/>
              <a:gd name="connsiteY11" fmla="*/ 257226 h 1017654"/>
              <a:gd name="connsiteX12" fmla="*/ 3596855 w 5089287"/>
              <a:gd name="connsiteY12" fmla="*/ 252368 h 1017654"/>
              <a:gd name="connsiteX13" fmla="*/ 3414821 w 5089287"/>
              <a:gd name="connsiteY13" fmla="*/ 328568 h 1017654"/>
              <a:gd name="connsiteX14" fmla="*/ 3296288 w 5089287"/>
              <a:gd name="connsiteY14" fmla="*/ 447100 h 1017654"/>
              <a:gd name="connsiteX15" fmla="*/ 3084621 w 5089287"/>
              <a:gd name="connsiteY15" fmla="*/ 828100 h 1017654"/>
              <a:gd name="connsiteX16" fmla="*/ 2906821 w 5089287"/>
              <a:gd name="connsiteY16" fmla="*/ 980501 h 1017654"/>
              <a:gd name="connsiteX17" fmla="*/ 2542755 w 5089287"/>
              <a:gd name="connsiteY17" fmla="*/ 1014367 h 1017654"/>
              <a:gd name="connsiteX18" fmla="*/ 1856955 w 5089287"/>
              <a:gd name="connsiteY18" fmla="*/ 921234 h 1017654"/>
              <a:gd name="connsiteX19" fmla="*/ 1188088 w 5089287"/>
              <a:gd name="connsiteY19" fmla="*/ 709568 h 1017654"/>
              <a:gd name="connsiteX20" fmla="*/ 891755 w 5089287"/>
              <a:gd name="connsiteY20" fmla="*/ 438634 h 1017654"/>
              <a:gd name="connsiteX21" fmla="*/ 705488 w 5089287"/>
              <a:gd name="connsiteY21" fmla="*/ 311634 h 1017654"/>
              <a:gd name="connsiteX22" fmla="*/ 502288 w 5089287"/>
              <a:gd name="connsiteY22" fmla="*/ 260834 h 1017654"/>
              <a:gd name="connsiteX23" fmla="*/ 146687 w 5089287"/>
              <a:gd name="connsiteY23" fmla="*/ 218501 h 1017654"/>
              <a:gd name="connsiteX24" fmla="*/ 19688 w 5089287"/>
              <a:gd name="connsiteY24" fmla="*/ 218501 h 1017654"/>
              <a:gd name="connsiteX25" fmla="*/ 87421 w 5089287"/>
              <a:gd name="connsiteY25" fmla="*/ 125367 h 1017654"/>
              <a:gd name="connsiteX0" fmla="*/ 87421 w 5089287"/>
              <a:gd name="connsiteY0" fmla="*/ 125367 h 1017654"/>
              <a:gd name="connsiteX1" fmla="*/ 815555 w 5089287"/>
              <a:gd name="connsiteY1" fmla="*/ 269301 h 1017654"/>
              <a:gd name="connsiteX2" fmla="*/ 1416688 w 5089287"/>
              <a:gd name="connsiteY2" fmla="*/ 709567 h 1017654"/>
              <a:gd name="connsiteX3" fmla="*/ 2813688 w 5089287"/>
              <a:gd name="connsiteY3" fmla="*/ 904301 h 1017654"/>
              <a:gd name="connsiteX4" fmla="*/ 3313221 w 5089287"/>
              <a:gd name="connsiteY4" fmla="*/ 269301 h 1017654"/>
              <a:gd name="connsiteX5" fmla="*/ 3935522 w 5089287"/>
              <a:gd name="connsiteY5" fmla="*/ 167747 h 1017654"/>
              <a:gd name="connsiteX6" fmla="*/ 4295355 w 5089287"/>
              <a:gd name="connsiteY6" fmla="*/ 328849 h 1017654"/>
              <a:gd name="connsiteX7" fmla="*/ 4244555 w 5089287"/>
              <a:gd name="connsiteY7" fmla="*/ 23766 h 1017654"/>
              <a:gd name="connsiteX8" fmla="*/ 4278421 w 5089287"/>
              <a:gd name="connsiteY8" fmla="*/ 108434 h 1017654"/>
              <a:gd name="connsiteX9" fmla="*/ 5089105 w 5089287"/>
              <a:gd name="connsiteY9" fmla="*/ 806827 h 1017654"/>
              <a:gd name="connsiteX10" fmla="*/ 4348270 w 5089287"/>
              <a:gd name="connsiteY10" fmla="*/ 569525 h 1017654"/>
              <a:gd name="connsiteX11" fmla="*/ 3869905 w 5089287"/>
              <a:gd name="connsiteY11" fmla="*/ 257226 h 1017654"/>
              <a:gd name="connsiteX12" fmla="*/ 3596855 w 5089287"/>
              <a:gd name="connsiteY12" fmla="*/ 252368 h 1017654"/>
              <a:gd name="connsiteX13" fmla="*/ 3414821 w 5089287"/>
              <a:gd name="connsiteY13" fmla="*/ 328568 h 1017654"/>
              <a:gd name="connsiteX14" fmla="*/ 3296288 w 5089287"/>
              <a:gd name="connsiteY14" fmla="*/ 447100 h 1017654"/>
              <a:gd name="connsiteX15" fmla="*/ 3084621 w 5089287"/>
              <a:gd name="connsiteY15" fmla="*/ 828100 h 1017654"/>
              <a:gd name="connsiteX16" fmla="*/ 2906821 w 5089287"/>
              <a:gd name="connsiteY16" fmla="*/ 980501 h 1017654"/>
              <a:gd name="connsiteX17" fmla="*/ 2542755 w 5089287"/>
              <a:gd name="connsiteY17" fmla="*/ 1014367 h 1017654"/>
              <a:gd name="connsiteX18" fmla="*/ 1856955 w 5089287"/>
              <a:gd name="connsiteY18" fmla="*/ 921234 h 1017654"/>
              <a:gd name="connsiteX19" fmla="*/ 1188088 w 5089287"/>
              <a:gd name="connsiteY19" fmla="*/ 709568 h 1017654"/>
              <a:gd name="connsiteX20" fmla="*/ 891755 w 5089287"/>
              <a:gd name="connsiteY20" fmla="*/ 438634 h 1017654"/>
              <a:gd name="connsiteX21" fmla="*/ 705488 w 5089287"/>
              <a:gd name="connsiteY21" fmla="*/ 311634 h 1017654"/>
              <a:gd name="connsiteX22" fmla="*/ 502288 w 5089287"/>
              <a:gd name="connsiteY22" fmla="*/ 260834 h 1017654"/>
              <a:gd name="connsiteX23" fmla="*/ 146687 w 5089287"/>
              <a:gd name="connsiteY23" fmla="*/ 218501 h 1017654"/>
              <a:gd name="connsiteX24" fmla="*/ 19688 w 5089287"/>
              <a:gd name="connsiteY24" fmla="*/ 218501 h 1017654"/>
              <a:gd name="connsiteX25" fmla="*/ 87421 w 5089287"/>
              <a:gd name="connsiteY25" fmla="*/ 125367 h 1017654"/>
              <a:gd name="connsiteX0" fmla="*/ 87421 w 5089287"/>
              <a:gd name="connsiteY0" fmla="*/ 132291 h 1024578"/>
              <a:gd name="connsiteX1" fmla="*/ 815555 w 5089287"/>
              <a:gd name="connsiteY1" fmla="*/ 276225 h 1024578"/>
              <a:gd name="connsiteX2" fmla="*/ 1416688 w 5089287"/>
              <a:gd name="connsiteY2" fmla="*/ 716491 h 1024578"/>
              <a:gd name="connsiteX3" fmla="*/ 2813688 w 5089287"/>
              <a:gd name="connsiteY3" fmla="*/ 911225 h 1024578"/>
              <a:gd name="connsiteX4" fmla="*/ 3313221 w 5089287"/>
              <a:gd name="connsiteY4" fmla="*/ 276225 h 1024578"/>
              <a:gd name="connsiteX5" fmla="*/ 3935522 w 5089287"/>
              <a:gd name="connsiteY5" fmla="*/ 174671 h 1024578"/>
              <a:gd name="connsiteX6" fmla="*/ 4346155 w 5089287"/>
              <a:gd name="connsiteY6" fmla="*/ 430204 h 1024578"/>
              <a:gd name="connsiteX7" fmla="*/ 4244555 w 5089287"/>
              <a:gd name="connsiteY7" fmla="*/ 30690 h 1024578"/>
              <a:gd name="connsiteX8" fmla="*/ 4278421 w 5089287"/>
              <a:gd name="connsiteY8" fmla="*/ 115358 h 1024578"/>
              <a:gd name="connsiteX9" fmla="*/ 5089105 w 5089287"/>
              <a:gd name="connsiteY9" fmla="*/ 813751 h 1024578"/>
              <a:gd name="connsiteX10" fmla="*/ 4348270 w 5089287"/>
              <a:gd name="connsiteY10" fmla="*/ 576449 h 1024578"/>
              <a:gd name="connsiteX11" fmla="*/ 3869905 w 5089287"/>
              <a:gd name="connsiteY11" fmla="*/ 264150 h 1024578"/>
              <a:gd name="connsiteX12" fmla="*/ 3596855 w 5089287"/>
              <a:gd name="connsiteY12" fmla="*/ 259292 h 1024578"/>
              <a:gd name="connsiteX13" fmla="*/ 3414821 w 5089287"/>
              <a:gd name="connsiteY13" fmla="*/ 335492 h 1024578"/>
              <a:gd name="connsiteX14" fmla="*/ 3296288 w 5089287"/>
              <a:gd name="connsiteY14" fmla="*/ 454024 h 1024578"/>
              <a:gd name="connsiteX15" fmla="*/ 3084621 w 5089287"/>
              <a:gd name="connsiteY15" fmla="*/ 835024 h 1024578"/>
              <a:gd name="connsiteX16" fmla="*/ 2906821 w 5089287"/>
              <a:gd name="connsiteY16" fmla="*/ 987425 h 1024578"/>
              <a:gd name="connsiteX17" fmla="*/ 2542755 w 5089287"/>
              <a:gd name="connsiteY17" fmla="*/ 1021291 h 1024578"/>
              <a:gd name="connsiteX18" fmla="*/ 1856955 w 5089287"/>
              <a:gd name="connsiteY18" fmla="*/ 928158 h 1024578"/>
              <a:gd name="connsiteX19" fmla="*/ 1188088 w 5089287"/>
              <a:gd name="connsiteY19" fmla="*/ 716492 h 1024578"/>
              <a:gd name="connsiteX20" fmla="*/ 891755 w 5089287"/>
              <a:gd name="connsiteY20" fmla="*/ 445558 h 1024578"/>
              <a:gd name="connsiteX21" fmla="*/ 705488 w 5089287"/>
              <a:gd name="connsiteY21" fmla="*/ 318558 h 1024578"/>
              <a:gd name="connsiteX22" fmla="*/ 502288 w 5089287"/>
              <a:gd name="connsiteY22" fmla="*/ 267758 h 1024578"/>
              <a:gd name="connsiteX23" fmla="*/ 146687 w 5089287"/>
              <a:gd name="connsiteY23" fmla="*/ 225425 h 1024578"/>
              <a:gd name="connsiteX24" fmla="*/ 19688 w 5089287"/>
              <a:gd name="connsiteY24" fmla="*/ 225425 h 1024578"/>
              <a:gd name="connsiteX25" fmla="*/ 87421 w 5089287"/>
              <a:gd name="connsiteY25" fmla="*/ 132291 h 1024578"/>
              <a:gd name="connsiteX0" fmla="*/ 87421 w 5089284"/>
              <a:gd name="connsiteY0" fmla="*/ 132291 h 1024578"/>
              <a:gd name="connsiteX1" fmla="*/ 815555 w 5089284"/>
              <a:gd name="connsiteY1" fmla="*/ 276225 h 1024578"/>
              <a:gd name="connsiteX2" fmla="*/ 1416688 w 5089284"/>
              <a:gd name="connsiteY2" fmla="*/ 716491 h 1024578"/>
              <a:gd name="connsiteX3" fmla="*/ 2813688 w 5089284"/>
              <a:gd name="connsiteY3" fmla="*/ 911225 h 1024578"/>
              <a:gd name="connsiteX4" fmla="*/ 3313221 w 5089284"/>
              <a:gd name="connsiteY4" fmla="*/ 276225 h 1024578"/>
              <a:gd name="connsiteX5" fmla="*/ 3935522 w 5089284"/>
              <a:gd name="connsiteY5" fmla="*/ 174671 h 1024578"/>
              <a:gd name="connsiteX6" fmla="*/ 4346155 w 5089284"/>
              <a:gd name="connsiteY6" fmla="*/ 430204 h 1024578"/>
              <a:gd name="connsiteX7" fmla="*/ 4244555 w 5089284"/>
              <a:gd name="connsiteY7" fmla="*/ 30690 h 1024578"/>
              <a:gd name="connsiteX8" fmla="*/ 4278421 w 5089284"/>
              <a:gd name="connsiteY8" fmla="*/ 115358 h 1024578"/>
              <a:gd name="connsiteX9" fmla="*/ 5089105 w 5089284"/>
              <a:gd name="connsiteY9" fmla="*/ 813751 h 1024578"/>
              <a:gd name="connsiteX10" fmla="*/ 4348270 w 5089284"/>
              <a:gd name="connsiteY10" fmla="*/ 576449 h 1024578"/>
              <a:gd name="connsiteX11" fmla="*/ 3920705 w 5089284"/>
              <a:gd name="connsiteY11" fmla="*/ 278677 h 1024578"/>
              <a:gd name="connsiteX12" fmla="*/ 3596855 w 5089284"/>
              <a:gd name="connsiteY12" fmla="*/ 259292 h 1024578"/>
              <a:gd name="connsiteX13" fmla="*/ 3414821 w 5089284"/>
              <a:gd name="connsiteY13" fmla="*/ 335492 h 1024578"/>
              <a:gd name="connsiteX14" fmla="*/ 3296288 w 5089284"/>
              <a:gd name="connsiteY14" fmla="*/ 454024 h 1024578"/>
              <a:gd name="connsiteX15" fmla="*/ 3084621 w 5089284"/>
              <a:gd name="connsiteY15" fmla="*/ 835024 h 1024578"/>
              <a:gd name="connsiteX16" fmla="*/ 2906821 w 5089284"/>
              <a:gd name="connsiteY16" fmla="*/ 987425 h 1024578"/>
              <a:gd name="connsiteX17" fmla="*/ 2542755 w 5089284"/>
              <a:gd name="connsiteY17" fmla="*/ 1021291 h 1024578"/>
              <a:gd name="connsiteX18" fmla="*/ 1856955 w 5089284"/>
              <a:gd name="connsiteY18" fmla="*/ 928158 h 1024578"/>
              <a:gd name="connsiteX19" fmla="*/ 1188088 w 5089284"/>
              <a:gd name="connsiteY19" fmla="*/ 716492 h 1024578"/>
              <a:gd name="connsiteX20" fmla="*/ 891755 w 5089284"/>
              <a:gd name="connsiteY20" fmla="*/ 445558 h 1024578"/>
              <a:gd name="connsiteX21" fmla="*/ 705488 w 5089284"/>
              <a:gd name="connsiteY21" fmla="*/ 318558 h 1024578"/>
              <a:gd name="connsiteX22" fmla="*/ 502288 w 5089284"/>
              <a:gd name="connsiteY22" fmla="*/ 267758 h 1024578"/>
              <a:gd name="connsiteX23" fmla="*/ 146687 w 5089284"/>
              <a:gd name="connsiteY23" fmla="*/ 225425 h 1024578"/>
              <a:gd name="connsiteX24" fmla="*/ 19688 w 5089284"/>
              <a:gd name="connsiteY24" fmla="*/ 225425 h 1024578"/>
              <a:gd name="connsiteX25" fmla="*/ 87421 w 5089284"/>
              <a:gd name="connsiteY25" fmla="*/ 132291 h 1024578"/>
              <a:gd name="connsiteX0" fmla="*/ 87421 w 5089273"/>
              <a:gd name="connsiteY0" fmla="*/ 132291 h 1024578"/>
              <a:gd name="connsiteX1" fmla="*/ 815555 w 5089273"/>
              <a:gd name="connsiteY1" fmla="*/ 276225 h 1024578"/>
              <a:gd name="connsiteX2" fmla="*/ 1416688 w 5089273"/>
              <a:gd name="connsiteY2" fmla="*/ 716491 h 1024578"/>
              <a:gd name="connsiteX3" fmla="*/ 2813688 w 5089273"/>
              <a:gd name="connsiteY3" fmla="*/ 911225 h 1024578"/>
              <a:gd name="connsiteX4" fmla="*/ 3313221 w 5089273"/>
              <a:gd name="connsiteY4" fmla="*/ 276225 h 1024578"/>
              <a:gd name="connsiteX5" fmla="*/ 3935522 w 5089273"/>
              <a:gd name="connsiteY5" fmla="*/ 174671 h 1024578"/>
              <a:gd name="connsiteX6" fmla="*/ 4346155 w 5089273"/>
              <a:gd name="connsiteY6" fmla="*/ 430204 h 1024578"/>
              <a:gd name="connsiteX7" fmla="*/ 4244555 w 5089273"/>
              <a:gd name="connsiteY7" fmla="*/ 30690 h 1024578"/>
              <a:gd name="connsiteX8" fmla="*/ 4278421 w 5089273"/>
              <a:gd name="connsiteY8" fmla="*/ 115358 h 1024578"/>
              <a:gd name="connsiteX9" fmla="*/ 5089105 w 5089273"/>
              <a:gd name="connsiteY9" fmla="*/ 813751 h 1024578"/>
              <a:gd name="connsiteX10" fmla="*/ 4348270 w 5089273"/>
              <a:gd name="connsiteY10" fmla="*/ 576449 h 1024578"/>
              <a:gd name="connsiteX11" fmla="*/ 4145428 w 5089273"/>
              <a:gd name="connsiteY11" fmla="*/ 414436 h 1024578"/>
              <a:gd name="connsiteX12" fmla="*/ 3920705 w 5089273"/>
              <a:gd name="connsiteY12" fmla="*/ 278677 h 1024578"/>
              <a:gd name="connsiteX13" fmla="*/ 3596855 w 5089273"/>
              <a:gd name="connsiteY13" fmla="*/ 259292 h 1024578"/>
              <a:gd name="connsiteX14" fmla="*/ 3414821 w 5089273"/>
              <a:gd name="connsiteY14" fmla="*/ 335492 h 1024578"/>
              <a:gd name="connsiteX15" fmla="*/ 3296288 w 5089273"/>
              <a:gd name="connsiteY15" fmla="*/ 454024 h 1024578"/>
              <a:gd name="connsiteX16" fmla="*/ 3084621 w 5089273"/>
              <a:gd name="connsiteY16" fmla="*/ 835024 h 1024578"/>
              <a:gd name="connsiteX17" fmla="*/ 2906821 w 5089273"/>
              <a:gd name="connsiteY17" fmla="*/ 987425 h 1024578"/>
              <a:gd name="connsiteX18" fmla="*/ 2542755 w 5089273"/>
              <a:gd name="connsiteY18" fmla="*/ 1021291 h 1024578"/>
              <a:gd name="connsiteX19" fmla="*/ 1856955 w 5089273"/>
              <a:gd name="connsiteY19" fmla="*/ 928158 h 1024578"/>
              <a:gd name="connsiteX20" fmla="*/ 1188088 w 5089273"/>
              <a:gd name="connsiteY20" fmla="*/ 716492 h 1024578"/>
              <a:gd name="connsiteX21" fmla="*/ 891755 w 5089273"/>
              <a:gd name="connsiteY21" fmla="*/ 445558 h 1024578"/>
              <a:gd name="connsiteX22" fmla="*/ 705488 w 5089273"/>
              <a:gd name="connsiteY22" fmla="*/ 318558 h 1024578"/>
              <a:gd name="connsiteX23" fmla="*/ 502288 w 5089273"/>
              <a:gd name="connsiteY23" fmla="*/ 267758 h 1024578"/>
              <a:gd name="connsiteX24" fmla="*/ 146687 w 5089273"/>
              <a:gd name="connsiteY24" fmla="*/ 225425 h 1024578"/>
              <a:gd name="connsiteX25" fmla="*/ 19688 w 5089273"/>
              <a:gd name="connsiteY25" fmla="*/ 225425 h 1024578"/>
              <a:gd name="connsiteX26" fmla="*/ 87421 w 5089273"/>
              <a:gd name="connsiteY26" fmla="*/ 132291 h 1024578"/>
              <a:gd name="connsiteX0" fmla="*/ 87421 w 5089273"/>
              <a:gd name="connsiteY0" fmla="*/ 132291 h 1024578"/>
              <a:gd name="connsiteX1" fmla="*/ 815555 w 5089273"/>
              <a:gd name="connsiteY1" fmla="*/ 276225 h 1024578"/>
              <a:gd name="connsiteX2" fmla="*/ 1416688 w 5089273"/>
              <a:gd name="connsiteY2" fmla="*/ 716491 h 1024578"/>
              <a:gd name="connsiteX3" fmla="*/ 2813688 w 5089273"/>
              <a:gd name="connsiteY3" fmla="*/ 911225 h 1024578"/>
              <a:gd name="connsiteX4" fmla="*/ 3313221 w 5089273"/>
              <a:gd name="connsiteY4" fmla="*/ 276225 h 1024578"/>
              <a:gd name="connsiteX5" fmla="*/ 3878372 w 5089273"/>
              <a:gd name="connsiteY5" fmla="*/ 174671 h 1024578"/>
              <a:gd name="connsiteX6" fmla="*/ 4346155 w 5089273"/>
              <a:gd name="connsiteY6" fmla="*/ 430204 h 1024578"/>
              <a:gd name="connsiteX7" fmla="*/ 4244555 w 5089273"/>
              <a:gd name="connsiteY7" fmla="*/ 30690 h 1024578"/>
              <a:gd name="connsiteX8" fmla="*/ 4278421 w 5089273"/>
              <a:gd name="connsiteY8" fmla="*/ 115358 h 1024578"/>
              <a:gd name="connsiteX9" fmla="*/ 5089105 w 5089273"/>
              <a:gd name="connsiteY9" fmla="*/ 813751 h 1024578"/>
              <a:gd name="connsiteX10" fmla="*/ 4348270 w 5089273"/>
              <a:gd name="connsiteY10" fmla="*/ 576449 h 1024578"/>
              <a:gd name="connsiteX11" fmla="*/ 4145428 w 5089273"/>
              <a:gd name="connsiteY11" fmla="*/ 414436 h 1024578"/>
              <a:gd name="connsiteX12" fmla="*/ 3920705 w 5089273"/>
              <a:gd name="connsiteY12" fmla="*/ 278677 h 1024578"/>
              <a:gd name="connsiteX13" fmla="*/ 3596855 w 5089273"/>
              <a:gd name="connsiteY13" fmla="*/ 259292 h 1024578"/>
              <a:gd name="connsiteX14" fmla="*/ 3414821 w 5089273"/>
              <a:gd name="connsiteY14" fmla="*/ 335492 h 1024578"/>
              <a:gd name="connsiteX15" fmla="*/ 3296288 w 5089273"/>
              <a:gd name="connsiteY15" fmla="*/ 454024 h 1024578"/>
              <a:gd name="connsiteX16" fmla="*/ 3084621 w 5089273"/>
              <a:gd name="connsiteY16" fmla="*/ 835024 h 1024578"/>
              <a:gd name="connsiteX17" fmla="*/ 2906821 w 5089273"/>
              <a:gd name="connsiteY17" fmla="*/ 987425 h 1024578"/>
              <a:gd name="connsiteX18" fmla="*/ 2542755 w 5089273"/>
              <a:gd name="connsiteY18" fmla="*/ 1021291 h 1024578"/>
              <a:gd name="connsiteX19" fmla="*/ 1856955 w 5089273"/>
              <a:gd name="connsiteY19" fmla="*/ 928158 h 1024578"/>
              <a:gd name="connsiteX20" fmla="*/ 1188088 w 5089273"/>
              <a:gd name="connsiteY20" fmla="*/ 716492 h 1024578"/>
              <a:gd name="connsiteX21" fmla="*/ 891755 w 5089273"/>
              <a:gd name="connsiteY21" fmla="*/ 445558 h 1024578"/>
              <a:gd name="connsiteX22" fmla="*/ 705488 w 5089273"/>
              <a:gd name="connsiteY22" fmla="*/ 318558 h 1024578"/>
              <a:gd name="connsiteX23" fmla="*/ 502288 w 5089273"/>
              <a:gd name="connsiteY23" fmla="*/ 267758 h 1024578"/>
              <a:gd name="connsiteX24" fmla="*/ 146687 w 5089273"/>
              <a:gd name="connsiteY24" fmla="*/ 225425 h 1024578"/>
              <a:gd name="connsiteX25" fmla="*/ 19688 w 5089273"/>
              <a:gd name="connsiteY25" fmla="*/ 225425 h 1024578"/>
              <a:gd name="connsiteX26" fmla="*/ 87421 w 5089273"/>
              <a:gd name="connsiteY26" fmla="*/ 132291 h 1024578"/>
              <a:gd name="connsiteX0" fmla="*/ 87421 w 5089273"/>
              <a:gd name="connsiteY0" fmla="*/ 132291 h 1024578"/>
              <a:gd name="connsiteX1" fmla="*/ 815555 w 5089273"/>
              <a:gd name="connsiteY1" fmla="*/ 276225 h 1024578"/>
              <a:gd name="connsiteX2" fmla="*/ 1416688 w 5089273"/>
              <a:gd name="connsiteY2" fmla="*/ 716491 h 1024578"/>
              <a:gd name="connsiteX3" fmla="*/ 2813688 w 5089273"/>
              <a:gd name="connsiteY3" fmla="*/ 911225 h 1024578"/>
              <a:gd name="connsiteX4" fmla="*/ 3313221 w 5089273"/>
              <a:gd name="connsiteY4" fmla="*/ 276225 h 1024578"/>
              <a:gd name="connsiteX5" fmla="*/ 3878372 w 5089273"/>
              <a:gd name="connsiteY5" fmla="*/ 174671 h 1024578"/>
              <a:gd name="connsiteX6" fmla="*/ 4346155 w 5089273"/>
              <a:gd name="connsiteY6" fmla="*/ 430204 h 1024578"/>
              <a:gd name="connsiteX7" fmla="*/ 4244555 w 5089273"/>
              <a:gd name="connsiteY7" fmla="*/ 30690 h 1024578"/>
              <a:gd name="connsiteX8" fmla="*/ 4278421 w 5089273"/>
              <a:gd name="connsiteY8" fmla="*/ 115358 h 1024578"/>
              <a:gd name="connsiteX9" fmla="*/ 5089105 w 5089273"/>
              <a:gd name="connsiteY9" fmla="*/ 813751 h 1024578"/>
              <a:gd name="connsiteX10" fmla="*/ 4348270 w 5089273"/>
              <a:gd name="connsiteY10" fmla="*/ 576449 h 1024578"/>
              <a:gd name="connsiteX11" fmla="*/ 4145428 w 5089273"/>
              <a:gd name="connsiteY11" fmla="*/ 414436 h 1024578"/>
              <a:gd name="connsiteX12" fmla="*/ 3920705 w 5089273"/>
              <a:gd name="connsiteY12" fmla="*/ 278677 h 1024578"/>
              <a:gd name="connsiteX13" fmla="*/ 3596855 w 5089273"/>
              <a:gd name="connsiteY13" fmla="*/ 259292 h 1024578"/>
              <a:gd name="connsiteX14" fmla="*/ 3414821 w 5089273"/>
              <a:gd name="connsiteY14" fmla="*/ 335492 h 1024578"/>
              <a:gd name="connsiteX15" fmla="*/ 3296288 w 5089273"/>
              <a:gd name="connsiteY15" fmla="*/ 454024 h 1024578"/>
              <a:gd name="connsiteX16" fmla="*/ 3084621 w 5089273"/>
              <a:gd name="connsiteY16" fmla="*/ 835024 h 1024578"/>
              <a:gd name="connsiteX17" fmla="*/ 2906821 w 5089273"/>
              <a:gd name="connsiteY17" fmla="*/ 987425 h 1024578"/>
              <a:gd name="connsiteX18" fmla="*/ 2542755 w 5089273"/>
              <a:gd name="connsiteY18" fmla="*/ 1021291 h 1024578"/>
              <a:gd name="connsiteX19" fmla="*/ 1856955 w 5089273"/>
              <a:gd name="connsiteY19" fmla="*/ 928158 h 1024578"/>
              <a:gd name="connsiteX20" fmla="*/ 1188088 w 5089273"/>
              <a:gd name="connsiteY20" fmla="*/ 716492 h 1024578"/>
              <a:gd name="connsiteX21" fmla="*/ 891755 w 5089273"/>
              <a:gd name="connsiteY21" fmla="*/ 445558 h 1024578"/>
              <a:gd name="connsiteX22" fmla="*/ 705488 w 5089273"/>
              <a:gd name="connsiteY22" fmla="*/ 318558 h 1024578"/>
              <a:gd name="connsiteX23" fmla="*/ 502288 w 5089273"/>
              <a:gd name="connsiteY23" fmla="*/ 267758 h 1024578"/>
              <a:gd name="connsiteX24" fmla="*/ 146687 w 5089273"/>
              <a:gd name="connsiteY24" fmla="*/ 225425 h 1024578"/>
              <a:gd name="connsiteX25" fmla="*/ 19688 w 5089273"/>
              <a:gd name="connsiteY25" fmla="*/ 225425 h 1024578"/>
              <a:gd name="connsiteX26" fmla="*/ 87421 w 5089273"/>
              <a:gd name="connsiteY26" fmla="*/ 132291 h 1024578"/>
              <a:gd name="connsiteX0" fmla="*/ 87421 w 5274764"/>
              <a:gd name="connsiteY0" fmla="*/ 101602 h 993889"/>
              <a:gd name="connsiteX1" fmla="*/ 815555 w 5274764"/>
              <a:gd name="connsiteY1" fmla="*/ 245536 h 993889"/>
              <a:gd name="connsiteX2" fmla="*/ 1416688 w 5274764"/>
              <a:gd name="connsiteY2" fmla="*/ 685802 h 993889"/>
              <a:gd name="connsiteX3" fmla="*/ 2813688 w 5274764"/>
              <a:gd name="connsiteY3" fmla="*/ 880536 h 993889"/>
              <a:gd name="connsiteX4" fmla="*/ 3313221 w 5274764"/>
              <a:gd name="connsiteY4" fmla="*/ 245536 h 993889"/>
              <a:gd name="connsiteX5" fmla="*/ 3878372 w 5274764"/>
              <a:gd name="connsiteY5" fmla="*/ 143982 h 993889"/>
              <a:gd name="connsiteX6" fmla="*/ 4346155 w 5274764"/>
              <a:gd name="connsiteY6" fmla="*/ 399515 h 993889"/>
              <a:gd name="connsiteX7" fmla="*/ 4244555 w 5274764"/>
              <a:gd name="connsiteY7" fmla="*/ 1 h 993889"/>
              <a:gd name="connsiteX8" fmla="*/ 5211871 w 5274764"/>
              <a:gd name="connsiteY8" fmla="*/ 397015 h 993889"/>
              <a:gd name="connsiteX9" fmla="*/ 5089105 w 5274764"/>
              <a:gd name="connsiteY9" fmla="*/ 783062 h 993889"/>
              <a:gd name="connsiteX10" fmla="*/ 4348270 w 5274764"/>
              <a:gd name="connsiteY10" fmla="*/ 545760 h 993889"/>
              <a:gd name="connsiteX11" fmla="*/ 4145428 w 5274764"/>
              <a:gd name="connsiteY11" fmla="*/ 383747 h 993889"/>
              <a:gd name="connsiteX12" fmla="*/ 3920705 w 5274764"/>
              <a:gd name="connsiteY12" fmla="*/ 247988 h 993889"/>
              <a:gd name="connsiteX13" fmla="*/ 3596855 w 5274764"/>
              <a:gd name="connsiteY13" fmla="*/ 228603 h 993889"/>
              <a:gd name="connsiteX14" fmla="*/ 3414821 w 5274764"/>
              <a:gd name="connsiteY14" fmla="*/ 304803 h 993889"/>
              <a:gd name="connsiteX15" fmla="*/ 3296288 w 5274764"/>
              <a:gd name="connsiteY15" fmla="*/ 423335 h 993889"/>
              <a:gd name="connsiteX16" fmla="*/ 3084621 w 5274764"/>
              <a:gd name="connsiteY16" fmla="*/ 804335 h 993889"/>
              <a:gd name="connsiteX17" fmla="*/ 2906821 w 5274764"/>
              <a:gd name="connsiteY17" fmla="*/ 956736 h 993889"/>
              <a:gd name="connsiteX18" fmla="*/ 2542755 w 5274764"/>
              <a:gd name="connsiteY18" fmla="*/ 990602 h 993889"/>
              <a:gd name="connsiteX19" fmla="*/ 1856955 w 5274764"/>
              <a:gd name="connsiteY19" fmla="*/ 897469 h 993889"/>
              <a:gd name="connsiteX20" fmla="*/ 1188088 w 5274764"/>
              <a:gd name="connsiteY20" fmla="*/ 685803 h 993889"/>
              <a:gd name="connsiteX21" fmla="*/ 891755 w 5274764"/>
              <a:gd name="connsiteY21" fmla="*/ 414869 h 993889"/>
              <a:gd name="connsiteX22" fmla="*/ 705488 w 5274764"/>
              <a:gd name="connsiteY22" fmla="*/ 287869 h 993889"/>
              <a:gd name="connsiteX23" fmla="*/ 502288 w 5274764"/>
              <a:gd name="connsiteY23" fmla="*/ 237069 h 993889"/>
              <a:gd name="connsiteX24" fmla="*/ 146687 w 5274764"/>
              <a:gd name="connsiteY24" fmla="*/ 194736 h 993889"/>
              <a:gd name="connsiteX25" fmla="*/ 19688 w 5274764"/>
              <a:gd name="connsiteY25" fmla="*/ 194736 h 993889"/>
              <a:gd name="connsiteX26" fmla="*/ 87421 w 5274764"/>
              <a:gd name="connsiteY26" fmla="*/ 101602 h 993889"/>
              <a:gd name="connsiteX0" fmla="*/ 87421 w 5241495"/>
              <a:gd name="connsiteY0" fmla="*/ 585 h 892872"/>
              <a:gd name="connsiteX1" fmla="*/ 815555 w 5241495"/>
              <a:gd name="connsiteY1" fmla="*/ 144519 h 892872"/>
              <a:gd name="connsiteX2" fmla="*/ 1416688 w 5241495"/>
              <a:gd name="connsiteY2" fmla="*/ 584785 h 892872"/>
              <a:gd name="connsiteX3" fmla="*/ 2813688 w 5241495"/>
              <a:gd name="connsiteY3" fmla="*/ 779519 h 892872"/>
              <a:gd name="connsiteX4" fmla="*/ 3313221 w 5241495"/>
              <a:gd name="connsiteY4" fmla="*/ 144519 h 892872"/>
              <a:gd name="connsiteX5" fmla="*/ 3878372 w 5241495"/>
              <a:gd name="connsiteY5" fmla="*/ 42965 h 892872"/>
              <a:gd name="connsiteX6" fmla="*/ 4346155 w 5241495"/>
              <a:gd name="connsiteY6" fmla="*/ 298498 h 892872"/>
              <a:gd name="connsiteX7" fmla="*/ 4695405 w 5241495"/>
              <a:gd name="connsiteY7" fmla="*/ 392927 h 892872"/>
              <a:gd name="connsiteX8" fmla="*/ 5211871 w 5241495"/>
              <a:gd name="connsiteY8" fmla="*/ 295998 h 892872"/>
              <a:gd name="connsiteX9" fmla="*/ 5089105 w 5241495"/>
              <a:gd name="connsiteY9" fmla="*/ 682045 h 892872"/>
              <a:gd name="connsiteX10" fmla="*/ 4348270 w 5241495"/>
              <a:gd name="connsiteY10" fmla="*/ 444743 h 892872"/>
              <a:gd name="connsiteX11" fmla="*/ 4145428 w 5241495"/>
              <a:gd name="connsiteY11" fmla="*/ 282730 h 892872"/>
              <a:gd name="connsiteX12" fmla="*/ 3920705 w 5241495"/>
              <a:gd name="connsiteY12" fmla="*/ 146971 h 892872"/>
              <a:gd name="connsiteX13" fmla="*/ 3596855 w 5241495"/>
              <a:gd name="connsiteY13" fmla="*/ 127586 h 892872"/>
              <a:gd name="connsiteX14" fmla="*/ 3414821 w 5241495"/>
              <a:gd name="connsiteY14" fmla="*/ 203786 h 892872"/>
              <a:gd name="connsiteX15" fmla="*/ 3296288 w 5241495"/>
              <a:gd name="connsiteY15" fmla="*/ 322318 h 892872"/>
              <a:gd name="connsiteX16" fmla="*/ 3084621 w 5241495"/>
              <a:gd name="connsiteY16" fmla="*/ 703318 h 892872"/>
              <a:gd name="connsiteX17" fmla="*/ 2906821 w 5241495"/>
              <a:gd name="connsiteY17" fmla="*/ 855719 h 892872"/>
              <a:gd name="connsiteX18" fmla="*/ 2542755 w 5241495"/>
              <a:gd name="connsiteY18" fmla="*/ 889585 h 892872"/>
              <a:gd name="connsiteX19" fmla="*/ 1856955 w 5241495"/>
              <a:gd name="connsiteY19" fmla="*/ 796452 h 892872"/>
              <a:gd name="connsiteX20" fmla="*/ 1188088 w 5241495"/>
              <a:gd name="connsiteY20" fmla="*/ 584786 h 892872"/>
              <a:gd name="connsiteX21" fmla="*/ 891755 w 5241495"/>
              <a:gd name="connsiteY21" fmla="*/ 313852 h 892872"/>
              <a:gd name="connsiteX22" fmla="*/ 705488 w 5241495"/>
              <a:gd name="connsiteY22" fmla="*/ 186852 h 892872"/>
              <a:gd name="connsiteX23" fmla="*/ 502288 w 5241495"/>
              <a:gd name="connsiteY23" fmla="*/ 136052 h 892872"/>
              <a:gd name="connsiteX24" fmla="*/ 146687 w 5241495"/>
              <a:gd name="connsiteY24" fmla="*/ 93719 h 892872"/>
              <a:gd name="connsiteX25" fmla="*/ 19688 w 5241495"/>
              <a:gd name="connsiteY25" fmla="*/ 93719 h 892872"/>
              <a:gd name="connsiteX26" fmla="*/ 87421 w 5241495"/>
              <a:gd name="connsiteY26" fmla="*/ 585 h 892872"/>
              <a:gd name="connsiteX0" fmla="*/ 87421 w 5241495"/>
              <a:gd name="connsiteY0" fmla="*/ 585 h 892872"/>
              <a:gd name="connsiteX1" fmla="*/ 815555 w 5241495"/>
              <a:gd name="connsiteY1" fmla="*/ 144519 h 892872"/>
              <a:gd name="connsiteX2" fmla="*/ 1416688 w 5241495"/>
              <a:gd name="connsiteY2" fmla="*/ 584785 h 892872"/>
              <a:gd name="connsiteX3" fmla="*/ 2813688 w 5241495"/>
              <a:gd name="connsiteY3" fmla="*/ 779519 h 892872"/>
              <a:gd name="connsiteX4" fmla="*/ 3313221 w 5241495"/>
              <a:gd name="connsiteY4" fmla="*/ 144519 h 892872"/>
              <a:gd name="connsiteX5" fmla="*/ 3878372 w 5241495"/>
              <a:gd name="connsiteY5" fmla="*/ 42965 h 892872"/>
              <a:gd name="connsiteX6" fmla="*/ 4346155 w 5241495"/>
              <a:gd name="connsiteY6" fmla="*/ 313026 h 892872"/>
              <a:gd name="connsiteX7" fmla="*/ 4695405 w 5241495"/>
              <a:gd name="connsiteY7" fmla="*/ 392927 h 892872"/>
              <a:gd name="connsiteX8" fmla="*/ 5211871 w 5241495"/>
              <a:gd name="connsiteY8" fmla="*/ 295998 h 892872"/>
              <a:gd name="connsiteX9" fmla="*/ 5089105 w 5241495"/>
              <a:gd name="connsiteY9" fmla="*/ 682045 h 892872"/>
              <a:gd name="connsiteX10" fmla="*/ 4348270 w 5241495"/>
              <a:gd name="connsiteY10" fmla="*/ 444743 h 892872"/>
              <a:gd name="connsiteX11" fmla="*/ 4145428 w 5241495"/>
              <a:gd name="connsiteY11" fmla="*/ 282730 h 892872"/>
              <a:gd name="connsiteX12" fmla="*/ 3920705 w 5241495"/>
              <a:gd name="connsiteY12" fmla="*/ 146971 h 892872"/>
              <a:gd name="connsiteX13" fmla="*/ 3596855 w 5241495"/>
              <a:gd name="connsiteY13" fmla="*/ 127586 h 892872"/>
              <a:gd name="connsiteX14" fmla="*/ 3414821 w 5241495"/>
              <a:gd name="connsiteY14" fmla="*/ 203786 h 892872"/>
              <a:gd name="connsiteX15" fmla="*/ 3296288 w 5241495"/>
              <a:gd name="connsiteY15" fmla="*/ 322318 h 892872"/>
              <a:gd name="connsiteX16" fmla="*/ 3084621 w 5241495"/>
              <a:gd name="connsiteY16" fmla="*/ 703318 h 892872"/>
              <a:gd name="connsiteX17" fmla="*/ 2906821 w 5241495"/>
              <a:gd name="connsiteY17" fmla="*/ 855719 h 892872"/>
              <a:gd name="connsiteX18" fmla="*/ 2542755 w 5241495"/>
              <a:gd name="connsiteY18" fmla="*/ 889585 h 892872"/>
              <a:gd name="connsiteX19" fmla="*/ 1856955 w 5241495"/>
              <a:gd name="connsiteY19" fmla="*/ 796452 h 892872"/>
              <a:gd name="connsiteX20" fmla="*/ 1188088 w 5241495"/>
              <a:gd name="connsiteY20" fmla="*/ 584786 h 892872"/>
              <a:gd name="connsiteX21" fmla="*/ 891755 w 5241495"/>
              <a:gd name="connsiteY21" fmla="*/ 313852 h 892872"/>
              <a:gd name="connsiteX22" fmla="*/ 705488 w 5241495"/>
              <a:gd name="connsiteY22" fmla="*/ 186852 h 892872"/>
              <a:gd name="connsiteX23" fmla="*/ 502288 w 5241495"/>
              <a:gd name="connsiteY23" fmla="*/ 136052 h 892872"/>
              <a:gd name="connsiteX24" fmla="*/ 146687 w 5241495"/>
              <a:gd name="connsiteY24" fmla="*/ 93719 h 892872"/>
              <a:gd name="connsiteX25" fmla="*/ 19688 w 5241495"/>
              <a:gd name="connsiteY25" fmla="*/ 93719 h 892872"/>
              <a:gd name="connsiteX26" fmla="*/ 87421 w 5241495"/>
              <a:gd name="connsiteY26" fmla="*/ 585 h 892872"/>
              <a:gd name="connsiteX0" fmla="*/ 87421 w 5239369"/>
              <a:gd name="connsiteY0" fmla="*/ 585 h 892872"/>
              <a:gd name="connsiteX1" fmla="*/ 815555 w 5239369"/>
              <a:gd name="connsiteY1" fmla="*/ 144519 h 892872"/>
              <a:gd name="connsiteX2" fmla="*/ 1416688 w 5239369"/>
              <a:gd name="connsiteY2" fmla="*/ 584785 h 892872"/>
              <a:gd name="connsiteX3" fmla="*/ 2813688 w 5239369"/>
              <a:gd name="connsiteY3" fmla="*/ 779519 h 892872"/>
              <a:gd name="connsiteX4" fmla="*/ 3313221 w 5239369"/>
              <a:gd name="connsiteY4" fmla="*/ 144519 h 892872"/>
              <a:gd name="connsiteX5" fmla="*/ 3878372 w 5239369"/>
              <a:gd name="connsiteY5" fmla="*/ 42965 h 892872"/>
              <a:gd name="connsiteX6" fmla="*/ 4346155 w 5239369"/>
              <a:gd name="connsiteY6" fmla="*/ 313026 h 892872"/>
              <a:gd name="connsiteX7" fmla="*/ 4695405 w 5239369"/>
              <a:gd name="connsiteY7" fmla="*/ 392927 h 892872"/>
              <a:gd name="connsiteX8" fmla="*/ 5211871 w 5239369"/>
              <a:gd name="connsiteY8" fmla="*/ 295998 h 892872"/>
              <a:gd name="connsiteX9" fmla="*/ 5089105 w 5239369"/>
              <a:gd name="connsiteY9" fmla="*/ 682045 h 892872"/>
              <a:gd name="connsiteX10" fmla="*/ 4418120 w 5239369"/>
              <a:gd name="connsiteY10" fmla="*/ 452007 h 892872"/>
              <a:gd name="connsiteX11" fmla="*/ 4145428 w 5239369"/>
              <a:gd name="connsiteY11" fmla="*/ 282730 h 892872"/>
              <a:gd name="connsiteX12" fmla="*/ 3920705 w 5239369"/>
              <a:gd name="connsiteY12" fmla="*/ 146971 h 892872"/>
              <a:gd name="connsiteX13" fmla="*/ 3596855 w 5239369"/>
              <a:gd name="connsiteY13" fmla="*/ 127586 h 892872"/>
              <a:gd name="connsiteX14" fmla="*/ 3414821 w 5239369"/>
              <a:gd name="connsiteY14" fmla="*/ 203786 h 892872"/>
              <a:gd name="connsiteX15" fmla="*/ 3296288 w 5239369"/>
              <a:gd name="connsiteY15" fmla="*/ 322318 h 892872"/>
              <a:gd name="connsiteX16" fmla="*/ 3084621 w 5239369"/>
              <a:gd name="connsiteY16" fmla="*/ 703318 h 892872"/>
              <a:gd name="connsiteX17" fmla="*/ 2906821 w 5239369"/>
              <a:gd name="connsiteY17" fmla="*/ 855719 h 892872"/>
              <a:gd name="connsiteX18" fmla="*/ 2542755 w 5239369"/>
              <a:gd name="connsiteY18" fmla="*/ 889585 h 892872"/>
              <a:gd name="connsiteX19" fmla="*/ 1856955 w 5239369"/>
              <a:gd name="connsiteY19" fmla="*/ 796452 h 892872"/>
              <a:gd name="connsiteX20" fmla="*/ 1188088 w 5239369"/>
              <a:gd name="connsiteY20" fmla="*/ 584786 h 892872"/>
              <a:gd name="connsiteX21" fmla="*/ 891755 w 5239369"/>
              <a:gd name="connsiteY21" fmla="*/ 313852 h 892872"/>
              <a:gd name="connsiteX22" fmla="*/ 705488 w 5239369"/>
              <a:gd name="connsiteY22" fmla="*/ 186852 h 892872"/>
              <a:gd name="connsiteX23" fmla="*/ 502288 w 5239369"/>
              <a:gd name="connsiteY23" fmla="*/ 136052 h 892872"/>
              <a:gd name="connsiteX24" fmla="*/ 146687 w 5239369"/>
              <a:gd name="connsiteY24" fmla="*/ 93719 h 892872"/>
              <a:gd name="connsiteX25" fmla="*/ 19688 w 5239369"/>
              <a:gd name="connsiteY25" fmla="*/ 93719 h 892872"/>
              <a:gd name="connsiteX26" fmla="*/ 87421 w 5239369"/>
              <a:gd name="connsiteY26" fmla="*/ 585 h 892872"/>
              <a:gd name="connsiteX0" fmla="*/ 87421 w 5318933"/>
              <a:gd name="connsiteY0" fmla="*/ 585 h 892872"/>
              <a:gd name="connsiteX1" fmla="*/ 815555 w 5318933"/>
              <a:gd name="connsiteY1" fmla="*/ 144519 h 892872"/>
              <a:gd name="connsiteX2" fmla="*/ 1416688 w 5318933"/>
              <a:gd name="connsiteY2" fmla="*/ 584785 h 892872"/>
              <a:gd name="connsiteX3" fmla="*/ 2813688 w 5318933"/>
              <a:gd name="connsiteY3" fmla="*/ 779519 h 892872"/>
              <a:gd name="connsiteX4" fmla="*/ 3313221 w 5318933"/>
              <a:gd name="connsiteY4" fmla="*/ 144519 h 892872"/>
              <a:gd name="connsiteX5" fmla="*/ 3878372 w 5318933"/>
              <a:gd name="connsiteY5" fmla="*/ 42965 h 892872"/>
              <a:gd name="connsiteX6" fmla="*/ 4346155 w 5318933"/>
              <a:gd name="connsiteY6" fmla="*/ 313026 h 892872"/>
              <a:gd name="connsiteX7" fmla="*/ 4695405 w 5318933"/>
              <a:gd name="connsiteY7" fmla="*/ 392927 h 892872"/>
              <a:gd name="connsiteX8" fmla="*/ 5211871 w 5318933"/>
              <a:gd name="connsiteY8" fmla="*/ 295998 h 892872"/>
              <a:gd name="connsiteX9" fmla="*/ 5247855 w 5318933"/>
              <a:gd name="connsiteY9" fmla="*/ 623934 h 892872"/>
              <a:gd name="connsiteX10" fmla="*/ 4418120 w 5318933"/>
              <a:gd name="connsiteY10" fmla="*/ 452007 h 892872"/>
              <a:gd name="connsiteX11" fmla="*/ 4145428 w 5318933"/>
              <a:gd name="connsiteY11" fmla="*/ 282730 h 892872"/>
              <a:gd name="connsiteX12" fmla="*/ 3920705 w 5318933"/>
              <a:gd name="connsiteY12" fmla="*/ 146971 h 892872"/>
              <a:gd name="connsiteX13" fmla="*/ 3596855 w 5318933"/>
              <a:gd name="connsiteY13" fmla="*/ 127586 h 892872"/>
              <a:gd name="connsiteX14" fmla="*/ 3414821 w 5318933"/>
              <a:gd name="connsiteY14" fmla="*/ 203786 h 892872"/>
              <a:gd name="connsiteX15" fmla="*/ 3296288 w 5318933"/>
              <a:gd name="connsiteY15" fmla="*/ 322318 h 892872"/>
              <a:gd name="connsiteX16" fmla="*/ 3084621 w 5318933"/>
              <a:gd name="connsiteY16" fmla="*/ 703318 h 892872"/>
              <a:gd name="connsiteX17" fmla="*/ 2906821 w 5318933"/>
              <a:gd name="connsiteY17" fmla="*/ 855719 h 892872"/>
              <a:gd name="connsiteX18" fmla="*/ 2542755 w 5318933"/>
              <a:gd name="connsiteY18" fmla="*/ 889585 h 892872"/>
              <a:gd name="connsiteX19" fmla="*/ 1856955 w 5318933"/>
              <a:gd name="connsiteY19" fmla="*/ 796452 h 892872"/>
              <a:gd name="connsiteX20" fmla="*/ 1188088 w 5318933"/>
              <a:gd name="connsiteY20" fmla="*/ 584786 h 892872"/>
              <a:gd name="connsiteX21" fmla="*/ 891755 w 5318933"/>
              <a:gd name="connsiteY21" fmla="*/ 313852 h 892872"/>
              <a:gd name="connsiteX22" fmla="*/ 705488 w 5318933"/>
              <a:gd name="connsiteY22" fmla="*/ 186852 h 892872"/>
              <a:gd name="connsiteX23" fmla="*/ 502288 w 5318933"/>
              <a:gd name="connsiteY23" fmla="*/ 136052 h 892872"/>
              <a:gd name="connsiteX24" fmla="*/ 146687 w 5318933"/>
              <a:gd name="connsiteY24" fmla="*/ 93719 h 892872"/>
              <a:gd name="connsiteX25" fmla="*/ 19688 w 5318933"/>
              <a:gd name="connsiteY25" fmla="*/ 93719 h 892872"/>
              <a:gd name="connsiteX26" fmla="*/ 87421 w 5318933"/>
              <a:gd name="connsiteY26" fmla="*/ 585 h 892872"/>
              <a:gd name="connsiteX0" fmla="*/ 87421 w 5315541"/>
              <a:gd name="connsiteY0" fmla="*/ 585 h 892872"/>
              <a:gd name="connsiteX1" fmla="*/ 815555 w 5315541"/>
              <a:gd name="connsiteY1" fmla="*/ 144519 h 892872"/>
              <a:gd name="connsiteX2" fmla="*/ 1416688 w 5315541"/>
              <a:gd name="connsiteY2" fmla="*/ 584785 h 892872"/>
              <a:gd name="connsiteX3" fmla="*/ 2813688 w 5315541"/>
              <a:gd name="connsiteY3" fmla="*/ 779519 h 892872"/>
              <a:gd name="connsiteX4" fmla="*/ 3313221 w 5315541"/>
              <a:gd name="connsiteY4" fmla="*/ 144519 h 892872"/>
              <a:gd name="connsiteX5" fmla="*/ 3878372 w 5315541"/>
              <a:gd name="connsiteY5" fmla="*/ 42965 h 892872"/>
              <a:gd name="connsiteX6" fmla="*/ 4346155 w 5315541"/>
              <a:gd name="connsiteY6" fmla="*/ 313026 h 892872"/>
              <a:gd name="connsiteX7" fmla="*/ 4771605 w 5315541"/>
              <a:gd name="connsiteY7" fmla="*/ 407455 h 892872"/>
              <a:gd name="connsiteX8" fmla="*/ 5211871 w 5315541"/>
              <a:gd name="connsiteY8" fmla="*/ 295998 h 892872"/>
              <a:gd name="connsiteX9" fmla="*/ 5247855 w 5315541"/>
              <a:gd name="connsiteY9" fmla="*/ 623934 h 892872"/>
              <a:gd name="connsiteX10" fmla="*/ 4418120 w 5315541"/>
              <a:gd name="connsiteY10" fmla="*/ 452007 h 892872"/>
              <a:gd name="connsiteX11" fmla="*/ 4145428 w 5315541"/>
              <a:gd name="connsiteY11" fmla="*/ 282730 h 892872"/>
              <a:gd name="connsiteX12" fmla="*/ 3920705 w 5315541"/>
              <a:gd name="connsiteY12" fmla="*/ 146971 h 892872"/>
              <a:gd name="connsiteX13" fmla="*/ 3596855 w 5315541"/>
              <a:gd name="connsiteY13" fmla="*/ 127586 h 892872"/>
              <a:gd name="connsiteX14" fmla="*/ 3414821 w 5315541"/>
              <a:gd name="connsiteY14" fmla="*/ 203786 h 892872"/>
              <a:gd name="connsiteX15" fmla="*/ 3296288 w 5315541"/>
              <a:gd name="connsiteY15" fmla="*/ 322318 h 892872"/>
              <a:gd name="connsiteX16" fmla="*/ 3084621 w 5315541"/>
              <a:gd name="connsiteY16" fmla="*/ 703318 h 892872"/>
              <a:gd name="connsiteX17" fmla="*/ 2906821 w 5315541"/>
              <a:gd name="connsiteY17" fmla="*/ 855719 h 892872"/>
              <a:gd name="connsiteX18" fmla="*/ 2542755 w 5315541"/>
              <a:gd name="connsiteY18" fmla="*/ 889585 h 892872"/>
              <a:gd name="connsiteX19" fmla="*/ 1856955 w 5315541"/>
              <a:gd name="connsiteY19" fmla="*/ 796452 h 892872"/>
              <a:gd name="connsiteX20" fmla="*/ 1188088 w 5315541"/>
              <a:gd name="connsiteY20" fmla="*/ 584786 h 892872"/>
              <a:gd name="connsiteX21" fmla="*/ 891755 w 5315541"/>
              <a:gd name="connsiteY21" fmla="*/ 313852 h 892872"/>
              <a:gd name="connsiteX22" fmla="*/ 705488 w 5315541"/>
              <a:gd name="connsiteY22" fmla="*/ 186852 h 892872"/>
              <a:gd name="connsiteX23" fmla="*/ 502288 w 5315541"/>
              <a:gd name="connsiteY23" fmla="*/ 136052 h 892872"/>
              <a:gd name="connsiteX24" fmla="*/ 146687 w 5315541"/>
              <a:gd name="connsiteY24" fmla="*/ 93719 h 892872"/>
              <a:gd name="connsiteX25" fmla="*/ 19688 w 5315541"/>
              <a:gd name="connsiteY25" fmla="*/ 93719 h 892872"/>
              <a:gd name="connsiteX26" fmla="*/ 87421 w 5315541"/>
              <a:gd name="connsiteY26" fmla="*/ 585 h 892872"/>
              <a:gd name="connsiteX0" fmla="*/ 87421 w 5315541"/>
              <a:gd name="connsiteY0" fmla="*/ 585 h 892872"/>
              <a:gd name="connsiteX1" fmla="*/ 815555 w 5315541"/>
              <a:gd name="connsiteY1" fmla="*/ 144519 h 892872"/>
              <a:gd name="connsiteX2" fmla="*/ 1416688 w 5315541"/>
              <a:gd name="connsiteY2" fmla="*/ 584785 h 892872"/>
              <a:gd name="connsiteX3" fmla="*/ 2813688 w 5315541"/>
              <a:gd name="connsiteY3" fmla="*/ 779519 h 892872"/>
              <a:gd name="connsiteX4" fmla="*/ 3313221 w 5315541"/>
              <a:gd name="connsiteY4" fmla="*/ 144519 h 892872"/>
              <a:gd name="connsiteX5" fmla="*/ 3878372 w 5315541"/>
              <a:gd name="connsiteY5" fmla="*/ 42965 h 892872"/>
              <a:gd name="connsiteX6" fmla="*/ 4346155 w 5315541"/>
              <a:gd name="connsiteY6" fmla="*/ 313026 h 892872"/>
              <a:gd name="connsiteX7" fmla="*/ 4771605 w 5315541"/>
              <a:gd name="connsiteY7" fmla="*/ 407455 h 892872"/>
              <a:gd name="connsiteX8" fmla="*/ 5211871 w 5315541"/>
              <a:gd name="connsiteY8" fmla="*/ 295998 h 892872"/>
              <a:gd name="connsiteX9" fmla="*/ 5247855 w 5315541"/>
              <a:gd name="connsiteY9" fmla="*/ 623934 h 892872"/>
              <a:gd name="connsiteX10" fmla="*/ 4418120 w 5315541"/>
              <a:gd name="connsiteY10" fmla="*/ 452007 h 892872"/>
              <a:gd name="connsiteX11" fmla="*/ 4145428 w 5315541"/>
              <a:gd name="connsiteY11" fmla="*/ 282730 h 892872"/>
              <a:gd name="connsiteX12" fmla="*/ 3920705 w 5315541"/>
              <a:gd name="connsiteY12" fmla="*/ 146971 h 892872"/>
              <a:gd name="connsiteX13" fmla="*/ 3596855 w 5315541"/>
              <a:gd name="connsiteY13" fmla="*/ 127586 h 892872"/>
              <a:gd name="connsiteX14" fmla="*/ 3414821 w 5315541"/>
              <a:gd name="connsiteY14" fmla="*/ 203786 h 892872"/>
              <a:gd name="connsiteX15" fmla="*/ 3296288 w 5315541"/>
              <a:gd name="connsiteY15" fmla="*/ 322318 h 892872"/>
              <a:gd name="connsiteX16" fmla="*/ 3084621 w 5315541"/>
              <a:gd name="connsiteY16" fmla="*/ 703318 h 892872"/>
              <a:gd name="connsiteX17" fmla="*/ 2906821 w 5315541"/>
              <a:gd name="connsiteY17" fmla="*/ 855719 h 892872"/>
              <a:gd name="connsiteX18" fmla="*/ 2542755 w 5315541"/>
              <a:gd name="connsiteY18" fmla="*/ 889585 h 892872"/>
              <a:gd name="connsiteX19" fmla="*/ 1856955 w 5315541"/>
              <a:gd name="connsiteY19" fmla="*/ 796452 h 892872"/>
              <a:gd name="connsiteX20" fmla="*/ 1188088 w 5315541"/>
              <a:gd name="connsiteY20" fmla="*/ 584786 h 892872"/>
              <a:gd name="connsiteX21" fmla="*/ 891755 w 5315541"/>
              <a:gd name="connsiteY21" fmla="*/ 313852 h 892872"/>
              <a:gd name="connsiteX22" fmla="*/ 705488 w 5315541"/>
              <a:gd name="connsiteY22" fmla="*/ 186852 h 892872"/>
              <a:gd name="connsiteX23" fmla="*/ 502288 w 5315541"/>
              <a:gd name="connsiteY23" fmla="*/ 136052 h 892872"/>
              <a:gd name="connsiteX24" fmla="*/ 146687 w 5315541"/>
              <a:gd name="connsiteY24" fmla="*/ 93719 h 892872"/>
              <a:gd name="connsiteX25" fmla="*/ 19688 w 5315541"/>
              <a:gd name="connsiteY25" fmla="*/ 93719 h 892872"/>
              <a:gd name="connsiteX26" fmla="*/ 87421 w 5315541"/>
              <a:gd name="connsiteY26" fmla="*/ 585 h 892872"/>
              <a:gd name="connsiteX0" fmla="*/ 87421 w 5315541"/>
              <a:gd name="connsiteY0" fmla="*/ 585 h 892872"/>
              <a:gd name="connsiteX1" fmla="*/ 815555 w 5315541"/>
              <a:gd name="connsiteY1" fmla="*/ 144519 h 892872"/>
              <a:gd name="connsiteX2" fmla="*/ 1416688 w 5315541"/>
              <a:gd name="connsiteY2" fmla="*/ 584785 h 892872"/>
              <a:gd name="connsiteX3" fmla="*/ 2813688 w 5315541"/>
              <a:gd name="connsiteY3" fmla="*/ 779519 h 892872"/>
              <a:gd name="connsiteX4" fmla="*/ 3313221 w 5315541"/>
              <a:gd name="connsiteY4" fmla="*/ 144519 h 892872"/>
              <a:gd name="connsiteX5" fmla="*/ 3878372 w 5315541"/>
              <a:gd name="connsiteY5" fmla="*/ 42965 h 892872"/>
              <a:gd name="connsiteX6" fmla="*/ 4346155 w 5315541"/>
              <a:gd name="connsiteY6" fmla="*/ 313026 h 892872"/>
              <a:gd name="connsiteX7" fmla="*/ 4771605 w 5315541"/>
              <a:gd name="connsiteY7" fmla="*/ 407455 h 892872"/>
              <a:gd name="connsiteX8" fmla="*/ 5211871 w 5315541"/>
              <a:gd name="connsiteY8" fmla="*/ 295998 h 892872"/>
              <a:gd name="connsiteX9" fmla="*/ 5247855 w 5315541"/>
              <a:gd name="connsiteY9" fmla="*/ 623934 h 892872"/>
              <a:gd name="connsiteX10" fmla="*/ 4418120 w 5315541"/>
              <a:gd name="connsiteY10" fmla="*/ 452007 h 892872"/>
              <a:gd name="connsiteX11" fmla="*/ 4145428 w 5315541"/>
              <a:gd name="connsiteY11" fmla="*/ 282730 h 892872"/>
              <a:gd name="connsiteX12" fmla="*/ 3920705 w 5315541"/>
              <a:gd name="connsiteY12" fmla="*/ 146971 h 892872"/>
              <a:gd name="connsiteX13" fmla="*/ 3596855 w 5315541"/>
              <a:gd name="connsiteY13" fmla="*/ 127586 h 892872"/>
              <a:gd name="connsiteX14" fmla="*/ 3414821 w 5315541"/>
              <a:gd name="connsiteY14" fmla="*/ 203786 h 892872"/>
              <a:gd name="connsiteX15" fmla="*/ 3296288 w 5315541"/>
              <a:gd name="connsiteY15" fmla="*/ 322318 h 892872"/>
              <a:gd name="connsiteX16" fmla="*/ 3084621 w 5315541"/>
              <a:gd name="connsiteY16" fmla="*/ 703318 h 892872"/>
              <a:gd name="connsiteX17" fmla="*/ 2906821 w 5315541"/>
              <a:gd name="connsiteY17" fmla="*/ 855719 h 892872"/>
              <a:gd name="connsiteX18" fmla="*/ 2542755 w 5315541"/>
              <a:gd name="connsiteY18" fmla="*/ 889585 h 892872"/>
              <a:gd name="connsiteX19" fmla="*/ 1856955 w 5315541"/>
              <a:gd name="connsiteY19" fmla="*/ 796452 h 892872"/>
              <a:gd name="connsiteX20" fmla="*/ 1188088 w 5315541"/>
              <a:gd name="connsiteY20" fmla="*/ 584786 h 892872"/>
              <a:gd name="connsiteX21" fmla="*/ 891755 w 5315541"/>
              <a:gd name="connsiteY21" fmla="*/ 313852 h 892872"/>
              <a:gd name="connsiteX22" fmla="*/ 705488 w 5315541"/>
              <a:gd name="connsiteY22" fmla="*/ 186852 h 892872"/>
              <a:gd name="connsiteX23" fmla="*/ 502288 w 5315541"/>
              <a:gd name="connsiteY23" fmla="*/ 136052 h 892872"/>
              <a:gd name="connsiteX24" fmla="*/ 146687 w 5315541"/>
              <a:gd name="connsiteY24" fmla="*/ 93719 h 892872"/>
              <a:gd name="connsiteX25" fmla="*/ 19688 w 5315541"/>
              <a:gd name="connsiteY25" fmla="*/ 93719 h 892872"/>
              <a:gd name="connsiteX26" fmla="*/ 87421 w 5315541"/>
              <a:gd name="connsiteY26" fmla="*/ 585 h 892872"/>
              <a:gd name="connsiteX0" fmla="*/ 87421 w 5323628"/>
              <a:gd name="connsiteY0" fmla="*/ 38479 h 930766"/>
              <a:gd name="connsiteX1" fmla="*/ 815555 w 5323628"/>
              <a:gd name="connsiteY1" fmla="*/ 182413 h 930766"/>
              <a:gd name="connsiteX2" fmla="*/ 1416688 w 5323628"/>
              <a:gd name="connsiteY2" fmla="*/ 622679 h 930766"/>
              <a:gd name="connsiteX3" fmla="*/ 2813688 w 5323628"/>
              <a:gd name="connsiteY3" fmla="*/ 817413 h 930766"/>
              <a:gd name="connsiteX4" fmla="*/ 3313221 w 5323628"/>
              <a:gd name="connsiteY4" fmla="*/ 182413 h 930766"/>
              <a:gd name="connsiteX5" fmla="*/ 3878372 w 5323628"/>
              <a:gd name="connsiteY5" fmla="*/ 80859 h 930766"/>
              <a:gd name="connsiteX6" fmla="*/ 4346155 w 5323628"/>
              <a:gd name="connsiteY6" fmla="*/ 350920 h 930766"/>
              <a:gd name="connsiteX7" fmla="*/ 4771605 w 5323628"/>
              <a:gd name="connsiteY7" fmla="*/ 445349 h 930766"/>
              <a:gd name="connsiteX8" fmla="*/ 4596279 w 5323628"/>
              <a:gd name="connsiteY8" fmla="*/ 1014 h 930766"/>
              <a:gd name="connsiteX9" fmla="*/ 5211871 w 5323628"/>
              <a:gd name="connsiteY9" fmla="*/ 333892 h 930766"/>
              <a:gd name="connsiteX10" fmla="*/ 5247855 w 5323628"/>
              <a:gd name="connsiteY10" fmla="*/ 661828 h 930766"/>
              <a:gd name="connsiteX11" fmla="*/ 4418120 w 5323628"/>
              <a:gd name="connsiteY11" fmla="*/ 489901 h 930766"/>
              <a:gd name="connsiteX12" fmla="*/ 4145428 w 5323628"/>
              <a:gd name="connsiteY12" fmla="*/ 320624 h 930766"/>
              <a:gd name="connsiteX13" fmla="*/ 3920705 w 5323628"/>
              <a:gd name="connsiteY13" fmla="*/ 184865 h 930766"/>
              <a:gd name="connsiteX14" fmla="*/ 3596855 w 5323628"/>
              <a:gd name="connsiteY14" fmla="*/ 165480 h 930766"/>
              <a:gd name="connsiteX15" fmla="*/ 3414821 w 5323628"/>
              <a:gd name="connsiteY15" fmla="*/ 241680 h 930766"/>
              <a:gd name="connsiteX16" fmla="*/ 3296288 w 5323628"/>
              <a:gd name="connsiteY16" fmla="*/ 360212 h 930766"/>
              <a:gd name="connsiteX17" fmla="*/ 3084621 w 5323628"/>
              <a:gd name="connsiteY17" fmla="*/ 741212 h 930766"/>
              <a:gd name="connsiteX18" fmla="*/ 2906821 w 5323628"/>
              <a:gd name="connsiteY18" fmla="*/ 893613 h 930766"/>
              <a:gd name="connsiteX19" fmla="*/ 2542755 w 5323628"/>
              <a:gd name="connsiteY19" fmla="*/ 927479 h 930766"/>
              <a:gd name="connsiteX20" fmla="*/ 1856955 w 5323628"/>
              <a:gd name="connsiteY20" fmla="*/ 834346 h 930766"/>
              <a:gd name="connsiteX21" fmla="*/ 1188088 w 5323628"/>
              <a:gd name="connsiteY21" fmla="*/ 622680 h 930766"/>
              <a:gd name="connsiteX22" fmla="*/ 891755 w 5323628"/>
              <a:gd name="connsiteY22" fmla="*/ 351746 h 930766"/>
              <a:gd name="connsiteX23" fmla="*/ 705488 w 5323628"/>
              <a:gd name="connsiteY23" fmla="*/ 224746 h 930766"/>
              <a:gd name="connsiteX24" fmla="*/ 502288 w 5323628"/>
              <a:gd name="connsiteY24" fmla="*/ 173946 h 930766"/>
              <a:gd name="connsiteX25" fmla="*/ 146687 w 5323628"/>
              <a:gd name="connsiteY25" fmla="*/ 131613 h 930766"/>
              <a:gd name="connsiteX26" fmla="*/ 19688 w 5323628"/>
              <a:gd name="connsiteY26" fmla="*/ 131613 h 930766"/>
              <a:gd name="connsiteX27" fmla="*/ 87421 w 5323628"/>
              <a:gd name="connsiteY27" fmla="*/ 38479 h 930766"/>
              <a:gd name="connsiteX0" fmla="*/ 87421 w 5263955"/>
              <a:gd name="connsiteY0" fmla="*/ 81802 h 974089"/>
              <a:gd name="connsiteX1" fmla="*/ 815555 w 5263955"/>
              <a:gd name="connsiteY1" fmla="*/ 225736 h 974089"/>
              <a:gd name="connsiteX2" fmla="*/ 1416688 w 5263955"/>
              <a:gd name="connsiteY2" fmla="*/ 666002 h 974089"/>
              <a:gd name="connsiteX3" fmla="*/ 2813688 w 5263955"/>
              <a:gd name="connsiteY3" fmla="*/ 860736 h 974089"/>
              <a:gd name="connsiteX4" fmla="*/ 3313221 w 5263955"/>
              <a:gd name="connsiteY4" fmla="*/ 225736 h 974089"/>
              <a:gd name="connsiteX5" fmla="*/ 3878372 w 5263955"/>
              <a:gd name="connsiteY5" fmla="*/ 124182 h 974089"/>
              <a:gd name="connsiteX6" fmla="*/ 4346155 w 5263955"/>
              <a:gd name="connsiteY6" fmla="*/ 394243 h 974089"/>
              <a:gd name="connsiteX7" fmla="*/ 4771605 w 5263955"/>
              <a:gd name="connsiteY7" fmla="*/ 488672 h 974089"/>
              <a:gd name="connsiteX8" fmla="*/ 4596279 w 5263955"/>
              <a:gd name="connsiteY8" fmla="*/ 44337 h 974089"/>
              <a:gd name="connsiteX9" fmla="*/ 4938821 w 5263955"/>
              <a:gd name="connsiteY9" fmla="*/ 57605 h 974089"/>
              <a:gd name="connsiteX10" fmla="*/ 5247855 w 5263955"/>
              <a:gd name="connsiteY10" fmla="*/ 705151 h 974089"/>
              <a:gd name="connsiteX11" fmla="*/ 4418120 w 5263955"/>
              <a:gd name="connsiteY11" fmla="*/ 533224 h 974089"/>
              <a:gd name="connsiteX12" fmla="*/ 4145428 w 5263955"/>
              <a:gd name="connsiteY12" fmla="*/ 363947 h 974089"/>
              <a:gd name="connsiteX13" fmla="*/ 3920705 w 5263955"/>
              <a:gd name="connsiteY13" fmla="*/ 228188 h 974089"/>
              <a:gd name="connsiteX14" fmla="*/ 3596855 w 5263955"/>
              <a:gd name="connsiteY14" fmla="*/ 208803 h 974089"/>
              <a:gd name="connsiteX15" fmla="*/ 3414821 w 5263955"/>
              <a:gd name="connsiteY15" fmla="*/ 285003 h 974089"/>
              <a:gd name="connsiteX16" fmla="*/ 3296288 w 5263955"/>
              <a:gd name="connsiteY16" fmla="*/ 403535 h 974089"/>
              <a:gd name="connsiteX17" fmla="*/ 3084621 w 5263955"/>
              <a:gd name="connsiteY17" fmla="*/ 784535 h 974089"/>
              <a:gd name="connsiteX18" fmla="*/ 2906821 w 5263955"/>
              <a:gd name="connsiteY18" fmla="*/ 936936 h 974089"/>
              <a:gd name="connsiteX19" fmla="*/ 2542755 w 5263955"/>
              <a:gd name="connsiteY19" fmla="*/ 970802 h 974089"/>
              <a:gd name="connsiteX20" fmla="*/ 1856955 w 5263955"/>
              <a:gd name="connsiteY20" fmla="*/ 877669 h 974089"/>
              <a:gd name="connsiteX21" fmla="*/ 1188088 w 5263955"/>
              <a:gd name="connsiteY21" fmla="*/ 666003 h 974089"/>
              <a:gd name="connsiteX22" fmla="*/ 891755 w 5263955"/>
              <a:gd name="connsiteY22" fmla="*/ 395069 h 974089"/>
              <a:gd name="connsiteX23" fmla="*/ 705488 w 5263955"/>
              <a:gd name="connsiteY23" fmla="*/ 268069 h 974089"/>
              <a:gd name="connsiteX24" fmla="*/ 502288 w 5263955"/>
              <a:gd name="connsiteY24" fmla="*/ 217269 h 974089"/>
              <a:gd name="connsiteX25" fmla="*/ 146687 w 5263955"/>
              <a:gd name="connsiteY25" fmla="*/ 174936 h 974089"/>
              <a:gd name="connsiteX26" fmla="*/ 19688 w 5263955"/>
              <a:gd name="connsiteY26" fmla="*/ 174936 h 974089"/>
              <a:gd name="connsiteX27" fmla="*/ 87421 w 5263955"/>
              <a:gd name="connsiteY27" fmla="*/ 81802 h 974089"/>
              <a:gd name="connsiteX0" fmla="*/ 87421 w 5259533"/>
              <a:gd name="connsiteY0" fmla="*/ 56909 h 949196"/>
              <a:gd name="connsiteX1" fmla="*/ 815555 w 5259533"/>
              <a:gd name="connsiteY1" fmla="*/ 200843 h 949196"/>
              <a:gd name="connsiteX2" fmla="*/ 1416688 w 5259533"/>
              <a:gd name="connsiteY2" fmla="*/ 641109 h 949196"/>
              <a:gd name="connsiteX3" fmla="*/ 2813688 w 5259533"/>
              <a:gd name="connsiteY3" fmla="*/ 835843 h 949196"/>
              <a:gd name="connsiteX4" fmla="*/ 3313221 w 5259533"/>
              <a:gd name="connsiteY4" fmla="*/ 200843 h 949196"/>
              <a:gd name="connsiteX5" fmla="*/ 3878372 w 5259533"/>
              <a:gd name="connsiteY5" fmla="*/ 99289 h 949196"/>
              <a:gd name="connsiteX6" fmla="*/ 4346155 w 5259533"/>
              <a:gd name="connsiteY6" fmla="*/ 369350 h 949196"/>
              <a:gd name="connsiteX7" fmla="*/ 4771605 w 5259533"/>
              <a:gd name="connsiteY7" fmla="*/ 463779 h 949196"/>
              <a:gd name="connsiteX8" fmla="*/ 4596279 w 5259533"/>
              <a:gd name="connsiteY8" fmla="*/ 19444 h 949196"/>
              <a:gd name="connsiteX9" fmla="*/ 4938821 w 5259533"/>
              <a:gd name="connsiteY9" fmla="*/ 32712 h 949196"/>
              <a:gd name="connsiteX10" fmla="*/ 4907429 w 5259533"/>
              <a:gd name="connsiteY10" fmla="*/ 324528 h 949196"/>
              <a:gd name="connsiteX11" fmla="*/ 5247855 w 5259533"/>
              <a:gd name="connsiteY11" fmla="*/ 680258 h 949196"/>
              <a:gd name="connsiteX12" fmla="*/ 4418120 w 5259533"/>
              <a:gd name="connsiteY12" fmla="*/ 508331 h 949196"/>
              <a:gd name="connsiteX13" fmla="*/ 4145428 w 5259533"/>
              <a:gd name="connsiteY13" fmla="*/ 339054 h 949196"/>
              <a:gd name="connsiteX14" fmla="*/ 3920705 w 5259533"/>
              <a:gd name="connsiteY14" fmla="*/ 203295 h 949196"/>
              <a:gd name="connsiteX15" fmla="*/ 3596855 w 5259533"/>
              <a:gd name="connsiteY15" fmla="*/ 183910 h 949196"/>
              <a:gd name="connsiteX16" fmla="*/ 3414821 w 5259533"/>
              <a:gd name="connsiteY16" fmla="*/ 260110 h 949196"/>
              <a:gd name="connsiteX17" fmla="*/ 3296288 w 5259533"/>
              <a:gd name="connsiteY17" fmla="*/ 378642 h 949196"/>
              <a:gd name="connsiteX18" fmla="*/ 3084621 w 5259533"/>
              <a:gd name="connsiteY18" fmla="*/ 759642 h 949196"/>
              <a:gd name="connsiteX19" fmla="*/ 2906821 w 5259533"/>
              <a:gd name="connsiteY19" fmla="*/ 912043 h 949196"/>
              <a:gd name="connsiteX20" fmla="*/ 2542755 w 5259533"/>
              <a:gd name="connsiteY20" fmla="*/ 945909 h 949196"/>
              <a:gd name="connsiteX21" fmla="*/ 1856955 w 5259533"/>
              <a:gd name="connsiteY21" fmla="*/ 852776 h 949196"/>
              <a:gd name="connsiteX22" fmla="*/ 1188088 w 5259533"/>
              <a:gd name="connsiteY22" fmla="*/ 641110 h 949196"/>
              <a:gd name="connsiteX23" fmla="*/ 891755 w 5259533"/>
              <a:gd name="connsiteY23" fmla="*/ 370176 h 949196"/>
              <a:gd name="connsiteX24" fmla="*/ 705488 w 5259533"/>
              <a:gd name="connsiteY24" fmla="*/ 243176 h 949196"/>
              <a:gd name="connsiteX25" fmla="*/ 502288 w 5259533"/>
              <a:gd name="connsiteY25" fmla="*/ 192376 h 949196"/>
              <a:gd name="connsiteX26" fmla="*/ 146687 w 5259533"/>
              <a:gd name="connsiteY26" fmla="*/ 150043 h 949196"/>
              <a:gd name="connsiteX27" fmla="*/ 19688 w 5259533"/>
              <a:gd name="connsiteY27" fmla="*/ 150043 h 949196"/>
              <a:gd name="connsiteX28" fmla="*/ 87421 w 5259533"/>
              <a:gd name="connsiteY28" fmla="*/ 56909 h 949196"/>
              <a:gd name="connsiteX0" fmla="*/ 87421 w 5259533"/>
              <a:gd name="connsiteY0" fmla="*/ 64241 h 956528"/>
              <a:gd name="connsiteX1" fmla="*/ 815555 w 5259533"/>
              <a:gd name="connsiteY1" fmla="*/ 208175 h 956528"/>
              <a:gd name="connsiteX2" fmla="*/ 1416688 w 5259533"/>
              <a:gd name="connsiteY2" fmla="*/ 648441 h 956528"/>
              <a:gd name="connsiteX3" fmla="*/ 2813688 w 5259533"/>
              <a:gd name="connsiteY3" fmla="*/ 843175 h 956528"/>
              <a:gd name="connsiteX4" fmla="*/ 3313221 w 5259533"/>
              <a:gd name="connsiteY4" fmla="*/ 208175 h 956528"/>
              <a:gd name="connsiteX5" fmla="*/ 3878372 w 5259533"/>
              <a:gd name="connsiteY5" fmla="*/ 106621 h 956528"/>
              <a:gd name="connsiteX6" fmla="*/ 4346155 w 5259533"/>
              <a:gd name="connsiteY6" fmla="*/ 376682 h 956528"/>
              <a:gd name="connsiteX7" fmla="*/ 4771605 w 5259533"/>
              <a:gd name="connsiteY7" fmla="*/ 471111 h 956528"/>
              <a:gd name="connsiteX8" fmla="*/ 4653429 w 5259533"/>
              <a:gd name="connsiteY8" fmla="*/ 302805 h 956528"/>
              <a:gd name="connsiteX9" fmla="*/ 4596279 w 5259533"/>
              <a:gd name="connsiteY9" fmla="*/ 26776 h 956528"/>
              <a:gd name="connsiteX10" fmla="*/ 4938821 w 5259533"/>
              <a:gd name="connsiteY10" fmla="*/ 40044 h 956528"/>
              <a:gd name="connsiteX11" fmla="*/ 4907429 w 5259533"/>
              <a:gd name="connsiteY11" fmla="*/ 331860 h 956528"/>
              <a:gd name="connsiteX12" fmla="*/ 5247855 w 5259533"/>
              <a:gd name="connsiteY12" fmla="*/ 687590 h 956528"/>
              <a:gd name="connsiteX13" fmla="*/ 4418120 w 5259533"/>
              <a:gd name="connsiteY13" fmla="*/ 515663 h 956528"/>
              <a:gd name="connsiteX14" fmla="*/ 4145428 w 5259533"/>
              <a:gd name="connsiteY14" fmla="*/ 346386 h 956528"/>
              <a:gd name="connsiteX15" fmla="*/ 3920705 w 5259533"/>
              <a:gd name="connsiteY15" fmla="*/ 210627 h 956528"/>
              <a:gd name="connsiteX16" fmla="*/ 3596855 w 5259533"/>
              <a:gd name="connsiteY16" fmla="*/ 191242 h 956528"/>
              <a:gd name="connsiteX17" fmla="*/ 3414821 w 5259533"/>
              <a:gd name="connsiteY17" fmla="*/ 267442 h 956528"/>
              <a:gd name="connsiteX18" fmla="*/ 3296288 w 5259533"/>
              <a:gd name="connsiteY18" fmla="*/ 385974 h 956528"/>
              <a:gd name="connsiteX19" fmla="*/ 3084621 w 5259533"/>
              <a:gd name="connsiteY19" fmla="*/ 766974 h 956528"/>
              <a:gd name="connsiteX20" fmla="*/ 2906821 w 5259533"/>
              <a:gd name="connsiteY20" fmla="*/ 919375 h 956528"/>
              <a:gd name="connsiteX21" fmla="*/ 2542755 w 5259533"/>
              <a:gd name="connsiteY21" fmla="*/ 953241 h 956528"/>
              <a:gd name="connsiteX22" fmla="*/ 1856955 w 5259533"/>
              <a:gd name="connsiteY22" fmla="*/ 860108 h 956528"/>
              <a:gd name="connsiteX23" fmla="*/ 1188088 w 5259533"/>
              <a:gd name="connsiteY23" fmla="*/ 648442 h 956528"/>
              <a:gd name="connsiteX24" fmla="*/ 891755 w 5259533"/>
              <a:gd name="connsiteY24" fmla="*/ 377508 h 956528"/>
              <a:gd name="connsiteX25" fmla="*/ 705488 w 5259533"/>
              <a:gd name="connsiteY25" fmla="*/ 250508 h 956528"/>
              <a:gd name="connsiteX26" fmla="*/ 502288 w 5259533"/>
              <a:gd name="connsiteY26" fmla="*/ 199708 h 956528"/>
              <a:gd name="connsiteX27" fmla="*/ 146687 w 5259533"/>
              <a:gd name="connsiteY27" fmla="*/ 157375 h 956528"/>
              <a:gd name="connsiteX28" fmla="*/ 19688 w 5259533"/>
              <a:gd name="connsiteY28" fmla="*/ 157375 h 956528"/>
              <a:gd name="connsiteX29" fmla="*/ 87421 w 5259533"/>
              <a:gd name="connsiteY29" fmla="*/ 64241 h 956528"/>
              <a:gd name="connsiteX0" fmla="*/ 87421 w 5259533"/>
              <a:gd name="connsiteY0" fmla="*/ 64242 h 956529"/>
              <a:gd name="connsiteX1" fmla="*/ 815555 w 5259533"/>
              <a:gd name="connsiteY1" fmla="*/ 208176 h 956529"/>
              <a:gd name="connsiteX2" fmla="*/ 1416688 w 5259533"/>
              <a:gd name="connsiteY2" fmla="*/ 648442 h 956529"/>
              <a:gd name="connsiteX3" fmla="*/ 2813688 w 5259533"/>
              <a:gd name="connsiteY3" fmla="*/ 843176 h 956529"/>
              <a:gd name="connsiteX4" fmla="*/ 3313221 w 5259533"/>
              <a:gd name="connsiteY4" fmla="*/ 208176 h 956529"/>
              <a:gd name="connsiteX5" fmla="*/ 3878372 w 5259533"/>
              <a:gd name="connsiteY5" fmla="*/ 106622 h 956529"/>
              <a:gd name="connsiteX6" fmla="*/ 4346155 w 5259533"/>
              <a:gd name="connsiteY6" fmla="*/ 376683 h 956529"/>
              <a:gd name="connsiteX7" fmla="*/ 4771605 w 5259533"/>
              <a:gd name="connsiteY7" fmla="*/ 471112 h 956529"/>
              <a:gd name="connsiteX8" fmla="*/ 4653429 w 5259533"/>
              <a:gd name="connsiteY8" fmla="*/ 302806 h 956529"/>
              <a:gd name="connsiteX9" fmla="*/ 4596279 w 5259533"/>
              <a:gd name="connsiteY9" fmla="*/ 26777 h 956529"/>
              <a:gd name="connsiteX10" fmla="*/ 4938821 w 5259533"/>
              <a:gd name="connsiteY10" fmla="*/ 40045 h 956529"/>
              <a:gd name="connsiteX11" fmla="*/ 4907429 w 5259533"/>
              <a:gd name="connsiteY11" fmla="*/ 331861 h 956529"/>
              <a:gd name="connsiteX12" fmla="*/ 5247855 w 5259533"/>
              <a:gd name="connsiteY12" fmla="*/ 687591 h 956529"/>
              <a:gd name="connsiteX13" fmla="*/ 4418120 w 5259533"/>
              <a:gd name="connsiteY13" fmla="*/ 515664 h 956529"/>
              <a:gd name="connsiteX14" fmla="*/ 4145428 w 5259533"/>
              <a:gd name="connsiteY14" fmla="*/ 346387 h 956529"/>
              <a:gd name="connsiteX15" fmla="*/ 3920705 w 5259533"/>
              <a:gd name="connsiteY15" fmla="*/ 210628 h 956529"/>
              <a:gd name="connsiteX16" fmla="*/ 3596855 w 5259533"/>
              <a:gd name="connsiteY16" fmla="*/ 191243 h 956529"/>
              <a:gd name="connsiteX17" fmla="*/ 3414821 w 5259533"/>
              <a:gd name="connsiteY17" fmla="*/ 267443 h 956529"/>
              <a:gd name="connsiteX18" fmla="*/ 3296288 w 5259533"/>
              <a:gd name="connsiteY18" fmla="*/ 385975 h 956529"/>
              <a:gd name="connsiteX19" fmla="*/ 3084621 w 5259533"/>
              <a:gd name="connsiteY19" fmla="*/ 766975 h 956529"/>
              <a:gd name="connsiteX20" fmla="*/ 2906821 w 5259533"/>
              <a:gd name="connsiteY20" fmla="*/ 919376 h 956529"/>
              <a:gd name="connsiteX21" fmla="*/ 2542755 w 5259533"/>
              <a:gd name="connsiteY21" fmla="*/ 953242 h 956529"/>
              <a:gd name="connsiteX22" fmla="*/ 1856955 w 5259533"/>
              <a:gd name="connsiteY22" fmla="*/ 860109 h 956529"/>
              <a:gd name="connsiteX23" fmla="*/ 1188088 w 5259533"/>
              <a:gd name="connsiteY23" fmla="*/ 648443 h 956529"/>
              <a:gd name="connsiteX24" fmla="*/ 891755 w 5259533"/>
              <a:gd name="connsiteY24" fmla="*/ 377509 h 956529"/>
              <a:gd name="connsiteX25" fmla="*/ 705488 w 5259533"/>
              <a:gd name="connsiteY25" fmla="*/ 250509 h 956529"/>
              <a:gd name="connsiteX26" fmla="*/ 502288 w 5259533"/>
              <a:gd name="connsiteY26" fmla="*/ 199709 h 956529"/>
              <a:gd name="connsiteX27" fmla="*/ 146687 w 5259533"/>
              <a:gd name="connsiteY27" fmla="*/ 157376 h 956529"/>
              <a:gd name="connsiteX28" fmla="*/ 19688 w 5259533"/>
              <a:gd name="connsiteY28" fmla="*/ 157376 h 956529"/>
              <a:gd name="connsiteX29" fmla="*/ 87421 w 5259533"/>
              <a:gd name="connsiteY29" fmla="*/ 64242 h 956529"/>
              <a:gd name="connsiteX0" fmla="*/ 87421 w 5259672"/>
              <a:gd name="connsiteY0" fmla="*/ 58517 h 950804"/>
              <a:gd name="connsiteX1" fmla="*/ 815555 w 5259672"/>
              <a:gd name="connsiteY1" fmla="*/ 202451 h 950804"/>
              <a:gd name="connsiteX2" fmla="*/ 1416688 w 5259672"/>
              <a:gd name="connsiteY2" fmla="*/ 642717 h 950804"/>
              <a:gd name="connsiteX3" fmla="*/ 2813688 w 5259672"/>
              <a:gd name="connsiteY3" fmla="*/ 837451 h 950804"/>
              <a:gd name="connsiteX4" fmla="*/ 3313221 w 5259672"/>
              <a:gd name="connsiteY4" fmla="*/ 202451 h 950804"/>
              <a:gd name="connsiteX5" fmla="*/ 3878372 w 5259672"/>
              <a:gd name="connsiteY5" fmla="*/ 100897 h 950804"/>
              <a:gd name="connsiteX6" fmla="*/ 4346155 w 5259672"/>
              <a:gd name="connsiteY6" fmla="*/ 370958 h 950804"/>
              <a:gd name="connsiteX7" fmla="*/ 4771605 w 5259672"/>
              <a:gd name="connsiteY7" fmla="*/ 465387 h 950804"/>
              <a:gd name="connsiteX8" fmla="*/ 4653429 w 5259672"/>
              <a:gd name="connsiteY8" fmla="*/ 297081 h 950804"/>
              <a:gd name="connsiteX9" fmla="*/ 4596279 w 5259672"/>
              <a:gd name="connsiteY9" fmla="*/ 21052 h 950804"/>
              <a:gd name="connsiteX10" fmla="*/ 4938821 w 5259672"/>
              <a:gd name="connsiteY10" fmla="*/ 34320 h 950804"/>
              <a:gd name="connsiteX11" fmla="*/ 4939179 w 5259672"/>
              <a:gd name="connsiteY11" fmla="*/ 217179 h 950804"/>
              <a:gd name="connsiteX12" fmla="*/ 4907429 w 5259672"/>
              <a:gd name="connsiteY12" fmla="*/ 326136 h 950804"/>
              <a:gd name="connsiteX13" fmla="*/ 5247855 w 5259672"/>
              <a:gd name="connsiteY13" fmla="*/ 681866 h 950804"/>
              <a:gd name="connsiteX14" fmla="*/ 4418120 w 5259672"/>
              <a:gd name="connsiteY14" fmla="*/ 509939 h 950804"/>
              <a:gd name="connsiteX15" fmla="*/ 4145428 w 5259672"/>
              <a:gd name="connsiteY15" fmla="*/ 340662 h 950804"/>
              <a:gd name="connsiteX16" fmla="*/ 3920705 w 5259672"/>
              <a:gd name="connsiteY16" fmla="*/ 204903 h 950804"/>
              <a:gd name="connsiteX17" fmla="*/ 3596855 w 5259672"/>
              <a:gd name="connsiteY17" fmla="*/ 185518 h 950804"/>
              <a:gd name="connsiteX18" fmla="*/ 3414821 w 5259672"/>
              <a:gd name="connsiteY18" fmla="*/ 261718 h 950804"/>
              <a:gd name="connsiteX19" fmla="*/ 3296288 w 5259672"/>
              <a:gd name="connsiteY19" fmla="*/ 380250 h 950804"/>
              <a:gd name="connsiteX20" fmla="*/ 3084621 w 5259672"/>
              <a:gd name="connsiteY20" fmla="*/ 761250 h 950804"/>
              <a:gd name="connsiteX21" fmla="*/ 2906821 w 5259672"/>
              <a:gd name="connsiteY21" fmla="*/ 913651 h 950804"/>
              <a:gd name="connsiteX22" fmla="*/ 2542755 w 5259672"/>
              <a:gd name="connsiteY22" fmla="*/ 947517 h 950804"/>
              <a:gd name="connsiteX23" fmla="*/ 1856955 w 5259672"/>
              <a:gd name="connsiteY23" fmla="*/ 854384 h 950804"/>
              <a:gd name="connsiteX24" fmla="*/ 1188088 w 5259672"/>
              <a:gd name="connsiteY24" fmla="*/ 642718 h 950804"/>
              <a:gd name="connsiteX25" fmla="*/ 891755 w 5259672"/>
              <a:gd name="connsiteY25" fmla="*/ 371784 h 950804"/>
              <a:gd name="connsiteX26" fmla="*/ 705488 w 5259672"/>
              <a:gd name="connsiteY26" fmla="*/ 244784 h 950804"/>
              <a:gd name="connsiteX27" fmla="*/ 502288 w 5259672"/>
              <a:gd name="connsiteY27" fmla="*/ 193984 h 950804"/>
              <a:gd name="connsiteX28" fmla="*/ 146687 w 5259672"/>
              <a:gd name="connsiteY28" fmla="*/ 151651 h 950804"/>
              <a:gd name="connsiteX29" fmla="*/ 19688 w 5259672"/>
              <a:gd name="connsiteY29" fmla="*/ 151651 h 950804"/>
              <a:gd name="connsiteX30" fmla="*/ 87421 w 5259672"/>
              <a:gd name="connsiteY30" fmla="*/ 58517 h 950804"/>
              <a:gd name="connsiteX0" fmla="*/ 87421 w 5256262"/>
              <a:gd name="connsiteY0" fmla="*/ 58517 h 950804"/>
              <a:gd name="connsiteX1" fmla="*/ 815555 w 5256262"/>
              <a:gd name="connsiteY1" fmla="*/ 202451 h 950804"/>
              <a:gd name="connsiteX2" fmla="*/ 1416688 w 5256262"/>
              <a:gd name="connsiteY2" fmla="*/ 642717 h 950804"/>
              <a:gd name="connsiteX3" fmla="*/ 2813688 w 5256262"/>
              <a:gd name="connsiteY3" fmla="*/ 837451 h 950804"/>
              <a:gd name="connsiteX4" fmla="*/ 3313221 w 5256262"/>
              <a:gd name="connsiteY4" fmla="*/ 202451 h 950804"/>
              <a:gd name="connsiteX5" fmla="*/ 3878372 w 5256262"/>
              <a:gd name="connsiteY5" fmla="*/ 100897 h 950804"/>
              <a:gd name="connsiteX6" fmla="*/ 4346155 w 5256262"/>
              <a:gd name="connsiteY6" fmla="*/ 370958 h 950804"/>
              <a:gd name="connsiteX7" fmla="*/ 4771605 w 5256262"/>
              <a:gd name="connsiteY7" fmla="*/ 465387 h 950804"/>
              <a:gd name="connsiteX8" fmla="*/ 4653429 w 5256262"/>
              <a:gd name="connsiteY8" fmla="*/ 297081 h 950804"/>
              <a:gd name="connsiteX9" fmla="*/ 4596279 w 5256262"/>
              <a:gd name="connsiteY9" fmla="*/ 21052 h 950804"/>
              <a:gd name="connsiteX10" fmla="*/ 4938821 w 5256262"/>
              <a:gd name="connsiteY10" fmla="*/ 34320 h 950804"/>
              <a:gd name="connsiteX11" fmla="*/ 4939179 w 5256262"/>
              <a:gd name="connsiteY11" fmla="*/ 217179 h 950804"/>
              <a:gd name="connsiteX12" fmla="*/ 4850279 w 5256262"/>
              <a:gd name="connsiteY12" fmla="*/ 333399 h 950804"/>
              <a:gd name="connsiteX13" fmla="*/ 5247855 w 5256262"/>
              <a:gd name="connsiteY13" fmla="*/ 681866 h 950804"/>
              <a:gd name="connsiteX14" fmla="*/ 4418120 w 5256262"/>
              <a:gd name="connsiteY14" fmla="*/ 509939 h 950804"/>
              <a:gd name="connsiteX15" fmla="*/ 4145428 w 5256262"/>
              <a:gd name="connsiteY15" fmla="*/ 340662 h 950804"/>
              <a:gd name="connsiteX16" fmla="*/ 3920705 w 5256262"/>
              <a:gd name="connsiteY16" fmla="*/ 204903 h 950804"/>
              <a:gd name="connsiteX17" fmla="*/ 3596855 w 5256262"/>
              <a:gd name="connsiteY17" fmla="*/ 185518 h 950804"/>
              <a:gd name="connsiteX18" fmla="*/ 3414821 w 5256262"/>
              <a:gd name="connsiteY18" fmla="*/ 261718 h 950804"/>
              <a:gd name="connsiteX19" fmla="*/ 3296288 w 5256262"/>
              <a:gd name="connsiteY19" fmla="*/ 380250 h 950804"/>
              <a:gd name="connsiteX20" fmla="*/ 3084621 w 5256262"/>
              <a:gd name="connsiteY20" fmla="*/ 761250 h 950804"/>
              <a:gd name="connsiteX21" fmla="*/ 2906821 w 5256262"/>
              <a:gd name="connsiteY21" fmla="*/ 913651 h 950804"/>
              <a:gd name="connsiteX22" fmla="*/ 2542755 w 5256262"/>
              <a:gd name="connsiteY22" fmla="*/ 947517 h 950804"/>
              <a:gd name="connsiteX23" fmla="*/ 1856955 w 5256262"/>
              <a:gd name="connsiteY23" fmla="*/ 854384 h 950804"/>
              <a:gd name="connsiteX24" fmla="*/ 1188088 w 5256262"/>
              <a:gd name="connsiteY24" fmla="*/ 642718 h 950804"/>
              <a:gd name="connsiteX25" fmla="*/ 891755 w 5256262"/>
              <a:gd name="connsiteY25" fmla="*/ 371784 h 950804"/>
              <a:gd name="connsiteX26" fmla="*/ 705488 w 5256262"/>
              <a:gd name="connsiteY26" fmla="*/ 244784 h 950804"/>
              <a:gd name="connsiteX27" fmla="*/ 502288 w 5256262"/>
              <a:gd name="connsiteY27" fmla="*/ 193984 h 950804"/>
              <a:gd name="connsiteX28" fmla="*/ 146687 w 5256262"/>
              <a:gd name="connsiteY28" fmla="*/ 151651 h 950804"/>
              <a:gd name="connsiteX29" fmla="*/ 19688 w 5256262"/>
              <a:gd name="connsiteY29" fmla="*/ 151651 h 950804"/>
              <a:gd name="connsiteX30" fmla="*/ 87421 w 5256262"/>
              <a:gd name="connsiteY30" fmla="*/ 58517 h 950804"/>
              <a:gd name="connsiteX0" fmla="*/ 87421 w 5256262"/>
              <a:gd name="connsiteY0" fmla="*/ 113346 h 1005633"/>
              <a:gd name="connsiteX1" fmla="*/ 815555 w 5256262"/>
              <a:gd name="connsiteY1" fmla="*/ 257280 h 1005633"/>
              <a:gd name="connsiteX2" fmla="*/ 1416688 w 5256262"/>
              <a:gd name="connsiteY2" fmla="*/ 697546 h 1005633"/>
              <a:gd name="connsiteX3" fmla="*/ 2813688 w 5256262"/>
              <a:gd name="connsiteY3" fmla="*/ 892280 h 1005633"/>
              <a:gd name="connsiteX4" fmla="*/ 3313221 w 5256262"/>
              <a:gd name="connsiteY4" fmla="*/ 257280 h 1005633"/>
              <a:gd name="connsiteX5" fmla="*/ 3878372 w 5256262"/>
              <a:gd name="connsiteY5" fmla="*/ 155726 h 1005633"/>
              <a:gd name="connsiteX6" fmla="*/ 4346155 w 5256262"/>
              <a:gd name="connsiteY6" fmla="*/ 425787 h 1005633"/>
              <a:gd name="connsiteX7" fmla="*/ 4771605 w 5256262"/>
              <a:gd name="connsiteY7" fmla="*/ 520216 h 1005633"/>
              <a:gd name="connsiteX8" fmla="*/ 4653429 w 5256262"/>
              <a:gd name="connsiteY8" fmla="*/ 351910 h 1005633"/>
              <a:gd name="connsiteX9" fmla="*/ 4596279 w 5256262"/>
              <a:gd name="connsiteY9" fmla="*/ 75881 h 1005633"/>
              <a:gd name="connsiteX10" fmla="*/ 4913421 w 5256262"/>
              <a:gd name="connsiteY10" fmla="*/ 9246 h 1005633"/>
              <a:gd name="connsiteX11" fmla="*/ 4939179 w 5256262"/>
              <a:gd name="connsiteY11" fmla="*/ 272008 h 1005633"/>
              <a:gd name="connsiteX12" fmla="*/ 4850279 w 5256262"/>
              <a:gd name="connsiteY12" fmla="*/ 388228 h 1005633"/>
              <a:gd name="connsiteX13" fmla="*/ 5247855 w 5256262"/>
              <a:gd name="connsiteY13" fmla="*/ 736695 h 1005633"/>
              <a:gd name="connsiteX14" fmla="*/ 4418120 w 5256262"/>
              <a:gd name="connsiteY14" fmla="*/ 564768 h 1005633"/>
              <a:gd name="connsiteX15" fmla="*/ 4145428 w 5256262"/>
              <a:gd name="connsiteY15" fmla="*/ 395491 h 1005633"/>
              <a:gd name="connsiteX16" fmla="*/ 3920705 w 5256262"/>
              <a:gd name="connsiteY16" fmla="*/ 259732 h 1005633"/>
              <a:gd name="connsiteX17" fmla="*/ 3596855 w 5256262"/>
              <a:gd name="connsiteY17" fmla="*/ 240347 h 1005633"/>
              <a:gd name="connsiteX18" fmla="*/ 3414821 w 5256262"/>
              <a:gd name="connsiteY18" fmla="*/ 316547 h 1005633"/>
              <a:gd name="connsiteX19" fmla="*/ 3296288 w 5256262"/>
              <a:gd name="connsiteY19" fmla="*/ 435079 h 1005633"/>
              <a:gd name="connsiteX20" fmla="*/ 3084621 w 5256262"/>
              <a:gd name="connsiteY20" fmla="*/ 816079 h 1005633"/>
              <a:gd name="connsiteX21" fmla="*/ 2906821 w 5256262"/>
              <a:gd name="connsiteY21" fmla="*/ 968480 h 1005633"/>
              <a:gd name="connsiteX22" fmla="*/ 2542755 w 5256262"/>
              <a:gd name="connsiteY22" fmla="*/ 1002346 h 1005633"/>
              <a:gd name="connsiteX23" fmla="*/ 1856955 w 5256262"/>
              <a:gd name="connsiteY23" fmla="*/ 909213 h 1005633"/>
              <a:gd name="connsiteX24" fmla="*/ 1188088 w 5256262"/>
              <a:gd name="connsiteY24" fmla="*/ 697547 h 1005633"/>
              <a:gd name="connsiteX25" fmla="*/ 891755 w 5256262"/>
              <a:gd name="connsiteY25" fmla="*/ 426613 h 1005633"/>
              <a:gd name="connsiteX26" fmla="*/ 705488 w 5256262"/>
              <a:gd name="connsiteY26" fmla="*/ 299613 h 1005633"/>
              <a:gd name="connsiteX27" fmla="*/ 502288 w 5256262"/>
              <a:gd name="connsiteY27" fmla="*/ 248813 h 1005633"/>
              <a:gd name="connsiteX28" fmla="*/ 146687 w 5256262"/>
              <a:gd name="connsiteY28" fmla="*/ 206480 h 1005633"/>
              <a:gd name="connsiteX29" fmla="*/ 19688 w 5256262"/>
              <a:gd name="connsiteY29" fmla="*/ 206480 h 1005633"/>
              <a:gd name="connsiteX30" fmla="*/ 87421 w 5256262"/>
              <a:gd name="connsiteY30" fmla="*/ 113346 h 1005633"/>
              <a:gd name="connsiteX0" fmla="*/ 87421 w 5256262"/>
              <a:gd name="connsiteY0" fmla="*/ 130420 h 1022707"/>
              <a:gd name="connsiteX1" fmla="*/ 815555 w 5256262"/>
              <a:gd name="connsiteY1" fmla="*/ 274354 h 1022707"/>
              <a:gd name="connsiteX2" fmla="*/ 1416688 w 5256262"/>
              <a:gd name="connsiteY2" fmla="*/ 714620 h 1022707"/>
              <a:gd name="connsiteX3" fmla="*/ 2813688 w 5256262"/>
              <a:gd name="connsiteY3" fmla="*/ 909354 h 1022707"/>
              <a:gd name="connsiteX4" fmla="*/ 3313221 w 5256262"/>
              <a:gd name="connsiteY4" fmla="*/ 274354 h 1022707"/>
              <a:gd name="connsiteX5" fmla="*/ 3878372 w 5256262"/>
              <a:gd name="connsiteY5" fmla="*/ 172800 h 1022707"/>
              <a:gd name="connsiteX6" fmla="*/ 4346155 w 5256262"/>
              <a:gd name="connsiteY6" fmla="*/ 442861 h 1022707"/>
              <a:gd name="connsiteX7" fmla="*/ 4771605 w 5256262"/>
              <a:gd name="connsiteY7" fmla="*/ 537290 h 1022707"/>
              <a:gd name="connsiteX8" fmla="*/ 4653429 w 5256262"/>
              <a:gd name="connsiteY8" fmla="*/ 368984 h 1022707"/>
              <a:gd name="connsiteX9" fmla="*/ 4577229 w 5256262"/>
              <a:gd name="connsiteY9" fmla="*/ 34845 h 1022707"/>
              <a:gd name="connsiteX10" fmla="*/ 4913421 w 5256262"/>
              <a:gd name="connsiteY10" fmla="*/ 26320 h 1022707"/>
              <a:gd name="connsiteX11" fmla="*/ 4939179 w 5256262"/>
              <a:gd name="connsiteY11" fmla="*/ 289082 h 1022707"/>
              <a:gd name="connsiteX12" fmla="*/ 4850279 w 5256262"/>
              <a:gd name="connsiteY12" fmla="*/ 405302 h 1022707"/>
              <a:gd name="connsiteX13" fmla="*/ 5247855 w 5256262"/>
              <a:gd name="connsiteY13" fmla="*/ 753769 h 1022707"/>
              <a:gd name="connsiteX14" fmla="*/ 4418120 w 5256262"/>
              <a:gd name="connsiteY14" fmla="*/ 581842 h 1022707"/>
              <a:gd name="connsiteX15" fmla="*/ 4145428 w 5256262"/>
              <a:gd name="connsiteY15" fmla="*/ 412565 h 1022707"/>
              <a:gd name="connsiteX16" fmla="*/ 3920705 w 5256262"/>
              <a:gd name="connsiteY16" fmla="*/ 276806 h 1022707"/>
              <a:gd name="connsiteX17" fmla="*/ 3596855 w 5256262"/>
              <a:gd name="connsiteY17" fmla="*/ 257421 h 1022707"/>
              <a:gd name="connsiteX18" fmla="*/ 3414821 w 5256262"/>
              <a:gd name="connsiteY18" fmla="*/ 333621 h 1022707"/>
              <a:gd name="connsiteX19" fmla="*/ 3296288 w 5256262"/>
              <a:gd name="connsiteY19" fmla="*/ 452153 h 1022707"/>
              <a:gd name="connsiteX20" fmla="*/ 3084621 w 5256262"/>
              <a:gd name="connsiteY20" fmla="*/ 833153 h 1022707"/>
              <a:gd name="connsiteX21" fmla="*/ 2906821 w 5256262"/>
              <a:gd name="connsiteY21" fmla="*/ 985554 h 1022707"/>
              <a:gd name="connsiteX22" fmla="*/ 2542755 w 5256262"/>
              <a:gd name="connsiteY22" fmla="*/ 1019420 h 1022707"/>
              <a:gd name="connsiteX23" fmla="*/ 1856955 w 5256262"/>
              <a:gd name="connsiteY23" fmla="*/ 926287 h 1022707"/>
              <a:gd name="connsiteX24" fmla="*/ 1188088 w 5256262"/>
              <a:gd name="connsiteY24" fmla="*/ 714621 h 1022707"/>
              <a:gd name="connsiteX25" fmla="*/ 891755 w 5256262"/>
              <a:gd name="connsiteY25" fmla="*/ 443687 h 1022707"/>
              <a:gd name="connsiteX26" fmla="*/ 705488 w 5256262"/>
              <a:gd name="connsiteY26" fmla="*/ 316687 h 1022707"/>
              <a:gd name="connsiteX27" fmla="*/ 502288 w 5256262"/>
              <a:gd name="connsiteY27" fmla="*/ 265887 h 1022707"/>
              <a:gd name="connsiteX28" fmla="*/ 146687 w 5256262"/>
              <a:gd name="connsiteY28" fmla="*/ 223554 h 1022707"/>
              <a:gd name="connsiteX29" fmla="*/ 19688 w 5256262"/>
              <a:gd name="connsiteY29" fmla="*/ 223554 h 1022707"/>
              <a:gd name="connsiteX30" fmla="*/ 87421 w 5256262"/>
              <a:gd name="connsiteY30" fmla="*/ 130420 h 1022707"/>
              <a:gd name="connsiteX0" fmla="*/ 87421 w 5256262"/>
              <a:gd name="connsiteY0" fmla="*/ 129917 h 1022204"/>
              <a:gd name="connsiteX1" fmla="*/ 815555 w 5256262"/>
              <a:gd name="connsiteY1" fmla="*/ 273851 h 1022204"/>
              <a:gd name="connsiteX2" fmla="*/ 1416688 w 5256262"/>
              <a:gd name="connsiteY2" fmla="*/ 714117 h 1022204"/>
              <a:gd name="connsiteX3" fmla="*/ 2813688 w 5256262"/>
              <a:gd name="connsiteY3" fmla="*/ 908851 h 1022204"/>
              <a:gd name="connsiteX4" fmla="*/ 3313221 w 5256262"/>
              <a:gd name="connsiteY4" fmla="*/ 273851 h 1022204"/>
              <a:gd name="connsiteX5" fmla="*/ 3878372 w 5256262"/>
              <a:gd name="connsiteY5" fmla="*/ 172297 h 1022204"/>
              <a:gd name="connsiteX6" fmla="*/ 4346155 w 5256262"/>
              <a:gd name="connsiteY6" fmla="*/ 442358 h 1022204"/>
              <a:gd name="connsiteX7" fmla="*/ 4771605 w 5256262"/>
              <a:gd name="connsiteY7" fmla="*/ 536787 h 1022204"/>
              <a:gd name="connsiteX8" fmla="*/ 4653429 w 5256262"/>
              <a:gd name="connsiteY8" fmla="*/ 368481 h 1022204"/>
              <a:gd name="connsiteX9" fmla="*/ 4577229 w 5256262"/>
              <a:gd name="connsiteY9" fmla="*/ 34342 h 1022204"/>
              <a:gd name="connsiteX10" fmla="*/ 4913421 w 5256262"/>
              <a:gd name="connsiteY10" fmla="*/ 25817 h 1022204"/>
              <a:gd name="connsiteX11" fmla="*/ 4882029 w 5256262"/>
              <a:gd name="connsiteY11" fmla="*/ 281315 h 1022204"/>
              <a:gd name="connsiteX12" fmla="*/ 4850279 w 5256262"/>
              <a:gd name="connsiteY12" fmla="*/ 404799 h 1022204"/>
              <a:gd name="connsiteX13" fmla="*/ 5247855 w 5256262"/>
              <a:gd name="connsiteY13" fmla="*/ 753266 h 1022204"/>
              <a:gd name="connsiteX14" fmla="*/ 4418120 w 5256262"/>
              <a:gd name="connsiteY14" fmla="*/ 581339 h 1022204"/>
              <a:gd name="connsiteX15" fmla="*/ 4145428 w 5256262"/>
              <a:gd name="connsiteY15" fmla="*/ 412062 h 1022204"/>
              <a:gd name="connsiteX16" fmla="*/ 3920705 w 5256262"/>
              <a:gd name="connsiteY16" fmla="*/ 276303 h 1022204"/>
              <a:gd name="connsiteX17" fmla="*/ 3596855 w 5256262"/>
              <a:gd name="connsiteY17" fmla="*/ 256918 h 1022204"/>
              <a:gd name="connsiteX18" fmla="*/ 3414821 w 5256262"/>
              <a:gd name="connsiteY18" fmla="*/ 333118 h 1022204"/>
              <a:gd name="connsiteX19" fmla="*/ 3296288 w 5256262"/>
              <a:gd name="connsiteY19" fmla="*/ 451650 h 1022204"/>
              <a:gd name="connsiteX20" fmla="*/ 3084621 w 5256262"/>
              <a:gd name="connsiteY20" fmla="*/ 832650 h 1022204"/>
              <a:gd name="connsiteX21" fmla="*/ 2906821 w 5256262"/>
              <a:gd name="connsiteY21" fmla="*/ 985051 h 1022204"/>
              <a:gd name="connsiteX22" fmla="*/ 2542755 w 5256262"/>
              <a:gd name="connsiteY22" fmla="*/ 1018917 h 1022204"/>
              <a:gd name="connsiteX23" fmla="*/ 1856955 w 5256262"/>
              <a:gd name="connsiteY23" fmla="*/ 925784 h 1022204"/>
              <a:gd name="connsiteX24" fmla="*/ 1188088 w 5256262"/>
              <a:gd name="connsiteY24" fmla="*/ 714118 h 1022204"/>
              <a:gd name="connsiteX25" fmla="*/ 891755 w 5256262"/>
              <a:gd name="connsiteY25" fmla="*/ 443184 h 1022204"/>
              <a:gd name="connsiteX26" fmla="*/ 705488 w 5256262"/>
              <a:gd name="connsiteY26" fmla="*/ 316184 h 1022204"/>
              <a:gd name="connsiteX27" fmla="*/ 502288 w 5256262"/>
              <a:gd name="connsiteY27" fmla="*/ 265384 h 1022204"/>
              <a:gd name="connsiteX28" fmla="*/ 146687 w 5256262"/>
              <a:gd name="connsiteY28" fmla="*/ 223051 h 1022204"/>
              <a:gd name="connsiteX29" fmla="*/ 19688 w 5256262"/>
              <a:gd name="connsiteY29" fmla="*/ 223051 h 1022204"/>
              <a:gd name="connsiteX30" fmla="*/ 87421 w 5256262"/>
              <a:gd name="connsiteY30" fmla="*/ 129917 h 1022204"/>
              <a:gd name="connsiteX0" fmla="*/ 87421 w 5256262"/>
              <a:gd name="connsiteY0" fmla="*/ 129917 h 1022204"/>
              <a:gd name="connsiteX1" fmla="*/ 815555 w 5256262"/>
              <a:gd name="connsiteY1" fmla="*/ 273851 h 1022204"/>
              <a:gd name="connsiteX2" fmla="*/ 1416688 w 5256262"/>
              <a:gd name="connsiteY2" fmla="*/ 714117 h 1022204"/>
              <a:gd name="connsiteX3" fmla="*/ 2813688 w 5256262"/>
              <a:gd name="connsiteY3" fmla="*/ 908851 h 1022204"/>
              <a:gd name="connsiteX4" fmla="*/ 3313221 w 5256262"/>
              <a:gd name="connsiteY4" fmla="*/ 273851 h 1022204"/>
              <a:gd name="connsiteX5" fmla="*/ 3878372 w 5256262"/>
              <a:gd name="connsiteY5" fmla="*/ 172297 h 1022204"/>
              <a:gd name="connsiteX6" fmla="*/ 4346155 w 5256262"/>
              <a:gd name="connsiteY6" fmla="*/ 442358 h 1022204"/>
              <a:gd name="connsiteX7" fmla="*/ 4771605 w 5256262"/>
              <a:gd name="connsiteY7" fmla="*/ 536787 h 1022204"/>
              <a:gd name="connsiteX8" fmla="*/ 4640729 w 5256262"/>
              <a:gd name="connsiteY8" fmla="*/ 332162 h 1022204"/>
              <a:gd name="connsiteX9" fmla="*/ 4577229 w 5256262"/>
              <a:gd name="connsiteY9" fmla="*/ 34342 h 1022204"/>
              <a:gd name="connsiteX10" fmla="*/ 4913421 w 5256262"/>
              <a:gd name="connsiteY10" fmla="*/ 25817 h 1022204"/>
              <a:gd name="connsiteX11" fmla="*/ 4882029 w 5256262"/>
              <a:gd name="connsiteY11" fmla="*/ 281315 h 1022204"/>
              <a:gd name="connsiteX12" fmla="*/ 4850279 w 5256262"/>
              <a:gd name="connsiteY12" fmla="*/ 404799 h 1022204"/>
              <a:gd name="connsiteX13" fmla="*/ 5247855 w 5256262"/>
              <a:gd name="connsiteY13" fmla="*/ 753266 h 1022204"/>
              <a:gd name="connsiteX14" fmla="*/ 4418120 w 5256262"/>
              <a:gd name="connsiteY14" fmla="*/ 581339 h 1022204"/>
              <a:gd name="connsiteX15" fmla="*/ 4145428 w 5256262"/>
              <a:gd name="connsiteY15" fmla="*/ 412062 h 1022204"/>
              <a:gd name="connsiteX16" fmla="*/ 3920705 w 5256262"/>
              <a:gd name="connsiteY16" fmla="*/ 276303 h 1022204"/>
              <a:gd name="connsiteX17" fmla="*/ 3596855 w 5256262"/>
              <a:gd name="connsiteY17" fmla="*/ 256918 h 1022204"/>
              <a:gd name="connsiteX18" fmla="*/ 3414821 w 5256262"/>
              <a:gd name="connsiteY18" fmla="*/ 333118 h 1022204"/>
              <a:gd name="connsiteX19" fmla="*/ 3296288 w 5256262"/>
              <a:gd name="connsiteY19" fmla="*/ 451650 h 1022204"/>
              <a:gd name="connsiteX20" fmla="*/ 3084621 w 5256262"/>
              <a:gd name="connsiteY20" fmla="*/ 832650 h 1022204"/>
              <a:gd name="connsiteX21" fmla="*/ 2906821 w 5256262"/>
              <a:gd name="connsiteY21" fmla="*/ 985051 h 1022204"/>
              <a:gd name="connsiteX22" fmla="*/ 2542755 w 5256262"/>
              <a:gd name="connsiteY22" fmla="*/ 1018917 h 1022204"/>
              <a:gd name="connsiteX23" fmla="*/ 1856955 w 5256262"/>
              <a:gd name="connsiteY23" fmla="*/ 925784 h 1022204"/>
              <a:gd name="connsiteX24" fmla="*/ 1188088 w 5256262"/>
              <a:gd name="connsiteY24" fmla="*/ 714118 h 1022204"/>
              <a:gd name="connsiteX25" fmla="*/ 891755 w 5256262"/>
              <a:gd name="connsiteY25" fmla="*/ 443184 h 1022204"/>
              <a:gd name="connsiteX26" fmla="*/ 705488 w 5256262"/>
              <a:gd name="connsiteY26" fmla="*/ 316184 h 1022204"/>
              <a:gd name="connsiteX27" fmla="*/ 502288 w 5256262"/>
              <a:gd name="connsiteY27" fmla="*/ 265384 h 1022204"/>
              <a:gd name="connsiteX28" fmla="*/ 146687 w 5256262"/>
              <a:gd name="connsiteY28" fmla="*/ 223051 h 1022204"/>
              <a:gd name="connsiteX29" fmla="*/ 19688 w 5256262"/>
              <a:gd name="connsiteY29" fmla="*/ 223051 h 1022204"/>
              <a:gd name="connsiteX30" fmla="*/ 87421 w 5256262"/>
              <a:gd name="connsiteY30" fmla="*/ 129917 h 1022204"/>
              <a:gd name="connsiteX0" fmla="*/ 87421 w 5262867"/>
              <a:gd name="connsiteY0" fmla="*/ 129917 h 1022204"/>
              <a:gd name="connsiteX1" fmla="*/ 815555 w 5262867"/>
              <a:gd name="connsiteY1" fmla="*/ 273851 h 1022204"/>
              <a:gd name="connsiteX2" fmla="*/ 1416688 w 5262867"/>
              <a:gd name="connsiteY2" fmla="*/ 714117 h 1022204"/>
              <a:gd name="connsiteX3" fmla="*/ 2813688 w 5262867"/>
              <a:gd name="connsiteY3" fmla="*/ 908851 h 1022204"/>
              <a:gd name="connsiteX4" fmla="*/ 3313221 w 5262867"/>
              <a:gd name="connsiteY4" fmla="*/ 273851 h 1022204"/>
              <a:gd name="connsiteX5" fmla="*/ 3878372 w 5262867"/>
              <a:gd name="connsiteY5" fmla="*/ 172297 h 1022204"/>
              <a:gd name="connsiteX6" fmla="*/ 4346155 w 5262867"/>
              <a:gd name="connsiteY6" fmla="*/ 442358 h 1022204"/>
              <a:gd name="connsiteX7" fmla="*/ 4771605 w 5262867"/>
              <a:gd name="connsiteY7" fmla="*/ 536787 h 1022204"/>
              <a:gd name="connsiteX8" fmla="*/ 4640729 w 5262867"/>
              <a:gd name="connsiteY8" fmla="*/ 332162 h 1022204"/>
              <a:gd name="connsiteX9" fmla="*/ 4577229 w 5262867"/>
              <a:gd name="connsiteY9" fmla="*/ 34342 h 1022204"/>
              <a:gd name="connsiteX10" fmla="*/ 4913421 w 5262867"/>
              <a:gd name="connsiteY10" fmla="*/ 25817 h 1022204"/>
              <a:gd name="connsiteX11" fmla="*/ 4882029 w 5262867"/>
              <a:gd name="connsiteY11" fmla="*/ 281315 h 1022204"/>
              <a:gd name="connsiteX12" fmla="*/ 4850279 w 5262867"/>
              <a:gd name="connsiteY12" fmla="*/ 404799 h 1022204"/>
              <a:gd name="connsiteX13" fmla="*/ 4945528 w 5262867"/>
              <a:gd name="connsiteY13" fmla="*/ 608188 h 1022204"/>
              <a:gd name="connsiteX14" fmla="*/ 5247855 w 5262867"/>
              <a:gd name="connsiteY14" fmla="*/ 753266 h 1022204"/>
              <a:gd name="connsiteX15" fmla="*/ 4418120 w 5262867"/>
              <a:gd name="connsiteY15" fmla="*/ 581339 h 1022204"/>
              <a:gd name="connsiteX16" fmla="*/ 4145428 w 5262867"/>
              <a:gd name="connsiteY16" fmla="*/ 412062 h 1022204"/>
              <a:gd name="connsiteX17" fmla="*/ 3920705 w 5262867"/>
              <a:gd name="connsiteY17" fmla="*/ 276303 h 1022204"/>
              <a:gd name="connsiteX18" fmla="*/ 3596855 w 5262867"/>
              <a:gd name="connsiteY18" fmla="*/ 256918 h 1022204"/>
              <a:gd name="connsiteX19" fmla="*/ 3414821 w 5262867"/>
              <a:gd name="connsiteY19" fmla="*/ 333118 h 1022204"/>
              <a:gd name="connsiteX20" fmla="*/ 3296288 w 5262867"/>
              <a:gd name="connsiteY20" fmla="*/ 451650 h 1022204"/>
              <a:gd name="connsiteX21" fmla="*/ 3084621 w 5262867"/>
              <a:gd name="connsiteY21" fmla="*/ 832650 h 1022204"/>
              <a:gd name="connsiteX22" fmla="*/ 2906821 w 5262867"/>
              <a:gd name="connsiteY22" fmla="*/ 985051 h 1022204"/>
              <a:gd name="connsiteX23" fmla="*/ 2542755 w 5262867"/>
              <a:gd name="connsiteY23" fmla="*/ 1018917 h 1022204"/>
              <a:gd name="connsiteX24" fmla="*/ 1856955 w 5262867"/>
              <a:gd name="connsiteY24" fmla="*/ 925784 h 1022204"/>
              <a:gd name="connsiteX25" fmla="*/ 1188088 w 5262867"/>
              <a:gd name="connsiteY25" fmla="*/ 714118 h 1022204"/>
              <a:gd name="connsiteX26" fmla="*/ 891755 w 5262867"/>
              <a:gd name="connsiteY26" fmla="*/ 443184 h 1022204"/>
              <a:gd name="connsiteX27" fmla="*/ 705488 w 5262867"/>
              <a:gd name="connsiteY27" fmla="*/ 316184 h 1022204"/>
              <a:gd name="connsiteX28" fmla="*/ 502288 w 5262867"/>
              <a:gd name="connsiteY28" fmla="*/ 265384 h 1022204"/>
              <a:gd name="connsiteX29" fmla="*/ 146687 w 5262867"/>
              <a:gd name="connsiteY29" fmla="*/ 223051 h 1022204"/>
              <a:gd name="connsiteX30" fmla="*/ 19688 w 5262867"/>
              <a:gd name="connsiteY30" fmla="*/ 223051 h 1022204"/>
              <a:gd name="connsiteX31" fmla="*/ 87421 w 5262867"/>
              <a:gd name="connsiteY31" fmla="*/ 129917 h 1022204"/>
              <a:gd name="connsiteX0" fmla="*/ 87421 w 4954253"/>
              <a:gd name="connsiteY0" fmla="*/ 129917 h 1022204"/>
              <a:gd name="connsiteX1" fmla="*/ 815555 w 4954253"/>
              <a:gd name="connsiteY1" fmla="*/ 273851 h 1022204"/>
              <a:gd name="connsiteX2" fmla="*/ 1416688 w 4954253"/>
              <a:gd name="connsiteY2" fmla="*/ 714117 h 1022204"/>
              <a:gd name="connsiteX3" fmla="*/ 2813688 w 4954253"/>
              <a:gd name="connsiteY3" fmla="*/ 908851 h 1022204"/>
              <a:gd name="connsiteX4" fmla="*/ 3313221 w 4954253"/>
              <a:gd name="connsiteY4" fmla="*/ 273851 h 1022204"/>
              <a:gd name="connsiteX5" fmla="*/ 3878372 w 4954253"/>
              <a:gd name="connsiteY5" fmla="*/ 172297 h 1022204"/>
              <a:gd name="connsiteX6" fmla="*/ 4346155 w 4954253"/>
              <a:gd name="connsiteY6" fmla="*/ 442358 h 1022204"/>
              <a:gd name="connsiteX7" fmla="*/ 4771605 w 4954253"/>
              <a:gd name="connsiteY7" fmla="*/ 536787 h 1022204"/>
              <a:gd name="connsiteX8" fmla="*/ 4640729 w 4954253"/>
              <a:gd name="connsiteY8" fmla="*/ 332162 h 1022204"/>
              <a:gd name="connsiteX9" fmla="*/ 4577229 w 4954253"/>
              <a:gd name="connsiteY9" fmla="*/ 34342 h 1022204"/>
              <a:gd name="connsiteX10" fmla="*/ 4913421 w 4954253"/>
              <a:gd name="connsiteY10" fmla="*/ 25817 h 1022204"/>
              <a:gd name="connsiteX11" fmla="*/ 4882029 w 4954253"/>
              <a:gd name="connsiteY11" fmla="*/ 281315 h 1022204"/>
              <a:gd name="connsiteX12" fmla="*/ 4850279 w 4954253"/>
              <a:gd name="connsiteY12" fmla="*/ 404799 h 1022204"/>
              <a:gd name="connsiteX13" fmla="*/ 4945528 w 4954253"/>
              <a:gd name="connsiteY13" fmla="*/ 608188 h 1022204"/>
              <a:gd name="connsiteX14" fmla="*/ 4593805 w 4954253"/>
              <a:gd name="connsiteY14" fmla="*/ 651572 h 1022204"/>
              <a:gd name="connsiteX15" fmla="*/ 4418120 w 4954253"/>
              <a:gd name="connsiteY15" fmla="*/ 581339 h 1022204"/>
              <a:gd name="connsiteX16" fmla="*/ 4145428 w 4954253"/>
              <a:gd name="connsiteY16" fmla="*/ 412062 h 1022204"/>
              <a:gd name="connsiteX17" fmla="*/ 3920705 w 4954253"/>
              <a:gd name="connsiteY17" fmla="*/ 276303 h 1022204"/>
              <a:gd name="connsiteX18" fmla="*/ 3596855 w 4954253"/>
              <a:gd name="connsiteY18" fmla="*/ 256918 h 1022204"/>
              <a:gd name="connsiteX19" fmla="*/ 3414821 w 4954253"/>
              <a:gd name="connsiteY19" fmla="*/ 333118 h 1022204"/>
              <a:gd name="connsiteX20" fmla="*/ 3296288 w 4954253"/>
              <a:gd name="connsiteY20" fmla="*/ 451650 h 1022204"/>
              <a:gd name="connsiteX21" fmla="*/ 3084621 w 4954253"/>
              <a:gd name="connsiteY21" fmla="*/ 832650 h 1022204"/>
              <a:gd name="connsiteX22" fmla="*/ 2906821 w 4954253"/>
              <a:gd name="connsiteY22" fmla="*/ 985051 h 1022204"/>
              <a:gd name="connsiteX23" fmla="*/ 2542755 w 4954253"/>
              <a:gd name="connsiteY23" fmla="*/ 1018917 h 1022204"/>
              <a:gd name="connsiteX24" fmla="*/ 1856955 w 4954253"/>
              <a:gd name="connsiteY24" fmla="*/ 925784 h 1022204"/>
              <a:gd name="connsiteX25" fmla="*/ 1188088 w 4954253"/>
              <a:gd name="connsiteY25" fmla="*/ 714118 h 1022204"/>
              <a:gd name="connsiteX26" fmla="*/ 891755 w 4954253"/>
              <a:gd name="connsiteY26" fmla="*/ 443184 h 1022204"/>
              <a:gd name="connsiteX27" fmla="*/ 705488 w 4954253"/>
              <a:gd name="connsiteY27" fmla="*/ 316184 h 1022204"/>
              <a:gd name="connsiteX28" fmla="*/ 502288 w 4954253"/>
              <a:gd name="connsiteY28" fmla="*/ 265384 h 1022204"/>
              <a:gd name="connsiteX29" fmla="*/ 146687 w 4954253"/>
              <a:gd name="connsiteY29" fmla="*/ 223051 h 1022204"/>
              <a:gd name="connsiteX30" fmla="*/ 19688 w 4954253"/>
              <a:gd name="connsiteY30" fmla="*/ 223051 h 1022204"/>
              <a:gd name="connsiteX31" fmla="*/ 87421 w 4954253"/>
              <a:gd name="connsiteY31" fmla="*/ 129917 h 1022204"/>
              <a:gd name="connsiteX0" fmla="*/ 87421 w 4975828"/>
              <a:gd name="connsiteY0" fmla="*/ 129917 h 1022204"/>
              <a:gd name="connsiteX1" fmla="*/ 815555 w 4975828"/>
              <a:gd name="connsiteY1" fmla="*/ 273851 h 1022204"/>
              <a:gd name="connsiteX2" fmla="*/ 1416688 w 4975828"/>
              <a:gd name="connsiteY2" fmla="*/ 714117 h 1022204"/>
              <a:gd name="connsiteX3" fmla="*/ 2813688 w 4975828"/>
              <a:gd name="connsiteY3" fmla="*/ 908851 h 1022204"/>
              <a:gd name="connsiteX4" fmla="*/ 3313221 w 4975828"/>
              <a:gd name="connsiteY4" fmla="*/ 273851 h 1022204"/>
              <a:gd name="connsiteX5" fmla="*/ 3878372 w 4975828"/>
              <a:gd name="connsiteY5" fmla="*/ 172297 h 1022204"/>
              <a:gd name="connsiteX6" fmla="*/ 4346155 w 4975828"/>
              <a:gd name="connsiteY6" fmla="*/ 442358 h 1022204"/>
              <a:gd name="connsiteX7" fmla="*/ 4771605 w 4975828"/>
              <a:gd name="connsiteY7" fmla="*/ 536787 h 1022204"/>
              <a:gd name="connsiteX8" fmla="*/ 4640729 w 4975828"/>
              <a:gd name="connsiteY8" fmla="*/ 332162 h 1022204"/>
              <a:gd name="connsiteX9" fmla="*/ 4577229 w 4975828"/>
              <a:gd name="connsiteY9" fmla="*/ 34342 h 1022204"/>
              <a:gd name="connsiteX10" fmla="*/ 4913421 w 4975828"/>
              <a:gd name="connsiteY10" fmla="*/ 25817 h 1022204"/>
              <a:gd name="connsiteX11" fmla="*/ 4882029 w 4975828"/>
              <a:gd name="connsiteY11" fmla="*/ 281315 h 1022204"/>
              <a:gd name="connsiteX12" fmla="*/ 4850279 w 4975828"/>
              <a:gd name="connsiteY12" fmla="*/ 404799 h 1022204"/>
              <a:gd name="connsiteX13" fmla="*/ 4945528 w 4975828"/>
              <a:gd name="connsiteY13" fmla="*/ 608188 h 1022204"/>
              <a:gd name="connsiteX14" fmla="*/ 4873205 w 4975828"/>
              <a:gd name="connsiteY14" fmla="*/ 796849 h 1022204"/>
              <a:gd name="connsiteX15" fmla="*/ 4418120 w 4975828"/>
              <a:gd name="connsiteY15" fmla="*/ 581339 h 1022204"/>
              <a:gd name="connsiteX16" fmla="*/ 4145428 w 4975828"/>
              <a:gd name="connsiteY16" fmla="*/ 412062 h 1022204"/>
              <a:gd name="connsiteX17" fmla="*/ 3920705 w 4975828"/>
              <a:gd name="connsiteY17" fmla="*/ 276303 h 1022204"/>
              <a:gd name="connsiteX18" fmla="*/ 3596855 w 4975828"/>
              <a:gd name="connsiteY18" fmla="*/ 256918 h 1022204"/>
              <a:gd name="connsiteX19" fmla="*/ 3414821 w 4975828"/>
              <a:gd name="connsiteY19" fmla="*/ 333118 h 1022204"/>
              <a:gd name="connsiteX20" fmla="*/ 3296288 w 4975828"/>
              <a:gd name="connsiteY20" fmla="*/ 451650 h 1022204"/>
              <a:gd name="connsiteX21" fmla="*/ 3084621 w 4975828"/>
              <a:gd name="connsiteY21" fmla="*/ 832650 h 1022204"/>
              <a:gd name="connsiteX22" fmla="*/ 2906821 w 4975828"/>
              <a:gd name="connsiteY22" fmla="*/ 985051 h 1022204"/>
              <a:gd name="connsiteX23" fmla="*/ 2542755 w 4975828"/>
              <a:gd name="connsiteY23" fmla="*/ 1018917 h 1022204"/>
              <a:gd name="connsiteX24" fmla="*/ 1856955 w 4975828"/>
              <a:gd name="connsiteY24" fmla="*/ 925784 h 1022204"/>
              <a:gd name="connsiteX25" fmla="*/ 1188088 w 4975828"/>
              <a:gd name="connsiteY25" fmla="*/ 714118 h 1022204"/>
              <a:gd name="connsiteX26" fmla="*/ 891755 w 4975828"/>
              <a:gd name="connsiteY26" fmla="*/ 443184 h 1022204"/>
              <a:gd name="connsiteX27" fmla="*/ 705488 w 4975828"/>
              <a:gd name="connsiteY27" fmla="*/ 316184 h 1022204"/>
              <a:gd name="connsiteX28" fmla="*/ 502288 w 4975828"/>
              <a:gd name="connsiteY28" fmla="*/ 265384 h 1022204"/>
              <a:gd name="connsiteX29" fmla="*/ 146687 w 4975828"/>
              <a:gd name="connsiteY29" fmla="*/ 223051 h 1022204"/>
              <a:gd name="connsiteX30" fmla="*/ 19688 w 4975828"/>
              <a:gd name="connsiteY30" fmla="*/ 223051 h 1022204"/>
              <a:gd name="connsiteX31" fmla="*/ 87421 w 4975828"/>
              <a:gd name="connsiteY31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46155 w 4975610"/>
              <a:gd name="connsiteY6" fmla="*/ 442358 h 1022204"/>
              <a:gd name="connsiteX7" fmla="*/ 4771605 w 4975610"/>
              <a:gd name="connsiteY7" fmla="*/ 536787 h 1022204"/>
              <a:gd name="connsiteX8" fmla="*/ 4640729 w 4975610"/>
              <a:gd name="connsiteY8" fmla="*/ 332162 h 1022204"/>
              <a:gd name="connsiteX9" fmla="*/ 4577229 w 4975610"/>
              <a:gd name="connsiteY9" fmla="*/ 34342 h 1022204"/>
              <a:gd name="connsiteX10" fmla="*/ 4913421 w 4975610"/>
              <a:gd name="connsiteY10" fmla="*/ 25817 h 1022204"/>
              <a:gd name="connsiteX11" fmla="*/ 4882029 w 4975610"/>
              <a:gd name="connsiteY11" fmla="*/ 281315 h 1022204"/>
              <a:gd name="connsiteX12" fmla="*/ 4850279 w 4975610"/>
              <a:gd name="connsiteY12" fmla="*/ 404799 h 1022204"/>
              <a:gd name="connsiteX13" fmla="*/ 4945528 w 4975610"/>
              <a:gd name="connsiteY13" fmla="*/ 608188 h 1022204"/>
              <a:gd name="connsiteX14" fmla="*/ 4873205 w 4975610"/>
              <a:gd name="connsiteY14" fmla="*/ 796849 h 1022204"/>
              <a:gd name="connsiteX15" fmla="*/ 4424470 w 4975610"/>
              <a:gd name="connsiteY15" fmla="*/ 712089 h 1022204"/>
              <a:gd name="connsiteX16" fmla="*/ 4145428 w 4975610"/>
              <a:gd name="connsiteY16" fmla="*/ 412062 h 1022204"/>
              <a:gd name="connsiteX17" fmla="*/ 3920705 w 4975610"/>
              <a:gd name="connsiteY17" fmla="*/ 276303 h 1022204"/>
              <a:gd name="connsiteX18" fmla="*/ 3596855 w 4975610"/>
              <a:gd name="connsiteY18" fmla="*/ 256918 h 1022204"/>
              <a:gd name="connsiteX19" fmla="*/ 3414821 w 4975610"/>
              <a:gd name="connsiteY19" fmla="*/ 333118 h 1022204"/>
              <a:gd name="connsiteX20" fmla="*/ 3296288 w 4975610"/>
              <a:gd name="connsiteY20" fmla="*/ 451650 h 1022204"/>
              <a:gd name="connsiteX21" fmla="*/ 3084621 w 4975610"/>
              <a:gd name="connsiteY21" fmla="*/ 832650 h 1022204"/>
              <a:gd name="connsiteX22" fmla="*/ 2906821 w 4975610"/>
              <a:gd name="connsiteY22" fmla="*/ 985051 h 1022204"/>
              <a:gd name="connsiteX23" fmla="*/ 2542755 w 4975610"/>
              <a:gd name="connsiteY23" fmla="*/ 1018917 h 1022204"/>
              <a:gd name="connsiteX24" fmla="*/ 1856955 w 4975610"/>
              <a:gd name="connsiteY24" fmla="*/ 925784 h 1022204"/>
              <a:gd name="connsiteX25" fmla="*/ 1188088 w 4975610"/>
              <a:gd name="connsiteY25" fmla="*/ 714118 h 1022204"/>
              <a:gd name="connsiteX26" fmla="*/ 891755 w 4975610"/>
              <a:gd name="connsiteY26" fmla="*/ 443184 h 1022204"/>
              <a:gd name="connsiteX27" fmla="*/ 705488 w 4975610"/>
              <a:gd name="connsiteY27" fmla="*/ 316184 h 1022204"/>
              <a:gd name="connsiteX28" fmla="*/ 502288 w 4975610"/>
              <a:gd name="connsiteY28" fmla="*/ 265384 h 1022204"/>
              <a:gd name="connsiteX29" fmla="*/ 146687 w 4975610"/>
              <a:gd name="connsiteY29" fmla="*/ 223051 h 1022204"/>
              <a:gd name="connsiteX30" fmla="*/ 19688 w 4975610"/>
              <a:gd name="connsiteY30" fmla="*/ 223051 h 1022204"/>
              <a:gd name="connsiteX31" fmla="*/ 87421 w 4975610"/>
              <a:gd name="connsiteY31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58855 w 4975610"/>
              <a:gd name="connsiteY6" fmla="*/ 464150 h 1022204"/>
              <a:gd name="connsiteX7" fmla="*/ 4771605 w 4975610"/>
              <a:gd name="connsiteY7" fmla="*/ 536787 h 1022204"/>
              <a:gd name="connsiteX8" fmla="*/ 4640729 w 4975610"/>
              <a:gd name="connsiteY8" fmla="*/ 332162 h 1022204"/>
              <a:gd name="connsiteX9" fmla="*/ 4577229 w 4975610"/>
              <a:gd name="connsiteY9" fmla="*/ 34342 h 1022204"/>
              <a:gd name="connsiteX10" fmla="*/ 4913421 w 4975610"/>
              <a:gd name="connsiteY10" fmla="*/ 25817 h 1022204"/>
              <a:gd name="connsiteX11" fmla="*/ 4882029 w 4975610"/>
              <a:gd name="connsiteY11" fmla="*/ 281315 h 1022204"/>
              <a:gd name="connsiteX12" fmla="*/ 4850279 w 4975610"/>
              <a:gd name="connsiteY12" fmla="*/ 404799 h 1022204"/>
              <a:gd name="connsiteX13" fmla="*/ 4945528 w 4975610"/>
              <a:gd name="connsiteY13" fmla="*/ 608188 h 1022204"/>
              <a:gd name="connsiteX14" fmla="*/ 4873205 w 4975610"/>
              <a:gd name="connsiteY14" fmla="*/ 796849 h 1022204"/>
              <a:gd name="connsiteX15" fmla="*/ 4424470 w 4975610"/>
              <a:gd name="connsiteY15" fmla="*/ 712089 h 1022204"/>
              <a:gd name="connsiteX16" fmla="*/ 4145428 w 4975610"/>
              <a:gd name="connsiteY16" fmla="*/ 412062 h 1022204"/>
              <a:gd name="connsiteX17" fmla="*/ 3920705 w 4975610"/>
              <a:gd name="connsiteY17" fmla="*/ 276303 h 1022204"/>
              <a:gd name="connsiteX18" fmla="*/ 3596855 w 4975610"/>
              <a:gd name="connsiteY18" fmla="*/ 256918 h 1022204"/>
              <a:gd name="connsiteX19" fmla="*/ 3414821 w 4975610"/>
              <a:gd name="connsiteY19" fmla="*/ 333118 h 1022204"/>
              <a:gd name="connsiteX20" fmla="*/ 3296288 w 4975610"/>
              <a:gd name="connsiteY20" fmla="*/ 451650 h 1022204"/>
              <a:gd name="connsiteX21" fmla="*/ 3084621 w 4975610"/>
              <a:gd name="connsiteY21" fmla="*/ 832650 h 1022204"/>
              <a:gd name="connsiteX22" fmla="*/ 2906821 w 4975610"/>
              <a:gd name="connsiteY22" fmla="*/ 985051 h 1022204"/>
              <a:gd name="connsiteX23" fmla="*/ 2542755 w 4975610"/>
              <a:gd name="connsiteY23" fmla="*/ 1018917 h 1022204"/>
              <a:gd name="connsiteX24" fmla="*/ 1856955 w 4975610"/>
              <a:gd name="connsiteY24" fmla="*/ 925784 h 1022204"/>
              <a:gd name="connsiteX25" fmla="*/ 1188088 w 4975610"/>
              <a:gd name="connsiteY25" fmla="*/ 714118 h 1022204"/>
              <a:gd name="connsiteX26" fmla="*/ 891755 w 4975610"/>
              <a:gd name="connsiteY26" fmla="*/ 443184 h 1022204"/>
              <a:gd name="connsiteX27" fmla="*/ 705488 w 4975610"/>
              <a:gd name="connsiteY27" fmla="*/ 316184 h 1022204"/>
              <a:gd name="connsiteX28" fmla="*/ 502288 w 4975610"/>
              <a:gd name="connsiteY28" fmla="*/ 265384 h 1022204"/>
              <a:gd name="connsiteX29" fmla="*/ 146687 w 4975610"/>
              <a:gd name="connsiteY29" fmla="*/ 223051 h 1022204"/>
              <a:gd name="connsiteX30" fmla="*/ 19688 w 4975610"/>
              <a:gd name="connsiteY30" fmla="*/ 223051 h 1022204"/>
              <a:gd name="connsiteX31" fmla="*/ 87421 w 4975610"/>
              <a:gd name="connsiteY31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58855 w 4975610"/>
              <a:gd name="connsiteY6" fmla="*/ 464150 h 1022204"/>
              <a:gd name="connsiteX7" fmla="*/ 4551827 w 4975610"/>
              <a:gd name="connsiteY7" fmla="*/ 651771 h 1022204"/>
              <a:gd name="connsiteX8" fmla="*/ 4771605 w 4975610"/>
              <a:gd name="connsiteY8" fmla="*/ 536787 h 1022204"/>
              <a:gd name="connsiteX9" fmla="*/ 4640729 w 4975610"/>
              <a:gd name="connsiteY9" fmla="*/ 332162 h 1022204"/>
              <a:gd name="connsiteX10" fmla="*/ 4577229 w 4975610"/>
              <a:gd name="connsiteY10" fmla="*/ 34342 h 1022204"/>
              <a:gd name="connsiteX11" fmla="*/ 4913421 w 4975610"/>
              <a:gd name="connsiteY11" fmla="*/ 25817 h 1022204"/>
              <a:gd name="connsiteX12" fmla="*/ 4882029 w 4975610"/>
              <a:gd name="connsiteY12" fmla="*/ 281315 h 1022204"/>
              <a:gd name="connsiteX13" fmla="*/ 4850279 w 4975610"/>
              <a:gd name="connsiteY13" fmla="*/ 404799 h 1022204"/>
              <a:gd name="connsiteX14" fmla="*/ 4945528 w 4975610"/>
              <a:gd name="connsiteY14" fmla="*/ 608188 h 1022204"/>
              <a:gd name="connsiteX15" fmla="*/ 4873205 w 4975610"/>
              <a:gd name="connsiteY15" fmla="*/ 796849 h 1022204"/>
              <a:gd name="connsiteX16" fmla="*/ 4424470 w 4975610"/>
              <a:gd name="connsiteY16" fmla="*/ 712089 h 1022204"/>
              <a:gd name="connsiteX17" fmla="*/ 4145428 w 4975610"/>
              <a:gd name="connsiteY17" fmla="*/ 412062 h 1022204"/>
              <a:gd name="connsiteX18" fmla="*/ 3920705 w 4975610"/>
              <a:gd name="connsiteY18" fmla="*/ 276303 h 1022204"/>
              <a:gd name="connsiteX19" fmla="*/ 3596855 w 4975610"/>
              <a:gd name="connsiteY19" fmla="*/ 256918 h 1022204"/>
              <a:gd name="connsiteX20" fmla="*/ 3414821 w 4975610"/>
              <a:gd name="connsiteY20" fmla="*/ 333118 h 1022204"/>
              <a:gd name="connsiteX21" fmla="*/ 3296288 w 4975610"/>
              <a:gd name="connsiteY21" fmla="*/ 451650 h 1022204"/>
              <a:gd name="connsiteX22" fmla="*/ 3084621 w 4975610"/>
              <a:gd name="connsiteY22" fmla="*/ 832650 h 1022204"/>
              <a:gd name="connsiteX23" fmla="*/ 2906821 w 4975610"/>
              <a:gd name="connsiteY23" fmla="*/ 985051 h 1022204"/>
              <a:gd name="connsiteX24" fmla="*/ 2542755 w 4975610"/>
              <a:gd name="connsiteY24" fmla="*/ 1018917 h 1022204"/>
              <a:gd name="connsiteX25" fmla="*/ 1856955 w 4975610"/>
              <a:gd name="connsiteY25" fmla="*/ 925784 h 1022204"/>
              <a:gd name="connsiteX26" fmla="*/ 1188088 w 4975610"/>
              <a:gd name="connsiteY26" fmla="*/ 714118 h 1022204"/>
              <a:gd name="connsiteX27" fmla="*/ 891755 w 4975610"/>
              <a:gd name="connsiteY27" fmla="*/ 443184 h 1022204"/>
              <a:gd name="connsiteX28" fmla="*/ 705488 w 4975610"/>
              <a:gd name="connsiteY28" fmla="*/ 316184 h 1022204"/>
              <a:gd name="connsiteX29" fmla="*/ 502288 w 4975610"/>
              <a:gd name="connsiteY29" fmla="*/ 265384 h 1022204"/>
              <a:gd name="connsiteX30" fmla="*/ 146687 w 4975610"/>
              <a:gd name="connsiteY30" fmla="*/ 223051 h 1022204"/>
              <a:gd name="connsiteX31" fmla="*/ 19688 w 4975610"/>
              <a:gd name="connsiteY31" fmla="*/ 223051 h 1022204"/>
              <a:gd name="connsiteX32" fmla="*/ 87421 w 4975610"/>
              <a:gd name="connsiteY32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27105 w 4975610"/>
              <a:gd name="connsiteY6" fmla="*/ 464150 h 1022204"/>
              <a:gd name="connsiteX7" fmla="*/ 4551827 w 4975610"/>
              <a:gd name="connsiteY7" fmla="*/ 651771 h 1022204"/>
              <a:gd name="connsiteX8" fmla="*/ 4771605 w 4975610"/>
              <a:gd name="connsiteY8" fmla="*/ 536787 h 1022204"/>
              <a:gd name="connsiteX9" fmla="*/ 4640729 w 4975610"/>
              <a:gd name="connsiteY9" fmla="*/ 332162 h 1022204"/>
              <a:gd name="connsiteX10" fmla="*/ 4577229 w 4975610"/>
              <a:gd name="connsiteY10" fmla="*/ 34342 h 1022204"/>
              <a:gd name="connsiteX11" fmla="*/ 4913421 w 4975610"/>
              <a:gd name="connsiteY11" fmla="*/ 25817 h 1022204"/>
              <a:gd name="connsiteX12" fmla="*/ 4882029 w 4975610"/>
              <a:gd name="connsiteY12" fmla="*/ 281315 h 1022204"/>
              <a:gd name="connsiteX13" fmla="*/ 4850279 w 4975610"/>
              <a:gd name="connsiteY13" fmla="*/ 404799 h 1022204"/>
              <a:gd name="connsiteX14" fmla="*/ 4945528 w 4975610"/>
              <a:gd name="connsiteY14" fmla="*/ 608188 h 1022204"/>
              <a:gd name="connsiteX15" fmla="*/ 4873205 w 4975610"/>
              <a:gd name="connsiteY15" fmla="*/ 796849 h 1022204"/>
              <a:gd name="connsiteX16" fmla="*/ 4424470 w 4975610"/>
              <a:gd name="connsiteY16" fmla="*/ 712089 h 1022204"/>
              <a:gd name="connsiteX17" fmla="*/ 4145428 w 4975610"/>
              <a:gd name="connsiteY17" fmla="*/ 412062 h 1022204"/>
              <a:gd name="connsiteX18" fmla="*/ 3920705 w 4975610"/>
              <a:gd name="connsiteY18" fmla="*/ 276303 h 1022204"/>
              <a:gd name="connsiteX19" fmla="*/ 3596855 w 4975610"/>
              <a:gd name="connsiteY19" fmla="*/ 256918 h 1022204"/>
              <a:gd name="connsiteX20" fmla="*/ 3414821 w 4975610"/>
              <a:gd name="connsiteY20" fmla="*/ 333118 h 1022204"/>
              <a:gd name="connsiteX21" fmla="*/ 3296288 w 4975610"/>
              <a:gd name="connsiteY21" fmla="*/ 451650 h 1022204"/>
              <a:gd name="connsiteX22" fmla="*/ 3084621 w 4975610"/>
              <a:gd name="connsiteY22" fmla="*/ 832650 h 1022204"/>
              <a:gd name="connsiteX23" fmla="*/ 2906821 w 4975610"/>
              <a:gd name="connsiteY23" fmla="*/ 985051 h 1022204"/>
              <a:gd name="connsiteX24" fmla="*/ 2542755 w 4975610"/>
              <a:gd name="connsiteY24" fmla="*/ 1018917 h 1022204"/>
              <a:gd name="connsiteX25" fmla="*/ 1856955 w 4975610"/>
              <a:gd name="connsiteY25" fmla="*/ 925784 h 1022204"/>
              <a:gd name="connsiteX26" fmla="*/ 1188088 w 4975610"/>
              <a:gd name="connsiteY26" fmla="*/ 714118 h 1022204"/>
              <a:gd name="connsiteX27" fmla="*/ 891755 w 4975610"/>
              <a:gd name="connsiteY27" fmla="*/ 443184 h 1022204"/>
              <a:gd name="connsiteX28" fmla="*/ 705488 w 4975610"/>
              <a:gd name="connsiteY28" fmla="*/ 316184 h 1022204"/>
              <a:gd name="connsiteX29" fmla="*/ 502288 w 4975610"/>
              <a:gd name="connsiteY29" fmla="*/ 265384 h 1022204"/>
              <a:gd name="connsiteX30" fmla="*/ 146687 w 4975610"/>
              <a:gd name="connsiteY30" fmla="*/ 223051 h 1022204"/>
              <a:gd name="connsiteX31" fmla="*/ 19688 w 4975610"/>
              <a:gd name="connsiteY31" fmla="*/ 223051 h 1022204"/>
              <a:gd name="connsiteX32" fmla="*/ 87421 w 4975610"/>
              <a:gd name="connsiteY32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27105 w 4975610"/>
              <a:gd name="connsiteY6" fmla="*/ 464150 h 1022204"/>
              <a:gd name="connsiteX7" fmla="*/ 4437527 w 4975610"/>
              <a:gd name="connsiteY7" fmla="*/ 622716 h 1022204"/>
              <a:gd name="connsiteX8" fmla="*/ 4771605 w 4975610"/>
              <a:gd name="connsiteY8" fmla="*/ 536787 h 1022204"/>
              <a:gd name="connsiteX9" fmla="*/ 4640729 w 4975610"/>
              <a:gd name="connsiteY9" fmla="*/ 332162 h 1022204"/>
              <a:gd name="connsiteX10" fmla="*/ 4577229 w 4975610"/>
              <a:gd name="connsiteY10" fmla="*/ 34342 h 1022204"/>
              <a:gd name="connsiteX11" fmla="*/ 4913421 w 4975610"/>
              <a:gd name="connsiteY11" fmla="*/ 25817 h 1022204"/>
              <a:gd name="connsiteX12" fmla="*/ 4882029 w 4975610"/>
              <a:gd name="connsiteY12" fmla="*/ 281315 h 1022204"/>
              <a:gd name="connsiteX13" fmla="*/ 4850279 w 4975610"/>
              <a:gd name="connsiteY13" fmla="*/ 404799 h 1022204"/>
              <a:gd name="connsiteX14" fmla="*/ 4945528 w 4975610"/>
              <a:gd name="connsiteY14" fmla="*/ 608188 h 1022204"/>
              <a:gd name="connsiteX15" fmla="*/ 4873205 w 4975610"/>
              <a:gd name="connsiteY15" fmla="*/ 796849 h 1022204"/>
              <a:gd name="connsiteX16" fmla="*/ 4424470 w 4975610"/>
              <a:gd name="connsiteY16" fmla="*/ 712089 h 1022204"/>
              <a:gd name="connsiteX17" fmla="*/ 4145428 w 4975610"/>
              <a:gd name="connsiteY17" fmla="*/ 412062 h 1022204"/>
              <a:gd name="connsiteX18" fmla="*/ 3920705 w 4975610"/>
              <a:gd name="connsiteY18" fmla="*/ 276303 h 1022204"/>
              <a:gd name="connsiteX19" fmla="*/ 3596855 w 4975610"/>
              <a:gd name="connsiteY19" fmla="*/ 256918 h 1022204"/>
              <a:gd name="connsiteX20" fmla="*/ 3414821 w 4975610"/>
              <a:gd name="connsiteY20" fmla="*/ 333118 h 1022204"/>
              <a:gd name="connsiteX21" fmla="*/ 3296288 w 4975610"/>
              <a:gd name="connsiteY21" fmla="*/ 451650 h 1022204"/>
              <a:gd name="connsiteX22" fmla="*/ 3084621 w 4975610"/>
              <a:gd name="connsiteY22" fmla="*/ 832650 h 1022204"/>
              <a:gd name="connsiteX23" fmla="*/ 2906821 w 4975610"/>
              <a:gd name="connsiteY23" fmla="*/ 985051 h 1022204"/>
              <a:gd name="connsiteX24" fmla="*/ 2542755 w 4975610"/>
              <a:gd name="connsiteY24" fmla="*/ 1018917 h 1022204"/>
              <a:gd name="connsiteX25" fmla="*/ 1856955 w 4975610"/>
              <a:gd name="connsiteY25" fmla="*/ 925784 h 1022204"/>
              <a:gd name="connsiteX26" fmla="*/ 1188088 w 4975610"/>
              <a:gd name="connsiteY26" fmla="*/ 714118 h 1022204"/>
              <a:gd name="connsiteX27" fmla="*/ 891755 w 4975610"/>
              <a:gd name="connsiteY27" fmla="*/ 443184 h 1022204"/>
              <a:gd name="connsiteX28" fmla="*/ 705488 w 4975610"/>
              <a:gd name="connsiteY28" fmla="*/ 316184 h 1022204"/>
              <a:gd name="connsiteX29" fmla="*/ 502288 w 4975610"/>
              <a:gd name="connsiteY29" fmla="*/ 265384 h 1022204"/>
              <a:gd name="connsiteX30" fmla="*/ 146687 w 4975610"/>
              <a:gd name="connsiteY30" fmla="*/ 223051 h 1022204"/>
              <a:gd name="connsiteX31" fmla="*/ 19688 w 4975610"/>
              <a:gd name="connsiteY31" fmla="*/ 223051 h 1022204"/>
              <a:gd name="connsiteX32" fmla="*/ 87421 w 4975610"/>
              <a:gd name="connsiteY32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27105 w 4975610"/>
              <a:gd name="connsiteY6" fmla="*/ 464150 h 1022204"/>
              <a:gd name="connsiteX7" fmla="*/ 4488327 w 4975610"/>
              <a:gd name="connsiteY7" fmla="*/ 644508 h 1022204"/>
              <a:gd name="connsiteX8" fmla="*/ 4771605 w 4975610"/>
              <a:gd name="connsiteY8" fmla="*/ 536787 h 1022204"/>
              <a:gd name="connsiteX9" fmla="*/ 4640729 w 4975610"/>
              <a:gd name="connsiteY9" fmla="*/ 332162 h 1022204"/>
              <a:gd name="connsiteX10" fmla="*/ 4577229 w 4975610"/>
              <a:gd name="connsiteY10" fmla="*/ 34342 h 1022204"/>
              <a:gd name="connsiteX11" fmla="*/ 4913421 w 4975610"/>
              <a:gd name="connsiteY11" fmla="*/ 25817 h 1022204"/>
              <a:gd name="connsiteX12" fmla="*/ 4882029 w 4975610"/>
              <a:gd name="connsiteY12" fmla="*/ 281315 h 1022204"/>
              <a:gd name="connsiteX13" fmla="*/ 4850279 w 4975610"/>
              <a:gd name="connsiteY13" fmla="*/ 404799 h 1022204"/>
              <a:gd name="connsiteX14" fmla="*/ 4945528 w 4975610"/>
              <a:gd name="connsiteY14" fmla="*/ 608188 h 1022204"/>
              <a:gd name="connsiteX15" fmla="*/ 4873205 w 4975610"/>
              <a:gd name="connsiteY15" fmla="*/ 796849 h 1022204"/>
              <a:gd name="connsiteX16" fmla="*/ 4424470 w 4975610"/>
              <a:gd name="connsiteY16" fmla="*/ 712089 h 1022204"/>
              <a:gd name="connsiteX17" fmla="*/ 4145428 w 4975610"/>
              <a:gd name="connsiteY17" fmla="*/ 412062 h 1022204"/>
              <a:gd name="connsiteX18" fmla="*/ 3920705 w 4975610"/>
              <a:gd name="connsiteY18" fmla="*/ 276303 h 1022204"/>
              <a:gd name="connsiteX19" fmla="*/ 3596855 w 4975610"/>
              <a:gd name="connsiteY19" fmla="*/ 256918 h 1022204"/>
              <a:gd name="connsiteX20" fmla="*/ 3414821 w 4975610"/>
              <a:gd name="connsiteY20" fmla="*/ 333118 h 1022204"/>
              <a:gd name="connsiteX21" fmla="*/ 3296288 w 4975610"/>
              <a:gd name="connsiteY21" fmla="*/ 451650 h 1022204"/>
              <a:gd name="connsiteX22" fmla="*/ 3084621 w 4975610"/>
              <a:gd name="connsiteY22" fmla="*/ 832650 h 1022204"/>
              <a:gd name="connsiteX23" fmla="*/ 2906821 w 4975610"/>
              <a:gd name="connsiteY23" fmla="*/ 985051 h 1022204"/>
              <a:gd name="connsiteX24" fmla="*/ 2542755 w 4975610"/>
              <a:gd name="connsiteY24" fmla="*/ 1018917 h 1022204"/>
              <a:gd name="connsiteX25" fmla="*/ 1856955 w 4975610"/>
              <a:gd name="connsiteY25" fmla="*/ 925784 h 1022204"/>
              <a:gd name="connsiteX26" fmla="*/ 1188088 w 4975610"/>
              <a:gd name="connsiteY26" fmla="*/ 714118 h 1022204"/>
              <a:gd name="connsiteX27" fmla="*/ 891755 w 4975610"/>
              <a:gd name="connsiteY27" fmla="*/ 443184 h 1022204"/>
              <a:gd name="connsiteX28" fmla="*/ 705488 w 4975610"/>
              <a:gd name="connsiteY28" fmla="*/ 316184 h 1022204"/>
              <a:gd name="connsiteX29" fmla="*/ 502288 w 4975610"/>
              <a:gd name="connsiteY29" fmla="*/ 265384 h 1022204"/>
              <a:gd name="connsiteX30" fmla="*/ 146687 w 4975610"/>
              <a:gd name="connsiteY30" fmla="*/ 223051 h 1022204"/>
              <a:gd name="connsiteX31" fmla="*/ 19688 w 4975610"/>
              <a:gd name="connsiteY31" fmla="*/ 223051 h 1022204"/>
              <a:gd name="connsiteX32" fmla="*/ 87421 w 4975610"/>
              <a:gd name="connsiteY32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27105 w 4975610"/>
              <a:gd name="connsiteY6" fmla="*/ 464150 h 1022204"/>
              <a:gd name="connsiteX7" fmla="*/ 4469277 w 4975610"/>
              <a:gd name="connsiteY7" fmla="*/ 622716 h 1022204"/>
              <a:gd name="connsiteX8" fmla="*/ 4771605 w 4975610"/>
              <a:gd name="connsiteY8" fmla="*/ 536787 h 1022204"/>
              <a:gd name="connsiteX9" fmla="*/ 4640729 w 4975610"/>
              <a:gd name="connsiteY9" fmla="*/ 332162 h 1022204"/>
              <a:gd name="connsiteX10" fmla="*/ 4577229 w 4975610"/>
              <a:gd name="connsiteY10" fmla="*/ 34342 h 1022204"/>
              <a:gd name="connsiteX11" fmla="*/ 4913421 w 4975610"/>
              <a:gd name="connsiteY11" fmla="*/ 25817 h 1022204"/>
              <a:gd name="connsiteX12" fmla="*/ 4882029 w 4975610"/>
              <a:gd name="connsiteY12" fmla="*/ 281315 h 1022204"/>
              <a:gd name="connsiteX13" fmla="*/ 4850279 w 4975610"/>
              <a:gd name="connsiteY13" fmla="*/ 404799 h 1022204"/>
              <a:gd name="connsiteX14" fmla="*/ 4945528 w 4975610"/>
              <a:gd name="connsiteY14" fmla="*/ 608188 h 1022204"/>
              <a:gd name="connsiteX15" fmla="*/ 4873205 w 4975610"/>
              <a:gd name="connsiteY15" fmla="*/ 796849 h 1022204"/>
              <a:gd name="connsiteX16" fmla="*/ 4424470 w 4975610"/>
              <a:gd name="connsiteY16" fmla="*/ 712089 h 1022204"/>
              <a:gd name="connsiteX17" fmla="*/ 4145428 w 4975610"/>
              <a:gd name="connsiteY17" fmla="*/ 412062 h 1022204"/>
              <a:gd name="connsiteX18" fmla="*/ 3920705 w 4975610"/>
              <a:gd name="connsiteY18" fmla="*/ 276303 h 1022204"/>
              <a:gd name="connsiteX19" fmla="*/ 3596855 w 4975610"/>
              <a:gd name="connsiteY19" fmla="*/ 256918 h 1022204"/>
              <a:gd name="connsiteX20" fmla="*/ 3414821 w 4975610"/>
              <a:gd name="connsiteY20" fmla="*/ 333118 h 1022204"/>
              <a:gd name="connsiteX21" fmla="*/ 3296288 w 4975610"/>
              <a:gd name="connsiteY21" fmla="*/ 451650 h 1022204"/>
              <a:gd name="connsiteX22" fmla="*/ 3084621 w 4975610"/>
              <a:gd name="connsiteY22" fmla="*/ 832650 h 1022204"/>
              <a:gd name="connsiteX23" fmla="*/ 2906821 w 4975610"/>
              <a:gd name="connsiteY23" fmla="*/ 985051 h 1022204"/>
              <a:gd name="connsiteX24" fmla="*/ 2542755 w 4975610"/>
              <a:gd name="connsiteY24" fmla="*/ 1018917 h 1022204"/>
              <a:gd name="connsiteX25" fmla="*/ 1856955 w 4975610"/>
              <a:gd name="connsiteY25" fmla="*/ 925784 h 1022204"/>
              <a:gd name="connsiteX26" fmla="*/ 1188088 w 4975610"/>
              <a:gd name="connsiteY26" fmla="*/ 714118 h 1022204"/>
              <a:gd name="connsiteX27" fmla="*/ 891755 w 4975610"/>
              <a:gd name="connsiteY27" fmla="*/ 443184 h 1022204"/>
              <a:gd name="connsiteX28" fmla="*/ 705488 w 4975610"/>
              <a:gd name="connsiteY28" fmla="*/ 316184 h 1022204"/>
              <a:gd name="connsiteX29" fmla="*/ 502288 w 4975610"/>
              <a:gd name="connsiteY29" fmla="*/ 265384 h 1022204"/>
              <a:gd name="connsiteX30" fmla="*/ 146687 w 4975610"/>
              <a:gd name="connsiteY30" fmla="*/ 223051 h 1022204"/>
              <a:gd name="connsiteX31" fmla="*/ 19688 w 4975610"/>
              <a:gd name="connsiteY31" fmla="*/ 223051 h 1022204"/>
              <a:gd name="connsiteX32" fmla="*/ 87421 w 4975610"/>
              <a:gd name="connsiteY32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27105 w 4975610"/>
              <a:gd name="connsiteY6" fmla="*/ 464150 h 1022204"/>
              <a:gd name="connsiteX7" fmla="*/ 4469277 w 4975610"/>
              <a:gd name="connsiteY7" fmla="*/ 622716 h 1022204"/>
              <a:gd name="connsiteX8" fmla="*/ 4710577 w 4975610"/>
              <a:gd name="connsiteY8" fmla="*/ 659035 h 1022204"/>
              <a:gd name="connsiteX9" fmla="*/ 4771605 w 4975610"/>
              <a:gd name="connsiteY9" fmla="*/ 536787 h 1022204"/>
              <a:gd name="connsiteX10" fmla="*/ 4640729 w 4975610"/>
              <a:gd name="connsiteY10" fmla="*/ 332162 h 1022204"/>
              <a:gd name="connsiteX11" fmla="*/ 4577229 w 4975610"/>
              <a:gd name="connsiteY11" fmla="*/ 34342 h 1022204"/>
              <a:gd name="connsiteX12" fmla="*/ 4913421 w 4975610"/>
              <a:gd name="connsiteY12" fmla="*/ 25817 h 1022204"/>
              <a:gd name="connsiteX13" fmla="*/ 4882029 w 4975610"/>
              <a:gd name="connsiteY13" fmla="*/ 281315 h 1022204"/>
              <a:gd name="connsiteX14" fmla="*/ 4850279 w 4975610"/>
              <a:gd name="connsiteY14" fmla="*/ 404799 h 1022204"/>
              <a:gd name="connsiteX15" fmla="*/ 4945528 w 4975610"/>
              <a:gd name="connsiteY15" fmla="*/ 608188 h 1022204"/>
              <a:gd name="connsiteX16" fmla="*/ 4873205 w 4975610"/>
              <a:gd name="connsiteY16" fmla="*/ 796849 h 1022204"/>
              <a:gd name="connsiteX17" fmla="*/ 4424470 w 4975610"/>
              <a:gd name="connsiteY17" fmla="*/ 712089 h 1022204"/>
              <a:gd name="connsiteX18" fmla="*/ 4145428 w 4975610"/>
              <a:gd name="connsiteY18" fmla="*/ 412062 h 1022204"/>
              <a:gd name="connsiteX19" fmla="*/ 3920705 w 4975610"/>
              <a:gd name="connsiteY19" fmla="*/ 276303 h 1022204"/>
              <a:gd name="connsiteX20" fmla="*/ 3596855 w 4975610"/>
              <a:gd name="connsiteY20" fmla="*/ 256918 h 1022204"/>
              <a:gd name="connsiteX21" fmla="*/ 3414821 w 4975610"/>
              <a:gd name="connsiteY21" fmla="*/ 333118 h 1022204"/>
              <a:gd name="connsiteX22" fmla="*/ 3296288 w 4975610"/>
              <a:gd name="connsiteY22" fmla="*/ 451650 h 1022204"/>
              <a:gd name="connsiteX23" fmla="*/ 3084621 w 4975610"/>
              <a:gd name="connsiteY23" fmla="*/ 832650 h 1022204"/>
              <a:gd name="connsiteX24" fmla="*/ 2906821 w 4975610"/>
              <a:gd name="connsiteY24" fmla="*/ 985051 h 1022204"/>
              <a:gd name="connsiteX25" fmla="*/ 2542755 w 4975610"/>
              <a:gd name="connsiteY25" fmla="*/ 1018917 h 1022204"/>
              <a:gd name="connsiteX26" fmla="*/ 1856955 w 4975610"/>
              <a:gd name="connsiteY26" fmla="*/ 925784 h 1022204"/>
              <a:gd name="connsiteX27" fmla="*/ 1188088 w 4975610"/>
              <a:gd name="connsiteY27" fmla="*/ 714118 h 1022204"/>
              <a:gd name="connsiteX28" fmla="*/ 891755 w 4975610"/>
              <a:gd name="connsiteY28" fmla="*/ 443184 h 1022204"/>
              <a:gd name="connsiteX29" fmla="*/ 705488 w 4975610"/>
              <a:gd name="connsiteY29" fmla="*/ 316184 h 1022204"/>
              <a:gd name="connsiteX30" fmla="*/ 502288 w 4975610"/>
              <a:gd name="connsiteY30" fmla="*/ 265384 h 1022204"/>
              <a:gd name="connsiteX31" fmla="*/ 146687 w 4975610"/>
              <a:gd name="connsiteY31" fmla="*/ 223051 h 1022204"/>
              <a:gd name="connsiteX32" fmla="*/ 19688 w 4975610"/>
              <a:gd name="connsiteY32" fmla="*/ 223051 h 1022204"/>
              <a:gd name="connsiteX33" fmla="*/ 87421 w 4975610"/>
              <a:gd name="connsiteY33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27105 w 4975610"/>
              <a:gd name="connsiteY6" fmla="*/ 464150 h 1022204"/>
              <a:gd name="connsiteX7" fmla="*/ 4469277 w 4975610"/>
              <a:gd name="connsiteY7" fmla="*/ 622716 h 1022204"/>
              <a:gd name="connsiteX8" fmla="*/ 4710577 w 4975610"/>
              <a:gd name="connsiteY8" fmla="*/ 659035 h 1022204"/>
              <a:gd name="connsiteX9" fmla="*/ 4771605 w 4975610"/>
              <a:gd name="connsiteY9" fmla="*/ 536787 h 1022204"/>
              <a:gd name="connsiteX10" fmla="*/ 4640729 w 4975610"/>
              <a:gd name="connsiteY10" fmla="*/ 332162 h 1022204"/>
              <a:gd name="connsiteX11" fmla="*/ 4577229 w 4975610"/>
              <a:gd name="connsiteY11" fmla="*/ 34342 h 1022204"/>
              <a:gd name="connsiteX12" fmla="*/ 4913421 w 4975610"/>
              <a:gd name="connsiteY12" fmla="*/ 25817 h 1022204"/>
              <a:gd name="connsiteX13" fmla="*/ 4882029 w 4975610"/>
              <a:gd name="connsiteY13" fmla="*/ 281315 h 1022204"/>
              <a:gd name="connsiteX14" fmla="*/ 4850279 w 4975610"/>
              <a:gd name="connsiteY14" fmla="*/ 404799 h 1022204"/>
              <a:gd name="connsiteX15" fmla="*/ 4945528 w 4975610"/>
              <a:gd name="connsiteY15" fmla="*/ 608188 h 1022204"/>
              <a:gd name="connsiteX16" fmla="*/ 4873205 w 4975610"/>
              <a:gd name="connsiteY16" fmla="*/ 796849 h 1022204"/>
              <a:gd name="connsiteX17" fmla="*/ 4424470 w 4975610"/>
              <a:gd name="connsiteY17" fmla="*/ 712089 h 1022204"/>
              <a:gd name="connsiteX18" fmla="*/ 4145428 w 4975610"/>
              <a:gd name="connsiteY18" fmla="*/ 412062 h 1022204"/>
              <a:gd name="connsiteX19" fmla="*/ 3920705 w 4975610"/>
              <a:gd name="connsiteY19" fmla="*/ 276303 h 1022204"/>
              <a:gd name="connsiteX20" fmla="*/ 3596855 w 4975610"/>
              <a:gd name="connsiteY20" fmla="*/ 256918 h 1022204"/>
              <a:gd name="connsiteX21" fmla="*/ 3414821 w 4975610"/>
              <a:gd name="connsiteY21" fmla="*/ 333118 h 1022204"/>
              <a:gd name="connsiteX22" fmla="*/ 3296288 w 4975610"/>
              <a:gd name="connsiteY22" fmla="*/ 451650 h 1022204"/>
              <a:gd name="connsiteX23" fmla="*/ 3084621 w 4975610"/>
              <a:gd name="connsiteY23" fmla="*/ 832650 h 1022204"/>
              <a:gd name="connsiteX24" fmla="*/ 2906821 w 4975610"/>
              <a:gd name="connsiteY24" fmla="*/ 985051 h 1022204"/>
              <a:gd name="connsiteX25" fmla="*/ 2542755 w 4975610"/>
              <a:gd name="connsiteY25" fmla="*/ 1018917 h 1022204"/>
              <a:gd name="connsiteX26" fmla="*/ 1856955 w 4975610"/>
              <a:gd name="connsiteY26" fmla="*/ 925784 h 1022204"/>
              <a:gd name="connsiteX27" fmla="*/ 1188088 w 4975610"/>
              <a:gd name="connsiteY27" fmla="*/ 714118 h 1022204"/>
              <a:gd name="connsiteX28" fmla="*/ 891755 w 4975610"/>
              <a:gd name="connsiteY28" fmla="*/ 443184 h 1022204"/>
              <a:gd name="connsiteX29" fmla="*/ 705488 w 4975610"/>
              <a:gd name="connsiteY29" fmla="*/ 316184 h 1022204"/>
              <a:gd name="connsiteX30" fmla="*/ 502288 w 4975610"/>
              <a:gd name="connsiteY30" fmla="*/ 265384 h 1022204"/>
              <a:gd name="connsiteX31" fmla="*/ 146687 w 4975610"/>
              <a:gd name="connsiteY31" fmla="*/ 223051 h 1022204"/>
              <a:gd name="connsiteX32" fmla="*/ 19688 w 4975610"/>
              <a:gd name="connsiteY32" fmla="*/ 223051 h 1022204"/>
              <a:gd name="connsiteX33" fmla="*/ 87421 w 4975610"/>
              <a:gd name="connsiteY33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27105 w 4975610"/>
              <a:gd name="connsiteY6" fmla="*/ 464150 h 1022204"/>
              <a:gd name="connsiteX7" fmla="*/ 4469277 w 4975610"/>
              <a:gd name="connsiteY7" fmla="*/ 622716 h 1022204"/>
              <a:gd name="connsiteX8" fmla="*/ 4767727 w 4975610"/>
              <a:gd name="connsiteY8" fmla="*/ 688091 h 1022204"/>
              <a:gd name="connsiteX9" fmla="*/ 4771605 w 4975610"/>
              <a:gd name="connsiteY9" fmla="*/ 536787 h 1022204"/>
              <a:gd name="connsiteX10" fmla="*/ 4640729 w 4975610"/>
              <a:gd name="connsiteY10" fmla="*/ 332162 h 1022204"/>
              <a:gd name="connsiteX11" fmla="*/ 4577229 w 4975610"/>
              <a:gd name="connsiteY11" fmla="*/ 34342 h 1022204"/>
              <a:gd name="connsiteX12" fmla="*/ 4913421 w 4975610"/>
              <a:gd name="connsiteY12" fmla="*/ 25817 h 1022204"/>
              <a:gd name="connsiteX13" fmla="*/ 4882029 w 4975610"/>
              <a:gd name="connsiteY13" fmla="*/ 281315 h 1022204"/>
              <a:gd name="connsiteX14" fmla="*/ 4850279 w 4975610"/>
              <a:gd name="connsiteY14" fmla="*/ 404799 h 1022204"/>
              <a:gd name="connsiteX15" fmla="*/ 4945528 w 4975610"/>
              <a:gd name="connsiteY15" fmla="*/ 608188 h 1022204"/>
              <a:gd name="connsiteX16" fmla="*/ 4873205 w 4975610"/>
              <a:gd name="connsiteY16" fmla="*/ 796849 h 1022204"/>
              <a:gd name="connsiteX17" fmla="*/ 4424470 w 4975610"/>
              <a:gd name="connsiteY17" fmla="*/ 712089 h 1022204"/>
              <a:gd name="connsiteX18" fmla="*/ 4145428 w 4975610"/>
              <a:gd name="connsiteY18" fmla="*/ 412062 h 1022204"/>
              <a:gd name="connsiteX19" fmla="*/ 3920705 w 4975610"/>
              <a:gd name="connsiteY19" fmla="*/ 276303 h 1022204"/>
              <a:gd name="connsiteX20" fmla="*/ 3596855 w 4975610"/>
              <a:gd name="connsiteY20" fmla="*/ 256918 h 1022204"/>
              <a:gd name="connsiteX21" fmla="*/ 3414821 w 4975610"/>
              <a:gd name="connsiteY21" fmla="*/ 333118 h 1022204"/>
              <a:gd name="connsiteX22" fmla="*/ 3296288 w 4975610"/>
              <a:gd name="connsiteY22" fmla="*/ 451650 h 1022204"/>
              <a:gd name="connsiteX23" fmla="*/ 3084621 w 4975610"/>
              <a:gd name="connsiteY23" fmla="*/ 832650 h 1022204"/>
              <a:gd name="connsiteX24" fmla="*/ 2906821 w 4975610"/>
              <a:gd name="connsiteY24" fmla="*/ 985051 h 1022204"/>
              <a:gd name="connsiteX25" fmla="*/ 2542755 w 4975610"/>
              <a:gd name="connsiteY25" fmla="*/ 1018917 h 1022204"/>
              <a:gd name="connsiteX26" fmla="*/ 1856955 w 4975610"/>
              <a:gd name="connsiteY26" fmla="*/ 925784 h 1022204"/>
              <a:gd name="connsiteX27" fmla="*/ 1188088 w 4975610"/>
              <a:gd name="connsiteY27" fmla="*/ 714118 h 1022204"/>
              <a:gd name="connsiteX28" fmla="*/ 891755 w 4975610"/>
              <a:gd name="connsiteY28" fmla="*/ 443184 h 1022204"/>
              <a:gd name="connsiteX29" fmla="*/ 705488 w 4975610"/>
              <a:gd name="connsiteY29" fmla="*/ 316184 h 1022204"/>
              <a:gd name="connsiteX30" fmla="*/ 502288 w 4975610"/>
              <a:gd name="connsiteY30" fmla="*/ 265384 h 1022204"/>
              <a:gd name="connsiteX31" fmla="*/ 146687 w 4975610"/>
              <a:gd name="connsiteY31" fmla="*/ 223051 h 1022204"/>
              <a:gd name="connsiteX32" fmla="*/ 19688 w 4975610"/>
              <a:gd name="connsiteY32" fmla="*/ 223051 h 1022204"/>
              <a:gd name="connsiteX33" fmla="*/ 87421 w 4975610"/>
              <a:gd name="connsiteY33" fmla="*/ 129917 h 1022204"/>
              <a:gd name="connsiteX0" fmla="*/ 87421 w 4942938"/>
              <a:gd name="connsiteY0" fmla="*/ 129917 h 1022204"/>
              <a:gd name="connsiteX1" fmla="*/ 815555 w 4942938"/>
              <a:gd name="connsiteY1" fmla="*/ 273851 h 1022204"/>
              <a:gd name="connsiteX2" fmla="*/ 1416688 w 4942938"/>
              <a:gd name="connsiteY2" fmla="*/ 714117 h 1022204"/>
              <a:gd name="connsiteX3" fmla="*/ 2813688 w 4942938"/>
              <a:gd name="connsiteY3" fmla="*/ 908851 h 1022204"/>
              <a:gd name="connsiteX4" fmla="*/ 3313221 w 4942938"/>
              <a:gd name="connsiteY4" fmla="*/ 273851 h 1022204"/>
              <a:gd name="connsiteX5" fmla="*/ 3878372 w 4942938"/>
              <a:gd name="connsiteY5" fmla="*/ 172297 h 1022204"/>
              <a:gd name="connsiteX6" fmla="*/ 4327105 w 4942938"/>
              <a:gd name="connsiteY6" fmla="*/ 464150 h 1022204"/>
              <a:gd name="connsiteX7" fmla="*/ 4469277 w 4942938"/>
              <a:gd name="connsiteY7" fmla="*/ 622716 h 1022204"/>
              <a:gd name="connsiteX8" fmla="*/ 4767727 w 4942938"/>
              <a:gd name="connsiteY8" fmla="*/ 688091 h 1022204"/>
              <a:gd name="connsiteX9" fmla="*/ 4771605 w 4942938"/>
              <a:gd name="connsiteY9" fmla="*/ 536787 h 1022204"/>
              <a:gd name="connsiteX10" fmla="*/ 4640729 w 4942938"/>
              <a:gd name="connsiteY10" fmla="*/ 332162 h 1022204"/>
              <a:gd name="connsiteX11" fmla="*/ 4577229 w 4942938"/>
              <a:gd name="connsiteY11" fmla="*/ 34342 h 1022204"/>
              <a:gd name="connsiteX12" fmla="*/ 4913421 w 4942938"/>
              <a:gd name="connsiteY12" fmla="*/ 25817 h 1022204"/>
              <a:gd name="connsiteX13" fmla="*/ 4882029 w 4942938"/>
              <a:gd name="connsiteY13" fmla="*/ 281315 h 1022204"/>
              <a:gd name="connsiteX14" fmla="*/ 4850279 w 4942938"/>
              <a:gd name="connsiteY14" fmla="*/ 404799 h 1022204"/>
              <a:gd name="connsiteX15" fmla="*/ 4901078 w 4942938"/>
              <a:gd name="connsiteY15" fmla="*/ 659035 h 1022204"/>
              <a:gd name="connsiteX16" fmla="*/ 4873205 w 4942938"/>
              <a:gd name="connsiteY16" fmla="*/ 796849 h 1022204"/>
              <a:gd name="connsiteX17" fmla="*/ 4424470 w 4942938"/>
              <a:gd name="connsiteY17" fmla="*/ 712089 h 1022204"/>
              <a:gd name="connsiteX18" fmla="*/ 4145428 w 4942938"/>
              <a:gd name="connsiteY18" fmla="*/ 412062 h 1022204"/>
              <a:gd name="connsiteX19" fmla="*/ 3920705 w 4942938"/>
              <a:gd name="connsiteY19" fmla="*/ 276303 h 1022204"/>
              <a:gd name="connsiteX20" fmla="*/ 3596855 w 4942938"/>
              <a:gd name="connsiteY20" fmla="*/ 256918 h 1022204"/>
              <a:gd name="connsiteX21" fmla="*/ 3414821 w 4942938"/>
              <a:gd name="connsiteY21" fmla="*/ 333118 h 1022204"/>
              <a:gd name="connsiteX22" fmla="*/ 3296288 w 4942938"/>
              <a:gd name="connsiteY22" fmla="*/ 451650 h 1022204"/>
              <a:gd name="connsiteX23" fmla="*/ 3084621 w 4942938"/>
              <a:gd name="connsiteY23" fmla="*/ 832650 h 1022204"/>
              <a:gd name="connsiteX24" fmla="*/ 2906821 w 4942938"/>
              <a:gd name="connsiteY24" fmla="*/ 985051 h 1022204"/>
              <a:gd name="connsiteX25" fmla="*/ 2542755 w 4942938"/>
              <a:gd name="connsiteY25" fmla="*/ 1018917 h 1022204"/>
              <a:gd name="connsiteX26" fmla="*/ 1856955 w 4942938"/>
              <a:gd name="connsiteY26" fmla="*/ 925784 h 1022204"/>
              <a:gd name="connsiteX27" fmla="*/ 1188088 w 4942938"/>
              <a:gd name="connsiteY27" fmla="*/ 714118 h 1022204"/>
              <a:gd name="connsiteX28" fmla="*/ 891755 w 4942938"/>
              <a:gd name="connsiteY28" fmla="*/ 443184 h 1022204"/>
              <a:gd name="connsiteX29" fmla="*/ 705488 w 4942938"/>
              <a:gd name="connsiteY29" fmla="*/ 316184 h 1022204"/>
              <a:gd name="connsiteX30" fmla="*/ 502288 w 4942938"/>
              <a:gd name="connsiteY30" fmla="*/ 265384 h 1022204"/>
              <a:gd name="connsiteX31" fmla="*/ 146687 w 4942938"/>
              <a:gd name="connsiteY31" fmla="*/ 223051 h 1022204"/>
              <a:gd name="connsiteX32" fmla="*/ 19688 w 4942938"/>
              <a:gd name="connsiteY32" fmla="*/ 223051 h 1022204"/>
              <a:gd name="connsiteX33" fmla="*/ 87421 w 4942938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27105 w 4930686"/>
              <a:gd name="connsiteY6" fmla="*/ 464150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901078 w 4930686"/>
              <a:gd name="connsiteY15" fmla="*/ 659035 h 1022204"/>
              <a:gd name="connsiteX16" fmla="*/ 47716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27105 w 4930686"/>
              <a:gd name="connsiteY6" fmla="*/ 464150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901078 w 4930686"/>
              <a:gd name="connsiteY15" fmla="*/ 659035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27105 w 4930686"/>
              <a:gd name="connsiteY6" fmla="*/ 464150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2978 w 4930686"/>
              <a:gd name="connsiteY15" fmla="*/ 717146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5989"/>
              <a:gd name="connsiteY0" fmla="*/ 129917 h 1022204"/>
              <a:gd name="connsiteX1" fmla="*/ 815555 w 4935989"/>
              <a:gd name="connsiteY1" fmla="*/ 273851 h 1022204"/>
              <a:gd name="connsiteX2" fmla="*/ 1416688 w 4935989"/>
              <a:gd name="connsiteY2" fmla="*/ 714117 h 1022204"/>
              <a:gd name="connsiteX3" fmla="*/ 2813688 w 4935989"/>
              <a:gd name="connsiteY3" fmla="*/ 908851 h 1022204"/>
              <a:gd name="connsiteX4" fmla="*/ 3313221 w 4935989"/>
              <a:gd name="connsiteY4" fmla="*/ 273851 h 1022204"/>
              <a:gd name="connsiteX5" fmla="*/ 3878372 w 4935989"/>
              <a:gd name="connsiteY5" fmla="*/ 172297 h 1022204"/>
              <a:gd name="connsiteX6" fmla="*/ 4327105 w 4935989"/>
              <a:gd name="connsiteY6" fmla="*/ 464150 h 1022204"/>
              <a:gd name="connsiteX7" fmla="*/ 4469277 w 4935989"/>
              <a:gd name="connsiteY7" fmla="*/ 622716 h 1022204"/>
              <a:gd name="connsiteX8" fmla="*/ 4767727 w 4935989"/>
              <a:gd name="connsiteY8" fmla="*/ 688091 h 1022204"/>
              <a:gd name="connsiteX9" fmla="*/ 4771605 w 4935989"/>
              <a:gd name="connsiteY9" fmla="*/ 536787 h 1022204"/>
              <a:gd name="connsiteX10" fmla="*/ 4640729 w 4935989"/>
              <a:gd name="connsiteY10" fmla="*/ 332162 h 1022204"/>
              <a:gd name="connsiteX11" fmla="*/ 4577229 w 4935989"/>
              <a:gd name="connsiteY11" fmla="*/ 34342 h 1022204"/>
              <a:gd name="connsiteX12" fmla="*/ 4913421 w 4935989"/>
              <a:gd name="connsiteY12" fmla="*/ 25817 h 1022204"/>
              <a:gd name="connsiteX13" fmla="*/ 4882029 w 4935989"/>
              <a:gd name="connsiteY13" fmla="*/ 281315 h 1022204"/>
              <a:gd name="connsiteX14" fmla="*/ 4850279 w 4935989"/>
              <a:gd name="connsiteY14" fmla="*/ 404799 h 1022204"/>
              <a:gd name="connsiteX15" fmla="*/ 4920128 w 4935989"/>
              <a:gd name="connsiteY15" fmla="*/ 702618 h 1022204"/>
              <a:gd name="connsiteX16" fmla="*/ 4746205 w 4935989"/>
              <a:gd name="connsiteY16" fmla="*/ 804113 h 1022204"/>
              <a:gd name="connsiteX17" fmla="*/ 4424470 w 4935989"/>
              <a:gd name="connsiteY17" fmla="*/ 712089 h 1022204"/>
              <a:gd name="connsiteX18" fmla="*/ 4145428 w 4935989"/>
              <a:gd name="connsiteY18" fmla="*/ 412062 h 1022204"/>
              <a:gd name="connsiteX19" fmla="*/ 3920705 w 4935989"/>
              <a:gd name="connsiteY19" fmla="*/ 276303 h 1022204"/>
              <a:gd name="connsiteX20" fmla="*/ 3596855 w 4935989"/>
              <a:gd name="connsiteY20" fmla="*/ 256918 h 1022204"/>
              <a:gd name="connsiteX21" fmla="*/ 3414821 w 4935989"/>
              <a:gd name="connsiteY21" fmla="*/ 333118 h 1022204"/>
              <a:gd name="connsiteX22" fmla="*/ 3296288 w 4935989"/>
              <a:gd name="connsiteY22" fmla="*/ 451650 h 1022204"/>
              <a:gd name="connsiteX23" fmla="*/ 3084621 w 4935989"/>
              <a:gd name="connsiteY23" fmla="*/ 832650 h 1022204"/>
              <a:gd name="connsiteX24" fmla="*/ 2906821 w 4935989"/>
              <a:gd name="connsiteY24" fmla="*/ 985051 h 1022204"/>
              <a:gd name="connsiteX25" fmla="*/ 2542755 w 4935989"/>
              <a:gd name="connsiteY25" fmla="*/ 1018917 h 1022204"/>
              <a:gd name="connsiteX26" fmla="*/ 1856955 w 4935989"/>
              <a:gd name="connsiteY26" fmla="*/ 925784 h 1022204"/>
              <a:gd name="connsiteX27" fmla="*/ 1188088 w 4935989"/>
              <a:gd name="connsiteY27" fmla="*/ 714118 h 1022204"/>
              <a:gd name="connsiteX28" fmla="*/ 891755 w 4935989"/>
              <a:gd name="connsiteY28" fmla="*/ 443184 h 1022204"/>
              <a:gd name="connsiteX29" fmla="*/ 705488 w 4935989"/>
              <a:gd name="connsiteY29" fmla="*/ 316184 h 1022204"/>
              <a:gd name="connsiteX30" fmla="*/ 502288 w 4935989"/>
              <a:gd name="connsiteY30" fmla="*/ 265384 h 1022204"/>
              <a:gd name="connsiteX31" fmla="*/ 146687 w 4935989"/>
              <a:gd name="connsiteY31" fmla="*/ 223051 h 1022204"/>
              <a:gd name="connsiteX32" fmla="*/ 19688 w 4935989"/>
              <a:gd name="connsiteY32" fmla="*/ 223051 h 1022204"/>
              <a:gd name="connsiteX33" fmla="*/ 87421 w 4935989"/>
              <a:gd name="connsiteY33" fmla="*/ 129917 h 1022204"/>
              <a:gd name="connsiteX0" fmla="*/ 87421 w 4935989"/>
              <a:gd name="connsiteY0" fmla="*/ 129917 h 1022204"/>
              <a:gd name="connsiteX1" fmla="*/ 815555 w 4935989"/>
              <a:gd name="connsiteY1" fmla="*/ 273851 h 1022204"/>
              <a:gd name="connsiteX2" fmla="*/ 1416688 w 4935989"/>
              <a:gd name="connsiteY2" fmla="*/ 714117 h 1022204"/>
              <a:gd name="connsiteX3" fmla="*/ 2813688 w 4935989"/>
              <a:gd name="connsiteY3" fmla="*/ 908851 h 1022204"/>
              <a:gd name="connsiteX4" fmla="*/ 3313221 w 4935989"/>
              <a:gd name="connsiteY4" fmla="*/ 273851 h 1022204"/>
              <a:gd name="connsiteX5" fmla="*/ 3878372 w 4935989"/>
              <a:gd name="connsiteY5" fmla="*/ 172297 h 1022204"/>
              <a:gd name="connsiteX6" fmla="*/ 4327105 w 4935989"/>
              <a:gd name="connsiteY6" fmla="*/ 464150 h 1022204"/>
              <a:gd name="connsiteX7" fmla="*/ 4469277 w 4935989"/>
              <a:gd name="connsiteY7" fmla="*/ 622716 h 1022204"/>
              <a:gd name="connsiteX8" fmla="*/ 4767727 w 4935989"/>
              <a:gd name="connsiteY8" fmla="*/ 688091 h 1022204"/>
              <a:gd name="connsiteX9" fmla="*/ 4771605 w 4935989"/>
              <a:gd name="connsiteY9" fmla="*/ 536787 h 1022204"/>
              <a:gd name="connsiteX10" fmla="*/ 4640729 w 4935989"/>
              <a:gd name="connsiteY10" fmla="*/ 332162 h 1022204"/>
              <a:gd name="connsiteX11" fmla="*/ 4577229 w 4935989"/>
              <a:gd name="connsiteY11" fmla="*/ 34342 h 1022204"/>
              <a:gd name="connsiteX12" fmla="*/ 4913421 w 4935989"/>
              <a:gd name="connsiteY12" fmla="*/ 25817 h 1022204"/>
              <a:gd name="connsiteX13" fmla="*/ 4882029 w 4935989"/>
              <a:gd name="connsiteY13" fmla="*/ 281315 h 1022204"/>
              <a:gd name="connsiteX14" fmla="*/ 4850279 w 4935989"/>
              <a:gd name="connsiteY14" fmla="*/ 404799 h 1022204"/>
              <a:gd name="connsiteX15" fmla="*/ 4920128 w 4935989"/>
              <a:gd name="connsiteY15" fmla="*/ 702618 h 1022204"/>
              <a:gd name="connsiteX16" fmla="*/ 4746205 w 4935989"/>
              <a:gd name="connsiteY16" fmla="*/ 804113 h 1022204"/>
              <a:gd name="connsiteX17" fmla="*/ 4424470 w 4935989"/>
              <a:gd name="connsiteY17" fmla="*/ 712089 h 1022204"/>
              <a:gd name="connsiteX18" fmla="*/ 4145428 w 4935989"/>
              <a:gd name="connsiteY18" fmla="*/ 412062 h 1022204"/>
              <a:gd name="connsiteX19" fmla="*/ 3920705 w 4935989"/>
              <a:gd name="connsiteY19" fmla="*/ 276303 h 1022204"/>
              <a:gd name="connsiteX20" fmla="*/ 3596855 w 4935989"/>
              <a:gd name="connsiteY20" fmla="*/ 256918 h 1022204"/>
              <a:gd name="connsiteX21" fmla="*/ 3414821 w 4935989"/>
              <a:gd name="connsiteY21" fmla="*/ 333118 h 1022204"/>
              <a:gd name="connsiteX22" fmla="*/ 3296288 w 4935989"/>
              <a:gd name="connsiteY22" fmla="*/ 451650 h 1022204"/>
              <a:gd name="connsiteX23" fmla="*/ 3084621 w 4935989"/>
              <a:gd name="connsiteY23" fmla="*/ 832650 h 1022204"/>
              <a:gd name="connsiteX24" fmla="*/ 2906821 w 4935989"/>
              <a:gd name="connsiteY24" fmla="*/ 985051 h 1022204"/>
              <a:gd name="connsiteX25" fmla="*/ 2542755 w 4935989"/>
              <a:gd name="connsiteY25" fmla="*/ 1018917 h 1022204"/>
              <a:gd name="connsiteX26" fmla="*/ 1856955 w 4935989"/>
              <a:gd name="connsiteY26" fmla="*/ 925784 h 1022204"/>
              <a:gd name="connsiteX27" fmla="*/ 1188088 w 4935989"/>
              <a:gd name="connsiteY27" fmla="*/ 714118 h 1022204"/>
              <a:gd name="connsiteX28" fmla="*/ 891755 w 4935989"/>
              <a:gd name="connsiteY28" fmla="*/ 443184 h 1022204"/>
              <a:gd name="connsiteX29" fmla="*/ 705488 w 4935989"/>
              <a:gd name="connsiteY29" fmla="*/ 316184 h 1022204"/>
              <a:gd name="connsiteX30" fmla="*/ 502288 w 4935989"/>
              <a:gd name="connsiteY30" fmla="*/ 265384 h 1022204"/>
              <a:gd name="connsiteX31" fmla="*/ 146687 w 4935989"/>
              <a:gd name="connsiteY31" fmla="*/ 223051 h 1022204"/>
              <a:gd name="connsiteX32" fmla="*/ 19688 w 4935989"/>
              <a:gd name="connsiteY32" fmla="*/ 223051 h 1022204"/>
              <a:gd name="connsiteX33" fmla="*/ 87421 w 4935989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27105 w 4930686"/>
              <a:gd name="connsiteY6" fmla="*/ 464150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9328 w 4930686"/>
              <a:gd name="connsiteY15" fmla="*/ 731674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27105 w 4930686"/>
              <a:gd name="connsiteY6" fmla="*/ 464150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9328 w 4930686"/>
              <a:gd name="connsiteY15" fmla="*/ 731674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27105 w 4930686"/>
              <a:gd name="connsiteY6" fmla="*/ 464150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9328 w 4930686"/>
              <a:gd name="connsiteY15" fmla="*/ 731674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9328 w 4930686"/>
              <a:gd name="connsiteY15" fmla="*/ 731674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9328 w 4930686"/>
              <a:gd name="connsiteY15" fmla="*/ 731674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9328 w 4930686"/>
              <a:gd name="connsiteY15" fmla="*/ 731674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58128 w 4930686"/>
              <a:gd name="connsiteY18" fmla="*/ 397534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9328 w 4930686"/>
              <a:gd name="connsiteY15" fmla="*/ 731674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58128 w 4930686"/>
              <a:gd name="connsiteY18" fmla="*/ 397534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67727 w 4930686"/>
              <a:gd name="connsiteY9" fmla="*/ 688091 h 1022204"/>
              <a:gd name="connsiteX10" fmla="*/ 4771605 w 4930686"/>
              <a:gd name="connsiteY10" fmla="*/ 536787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67727 w 4930686"/>
              <a:gd name="connsiteY9" fmla="*/ 688091 h 1022204"/>
              <a:gd name="connsiteX10" fmla="*/ 4771605 w 4930686"/>
              <a:gd name="connsiteY10" fmla="*/ 536787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67727 w 4930686"/>
              <a:gd name="connsiteY9" fmla="*/ 688091 h 1022204"/>
              <a:gd name="connsiteX10" fmla="*/ 4771605 w 4930686"/>
              <a:gd name="connsiteY10" fmla="*/ 536787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67727 w 4930686"/>
              <a:gd name="connsiteY9" fmla="*/ 688091 h 1022204"/>
              <a:gd name="connsiteX10" fmla="*/ 4771605 w 4930686"/>
              <a:gd name="connsiteY10" fmla="*/ 536787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67727 w 4930686"/>
              <a:gd name="connsiteY9" fmla="*/ 688091 h 1022204"/>
              <a:gd name="connsiteX10" fmla="*/ 4771605 w 4930686"/>
              <a:gd name="connsiteY10" fmla="*/ 536787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86777 w 4930686"/>
              <a:gd name="connsiteY9" fmla="*/ 695355 h 1022204"/>
              <a:gd name="connsiteX10" fmla="*/ 4771605 w 4930686"/>
              <a:gd name="connsiteY10" fmla="*/ 536787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86777 w 4930686"/>
              <a:gd name="connsiteY9" fmla="*/ 695355 h 1022204"/>
              <a:gd name="connsiteX10" fmla="*/ 4803355 w 4930686"/>
              <a:gd name="connsiteY10" fmla="*/ 514996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86777 w 4930686"/>
              <a:gd name="connsiteY9" fmla="*/ 695355 h 1022204"/>
              <a:gd name="connsiteX10" fmla="*/ 4797005 w 4930686"/>
              <a:gd name="connsiteY10" fmla="*/ 514996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86777 w 4930686"/>
              <a:gd name="connsiteY9" fmla="*/ 695355 h 1022204"/>
              <a:gd name="connsiteX10" fmla="*/ 4790655 w 4930686"/>
              <a:gd name="connsiteY10" fmla="*/ 514996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86777 w 4930686"/>
              <a:gd name="connsiteY9" fmla="*/ 695355 h 1022204"/>
              <a:gd name="connsiteX10" fmla="*/ 4790655 w 4930686"/>
              <a:gd name="connsiteY10" fmla="*/ 514996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68905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621677 w 4930686"/>
              <a:gd name="connsiteY8" fmla="*/ 702618 h 1022204"/>
              <a:gd name="connsiteX9" fmla="*/ 4786777 w 4930686"/>
              <a:gd name="connsiteY9" fmla="*/ 695355 h 1022204"/>
              <a:gd name="connsiteX10" fmla="*/ 4790655 w 4930686"/>
              <a:gd name="connsiteY10" fmla="*/ 514996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68905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15096"/>
              <a:gd name="connsiteY0" fmla="*/ 134459 h 1026746"/>
              <a:gd name="connsiteX1" fmla="*/ 815555 w 4915096"/>
              <a:gd name="connsiteY1" fmla="*/ 278393 h 1026746"/>
              <a:gd name="connsiteX2" fmla="*/ 1416688 w 4915096"/>
              <a:gd name="connsiteY2" fmla="*/ 718659 h 1026746"/>
              <a:gd name="connsiteX3" fmla="*/ 2813688 w 4915096"/>
              <a:gd name="connsiteY3" fmla="*/ 913393 h 1026746"/>
              <a:gd name="connsiteX4" fmla="*/ 3313221 w 4915096"/>
              <a:gd name="connsiteY4" fmla="*/ 278393 h 1026746"/>
              <a:gd name="connsiteX5" fmla="*/ 3878372 w 4915096"/>
              <a:gd name="connsiteY5" fmla="*/ 176839 h 1026746"/>
              <a:gd name="connsiteX6" fmla="*/ 4308055 w 4915096"/>
              <a:gd name="connsiteY6" fmla="*/ 432373 h 1026746"/>
              <a:gd name="connsiteX7" fmla="*/ 4469277 w 4915096"/>
              <a:gd name="connsiteY7" fmla="*/ 627258 h 1026746"/>
              <a:gd name="connsiteX8" fmla="*/ 4621677 w 4915096"/>
              <a:gd name="connsiteY8" fmla="*/ 707160 h 1026746"/>
              <a:gd name="connsiteX9" fmla="*/ 4786777 w 4915096"/>
              <a:gd name="connsiteY9" fmla="*/ 699897 h 1026746"/>
              <a:gd name="connsiteX10" fmla="*/ 4790655 w 4915096"/>
              <a:gd name="connsiteY10" fmla="*/ 519538 h 1026746"/>
              <a:gd name="connsiteX11" fmla="*/ 4640729 w 4915096"/>
              <a:gd name="connsiteY11" fmla="*/ 336704 h 1026746"/>
              <a:gd name="connsiteX12" fmla="*/ 4577229 w 4915096"/>
              <a:gd name="connsiteY12" fmla="*/ 38884 h 1026746"/>
              <a:gd name="connsiteX13" fmla="*/ 4894371 w 4915096"/>
              <a:gd name="connsiteY13" fmla="*/ 23095 h 1026746"/>
              <a:gd name="connsiteX14" fmla="*/ 4882029 w 4915096"/>
              <a:gd name="connsiteY14" fmla="*/ 285857 h 1026746"/>
              <a:gd name="connsiteX15" fmla="*/ 4850279 w 4915096"/>
              <a:gd name="connsiteY15" fmla="*/ 409341 h 1026746"/>
              <a:gd name="connsiteX16" fmla="*/ 4869328 w 4915096"/>
              <a:gd name="connsiteY16" fmla="*/ 736216 h 1026746"/>
              <a:gd name="connsiteX17" fmla="*/ 4689055 w 4915096"/>
              <a:gd name="connsiteY17" fmla="*/ 808655 h 1026746"/>
              <a:gd name="connsiteX18" fmla="*/ 4424470 w 4915096"/>
              <a:gd name="connsiteY18" fmla="*/ 716631 h 1026746"/>
              <a:gd name="connsiteX19" fmla="*/ 4158128 w 4915096"/>
              <a:gd name="connsiteY19" fmla="*/ 402076 h 1026746"/>
              <a:gd name="connsiteX20" fmla="*/ 3920705 w 4915096"/>
              <a:gd name="connsiteY20" fmla="*/ 280845 h 1026746"/>
              <a:gd name="connsiteX21" fmla="*/ 3596855 w 4915096"/>
              <a:gd name="connsiteY21" fmla="*/ 261460 h 1026746"/>
              <a:gd name="connsiteX22" fmla="*/ 3414821 w 4915096"/>
              <a:gd name="connsiteY22" fmla="*/ 337660 h 1026746"/>
              <a:gd name="connsiteX23" fmla="*/ 3296288 w 4915096"/>
              <a:gd name="connsiteY23" fmla="*/ 456192 h 1026746"/>
              <a:gd name="connsiteX24" fmla="*/ 3084621 w 4915096"/>
              <a:gd name="connsiteY24" fmla="*/ 837192 h 1026746"/>
              <a:gd name="connsiteX25" fmla="*/ 2906821 w 4915096"/>
              <a:gd name="connsiteY25" fmla="*/ 989593 h 1026746"/>
              <a:gd name="connsiteX26" fmla="*/ 2542755 w 4915096"/>
              <a:gd name="connsiteY26" fmla="*/ 1023459 h 1026746"/>
              <a:gd name="connsiteX27" fmla="*/ 1856955 w 4915096"/>
              <a:gd name="connsiteY27" fmla="*/ 930326 h 1026746"/>
              <a:gd name="connsiteX28" fmla="*/ 1188088 w 4915096"/>
              <a:gd name="connsiteY28" fmla="*/ 718660 h 1026746"/>
              <a:gd name="connsiteX29" fmla="*/ 891755 w 4915096"/>
              <a:gd name="connsiteY29" fmla="*/ 447726 h 1026746"/>
              <a:gd name="connsiteX30" fmla="*/ 705488 w 4915096"/>
              <a:gd name="connsiteY30" fmla="*/ 320726 h 1026746"/>
              <a:gd name="connsiteX31" fmla="*/ 502288 w 4915096"/>
              <a:gd name="connsiteY31" fmla="*/ 269926 h 1026746"/>
              <a:gd name="connsiteX32" fmla="*/ 146687 w 4915096"/>
              <a:gd name="connsiteY32" fmla="*/ 227593 h 1026746"/>
              <a:gd name="connsiteX33" fmla="*/ 19688 w 4915096"/>
              <a:gd name="connsiteY33" fmla="*/ 227593 h 1026746"/>
              <a:gd name="connsiteX34" fmla="*/ 87421 w 4915096"/>
              <a:gd name="connsiteY34" fmla="*/ 134459 h 1026746"/>
              <a:gd name="connsiteX0" fmla="*/ 87421 w 4936122"/>
              <a:gd name="connsiteY0" fmla="*/ 116533 h 1008820"/>
              <a:gd name="connsiteX1" fmla="*/ 815555 w 4936122"/>
              <a:gd name="connsiteY1" fmla="*/ 260467 h 1008820"/>
              <a:gd name="connsiteX2" fmla="*/ 1416688 w 4936122"/>
              <a:gd name="connsiteY2" fmla="*/ 700733 h 1008820"/>
              <a:gd name="connsiteX3" fmla="*/ 2813688 w 4936122"/>
              <a:gd name="connsiteY3" fmla="*/ 895467 h 1008820"/>
              <a:gd name="connsiteX4" fmla="*/ 3313221 w 4936122"/>
              <a:gd name="connsiteY4" fmla="*/ 260467 h 1008820"/>
              <a:gd name="connsiteX5" fmla="*/ 3878372 w 4936122"/>
              <a:gd name="connsiteY5" fmla="*/ 158913 h 1008820"/>
              <a:gd name="connsiteX6" fmla="*/ 4308055 w 4936122"/>
              <a:gd name="connsiteY6" fmla="*/ 414447 h 1008820"/>
              <a:gd name="connsiteX7" fmla="*/ 4469277 w 4936122"/>
              <a:gd name="connsiteY7" fmla="*/ 609332 h 1008820"/>
              <a:gd name="connsiteX8" fmla="*/ 4621677 w 4936122"/>
              <a:gd name="connsiteY8" fmla="*/ 689234 h 1008820"/>
              <a:gd name="connsiteX9" fmla="*/ 4786777 w 4936122"/>
              <a:gd name="connsiteY9" fmla="*/ 681971 h 1008820"/>
              <a:gd name="connsiteX10" fmla="*/ 4790655 w 4936122"/>
              <a:gd name="connsiteY10" fmla="*/ 501612 h 1008820"/>
              <a:gd name="connsiteX11" fmla="*/ 4640729 w 4936122"/>
              <a:gd name="connsiteY11" fmla="*/ 318778 h 1008820"/>
              <a:gd name="connsiteX12" fmla="*/ 4577229 w 4936122"/>
              <a:gd name="connsiteY12" fmla="*/ 20958 h 1008820"/>
              <a:gd name="connsiteX13" fmla="*/ 4919771 w 4936122"/>
              <a:gd name="connsiteY13" fmla="*/ 41488 h 1008820"/>
              <a:gd name="connsiteX14" fmla="*/ 4882029 w 4936122"/>
              <a:gd name="connsiteY14" fmla="*/ 267931 h 1008820"/>
              <a:gd name="connsiteX15" fmla="*/ 4850279 w 4936122"/>
              <a:gd name="connsiteY15" fmla="*/ 391415 h 1008820"/>
              <a:gd name="connsiteX16" fmla="*/ 4869328 w 4936122"/>
              <a:gd name="connsiteY16" fmla="*/ 718290 h 1008820"/>
              <a:gd name="connsiteX17" fmla="*/ 4689055 w 4936122"/>
              <a:gd name="connsiteY17" fmla="*/ 790729 h 1008820"/>
              <a:gd name="connsiteX18" fmla="*/ 4424470 w 4936122"/>
              <a:gd name="connsiteY18" fmla="*/ 698705 h 1008820"/>
              <a:gd name="connsiteX19" fmla="*/ 4158128 w 4936122"/>
              <a:gd name="connsiteY19" fmla="*/ 384150 h 1008820"/>
              <a:gd name="connsiteX20" fmla="*/ 3920705 w 4936122"/>
              <a:gd name="connsiteY20" fmla="*/ 262919 h 1008820"/>
              <a:gd name="connsiteX21" fmla="*/ 3596855 w 4936122"/>
              <a:gd name="connsiteY21" fmla="*/ 243534 h 1008820"/>
              <a:gd name="connsiteX22" fmla="*/ 3414821 w 4936122"/>
              <a:gd name="connsiteY22" fmla="*/ 319734 h 1008820"/>
              <a:gd name="connsiteX23" fmla="*/ 3296288 w 4936122"/>
              <a:gd name="connsiteY23" fmla="*/ 438266 h 1008820"/>
              <a:gd name="connsiteX24" fmla="*/ 3084621 w 4936122"/>
              <a:gd name="connsiteY24" fmla="*/ 819266 h 1008820"/>
              <a:gd name="connsiteX25" fmla="*/ 2906821 w 4936122"/>
              <a:gd name="connsiteY25" fmla="*/ 971667 h 1008820"/>
              <a:gd name="connsiteX26" fmla="*/ 2542755 w 4936122"/>
              <a:gd name="connsiteY26" fmla="*/ 1005533 h 1008820"/>
              <a:gd name="connsiteX27" fmla="*/ 1856955 w 4936122"/>
              <a:gd name="connsiteY27" fmla="*/ 912400 h 1008820"/>
              <a:gd name="connsiteX28" fmla="*/ 1188088 w 4936122"/>
              <a:gd name="connsiteY28" fmla="*/ 700734 h 1008820"/>
              <a:gd name="connsiteX29" fmla="*/ 891755 w 4936122"/>
              <a:gd name="connsiteY29" fmla="*/ 429800 h 1008820"/>
              <a:gd name="connsiteX30" fmla="*/ 705488 w 4936122"/>
              <a:gd name="connsiteY30" fmla="*/ 302800 h 1008820"/>
              <a:gd name="connsiteX31" fmla="*/ 502288 w 4936122"/>
              <a:gd name="connsiteY31" fmla="*/ 252000 h 1008820"/>
              <a:gd name="connsiteX32" fmla="*/ 146687 w 4936122"/>
              <a:gd name="connsiteY32" fmla="*/ 209667 h 1008820"/>
              <a:gd name="connsiteX33" fmla="*/ 19688 w 4936122"/>
              <a:gd name="connsiteY33" fmla="*/ 209667 h 1008820"/>
              <a:gd name="connsiteX34" fmla="*/ 87421 w 4936122"/>
              <a:gd name="connsiteY34" fmla="*/ 116533 h 1008820"/>
              <a:gd name="connsiteX0" fmla="*/ 87421 w 4944320"/>
              <a:gd name="connsiteY0" fmla="*/ 117903 h 1010190"/>
              <a:gd name="connsiteX1" fmla="*/ 815555 w 4944320"/>
              <a:gd name="connsiteY1" fmla="*/ 261837 h 1010190"/>
              <a:gd name="connsiteX2" fmla="*/ 1416688 w 4944320"/>
              <a:gd name="connsiteY2" fmla="*/ 702103 h 1010190"/>
              <a:gd name="connsiteX3" fmla="*/ 2813688 w 4944320"/>
              <a:gd name="connsiteY3" fmla="*/ 896837 h 1010190"/>
              <a:gd name="connsiteX4" fmla="*/ 3313221 w 4944320"/>
              <a:gd name="connsiteY4" fmla="*/ 261837 h 1010190"/>
              <a:gd name="connsiteX5" fmla="*/ 3878372 w 4944320"/>
              <a:gd name="connsiteY5" fmla="*/ 160283 h 1010190"/>
              <a:gd name="connsiteX6" fmla="*/ 4308055 w 4944320"/>
              <a:gd name="connsiteY6" fmla="*/ 415817 h 1010190"/>
              <a:gd name="connsiteX7" fmla="*/ 4469277 w 4944320"/>
              <a:gd name="connsiteY7" fmla="*/ 610702 h 1010190"/>
              <a:gd name="connsiteX8" fmla="*/ 4621677 w 4944320"/>
              <a:gd name="connsiteY8" fmla="*/ 690604 h 1010190"/>
              <a:gd name="connsiteX9" fmla="*/ 4786777 w 4944320"/>
              <a:gd name="connsiteY9" fmla="*/ 683341 h 1010190"/>
              <a:gd name="connsiteX10" fmla="*/ 4790655 w 4944320"/>
              <a:gd name="connsiteY10" fmla="*/ 502982 h 1010190"/>
              <a:gd name="connsiteX11" fmla="*/ 4640729 w 4944320"/>
              <a:gd name="connsiteY11" fmla="*/ 320148 h 1010190"/>
              <a:gd name="connsiteX12" fmla="*/ 4577229 w 4944320"/>
              <a:gd name="connsiteY12" fmla="*/ 22328 h 1010190"/>
              <a:gd name="connsiteX13" fmla="*/ 4919771 w 4944320"/>
              <a:gd name="connsiteY13" fmla="*/ 42858 h 1010190"/>
              <a:gd name="connsiteX14" fmla="*/ 4913779 w 4944320"/>
              <a:gd name="connsiteY14" fmla="*/ 298356 h 1010190"/>
              <a:gd name="connsiteX15" fmla="*/ 4850279 w 4944320"/>
              <a:gd name="connsiteY15" fmla="*/ 392785 h 1010190"/>
              <a:gd name="connsiteX16" fmla="*/ 4869328 w 4944320"/>
              <a:gd name="connsiteY16" fmla="*/ 719660 h 1010190"/>
              <a:gd name="connsiteX17" fmla="*/ 4689055 w 4944320"/>
              <a:gd name="connsiteY17" fmla="*/ 792099 h 1010190"/>
              <a:gd name="connsiteX18" fmla="*/ 4424470 w 4944320"/>
              <a:gd name="connsiteY18" fmla="*/ 700075 h 1010190"/>
              <a:gd name="connsiteX19" fmla="*/ 4158128 w 4944320"/>
              <a:gd name="connsiteY19" fmla="*/ 385520 h 1010190"/>
              <a:gd name="connsiteX20" fmla="*/ 3920705 w 4944320"/>
              <a:gd name="connsiteY20" fmla="*/ 264289 h 1010190"/>
              <a:gd name="connsiteX21" fmla="*/ 3596855 w 4944320"/>
              <a:gd name="connsiteY21" fmla="*/ 244904 h 1010190"/>
              <a:gd name="connsiteX22" fmla="*/ 3414821 w 4944320"/>
              <a:gd name="connsiteY22" fmla="*/ 321104 h 1010190"/>
              <a:gd name="connsiteX23" fmla="*/ 3296288 w 4944320"/>
              <a:gd name="connsiteY23" fmla="*/ 439636 h 1010190"/>
              <a:gd name="connsiteX24" fmla="*/ 3084621 w 4944320"/>
              <a:gd name="connsiteY24" fmla="*/ 820636 h 1010190"/>
              <a:gd name="connsiteX25" fmla="*/ 2906821 w 4944320"/>
              <a:gd name="connsiteY25" fmla="*/ 973037 h 1010190"/>
              <a:gd name="connsiteX26" fmla="*/ 2542755 w 4944320"/>
              <a:gd name="connsiteY26" fmla="*/ 1006903 h 1010190"/>
              <a:gd name="connsiteX27" fmla="*/ 1856955 w 4944320"/>
              <a:gd name="connsiteY27" fmla="*/ 913770 h 1010190"/>
              <a:gd name="connsiteX28" fmla="*/ 1188088 w 4944320"/>
              <a:gd name="connsiteY28" fmla="*/ 702104 h 1010190"/>
              <a:gd name="connsiteX29" fmla="*/ 891755 w 4944320"/>
              <a:gd name="connsiteY29" fmla="*/ 431170 h 1010190"/>
              <a:gd name="connsiteX30" fmla="*/ 705488 w 4944320"/>
              <a:gd name="connsiteY30" fmla="*/ 304170 h 1010190"/>
              <a:gd name="connsiteX31" fmla="*/ 502288 w 4944320"/>
              <a:gd name="connsiteY31" fmla="*/ 253370 h 1010190"/>
              <a:gd name="connsiteX32" fmla="*/ 146687 w 4944320"/>
              <a:gd name="connsiteY32" fmla="*/ 211037 h 1010190"/>
              <a:gd name="connsiteX33" fmla="*/ 19688 w 4944320"/>
              <a:gd name="connsiteY33" fmla="*/ 211037 h 1010190"/>
              <a:gd name="connsiteX34" fmla="*/ 87421 w 4944320"/>
              <a:gd name="connsiteY34" fmla="*/ 117903 h 1010190"/>
              <a:gd name="connsiteX0" fmla="*/ 87421 w 4944320"/>
              <a:gd name="connsiteY0" fmla="*/ 127740 h 1020027"/>
              <a:gd name="connsiteX1" fmla="*/ 815555 w 4944320"/>
              <a:gd name="connsiteY1" fmla="*/ 271674 h 1020027"/>
              <a:gd name="connsiteX2" fmla="*/ 1416688 w 4944320"/>
              <a:gd name="connsiteY2" fmla="*/ 711940 h 1020027"/>
              <a:gd name="connsiteX3" fmla="*/ 2813688 w 4944320"/>
              <a:gd name="connsiteY3" fmla="*/ 906674 h 1020027"/>
              <a:gd name="connsiteX4" fmla="*/ 3313221 w 4944320"/>
              <a:gd name="connsiteY4" fmla="*/ 271674 h 1020027"/>
              <a:gd name="connsiteX5" fmla="*/ 3878372 w 4944320"/>
              <a:gd name="connsiteY5" fmla="*/ 170120 h 1020027"/>
              <a:gd name="connsiteX6" fmla="*/ 4308055 w 4944320"/>
              <a:gd name="connsiteY6" fmla="*/ 425654 h 1020027"/>
              <a:gd name="connsiteX7" fmla="*/ 4469277 w 4944320"/>
              <a:gd name="connsiteY7" fmla="*/ 620539 h 1020027"/>
              <a:gd name="connsiteX8" fmla="*/ 4621677 w 4944320"/>
              <a:gd name="connsiteY8" fmla="*/ 700441 h 1020027"/>
              <a:gd name="connsiteX9" fmla="*/ 4786777 w 4944320"/>
              <a:gd name="connsiteY9" fmla="*/ 693178 h 1020027"/>
              <a:gd name="connsiteX10" fmla="*/ 4790655 w 4944320"/>
              <a:gd name="connsiteY10" fmla="*/ 512819 h 1020027"/>
              <a:gd name="connsiteX11" fmla="*/ 4640729 w 4944320"/>
              <a:gd name="connsiteY11" fmla="*/ 329985 h 1020027"/>
              <a:gd name="connsiteX12" fmla="*/ 4577229 w 4944320"/>
              <a:gd name="connsiteY12" fmla="*/ 32165 h 1020027"/>
              <a:gd name="connsiteX13" fmla="*/ 4919771 w 4944320"/>
              <a:gd name="connsiteY13" fmla="*/ 30903 h 1020027"/>
              <a:gd name="connsiteX14" fmla="*/ 4913779 w 4944320"/>
              <a:gd name="connsiteY14" fmla="*/ 308193 h 1020027"/>
              <a:gd name="connsiteX15" fmla="*/ 4850279 w 4944320"/>
              <a:gd name="connsiteY15" fmla="*/ 402622 h 1020027"/>
              <a:gd name="connsiteX16" fmla="*/ 4869328 w 4944320"/>
              <a:gd name="connsiteY16" fmla="*/ 729497 h 1020027"/>
              <a:gd name="connsiteX17" fmla="*/ 4689055 w 4944320"/>
              <a:gd name="connsiteY17" fmla="*/ 801936 h 1020027"/>
              <a:gd name="connsiteX18" fmla="*/ 4424470 w 4944320"/>
              <a:gd name="connsiteY18" fmla="*/ 709912 h 1020027"/>
              <a:gd name="connsiteX19" fmla="*/ 4158128 w 4944320"/>
              <a:gd name="connsiteY19" fmla="*/ 395357 h 1020027"/>
              <a:gd name="connsiteX20" fmla="*/ 3920705 w 4944320"/>
              <a:gd name="connsiteY20" fmla="*/ 274126 h 1020027"/>
              <a:gd name="connsiteX21" fmla="*/ 3596855 w 4944320"/>
              <a:gd name="connsiteY21" fmla="*/ 254741 h 1020027"/>
              <a:gd name="connsiteX22" fmla="*/ 3414821 w 4944320"/>
              <a:gd name="connsiteY22" fmla="*/ 330941 h 1020027"/>
              <a:gd name="connsiteX23" fmla="*/ 3296288 w 4944320"/>
              <a:gd name="connsiteY23" fmla="*/ 449473 h 1020027"/>
              <a:gd name="connsiteX24" fmla="*/ 3084621 w 4944320"/>
              <a:gd name="connsiteY24" fmla="*/ 830473 h 1020027"/>
              <a:gd name="connsiteX25" fmla="*/ 2906821 w 4944320"/>
              <a:gd name="connsiteY25" fmla="*/ 982874 h 1020027"/>
              <a:gd name="connsiteX26" fmla="*/ 2542755 w 4944320"/>
              <a:gd name="connsiteY26" fmla="*/ 1016740 h 1020027"/>
              <a:gd name="connsiteX27" fmla="*/ 1856955 w 4944320"/>
              <a:gd name="connsiteY27" fmla="*/ 923607 h 1020027"/>
              <a:gd name="connsiteX28" fmla="*/ 1188088 w 4944320"/>
              <a:gd name="connsiteY28" fmla="*/ 711941 h 1020027"/>
              <a:gd name="connsiteX29" fmla="*/ 891755 w 4944320"/>
              <a:gd name="connsiteY29" fmla="*/ 441007 h 1020027"/>
              <a:gd name="connsiteX30" fmla="*/ 705488 w 4944320"/>
              <a:gd name="connsiteY30" fmla="*/ 314007 h 1020027"/>
              <a:gd name="connsiteX31" fmla="*/ 502288 w 4944320"/>
              <a:gd name="connsiteY31" fmla="*/ 263207 h 1020027"/>
              <a:gd name="connsiteX32" fmla="*/ 146687 w 4944320"/>
              <a:gd name="connsiteY32" fmla="*/ 220874 h 1020027"/>
              <a:gd name="connsiteX33" fmla="*/ 19688 w 4944320"/>
              <a:gd name="connsiteY33" fmla="*/ 220874 h 1020027"/>
              <a:gd name="connsiteX34" fmla="*/ 87421 w 4944320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86777 w 4933727"/>
              <a:gd name="connsiteY9" fmla="*/ 693178 h 1020027"/>
              <a:gd name="connsiteX10" fmla="*/ 4790655 w 4933727"/>
              <a:gd name="connsiteY10" fmla="*/ 512819 h 1020027"/>
              <a:gd name="connsiteX11" fmla="*/ 4640729 w 4933727"/>
              <a:gd name="connsiteY11" fmla="*/ 329985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50279 w 4933727"/>
              <a:gd name="connsiteY15" fmla="*/ 402622 h 1020027"/>
              <a:gd name="connsiteX16" fmla="*/ 4869328 w 4933727"/>
              <a:gd name="connsiteY16" fmla="*/ 729497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86777 w 4933727"/>
              <a:gd name="connsiteY9" fmla="*/ 693178 h 1020027"/>
              <a:gd name="connsiteX10" fmla="*/ 4790655 w 4933727"/>
              <a:gd name="connsiteY10" fmla="*/ 512819 h 1020027"/>
              <a:gd name="connsiteX11" fmla="*/ 4640729 w 4933727"/>
              <a:gd name="connsiteY11" fmla="*/ 329985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869328 w 4933727"/>
              <a:gd name="connsiteY16" fmla="*/ 729497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86777 w 4933727"/>
              <a:gd name="connsiteY9" fmla="*/ 693178 h 1020027"/>
              <a:gd name="connsiteX10" fmla="*/ 4746205 w 4933727"/>
              <a:gd name="connsiteY10" fmla="*/ 505555 h 1020027"/>
              <a:gd name="connsiteX11" fmla="*/ 4640729 w 4933727"/>
              <a:gd name="connsiteY11" fmla="*/ 329985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869328 w 4933727"/>
              <a:gd name="connsiteY16" fmla="*/ 729497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640729 w 4933727"/>
              <a:gd name="connsiteY11" fmla="*/ 329985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869328 w 4933727"/>
              <a:gd name="connsiteY16" fmla="*/ 729497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640729 w 4933727"/>
              <a:gd name="connsiteY11" fmla="*/ 329985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799478 w 4933727"/>
              <a:gd name="connsiteY16" fmla="*/ 751288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634379 w 4933727"/>
              <a:gd name="connsiteY11" fmla="*/ 293666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799478 w 4933727"/>
              <a:gd name="connsiteY16" fmla="*/ 751288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634379 w 4933727"/>
              <a:gd name="connsiteY11" fmla="*/ 293666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799478 w 4933727"/>
              <a:gd name="connsiteY16" fmla="*/ 751288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634379 w 4933727"/>
              <a:gd name="connsiteY11" fmla="*/ 293666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799478 w 4933727"/>
              <a:gd name="connsiteY16" fmla="*/ 751288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634379 w 4933727"/>
              <a:gd name="connsiteY11" fmla="*/ 293666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799478 w 4933727"/>
              <a:gd name="connsiteY16" fmla="*/ 751288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634379 w 4933727"/>
              <a:gd name="connsiteY11" fmla="*/ 293666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799478 w 4933727"/>
              <a:gd name="connsiteY16" fmla="*/ 751288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799478 w 4933727"/>
              <a:gd name="connsiteY17" fmla="*/ 751288 h 1020027"/>
              <a:gd name="connsiteX18" fmla="*/ 4689055 w 4933727"/>
              <a:gd name="connsiteY18" fmla="*/ 801936 h 1020027"/>
              <a:gd name="connsiteX19" fmla="*/ 4424470 w 4933727"/>
              <a:gd name="connsiteY19" fmla="*/ 709912 h 1020027"/>
              <a:gd name="connsiteX20" fmla="*/ 4158128 w 4933727"/>
              <a:gd name="connsiteY20" fmla="*/ 395357 h 1020027"/>
              <a:gd name="connsiteX21" fmla="*/ 3920705 w 4933727"/>
              <a:gd name="connsiteY21" fmla="*/ 274126 h 1020027"/>
              <a:gd name="connsiteX22" fmla="*/ 3596855 w 4933727"/>
              <a:gd name="connsiteY22" fmla="*/ 254741 h 1020027"/>
              <a:gd name="connsiteX23" fmla="*/ 3414821 w 4933727"/>
              <a:gd name="connsiteY23" fmla="*/ 330941 h 1020027"/>
              <a:gd name="connsiteX24" fmla="*/ 3296288 w 4933727"/>
              <a:gd name="connsiteY24" fmla="*/ 449473 h 1020027"/>
              <a:gd name="connsiteX25" fmla="*/ 3084621 w 4933727"/>
              <a:gd name="connsiteY25" fmla="*/ 830473 h 1020027"/>
              <a:gd name="connsiteX26" fmla="*/ 2906821 w 4933727"/>
              <a:gd name="connsiteY26" fmla="*/ 982874 h 1020027"/>
              <a:gd name="connsiteX27" fmla="*/ 2542755 w 4933727"/>
              <a:gd name="connsiteY27" fmla="*/ 1016740 h 1020027"/>
              <a:gd name="connsiteX28" fmla="*/ 1856955 w 4933727"/>
              <a:gd name="connsiteY28" fmla="*/ 923607 h 1020027"/>
              <a:gd name="connsiteX29" fmla="*/ 1188088 w 4933727"/>
              <a:gd name="connsiteY29" fmla="*/ 711941 h 1020027"/>
              <a:gd name="connsiteX30" fmla="*/ 891755 w 4933727"/>
              <a:gd name="connsiteY30" fmla="*/ 441007 h 1020027"/>
              <a:gd name="connsiteX31" fmla="*/ 705488 w 4933727"/>
              <a:gd name="connsiteY31" fmla="*/ 314007 h 1020027"/>
              <a:gd name="connsiteX32" fmla="*/ 502288 w 4933727"/>
              <a:gd name="connsiteY32" fmla="*/ 263207 h 1020027"/>
              <a:gd name="connsiteX33" fmla="*/ 146687 w 4933727"/>
              <a:gd name="connsiteY33" fmla="*/ 220874 h 1020027"/>
              <a:gd name="connsiteX34" fmla="*/ 19688 w 4933727"/>
              <a:gd name="connsiteY34" fmla="*/ 220874 h 1020027"/>
              <a:gd name="connsiteX35" fmla="*/ 87421 w 4933727"/>
              <a:gd name="connsiteY35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799478 w 4933727"/>
              <a:gd name="connsiteY17" fmla="*/ 751288 h 1020027"/>
              <a:gd name="connsiteX18" fmla="*/ 4689055 w 4933727"/>
              <a:gd name="connsiteY18" fmla="*/ 801936 h 1020027"/>
              <a:gd name="connsiteX19" fmla="*/ 4424470 w 4933727"/>
              <a:gd name="connsiteY19" fmla="*/ 709912 h 1020027"/>
              <a:gd name="connsiteX20" fmla="*/ 4158128 w 4933727"/>
              <a:gd name="connsiteY20" fmla="*/ 395357 h 1020027"/>
              <a:gd name="connsiteX21" fmla="*/ 3920705 w 4933727"/>
              <a:gd name="connsiteY21" fmla="*/ 274126 h 1020027"/>
              <a:gd name="connsiteX22" fmla="*/ 3596855 w 4933727"/>
              <a:gd name="connsiteY22" fmla="*/ 254741 h 1020027"/>
              <a:gd name="connsiteX23" fmla="*/ 3414821 w 4933727"/>
              <a:gd name="connsiteY23" fmla="*/ 330941 h 1020027"/>
              <a:gd name="connsiteX24" fmla="*/ 3296288 w 4933727"/>
              <a:gd name="connsiteY24" fmla="*/ 449473 h 1020027"/>
              <a:gd name="connsiteX25" fmla="*/ 3084621 w 4933727"/>
              <a:gd name="connsiteY25" fmla="*/ 830473 h 1020027"/>
              <a:gd name="connsiteX26" fmla="*/ 2906821 w 4933727"/>
              <a:gd name="connsiteY26" fmla="*/ 982874 h 1020027"/>
              <a:gd name="connsiteX27" fmla="*/ 2542755 w 4933727"/>
              <a:gd name="connsiteY27" fmla="*/ 1016740 h 1020027"/>
              <a:gd name="connsiteX28" fmla="*/ 1856955 w 4933727"/>
              <a:gd name="connsiteY28" fmla="*/ 923607 h 1020027"/>
              <a:gd name="connsiteX29" fmla="*/ 1188088 w 4933727"/>
              <a:gd name="connsiteY29" fmla="*/ 711941 h 1020027"/>
              <a:gd name="connsiteX30" fmla="*/ 891755 w 4933727"/>
              <a:gd name="connsiteY30" fmla="*/ 441007 h 1020027"/>
              <a:gd name="connsiteX31" fmla="*/ 705488 w 4933727"/>
              <a:gd name="connsiteY31" fmla="*/ 314007 h 1020027"/>
              <a:gd name="connsiteX32" fmla="*/ 502288 w 4933727"/>
              <a:gd name="connsiteY32" fmla="*/ 263207 h 1020027"/>
              <a:gd name="connsiteX33" fmla="*/ 146687 w 4933727"/>
              <a:gd name="connsiteY33" fmla="*/ 220874 h 1020027"/>
              <a:gd name="connsiteX34" fmla="*/ 19688 w 4933727"/>
              <a:gd name="connsiteY34" fmla="*/ 220874 h 1020027"/>
              <a:gd name="connsiteX35" fmla="*/ 87421 w 4933727"/>
              <a:gd name="connsiteY35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799478 w 4933727"/>
              <a:gd name="connsiteY17" fmla="*/ 751288 h 1020027"/>
              <a:gd name="connsiteX18" fmla="*/ 4638255 w 4933727"/>
              <a:gd name="connsiteY18" fmla="*/ 794673 h 1020027"/>
              <a:gd name="connsiteX19" fmla="*/ 4424470 w 4933727"/>
              <a:gd name="connsiteY19" fmla="*/ 709912 h 1020027"/>
              <a:gd name="connsiteX20" fmla="*/ 4158128 w 4933727"/>
              <a:gd name="connsiteY20" fmla="*/ 395357 h 1020027"/>
              <a:gd name="connsiteX21" fmla="*/ 3920705 w 4933727"/>
              <a:gd name="connsiteY21" fmla="*/ 274126 h 1020027"/>
              <a:gd name="connsiteX22" fmla="*/ 3596855 w 4933727"/>
              <a:gd name="connsiteY22" fmla="*/ 254741 h 1020027"/>
              <a:gd name="connsiteX23" fmla="*/ 3414821 w 4933727"/>
              <a:gd name="connsiteY23" fmla="*/ 330941 h 1020027"/>
              <a:gd name="connsiteX24" fmla="*/ 3296288 w 4933727"/>
              <a:gd name="connsiteY24" fmla="*/ 449473 h 1020027"/>
              <a:gd name="connsiteX25" fmla="*/ 3084621 w 4933727"/>
              <a:gd name="connsiteY25" fmla="*/ 830473 h 1020027"/>
              <a:gd name="connsiteX26" fmla="*/ 2906821 w 4933727"/>
              <a:gd name="connsiteY26" fmla="*/ 982874 h 1020027"/>
              <a:gd name="connsiteX27" fmla="*/ 2542755 w 4933727"/>
              <a:gd name="connsiteY27" fmla="*/ 1016740 h 1020027"/>
              <a:gd name="connsiteX28" fmla="*/ 1856955 w 4933727"/>
              <a:gd name="connsiteY28" fmla="*/ 923607 h 1020027"/>
              <a:gd name="connsiteX29" fmla="*/ 1188088 w 4933727"/>
              <a:gd name="connsiteY29" fmla="*/ 711941 h 1020027"/>
              <a:gd name="connsiteX30" fmla="*/ 891755 w 4933727"/>
              <a:gd name="connsiteY30" fmla="*/ 441007 h 1020027"/>
              <a:gd name="connsiteX31" fmla="*/ 705488 w 4933727"/>
              <a:gd name="connsiteY31" fmla="*/ 314007 h 1020027"/>
              <a:gd name="connsiteX32" fmla="*/ 502288 w 4933727"/>
              <a:gd name="connsiteY32" fmla="*/ 263207 h 1020027"/>
              <a:gd name="connsiteX33" fmla="*/ 146687 w 4933727"/>
              <a:gd name="connsiteY33" fmla="*/ 220874 h 1020027"/>
              <a:gd name="connsiteX34" fmla="*/ 19688 w 4933727"/>
              <a:gd name="connsiteY34" fmla="*/ 220874 h 1020027"/>
              <a:gd name="connsiteX35" fmla="*/ 87421 w 4933727"/>
              <a:gd name="connsiteY35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824878 w 4933727"/>
              <a:gd name="connsiteY17" fmla="*/ 656858 h 1020027"/>
              <a:gd name="connsiteX18" fmla="*/ 4638255 w 4933727"/>
              <a:gd name="connsiteY18" fmla="*/ 794673 h 1020027"/>
              <a:gd name="connsiteX19" fmla="*/ 4424470 w 4933727"/>
              <a:gd name="connsiteY19" fmla="*/ 709912 h 1020027"/>
              <a:gd name="connsiteX20" fmla="*/ 4158128 w 4933727"/>
              <a:gd name="connsiteY20" fmla="*/ 395357 h 1020027"/>
              <a:gd name="connsiteX21" fmla="*/ 3920705 w 4933727"/>
              <a:gd name="connsiteY21" fmla="*/ 274126 h 1020027"/>
              <a:gd name="connsiteX22" fmla="*/ 3596855 w 4933727"/>
              <a:gd name="connsiteY22" fmla="*/ 254741 h 1020027"/>
              <a:gd name="connsiteX23" fmla="*/ 3414821 w 4933727"/>
              <a:gd name="connsiteY23" fmla="*/ 330941 h 1020027"/>
              <a:gd name="connsiteX24" fmla="*/ 3296288 w 4933727"/>
              <a:gd name="connsiteY24" fmla="*/ 449473 h 1020027"/>
              <a:gd name="connsiteX25" fmla="*/ 3084621 w 4933727"/>
              <a:gd name="connsiteY25" fmla="*/ 830473 h 1020027"/>
              <a:gd name="connsiteX26" fmla="*/ 2906821 w 4933727"/>
              <a:gd name="connsiteY26" fmla="*/ 982874 h 1020027"/>
              <a:gd name="connsiteX27" fmla="*/ 2542755 w 4933727"/>
              <a:gd name="connsiteY27" fmla="*/ 1016740 h 1020027"/>
              <a:gd name="connsiteX28" fmla="*/ 1856955 w 4933727"/>
              <a:gd name="connsiteY28" fmla="*/ 923607 h 1020027"/>
              <a:gd name="connsiteX29" fmla="*/ 1188088 w 4933727"/>
              <a:gd name="connsiteY29" fmla="*/ 711941 h 1020027"/>
              <a:gd name="connsiteX30" fmla="*/ 891755 w 4933727"/>
              <a:gd name="connsiteY30" fmla="*/ 441007 h 1020027"/>
              <a:gd name="connsiteX31" fmla="*/ 705488 w 4933727"/>
              <a:gd name="connsiteY31" fmla="*/ 314007 h 1020027"/>
              <a:gd name="connsiteX32" fmla="*/ 502288 w 4933727"/>
              <a:gd name="connsiteY32" fmla="*/ 263207 h 1020027"/>
              <a:gd name="connsiteX33" fmla="*/ 146687 w 4933727"/>
              <a:gd name="connsiteY33" fmla="*/ 220874 h 1020027"/>
              <a:gd name="connsiteX34" fmla="*/ 19688 w 4933727"/>
              <a:gd name="connsiteY34" fmla="*/ 220874 h 1020027"/>
              <a:gd name="connsiteX35" fmla="*/ 87421 w 4933727"/>
              <a:gd name="connsiteY35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824878 w 4933727"/>
              <a:gd name="connsiteY17" fmla="*/ 656858 h 1020027"/>
              <a:gd name="connsiteX18" fmla="*/ 4638255 w 4933727"/>
              <a:gd name="connsiteY18" fmla="*/ 794673 h 1020027"/>
              <a:gd name="connsiteX19" fmla="*/ 4424470 w 4933727"/>
              <a:gd name="connsiteY19" fmla="*/ 709912 h 1020027"/>
              <a:gd name="connsiteX20" fmla="*/ 4158128 w 4933727"/>
              <a:gd name="connsiteY20" fmla="*/ 395357 h 1020027"/>
              <a:gd name="connsiteX21" fmla="*/ 3920705 w 4933727"/>
              <a:gd name="connsiteY21" fmla="*/ 274126 h 1020027"/>
              <a:gd name="connsiteX22" fmla="*/ 3596855 w 4933727"/>
              <a:gd name="connsiteY22" fmla="*/ 254741 h 1020027"/>
              <a:gd name="connsiteX23" fmla="*/ 3414821 w 4933727"/>
              <a:gd name="connsiteY23" fmla="*/ 330941 h 1020027"/>
              <a:gd name="connsiteX24" fmla="*/ 3296288 w 4933727"/>
              <a:gd name="connsiteY24" fmla="*/ 449473 h 1020027"/>
              <a:gd name="connsiteX25" fmla="*/ 3084621 w 4933727"/>
              <a:gd name="connsiteY25" fmla="*/ 830473 h 1020027"/>
              <a:gd name="connsiteX26" fmla="*/ 2906821 w 4933727"/>
              <a:gd name="connsiteY26" fmla="*/ 982874 h 1020027"/>
              <a:gd name="connsiteX27" fmla="*/ 2542755 w 4933727"/>
              <a:gd name="connsiteY27" fmla="*/ 1016740 h 1020027"/>
              <a:gd name="connsiteX28" fmla="*/ 1856955 w 4933727"/>
              <a:gd name="connsiteY28" fmla="*/ 923607 h 1020027"/>
              <a:gd name="connsiteX29" fmla="*/ 1188088 w 4933727"/>
              <a:gd name="connsiteY29" fmla="*/ 711941 h 1020027"/>
              <a:gd name="connsiteX30" fmla="*/ 891755 w 4933727"/>
              <a:gd name="connsiteY30" fmla="*/ 441007 h 1020027"/>
              <a:gd name="connsiteX31" fmla="*/ 705488 w 4933727"/>
              <a:gd name="connsiteY31" fmla="*/ 314007 h 1020027"/>
              <a:gd name="connsiteX32" fmla="*/ 502288 w 4933727"/>
              <a:gd name="connsiteY32" fmla="*/ 263207 h 1020027"/>
              <a:gd name="connsiteX33" fmla="*/ 146687 w 4933727"/>
              <a:gd name="connsiteY33" fmla="*/ 220874 h 1020027"/>
              <a:gd name="connsiteX34" fmla="*/ 19688 w 4933727"/>
              <a:gd name="connsiteY34" fmla="*/ 220874 h 1020027"/>
              <a:gd name="connsiteX35" fmla="*/ 87421 w 4933727"/>
              <a:gd name="connsiteY35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824878 w 4933727"/>
              <a:gd name="connsiteY17" fmla="*/ 656858 h 1020027"/>
              <a:gd name="connsiteX18" fmla="*/ 4638255 w 4933727"/>
              <a:gd name="connsiteY18" fmla="*/ 794673 h 1020027"/>
              <a:gd name="connsiteX19" fmla="*/ 4424470 w 4933727"/>
              <a:gd name="connsiteY19" fmla="*/ 709912 h 1020027"/>
              <a:gd name="connsiteX20" fmla="*/ 4158128 w 4933727"/>
              <a:gd name="connsiteY20" fmla="*/ 395357 h 1020027"/>
              <a:gd name="connsiteX21" fmla="*/ 3920705 w 4933727"/>
              <a:gd name="connsiteY21" fmla="*/ 274126 h 1020027"/>
              <a:gd name="connsiteX22" fmla="*/ 3596855 w 4933727"/>
              <a:gd name="connsiteY22" fmla="*/ 254741 h 1020027"/>
              <a:gd name="connsiteX23" fmla="*/ 3414821 w 4933727"/>
              <a:gd name="connsiteY23" fmla="*/ 330941 h 1020027"/>
              <a:gd name="connsiteX24" fmla="*/ 3296288 w 4933727"/>
              <a:gd name="connsiteY24" fmla="*/ 449473 h 1020027"/>
              <a:gd name="connsiteX25" fmla="*/ 3084621 w 4933727"/>
              <a:gd name="connsiteY25" fmla="*/ 830473 h 1020027"/>
              <a:gd name="connsiteX26" fmla="*/ 2906821 w 4933727"/>
              <a:gd name="connsiteY26" fmla="*/ 982874 h 1020027"/>
              <a:gd name="connsiteX27" fmla="*/ 2542755 w 4933727"/>
              <a:gd name="connsiteY27" fmla="*/ 1016740 h 1020027"/>
              <a:gd name="connsiteX28" fmla="*/ 1856955 w 4933727"/>
              <a:gd name="connsiteY28" fmla="*/ 923607 h 1020027"/>
              <a:gd name="connsiteX29" fmla="*/ 1188088 w 4933727"/>
              <a:gd name="connsiteY29" fmla="*/ 711941 h 1020027"/>
              <a:gd name="connsiteX30" fmla="*/ 891755 w 4933727"/>
              <a:gd name="connsiteY30" fmla="*/ 441007 h 1020027"/>
              <a:gd name="connsiteX31" fmla="*/ 705488 w 4933727"/>
              <a:gd name="connsiteY31" fmla="*/ 314007 h 1020027"/>
              <a:gd name="connsiteX32" fmla="*/ 502288 w 4933727"/>
              <a:gd name="connsiteY32" fmla="*/ 263207 h 1020027"/>
              <a:gd name="connsiteX33" fmla="*/ 146687 w 4933727"/>
              <a:gd name="connsiteY33" fmla="*/ 220874 h 1020027"/>
              <a:gd name="connsiteX34" fmla="*/ 19688 w 4933727"/>
              <a:gd name="connsiteY34" fmla="*/ 220874 h 1020027"/>
              <a:gd name="connsiteX35" fmla="*/ 87421 w 4933727"/>
              <a:gd name="connsiteY35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824878 w 4933727"/>
              <a:gd name="connsiteY17" fmla="*/ 656858 h 1020027"/>
              <a:gd name="connsiteX18" fmla="*/ 4638255 w 4933727"/>
              <a:gd name="connsiteY18" fmla="*/ 794673 h 1020027"/>
              <a:gd name="connsiteX19" fmla="*/ 4424470 w 4933727"/>
              <a:gd name="connsiteY19" fmla="*/ 709912 h 1020027"/>
              <a:gd name="connsiteX20" fmla="*/ 4158128 w 4933727"/>
              <a:gd name="connsiteY20" fmla="*/ 395357 h 1020027"/>
              <a:gd name="connsiteX21" fmla="*/ 3920705 w 4933727"/>
              <a:gd name="connsiteY21" fmla="*/ 274126 h 1020027"/>
              <a:gd name="connsiteX22" fmla="*/ 3596855 w 4933727"/>
              <a:gd name="connsiteY22" fmla="*/ 254741 h 1020027"/>
              <a:gd name="connsiteX23" fmla="*/ 3414821 w 4933727"/>
              <a:gd name="connsiteY23" fmla="*/ 330941 h 1020027"/>
              <a:gd name="connsiteX24" fmla="*/ 3296288 w 4933727"/>
              <a:gd name="connsiteY24" fmla="*/ 449473 h 1020027"/>
              <a:gd name="connsiteX25" fmla="*/ 3084621 w 4933727"/>
              <a:gd name="connsiteY25" fmla="*/ 830473 h 1020027"/>
              <a:gd name="connsiteX26" fmla="*/ 2906821 w 4933727"/>
              <a:gd name="connsiteY26" fmla="*/ 982874 h 1020027"/>
              <a:gd name="connsiteX27" fmla="*/ 2542755 w 4933727"/>
              <a:gd name="connsiteY27" fmla="*/ 1016740 h 1020027"/>
              <a:gd name="connsiteX28" fmla="*/ 1856955 w 4933727"/>
              <a:gd name="connsiteY28" fmla="*/ 923607 h 1020027"/>
              <a:gd name="connsiteX29" fmla="*/ 1188088 w 4933727"/>
              <a:gd name="connsiteY29" fmla="*/ 711941 h 1020027"/>
              <a:gd name="connsiteX30" fmla="*/ 891755 w 4933727"/>
              <a:gd name="connsiteY30" fmla="*/ 441007 h 1020027"/>
              <a:gd name="connsiteX31" fmla="*/ 705488 w 4933727"/>
              <a:gd name="connsiteY31" fmla="*/ 314007 h 1020027"/>
              <a:gd name="connsiteX32" fmla="*/ 502288 w 4933727"/>
              <a:gd name="connsiteY32" fmla="*/ 263207 h 1020027"/>
              <a:gd name="connsiteX33" fmla="*/ 146687 w 4933727"/>
              <a:gd name="connsiteY33" fmla="*/ 220874 h 1020027"/>
              <a:gd name="connsiteX34" fmla="*/ 19688 w 4933727"/>
              <a:gd name="connsiteY34" fmla="*/ 220874 h 1020027"/>
              <a:gd name="connsiteX35" fmla="*/ 87421 w 4933727"/>
              <a:gd name="connsiteY35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824878 w 4933727"/>
              <a:gd name="connsiteY17" fmla="*/ 656858 h 1020027"/>
              <a:gd name="connsiteX18" fmla="*/ 4748678 w 4933727"/>
              <a:gd name="connsiteY18" fmla="*/ 773081 h 1020027"/>
              <a:gd name="connsiteX19" fmla="*/ 4638255 w 4933727"/>
              <a:gd name="connsiteY19" fmla="*/ 794673 h 1020027"/>
              <a:gd name="connsiteX20" fmla="*/ 4424470 w 4933727"/>
              <a:gd name="connsiteY20" fmla="*/ 709912 h 1020027"/>
              <a:gd name="connsiteX21" fmla="*/ 4158128 w 4933727"/>
              <a:gd name="connsiteY21" fmla="*/ 395357 h 1020027"/>
              <a:gd name="connsiteX22" fmla="*/ 3920705 w 4933727"/>
              <a:gd name="connsiteY22" fmla="*/ 274126 h 1020027"/>
              <a:gd name="connsiteX23" fmla="*/ 3596855 w 4933727"/>
              <a:gd name="connsiteY23" fmla="*/ 254741 h 1020027"/>
              <a:gd name="connsiteX24" fmla="*/ 3414821 w 4933727"/>
              <a:gd name="connsiteY24" fmla="*/ 330941 h 1020027"/>
              <a:gd name="connsiteX25" fmla="*/ 3296288 w 4933727"/>
              <a:gd name="connsiteY25" fmla="*/ 449473 h 1020027"/>
              <a:gd name="connsiteX26" fmla="*/ 3084621 w 4933727"/>
              <a:gd name="connsiteY26" fmla="*/ 830473 h 1020027"/>
              <a:gd name="connsiteX27" fmla="*/ 2906821 w 4933727"/>
              <a:gd name="connsiteY27" fmla="*/ 982874 h 1020027"/>
              <a:gd name="connsiteX28" fmla="*/ 2542755 w 4933727"/>
              <a:gd name="connsiteY28" fmla="*/ 1016740 h 1020027"/>
              <a:gd name="connsiteX29" fmla="*/ 1856955 w 4933727"/>
              <a:gd name="connsiteY29" fmla="*/ 923607 h 1020027"/>
              <a:gd name="connsiteX30" fmla="*/ 1188088 w 4933727"/>
              <a:gd name="connsiteY30" fmla="*/ 711941 h 1020027"/>
              <a:gd name="connsiteX31" fmla="*/ 891755 w 4933727"/>
              <a:gd name="connsiteY31" fmla="*/ 441007 h 1020027"/>
              <a:gd name="connsiteX32" fmla="*/ 705488 w 4933727"/>
              <a:gd name="connsiteY32" fmla="*/ 314007 h 1020027"/>
              <a:gd name="connsiteX33" fmla="*/ 502288 w 4933727"/>
              <a:gd name="connsiteY33" fmla="*/ 263207 h 1020027"/>
              <a:gd name="connsiteX34" fmla="*/ 146687 w 4933727"/>
              <a:gd name="connsiteY34" fmla="*/ 220874 h 1020027"/>
              <a:gd name="connsiteX35" fmla="*/ 19688 w 4933727"/>
              <a:gd name="connsiteY35" fmla="*/ 220874 h 1020027"/>
              <a:gd name="connsiteX36" fmla="*/ 87421 w 4933727"/>
              <a:gd name="connsiteY36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824878 w 4933727"/>
              <a:gd name="connsiteY17" fmla="*/ 656858 h 1020027"/>
              <a:gd name="connsiteX18" fmla="*/ 4748678 w 4933727"/>
              <a:gd name="connsiteY18" fmla="*/ 773081 h 1020027"/>
              <a:gd name="connsiteX19" fmla="*/ 4638255 w 4933727"/>
              <a:gd name="connsiteY19" fmla="*/ 794673 h 1020027"/>
              <a:gd name="connsiteX20" fmla="*/ 4424470 w 4933727"/>
              <a:gd name="connsiteY20" fmla="*/ 709912 h 1020027"/>
              <a:gd name="connsiteX21" fmla="*/ 4158128 w 4933727"/>
              <a:gd name="connsiteY21" fmla="*/ 395357 h 1020027"/>
              <a:gd name="connsiteX22" fmla="*/ 3920705 w 4933727"/>
              <a:gd name="connsiteY22" fmla="*/ 274126 h 1020027"/>
              <a:gd name="connsiteX23" fmla="*/ 3596855 w 4933727"/>
              <a:gd name="connsiteY23" fmla="*/ 254741 h 1020027"/>
              <a:gd name="connsiteX24" fmla="*/ 3414821 w 4933727"/>
              <a:gd name="connsiteY24" fmla="*/ 330941 h 1020027"/>
              <a:gd name="connsiteX25" fmla="*/ 3296288 w 4933727"/>
              <a:gd name="connsiteY25" fmla="*/ 449473 h 1020027"/>
              <a:gd name="connsiteX26" fmla="*/ 3084621 w 4933727"/>
              <a:gd name="connsiteY26" fmla="*/ 830473 h 1020027"/>
              <a:gd name="connsiteX27" fmla="*/ 2906821 w 4933727"/>
              <a:gd name="connsiteY27" fmla="*/ 982874 h 1020027"/>
              <a:gd name="connsiteX28" fmla="*/ 2542755 w 4933727"/>
              <a:gd name="connsiteY28" fmla="*/ 1016740 h 1020027"/>
              <a:gd name="connsiteX29" fmla="*/ 1856955 w 4933727"/>
              <a:gd name="connsiteY29" fmla="*/ 923607 h 1020027"/>
              <a:gd name="connsiteX30" fmla="*/ 1188088 w 4933727"/>
              <a:gd name="connsiteY30" fmla="*/ 711941 h 1020027"/>
              <a:gd name="connsiteX31" fmla="*/ 891755 w 4933727"/>
              <a:gd name="connsiteY31" fmla="*/ 441007 h 1020027"/>
              <a:gd name="connsiteX32" fmla="*/ 705488 w 4933727"/>
              <a:gd name="connsiteY32" fmla="*/ 314007 h 1020027"/>
              <a:gd name="connsiteX33" fmla="*/ 502288 w 4933727"/>
              <a:gd name="connsiteY33" fmla="*/ 263207 h 1020027"/>
              <a:gd name="connsiteX34" fmla="*/ 146687 w 4933727"/>
              <a:gd name="connsiteY34" fmla="*/ 220874 h 1020027"/>
              <a:gd name="connsiteX35" fmla="*/ 19688 w 4933727"/>
              <a:gd name="connsiteY35" fmla="*/ 220874 h 1020027"/>
              <a:gd name="connsiteX36" fmla="*/ 87421 w 4933727"/>
              <a:gd name="connsiteY36" fmla="*/ 127740 h 1020027"/>
              <a:gd name="connsiteX0" fmla="*/ 87421 w 4936122"/>
              <a:gd name="connsiteY0" fmla="*/ 128220 h 1020507"/>
              <a:gd name="connsiteX1" fmla="*/ 815555 w 4936122"/>
              <a:gd name="connsiteY1" fmla="*/ 272154 h 1020507"/>
              <a:gd name="connsiteX2" fmla="*/ 1416688 w 4936122"/>
              <a:gd name="connsiteY2" fmla="*/ 712420 h 1020507"/>
              <a:gd name="connsiteX3" fmla="*/ 2813688 w 4936122"/>
              <a:gd name="connsiteY3" fmla="*/ 907154 h 1020507"/>
              <a:gd name="connsiteX4" fmla="*/ 3313221 w 4936122"/>
              <a:gd name="connsiteY4" fmla="*/ 272154 h 1020507"/>
              <a:gd name="connsiteX5" fmla="*/ 3878372 w 4936122"/>
              <a:gd name="connsiteY5" fmla="*/ 170600 h 1020507"/>
              <a:gd name="connsiteX6" fmla="*/ 4308055 w 4936122"/>
              <a:gd name="connsiteY6" fmla="*/ 426134 h 1020507"/>
              <a:gd name="connsiteX7" fmla="*/ 4469277 w 4936122"/>
              <a:gd name="connsiteY7" fmla="*/ 621019 h 1020507"/>
              <a:gd name="connsiteX8" fmla="*/ 4621677 w 4936122"/>
              <a:gd name="connsiteY8" fmla="*/ 700921 h 1020507"/>
              <a:gd name="connsiteX9" fmla="*/ 4735977 w 4936122"/>
              <a:gd name="connsiteY9" fmla="*/ 671866 h 1020507"/>
              <a:gd name="connsiteX10" fmla="*/ 4746205 w 4936122"/>
              <a:gd name="connsiteY10" fmla="*/ 527827 h 1020507"/>
              <a:gd name="connsiteX11" fmla="*/ 4723278 w 4936122"/>
              <a:gd name="connsiteY11" fmla="*/ 388577 h 1020507"/>
              <a:gd name="connsiteX12" fmla="*/ 4634379 w 4936122"/>
              <a:gd name="connsiteY12" fmla="*/ 294146 h 1020507"/>
              <a:gd name="connsiteX13" fmla="*/ 4577229 w 4936122"/>
              <a:gd name="connsiteY13" fmla="*/ 32645 h 1020507"/>
              <a:gd name="connsiteX14" fmla="*/ 4919771 w 4936122"/>
              <a:gd name="connsiteY14" fmla="*/ 31383 h 1020507"/>
              <a:gd name="connsiteX15" fmla="*/ 4882029 w 4936122"/>
              <a:gd name="connsiteY15" fmla="*/ 315937 h 1020507"/>
              <a:gd name="connsiteX16" fmla="*/ 4818529 w 4936122"/>
              <a:gd name="connsiteY16" fmla="*/ 381311 h 1020507"/>
              <a:gd name="connsiteX17" fmla="*/ 4824878 w 4936122"/>
              <a:gd name="connsiteY17" fmla="*/ 657338 h 1020507"/>
              <a:gd name="connsiteX18" fmla="*/ 4748678 w 4936122"/>
              <a:gd name="connsiteY18" fmla="*/ 773561 h 1020507"/>
              <a:gd name="connsiteX19" fmla="*/ 4638255 w 4936122"/>
              <a:gd name="connsiteY19" fmla="*/ 795153 h 1020507"/>
              <a:gd name="connsiteX20" fmla="*/ 4424470 w 4936122"/>
              <a:gd name="connsiteY20" fmla="*/ 710392 h 1020507"/>
              <a:gd name="connsiteX21" fmla="*/ 4158128 w 4936122"/>
              <a:gd name="connsiteY21" fmla="*/ 395837 h 1020507"/>
              <a:gd name="connsiteX22" fmla="*/ 3920705 w 4936122"/>
              <a:gd name="connsiteY22" fmla="*/ 274606 h 1020507"/>
              <a:gd name="connsiteX23" fmla="*/ 3596855 w 4936122"/>
              <a:gd name="connsiteY23" fmla="*/ 255221 h 1020507"/>
              <a:gd name="connsiteX24" fmla="*/ 3414821 w 4936122"/>
              <a:gd name="connsiteY24" fmla="*/ 331421 h 1020507"/>
              <a:gd name="connsiteX25" fmla="*/ 3296288 w 4936122"/>
              <a:gd name="connsiteY25" fmla="*/ 449953 h 1020507"/>
              <a:gd name="connsiteX26" fmla="*/ 3084621 w 4936122"/>
              <a:gd name="connsiteY26" fmla="*/ 830953 h 1020507"/>
              <a:gd name="connsiteX27" fmla="*/ 2906821 w 4936122"/>
              <a:gd name="connsiteY27" fmla="*/ 983354 h 1020507"/>
              <a:gd name="connsiteX28" fmla="*/ 2542755 w 4936122"/>
              <a:gd name="connsiteY28" fmla="*/ 1017220 h 1020507"/>
              <a:gd name="connsiteX29" fmla="*/ 1856955 w 4936122"/>
              <a:gd name="connsiteY29" fmla="*/ 924087 h 1020507"/>
              <a:gd name="connsiteX30" fmla="*/ 1188088 w 4936122"/>
              <a:gd name="connsiteY30" fmla="*/ 712421 h 1020507"/>
              <a:gd name="connsiteX31" fmla="*/ 891755 w 4936122"/>
              <a:gd name="connsiteY31" fmla="*/ 441487 h 1020507"/>
              <a:gd name="connsiteX32" fmla="*/ 705488 w 4936122"/>
              <a:gd name="connsiteY32" fmla="*/ 314487 h 1020507"/>
              <a:gd name="connsiteX33" fmla="*/ 502288 w 4936122"/>
              <a:gd name="connsiteY33" fmla="*/ 263687 h 1020507"/>
              <a:gd name="connsiteX34" fmla="*/ 146687 w 4936122"/>
              <a:gd name="connsiteY34" fmla="*/ 221354 h 1020507"/>
              <a:gd name="connsiteX35" fmla="*/ 19688 w 4936122"/>
              <a:gd name="connsiteY35" fmla="*/ 221354 h 1020507"/>
              <a:gd name="connsiteX36" fmla="*/ 87421 w 4936122"/>
              <a:gd name="connsiteY36" fmla="*/ 128220 h 1020507"/>
              <a:gd name="connsiteX0" fmla="*/ 87421 w 4920152"/>
              <a:gd name="connsiteY0" fmla="*/ 132452 h 1024739"/>
              <a:gd name="connsiteX1" fmla="*/ 815555 w 4920152"/>
              <a:gd name="connsiteY1" fmla="*/ 276386 h 1024739"/>
              <a:gd name="connsiteX2" fmla="*/ 1416688 w 4920152"/>
              <a:gd name="connsiteY2" fmla="*/ 716652 h 1024739"/>
              <a:gd name="connsiteX3" fmla="*/ 2813688 w 4920152"/>
              <a:gd name="connsiteY3" fmla="*/ 911386 h 1024739"/>
              <a:gd name="connsiteX4" fmla="*/ 3313221 w 4920152"/>
              <a:gd name="connsiteY4" fmla="*/ 276386 h 1024739"/>
              <a:gd name="connsiteX5" fmla="*/ 3878372 w 4920152"/>
              <a:gd name="connsiteY5" fmla="*/ 174832 h 1024739"/>
              <a:gd name="connsiteX6" fmla="*/ 4308055 w 4920152"/>
              <a:gd name="connsiteY6" fmla="*/ 430366 h 1024739"/>
              <a:gd name="connsiteX7" fmla="*/ 4469277 w 4920152"/>
              <a:gd name="connsiteY7" fmla="*/ 625251 h 1024739"/>
              <a:gd name="connsiteX8" fmla="*/ 4621677 w 4920152"/>
              <a:gd name="connsiteY8" fmla="*/ 705153 h 1024739"/>
              <a:gd name="connsiteX9" fmla="*/ 4735977 w 4920152"/>
              <a:gd name="connsiteY9" fmla="*/ 676098 h 1024739"/>
              <a:gd name="connsiteX10" fmla="*/ 4746205 w 4920152"/>
              <a:gd name="connsiteY10" fmla="*/ 532059 h 1024739"/>
              <a:gd name="connsiteX11" fmla="*/ 4723278 w 4920152"/>
              <a:gd name="connsiteY11" fmla="*/ 392809 h 1024739"/>
              <a:gd name="connsiteX12" fmla="*/ 4634379 w 4920152"/>
              <a:gd name="connsiteY12" fmla="*/ 298378 h 1024739"/>
              <a:gd name="connsiteX13" fmla="*/ 4577229 w 4920152"/>
              <a:gd name="connsiteY13" fmla="*/ 36877 h 1024739"/>
              <a:gd name="connsiteX14" fmla="*/ 4900721 w 4920152"/>
              <a:gd name="connsiteY14" fmla="*/ 28351 h 1024739"/>
              <a:gd name="connsiteX15" fmla="*/ 4882029 w 4920152"/>
              <a:gd name="connsiteY15" fmla="*/ 320169 h 1024739"/>
              <a:gd name="connsiteX16" fmla="*/ 4818529 w 4920152"/>
              <a:gd name="connsiteY16" fmla="*/ 385543 h 1024739"/>
              <a:gd name="connsiteX17" fmla="*/ 4824878 w 4920152"/>
              <a:gd name="connsiteY17" fmla="*/ 661570 h 1024739"/>
              <a:gd name="connsiteX18" fmla="*/ 4748678 w 4920152"/>
              <a:gd name="connsiteY18" fmla="*/ 777793 h 1024739"/>
              <a:gd name="connsiteX19" fmla="*/ 4638255 w 4920152"/>
              <a:gd name="connsiteY19" fmla="*/ 799385 h 1024739"/>
              <a:gd name="connsiteX20" fmla="*/ 4424470 w 4920152"/>
              <a:gd name="connsiteY20" fmla="*/ 714624 h 1024739"/>
              <a:gd name="connsiteX21" fmla="*/ 4158128 w 4920152"/>
              <a:gd name="connsiteY21" fmla="*/ 400069 h 1024739"/>
              <a:gd name="connsiteX22" fmla="*/ 3920705 w 4920152"/>
              <a:gd name="connsiteY22" fmla="*/ 278838 h 1024739"/>
              <a:gd name="connsiteX23" fmla="*/ 3596855 w 4920152"/>
              <a:gd name="connsiteY23" fmla="*/ 259453 h 1024739"/>
              <a:gd name="connsiteX24" fmla="*/ 3414821 w 4920152"/>
              <a:gd name="connsiteY24" fmla="*/ 335653 h 1024739"/>
              <a:gd name="connsiteX25" fmla="*/ 3296288 w 4920152"/>
              <a:gd name="connsiteY25" fmla="*/ 454185 h 1024739"/>
              <a:gd name="connsiteX26" fmla="*/ 3084621 w 4920152"/>
              <a:gd name="connsiteY26" fmla="*/ 835185 h 1024739"/>
              <a:gd name="connsiteX27" fmla="*/ 2906821 w 4920152"/>
              <a:gd name="connsiteY27" fmla="*/ 987586 h 1024739"/>
              <a:gd name="connsiteX28" fmla="*/ 2542755 w 4920152"/>
              <a:gd name="connsiteY28" fmla="*/ 1021452 h 1024739"/>
              <a:gd name="connsiteX29" fmla="*/ 1856955 w 4920152"/>
              <a:gd name="connsiteY29" fmla="*/ 928319 h 1024739"/>
              <a:gd name="connsiteX30" fmla="*/ 1188088 w 4920152"/>
              <a:gd name="connsiteY30" fmla="*/ 716653 h 1024739"/>
              <a:gd name="connsiteX31" fmla="*/ 891755 w 4920152"/>
              <a:gd name="connsiteY31" fmla="*/ 445719 h 1024739"/>
              <a:gd name="connsiteX32" fmla="*/ 705488 w 4920152"/>
              <a:gd name="connsiteY32" fmla="*/ 318719 h 1024739"/>
              <a:gd name="connsiteX33" fmla="*/ 502288 w 4920152"/>
              <a:gd name="connsiteY33" fmla="*/ 267919 h 1024739"/>
              <a:gd name="connsiteX34" fmla="*/ 146687 w 4920152"/>
              <a:gd name="connsiteY34" fmla="*/ 225586 h 1024739"/>
              <a:gd name="connsiteX35" fmla="*/ 19688 w 4920152"/>
              <a:gd name="connsiteY35" fmla="*/ 225586 h 1024739"/>
              <a:gd name="connsiteX36" fmla="*/ 87421 w 4920152"/>
              <a:gd name="connsiteY36" fmla="*/ 132452 h 1024739"/>
              <a:gd name="connsiteX0" fmla="*/ 87421 w 4919231"/>
              <a:gd name="connsiteY0" fmla="*/ 144145 h 1036432"/>
              <a:gd name="connsiteX1" fmla="*/ 815555 w 4919231"/>
              <a:gd name="connsiteY1" fmla="*/ 288079 h 1036432"/>
              <a:gd name="connsiteX2" fmla="*/ 1416688 w 4919231"/>
              <a:gd name="connsiteY2" fmla="*/ 728345 h 1036432"/>
              <a:gd name="connsiteX3" fmla="*/ 2813688 w 4919231"/>
              <a:gd name="connsiteY3" fmla="*/ 923079 h 1036432"/>
              <a:gd name="connsiteX4" fmla="*/ 3313221 w 4919231"/>
              <a:gd name="connsiteY4" fmla="*/ 288079 h 1036432"/>
              <a:gd name="connsiteX5" fmla="*/ 3878372 w 4919231"/>
              <a:gd name="connsiteY5" fmla="*/ 186525 h 1036432"/>
              <a:gd name="connsiteX6" fmla="*/ 4308055 w 4919231"/>
              <a:gd name="connsiteY6" fmla="*/ 442059 h 1036432"/>
              <a:gd name="connsiteX7" fmla="*/ 4469277 w 4919231"/>
              <a:gd name="connsiteY7" fmla="*/ 636944 h 1036432"/>
              <a:gd name="connsiteX8" fmla="*/ 4621677 w 4919231"/>
              <a:gd name="connsiteY8" fmla="*/ 716846 h 1036432"/>
              <a:gd name="connsiteX9" fmla="*/ 4735977 w 4919231"/>
              <a:gd name="connsiteY9" fmla="*/ 687791 h 1036432"/>
              <a:gd name="connsiteX10" fmla="*/ 4746205 w 4919231"/>
              <a:gd name="connsiteY10" fmla="*/ 543752 h 1036432"/>
              <a:gd name="connsiteX11" fmla="*/ 4723278 w 4919231"/>
              <a:gd name="connsiteY11" fmla="*/ 404502 h 1036432"/>
              <a:gd name="connsiteX12" fmla="*/ 4634379 w 4919231"/>
              <a:gd name="connsiteY12" fmla="*/ 310071 h 1036432"/>
              <a:gd name="connsiteX13" fmla="*/ 4589929 w 4919231"/>
              <a:gd name="connsiteY13" fmla="*/ 26779 h 1036432"/>
              <a:gd name="connsiteX14" fmla="*/ 4900721 w 4919231"/>
              <a:gd name="connsiteY14" fmla="*/ 40044 h 1036432"/>
              <a:gd name="connsiteX15" fmla="*/ 4882029 w 4919231"/>
              <a:gd name="connsiteY15" fmla="*/ 331862 h 1036432"/>
              <a:gd name="connsiteX16" fmla="*/ 4818529 w 4919231"/>
              <a:gd name="connsiteY16" fmla="*/ 397236 h 1036432"/>
              <a:gd name="connsiteX17" fmla="*/ 4824878 w 4919231"/>
              <a:gd name="connsiteY17" fmla="*/ 673263 h 1036432"/>
              <a:gd name="connsiteX18" fmla="*/ 4748678 w 4919231"/>
              <a:gd name="connsiteY18" fmla="*/ 789486 h 1036432"/>
              <a:gd name="connsiteX19" fmla="*/ 4638255 w 4919231"/>
              <a:gd name="connsiteY19" fmla="*/ 811078 h 1036432"/>
              <a:gd name="connsiteX20" fmla="*/ 4424470 w 4919231"/>
              <a:gd name="connsiteY20" fmla="*/ 726317 h 1036432"/>
              <a:gd name="connsiteX21" fmla="*/ 4158128 w 4919231"/>
              <a:gd name="connsiteY21" fmla="*/ 411762 h 1036432"/>
              <a:gd name="connsiteX22" fmla="*/ 3920705 w 4919231"/>
              <a:gd name="connsiteY22" fmla="*/ 290531 h 1036432"/>
              <a:gd name="connsiteX23" fmla="*/ 3596855 w 4919231"/>
              <a:gd name="connsiteY23" fmla="*/ 271146 h 1036432"/>
              <a:gd name="connsiteX24" fmla="*/ 3414821 w 4919231"/>
              <a:gd name="connsiteY24" fmla="*/ 347346 h 1036432"/>
              <a:gd name="connsiteX25" fmla="*/ 3296288 w 4919231"/>
              <a:gd name="connsiteY25" fmla="*/ 465878 h 1036432"/>
              <a:gd name="connsiteX26" fmla="*/ 3084621 w 4919231"/>
              <a:gd name="connsiteY26" fmla="*/ 846878 h 1036432"/>
              <a:gd name="connsiteX27" fmla="*/ 2906821 w 4919231"/>
              <a:gd name="connsiteY27" fmla="*/ 999279 h 1036432"/>
              <a:gd name="connsiteX28" fmla="*/ 2542755 w 4919231"/>
              <a:gd name="connsiteY28" fmla="*/ 1033145 h 1036432"/>
              <a:gd name="connsiteX29" fmla="*/ 1856955 w 4919231"/>
              <a:gd name="connsiteY29" fmla="*/ 940012 h 1036432"/>
              <a:gd name="connsiteX30" fmla="*/ 1188088 w 4919231"/>
              <a:gd name="connsiteY30" fmla="*/ 728346 h 1036432"/>
              <a:gd name="connsiteX31" fmla="*/ 891755 w 4919231"/>
              <a:gd name="connsiteY31" fmla="*/ 457412 h 1036432"/>
              <a:gd name="connsiteX32" fmla="*/ 705488 w 4919231"/>
              <a:gd name="connsiteY32" fmla="*/ 330412 h 1036432"/>
              <a:gd name="connsiteX33" fmla="*/ 502288 w 4919231"/>
              <a:gd name="connsiteY33" fmla="*/ 279612 h 1036432"/>
              <a:gd name="connsiteX34" fmla="*/ 146687 w 4919231"/>
              <a:gd name="connsiteY34" fmla="*/ 237279 h 1036432"/>
              <a:gd name="connsiteX35" fmla="*/ 19688 w 4919231"/>
              <a:gd name="connsiteY35" fmla="*/ 237279 h 1036432"/>
              <a:gd name="connsiteX36" fmla="*/ 87421 w 4919231"/>
              <a:gd name="connsiteY36" fmla="*/ 144145 h 1036432"/>
              <a:gd name="connsiteX0" fmla="*/ 87421 w 4918311"/>
              <a:gd name="connsiteY0" fmla="*/ 135969 h 1028256"/>
              <a:gd name="connsiteX1" fmla="*/ 815555 w 4918311"/>
              <a:gd name="connsiteY1" fmla="*/ 279903 h 1028256"/>
              <a:gd name="connsiteX2" fmla="*/ 1416688 w 4918311"/>
              <a:gd name="connsiteY2" fmla="*/ 720169 h 1028256"/>
              <a:gd name="connsiteX3" fmla="*/ 2813688 w 4918311"/>
              <a:gd name="connsiteY3" fmla="*/ 914903 h 1028256"/>
              <a:gd name="connsiteX4" fmla="*/ 3313221 w 4918311"/>
              <a:gd name="connsiteY4" fmla="*/ 279903 h 1028256"/>
              <a:gd name="connsiteX5" fmla="*/ 3878372 w 4918311"/>
              <a:gd name="connsiteY5" fmla="*/ 178349 h 1028256"/>
              <a:gd name="connsiteX6" fmla="*/ 4308055 w 4918311"/>
              <a:gd name="connsiteY6" fmla="*/ 433883 h 1028256"/>
              <a:gd name="connsiteX7" fmla="*/ 4469277 w 4918311"/>
              <a:gd name="connsiteY7" fmla="*/ 628768 h 1028256"/>
              <a:gd name="connsiteX8" fmla="*/ 4621677 w 4918311"/>
              <a:gd name="connsiteY8" fmla="*/ 708670 h 1028256"/>
              <a:gd name="connsiteX9" fmla="*/ 4735977 w 4918311"/>
              <a:gd name="connsiteY9" fmla="*/ 679615 h 1028256"/>
              <a:gd name="connsiteX10" fmla="*/ 4746205 w 4918311"/>
              <a:gd name="connsiteY10" fmla="*/ 535576 h 1028256"/>
              <a:gd name="connsiteX11" fmla="*/ 4723278 w 4918311"/>
              <a:gd name="connsiteY11" fmla="*/ 396326 h 1028256"/>
              <a:gd name="connsiteX12" fmla="*/ 4634379 w 4918311"/>
              <a:gd name="connsiteY12" fmla="*/ 301895 h 1028256"/>
              <a:gd name="connsiteX13" fmla="*/ 4602629 w 4918311"/>
              <a:gd name="connsiteY13" fmla="*/ 33131 h 1028256"/>
              <a:gd name="connsiteX14" fmla="*/ 4900721 w 4918311"/>
              <a:gd name="connsiteY14" fmla="*/ 31868 h 1028256"/>
              <a:gd name="connsiteX15" fmla="*/ 4882029 w 4918311"/>
              <a:gd name="connsiteY15" fmla="*/ 323686 h 1028256"/>
              <a:gd name="connsiteX16" fmla="*/ 4818529 w 4918311"/>
              <a:gd name="connsiteY16" fmla="*/ 389060 h 1028256"/>
              <a:gd name="connsiteX17" fmla="*/ 4824878 w 4918311"/>
              <a:gd name="connsiteY17" fmla="*/ 665087 h 1028256"/>
              <a:gd name="connsiteX18" fmla="*/ 4748678 w 4918311"/>
              <a:gd name="connsiteY18" fmla="*/ 781310 h 1028256"/>
              <a:gd name="connsiteX19" fmla="*/ 4638255 w 4918311"/>
              <a:gd name="connsiteY19" fmla="*/ 802902 h 1028256"/>
              <a:gd name="connsiteX20" fmla="*/ 4424470 w 4918311"/>
              <a:gd name="connsiteY20" fmla="*/ 718141 h 1028256"/>
              <a:gd name="connsiteX21" fmla="*/ 4158128 w 4918311"/>
              <a:gd name="connsiteY21" fmla="*/ 403586 h 1028256"/>
              <a:gd name="connsiteX22" fmla="*/ 3920705 w 4918311"/>
              <a:gd name="connsiteY22" fmla="*/ 282355 h 1028256"/>
              <a:gd name="connsiteX23" fmla="*/ 3596855 w 4918311"/>
              <a:gd name="connsiteY23" fmla="*/ 262970 h 1028256"/>
              <a:gd name="connsiteX24" fmla="*/ 3414821 w 4918311"/>
              <a:gd name="connsiteY24" fmla="*/ 339170 h 1028256"/>
              <a:gd name="connsiteX25" fmla="*/ 3296288 w 4918311"/>
              <a:gd name="connsiteY25" fmla="*/ 457702 h 1028256"/>
              <a:gd name="connsiteX26" fmla="*/ 3084621 w 4918311"/>
              <a:gd name="connsiteY26" fmla="*/ 838702 h 1028256"/>
              <a:gd name="connsiteX27" fmla="*/ 2906821 w 4918311"/>
              <a:gd name="connsiteY27" fmla="*/ 991103 h 1028256"/>
              <a:gd name="connsiteX28" fmla="*/ 2542755 w 4918311"/>
              <a:gd name="connsiteY28" fmla="*/ 1024969 h 1028256"/>
              <a:gd name="connsiteX29" fmla="*/ 1856955 w 4918311"/>
              <a:gd name="connsiteY29" fmla="*/ 931836 h 1028256"/>
              <a:gd name="connsiteX30" fmla="*/ 1188088 w 4918311"/>
              <a:gd name="connsiteY30" fmla="*/ 720170 h 1028256"/>
              <a:gd name="connsiteX31" fmla="*/ 891755 w 4918311"/>
              <a:gd name="connsiteY31" fmla="*/ 449236 h 1028256"/>
              <a:gd name="connsiteX32" fmla="*/ 705488 w 4918311"/>
              <a:gd name="connsiteY32" fmla="*/ 322236 h 1028256"/>
              <a:gd name="connsiteX33" fmla="*/ 502288 w 4918311"/>
              <a:gd name="connsiteY33" fmla="*/ 271436 h 1028256"/>
              <a:gd name="connsiteX34" fmla="*/ 146687 w 4918311"/>
              <a:gd name="connsiteY34" fmla="*/ 229103 h 1028256"/>
              <a:gd name="connsiteX35" fmla="*/ 19688 w 4918311"/>
              <a:gd name="connsiteY35" fmla="*/ 229103 h 1028256"/>
              <a:gd name="connsiteX36" fmla="*/ 87421 w 4918311"/>
              <a:gd name="connsiteY36" fmla="*/ 135969 h 1028256"/>
              <a:gd name="connsiteX0" fmla="*/ 87421 w 4907942"/>
              <a:gd name="connsiteY0" fmla="*/ 130799 h 1023086"/>
              <a:gd name="connsiteX1" fmla="*/ 815555 w 4907942"/>
              <a:gd name="connsiteY1" fmla="*/ 274733 h 1023086"/>
              <a:gd name="connsiteX2" fmla="*/ 1416688 w 4907942"/>
              <a:gd name="connsiteY2" fmla="*/ 714999 h 1023086"/>
              <a:gd name="connsiteX3" fmla="*/ 2813688 w 4907942"/>
              <a:gd name="connsiteY3" fmla="*/ 909733 h 1023086"/>
              <a:gd name="connsiteX4" fmla="*/ 3313221 w 4907942"/>
              <a:gd name="connsiteY4" fmla="*/ 274733 h 1023086"/>
              <a:gd name="connsiteX5" fmla="*/ 3878372 w 4907942"/>
              <a:gd name="connsiteY5" fmla="*/ 173179 h 1023086"/>
              <a:gd name="connsiteX6" fmla="*/ 4308055 w 4907942"/>
              <a:gd name="connsiteY6" fmla="*/ 428713 h 1023086"/>
              <a:gd name="connsiteX7" fmla="*/ 4469277 w 4907942"/>
              <a:gd name="connsiteY7" fmla="*/ 623598 h 1023086"/>
              <a:gd name="connsiteX8" fmla="*/ 4621677 w 4907942"/>
              <a:gd name="connsiteY8" fmla="*/ 703500 h 1023086"/>
              <a:gd name="connsiteX9" fmla="*/ 4735977 w 4907942"/>
              <a:gd name="connsiteY9" fmla="*/ 674445 h 1023086"/>
              <a:gd name="connsiteX10" fmla="*/ 4746205 w 4907942"/>
              <a:gd name="connsiteY10" fmla="*/ 530406 h 1023086"/>
              <a:gd name="connsiteX11" fmla="*/ 4723278 w 4907942"/>
              <a:gd name="connsiteY11" fmla="*/ 391156 h 1023086"/>
              <a:gd name="connsiteX12" fmla="*/ 4634379 w 4907942"/>
              <a:gd name="connsiteY12" fmla="*/ 296725 h 1023086"/>
              <a:gd name="connsiteX13" fmla="*/ 4602629 w 4907942"/>
              <a:gd name="connsiteY13" fmla="*/ 27961 h 1023086"/>
              <a:gd name="connsiteX14" fmla="*/ 4748678 w 4907942"/>
              <a:gd name="connsiteY14" fmla="*/ 13436 h 1023086"/>
              <a:gd name="connsiteX15" fmla="*/ 4900721 w 4907942"/>
              <a:gd name="connsiteY15" fmla="*/ 26698 h 1023086"/>
              <a:gd name="connsiteX16" fmla="*/ 4882029 w 4907942"/>
              <a:gd name="connsiteY16" fmla="*/ 318516 h 1023086"/>
              <a:gd name="connsiteX17" fmla="*/ 4818529 w 4907942"/>
              <a:gd name="connsiteY17" fmla="*/ 383890 h 1023086"/>
              <a:gd name="connsiteX18" fmla="*/ 4824878 w 4907942"/>
              <a:gd name="connsiteY18" fmla="*/ 659917 h 1023086"/>
              <a:gd name="connsiteX19" fmla="*/ 4748678 w 4907942"/>
              <a:gd name="connsiteY19" fmla="*/ 776140 h 1023086"/>
              <a:gd name="connsiteX20" fmla="*/ 4638255 w 4907942"/>
              <a:gd name="connsiteY20" fmla="*/ 797732 h 1023086"/>
              <a:gd name="connsiteX21" fmla="*/ 4424470 w 4907942"/>
              <a:gd name="connsiteY21" fmla="*/ 712971 h 1023086"/>
              <a:gd name="connsiteX22" fmla="*/ 4158128 w 4907942"/>
              <a:gd name="connsiteY22" fmla="*/ 398416 h 1023086"/>
              <a:gd name="connsiteX23" fmla="*/ 3920705 w 4907942"/>
              <a:gd name="connsiteY23" fmla="*/ 277185 h 1023086"/>
              <a:gd name="connsiteX24" fmla="*/ 3596855 w 4907942"/>
              <a:gd name="connsiteY24" fmla="*/ 257800 h 1023086"/>
              <a:gd name="connsiteX25" fmla="*/ 3414821 w 4907942"/>
              <a:gd name="connsiteY25" fmla="*/ 334000 h 1023086"/>
              <a:gd name="connsiteX26" fmla="*/ 3296288 w 4907942"/>
              <a:gd name="connsiteY26" fmla="*/ 452532 h 1023086"/>
              <a:gd name="connsiteX27" fmla="*/ 3084621 w 4907942"/>
              <a:gd name="connsiteY27" fmla="*/ 833532 h 1023086"/>
              <a:gd name="connsiteX28" fmla="*/ 2906821 w 4907942"/>
              <a:gd name="connsiteY28" fmla="*/ 985933 h 1023086"/>
              <a:gd name="connsiteX29" fmla="*/ 2542755 w 4907942"/>
              <a:gd name="connsiteY29" fmla="*/ 1019799 h 1023086"/>
              <a:gd name="connsiteX30" fmla="*/ 1856955 w 4907942"/>
              <a:gd name="connsiteY30" fmla="*/ 926666 h 1023086"/>
              <a:gd name="connsiteX31" fmla="*/ 1188088 w 4907942"/>
              <a:gd name="connsiteY31" fmla="*/ 715000 h 1023086"/>
              <a:gd name="connsiteX32" fmla="*/ 891755 w 4907942"/>
              <a:gd name="connsiteY32" fmla="*/ 444066 h 1023086"/>
              <a:gd name="connsiteX33" fmla="*/ 705488 w 4907942"/>
              <a:gd name="connsiteY33" fmla="*/ 317066 h 1023086"/>
              <a:gd name="connsiteX34" fmla="*/ 502288 w 4907942"/>
              <a:gd name="connsiteY34" fmla="*/ 266266 h 1023086"/>
              <a:gd name="connsiteX35" fmla="*/ 146687 w 4907942"/>
              <a:gd name="connsiteY35" fmla="*/ 223933 h 1023086"/>
              <a:gd name="connsiteX36" fmla="*/ 19688 w 4907942"/>
              <a:gd name="connsiteY36" fmla="*/ 223933 h 1023086"/>
              <a:gd name="connsiteX37" fmla="*/ 87421 w 4907942"/>
              <a:gd name="connsiteY37" fmla="*/ 130799 h 1023086"/>
              <a:gd name="connsiteX0" fmla="*/ 87421 w 4907942"/>
              <a:gd name="connsiteY0" fmla="*/ 130799 h 1023086"/>
              <a:gd name="connsiteX1" fmla="*/ 815555 w 4907942"/>
              <a:gd name="connsiteY1" fmla="*/ 274733 h 1023086"/>
              <a:gd name="connsiteX2" fmla="*/ 1416688 w 4907942"/>
              <a:gd name="connsiteY2" fmla="*/ 714999 h 1023086"/>
              <a:gd name="connsiteX3" fmla="*/ 2813688 w 4907942"/>
              <a:gd name="connsiteY3" fmla="*/ 909733 h 1023086"/>
              <a:gd name="connsiteX4" fmla="*/ 3313221 w 4907942"/>
              <a:gd name="connsiteY4" fmla="*/ 274733 h 1023086"/>
              <a:gd name="connsiteX5" fmla="*/ 3878372 w 4907942"/>
              <a:gd name="connsiteY5" fmla="*/ 173179 h 1023086"/>
              <a:gd name="connsiteX6" fmla="*/ 4308055 w 4907942"/>
              <a:gd name="connsiteY6" fmla="*/ 428713 h 1023086"/>
              <a:gd name="connsiteX7" fmla="*/ 4469277 w 4907942"/>
              <a:gd name="connsiteY7" fmla="*/ 623598 h 1023086"/>
              <a:gd name="connsiteX8" fmla="*/ 4621677 w 4907942"/>
              <a:gd name="connsiteY8" fmla="*/ 703500 h 1023086"/>
              <a:gd name="connsiteX9" fmla="*/ 4735977 w 4907942"/>
              <a:gd name="connsiteY9" fmla="*/ 674445 h 1023086"/>
              <a:gd name="connsiteX10" fmla="*/ 4746205 w 4907942"/>
              <a:gd name="connsiteY10" fmla="*/ 530406 h 1023086"/>
              <a:gd name="connsiteX11" fmla="*/ 4735978 w 4907942"/>
              <a:gd name="connsiteY11" fmla="*/ 391156 h 1023086"/>
              <a:gd name="connsiteX12" fmla="*/ 4634379 w 4907942"/>
              <a:gd name="connsiteY12" fmla="*/ 296725 h 1023086"/>
              <a:gd name="connsiteX13" fmla="*/ 4602629 w 4907942"/>
              <a:gd name="connsiteY13" fmla="*/ 27961 h 1023086"/>
              <a:gd name="connsiteX14" fmla="*/ 4748678 w 4907942"/>
              <a:gd name="connsiteY14" fmla="*/ 13436 h 1023086"/>
              <a:gd name="connsiteX15" fmla="*/ 4900721 w 4907942"/>
              <a:gd name="connsiteY15" fmla="*/ 26698 h 1023086"/>
              <a:gd name="connsiteX16" fmla="*/ 4882029 w 4907942"/>
              <a:gd name="connsiteY16" fmla="*/ 318516 h 1023086"/>
              <a:gd name="connsiteX17" fmla="*/ 4818529 w 4907942"/>
              <a:gd name="connsiteY17" fmla="*/ 383890 h 1023086"/>
              <a:gd name="connsiteX18" fmla="*/ 4824878 w 4907942"/>
              <a:gd name="connsiteY18" fmla="*/ 659917 h 1023086"/>
              <a:gd name="connsiteX19" fmla="*/ 4748678 w 4907942"/>
              <a:gd name="connsiteY19" fmla="*/ 776140 h 1023086"/>
              <a:gd name="connsiteX20" fmla="*/ 4638255 w 4907942"/>
              <a:gd name="connsiteY20" fmla="*/ 797732 h 1023086"/>
              <a:gd name="connsiteX21" fmla="*/ 4424470 w 4907942"/>
              <a:gd name="connsiteY21" fmla="*/ 712971 h 1023086"/>
              <a:gd name="connsiteX22" fmla="*/ 4158128 w 4907942"/>
              <a:gd name="connsiteY22" fmla="*/ 398416 h 1023086"/>
              <a:gd name="connsiteX23" fmla="*/ 3920705 w 4907942"/>
              <a:gd name="connsiteY23" fmla="*/ 277185 h 1023086"/>
              <a:gd name="connsiteX24" fmla="*/ 3596855 w 4907942"/>
              <a:gd name="connsiteY24" fmla="*/ 257800 h 1023086"/>
              <a:gd name="connsiteX25" fmla="*/ 3414821 w 4907942"/>
              <a:gd name="connsiteY25" fmla="*/ 334000 h 1023086"/>
              <a:gd name="connsiteX26" fmla="*/ 3296288 w 4907942"/>
              <a:gd name="connsiteY26" fmla="*/ 452532 h 1023086"/>
              <a:gd name="connsiteX27" fmla="*/ 3084621 w 4907942"/>
              <a:gd name="connsiteY27" fmla="*/ 833532 h 1023086"/>
              <a:gd name="connsiteX28" fmla="*/ 2906821 w 4907942"/>
              <a:gd name="connsiteY28" fmla="*/ 985933 h 1023086"/>
              <a:gd name="connsiteX29" fmla="*/ 2542755 w 4907942"/>
              <a:gd name="connsiteY29" fmla="*/ 1019799 h 1023086"/>
              <a:gd name="connsiteX30" fmla="*/ 1856955 w 4907942"/>
              <a:gd name="connsiteY30" fmla="*/ 926666 h 1023086"/>
              <a:gd name="connsiteX31" fmla="*/ 1188088 w 4907942"/>
              <a:gd name="connsiteY31" fmla="*/ 715000 h 1023086"/>
              <a:gd name="connsiteX32" fmla="*/ 891755 w 4907942"/>
              <a:gd name="connsiteY32" fmla="*/ 444066 h 1023086"/>
              <a:gd name="connsiteX33" fmla="*/ 705488 w 4907942"/>
              <a:gd name="connsiteY33" fmla="*/ 317066 h 1023086"/>
              <a:gd name="connsiteX34" fmla="*/ 502288 w 4907942"/>
              <a:gd name="connsiteY34" fmla="*/ 266266 h 1023086"/>
              <a:gd name="connsiteX35" fmla="*/ 146687 w 4907942"/>
              <a:gd name="connsiteY35" fmla="*/ 223933 h 1023086"/>
              <a:gd name="connsiteX36" fmla="*/ 19688 w 4907942"/>
              <a:gd name="connsiteY36" fmla="*/ 223933 h 1023086"/>
              <a:gd name="connsiteX37" fmla="*/ 87421 w 4907942"/>
              <a:gd name="connsiteY37" fmla="*/ 130799 h 1023086"/>
              <a:gd name="connsiteX0" fmla="*/ 87421 w 4904925"/>
              <a:gd name="connsiteY0" fmla="*/ 130799 h 1023086"/>
              <a:gd name="connsiteX1" fmla="*/ 815555 w 4904925"/>
              <a:gd name="connsiteY1" fmla="*/ 274733 h 1023086"/>
              <a:gd name="connsiteX2" fmla="*/ 1416688 w 4904925"/>
              <a:gd name="connsiteY2" fmla="*/ 714999 h 1023086"/>
              <a:gd name="connsiteX3" fmla="*/ 2813688 w 4904925"/>
              <a:gd name="connsiteY3" fmla="*/ 909733 h 1023086"/>
              <a:gd name="connsiteX4" fmla="*/ 3313221 w 4904925"/>
              <a:gd name="connsiteY4" fmla="*/ 274733 h 1023086"/>
              <a:gd name="connsiteX5" fmla="*/ 3878372 w 4904925"/>
              <a:gd name="connsiteY5" fmla="*/ 173179 h 1023086"/>
              <a:gd name="connsiteX6" fmla="*/ 4308055 w 4904925"/>
              <a:gd name="connsiteY6" fmla="*/ 428713 h 1023086"/>
              <a:gd name="connsiteX7" fmla="*/ 4469277 w 4904925"/>
              <a:gd name="connsiteY7" fmla="*/ 623598 h 1023086"/>
              <a:gd name="connsiteX8" fmla="*/ 4621677 w 4904925"/>
              <a:gd name="connsiteY8" fmla="*/ 703500 h 1023086"/>
              <a:gd name="connsiteX9" fmla="*/ 4735977 w 4904925"/>
              <a:gd name="connsiteY9" fmla="*/ 674445 h 1023086"/>
              <a:gd name="connsiteX10" fmla="*/ 4746205 w 4904925"/>
              <a:gd name="connsiteY10" fmla="*/ 530406 h 1023086"/>
              <a:gd name="connsiteX11" fmla="*/ 4735978 w 4904925"/>
              <a:gd name="connsiteY11" fmla="*/ 391156 h 1023086"/>
              <a:gd name="connsiteX12" fmla="*/ 4634379 w 4904925"/>
              <a:gd name="connsiteY12" fmla="*/ 296725 h 1023086"/>
              <a:gd name="connsiteX13" fmla="*/ 4602629 w 4904925"/>
              <a:gd name="connsiteY13" fmla="*/ 27961 h 1023086"/>
              <a:gd name="connsiteX14" fmla="*/ 4748678 w 4904925"/>
              <a:gd name="connsiteY14" fmla="*/ 13436 h 1023086"/>
              <a:gd name="connsiteX15" fmla="*/ 4900721 w 4904925"/>
              <a:gd name="connsiteY15" fmla="*/ 26698 h 1023086"/>
              <a:gd name="connsiteX16" fmla="*/ 4862979 w 4904925"/>
              <a:gd name="connsiteY16" fmla="*/ 318516 h 1023086"/>
              <a:gd name="connsiteX17" fmla="*/ 4818529 w 4904925"/>
              <a:gd name="connsiteY17" fmla="*/ 383890 h 1023086"/>
              <a:gd name="connsiteX18" fmla="*/ 4824878 w 4904925"/>
              <a:gd name="connsiteY18" fmla="*/ 659917 h 1023086"/>
              <a:gd name="connsiteX19" fmla="*/ 4748678 w 4904925"/>
              <a:gd name="connsiteY19" fmla="*/ 776140 h 1023086"/>
              <a:gd name="connsiteX20" fmla="*/ 4638255 w 4904925"/>
              <a:gd name="connsiteY20" fmla="*/ 797732 h 1023086"/>
              <a:gd name="connsiteX21" fmla="*/ 4424470 w 4904925"/>
              <a:gd name="connsiteY21" fmla="*/ 712971 h 1023086"/>
              <a:gd name="connsiteX22" fmla="*/ 4158128 w 4904925"/>
              <a:gd name="connsiteY22" fmla="*/ 398416 h 1023086"/>
              <a:gd name="connsiteX23" fmla="*/ 3920705 w 4904925"/>
              <a:gd name="connsiteY23" fmla="*/ 277185 h 1023086"/>
              <a:gd name="connsiteX24" fmla="*/ 3596855 w 4904925"/>
              <a:gd name="connsiteY24" fmla="*/ 257800 h 1023086"/>
              <a:gd name="connsiteX25" fmla="*/ 3414821 w 4904925"/>
              <a:gd name="connsiteY25" fmla="*/ 334000 h 1023086"/>
              <a:gd name="connsiteX26" fmla="*/ 3296288 w 4904925"/>
              <a:gd name="connsiteY26" fmla="*/ 452532 h 1023086"/>
              <a:gd name="connsiteX27" fmla="*/ 3084621 w 4904925"/>
              <a:gd name="connsiteY27" fmla="*/ 833532 h 1023086"/>
              <a:gd name="connsiteX28" fmla="*/ 2906821 w 4904925"/>
              <a:gd name="connsiteY28" fmla="*/ 985933 h 1023086"/>
              <a:gd name="connsiteX29" fmla="*/ 2542755 w 4904925"/>
              <a:gd name="connsiteY29" fmla="*/ 1019799 h 1023086"/>
              <a:gd name="connsiteX30" fmla="*/ 1856955 w 4904925"/>
              <a:gd name="connsiteY30" fmla="*/ 926666 h 1023086"/>
              <a:gd name="connsiteX31" fmla="*/ 1188088 w 4904925"/>
              <a:gd name="connsiteY31" fmla="*/ 715000 h 1023086"/>
              <a:gd name="connsiteX32" fmla="*/ 891755 w 4904925"/>
              <a:gd name="connsiteY32" fmla="*/ 444066 h 1023086"/>
              <a:gd name="connsiteX33" fmla="*/ 705488 w 4904925"/>
              <a:gd name="connsiteY33" fmla="*/ 317066 h 1023086"/>
              <a:gd name="connsiteX34" fmla="*/ 502288 w 4904925"/>
              <a:gd name="connsiteY34" fmla="*/ 266266 h 1023086"/>
              <a:gd name="connsiteX35" fmla="*/ 146687 w 4904925"/>
              <a:gd name="connsiteY35" fmla="*/ 223933 h 1023086"/>
              <a:gd name="connsiteX36" fmla="*/ 19688 w 4904925"/>
              <a:gd name="connsiteY36" fmla="*/ 223933 h 1023086"/>
              <a:gd name="connsiteX37" fmla="*/ 87421 w 4904925"/>
              <a:gd name="connsiteY37" fmla="*/ 130799 h 1023086"/>
              <a:gd name="connsiteX0" fmla="*/ 87421 w 4904925"/>
              <a:gd name="connsiteY0" fmla="*/ 130799 h 1023086"/>
              <a:gd name="connsiteX1" fmla="*/ 815555 w 4904925"/>
              <a:gd name="connsiteY1" fmla="*/ 274733 h 1023086"/>
              <a:gd name="connsiteX2" fmla="*/ 1416688 w 4904925"/>
              <a:gd name="connsiteY2" fmla="*/ 714999 h 1023086"/>
              <a:gd name="connsiteX3" fmla="*/ 2813688 w 4904925"/>
              <a:gd name="connsiteY3" fmla="*/ 909733 h 1023086"/>
              <a:gd name="connsiteX4" fmla="*/ 3313221 w 4904925"/>
              <a:gd name="connsiteY4" fmla="*/ 274733 h 1023086"/>
              <a:gd name="connsiteX5" fmla="*/ 3878372 w 4904925"/>
              <a:gd name="connsiteY5" fmla="*/ 173179 h 1023086"/>
              <a:gd name="connsiteX6" fmla="*/ 4308055 w 4904925"/>
              <a:gd name="connsiteY6" fmla="*/ 428713 h 1023086"/>
              <a:gd name="connsiteX7" fmla="*/ 4469277 w 4904925"/>
              <a:gd name="connsiteY7" fmla="*/ 623598 h 1023086"/>
              <a:gd name="connsiteX8" fmla="*/ 4621677 w 4904925"/>
              <a:gd name="connsiteY8" fmla="*/ 703500 h 1023086"/>
              <a:gd name="connsiteX9" fmla="*/ 4735977 w 4904925"/>
              <a:gd name="connsiteY9" fmla="*/ 674445 h 1023086"/>
              <a:gd name="connsiteX10" fmla="*/ 4746205 w 4904925"/>
              <a:gd name="connsiteY10" fmla="*/ 530406 h 1023086"/>
              <a:gd name="connsiteX11" fmla="*/ 4735978 w 4904925"/>
              <a:gd name="connsiteY11" fmla="*/ 391156 h 1023086"/>
              <a:gd name="connsiteX12" fmla="*/ 4634379 w 4904925"/>
              <a:gd name="connsiteY12" fmla="*/ 296725 h 1023086"/>
              <a:gd name="connsiteX13" fmla="*/ 4621679 w 4904925"/>
              <a:gd name="connsiteY13" fmla="*/ 195031 h 1023086"/>
              <a:gd name="connsiteX14" fmla="*/ 4602629 w 4904925"/>
              <a:gd name="connsiteY14" fmla="*/ 27961 h 1023086"/>
              <a:gd name="connsiteX15" fmla="*/ 4748678 w 4904925"/>
              <a:gd name="connsiteY15" fmla="*/ 13436 h 1023086"/>
              <a:gd name="connsiteX16" fmla="*/ 4900721 w 4904925"/>
              <a:gd name="connsiteY16" fmla="*/ 26698 h 1023086"/>
              <a:gd name="connsiteX17" fmla="*/ 4862979 w 4904925"/>
              <a:gd name="connsiteY17" fmla="*/ 318516 h 1023086"/>
              <a:gd name="connsiteX18" fmla="*/ 4818529 w 4904925"/>
              <a:gd name="connsiteY18" fmla="*/ 383890 h 1023086"/>
              <a:gd name="connsiteX19" fmla="*/ 4824878 w 4904925"/>
              <a:gd name="connsiteY19" fmla="*/ 659917 h 1023086"/>
              <a:gd name="connsiteX20" fmla="*/ 4748678 w 4904925"/>
              <a:gd name="connsiteY20" fmla="*/ 776140 h 1023086"/>
              <a:gd name="connsiteX21" fmla="*/ 4638255 w 4904925"/>
              <a:gd name="connsiteY21" fmla="*/ 797732 h 1023086"/>
              <a:gd name="connsiteX22" fmla="*/ 4424470 w 4904925"/>
              <a:gd name="connsiteY22" fmla="*/ 712971 h 1023086"/>
              <a:gd name="connsiteX23" fmla="*/ 4158128 w 4904925"/>
              <a:gd name="connsiteY23" fmla="*/ 398416 h 1023086"/>
              <a:gd name="connsiteX24" fmla="*/ 3920705 w 4904925"/>
              <a:gd name="connsiteY24" fmla="*/ 277185 h 1023086"/>
              <a:gd name="connsiteX25" fmla="*/ 3596855 w 4904925"/>
              <a:gd name="connsiteY25" fmla="*/ 257800 h 1023086"/>
              <a:gd name="connsiteX26" fmla="*/ 3414821 w 4904925"/>
              <a:gd name="connsiteY26" fmla="*/ 334000 h 1023086"/>
              <a:gd name="connsiteX27" fmla="*/ 3296288 w 4904925"/>
              <a:gd name="connsiteY27" fmla="*/ 452532 h 1023086"/>
              <a:gd name="connsiteX28" fmla="*/ 3084621 w 4904925"/>
              <a:gd name="connsiteY28" fmla="*/ 833532 h 1023086"/>
              <a:gd name="connsiteX29" fmla="*/ 2906821 w 4904925"/>
              <a:gd name="connsiteY29" fmla="*/ 985933 h 1023086"/>
              <a:gd name="connsiteX30" fmla="*/ 2542755 w 4904925"/>
              <a:gd name="connsiteY30" fmla="*/ 1019799 h 1023086"/>
              <a:gd name="connsiteX31" fmla="*/ 1856955 w 4904925"/>
              <a:gd name="connsiteY31" fmla="*/ 926666 h 1023086"/>
              <a:gd name="connsiteX32" fmla="*/ 1188088 w 4904925"/>
              <a:gd name="connsiteY32" fmla="*/ 715000 h 1023086"/>
              <a:gd name="connsiteX33" fmla="*/ 891755 w 4904925"/>
              <a:gd name="connsiteY33" fmla="*/ 444066 h 1023086"/>
              <a:gd name="connsiteX34" fmla="*/ 705488 w 4904925"/>
              <a:gd name="connsiteY34" fmla="*/ 317066 h 1023086"/>
              <a:gd name="connsiteX35" fmla="*/ 502288 w 4904925"/>
              <a:gd name="connsiteY35" fmla="*/ 266266 h 1023086"/>
              <a:gd name="connsiteX36" fmla="*/ 146687 w 4904925"/>
              <a:gd name="connsiteY36" fmla="*/ 223933 h 1023086"/>
              <a:gd name="connsiteX37" fmla="*/ 19688 w 4904925"/>
              <a:gd name="connsiteY37" fmla="*/ 223933 h 1023086"/>
              <a:gd name="connsiteX38" fmla="*/ 87421 w 4904925"/>
              <a:gd name="connsiteY38" fmla="*/ 130799 h 1023086"/>
              <a:gd name="connsiteX0" fmla="*/ 87421 w 4904925"/>
              <a:gd name="connsiteY0" fmla="*/ 130799 h 1023086"/>
              <a:gd name="connsiteX1" fmla="*/ 815555 w 4904925"/>
              <a:gd name="connsiteY1" fmla="*/ 274733 h 1023086"/>
              <a:gd name="connsiteX2" fmla="*/ 1416688 w 4904925"/>
              <a:gd name="connsiteY2" fmla="*/ 714999 h 1023086"/>
              <a:gd name="connsiteX3" fmla="*/ 2813688 w 4904925"/>
              <a:gd name="connsiteY3" fmla="*/ 909733 h 1023086"/>
              <a:gd name="connsiteX4" fmla="*/ 3313221 w 4904925"/>
              <a:gd name="connsiteY4" fmla="*/ 274733 h 1023086"/>
              <a:gd name="connsiteX5" fmla="*/ 3878372 w 4904925"/>
              <a:gd name="connsiteY5" fmla="*/ 173179 h 1023086"/>
              <a:gd name="connsiteX6" fmla="*/ 4308055 w 4904925"/>
              <a:gd name="connsiteY6" fmla="*/ 428713 h 1023086"/>
              <a:gd name="connsiteX7" fmla="*/ 4469277 w 4904925"/>
              <a:gd name="connsiteY7" fmla="*/ 623598 h 1023086"/>
              <a:gd name="connsiteX8" fmla="*/ 4621677 w 4904925"/>
              <a:gd name="connsiteY8" fmla="*/ 703500 h 1023086"/>
              <a:gd name="connsiteX9" fmla="*/ 4735977 w 4904925"/>
              <a:gd name="connsiteY9" fmla="*/ 674445 h 1023086"/>
              <a:gd name="connsiteX10" fmla="*/ 4746205 w 4904925"/>
              <a:gd name="connsiteY10" fmla="*/ 530406 h 1023086"/>
              <a:gd name="connsiteX11" fmla="*/ 4735978 w 4904925"/>
              <a:gd name="connsiteY11" fmla="*/ 391156 h 1023086"/>
              <a:gd name="connsiteX12" fmla="*/ 4653429 w 4904925"/>
              <a:gd name="connsiteY12" fmla="*/ 303989 h 1023086"/>
              <a:gd name="connsiteX13" fmla="*/ 4621679 w 4904925"/>
              <a:gd name="connsiteY13" fmla="*/ 195031 h 1023086"/>
              <a:gd name="connsiteX14" fmla="*/ 4602629 w 4904925"/>
              <a:gd name="connsiteY14" fmla="*/ 27961 h 1023086"/>
              <a:gd name="connsiteX15" fmla="*/ 4748678 w 4904925"/>
              <a:gd name="connsiteY15" fmla="*/ 13436 h 1023086"/>
              <a:gd name="connsiteX16" fmla="*/ 4900721 w 4904925"/>
              <a:gd name="connsiteY16" fmla="*/ 26698 h 1023086"/>
              <a:gd name="connsiteX17" fmla="*/ 4862979 w 4904925"/>
              <a:gd name="connsiteY17" fmla="*/ 318516 h 1023086"/>
              <a:gd name="connsiteX18" fmla="*/ 4818529 w 4904925"/>
              <a:gd name="connsiteY18" fmla="*/ 383890 h 1023086"/>
              <a:gd name="connsiteX19" fmla="*/ 4824878 w 4904925"/>
              <a:gd name="connsiteY19" fmla="*/ 659917 h 1023086"/>
              <a:gd name="connsiteX20" fmla="*/ 4748678 w 4904925"/>
              <a:gd name="connsiteY20" fmla="*/ 776140 h 1023086"/>
              <a:gd name="connsiteX21" fmla="*/ 4638255 w 4904925"/>
              <a:gd name="connsiteY21" fmla="*/ 797732 h 1023086"/>
              <a:gd name="connsiteX22" fmla="*/ 4424470 w 4904925"/>
              <a:gd name="connsiteY22" fmla="*/ 712971 h 1023086"/>
              <a:gd name="connsiteX23" fmla="*/ 4158128 w 4904925"/>
              <a:gd name="connsiteY23" fmla="*/ 398416 h 1023086"/>
              <a:gd name="connsiteX24" fmla="*/ 3920705 w 4904925"/>
              <a:gd name="connsiteY24" fmla="*/ 277185 h 1023086"/>
              <a:gd name="connsiteX25" fmla="*/ 3596855 w 4904925"/>
              <a:gd name="connsiteY25" fmla="*/ 257800 h 1023086"/>
              <a:gd name="connsiteX26" fmla="*/ 3414821 w 4904925"/>
              <a:gd name="connsiteY26" fmla="*/ 334000 h 1023086"/>
              <a:gd name="connsiteX27" fmla="*/ 3296288 w 4904925"/>
              <a:gd name="connsiteY27" fmla="*/ 452532 h 1023086"/>
              <a:gd name="connsiteX28" fmla="*/ 3084621 w 4904925"/>
              <a:gd name="connsiteY28" fmla="*/ 833532 h 1023086"/>
              <a:gd name="connsiteX29" fmla="*/ 2906821 w 4904925"/>
              <a:gd name="connsiteY29" fmla="*/ 985933 h 1023086"/>
              <a:gd name="connsiteX30" fmla="*/ 2542755 w 4904925"/>
              <a:gd name="connsiteY30" fmla="*/ 1019799 h 1023086"/>
              <a:gd name="connsiteX31" fmla="*/ 1856955 w 4904925"/>
              <a:gd name="connsiteY31" fmla="*/ 926666 h 1023086"/>
              <a:gd name="connsiteX32" fmla="*/ 1188088 w 4904925"/>
              <a:gd name="connsiteY32" fmla="*/ 715000 h 1023086"/>
              <a:gd name="connsiteX33" fmla="*/ 891755 w 4904925"/>
              <a:gd name="connsiteY33" fmla="*/ 444066 h 1023086"/>
              <a:gd name="connsiteX34" fmla="*/ 705488 w 4904925"/>
              <a:gd name="connsiteY34" fmla="*/ 317066 h 1023086"/>
              <a:gd name="connsiteX35" fmla="*/ 502288 w 4904925"/>
              <a:gd name="connsiteY35" fmla="*/ 266266 h 1023086"/>
              <a:gd name="connsiteX36" fmla="*/ 146687 w 4904925"/>
              <a:gd name="connsiteY36" fmla="*/ 223933 h 1023086"/>
              <a:gd name="connsiteX37" fmla="*/ 19688 w 4904925"/>
              <a:gd name="connsiteY37" fmla="*/ 223933 h 1023086"/>
              <a:gd name="connsiteX38" fmla="*/ 87421 w 4904925"/>
              <a:gd name="connsiteY38" fmla="*/ 130799 h 1023086"/>
              <a:gd name="connsiteX0" fmla="*/ 87421 w 4904925"/>
              <a:gd name="connsiteY0" fmla="*/ 130799 h 1023086"/>
              <a:gd name="connsiteX1" fmla="*/ 815555 w 4904925"/>
              <a:gd name="connsiteY1" fmla="*/ 274733 h 1023086"/>
              <a:gd name="connsiteX2" fmla="*/ 1416688 w 4904925"/>
              <a:gd name="connsiteY2" fmla="*/ 714999 h 1023086"/>
              <a:gd name="connsiteX3" fmla="*/ 2813688 w 4904925"/>
              <a:gd name="connsiteY3" fmla="*/ 909733 h 1023086"/>
              <a:gd name="connsiteX4" fmla="*/ 3313221 w 4904925"/>
              <a:gd name="connsiteY4" fmla="*/ 274733 h 1023086"/>
              <a:gd name="connsiteX5" fmla="*/ 3878372 w 4904925"/>
              <a:gd name="connsiteY5" fmla="*/ 173179 h 1023086"/>
              <a:gd name="connsiteX6" fmla="*/ 4308055 w 4904925"/>
              <a:gd name="connsiteY6" fmla="*/ 428713 h 1023086"/>
              <a:gd name="connsiteX7" fmla="*/ 4469277 w 4904925"/>
              <a:gd name="connsiteY7" fmla="*/ 623598 h 1023086"/>
              <a:gd name="connsiteX8" fmla="*/ 4621677 w 4904925"/>
              <a:gd name="connsiteY8" fmla="*/ 703500 h 1023086"/>
              <a:gd name="connsiteX9" fmla="*/ 4735977 w 4904925"/>
              <a:gd name="connsiteY9" fmla="*/ 674445 h 1023086"/>
              <a:gd name="connsiteX10" fmla="*/ 4746205 w 4904925"/>
              <a:gd name="connsiteY10" fmla="*/ 530406 h 1023086"/>
              <a:gd name="connsiteX11" fmla="*/ 4735978 w 4904925"/>
              <a:gd name="connsiteY11" fmla="*/ 391156 h 1023086"/>
              <a:gd name="connsiteX12" fmla="*/ 4659779 w 4904925"/>
              <a:gd name="connsiteY12" fmla="*/ 311253 h 1023086"/>
              <a:gd name="connsiteX13" fmla="*/ 4621679 w 4904925"/>
              <a:gd name="connsiteY13" fmla="*/ 195031 h 1023086"/>
              <a:gd name="connsiteX14" fmla="*/ 4602629 w 4904925"/>
              <a:gd name="connsiteY14" fmla="*/ 27961 h 1023086"/>
              <a:gd name="connsiteX15" fmla="*/ 4748678 w 4904925"/>
              <a:gd name="connsiteY15" fmla="*/ 13436 h 1023086"/>
              <a:gd name="connsiteX16" fmla="*/ 4900721 w 4904925"/>
              <a:gd name="connsiteY16" fmla="*/ 26698 h 1023086"/>
              <a:gd name="connsiteX17" fmla="*/ 4862979 w 4904925"/>
              <a:gd name="connsiteY17" fmla="*/ 318516 h 1023086"/>
              <a:gd name="connsiteX18" fmla="*/ 4818529 w 4904925"/>
              <a:gd name="connsiteY18" fmla="*/ 383890 h 1023086"/>
              <a:gd name="connsiteX19" fmla="*/ 4824878 w 4904925"/>
              <a:gd name="connsiteY19" fmla="*/ 659917 h 1023086"/>
              <a:gd name="connsiteX20" fmla="*/ 4748678 w 4904925"/>
              <a:gd name="connsiteY20" fmla="*/ 776140 h 1023086"/>
              <a:gd name="connsiteX21" fmla="*/ 4638255 w 4904925"/>
              <a:gd name="connsiteY21" fmla="*/ 797732 h 1023086"/>
              <a:gd name="connsiteX22" fmla="*/ 4424470 w 4904925"/>
              <a:gd name="connsiteY22" fmla="*/ 712971 h 1023086"/>
              <a:gd name="connsiteX23" fmla="*/ 4158128 w 4904925"/>
              <a:gd name="connsiteY23" fmla="*/ 398416 h 1023086"/>
              <a:gd name="connsiteX24" fmla="*/ 3920705 w 4904925"/>
              <a:gd name="connsiteY24" fmla="*/ 277185 h 1023086"/>
              <a:gd name="connsiteX25" fmla="*/ 3596855 w 4904925"/>
              <a:gd name="connsiteY25" fmla="*/ 257800 h 1023086"/>
              <a:gd name="connsiteX26" fmla="*/ 3414821 w 4904925"/>
              <a:gd name="connsiteY26" fmla="*/ 334000 h 1023086"/>
              <a:gd name="connsiteX27" fmla="*/ 3296288 w 4904925"/>
              <a:gd name="connsiteY27" fmla="*/ 452532 h 1023086"/>
              <a:gd name="connsiteX28" fmla="*/ 3084621 w 4904925"/>
              <a:gd name="connsiteY28" fmla="*/ 833532 h 1023086"/>
              <a:gd name="connsiteX29" fmla="*/ 2906821 w 4904925"/>
              <a:gd name="connsiteY29" fmla="*/ 985933 h 1023086"/>
              <a:gd name="connsiteX30" fmla="*/ 2542755 w 4904925"/>
              <a:gd name="connsiteY30" fmla="*/ 1019799 h 1023086"/>
              <a:gd name="connsiteX31" fmla="*/ 1856955 w 4904925"/>
              <a:gd name="connsiteY31" fmla="*/ 926666 h 1023086"/>
              <a:gd name="connsiteX32" fmla="*/ 1188088 w 4904925"/>
              <a:gd name="connsiteY32" fmla="*/ 715000 h 1023086"/>
              <a:gd name="connsiteX33" fmla="*/ 891755 w 4904925"/>
              <a:gd name="connsiteY33" fmla="*/ 444066 h 1023086"/>
              <a:gd name="connsiteX34" fmla="*/ 705488 w 4904925"/>
              <a:gd name="connsiteY34" fmla="*/ 317066 h 1023086"/>
              <a:gd name="connsiteX35" fmla="*/ 502288 w 4904925"/>
              <a:gd name="connsiteY35" fmla="*/ 266266 h 1023086"/>
              <a:gd name="connsiteX36" fmla="*/ 146687 w 4904925"/>
              <a:gd name="connsiteY36" fmla="*/ 223933 h 1023086"/>
              <a:gd name="connsiteX37" fmla="*/ 19688 w 4904925"/>
              <a:gd name="connsiteY37" fmla="*/ 223933 h 1023086"/>
              <a:gd name="connsiteX38" fmla="*/ 87421 w 4904925"/>
              <a:gd name="connsiteY38" fmla="*/ 130799 h 1023086"/>
              <a:gd name="connsiteX0" fmla="*/ 87421 w 4904925"/>
              <a:gd name="connsiteY0" fmla="*/ 130799 h 1023086"/>
              <a:gd name="connsiteX1" fmla="*/ 815555 w 4904925"/>
              <a:gd name="connsiteY1" fmla="*/ 274733 h 1023086"/>
              <a:gd name="connsiteX2" fmla="*/ 1416688 w 4904925"/>
              <a:gd name="connsiteY2" fmla="*/ 714999 h 1023086"/>
              <a:gd name="connsiteX3" fmla="*/ 2813688 w 4904925"/>
              <a:gd name="connsiteY3" fmla="*/ 909733 h 1023086"/>
              <a:gd name="connsiteX4" fmla="*/ 3313221 w 4904925"/>
              <a:gd name="connsiteY4" fmla="*/ 274733 h 1023086"/>
              <a:gd name="connsiteX5" fmla="*/ 3878372 w 4904925"/>
              <a:gd name="connsiteY5" fmla="*/ 173179 h 1023086"/>
              <a:gd name="connsiteX6" fmla="*/ 4308055 w 4904925"/>
              <a:gd name="connsiteY6" fmla="*/ 428713 h 1023086"/>
              <a:gd name="connsiteX7" fmla="*/ 4469277 w 4904925"/>
              <a:gd name="connsiteY7" fmla="*/ 623598 h 1023086"/>
              <a:gd name="connsiteX8" fmla="*/ 4621677 w 4904925"/>
              <a:gd name="connsiteY8" fmla="*/ 703500 h 1023086"/>
              <a:gd name="connsiteX9" fmla="*/ 4735977 w 4904925"/>
              <a:gd name="connsiteY9" fmla="*/ 674445 h 1023086"/>
              <a:gd name="connsiteX10" fmla="*/ 4746205 w 4904925"/>
              <a:gd name="connsiteY10" fmla="*/ 530406 h 1023086"/>
              <a:gd name="connsiteX11" fmla="*/ 4735978 w 4904925"/>
              <a:gd name="connsiteY11" fmla="*/ 391156 h 1023086"/>
              <a:gd name="connsiteX12" fmla="*/ 4666129 w 4904925"/>
              <a:gd name="connsiteY12" fmla="*/ 303989 h 1023086"/>
              <a:gd name="connsiteX13" fmla="*/ 4621679 w 4904925"/>
              <a:gd name="connsiteY13" fmla="*/ 195031 h 1023086"/>
              <a:gd name="connsiteX14" fmla="*/ 4602629 w 4904925"/>
              <a:gd name="connsiteY14" fmla="*/ 27961 h 1023086"/>
              <a:gd name="connsiteX15" fmla="*/ 4748678 w 4904925"/>
              <a:gd name="connsiteY15" fmla="*/ 13436 h 1023086"/>
              <a:gd name="connsiteX16" fmla="*/ 4900721 w 4904925"/>
              <a:gd name="connsiteY16" fmla="*/ 26698 h 1023086"/>
              <a:gd name="connsiteX17" fmla="*/ 4862979 w 4904925"/>
              <a:gd name="connsiteY17" fmla="*/ 318516 h 1023086"/>
              <a:gd name="connsiteX18" fmla="*/ 4818529 w 4904925"/>
              <a:gd name="connsiteY18" fmla="*/ 383890 h 1023086"/>
              <a:gd name="connsiteX19" fmla="*/ 4824878 w 4904925"/>
              <a:gd name="connsiteY19" fmla="*/ 659917 h 1023086"/>
              <a:gd name="connsiteX20" fmla="*/ 4748678 w 4904925"/>
              <a:gd name="connsiteY20" fmla="*/ 776140 h 1023086"/>
              <a:gd name="connsiteX21" fmla="*/ 4638255 w 4904925"/>
              <a:gd name="connsiteY21" fmla="*/ 797732 h 1023086"/>
              <a:gd name="connsiteX22" fmla="*/ 4424470 w 4904925"/>
              <a:gd name="connsiteY22" fmla="*/ 712971 h 1023086"/>
              <a:gd name="connsiteX23" fmla="*/ 4158128 w 4904925"/>
              <a:gd name="connsiteY23" fmla="*/ 398416 h 1023086"/>
              <a:gd name="connsiteX24" fmla="*/ 3920705 w 4904925"/>
              <a:gd name="connsiteY24" fmla="*/ 277185 h 1023086"/>
              <a:gd name="connsiteX25" fmla="*/ 3596855 w 4904925"/>
              <a:gd name="connsiteY25" fmla="*/ 257800 h 1023086"/>
              <a:gd name="connsiteX26" fmla="*/ 3414821 w 4904925"/>
              <a:gd name="connsiteY26" fmla="*/ 334000 h 1023086"/>
              <a:gd name="connsiteX27" fmla="*/ 3296288 w 4904925"/>
              <a:gd name="connsiteY27" fmla="*/ 452532 h 1023086"/>
              <a:gd name="connsiteX28" fmla="*/ 3084621 w 4904925"/>
              <a:gd name="connsiteY28" fmla="*/ 833532 h 1023086"/>
              <a:gd name="connsiteX29" fmla="*/ 2906821 w 4904925"/>
              <a:gd name="connsiteY29" fmla="*/ 985933 h 1023086"/>
              <a:gd name="connsiteX30" fmla="*/ 2542755 w 4904925"/>
              <a:gd name="connsiteY30" fmla="*/ 1019799 h 1023086"/>
              <a:gd name="connsiteX31" fmla="*/ 1856955 w 4904925"/>
              <a:gd name="connsiteY31" fmla="*/ 926666 h 1023086"/>
              <a:gd name="connsiteX32" fmla="*/ 1188088 w 4904925"/>
              <a:gd name="connsiteY32" fmla="*/ 715000 h 1023086"/>
              <a:gd name="connsiteX33" fmla="*/ 891755 w 4904925"/>
              <a:gd name="connsiteY33" fmla="*/ 444066 h 1023086"/>
              <a:gd name="connsiteX34" fmla="*/ 705488 w 4904925"/>
              <a:gd name="connsiteY34" fmla="*/ 317066 h 1023086"/>
              <a:gd name="connsiteX35" fmla="*/ 502288 w 4904925"/>
              <a:gd name="connsiteY35" fmla="*/ 266266 h 1023086"/>
              <a:gd name="connsiteX36" fmla="*/ 146687 w 4904925"/>
              <a:gd name="connsiteY36" fmla="*/ 223933 h 1023086"/>
              <a:gd name="connsiteX37" fmla="*/ 19688 w 4904925"/>
              <a:gd name="connsiteY37" fmla="*/ 223933 h 1023086"/>
              <a:gd name="connsiteX38" fmla="*/ 87421 w 4904925"/>
              <a:gd name="connsiteY38" fmla="*/ 130799 h 1023086"/>
              <a:gd name="connsiteX0" fmla="*/ 87421 w 4907942"/>
              <a:gd name="connsiteY0" fmla="*/ 130388 h 1022675"/>
              <a:gd name="connsiteX1" fmla="*/ 815555 w 4907942"/>
              <a:gd name="connsiteY1" fmla="*/ 274322 h 1022675"/>
              <a:gd name="connsiteX2" fmla="*/ 1416688 w 4907942"/>
              <a:gd name="connsiteY2" fmla="*/ 714588 h 1022675"/>
              <a:gd name="connsiteX3" fmla="*/ 2813688 w 4907942"/>
              <a:gd name="connsiteY3" fmla="*/ 909322 h 1022675"/>
              <a:gd name="connsiteX4" fmla="*/ 3313221 w 4907942"/>
              <a:gd name="connsiteY4" fmla="*/ 274322 h 1022675"/>
              <a:gd name="connsiteX5" fmla="*/ 3878372 w 4907942"/>
              <a:gd name="connsiteY5" fmla="*/ 172768 h 1022675"/>
              <a:gd name="connsiteX6" fmla="*/ 4308055 w 4907942"/>
              <a:gd name="connsiteY6" fmla="*/ 428302 h 1022675"/>
              <a:gd name="connsiteX7" fmla="*/ 4469277 w 4907942"/>
              <a:gd name="connsiteY7" fmla="*/ 623187 h 1022675"/>
              <a:gd name="connsiteX8" fmla="*/ 4621677 w 4907942"/>
              <a:gd name="connsiteY8" fmla="*/ 703089 h 1022675"/>
              <a:gd name="connsiteX9" fmla="*/ 4735977 w 4907942"/>
              <a:gd name="connsiteY9" fmla="*/ 674034 h 1022675"/>
              <a:gd name="connsiteX10" fmla="*/ 4746205 w 4907942"/>
              <a:gd name="connsiteY10" fmla="*/ 529995 h 1022675"/>
              <a:gd name="connsiteX11" fmla="*/ 4735978 w 4907942"/>
              <a:gd name="connsiteY11" fmla="*/ 390745 h 1022675"/>
              <a:gd name="connsiteX12" fmla="*/ 4666129 w 4907942"/>
              <a:gd name="connsiteY12" fmla="*/ 303578 h 1022675"/>
              <a:gd name="connsiteX13" fmla="*/ 4621679 w 4907942"/>
              <a:gd name="connsiteY13" fmla="*/ 194620 h 1022675"/>
              <a:gd name="connsiteX14" fmla="*/ 4602629 w 4907942"/>
              <a:gd name="connsiteY14" fmla="*/ 27550 h 1022675"/>
              <a:gd name="connsiteX15" fmla="*/ 4748678 w 4907942"/>
              <a:gd name="connsiteY15" fmla="*/ 13025 h 1022675"/>
              <a:gd name="connsiteX16" fmla="*/ 4900721 w 4907942"/>
              <a:gd name="connsiteY16" fmla="*/ 26287 h 1022675"/>
              <a:gd name="connsiteX17" fmla="*/ 4882029 w 4907942"/>
              <a:gd name="connsiteY17" fmla="*/ 252730 h 1022675"/>
              <a:gd name="connsiteX18" fmla="*/ 4818529 w 4907942"/>
              <a:gd name="connsiteY18" fmla="*/ 383479 h 1022675"/>
              <a:gd name="connsiteX19" fmla="*/ 4824878 w 4907942"/>
              <a:gd name="connsiteY19" fmla="*/ 659506 h 1022675"/>
              <a:gd name="connsiteX20" fmla="*/ 4748678 w 4907942"/>
              <a:gd name="connsiteY20" fmla="*/ 775729 h 1022675"/>
              <a:gd name="connsiteX21" fmla="*/ 4638255 w 4907942"/>
              <a:gd name="connsiteY21" fmla="*/ 797321 h 1022675"/>
              <a:gd name="connsiteX22" fmla="*/ 4424470 w 4907942"/>
              <a:gd name="connsiteY22" fmla="*/ 712560 h 1022675"/>
              <a:gd name="connsiteX23" fmla="*/ 4158128 w 4907942"/>
              <a:gd name="connsiteY23" fmla="*/ 398005 h 1022675"/>
              <a:gd name="connsiteX24" fmla="*/ 3920705 w 4907942"/>
              <a:gd name="connsiteY24" fmla="*/ 276774 h 1022675"/>
              <a:gd name="connsiteX25" fmla="*/ 3596855 w 4907942"/>
              <a:gd name="connsiteY25" fmla="*/ 257389 h 1022675"/>
              <a:gd name="connsiteX26" fmla="*/ 3414821 w 4907942"/>
              <a:gd name="connsiteY26" fmla="*/ 333589 h 1022675"/>
              <a:gd name="connsiteX27" fmla="*/ 3296288 w 4907942"/>
              <a:gd name="connsiteY27" fmla="*/ 452121 h 1022675"/>
              <a:gd name="connsiteX28" fmla="*/ 3084621 w 4907942"/>
              <a:gd name="connsiteY28" fmla="*/ 833121 h 1022675"/>
              <a:gd name="connsiteX29" fmla="*/ 2906821 w 4907942"/>
              <a:gd name="connsiteY29" fmla="*/ 985522 h 1022675"/>
              <a:gd name="connsiteX30" fmla="*/ 2542755 w 4907942"/>
              <a:gd name="connsiteY30" fmla="*/ 1019388 h 1022675"/>
              <a:gd name="connsiteX31" fmla="*/ 1856955 w 4907942"/>
              <a:gd name="connsiteY31" fmla="*/ 926255 h 1022675"/>
              <a:gd name="connsiteX32" fmla="*/ 1188088 w 4907942"/>
              <a:gd name="connsiteY32" fmla="*/ 714589 h 1022675"/>
              <a:gd name="connsiteX33" fmla="*/ 891755 w 4907942"/>
              <a:gd name="connsiteY33" fmla="*/ 443655 h 1022675"/>
              <a:gd name="connsiteX34" fmla="*/ 705488 w 4907942"/>
              <a:gd name="connsiteY34" fmla="*/ 316655 h 1022675"/>
              <a:gd name="connsiteX35" fmla="*/ 502288 w 4907942"/>
              <a:gd name="connsiteY35" fmla="*/ 265855 h 1022675"/>
              <a:gd name="connsiteX36" fmla="*/ 146687 w 4907942"/>
              <a:gd name="connsiteY36" fmla="*/ 223522 h 1022675"/>
              <a:gd name="connsiteX37" fmla="*/ 19688 w 4907942"/>
              <a:gd name="connsiteY37" fmla="*/ 223522 h 1022675"/>
              <a:gd name="connsiteX38" fmla="*/ 87421 w 4907942"/>
              <a:gd name="connsiteY38" fmla="*/ 130388 h 1022675"/>
              <a:gd name="connsiteX0" fmla="*/ 87421 w 4907942"/>
              <a:gd name="connsiteY0" fmla="*/ 130388 h 1022675"/>
              <a:gd name="connsiteX1" fmla="*/ 815555 w 4907942"/>
              <a:gd name="connsiteY1" fmla="*/ 274322 h 1022675"/>
              <a:gd name="connsiteX2" fmla="*/ 1416688 w 4907942"/>
              <a:gd name="connsiteY2" fmla="*/ 714588 h 1022675"/>
              <a:gd name="connsiteX3" fmla="*/ 2813688 w 4907942"/>
              <a:gd name="connsiteY3" fmla="*/ 909322 h 1022675"/>
              <a:gd name="connsiteX4" fmla="*/ 3313221 w 4907942"/>
              <a:gd name="connsiteY4" fmla="*/ 274322 h 1022675"/>
              <a:gd name="connsiteX5" fmla="*/ 3878372 w 4907942"/>
              <a:gd name="connsiteY5" fmla="*/ 172768 h 1022675"/>
              <a:gd name="connsiteX6" fmla="*/ 4308055 w 4907942"/>
              <a:gd name="connsiteY6" fmla="*/ 428302 h 1022675"/>
              <a:gd name="connsiteX7" fmla="*/ 4469277 w 4907942"/>
              <a:gd name="connsiteY7" fmla="*/ 623187 h 1022675"/>
              <a:gd name="connsiteX8" fmla="*/ 4621677 w 4907942"/>
              <a:gd name="connsiteY8" fmla="*/ 703089 h 1022675"/>
              <a:gd name="connsiteX9" fmla="*/ 4735977 w 4907942"/>
              <a:gd name="connsiteY9" fmla="*/ 674034 h 1022675"/>
              <a:gd name="connsiteX10" fmla="*/ 4746205 w 4907942"/>
              <a:gd name="connsiteY10" fmla="*/ 529995 h 1022675"/>
              <a:gd name="connsiteX11" fmla="*/ 4735978 w 4907942"/>
              <a:gd name="connsiteY11" fmla="*/ 390745 h 1022675"/>
              <a:gd name="connsiteX12" fmla="*/ 4666129 w 4907942"/>
              <a:gd name="connsiteY12" fmla="*/ 303578 h 1022675"/>
              <a:gd name="connsiteX13" fmla="*/ 4621679 w 4907942"/>
              <a:gd name="connsiteY13" fmla="*/ 194620 h 1022675"/>
              <a:gd name="connsiteX14" fmla="*/ 4602629 w 4907942"/>
              <a:gd name="connsiteY14" fmla="*/ 27550 h 1022675"/>
              <a:gd name="connsiteX15" fmla="*/ 4748678 w 4907942"/>
              <a:gd name="connsiteY15" fmla="*/ 13025 h 1022675"/>
              <a:gd name="connsiteX16" fmla="*/ 4900721 w 4907942"/>
              <a:gd name="connsiteY16" fmla="*/ 26287 h 1022675"/>
              <a:gd name="connsiteX17" fmla="*/ 4882029 w 4907942"/>
              <a:gd name="connsiteY17" fmla="*/ 252730 h 1022675"/>
              <a:gd name="connsiteX18" fmla="*/ 4818529 w 4907942"/>
              <a:gd name="connsiteY18" fmla="*/ 383480 h 1022675"/>
              <a:gd name="connsiteX19" fmla="*/ 4824878 w 4907942"/>
              <a:gd name="connsiteY19" fmla="*/ 659506 h 1022675"/>
              <a:gd name="connsiteX20" fmla="*/ 4748678 w 4907942"/>
              <a:gd name="connsiteY20" fmla="*/ 775729 h 1022675"/>
              <a:gd name="connsiteX21" fmla="*/ 4638255 w 4907942"/>
              <a:gd name="connsiteY21" fmla="*/ 797321 h 1022675"/>
              <a:gd name="connsiteX22" fmla="*/ 4424470 w 4907942"/>
              <a:gd name="connsiteY22" fmla="*/ 712560 h 1022675"/>
              <a:gd name="connsiteX23" fmla="*/ 4158128 w 4907942"/>
              <a:gd name="connsiteY23" fmla="*/ 398005 h 1022675"/>
              <a:gd name="connsiteX24" fmla="*/ 3920705 w 4907942"/>
              <a:gd name="connsiteY24" fmla="*/ 276774 h 1022675"/>
              <a:gd name="connsiteX25" fmla="*/ 3596855 w 4907942"/>
              <a:gd name="connsiteY25" fmla="*/ 257389 h 1022675"/>
              <a:gd name="connsiteX26" fmla="*/ 3414821 w 4907942"/>
              <a:gd name="connsiteY26" fmla="*/ 333589 h 1022675"/>
              <a:gd name="connsiteX27" fmla="*/ 3296288 w 4907942"/>
              <a:gd name="connsiteY27" fmla="*/ 452121 h 1022675"/>
              <a:gd name="connsiteX28" fmla="*/ 3084621 w 4907942"/>
              <a:gd name="connsiteY28" fmla="*/ 833121 h 1022675"/>
              <a:gd name="connsiteX29" fmla="*/ 2906821 w 4907942"/>
              <a:gd name="connsiteY29" fmla="*/ 985522 h 1022675"/>
              <a:gd name="connsiteX30" fmla="*/ 2542755 w 4907942"/>
              <a:gd name="connsiteY30" fmla="*/ 1019388 h 1022675"/>
              <a:gd name="connsiteX31" fmla="*/ 1856955 w 4907942"/>
              <a:gd name="connsiteY31" fmla="*/ 926255 h 1022675"/>
              <a:gd name="connsiteX32" fmla="*/ 1188088 w 4907942"/>
              <a:gd name="connsiteY32" fmla="*/ 714589 h 1022675"/>
              <a:gd name="connsiteX33" fmla="*/ 891755 w 4907942"/>
              <a:gd name="connsiteY33" fmla="*/ 443655 h 1022675"/>
              <a:gd name="connsiteX34" fmla="*/ 705488 w 4907942"/>
              <a:gd name="connsiteY34" fmla="*/ 316655 h 1022675"/>
              <a:gd name="connsiteX35" fmla="*/ 502288 w 4907942"/>
              <a:gd name="connsiteY35" fmla="*/ 265855 h 1022675"/>
              <a:gd name="connsiteX36" fmla="*/ 146687 w 4907942"/>
              <a:gd name="connsiteY36" fmla="*/ 223522 h 1022675"/>
              <a:gd name="connsiteX37" fmla="*/ 19688 w 4907942"/>
              <a:gd name="connsiteY37" fmla="*/ 223522 h 1022675"/>
              <a:gd name="connsiteX38" fmla="*/ 87421 w 4907942"/>
              <a:gd name="connsiteY38" fmla="*/ 130388 h 1022675"/>
              <a:gd name="connsiteX0" fmla="*/ 87421 w 4907942"/>
              <a:gd name="connsiteY0" fmla="*/ 130388 h 1022675"/>
              <a:gd name="connsiteX1" fmla="*/ 815555 w 4907942"/>
              <a:gd name="connsiteY1" fmla="*/ 274322 h 1022675"/>
              <a:gd name="connsiteX2" fmla="*/ 1416688 w 4907942"/>
              <a:gd name="connsiteY2" fmla="*/ 714588 h 1022675"/>
              <a:gd name="connsiteX3" fmla="*/ 2813688 w 4907942"/>
              <a:gd name="connsiteY3" fmla="*/ 909322 h 1022675"/>
              <a:gd name="connsiteX4" fmla="*/ 3313221 w 4907942"/>
              <a:gd name="connsiteY4" fmla="*/ 274322 h 1022675"/>
              <a:gd name="connsiteX5" fmla="*/ 3878372 w 4907942"/>
              <a:gd name="connsiteY5" fmla="*/ 172768 h 1022675"/>
              <a:gd name="connsiteX6" fmla="*/ 4308055 w 4907942"/>
              <a:gd name="connsiteY6" fmla="*/ 428302 h 1022675"/>
              <a:gd name="connsiteX7" fmla="*/ 4469277 w 4907942"/>
              <a:gd name="connsiteY7" fmla="*/ 623187 h 1022675"/>
              <a:gd name="connsiteX8" fmla="*/ 4621677 w 4907942"/>
              <a:gd name="connsiteY8" fmla="*/ 703089 h 1022675"/>
              <a:gd name="connsiteX9" fmla="*/ 4735977 w 4907942"/>
              <a:gd name="connsiteY9" fmla="*/ 674034 h 1022675"/>
              <a:gd name="connsiteX10" fmla="*/ 4746205 w 4907942"/>
              <a:gd name="connsiteY10" fmla="*/ 529995 h 1022675"/>
              <a:gd name="connsiteX11" fmla="*/ 4735978 w 4907942"/>
              <a:gd name="connsiteY11" fmla="*/ 390745 h 1022675"/>
              <a:gd name="connsiteX12" fmla="*/ 4666129 w 4907942"/>
              <a:gd name="connsiteY12" fmla="*/ 303578 h 1022675"/>
              <a:gd name="connsiteX13" fmla="*/ 4621679 w 4907942"/>
              <a:gd name="connsiteY13" fmla="*/ 194620 h 1022675"/>
              <a:gd name="connsiteX14" fmla="*/ 4602629 w 4907942"/>
              <a:gd name="connsiteY14" fmla="*/ 27550 h 1022675"/>
              <a:gd name="connsiteX15" fmla="*/ 4748678 w 4907942"/>
              <a:gd name="connsiteY15" fmla="*/ 13025 h 1022675"/>
              <a:gd name="connsiteX16" fmla="*/ 4900721 w 4907942"/>
              <a:gd name="connsiteY16" fmla="*/ 26287 h 1022675"/>
              <a:gd name="connsiteX17" fmla="*/ 4882029 w 4907942"/>
              <a:gd name="connsiteY17" fmla="*/ 252730 h 1022675"/>
              <a:gd name="connsiteX18" fmla="*/ 4837579 w 4907942"/>
              <a:gd name="connsiteY18" fmla="*/ 405271 h 1022675"/>
              <a:gd name="connsiteX19" fmla="*/ 4824878 w 4907942"/>
              <a:gd name="connsiteY19" fmla="*/ 659506 h 1022675"/>
              <a:gd name="connsiteX20" fmla="*/ 4748678 w 4907942"/>
              <a:gd name="connsiteY20" fmla="*/ 775729 h 1022675"/>
              <a:gd name="connsiteX21" fmla="*/ 4638255 w 4907942"/>
              <a:gd name="connsiteY21" fmla="*/ 797321 h 1022675"/>
              <a:gd name="connsiteX22" fmla="*/ 4424470 w 4907942"/>
              <a:gd name="connsiteY22" fmla="*/ 712560 h 1022675"/>
              <a:gd name="connsiteX23" fmla="*/ 4158128 w 4907942"/>
              <a:gd name="connsiteY23" fmla="*/ 398005 h 1022675"/>
              <a:gd name="connsiteX24" fmla="*/ 3920705 w 4907942"/>
              <a:gd name="connsiteY24" fmla="*/ 276774 h 1022675"/>
              <a:gd name="connsiteX25" fmla="*/ 3596855 w 4907942"/>
              <a:gd name="connsiteY25" fmla="*/ 257389 h 1022675"/>
              <a:gd name="connsiteX26" fmla="*/ 3414821 w 4907942"/>
              <a:gd name="connsiteY26" fmla="*/ 333589 h 1022675"/>
              <a:gd name="connsiteX27" fmla="*/ 3296288 w 4907942"/>
              <a:gd name="connsiteY27" fmla="*/ 452121 h 1022675"/>
              <a:gd name="connsiteX28" fmla="*/ 3084621 w 4907942"/>
              <a:gd name="connsiteY28" fmla="*/ 833121 h 1022675"/>
              <a:gd name="connsiteX29" fmla="*/ 2906821 w 4907942"/>
              <a:gd name="connsiteY29" fmla="*/ 985522 h 1022675"/>
              <a:gd name="connsiteX30" fmla="*/ 2542755 w 4907942"/>
              <a:gd name="connsiteY30" fmla="*/ 1019388 h 1022675"/>
              <a:gd name="connsiteX31" fmla="*/ 1856955 w 4907942"/>
              <a:gd name="connsiteY31" fmla="*/ 926255 h 1022675"/>
              <a:gd name="connsiteX32" fmla="*/ 1188088 w 4907942"/>
              <a:gd name="connsiteY32" fmla="*/ 714589 h 1022675"/>
              <a:gd name="connsiteX33" fmla="*/ 891755 w 4907942"/>
              <a:gd name="connsiteY33" fmla="*/ 443655 h 1022675"/>
              <a:gd name="connsiteX34" fmla="*/ 705488 w 4907942"/>
              <a:gd name="connsiteY34" fmla="*/ 316655 h 1022675"/>
              <a:gd name="connsiteX35" fmla="*/ 502288 w 4907942"/>
              <a:gd name="connsiteY35" fmla="*/ 265855 h 1022675"/>
              <a:gd name="connsiteX36" fmla="*/ 146687 w 4907942"/>
              <a:gd name="connsiteY36" fmla="*/ 223522 h 1022675"/>
              <a:gd name="connsiteX37" fmla="*/ 19688 w 4907942"/>
              <a:gd name="connsiteY37" fmla="*/ 223522 h 1022675"/>
              <a:gd name="connsiteX38" fmla="*/ 87421 w 4907942"/>
              <a:gd name="connsiteY38" fmla="*/ 130388 h 1022675"/>
              <a:gd name="connsiteX0" fmla="*/ 87421 w 4907942"/>
              <a:gd name="connsiteY0" fmla="*/ 130388 h 1022675"/>
              <a:gd name="connsiteX1" fmla="*/ 815555 w 4907942"/>
              <a:gd name="connsiteY1" fmla="*/ 274322 h 1022675"/>
              <a:gd name="connsiteX2" fmla="*/ 1416688 w 4907942"/>
              <a:gd name="connsiteY2" fmla="*/ 714588 h 1022675"/>
              <a:gd name="connsiteX3" fmla="*/ 2813688 w 4907942"/>
              <a:gd name="connsiteY3" fmla="*/ 909322 h 1022675"/>
              <a:gd name="connsiteX4" fmla="*/ 3313221 w 4907942"/>
              <a:gd name="connsiteY4" fmla="*/ 274322 h 1022675"/>
              <a:gd name="connsiteX5" fmla="*/ 3878372 w 4907942"/>
              <a:gd name="connsiteY5" fmla="*/ 172768 h 1022675"/>
              <a:gd name="connsiteX6" fmla="*/ 4308055 w 4907942"/>
              <a:gd name="connsiteY6" fmla="*/ 428302 h 1022675"/>
              <a:gd name="connsiteX7" fmla="*/ 4469277 w 4907942"/>
              <a:gd name="connsiteY7" fmla="*/ 623187 h 1022675"/>
              <a:gd name="connsiteX8" fmla="*/ 4621677 w 4907942"/>
              <a:gd name="connsiteY8" fmla="*/ 703089 h 1022675"/>
              <a:gd name="connsiteX9" fmla="*/ 4735977 w 4907942"/>
              <a:gd name="connsiteY9" fmla="*/ 674034 h 1022675"/>
              <a:gd name="connsiteX10" fmla="*/ 4765255 w 4907942"/>
              <a:gd name="connsiteY10" fmla="*/ 529995 h 1022675"/>
              <a:gd name="connsiteX11" fmla="*/ 4735978 w 4907942"/>
              <a:gd name="connsiteY11" fmla="*/ 390745 h 1022675"/>
              <a:gd name="connsiteX12" fmla="*/ 4666129 w 4907942"/>
              <a:gd name="connsiteY12" fmla="*/ 303578 h 1022675"/>
              <a:gd name="connsiteX13" fmla="*/ 4621679 w 4907942"/>
              <a:gd name="connsiteY13" fmla="*/ 194620 h 1022675"/>
              <a:gd name="connsiteX14" fmla="*/ 4602629 w 4907942"/>
              <a:gd name="connsiteY14" fmla="*/ 27550 h 1022675"/>
              <a:gd name="connsiteX15" fmla="*/ 4748678 w 4907942"/>
              <a:gd name="connsiteY15" fmla="*/ 13025 h 1022675"/>
              <a:gd name="connsiteX16" fmla="*/ 4900721 w 4907942"/>
              <a:gd name="connsiteY16" fmla="*/ 26287 h 1022675"/>
              <a:gd name="connsiteX17" fmla="*/ 4882029 w 4907942"/>
              <a:gd name="connsiteY17" fmla="*/ 252730 h 1022675"/>
              <a:gd name="connsiteX18" fmla="*/ 4837579 w 4907942"/>
              <a:gd name="connsiteY18" fmla="*/ 405271 h 1022675"/>
              <a:gd name="connsiteX19" fmla="*/ 4824878 w 4907942"/>
              <a:gd name="connsiteY19" fmla="*/ 659506 h 1022675"/>
              <a:gd name="connsiteX20" fmla="*/ 4748678 w 4907942"/>
              <a:gd name="connsiteY20" fmla="*/ 775729 h 1022675"/>
              <a:gd name="connsiteX21" fmla="*/ 4638255 w 4907942"/>
              <a:gd name="connsiteY21" fmla="*/ 797321 h 1022675"/>
              <a:gd name="connsiteX22" fmla="*/ 4424470 w 4907942"/>
              <a:gd name="connsiteY22" fmla="*/ 712560 h 1022675"/>
              <a:gd name="connsiteX23" fmla="*/ 4158128 w 4907942"/>
              <a:gd name="connsiteY23" fmla="*/ 398005 h 1022675"/>
              <a:gd name="connsiteX24" fmla="*/ 3920705 w 4907942"/>
              <a:gd name="connsiteY24" fmla="*/ 276774 h 1022675"/>
              <a:gd name="connsiteX25" fmla="*/ 3596855 w 4907942"/>
              <a:gd name="connsiteY25" fmla="*/ 257389 h 1022675"/>
              <a:gd name="connsiteX26" fmla="*/ 3414821 w 4907942"/>
              <a:gd name="connsiteY26" fmla="*/ 333589 h 1022675"/>
              <a:gd name="connsiteX27" fmla="*/ 3296288 w 4907942"/>
              <a:gd name="connsiteY27" fmla="*/ 452121 h 1022675"/>
              <a:gd name="connsiteX28" fmla="*/ 3084621 w 4907942"/>
              <a:gd name="connsiteY28" fmla="*/ 833121 h 1022675"/>
              <a:gd name="connsiteX29" fmla="*/ 2906821 w 4907942"/>
              <a:gd name="connsiteY29" fmla="*/ 985522 h 1022675"/>
              <a:gd name="connsiteX30" fmla="*/ 2542755 w 4907942"/>
              <a:gd name="connsiteY30" fmla="*/ 1019388 h 1022675"/>
              <a:gd name="connsiteX31" fmla="*/ 1856955 w 4907942"/>
              <a:gd name="connsiteY31" fmla="*/ 926255 h 1022675"/>
              <a:gd name="connsiteX32" fmla="*/ 1188088 w 4907942"/>
              <a:gd name="connsiteY32" fmla="*/ 714589 h 1022675"/>
              <a:gd name="connsiteX33" fmla="*/ 891755 w 4907942"/>
              <a:gd name="connsiteY33" fmla="*/ 443655 h 1022675"/>
              <a:gd name="connsiteX34" fmla="*/ 705488 w 4907942"/>
              <a:gd name="connsiteY34" fmla="*/ 316655 h 1022675"/>
              <a:gd name="connsiteX35" fmla="*/ 502288 w 4907942"/>
              <a:gd name="connsiteY35" fmla="*/ 265855 h 1022675"/>
              <a:gd name="connsiteX36" fmla="*/ 146687 w 4907942"/>
              <a:gd name="connsiteY36" fmla="*/ 223522 h 1022675"/>
              <a:gd name="connsiteX37" fmla="*/ 19688 w 4907942"/>
              <a:gd name="connsiteY37" fmla="*/ 223522 h 1022675"/>
              <a:gd name="connsiteX38" fmla="*/ 87421 w 4907942"/>
              <a:gd name="connsiteY38" fmla="*/ 130388 h 1022675"/>
              <a:gd name="connsiteX0" fmla="*/ 7696 w 6707817"/>
              <a:gd name="connsiteY0" fmla="*/ 4051839 h 4051855"/>
              <a:gd name="connsiteX1" fmla="*/ 2615430 w 6707817"/>
              <a:gd name="connsiteY1" fmla="*/ 331408 h 4051855"/>
              <a:gd name="connsiteX2" fmla="*/ 3216563 w 6707817"/>
              <a:gd name="connsiteY2" fmla="*/ 771674 h 4051855"/>
              <a:gd name="connsiteX3" fmla="*/ 4613563 w 6707817"/>
              <a:gd name="connsiteY3" fmla="*/ 966408 h 4051855"/>
              <a:gd name="connsiteX4" fmla="*/ 5113096 w 6707817"/>
              <a:gd name="connsiteY4" fmla="*/ 331408 h 4051855"/>
              <a:gd name="connsiteX5" fmla="*/ 5678247 w 6707817"/>
              <a:gd name="connsiteY5" fmla="*/ 229854 h 4051855"/>
              <a:gd name="connsiteX6" fmla="*/ 6107930 w 6707817"/>
              <a:gd name="connsiteY6" fmla="*/ 485388 h 4051855"/>
              <a:gd name="connsiteX7" fmla="*/ 6269152 w 6707817"/>
              <a:gd name="connsiteY7" fmla="*/ 680273 h 4051855"/>
              <a:gd name="connsiteX8" fmla="*/ 6421552 w 6707817"/>
              <a:gd name="connsiteY8" fmla="*/ 760175 h 4051855"/>
              <a:gd name="connsiteX9" fmla="*/ 6535852 w 6707817"/>
              <a:gd name="connsiteY9" fmla="*/ 731120 h 4051855"/>
              <a:gd name="connsiteX10" fmla="*/ 6565130 w 6707817"/>
              <a:gd name="connsiteY10" fmla="*/ 587081 h 4051855"/>
              <a:gd name="connsiteX11" fmla="*/ 6535853 w 6707817"/>
              <a:gd name="connsiteY11" fmla="*/ 447831 h 4051855"/>
              <a:gd name="connsiteX12" fmla="*/ 6466004 w 6707817"/>
              <a:gd name="connsiteY12" fmla="*/ 360664 h 4051855"/>
              <a:gd name="connsiteX13" fmla="*/ 6421554 w 6707817"/>
              <a:gd name="connsiteY13" fmla="*/ 251706 h 4051855"/>
              <a:gd name="connsiteX14" fmla="*/ 6402504 w 6707817"/>
              <a:gd name="connsiteY14" fmla="*/ 84636 h 4051855"/>
              <a:gd name="connsiteX15" fmla="*/ 6548553 w 6707817"/>
              <a:gd name="connsiteY15" fmla="*/ 70111 h 4051855"/>
              <a:gd name="connsiteX16" fmla="*/ 6700596 w 6707817"/>
              <a:gd name="connsiteY16" fmla="*/ 83373 h 4051855"/>
              <a:gd name="connsiteX17" fmla="*/ 6681904 w 6707817"/>
              <a:gd name="connsiteY17" fmla="*/ 309816 h 4051855"/>
              <a:gd name="connsiteX18" fmla="*/ 6637454 w 6707817"/>
              <a:gd name="connsiteY18" fmla="*/ 462357 h 4051855"/>
              <a:gd name="connsiteX19" fmla="*/ 6624753 w 6707817"/>
              <a:gd name="connsiteY19" fmla="*/ 716592 h 4051855"/>
              <a:gd name="connsiteX20" fmla="*/ 6548553 w 6707817"/>
              <a:gd name="connsiteY20" fmla="*/ 832815 h 4051855"/>
              <a:gd name="connsiteX21" fmla="*/ 6438130 w 6707817"/>
              <a:gd name="connsiteY21" fmla="*/ 854407 h 4051855"/>
              <a:gd name="connsiteX22" fmla="*/ 6224345 w 6707817"/>
              <a:gd name="connsiteY22" fmla="*/ 769646 h 4051855"/>
              <a:gd name="connsiteX23" fmla="*/ 5958003 w 6707817"/>
              <a:gd name="connsiteY23" fmla="*/ 455091 h 4051855"/>
              <a:gd name="connsiteX24" fmla="*/ 5720580 w 6707817"/>
              <a:gd name="connsiteY24" fmla="*/ 333860 h 4051855"/>
              <a:gd name="connsiteX25" fmla="*/ 5396730 w 6707817"/>
              <a:gd name="connsiteY25" fmla="*/ 314475 h 4051855"/>
              <a:gd name="connsiteX26" fmla="*/ 5214696 w 6707817"/>
              <a:gd name="connsiteY26" fmla="*/ 390675 h 4051855"/>
              <a:gd name="connsiteX27" fmla="*/ 5096163 w 6707817"/>
              <a:gd name="connsiteY27" fmla="*/ 509207 h 4051855"/>
              <a:gd name="connsiteX28" fmla="*/ 4884496 w 6707817"/>
              <a:gd name="connsiteY28" fmla="*/ 890207 h 4051855"/>
              <a:gd name="connsiteX29" fmla="*/ 4706696 w 6707817"/>
              <a:gd name="connsiteY29" fmla="*/ 1042608 h 4051855"/>
              <a:gd name="connsiteX30" fmla="*/ 4342630 w 6707817"/>
              <a:gd name="connsiteY30" fmla="*/ 1076474 h 4051855"/>
              <a:gd name="connsiteX31" fmla="*/ 3656830 w 6707817"/>
              <a:gd name="connsiteY31" fmla="*/ 983341 h 4051855"/>
              <a:gd name="connsiteX32" fmla="*/ 2987963 w 6707817"/>
              <a:gd name="connsiteY32" fmla="*/ 771675 h 4051855"/>
              <a:gd name="connsiteX33" fmla="*/ 2691630 w 6707817"/>
              <a:gd name="connsiteY33" fmla="*/ 500741 h 4051855"/>
              <a:gd name="connsiteX34" fmla="*/ 2505363 w 6707817"/>
              <a:gd name="connsiteY34" fmla="*/ 373741 h 4051855"/>
              <a:gd name="connsiteX35" fmla="*/ 2302163 w 6707817"/>
              <a:gd name="connsiteY35" fmla="*/ 322941 h 4051855"/>
              <a:gd name="connsiteX36" fmla="*/ 1946562 w 6707817"/>
              <a:gd name="connsiteY36" fmla="*/ 280608 h 4051855"/>
              <a:gd name="connsiteX37" fmla="*/ 1819563 w 6707817"/>
              <a:gd name="connsiteY37" fmla="*/ 280608 h 4051855"/>
              <a:gd name="connsiteX38" fmla="*/ 7696 w 6707817"/>
              <a:gd name="connsiteY38" fmla="*/ 4051839 h 4051855"/>
              <a:gd name="connsiteX0" fmla="*/ 384154 w 7084275"/>
              <a:gd name="connsiteY0" fmla="*/ 3994753 h 4016402"/>
              <a:gd name="connsiteX1" fmla="*/ 2991888 w 7084275"/>
              <a:gd name="connsiteY1" fmla="*/ 274322 h 4016402"/>
              <a:gd name="connsiteX2" fmla="*/ 3593021 w 7084275"/>
              <a:gd name="connsiteY2" fmla="*/ 714588 h 4016402"/>
              <a:gd name="connsiteX3" fmla="*/ 4990021 w 7084275"/>
              <a:gd name="connsiteY3" fmla="*/ 909322 h 4016402"/>
              <a:gd name="connsiteX4" fmla="*/ 5489554 w 7084275"/>
              <a:gd name="connsiteY4" fmla="*/ 274322 h 4016402"/>
              <a:gd name="connsiteX5" fmla="*/ 6054705 w 7084275"/>
              <a:gd name="connsiteY5" fmla="*/ 172768 h 4016402"/>
              <a:gd name="connsiteX6" fmla="*/ 6484388 w 7084275"/>
              <a:gd name="connsiteY6" fmla="*/ 428302 h 4016402"/>
              <a:gd name="connsiteX7" fmla="*/ 6645610 w 7084275"/>
              <a:gd name="connsiteY7" fmla="*/ 623187 h 4016402"/>
              <a:gd name="connsiteX8" fmla="*/ 6798010 w 7084275"/>
              <a:gd name="connsiteY8" fmla="*/ 703089 h 4016402"/>
              <a:gd name="connsiteX9" fmla="*/ 6912310 w 7084275"/>
              <a:gd name="connsiteY9" fmla="*/ 674034 h 4016402"/>
              <a:gd name="connsiteX10" fmla="*/ 6941588 w 7084275"/>
              <a:gd name="connsiteY10" fmla="*/ 529995 h 4016402"/>
              <a:gd name="connsiteX11" fmla="*/ 6912311 w 7084275"/>
              <a:gd name="connsiteY11" fmla="*/ 390745 h 4016402"/>
              <a:gd name="connsiteX12" fmla="*/ 6842462 w 7084275"/>
              <a:gd name="connsiteY12" fmla="*/ 303578 h 4016402"/>
              <a:gd name="connsiteX13" fmla="*/ 6798012 w 7084275"/>
              <a:gd name="connsiteY13" fmla="*/ 194620 h 4016402"/>
              <a:gd name="connsiteX14" fmla="*/ 6778962 w 7084275"/>
              <a:gd name="connsiteY14" fmla="*/ 27550 h 4016402"/>
              <a:gd name="connsiteX15" fmla="*/ 6925011 w 7084275"/>
              <a:gd name="connsiteY15" fmla="*/ 13025 h 4016402"/>
              <a:gd name="connsiteX16" fmla="*/ 7077054 w 7084275"/>
              <a:gd name="connsiteY16" fmla="*/ 26287 h 4016402"/>
              <a:gd name="connsiteX17" fmla="*/ 7058362 w 7084275"/>
              <a:gd name="connsiteY17" fmla="*/ 252730 h 4016402"/>
              <a:gd name="connsiteX18" fmla="*/ 7013912 w 7084275"/>
              <a:gd name="connsiteY18" fmla="*/ 405271 h 4016402"/>
              <a:gd name="connsiteX19" fmla="*/ 7001211 w 7084275"/>
              <a:gd name="connsiteY19" fmla="*/ 659506 h 4016402"/>
              <a:gd name="connsiteX20" fmla="*/ 6925011 w 7084275"/>
              <a:gd name="connsiteY20" fmla="*/ 775729 h 4016402"/>
              <a:gd name="connsiteX21" fmla="*/ 6814588 w 7084275"/>
              <a:gd name="connsiteY21" fmla="*/ 797321 h 4016402"/>
              <a:gd name="connsiteX22" fmla="*/ 6600803 w 7084275"/>
              <a:gd name="connsiteY22" fmla="*/ 712560 h 4016402"/>
              <a:gd name="connsiteX23" fmla="*/ 6334461 w 7084275"/>
              <a:gd name="connsiteY23" fmla="*/ 398005 h 4016402"/>
              <a:gd name="connsiteX24" fmla="*/ 6097038 w 7084275"/>
              <a:gd name="connsiteY24" fmla="*/ 276774 h 4016402"/>
              <a:gd name="connsiteX25" fmla="*/ 5773188 w 7084275"/>
              <a:gd name="connsiteY25" fmla="*/ 257389 h 4016402"/>
              <a:gd name="connsiteX26" fmla="*/ 5591154 w 7084275"/>
              <a:gd name="connsiteY26" fmla="*/ 333589 h 4016402"/>
              <a:gd name="connsiteX27" fmla="*/ 5472621 w 7084275"/>
              <a:gd name="connsiteY27" fmla="*/ 452121 h 4016402"/>
              <a:gd name="connsiteX28" fmla="*/ 5260954 w 7084275"/>
              <a:gd name="connsiteY28" fmla="*/ 833121 h 4016402"/>
              <a:gd name="connsiteX29" fmla="*/ 5083154 w 7084275"/>
              <a:gd name="connsiteY29" fmla="*/ 985522 h 4016402"/>
              <a:gd name="connsiteX30" fmla="*/ 4719088 w 7084275"/>
              <a:gd name="connsiteY30" fmla="*/ 1019388 h 4016402"/>
              <a:gd name="connsiteX31" fmla="*/ 4033288 w 7084275"/>
              <a:gd name="connsiteY31" fmla="*/ 926255 h 4016402"/>
              <a:gd name="connsiteX32" fmla="*/ 3364421 w 7084275"/>
              <a:gd name="connsiteY32" fmla="*/ 714589 h 4016402"/>
              <a:gd name="connsiteX33" fmla="*/ 3068088 w 7084275"/>
              <a:gd name="connsiteY33" fmla="*/ 443655 h 4016402"/>
              <a:gd name="connsiteX34" fmla="*/ 2881821 w 7084275"/>
              <a:gd name="connsiteY34" fmla="*/ 316655 h 4016402"/>
              <a:gd name="connsiteX35" fmla="*/ 2678621 w 7084275"/>
              <a:gd name="connsiteY35" fmla="*/ 265855 h 4016402"/>
              <a:gd name="connsiteX36" fmla="*/ 2323020 w 7084275"/>
              <a:gd name="connsiteY36" fmla="*/ 223522 h 4016402"/>
              <a:gd name="connsiteX37" fmla="*/ 214821 w 7084275"/>
              <a:gd name="connsiteY37" fmla="*/ 1734401 h 4016402"/>
              <a:gd name="connsiteX38" fmla="*/ 384154 w 7084275"/>
              <a:gd name="connsiteY38" fmla="*/ 3994753 h 4016402"/>
              <a:gd name="connsiteX0" fmla="*/ 257445 w 6957566"/>
              <a:gd name="connsiteY0" fmla="*/ 3994753 h 4014088"/>
              <a:gd name="connsiteX1" fmla="*/ 2865179 w 6957566"/>
              <a:gd name="connsiteY1" fmla="*/ 274322 h 4014088"/>
              <a:gd name="connsiteX2" fmla="*/ 3466312 w 6957566"/>
              <a:gd name="connsiteY2" fmla="*/ 714588 h 4014088"/>
              <a:gd name="connsiteX3" fmla="*/ 4863312 w 6957566"/>
              <a:gd name="connsiteY3" fmla="*/ 909322 h 4014088"/>
              <a:gd name="connsiteX4" fmla="*/ 5362845 w 6957566"/>
              <a:gd name="connsiteY4" fmla="*/ 274322 h 4014088"/>
              <a:gd name="connsiteX5" fmla="*/ 5927996 w 6957566"/>
              <a:gd name="connsiteY5" fmla="*/ 172768 h 4014088"/>
              <a:gd name="connsiteX6" fmla="*/ 6357679 w 6957566"/>
              <a:gd name="connsiteY6" fmla="*/ 428302 h 4014088"/>
              <a:gd name="connsiteX7" fmla="*/ 6518901 w 6957566"/>
              <a:gd name="connsiteY7" fmla="*/ 623187 h 4014088"/>
              <a:gd name="connsiteX8" fmla="*/ 6671301 w 6957566"/>
              <a:gd name="connsiteY8" fmla="*/ 703089 h 4014088"/>
              <a:gd name="connsiteX9" fmla="*/ 6785601 w 6957566"/>
              <a:gd name="connsiteY9" fmla="*/ 674034 h 4014088"/>
              <a:gd name="connsiteX10" fmla="*/ 6814879 w 6957566"/>
              <a:gd name="connsiteY10" fmla="*/ 529995 h 4014088"/>
              <a:gd name="connsiteX11" fmla="*/ 6785602 w 6957566"/>
              <a:gd name="connsiteY11" fmla="*/ 390745 h 4014088"/>
              <a:gd name="connsiteX12" fmla="*/ 6715753 w 6957566"/>
              <a:gd name="connsiteY12" fmla="*/ 303578 h 4014088"/>
              <a:gd name="connsiteX13" fmla="*/ 6671303 w 6957566"/>
              <a:gd name="connsiteY13" fmla="*/ 194620 h 4014088"/>
              <a:gd name="connsiteX14" fmla="*/ 6652253 w 6957566"/>
              <a:gd name="connsiteY14" fmla="*/ 27550 h 4014088"/>
              <a:gd name="connsiteX15" fmla="*/ 6798302 w 6957566"/>
              <a:gd name="connsiteY15" fmla="*/ 13025 h 4014088"/>
              <a:gd name="connsiteX16" fmla="*/ 6950345 w 6957566"/>
              <a:gd name="connsiteY16" fmla="*/ 26287 h 4014088"/>
              <a:gd name="connsiteX17" fmla="*/ 6931653 w 6957566"/>
              <a:gd name="connsiteY17" fmla="*/ 252730 h 4014088"/>
              <a:gd name="connsiteX18" fmla="*/ 6887203 w 6957566"/>
              <a:gd name="connsiteY18" fmla="*/ 405271 h 4014088"/>
              <a:gd name="connsiteX19" fmla="*/ 6874502 w 6957566"/>
              <a:gd name="connsiteY19" fmla="*/ 659506 h 4014088"/>
              <a:gd name="connsiteX20" fmla="*/ 6798302 w 6957566"/>
              <a:gd name="connsiteY20" fmla="*/ 775729 h 4014088"/>
              <a:gd name="connsiteX21" fmla="*/ 6687879 w 6957566"/>
              <a:gd name="connsiteY21" fmla="*/ 797321 h 4014088"/>
              <a:gd name="connsiteX22" fmla="*/ 6474094 w 6957566"/>
              <a:gd name="connsiteY22" fmla="*/ 712560 h 4014088"/>
              <a:gd name="connsiteX23" fmla="*/ 6207752 w 6957566"/>
              <a:gd name="connsiteY23" fmla="*/ 398005 h 4014088"/>
              <a:gd name="connsiteX24" fmla="*/ 5970329 w 6957566"/>
              <a:gd name="connsiteY24" fmla="*/ 276774 h 4014088"/>
              <a:gd name="connsiteX25" fmla="*/ 5646479 w 6957566"/>
              <a:gd name="connsiteY25" fmla="*/ 257389 h 4014088"/>
              <a:gd name="connsiteX26" fmla="*/ 5464445 w 6957566"/>
              <a:gd name="connsiteY26" fmla="*/ 333589 h 4014088"/>
              <a:gd name="connsiteX27" fmla="*/ 5345912 w 6957566"/>
              <a:gd name="connsiteY27" fmla="*/ 452121 h 4014088"/>
              <a:gd name="connsiteX28" fmla="*/ 5134245 w 6957566"/>
              <a:gd name="connsiteY28" fmla="*/ 833121 h 4014088"/>
              <a:gd name="connsiteX29" fmla="*/ 4956445 w 6957566"/>
              <a:gd name="connsiteY29" fmla="*/ 985522 h 4014088"/>
              <a:gd name="connsiteX30" fmla="*/ 4592379 w 6957566"/>
              <a:gd name="connsiteY30" fmla="*/ 1019388 h 4014088"/>
              <a:gd name="connsiteX31" fmla="*/ 3906579 w 6957566"/>
              <a:gd name="connsiteY31" fmla="*/ 926255 h 4014088"/>
              <a:gd name="connsiteX32" fmla="*/ 3237712 w 6957566"/>
              <a:gd name="connsiteY32" fmla="*/ 714589 h 4014088"/>
              <a:gd name="connsiteX33" fmla="*/ 2941379 w 6957566"/>
              <a:gd name="connsiteY33" fmla="*/ 443655 h 4014088"/>
              <a:gd name="connsiteX34" fmla="*/ 2755112 w 6957566"/>
              <a:gd name="connsiteY34" fmla="*/ 316655 h 4014088"/>
              <a:gd name="connsiteX35" fmla="*/ 2551912 w 6957566"/>
              <a:gd name="connsiteY35" fmla="*/ 265855 h 4014088"/>
              <a:gd name="connsiteX36" fmla="*/ 189711 w 6957566"/>
              <a:gd name="connsiteY36" fmla="*/ 1734402 h 4014088"/>
              <a:gd name="connsiteX37" fmla="*/ 88112 w 6957566"/>
              <a:gd name="connsiteY37" fmla="*/ 1734401 h 4014088"/>
              <a:gd name="connsiteX38" fmla="*/ 257445 w 6957566"/>
              <a:gd name="connsiteY38" fmla="*/ 3994753 h 4014088"/>
              <a:gd name="connsiteX0" fmla="*/ 319449 w 7019570"/>
              <a:gd name="connsiteY0" fmla="*/ 3994753 h 4016552"/>
              <a:gd name="connsiteX1" fmla="*/ 2927183 w 7019570"/>
              <a:gd name="connsiteY1" fmla="*/ 274322 h 4016552"/>
              <a:gd name="connsiteX2" fmla="*/ 3528316 w 7019570"/>
              <a:gd name="connsiteY2" fmla="*/ 714588 h 4016552"/>
              <a:gd name="connsiteX3" fmla="*/ 4925316 w 7019570"/>
              <a:gd name="connsiteY3" fmla="*/ 909322 h 4016552"/>
              <a:gd name="connsiteX4" fmla="*/ 5424849 w 7019570"/>
              <a:gd name="connsiteY4" fmla="*/ 274322 h 4016552"/>
              <a:gd name="connsiteX5" fmla="*/ 5990000 w 7019570"/>
              <a:gd name="connsiteY5" fmla="*/ 172768 h 4016552"/>
              <a:gd name="connsiteX6" fmla="*/ 6419683 w 7019570"/>
              <a:gd name="connsiteY6" fmla="*/ 428302 h 4016552"/>
              <a:gd name="connsiteX7" fmla="*/ 6580905 w 7019570"/>
              <a:gd name="connsiteY7" fmla="*/ 623187 h 4016552"/>
              <a:gd name="connsiteX8" fmla="*/ 6733305 w 7019570"/>
              <a:gd name="connsiteY8" fmla="*/ 703089 h 4016552"/>
              <a:gd name="connsiteX9" fmla="*/ 6847605 w 7019570"/>
              <a:gd name="connsiteY9" fmla="*/ 674034 h 4016552"/>
              <a:gd name="connsiteX10" fmla="*/ 6876883 w 7019570"/>
              <a:gd name="connsiteY10" fmla="*/ 529995 h 4016552"/>
              <a:gd name="connsiteX11" fmla="*/ 6847606 w 7019570"/>
              <a:gd name="connsiteY11" fmla="*/ 390745 h 4016552"/>
              <a:gd name="connsiteX12" fmla="*/ 6777757 w 7019570"/>
              <a:gd name="connsiteY12" fmla="*/ 303578 h 4016552"/>
              <a:gd name="connsiteX13" fmla="*/ 6733307 w 7019570"/>
              <a:gd name="connsiteY13" fmla="*/ 194620 h 4016552"/>
              <a:gd name="connsiteX14" fmla="*/ 6714257 w 7019570"/>
              <a:gd name="connsiteY14" fmla="*/ 27550 h 4016552"/>
              <a:gd name="connsiteX15" fmla="*/ 6860306 w 7019570"/>
              <a:gd name="connsiteY15" fmla="*/ 13025 h 4016552"/>
              <a:gd name="connsiteX16" fmla="*/ 7012349 w 7019570"/>
              <a:gd name="connsiteY16" fmla="*/ 26287 h 4016552"/>
              <a:gd name="connsiteX17" fmla="*/ 6993657 w 7019570"/>
              <a:gd name="connsiteY17" fmla="*/ 252730 h 4016552"/>
              <a:gd name="connsiteX18" fmla="*/ 6949207 w 7019570"/>
              <a:gd name="connsiteY18" fmla="*/ 405271 h 4016552"/>
              <a:gd name="connsiteX19" fmla="*/ 6936506 w 7019570"/>
              <a:gd name="connsiteY19" fmla="*/ 659506 h 4016552"/>
              <a:gd name="connsiteX20" fmla="*/ 6860306 w 7019570"/>
              <a:gd name="connsiteY20" fmla="*/ 775729 h 4016552"/>
              <a:gd name="connsiteX21" fmla="*/ 6749883 w 7019570"/>
              <a:gd name="connsiteY21" fmla="*/ 797321 h 4016552"/>
              <a:gd name="connsiteX22" fmla="*/ 6536098 w 7019570"/>
              <a:gd name="connsiteY22" fmla="*/ 712560 h 4016552"/>
              <a:gd name="connsiteX23" fmla="*/ 6269756 w 7019570"/>
              <a:gd name="connsiteY23" fmla="*/ 398005 h 4016552"/>
              <a:gd name="connsiteX24" fmla="*/ 6032333 w 7019570"/>
              <a:gd name="connsiteY24" fmla="*/ 276774 h 4016552"/>
              <a:gd name="connsiteX25" fmla="*/ 5708483 w 7019570"/>
              <a:gd name="connsiteY25" fmla="*/ 257389 h 4016552"/>
              <a:gd name="connsiteX26" fmla="*/ 5526449 w 7019570"/>
              <a:gd name="connsiteY26" fmla="*/ 333589 h 4016552"/>
              <a:gd name="connsiteX27" fmla="*/ 5407916 w 7019570"/>
              <a:gd name="connsiteY27" fmla="*/ 452121 h 4016552"/>
              <a:gd name="connsiteX28" fmla="*/ 5196249 w 7019570"/>
              <a:gd name="connsiteY28" fmla="*/ 833121 h 4016552"/>
              <a:gd name="connsiteX29" fmla="*/ 5018449 w 7019570"/>
              <a:gd name="connsiteY29" fmla="*/ 985522 h 4016552"/>
              <a:gd name="connsiteX30" fmla="*/ 4654383 w 7019570"/>
              <a:gd name="connsiteY30" fmla="*/ 1019388 h 4016552"/>
              <a:gd name="connsiteX31" fmla="*/ 3968583 w 7019570"/>
              <a:gd name="connsiteY31" fmla="*/ 926255 h 4016552"/>
              <a:gd name="connsiteX32" fmla="*/ 3299716 w 7019570"/>
              <a:gd name="connsiteY32" fmla="*/ 714589 h 4016552"/>
              <a:gd name="connsiteX33" fmla="*/ 3003383 w 7019570"/>
              <a:gd name="connsiteY33" fmla="*/ 443655 h 4016552"/>
              <a:gd name="connsiteX34" fmla="*/ 2817116 w 7019570"/>
              <a:gd name="connsiteY34" fmla="*/ 316655 h 4016552"/>
              <a:gd name="connsiteX35" fmla="*/ 2613916 w 7019570"/>
              <a:gd name="connsiteY35" fmla="*/ 265855 h 4016552"/>
              <a:gd name="connsiteX36" fmla="*/ 251715 w 7019570"/>
              <a:gd name="connsiteY36" fmla="*/ 1734402 h 4016552"/>
              <a:gd name="connsiteX37" fmla="*/ 35816 w 7019570"/>
              <a:gd name="connsiteY37" fmla="*/ 1807040 h 4016552"/>
              <a:gd name="connsiteX38" fmla="*/ 319449 w 7019570"/>
              <a:gd name="connsiteY38" fmla="*/ 3994753 h 4016552"/>
              <a:gd name="connsiteX0" fmla="*/ 321163 w 7021284"/>
              <a:gd name="connsiteY0" fmla="*/ 3994753 h 4016668"/>
              <a:gd name="connsiteX1" fmla="*/ 2928897 w 7021284"/>
              <a:gd name="connsiteY1" fmla="*/ 274322 h 4016668"/>
              <a:gd name="connsiteX2" fmla="*/ 3530030 w 7021284"/>
              <a:gd name="connsiteY2" fmla="*/ 714588 h 4016668"/>
              <a:gd name="connsiteX3" fmla="*/ 4927030 w 7021284"/>
              <a:gd name="connsiteY3" fmla="*/ 909322 h 4016668"/>
              <a:gd name="connsiteX4" fmla="*/ 5426563 w 7021284"/>
              <a:gd name="connsiteY4" fmla="*/ 274322 h 4016668"/>
              <a:gd name="connsiteX5" fmla="*/ 5991714 w 7021284"/>
              <a:gd name="connsiteY5" fmla="*/ 172768 h 4016668"/>
              <a:gd name="connsiteX6" fmla="*/ 6421397 w 7021284"/>
              <a:gd name="connsiteY6" fmla="*/ 428302 h 4016668"/>
              <a:gd name="connsiteX7" fmla="*/ 6582619 w 7021284"/>
              <a:gd name="connsiteY7" fmla="*/ 623187 h 4016668"/>
              <a:gd name="connsiteX8" fmla="*/ 6735019 w 7021284"/>
              <a:gd name="connsiteY8" fmla="*/ 703089 h 4016668"/>
              <a:gd name="connsiteX9" fmla="*/ 6849319 w 7021284"/>
              <a:gd name="connsiteY9" fmla="*/ 674034 h 4016668"/>
              <a:gd name="connsiteX10" fmla="*/ 6878597 w 7021284"/>
              <a:gd name="connsiteY10" fmla="*/ 529995 h 4016668"/>
              <a:gd name="connsiteX11" fmla="*/ 6849320 w 7021284"/>
              <a:gd name="connsiteY11" fmla="*/ 390745 h 4016668"/>
              <a:gd name="connsiteX12" fmla="*/ 6779471 w 7021284"/>
              <a:gd name="connsiteY12" fmla="*/ 303578 h 4016668"/>
              <a:gd name="connsiteX13" fmla="*/ 6735021 w 7021284"/>
              <a:gd name="connsiteY13" fmla="*/ 194620 h 4016668"/>
              <a:gd name="connsiteX14" fmla="*/ 6715971 w 7021284"/>
              <a:gd name="connsiteY14" fmla="*/ 27550 h 4016668"/>
              <a:gd name="connsiteX15" fmla="*/ 6862020 w 7021284"/>
              <a:gd name="connsiteY15" fmla="*/ 13025 h 4016668"/>
              <a:gd name="connsiteX16" fmla="*/ 7014063 w 7021284"/>
              <a:gd name="connsiteY16" fmla="*/ 26287 h 4016668"/>
              <a:gd name="connsiteX17" fmla="*/ 6995371 w 7021284"/>
              <a:gd name="connsiteY17" fmla="*/ 252730 h 4016668"/>
              <a:gd name="connsiteX18" fmla="*/ 6950921 w 7021284"/>
              <a:gd name="connsiteY18" fmla="*/ 405271 h 4016668"/>
              <a:gd name="connsiteX19" fmla="*/ 6938220 w 7021284"/>
              <a:gd name="connsiteY19" fmla="*/ 659506 h 4016668"/>
              <a:gd name="connsiteX20" fmla="*/ 6862020 w 7021284"/>
              <a:gd name="connsiteY20" fmla="*/ 775729 h 4016668"/>
              <a:gd name="connsiteX21" fmla="*/ 6751597 w 7021284"/>
              <a:gd name="connsiteY21" fmla="*/ 797321 h 4016668"/>
              <a:gd name="connsiteX22" fmla="*/ 6537812 w 7021284"/>
              <a:gd name="connsiteY22" fmla="*/ 712560 h 4016668"/>
              <a:gd name="connsiteX23" fmla="*/ 6271470 w 7021284"/>
              <a:gd name="connsiteY23" fmla="*/ 398005 h 4016668"/>
              <a:gd name="connsiteX24" fmla="*/ 6034047 w 7021284"/>
              <a:gd name="connsiteY24" fmla="*/ 276774 h 4016668"/>
              <a:gd name="connsiteX25" fmla="*/ 5710197 w 7021284"/>
              <a:gd name="connsiteY25" fmla="*/ 257389 h 4016668"/>
              <a:gd name="connsiteX26" fmla="*/ 5528163 w 7021284"/>
              <a:gd name="connsiteY26" fmla="*/ 333589 h 4016668"/>
              <a:gd name="connsiteX27" fmla="*/ 5409630 w 7021284"/>
              <a:gd name="connsiteY27" fmla="*/ 452121 h 4016668"/>
              <a:gd name="connsiteX28" fmla="*/ 5197963 w 7021284"/>
              <a:gd name="connsiteY28" fmla="*/ 833121 h 4016668"/>
              <a:gd name="connsiteX29" fmla="*/ 5020163 w 7021284"/>
              <a:gd name="connsiteY29" fmla="*/ 985522 h 4016668"/>
              <a:gd name="connsiteX30" fmla="*/ 4656097 w 7021284"/>
              <a:gd name="connsiteY30" fmla="*/ 1019388 h 4016668"/>
              <a:gd name="connsiteX31" fmla="*/ 3970297 w 7021284"/>
              <a:gd name="connsiteY31" fmla="*/ 926255 h 4016668"/>
              <a:gd name="connsiteX32" fmla="*/ 3301430 w 7021284"/>
              <a:gd name="connsiteY32" fmla="*/ 714589 h 4016668"/>
              <a:gd name="connsiteX33" fmla="*/ 3005097 w 7021284"/>
              <a:gd name="connsiteY33" fmla="*/ 443655 h 4016668"/>
              <a:gd name="connsiteX34" fmla="*/ 2818830 w 7021284"/>
              <a:gd name="connsiteY34" fmla="*/ 316655 h 4016668"/>
              <a:gd name="connsiteX35" fmla="*/ 2615630 w 7021284"/>
              <a:gd name="connsiteY35" fmla="*/ 265855 h 4016668"/>
              <a:gd name="connsiteX36" fmla="*/ 278829 w 7021284"/>
              <a:gd name="connsiteY36" fmla="*/ 1661763 h 4016668"/>
              <a:gd name="connsiteX37" fmla="*/ 37530 w 7021284"/>
              <a:gd name="connsiteY37" fmla="*/ 1807040 h 4016668"/>
              <a:gd name="connsiteX38" fmla="*/ 321163 w 7021284"/>
              <a:gd name="connsiteY38" fmla="*/ 3994753 h 4016668"/>
              <a:gd name="connsiteX0" fmla="*/ 337514 w 7037635"/>
              <a:gd name="connsiteY0" fmla="*/ 3994753 h 4028926"/>
              <a:gd name="connsiteX1" fmla="*/ 2945248 w 7037635"/>
              <a:gd name="connsiteY1" fmla="*/ 274322 h 4028926"/>
              <a:gd name="connsiteX2" fmla="*/ 3546381 w 7037635"/>
              <a:gd name="connsiteY2" fmla="*/ 714588 h 4028926"/>
              <a:gd name="connsiteX3" fmla="*/ 4943381 w 7037635"/>
              <a:gd name="connsiteY3" fmla="*/ 909322 h 4028926"/>
              <a:gd name="connsiteX4" fmla="*/ 5442914 w 7037635"/>
              <a:gd name="connsiteY4" fmla="*/ 274322 h 4028926"/>
              <a:gd name="connsiteX5" fmla="*/ 6008065 w 7037635"/>
              <a:gd name="connsiteY5" fmla="*/ 172768 h 4028926"/>
              <a:gd name="connsiteX6" fmla="*/ 6437748 w 7037635"/>
              <a:gd name="connsiteY6" fmla="*/ 428302 h 4028926"/>
              <a:gd name="connsiteX7" fmla="*/ 6598970 w 7037635"/>
              <a:gd name="connsiteY7" fmla="*/ 623187 h 4028926"/>
              <a:gd name="connsiteX8" fmla="*/ 6751370 w 7037635"/>
              <a:gd name="connsiteY8" fmla="*/ 703089 h 4028926"/>
              <a:gd name="connsiteX9" fmla="*/ 6865670 w 7037635"/>
              <a:gd name="connsiteY9" fmla="*/ 674034 h 4028926"/>
              <a:gd name="connsiteX10" fmla="*/ 6894948 w 7037635"/>
              <a:gd name="connsiteY10" fmla="*/ 529995 h 4028926"/>
              <a:gd name="connsiteX11" fmla="*/ 6865671 w 7037635"/>
              <a:gd name="connsiteY11" fmla="*/ 390745 h 4028926"/>
              <a:gd name="connsiteX12" fmla="*/ 6795822 w 7037635"/>
              <a:gd name="connsiteY12" fmla="*/ 303578 h 4028926"/>
              <a:gd name="connsiteX13" fmla="*/ 6751372 w 7037635"/>
              <a:gd name="connsiteY13" fmla="*/ 194620 h 4028926"/>
              <a:gd name="connsiteX14" fmla="*/ 6732322 w 7037635"/>
              <a:gd name="connsiteY14" fmla="*/ 27550 h 4028926"/>
              <a:gd name="connsiteX15" fmla="*/ 6878371 w 7037635"/>
              <a:gd name="connsiteY15" fmla="*/ 13025 h 4028926"/>
              <a:gd name="connsiteX16" fmla="*/ 7030414 w 7037635"/>
              <a:gd name="connsiteY16" fmla="*/ 26287 h 4028926"/>
              <a:gd name="connsiteX17" fmla="*/ 7011722 w 7037635"/>
              <a:gd name="connsiteY17" fmla="*/ 252730 h 4028926"/>
              <a:gd name="connsiteX18" fmla="*/ 6967272 w 7037635"/>
              <a:gd name="connsiteY18" fmla="*/ 405271 h 4028926"/>
              <a:gd name="connsiteX19" fmla="*/ 6954571 w 7037635"/>
              <a:gd name="connsiteY19" fmla="*/ 659506 h 4028926"/>
              <a:gd name="connsiteX20" fmla="*/ 6878371 w 7037635"/>
              <a:gd name="connsiteY20" fmla="*/ 775729 h 4028926"/>
              <a:gd name="connsiteX21" fmla="*/ 6767948 w 7037635"/>
              <a:gd name="connsiteY21" fmla="*/ 797321 h 4028926"/>
              <a:gd name="connsiteX22" fmla="*/ 6554163 w 7037635"/>
              <a:gd name="connsiteY22" fmla="*/ 712560 h 4028926"/>
              <a:gd name="connsiteX23" fmla="*/ 6287821 w 7037635"/>
              <a:gd name="connsiteY23" fmla="*/ 398005 h 4028926"/>
              <a:gd name="connsiteX24" fmla="*/ 6050398 w 7037635"/>
              <a:gd name="connsiteY24" fmla="*/ 276774 h 4028926"/>
              <a:gd name="connsiteX25" fmla="*/ 5726548 w 7037635"/>
              <a:gd name="connsiteY25" fmla="*/ 257389 h 4028926"/>
              <a:gd name="connsiteX26" fmla="*/ 5544514 w 7037635"/>
              <a:gd name="connsiteY26" fmla="*/ 333589 h 4028926"/>
              <a:gd name="connsiteX27" fmla="*/ 5425981 w 7037635"/>
              <a:gd name="connsiteY27" fmla="*/ 452121 h 4028926"/>
              <a:gd name="connsiteX28" fmla="*/ 5214314 w 7037635"/>
              <a:gd name="connsiteY28" fmla="*/ 833121 h 4028926"/>
              <a:gd name="connsiteX29" fmla="*/ 5036514 w 7037635"/>
              <a:gd name="connsiteY29" fmla="*/ 985522 h 4028926"/>
              <a:gd name="connsiteX30" fmla="*/ 4672448 w 7037635"/>
              <a:gd name="connsiteY30" fmla="*/ 1019388 h 4028926"/>
              <a:gd name="connsiteX31" fmla="*/ 3986648 w 7037635"/>
              <a:gd name="connsiteY31" fmla="*/ 926255 h 4028926"/>
              <a:gd name="connsiteX32" fmla="*/ 3317781 w 7037635"/>
              <a:gd name="connsiteY32" fmla="*/ 714589 h 4028926"/>
              <a:gd name="connsiteX33" fmla="*/ 3021448 w 7037635"/>
              <a:gd name="connsiteY33" fmla="*/ 443655 h 4028926"/>
              <a:gd name="connsiteX34" fmla="*/ 2835181 w 7037635"/>
              <a:gd name="connsiteY34" fmla="*/ 316655 h 4028926"/>
              <a:gd name="connsiteX35" fmla="*/ 2631981 w 7037635"/>
              <a:gd name="connsiteY35" fmla="*/ 265855 h 4028926"/>
              <a:gd name="connsiteX36" fmla="*/ 295180 w 7037635"/>
              <a:gd name="connsiteY36" fmla="*/ 1661763 h 4028926"/>
              <a:gd name="connsiteX37" fmla="*/ 28481 w 7037635"/>
              <a:gd name="connsiteY37" fmla="*/ 2097594 h 4028926"/>
              <a:gd name="connsiteX38" fmla="*/ 337514 w 7037635"/>
              <a:gd name="connsiteY38" fmla="*/ 3994753 h 4028926"/>
              <a:gd name="connsiteX0" fmla="*/ 337514 w 7037635"/>
              <a:gd name="connsiteY0" fmla="*/ 3994753 h 4028730"/>
              <a:gd name="connsiteX1" fmla="*/ 2945248 w 7037635"/>
              <a:gd name="connsiteY1" fmla="*/ 274322 h 4028730"/>
              <a:gd name="connsiteX2" fmla="*/ 3546381 w 7037635"/>
              <a:gd name="connsiteY2" fmla="*/ 714588 h 4028730"/>
              <a:gd name="connsiteX3" fmla="*/ 4943381 w 7037635"/>
              <a:gd name="connsiteY3" fmla="*/ 909322 h 4028730"/>
              <a:gd name="connsiteX4" fmla="*/ 5442914 w 7037635"/>
              <a:gd name="connsiteY4" fmla="*/ 274322 h 4028730"/>
              <a:gd name="connsiteX5" fmla="*/ 6008065 w 7037635"/>
              <a:gd name="connsiteY5" fmla="*/ 172768 h 4028730"/>
              <a:gd name="connsiteX6" fmla="*/ 6437748 w 7037635"/>
              <a:gd name="connsiteY6" fmla="*/ 428302 h 4028730"/>
              <a:gd name="connsiteX7" fmla="*/ 6598970 w 7037635"/>
              <a:gd name="connsiteY7" fmla="*/ 623187 h 4028730"/>
              <a:gd name="connsiteX8" fmla="*/ 6751370 w 7037635"/>
              <a:gd name="connsiteY8" fmla="*/ 703089 h 4028730"/>
              <a:gd name="connsiteX9" fmla="*/ 6865670 w 7037635"/>
              <a:gd name="connsiteY9" fmla="*/ 674034 h 4028730"/>
              <a:gd name="connsiteX10" fmla="*/ 6894948 w 7037635"/>
              <a:gd name="connsiteY10" fmla="*/ 529995 h 4028730"/>
              <a:gd name="connsiteX11" fmla="*/ 6865671 w 7037635"/>
              <a:gd name="connsiteY11" fmla="*/ 390745 h 4028730"/>
              <a:gd name="connsiteX12" fmla="*/ 6795822 w 7037635"/>
              <a:gd name="connsiteY12" fmla="*/ 303578 h 4028730"/>
              <a:gd name="connsiteX13" fmla="*/ 6751372 w 7037635"/>
              <a:gd name="connsiteY13" fmla="*/ 194620 h 4028730"/>
              <a:gd name="connsiteX14" fmla="*/ 6732322 w 7037635"/>
              <a:gd name="connsiteY14" fmla="*/ 27550 h 4028730"/>
              <a:gd name="connsiteX15" fmla="*/ 6878371 w 7037635"/>
              <a:gd name="connsiteY15" fmla="*/ 13025 h 4028730"/>
              <a:gd name="connsiteX16" fmla="*/ 7030414 w 7037635"/>
              <a:gd name="connsiteY16" fmla="*/ 26287 h 4028730"/>
              <a:gd name="connsiteX17" fmla="*/ 7011722 w 7037635"/>
              <a:gd name="connsiteY17" fmla="*/ 252730 h 4028730"/>
              <a:gd name="connsiteX18" fmla="*/ 6967272 w 7037635"/>
              <a:gd name="connsiteY18" fmla="*/ 405271 h 4028730"/>
              <a:gd name="connsiteX19" fmla="*/ 6954571 w 7037635"/>
              <a:gd name="connsiteY19" fmla="*/ 659506 h 4028730"/>
              <a:gd name="connsiteX20" fmla="*/ 6878371 w 7037635"/>
              <a:gd name="connsiteY20" fmla="*/ 775729 h 4028730"/>
              <a:gd name="connsiteX21" fmla="*/ 6767948 w 7037635"/>
              <a:gd name="connsiteY21" fmla="*/ 797321 h 4028730"/>
              <a:gd name="connsiteX22" fmla="*/ 6554163 w 7037635"/>
              <a:gd name="connsiteY22" fmla="*/ 712560 h 4028730"/>
              <a:gd name="connsiteX23" fmla="*/ 6287821 w 7037635"/>
              <a:gd name="connsiteY23" fmla="*/ 398005 h 4028730"/>
              <a:gd name="connsiteX24" fmla="*/ 6050398 w 7037635"/>
              <a:gd name="connsiteY24" fmla="*/ 276774 h 4028730"/>
              <a:gd name="connsiteX25" fmla="*/ 5726548 w 7037635"/>
              <a:gd name="connsiteY25" fmla="*/ 257389 h 4028730"/>
              <a:gd name="connsiteX26" fmla="*/ 5544514 w 7037635"/>
              <a:gd name="connsiteY26" fmla="*/ 333589 h 4028730"/>
              <a:gd name="connsiteX27" fmla="*/ 5425981 w 7037635"/>
              <a:gd name="connsiteY27" fmla="*/ 452121 h 4028730"/>
              <a:gd name="connsiteX28" fmla="*/ 5214314 w 7037635"/>
              <a:gd name="connsiteY28" fmla="*/ 833121 h 4028730"/>
              <a:gd name="connsiteX29" fmla="*/ 5036514 w 7037635"/>
              <a:gd name="connsiteY29" fmla="*/ 985522 h 4028730"/>
              <a:gd name="connsiteX30" fmla="*/ 4672448 w 7037635"/>
              <a:gd name="connsiteY30" fmla="*/ 1019388 h 4028730"/>
              <a:gd name="connsiteX31" fmla="*/ 3986648 w 7037635"/>
              <a:gd name="connsiteY31" fmla="*/ 926255 h 4028730"/>
              <a:gd name="connsiteX32" fmla="*/ 3317781 w 7037635"/>
              <a:gd name="connsiteY32" fmla="*/ 714589 h 4028730"/>
              <a:gd name="connsiteX33" fmla="*/ 3021448 w 7037635"/>
              <a:gd name="connsiteY33" fmla="*/ 443655 h 4028730"/>
              <a:gd name="connsiteX34" fmla="*/ 2835181 w 7037635"/>
              <a:gd name="connsiteY34" fmla="*/ 316655 h 4028730"/>
              <a:gd name="connsiteX35" fmla="*/ 2631981 w 7037635"/>
              <a:gd name="connsiteY35" fmla="*/ 265855 h 4028730"/>
              <a:gd name="connsiteX36" fmla="*/ 295180 w 7037635"/>
              <a:gd name="connsiteY36" fmla="*/ 1734402 h 4028730"/>
              <a:gd name="connsiteX37" fmla="*/ 28481 w 7037635"/>
              <a:gd name="connsiteY37" fmla="*/ 2097594 h 4028730"/>
              <a:gd name="connsiteX38" fmla="*/ 337514 w 7037635"/>
              <a:gd name="connsiteY38" fmla="*/ 3994753 h 4028730"/>
              <a:gd name="connsiteX0" fmla="*/ 337514 w 7037635"/>
              <a:gd name="connsiteY0" fmla="*/ 3994753 h 4028730"/>
              <a:gd name="connsiteX1" fmla="*/ 2945248 w 7037635"/>
              <a:gd name="connsiteY1" fmla="*/ 274322 h 4028730"/>
              <a:gd name="connsiteX2" fmla="*/ 3546381 w 7037635"/>
              <a:gd name="connsiteY2" fmla="*/ 714588 h 4028730"/>
              <a:gd name="connsiteX3" fmla="*/ 4943381 w 7037635"/>
              <a:gd name="connsiteY3" fmla="*/ 909322 h 4028730"/>
              <a:gd name="connsiteX4" fmla="*/ 5442914 w 7037635"/>
              <a:gd name="connsiteY4" fmla="*/ 274322 h 4028730"/>
              <a:gd name="connsiteX5" fmla="*/ 6008065 w 7037635"/>
              <a:gd name="connsiteY5" fmla="*/ 172768 h 4028730"/>
              <a:gd name="connsiteX6" fmla="*/ 6437748 w 7037635"/>
              <a:gd name="connsiteY6" fmla="*/ 428302 h 4028730"/>
              <a:gd name="connsiteX7" fmla="*/ 6598970 w 7037635"/>
              <a:gd name="connsiteY7" fmla="*/ 623187 h 4028730"/>
              <a:gd name="connsiteX8" fmla="*/ 6751370 w 7037635"/>
              <a:gd name="connsiteY8" fmla="*/ 703089 h 4028730"/>
              <a:gd name="connsiteX9" fmla="*/ 6865670 w 7037635"/>
              <a:gd name="connsiteY9" fmla="*/ 674034 h 4028730"/>
              <a:gd name="connsiteX10" fmla="*/ 6894948 w 7037635"/>
              <a:gd name="connsiteY10" fmla="*/ 529995 h 4028730"/>
              <a:gd name="connsiteX11" fmla="*/ 6865671 w 7037635"/>
              <a:gd name="connsiteY11" fmla="*/ 390745 h 4028730"/>
              <a:gd name="connsiteX12" fmla="*/ 6795822 w 7037635"/>
              <a:gd name="connsiteY12" fmla="*/ 303578 h 4028730"/>
              <a:gd name="connsiteX13" fmla="*/ 6751372 w 7037635"/>
              <a:gd name="connsiteY13" fmla="*/ 194620 h 4028730"/>
              <a:gd name="connsiteX14" fmla="*/ 6732322 w 7037635"/>
              <a:gd name="connsiteY14" fmla="*/ 27550 h 4028730"/>
              <a:gd name="connsiteX15" fmla="*/ 6878371 w 7037635"/>
              <a:gd name="connsiteY15" fmla="*/ 13025 h 4028730"/>
              <a:gd name="connsiteX16" fmla="*/ 7030414 w 7037635"/>
              <a:gd name="connsiteY16" fmla="*/ 26287 h 4028730"/>
              <a:gd name="connsiteX17" fmla="*/ 7011722 w 7037635"/>
              <a:gd name="connsiteY17" fmla="*/ 252730 h 4028730"/>
              <a:gd name="connsiteX18" fmla="*/ 6967272 w 7037635"/>
              <a:gd name="connsiteY18" fmla="*/ 405271 h 4028730"/>
              <a:gd name="connsiteX19" fmla="*/ 6954571 w 7037635"/>
              <a:gd name="connsiteY19" fmla="*/ 659506 h 4028730"/>
              <a:gd name="connsiteX20" fmla="*/ 6878371 w 7037635"/>
              <a:gd name="connsiteY20" fmla="*/ 775729 h 4028730"/>
              <a:gd name="connsiteX21" fmla="*/ 6767948 w 7037635"/>
              <a:gd name="connsiteY21" fmla="*/ 797321 h 4028730"/>
              <a:gd name="connsiteX22" fmla="*/ 6554163 w 7037635"/>
              <a:gd name="connsiteY22" fmla="*/ 712560 h 4028730"/>
              <a:gd name="connsiteX23" fmla="*/ 6287821 w 7037635"/>
              <a:gd name="connsiteY23" fmla="*/ 398005 h 4028730"/>
              <a:gd name="connsiteX24" fmla="*/ 6050398 w 7037635"/>
              <a:gd name="connsiteY24" fmla="*/ 276774 h 4028730"/>
              <a:gd name="connsiteX25" fmla="*/ 5726548 w 7037635"/>
              <a:gd name="connsiteY25" fmla="*/ 257389 h 4028730"/>
              <a:gd name="connsiteX26" fmla="*/ 5544514 w 7037635"/>
              <a:gd name="connsiteY26" fmla="*/ 333589 h 4028730"/>
              <a:gd name="connsiteX27" fmla="*/ 5425981 w 7037635"/>
              <a:gd name="connsiteY27" fmla="*/ 452121 h 4028730"/>
              <a:gd name="connsiteX28" fmla="*/ 5214314 w 7037635"/>
              <a:gd name="connsiteY28" fmla="*/ 833121 h 4028730"/>
              <a:gd name="connsiteX29" fmla="*/ 5036514 w 7037635"/>
              <a:gd name="connsiteY29" fmla="*/ 985522 h 4028730"/>
              <a:gd name="connsiteX30" fmla="*/ 4672448 w 7037635"/>
              <a:gd name="connsiteY30" fmla="*/ 1019388 h 4028730"/>
              <a:gd name="connsiteX31" fmla="*/ 3986648 w 7037635"/>
              <a:gd name="connsiteY31" fmla="*/ 926255 h 4028730"/>
              <a:gd name="connsiteX32" fmla="*/ 3317781 w 7037635"/>
              <a:gd name="connsiteY32" fmla="*/ 714589 h 4028730"/>
              <a:gd name="connsiteX33" fmla="*/ 3021448 w 7037635"/>
              <a:gd name="connsiteY33" fmla="*/ 443655 h 4028730"/>
              <a:gd name="connsiteX34" fmla="*/ 2898681 w 7037635"/>
              <a:gd name="connsiteY34" fmla="*/ 69684 h 4028730"/>
              <a:gd name="connsiteX35" fmla="*/ 2631981 w 7037635"/>
              <a:gd name="connsiteY35" fmla="*/ 265855 h 4028730"/>
              <a:gd name="connsiteX36" fmla="*/ 295180 w 7037635"/>
              <a:gd name="connsiteY36" fmla="*/ 1734402 h 4028730"/>
              <a:gd name="connsiteX37" fmla="*/ 28481 w 7037635"/>
              <a:gd name="connsiteY37" fmla="*/ 2097594 h 4028730"/>
              <a:gd name="connsiteX38" fmla="*/ 337514 w 7037635"/>
              <a:gd name="connsiteY38" fmla="*/ 3994753 h 4028730"/>
              <a:gd name="connsiteX0" fmla="*/ 337514 w 7037635"/>
              <a:gd name="connsiteY0" fmla="*/ 4035199 h 4069176"/>
              <a:gd name="connsiteX1" fmla="*/ 2945248 w 7037635"/>
              <a:gd name="connsiteY1" fmla="*/ 314768 h 4069176"/>
              <a:gd name="connsiteX2" fmla="*/ 3546381 w 7037635"/>
              <a:gd name="connsiteY2" fmla="*/ 755034 h 4069176"/>
              <a:gd name="connsiteX3" fmla="*/ 4943381 w 7037635"/>
              <a:gd name="connsiteY3" fmla="*/ 949768 h 4069176"/>
              <a:gd name="connsiteX4" fmla="*/ 5442914 w 7037635"/>
              <a:gd name="connsiteY4" fmla="*/ 314768 h 4069176"/>
              <a:gd name="connsiteX5" fmla="*/ 6008065 w 7037635"/>
              <a:gd name="connsiteY5" fmla="*/ 213214 h 4069176"/>
              <a:gd name="connsiteX6" fmla="*/ 6437748 w 7037635"/>
              <a:gd name="connsiteY6" fmla="*/ 468748 h 4069176"/>
              <a:gd name="connsiteX7" fmla="*/ 6598970 w 7037635"/>
              <a:gd name="connsiteY7" fmla="*/ 663633 h 4069176"/>
              <a:gd name="connsiteX8" fmla="*/ 6751370 w 7037635"/>
              <a:gd name="connsiteY8" fmla="*/ 743535 h 4069176"/>
              <a:gd name="connsiteX9" fmla="*/ 6865670 w 7037635"/>
              <a:gd name="connsiteY9" fmla="*/ 714480 h 4069176"/>
              <a:gd name="connsiteX10" fmla="*/ 6894948 w 7037635"/>
              <a:gd name="connsiteY10" fmla="*/ 570441 h 4069176"/>
              <a:gd name="connsiteX11" fmla="*/ 6865671 w 7037635"/>
              <a:gd name="connsiteY11" fmla="*/ 431191 h 4069176"/>
              <a:gd name="connsiteX12" fmla="*/ 6795822 w 7037635"/>
              <a:gd name="connsiteY12" fmla="*/ 344024 h 4069176"/>
              <a:gd name="connsiteX13" fmla="*/ 6751372 w 7037635"/>
              <a:gd name="connsiteY13" fmla="*/ 235066 h 4069176"/>
              <a:gd name="connsiteX14" fmla="*/ 6732322 w 7037635"/>
              <a:gd name="connsiteY14" fmla="*/ 67996 h 4069176"/>
              <a:gd name="connsiteX15" fmla="*/ 6878371 w 7037635"/>
              <a:gd name="connsiteY15" fmla="*/ 53471 h 4069176"/>
              <a:gd name="connsiteX16" fmla="*/ 7030414 w 7037635"/>
              <a:gd name="connsiteY16" fmla="*/ 66733 h 4069176"/>
              <a:gd name="connsiteX17" fmla="*/ 7011722 w 7037635"/>
              <a:gd name="connsiteY17" fmla="*/ 293176 h 4069176"/>
              <a:gd name="connsiteX18" fmla="*/ 6967272 w 7037635"/>
              <a:gd name="connsiteY18" fmla="*/ 445717 h 4069176"/>
              <a:gd name="connsiteX19" fmla="*/ 6954571 w 7037635"/>
              <a:gd name="connsiteY19" fmla="*/ 699952 h 4069176"/>
              <a:gd name="connsiteX20" fmla="*/ 6878371 w 7037635"/>
              <a:gd name="connsiteY20" fmla="*/ 816175 h 4069176"/>
              <a:gd name="connsiteX21" fmla="*/ 6767948 w 7037635"/>
              <a:gd name="connsiteY21" fmla="*/ 837767 h 4069176"/>
              <a:gd name="connsiteX22" fmla="*/ 6554163 w 7037635"/>
              <a:gd name="connsiteY22" fmla="*/ 753006 h 4069176"/>
              <a:gd name="connsiteX23" fmla="*/ 6287821 w 7037635"/>
              <a:gd name="connsiteY23" fmla="*/ 438451 h 4069176"/>
              <a:gd name="connsiteX24" fmla="*/ 6050398 w 7037635"/>
              <a:gd name="connsiteY24" fmla="*/ 317220 h 4069176"/>
              <a:gd name="connsiteX25" fmla="*/ 5726548 w 7037635"/>
              <a:gd name="connsiteY25" fmla="*/ 297835 h 4069176"/>
              <a:gd name="connsiteX26" fmla="*/ 5544514 w 7037635"/>
              <a:gd name="connsiteY26" fmla="*/ 374035 h 4069176"/>
              <a:gd name="connsiteX27" fmla="*/ 5425981 w 7037635"/>
              <a:gd name="connsiteY27" fmla="*/ 492567 h 4069176"/>
              <a:gd name="connsiteX28" fmla="*/ 5214314 w 7037635"/>
              <a:gd name="connsiteY28" fmla="*/ 873567 h 4069176"/>
              <a:gd name="connsiteX29" fmla="*/ 5036514 w 7037635"/>
              <a:gd name="connsiteY29" fmla="*/ 1025968 h 4069176"/>
              <a:gd name="connsiteX30" fmla="*/ 4672448 w 7037635"/>
              <a:gd name="connsiteY30" fmla="*/ 1059834 h 4069176"/>
              <a:gd name="connsiteX31" fmla="*/ 3986648 w 7037635"/>
              <a:gd name="connsiteY31" fmla="*/ 966701 h 4069176"/>
              <a:gd name="connsiteX32" fmla="*/ 3317781 w 7037635"/>
              <a:gd name="connsiteY32" fmla="*/ 755035 h 4069176"/>
              <a:gd name="connsiteX33" fmla="*/ 2843648 w 7037635"/>
              <a:gd name="connsiteY33" fmla="*/ 1646316 h 4069176"/>
              <a:gd name="connsiteX34" fmla="*/ 2898681 w 7037635"/>
              <a:gd name="connsiteY34" fmla="*/ 110130 h 4069176"/>
              <a:gd name="connsiteX35" fmla="*/ 2631981 w 7037635"/>
              <a:gd name="connsiteY35" fmla="*/ 306301 h 4069176"/>
              <a:gd name="connsiteX36" fmla="*/ 295180 w 7037635"/>
              <a:gd name="connsiteY36" fmla="*/ 1774848 h 4069176"/>
              <a:gd name="connsiteX37" fmla="*/ 28481 w 7037635"/>
              <a:gd name="connsiteY37" fmla="*/ 2138040 h 4069176"/>
              <a:gd name="connsiteX38" fmla="*/ 337514 w 7037635"/>
              <a:gd name="connsiteY38" fmla="*/ 4035199 h 4069176"/>
              <a:gd name="connsiteX0" fmla="*/ 337514 w 7037635"/>
              <a:gd name="connsiteY0" fmla="*/ 4241204 h 4275181"/>
              <a:gd name="connsiteX1" fmla="*/ 2945248 w 7037635"/>
              <a:gd name="connsiteY1" fmla="*/ 520773 h 4275181"/>
              <a:gd name="connsiteX2" fmla="*/ 3546381 w 7037635"/>
              <a:gd name="connsiteY2" fmla="*/ 961039 h 4275181"/>
              <a:gd name="connsiteX3" fmla="*/ 4943381 w 7037635"/>
              <a:gd name="connsiteY3" fmla="*/ 1155773 h 4275181"/>
              <a:gd name="connsiteX4" fmla="*/ 5442914 w 7037635"/>
              <a:gd name="connsiteY4" fmla="*/ 520773 h 4275181"/>
              <a:gd name="connsiteX5" fmla="*/ 6008065 w 7037635"/>
              <a:gd name="connsiteY5" fmla="*/ 419219 h 4275181"/>
              <a:gd name="connsiteX6" fmla="*/ 6437748 w 7037635"/>
              <a:gd name="connsiteY6" fmla="*/ 674753 h 4275181"/>
              <a:gd name="connsiteX7" fmla="*/ 6598970 w 7037635"/>
              <a:gd name="connsiteY7" fmla="*/ 869638 h 4275181"/>
              <a:gd name="connsiteX8" fmla="*/ 6751370 w 7037635"/>
              <a:gd name="connsiteY8" fmla="*/ 949540 h 4275181"/>
              <a:gd name="connsiteX9" fmla="*/ 6865670 w 7037635"/>
              <a:gd name="connsiteY9" fmla="*/ 920485 h 4275181"/>
              <a:gd name="connsiteX10" fmla="*/ 6894948 w 7037635"/>
              <a:gd name="connsiteY10" fmla="*/ 776446 h 4275181"/>
              <a:gd name="connsiteX11" fmla="*/ 6865671 w 7037635"/>
              <a:gd name="connsiteY11" fmla="*/ 637196 h 4275181"/>
              <a:gd name="connsiteX12" fmla="*/ 6795822 w 7037635"/>
              <a:gd name="connsiteY12" fmla="*/ 550029 h 4275181"/>
              <a:gd name="connsiteX13" fmla="*/ 6751372 w 7037635"/>
              <a:gd name="connsiteY13" fmla="*/ 441071 h 4275181"/>
              <a:gd name="connsiteX14" fmla="*/ 6732322 w 7037635"/>
              <a:gd name="connsiteY14" fmla="*/ 274001 h 4275181"/>
              <a:gd name="connsiteX15" fmla="*/ 6878371 w 7037635"/>
              <a:gd name="connsiteY15" fmla="*/ 259476 h 4275181"/>
              <a:gd name="connsiteX16" fmla="*/ 7030414 w 7037635"/>
              <a:gd name="connsiteY16" fmla="*/ 272738 h 4275181"/>
              <a:gd name="connsiteX17" fmla="*/ 7011722 w 7037635"/>
              <a:gd name="connsiteY17" fmla="*/ 499181 h 4275181"/>
              <a:gd name="connsiteX18" fmla="*/ 6967272 w 7037635"/>
              <a:gd name="connsiteY18" fmla="*/ 651722 h 4275181"/>
              <a:gd name="connsiteX19" fmla="*/ 6954571 w 7037635"/>
              <a:gd name="connsiteY19" fmla="*/ 905957 h 4275181"/>
              <a:gd name="connsiteX20" fmla="*/ 6878371 w 7037635"/>
              <a:gd name="connsiteY20" fmla="*/ 1022180 h 4275181"/>
              <a:gd name="connsiteX21" fmla="*/ 6767948 w 7037635"/>
              <a:gd name="connsiteY21" fmla="*/ 1043772 h 4275181"/>
              <a:gd name="connsiteX22" fmla="*/ 6554163 w 7037635"/>
              <a:gd name="connsiteY22" fmla="*/ 959011 h 4275181"/>
              <a:gd name="connsiteX23" fmla="*/ 6287821 w 7037635"/>
              <a:gd name="connsiteY23" fmla="*/ 644456 h 4275181"/>
              <a:gd name="connsiteX24" fmla="*/ 6050398 w 7037635"/>
              <a:gd name="connsiteY24" fmla="*/ 523225 h 4275181"/>
              <a:gd name="connsiteX25" fmla="*/ 5726548 w 7037635"/>
              <a:gd name="connsiteY25" fmla="*/ 503840 h 4275181"/>
              <a:gd name="connsiteX26" fmla="*/ 5544514 w 7037635"/>
              <a:gd name="connsiteY26" fmla="*/ 580040 h 4275181"/>
              <a:gd name="connsiteX27" fmla="*/ 5425981 w 7037635"/>
              <a:gd name="connsiteY27" fmla="*/ 698572 h 4275181"/>
              <a:gd name="connsiteX28" fmla="*/ 5214314 w 7037635"/>
              <a:gd name="connsiteY28" fmla="*/ 1079572 h 4275181"/>
              <a:gd name="connsiteX29" fmla="*/ 5036514 w 7037635"/>
              <a:gd name="connsiteY29" fmla="*/ 1231973 h 4275181"/>
              <a:gd name="connsiteX30" fmla="*/ 4672448 w 7037635"/>
              <a:gd name="connsiteY30" fmla="*/ 1265839 h 4275181"/>
              <a:gd name="connsiteX31" fmla="*/ 3986648 w 7037635"/>
              <a:gd name="connsiteY31" fmla="*/ 1172706 h 4275181"/>
              <a:gd name="connsiteX32" fmla="*/ 3317781 w 7037635"/>
              <a:gd name="connsiteY32" fmla="*/ 961040 h 4275181"/>
              <a:gd name="connsiteX33" fmla="*/ 3364348 w 7037635"/>
              <a:gd name="connsiteY33" fmla="*/ 21833 h 4275181"/>
              <a:gd name="connsiteX34" fmla="*/ 2898681 w 7037635"/>
              <a:gd name="connsiteY34" fmla="*/ 316135 h 4275181"/>
              <a:gd name="connsiteX35" fmla="*/ 2631981 w 7037635"/>
              <a:gd name="connsiteY35" fmla="*/ 512306 h 4275181"/>
              <a:gd name="connsiteX36" fmla="*/ 295180 w 7037635"/>
              <a:gd name="connsiteY36" fmla="*/ 1980853 h 4275181"/>
              <a:gd name="connsiteX37" fmla="*/ 28481 w 7037635"/>
              <a:gd name="connsiteY37" fmla="*/ 2344045 h 4275181"/>
              <a:gd name="connsiteX38" fmla="*/ 337514 w 7037635"/>
              <a:gd name="connsiteY38" fmla="*/ 4241204 h 4275181"/>
              <a:gd name="connsiteX0" fmla="*/ 309213 w 7009334"/>
              <a:gd name="connsiteY0" fmla="*/ 4241204 h 4271164"/>
              <a:gd name="connsiteX1" fmla="*/ 1735847 w 7009334"/>
              <a:gd name="connsiteY1" fmla="*/ 3324617 h 4271164"/>
              <a:gd name="connsiteX2" fmla="*/ 3518080 w 7009334"/>
              <a:gd name="connsiteY2" fmla="*/ 961039 h 4271164"/>
              <a:gd name="connsiteX3" fmla="*/ 4915080 w 7009334"/>
              <a:gd name="connsiteY3" fmla="*/ 1155773 h 4271164"/>
              <a:gd name="connsiteX4" fmla="*/ 5414613 w 7009334"/>
              <a:gd name="connsiteY4" fmla="*/ 520773 h 4271164"/>
              <a:gd name="connsiteX5" fmla="*/ 5979764 w 7009334"/>
              <a:gd name="connsiteY5" fmla="*/ 419219 h 4271164"/>
              <a:gd name="connsiteX6" fmla="*/ 6409447 w 7009334"/>
              <a:gd name="connsiteY6" fmla="*/ 674753 h 4271164"/>
              <a:gd name="connsiteX7" fmla="*/ 6570669 w 7009334"/>
              <a:gd name="connsiteY7" fmla="*/ 869638 h 4271164"/>
              <a:gd name="connsiteX8" fmla="*/ 6723069 w 7009334"/>
              <a:gd name="connsiteY8" fmla="*/ 949540 h 4271164"/>
              <a:gd name="connsiteX9" fmla="*/ 6837369 w 7009334"/>
              <a:gd name="connsiteY9" fmla="*/ 920485 h 4271164"/>
              <a:gd name="connsiteX10" fmla="*/ 6866647 w 7009334"/>
              <a:gd name="connsiteY10" fmla="*/ 776446 h 4271164"/>
              <a:gd name="connsiteX11" fmla="*/ 6837370 w 7009334"/>
              <a:gd name="connsiteY11" fmla="*/ 637196 h 4271164"/>
              <a:gd name="connsiteX12" fmla="*/ 6767521 w 7009334"/>
              <a:gd name="connsiteY12" fmla="*/ 550029 h 4271164"/>
              <a:gd name="connsiteX13" fmla="*/ 6723071 w 7009334"/>
              <a:gd name="connsiteY13" fmla="*/ 441071 h 4271164"/>
              <a:gd name="connsiteX14" fmla="*/ 6704021 w 7009334"/>
              <a:gd name="connsiteY14" fmla="*/ 274001 h 4271164"/>
              <a:gd name="connsiteX15" fmla="*/ 6850070 w 7009334"/>
              <a:gd name="connsiteY15" fmla="*/ 259476 h 4271164"/>
              <a:gd name="connsiteX16" fmla="*/ 7002113 w 7009334"/>
              <a:gd name="connsiteY16" fmla="*/ 272738 h 4271164"/>
              <a:gd name="connsiteX17" fmla="*/ 6983421 w 7009334"/>
              <a:gd name="connsiteY17" fmla="*/ 499181 h 4271164"/>
              <a:gd name="connsiteX18" fmla="*/ 6938971 w 7009334"/>
              <a:gd name="connsiteY18" fmla="*/ 651722 h 4271164"/>
              <a:gd name="connsiteX19" fmla="*/ 6926270 w 7009334"/>
              <a:gd name="connsiteY19" fmla="*/ 905957 h 4271164"/>
              <a:gd name="connsiteX20" fmla="*/ 6850070 w 7009334"/>
              <a:gd name="connsiteY20" fmla="*/ 1022180 h 4271164"/>
              <a:gd name="connsiteX21" fmla="*/ 6739647 w 7009334"/>
              <a:gd name="connsiteY21" fmla="*/ 1043772 h 4271164"/>
              <a:gd name="connsiteX22" fmla="*/ 6525862 w 7009334"/>
              <a:gd name="connsiteY22" fmla="*/ 959011 h 4271164"/>
              <a:gd name="connsiteX23" fmla="*/ 6259520 w 7009334"/>
              <a:gd name="connsiteY23" fmla="*/ 644456 h 4271164"/>
              <a:gd name="connsiteX24" fmla="*/ 6022097 w 7009334"/>
              <a:gd name="connsiteY24" fmla="*/ 523225 h 4271164"/>
              <a:gd name="connsiteX25" fmla="*/ 5698247 w 7009334"/>
              <a:gd name="connsiteY25" fmla="*/ 503840 h 4271164"/>
              <a:gd name="connsiteX26" fmla="*/ 5516213 w 7009334"/>
              <a:gd name="connsiteY26" fmla="*/ 580040 h 4271164"/>
              <a:gd name="connsiteX27" fmla="*/ 5397680 w 7009334"/>
              <a:gd name="connsiteY27" fmla="*/ 698572 h 4271164"/>
              <a:gd name="connsiteX28" fmla="*/ 5186013 w 7009334"/>
              <a:gd name="connsiteY28" fmla="*/ 1079572 h 4271164"/>
              <a:gd name="connsiteX29" fmla="*/ 5008213 w 7009334"/>
              <a:gd name="connsiteY29" fmla="*/ 1231973 h 4271164"/>
              <a:gd name="connsiteX30" fmla="*/ 4644147 w 7009334"/>
              <a:gd name="connsiteY30" fmla="*/ 1265839 h 4271164"/>
              <a:gd name="connsiteX31" fmla="*/ 3958347 w 7009334"/>
              <a:gd name="connsiteY31" fmla="*/ 1172706 h 4271164"/>
              <a:gd name="connsiteX32" fmla="*/ 3289480 w 7009334"/>
              <a:gd name="connsiteY32" fmla="*/ 961040 h 4271164"/>
              <a:gd name="connsiteX33" fmla="*/ 3336047 w 7009334"/>
              <a:gd name="connsiteY33" fmla="*/ 21833 h 4271164"/>
              <a:gd name="connsiteX34" fmla="*/ 2870380 w 7009334"/>
              <a:gd name="connsiteY34" fmla="*/ 316135 h 4271164"/>
              <a:gd name="connsiteX35" fmla="*/ 2603680 w 7009334"/>
              <a:gd name="connsiteY35" fmla="*/ 512306 h 4271164"/>
              <a:gd name="connsiteX36" fmla="*/ 266879 w 7009334"/>
              <a:gd name="connsiteY36" fmla="*/ 1980853 h 4271164"/>
              <a:gd name="connsiteX37" fmla="*/ 180 w 7009334"/>
              <a:gd name="connsiteY37" fmla="*/ 2344045 h 4271164"/>
              <a:gd name="connsiteX38" fmla="*/ 309213 w 7009334"/>
              <a:gd name="connsiteY38" fmla="*/ 4241204 h 4271164"/>
              <a:gd name="connsiteX0" fmla="*/ 794896 w 7025117"/>
              <a:gd name="connsiteY0" fmla="*/ 681920 h 3325396"/>
              <a:gd name="connsiteX1" fmla="*/ 1751630 w 7025117"/>
              <a:gd name="connsiteY1" fmla="*/ 3324617 h 3325396"/>
              <a:gd name="connsiteX2" fmla="*/ 3533863 w 7025117"/>
              <a:gd name="connsiteY2" fmla="*/ 961039 h 3325396"/>
              <a:gd name="connsiteX3" fmla="*/ 4930863 w 7025117"/>
              <a:gd name="connsiteY3" fmla="*/ 1155773 h 3325396"/>
              <a:gd name="connsiteX4" fmla="*/ 5430396 w 7025117"/>
              <a:gd name="connsiteY4" fmla="*/ 520773 h 3325396"/>
              <a:gd name="connsiteX5" fmla="*/ 5995547 w 7025117"/>
              <a:gd name="connsiteY5" fmla="*/ 419219 h 3325396"/>
              <a:gd name="connsiteX6" fmla="*/ 6425230 w 7025117"/>
              <a:gd name="connsiteY6" fmla="*/ 674753 h 3325396"/>
              <a:gd name="connsiteX7" fmla="*/ 6586452 w 7025117"/>
              <a:gd name="connsiteY7" fmla="*/ 869638 h 3325396"/>
              <a:gd name="connsiteX8" fmla="*/ 6738852 w 7025117"/>
              <a:gd name="connsiteY8" fmla="*/ 949540 h 3325396"/>
              <a:gd name="connsiteX9" fmla="*/ 6853152 w 7025117"/>
              <a:gd name="connsiteY9" fmla="*/ 920485 h 3325396"/>
              <a:gd name="connsiteX10" fmla="*/ 6882430 w 7025117"/>
              <a:gd name="connsiteY10" fmla="*/ 776446 h 3325396"/>
              <a:gd name="connsiteX11" fmla="*/ 6853153 w 7025117"/>
              <a:gd name="connsiteY11" fmla="*/ 637196 h 3325396"/>
              <a:gd name="connsiteX12" fmla="*/ 6783304 w 7025117"/>
              <a:gd name="connsiteY12" fmla="*/ 550029 h 3325396"/>
              <a:gd name="connsiteX13" fmla="*/ 6738854 w 7025117"/>
              <a:gd name="connsiteY13" fmla="*/ 441071 h 3325396"/>
              <a:gd name="connsiteX14" fmla="*/ 6719804 w 7025117"/>
              <a:gd name="connsiteY14" fmla="*/ 274001 h 3325396"/>
              <a:gd name="connsiteX15" fmla="*/ 6865853 w 7025117"/>
              <a:gd name="connsiteY15" fmla="*/ 259476 h 3325396"/>
              <a:gd name="connsiteX16" fmla="*/ 7017896 w 7025117"/>
              <a:gd name="connsiteY16" fmla="*/ 272738 h 3325396"/>
              <a:gd name="connsiteX17" fmla="*/ 6999204 w 7025117"/>
              <a:gd name="connsiteY17" fmla="*/ 499181 h 3325396"/>
              <a:gd name="connsiteX18" fmla="*/ 6954754 w 7025117"/>
              <a:gd name="connsiteY18" fmla="*/ 651722 h 3325396"/>
              <a:gd name="connsiteX19" fmla="*/ 6942053 w 7025117"/>
              <a:gd name="connsiteY19" fmla="*/ 905957 h 3325396"/>
              <a:gd name="connsiteX20" fmla="*/ 6865853 w 7025117"/>
              <a:gd name="connsiteY20" fmla="*/ 1022180 h 3325396"/>
              <a:gd name="connsiteX21" fmla="*/ 6755430 w 7025117"/>
              <a:gd name="connsiteY21" fmla="*/ 1043772 h 3325396"/>
              <a:gd name="connsiteX22" fmla="*/ 6541645 w 7025117"/>
              <a:gd name="connsiteY22" fmla="*/ 959011 h 3325396"/>
              <a:gd name="connsiteX23" fmla="*/ 6275303 w 7025117"/>
              <a:gd name="connsiteY23" fmla="*/ 644456 h 3325396"/>
              <a:gd name="connsiteX24" fmla="*/ 6037880 w 7025117"/>
              <a:gd name="connsiteY24" fmla="*/ 523225 h 3325396"/>
              <a:gd name="connsiteX25" fmla="*/ 5714030 w 7025117"/>
              <a:gd name="connsiteY25" fmla="*/ 503840 h 3325396"/>
              <a:gd name="connsiteX26" fmla="*/ 5531996 w 7025117"/>
              <a:gd name="connsiteY26" fmla="*/ 580040 h 3325396"/>
              <a:gd name="connsiteX27" fmla="*/ 5413463 w 7025117"/>
              <a:gd name="connsiteY27" fmla="*/ 698572 h 3325396"/>
              <a:gd name="connsiteX28" fmla="*/ 5201796 w 7025117"/>
              <a:gd name="connsiteY28" fmla="*/ 1079572 h 3325396"/>
              <a:gd name="connsiteX29" fmla="*/ 5023996 w 7025117"/>
              <a:gd name="connsiteY29" fmla="*/ 1231973 h 3325396"/>
              <a:gd name="connsiteX30" fmla="*/ 4659930 w 7025117"/>
              <a:gd name="connsiteY30" fmla="*/ 1265839 h 3325396"/>
              <a:gd name="connsiteX31" fmla="*/ 3974130 w 7025117"/>
              <a:gd name="connsiteY31" fmla="*/ 1172706 h 3325396"/>
              <a:gd name="connsiteX32" fmla="*/ 3305263 w 7025117"/>
              <a:gd name="connsiteY32" fmla="*/ 961040 h 3325396"/>
              <a:gd name="connsiteX33" fmla="*/ 3351830 w 7025117"/>
              <a:gd name="connsiteY33" fmla="*/ 21833 h 3325396"/>
              <a:gd name="connsiteX34" fmla="*/ 2886163 w 7025117"/>
              <a:gd name="connsiteY34" fmla="*/ 316135 h 3325396"/>
              <a:gd name="connsiteX35" fmla="*/ 2619463 w 7025117"/>
              <a:gd name="connsiteY35" fmla="*/ 512306 h 3325396"/>
              <a:gd name="connsiteX36" fmla="*/ 282662 w 7025117"/>
              <a:gd name="connsiteY36" fmla="*/ 1980853 h 3325396"/>
              <a:gd name="connsiteX37" fmla="*/ 15963 w 7025117"/>
              <a:gd name="connsiteY37" fmla="*/ 2344045 h 3325396"/>
              <a:gd name="connsiteX38" fmla="*/ 794896 w 7025117"/>
              <a:gd name="connsiteY38" fmla="*/ 681920 h 3325396"/>
              <a:gd name="connsiteX0" fmla="*/ 794896 w 7025117"/>
              <a:gd name="connsiteY0" fmla="*/ 1165652 h 2875842"/>
              <a:gd name="connsiteX1" fmla="*/ 2361230 w 7025117"/>
              <a:gd name="connsiteY1" fmla="*/ 2094 h 2875842"/>
              <a:gd name="connsiteX2" fmla="*/ 3533863 w 7025117"/>
              <a:gd name="connsiteY2" fmla="*/ 1444771 h 2875842"/>
              <a:gd name="connsiteX3" fmla="*/ 4930863 w 7025117"/>
              <a:gd name="connsiteY3" fmla="*/ 1639505 h 2875842"/>
              <a:gd name="connsiteX4" fmla="*/ 5430396 w 7025117"/>
              <a:gd name="connsiteY4" fmla="*/ 1004505 h 2875842"/>
              <a:gd name="connsiteX5" fmla="*/ 5995547 w 7025117"/>
              <a:gd name="connsiteY5" fmla="*/ 902951 h 2875842"/>
              <a:gd name="connsiteX6" fmla="*/ 6425230 w 7025117"/>
              <a:gd name="connsiteY6" fmla="*/ 1158485 h 2875842"/>
              <a:gd name="connsiteX7" fmla="*/ 6586452 w 7025117"/>
              <a:gd name="connsiteY7" fmla="*/ 1353370 h 2875842"/>
              <a:gd name="connsiteX8" fmla="*/ 6738852 w 7025117"/>
              <a:gd name="connsiteY8" fmla="*/ 1433272 h 2875842"/>
              <a:gd name="connsiteX9" fmla="*/ 6853152 w 7025117"/>
              <a:gd name="connsiteY9" fmla="*/ 1404217 h 2875842"/>
              <a:gd name="connsiteX10" fmla="*/ 6882430 w 7025117"/>
              <a:gd name="connsiteY10" fmla="*/ 1260178 h 2875842"/>
              <a:gd name="connsiteX11" fmla="*/ 6853153 w 7025117"/>
              <a:gd name="connsiteY11" fmla="*/ 1120928 h 2875842"/>
              <a:gd name="connsiteX12" fmla="*/ 6783304 w 7025117"/>
              <a:gd name="connsiteY12" fmla="*/ 1033761 h 2875842"/>
              <a:gd name="connsiteX13" fmla="*/ 6738854 w 7025117"/>
              <a:gd name="connsiteY13" fmla="*/ 924803 h 2875842"/>
              <a:gd name="connsiteX14" fmla="*/ 6719804 w 7025117"/>
              <a:gd name="connsiteY14" fmla="*/ 757733 h 2875842"/>
              <a:gd name="connsiteX15" fmla="*/ 6865853 w 7025117"/>
              <a:gd name="connsiteY15" fmla="*/ 743208 h 2875842"/>
              <a:gd name="connsiteX16" fmla="*/ 7017896 w 7025117"/>
              <a:gd name="connsiteY16" fmla="*/ 756470 h 2875842"/>
              <a:gd name="connsiteX17" fmla="*/ 6999204 w 7025117"/>
              <a:gd name="connsiteY17" fmla="*/ 982913 h 2875842"/>
              <a:gd name="connsiteX18" fmla="*/ 6954754 w 7025117"/>
              <a:gd name="connsiteY18" fmla="*/ 1135454 h 2875842"/>
              <a:gd name="connsiteX19" fmla="*/ 6942053 w 7025117"/>
              <a:gd name="connsiteY19" fmla="*/ 1389689 h 2875842"/>
              <a:gd name="connsiteX20" fmla="*/ 6865853 w 7025117"/>
              <a:gd name="connsiteY20" fmla="*/ 1505912 h 2875842"/>
              <a:gd name="connsiteX21" fmla="*/ 6755430 w 7025117"/>
              <a:gd name="connsiteY21" fmla="*/ 1527504 h 2875842"/>
              <a:gd name="connsiteX22" fmla="*/ 6541645 w 7025117"/>
              <a:gd name="connsiteY22" fmla="*/ 1442743 h 2875842"/>
              <a:gd name="connsiteX23" fmla="*/ 6275303 w 7025117"/>
              <a:gd name="connsiteY23" fmla="*/ 1128188 h 2875842"/>
              <a:gd name="connsiteX24" fmla="*/ 6037880 w 7025117"/>
              <a:gd name="connsiteY24" fmla="*/ 1006957 h 2875842"/>
              <a:gd name="connsiteX25" fmla="*/ 5714030 w 7025117"/>
              <a:gd name="connsiteY25" fmla="*/ 987572 h 2875842"/>
              <a:gd name="connsiteX26" fmla="*/ 5531996 w 7025117"/>
              <a:gd name="connsiteY26" fmla="*/ 1063772 h 2875842"/>
              <a:gd name="connsiteX27" fmla="*/ 5413463 w 7025117"/>
              <a:gd name="connsiteY27" fmla="*/ 1182304 h 2875842"/>
              <a:gd name="connsiteX28" fmla="*/ 5201796 w 7025117"/>
              <a:gd name="connsiteY28" fmla="*/ 1563304 h 2875842"/>
              <a:gd name="connsiteX29" fmla="*/ 5023996 w 7025117"/>
              <a:gd name="connsiteY29" fmla="*/ 1715705 h 2875842"/>
              <a:gd name="connsiteX30" fmla="*/ 4659930 w 7025117"/>
              <a:gd name="connsiteY30" fmla="*/ 1749571 h 2875842"/>
              <a:gd name="connsiteX31" fmla="*/ 3974130 w 7025117"/>
              <a:gd name="connsiteY31" fmla="*/ 1656438 h 2875842"/>
              <a:gd name="connsiteX32" fmla="*/ 3305263 w 7025117"/>
              <a:gd name="connsiteY32" fmla="*/ 1444772 h 2875842"/>
              <a:gd name="connsiteX33" fmla="*/ 3351830 w 7025117"/>
              <a:gd name="connsiteY33" fmla="*/ 505565 h 2875842"/>
              <a:gd name="connsiteX34" fmla="*/ 2886163 w 7025117"/>
              <a:gd name="connsiteY34" fmla="*/ 799867 h 2875842"/>
              <a:gd name="connsiteX35" fmla="*/ 2619463 w 7025117"/>
              <a:gd name="connsiteY35" fmla="*/ 996038 h 2875842"/>
              <a:gd name="connsiteX36" fmla="*/ 282662 w 7025117"/>
              <a:gd name="connsiteY36" fmla="*/ 2464585 h 2875842"/>
              <a:gd name="connsiteX37" fmla="*/ 15963 w 7025117"/>
              <a:gd name="connsiteY37" fmla="*/ 2827777 h 2875842"/>
              <a:gd name="connsiteX38" fmla="*/ 794896 w 7025117"/>
              <a:gd name="connsiteY38" fmla="*/ 1165652 h 2875842"/>
              <a:gd name="connsiteX0" fmla="*/ 844703 w 7074924"/>
              <a:gd name="connsiteY0" fmla="*/ 1165652 h 4164334"/>
              <a:gd name="connsiteX1" fmla="*/ 2411037 w 7074924"/>
              <a:gd name="connsiteY1" fmla="*/ 2094 h 4164334"/>
              <a:gd name="connsiteX2" fmla="*/ 3583670 w 7074924"/>
              <a:gd name="connsiteY2" fmla="*/ 1444771 h 4164334"/>
              <a:gd name="connsiteX3" fmla="*/ 4980670 w 7074924"/>
              <a:gd name="connsiteY3" fmla="*/ 1639505 h 4164334"/>
              <a:gd name="connsiteX4" fmla="*/ 5480203 w 7074924"/>
              <a:gd name="connsiteY4" fmla="*/ 1004505 h 4164334"/>
              <a:gd name="connsiteX5" fmla="*/ 6045354 w 7074924"/>
              <a:gd name="connsiteY5" fmla="*/ 902951 h 4164334"/>
              <a:gd name="connsiteX6" fmla="*/ 6475037 w 7074924"/>
              <a:gd name="connsiteY6" fmla="*/ 1158485 h 4164334"/>
              <a:gd name="connsiteX7" fmla="*/ 6636259 w 7074924"/>
              <a:gd name="connsiteY7" fmla="*/ 1353370 h 4164334"/>
              <a:gd name="connsiteX8" fmla="*/ 6788659 w 7074924"/>
              <a:gd name="connsiteY8" fmla="*/ 1433272 h 4164334"/>
              <a:gd name="connsiteX9" fmla="*/ 6902959 w 7074924"/>
              <a:gd name="connsiteY9" fmla="*/ 1404217 h 4164334"/>
              <a:gd name="connsiteX10" fmla="*/ 6932237 w 7074924"/>
              <a:gd name="connsiteY10" fmla="*/ 1260178 h 4164334"/>
              <a:gd name="connsiteX11" fmla="*/ 6902960 w 7074924"/>
              <a:gd name="connsiteY11" fmla="*/ 1120928 h 4164334"/>
              <a:gd name="connsiteX12" fmla="*/ 6833111 w 7074924"/>
              <a:gd name="connsiteY12" fmla="*/ 1033761 h 4164334"/>
              <a:gd name="connsiteX13" fmla="*/ 6788661 w 7074924"/>
              <a:gd name="connsiteY13" fmla="*/ 924803 h 4164334"/>
              <a:gd name="connsiteX14" fmla="*/ 6769611 w 7074924"/>
              <a:gd name="connsiteY14" fmla="*/ 757733 h 4164334"/>
              <a:gd name="connsiteX15" fmla="*/ 6915660 w 7074924"/>
              <a:gd name="connsiteY15" fmla="*/ 743208 h 4164334"/>
              <a:gd name="connsiteX16" fmla="*/ 7067703 w 7074924"/>
              <a:gd name="connsiteY16" fmla="*/ 756470 h 4164334"/>
              <a:gd name="connsiteX17" fmla="*/ 7049011 w 7074924"/>
              <a:gd name="connsiteY17" fmla="*/ 982913 h 4164334"/>
              <a:gd name="connsiteX18" fmla="*/ 7004561 w 7074924"/>
              <a:gd name="connsiteY18" fmla="*/ 1135454 h 4164334"/>
              <a:gd name="connsiteX19" fmla="*/ 6991860 w 7074924"/>
              <a:gd name="connsiteY19" fmla="*/ 1389689 h 4164334"/>
              <a:gd name="connsiteX20" fmla="*/ 6915660 w 7074924"/>
              <a:gd name="connsiteY20" fmla="*/ 1505912 h 4164334"/>
              <a:gd name="connsiteX21" fmla="*/ 6805237 w 7074924"/>
              <a:gd name="connsiteY21" fmla="*/ 1527504 h 4164334"/>
              <a:gd name="connsiteX22" fmla="*/ 6591452 w 7074924"/>
              <a:gd name="connsiteY22" fmla="*/ 1442743 h 4164334"/>
              <a:gd name="connsiteX23" fmla="*/ 6325110 w 7074924"/>
              <a:gd name="connsiteY23" fmla="*/ 1128188 h 4164334"/>
              <a:gd name="connsiteX24" fmla="*/ 6087687 w 7074924"/>
              <a:gd name="connsiteY24" fmla="*/ 1006957 h 4164334"/>
              <a:gd name="connsiteX25" fmla="*/ 5763837 w 7074924"/>
              <a:gd name="connsiteY25" fmla="*/ 987572 h 4164334"/>
              <a:gd name="connsiteX26" fmla="*/ 5581803 w 7074924"/>
              <a:gd name="connsiteY26" fmla="*/ 1063772 h 4164334"/>
              <a:gd name="connsiteX27" fmla="*/ 5463270 w 7074924"/>
              <a:gd name="connsiteY27" fmla="*/ 1182304 h 4164334"/>
              <a:gd name="connsiteX28" fmla="*/ 5251603 w 7074924"/>
              <a:gd name="connsiteY28" fmla="*/ 1563304 h 4164334"/>
              <a:gd name="connsiteX29" fmla="*/ 5073803 w 7074924"/>
              <a:gd name="connsiteY29" fmla="*/ 1715705 h 4164334"/>
              <a:gd name="connsiteX30" fmla="*/ 4709737 w 7074924"/>
              <a:gd name="connsiteY30" fmla="*/ 1749571 h 4164334"/>
              <a:gd name="connsiteX31" fmla="*/ 4023937 w 7074924"/>
              <a:gd name="connsiteY31" fmla="*/ 1656438 h 4164334"/>
              <a:gd name="connsiteX32" fmla="*/ 3355070 w 7074924"/>
              <a:gd name="connsiteY32" fmla="*/ 1444772 h 4164334"/>
              <a:gd name="connsiteX33" fmla="*/ 3401637 w 7074924"/>
              <a:gd name="connsiteY33" fmla="*/ 505565 h 4164334"/>
              <a:gd name="connsiteX34" fmla="*/ 2935970 w 7074924"/>
              <a:gd name="connsiteY34" fmla="*/ 799867 h 4164334"/>
              <a:gd name="connsiteX35" fmla="*/ 2669270 w 7074924"/>
              <a:gd name="connsiteY35" fmla="*/ 996038 h 4164334"/>
              <a:gd name="connsiteX36" fmla="*/ 91169 w 7074924"/>
              <a:gd name="connsiteY36" fmla="*/ 4164325 h 4164334"/>
              <a:gd name="connsiteX37" fmla="*/ 65770 w 7074924"/>
              <a:gd name="connsiteY37" fmla="*/ 2827777 h 4164334"/>
              <a:gd name="connsiteX38" fmla="*/ 844703 w 7074924"/>
              <a:gd name="connsiteY38" fmla="*/ 1165652 h 4164334"/>
              <a:gd name="connsiteX0" fmla="*/ 844703 w 7074924"/>
              <a:gd name="connsiteY0" fmla="*/ 1165652 h 4286252"/>
              <a:gd name="connsiteX1" fmla="*/ 2411037 w 7074924"/>
              <a:gd name="connsiteY1" fmla="*/ 2094 h 4286252"/>
              <a:gd name="connsiteX2" fmla="*/ 3583670 w 7074924"/>
              <a:gd name="connsiteY2" fmla="*/ 1444771 h 4286252"/>
              <a:gd name="connsiteX3" fmla="*/ 4980670 w 7074924"/>
              <a:gd name="connsiteY3" fmla="*/ 1639505 h 4286252"/>
              <a:gd name="connsiteX4" fmla="*/ 5480203 w 7074924"/>
              <a:gd name="connsiteY4" fmla="*/ 1004505 h 4286252"/>
              <a:gd name="connsiteX5" fmla="*/ 6045354 w 7074924"/>
              <a:gd name="connsiteY5" fmla="*/ 902951 h 4286252"/>
              <a:gd name="connsiteX6" fmla="*/ 6475037 w 7074924"/>
              <a:gd name="connsiteY6" fmla="*/ 1158485 h 4286252"/>
              <a:gd name="connsiteX7" fmla="*/ 6636259 w 7074924"/>
              <a:gd name="connsiteY7" fmla="*/ 1353370 h 4286252"/>
              <a:gd name="connsiteX8" fmla="*/ 6788659 w 7074924"/>
              <a:gd name="connsiteY8" fmla="*/ 1433272 h 4286252"/>
              <a:gd name="connsiteX9" fmla="*/ 6902959 w 7074924"/>
              <a:gd name="connsiteY9" fmla="*/ 1404217 h 4286252"/>
              <a:gd name="connsiteX10" fmla="*/ 6932237 w 7074924"/>
              <a:gd name="connsiteY10" fmla="*/ 1260178 h 4286252"/>
              <a:gd name="connsiteX11" fmla="*/ 6902960 w 7074924"/>
              <a:gd name="connsiteY11" fmla="*/ 1120928 h 4286252"/>
              <a:gd name="connsiteX12" fmla="*/ 6833111 w 7074924"/>
              <a:gd name="connsiteY12" fmla="*/ 1033761 h 4286252"/>
              <a:gd name="connsiteX13" fmla="*/ 6788661 w 7074924"/>
              <a:gd name="connsiteY13" fmla="*/ 924803 h 4286252"/>
              <a:gd name="connsiteX14" fmla="*/ 6769611 w 7074924"/>
              <a:gd name="connsiteY14" fmla="*/ 757733 h 4286252"/>
              <a:gd name="connsiteX15" fmla="*/ 6915660 w 7074924"/>
              <a:gd name="connsiteY15" fmla="*/ 743208 h 4286252"/>
              <a:gd name="connsiteX16" fmla="*/ 7067703 w 7074924"/>
              <a:gd name="connsiteY16" fmla="*/ 756470 h 4286252"/>
              <a:gd name="connsiteX17" fmla="*/ 7049011 w 7074924"/>
              <a:gd name="connsiteY17" fmla="*/ 982913 h 4286252"/>
              <a:gd name="connsiteX18" fmla="*/ 7004561 w 7074924"/>
              <a:gd name="connsiteY18" fmla="*/ 1135454 h 4286252"/>
              <a:gd name="connsiteX19" fmla="*/ 6991860 w 7074924"/>
              <a:gd name="connsiteY19" fmla="*/ 1389689 h 4286252"/>
              <a:gd name="connsiteX20" fmla="*/ 6915660 w 7074924"/>
              <a:gd name="connsiteY20" fmla="*/ 1505912 h 4286252"/>
              <a:gd name="connsiteX21" fmla="*/ 6805237 w 7074924"/>
              <a:gd name="connsiteY21" fmla="*/ 1527504 h 4286252"/>
              <a:gd name="connsiteX22" fmla="*/ 6591452 w 7074924"/>
              <a:gd name="connsiteY22" fmla="*/ 1442743 h 4286252"/>
              <a:gd name="connsiteX23" fmla="*/ 6325110 w 7074924"/>
              <a:gd name="connsiteY23" fmla="*/ 1128188 h 4286252"/>
              <a:gd name="connsiteX24" fmla="*/ 6087687 w 7074924"/>
              <a:gd name="connsiteY24" fmla="*/ 1006957 h 4286252"/>
              <a:gd name="connsiteX25" fmla="*/ 5763837 w 7074924"/>
              <a:gd name="connsiteY25" fmla="*/ 987572 h 4286252"/>
              <a:gd name="connsiteX26" fmla="*/ 5581803 w 7074924"/>
              <a:gd name="connsiteY26" fmla="*/ 1063772 h 4286252"/>
              <a:gd name="connsiteX27" fmla="*/ 5463270 w 7074924"/>
              <a:gd name="connsiteY27" fmla="*/ 1182304 h 4286252"/>
              <a:gd name="connsiteX28" fmla="*/ 5251603 w 7074924"/>
              <a:gd name="connsiteY28" fmla="*/ 1563304 h 4286252"/>
              <a:gd name="connsiteX29" fmla="*/ 5073803 w 7074924"/>
              <a:gd name="connsiteY29" fmla="*/ 1715705 h 4286252"/>
              <a:gd name="connsiteX30" fmla="*/ 4709737 w 7074924"/>
              <a:gd name="connsiteY30" fmla="*/ 1749571 h 4286252"/>
              <a:gd name="connsiteX31" fmla="*/ 4023937 w 7074924"/>
              <a:gd name="connsiteY31" fmla="*/ 1656438 h 4286252"/>
              <a:gd name="connsiteX32" fmla="*/ 3355070 w 7074924"/>
              <a:gd name="connsiteY32" fmla="*/ 1444772 h 4286252"/>
              <a:gd name="connsiteX33" fmla="*/ 3401637 w 7074924"/>
              <a:gd name="connsiteY33" fmla="*/ 505565 h 4286252"/>
              <a:gd name="connsiteX34" fmla="*/ 2935970 w 7074924"/>
              <a:gd name="connsiteY34" fmla="*/ 799867 h 4286252"/>
              <a:gd name="connsiteX35" fmla="*/ 675370 w 7074924"/>
              <a:gd name="connsiteY35" fmla="*/ 3974215 h 4286252"/>
              <a:gd name="connsiteX36" fmla="*/ 91169 w 7074924"/>
              <a:gd name="connsiteY36" fmla="*/ 4164325 h 4286252"/>
              <a:gd name="connsiteX37" fmla="*/ 65770 w 7074924"/>
              <a:gd name="connsiteY37" fmla="*/ 2827777 h 4286252"/>
              <a:gd name="connsiteX38" fmla="*/ 844703 w 7074924"/>
              <a:gd name="connsiteY38" fmla="*/ 1165652 h 4286252"/>
              <a:gd name="connsiteX0" fmla="*/ 844703 w 7074924"/>
              <a:gd name="connsiteY0" fmla="*/ 1165652 h 4164582"/>
              <a:gd name="connsiteX1" fmla="*/ 2411037 w 7074924"/>
              <a:gd name="connsiteY1" fmla="*/ 2094 h 4164582"/>
              <a:gd name="connsiteX2" fmla="*/ 3583670 w 7074924"/>
              <a:gd name="connsiteY2" fmla="*/ 1444771 h 4164582"/>
              <a:gd name="connsiteX3" fmla="*/ 4980670 w 7074924"/>
              <a:gd name="connsiteY3" fmla="*/ 1639505 h 4164582"/>
              <a:gd name="connsiteX4" fmla="*/ 5480203 w 7074924"/>
              <a:gd name="connsiteY4" fmla="*/ 1004505 h 4164582"/>
              <a:gd name="connsiteX5" fmla="*/ 6045354 w 7074924"/>
              <a:gd name="connsiteY5" fmla="*/ 902951 h 4164582"/>
              <a:gd name="connsiteX6" fmla="*/ 6475037 w 7074924"/>
              <a:gd name="connsiteY6" fmla="*/ 1158485 h 4164582"/>
              <a:gd name="connsiteX7" fmla="*/ 6636259 w 7074924"/>
              <a:gd name="connsiteY7" fmla="*/ 1353370 h 4164582"/>
              <a:gd name="connsiteX8" fmla="*/ 6788659 w 7074924"/>
              <a:gd name="connsiteY8" fmla="*/ 1433272 h 4164582"/>
              <a:gd name="connsiteX9" fmla="*/ 6902959 w 7074924"/>
              <a:gd name="connsiteY9" fmla="*/ 1404217 h 4164582"/>
              <a:gd name="connsiteX10" fmla="*/ 6932237 w 7074924"/>
              <a:gd name="connsiteY10" fmla="*/ 1260178 h 4164582"/>
              <a:gd name="connsiteX11" fmla="*/ 6902960 w 7074924"/>
              <a:gd name="connsiteY11" fmla="*/ 1120928 h 4164582"/>
              <a:gd name="connsiteX12" fmla="*/ 6833111 w 7074924"/>
              <a:gd name="connsiteY12" fmla="*/ 1033761 h 4164582"/>
              <a:gd name="connsiteX13" fmla="*/ 6788661 w 7074924"/>
              <a:gd name="connsiteY13" fmla="*/ 924803 h 4164582"/>
              <a:gd name="connsiteX14" fmla="*/ 6769611 w 7074924"/>
              <a:gd name="connsiteY14" fmla="*/ 757733 h 4164582"/>
              <a:gd name="connsiteX15" fmla="*/ 6915660 w 7074924"/>
              <a:gd name="connsiteY15" fmla="*/ 743208 h 4164582"/>
              <a:gd name="connsiteX16" fmla="*/ 7067703 w 7074924"/>
              <a:gd name="connsiteY16" fmla="*/ 756470 h 4164582"/>
              <a:gd name="connsiteX17" fmla="*/ 7049011 w 7074924"/>
              <a:gd name="connsiteY17" fmla="*/ 982913 h 4164582"/>
              <a:gd name="connsiteX18" fmla="*/ 7004561 w 7074924"/>
              <a:gd name="connsiteY18" fmla="*/ 1135454 h 4164582"/>
              <a:gd name="connsiteX19" fmla="*/ 6991860 w 7074924"/>
              <a:gd name="connsiteY19" fmla="*/ 1389689 h 4164582"/>
              <a:gd name="connsiteX20" fmla="*/ 6915660 w 7074924"/>
              <a:gd name="connsiteY20" fmla="*/ 1505912 h 4164582"/>
              <a:gd name="connsiteX21" fmla="*/ 6805237 w 7074924"/>
              <a:gd name="connsiteY21" fmla="*/ 1527504 h 4164582"/>
              <a:gd name="connsiteX22" fmla="*/ 6591452 w 7074924"/>
              <a:gd name="connsiteY22" fmla="*/ 1442743 h 4164582"/>
              <a:gd name="connsiteX23" fmla="*/ 6325110 w 7074924"/>
              <a:gd name="connsiteY23" fmla="*/ 1128188 h 4164582"/>
              <a:gd name="connsiteX24" fmla="*/ 6087687 w 7074924"/>
              <a:gd name="connsiteY24" fmla="*/ 1006957 h 4164582"/>
              <a:gd name="connsiteX25" fmla="*/ 5763837 w 7074924"/>
              <a:gd name="connsiteY25" fmla="*/ 987572 h 4164582"/>
              <a:gd name="connsiteX26" fmla="*/ 5581803 w 7074924"/>
              <a:gd name="connsiteY26" fmla="*/ 1063772 h 4164582"/>
              <a:gd name="connsiteX27" fmla="*/ 5463270 w 7074924"/>
              <a:gd name="connsiteY27" fmla="*/ 1182304 h 4164582"/>
              <a:gd name="connsiteX28" fmla="*/ 5251603 w 7074924"/>
              <a:gd name="connsiteY28" fmla="*/ 1563304 h 4164582"/>
              <a:gd name="connsiteX29" fmla="*/ 5073803 w 7074924"/>
              <a:gd name="connsiteY29" fmla="*/ 1715705 h 4164582"/>
              <a:gd name="connsiteX30" fmla="*/ 4709737 w 7074924"/>
              <a:gd name="connsiteY30" fmla="*/ 1749571 h 4164582"/>
              <a:gd name="connsiteX31" fmla="*/ 4023937 w 7074924"/>
              <a:gd name="connsiteY31" fmla="*/ 1656438 h 4164582"/>
              <a:gd name="connsiteX32" fmla="*/ 3355070 w 7074924"/>
              <a:gd name="connsiteY32" fmla="*/ 1444772 h 4164582"/>
              <a:gd name="connsiteX33" fmla="*/ 3401637 w 7074924"/>
              <a:gd name="connsiteY33" fmla="*/ 505565 h 4164582"/>
              <a:gd name="connsiteX34" fmla="*/ 1538970 w 7074924"/>
              <a:gd name="connsiteY34" fmla="*/ 3516545 h 4164582"/>
              <a:gd name="connsiteX35" fmla="*/ 675370 w 7074924"/>
              <a:gd name="connsiteY35" fmla="*/ 3974215 h 4164582"/>
              <a:gd name="connsiteX36" fmla="*/ 91169 w 7074924"/>
              <a:gd name="connsiteY36" fmla="*/ 4164325 h 4164582"/>
              <a:gd name="connsiteX37" fmla="*/ 65770 w 7074924"/>
              <a:gd name="connsiteY37" fmla="*/ 2827777 h 4164582"/>
              <a:gd name="connsiteX38" fmla="*/ 844703 w 7074924"/>
              <a:gd name="connsiteY38" fmla="*/ 1165652 h 4164582"/>
              <a:gd name="connsiteX0" fmla="*/ 844703 w 7074924"/>
              <a:gd name="connsiteY0" fmla="*/ 1165652 h 4164582"/>
              <a:gd name="connsiteX1" fmla="*/ 2411037 w 7074924"/>
              <a:gd name="connsiteY1" fmla="*/ 2094 h 4164582"/>
              <a:gd name="connsiteX2" fmla="*/ 3583670 w 7074924"/>
              <a:gd name="connsiteY2" fmla="*/ 1444771 h 4164582"/>
              <a:gd name="connsiteX3" fmla="*/ 4980670 w 7074924"/>
              <a:gd name="connsiteY3" fmla="*/ 1639505 h 4164582"/>
              <a:gd name="connsiteX4" fmla="*/ 5480203 w 7074924"/>
              <a:gd name="connsiteY4" fmla="*/ 1004505 h 4164582"/>
              <a:gd name="connsiteX5" fmla="*/ 6045354 w 7074924"/>
              <a:gd name="connsiteY5" fmla="*/ 902951 h 4164582"/>
              <a:gd name="connsiteX6" fmla="*/ 6475037 w 7074924"/>
              <a:gd name="connsiteY6" fmla="*/ 1158485 h 4164582"/>
              <a:gd name="connsiteX7" fmla="*/ 6636259 w 7074924"/>
              <a:gd name="connsiteY7" fmla="*/ 1353370 h 4164582"/>
              <a:gd name="connsiteX8" fmla="*/ 6788659 w 7074924"/>
              <a:gd name="connsiteY8" fmla="*/ 1433272 h 4164582"/>
              <a:gd name="connsiteX9" fmla="*/ 6902959 w 7074924"/>
              <a:gd name="connsiteY9" fmla="*/ 1404217 h 4164582"/>
              <a:gd name="connsiteX10" fmla="*/ 6932237 w 7074924"/>
              <a:gd name="connsiteY10" fmla="*/ 1260178 h 4164582"/>
              <a:gd name="connsiteX11" fmla="*/ 6902960 w 7074924"/>
              <a:gd name="connsiteY11" fmla="*/ 1120928 h 4164582"/>
              <a:gd name="connsiteX12" fmla="*/ 6833111 w 7074924"/>
              <a:gd name="connsiteY12" fmla="*/ 1033761 h 4164582"/>
              <a:gd name="connsiteX13" fmla="*/ 6788661 w 7074924"/>
              <a:gd name="connsiteY13" fmla="*/ 924803 h 4164582"/>
              <a:gd name="connsiteX14" fmla="*/ 6769611 w 7074924"/>
              <a:gd name="connsiteY14" fmla="*/ 757733 h 4164582"/>
              <a:gd name="connsiteX15" fmla="*/ 6915660 w 7074924"/>
              <a:gd name="connsiteY15" fmla="*/ 743208 h 4164582"/>
              <a:gd name="connsiteX16" fmla="*/ 7067703 w 7074924"/>
              <a:gd name="connsiteY16" fmla="*/ 756470 h 4164582"/>
              <a:gd name="connsiteX17" fmla="*/ 7049011 w 7074924"/>
              <a:gd name="connsiteY17" fmla="*/ 982913 h 4164582"/>
              <a:gd name="connsiteX18" fmla="*/ 7004561 w 7074924"/>
              <a:gd name="connsiteY18" fmla="*/ 1135454 h 4164582"/>
              <a:gd name="connsiteX19" fmla="*/ 6991860 w 7074924"/>
              <a:gd name="connsiteY19" fmla="*/ 1389689 h 4164582"/>
              <a:gd name="connsiteX20" fmla="*/ 6915660 w 7074924"/>
              <a:gd name="connsiteY20" fmla="*/ 1505912 h 4164582"/>
              <a:gd name="connsiteX21" fmla="*/ 6805237 w 7074924"/>
              <a:gd name="connsiteY21" fmla="*/ 1527504 h 4164582"/>
              <a:gd name="connsiteX22" fmla="*/ 6591452 w 7074924"/>
              <a:gd name="connsiteY22" fmla="*/ 1442743 h 4164582"/>
              <a:gd name="connsiteX23" fmla="*/ 6325110 w 7074924"/>
              <a:gd name="connsiteY23" fmla="*/ 1128188 h 4164582"/>
              <a:gd name="connsiteX24" fmla="*/ 6087687 w 7074924"/>
              <a:gd name="connsiteY24" fmla="*/ 1006957 h 4164582"/>
              <a:gd name="connsiteX25" fmla="*/ 5763837 w 7074924"/>
              <a:gd name="connsiteY25" fmla="*/ 987572 h 4164582"/>
              <a:gd name="connsiteX26" fmla="*/ 5581803 w 7074924"/>
              <a:gd name="connsiteY26" fmla="*/ 1063772 h 4164582"/>
              <a:gd name="connsiteX27" fmla="*/ 5463270 w 7074924"/>
              <a:gd name="connsiteY27" fmla="*/ 1182304 h 4164582"/>
              <a:gd name="connsiteX28" fmla="*/ 5251603 w 7074924"/>
              <a:gd name="connsiteY28" fmla="*/ 1563304 h 4164582"/>
              <a:gd name="connsiteX29" fmla="*/ 5073803 w 7074924"/>
              <a:gd name="connsiteY29" fmla="*/ 1715705 h 4164582"/>
              <a:gd name="connsiteX30" fmla="*/ 4709737 w 7074924"/>
              <a:gd name="connsiteY30" fmla="*/ 1749571 h 4164582"/>
              <a:gd name="connsiteX31" fmla="*/ 4023937 w 7074924"/>
              <a:gd name="connsiteY31" fmla="*/ 1656438 h 4164582"/>
              <a:gd name="connsiteX32" fmla="*/ 3355070 w 7074924"/>
              <a:gd name="connsiteY32" fmla="*/ 1444772 h 4164582"/>
              <a:gd name="connsiteX33" fmla="*/ 2093537 w 7074924"/>
              <a:gd name="connsiteY33" fmla="*/ 2815467 h 4164582"/>
              <a:gd name="connsiteX34" fmla="*/ 1538970 w 7074924"/>
              <a:gd name="connsiteY34" fmla="*/ 3516545 h 4164582"/>
              <a:gd name="connsiteX35" fmla="*/ 675370 w 7074924"/>
              <a:gd name="connsiteY35" fmla="*/ 3974215 h 4164582"/>
              <a:gd name="connsiteX36" fmla="*/ 91169 w 7074924"/>
              <a:gd name="connsiteY36" fmla="*/ 4164325 h 4164582"/>
              <a:gd name="connsiteX37" fmla="*/ 65770 w 7074924"/>
              <a:gd name="connsiteY37" fmla="*/ 2827777 h 4164582"/>
              <a:gd name="connsiteX38" fmla="*/ 844703 w 7074924"/>
              <a:gd name="connsiteY38" fmla="*/ 1165652 h 4164582"/>
              <a:gd name="connsiteX0" fmla="*/ 820719 w 7050940"/>
              <a:gd name="connsiteY0" fmla="*/ 1165652 h 4064372"/>
              <a:gd name="connsiteX1" fmla="*/ 2387053 w 7050940"/>
              <a:gd name="connsiteY1" fmla="*/ 2094 h 4064372"/>
              <a:gd name="connsiteX2" fmla="*/ 3559686 w 7050940"/>
              <a:gd name="connsiteY2" fmla="*/ 1444771 h 4064372"/>
              <a:gd name="connsiteX3" fmla="*/ 4956686 w 7050940"/>
              <a:gd name="connsiteY3" fmla="*/ 1639505 h 4064372"/>
              <a:gd name="connsiteX4" fmla="*/ 5456219 w 7050940"/>
              <a:gd name="connsiteY4" fmla="*/ 1004505 h 4064372"/>
              <a:gd name="connsiteX5" fmla="*/ 6021370 w 7050940"/>
              <a:gd name="connsiteY5" fmla="*/ 902951 h 4064372"/>
              <a:gd name="connsiteX6" fmla="*/ 6451053 w 7050940"/>
              <a:gd name="connsiteY6" fmla="*/ 1158485 h 4064372"/>
              <a:gd name="connsiteX7" fmla="*/ 6612275 w 7050940"/>
              <a:gd name="connsiteY7" fmla="*/ 1353370 h 4064372"/>
              <a:gd name="connsiteX8" fmla="*/ 6764675 w 7050940"/>
              <a:gd name="connsiteY8" fmla="*/ 1433272 h 4064372"/>
              <a:gd name="connsiteX9" fmla="*/ 6878975 w 7050940"/>
              <a:gd name="connsiteY9" fmla="*/ 1404217 h 4064372"/>
              <a:gd name="connsiteX10" fmla="*/ 6908253 w 7050940"/>
              <a:gd name="connsiteY10" fmla="*/ 1260178 h 4064372"/>
              <a:gd name="connsiteX11" fmla="*/ 6878976 w 7050940"/>
              <a:gd name="connsiteY11" fmla="*/ 1120928 h 4064372"/>
              <a:gd name="connsiteX12" fmla="*/ 6809127 w 7050940"/>
              <a:gd name="connsiteY12" fmla="*/ 1033761 h 4064372"/>
              <a:gd name="connsiteX13" fmla="*/ 6764677 w 7050940"/>
              <a:gd name="connsiteY13" fmla="*/ 924803 h 4064372"/>
              <a:gd name="connsiteX14" fmla="*/ 6745627 w 7050940"/>
              <a:gd name="connsiteY14" fmla="*/ 757733 h 4064372"/>
              <a:gd name="connsiteX15" fmla="*/ 6891676 w 7050940"/>
              <a:gd name="connsiteY15" fmla="*/ 743208 h 4064372"/>
              <a:gd name="connsiteX16" fmla="*/ 7043719 w 7050940"/>
              <a:gd name="connsiteY16" fmla="*/ 756470 h 4064372"/>
              <a:gd name="connsiteX17" fmla="*/ 7025027 w 7050940"/>
              <a:gd name="connsiteY17" fmla="*/ 982913 h 4064372"/>
              <a:gd name="connsiteX18" fmla="*/ 6980577 w 7050940"/>
              <a:gd name="connsiteY18" fmla="*/ 1135454 h 4064372"/>
              <a:gd name="connsiteX19" fmla="*/ 6967876 w 7050940"/>
              <a:gd name="connsiteY19" fmla="*/ 1389689 h 4064372"/>
              <a:gd name="connsiteX20" fmla="*/ 6891676 w 7050940"/>
              <a:gd name="connsiteY20" fmla="*/ 1505912 h 4064372"/>
              <a:gd name="connsiteX21" fmla="*/ 6781253 w 7050940"/>
              <a:gd name="connsiteY21" fmla="*/ 1527504 h 4064372"/>
              <a:gd name="connsiteX22" fmla="*/ 6567468 w 7050940"/>
              <a:gd name="connsiteY22" fmla="*/ 1442743 h 4064372"/>
              <a:gd name="connsiteX23" fmla="*/ 6301126 w 7050940"/>
              <a:gd name="connsiteY23" fmla="*/ 1128188 h 4064372"/>
              <a:gd name="connsiteX24" fmla="*/ 6063703 w 7050940"/>
              <a:gd name="connsiteY24" fmla="*/ 1006957 h 4064372"/>
              <a:gd name="connsiteX25" fmla="*/ 5739853 w 7050940"/>
              <a:gd name="connsiteY25" fmla="*/ 987572 h 4064372"/>
              <a:gd name="connsiteX26" fmla="*/ 5557819 w 7050940"/>
              <a:gd name="connsiteY26" fmla="*/ 1063772 h 4064372"/>
              <a:gd name="connsiteX27" fmla="*/ 5439286 w 7050940"/>
              <a:gd name="connsiteY27" fmla="*/ 1182304 h 4064372"/>
              <a:gd name="connsiteX28" fmla="*/ 5227619 w 7050940"/>
              <a:gd name="connsiteY28" fmla="*/ 1563304 h 4064372"/>
              <a:gd name="connsiteX29" fmla="*/ 5049819 w 7050940"/>
              <a:gd name="connsiteY29" fmla="*/ 1715705 h 4064372"/>
              <a:gd name="connsiteX30" fmla="*/ 4685753 w 7050940"/>
              <a:gd name="connsiteY30" fmla="*/ 1749571 h 4064372"/>
              <a:gd name="connsiteX31" fmla="*/ 3999953 w 7050940"/>
              <a:gd name="connsiteY31" fmla="*/ 1656438 h 4064372"/>
              <a:gd name="connsiteX32" fmla="*/ 3331086 w 7050940"/>
              <a:gd name="connsiteY32" fmla="*/ 1444772 h 4064372"/>
              <a:gd name="connsiteX33" fmla="*/ 2069553 w 7050940"/>
              <a:gd name="connsiteY33" fmla="*/ 2815467 h 4064372"/>
              <a:gd name="connsiteX34" fmla="*/ 1514986 w 7050940"/>
              <a:gd name="connsiteY34" fmla="*/ 3516545 h 4064372"/>
              <a:gd name="connsiteX35" fmla="*/ 651386 w 7050940"/>
              <a:gd name="connsiteY35" fmla="*/ 3974215 h 4064372"/>
              <a:gd name="connsiteX36" fmla="*/ 143385 w 7050940"/>
              <a:gd name="connsiteY36" fmla="*/ 4062631 h 4064372"/>
              <a:gd name="connsiteX37" fmla="*/ 41786 w 7050940"/>
              <a:gd name="connsiteY37" fmla="*/ 2827777 h 4064372"/>
              <a:gd name="connsiteX38" fmla="*/ 820719 w 7050940"/>
              <a:gd name="connsiteY38" fmla="*/ 1165652 h 4064372"/>
              <a:gd name="connsiteX0" fmla="*/ 820719 w 7050940"/>
              <a:gd name="connsiteY0" fmla="*/ 1165652 h 4201278"/>
              <a:gd name="connsiteX1" fmla="*/ 2387053 w 7050940"/>
              <a:gd name="connsiteY1" fmla="*/ 2094 h 4201278"/>
              <a:gd name="connsiteX2" fmla="*/ 3559686 w 7050940"/>
              <a:gd name="connsiteY2" fmla="*/ 1444771 h 4201278"/>
              <a:gd name="connsiteX3" fmla="*/ 4956686 w 7050940"/>
              <a:gd name="connsiteY3" fmla="*/ 1639505 h 4201278"/>
              <a:gd name="connsiteX4" fmla="*/ 5456219 w 7050940"/>
              <a:gd name="connsiteY4" fmla="*/ 1004505 h 4201278"/>
              <a:gd name="connsiteX5" fmla="*/ 6021370 w 7050940"/>
              <a:gd name="connsiteY5" fmla="*/ 902951 h 4201278"/>
              <a:gd name="connsiteX6" fmla="*/ 6451053 w 7050940"/>
              <a:gd name="connsiteY6" fmla="*/ 1158485 h 4201278"/>
              <a:gd name="connsiteX7" fmla="*/ 6612275 w 7050940"/>
              <a:gd name="connsiteY7" fmla="*/ 1353370 h 4201278"/>
              <a:gd name="connsiteX8" fmla="*/ 6764675 w 7050940"/>
              <a:gd name="connsiteY8" fmla="*/ 1433272 h 4201278"/>
              <a:gd name="connsiteX9" fmla="*/ 6878975 w 7050940"/>
              <a:gd name="connsiteY9" fmla="*/ 1404217 h 4201278"/>
              <a:gd name="connsiteX10" fmla="*/ 6908253 w 7050940"/>
              <a:gd name="connsiteY10" fmla="*/ 1260178 h 4201278"/>
              <a:gd name="connsiteX11" fmla="*/ 6878976 w 7050940"/>
              <a:gd name="connsiteY11" fmla="*/ 1120928 h 4201278"/>
              <a:gd name="connsiteX12" fmla="*/ 6809127 w 7050940"/>
              <a:gd name="connsiteY12" fmla="*/ 1033761 h 4201278"/>
              <a:gd name="connsiteX13" fmla="*/ 6764677 w 7050940"/>
              <a:gd name="connsiteY13" fmla="*/ 924803 h 4201278"/>
              <a:gd name="connsiteX14" fmla="*/ 6745627 w 7050940"/>
              <a:gd name="connsiteY14" fmla="*/ 757733 h 4201278"/>
              <a:gd name="connsiteX15" fmla="*/ 6891676 w 7050940"/>
              <a:gd name="connsiteY15" fmla="*/ 743208 h 4201278"/>
              <a:gd name="connsiteX16" fmla="*/ 7043719 w 7050940"/>
              <a:gd name="connsiteY16" fmla="*/ 756470 h 4201278"/>
              <a:gd name="connsiteX17" fmla="*/ 7025027 w 7050940"/>
              <a:gd name="connsiteY17" fmla="*/ 982913 h 4201278"/>
              <a:gd name="connsiteX18" fmla="*/ 6980577 w 7050940"/>
              <a:gd name="connsiteY18" fmla="*/ 1135454 h 4201278"/>
              <a:gd name="connsiteX19" fmla="*/ 6967876 w 7050940"/>
              <a:gd name="connsiteY19" fmla="*/ 1389689 h 4201278"/>
              <a:gd name="connsiteX20" fmla="*/ 6891676 w 7050940"/>
              <a:gd name="connsiteY20" fmla="*/ 1505912 h 4201278"/>
              <a:gd name="connsiteX21" fmla="*/ 6781253 w 7050940"/>
              <a:gd name="connsiteY21" fmla="*/ 1527504 h 4201278"/>
              <a:gd name="connsiteX22" fmla="*/ 6567468 w 7050940"/>
              <a:gd name="connsiteY22" fmla="*/ 1442743 h 4201278"/>
              <a:gd name="connsiteX23" fmla="*/ 6301126 w 7050940"/>
              <a:gd name="connsiteY23" fmla="*/ 1128188 h 4201278"/>
              <a:gd name="connsiteX24" fmla="*/ 6063703 w 7050940"/>
              <a:gd name="connsiteY24" fmla="*/ 1006957 h 4201278"/>
              <a:gd name="connsiteX25" fmla="*/ 5739853 w 7050940"/>
              <a:gd name="connsiteY25" fmla="*/ 987572 h 4201278"/>
              <a:gd name="connsiteX26" fmla="*/ 5557819 w 7050940"/>
              <a:gd name="connsiteY26" fmla="*/ 1063772 h 4201278"/>
              <a:gd name="connsiteX27" fmla="*/ 5439286 w 7050940"/>
              <a:gd name="connsiteY27" fmla="*/ 1182304 h 4201278"/>
              <a:gd name="connsiteX28" fmla="*/ 5227619 w 7050940"/>
              <a:gd name="connsiteY28" fmla="*/ 1563304 h 4201278"/>
              <a:gd name="connsiteX29" fmla="*/ 5049819 w 7050940"/>
              <a:gd name="connsiteY29" fmla="*/ 1715705 h 4201278"/>
              <a:gd name="connsiteX30" fmla="*/ 4685753 w 7050940"/>
              <a:gd name="connsiteY30" fmla="*/ 1749571 h 4201278"/>
              <a:gd name="connsiteX31" fmla="*/ 3999953 w 7050940"/>
              <a:gd name="connsiteY31" fmla="*/ 1656438 h 4201278"/>
              <a:gd name="connsiteX32" fmla="*/ 3331086 w 7050940"/>
              <a:gd name="connsiteY32" fmla="*/ 1444772 h 4201278"/>
              <a:gd name="connsiteX33" fmla="*/ 2069553 w 7050940"/>
              <a:gd name="connsiteY33" fmla="*/ 2815467 h 4201278"/>
              <a:gd name="connsiteX34" fmla="*/ 1514986 w 7050940"/>
              <a:gd name="connsiteY34" fmla="*/ 3516545 h 4201278"/>
              <a:gd name="connsiteX35" fmla="*/ 460886 w 7050940"/>
              <a:gd name="connsiteY35" fmla="*/ 4177603 h 4201278"/>
              <a:gd name="connsiteX36" fmla="*/ 143385 w 7050940"/>
              <a:gd name="connsiteY36" fmla="*/ 4062631 h 4201278"/>
              <a:gd name="connsiteX37" fmla="*/ 41786 w 7050940"/>
              <a:gd name="connsiteY37" fmla="*/ 2827777 h 4201278"/>
              <a:gd name="connsiteX38" fmla="*/ 820719 w 7050940"/>
              <a:gd name="connsiteY38" fmla="*/ 1165652 h 4201278"/>
              <a:gd name="connsiteX0" fmla="*/ 820719 w 7050940"/>
              <a:gd name="connsiteY0" fmla="*/ 1165652 h 4201278"/>
              <a:gd name="connsiteX1" fmla="*/ 2387053 w 7050940"/>
              <a:gd name="connsiteY1" fmla="*/ 2094 h 4201278"/>
              <a:gd name="connsiteX2" fmla="*/ 3559686 w 7050940"/>
              <a:gd name="connsiteY2" fmla="*/ 1444771 h 4201278"/>
              <a:gd name="connsiteX3" fmla="*/ 4956686 w 7050940"/>
              <a:gd name="connsiteY3" fmla="*/ 1639505 h 4201278"/>
              <a:gd name="connsiteX4" fmla="*/ 5456219 w 7050940"/>
              <a:gd name="connsiteY4" fmla="*/ 1004505 h 4201278"/>
              <a:gd name="connsiteX5" fmla="*/ 6021370 w 7050940"/>
              <a:gd name="connsiteY5" fmla="*/ 902951 h 4201278"/>
              <a:gd name="connsiteX6" fmla="*/ 6451053 w 7050940"/>
              <a:gd name="connsiteY6" fmla="*/ 1158485 h 4201278"/>
              <a:gd name="connsiteX7" fmla="*/ 6612275 w 7050940"/>
              <a:gd name="connsiteY7" fmla="*/ 1353370 h 4201278"/>
              <a:gd name="connsiteX8" fmla="*/ 6764675 w 7050940"/>
              <a:gd name="connsiteY8" fmla="*/ 1433272 h 4201278"/>
              <a:gd name="connsiteX9" fmla="*/ 6878975 w 7050940"/>
              <a:gd name="connsiteY9" fmla="*/ 1404217 h 4201278"/>
              <a:gd name="connsiteX10" fmla="*/ 6908253 w 7050940"/>
              <a:gd name="connsiteY10" fmla="*/ 1260178 h 4201278"/>
              <a:gd name="connsiteX11" fmla="*/ 6878976 w 7050940"/>
              <a:gd name="connsiteY11" fmla="*/ 1120928 h 4201278"/>
              <a:gd name="connsiteX12" fmla="*/ 6809127 w 7050940"/>
              <a:gd name="connsiteY12" fmla="*/ 1033761 h 4201278"/>
              <a:gd name="connsiteX13" fmla="*/ 6764677 w 7050940"/>
              <a:gd name="connsiteY13" fmla="*/ 924803 h 4201278"/>
              <a:gd name="connsiteX14" fmla="*/ 6745627 w 7050940"/>
              <a:gd name="connsiteY14" fmla="*/ 757733 h 4201278"/>
              <a:gd name="connsiteX15" fmla="*/ 6891676 w 7050940"/>
              <a:gd name="connsiteY15" fmla="*/ 743208 h 4201278"/>
              <a:gd name="connsiteX16" fmla="*/ 7043719 w 7050940"/>
              <a:gd name="connsiteY16" fmla="*/ 756470 h 4201278"/>
              <a:gd name="connsiteX17" fmla="*/ 7025027 w 7050940"/>
              <a:gd name="connsiteY17" fmla="*/ 982913 h 4201278"/>
              <a:gd name="connsiteX18" fmla="*/ 6980577 w 7050940"/>
              <a:gd name="connsiteY18" fmla="*/ 1135454 h 4201278"/>
              <a:gd name="connsiteX19" fmla="*/ 6967876 w 7050940"/>
              <a:gd name="connsiteY19" fmla="*/ 1389689 h 4201278"/>
              <a:gd name="connsiteX20" fmla="*/ 6891676 w 7050940"/>
              <a:gd name="connsiteY20" fmla="*/ 1505912 h 4201278"/>
              <a:gd name="connsiteX21" fmla="*/ 6781253 w 7050940"/>
              <a:gd name="connsiteY21" fmla="*/ 1527504 h 4201278"/>
              <a:gd name="connsiteX22" fmla="*/ 6567468 w 7050940"/>
              <a:gd name="connsiteY22" fmla="*/ 1442743 h 4201278"/>
              <a:gd name="connsiteX23" fmla="*/ 6301126 w 7050940"/>
              <a:gd name="connsiteY23" fmla="*/ 1128188 h 4201278"/>
              <a:gd name="connsiteX24" fmla="*/ 6063703 w 7050940"/>
              <a:gd name="connsiteY24" fmla="*/ 1006957 h 4201278"/>
              <a:gd name="connsiteX25" fmla="*/ 5739853 w 7050940"/>
              <a:gd name="connsiteY25" fmla="*/ 987572 h 4201278"/>
              <a:gd name="connsiteX26" fmla="*/ 5557819 w 7050940"/>
              <a:gd name="connsiteY26" fmla="*/ 1063772 h 4201278"/>
              <a:gd name="connsiteX27" fmla="*/ 5439286 w 7050940"/>
              <a:gd name="connsiteY27" fmla="*/ 1182304 h 4201278"/>
              <a:gd name="connsiteX28" fmla="*/ 5227619 w 7050940"/>
              <a:gd name="connsiteY28" fmla="*/ 1563304 h 4201278"/>
              <a:gd name="connsiteX29" fmla="*/ 5049819 w 7050940"/>
              <a:gd name="connsiteY29" fmla="*/ 1715705 h 4201278"/>
              <a:gd name="connsiteX30" fmla="*/ 4685753 w 7050940"/>
              <a:gd name="connsiteY30" fmla="*/ 1749571 h 4201278"/>
              <a:gd name="connsiteX31" fmla="*/ 3999953 w 7050940"/>
              <a:gd name="connsiteY31" fmla="*/ 1656438 h 4201278"/>
              <a:gd name="connsiteX32" fmla="*/ 2950086 w 7050940"/>
              <a:gd name="connsiteY32" fmla="*/ 2098518 h 4201278"/>
              <a:gd name="connsiteX33" fmla="*/ 2069553 w 7050940"/>
              <a:gd name="connsiteY33" fmla="*/ 2815467 h 4201278"/>
              <a:gd name="connsiteX34" fmla="*/ 1514986 w 7050940"/>
              <a:gd name="connsiteY34" fmla="*/ 3516545 h 4201278"/>
              <a:gd name="connsiteX35" fmla="*/ 460886 w 7050940"/>
              <a:gd name="connsiteY35" fmla="*/ 4177603 h 4201278"/>
              <a:gd name="connsiteX36" fmla="*/ 143385 w 7050940"/>
              <a:gd name="connsiteY36" fmla="*/ 4062631 h 4201278"/>
              <a:gd name="connsiteX37" fmla="*/ 41786 w 7050940"/>
              <a:gd name="connsiteY37" fmla="*/ 2827777 h 4201278"/>
              <a:gd name="connsiteX38" fmla="*/ 820719 w 7050940"/>
              <a:gd name="connsiteY38" fmla="*/ 1165652 h 4201278"/>
              <a:gd name="connsiteX0" fmla="*/ 820719 w 7050940"/>
              <a:gd name="connsiteY0" fmla="*/ 1165652 h 4201278"/>
              <a:gd name="connsiteX1" fmla="*/ 2387053 w 7050940"/>
              <a:gd name="connsiteY1" fmla="*/ 2094 h 4201278"/>
              <a:gd name="connsiteX2" fmla="*/ 3559686 w 7050940"/>
              <a:gd name="connsiteY2" fmla="*/ 1444771 h 4201278"/>
              <a:gd name="connsiteX3" fmla="*/ 4956686 w 7050940"/>
              <a:gd name="connsiteY3" fmla="*/ 1639505 h 4201278"/>
              <a:gd name="connsiteX4" fmla="*/ 5456219 w 7050940"/>
              <a:gd name="connsiteY4" fmla="*/ 1004505 h 4201278"/>
              <a:gd name="connsiteX5" fmla="*/ 6021370 w 7050940"/>
              <a:gd name="connsiteY5" fmla="*/ 902951 h 4201278"/>
              <a:gd name="connsiteX6" fmla="*/ 6451053 w 7050940"/>
              <a:gd name="connsiteY6" fmla="*/ 1158485 h 4201278"/>
              <a:gd name="connsiteX7" fmla="*/ 6612275 w 7050940"/>
              <a:gd name="connsiteY7" fmla="*/ 1353370 h 4201278"/>
              <a:gd name="connsiteX8" fmla="*/ 6764675 w 7050940"/>
              <a:gd name="connsiteY8" fmla="*/ 1433272 h 4201278"/>
              <a:gd name="connsiteX9" fmla="*/ 6878975 w 7050940"/>
              <a:gd name="connsiteY9" fmla="*/ 1404217 h 4201278"/>
              <a:gd name="connsiteX10" fmla="*/ 6908253 w 7050940"/>
              <a:gd name="connsiteY10" fmla="*/ 1260178 h 4201278"/>
              <a:gd name="connsiteX11" fmla="*/ 6878976 w 7050940"/>
              <a:gd name="connsiteY11" fmla="*/ 1120928 h 4201278"/>
              <a:gd name="connsiteX12" fmla="*/ 6809127 w 7050940"/>
              <a:gd name="connsiteY12" fmla="*/ 1033761 h 4201278"/>
              <a:gd name="connsiteX13" fmla="*/ 6764677 w 7050940"/>
              <a:gd name="connsiteY13" fmla="*/ 924803 h 4201278"/>
              <a:gd name="connsiteX14" fmla="*/ 6745627 w 7050940"/>
              <a:gd name="connsiteY14" fmla="*/ 757733 h 4201278"/>
              <a:gd name="connsiteX15" fmla="*/ 6891676 w 7050940"/>
              <a:gd name="connsiteY15" fmla="*/ 743208 h 4201278"/>
              <a:gd name="connsiteX16" fmla="*/ 7043719 w 7050940"/>
              <a:gd name="connsiteY16" fmla="*/ 756470 h 4201278"/>
              <a:gd name="connsiteX17" fmla="*/ 7025027 w 7050940"/>
              <a:gd name="connsiteY17" fmla="*/ 982913 h 4201278"/>
              <a:gd name="connsiteX18" fmla="*/ 6980577 w 7050940"/>
              <a:gd name="connsiteY18" fmla="*/ 1135454 h 4201278"/>
              <a:gd name="connsiteX19" fmla="*/ 6967876 w 7050940"/>
              <a:gd name="connsiteY19" fmla="*/ 1389689 h 4201278"/>
              <a:gd name="connsiteX20" fmla="*/ 6891676 w 7050940"/>
              <a:gd name="connsiteY20" fmla="*/ 1505912 h 4201278"/>
              <a:gd name="connsiteX21" fmla="*/ 6781253 w 7050940"/>
              <a:gd name="connsiteY21" fmla="*/ 1527504 h 4201278"/>
              <a:gd name="connsiteX22" fmla="*/ 6567468 w 7050940"/>
              <a:gd name="connsiteY22" fmla="*/ 1442743 h 4201278"/>
              <a:gd name="connsiteX23" fmla="*/ 6301126 w 7050940"/>
              <a:gd name="connsiteY23" fmla="*/ 1128188 h 4201278"/>
              <a:gd name="connsiteX24" fmla="*/ 6063703 w 7050940"/>
              <a:gd name="connsiteY24" fmla="*/ 1006957 h 4201278"/>
              <a:gd name="connsiteX25" fmla="*/ 5739853 w 7050940"/>
              <a:gd name="connsiteY25" fmla="*/ 987572 h 4201278"/>
              <a:gd name="connsiteX26" fmla="*/ 5557819 w 7050940"/>
              <a:gd name="connsiteY26" fmla="*/ 1063772 h 4201278"/>
              <a:gd name="connsiteX27" fmla="*/ 5439286 w 7050940"/>
              <a:gd name="connsiteY27" fmla="*/ 1182304 h 4201278"/>
              <a:gd name="connsiteX28" fmla="*/ 5227619 w 7050940"/>
              <a:gd name="connsiteY28" fmla="*/ 1563304 h 4201278"/>
              <a:gd name="connsiteX29" fmla="*/ 5049819 w 7050940"/>
              <a:gd name="connsiteY29" fmla="*/ 1715705 h 4201278"/>
              <a:gd name="connsiteX30" fmla="*/ 4685753 w 7050940"/>
              <a:gd name="connsiteY30" fmla="*/ 1749571 h 4201278"/>
              <a:gd name="connsiteX31" fmla="*/ 3911053 w 7050940"/>
              <a:gd name="connsiteY31" fmla="*/ 1917937 h 4201278"/>
              <a:gd name="connsiteX32" fmla="*/ 2950086 w 7050940"/>
              <a:gd name="connsiteY32" fmla="*/ 2098518 h 4201278"/>
              <a:gd name="connsiteX33" fmla="*/ 2069553 w 7050940"/>
              <a:gd name="connsiteY33" fmla="*/ 2815467 h 4201278"/>
              <a:gd name="connsiteX34" fmla="*/ 1514986 w 7050940"/>
              <a:gd name="connsiteY34" fmla="*/ 3516545 h 4201278"/>
              <a:gd name="connsiteX35" fmla="*/ 460886 w 7050940"/>
              <a:gd name="connsiteY35" fmla="*/ 4177603 h 4201278"/>
              <a:gd name="connsiteX36" fmla="*/ 143385 w 7050940"/>
              <a:gd name="connsiteY36" fmla="*/ 4062631 h 4201278"/>
              <a:gd name="connsiteX37" fmla="*/ 41786 w 7050940"/>
              <a:gd name="connsiteY37" fmla="*/ 2827777 h 4201278"/>
              <a:gd name="connsiteX38" fmla="*/ 820719 w 7050940"/>
              <a:gd name="connsiteY38" fmla="*/ 1165652 h 4201278"/>
              <a:gd name="connsiteX0" fmla="*/ 820719 w 7050940"/>
              <a:gd name="connsiteY0" fmla="*/ 1165652 h 4201278"/>
              <a:gd name="connsiteX1" fmla="*/ 2387053 w 7050940"/>
              <a:gd name="connsiteY1" fmla="*/ 2094 h 4201278"/>
              <a:gd name="connsiteX2" fmla="*/ 3559686 w 7050940"/>
              <a:gd name="connsiteY2" fmla="*/ 1444771 h 4201278"/>
              <a:gd name="connsiteX3" fmla="*/ 4956686 w 7050940"/>
              <a:gd name="connsiteY3" fmla="*/ 1639505 h 4201278"/>
              <a:gd name="connsiteX4" fmla="*/ 5456219 w 7050940"/>
              <a:gd name="connsiteY4" fmla="*/ 1004505 h 4201278"/>
              <a:gd name="connsiteX5" fmla="*/ 6021370 w 7050940"/>
              <a:gd name="connsiteY5" fmla="*/ 902951 h 4201278"/>
              <a:gd name="connsiteX6" fmla="*/ 6451053 w 7050940"/>
              <a:gd name="connsiteY6" fmla="*/ 1158485 h 4201278"/>
              <a:gd name="connsiteX7" fmla="*/ 6612275 w 7050940"/>
              <a:gd name="connsiteY7" fmla="*/ 1353370 h 4201278"/>
              <a:gd name="connsiteX8" fmla="*/ 6764675 w 7050940"/>
              <a:gd name="connsiteY8" fmla="*/ 1433272 h 4201278"/>
              <a:gd name="connsiteX9" fmla="*/ 6878975 w 7050940"/>
              <a:gd name="connsiteY9" fmla="*/ 1404217 h 4201278"/>
              <a:gd name="connsiteX10" fmla="*/ 6908253 w 7050940"/>
              <a:gd name="connsiteY10" fmla="*/ 1260178 h 4201278"/>
              <a:gd name="connsiteX11" fmla="*/ 6878976 w 7050940"/>
              <a:gd name="connsiteY11" fmla="*/ 1120928 h 4201278"/>
              <a:gd name="connsiteX12" fmla="*/ 6809127 w 7050940"/>
              <a:gd name="connsiteY12" fmla="*/ 1033761 h 4201278"/>
              <a:gd name="connsiteX13" fmla="*/ 6764677 w 7050940"/>
              <a:gd name="connsiteY13" fmla="*/ 924803 h 4201278"/>
              <a:gd name="connsiteX14" fmla="*/ 6745627 w 7050940"/>
              <a:gd name="connsiteY14" fmla="*/ 757733 h 4201278"/>
              <a:gd name="connsiteX15" fmla="*/ 6891676 w 7050940"/>
              <a:gd name="connsiteY15" fmla="*/ 743208 h 4201278"/>
              <a:gd name="connsiteX16" fmla="*/ 7043719 w 7050940"/>
              <a:gd name="connsiteY16" fmla="*/ 756470 h 4201278"/>
              <a:gd name="connsiteX17" fmla="*/ 7025027 w 7050940"/>
              <a:gd name="connsiteY17" fmla="*/ 982913 h 4201278"/>
              <a:gd name="connsiteX18" fmla="*/ 6980577 w 7050940"/>
              <a:gd name="connsiteY18" fmla="*/ 1135454 h 4201278"/>
              <a:gd name="connsiteX19" fmla="*/ 6967876 w 7050940"/>
              <a:gd name="connsiteY19" fmla="*/ 1389689 h 4201278"/>
              <a:gd name="connsiteX20" fmla="*/ 6891676 w 7050940"/>
              <a:gd name="connsiteY20" fmla="*/ 1505912 h 4201278"/>
              <a:gd name="connsiteX21" fmla="*/ 6781253 w 7050940"/>
              <a:gd name="connsiteY21" fmla="*/ 1527504 h 4201278"/>
              <a:gd name="connsiteX22" fmla="*/ 6567468 w 7050940"/>
              <a:gd name="connsiteY22" fmla="*/ 1442743 h 4201278"/>
              <a:gd name="connsiteX23" fmla="*/ 6301126 w 7050940"/>
              <a:gd name="connsiteY23" fmla="*/ 1128188 h 4201278"/>
              <a:gd name="connsiteX24" fmla="*/ 6063703 w 7050940"/>
              <a:gd name="connsiteY24" fmla="*/ 1006957 h 4201278"/>
              <a:gd name="connsiteX25" fmla="*/ 5739853 w 7050940"/>
              <a:gd name="connsiteY25" fmla="*/ 987572 h 4201278"/>
              <a:gd name="connsiteX26" fmla="*/ 5557819 w 7050940"/>
              <a:gd name="connsiteY26" fmla="*/ 1063772 h 4201278"/>
              <a:gd name="connsiteX27" fmla="*/ 5439286 w 7050940"/>
              <a:gd name="connsiteY27" fmla="*/ 1182304 h 4201278"/>
              <a:gd name="connsiteX28" fmla="*/ 5227619 w 7050940"/>
              <a:gd name="connsiteY28" fmla="*/ 1563304 h 4201278"/>
              <a:gd name="connsiteX29" fmla="*/ 5049819 w 7050940"/>
              <a:gd name="connsiteY29" fmla="*/ 1715705 h 4201278"/>
              <a:gd name="connsiteX30" fmla="*/ 4685753 w 7050940"/>
              <a:gd name="connsiteY30" fmla="*/ 1880320 h 4201278"/>
              <a:gd name="connsiteX31" fmla="*/ 3911053 w 7050940"/>
              <a:gd name="connsiteY31" fmla="*/ 1917937 h 4201278"/>
              <a:gd name="connsiteX32" fmla="*/ 2950086 w 7050940"/>
              <a:gd name="connsiteY32" fmla="*/ 2098518 h 4201278"/>
              <a:gd name="connsiteX33" fmla="*/ 2069553 w 7050940"/>
              <a:gd name="connsiteY33" fmla="*/ 2815467 h 4201278"/>
              <a:gd name="connsiteX34" fmla="*/ 1514986 w 7050940"/>
              <a:gd name="connsiteY34" fmla="*/ 3516545 h 4201278"/>
              <a:gd name="connsiteX35" fmla="*/ 460886 w 7050940"/>
              <a:gd name="connsiteY35" fmla="*/ 4177603 h 4201278"/>
              <a:gd name="connsiteX36" fmla="*/ 143385 w 7050940"/>
              <a:gd name="connsiteY36" fmla="*/ 4062631 h 4201278"/>
              <a:gd name="connsiteX37" fmla="*/ 41786 w 7050940"/>
              <a:gd name="connsiteY37" fmla="*/ 2827777 h 4201278"/>
              <a:gd name="connsiteX38" fmla="*/ 820719 w 7050940"/>
              <a:gd name="connsiteY38" fmla="*/ 1165652 h 4201278"/>
              <a:gd name="connsiteX0" fmla="*/ 820719 w 7050940"/>
              <a:gd name="connsiteY0" fmla="*/ 1165652 h 4103460"/>
              <a:gd name="connsiteX1" fmla="*/ 2387053 w 7050940"/>
              <a:gd name="connsiteY1" fmla="*/ 2094 h 4103460"/>
              <a:gd name="connsiteX2" fmla="*/ 3559686 w 7050940"/>
              <a:gd name="connsiteY2" fmla="*/ 1444771 h 4103460"/>
              <a:gd name="connsiteX3" fmla="*/ 4956686 w 7050940"/>
              <a:gd name="connsiteY3" fmla="*/ 1639505 h 4103460"/>
              <a:gd name="connsiteX4" fmla="*/ 5456219 w 7050940"/>
              <a:gd name="connsiteY4" fmla="*/ 1004505 h 4103460"/>
              <a:gd name="connsiteX5" fmla="*/ 6021370 w 7050940"/>
              <a:gd name="connsiteY5" fmla="*/ 902951 h 4103460"/>
              <a:gd name="connsiteX6" fmla="*/ 6451053 w 7050940"/>
              <a:gd name="connsiteY6" fmla="*/ 1158485 h 4103460"/>
              <a:gd name="connsiteX7" fmla="*/ 6612275 w 7050940"/>
              <a:gd name="connsiteY7" fmla="*/ 1353370 h 4103460"/>
              <a:gd name="connsiteX8" fmla="*/ 6764675 w 7050940"/>
              <a:gd name="connsiteY8" fmla="*/ 1433272 h 4103460"/>
              <a:gd name="connsiteX9" fmla="*/ 6878975 w 7050940"/>
              <a:gd name="connsiteY9" fmla="*/ 1404217 h 4103460"/>
              <a:gd name="connsiteX10" fmla="*/ 6908253 w 7050940"/>
              <a:gd name="connsiteY10" fmla="*/ 1260178 h 4103460"/>
              <a:gd name="connsiteX11" fmla="*/ 6878976 w 7050940"/>
              <a:gd name="connsiteY11" fmla="*/ 1120928 h 4103460"/>
              <a:gd name="connsiteX12" fmla="*/ 6809127 w 7050940"/>
              <a:gd name="connsiteY12" fmla="*/ 1033761 h 4103460"/>
              <a:gd name="connsiteX13" fmla="*/ 6764677 w 7050940"/>
              <a:gd name="connsiteY13" fmla="*/ 924803 h 4103460"/>
              <a:gd name="connsiteX14" fmla="*/ 6745627 w 7050940"/>
              <a:gd name="connsiteY14" fmla="*/ 757733 h 4103460"/>
              <a:gd name="connsiteX15" fmla="*/ 6891676 w 7050940"/>
              <a:gd name="connsiteY15" fmla="*/ 743208 h 4103460"/>
              <a:gd name="connsiteX16" fmla="*/ 7043719 w 7050940"/>
              <a:gd name="connsiteY16" fmla="*/ 756470 h 4103460"/>
              <a:gd name="connsiteX17" fmla="*/ 7025027 w 7050940"/>
              <a:gd name="connsiteY17" fmla="*/ 982913 h 4103460"/>
              <a:gd name="connsiteX18" fmla="*/ 6980577 w 7050940"/>
              <a:gd name="connsiteY18" fmla="*/ 1135454 h 4103460"/>
              <a:gd name="connsiteX19" fmla="*/ 6967876 w 7050940"/>
              <a:gd name="connsiteY19" fmla="*/ 1389689 h 4103460"/>
              <a:gd name="connsiteX20" fmla="*/ 6891676 w 7050940"/>
              <a:gd name="connsiteY20" fmla="*/ 1505912 h 4103460"/>
              <a:gd name="connsiteX21" fmla="*/ 6781253 w 7050940"/>
              <a:gd name="connsiteY21" fmla="*/ 1527504 h 4103460"/>
              <a:gd name="connsiteX22" fmla="*/ 6567468 w 7050940"/>
              <a:gd name="connsiteY22" fmla="*/ 1442743 h 4103460"/>
              <a:gd name="connsiteX23" fmla="*/ 6301126 w 7050940"/>
              <a:gd name="connsiteY23" fmla="*/ 1128188 h 4103460"/>
              <a:gd name="connsiteX24" fmla="*/ 6063703 w 7050940"/>
              <a:gd name="connsiteY24" fmla="*/ 1006957 h 4103460"/>
              <a:gd name="connsiteX25" fmla="*/ 5739853 w 7050940"/>
              <a:gd name="connsiteY25" fmla="*/ 987572 h 4103460"/>
              <a:gd name="connsiteX26" fmla="*/ 5557819 w 7050940"/>
              <a:gd name="connsiteY26" fmla="*/ 1063772 h 4103460"/>
              <a:gd name="connsiteX27" fmla="*/ 5439286 w 7050940"/>
              <a:gd name="connsiteY27" fmla="*/ 1182304 h 4103460"/>
              <a:gd name="connsiteX28" fmla="*/ 5227619 w 7050940"/>
              <a:gd name="connsiteY28" fmla="*/ 1563304 h 4103460"/>
              <a:gd name="connsiteX29" fmla="*/ 5049819 w 7050940"/>
              <a:gd name="connsiteY29" fmla="*/ 1715705 h 4103460"/>
              <a:gd name="connsiteX30" fmla="*/ 4685753 w 7050940"/>
              <a:gd name="connsiteY30" fmla="*/ 1880320 h 4103460"/>
              <a:gd name="connsiteX31" fmla="*/ 3911053 w 7050940"/>
              <a:gd name="connsiteY31" fmla="*/ 1917937 h 4103460"/>
              <a:gd name="connsiteX32" fmla="*/ 2950086 w 7050940"/>
              <a:gd name="connsiteY32" fmla="*/ 2098518 h 4103460"/>
              <a:gd name="connsiteX33" fmla="*/ 2069553 w 7050940"/>
              <a:gd name="connsiteY33" fmla="*/ 2815467 h 4103460"/>
              <a:gd name="connsiteX34" fmla="*/ 1514986 w 7050940"/>
              <a:gd name="connsiteY34" fmla="*/ 3516545 h 4103460"/>
              <a:gd name="connsiteX35" fmla="*/ 625986 w 7050940"/>
              <a:gd name="connsiteY35" fmla="*/ 4061382 h 4103460"/>
              <a:gd name="connsiteX36" fmla="*/ 143385 w 7050940"/>
              <a:gd name="connsiteY36" fmla="*/ 4062631 h 4103460"/>
              <a:gd name="connsiteX37" fmla="*/ 41786 w 7050940"/>
              <a:gd name="connsiteY37" fmla="*/ 2827777 h 4103460"/>
              <a:gd name="connsiteX38" fmla="*/ 820719 w 7050940"/>
              <a:gd name="connsiteY38" fmla="*/ 1165652 h 4103460"/>
              <a:gd name="connsiteX0" fmla="*/ 820719 w 7050940"/>
              <a:gd name="connsiteY0" fmla="*/ 1165652 h 4103460"/>
              <a:gd name="connsiteX1" fmla="*/ 2387053 w 7050940"/>
              <a:gd name="connsiteY1" fmla="*/ 2094 h 4103460"/>
              <a:gd name="connsiteX2" fmla="*/ 3559686 w 7050940"/>
              <a:gd name="connsiteY2" fmla="*/ 1444771 h 4103460"/>
              <a:gd name="connsiteX3" fmla="*/ 4956686 w 7050940"/>
              <a:gd name="connsiteY3" fmla="*/ 1639505 h 4103460"/>
              <a:gd name="connsiteX4" fmla="*/ 5456219 w 7050940"/>
              <a:gd name="connsiteY4" fmla="*/ 1004505 h 4103460"/>
              <a:gd name="connsiteX5" fmla="*/ 6021370 w 7050940"/>
              <a:gd name="connsiteY5" fmla="*/ 902951 h 4103460"/>
              <a:gd name="connsiteX6" fmla="*/ 6451053 w 7050940"/>
              <a:gd name="connsiteY6" fmla="*/ 1158485 h 4103460"/>
              <a:gd name="connsiteX7" fmla="*/ 6612275 w 7050940"/>
              <a:gd name="connsiteY7" fmla="*/ 1353370 h 4103460"/>
              <a:gd name="connsiteX8" fmla="*/ 6764675 w 7050940"/>
              <a:gd name="connsiteY8" fmla="*/ 1433272 h 4103460"/>
              <a:gd name="connsiteX9" fmla="*/ 6878975 w 7050940"/>
              <a:gd name="connsiteY9" fmla="*/ 1404217 h 4103460"/>
              <a:gd name="connsiteX10" fmla="*/ 6908253 w 7050940"/>
              <a:gd name="connsiteY10" fmla="*/ 1260178 h 4103460"/>
              <a:gd name="connsiteX11" fmla="*/ 6878976 w 7050940"/>
              <a:gd name="connsiteY11" fmla="*/ 1120928 h 4103460"/>
              <a:gd name="connsiteX12" fmla="*/ 6809127 w 7050940"/>
              <a:gd name="connsiteY12" fmla="*/ 1033761 h 4103460"/>
              <a:gd name="connsiteX13" fmla="*/ 6764677 w 7050940"/>
              <a:gd name="connsiteY13" fmla="*/ 924803 h 4103460"/>
              <a:gd name="connsiteX14" fmla="*/ 6745627 w 7050940"/>
              <a:gd name="connsiteY14" fmla="*/ 757733 h 4103460"/>
              <a:gd name="connsiteX15" fmla="*/ 6891676 w 7050940"/>
              <a:gd name="connsiteY15" fmla="*/ 743208 h 4103460"/>
              <a:gd name="connsiteX16" fmla="*/ 7043719 w 7050940"/>
              <a:gd name="connsiteY16" fmla="*/ 756470 h 4103460"/>
              <a:gd name="connsiteX17" fmla="*/ 7025027 w 7050940"/>
              <a:gd name="connsiteY17" fmla="*/ 982913 h 4103460"/>
              <a:gd name="connsiteX18" fmla="*/ 6980577 w 7050940"/>
              <a:gd name="connsiteY18" fmla="*/ 1135454 h 4103460"/>
              <a:gd name="connsiteX19" fmla="*/ 6967876 w 7050940"/>
              <a:gd name="connsiteY19" fmla="*/ 1389689 h 4103460"/>
              <a:gd name="connsiteX20" fmla="*/ 6891676 w 7050940"/>
              <a:gd name="connsiteY20" fmla="*/ 1505912 h 4103460"/>
              <a:gd name="connsiteX21" fmla="*/ 6781253 w 7050940"/>
              <a:gd name="connsiteY21" fmla="*/ 1527504 h 4103460"/>
              <a:gd name="connsiteX22" fmla="*/ 6567468 w 7050940"/>
              <a:gd name="connsiteY22" fmla="*/ 1442743 h 4103460"/>
              <a:gd name="connsiteX23" fmla="*/ 6301126 w 7050940"/>
              <a:gd name="connsiteY23" fmla="*/ 1128188 h 4103460"/>
              <a:gd name="connsiteX24" fmla="*/ 6063703 w 7050940"/>
              <a:gd name="connsiteY24" fmla="*/ 1006957 h 4103460"/>
              <a:gd name="connsiteX25" fmla="*/ 5739853 w 7050940"/>
              <a:gd name="connsiteY25" fmla="*/ 987572 h 4103460"/>
              <a:gd name="connsiteX26" fmla="*/ 5557819 w 7050940"/>
              <a:gd name="connsiteY26" fmla="*/ 1063772 h 4103460"/>
              <a:gd name="connsiteX27" fmla="*/ 5439286 w 7050940"/>
              <a:gd name="connsiteY27" fmla="*/ 1182304 h 4103460"/>
              <a:gd name="connsiteX28" fmla="*/ 5227619 w 7050940"/>
              <a:gd name="connsiteY28" fmla="*/ 1563304 h 4103460"/>
              <a:gd name="connsiteX29" fmla="*/ 5049819 w 7050940"/>
              <a:gd name="connsiteY29" fmla="*/ 1715705 h 4103460"/>
              <a:gd name="connsiteX30" fmla="*/ 4685753 w 7050940"/>
              <a:gd name="connsiteY30" fmla="*/ 1880320 h 4103460"/>
              <a:gd name="connsiteX31" fmla="*/ 3911053 w 7050940"/>
              <a:gd name="connsiteY31" fmla="*/ 1917937 h 4103460"/>
              <a:gd name="connsiteX32" fmla="*/ 2950086 w 7050940"/>
              <a:gd name="connsiteY32" fmla="*/ 2098518 h 4103460"/>
              <a:gd name="connsiteX33" fmla="*/ 2069553 w 7050940"/>
              <a:gd name="connsiteY33" fmla="*/ 2815467 h 4103460"/>
              <a:gd name="connsiteX34" fmla="*/ 1514986 w 7050940"/>
              <a:gd name="connsiteY34" fmla="*/ 3516545 h 4103460"/>
              <a:gd name="connsiteX35" fmla="*/ 625986 w 7050940"/>
              <a:gd name="connsiteY35" fmla="*/ 4061382 h 4103460"/>
              <a:gd name="connsiteX36" fmla="*/ 143385 w 7050940"/>
              <a:gd name="connsiteY36" fmla="*/ 4062631 h 4103460"/>
              <a:gd name="connsiteX37" fmla="*/ 41786 w 7050940"/>
              <a:gd name="connsiteY37" fmla="*/ 2827777 h 4103460"/>
              <a:gd name="connsiteX38" fmla="*/ 820719 w 7050940"/>
              <a:gd name="connsiteY38" fmla="*/ 1165652 h 4103460"/>
              <a:gd name="connsiteX0" fmla="*/ 187895 w 7154716"/>
              <a:gd name="connsiteY0" fmla="*/ 2486123 h 4116439"/>
              <a:gd name="connsiteX1" fmla="*/ 2490829 w 7154716"/>
              <a:gd name="connsiteY1" fmla="*/ 15073 h 4116439"/>
              <a:gd name="connsiteX2" fmla="*/ 3663462 w 7154716"/>
              <a:gd name="connsiteY2" fmla="*/ 1457750 h 4116439"/>
              <a:gd name="connsiteX3" fmla="*/ 5060462 w 7154716"/>
              <a:gd name="connsiteY3" fmla="*/ 1652484 h 4116439"/>
              <a:gd name="connsiteX4" fmla="*/ 5559995 w 7154716"/>
              <a:gd name="connsiteY4" fmla="*/ 1017484 h 4116439"/>
              <a:gd name="connsiteX5" fmla="*/ 6125146 w 7154716"/>
              <a:gd name="connsiteY5" fmla="*/ 915930 h 4116439"/>
              <a:gd name="connsiteX6" fmla="*/ 6554829 w 7154716"/>
              <a:gd name="connsiteY6" fmla="*/ 1171464 h 4116439"/>
              <a:gd name="connsiteX7" fmla="*/ 6716051 w 7154716"/>
              <a:gd name="connsiteY7" fmla="*/ 1366349 h 4116439"/>
              <a:gd name="connsiteX8" fmla="*/ 6868451 w 7154716"/>
              <a:gd name="connsiteY8" fmla="*/ 1446251 h 4116439"/>
              <a:gd name="connsiteX9" fmla="*/ 6982751 w 7154716"/>
              <a:gd name="connsiteY9" fmla="*/ 1417196 h 4116439"/>
              <a:gd name="connsiteX10" fmla="*/ 7012029 w 7154716"/>
              <a:gd name="connsiteY10" fmla="*/ 1273157 h 4116439"/>
              <a:gd name="connsiteX11" fmla="*/ 6982752 w 7154716"/>
              <a:gd name="connsiteY11" fmla="*/ 1133907 h 4116439"/>
              <a:gd name="connsiteX12" fmla="*/ 6912903 w 7154716"/>
              <a:gd name="connsiteY12" fmla="*/ 1046740 h 4116439"/>
              <a:gd name="connsiteX13" fmla="*/ 6868453 w 7154716"/>
              <a:gd name="connsiteY13" fmla="*/ 937782 h 4116439"/>
              <a:gd name="connsiteX14" fmla="*/ 6849403 w 7154716"/>
              <a:gd name="connsiteY14" fmla="*/ 770712 h 4116439"/>
              <a:gd name="connsiteX15" fmla="*/ 6995452 w 7154716"/>
              <a:gd name="connsiteY15" fmla="*/ 756187 h 4116439"/>
              <a:gd name="connsiteX16" fmla="*/ 7147495 w 7154716"/>
              <a:gd name="connsiteY16" fmla="*/ 769449 h 4116439"/>
              <a:gd name="connsiteX17" fmla="*/ 7128803 w 7154716"/>
              <a:gd name="connsiteY17" fmla="*/ 995892 h 4116439"/>
              <a:gd name="connsiteX18" fmla="*/ 7084353 w 7154716"/>
              <a:gd name="connsiteY18" fmla="*/ 1148433 h 4116439"/>
              <a:gd name="connsiteX19" fmla="*/ 7071652 w 7154716"/>
              <a:gd name="connsiteY19" fmla="*/ 1402668 h 4116439"/>
              <a:gd name="connsiteX20" fmla="*/ 6995452 w 7154716"/>
              <a:gd name="connsiteY20" fmla="*/ 1518891 h 4116439"/>
              <a:gd name="connsiteX21" fmla="*/ 6885029 w 7154716"/>
              <a:gd name="connsiteY21" fmla="*/ 1540483 h 4116439"/>
              <a:gd name="connsiteX22" fmla="*/ 6671244 w 7154716"/>
              <a:gd name="connsiteY22" fmla="*/ 1455722 h 4116439"/>
              <a:gd name="connsiteX23" fmla="*/ 6404902 w 7154716"/>
              <a:gd name="connsiteY23" fmla="*/ 1141167 h 4116439"/>
              <a:gd name="connsiteX24" fmla="*/ 6167479 w 7154716"/>
              <a:gd name="connsiteY24" fmla="*/ 1019936 h 4116439"/>
              <a:gd name="connsiteX25" fmla="*/ 5843629 w 7154716"/>
              <a:gd name="connsiteY25" fmla="*/ 1000551 h 4116439"/>
              <a:gd name="connsiteX26" fmla="*/ 5661595 w 7154716"/>
              <a:gd name="connsiteY26" fmla="*/ 1076751 h 4116439"/>
              <a:gd name="connsiteX27" fmla="*/ 5543062 w 7154716"/>
              <a:gd name="connsiteY27" fmla="*/ 1195283 h 4116439"/>
              <a:gd name="connsiteX28" fmla="*/ 5331395 w 7154716"/>
              <a:gd name="connsiteY28" fmla="*/ 1576283 h 4116439"/>
              <a:gd name="connsiteX29" fmla="*/ 5153595 w 7154716"/>
              <a:gd name="connsiteY29" fmla="*/ 1728684 h 4116439"/>
              <a:gd name="connsiteX30" fmla="*/ 4789529 w 7154716"/>
              <a:gd name="connsiteY30" fmla="*/ 1893299 h 4116439"/>
              <a:gd name="connsiteX31" fmla="*/ 4014829 w 7154716"/>
              <a:gd name="connsiteY31" fmla="*/ 1930916 h 4116439"/>
              <a:gd name="connsiteX32" fmla="*/ 3053862 w 7154716"/>
              <a:gd name="connsiteY32" fmla="*/ 2111497 h 4116439"/>
              <a:gd name="connsiteX33" fmla="*/ 2173329 w 7154716"/>
              <a:gd name="connsiteY33" fmla="*/ 2828446 h 4116439"/>
              <a:gd name="connsiteX34" fmla="*/ 1618762 w 7154716"/>
              <a:gd name="connsiteY34" fmla="*/ 3529524 h 4116439"/>
              <a:gd name="connsiteX35" fmla="*/ 729762 w 7154716"/>
              <a:gd name="connsiteY35" fmla="*/ 4074361 h 4116439"/>
              <a:gd name="connsiteX36" fmla="*/ 247161 w 7154716"/>
              <a:gd name="connsiteY36" fmla="*/ 4075610 h 4116439"/>
              <a:gd name="connsiteX37" fmla="*/ 145562 w 7154716"/>
              <a:gd name="connsiteY37" fmla="*/ 2840756 h 4116439"/>
              <a:gd name="connsiteX38" fmla="*/ 187895 w 7154716"/>
              <a:gd name="connsiteY38" fmla="*/ 2486123 h 4116439"/>
              <a:gd name="connsiteX0" fmla="*/ 386103 w 7022724"/>
              <a:gd name="connsiteY0" fmla="*/ 2011139 h 4106341"/>
              <a:gd name="connsiteX1" fmla="*/ 2358837 w 7022724"/>
              <a:gd name="connsiteY1" fmla="*/ 4975 h 4106341"/>
              <a:gd name="connsiteX2" fmla="*/ 3531470 w 7022724"/>
              <a:gd name="connsiteY2" fmla="*/ 1447652 h 4106341"/>
              <a:gd name="connsiteX3" fmla="*/ 4928470 w 7022724"/>
              <a:gd name="connsiteY3" fmla="*/ 1642386 h 4106341"/>
              <a:gd name="connsiteX4" fmla="*/ 5428003 w 7022724"/>
              <a:gd name="connsiteY4" fmla="*/ 1007386 h 4106341"/>
              <a:gd name="connsiteX5" fmla="*/ 5993154 w 7022724"/>
              <a:gd name="connsiteY5" fmla="*/ 905832 h 4106341"/>
              <a:gd name="connsiteX6" fmla="*/ 6422837 w 7022724"/>
              <a:gd name="connsiteY6" fmla="*/ 1161366 h 4106341"/>
              <a:gd name="connsiteX7" fmla="*/ 6584059 w 7022724"/>
              <a:gd name="connsiteY7" fmla="*/ 1356251 h 4106341"/>
              <a:gd name="connsiteX8" fmla="*/ 6736459 w 7022724"/>
              <a:gd name="connsiteY8" fmla="*/ 1436153 h 4106341"/>
              <a:gd name="connsiteX9" fmla="*/ 6850759 w 7022724"/>
              <a:gd name="connsiteY9" fmla="*/ 1407098 h 4106341"/>
              <a:gd name="connsiteX10" fmla="*/ 6880037 w 7022724"/>
              <a:gd name="connsiteY10" fmla="*/ 1263059 h 4106341"/>
              <a:gd name="connsiteX11" fmla="*/ 6850760 w 7022724"/>
              <a:gd name="connsiteY11" fmla="*/ 1123809 h 4106341"/>
              <a:gd name="connsiteX12" fmla="*/ 6780911 w 7022724"/>
              <a:gd name="connsiteY12" fmla="*/ 1036642 h 4106341"/>
              <a:gd name="connsiteX13" fmla="*/ 6736461 w 7022724"/>
              <a:gd name="connsiteY13" fmla="*/ 927684 h 4106341"/>
              <a:gd name="connsiteX14" fmla="*/ 6717411 w 7022724"/>
              <a:gd name="connsiteY14" fmla="*/ 760614 h 4106341"/>
              <a:gd name="connsiteX15" fmla="*/ 6863460 w 7022724"/>
              <a:gd name="connsiteY15" fmla="*/ 746089 h 4106341"/>
              <a:gd name="connsiteX16" fmla="*/ 7015503 w 7022724"/>
              <a:gd name="connsiteY16" fmla="*/ 759351 h 4106341"/>
              <a:gd name="connsiteX17" fmla="*/ 6996811 w 7022724"/>
              <a:gd name="connsiteY17" fmla="*/ 985794 h 4106341"/>
              <a:gd name="connsiteX18" fmla="*/ 6952361 w 7022724"/>
              <a:gd name="connsiteY18" fmla="*/ 1138335 h 4106341"/>
              <a:gd name="connsiteX19" fmla="*/ 6939660 w 7022724"/>
              <a:gd name="connsiteY19" fmla="*/ 1392570 h 4106341"/>
              <a:gd name="connsiteX20" fmla="*/ 6863460 w 7022724"/>
              <a:gd name="connsiteY20" fmla="*/ 1508793 h 4106341"/>
              <a:gd name="connsiteX21" fmla="*/ 6753037 w 7022724"/>
              <a:gd name="connsiteY21" fmla="*/ 1530385 h 4106341"/>
              <a:gd name="connsiteX22" fmla="*/ 6539252 w 7022724"/>
              <a:gd name="connsiteY22" fmla="*/ 1445624 h 4106341"/>
              <a:gd name="connsiteX23" fmla="*/ 6272910 w 7022724"/>
              <a:gd name="connsiteY23" fmla="*/ 1131069 h 4106341"/>
              <a:gd name="connsiteX24" fmla="*/ 6035487 w 7022724"/>
              <a:gd name="connsiteY24" fmla="*/ 1009838 h 4106341"/>
              <a:gd name="connsiteX25" fmla="*/ 5711637 w 7022724"/>
              <a:gd name="connsiteY25" fmla="*/ 990453 h 4106341"/>
              <a:gd name="connsiteX26" fmla="*/ 5529603 w 7022724"/>
              <a:gd name="connsiteY26" fmla="*/ 1066653 h 4106341"/>
              <a:gd name="connsiteX27" fmla="*/ 5411070 w 7022724"/>
              <a:gd name="connsiteY27" fmla="*/ 1185185 h 4106341"/>
              <a:gd name="connsiteX28" fmla="*/ 5199403 w 7022724"/>
              <a:gd name="connsiteY28" fmla="*/ 1566185 h 4106341"/>
              <a:gd name="connsiteX29" fmla="*/ 5021603 w 7022724"/>
              <a:gd name="connsiteY29" fmla="*/ 1718586 h 4106341"/>
              <a:gd name="connsiteX30" fmla="*/ 4657537 w 7022724"/>
              <a:gd name="connsiteY30" fmla="*/ 1883201 h 4106341"/>
              <a:gd name="connsiteX31" fmla="*/ 3882837 w 7022724"/>
              <a:gd name="connsiteY31" fmla="*/ 1920818 h 4106341"/>
              <a:gd name="connsiteX32" fmla="*/ 2921870 w 7022724"/>
              <a:gd name="connsiteY32" fmla="*/ 2101399 h 4106341"/>
              <a:gd name="connsiteX33" fmla="*/ 2041337 w 7022724"/>
              <a:gd name="connsiteY33" fmla="*/ 2818348 h 4106341"/>
              <a:gd name="connsiteX34" fmla="*/ 1486770 w 7022724"/>
              <a:gd name="connsiteY34" fmla="*/ 3519426 h 4106341"/>
              <a:gd name="connsiteX35" fmla="*/ 597770 w 7022724"/>
              <a:gd name="connsiteY35" fmla="*/ 4064263 h 4106341"/>
              <a:gd name="connsiteX36" fmla="*/ 115169 w 7022724"/>
              <a:gd name="connsiteY36" fmla="*/ 4065512 h 4106341"/>
              <a:gd name="connsiteX37" fmla="*/ 13570 w 7022724"/>
              <a:gd name="connsiteY37" fmla="*/ 2830658 h 4106341"/>
              <a:gd name="connsiteX38" fmla="*/ 386103 w 7022724"/>
              <a:gd name="connsiteY38" fmla="*/ 2011139 h 4106341"/>
              <a:gd name="connsiteX0" fmla="*/ 223168 w 7075689"/>
              <a:gd name="connsiteY0" fmla="*/ 2456308 h 4115680"/>
              <a:gd name="connsiteX1" fmla="*/ 2411802 w 7075689"/>
              <a:gd name="connsiteY1" fmla="*/ 14314 h 4115680"/>
              <a:gd name="connsiteX2" fmla="*/ 3584435 w 7075689"/>
              <a:gd name="connsiteY2" fmla="*/ 1456991 h 4115680"/>
              <a:gd name="connsiteX3" fmla="*/ 4981435 w 7075689"/>
              <a:gd name="connsiteY3" fmla="*/ 1651725 h 4115680"/>
              <a:gd name="connsiteX4" fmla="*/ 5480968 w 7075689"/>
              <a:gd name="connsiteY4" fmla="*/ 1016725 h 4115680"/>
              <a:gd name="connsiteX5" fmla="*/ 6046119 w 7075689"/>
              <a:gd name="connsiteY5" fmla="*/ 915171 h 4115680"/>
              <a:gd name="connsiteX6" fmla="*/ 6475802 w 7075689"/>
              <a:gd name="connsiteY6" fmla="*/ 1170705 h 4115680"/>
              <a:gd name="connsiteX7" fmla="*/ 6637024 w 7075689"/>
              <a:gd name="connsiteY7" fmla="*/ 1365590 h 4115680"/>
              <a:gd name="connsiteX8" fmla="*/ 6789424 w 7075689"/>
              <a:gd name="connsiteY8" fmla="*/ 1445492 h 4115680"/>
              <a:gd name="connsiteX9" fmla="*/ 6903724 w 7075689"/>
              <a:gd name="connsiteY9" fmla="*/ 1416437 h 4115680"/>
              <a:gd name="connsiteX10" fmla="*/ 6933002 w 7075689"/>
              <a:gd name="connsiteY10" fmla="*/ 1272398 h 4115680"/>
              <a:gd name="connsiteX11" fmla="*/ 6903725 w 7075689"/>
              <a:gd name="connsiteY11" fmla="*/ 1133148 h 4115680"/>
              <a:gd name="connsiteX12" fmla="*/ 6833876 w 7075689"/>
              <a:gd name="connsiteY12" fmla="*/ 1045981 h 4115680"/>
              <a:gd name="connsiteX13" fmla="*/ 6789426 w 7075689"/>
              <a:gd name="connsiteY13" fmla="*/ 937023 h 4115680"/>
              <a:gd name="connsiteX14" fmla="*/ 6770376 w 7075689"/>
              <a:gd name="connsiteY14" fmla="*/ 769953 h 4115680"/>
              <a:gd name="connsiteX15" fmla="*/ 6916425 w 7075689"/>
              <a:gd name="connsiteY15" fmla="*/ 755428 h 4115680"/>
              <a:gd name="connsiteX16" fmla="*/ 7068468 w 7075689"/>
              <a:gd name="connsiteY16" fmla="*/ 768690 h 4115680"/>
              <a:gd name="connsiteX17" fmla="*/ 7049776 w 7075689"/>
              <a:gd name="connsiteY17" fmla="*/ 995133 h 4115680"/>
              <a:gd name="connsiteX18" fmla="*/ 7005326 w 7075689"/>
              <a:gd name="connsiteY18" fmla="*/ 1147674 h 4115680"/>
              <a:gd name="connsiteX19" fmla="*/ 6992625 w 7075689"/>
              <a:gd name="connsiteY19" fmla="*/ 1401909 h 4115680"/>
              <a:gd name="connsiteX20" fmla="*/ 6916425 w 7075689"/>
              <a:gd name="connsiteY20" fmla="*/ 1518132 h 4115680"/>
              <a:gd name="connsiteX21" fmla="*/ 6806002 w 7075689"/>
              <a:gd name="connsiteY21" fmla="*/ 1539724 h 4115680"/>
              <a:gd name="connsiteX22" fmla="*/ 6592217 w 7075689"/>
              <a:gd name="connsiteY22" fmla="*/ 1454963 h 4115680"/>
              <a:gd name="connsiteX23" fmla="*/ 6325875 w 7075689"/>
              <a:gd name="connsiteY23" fmla="*/ 1140408 h 4115680"/>
              <a:gd name="connsiteX24" fmla="*/ 6088452 w 7075689"/>
              <a:gd name="connsiteY24" fmla="*/ 1019177 h 4115680"/>
              <a:gd name="connsiteX25" fmla="*/ 5764602 w 7075689"/>
              <a:gd name="connsiteY25" fmla="*/ 999792 h 4115680"/>
              <a:gd name="connsiteX26" fmla="*/ 5582568 w 7075689"/>
              <a:gd name="connsiteY26" fmla="*/ 1075992 h 4115680"/>
              <a:gd name="connsiteX27" fmla="*/ 5464035 w 7075689"/>
              <a:gd name="connsiteY27" fmla="*/ 1194524 h 4115680"/>
              <a:gd name="connsiteX28" fmla="*/ 5252368 w 7075689"/>
              <a:gd name="connsiteY28" fmla="*/ 1575524 h 4115680"/>
              <a:gd name="connsiteX29" fmla="*/ 5074568 w 7075689"/>
              <a:gd name="connsiteY29" fmla="*/ 1727925 h 4115680"/>
              <a:gd name="connsiteX30" fmla="*/ 4710502 w 7075689"/>
              <a:gd name="connsiteY30" fmla="*/ 1892540 h 4115680"/>
              <a:gd name="connsiteX31" fmla="*/ 3935802 w 7075689"/>
              <a:gd name="connsiteY31" fmla="*/ 1930157 h 4115680"/>
              <a:gd name="connsiteX32" fmla="*/ 2974835 w 7075689"/>
              <a:gd name="connsiteY32" fmla="*/ 2110738 h 4115680"/>
              <a:gd name="connsiteX33" fmla="*/ 2094302 w 7075689"/>
              <a:gd name="connsiteY33" fmla="*/ 2827687 h 4115680"/>
              <a:gd name="connsiteX34" fmla="*/ 1539735 w 7075689"/>
              <a:gd name="connsiteY34" fmla="*/ 3528765 h 4115680"/>
              <a:gd name="connsiteX35" fmla="*/ 650735 w 7075689"/>
              <a:gd name="connsiteY35" fmla="*/ 4073602 h 4115680"/>
              <a:gd name="connsiteX36" fmla="*/ 168134 w 7075689"/>
              <a:gd name="connsiteY36" fmla="*/ 4074851 h 4115680"/>
              <a:gd name="connsiteX37" fmla="*/ 66535 w 7075689"/>
              <a:gd name="connsiteY37" fmla="*/ 2839997 h 4115680"/>
              <a:gd name="connsiteX38" fmla="*/ 223168 w 7075689"/>
              <a:gd name="connsiteY38" fmla="*/ 2456308 h 4115680"/>
              <a:gd name="connsiteX0" fmla="*/ 159332 w 7011853"/>
              <a:gd name="connsiteY0" fmla="*/ 2456308 h 4115680"/>
              <a:gd name="connsiteX1" fmla="*/ 2347966 w 7011853"/>
              <a:gd name="connsiteY1" fmla="*/ 14314 h 4115680"/>
              <a:gd name="connsiteX2" fmla="*/ 3520599 w 7011853"/>
              <a:gd name="connsiteY2" fmla="*/ 1456991 h 4115680"/>
              <a:gd name="connsiteX3" fmla="*/ 4917599 w 7011853"/>
              <a:gd name="connsiteY3" fmla="*/ 1651725 h 4115680"/>
              <a:gd name="connsiteX4" fmla="*/ 5417132 w 7011853"/>
              <a:gd name="connsiteY4" fmla="*/ 1016725 h 4115680"/>
              <a:gd name="connsiteX5" fmla="*/ 5982283 w 7011853"/>
              <a:gd name="connsiteY5" fmla="*/ 915171 h 4115680"/>
              <a:gd name="connsiteX6" fmla="*/ 6411966 w 7011853"/>
              <a:gd name="connsiteY6" fmla="*/ 1170705 h 4115680"/>
              <a:gd name="connsiteX7" fmla="*/ 6573188 w 7011853"/>
              <a:gd name="connsiteY7" fmla="*/ 1365590 h 4115680"/>
              <a:gd name="connsiteX8" fmla="*/ 6725588 w 7011853"/>
              <a:gd name="connsiteY8" fmla="*/ 1445492 h 4115680"/>
              <a:gd name="connsiteX9" fmla="*/ 6839888 w 7011853"/>
              <a:gd name="connsiteY9" fmla="*/ 1416437 h 4115680"/>
              <a:gd name="connsiteX10" fmla="*/ 6869166 w 7011853"/>
              <a:gd name="connsiteY10" fmla="*/ 1272398 h 4115680"/>
              <a:gd name="connsiteX11" fmla="*/ 6839889 w 7011853"/>
              <a:gd name="connsiteY11" fmla="*/ 1133148 h 4115680"/>
              <a:gd name="connsiteX12" fmla="*/ 6770040 w 7011853"/>
              <a:gd name="connsiteY12" fmla="*/ 1045981 h 4115680"/>
              <a:gd name="connsiteX13" fmla="*/ 6725590 w 7011853"/>
              <a:gd name="connsiteY13" fmla="*/ 937023 h 4115680"/>
              <a:gd name="connsiteX14" fmla="*/ 6706540 w 7011853"/>
              <a:gd name="connsiteY14" fmla="*/ 769953 h 4115680"/>
              <a:gd name="connsiteX15" fmla="*/ 6852589 w 7011853"/>
              <a:gd name="connsiteY15" fmla="*/ 755428 h 4115680"/>
              <a:gd name="connsiteX16" fmla="*/ 7004632 w 7011853"/>
              <a:gd name="connsiteY16" fmla="*/ 768690 h 4115680"/>
              <a:gd name="connsiteX17" fmla="*/ 6985940 w 7011853"/>
              <a:gd name="connsiteY17" fmla="*/ 995133 h 4115680"/>
              <a:gd name="connsiteX18" fmla="*/ 6941490 w 7011853"/>
              <a:gd name="connsiteY18" fmla="*/ 1147674 h 4115680"/>
              <a:gd name="connsiteX19" fmla="*/ 6928789 w 7011853"/>
              <a:gd name="connsiteY19" fmla="*/ 1401909 h 4115680"/>
              <a:gd name="connsiteX20" fmla="*/ 6852589 w 7011853"/>
              <a:gd name="connsiteY20" fmla="*/ 1518132 h 4115680"/>
              <a:gd name="connsiteX21" fmla="*/ 6742166 w 7011853"/>
              <a:gd name="connsiteY21" fmla="*/ 1539724 h 4115680"/>
              <a:gd name="connsiteX22" fmla="*/ 6528381 w 7011853"/>
              <a:gd name="connsiteY22" fmla="*/ 1454963 h 4115680"/>
              <a:gd name="connsiteX23" fmla="*/ 6262039 w 7011853"/>
              <a:gd name="connsiteY23" fmla="*/ 1140408 h 4115680"/>
              <a:gd name="connsiteX24" fmla="*/ 6024616 w 7011853"/>
              <a:gd name="connsiteY24" fmla="*/ 1019177 h 4115680"/>
              <a:gd name="connsiteX25" fmla="*/ 5700766 w 7011853"/>
              <a:gd name="connsiteY25" fmla="*/ 999792 h 4115680"/>
              <a:gd name="connsiteX26" fmla="*/ 5518732 w 7011853"/>
              <a:gd name="connsiteY26" fmla="*/ 1075992 h 4115680"/>
              <a:gd name="connsiteX27" fmla="*/ 5400199 w 7011853"/>
              <a:gd name="connsiteY27" fmla="*/ 1194524 h 4115680"/>
              <a:gd name="connsiteX28" fmla="*/ 5188532 w 7011853"/>
              <a:gd name="connsiteY28" fmla="*/ 1575524 h 4115680"/>
              <a:gd name="connsiteX29" fmla="*/ 5010732 w 7011853"/>
              <a:gd name="connsiteY29" fmla="*/ 1727925 h 4115680"/>
              <a:gd name="connsiteX30" fmla="*/ 4646666 w 7011853"/>
              <a:gd name="connsiteY30" fmla="*/ 1892540 h 4115680"/>
              <a:gd name="connsiteX31" fmla="*/ 3871966 w 7011853"/>
              <a:gd name="connsiteY31" fmla="*/ 1930157 h 4115680"/>
              <a:gd name="connsiteX32" fmla="*/ 2910999 w 7011853"/>
              <a:gd name="connsiteY32" fmla="*/ 2110738 h 4115680"/>
              <a:gd name="connsiteX33" fmla="*/ 2030466 w 7011853"/>
              <a:gd name="connsiteY33" fmla="*/ 2827687 h 4115680"/>
              <a:gd name="connsiteX34" fmla="*/ 1475899 w 7011853"/>
              <a:gd name="connsiteY34" fmla="*/ 3528765 h 4115680"/>
              <a:gd name="connsiteX35" fmla="*/ 586899 w 7011853"/>
              <a:gd name="connsiteY35" fmla="*/ 4073602 h 4115680"/>
              <a:gd name="connsiteX36" fmla="*/ 104298 w 7011853"/>
              <a:gd name="connsiteY36" fmla="*/ 4074851 h 4115680"/>
              <a:gd name="connsiteX37" fmla="*/ 2699 w 7011853"/>
              <a:gd name="connsiteY37" fmla="*/ 2839997 h 4115680"/>
              <a:gd name="connsiteX38" fmla="*/ 159332 w 7011853"/>
              <a:gd name="connsiteY38" fmla="*/ 2456308 h 4115680"/>
              <a:gd name="connsiteX0" fmla="*/ 157927 w 7010448"/>
              <a:gd name="connsiteY0" fmla="*/ 2456308 h 4115680"/>
              <a:gd name="connsiteX1" fmla="*/ 2346561 w 7010448"/>
              <a:gd name="connsiteY1" fmla="*/ 14314 h 4115680"/>
              <a:gd name="connsiteX2" fmla="*/ 3519194 w 7010448"/>
              <a:gd name="connsiteY2" fmla="*/ 1456991 h 4115680"/>
              <a:gd name="connsiteX3" fmla="*/ 4916194 w 7010448"/>
              <a:gd name="connsiteY3" fmla="*/ 1651725 h 4115680"/>
              <a:gd name="connsiteX4" fmla="*/ 5415727 w 7010448"/>
              <a:gd name="connsiteY4" fmla="*/ 1016725 h 4115680"/>
              <a:gd name="connsiteX5" fmla="*/ 5980878 w 7010448"/>
              <a:gd name="connsiteY5" fmla="*/ 915171 h 4115680"/>
              <a:gd name="connsiteX6" fmla="*/ 6410561 w 7010448"/>
              <a:gd name="connsiteY6" fmla="*/ 1170705 h 4115680"/>
              <a:gd name="connsiteX7" fmla="*/ 6571783 w 7010448"/>
              <a:gd name="connsiteY7" fmla="*/ 1365590 h 4115680"/>
              <a:gd name="connsiteX8" fmla="*/ 6724183 w 7010448"/>
              <a:gd name="connsiteY8" fmla="*/ 1445492 h 4115680"/>
              <a:gd name="connsiteX9" fmla="*/ 6838483 w 7010448"/>
              <a:gd name="connsiteY9" fmla="*/ 1416437 h 4115680"/>
              <a:gd name="connsiteX10" fmla="*/ 6867761 w 7010448"/>
              <a:gd name="connsiteY10" fmla="*/ 1272398 h 4115680"/>
              <a:gd name="connsiteX11" fmla="*/ 6838484 w 7010448"/>
              <a:gd name="connsiteY11" fmla="*/ 1133148 h 4115680"/>
              <a:gd name="connsiteX12" fmla="*/ 6768635 w 7010448"/>
              <a:gd name="connsiteY12" fmla="*/ 1045981 h 4115680"/>
              <a:gd name="connsiteX13" fmla="*/ 6724185 w 7010448"/>
              <a:gd name="connsiteY13" fmla="*/ 937023 h 4115680"/>
              <a:gd name="connsiteX14" fmla="*/ 6705135 w 7010448"/>
              <a:gd name="connsiteY14" fmla="*/ 769953 h 4115680"/>
              <a:gd name="connsiteX15" fmla="*/ 6851184 w 7010448"/>
              <a:gd name="connsiteY15" fmla="*/ 755428 h 4115680"/>
              <a:gd name="connsiteX16" fmla="*/ 7003227 w 7010448"/>
              <a:gd name="connsiteY16" fmla="*/ 768690 h 4115680"/>
              <a:gd name="connsiteX17" fmla="*/ 6984535 w 7010448"/>
              <a:gd name="connsiteY17" fmla="*/ 995133 h 4115680"/>
              <a:gd name="connsiteX18" fmla="*/ 6940085 w 7010448"/>
              <a:gd name="connsiteY18" fmla="*/ 1147674 h 4115680"/>
              <a:gd name="connsiteX19" fmla="*/ 6927384 w 7010448"/>
              <a:gd name="connsiteY19" fmla="*/ 1401909 h 4115680"/>
              <a:gd name="connsiteX20" fmla="*/ 6851184 w 7010448"/>
              <a:gd name="connsiteY20" fmla="*/ 1518132 h 4115680"/>
              <a:gd name="connsiteX21" fmla="*/ 6740761 w 7010448"/>
              <a:gd name="connsiteY21" fmla="*/ 1539724 h 4115680"/>
              <a:gd name="connsiteX22" fmla="*/ 6526976 w 7010448"/>
              <a:gd name="connsiteY22" fmla="*/ 1454963 h 4115680"/>
              <a:gd name="connsiteX23" fmla="*/ 6260634 w 7010448"/>
              <a:gd name="connsiteY23" fmla="*/ 1140408 h 4115680"/>
              <a:gd name="connsiteX24" fmla="*/ 6023211 w 7010448"/>
              <a:gd name="connsiteY24" fmla="*/ 1019177 h 4115680"/>
              <a:gd name="connsiteX25" fmla="*/ 5699361 w 7010448"/>
              <a:gd name="connsiteY25" fmla="*/ 999792 h 4115680"/>
              <a:gd name="connsiteX26" fmla="*/ 5517327 w 7010448"/>
              <a:gd name="connsiteY26" fmla="*/ 1075992 h 4115680"/>
              <a:gd name="connsiteX27" fmla="*/ 5398794 w 7010448"/>
              <a:gd name="connsiteY27" fmla="*/ 1194524 h 4115680"/>
              <a:gd name="connsiteX28" fmla="*/ 5187127 w 7010448"/>
              <a:gd name="connsiteY28" fmla="*/ 1575524 h 4115680"/>
              <a:gd name="connsiteX29" fmla="*/ 5009327 w 7010448"/>
              <a:gd name="connsiteY29" fmla="*/ 1727925 h 4115680"/>
              <a:gd name="connsiteX30" fmla="*/ 4645261 w 7010448"/>
              <a:gd name="connsiteY30" fmla="*/ 1892540 h 4115680"/>
              <a:gd name="connsiteX31" fmla="*/ 3870561 w 7010448"/>
              <a:gd name="connsiteY31" fmla="*/ 1930157 h 4115680"/>
              <a:gd name="connsiteX32" fmla="*/ 2909594 w 7010448"/>
              <a:gd name="connsiteY32" fmla="*/ 2110738 h 4115680"/>
              <a:gd name="connsiteX33" fmla="*/ 2029061 w 7010448"/>
              <a:gd name="connsiteY33" fmla="*/ 2827687 h 4115680"/>
              <a:gd name="connsiteX34" fmla="*/ 1474494 w 7010448"/>
              <a:gd name="connsiteY34" fmla="*/ 3528765 h 4115680"/>
              <a:gd name="connsiteX35" fmla="*/ 585494 w 7010448"/>
              <a:gd name="connsiteY35" fmla="*/ 4073602 h 4115680"/>
              <a:gd name="connsiteX36" fmla="*/ 102893 w 7010448"/>
              <a:gd name="connsiteY36" fmla="*/ 4074851 h 4115680"/>
              <a:gd name="connsiteX37" fmla="*/ 1294 w 7010448"/>
              <a:gd name="connsiteY37" fmla="*/ 2839997 h 4115680"/>
              <a:gd name="connsiteX38" fmla="*/ 157927 w 7010448"/>
              <a:gd name="connsiteY38" fmla="*/ 2456308 h 4115680"/>
              <a:gd name="connsiteX0" fmla="*/ 92117 w 7033538"/>
              <a:gd name="connsiteY0" fmla="*/ 2456308 h 4115680"/>
              <a:gd name="connsiteX1" fmla="*/ 2369651 w 7033538"/>
              <a:gd name="connsiteY1" fmla="*/ 14314 h 4115680"/>
              <a:gd name="connsiteX2" fmla="*/ 3542284 w 7033538"/>
              <a:gd name="connsiteY2" fmla="*/ 1456991 h 4115680"/>
              <a:gd name="connsiteX3" fmla="*/ 4939284 w 7033538"/>
              <a:gd name="connsiteY3" fmla="*/ 1651725 h 4115680"/>
              <a:gd name="connsiteX4" fmla="*/ 5438817 w 7033538"/>
              <a:gd name="connsiteY4" fmla="*/ 1016725 h 4115680"/>
              <a:gd name="connsiteX5" fmla="*/ 6003968 w 7033538"/>
              <a:gd name="connsiteY5" fmla="*/ 915171 h 4115680"/>
              <a:gd name="connsiteX6" fmla="*/ 6433651 w 7033538"/>
              <a:gd name="connsiteY6" fmla="*/ 1170705 h 4115680"/>
              <a:gd name="connsiteX7" fmla="*/ 6594873 w 7033538"/>
              <a:gd name="connsiteY7" fmla="*/ 1365590 h 4115680"/>
              <a:gd name="connsiteX8" fmla="*/ 6747273 w 7033538"/>
              <a:gd name="connsiteY8" fmla="*/ 1445492 h 4115680"/>
              <a:gd name="connsiteX9" fmla="*/ 6861573 w 7033538"/>
              <a:gd name="connsiteY9" fmla="*/ 1416437 h 4115680"/>
              <a:gd name="connsiteX10" fmla="*/ 6890851 w 7033538"/>
              <a:gd name="connsiteY10" fmla="*/ 1272398 h 4115680"/>
              <a:gd name="connsiteX11" fmla="*/ 6861574 w 7033538"/>
              <a:gd name="connsiteY11" fmla="*/ 1133148 h 4115680"/>
              <a:gd name="connsiteX12" fmla="*/ 6791725 w 7033538"/>
              <a:gd name="connsiteY12" fmla="*/ 1045981 h 4115680"/>
              <a:gd name="connsiteX13" fmla="*/ 6747275 w 7033538"/>
              <a:gd name="connsiteY13" fmla="*/ 937023 h 4115680"/>
              <a:gd name="connsiteX14" fmla="*/ 6728225 w 7033538"/>
              <a:gd name="connsiteY14" fmla="*/ 769953 h 4115680"/>
              <a:gd name="connsiteX15" fmla="*/ 6874274 w 7033538"/>
              <a:gd name="connsiteY15" fmla="*/ 755428 h 4115680"/>
              <a:gd name="connsiteX16" fmla="*/ 7026317 w 7033538"/>
              <a:gd name="connsiteY16" fmla="*/ 768690 h 4115680"/>
              <a:gd name="connsiteX17" fmla="*/ 7007625 w 7033538"/>
              <a:gd name="connsiteY17" fmla="*/ 995133 h 4115680"/>
              <a:gd name="connsiteX18" fmla="*/ 6963175 w 7033538"/>
              <a:gd name="connsiteY18" fmla="*/ 1147674 h 4115680"/>
              <a:gd name="connsiteX19" fmla="*/ 6950474 w 7033538"/>
              <a:gd name="connsiteY19" fmla="*/ 1401909 h 4115680"/>
              <a:gd name="connsiteX20" fmla="*/ 6874274 w 7033538"/>
              <a:gd name="connsiteY20" fmla="*/ 1518132 h 4115680"/>
              <a:gd name="connsiteX21" fmla="*/ 6763851 w 7033538"/>
              <a:gd name="connsiteY21" fmla="*/ 1539724 h 4115680"/>
              <a:gd name="connsiteX22" fmla="*/ 6550066 w 7033538"/>
              <a:gd name="connsiteY22" fmla="*/ 1454963 h 4115680"/>
              <a:gd name="connsiteX23" fmla="*/ 6283724 w 7033538"/>
              <a:gd name="connsiteY23" fmla="*/ 1140408 h 4115680"/>
              <a:gd name="connsiteX24" fmla="*/ 6046301 w 7033538"/>
              <a:gd name="connsiteY24" fmla="*/ 1019177 h 4115680"/>
              <a:gd name="connsiteX25" fmla="*/ 5722451 w 7033538"/>
              <a:gd name="connsiteY25" fmla="*/ 999792 h 4115680"/>
              <a:gd name="connsiteX26" fmla="*/ 5540417 w 7033538"/>
              <a:gd name="connsiteY26" fmla="*/ 1075992 h 4115680"/>
              <a:gd name="connsiteX27" fmla="*/ 5421884 w 7033538"/>
              <a:gd name="connsiteY27" fmla="*/ 1194524 h 4115680"/>
              <a:gd name="connsiteX28" fmla="*/ 5210217 w 7033538"/>
              <a:gd name="connsiteY28" fmla="*/ 1575524 h 4115680"/>
              <a:gd name="connsiteX29" fmla="*/ 5032417 w 7033538"/>
              <a:gd name="connsiteY29" fmla="*/ 1727925 h 4115680"/>
              <a:gd name="connsiteX30" fmla="*/ 4668351 w 7033538"/>
              <a:gd name="connsiteY30" fmla="*/ 1892540 h 4115680"/>
              <a:gd name="connsiteX31" fmla="*/ 3893651 w 7033538"/>
              <a:gd name="connsiteY31" fmla="*/ 1930157 h 4115680"/>
              <a:gd name="connsiteX32" fmla="*/ 2932684 w 7033538"/>
              <a:gd name="connsiteY32" fmla="*/ 2110738 h 4115680"/>
              <a:gd name="connsiteX33" fmla="*/ 2052151 w 7033538"/>
              <a:gd name="connsiteY33" fmla="*/ 2827687 h 4115680"/>
              <a:gd name="connsiteX34" fmla="*/ 1497584 w 7033538"/>
              <a:gd name="connsiteY34" fmla="*/ 3528765 h 4115680"/>
              <a:gd name="connsiteX35" fmla="*/ 608584 w 7033538"/>
              <a:gd name="connsiteY35" fmla="*/ 4073602 h 4115680"/>
              <a:gd name="connsiteX36" fmla="*/ 125983 w 7033538"/>
              <a:gd name="connsiteY36" fmla="*/ 4074851 h 4115680"/>
              <a:gd name="connsiteX37" fmla="*/ 24384 w 7033538"/>
              <a:gd name="connsiteY37" fmla="*/ 2839997 h 4115680"/>
              <a:gd name="connsiteX38" fmla="*/ 92117 w 7033538"/>
              <a:gd name="connsiteY38" fmla="*/ 2456308 h 4115680"/>
              <a:gd name="connsiteX0" fmla="*/ 92117 w 7033538"/>
              <a:gd name="connsiteY0" fmla="*/ 2501035 h 4116824"/>
              <a:gd name="connsiteX1" fmla="*/ 2369651 w 7033538"/>
              <a:gd name="connsiteY1" fmla="*/ 15458 h 4116824"/>
              <a:gd name="connsiteX2" fmla="*/ 3542284 w 7033538"/>
              <a:gd name="connsiteY2" fmla="*/ 1458135 h 4116824"/>
              <a:gd name="connsiteX3" fmla="*/ 4939284 w 7033538"/>
              <a:gd name="connsiteY3" fmla="*/ 1652869 h 4116824"/>
              <a:gd name="connsiteX4" fmla="*/ 5438817 w 7033538"/>
              <a:gd name="connsiteY4" fmla="*/ 1017869 h 4116824"/>
              <a:gd name="connsiteX5" fmla="*/ 6003968 w 7033538"/>
              <a:gd name="connsiteY5" fmla="*/ 916315 h 4116824"/>
              <a:gd name="connsiteX6" fmla="*/ 6433651 w 7033538"/>
              <a:gd name="connsiteY6" fmla="*/ 1171849 h 4116824"/>
              <a:gd name="connsiteX7" fmla="*/ 6594873 w 7033538"/>
              <a:gd name="connsiteY7" fmla="*/ 1366734 h 4116824"/>
              <a:gd name="connsiteX8" fmla="*/ 6747273 w 7033538"/>
              <a:gd name="connsiteY8" fmla="*/ 1446636 h 4116824"/>
              <a:gd name="connsiteX9" fmla="*/ 6861573 w 7033538"/>
              <a:gd name="connsiteY9" fmla="*/ 1417581 h 4116824"/>
              <a:gd name="connsiteX10" fmla="*/ 6890851 w 7033538"/>
              <a:gd name="connsiteY10" fmla="*/ 1273542 h 4116824"/>
              <a:gd name="connsiteX11" fmla="*/ 6861574 w 7033538"/>
              <a:gd name="connsiteY11" fmla="*/ 1134292 h 4116824"/>
              <a:gd name="connsiteX12" fmla="*/ 6791725 w 7033538"/>
              <a:gd name="connsiteY12" fmla="*/ 1047125 h 4116824"/>
              <a:gd name="connsiteX13" fmla="*/ 6747275 w 7033538"/>
              <a:gd name="connsiteY13" fmla="*/ 938167 h 4116824"/>
              <a:gd name="connsiteX14" fmla="*/ 6728225 w 7033538"/>
              <a:gd name="connsiteY14" fmla="*/ 771097 h 4116824"/>
              <a:gd name="connsiteX15" fmla="*/ 6874274 w 7033538"/>
              <a:gd name="connsiteY15" fmla="*/ 756572 h 4116824"/>
              <a:gd name="connsiteX16" fmla="*/ 7026317 w 7033538"/>
              <a:gd name="connsiteY16" fmla="*/ 769834 h 4116824"/>
              <a:gd name="connsiteX17" fmla="*/ 7007625 w 7033538"/>
              <a:gd name="connsiteY17" fmla="*/ 996277 h 4116824"/>
              <a:gd name="connsiteX18" fmla="*/ 6963175 w 7033538"/>
              <a:gd name="connsiteY18" fmla="*/ 1148818 h 4116824"/>
              <a:gd name="connsiteX19" fmla="*/ 6950474 w 7033538"/>
              <a:gd name="connsiteY19" fmla="*/ 1403053 h 4116824"/>
              <a:gd name="connsiteX20" fmla="*/ 6874274 w 7033538"/>
              <a:gd name="connsiteY20" fmla="*/ 1519276 h 4116824"/>
              <a:gd name="connsiteX21" fmla="*/ 6763851 w 7033538"/>
              <a:gd name="connsiteY21" fmla="*/ 1540868 h 4116824"/>
              <a:gd name="connsiteX22" fmla="*/ 6550066 w 7033538"/>
              <a:gd name="connsiteY22" fmla="*/ 1456107 h 4116824"/>
              <a:gd name="connsiteX23" fmla="*/ 6283724 w 7033538"/>
              <a:gd name="connsiteY23" fmla="*/ 1141552 h 4116824"/>
              <a:gd name="connsiteX24" fmla="*/ 6046301 w 7033538"/>
              <a:gd name="connsiteY24" fmla="*/ 1020321 h 4116824"/>
              <a:gd name="connsiteX25" fmla="*/ 5722451 w 7033538"/>
              <a:gd name="connsiteY25" fmla="*/ 1000936 h 4116824"/>
              <a:gd name="connsiteX26" fmla="*/ 5540417 w 7033538"/>
              <a:gd name="connsiteY26" fmla="*/ 1077136 h 4116824"/>
              <a:gd name="connsiteX27" fmla="*/ 5421884 w 7033538"/>
              <a:gd name="connsiteY27" fmla="*/ 1195668 h 4116824"/>
              <a:gd name="connsiteX28" fmla="*/ 5210217 w 7033538"/>
              <a:gd name="connsiteY28" fmla="*/ 1576668 h 4116824"/>
              <a:gd name="connsiteX29" fmla="*/ 5032417 w 7033538"/>
              <a:gd name="connsiteY29" fmla="*/ 1729069 h 4116824"/>
              <a:gd name="connsiteX30" fmla="*/ 4668351 w 7033538"/>
              <a:gd name="connsiteY30" fmla="*/ 1893684 h 4116824"/>
              <a:gd name="connsiteX31" fmla="*/ 3893651 w 7033538"/>
              <a:gd name="connsiteY31" fmla="*/ 1931301 h 4116824"/>
              <a:gd name="connsiteX32" fmla="*/ 2932684 w 7033538"/>
              <a:gd name="connsiteY32" fmla="*/ 2111882 h 4116824"/>
              <a:gd name="connsiteX33" fmla="*/ 2052151 w 7033538"/>
              <a:gd name="connsiteY33" fmla="*/ 2828831 h 4116824"/>
              <a:gd name="connsiteX34" fmla="*/ 1497584 w 7033538"/>
              <a:gd name="connsiteY34" fmla="*/ 3529909 h 4116824"/>
              <a:gd name="connsiteX35" fmla="*/ 608584 w 7033538"/>
              <a:gd name="connsiteY35" fmla="*/ 4074746 h 4116824"/>
              <a:gd name="connsiteX36" fmla="*/ 125983 w 7033538"/>
              <a:gd name="connsiteY36" fmla="*/ 4075995 h 4116824"/>
              <a:gd name="connsiteX37" fmla="*/ 24384 w 7033538"/>
              <a:gd name="connsiteY37" fmla="*/ 2841141 h 4116824"/>
              <a:gd name="connsiteX38" fmla="*/ 92117 w 7033538"/>
              <a:gd name="connsiteY38" fmla="*/ 2501035 h 4116824"/>
              <a:gd name="connsiteX0" fmla="*/ 68304 w 7009725"/>
              <a:gd name="connsiteY0" fmla="*/ 2499669 h 4115458"/>
              <a:gd name="connsiteX1" fmla="*/ 217529 w 7009725"/>
              <a:gd name="connsiteY1" fmla="*/ 2447461 h 4115458"/>
              <a:gd name="connsiteX2" fmla="*/ 2345838 w 7009725"/>
              <a:gd name="connsiteY2" fmla="*/ 14092 h 4115458"/>
              <a:gd name="connsiteX3" fmla="*/ 3518471 w 7009725"/>
              <a:gd name="connsiteY3" fmla="*/ 1456769 h 4115458"/>
              <a:gd name="connsiteX4" fmla="*/ 4915471 w 7009725"/>
              <a:gd name="connsiteY4" fmla="*/ 1651503 h 4115458"/>
              <a:gd name="connsiteX5" fmla="*/ 5415004 w 7009725"/>
              <a:gd name="connsiteY5" fmla="*/ 1016503 h 4115458"/>
              <a:gd name="connsiteX6" fmla="*/ 5980155 w 7009725"/>
              <a:gd name="connsiteY6" fmla="*/ 914949 h 4115458"/>
              <a:gd name="connsiteX7" fmla="*/ 6409838 w 7009725"/>
              <a:gd name="connsiteY7" fmla="*/ 1170483 h 4115458"/>
              <a:gd name="connsiteX8" fmla="*/ 6571060 w 7009725"/>
              <a:gd name="connsiteY8" fmla="*/ 1365368 h 4115458"/>
              <a:gd name="connsiteX9" fmla="*/ 6723460 w 7009725"/>
              <a:gd name="connsiteY9" fmla="*/ 1445270 h 4115458"/>
              <a:gd name="connsiteX10" fmla="*/ 6837760 w 7009725"/>
              <a:gd name="connsiteY10" fmla="*/ 1416215 h 4115458"/>
              <a:gd name="connsiteX11" fmla="*/ 6867038 w 7009725"/>
              <a:gd name="connsiteY11" fmla="*/ 1272176 h 4115458"/>
              <a:gd name="connsiteX12" fmla="*/ 6837761 w 7009725"/>
              <a:gd name="connsiteY12" fmla="*/ 1132926 h 4115458"/>
              <a:gd name="connsiteX13" fmla="*/ 6767912 w 7009725"/>
              <a:gd name="connsiteY13" fmla="*/ 1045759 h 4115458"/>
              <a:gd name="connsiteX14" fmla="*/ 6723462 w 7009725"/>
              <a:gd name="connsiteY14" fmla="*/ 936801 h 4115458"/>
              <a:gd name="connsiteX15" fmla="*/ 6704412 w 7009725"/>
              <a:gd name="connsiteY15" fmla="*/ 769731 h 4115458"/>
              <a:gd name="connsiteX16" fmla="*/ 6850461 w 7009725"/>
              <a:gd name="connsiteY16" fmla="*/ 755206 h 4115458"/>
              <a:gd name="connsiteX17" fmla="*/ 7002504 w 7009725"/>
              <a:gd name="connsiteY17" fmla="*/ 768468 h 4115458"/>
              <a:gd name="connsiteX18" fmla="*/ 6983812 w 7009725"/>
              <a:gd name="connsiteY18" fmla="*/ 994911 h 4115458"/>
              <a:gd name="connsiteX19" fmla="*/ 6939362 w 7009725"/>
              <a:gd name="connsiteY19" fmla="*/ 1147452 h 4115458"/>
              <a:gd name="connsiteX20" fmla="*/ 6926661 w 7009725"/>
              <a:gd name="connsiteY20" fmla="*/ 1401687 h 4115458"/>
              <a:gd name="connsiteX21" fmla="*/ 6850461 w 7009725"/>
              <a:gd name="connsiteY21" fmla="*/ 1517910 h 4115458"/>
              <a:gd name="connsiteX22" fmla="*/ 6740038 w 7009725"/>
              <a:gd name="connsiteY22" fmla="*/ 1539502 h 4115458"/>
              <a:gd name="connsiteX23" fmla="*/ 6526253 w 7009725"/>
              <a:gd name="connsiteY23" fmla="*/ 1454741 h 4115458"/>
              <a:gd name="connsiteX24" fmla="*/ 6259911 w 7009725"/>
              <a:gd name="connsiteY24" fmla="*/ 1140186 h 4115458"/>
              <a:gd name="connsiteX25" fmla="*/ 6022488 w 7009725"/>
              <a:gd name="connsiteY25" fmla="*/ 1018955 h 4115458"/>
              <a:gd name="connsiteX26" fmla="*/ 5698638 w 7009725"/>
              <a:gd name="connsiteY26" fmla="*/ 999570 h 4115458"/>
              <a:gd name="connsiteX27" fmla="*/ 5516604 w 7009725"/>
              <a:gd name="connsiteY27" fmla="*/ 1075770 h 4115458"/>
              <a:gd name="connsiteX28" fmla="*/ 5398071 w 7009725"/>
              <a:gd name="connsiteY28" fmla="*/ 1194302 h 4115458"/>
              <a:gd name="connsiteX29" fmla="*/ 5186404 w 7009725"/>
              <a:gd name="connsiteY29" fmla="*/ 1575302 h 4115458"/>
              <a:gd name="connsiteX30" fmla="*/ 5008604 w 7009725"/>
              <a:gd name="connsiteY30" fmla="*/ 1727703 h 4115458"/>
              <a:gd name="connsiteX31" fmla="*/ 4644538 w 7009725"/>
              <a:gd name="connsiteY31" fmla="*/ 1892318 h 4115458"/>
              <a:gd name="connsiteX32" fmla="*/ 3869838 w 7009725"/>
              <a:gd name="connsiteY32" fmla="*/ 1929935 h 4115458"/>
              <a:gd name="connsiteX33" fmla="*/ 2908871 w 7009725"/>
              <a:gd name="connsiteY33" fmla="*/ 2110516 h 4115458"/>
              <a:gd name="connsiteX34" fmla="*/ 2028338 w 7009725"/>
              <a:gd name="connsiteY34" fmla="*/ 2827465 h 4115458"/>
              <a:gd name="connsiteX35" fmla="*/ 1473771 w 7009725"/>
              <a:gd name="connsiteY35" fmla="*/ 3528543 h 4115458"/>
              <a:gd name="connsiteX36" fmla="*/ 584771 w 7009725"/>
              <a:gd name="connsiteY36" fmla="*/ 4073380 h 4115458"/>
              <a:gd name="connsiteX37" fmla="*/ 102170 w 7009725"/>
              <a:gd name="connsiteY37" fmla="*/ 4074629 h 4115458"/>
              <a:gd name="connsiteX38" fmla="*/ 571 w 7009725"/>
              <a:gd name="connsiteY38" fmla="*/ 2839775 h 4115458"/>
              <a:gd name="connsiteX39" fmla="*/ 68304 w 7009725"/>
              <a:gd name="connsiteY39" fmla="*/ 2499669 h 4115458"/>
              <a:gd name="connsiteX0" fmla="*/ 68304 w 7009725"/>
              <a:gd name="connsiteY0" fmla="*/ 2545960 h 4161749"/>
              <a:gd name="connsiteX1" fmla="*/ 217529 w 7009725"/>
              <a:gd name="connsiteY1" fmla="*/ 2493752 h 4161749"/>
              <a:gd name="connsiteX2" fmla="*/ 516447 w 7009725"/>
              <a:gd name="connsiteY2" fmla="*/ 3800481 h 4161749"/>
              <a:gd name="connsiteX3" fmla="*/ 2345838 w 7009725"/>
              <a:gd name="connsiteY3" fmla="*/ 60383 h 4161749"/>
              <a:gd name="connsiteX4" fmla="*/ 3518471 w 7009725"/>
              <a:gd name="connsiteY4" fmla="*/ 1503060 h 4161749"/>
              <a:gd name="connsiteX5" fmla="*/ 4915471 w 7009725"/>
              <a:gd name="connsiteY5" fmla="*/ 1697794 h 4161749"/>
              <a:gd name="connsiteX6" fmla="*/ 5415004 w 7009725"/>
              <a:gd name="connsiteY6" fmla="*/ 1062794 h 4161749"/>
              <a:gd name="connsiteX7" fmla="*/ 5980155 w 7009725"/>
              <a:gd name="connsiteY7" fmla="*/ 961240 h 4161749"/>
              <a:gd name="connsiteX8" fmla="*/ 6409838 w 7009725"/>
              <a:gd name="connsiteY8" fmla="*/ 1216774 h 4161749"/>
              <a:gd name="connsiteX9" fmla="*/ 6571060 w 7009725"/>
              <a:gd name="connsiteY9" fmla="*/ 1411659 h 4161749"/>
              <a:gd name="connsiteX10" fmla="*/ 6723460 w 7009725"/>
              <a:gd name="connsiteY10" fmla="*/ 1491561 h 4161749"/>
              <a:gd name="connsiteX11" fmla="*/ 6837760 w 7009725"/>
              <a:gd name="connsiteY11" fmla="*/ 1462506 h 4161749"/>
              <a:gd name="connsiteX12" fmla="*/ 6867038 w 7009725"/>
              <a:gd name="connsiteY12" fmla="*/ 1318467 h 4161749"/>
              <a:gd name="connsiteX13" fmla="*/ 6837761 w 7009725"/>
              <a:gd name="connsiteY13" fmla="*/ 1179217 h 4161749"/>
              <a:gd name="connsiteX14" fmla="*/ 6767912 w 7009725"/>
              <a:gd name="connsiteY14" fmla="*/ 1092050 h 4161749"/>
              <a:gd name="connsiteX15" fmla="*/ 6723462 w 7009725"/>
              <a:gd name="connsiteY15" fmla="*/ 983092 h 4161749"/>
              <a:gd name="connsiteX16" fmla="*/ 6704412 w 7009725"/>
              <a:gd name="connsiteY16" fmla="*/ 816022 h 4161749"/>
              <a:gd name="connsiteX17" fmla="*/ 6850461 w 7009725"/>
              <a:gd name="connsiteY17" fmla="*/ 801497 h 4161749"/>
              <a:gd name="connsiteX18" fmla="*/ 7002504 w 7009725"/>
              <a:gd name="connsiteY18" fmla="*/ 814759 h 4161749"/>
              <a:gd name="connsiteX19" fmla="*/ 6983812 w 7009725"/>
              <a:gd name="connsiteY19" fmla="*/ 1041202 h 4161749"/>
              <a:gd name="connsiteX20" fmla="*/ 6939362 w 7009725"/>
              <a:gd name="connsiteY20" fmla="*/ 1193743 h 4161749"/>
              <a:gd name="connsiteX21" fmla="*/ 6926661 w 7009725"/>
              <a:gd name="connsiteY21" fmla="*/ 1447978 h 4161749"/>
              <a:gd name="connsiteX22" fmla="*/ 6850461 w 7009725"/>
              <a:gd name="connsiteY22" fmla="*/ 1564201 h 4161749"/>
              <a:gd name="connsiteX23" fmla="*/ 6740038 w 7009725"/>
              <a:gd name="connsiteY23" fmla="*/ 1585793 h 4161749"/>
              <a:gd name="connsiteX24" fmla="*/ 6526253 w 7009725"/>
              <a:gd name="connsiteY24" fmla="*/ 1501032 h 4161749"/>
              <a:gd name="connsiteX25" fmla="*/ 6259911 w 7009725"/>
              <a:gd name="connsiteY25" fmla="*/ 1186477 h 4161749"/>
              <a:gd name="connsiteX26" fmla="*/ 6022488 w 7009725"/>
              <a:gd name="connsiteY26" fmla="*/ 1065246 h 4161749"/>
              <a:gd name="connsiteX27" fmla="*/ 5698638 w 7009725"/>
              <a:gd name="connsiteY27" fmla="*/ 1045861 h 4161749"/>
              <a:gd name="connsiteX28" fmla="*/ 5516604 w 7009725"/>
              <a:gd name="connsiteY28" fmla="*/ 1122061 h 4161749"/>
              <a:gd name="connsiteX29" fmla="*/ 5398071 w 7009725"/>
              <a:gd name="connsiteY29" fmla="*/ 1240593 h 4161749"/>
              <a:gd name="connsiteX30" fmla="*/ 5186404 w 7009725"/>
              <a:gd name="connsiteY30" fmla="*/ 1621593 h 4161749"/>
              <a:gd name="connsiteX31" fmla="*/ 5008604 w 7009725"/>
              <a:gd name="connsiteY31" fmla="*/ 1773994 h 4161749"/>
              <a:gd name="connsiteX32" fmla="*/ 4644538 w 7009725"/>
              <a:gd name="connsiteY32" fmla="*/ 1938609 h 4161749"/>
              <a:gd name="connsiteX33" fmla="*/ 3869838 w 7009725"/>
              <a:gd name="connsiteY33" fmla="*/ 1976226 h 4161749"/>
              <a:gd name="connsiteX34" fmla="*/ 2908871 w 7009725"/>
              <a:gd name="connsiteY34" fmla="*/ 2156807 h 4161749"/>
              <a:gd name="connsiteX35" fmla="*/ 2028338 w 7009725"/>
              <a:gd name="connsiteY35" fmla="*/ 2873756 h 4161749"/>
              <a:gd name="connsiteX36" fmla="*/ 1473771 w 7009725"/>
              <a:gd name="connsiteY36" fmla="*/ 3574834 h 4161749"/>
              <a:gd name="connsiteX37" fmla="*/ 584771 w 7009725"/>
              <a:gd name="connsiteY37" fmla="*/ 4119671 h 4161749"/>
              <a:gd name="connsiteX38" fmla="*/ 102170 w 7009725"/>
              <a:gd name="connsiteY38" fmla="*/ 4120920 h 4161749"/>
              <a:gd name="connsiteX39" fmla="*/ 571 w 7009725"/>
              <a:gd name="connsiteY39" fmla="*/ 2886066 h 4161749"/>
              <a:gd name="connsiteX40" fmla="*/ 68304 w 7009725"/>
              <a:gd name="connsiteY40" fmla="*/ 2545960 h 4161749"/>
              <a:gd name="connsiteX0" fmla="*/ 68304 w 7009725"/>
              <a:gd name="connsiteY0" fmla="*/ 2545960 h 4161749"/>
              <a:gd name="connsiteX1" fmla="*/ 217529 w 7009725"/>
              <a:gd name="connsiteY1" fmla="*/ 2493752 h 4161749"/>
              <a:gd name="connsiteX2" fmla="*/ 516447 w 7009725"/>
              <a:gd name="connsiteY2" fmla="*/ 3800481 h 4161749"/>
              <a:gd name="connsiteX3" fmla="*/ 2345838 w 7009725"/>
              <a:gd name="connsiteY3" fmla="*/ 60383 h 4161749"/>
              <a:gd name="connsiteX4" fmla="*/ 3518471 w 7009725"/>
              <a:gd name="connsiteY4" fmla="*/ 1503060 h 4161749"/>
              <a:gd name="connsiteX5" fmla="*/ 4915471 w 7009725"/>
              <a:gd name="connsiteY5" fmla="*/ 1697794 h 4161749"/>
              <a:gd name="connsiteX6" fmla="*/ 5415004 w 7009725"/>
              <a:gd name="connsiteY6" fmla="*/ 1062794 h 4161749"/>
              <a:gd name="connsiteX7" fmla="*/ 5980155 w 7009725"/>
              <a:gd name="connsiteY7" fmla="*/ 961240 h 4161749"/>
              <a:gd name="connsiteX8" fmla="*/ 6409838 w 7009725"/>
              <a:gd name="connsiteY8" fmla="*/ 1216774 h 4161749"/>
              <a:gd name="connsiteX9" fmla="*/ 6571060 w 7009725"/>
              <a:gd name="connsiteY9" fmla="*/ 1411659 h 4161749"/>
              <a:gd name="connsiteX10" fmla="*/ 6723460 w 7009725"/>
              <a:gd name="connsiteY10" fmla="*/ 1491561 h 4161749"/>
              <a:gd name="connsiteX11" fmla="*/ 6837760 w 7009725"/>
              <a:gd name="connsiteY11" fmla="*/ 1462506 h 4161749"/>
              <a:gd name="connsiteX12" fmla="*/ 6867038 w 7009725"/>
              <a:gd name="connsiteY12" fmla="*/ 1318467 h 4161749"/>
              <a:gd name="connsiteX13" fmla="*/ 6837761 w 7009725"/>
              <a:gd name="connsiteY13" fmla="*/ 1179217 h 4161749"/>
              <a:gd name="connsiteX14" fmla="*/ 6767912 w 7009725"/>
              <a:gd name="connsiteY14" fmla="*/ 1092050 h 4161749"/>
              <a:gd name="connsiteX15" fmla="*/ 6723462 w 7009725"/>
              <a:gd name="connsiteY15" fmla="*/ 983092 h 4161749"/>
              <a:gd name="connsiteX16" fmla="*/ 6704412 w 7009725"/>
              <a:gd name="connsiteY16" fmla="*/ 816022 h 4161749"/>
              <a:gd name="connsiteX17" fmla="*/ 6850461 w 7009725"/>
              <a:gd name="connsiteY17" fmla="*/ 801497 h 4161749"/>
              <a:gd name="connsiteX18" fmla="*/ 7002504 w 7009725"/>
              <a:gd name="connsiteY18" fmla="*/ 814759 h 4161749"/>
              <a:gd name="connsiteX19" fmla="*/ 6983812 w 7009725"/>
              <a:gd name="connsiteY19" fmla="*/ 1041202 h 4161749"/>
              <a:gd name="connsiteX20" fmla="*/ 6939362 w 7009725"/>
              <a:gd name="connsiteY20" fmla="*/ 1193743 h 4161749"/>
              <a:gd name="connsiteX21" fmla="*/ 6926661 w 7009725"/>
              <a:gd name="connsiteY21" fmla="*/ 1447978 h 4161749"/>
              <a:gd name="connsiteX22" fmla="*/ 6850461 w 7009725"/>
              <a:gd name="connsiteY22" fmla="*/ 1564201 h 4161749"/>
              <a:gd name="connsiteX23" fmla="*/ 6740038 w 7009725"/>
              <a:gd name="connsiteY23" fmla="*/ 1585793 h 4161749"/>
              <a:gd name="connsiteX24" fmla="*/ 6526253 w 7009725"/>
              <a:gd name="connsiteY24" fmla="*/ 1501032 h 4161749"/>
              <a:gd name="connsiteX25" fmla="*/ 6259911 w 7009725"/>
              <a:gd name="connsiteY25" fmla="*/ 1186477 h 4161749"/>
              <a:gd name="connsiteX26" fmla="*/ 6022488 w 7009725"/>
              <a:gd name="connsiteY26" fmla="*/ 1065246 h 4161749"/>
              <a:gd name="connsiteX27" fmla="*/ 5698638 w 7009725"/>
              <a:gd name="connsiteY27" fmla="*/ 1045861 h 4161749"/>
              <a:gd name="connsiteX28" fmla="*/ 5516604 w 7009725"/>
              <a:gd name="connsiteY28" fmla="*/ 1122061 h 4161749"/>
              <a:gd name="connsiteX29" fmla="*/ 5398071 w 7009725"/>
              <a:gd name="connsiteY29" fmla="*/ 1240593 h 4161749"/>
              <a:gd name="connsiteX30" fmla="*/ 5186404 w 7009725"/>
              <a:gd name="connsiteY30" fmla="*/ 1621593 h 4161749"/>
              <a:gd name="connsiteX31" fmla="*/ 5008604 w 7009725"/>
              <a:gd name="connsiteY31" fmla="*/ 1773994 h 4161749"/>
              <a:gd name="connsiteX32" fmla="*/ 4644538 w 7009725"/>
              <a:gd name="connsiteY32" fmla="*/ 1938609 h 4161749"/>
              <a:gd name="connsiteX33" fmla="*/ 3869838 w 7009725"/>
              <a:gd name="connsiteY33" fmla="*/ 1976226 h 4161749"/>
              <a:gd name="connsiteX34" fmla="*/ 2908871 w 7009725"/>
              <a:gd name="connsiteY34" fmla="*/ 2156807 h 4161749"/>
              <a:gd name="connsiteX35" fmla="*/ 2028338 w 7009725"/>
              <a:gd name="connsiteY35" fmla="*/ 2873756 h 4161749"/>
              <a:gd name="connsiteX36" fmla="*/ 1473771 w 7009725"/>
              <a:gd name="connsiteY36" fmla="*/ 3574834 h 4161749"/>
              <a:gd name="connsiteX37" fmla="*/ 584771 w 7009725"/>
              <a:gd name="connsiteY37" fmla="*/ 4119671 h 4161749"/>
              <a:gd name="connsiteX38" fmla="*/ 102170 w 7009725"/>
              <a:gd name="connsiteY38" fmla="*/ 4120920 h 4161749"/>
              <a:gd name="connsiteX39" fmla="*/ 571 w 7009725"/>
              <a:gd name="connsiteY39" fmla="*/ 2886066 h 4161749"/>
              <a:gd name="connsiteX40" fmla="*/ 68304 w 7009725"/>
              <a:gd name="connsiteY40" fmla="*/ 2545960 h 4161749"/>
              <a:gd name="connsiteX0" fmla="*/ 68304 w 7009725"/>
              <a:gd name="connsiteY0" fmla="*/ 2545960 h 4161749"/>
              <a:gd name="connsiteX1" fmla="*/ 217529 w 7009725"/>
              <a:gd name="connsiteY1" fmla="*/ 2493752 h 4161749"/>
              <a:gd name="connsiteX2" fmla="*/ 516447 w 7009725"/>
              <a:gd name="connsiteY2" fmla="*/ 3800481 h 4161749"/>
              <a:gd name="connsiteX3" fmla="*/ 2345838 w 7009725"/>
              <a:gd name="connsiteY3" fmla="*/ 60383 h 4161749"/>
              <a:gd name="connsiteX4" fmla="*/ 3518471 w 7009725"/>
              <a:gd name="connsiteY4" fmla="*/ 1503060 h 4161749"/>
              <a:gd name="connsiteX5" fmla="*/ 4915471 w 7009725"/>
              <a:gd name="connsiteY5" fmla="*/ 1697794 h 4161749"/>
              <a:gd name="connsiteX6" fmla="*/ 5415004 w 7009725"/>
              <a:gd name="connsiteY6" fmla="*/ 1062794 h 4161749"/>
              <a:gd name="connsiteX7" fmla="*/ 5980155 w 7009725"/>
              <a:gd name="connsiteY7" fmla="*/ 961240 h 4161749"/>
              <a:gd name="connsiteX8" fmla="*/ 6409838 w 7009725"/>
              <a:gd name="connsiteY8" fmla="*/ 1216774 h 4161749"/>
              <a:gd name="connsiteX9" fmla="*/ 6571060 w 7009725"/>
              <a:gd name="connsiteY9" fmla="*/ 1411659 h 4161749"/>
              <a:gd name="connsiteX10" fmla="*/ 6723460 w 7009725"/>
              <a:gd name="connsiteY10" fmla="*/ 1491561 h 4161749"/>
              <a:gd name="connsiteX11" fmla="*/ 6837760 w 7009725"/>
              <a:gd name="connsiteY11" fmla="*/ 1462506 h 4161749"/>
              <a:gd name="connsiteX12" fmla="*/ 6867038 w 7009725"/>
              <a:gd name="connsiteY12" fmla="*/ 1318467 h 4161749"/>
              <a:gd name="connsiteX13" fmla="*/ 6837761 w 7009725"/>
              <a:gd name="connsiteY13" fmla="*/ 1179217 h 4161749"/>
              <a:gd name="connsiteX14" fmla="*/ 6767912 w 7009725"/>
              <a:gd name="connsiteY14" fmla="*/ 1092050 h 4161749"/>
              <a:gd name="connsiteX15" fmla="*/ 6723462 w 7009725"/>
              <a:gd name="connsiteY15" fmla="*/ 983092 h 4161749"/>
              <a:gd name="connsiteX16" fmla="*/ 6704412 w 7009725"/>
              <a:gd name="connsiteY16" fmla="*/ 816022 h 4161749"/>
              <a:gd name="connsiteX17" fmla="*/ 6850461 w 7009725"/>
              <a:gd name="connsiteY17" fmla="*/ 801497 h 4161749"/>
              <a:gd name="connsiteX18" fmla="*/ 7002504 w 7009725"/>
              <a:gd name="connsiteY18" fmla="*/ 814759 h 4161749"/>
              <a:gd name="connsiteX19" fmla="*/ 6983812 w 7009725"/>
              <a:gd name="connsiteY19" fmla="*/ 1041202 h 4161749"/>
              <a:gd name="connsiteX20" fmla="*/ 6939362 w 7009725"/>
              <a:gd name="connsiteY20" fmla="*/ 1193743 h 4161749"/>
              <a:gd name="connsiteX21" fmla="*/ 6926661 w 7009725"/>
              <a:gd name="connsiteY21" fmla="*/ 1447978 h 4161749"/>
              <a:gd name="connsiteX22" fmla="*/ 6850461 w 7009725"/>
              <a:gd name="connsiteY22" fmla="*/ 1564201 h 4161749"/>
              <a:gd name="connsiteX23" fmla="*/ 6740038 w 7009725"/>
              <a:gd name="connsiteY23" fmla="*/ 1585793 h 4161749"/>
              <a:gd name="connsiteX24" fmla="*/ 6526253 w 7009725"/>
              <a:gd name="connsiteY24" fmla="*/ 1501032 h 4161749"/>
              <a:gd name="connsiteX25" fmla="*/ 6259911 w 7009725"/>
              <a:gd name="connsiteY25" fmla="*/ 1186477 h 4161749"/>
              <a:gd name="connsiteX26" fmla="*/ 6022488 w 7009725"/>
              <a:gd name="connsiteY26" fmla="*/ 1065246 h 4161749"/>
              <a:gd name="connsiteX27" fmla="*/ 5698638 w 7009725"/>
              <a:gd name="connsiteY27" fmla="*/ 1045861 h 4161749"/>
              <a:gd name="connsiteX28" fmla="*/ 5516604 w 7009725"/>
              <a:gd name="connsiteY28" fmla="*/ 1122061 h 4161749"/>
              <a:gd name="connsiteX29" fmla="*/ 5398071 w 7009725"/>
              <a:gd name="connsiteY29" fmla="*/ 1240593 h 4161749"/>
              <a:gd name="connsiteX30" fmla="*/ 5186404 w 7009725"/>
              <a:gd name="connsiteY30" fmla="*/ 1621593 h 4161749"/>
              <a:gd name="connsiteX31" fmla="*/ 5008604 w 7009725"/>
              <a:gd name="connsiteY31" fmla="*/ 1773994 h 4161749"/>
              <a:gd name="connsiteX32" fmla="*/ 4644538 w 7009725"/>
              <a:gd name="connsiteY32" fmla="*/ 1938609 h 4161749"/>
              <a:gd name="connsiteX33" fmla="*/ 3869838 w 7009725"/>
              <a:gd name="connsiteY33" fmla="*/ 1976226 h 4161749"/>
              <a:gd name="connsiteX34" fmla="*/ 2908871 w 7009725"/>
              <a:gd name="connsiteY34" fmla="*/ 2156807 h 4161749"/>
              <a:gd name="connsiteX35" fmla="*/ 2028338 w 7009725"/>
              <a:gd name="connsiteY35" fmla="*/ 2873756 h 4161749"/>
              <a:gd name="connsiteX36" fmla="*/ 1473771 w 7009725"/>
              <a:gd name="connsiteY36" fmla="*/ 3574834 h 4161749"/>
              <a:gd name="connsiteX37" fmla="*/ 584771 w 7009725"/>
              <a:gd name="connsiteY37" fmla="*/ 4119671 h 4161749"/>
              <a:gd name="connsiteX38" fmla="*/ 102170 w 7009725"/>
              <a:gd name="connsiteY38" fmla="*/ 4120920 h 4161749"/>
              <a:gd name="connsiteX39" fmla="*/ 571 w 7009725"/>
              <a:gd name="connsiteY39" fmla="*/ 2886066 h 4161749"/>
              <a:gd name="connsiteX40" fmla="*/ 68304 w 7009725"/>
              <a:gd name="connsiteY40" fmla="*/ 2545960 h 4161749"/>
              <a:gd name="connsiteX0" fmla="*/ 68304 w 7009725"/>
              <a:gd name="connsiteY0" fmla="*/ 2553711 h 4169500"/>
              <a:gd name="connsiteX1" fmla="*/ 217529 w 7009725"/>
              <a:gd name="connsiteY1" fmla="*/ 2501503 h 4169500"/>
              <a:gd name="connsiteX2" fmla="*/ 391319 w 7009725"/>
              <a:gd name="connsiteY2" fmla="*/ 3984400 h 4169500"/>
              <a:gd name="connsiteX3" fmla="*/ 2345838 w 7009725"/>
              <a:gd name="connsiteY3" fmla="*/ 68134 h 4169500"/>
              <a:gd name="connsiteX4" fmla="*/ 3518471 w 7009725"/>
              <a:gd name="connsiteY4" fmla="*/ 1510811 h 4169500"/>
              <a:gd name="connsiteX5" fmla="*/ 4915471 w 7009725"/>
              <a:gd name="connsiteY5" fmla="*/ 1705545 h 4169500"/>
              <a:gd name="connsiteX6" fmla="*/ 5415004 w 7009725"/>
              <a:gd name="connsiteY6" fmla="*/ 1070545 h 4169500"/>
              <a:gd name="connsiteX7" fmla="*/ 5980155 w 7009725"/>
              <a:gd name="connsiteY7" fmla="*/ 968991 h 4169500"/>
              <a:gd name="connsiteX8" fmla="*/ 6409838 w 7009725"/>
              <a:gd name="connsiteY8" fmla="*/ 1224525 h 4169500"/>
              <a:gd name="connsiteX9" fmla="*/ 6571060 w 7009725"/>
              <a:gd name="connsiteY9" fmla="*/ 1419410 h 4169500"/>
              <a:gd name="connsiteX10" fmla="*/ 6723460 w 7009725"/>
              <a:gd name="connsiteY10" fmla="*/ 1499312 h 4169500"/>
              <a:gd name="connsiteX11" fmla="*/ 6837760 w 7009725"/>
              <a:gd name="connsiteY11" fmla="*/ 1470257 h 4169500"/>
              <a:gd name="connsiteX12" fmla="*/ 6867038 w 7009725"/>
              <a:gd name="connsiteY12" fmla="*/ 1326218 h 4169500"/>
              <a:gd name="connsiteX13" fmla="*/ 6837761 w 7009725"/>
              <a:gd name="connsiteY13" fmla="*/ 1186968 h 4169500"/>
              <a:gd name="connsiteX14" fmla="*/ 6767912 w 7009725"/>
              <a:gd name="connsiteY14" fmla="*/ 1099801 h 4169500"/>
              <a:gd name="connsiteX15" fmla="*/ 6723462 w 7009725"/>
              <a:gd name="connsiteY15" fmla="*/ 990843 h 4169500"/>
              <a:gd name="connsiteX16" fmla="*/ 6704412 w 7009725"/>
              <a:gd name="connsiteY16" fmla="*/ 823773 h 4169500"/>
              <a:gd name="connsiteX17" fmla="*/ 6850461 w 7009725"/>
              <a:gd name="connsiteY17" fmla="*/ 809248 h 4169500"/>
              <a:gd name="connsiteX18" fmla="*/ 7002504 w 7009725"/>
              <a:gd name="connsiteY18" fmla="*/ 822510 h 4169500"/>
              <a:gd name="connsiteX19" fmla="*/ 6983812 w 7009725"/>
              <a:gd name="connsiteY19" fmla="*/ 1048953 h 4169500"/>
              <a:gd name="connsiteX20" fmla="*/ 6939362 w 7009725"/>
              <a:gd name="connsiteY20" fmla="*/ 1201494 h 4169500"/>
              <a:gd name="connsiteX21" fmla="*/ 6926661 w 7009725"/>
              <a:gd name="connsiteY21" fmla="*/ 1455729 h 4169500"/>
              <a:gd name="connsiteX22" fmla="*/ 6850461 w 7009725"/>
              <a:gd name="connsiteY22" fmla="*/ 1571952 h 4169500"/>
              <a:gd name="connsiteX23" fmla="*/ 6740038 w 7009725"/>
              <a:gd name="connsiteY23" fmla="*/ 1593544 h 4169500"/>
              <a:gd name="connsiteX24" fmla="*/ 6526253 w 7009725"/>
              <a:gd name="connsiteY24" fmla="*/ 1508783 h 4169500"/>
              <a:gd name="connsiteX25" fmla="*/ 6259911 w 7009725"/>
              <a:gd name="connsiteY25" fmla="*/ 1194228 h 4169500"/>
              <a:gd name="connsiteX26" fmla="*/ 6022488 w 7009725"/>
              <a:gd name="connsiteY26" fmla="*/ 1072997 h 4169500"/>
              <a:gd name="connsiteX27" fmla="*/ 5698638 w 7009725"/>
              <a:gd name="connsiteY27" fmla="*/ 1053612 h 4169500"/>
              <a:gd name="connsiteX28" fmla="*/ 5516604 w 7009725"/>
              <a:gd name="connsiteY28" fmla="*/ 1129812 h 4169500"/>
              <a:gd name="connsiteX29" fmla="*/ 5398071 w 7009725"/>
              <a:gd name="connsiteY29" fmla="*/ 1248344 h 4169500"/>
              <a:gd name="connsiteX30" fmla="*/ 5186404 w 7009725"/>
              <a:gd name="connsiteY30" fmla="*/ 1629344 h 4169500"/>
              <a:gd name="connsiteX31" fmla="*/ 5008604 w 7009725"/>
              <a:gd name="connsiteY31" fmla="*/ 1781745 h 4169500"/>
              <a:gd name="connsiteX32" fmla="*/ 4644538 w 7009725"/>
              <a:gd name="connsiteY32" fmla="*/ 1946360 h 4169500"/>
              <a:gd name="connsiteX33" fmla="*/ 3869838 w 7009725"/>
              <a:gd name="connsiteY33" fmla="*/ 1983977 h 4169500"/>
              <a:gd name="connsiteX34" fmla="*/ 2908871 w 7009725"/>
              <a:gd name="connsiteY34" fmla="*/ 2164558 h 4169500"/>
              <a:gd name="connsiteX35" fmla="*/ 2028338 w 7009725"/>
              <a:gd name="connsiteY35" fmla="*/ 2881507 h 4169500"/>
              <a:gd name="connsiteX36" fmla="*/ 1473771 w 7009725"/>
              <a:gd name="connsiteY36" fmla="*/ 3582585 h 4169500"/>
              <a:gd name="connsiteX37" fmla="*/ 584771 w 7009725"/>
              <a:gd name="connsiteY37" fmla="*/ 4127422 h 4169500"/>
              <a:gd name="connsiteX38" fmla="*/ 102170 w 7009725"/>
              <a:gd name="connsiteY38" fmla="*/ 4128671 h 4169500"/>
              <a:gd name="connsiteX39" fmla="*/ 571 w 7009725"/>
              <a:gd name="connsiteY39" fmla="*/ 2893817 h 4169500"/>
              <a:gd name="connsiteX40" fmla="*/ 68304 w 7009725"/>
              <a:gd name="connsiteY40" fmla="*/ 2553711 h 4169500"/>
              <a:gd name="connsiteX0" fmla="*/ 108360 w 7049781"/>
              <a:gd name="connsiteY0" fmla="*/ 2553711 h 4169500"/>
              <a:gd name="connsiteX1" fmla="*/ 257585 w 7049781"/>
              <a:gd name="connsiteY1" fmla="*/ 2501503 h 4169500"/>
              <a:gd name="connsiteX2" fmla="*/ 431375 w 7049781"/>
              <a:gd name="connsiteY2" fmla="*/ 3984400 h 4169500"/>
              <a:gd name="connsiteX3" fmla="*/ 2385894 w 7049781"/>
              <a:gd name="connsiteY3" fmla="*/ 68134 h 4169500"/>
              <a:gd name="connsiteX4" fmla="*/ 3558527 w 7049781"/>
              <a:gd name="connsiteY4" fmla="*/ 1510811 h 4169500"/>
              <a:gd name="connsiteX5" fmla="*/ 4955527 w 7049781"/>
              <a:gd name="connsiteY5" fmla="*/ 1705545 h 4169500"/>
              <a:gd name="connsiteX6" fmla="*/ 5455060 w 7049781"/>
              <a:gd name="connsiteY6" fmla="*/ 1070545 h 4169500"/>
              <a:gd name="connsiteX7" fmla="*/ 6020211 w 7049781"/>
              <a:gd name="connsiteY7" fmla="*/ 968991 h 4169500"/>
              <a:gd name="connsiteX8" fmla="*/ 6449894 w 7049781"/>
              <a:gd name="connsiteY8" fmla="*/ 1224525 h 4169500"/>
              <a:gd name="connsiteX9" fmla="*/ 6611116 w 7049781"/>
              <a:gd name="connsiteY9" fmla="*/ 1419410 h 4169500"/>
              <a:gd name="connsiteX10" fmla="*/ 6763516 w 7049781"/>
              <a:gd name="connsiteY10" fmla="*/ 1499312 h 4169500"/>
              <a:gd name="connsiteX11" fmla="*/ 6877816 w 7049781"/>
              <a:gd name="connsiteY11" fmla="*/ 1470257 h 4169500"/>
              <a:gd name="connsiteX12" fmla="*/ 6907094 w 7049781"/>
              <a:gd name="connsiteY12" fmla="*/ 1326218 h 4169500"/>
              <a:gd name="connsiteX13" fmla="*/ 6877817 w 7049781"/>
              <a:gd name="connsiteY13" fmla="*/ 1186968 h 4169500"/>
              <a:gd name="connsiteX14" fmla="*/ 6807968 w 7049781"/>
              <a:gd name="connsiteY14" fmla="*/ 1099801 h 4169500"/>
              <a:gd name="connsiteX15" fmla="*/ 6763518 w 7049781"/>
              <a:gd name="connsiteY15" fmla="*/ 990843 h 4169500"/>
              <a:gd name="connsiteX16" fmla="*/ 6744468 w 7049781"/>
              <a:gd name="connsiteY16" fmla="*/ 823773 h 4169500"/>
              <a:gd name="connsiteX17" fmla="*/ 6890517 w 7049781"/>
              <a:gd name="connsiteY17" fmla="*/ 809248 h 4169500"/>
              <a:gd name="connsiteX18" fmla="*/ 7042560 w 7049781"/>
              <a:gd name="connsiteY18" fmla="*/ 822510 h 4169500"/>
              <a:gd name="connsiteX19" fmla="*/ 7023868 w 7049781"/>
              <a:gd name="connsiteY19" fmla="*/ 1048953 h 4169500"/>
              <a:gd name="connsiteX20" fmla="*/ 6979418 w 7049781"/>
              <a:gd name="connsiteY20" fmla="*/ 1201494 h 4169500"/>
              <a:gd name="connsiteX21" fmla="*/ 6966717 w 7049781"/>
              <a:gd name="connsiteY21" fmla="*/ 1455729 h 4169500"/>
              <a:gd name="connsiteX22" fmla="*/ 6890517 w 7049781"/>
              <a:gd name="connsiteY22" fmla="*/ 1571952 h 4169500"/>
              <a:gd name="connsiteX23" fmla="*/ 6780094 w 7049781"/>
              <a:gd name="connsiteY23" fmla="*/ 1593544 h 4169500"/>
              <a:gd name="connsiteX24" fmla="*/ 6566309 w 7049781"/>
              <a:gd name="connsiteY24" fmla="*/ 1508783 h 4169500"/>
              <a:gd name="connsiteX25" fmla="*/ 6299967 w 7049781"/>
              <a:gd name="connsiteY25" fmla="*/ 1194228 h 4169500"/>
              <a:gd name="connsiteX26" fmla="*/ 6062544 w 7049781"/>
              <a:gd name="connsiteY26" fmla="*/ 1072997 h 4169500"/>
              <a:gd name="connsiteX27" fmla="*/ 5738694 w 7049781"/>
              <a:gd name="connsiteY27" fmla="*/ 1053612 h 4169500"/>
              <a:gd name="connsiteX28" fmla="*/ 5556660 w 7049781"/>
              <a:gd name="connsiteY28" fmla="*/ 1129812 h 4169500"/>
              <a:gd name="connsiteX29" fmla="*/ 5438127 w 7049781"/>
              <a:gd name="connsiteY29" fmla="*/ 1248344 h 4169500"/>
              <a:gd name="connsiteX30" fmla="*/ 5226460 w 7049781"/>
              <a:gd name="connsiteY30" fmla="*/ 1629344 h 4169500"/>
              <a:gd name="connsiteX31" fmla="*/ 5048660 w 7049781"/>
              <a:gd name="connsiteY31" fmla="*/ 1781745 h 4169500"/>
              <a:gd name="connsiteX32" fmla="*/ 4684594 w 7049781"/>
              <a:gd name="connsiteY32" fmla="*/ 1946360 h 4169500"/>
              <a:gd name="connsiteX33" fmla="*/ 3909894 w 7049781"/>
              <a:gd name="connsiteY33" fmla="*/ 1983977 h 4169500"/>
              <a:gd name="connsiteX34" fmla="*/ 2948927 w 7049781"/>
              <a:gd name="connsiteY34" fmla="*/ 2164558 h 4169500"/>
              <a:gd name="connsiteX35" fmla="*/ 2068394 w 7049781"/>
              <a:gd name="connsiteY35" fmla="*/ 2881507 h 4169500"/>
              <a:gd name="connsiteX36" fmla="*/ 1513827 w 7049781"/>
              <a:gd name="connsiteY36" fmla="*/ 3582585 h 4169500"/>
              <a:gd name="connsiteX37" fmla="*/ 624827 w 7049781"/>
              <a:gd name="connsiteY37" fmla="*/ 4127422 h 4169500"/>
              <a:gd name="connsiteX38" fmla="*/ 142226 w 7049781"/>
              <a:gd name="connsiteY38" fmla="*/ 4128671 h 4169500"/>
              <a:gd name="connsiteX39" fmla="*/ 40627 w 7049781"/>
              <a:gd name="connsiteY39" fmla="*/ 2893817 h 4169500"/>
              <a:gd name="connsiteX40" fmla="*/ 108360 w 7049781"/>
              <a:gd name="connsiteY40" fmla="*/ 2553711 h 4169500"/>
              <a:gd name="connsiteX0" fmla="*/ 108360 w 7049781"/>
              <a:gd name="connsiteY0" fmla="*/ 2553711 h 4169500"/>
              <a:gd name="connsiteX1" fmla="*/ 257585 w 7049781"/>
              <a:gd name="connsiteY1" fmla="*/ 2501503 h 4169500"/>
              <a:gd name="connsiteX2" fmla="*/ 431375 w 7049781"/>
              <a:gd name="connsiteY2" fmla="*/ 3984400 h 4169500"/>
              <a:gd name="connsiteX3" fmla="*/ 2385894 w 7049781"/>
              <a:gd name="connsiteY3" fmla="*/ 68134 h 4169500"/>
              <a:gd name="connsiteX4" fmla="*/ 3558527 w 7049781"/>
              <a:gd name="connsiteY4" fmla="*/ 1510811 h 4169500"/>
              <a:gd name="connsiteX5" fmla="*/ 4955527 w 7049781"/>
              <a:gd name="connsiteY5" fmla="*/ 1705545 h 4169500"/>
              <a:gd name="connsiteX6" fmla="*/ 5455060 w 7049781"/>
              <a:gd name="connsiteY6" fmla="*/ 1070545 h 4169500"/>
              <a:gd name="connsiteX7" fmla="*/ 6020211 w 7049781"/>
              <a:gd name="connsiteY7" fmla="*/ 968991 h 4169500"/>
              <a:gd name="connsiteX8" fmla="*/ 6449894 w 7049781"/>
              <a:gd name="connsiteY8" fmla="*/ 1224525 h 4169500"/>
              <a:gd name="connsiteX9" fmla="*/ 6611116 w 7049781"/>
              <a:gd name="connsiteY9" fmla="*/ 1419410 h 4169500"/>
              <a:gd name="connsiteX10" fmla="*/ 6763516 w 7049781"/>
              <a:gd name="connsiteY10" fmla="*/ 1499312 h 4169500"/>
              <a:gd name="connsiteX11" fmla="*/ 6877816 w 7049781"/>
              <a:gd name="connsiteY11" fmla="*/ 1470257 h 4169500"/>
              <a:gd name="connsiteX12" fmla="*/ 6907094 w 7049781"/>
              <a:gd name="connsiteY12" fmla="*/ 1326218 h 4169500"/>
              <a:gd name="connsiteX13" fmla="*/ 6877817 w 7049781"/>
              <a:gd name="connsiteY13" fmla="*/ 1186968 h 4169500"/>
              <a:gd name="connsiteX14" fmla="*/ 6807968 w 7049781"/>
              <a:gd name="connsiteY14" fmla="*/ 1099801 h 4169500"/>
              <a:gd name="connsiteX15" fmla="*/ 6763518 w 7049781"/>
              <a:gd name="connsiteY15" fmla="*/ 990843 h 4169500"/>
              <a:gd name="connsiteX16" fmla="*/ 6744468 w 7049781"/>
              <a:gd name="connsiteY16" fmla="*/ 823773 h 4169500"/>
              <a:gd name="connsiteX17" fmla="*/ 6890517 w 7049781"/>
              <a:gd name="connsiteY17" fmla="*/ 809248 h 4169500"/>
              <a:gd name="connsiteX18" fmla="*/ 7042560 w 7049781"/>
              <a:gd name="connsiteY18" fmla="*/ 822510 h 4169500"/>
              <a:gd name="connsiteX19" fmla="*/ 7023868 w 7049781"/>
              <a:gd name="connsiteY19" fmla="*/ 1048953 h 4169500"/>
              <a:gd name="connsiteX20" fmla="*/ 6979418 w 7049781"/>
              <a:gd name="connsiteY20" fmla="*/ 1201494 h 4169500"/>
              <a:gd name="connsiteX21" fmla="*/ 6966717 w 7049781"/>
              <a:gd name="connsiteY21" fmla="*/ 1455729 h 4169500"/>
              <a:gd name="connsiteX22" fmla="*/ 6890517 w 7049781"/>
              <a:gd name="connsiteY22" fmla="*/ 1571952 h 4169500"/>
              <a:gd name="connsiteX23" fmla="*/ 6780094 w 7049781"/>
              <a:gd name="connsiteY23" fmla="*/ 1593544 h 4169500"/>
              <a:gd name="connsiteX24" fmla="*/ 6566309 w 7049781"/>
              <a:gd name="connsiteY24" fmla="*/ 1508783 h 4169500"/>
              <a:gd name="connsiteX25" fmla="*/ 6299967 w 7049781"/>
              <a:gd name="connsiteY25" fmla="*/ 1194228 h 4169500"/>
              <a:gd name="connsiteX26" fmla="*/ 6062544 w 7049781"/>
              <a:gd name="connsiteY26" fmla="*/ 1072997 h 4169500"/>
              <a:gd name="connsiteX27" fmla="*/ 5738694 w 7049781"/>
              <a:gd name="connsiteY27" fmla="*/ 1053612 h 4169500"/>
              <a:gd name="connsiteX28" fmla="*/ 5556660 w 7049781"/>
              <a:gd name="connsiteY28" fmla="*/ 1129812 h 4169500"/>
              <a:gd name="connsiteX29" fmla="*/ 5438127 w 7049781"/>
              <a:gd name="connsiteY29" fmla="*/ 1248344 h 4169500"/>
              <a:gd name="connsiteX30" fmla="*/ 5226460 w 7049781"/>
              <a:gd name="connsiteY30" fmla="*/ 1629344 h 4169500"/>
              <a:gd name="connsiteX31" fmla="*/ 5048660 w 7049781"/>
              <a:gd name="connsiteY31" fmla="*/ 1781745 h 4169500"/>
              <a:gd name="connsiteX32" fmla="*/ 4684594 w 7049781"/>
              <a:gd name="connsiteY32" fmla="*/ 1946360 h 4169500"/>
              <a:gd name="connsiteX33" fmla="*/ 3909894 w 7049781"/>
              <a:gd name="connsiteY33" fmla="*/ 1983977 h 4169500"/>
              <a:gd name="connsiteX34" fmla="*/ 2948927 w 7049781"/>
              <a:gd name="connsiteY34" fmla="*/ 2164558 h 4169500"/>
              <a:gd name="connsiteX35" fmla="*/ 2068394 w 7049781"/>
              <a:gd name="connsiteY35" fmla="*/ 2881507 h 4169500"/>
              <a:gd name="connsiteX36" fmla="*/ 1513827 w 7049781"/>
              <a:gd name="connsiteY36" fmla="*/ 3582585 h 4169500"/>
              <a:gd name="connsiteX37" fmla="*/ 624827 w 7049781"/>
              <a:gd name="connsiteY37" fmla="*/ 4127422 h 4169500"/>
              <a:gd name="connsiteX38" fmla="*/ 142226 w 7049781"/>
              <a:gd name="connsiteY38" fmla="*/ 4128671 h 4169500"/>
              <a:gd name="connsiteX39" fmla="*/ 40627 w 7049781"/>
              <a:gd name="connsiteY39" fmla="*/ 2893817 h 4169500"/>
              <a:gd name="connsiteX40" fmla="*/ 108360 w 7049781"/>
              <a:gd name="connsiteY40" fmla="*/ 2553711 h 4169500"/>
              <a:gd name="connsiteX0" fmla="*/ 108360 w 7049781"/>
              <a:gd name="connsiteY0" fmla="*/ 2553711 h 4169500"/>
              <a:gd name="connsiteX1" fmla="*/ 257585 w 7049781"/>
              <a:gd name="connsiteY1" fmla="*/ 2501503 h 4169500"/>
              <a:gd name="connsiteX2" fmla="*/ 431375 w 7049781"/>
              <a:gd name="connsiteY2" fmla="*/ 3984400 h 4169500"/>
              <a:gd name="connsiteX3" fmla="*/ 2385894 w 7049781"/>
              <a:gd name="connsiteY3" fmla="*/ 68134 h 4169500"/>
              <a:gd name="connsiteX4" fmla="*/ 3558527 w 7049781"/>
              <a:gd name="connsiteY4" fmla="*/ 1510811 h 4169500"/>
              <a:gd name="connsiteX5" fmla="*/ 4955527 w 7049781"/>
              <a:gd name="connsiteY5" fmla="*/ 1705545 h 4169500"/>
              <a:gd name="connsiteX6" fmla="*/ 5455060 w 7049781"/>
              <a:gd name="connsiteY6" fmla="*/ 1070545 h 4169500"/>
              <a:gd name="connsiteX7" fmla="*/ 6020211 w 7049781"/>
              <a:gd name="connsiteY7" fmla="*/ 968991 h 4169500"/>
              <a:gd name="connsiteX8" fmla="*/ 6449894 w 7049781"/>
              <a:gd name="connsiteY8" fmla="*/ 1224525 h 4169500"/>
              <a:gd name="connsiteX9" fmla="*/ 6611116 w 7049781"/>
              <a:gd name="connsiteY9" fmla="*/ 1419410 h 4169500"/>
              <a:gd name="connsiteX10" fmla="*/ 6763516 w 7049781"/>
              <a:gd name="connsiteY10" fmla="*/ 1499312 h 4169500"/>
              <a:gd name="connsiteX11" fmla="*/ 6877816 w 7049781"/>
              <a:gd name="connsiteY11" fmla="*/ 1470257 h 4169500"/>
              <a:gd name="connsiteX12" fmla="*/ 6907094 w 7049781"/>
              <a:gd name="connsiteY12" fmla="*/ 1326218 h 4169500"/>
              <a:gd name="connsiteX13" fmla="*/ 6877817 w 7049781"/>
              <a:gd name="connsiteY13" fmla="*/ 1186968 h 4169500"/>
              <a:gd name="connsiteX14" fmla="*/ 6807968 w 7049781"/>
              <a:gd name="connsiteY14" fmla="*/ 1099801 h 4169500"/>
              <a:gd name="connsiteX15" fmla="*/ 6763518 w 7049781"/>
              <a:gd name="connsiteY15" fmla="*/ 990843 h 4169500"/>
              <a:gd name="connsiteX16" fmla="*/ 6744468 w 7049781"/>
              <a:gd name="connsiteY16" fmla="*/ 823773 h 4169500"/>
              <a:gd name="connsiteX17" fmla="*/ 6890517 w 7049781"/>
              <a:gd name="connsiteY17" fmla="*/ 809248 h 4169500"/>
              <a:gd name="connsiteX18" fmla="*/ 7042560 w 7049781"/>
              <a:gd name="connsiteY18" fmla="*/ 822510 h 4169500"/>
              <a:gd name="connsiteX19" fmla="*/ 7023868 w 7049781"/>
              <a:gd name="connsiteY19" fmla="*/ 1048953 h 4169500"/>
              <a:gd name="connsiteX20" fmla="*/ 6979418 w 7049781"/>
              <a:gd name="connsiteY20" fmla="*/ 1201494 h 4169500"/>
              <a:gd name="connsiteX21" fmla="*/ 6966717 w 7049781"/>
              <a:gd name="connsiteY21" fmla="*/ 1455729 h 4169500"/>
              <a:gd name="connsiteX22" fmla="*/ 6890517 w 7049781"/>
              <a:gd name="connsiteY22" fmla="*/ 1571952 h 4169500"/>
              <a:gd name="connsiteX23" fmla="*/ 6780094 w 7049781"/>
              <a:gd name="connsiteY23" fmla="*/ 1593544 h 4169500"/>
              <a:gd name="connsiteX24" fmla="*/ 6566309 w 7049781"/>
              <a:gd name="connsiteY24" fmla="*/ 1508783 h 4169500"/>
              <a:gd name="connsiteX25" fmla="*/ 6299967 w 7049781"/>
              <a:gd name="connsiteY25" fmla="*/ 1194228 h 4169500"/>
              <a:gd name="connsiteX26" fmla="*/ 6062544 w 7049781"/>
              <a:gd name="connsiteY26" fmla="*/ 1072997 h 4169500"/>
              <a:gd name="connsiteX27" fmla="*/ 5738694 w 7049781"/>
              <a:gd name="connsiteY27" fmla="*/ 1053612 h 4169500"/>
              <a:gd name="connsiteX28" fmla="*/ 5556660 w 7049781"/>
              <a:gd name="connsiteY28" fmla="*/ 1129812 h 4169500"/>
              <a:gd name="connsiteX29" fmla="*/ 5438127 w 7049781"/>
              <a:gd name="connsiteY29" fmla="*/ 1248344 h 4169500"/>
              <a:gd name="connsiteX30" fmla="*/ 5226460 w 7049781"/>
              <a:gd name="connsiteY30" fmla="*/ 1629344 h 4169500"/>
              <a:gd name="connsiteX31" fmla="*/ 5048660 w 7049781"/>
              <a:gd name="connsiteY31" fmla="*/ 1781745 h 4169500"/>
              <a:gd name="connsiteX32" fmla="*/ 4684594 w 7049781"/>
              <a:gd name="connsiteY32" fmla="*/ 1946360 h 4169500"/>
              <a:gd name="connsiteX33" fmla="*/ 3909894 w 7049781"/>
              <a:gd name="connsiteY33" fmla="*/ 1983977 h 4169500"/>
              <a:gd name="connsiteX34" fmla="*/ 2948927 w 7049781"/>
              <a:gd name="connsiteY34" fmla="*/ 2164558 h 4169500"/>
              <a:gd name="connsiteX35" fmla="*/ 2068394 w 7049781"/>
              <a:gd name="connsiteY35" fmla="*/ 2881507 h 4169500"/>
              <a:gd name="connsiteX36" fmla="*/ 1513827 w 7049781"/>
              <a:gd name="connsiteY36" fmla="*/ 3582585 h 4169500"/>
              <a:gd name="connsiteX37" fmla="*/ 624827 w 7049781"/>
              <a:gd name="connsiteY37" fmla="*/ 4127422 h 4169500"/>
              <a:gd name="connsiteX38" fmla="*/ 142226 w 7049781"/>
              <a:gd name="connsiteY38" fmla="*/ 4128671 h 4169500"/>
              <a:gd name="connsiteX39" fmla="*/ 40627 w 7049781"/>
              <a:gd name="connsiteY39" fmla="*/ 2893817 h 4169500"/>
              <a:gd name="connsiteX40" fmla="*/ 108360 w 7049781"/>
              <a:gd name="connsiteY40" fmla="*/ 2553711 h 4169500"/>
              <a:gd name="connsiteX0" fmla="*/ 74796 w 7150970"/>
              <a:gd name="connsiteY0" fmla="*/ 2553711 h 4169500"/>
              <a:gd name="connsiteX1" fmla="*/ 358774 w 7150970"/>
              <a:gd name="connsiteY1" fmla="*/ 2501503 h 4169500"/>
              <a:gd name="connsiteX2" fmla="*/ 532564 w 7150970"/>
              <a:gd name="connsiteY2" fmla="*/ 3984400 h 4169500"/>
              <a:gd name="connsiteX3" fmla="*/ 2487083 w 7150970"/>
              <a:gd name="connsiteY3" fmla="*/ 68134 h 4169500"/>
              <a:gd name="connsiteX4" fmla="*/ 3659716 w 7150970"/>
              <a:gd name="connsiteY4" fmla="*/ 1510811 h 4169500"/>
              <a:gd name="connsiteX5" fmla="*/ 5056716 w 7150970"/>
              <a:gd name="connsiteY5" fmla="*/ 1705545 h 4169500"/>
              <a:gd name="connsiteX6" fmla="*/ 5556249 w 7150970"/>
              <a:gd name="connsiteY6" fmla="*/ 1070545 h 4169500"/>
              <a:gd name="connsiteX7" fmla="*/ 6121400 w 7150970"/>
              <a:gd name="connsiteY7" fmla="*/ 968991 h 4169500"/>
              <a:gd name="connsiteX8" fmla="*/ 6551083 w 7150970"/>
              <a:gd name="connsiteY8" fmla="*/ 1224525 h 4169500"/>
              <a:gd name="connsiteX9" fmla="*/ 6712305 w 7150970"/>
              <a:gd name="connsiteY9" fmla="*/ 1419410 h 4169500"/>
              <a:gd name="connsiteX10" fmla="*/ 6864705 w 7150970"/>
              <a:gd name="connsiteY10" fmla="*/ 1499312 h 4169500"/>
              <a:gd name="connsiteX11" fmla="*/ 6979005 w 7150970"/>
              <a:gd name="connsiteY11" fmla="*/ 1470257 h 4169500"/>
              <a:gd name="connsiteX12" fmla="*/ 7008283 w 7150970"/>
              <a:gd name="connsiteY12" fmla="*/ 1326218 h 4169500"/>
              <a:gd name="connsiteX13" fmla="*/ 6979006 w 7150970"/>
              <a:gd name="connsiteY13" fmla="*/ 1186968 h 4169500"/>
              <a:gd name="connsiteX14" fmla="*/ 6909157 w 7150970"/>
              <a:gd name="connsiteY14" fmla="*/ 1099801 h 4169500"/>
              <a:gd name="connsiteX15" fmla="*/ 6864707 w 7150970"/>
              <a:gd name="connsiteY15" fmla="*/ 990843 h 4169500"/>
              <a:gd name="connsiteX16" fmla="*/ 6845657 w 7150970"/>
              <a:gd name="connsiteY16" fmla="*/ 823773 h 4169500"/>
              <a:gd name="connsiteX17" fmla="*/ 6991706 w 7150970"/>
              <a:gd name="connsiteY17" fmla="*/ 809248 h 4169500"/>
              <a:gd name="connsiteX18" fmla="*/ 7143749 w 7150970"/>
              <a:gd name="connsiteY18" fmla="*/ 822510 h 4169500"/>
              <a:gd name="connsiteX19" fmla="*/ 7125057 w 7150970"/>
              <a:gd name="connsiteY19" fmla="*/ 1048953 h 4169500"/>
              <a:gd name="connsiteX20" fmla="*/ 7080607 w 7150970"/>
              <a:gd name="connsiteY20" fmla="*/ 1201494 h 4169500"/>
              <a:gd name="connsiteX21" fmla="*/ 7067906 w 7150970"/>
              <a:gd name="connsiteY21" fmla="*/ 1455729 h 4169500"/>
              <a:gd name="connsiteX22" fmla="*/ 6991706 w 7150970"/>
              <a:gd name="connsiteY22" fmla="*/ 1571952 h 4169500"/>
              <a:gd name="connsiteX23" fmla="*/ 6881283 w 7150970"/>
              <a:gd name="connsiteY23" fmla="*/ 1593544 h 4169500"/>
              <a:gd name="connsiteX24" fmla="*/ 6667498 w 7150970"/>
              <a:gd name="connsiteY24" fmla="*/ 1508783 h 4169500"/>
              <a:gd name="connsiteX25" fmla="*/ 6401156 w 7150970"/>
              <a:gd name="connsiteY25" fmla="*/ 1194228 h 4169500"/>
              <a:gd name="connsiteX26" fmla="*/ 6163733 w 7150970"/>
              <a:gd name="connsiteY26" fmla="*/ 1072997 h 4169500"/>
              <a:gd name="connsiteX27" fmla="*/ 5839883 w 7150970"/>
              <a:gd name="connsiteY27" fmla="*/ 1053612 h 4169500"/>
              <a:gd name="connsiteX28" fmla="*/ 5657849 w 7150970"/>
              <a:gd name="connsiteY28" fmla="*/ 1129812 h 4169500"/>
              <a:gd name="connsiteX29" fmla="*/ 5539316 w 7150970"/>
              <a:gd name="connsiteY29" fmla="*/ 1248344 h 4169500"/>
              <a:gd name="connsiteX30" fmla="*/ 5327649 w 7150970"/>
              <a:gd name="connsiteY30" fmla="*/ 1629344 h 4169500"/>
              <a:gd name="connsiteX31" fmla="*/ 5149849 w 7150970"/>
              <a:gd name="connsiteY31" fmla="*/ 1781745 h 4169500"/>
              <a:gd name="connsiteX32" fmla="*/ 4785783 w 7150970"/>
              <a:gd name="connsiteY32" fmla="*/ 1946360 h 4169500"/>
              <a:gd name="connsiteX33" fmla="*/ 4011083 w 7150970"/>
              <a:gd name="connsiteY33" fmla="*/ 1983977 h 4169500"/>
              <a:gd name="connsiteX34" fmla="*/ 3050116 w 7150970"/>
              <a:gd name="connsiteY34" fmla="*/ 2164558 h 4169500"/>
              <a:gd name="connsiteX35" fmla="*/ 2169583 w 7150970"/>
              <a:gd name="connsiteY35" fmla="*/ 2881507 h 4169500"/>
              <a:gd name="connsiteX36" fmla="*/ 1615016 w 7150970"/>
              <a:gd name="connsiteY36" fmla="*/ 3582585 h 4169500"/>
              <a:gd name="connsiteX37" fmla="*/ 726016 w 7150970"/>
              <a:gd name="connsiteY37" fmla="*/ 4127422 h 4169500"/>
              <a:gd name="connsiteX38" fmla="*/ 243415 w 7150970"/>
              <a:gd name="connsiteY38" fmla="*/ 4128671 h 4169500"/>
              <a:gd name="connsiteX39" fmla="*/ 141816 w 7150970"/>
              <a:gd name="connsiteY39" fmla="*/ 2893817 h 4169500"/>
              <a:gd name="connsiteX40" fmla="*/ 74796 w 7150970"/>
              <a:gd name="connsiteY40" fmla="*/ 2553711 h 4169500"/>
              <a:gd name="connsiteX0" fmla="*/ 15846 w 7092020"/>
              <a:gd name="connsiteY0" fmla="*/ 2553711 h 4169500"/>
              <a:gd name="connsiteX1" fmla="*/ 396077 w 7092020"/>
              <a:gd name="connsiteY1" fmla="*/ 2490493 h 4169500"/>
              <a:gd name="connsiteX2" fmla="*/ 473614 w 7092020"/>
              <a:gd name="connsiteY2" fmla="*/ 3984400 h 4169500"/>
              <a:gd name="connsiteX3" fmla="*/ 2428133 w 7092020"/>
              <a:gd name="connsiteY3" fmla="*/ 68134 h 4169500"/>
              <a:gd name="connsiteX4" fmla="*/ 3600766 w 7092020"/>
              <a:gd name="connsiteY4" fmla="*/ 1510811 h 4169500"/>
              <a:gd name="connsiteX5" fmla="*/ 4997766 w 7092020"/>
              <a:gd name="connsiteY5" fmla="*/ 1705545 h 4169500"/>
              <a:gd name="connsiteX6" fmla="*/ 5497299 w 7092020"/>
              <a:gd name="connsiteY6" fmla="*/ 1070545 h 4169500"/>
              <a:gd name="connsiteX7" fmla="*/ 6062450 w 7092020"/>
              <a:gd name="connsiteY7" fmla="*/ 968991 h 4169500"/>
              <a:gd name="connsiteX8" fmla="*/ 6492133 w 7092020"/>
              <a:gd name="connsiteY8" fmla="*/ 1224525 h 4169500"/>
              <a:gd name="connsiteX9" fmla="*/ 6653355 w 7092020"/>
              <a:gd name="connsiteY9" fmla="*/ 1419410 h 4169500"/>
              <a:gd name="connsiteX10" fmla="*/ 6805755 w 7092020"/>
              <a:gd name="connsiteY10" fmla="*/ 1499312 h 4169500"/>
              <a:gd name="connsiteX11" fmla="*/ 6920055 w 7092020"/>
              <a:gd name="connsiteY11" fmla="*/ 1470257 h 4169500"/>
              <a:gd name="connsiteX12" fmla="*/ 6949333 w 7092020"/>
              <a:gd name="connsiteY12" fmla="*/ 1326218 h 4169500"/>
              <a:gd name="connsiteX13" fmla="*/ 6920056 w 7092020"/>
              <a:gd name="connsiteY13" fmla="*/ 1186968 h 4169500"/>
              <a:gd name="connsiteX14" fmla="*/ 6850207 w 7092020"/>
              <a:gd name="connsiteY14" fmla="*/ 1099801 h 4169500"/>
              <a:gd name="connsiteX15" fmla="*/ 6805757 w 7092020"/>
              <a:gd name="connsiteY15" fmla="*/ 990843 h 4169500"/>
              <a:gd name="connsiteX16" fmla="*/ 6786707 w 7092020"/>
              <a:gd name="connsiteY16" fmla="*/ 823773 h 4169500"/>
              <a:gd name="connsiteX17" fmla="*/ 6932756 w 7092020"/>
              <a:gd name="connsiteY17" fmla="*/ 809248 h 4169500"/>
              <a:gd name="connsiteX18" fmla="*/ 7084799 w 7092020"/>
              <a:gd name="connsiteY18" fmla="*/ 822510 h 4169500"/>
              <a:gd name="connsiteX19" fmla="*/ 7066107 w 7092020"/>
              <a:gd name="connsiteY19" fmla="*/ 1048953 h 4169500"/>
              <a:gd name="connsiteX20" fmla="*/ 7021657 w 7092020"/>
              <a:gd name="connsiteY20" fmla="*/ 1201494 h 4169500"/>
              <a:gd name="connsiteX21" fmla="*/ 7008956 w 7092020"/>
              <a:gd name="connsiteY21" fmla="*/ 1455729 h 4169500"/>
              <a:gd name="connsiteX22" fmla="*/ 6932756 w 7092020"/>
              <a:gd name="connsiteY22" fmla="*/ 1571952 h 4169500"/>
              <a:gd name="connsiteX23" fmla="*/ 6822333 w 7092020"/>
              <a:gd name="connsiteY23" fmla="*/ 1593544 h 4169500"/>
              <a:gd name="connsiteX24" fmla="*/ 6608548 w 7092020"/>
              <a:gd name="connsiteY24" fmla="*/ 1508783 h 4169500"/>
              <a:gd name="connsiteX25" fmla="*/ 6342206 w 7092020"/>
              <a:gd name="connsiteY25" fmla="*/ 1194228 h 4169500"/>
              <a:gd name="connsiteX26" fmla="*/ 6104783 w 7092020"/>
              <a:gd name="connsiteY26" fmla="*/ 1072997 h 4169500"/>
              <a:gd name="connsiteX27" fmla="*/ 5780933 w 7092020"/>
              <a:gd name="connsiteY27" fmla="*/ 1053612 h 4169500"/>
              <a:gd name="connsiteX28" fmla="*/ 5598899 w 7092020"/>
              <a:gd name="connsiteY28" fmla="*/ 1129812 h 4169500"/>
              <a:gd name="connsiteX29" fmla="*/ 5480366 w 7092020"/>
              <a:gd name="connsiteY29" fmla="*/ 1248344 h 4169500"/>
              <a:gd name="connsiteX30" fmla="*/ 5268699 w 7092020"/>
              <a:gd name="connsiteY30" fmla="*/ 1629344 h 4169500"/>
              <a:gd name="connsiteX31" fmla="*/ 5090899 w 7092020"/>
              <a:gd name="connsiteY31" fmla="*/ 1781745 h 4169500"/>
              <a:gd name="connsiteX32" fmla="*/ 4726833 w 7092020"/>
              <a:gd name="connsiteY32" fmla="*/ 1946360 h 4169500"/>
              <a:gd name="connsiteX33" fmla="*/ 3952133 w 7092020"/>
              <a:gd name="connsiteY33" fmla="*/ 1983977 h 4169500"/>
              <a:gd name="connsiteX34" fmla="*/ 2991166 w 7092020"/>
              <a:gd name="connsiteY34" fmla="*/ 2164558 h 4169500"/>
              <a:gd name="connsiteX35" fmla="*/ 2110633 w 7092020"/>
              <a:gd name="connsiteY35" fmla="*/ 2881507 h 4169500"/>
              <a:gd name="connsiteX36" fmla="*/ 1556066 w 7092020"/>
              <a:gd name="connsiteY36" fmla="*/ 3582585 h 4169500"/>
              <a:gd name="connsiteX37" fmla="*/ 667066 w 7092020"/>
              <a:gd name="connsiteY37" fmla="*/ 4127422 h 4169500"/>
              <a:gd name="connsiteX38" fmla="*/ 184465 w 7092020"/>
              <a:gd name="connsiteY38" fmla="*/ 4128671 h 4169500"/>
              <a:gd name="connsiteX39" fmla="*/ 82866 w 7092020"/>
              <a:gd name="connsiteY39" fmla="*/ 2893817 h 4169500"/>
              <a:gd name="connsiteX40" fmla="*/ 15846 w 7092020"/>
              <a:gd name="connsiteY40" fmla="*/ 2553711 h 4169500"/>
              <a:gd name="connsiteX0" fmla="*/ 145596 w 7010014"/>
              <a:gd name="connsiteY0" fmla="*/ 2509670 h 4169500"/>
              <a:gd name="connsiteX1" fmla="*/ 314071 w 7010014"/>
              <a:gd name="connsiteY1" fmla="*/ 2490493 h 4169500"/>
              <a:gd name="connsiteX2" fmla="*/ 391608 w 7010014"/>
              <a:gd name="connsiteY2" fmla="*/ 3984400 h 4169500"/>
              <a:gd name="connsiteX3" fmla="*/ 2346127 w 7010014"/>
              <a:gd name="connsiteY3" fmla="*/ 68134 h 4169500"/>
              <a:gd name="connsiteX4" fmla="*/ 3518760 w 7010014"/>
              <a:gd name="connsiteY4" fmla="*/ 1510811 h 4169500"/>
              <a:gd name="connsiteX5" fmla="*/ 4915760 w 7010014"/>
              <a:gd name="connsiteY5" fmla="*/ 1705545 h 4169500"/>
              <a:gd name="connsiteX6" fmla="*/ 5415293 w 7010014"/>
              <a:gd name="connsiteY6" fmla="*/ 1070545 h 4169500"/>
              <a:gd name="connsiteX7" fmla="*/ 5980444 w 7010014"/>
              <a:gd name="connsiteY7" fmla="*/ 968991 h 4169500"/>
              <a:gd name="connsiteX8" fmla="*/ 6410127 w 7010014"/>
              <a:gd name="connsiteY8" fmla="*/ 1224525 h 4169500"/>
              <a:gd name="connsiteX9" fmla="*/ 6571349 w 7010014"/>
              <a:gd name="connsiteY9" fmla="*/ 1419410 h 4169500"/>
              <a:gd name="connsiteX10" fmla="*/ 6723749 w 7010014"/>
              <a:gd name="connsiteY10" fmla="*/ 1499312 h 4169500"/>
              <a:gd name="connsiteX11" fmla="*/ 6838049 w 7010014"/>
              <a:gd name="connsiteY11" fmla="*/ 1470257 h 4169500"/>
              <a:gd name="connsiteX12" fmla="*/ 6867327 w 7010014"/>
              <a:gd name="connsiteY12" fmla="*/ 1326218 h 4169500"/>
              <a:gd name="connsiteX13" fmla="*/ 6838050 w 7010014"/>
              <a:gd name="connsiteY13" fmla="*/ 1186968 h 4169500"/>
              <a:gd name="connsiteX14" fmla="*/ 6768201 w 7010014"/>
              <a:gd name="connsiteY14" fmla="*/ 1099801 h 4169500"/>
              <a:gd name="connsiteX15" fmla="*/ 6723751 w 7010014"/>
              <a:gd name="connsiteY15" fmla="*/ 990843 h 4169500"/>
              <a:gd name="connsiteX16" fmla="*/ 6704701 w 7010014"/>
              <a:gd name="connsiteY16" fmla="*/ 823773 h 4169500"/>
              <a:gd name="connsiteX17" fmla="*/ 6850750 w 7010014"/>
              <a:gd name="connsiteY17" fmla="*/ 809248 h 4169500"/>
              <a:gd name="connsiteX18" fmla="*/ 7002793 w 7010014"/>
              <a:gd name="connsiteY18" fmla="*/ 822510 h 4169500"/>
              <a:gd name="connsiteX19" fmla="*/ 6984101 w 7010014"/>
              <a:gd name="connsiteY19" fmla="*/ 1048953 h 4169500"/>
              <a:gd name="connsiteX20" fmla="*/ 6939651 w 7010014"/>
              <a:gd name="connsiteY20" fmla="*/ 1201494 h 4169500"/>
              <a:gd name="connsiteX21" fmla="*/ 6926950 w 7010014"/>
              <a:gd name="connsiteY21" fmla="*/ 1455729 h 4169500"/>
              <a:gd name="connsiteX22" fmla="*/ 6850750 w 7010014"/>
              <a:gd name="connsiteY22" fmla="*/ 1571952 h 4169500"/>
              <a:gd name="connsiteX23" fmla="*/ 6740327 w 7010014"/>
              <a:gd name="connsiteY23" fmla="*/ 1593544 h 4169500"/>
              <a:gd name="connsiteX24" fmla="*/ 6526542 w 7010014"/>
              <a:gd name="connsiteY24" fmla="*/ 1508783 h 4169500"/>
              <a:gd name="connsiteX25" fmla="*/ 6260200 w 7010014"/>
              <a:gd name="connsiteY25" fmla="*/ 1194228 h 4169500"/>
              <a:gd name="connsiteX26" fmla="*/ 6022777 w 7010014"/>
              <a:gd name="connsiteY26" fmla="*/ 1072997 h 4169500"/>
              <a:gd name="connsiteX27" fmla="*/ 5698927 w 7010014"/>
              <a:gd name="connsiteY27" fmla="*/ 1053612 h 4169500"/>
              <a:gd name="connsiteX28" fmla="*/ 5516893 w 7010014"/>
              <a:gd name="connsiteY28" fmla="*/ 1129812 h 4169500"/>
              <a:gd name="connsiteX29" fmla="*/ 5398360 w 7010014"/>
              <a:gd name="connsiteY29" fmla="*/ 1248344 h 4169500"/>
              <a:gd name="connsiteX30" fmla="*/ 5186693 w 7010014"/>
              <a:gd name="connsiteY30" fmla="*/ 1629344 h 4169500"/>
              <a:gd name="connsiteX31" fmla="*/ 5008893 w 7010014"/>
              <a:gd name="connsiteY31" fmla="*/ 1781745 h 4169500"/>
              <a:gd name="connsiteX32" fmla="*/ 4644827 w 7010014"/>
              <a:gd name="connsiteY32" fmla="*/ 1946360 h 4169500"/>
              <a:gd name="connsiteX33" fmla="*/ 3870127 w 7010014"/>
              <a:gd name="connsiteY33" fmla="*/ 1983977 h 4169500"/>
              <a:gd name="connsiteX34" fmla="*/ 2909160 w 7010014"/>
              <a:gd name="connsiteY34" fmla="*/ 2164558 h 4169500"/>
              <a:gd name="connsiteX35" fmla="*/ 2028627 w 7010014"/>
              <a:gd name="connsiteY35" fmla="*/ 2881507 h 4169500"/>
              <a:gd name="connsiteX36" fmla="*/ 1474060 w 7010014"/>
              <a:gd name="connsiteY36" fmla="*/ 3582585 h 4169500"/>
              <a:gd name="connsiteX37" fmla="*/ 585060 w 7010014"/>
              <a:gd name="connsiteY37" fmla="*/ 4127422 h 4169500"/>
              <a:gd name="connsiteX38" fmla="*/ 102459 w 7010014"/>
              <a:gd name="connsiteY38" fmla="*/ 4128671 h 4169500"/>
              <a:gd name="connsiteX39" fmla="*/ 860 w 7010014"/>
              <a:gd name="connsiteY39" fmla="*/ 2893817 h 4169500"/>
              <a:gd name="connsiteX40" fmla="*/ 145596 w 7010014"/>
              <a:gd name="connsiteY40" fmla="*/ 2509670 h 4169500"/>
              <a:gd name="connsiteX0" fmla="*/ 145596 w 7010014"/>
              <a:gd name="connsiteY0" fmla="*/ 2509670 h 4169500"/>
              <a:gd name="connsiteX1" fmla="*/ 314071 w 7010014"/>
              <a:gd name="connsiteY1" fmla="*/ 2490493 h 4169500"/>
              <a:gd name="connsiteX2" fmla="*/ 391608 w 7010014"/>
              <a:gd name="connsiteY2" fmla="*/ 3984400 h 4169500"/>
              <a:gd name="connsiteX3" fmla="*/ 2346127 w 7010014"/>
              <a:gd name="connsiteY3" fmla="*/ 68134 h 4169500"/>
              <a:gd name="connsiteX4" fmla="*/ 3518760 w 7010014"/>
              <a:gd name="connsiteY4" fmla="*/ 1510811 h 4169500"/>
              <a:gd name="connsiteX5" fmla="*/ 4915760 w 7010014"/>
              <a:gd name="connsiteY5" fmla="*/ 1705545 h 4169500"/>
              <a:gd name="connsiteX6" fmla="*/ 5415293 w 7010014"/>
              <a:gd name="connsiteY6" fmla="*/ 1070545 h 4169500"/>
              <a:gd name="connsiteX7" fmla="*/ 5980444 w 7010014"/>
              <a:gd name="connsiteY7" fmla="*/ 968991 h 4169500"/>
              <a:gd name="connsiteX8" fmla="*/ 6410127 w 7010014"/>
              <a:gd name="connsiteY8" fmla="*/ 1224525 h 4169500"/>
              <a:gd name="connsiteX9" fmla="*/ 6571349 w 7010014"/>
              <a:gd name="connsiteY9" fmla="*/ 1419410 h 4169500"/>
              <a:gd name="connsiteX10" fmla="*/ 6723749 w 7010014"/>
              <a:gd name="connsiteY10" fmla="*/ 1499312 h 4169500"/>
              <a:gd name="connsiteX11" fmla="*/ 6838049 w 7010014"/>
              <a:gd name="connsiteY11" fmla="*/ 1470257 h 4169500"/>
              <a:gd name="connsiteX12" fmla="*/ 6867327 w 7010014"/>
              <a:gd name="connsiteY12" fmla="*/ 1326218 h 4169500"/>
              <a:gd name="connsiteX13" fmla="*/ 6838050 w 7010014"/>
              <a:gd name="connsiteY13" fmla="*/ 1186968 h 4169500"/>
              <a:gd name="connsiteX14" fmla="*/ 6768201 w 7010014"/>
              <a:gd name="connsiteY14" fmla="*/ 1099801 h 4169500"/>
              <a:gd name="connsiteX15" fmla="*/ 6723751 w 7010014"/>
              <a:gd name="connsiteY15" fmla="*/ 990843 h 4169500"/>
              <a:gd name="connsiteX16" fmla="*/ 6704701 w 7010014"/>
              <a:gd name="connsiteY16" fmla="*/ 823773 h 4169500"/>
              <a:gd name="connsiteX17" fmla="*/ 6850750 w 7010014"/>
              <a:gd name="connsiteY17" fmla="*/ 809248 h 4169500"/>
              <a:gd name="connsiteX18" fmla="*/ 7002793 w 7010014"/>
              <a:gd name="connsiteY18" fmla="*/ 822510 h 4169500"/>
              <a:gd name="connsiteX19" fmla="*/ 6984101 w 7010014"/>
              <a:gd name="connsiteY19" fmla="*/ 1048953 h 4169500"/>
              <a:gd name="connsiteX20" fmla="*/ 6939651 w 7010014"/>
              <a:gd name="connsiteY20" fmla="*/ 1201494 h 4169500"/>
              <a:gd name="connsiteX21" fmla="*/ 6926950 w 7010014"/>
              <a:gd name="connsiteY21" fmla="*/ 1455729 h 4169500"/>
              <a:gd name="connsiteX22" fmla="*/ 6850750 w 7010014"/>
              <a:gd name="connsiteY22" fmla="*/ 1571952 h 4169500"/>
              <a:gd name="connsiteX23" fmla="*/ 6740327 w 7010014"/>
              <a:gd name="connsiteY23" fmla="*/ 1593544 h 4169500"/>
              <a:gd name="connsiteX24" fmla="*/ 6526542 w 7010014"/>
              <a:gd name="connsiteY24" fmla="*/ 1508783 h 4169500"/>
              <a:gd name="connsiteX25" fmla="*/ 6260200 w 7010014"/>
              <a:gd name="connsiteY25" fmla="*/ 1194228 h 4169500"/>
              <a:gd name="connsiteX26" fmla="*/ 6022777 w 7010014"/>
              <a:gd name="connsiteY26" fmla="*/ 1072997 h 4169500"/>
              <a:gd name="connsiteX27" fmla="*/ 5698927 w 7010014"/>
              <a:gd name="connsiteY27" fmla="*/ 1053612 h 4169500"/>
              <a:gd name="connsiteX28" fmla="*/ 5516893 w 7010014"/>
              <a:gd name="connsiteY28" fmla="*/ 1129812 h 4169500"/>
              <a:gd name="connsiteX29" fmla="*/ 5398360 w 7010014"/>
              <a:gd name="connsiteY29" fmla="*/ 1248344 h 4169500"/>
              <a:gd name="connsiteX30" fmla="*/ 5186693 w 7010014"/>
              <a:gd name="connsiteY30" fmla="*/ 1629344 h 4169500"/>
              <a:gd name="connsiteX31" fmla="*/ 5008893 w 7010014"/>
              <a:gd name="connsiteY31" fmla="*/ 1781745 h 4169500"/>
              <a:gd name="connsiteX32" fmla="*/ 4644827 w 7010014"/>
              <a:gd name="connsiteY32" fmla="*/ 1946360 h 4169500"/>
              <a:gd name="connsiteX33" fmla="*/ 3870127 w 7010014"/>
              <a:gd name="connsiteY33" fmla="*/ 1983977 h 4169500"/>
              <a:gd name="connsiteX34" fmla="*/ 2909160 w 7010014"/>
              <a:gd name="connsiteY34" fmla="*/ 2164558 h 4169500"/>
              <a:gd name="connsiteX35" fmla="*/ 2028627 w 7010014"/>
              <a:gd name="connsiteY35" fmla="*/ 2881507 h 4169500"/>
              <a:gd name="connsiteX36" fmla="*/ 1474060 w 7010014"/>
              <a:gd name="connsiteY36" fmla="*/ 3582585 h 4169500"/>
              <a:gd name="connsiteX37" fmla="*/ 585060 w 7010014"/>
              <a:gd name="connsiteY37" fmla="*/ 4127422 h 4169500"/>
              <a:gd name="connsiteX38" fmla="*/ 102459 w 7010014"/>
              <a:gd name="connsiteY38" fmla="*/ 4128671 h 4169500"/>
              <a:gd name="connsiteX39" fmla="*/ 860 w 7010014"/>
              <a:gd name="connsiteY39" fmla="*/ 2893817 h 4169500"/>
              <a:gd name="connsiteX40" fmla="*/ 145596 w 7010014"/>
              <a:gd name="connsiteY40" fmla="*/ 2509670 h 4169500"/>
              <a:gd name="connsiteX0" fmla="*/ 135667 w 7009711"/>
              <a:gd name="connsiteY0" fmla="*/ 2509670 h 4169500"/>
              <a:gd name="connsiteX1" fmla="*/ 313768 w 7009711"/>
              <a:gd name="connsiteY1" fmla="*/ 2490493 h 4169500"/>
              <a:gd name="connsiteX2" fmla="*/ 391305 w 7009711"/>
              <a:gd name="connsiteY2" fmla="*/ 3984400 h 4169500"/>
              <a:gd name="connsiteX3" fmla="*/ 2345824 w 7009711"/>
              <a:gd name="connsiteY3" fmla="*/ 68134 h 4169500"/>
              <a:gd name="connsiteX4" fmla="*/ 3518457 w 7009711"/>
              <a:gd name="connsiteY4" fmla="*/ 1510811 h 4169500"/>
              <a:gd name="connsiteX5" fmla="*/ 4915457 w 7009711"/>
              <a:gd name="connsiteY5" fmla="*/ 1705545 h 4169500"/>
              <a:gd name="connsiteX6" fmla="*/ 5414990 w 7009711"/>
              <a:gd name="connsiteY6" fmla="*/ 1070545 h 4169500"/>
              <a:gd name="connsiteX7" fmla="*/ 5980141 w 7009711"/>
              <a:gd name="connsiteY7" fmla="*/ 968991 h 4169500"/>
              <a:gd name="connsiteX8" fmla="*/ 6409824 w 7009711"/>
              <a:gd name="connsiteY8" fmla="*/ 1224525 h 4169500"/>
              <a:gd name="connsiteX9" fmla="*/ 6571046 w 7009711"/>
              <a:gd name="connsiteY9" fmla="*/ 1419410 h 4169500"/>
              <a:gd name="connsiteX10" fmla="*/ 6723446 w 7009711"/>
              <a:gd name="connsiteY10" fmla="*/ 1499312 h 4169500"/>
              <a:gd name="connsiteX11" fmla="*/ 6837746 w 7009711"/>
              <a:gd name="connsiteY11" fmla="*/ 1470257 h 4169500"/>
              <a:gd name="connsiteX12" fmla="*/ 6867024 w 7009711"/>
              <a:gd name="connsiteY12" fmla="*/ 1326218 h 4169500"/>
              <a:gd name="connsiteX13" fmla="*/ 6837747 w 7009711"/>
              <a:gd name="connsiteY13" fmla="*/ 1186968 h 4169500"/>
              <a:gd name="connsiteX14" fmla="*/ 6767898 w 7009711"/>
              <a:gd name="connsiteY14" fmla="*/ 1099801 h 4169500"/>
              <a:gd name="connsiteX15" fmla="*/ 6723448 w 7009711"/>
              <a:gd name="connsiteY15" fmla="*/ 990843 h 4169500"/>
              <a:gd name="connsiteX16" fmla="*/ 6704398 w 7009711"/>
              <a:gd name="connsiteY16" fmla="*/ 823773 h 4169500"/>
              <a:gd name="connsiteX17" fmla="*/ 6850447 w 7009711"/>
              <a:gd name="connsiteY17" fmla="*/ 809248 h 4169500"/>
              <a:gd name="connsiteX18" fmla="*/ 7002490 w 7009711"/>
              <a:gd name="connsiteY18" fmla="*/ 822510 h 4169500"/>
              <a:gd name="connsiteX19" fmla="*/ 6983798 w 7009711"/>
              <a:gd name="connsiteY19" fmla="*/ 1048953 h 4169500"/>
              <a:gd name="connsiteX20" fmla="*/ 6939348 w 7009711"/>
              <a:gd name="connsiteY20" fmla="*/ 1201494 h 4169500"/>
              <a:gd name="connsiteX21" fmla="*/ 6926647 w 7009711"/>
              <a:gd name="connsiteY21" fmla="*/ 1455729 h 4169500"/>
              <a:gd name="connsiteX22" fmla="*/ 6850447 w 7009711"/>
              <a:gd name="connsiteY22" fmla="*/ 1571952 h 4169500"/>
              <a:gd name="connsiteX23" fmla="*/ 6740024 w 7009711"/>
              <a:gd name="connsiteY23" fmla="*/ 1593544 h 4169500"/>
              <a:gd name="connsiteX24" fmla="*/ 6526239 w 7009711"/>
              <a:gd name="connsiteY24" fmla="*/ 1508783 h 4169500"/>
              <a:gd name="connsiteX25" fmla="*/ 6259897 w 7009711"/>
              <a:gd name="connsiteY25" fmla="*/ 1194228 h 4169500"/>
              <a:gd name="connsiteX26" fmla="*/ 6022474 w 7009711"/>
              <a:gd name="connsiteY26" fmla="*/ 1072997 h 4169500"/>
              <a:gd name="connsiteX27" fmla="*/ 5698624 w 7009711"/>
              <a:gd name="connsiteY27" fmla="*/ 1053612 h 4169500"/>
              <a:gd name="connsiteX28" fmla="*/ 5516590 w 7009711"/>
              <a:gd name="connsiteY28" fmla="*/ 1129812 h 4169500"/>
              <a:gd name="connsiteX29" fmla="*/ 5398057 w 7009711"/>
              <a:gd name="connsiteY29" fmla="*/ 1248344 h 4169500"/>
              <a:gd name="connsiteX30" fmla="*/ 5186390 w 7009711"/>
              <a:gd name="connsiteY30" fmla="*/ 1629344 h 4169500"/>
              <a:gd name="connsiteX31" fmla="*/ 5008590 w 7009711"/>
              <a:gd name="connsiteY31" fmla="*/ 1781745 h 4169500"/>
              <a:gd name="connsiteX32" fmla="*/ 4644524 w 7009711"/>
              <a:gd name="connsiteY32" fmla="*/ 1946360 h 4169500"/>
              <a:gd name="connsiteX33" fmla="*/ 3869824 w 7009711"/>
              <a:gd name="connsiteY33" fmla="*/ 1983977 h 4169500"/>
              <a:gd name="connsiteX34" fmla="*/ 2908857 w 7009711"/>
              <a:gd name="connsiteY34" fmla="*/ 2164558 h 4169500"/>
              <a:gd name="connsiteX35" fmla="*/ 2028324 w 7009711"/>
              <a:gd name="connsiteY35" fmla="*/ 2881507 h 4169500"/>
              <a:gd name="connsiteX36" fmla="*/ 1473757 w 7009711"/>
              <a:gd name="connsiteY36" fmla="*/ 3582585 h 4169500"/>
              <a:gd name="connsiteX37" fmla="*/ 584757 w 7009711"/>
              <a:gd name="connsiteY37" fmla="*/ 4127422 h 4169500"/>
              <a:gd name="connsiteX38" fmla="*/ 102156 w 7009711"/>
              <a:gd name="connsiteY38" fmla="*/ 4128671 h 4169500"/>
              <a:gd name="connsiteX39" fmla="*/ 557 w 7009711"/>
              <a:gd name="connsiteY39" fmla="*/ 2893817 h 4169500"/>
              <a:gd name="connsiteX40" fmla="*/ 135667 w 7009711"/>
              <a:gd name="connsiteY40" fmla="*/ 2509670 h 4169500"/>
              <a:gd name="connsiteX0" fmla="*/ 65001 w 6939045"/>
              <a:gd name="connsiteY0" fmla="*/ 2509670 h 4169500"/>
              <a:gd name="connsiteX1" fmla="*/ 243102 w 6939045"/>
              <a:gd name="connsiteY1" fmla="*/ 2490493 h 4169500"/>
              <a:gd name="connsiteX2" fmla="*/ 320639 w 6939045"/>
              <a:gd name="connsiteY2" fmla="*/ 3984400 h 4169500"/>
              <a:gd name="connsiteX3" fmla="*/ 2275158 w 6939045"/>
              <a:gd name="connsiteY3" fmla="*/ 68134 h 4169500"/>
              <a:gd name="connsiteX4" fmla="*/ 3447791 w 6939045"/>
              <a:gd name="connsiteY4" fmla="*/ 1510811 h 4169500"/>
              <a:gd name="connsiteX5" fmla="*/ 4844791 w 6939045"/>
              <a:gd name="connsiteY5" fmla="*/ 1705545 h 4169500"/>
              <a:gd name="connsiteX6" fmla="*/ 5344324 w 6939045"/>
              <a:gd name="connsiteY6" fmla="*/ 1070545 h 4169500"/>
              <a:gd name="connsiteX7" fmla="*/ 5909475 w 6939045"/>
              <a:gd name="connsiteY7" fmla="*/ 968991 h 4169500"/>
              <a:gd name="connsiteX8" fmla="*/ 6339158 w 6939045"/>
              <a:gd name="connsiteY8" fmla="*/ 1224525 h 4169500"/>
              <a:gd name="connsiteX9" fmla="*/ 6500380 w 6939045"/>
              <a:gd name="connsiteY9" fmla="*/ 1419410 h 4169500"/>
              <a:gd name="connsiteX10" fmla="*/ 6652780 w 6939045"/>
              <a:gd name="connsiteY10" fmla="*/ 1499312 h 4169500"/>
              <a:gd name="connsiteX11" fmla="*/ 6767080 w 6939045"/>
              <a:gd name="connsiteY11" fmla="*/ 1470257 h 4169500"/>
              <a:gd name="connsiteX12" fmla="*/ 6796358 w 6939045"/>
              <a:gd name="connsiteY12" fmla="*/ 1326218 h 4169500"/>
              <a:gd name="connsiteX13" fmla="*/ 6767081 w 6939045"/>
              <a:gd name="connsiteY13" fmla="*/ 1186968 h 4169500"/>
              <a:gd name="connsiteX14" fmla="*/ 6697232 w 6939045"/>
              <a:gd name="connsiteY14" fmla="*/ 1099801 h 4169500"/>
              <a:gd name="connsiteX15" fmla="*/ 6652782 w 6939045"/>
              <a:gd name="connsiteY15" fmla="*/ 990843 h 4169500"/>
              <a:gd name="connsiteX16" fmla="*/ 6633732 w 6939045"/>
              <a:gd name="connsiteY16" fmla="*/ 823773 h 4169500"/>
              <a:gd name="connsiteX17" fmla="*/ 6779781 w 6939045"/>
              <a:gd name="connsiteY17" fmla="*/ 809248 h 4169500"/>
              <a:gd name="connsiteX18" fmla="*/ 6931824 w 6939045"/>
              <a:gd name="connsiteY18" fmla="*/ 822510 h 4169500"/>
              <a:gd name="connsiteX19" fmla="*/ 6913132 w 6939045"/>
              <a:gd name="connsiteY19" fmla="*/ 1048953 h 4169500"/>
              <a:gd name="connsiteX20" fmla="*/ 6868682 w 6939045"/>
              <a:gd name="connsiteY20" fmla="*/ 1201494 h 4169500"/>
              <a:gd name="connsiteX21" fmla="*/ 6855981 w 6939045"/>
              <a:gd name="connsiteY21" fmla="*/ 1455729 h 4169500"/>
              <a:gd name="connsiteX22" fmla="*/ 6779781 w 6939045"/>
              <a:gd name="connsiteY22" fmla="*/ 1571952 h 4169500"/>
              <a:gd name="connsiteX23" fmla="*/ 6669358 w 6939045"/>
              <a:gd name="connsiteY23" fmla="*/ 1593544 h 4169500"/>
              <a:gd name="connsiteX24" fmla="*/ 6455573 w 6939045"/>
              <a:gd name="connsiteY24" fmla="*/ 1508783 h 4169500"/>
              <a:gd name="connsiteX25" fmla="*/ 6189231 w 6939045"/>
              <a:gd name="connsiteY25" fmla="*/ 1194228 h 4169500"/>
              <a:gd name="connsiteX26" fmla="*/ 5951808 w 6939045"/>
              <a:gd name="connsiteY26" fmla="*/ 1072997 h 4169500"/>
              <a:gd name="connsiteX27" fmla="*/ 5627958 w 6939045"/>
              <a:gd name="connsiteY27" fmla="*/ 1053612 h 4169500"/>
              <a:gd name="connsiteX28" fmla="*/ 5445924 w 6939045"/>
              <a:gd name="connsiteY28" fmla="*/ 1129812 h 4169500"/>
              <a:gd name="connsiteX29" fmla="*/ 5327391 w 6939045"/>
              <a:gd name="connsiteY29" fmla="*/ 1248344 h 4169500"/>
              <a:gd name="connsiteX30" fmla="*/ 5115724 w 6939045"/>
              <a:gd name="connsiteY30" fmla="*/ 1629344 h 4169500"/>
              <a:gd name="connsiteX31" fmla="*/ 4937924 w 6939045"/>
              <a:gd name="connsiteY31" fmla="*/ 1781745 h 4169500"/>
              <a:gd name="connsiteX32" fmla="*/ 4573858 w 6939045"/>
              <a:gd name="connsiteY32" fmla="*/ 1946360 h 4169500"/>
              <a:gd name="connsiteX33" fmla="*/ 3799158 w 6939045"/>
              <a:gd name="connsiteY33" fmla="*/ 1983977 h 4169500"/>
              <a:gd name="connsiteX34" fmla="*/ 2838191 w 6939045"/>
              <a:gd name="connsiteY34" fmla="*/ 2164558 h 4169500"/>
              <a:gd name="connsiteX35" fmla="*/ 1957658 w 6939045"/>
              <a:gd name="connsiteY35" fmla="*/ 2881507 h 4169500"/>
              <a:gd name="connsiteX36" fmla="*/ 1403091 w 6939045"/>
              <a:gd name="connsiteY36" fmla="*/ 3582585 h 4169500"/>
              <a:gd name="connsiteX37" fmla="*/ 514091 w 6939045"/>
              <a:gd name="connsiteY37" fmla="*/ 4127422 h 4169500"/>
              <a:gd name="connsiteX38" fmla="*/ 31490 w 6939045"/>
              <a:gd name="connsiteY38" fmla="*/ 4128671 h 4169500"/>
              <a:gd name="connsiteX39" fmla="*/ 35769 w 6939045"/>
              <a:gd name="connsiteY39" fmla="*/ 2893817 h 4169500"/>
              <a:gd name="connsiteX40" fmla="*/ 65001 w 6939045"/>
              <a:gd name="connsiteY40" fmla="*/ 2509670 h 4169500"/>
              <a:gd name="connsiteX0" fmla="*/ 65001 w 6939045"/>
              <a:gd name="connsiteY0" fmla="*/ 2509670 h 4169500"/>
              <a:gd name="connsiteX1" fmla="*/ 223852 w 6939045"/>
              <a:gd name="connsiteY1" fmla="*/ 2468473 h 4169500"/>
              <a:gd name="connsiteX2" fmla="*/ 320639 w 6939045"/>
              <a:gd name="connsiteY2" fmla="*/ 3984400 h 4169500"/>
              <a:gd name="connsiteX3" fmla="*/ 2275158 w 6939045"/>
              <a:gd name="connsiteY3" fmla="*/ 68134 h 4169500"/>
              <a:gd name="connsiteX4" fmla="*/ 3447791 w 6939045"/>
              <a:gd name="connsiteY4" fmla="*/ 1510811 h 4169500"/>
              <a:gd name="connsiteX5" fmla="*/ 4844791 w 6939045"/>
              <a:gd name="connsiteY5" fmla="*/ 1705545 h 4169500"/>
              <a:gd name="connsiteX6" fmla="*/ 5344324 w 6939045"/>
              <a:gd name="connsiteY6" fmla="*/ 1070545 h 4169500"/>
              <a:gd name="connsiteX7" fmla="*/ 5909475 w 6939045"/>
              <a:gd name="connsiteY7" fmla="*/ 968991 h 4169500"/>
              <a:gd name="connsiteX8" fmla="*/ 6339158 w 6939045"/>
              <a:gd name="connsiteY8" fmla="*/ 1224525 h 4169500"/>
              <a:gd name="connsiteX9" fmla="*/ 6500380 w 6939045"/>
              <a:gd name="connsiteY9" fmla="*/ 1419410 h 4169500"/>
              <a:gd name="connsiteX10" fmla="*/ 6652780 w 6939045"/>
              <a:gd name="connsiteY10" fmla="*/ 1499312 h 4169500"/>
              <a:gd name="connsiteX11" fmla="*/ 6767080 w 6939045"/>
              <a:gd name="connsiteY11" fmla="*/ 1470257 h 4169500"/>
              <a:gd name="connsiteX12" fmla="*/ 6796358 w 6939045"/>
              <a:gd name="connsiteY12" fmla="*/ 1326218 h 4169500"/>
              <a:gd name="connsiteX13" fmla="*/ 6767081 w 6939045"/>
              <a:gd name="connsiteY13" fmla="*/ 1186968 h 4169500"/>
              <a:gd name="connsiteX14" fmla="*/ 6697232 w 6939045"/>
              <a:gd name="connsiteY14" fmla="*/ 1099801 h 4169500"/>
              <a:gd name="connsiteX15" fmla="*/ 6652782 w 6939045"/>
              <a:gd name="connsiteY15" fmla="*/ 990843 h 4169500"/>
              <a:gd name="connsiteX16" fmla="*/ 6633732 w 6939045"/>
              <a:gd name="connsiteY16" fmla="*/ 823773 h 4169500"/>
              <a:gd name="connsiteX17" fmla="*/ 6779781 w 6939045"/>
              <a:gd name="connsiteY17" fmla="*/ 809248 h 4169500"/>
              <a:gd name="connsiteX18" fmla="*/ 6931824 w 6939045"/>
              <a:gd name="connsiteY18" fmla="*/ 822510 h 4169500"/>
              <a:gd name="connsiteX19" fmla="*/ 6913132 w 6939045"/>
              <a:gd name="connsiteY19" fmla="*/ 1048953 h 4169500"/>
              <a:gd name="connsiteX20" fmla="*/ 6868682 w 6939045"/>
              <a:gd name="connsiteY20" fmla="*/ 1201494 h 4169500"/>
              <a:gd name="connsiteX21" fmla="*/ 6855981 w 6939045"/>
              <a:gd name="connsiteY21" fmla="*/ 1455729 h 4169500"/>
              <a:gd name="connsiteX22" fmla="*/ 6779781 w 6939045"/>
              <a:gd name="connsiteY22" fmla="*/ 1571952 h 4169500"/>
              <a:gd name="connsiteX23" fmla="*/ 6669358 w 6939045"/>
              <a:gd name="connsiteY23" fmla="*/ 1593544 h 4169500"/>
              <a:gd name="connsiteX24" fmla="*/ 6455573 w 6939045"/>
              <a:gd name="connsiteY24" fmla="*/ 1508783 h 4169500"/>
              <a:gd name="connsiteX25" fmla="*/ 6189231 w 6939045"/>
              <a:gd name="connsiteY25" fmla="*/ 1194228 h 4169500"/>
              <a:gd name="connsiteX26" fmla="*/ 5951808 w 6939045"/>
              <a:gd name="connsiteY26" fmla="*/ 1072997 h 4169500"/>
              <a:gd name="connsiteX27" fmla="*/ 5627958 w 6939045"/>
              <a:gd name="connsiteY27" fmla="*/ 1053612 h 4169500"/>
              <a:gd name="connsiteX28" fmla="*/ 5445924 w 6939045"/>
              <a:gd name="connsiteY28" fmla="*/ 1129812 h 4169500"/>
              <a:gd name="connsiteX29" fmla="*/ 5327391 w 6939045"/>
              <a:gd name="connsiteY29" fmla="*/ 1248344 h 4169500"/>
              <a:gd name="connsiteX30" fmla="*/ 5115724 w 6939045"/>
              <a:gd name="connsiteY30" fmla="*/ 1629344 h 4169500"/>
              <a:gd name="connsiteX31" fmla="*/ 4937924 w 6939045"/>
              <a:gd name="connsiteY31" fmla="*/ 1781745 h 4169500"/>
              <a:gd name="connsiteX32" fmla="*/ 4573858 w 6939045"/>
              <a:gd name="connsiteY32" fmla="*/ 1946360 h 4169500"/>
              <a:gd name="connsiteX33" fmla="*/ 3799158 w 6939045"/>
              <a:gd name="connsiteY33" fmla="*/ 1983977 h 4169500"/>
              <a:gd name="connsiteX34" fmla="*/ 2838191 w 6939045"/>
              <a:gd name="connsiteY34" fmla="*/ 2164558 h 4169500"/>
              <a:gd name="connsiteX35" fmla="*/ 1957658 w 6939045"/>
              <a:gd name="connsiteY35" fmla="*/ 2881507 h 4169500"/>
              <a:gd name="connsiteX36" fmla="*/ 1403091 w 6939045"/>
              <a:gd name="connsiteY36" fmla="*/ 3582585 h 4169500"/>
              <a:gd name="connsiteX37" fmla="*/ 514091 w 6939045"/>
              <a:gd name="connsiteY37" fmla="*/ 4127422 h 4169500"/>
              <a:gd name="connsiteX38" fmla="*/ 31490 w 6939045"/>
              <a:gd name="connsiteY38" fmla="*/ 4128671 h 4169500"/>
              <a:gd name="connsiteX39" fmla="*/ 35769 w 6939045"/>
              <a:gd name="connsiteY39" fmla="*/ 2893817 h 4169500"/>
              <a:gd name="connsiteX40" fmla="*/ 65001 w 6939045"/>
              <a:gd name="connsiteY40" fmla="*/ 2509670 h 4169500"/>
              <a:gd name="connsiteX0" fmla="*/ 65001 w 6939045"/>
              <a:gd name="connsiteY0" fmla="*/ 2509670 h 4169500"/>
              <a:gd name="connsiteX1" fmla="*/ 223852 w 6939045"/>
              <a:gd name="connsiteY1" fmla="*/ 2468473 h 4169500"/>
              <a:gd name="connsiteX2" fmla="*/ 253262 w 6939045"/>
              <a:gd name="connsiteY2" fmla="*/ 3290740 h 4169500"/>
              <a:gd name="connsiteX3" fmla="*/ 320639 w 6939045"/>
              <a:gd name="connsiteY3" fmla="*/ 3984400 h 4169500"/>
              <a:gd name="connsiteX4" fmla="*/ 2275158 w 6939045"/>
              <a:gd name="connsiteY4" fmla="*/ 68134 h 4169500"/>
              <a:gd name="connsiteX5" fmla="*/ 3447791 w 6939045"/>
              <a:gd name="connsiteY5" fmla="*/ 1510811 h 4169500"/>
              <a:gd name="connsiteX6" fmla="*/ 4844791 w 6939045"/>
              <a:gd name="connsiteY6" fmla="*/ 1705545 h 4169500"/>
              <a:gd name="connsiteX7" fmla="*/ 5344324 w 6939045"/>
              <a:gd name="connsiteY7" fmla="*/ 1070545 h 4169500"/>
              <a:gd name="connsiteX8" fmla="*/ 5909475 w 6939045"/>
              <a:gd name="connsiteY8" fmla="*/ 968991 h 4169500"/>
              <a:gd name="connsiteX9" fmla="*/ 6339158 w 6939045"/>
              <a:gd name="connsiteY9" fmla="*/ 1224525 h 4169500"/>
              <a:gd name="connsiteX10" fmla="*/ 6500380 w 6939045"/>
              <a:gd name="connsiteY10" fmla="*/ 1419410 h 4169500"/>
              <a:gd name="connsiteX11" fmla="*/ 6652780 w 6939045"/>
              <a:gd name="connsiteY11" fmla="*/ 1499312 h 4169500"/>
              <a:gd name="connsiteX12" fmla="*/ 6767080 w 6939045"/>
              <a:gd name="connsiteY12" fmla="*/ 1470257 h 4169500"/>
              <a:gd name="connsiteX13" fmla="*/ 6796358 w 6939045"/>
              <a:gd name="connsiteY13" fmla="*/ 1326218 h 4169500"/>
              <a:gd name="connsiteX14" fmla="*/ 6767081 w 6939045"/>
              <a:gd name="connsiteY14" fmla="*/ 1186968 h 4169500"/>
              <a:gd name="connsiteX15" fmla="*/ 6697232 w 6939045"/>
              <a:gd name="connsiteY15" fmla="*/ 1099801 h 4169500"/>
              <a:gd name="connsiteX16" fmla="*/ 6652782 w 6939045"/>
              <a:gd name="connsiteY16" fmla="*/ 990843 h 4169500"/>
              <a:gd name="connsiteX17" fmla="*/ 6633732 w 6939045"/>
              <a:gd name="connsiteY17" fmla="*/ 823773 h 4169500"/>
              <a:gd name="connsiteX18" fmla="*/ 6779781 w 6939045"/>
              <a:gd name="connsiteY18" fmla="*/ 809248 h 4169500"/>
              <a:gd name="connsiteX19" fmla="*/ 6931824 w 6939045"/>
              <a:gd name="connsiteY19" fmla="*/ 822510 h 4169500"/>
              <a:gd name="connsiteX20" fmla="*/ 6913132 w 6939045"/>
              <a:gd name="connsiteY20" fmla="*/ 1048953 h 4169500"/>
              <a:gd name="connsiteX21" fmla="*/ 6868682 w 6939045"/>
              <a:gd name="connsiteY21" fmla="*/ 1201494 h 4169500"/>
              <a:gd name="connsiteX22" fmla="*/ 6855981 w 6939045"/>
              <a:gd name="connsiteY22" fmla="*/ 1455729 h 4169500"/>
              <a:gd name="connsiteX23" fmla="*/ 6779781 w 6939045"/>
              <a:gd name="connsiteY23" fmla="*/ 1571952 h 4169500"/>
              <a:gd name="connsiteX24" fmla="*/ 6669358 w 6939045"/>
              <a:gd name="connsiteY24" fmla="*/ 1593544 h 4169500"/>
              <a:gd name="connsiteX25" fmla="*/ 6455573 w 6939045"/>
              <a:gd name="connsiteY25" fmla="*/ 1508783 h 4169500"/>
              <a:gd name="connsiteX26" fmla="*/ 6189231 w 6939045"/>
              <a:gd name="connsiteY26" fmla="*/ 1194228 h 4169500"/>
              <a:gd name="connsiteX27" fmla="*/ 5951808 w 6939045"/>
              <a:gd name="connsiteY27" fmla="*/ 1072997 h 4169500"/>
              <a:gd name="connsiteX28" fmla="*/ 5627958 w 6939045"/>
              <a:gd name="connsiteY28" fmla="*/ 1053612 h 4169500"/>
              <a:gd name="connsiteX29" fmla="*/ 5445924 w 6939045"/>
              <a:gd name="connsiteY29" fmla="*/ 1129812 h 4169500"/>
              <a:gd name="connsiteX30" fmla="*/ 5327391 w 6939045"/>
              <a:gd name="connsiteY30" fmla="*/ 1248344 h 4169500"/>
              <a:gd name="connsiteX31" fmla="*/ 5115724 w 6939045"/>
              <a:gd name="connsiteY31" fmla="*/ 1629344 h 4169500"/>
              <a:gd name="connsiteX32" fmla="*/ 4937924 w 6939045"/>
              <a:gd name="connsiteY32" fmla="*/ 1781745 h 4169500"/>
              <a:gd name="connsiteX33" fmla="*/ 4573858 w 6939045"/>
              <a:gd name="connsiteY33" fmla="*/ 1946360 h 4169500"/>
              <a:gd name="connsiteX34" fmla="*/ 3799158 w 6939045"/>
              <a:gd name="connsiteY34" fmla="*/ 1983977 h 4169500"/>
              <a:gd name="connsiteX35" fmla="*/ 2838191 w 6939045"/>
              <a:gd name="connsiteY35" fmla="*/ 2164558 h 4169500"/>
              <a:gd name="connsiteX36" fmla="*/ 1957658 w 6939045"/>
              <a:gd name="connsiteY36" fmla="*/ 2881507 h 4169500"/>
              <a:gd name="connsiteX37" fmla="*/ 1403091 w 6939045"/>
              <a:gd name="connsiteY37" fmla="*/ 3582585 h 4169500"/>
              <a:gd name="connsiteX38" fmla="*/ 514091 w 6939045"/>
              <a:gd name="connsiteY38" fmla="*/ 4127422 h 4169500"/>
              <a:gd name="connsiteX39" fmla="*/ 31490 w 6939045"/>
              <a:gd name="connsiteY39" fmla="*/ 4128671 h 4169500"/>
              <a:gd name="connsiteX40" fmla="*/ 35769 w 6939045"/>
              <a:gd name="connsiteY40" fmla="*/ 2893817 h 4169500"/>
              <a:gd name="connsiteX41" fmla="*/ 65001 w 6939045"/>
              <a:gd name="connsiteY41" fmla="*/ 2509670 h 4169500"/>
              <a:gd name="connsiteX0" fmla="*/ 65001 w 6939045"/>
              <a:gd name="connsiteY0" fmla="*/ 2509670 h 4169500"/>
              <a:gd name="connsiteX1" fmla="*/ 223852 w 6939045"/>
              <a:gd name="connsiteY1" fmla="*/ 2468473 h 4169500"/>
              <a:gd name="connsiteX2" fmla="*/ 253262 w 6939045"/>
              <a:gd name="connsiteY2" fmla="*/ 3290740 h 4169500"/>
              <a:gd name="connsiteX3" fmla="*/ 320639 w 6939045"/>
              <a:gd name="connsiteY3" fmla="*/ 3984400 h 4169500"/>
              <a:gd name="connsiteX4" fmla="*/ 2275158 w 6939045"/>
              <a:gd name="connsiteY4" fmla="*/ 68134 h 4169500"/>
              <a:gd name="connsiteX5" fmla="*/ 3447791 w 6939045"/>
              <a:gd name="connsiteY5" fmla="*/ 1510811 h 4169500"/>
              <a:gd name="connsiteX6" fmla="*/ 4844791 w 6939045"/>
              <a:gd name="connsiteY6" fmla="*/ 1705545 h 4169500"/>
              <a:gd name="connsiteX7" fmla="*/ 5344324 w 6939045"/>
              <a:gd name="connsiteY7" fmla="*/ 1070545 h 4169500"/>
              <a:gd name="connsiteX8" fmla="*/ 5909475 w 6939045"/>
              <a:gd name="connsiteY8" fmla="*/ 968991 h 4169500"/>
              <a:gd name="connsiteX9" fmla="*/ 6339158 w 6939045"/>
              <a:gd name="connsiteY9" fmla="*/ 1224525 h 4169500"/>
              <a:gd name="connsiteX10" fmla="*/ 6500380 w 6939045"/>
              <a:gd name="connsiteY10" fmla="*/ 1419410 h 4169500"/>
              <a:gd name="connsiteX11" fmla="*/ 6652780 w 6939045"/>
              <a:gd name="connsiteY11" fmla="*/ 1499312 h 4169500"/>
              <a:gd name="connsiteX12" fmla="*/ 6767080 w 6939045"/>
              <a:gd name="connsiteY12" fmla="*/ 1470257 h 4169500"/>
              <a:gd name="connsiteX13" fmla="*/ 6796358 w 6939045"/>
              <a:gd name="connsiteY13" fmla="*/ 1326218 h 4169500"/>
              <a:gd name="connsiteX14" fmla="*/ 6767081 w 6939045"/>
              <a:gd name="connsiteY14" fmla="*/ 1186968 h 4169500"/>
              <a:gd name="connsiteX15" fmla="*/ 6697232 w 6939045"/>
              <a:gd name="connsiteY15" fmla="*/ 1099801 h 4169500"/>
              <a:gd name="connsiteX16" fmla="*/ 6652782 w 6939045"/>
              <a:gd name="connsiteY16" fmla="*/ 990843 h 4169500"/>
              <a:gd name="connsiteX17" fmla="*/ 6633732 w 6939045"/>
              <a:gd name="connsiteY17" fmla="*/ 823773 h 4169500"/>
              <a:gd name="connsiteX18" fmla="*/ 6779781 w 6939045"/>
              <a:gd name="connsiteY18" fmla="*/ 809248 h 4169500"/>
              <a:gd name="connsiteX19" fmla="*/ 6931824 w 6939045"/>
              <a:gd name="connsiteY19" fmla="*/ 822510 h 4169500"/>
              <a:gd name="connsiteX20" fmla="*/ 6913132 w 6939045"/>
              <a:gd name="connsiteY20" fmla="*/ 1048953 h 4169500"/>
              <a:gd name="connsiteX21" fmla="*/ 6868682 w 6939045"/>
              <a:gd name="connsiteY21" fmla="*/ 1201494 h 4169500"/>
              <a:gd name="connsiteX22" fmla="*/ 6855981 w 6939045"/>
              <a:gd name="connsiteY22" fmla="*/ 1455729 h 4169500"/>
              <a:gd name="connsiteX23" fmla="*/ 6779781 w 6939045"/>
              <a:gd name="connsiteY23" fmla="*/ 1571952 h 4169500"/>
              <a:gd name="connsiteX24" fmla="*/ 6669358 w 6939045"/>
              <a:gd name="connsiteY24" fmla="*/ 1593544 h 4169500"/>
              <a:gd name="connsiteX25" fmla="*/ 6455573 w 6939045"/>
              <a:gd name="connsiteY25" fmla="*/ 1508783 h 4169500"/>
              <a:gd name="connsiteX26" fmla="*/ 6189231 w 6939045"/>
              <a:gd name="connsiteY26" fmla="*/ 1194228 h 4169500"/>
              <a:gd name="connsiteX27" fmla="*/ 5951808 w 6939045"/>
              <a:gd name="connsiteY27" fmla="*/ 1072997 h 4169500"/>
              <a:gd name="connsiteX28" fmla="*/ 5627958 w 6939045"/>
              <a:gd name="connsiteY28" fmla="*/ 1053612 h 4169500"/>
              <a:gd name="connsiteX29" fmla="*/ 5445924 w 6939045"/>
              <a:gd name="connsiteY29" fmla="*/ 1129812 h 4169500"/>
              <a:gd name="connsiteX30" fmla="*/ 5327391 w 6939045"/>
              <a:gd name="connsiteY30" fmla="*/ 1248344 h 4169500"/>
              <a:gd name="connsiteX31" fmla="*/ 5115724 w 6939045"/>
              <a:gd name="connsiteY31" fmla="*/ 1629344 h 4169500"/>
              <a:gd name="connsiteX32" fmla="*/ 4937924 w 6939045"/>
              <a:gd name="connsiteY32" fmla="*/ 1781745 h 4169500"/>
              <a:gd name="connsiteX33" fmla="*/ 4573858 w 6939045"/>
              <a:gd name="connsiteY33" fmla="*/ 1946360 h 4169500"/>
              <a:gd name="connsiteX34" fmla="*/ 3799158 w 6939045"/>
              <a:gd name="connsiteY34" fmla="*/ 1983977 h 4169500"/>
              <a:gd name="connsiteX35" fmla="*/ 2838191 w 6939045"/>
              <a:gd name="connsiteY35" fmla="*/ 2164558 h 4169500"/>
              <a:gd name="connsiteX36" fmla="*/ 1957658 w 6939045"/>
              <a:gd name="connsiteY36" fmla="*/ 2881507 h 4169500"/>
              <a:gd name="connsiteX37" fmla="*/ 1403091 w 6939045"/>
              <a:gd name="connsiteY37" fmla="*/ 3582585 h 4169500"/>
              <a:gd name="connsiteX38" fmla="*/ 514091 w 6939045"/>
              <a:gd name="connsiteY38" fmla="*/ 4127422 h 4169500"/>
              <a:gd name="connsiteX39" fmla="*/ 31490 w 6939045"/>
              <a:gd name="connsiteY39" fmla="*/ 4128671 h 4169500"/>
              <a:gd name="connsiteX40" fmla="*/ 35769 w 6939045"/>
              <a:gd name="connsiteY40" fmla="*/ 2893817 h 4169500"/>
              <a:gd name="connsiteX41" fmla="*/ 65001 w 6939045"/>
              <a:gd name="connsiteY41" fmla="*/ 2509670 h 4169500"/>
              <a:gd name="connsiteX0" fmla="*/ 65001 w 6939045"/>
              <a:gd name="connsiteY0" fmla="*/ 2509670 h 4169500"/>
              <a:gd name="connsiteX1" fmla="*/ 223852 w 6939045"/>
              <a:gd name="connsiteY1" fmla="*/ 2468473 h 4169500"/>
              <a:gd name="connsiteX2" fmla="*/ 176260 w 6939045"/>
              <a:gd name="connsiteY2" fmla="*/ 3290740 h 4169500"/>
              <a:gd name="connsiteX3" fmla="*/ 320639 w 6939045"/>
              <a:gd name="connsiteY3" fmla="*/ 3984400 h 4169500"/>
              <a:gd name="connsiteX4" fmla="*/ 2275158 w 6939045"/>
              <a:gd name="connsiteY4" fmla="*/ 68134 h 4169500"/>
              <a:gd name="connsiteX5" fmla="*/ 3447791 w 6939045"/>
              <a:gd name="connsiteY5" fmla="*/ 1510811 h 4169500"/>
              <a:gd name="connsiteX6" fmla="*/ 4844791 w 6939045"/>
              <a:gd name="connsiteY6" fmla="*/ 1705545 h 4169500"/>
              <a:gd name="connsiteX7" fmla="*/ 5344324 w 6939045"/>
              <a:gd name="connsiteY7" fmla="*/ 1070545 h 4169500"/>
              <a:gd name="connsiteX8" fmla="*/ 5909475 w 6939045"/>
              <a:gd name="connsiteY8" fmla="*/ 968991 h 4169500"/>
              <a:gd name="connsiteX9" fmla="*/ 6339158 w 6939045"/>
              <a:gd name="connsiteY9" fmla="*/ 1224525 h 4169500"/>
              <a:gd name="connsiteX10" fmla="*/ 6500380 w 6939045"/>
              <a:gd name="connsiteY10" fmla="*/ 1419410 h 4169500"/>
              <a:gd name="connsiteX11" fmla="*/ 6652780 w 6939045"/>
              <a:gd name="connsiteY11" fmla="*/ 1499312 h 4169500"/>
              <a:gd name="connsiteX12" fmla="*/ 6767080 w 6939045"/>
              <a:gd name="connsiteY12" fmla="*/ 1470257 h 4169500"/>
              <a:gd name="connsiteX13" fmla="*/ 6796358 w 6939045"/>
              <a:gd name="connsiteY13" fmla="*/ 1326218 h 4169500"/>
              <a:gd name="connsiteX14" fmla="*/ 6767081 w 6939045"/>
              <a:gd name="connsiteY14" fmla="*/ 1186968 h 4169500"/>
              <a:gd name="connsiteX15" fmla="*/ 6697232 w 6939045"/>
              <a:gd name="connsiteY15" fmla="*/ 1099801 h 4169500"/>
              <a:gd name="connsiteX16" fmla="*/ 6652782 w 6939045"/>
              <a:gd name="connsiteY16" fmla="*/ 990843 h 4169500"/>
              <a:gd name="connsiteX17" fmla="*/ 6633732 w 6939045"/>
              <a:gd name="connsiteY17" fmla="*/ 823773 h 4169500"/>
              <a:gd name="connsiteX18" fmla="*/ 6779781 w 6939045"/>
              <a:gd name="connsiteY18" fmla="*/ 809248 h 4169500"/>
              <a:gd name="connsiteX19" fmla="*/ 6931824 w 6939045"/>
              <a:gd name="connsiteY19" fmla="*/ 822510 h 4169500"/>
              <a:gd name="connsiteX20" fmla="*/ 6913132 w 6939045"/>
              <a:gd name="connsiteY20" fmla="*/ 1048953 h 4169500"/>
              <a:gd name="connsiteX21" fmla="*/ 6868682 w 6939045"/>
              <a:gd name="connsiteY21" fmla="*/ 1201494 h 4169500"/>
              <a:gd name="connsiteX22" fmla="*/ 6855981 w 6939045"/>
              <a:gd name="connsiteY22" fmla="*/ 1455729 h 4169500"/>
              <a:gd name="connsiteX23" fmla="*/ 6779781 w 6939045"/>
              <a:gd name="connsiteY23" fmla="*/ 1571952 h 4169500"/>
              <a:gd name="connsiteX24" fmla="*/ 6669358 w 6939045"/>
              <a:gd name="connsiteY24" fmla="*/ 1593544 h 4169500"/>
              <a:gd name="connsiteX25" fmla="*/ 6455573 w 6939045"/>
              <a:gd name="connsiteY25" fmla="*/ 1508783 h 4169500"/>
              <a:gd name="connsiteX26" fmla="*/ 6189231 w 6939045"/>
              <a:gd name="connsiteY26" fmla="*/ 1194228 h 4169500"/>
              <a:gd name="connsiteX27" fmla="*/ 5951808 w 6939045"/>
              <a:gd name="connsiteY27" fmla="*/ 1072997 h 4169500"/>
              <a:gd name="connsiteX28" fmla="*/ 5627958 w 6939045"/>
              <a:gd name="connsiteY28" fmla="*/ 1053612 h 4169500"/>
              <a:gd name="connsiteX29" fmla="*/ 5445924 w 6939045"/>
              <a:gd name="connsiteY29" fmla="*/ 1129812 h 4169500"/>
              <a:gd name="connsiteX30" fmla="*/ 5327391 w 6939045"/>
              <a:gd name="connsiteY30" fmla="*/ 1248344 h 4169500"/>
              <a:gd name="connsiteX31" fmla="*/ 5115724 w 6939045"/>
              <a:gd name="connsiteY31" fmla="*/ 1629344 h 4169500"/>
              <a:gd name="connsiteX32" fmla="*/ 4937924 w 6939045"/>
              <a:gd name="connsiteY32" fmla="*/ 1781745 h 4169500"/>
              <a:gd name="connsiteX33" fmla="*/ 4573858 w 6939045"/>
              <a:gd name="connsiteY33" fmla="*/ 1946360 h 4169500"/>
              <a:gd name="connsiteX34" fmla="*/ 3799158 w 6939045"/>
              <a:gd name="connsiteY34" fmla="*/ 1983977 h 4169500"/>
              <a:gd name="connsiteX35" fmla="*/ 2838191 w 6939045"/>
              <a:gd name="connsiteY35" fmla="*/ 2164558 h 4169500"/>
              <a:gd name="connsiteX36" fmla="*/ 1957658 w 6939045"/>
              <a:gd name="connsiteY36" fmla="*/ 2881507 h 4169500"/>
              <a:gd name="connsiteX37" fmla="*/ 1403091 w 6939045"/>
              <a:gd name="connsiteY37" fmla="*/ 3582585 h 4169500"/>
              <a:gd name="connsiteX38" fmla="*/ 514091 w 6939045"/>
              <a:gd name="connsiteY38" fmla="*/ 4127422 h 4169500"/>
              <a:gd name="connsiteX39" fmla="*/ 31490 w 6939045"/>
              <a:gd name="connsiteY39" fmla="*/ 4128671 h 4169500"/>
              <a:gd name="connsiteX40" fmla="*/ 35769 w 6939045"/>
              <a:gd name="connsiteY40" fmla="*/ 2893817 h 4169500"/>
              <a:gd name="connsiteX41" fmla="*/ 65001 w 6939045"/>
              <a:gd name="connsiteY41" fmla="*/ 2509670 h 4169500"/>
              <a:gd name="connsiteX0" fmla="*/ 65001 w 6939045"/>
              <a:gd name="connsiteY0" fmla="*/ 2509670 h 4169500"/>
              <a:gd name="connsiteX1" fmla="*/ 223852 w 6939045"/>
              <a:gd name="connsiteY1" fmla="*/ 2468473 h 4169500"/>
              <a:gd name="connsiteX2" fmla="*/ 176260 w 6939045"/>
              <a:gd name="connsiteY2" fmla="*/ 3290740 h 4169500"/>
              <a:gd name="connsiteX3" fmla="*/ 320639 w 6939045"/>
              <a:gd name="connsiteY3" fmla="*/ 3984400 h 4169500"/>
              <a:gd name="connsiteX4" fmla="*/ 2275158 w 6939045"/>
              <a:gd name="connsiteY4" fmla="*/ 68134 h 4169500"/>
              <a:gd name="connsiteX5" fmla="*/ 3447791 w 6939045"/>
              <a:gd name="connsiteY5" fmla="*/ 1510811 h 4169500"/>
              <a:gd name="connsiteX6" fmla="*/ 4844791 w 6939045"/>
              <a:gd name="connsiteY6" fmla="*/ 1705545 h 4169500"/>
              <a:gd name="connsiteX7" fmla="*/ 5344324 w 6939045"/>
              <a:gd name="connsiteY7" fmla="*/ 1070545 h 4169500"/>
              <a:gd name="connsiteX8" fmla="*/ 5909475 w 6939045"/>
              <a:gd name="connsiteY8" fmla="*/ 968991 h 4169500"/>
              <a:gd name="connsiteX9" fmla="*/ 6339158 w 6939045"/>
              <a:gd name="connsiteY9" fmla="*/ 1224525 h 4169500"/>
              <a:gd name="connsiteX10" fmla="*/ 6500380 w 6939045"/>
              <a:gd name="connsiteY10" fmla="*/ 1419410 h 4169500"/>
              <a:gd name="connsiteX11" fmla="*/ 6652780 w 6939045"/>
              <a:gd name="connsiteY11" fmla="*/ 1499312 h 4169500"/>
              <a:gd name="connsiteX12" fmla="*/ 6767080 w 6939045"/>
              <a:gd name="connsiteY12" fmla="*/ 1470257 h 4169500"/>
              <a:gd name="connsiteX13" fmla="*/ 6796358 w 6939045"/>
              <a:gd name="connsiteY13" fmla="*/ 1326218 h 4169500"/>
              <a:gd name="connsiteX14" fmla="*/ 6767081 w 6939045"/>
              <a:gd name="connsiteY14" fmla="*/ 1186968 h 4169500"/>
              <a:gd name="connsiteX15" fmla="*/ 6697232 w 6939045"/>
              <a:gd name="connsiteY15" fmla="*/ 1099801 h 4169500"/>
              <a:gd name="connsiteX16" fmla="*/ 6652782 w 6939045"/>
              <a:gd name="connsiteY16" fmla="*/ 990843 h 4169500"/>
              <a:gd name="connsiteX17" fmla="*/ 6633732 w 6939045"/>
              <a:gd name="connsiteY17" fmla="*/ 823773 h 4169500"/>
              <a:gd name="connsiteX18" fmla="*/ 6779781 w 6939045"/>
              <a:gd name="connsiteY18" fmla="*/ 809248 h 4169500"/>
              <a:gd name="connsiteX19" fmla="*/ 6931824 w 6939045"/>
              <a:gd name="connsiteY19" fmla="*/ 822510 h 4169500"/>
              <a:gd name="connsiteX20" fmla="*/ 6913132 w 6939045"/>
              <a:gd name="connsiteY20" fmla="*/ 1048953 h 4169500"/>
              <a:gd name="connsiteX21" fmla="*/ 6868682 w 6939045"/>
              <a:gd name="connsiteY21" fmla="*/ 1201494 h 4169500"/>
              <a:gd name="connsiteX22" fmla="*/ 6855981 w 6939045"/>
              <a:gd name="connsiteY22" fmla="*/ 1455729 h 4169500"/>
              <a:gd name="connsiteX23" fmla="*/ 6779781 w 6939045"/>
              <a:gd name="connsiteY23" fmla="*/ 1571952 h 4169500"/>
              <a:gd name="connsiteX24" fmla="*/ 6669358 w 6939045"/>
              <a:gd name="connsiteY24" fmla="*/ 1593544 h 4169500"/>
              <a:gd name="connsiteX25" fmla="*/ 6455573 w 6939045"/>
              <a:gd name="connsiteY25" fmla="*/ 1508783 h 4169500"/>
              <a:gd name="connsiteX26" fmla="*/ 6189231 w 6939045"/>
              <a:gd name="connsiteY26" fmla="*/ 1194228 h 4169500"/>
              <a:gd name="connsiteX27" fmla="*/ 5951808 w 6939045"/>
              <a:gd name="connsiteY27" fmla="*/ 1072997 h 4169500"/>
              <a:gd name="connsiteX28" fmla="*/ 5627958 w 6939045"/>
              <a:gd name="connsiteY28" fmla="*/ 1053612 h 4169500"/>
              <a:gd name="connsiteX29" fmla="*/ 5445924 w 6939045"/>
              <a:gd name="connsiteY29" fmla="*/ 1129812 h 4169500"/>
              <a:gd name="connsiteX30" fmla="*/ 5327391 w 6939045"/>
              <a:gd name="connsiteY30" fmla="*/ 1248344 h 4169500"/>
              <a:gd name="connsiteX31" fmla="*/ 5115724 w 6939045"/>
              <a:gd name="connsiteY31" fmla="*/ 1629344 h 4169500"/>
              <a:gd name="connsiteX32" fmla="*/ 4937924 w 6939045"/>
              <a:gd name="connsiteY32" fmla="*/ 1781745 h 4169500"/>
              <a:gd name="connsiteX33" fmla="*/ 4573858 w 6939045"/>
              <a:gd name="connsiteY33" fmla="*/ 1946360 h 4169500"/>
              <a:gd name="connsiteX34" fmla="*/ 3799158 w 6939045"/>
              <a:gd name="connsiteY34" fmla="*/ 1983977 h 4169500"/>
              <a:gd name="connsiteX35" fmla="*/ 2838191 w 6939045"/>
              <a:gd name="connsiteY35" fmla="*/ 2164558 h 4169500"/>
              <a:gd name="connsiteX36" fmla="*/ 1957658 w 6939045"/>
              <a:gd name="connsiteY36" fmla="*/ 2881507 h 4169500"/>
              <a:gd name="connsiteX37" fmla="*/ 1403091 w 6939045"/>
              <a:gd name="connsiteY37" fmla="*/ 3582585 h 4169500"/>
              <a:gd name="connsiteX38" fmla="*/ 514091 w 6939045"/>
              <a:gd name="connsiteY38" fmla="*/ 4127422 h 4169500"/>
              <a:gd name="connsiteX39" fmla="*/ 31490 w 6939045"/>
              <a:gd name="connsiteY39" fmla="*/ 4128671 h 4169500"/>
              <a:gd name="connsiteX40" fmla="*/ 35769 w 6939045"/>
              <a:gd name="connsiteY40" fmla="*/ 2893817 h 4169500"/>
              <a:gd name="connsiteX41" fmla="*/ 65001 w 6939045"/>
              <a:gd name="connsiteY41" fmla="*/ 2509670 h 4169500"/>
              <a:gd name="connsiteX0" fmla="*/ 30788 w 6904832"/>
              <a:gd name="connsiteY0" fmla="*/ 2509670 h 4173593"/>
              <a:gd name="connsiteX1" fmla="*/ 189639 w 6904832"/>
              <a:gd name="connsiteY1" fmla="*/ 2468473 h 4173593"/>
              <a:gd name="connsiteX2" fmla="*/ 142047 w 6904832"/>
              <a:gd name="connsiteY2" fmla="*/ 3290740 h 4173593"/>
              <a:gd name="connsiteX3" fmla="*/ 286426 w 6904832"/>
              <a:gd name="connsiteY3" fmla="*/ 3984400 h 4173593"/>
              <a:gd name="connsiteX4" fmla="*/ 2240945 w 6904832"/>
              <a:gd name="connsiteY4" fmla="*/ 68134 h 4173593"/>
              <a:gd name="connsiteX5" fmla="*/ 3413578 w 6904832"/>
              <a:gd name="connsiteY5" fmla="*/ 1510811 h 4173593"/>
              <a:gd name="connsiteX6" fmla="*/ 4810578 w 6904832"/>
              <a:gd name="connsiteY6" fmla="*/ 1705545 h 4173593"/>
              <a:gd name="connsiteX7" fmla="*/ 5310111 w 6904832"/>
              <a:gd name="connsiteY7" fmla="*/ 1070545 h 4173593"/>
              <a:gd name="connsiteX8" fmla="*/ 5875262 w 6904832"/>
              <a:gd name="connsiteY8" fmla="*/ 968991 h 4173593"/>
              <a:gd name="connsiteX9" fmla="*/ 6304945 w 6904832"/>
              <a:gd name="connsiteY9" fmla="*/ 1224525 h 4173593"/>
              <a:gd name="connsiteX10" fmla="*/ 6466167 w 6904832"/>
              <a:gd name="connsiteY10" fmla="*/ 1419410 h 4173593"/>
              <a:gd name="connsiteX11" fmla="*/ 6618567 w 6904832"/>
              <a:gd name="connsiteY11" fmla="*/ 1499312 h 4173593"/>
              <a:gd name="connsiteX12" fmla="*/ 6732867 w 6904832"/>
              <a:gd name="connsiteY12" fmla="*/ 1470257 h 4173593"/>
              <a:gd name="connsiteX13" fmla="*/ 6762145 w 6904832"/>
              <a:gd name="connsiteY13" fmla="*/ 1326218 h 4173593"/>
              <a:gd name="connsiteX14" fmla="*/ 6732868 w 6904832"/>
              <a:gd name="connsiteY14" fmla="*/ 1186968 h 4173593"/>
              <a:gd name="connsiteX15" fmla="*/ 6663019 w 6904832"/>
              <a:gd name="connsiteY15" fmla="*/ 1099801 h 4173593"/>
              <a:gd name="connsiteX16" fmla="*/ 6618569 w 6904832"/>
              <a:gd name="connsiteY16" fmla="*/ 990843 h 4173593"/>
              <a:gd name="connsiteX17" fmla="*/ 6599519 w 6904832"/>
              <a:gd name="connsiteY17" fmla="*/ 823773 h 4173593"/>
              <a:gd name="connsiteX18" fmla="*/ 6745568 w 6904832"/>
              <a:gd name="connsiteY18" fmla="*/ 809248 h 4173593"/>
              <a:gd name="connsiteX19" fmla="*/ 6897611 w 6904832"/>
              <a:gd name="connsiteY19" fmla="*/ 822510 h 4173593"/>
              <a:gd name="connsiteX20" fmla="*/ 6878919 w 6904832"/>
              <a:gd name="connsiteY20" fmla="*/ 1048953 h 4173593"/>
              <a:gd name="connsiteX21" fmla="*/ 6834469 w 6904832"/>
              <a:gd name="connsiteY21" fmla="*/ 1201494 h 4173593"/>
              <a:gd name="connsiteX22" fmla="*/ 6821768 w 6904832"/>
              <a:gd name="connsiteY22" fmla="*/ 1455729 h 4173593"/>
              <a:gd name="connsiteX23" fmla="*/ 6745568 w 6904832"/>
              <a:gd name="connsiteY23" fmla="*/ 1571952 h 4173593"/>
              <a:gd name="connsiteX24" fmla="*/ 6635145 w 6904832"/>
              <a:gd name="connsiteY24" fmla="*/ 1593544 h 4173593"/>
              <a:gd name="connsiteX25" fmla="*/ 6421360 w 6904832"/>
              <a:gd name="connsiteY25" fmla="*/ 1508783 h 4173593"/>
              <a:gd name="connsiteX26" fmla="*/ 6155018 w 6904832"/>
              <a:gd name="connsiteY26" fmla="*/ 1194228 h 4173593"/>
              <a:gd name="connsiteX27" fmla="*/ 5917595 w 6904832"/>
              <a:gd name="connsiteY27" fmla="*/ 1072997 h 4173593"/>
              <a:gd name="connsiteX28" fmla="*/ 5593745 w 6904832"/>
              <a:gd name="connsiteY28" fmla="*/ 1053612 h 4173593"/>
              <a:gd name="connsiteX29" fmla="*/ 5411711 w 6904832"/>
              <a:gd name="connsiteY29" fmla="*/ 1129812 h 4173593"/>
              <a:gd name="connsiteX30" fmla="*/ 5293178 w 6904832"/>
              <a:gd name="connsiteY30" fmla="*/ 1248344 h 4173593"/>
              <a:gd name="connsiteX31" fmla="*/ 5081511 w 6904832"/>
              <a:gd name="connsiteY31" fmla="*/ 1629344 h 4173593"/>
              <a:gd name="connsiteX32" fmla="*/ 4903711 w 6904832"/>
              <a:gd name="connsiteY32" fmla="*/ 1781745 h 4173593"/>
              <a:gd name="connsiteX33" fmla="*/ 4539645 w 6904832"/>
              <a:gd name="connsiteY33" fmla="*/ 1946360 h 4173593"/>
              <a:gd name="connsiteX34" fmla="*/ 3764945 w 6904832"/>
              <a:gd name="connsiteY34" fmla="*/ 1983977 h 4173593"/>
              <a:gd name="connsiteX35" fmla="*/ 2803978 w 6904832"/>
              <a:gd name="connsiteY35" fmla="*/ 2164558 h 4173593"/>
              <a:gd name="connsiteX36" fmla="*/ 1923445 w 6904832"/>
              <a:gd name="connsiteY36" fmla="*/ 2881507 h 4173593"/>
              <a:gd name="connsiteX37" fmla="*/ 1368878 w 6904832"/>
              <a:gd name="connsiteY37" fmla="*/ 3582585 h 4173593"/>
              <a:gd name="connsiteX38" fmla="*/ 479878 w 6904832"/>
              <a:gd name="connsiteY38" fmla="*/ 4127422 h 4173593"/>
              <a:gd name="connsiteX39" fmla="*/ 55028 w 6904832"/>
              <a:gd name="connsiteY39" fmla="*/ 4139682 h 4173593"/>
              <a:gd name="connsiteX40" fmla="*/ 1556 w 6904832"/>
              <a:gd name="connsiteY40" fmla="*/ 2893817 h 4173593"/>
              <a:gd name="connsiteX41" fmla="*/ 30788 w 6904832"/>
              <a:gd name="connsiteY41" fmla="*/ 2509670 h 4173593"/>
              <a:gd name="connsiteX0" fmla="*/ 30788 w 6904832"/>
              <a:gd name="connsiteY0" fmla="*/ 2509670 h 4173593"/>
              <a:gd name="connsiteX1" fmla="*/ 189639 w 6904832"/>
              <a:gd name="connsiteY1" fmla="*/ 2468473 h 4173593"/>
              <a:gd name="connsiteX2" fmla="*/ 142047 w 6904832"/>
              <a:gd name="connsiteY2" fmla="*/ 3290740 h 4173593"/>
              <a:gd name="connsiteX3" fmla="*/ 286426 w 6904832"/>
              <a:gd name="connsiteY3" fmla="*/ 3984400 h 4173593"/>
              <a:gd name="connsiteX4" fmla="*/ 2240945 w 6904832"/>
              <a:gd name="connsiteY4" fmla="*/ 68134 h 4173593"/>
              <a:gd name="connsiteX5" fmla="*/ 3413578 w 6904832"/>
              <a:gd name="connsiteY5" fmla="*/ 1510811 h 4173593"/>
              <a:gd name="connsiteX6" fmla="*/ 4810578 w 6904832"/>
              <a:gd name="connsiteY6" fmla="*/ 1705545 h 4173593"/>
              <a:gd name="connsiteX7" fmla="*/ 5310111 w 6904832"/>
              <a:gd name="connsiteY7" fmla="*/ 1070545 h 4173593"/>
              <a:gd name="connsiteX8" fmla="*/ 5875262 w 6904832"/>
              <a:gd name="connsiteY8" fmla="*/ 968991 h 4173593"/>
              <a:gd name="connsiteX9" fmla="*/ 6304945 w 6904832"/>
              <a:gd name="connsiteY9" fmla="*/ 1224525 h 4173593"/>
              <a:gd name="connsiteX10" fmla="*/ 6466167 w 6904832"/>
              <a:gd name="connsiteY10" fmla="*/ 1419410 h 4173593"/>
              <a:gd name="connsiteX11" fmla="*/ 6618567 w 6904832"/>
              <a:gd name="connsiteY11" fmla="*/ 1499312 h 4173593"/>
              <a:gd name="connsiteX12" fmla="*/ 6732867 w 6904832"/>
              <a:gd name="connsiteY12" fmla="*/ 1470257 h 4173593"/>
              <a:gd name="connsiteX13" fmla="*/ 6762145 w 6904832"/>
              <a:gd name="connsiteY13" fmla="*/ 1326218 h 4173593"/>
              <a:gd name="connsiteX14" fmla="*/ 6732868 w 6904832"/>
              <a:gd name="connsiteY14" fmla="*/ 1186968 h 4173593"/>
              <a:gd name="connsiteX15" fmla="*/ 6663019 w 6904832"/>
              <a:gd name="connsiteY15" fmla="*/ 1099801 h 4173593"/>
              <a:gd name="connsiteX16" fmla="*/ 6618569 w 6904832"/>
              <a:gd name="connsiteY16" fmla="*/ 990843 h 4173593"/>
              <a:gd name="connsiteX17" fmla="*/ 6599519 w 6904832"/>
              <a:gd name="connsiteY17" fmla="*/ 823773 h 4173593"/>
              <a:gd name="connsiteX18" fmla="*/ 6745568 w 6904832"/>
              <a:gd name="connsiteY18" fmla="*/ 809248 h 4173593"/>
              <a:gd name="connsiteX19" fmla="*/ 6897611 w 6904832"/>
              <a:gd name="connsiteY19" fmla="*/ 822510 h 4173593"/>
              <a:gd name="connsiteX20" fmla="*/ 6878919 w 6904832"/>
              <a:gd name="connsiteY20" fmla="*/ 1048953 h 4173593"/>
              <a:gd name="connsiteX21" fmla="*/ 6834469 w 6904832"/>
              <a:gd name="connsiteY21" fmla="*/ 1201494 h 4173593"/>
              <a:gd name="connsiteX22" fmla="*/ 6821768 w 6904832"/>
              <a:gd name="connsiteY22" fmla="*/ 1455729 h 4173593"/>
              <a:gd name="connsiteX23" fmla="*/ 6745568 w 6904832"/>
              <a:gd name="connsiteY23" fmla="*/ 1571952 h 4173593"/>
              <a:gd name="connsiteX24" fmla="*/ 6635145 w 6904832"/>
              <a:gd name="connsiteY24" fmla="*/ 1593544 h 4173593"/>
              <a:gd name="connsiteX25" fmla="*/ 6421360 w 6904832"/>
              <a:gd name="connsiteY25" fmla="*/ 1508783 h 4173593"/>
              <a:gd name="connsiteX26" fmla="*/ 6155018 w 6904832"/>
              <a:gd name="connsiteY26" fmla="*/ 1194228 h 4173593"/>
              <a:gd name="connsiteX27" fmla="*/ 5917595 w 6904832"/>
              <a:gd name="connsiteY27" fmla="*/ 1072997 h 4173593"/>
              <a:gd name="connsiteX28" fmla="*/ 5593745 w 6904832"/>
              <a:gd name="connsiteY28" fmla="*/ 1053612 h 4173593"/>
              <a:gd name="connsiteX29" fmla="*/ 5411711 w 6904832"/>
              <a:gd name="connsiteY29" fmla="*/ 1129812 h 4173593"/>
              <a:gd name="connsiteX30" fmla="*/ 5293178 w 6904832"/>
              <a:gd name="connsiteY30" fmla="*/ 1248344 h 4173593"/>
              <a:gd name="connsiteX31" fmla="*/ 5081511 w 6904832"/>
              <a:gd name="connsiteY31" fmla="*/ 1629344 h 4173593"/>
              <a:gd name="connsiteX32" fmla="*/ 4903711 w 6904832"/>
              <a:gd name="connsiteY32" fmla="*/ 1781745 h 4173593"/>
              <a:gd name="connsiteX33" fmla="*/ 4539645 w 6904832"/>
              <a:gd name="connsiteY33" fmla="*/ 1946360 h 4173593"/>
              <a:gd name="connsiteX34" fmla="*/ 3764945 w 6904832"/>
              <a:gd name="connsiteY34" fmla="*/ 1983977 h 4173593"/>
              <a:gd name="connsiteX35" fmla="*/ 2803978 w 6904832"/>
              <a:gd name="connsiteY35" fmla="*/ 2164558 h 4173593"/>
              <a:gd name="connsiteX36" fmla="*/ 1923445 w 6904832"/>
              <a:gd name="connsiteY36" fmla="*/ 2881507 h 4173593"/>
              <a:gd name="connsiteX37" fmla="*/ 1368878 w 6904832"/>
              <a:gd name="connsiteY37" fmla="*/ 3582585 h 4173593"/>
              <a:gd name="connsiteX38" fmla="*/ 479878 w 6904832"/>
              <a:gd name="connsiteY38" fmla="*/ 4127422 h 4173593"/>
              <a:gd name="connsiteX39" fmla="*/ 55028 w 6904832"/>
              <a:gd name="connsiteY39" fmla="*/ 4139682 h 4173593"/>
              <a:gd name="connsiteX40" fmla="*/ 1556 w 6904832"/>
              <a:gd name="connsiteY40" fmla="*/ 2893817 h 4173593"/>
              <a:gd name="connsiteX41" fmla="*/ 30788 w 6904832"/>
              <a:gd name="connsiteY41" fmla="*/ 2509670 h 4173593"/>
              <a:gd name="connsiteX0" fmla="*/ 30315 w 6904359"/>
              <a:gd name="connsiteY0" fmla="*/ 2509670 h 4173593"/>
              <a:gd name="connsiteX1" fmla="*/ 160290 w 6904359"/>
              <a:gd name="connsiteY1" fmla="*/ 2457461 h 4173593"/>
              <a:gd name="connsiteX2" fmla="*/ 141574 w 6904359"/>
              <a:gd name="connsiteY2" fmla="*/ 3290740 h 4173593"/>
              <a:gd name="connsiteX3" fmla="*/ 285953 w 6904359"/>
              <a:gd name="connsiteY3" fmla="*/ 3984400 h 4173593"/>
              <a:gd name="connsiteX4" fmla="*/ 2240472 w 6904359"/>
              <a:gd name="connsiteY4" fmla="*/ 68134 h 4173593"/>
              <a:gd name="connsiteX5" fmla="*/ 3413105 w 6904359"/>
              <a:gd name="connsiteY5" fmla="*/ 1510811 h 4173593"/>
              <a:gd name="connsiteX6" fmla="*/ 4810105 w 6904359"/>
              <a:gd name="connsiteY6" fmla="*/ 1705545 h 4173593"/>
              <a:gd name="connsiteX7" fmla="*/ 5309638 w 6904359"/>
              <a:gd name="connsiteY7" fmla="*/ 1070545 h 4173593"/>
              <a:gd name="connsiteX8" fmla="*/ 5874789 w 6904359"/>
              <a:gd name="connsiteY8" fmla="*/ 968991 h 4173593"/>
              <a:gd name="connsiteX9" fmla="*/ 6304472 w 6904359"/>
              <a:gd name="connsiteY9" fmla="*/ 1224525 h 4173593"/>
              <a:gd name="connsiteX10" fmla="*/ 6465694 w 6904359"/>
              <a:gd name="connsiteY10" fmla="*/ 1419410 h 4173593"/>
              <a:gd name="connsiteX11" fmla="*/ 6618094 w 6904359"/>
              <a:gd name="connsiteY11" fmla="*/ 1499312 h 4173593"/>
              <a:gd name="connsiteX12" fmla="*/ 6732394 w 6904359"/>
              <a:gd name="connsiteY12" fmla="*/ 1470257 h 4173593"/>
              <a:gd name="connsiteX13" fmla="*/ 6761672 w 6904359"/>
              <a:gd name="connsiteY13" fmla="*/ 1326218 h 4173593"/>
              <a:gd name="connsiteX14" fmla="*/ 6732395 w 6904359"/>
              <a:gd name="connsiteY14" fmla="*/ 1186968 h 4173593"/>
              <a:gd name="connsiteX15" fmla="*/ 6662546 w 6904359"/>
              <a:gd name="connsiteY15" fmla="*/ 1099801 h 4173593"/>
              <a:gd name="connsiteX16" fmla="*/ 6618096 w 6904359"/>
              <a:gd name="connsiteY16" fmla="*/ 990843 h 4173593"/>
              <a:gd name="connsiteX17" fmla="*/ 6599046 w 6904359"/>
              <a:gd name="connsiteY17" fmla="*/ 823773 h 4173593"/>
              <a:gd name="connsiteX18" fmla="*/ 6745095 w 6904359"/>
              <a:gd name="connsiteY18" fmla="*/ 809248 h 4173593"/>
              <a:gd name="connsiteX19" fmla="*/ 6897138 w 6904359"/>
              <a:gd name="connsiteY19" fmla="*/ 822510 h 4173593"/>
              <a:gd name="connsiteX20" fmla="*/ 6878446 w 6904359"/>
              <a:gd name="connsiteY20" fmla="*/ 1048953 h 4173593"/>
              <a:gd name="connsiteX21" fmla="*/ 6833996 w 6904359"/>
              <a:gd name="connsiteY21" fmla="*/ 1201494 h 4173593"/>
              <a:gd name="connsiteX22" fmla="*/ 6821295 w 6904359"/>
              <a:gd name="connsiteY22" fmla="*/ 1455729 h 4173593"/>
              <a:gd name="connsiteX23" fmla="*/ 6745095 w 6904359"/>
              <a:gd name="connsiteY23" fmla="*/ 1571952 h 4173593"/>
              <a:gd name="connsiteX24" fmla="*/ 6634672 w 6904359"/>
              <a:gd name="connsiteY24" fmla="*/ 1593544 h 4173593"/>
              <a:gd name="connsiteX25" fmla="*/ 6420887 w 6904359"/>
              <a:gd name="connsiteY25" fmla="*/ 1508783 h 4173593"/>
              <a:gd name="connsiteX26" fmla="*/ 6154545 w 6904359"/>
              <a:gd name="connsiteY26" fmla="*/ 1194228 h 4173593"/>
              <a:gd name="connsiteX27" fmla="*/ 5917122 w 6904359"/>
              <a:gd name="connsiteY27" fmla="*/ 1072997 h 4173593"/>
              <a:gd name="connsiteX28" fmla="*/ 5593272 w 6904359"/>
              <a:gd name="connsiteY28" fmla="*/ 1053612 h 4173593"/>
              <a:gd name="connsiteX29" fmla="*/ 5411238 w 6904359"/>
              <a:gd name="connsiteY29" fmla="*/ 1129812 h 4173593"/>
              <a:gd name="connsiteX30" fmla="*/ 5292705 w 6904359"/>
              <a:gd name="connsiteY30" fmla="*/ 1248344 h 4173593"/>
              <a:gd name="connsiteX31" fmla="*/ 5081038 w 6904359"/>
              <a:gd name="connsiteY31" fmla="*/ 1629344 h 4173593"/>
              <a:gd name="connsiteX32" fmla="*/ 4903238 w 6904359"/>
              <a:gd name="connsiteY32" fmla="*/ 1781745 h 4173593"/>
              <a:gd name="connsiteX33" fmla="*/ 4539172 w 6904359"/>
              <a:gd name="connsiteY33" fmla="*/ 1946360 h 4173593"/>
              <a:gd name="connsiteX34" fmla="*/ 3764472 w 6904359"/>
              <a:gd name="connsiteY34" fmla="*/ 1983977 h 4173593"/>
              <a:gd name="connsiteX35" fmla="*/ 2803505 w 6904359"/>
              <a:gd name="connsiteY35" fmla="*/ 2164558 h 4173593"/>
              <a:gd name="connsiteX36" fmla="*/ 1922972 w 6904359"/>
              <a:gd name="connsiteY36" fmla="*/ 2881507 h 4173593"/>
              <a:gd name="connsiteX37" fmla="*/ 1368405 w 6904359"/>
              <a:gd name="connsiteY37" fmla="*/ 3582585 h 4173593"/>
              <a:gd name="connsiteX38" fmla="*/ 479405 w 6904359"/>
              <a:gd name="connsiteY38" fmla="*/ 4127422 h 4173593"/>
              <a:gd name="connsiteX39" fmla="*/ 54555 w 6904359"/>
              <a:gd name="connsiteY39" fmla="*/ 4139682 h 4173593"/>
              <a:gd name="connsiteX40" fmla="*/ 1083 w 6904359"/>
              <a:gd name="connsiteY40" fmla="*/ 2893817 h 4173593"/>
              <a:gd name="connsiteX41" fmla="*/ 30315 w 6904359"/>
              <a:gd name="connsiteY41" fmla="*/ 2509670 h 4173593"/>
              <a:gd name="connsiteX0" fmla="*/ 30315 w 6904359"/>
              <a:gd name="connsiteY0" fmla="*/ 2509670 h 4173593"/>
              <a:gd name="connsiteX1" fmla="*/ 160290 w 6904359"/>
              <a:gd name="connsiteY1" fmla="*/ 2457461 h 4173593"/>
              <a:gd name="connsiteX2" fmla="*/ 160825 w 6904359"/>
              <a:gd name="connsiteY2" fmla="*/ 3290740 h 4173593"/>
              <a:gd name="connsiteX3" fmla="*/ 285953 w 6904359"/>
              <a:gd name="connsiteY3" fmla="*/ 3984400 h 4173593"/>
              <a:gd name="connsiteX4" fmla="*/ 2240472 w 6904359"/>
              <a:gd name="connsiteY4" fmla="*/ 68134 h 4173593"/>
              <a:gd name="connsiteX5" fmla="*/ 3413105 w 6904359"/>
              <a:gd name="connsiteY5" fmla="*/ 1510811 h 4173593"/>
              <a:gd name="connsiteX6" fmla="*/ 4810105 w 6904359"/>
              <a:gd name="connsiteY6" fmla="*/ 1705545 h 4173593"/>
              <a:gd name="connsiteX7" fmla="*/ 5309638 w 6904359"/>
              <a:gd name="connsiteY7" fmla="*/ 1070545 h 4173593"/>
              <a:gd name="connsiteX8" fmla="*/ 5874789 w 6904359"/>
              <a:gd name="connsiteY8" fmla="*/ 968991 h 4173593"/>
              <a:gd name="connsiteX9" fmla="*/ 6304472 w 6904359"/>
              <a:gd name="connsiteY9" fmla="*/ 1224525 h 4173593"/>
              <a:gd name="connsiteX10" fmla="*/ 6465694 w 6904359"/>
              <a:gd name="connsiteY10" fmla="*/ 1419410 h 4173593"/>
              <a:gd name="connsiteX11" fmla="*/ 6618094 w 6904359"/>
              <a:gd name="connsiteY11" fmla="*/ 1499312 h 4173593"/>
              <a:gd name="connsiteX12" fmla="*/ 6732394 w 6904359"/>
              <a:gd name="connsiteY12" fmla="*/ 1470257 h 4173593"/>
              <a:gd name="connsiteX13" fmla="*/ 6761672 w 6904359"/>
              <a:gd name="connsiteY13" fmla="*/ 1326218 h 4173593"/>
              <a:gd name="connsiteX14" fmla="*/ 6732395 w 6904359"/>
              <a:gd name="connsiteY14" fmla="*/ 1186968 h 4173593"/>
              <a:gd name="connsiteX15" fmla="*/ 6662546 w 6904359"/>
              <a:gd name="connsiteY15" fmla="*/ 1099801 h 4173593"/>
              <a:gd name="connsiteX16" fmla="*/ 6618096 w 6904359"/>
              <a:gd name="connsiteY16" fmla="*/ 990843 h 4173593"/>
              <a:gd name="connsiteX17" fmla="*/ 6599046 w 6904359"/>
              <a:gd name="connsiteY17" fmla="*/ 823773 h 4173593"/>
              <a:gd name="connsiteX18" fmla="*/ 6745095 w 6904359"/>
              <a:gd name="connsiteY18" fmla="*/ 809248 h 4173593"/>
              <a:gd name="connsiteX19" fmla="*/ 6897138 w 6904359"/>
              <a:gd name="connsiteY19" fmla="*/ 822510 h 4173593"/>
              <a:gd name="connsiteX20" fmla="*/ 6878446 w 6904359"/>
              <a:gd name="connsiteY20" fmla="*/ 1048953 h 4173593"/>
              <a:gd name="connsiteX21" fmla="*/ 6833996 w 6904359"/>
              <a:gd name="connsiteY21" fmla="*/ 1201494 h 4173593"/>
              <a:gd name="connsiteX22" fmla="*/ 6821295 w 6904359"/>
              <a:gd name="connsiteY22" fmla="*/ 1455729 h 4173593"/>
              <a:gd name="connsiteX23" fmla="*/ 6745095 w 6904359"/>
              <a:gd name="connsiteY23" fmla="*/ 1571952 h 4173593"/>
              <a:gd name="connsiteX24" fmla="*/ 6634672 w 6904359"/>
              <a:gd name="connsiteY24" fmla="*/ 1593544 h 4173593"/>
              <a:gd name="connsiteX25" fmla="*/ 6420887 w 6904359"/>
              <a:gd name="connsiteY25" fmla="*/ 1508783 h 4173593"/>
              <a:gd name="connsiteX26" fmla="*/ 6154545 w 6904359"/>
              <a:gd name="connsiteY26" fmla="*/ 1194228 h 4173593"/>
              <a:gd name="connsiteX27" fmla="*/ 5917122 w 6904359"/>
              <a:gd name="connsiteY27" fmla="*/ 1072997 h 4173593"/>
              <a:gd name="connsiteX28" fmla="*/ 5593272 w 6904359"/>
              <a:gd name="connsiteY28" fmla="*/ 1053612 h 4173593"/>
              <a:gd name="connsiteX29" fmla="*/ 5411238 w 6904359"/>
              <a:gd name="connsiteY29" fmla="*/ 1129812 h 4173593"/>
              <a:gd name="connsiteX30" fmla="*/ 5292705 w 6904359"/>
              <a:gd name="connsiteY30" fmla="*/ 1248344 h 4173593"/>
              <a:gd name="connsiteX31" fmla="*/ 5081038 w 6904359"/>
              <a:gd name="connsiteY31" fmla="*/ 1629344 h 4173593"/>
              <a:gd name="connsiteX32" fmla="*/ 4903238 w 6904359"/>
              <a:gd name="connsiteY32" fmla="*/ 1781745 h 4173593"/>
              <a:gd name="connsiteX33" fmla="*/ 4539172 w 6904359"/>
              <a:gd name="connsiteY33" fmla="*/ 1946360 h 4173593"/>
              <a:gd name="connsiteX34" fmla="*/ 3764472 w 6904359"/>
              <a:gd name="connsiteY34" fmla="*/ 1983977 h 4173593"/>
              <a:gd name="connsiteX35" fmla="*/ 2803505 w 6904359"/>
              <a:gd name="connsiteY35" fmla="*/ 2164558 h 4173593"/>
              <a:gd name="connsiteX36" fmla="*/ 1922972 w 6904359"/>
              <a:gd name="connsiteY36" fmla="*/ 2881507 h 4173593"/>
              <a:gd name="connsiteX37" fmla="*/ 1368405 w 6904359"/>
              <a:gd name="connsiteY37" fmla="*/ 3582585 h 4173593"/>
              <a:gd name="connsiteX38" fmla="*/ 479405 w 6904359"/>
              <a:gd name="connsiteY38" fmla="*/ 4127422 h 4173593"/>
              <a:gd name="connsiteX39" fmla="*/ 54555 w 6904359"/>
              <a:gd name="connsiteY39" fmla="*/ 4139682 h 4173593"/>
              <a:gd name="connsiteX40" fmla="*/ 1083 w 6904359"/>
              <a:gd name="connsiteY40" fmla="*/ 2893817 h 4173593"/>
              <a:gd name="connsiteX41" fmla="*/ 30315 w 6904359"/>
              <a:gd name="connsiteY41" fmla="*/ 2509670 h 4173593"/>
              <a:gd name="connsiteX0" fmla="*/ 30315 w 6904359"/>
              <a:gd name="connsiteY0" fmla="*/ 2509670 h 4173593"/>
              <a:gd name="connsiteX1" fmla="*/ 160290 w 6904359"/>
              <a:gd name="connsiteY1" fmla="*/ 2457461 h 4173593"/>
              <a:gd name="connsiteX2" fmla="*/ 160825 w 6904359"/>
              <a:gd name="connsiteY2" fmla="*/ 3290740 h 4173593"/>
              <a:gd name="connsiteX3" fmla="*/ 305204 w 6904359"/>
              <a:gd name="connsiteY3" fmla="*/ 3984400 h 4173593"/>
              <a:gd name="connsiteX4" fmla="*/ 2240472 w 6904359"/>
              <a:gd name="connsiteY4" fmla="*/ 68134 h 4173593"/>
              <a:gd name="connsiteX5" fmla="*/ 3413105 w 6904359"/>
              <a:gd name="connsiteY5" fmla="*/ 1510811 h 4173593"/>
              <a:gd name="connsiteX6" fmla="*/ 4810105 w 6904359"/>
              <a:gd name="connsiteY6" fmla="*/ 1705545 h 4173593"/>
              <a:gd name="connsiteX7" fmla="*/ 5309638 w 6904359"/>
              <a:gd name="connsiteY7" fmla="*/ 1070545 h 4173593"/>
              <a:gd name="connsiteX8" fmla="*/ 5874789 w 6904359"/>
              <a:gd name="connsiteY8" fmla="*/ 968991 h 4173593"/>
              <a:gd name="connsiteX9" fmla="*/ 6304472 w 6904359"/>
              <a:gd name="connsiteY9" fmla="*/ 1224525 h 4173593"/>
              <a:gd name="connsiteX10" fmla="*/ 6465694 w 6904359"/>
              <a:gd name="connsiteY10" fmla="*/ 1419410 h 4173593"/>
              <a:gd name="connsiteX11" fmla="*/ 6618094 w 6904359"/>
              <a:gd name="connsiteY11" fmla="*/ 1499312 h 4173593"/>
              <a:gd name="connsiteX12" fmla="*/ 6732394 w 6904359"/>
              <a:gd name="connsiteY12" fmla="*/ 1470257 h 4173593"/>
              <a:gd name="connsiteX13" fmla="*/ 6761672 w 6904359"/>
              <a:gd name="connsiteY13" fmla="*/ 1326218 h 4173593"/>
              <a:gd name="connsiteX14" fmla="*/ 6732395 w 6904359"/>
              <a:gd name="connsiteY14" fmla="*/ 1186968 h 4173593"/>
              <a:gd name="connsiteX15" fmla="*/ 6662546 w 6904359"/>
              <a:gd name="connsiteY15" fmla="*/ 1099801 h 4173593"/>
              <a:gd name="connsiteX16" fmla="*/ 6618096 w 6904359"/>
              <a:gd name="connsiteY16" fmla="*/ 990843 h 4173593"/>
              <a:gd name="connsiteX17" fmla="*/ 6599046 w 6904359"/>
              <a:gd name="connsiteY17" fmla="*/ 823773 h 4173593"/>
              <a:gd name="connsiteX18" fmla="*/ 6745095 w 6904359"/>
              <a:gd name="connsiteY18" fmla="*/ 809248 h 4173593"/>
              <a:gd name="connsiteX19" fmla="*/ 6897138 w 6904359"/>
              <a:gd name="connsiteY19" fmla="*/ 822510 h 4173593"/>
              <a:gd name="connsiteX20" fmla="*/ 6878446 w 6904359"/>
              <a:gd name="connsiteY20" fmla="*/ 1048953 h 4173593"/>
              <a:gd name="connsiteX21" fmla="*/ 6833996 w 6904359"/>
              <a:gd name="connsiteY21" fmla="*/ 1201494 h 4173593"/>
              <a:gd name="connsiteX22" fmla="*/ 6821295 w 6904359"/>
              <a:gd name="connsiteY22" fmla="*/ 1455729 h 4173593"/>
              <a:gd name="connsiteX23" fmla="*/ 6745095 w 6904359"/>
              <a:gd name="connsiteY23" fmla="*/ 1571952 h 4173593"/>
              <a:gd name="connsiteX24" fmla="*/ 6634672 w 6904359"/>
              <a:gd name="connsiteY24" fmla="*/ 1593544 h 4173593"/>
              <a:gd name="connsiteX25" fmla="*/ 6420887 w 6904359"/>
              <a:gd name="connsiteY25" fmla="*/ 1508783 h 4173593"/>
              <a:gd name="connsiteX26" fmla="*/ 6154545 w 6904359"/>
              <a:gd name="connsiteY26" fmla="*/ 1194228 h 4173593"/>
              <a:gd name="connsiteX27" fmla="*/ 5917122 w 6904359"/>
              <a:gd name="connsiteY27" fmla="*/ 1072997 h 4173593"/>
              <a:gd name="connsiteX28" fmla="*/ 5593272 w 6904359"/>
              <a:gd name="connsiteY28" fmla="*/ 1053612 h 4173593"/>
              <a:gd name="connsiteX29" fmla="*/ 5411238 w 6904359"/>
              <a:gd name="connsiteY29" fmla="*/ 1129812 h 4173593"/>
              <a:gd name="connsiteX30" fmla="*/ 5292705 w 6904359"/>
              <a:gd name="connsiteY30" fmla="*/ 1248344 h 4173593"/>
              <a:gd name="connsiteX31" fmla="*/ 5081038 w 6904359"/>
              <a:gd name="connsiteY31" fmla="*/ 1629344 h 4173593"/>
              <a:gd name="connsiteX32" fmla="*/ 4903238 w 6904359"/>
              <a:gd name="connsiteY32" fmla="*/ 1781745 h 4173593"/>
              <a:gd name="connsiteX33" fmla="*/ 4539172 w 6904359"/>
              <a:gd name="connsiteY33" fmla="*/ 1946360 h 4173593"/>
              <a:gd name="connsiteX34" fmla="*/ 3764472 w 6904359"/>
              <a:gd name="connsiteY34" fmla="*/ 1983977 h 4173593"/>
              <a:gd name="connsiteX35" fmla="*/ 2803505 w 6904359"/>
              <a:gd name="connsiteY35" fmla="*/ 2164558 h 4173593"/>
              <a:gd name="connsiteX36" fmla="*/ 1922972 w 6904359"/>
              <a:gd name="connsiteY36" fmla="*/ 2881507 h 4173593"/>
              <a:gd name="connsiteX37" fmla="*/ 1368405 w 6904359"/>
              <a:gd name="connsiteY37" fmla="*/ 3582585 h 4173593"/>
              <a:gd name="connsiteX38" fmla="*/ 479405 w 6904359"/>
              <a:gd name="connsiteY38" fmla="*/ 4127422 h 4173593"/>
              <a:gd name="connsiteX39" fmla="*/ 54555 w 6904359"/>
              <a:gd name="connsiteY39" fmla="*/ 4139682 h 4173593"/>
              <a:gd name="connsiteX40" fmla="*/ 1083 w 6904359"/>
              <a:gd name="connsiteY40" fmla="*/ 2893817 h 4173593"/>
              <a:gd name="connsiteX41" fmla="*/ 30315 w 6904359"/>
              <a:gd name="connsiteY41" fmla="*/ 2509670 h 4173593"/>
              <a:gd name="connsiteX0" fmla="*/ 30315 w 6904359"/>
              <a:gd name="connsiteY0" fmla="*/ 2509670 h 4173593"/>
              <a:gd name="connsiteX1" fmla="*/ 160290 w 6904359"/>
              <a:gd name="connsiteY1" fmla="*/ 2457461 h 4173593"/>
              <a:gd name="connsiteX2" fmla="*/ 160825 w 6904359"/>
              <a:gd name="connsiteY2" fmla="*/ 3290740 h 4173593"/>
              <a:gd name="connsiteX3" fmla="*/ 334080 w 6904359"/>
              <a:gd name="connsiteY3" fmla="*/ 3984400 h 4173593"/>
              <a:gd name="connsiteX4" fmla="*/ 2240472 w 6904359"/>
              <a:gd name="connsiteY4" fmla="*/ 68134 h 4173593"/>
              <a:gd name="connsiteX5" fmla="*/ 3413105 w 6904359"/>
              <a:gd name="connsiteY5" fmla="*/ 1510811 h 4173593"/>
              <a:gd name="connsiteX6" fmla="*/ 4810105 w 6904359"/>
              <a:gd name="connsiteY6" fmla="*/ 1705545 h 4173593"/>
              <a:gd name="connsiteX7" fmla="*/ 5309638 w 6904359"/>
              <a:gd name="connsiteY7" fmla="*/ 1070545 h 4173593"/>
              <a:gd name="connsiteX8" fmla="*/ 5874789 w 6904359"/>
              <a:gd name="connsiteY8" fmla="*/ 968991 h 4173593"/>
              <a:gd name="connsiteX9" fmla="*/ 6304472 w 6904359"/>
              <a:gd name="connsiteY9" fmla="*/ 1224525 h 4173593"/>
              <a:gd name="connsiteX10" fmla="*/ 6465694 w 6904359"/>
              <a:gd name="connsiteY10" fmla="*/ 1419410 h 4173593"/>
              <a:gd name="connsiteX11" fmla="*/ 6618094 w 6904359"/>
              <a:gd name="connsiteY11" fmla="*/ 1499312 h 4173593"/>
              <a:gd name="connsiteX12" fmla="*/ 6732394 w 6904359"/>
              <a:gd name="connsiteY12" fmla="*/ 1470257 h 4173593"/>
              <a:gd name="connsiteX13" fmla="*/ 6761672 w 6904359"/>
              <a:gd name="connsiteY13" fmla="*/ 1326218 h 4173593"/>
              <a:gd name="connsiteX14" fmla="*/ 6732395 w 6904359"/>
              <a:gd name="connsiteY14" fmla="*/ 1186968 h 4173593"/>
              <a:gd name="connsiteX15" fmla="*/ 6662546 w 6904359"/>
              <a:gd name="connsiteY15" fmla="*/ 1099801 h 4173593"/>
              <a:gd name="connsiteX16" fmla="*/ 6618096 w 6904359"/>
              <a:gd name="connsiteY16" fmla="*/ 990843 h 4173593"/>
              <a:gd name="connsiteX17" fmla="*/ 6599046 w 6904359"/>
              <a:gd name="connsiteY17" fmla="*/ 823773 h 4173593"/>
              <a:gd name="connsiteX18" fmla="*/ 6745095 w 6904359"/>
              <a:gd name="connsiteY18" fmla="*/ 809248 h 4173593"/>
              <a:gd name="connsiteX19" fmla="*/ 6897138 w 6904359"/>
              <a:gd name="connsiteY19" fmla="*/ 822510 h 4173593"/>
              <a:gd name="connsiteX20" fmla="*/ 6878446 w 6904359"/>
              <a:gd name="connsiteY20" fmla="*/ 1048953 h 4173593"/>
              <a:gd name="connsiteX21" fmla="*/ 6833996 w 6904359"/>
              <a:gd name="connsiteY21" fmla="*/ 1201494 h 4173593"/>
              <a:gd name="connsiteX22" fmla="*/ 6821295 w 6904359"/>
              <a:gd name="connsiteY22" fmla="*/ 1455729 h 4173593"/>
              <a:gd name="connsiteX23" fmla="*/ 6745095 w 6904359"/>
              <a:gd name="connsiteY23" fmla="*/ 1571952 h 4173593"/>
              <a:gd name="connsiteX24" fmla="*/ 6634672 w 6904359"/>
              <a:gd name="connsiteY24" fmla="*/ 1593544 h 4173593"/>
              <a:gd name="connsiteX25" fmla="*/ 6420887 w 6904359"/>
              <a:gd name="connsiteY25" fmla="*/ 1508783 h 4173593"/>
              <a:gd name="connsiteX26" fmla="*/ 6154545 w 6904359"/>
              <a:gd name="connsiteY26" fmla="*/ 1194228 h 4173593"/>
              <a:gd name="connsiteX27" fmla="*/ 5917122 w 6904359"/>
              <a:gd name="connsiteY27" fmla="*/ 1072997 h 4173593"/>
              <a:gd name="connsiteX28" fmla="*/ 5593272 w 6904359"/>
              <a:gd name="connsiteY28" fmla="*/ 1053612 h 4173593"/>
              <a:gd name="connsiteX29" fmla="*/ 5411238 w 6904359"/>
              <a:gd name="connsiteY29" fmla="*/ 1129812 h 4173593"/>
              <a:gd name="connsiteX30" fmla="*/ 5292705 w 6904359"/>
              <a:gd name="connsiteY30" fmla="*/ 1248344 h 4173593"/>
              <a:gd name="connsiteX31" fmla="*/ 5081038 w 6904359"/>
              <a:gd name="connsiteY31" fmla="*/ 1629344 h 4173593"/>
              <a:gd name="connsiteX32" fmla="*/ 4903238 w 6904359"/>
              <a:gd name="connsiteY32" fmla="*/ 1781745 h 4173593"/>
              <a:gd name="connsiteX33" fmla="*/ 4539172 w 6904359"/>
              <a:gd name="connsiteY33" fmla="*/ 1946360 h 4173593"/>
              <a:gd name="connsiteX34" fmla="*/ 3764472 w 6904359"/>
              <a:gd name="connsiteY34" fmla="*/ 1983977 h 4173593"/>
              <a:gd name="connsiteX35" fmla="*/ 2803505 w 6904359"/>
              <a:gd name="connsiteY35" fmla="*/ 2164558 h 4173593"/>
              <a:gd name="connsiteX36" fmla="*/ 1922972 w 6904359"/>
              <a:gd name="connsiteY36" fmla="*/ 2881507 h 4173593"/>
              <a:gd name="connsiteX37" fmla="*/ 1368405 w 6904359"/>
              <a:gd name="connsiteY37" fmla="*/ 3582585 h 4173593"/>
              <a:gd name="connsiteX38" fmla="*/ 479405 w 6904359"/>
              <a:gd name="connsiteY38" fmla="*/ 4127422 h 4173593"/>
              <a:gd name="connsiteX39" fmla="*/ 54555 w 6904359"/>
              <a:gd name="connsiteY39" fmla="*/ 4139682 h 4173593"/>
              <a:gd name="connsiteX40" fmla="*/ 1083 w 6904359"/>
              <a:gd name="connsiteY40" fmla="*/ 2893817 h 4173593"/>
              <a:gd name="connsiteX41" fmla="*/ 30315 w 6904359"/>
              <a:gd name="connsiteY41" fmla="*/ 2509670 h 4173593"/>
              <a:gd name="connsiteX0" fmla="*/ 30315 w 6904359"/>
              <a:gd name="connsiteY0" fmla="*/ 2509670 h 4292969"/>
              <a:gd name="connsiteX1" fmla="*/ 160290 w 6904359"/>
              <a:gd name="connsiteY1" fmla="*/ 2457461 h 4292969"/>
              <a:gd name="connsiteX2" fmla="*/ 160825 w 6904359"/>
              <a:gd name="connsiteY2" fmla="*/ 3290740 h 4292969"/>
              <a:gd name="connsiteX3" fmla="*/ 189699 w 6904359"/>
              <a:gd name="connsiteY3" fmla="*/ 3973390 h 4292969"/>
              <a:gd name="connsiteX4" fmla="*/ 334080 w 6904359"/>
              <a:gd name="connsiteY4" fmla="*/ 3984400 h 4292969"/>
              <a:gd name="connsiteX5" fmla="*/ 2240472 w 6904359"/>
              <a:gd name="connsiteY5" fmla="*/ 68134 h 4292969"/>
              <a:gd name="connsiteX6" fmla="*/ 3413105 w 6904359"/>
              <a:gd name="connsiteY6" fmla="*/ 1510811 h 4292969"/>
              <a:gd name="connsiteX7" fmla="*/ 4810105 w 6904359"/>
              <a:gd name="connsiteY7" fmla="*/ 1705545 h 4292969"/>
              <a:gd name="connsiteX8" fmla="*/ 5309638 w 6904359"/>
              <a:gd name="connsiteY8" fmla="*/ 1070545 h 4292969"/>
              <a:gd name="connsiteX9" fmla="*/ 5874789 w 6904359"/>
              <a:gd name="connsiteY9" fmla="*/ 968991 h 4292969"/>
              <a:gd name="connsiteX10" fmla="*/ 6304472 w 6904359"/>
              <a:gd name="connsiteY10" fmla="*/ 1224525 h 4292969"/>
              <a:gd name="connsiteX11" fmla="*/ 6465694 w 6904359"/>
              <a:gd name="connsiteY11" fmla="*/ 1419410 h 4292969"/>
              <a:gd name="connsiteX12" fmla="*/ 6618094 w 6904359"/>
              <a:gd name="connsiteY12" fmla="*/ 1499312 h 4292969"/>
              <a:gd name="connsiteX13" fmla="*/ 6732394 w 6904359"/>
              <a:gd name="connsiteY13" fmla="*/ 1470257 h 4292969"/>
              <a:gd name="connsiteX14" fmla="*/ 6761672 w 6904359"/>
              <a:gd name="connsiteY14" fmla="*/ 1326218 h 4292969"/>
              <a:gd name="connsiteX15" fmla="*/ 6732395 w 6904359"/>
              <a:gd name="connsiteY15" fmla="*/ 1186968 h 4292969"/>
              <a:gd name="connsiteX16" fmla="*/ 6662546 w 6904359"/>
              <a:gd name="connsiteY16" fmla="*/ 1099801 h 4292969"/>
              <a:gd name="connsiteX17" fmla="*/ 6618096 w 6904359"/>
              <a:gd name="connsiteY17" fmla="*/ 990843 h 4292969"/>
              <a:gd name="connsiteX18" fmla="*/ 6599046 w 6904359"/>
              <a:gd name="connsiteY18" fmla="*/ 823773 h 4292969"/>
              <a:gd name="connsiteX19" fmla="*/ 6745095 w 6904359"/>
              <a:gd name="connsiteY19" fmla="*/ 809248 h 4292969"/>
              <a:gd name="connsiteX20" fmla="*/ 6897138 w 6904359"/>
              <a:gd name="connsiteY20" fmla="*/ 822510 h 4292969"/>
              <a:gd name="connsiteX21" fmla="*/ 6878446 w 6904359"/>
              <a:gd name="connsiteY21" fmla="*/ 1048953 h 4292969"/>
              <a:gd name="connsiteX22" fmla="*/ 6833996 w 6904359"/>
              <a:gd name="connsiteY22" fmla="*/ 1201494 h 4292969"/>
              <a:gd name="connsiteX23" fmla="*/ 6821295 w 6904359"/>
              <a:gd name="connsiteY23" fmla="*/ 1455729 h 4292969"/>
              <a:gd name="connsiteX24" fmla="*/ 6745095 w 6904359"/>
              <a:gd name="connsiteY24" fmla="*/ 1571952 h 4292969"/>
              <a:gd name="connsiteX25" fmla="*/ 6634672 w 6904359"/>
              <a:gd name="connsiteY25" fmla="*/ 1593544 h 4292969"/>
              <a:gd name="connsiteX26" fmla="*/ 6420887 w 6904359"/>
              <a:gd name="connsiteY26" fmla="*/ 1508783 h 4292969"/>
              <a:gd name="connsiteX27" fmla="*/ 6154545 w 6904359"/>
              <a:gd name="connsiteY27" fmla="*/ 1194228 h 4292969"/>
              <a:gd name="connsiteX28" fmla="*/ 5917122 w 6904359"/>
              <a:gd name="connsiteY28" fmla="*/ 1072997 h 4292969"/>
              <a:gd name="connsiteX29" fmla="*/ 5593272 w 6904359"/>
              <a:gd name="connsiteY29" fmla="*/ 1053612 h 4292969"/>
              <a:gd name="connsiteX30" fmla="*/ 5411238 w 6904359"/>
              <a:gd name="connsiteY30" fmla="*/ 1129812 h 4292969"/>
              <a:gd name="connsiteX31" fmla="*/ 5292705 w 6904359"/>
              <a:gd name="connsiteY31" fmla="*/ 1248344 h 4292969"/>
              <a:gd name="connsiteX32" fmla="*/ 5081038 w 6904359"/>
              <a:gd name="connsiteY32" fmla="*/ 1629344 h 4292969"/>
              <a:gd name="connsiteX33" fmla="*/ 4903238 w 6904359"/>
              <a:gd name="connsiteY33" fmla="*/ 1781745 h 4292969"/>
              <a:gd name="connsiteX34" fmla="*/ 4539172 w 6904359"/>
              <a:gd name="connsiteY34" fmla="*/ 1946360 h 4292969"/>
              <a:gd name="connsiteX35" fmla="*/ 3764472 w 6904359"/>
              <a:gd name="connsiteY35" fmla="*/ 1983977 h 4292969"/>
              <a:gd name="connsiteX36" fmla="*/ 2803505 w 6904359"/>
              <a:gd name="connsiteY36" fmla="*/ 2164558 h 4292969"/>
              <a:gd name="connsiteX37" fmla="*/ 1922972 w 6904359"/>
              <a:gd name="connsiteY37" fmla="*/ 2881507 h 4292969"/>
              <a:gd name="connsiteX38" fmla="*/ 1368405 w 6904359"/>
              <a:gd name="connsiteY38" fmla="*/ 3582585 h 4292969"/>
              <a:gd name="connsiteX39" fmla="*/ 479405 w 6904359"/>
              <a:gd name="connsiteY39" fmla="*/ 4127422 h 4292969"/>
              <a:gd name="connsiteX40" fmla="*/ 54555 w 6904359"/>
              <a:gd name="connsiteY40" fmla="*/ 4139682 h 4292969"/>
              <a:gd name="connsiteX41" fmla="*/ 1083 w 6904359"/>
              <a:gd name="connsiteY41" fmla="*/ 2893817 h 4292969"/>
              <a:gd name="connsiteX42" fmla="*/ 30315 w 6904359"/>
              <a:gd name="connsiteY42" fmla="*/ 2509670 h 4292969"/>
              <a:gd name="connsiteX0" fmla="*/ 30315 w 6904359"/>
              <a:gd name="connsiteY0" fmla="*/ 2509670 h 4286578"/>
              <a:gd name="connsiteX1" fmla="*/ 160290 w 6904359"/>
              <a:gd name="connsiteY1" fmla="*/ 2457461 h 4286578"/>
              <a:gd name="connsiteX2" fmla="*/ 160825 w 6904359"/>
              <a:gd name="connsiteY2" fmla="*/ 3290740 h 4286578"/>
              <a:gd name="connsiteX3" fmla="*/ 189699 w 6904359"/>
              <a:gd name="connsiteY3" fmla="*/ 3951369 h 4286578"/>
              <a:gd name="connsiteX4" fmla="*/ 334080 w 6904359"/>
              <a:gd name="connsiteY4" fmla="*/ 3984400 h 4286578"/>
              <a:gd name="connsiteX5" fmla="*/ 2240472 w 6904359"/>
              <a:gd name="connsiteY5" fmla="*/ 68134 h 4286578"/>
              <a:gd name="connsiteX6" fmla="*/ 3413105 w 6904359"/>
              <a:gd name="connsiteY6" fmla="*/ 1510811 h 4286578"/>
              <a:gd name="connsiteX7" fmla="*/ 4810105 w 6904359"/>
              <a:gd name="connsiteY7" fmla="*/ 1705545 h 4286578"/>
              <a:gd name="connsiteX8" fmla="*/ 5309638 w 6904359"/>
              <a:gd name="connsiteY8" fmla="*/ 1070545 h 4286578"/>
              <a:gd name="connsiteX9" fmla="*/ 5874789 w 6904359"/>
              <a:gd name="connsiteY9" fmla="*/ 968991 h 4286578"/>
              <a:gd name="connsiteX10" fmla="*/ 6304472 w 6904359"/>
              <a:gd name="connsiteY10" fmla="*/ 1224525 h 4286578"/>
              <a:gd name="connsiteX11" fmla="*/ 6465694 w 6904359"/>
              <a:gd name="connsiteY11" fmla="*/ 1419410 h 4286578"/>
              <a:gd name="connsiteX12" fmla="*/ 6618094 w 6904359"/>
              <a:gd name="connsiteY12" fmla="*/ 1499312 h 4286578"/>
              <a:gd name="connsiteX13" fmla="*/ 6732394 w 6904359"/>
              <a:gd name="connsiteY13" fmla="*/ 1470257 h 4286578"/>
              <a:gd name="connsiteX14" fmla="*/ 6761672 w 6904359"/>
              <a:gd name="connsiteY14" fmla="*/ 1326218 h 4286578"/>
              <a:gd name="connsiteX15" fmla="*/ 6732395 w 6904359"/>
              <a:gd name="connsiteY15" fmla="*/ 1186968 h 4286578"/>
              <a:gd name="connsiteX16" fmla="*/ 6662546 w 6904359"/>
              <a:gd name="connsiteY16" fmla="*/ 1099801 h 4286578"/>
              <a:gd name="connsiteX17" fmla="*/ 6618096 w 6904359"/>
              <a:gd name="connsiteY17" fmla="*/ 990843 h 4286578"/>
              <a:gd name="connsiteX18" fmla="*/ 6599046 w 6904359"/>
              <a:gd name="connsiteY18" fmla="*/ 823773 h 4286578"/>
              <a:gd name="connsiteX19" fmla="*/ 6745095 w 6904359"/>
              <a:gd name="connsiteY19" fmla="*/ 809248 h 4286578"/>
              <a:gd name="connsiteX20" fmla="*/ 6897138 w 6904359"/>
              <a:gd name="connsiteY20" fmla="*/ 822510 h 4286578"/>
              <a:gd name="connsiteX21" fmla="*/ 6878446 w 6904359"/>
              <a:gd name="connsiteY21" fmla="*/ 1048953 h 4286578"/>
              <a:gd name="connsiteX22" fmla="*/ 6833996 w 6904359"/>
              <a:gd name="connsiteY22" fmla="*/ 1201494 h 4286578"/>
              <a:gd name="connsiteX23" fmla="*/ 6821295 w 6904359"/>
              <a:gd name="connsiteY23" fmla="*/ 1455729 h 4286578"/>
              <a:gd name="connsiteX24" fmla="*/ 6745095 w 6904359"/>
              <a:gd name="connsiteY24" fmla="*/ 1571952 h 4286578"/>
              <a:gd name="connsiteX25" fmla="*/ 6634672 w 6904359"/>
              <a:gd name="connsiteY25" fmla="*/ 1593544 h 4286578"/>
              <a:gd name="connsiteX26" fmla="*/ 6420887 w 6904359"/>
              <a:gd name="connsiteY26" fmla="*/ 1508783 h 4286578"/>
              <a:gd name="connsiteX27" fmla="*/ 6154545 w 6904359"/>
              <a:gd name="connsiteY27" fmla="*/ 1194228 h 4286578"/>
              <a:gd name="connsiteX28" fmla="*/ 5917122 w 6904359"/>
              <a:gd name="connsiteY28" fmla="*/ 1072997 h 4286578"/>
              <a:gd name="connsiteX29" fmla="*/ 5593272 w 6904359"/>
              <a:gd name="connsiteY29" fmla="*/ 1053612 h 4286578"/>
              <a:gd name="connsiteX30" fmla="*/ 5411238 w 6904359"/>
              <a:gd name="connsiteY30" fmla="*/ 1129812 h 4286578"/>
              <a:gd name="connsiteX31" fmla="*/ 5292705 w 6904359"/>
              <a:gd name="connsiteY31" fmla="*/ 1248344 h 4286578"/>
              <a:gd name="connsiteX32" fmla="*/ 5081038 w 6904359"/>
              <a:gd name="connsiteY32" fmla="*/ 1629344 h 4286578"/>
              <a:gd name="connsiteX33" fmla="*/ 4903238 w 6904359"/>
              <a:gd name="connsiteY33" fmla="*/ 1781745 h 4286578"/>
              <a:gd name="connsiteX34" fmla="*/ 4539172 w 6904359"/>
              <a:gd name="connsiteY34" fmla="*/ 1946360 h 4286578"/>
              <a:gd name="connsiteX35" fmla="*/ 3764472 w 6904359"/>
              <a:gd name="connsiteY35" fmla="*/ 1983977 h 4286578"/>
              <a:gd name="connsiteX36" fmla="*/ 2803505 w 6904359"/>
              <a:gd name="connsiteY36" fmla="*/ 2164558 h 4286578"/>
              <a:gd name="connsiteX37" fmla="*/ 1922972 w 6904359"/>
              <a:gd name="connsiteY37" fmla="*/ 2881507 h 4286578"/>
              <a:gd name="connsiteX38" fmla="*/ 1368405 w 6904359"/>
              <a:gd name="connsiteY38" fmla="*/ 3582585 h 4286578"/>
              <a:gd name="connsiteX39" fmla="*/ 479405 w 6904359"/>
              <a:gd name="connsiteY39" fmla="*/ 4127422 h 4286578"/>
              <a:gd name="connsiteX40" fmla="*/ 54555 w 6904359"/>
              <a:gd name="connsiteY40" fmla="*/ 4139682 h 4286578"/>
              <a:gd name="connsiteX41" fmla="*/ 1083 w 6904359"/>
              <a:gd name="connsiteY41" fmla="*/ 2893817 h 4286578"/>
              <a:gd name="connsiteX42" fmla="*/ 30315 w 6904359"/>
              <a:gd name="connsiteY42" fmla="*/ 2509670 h 4286578"/>
              <a:gd name="connsiteX0" fmla="*/ 30315 w 6904359"/>
              <a:gd name="connsiteY0" fmla="*/ 2509670 h 4274514"/>
              <a:gd name="connsiteX1" fmla="*/ 160290 w 6904359"/>
              <a:gd name="connsiteY1" fmla="*/ 2457461 h 4274514"/>
              <a:gd name="connsiteX2" fmla="*/ 160825 w 6904359"/>
              <a:gd name="connsiteY2" fmla="*/ 3290740 h 4274514"/>
              <a:gd name="connsiteX3" fmla="*/ 208949 w 6904359"/>
              <a:gd name="connsiteY3" fmla="*/ 3907327 h 4274514"/>
              <a:gd name="connsiteX4" fmla="*/ 334080 w 6904359"/>
              <a:gd name="connsiteY4" fmla="*/ 3984400 h 4274514"/>
              <a:gd name="connsiteX5" fmla="*/ 2240472 w 6904359"/>
              <a:gd name="connsiteY5" fmla="*/ 68134 h 4274514"/>
              <a:gd name="connsiteX6" fmla="*/ 3413105 w 6904359"/>
              <a:gd name="connsiteY6" fmla="*/ 1510811 h 4274514"/>
              <a:gd name="connsiteX7" fmla="*/ 4810105 w 6904359"/>
              <a:gd name="connsiteY7" fmla="*/ 1705545 h 4274514"/>
              <a:gd name="connsiteX8" fmla="*/ 5309638 w 6904359"/>
              <a:gd name="connsiteY8" fmla="*/ 1070545 h 4274514"/>
              <a:gd name="connsiteX9" fmla="*/ 5874789 w 6904359"/>
              <a:gd name="connsiteY9" fmla="*/ 968991 h 4274514"/>
              <a:gd name="connsiteX10" fmla="*/ 6304472 w 6904359"/>
              <a:gd name="connsiteY10" fmla="*/ 1224525 h 4274514"/>
              <a:gd name="connsiteX11" fmla="*/ 6465694 w 6904359"/>
              <a:gd name="connsiteY11" fmla="*/ 1419410 h 4274514"/>
              <a:gd name="connsiteX12" fmla="*/ 6618094 w 6904359"/>
              <a:gd name="connsiteY12" fmla="*/ 1499312 h 4274514"/>
              <a:gd name="connsiteX13" fmla="*/ 6732394 w 6904359"/>
              <a:gd name="connsiteY13" fmla="*/ 1470257 h 4274514"/>
              <a:gd name="connsiteX14" fmla="*/ 6761672 w 6904359"/>
              <a:gd name="connsiteY14" fmla="*/ 1326218 h 4274514"/>
              <a:gd name="connsiteX15" fmla="*/ 6732395 w 6904359"/>
              <a:gd name="connsiteY15" fmla="*/ 1186968 h 4274514"/>
              <a:gd name="connsiteX16" fmla="*/ 6662546 w 6904359"/>
              <a:gd name="connsiteY16" fmla="*/ 1099801 h 4274514"/>
              <a:gd name="connsiteX17" fmla="*/ 6618096 w 6904359"/>
              <a:gd name="connsiteY17" fmla="*/ 990843 h 4274514"/>
              <a:gd name="connsiteX18" fmla="*/ 6599046 w 6904359"/>
              <a:gd name="connsiteY18" fmla="*/ 823773 h 4274514"/>
              <a:gd name="connsiteX19" fmla="*/ 6745095 w 6904359"/>
              <a:gd name="connsiteY19" fmla="*/ 809248 h 4274514"/>
              <a:gd name="connsiteX20" fmla="*/ 6897138 w 6904359"/>
              <a:gd name="connsiteY20" fmla="*/ 822510 h 4274514"/>
              <a:gd name="connsiteX21" fmla="*/ 6878446 w 6904359"/>
              <a:gd name="connsiteY21" fmla="*/ 1048953 h 4274514"/>
              <a:gd name="connsiteX22" fmla="*/ 6833996 w 6904359"/>
              <a:gd name="connsiteY22" fmla="*/ 1201494 h 4274514"/>
              <a:gd name="connsiteX23" fmla="*/ 6821295 w 6904359"/>
              <a:gd name="connsiteY23" fmla="*/ 1455729 h 4274514"/>
              <a:gd name="connsiteX24" fmla="*/ 6745095 w 6904359"/>
              <a:gd name="connsiteY24" fmla="*/ 1571952 h 4274514"/>
              <a:gd name="connsiteX25" fmla="*/ 6634672 w 6904359"/>
              <a:gd name="connsiteY25" fmla="*/ 1593544 h 4274514"/>
              <a:gd name="connsiteX26" fmla="*/ 6420887 w 6904359"/>
              <a:gd name="connsiteY26" fmla="*/ 1508783 h 4274514"/>
              <a:gd name="connsiteX27" fmla="*/ 6154545 w 6904359"/>
              <a:gd name="connsiteY27" fmla="*/ 1194228 h 4274514"/>
              <a:gd name="connsiteX28" fmla="*/ 5917122 w 6904359"/>
              <a:gd name="connsiteY28" fmla="*/ 1072997 h 4274514"/>
              <a:gd name="connsiteX29" fmla="*/ 5593272 w 6904359"/>
              <a:gd name="connsiteY29" fmla="*/ 1053612 h 4274514"/>
              <a:gd name="connsiteX30" fmla="*/ 5411238 w 6904359"/>
              <a:gd name="connsiteY30" fmla="*/ 1129812 h 4274514"/>
              <a:gd name="connsiteX31" fmla="*/ 5292705 w 6904359"/>
              <a:gd name="connsiteY31" fmla="*/ 1248344 h 4274514"/>
              <a:gd name="connsiteX32" fmla="*/ 5081038 w 6904359"/>
              <a:gd name="connsiteY32" fmla="*/ 1629344 h 4274514"/>
              <a:gd name="connsiteX33" fmla="*/ 4903238 w 6904359"/>
              <a:gd name="connsiteY33" fmla="*/ 1781745 h 4274514"/>
              <a:gd name="connsiteX34" fmla="*/ 4539172 w 6904359"/>
              <a:gd name="connsiteY34" fmla="*/ 1946360 h 4274514"/>
              <a:gd name="connsiteX35" fmla="*/ 3764472 w 6904359"/>
              <a:gd name="connsiteY35" fmla="*/ 1983977 h 4274514"/>
              <a:gd name="connsiteX36" fmla="*/ 2803505 w 6904359"/>
              <a:gd name="connsiteY36" fmla="*/ 2164558 h 4274514"/>
              <a:gd name="connsiteX37" fmla="*/ 1922972 w 6904359"/>
              <a:gd name="connsiteY37" fmla="*/ 2881507 h 4274514"/>
              <a:gd name="connsiteX38" fmla="*/ 1368405 w 6904359"/>
              <a:gd name="connsiteY38" fmla="*/ 3582585 h 4274514"/>
              <a:gd name="connsiteX39" fmla="*/ 479405 w 6904359"/>
              <a:gd name="connsiteY39" fmla="*/ 4127422 h 4274514"/>
              <a:gd name="connsiteX40" fmla="*/ 54555 w 6904359"/>
              <a:gd name="connsiteY40" fmla="*/ 4139682 h 4274514"/>
              <a:gd name="connsiteX41" fmla="*/ 1083 w 6904359"/>
              <a:gd name="connsiteY41" fmla="*/ 2893817 h 4274514"/>
              <a:gd name="connsiteX42" fmla="*/ 30315 w 6904359"/>
              <a:gd name="connsiteY42" fmla="*/ 2509670 h 4274514"/>
              <a:gd name="connsiteX0" fmla="*/ 30315 w 6904359"/>
              <a:gd name="connsiteY0" fmla="*/ 2509670 h 4251182"/>
              <a:gd name="connsiteX1" fmla="*/ 160290 w 6904359"/>
              <a:gd name="connsiteY1" fmla="*/ 2457461 h 4251182"/>
              <a:gd name="connsiteX2" fmla="*/ 160825 w 6904359"/>
              <a:gd name="connsiteY2" fmla="*/ 3290740 h 4251182"/>
              <a:gd name="connsiteX3" fmla="*/ 208949 w 6904359"/>
              <a:gd name="connsiteY3" fmla="*/ 3907327 h 4251182"/>
              <a:gd name="connsiteX4" fmla="*/ 334080 w 6904359"/>
              <a:gd name="connsiteY4" fmla="*/ 3984400 h 4251182"/>
              <a:gd name="connsiteX5" fmla="*/ 2240472 w 6904359"/>
              <a:gd name="connsiteY5" fmla="*/ 68134 h 4251182"/>
              <a:gd name="connsiteX6" fmla="*/ 3413105 w 6904359"/>
              <a:gd name="connsiteY6" fmla="*/ 1510811 h 4251182"/>
              <a:gd name="connsiteX7" fmla="*/ 4810105 w 6904359"/>
              <a:gd name="connsiteY7" fmla="*/ 1705545 h 4251182"/>
              <a:gd name="connsiteX8" fmla="*/ 5309638 w 6904359"/>
              <a:gd name="connsiteY8" fmla="*/ 1070545 h 4251182"/>
              <a:gd name="connsiteX9" fmla="*/ 5874789 w 6904359"/>
              <a:gd name="connsiteY9" fmla="*/ 968991 h 4251182"/>
              <a:gd name="connsiteX10" fmla="*/ 6304472 w 6904359"/>
              <a:gd name="connsiteY10" fmla="*/ 1224525 h 4251182"/>
              <a:gd name="connsiteX11" fmla="*/ 6465694 w 6904359"/>
              <a:gd name="connsiteY11" fmla="*/ 1419410 h 4251182"/>
              <a:gd name="connsiteX12" fmla="*/ 6618094 w 6904359"/>
              <a:gd name="connsiteY12" fmla="*/ 1499312 h 4251182"/>
              <a:gd name="connsiteX13" fmla="*/ 6732394 w 6904359"/>
              <a:gd name="connsiteY13" fmla="*/ 1470257 h 4251182"/>
              <a:gd name="connsiteX14" fmla="*/ 6761672 w 6904359"/>
              <a:gd name="connsiteY14" fmla="*/ 1326218 h 4251182"/>
              <a:gd name="connsiteX15" fmla="*/ 6732395 w 6904359"/>
              <a:gd name="connsiteY15" fmla="*/ 1186968 h 4251182"/>
              <a:gd name="connsiteX16" fmla="*/ 6662546 w 6904359"/>
              <a:gd name="connsiteY16" fmla="*/ 1099801 h 4251182"/>
              <a:gd name="connsiteX17" fmla="*/ 6618096 w 6904359"/>
              <a:gd name="connsiteY17" fmla="*/ 990843 h 4251182"/>
              <a:gd name="connsiteX18" fmla="*/ 6599046 w 6904359"/>
              <a:gd name="connsiteY18" fmla="*/ 823773 h 4251182"/>
              <a:gd name="connsiteX19" fmla="*/ 6745095 w 6904359"/>
              <a:gd name="connsiteY19" fmla="*/ 809248 h 4251182"/>
              <a:gd name="connsiteX20" fmla="*/ 6897138 w 6904359"/>
              <a:gd name="connsiteY20" fmla="*/ 822510 h 4251182"/>
              <a:gd name="connsiteX21" fmla="*/ 6878446 w 6904359"/>
              <a:gd name="connsiteY21" fmla="*/ 1048953 h 4251182"/>
              <a:gd name="connsiteX22" fmla="*/ 6833996 w 6904359"/>
              <a:gd name="connsiteY22" fmla="*/ 1201494 h 4251182"/>
              <a:gd name="connsiteX23" fmla="*/ 6821295 w 6904359"/>
              <a:gd name="connsiteY23" fmla="*/ 1455729 h 4251182"/>
              <a:gd name="connsiteX24" fmla="*/ 6745095 w 6904359"/>
              <a:gd name="connsiteY24" fmla="*/ 1571952 h 4251182"/>
              <a:gd name="connsiteX25" fmla="*/ 6634672 w 6904359"/>
              <a:gd name="connsiteY25" fmla="*/ 1593544 h 4251182"/>
              <a:gd name="connsiteX26" fmla="*/ 6420887 w 6904359"/>
              <a:gd name="connsiteY26" fmla="*/ 1508783 h 4251182"/>
              <a:gd name="connsiteX27" fmla="*/ 6154545 w 6904359"/>
              <a:gd name="connsiteY27" fmla="*/ 1194228 h 4251182"/>
              <a:gd name="connsiteX28" fmla="*/ 5917122 w 6904359"/>
              <a:gd name="connsiteY28" fmla="*/ 1072997 h 4251182"/>
              <a:gd name="connsiteX29" fmla="*/ 5593272 w 6904359"/>
              <a:gd name="connsiteY29" fmla="*/ 1053612 h 4251182"/>
              <a:gd name="connsiteX30" fmla="*/ 5411238 w 6904359"/>
              <a:gd name="connsiteY30" fmla="*/ 1129812 h 4251182"/>
              <a:gd name="connsiteX31" fmla="*/ 5292705 w 6904359"/>
              <a:gd name="connsiteY31" fmla="*/ 1248344 h 4251182"/>
              <a:gd name="connsiteX32" fmla="*/ 5081038 w 6904359"/>
              <a:gd name="connsiteY32" fmla="*/ 1629344 h 4251182"/>
              <a:gd name="connsiteX33" fmla="*/ 4903238 w 6904359"/>
              <a:gd name="connsiteY33" fmla="*/ 1781745 h 4251182"/>
              <a:gd name="connsiteX34" fmla="*/ 4539172 w 6904359"/>
              <a:gd name="connsiteY34" fmla="*/ 1946360 h 4251182"/>
              <a:gd name="connsiteX35" fmla="*/ 3764472 w 6904359"/>
              <a:gd name="connsiteY35" fmla="*/ 1983977 h 4251182"/>
              <a:gd name="connsiteX36" fmla="*/ 2803505 w 6904359"/>
              <a:gd name="connsiteY36" fmla="*/ 2164558 h 4251182"/>
              <a:gd name="connsiteX37" fmla="*/ 1922972 w 6904359"/>
              <a:gd name="connsiteY37" fmla="*/ 2881507 h 4251182"/>
              <a:gd name="connsiteX38" fmla="*/ 1368405 w 6904359"/>
              <a:gd name="connsiteY38" fmla="*/ 3582585 h 4251182"/>
              <a:gd name="connsiteX39" fmla="*/ 479405 w 6904359"/>
              <a:gd name="connsiteY39" fmla="*/ 4127422 h 4251182"/>
              <a:gd name="connsiteX40" fmla="*/ 54555 w 6904359"/>
              <a:gd name="connsiteY40" fmla="*/ 4139682 h 4251182"/>
              <a:gd name="connsiteX41" fmla="*/ 1083 w 6904359"/>
              <a:gd name="connsiteY41" fmla="*/ 2893817 h 4251182"/>
              <a:gd name="connsiteX42" fmla="*/ 30315 w 6904359"/>
              <a:gd name="connsiteY42" fmla="*/ 2509670 h 4251182"/>
              <a:gd name="connsiteX0" fmla="*/ 30315 w 6904359"/>
              <a:gd name="connsiteY0" fmla="*/ 2489964 h 4153886"/>
              <a:gd name="connsiteX1" fmla="*/ 160290 w 6904359"/>
              <a:gd name="connsiteY1" fmla="*/ 2437755 h 4153886"/>
              <a:gd name="connsiteX2" fmla="*/ 160825 w 6904359"/>
              <a:gd name="connsiteY2" fmla="*/ 3271034 h 4153886"/>
              <a:gd name="connsiteX3" fmla="*/ 208949 w 6904359"/>
              <a:gd name="connsiteY3" fmla="*/ 3887621 h 4153886"/>
              <a:gd name="connsiteX4" fmla="*/ 930846 w 6904359"/>
              <a:gd name="connsiteY4" fmla="*/ 3502253 h 4153886"/>
              <a:gd name="connsiteX5" fmla="*/ 2240472 w 6904359"/>
              <a:gd name="connsiteY5" fmla="*/ 48428 h 4153886"/>
              <a:gd name="connsiteX6" fmla="*/ 3413105 w 6904359"/>
              <a:gd name="connsiteY6" fmla="*/ 1491105 h 4153886"/>
              <a:gd name="connsiteX7" fmla="*/ 4810105 w 6904359"/>
              <a:gd name="connsiteY7" fmla="*/ 1685839 h 4153886"/>
              <a:gd name="connsiteX8" fmla="*/ 5309638 w 6904359"/>
              <a:gd name="connsiteY8" fmla="*/ 1050839 h 4153886"/>
              <a:gd name="connsiteX9" fmla="*/ 5874789 w 6904359"/>
              <a:gd name="connsiteY9" fmla="*/ 949285 h 4153886"/>
              <a:gd name="connsiteX10" fmla="*/ 6304472 w 6904359"/>
              <a:gd name="connsiteY10" fmla="*/ 1204819 h 4153886"/>
              <a:gd name="connsiteX11" fmla="*/ 6465694 w 6904359"/>
              <a:gd name="connsiteY11" fmla="*/ 1399704 h 4153886"/>
              <a:gd name="connsiteX12" fmla="*/ 6618094 w 6904359"/>
              <a:gd name="connsiteY12" fmla="*/ 1479606 h 4153886"/>
              <a:gd name="connsiteX13" fmla="*/ 6732394 w 6904359"/>
              <a:gd name="connsiteY13" fmla="*/ 1450551 h 4153886"/>
              <a:gd name="connsiteX14" fmla="*/ 6761672 w 6904359"/>
              <a:gd name="connsiteY14" fmla="*/ 1306512 h 4153886"/>
              <a:gd name="connsiteX15" fmla="*/ 6732395 w 6904359"/>
              <a:gd name="connsiteY15" fmla="*/ 1167262 h 4153886"/>
              <a:gd name="connsiteX16" fmla="*/ 6662546 w 6904359"/>
              <a:gd name="connsiteY16" fmla="*/ 1080095 h 4153886"/>
              <a:gd name="connsiteX17" fmla="*/ 6618096 w 6904359"/>
              <a:gd name="connsiteY17" fmla="*/ 971137 h 4153886"/>
              <a:gd name="connsiteX18" fmla="*/ 6599046 w 6904359"/>
              <a:gd name="connsiteY18" fmla="*/ 804067 h 4153886"/>
              <a:gd name="connsiteX19" fmla="*/ 6745095 w 6904359"/>
              <a:gd name="connsiteY19" fmla="*/ 789542 h 4153886"/>
              <a:gd name="connsiteX20" fmla="*/ 6897138 w 6904359"/>
              <a:gd name="connsiteY20" fmla="*/ 802804 h 4153886"/>
              <a:gd name="connsiteX21" fmla="*/ 6878446 w 6904359"/>
              <a:gd name="connsiteY21" fmla="*/ 1029247 h 4153886"/>
              <a:gd name="connsiteX22" fmla="*/ 6833996 w 6904359"/>
              <a:gd name="connsiteY22" fmla="*/ 1181788 h 4153886"/>
              <a:gd name="connsiteX23" fmla="*/ 6821295 w 6904359"/>
              <a:gd name="connsiteY23" fmla="*/ 1436023 h 4153886"/>
              <a:gd name="connsiteX24" fmla="*/ 6745095 w 6904359"/>
              <a:gd name="connsiteY24" fmla="*/ 1552246 h 4153886"/>
              <a:gd name="connsiteX25" fmla="*/ 6634672 w 6904359"/>
              <a:gd name="connsiteY25" fmla="*/ 1573838 h 4153886"/>
              <a:gd name="connsiteX26" fmla="*/ 6420887 w 6904359"/>
              <a:gd name="connsiteY26" fmla="*/ 1489077 h 4153886"/>
              <a:gd name="connsiteX27" fmla="*/ 6154545 w 6904359"/>
              <a:gd name="connsiteY27" fmla="*/ 1174522 h 4153886"/>
              <a:gd name="connsiteX28" fmla="*/ 5917122 w 6904359"/>
              <a:gd name="connsiteY28" fmla="*/ 1053291 h 4153886"/>
              <a:gd name="connsiteX29" fmla="*/ 5593272 w 6904359"/>
              <a:gd name="connsiteY29" fmla="*/ 1033906 h 4153886"/>
              <a:gd name="connsiteX30" fmla="*/ 5411238 w 6904359"/>
              <a:gd name="connsiteY30" fmla="*/ 1110106 h 4153886"/>
              <a:gd name="connsiteX31" fmla="*/ 5292705 w 6904359"/>
              <a:gd name="connsiteY31" fmla="*/ 1228638 h 4153886"/>
              <a:gd name="connsiteX32" fmla="*/ 5081038 w 6904359"/>
              <a:gd name="connsiteY32" fmla="*/ 1609638 h 4153886"/>
              <a:gd name="connsiteX33" fmla="*/ 4903238 w 6904359"/>
              <a:gd name="connsiteY33" fmla="*/ 1762039 h 4153886"/>
              <a:gd name="connsiteX34" fmla="*/ 4539172 w 6904359"/>
              <a:gd name="connsiteY34" fmla="*/ 1926654 h 4153886"/>
              <a:gd name="connsiteX35" fmla="*/ 3764472 w 6904359"/>
              <a:gd name="connsiteY35" fmla="*/ 1964271 h 4153886"/>
              <a:gd name="connsiteX36" fmla="*/ 2803505 w 6904359"/>
              <a:gd name="connsiteY36" fmla="*/ 2144852 h 4153886"/>
              <a:gd name="connsiteX37" fmla="*/ 1922972 w 6904359"/>
              <a:gd name="connsiteY37" fmla="*/ 2861801 h 4153886"/>
              <a:gd name="connsiteX38" fmla="*/ 1368405 w 6904359"/>
              <a:gd name="connsiteY38" fmla="*/ 3562879 h 4153886"/>
              <a:gd name="connsiteX39" fmla="*/ 479405 w 6904359"/>
              <a:gd name="connsiteY39" fmla="*/ 4107716 h 4153886"/>
              <a:gd name="connsiteX40" fmla="*/ 54555 w 6904359"/>
              <a:gd name="connsiteY40" fmla="*/ 4119976 h 4153886"/>
              <a:gd name="connsiteX41" fmla="*/ 1083 w 6904359"/>
              <a:gd name="connsiteY41" fmla="*/ 2874111 h 4153886"/>
              <a:gd name="connsiteX42" fmla="*/ 30315 w 6904359"/>
              <a:gd name="connsiteY42" fmla="*/ 2489964 h 4153886"/>
              <a:gd name="connsiteX0" fmla="*/ 30315 w 6904359"/>
              <a:gd name="connsiteY0" fmla="*/ 2489964 h 4153887"/>
              <a:gd name="connsiteX1" fmla="*/ 160290 w 6904359"/>
              <a:gd name="connsiteY1" fmla="*/ 2437755 h 4153887"/>
              <a:gd name="connsiteX2" fmla="*/ 160825 w 6904359"/>
              <a:gd name="connsiteY2" fmla="*/ 3271034 h 4153887"/>
              <a:gd name="connsiteX3" fmla="*/ 160822 w 6904359"/>
              <a:gd name="connsiteY3" fmla="*/ 3887621 h 4153887"/>
              <a:gd name="connsiteX4" fmla="*/ 930846 w 6904359"/>
              <a:gd name="connsiteY4" fmla="*/ 3502253 h 4153887"/>
              <a:gd name="connsiteX5" fmla="*/ 2240472 w 6904359"/>
              <a:gd name="connsiteY5" fmla="*/ 48428 h 4153887"/>
              <a:gd name="connsiteX6" fmla="*/ 3413105 w 6904359"/>
              <a:gd name="connsiteY6" fmla="*/ 1491105 h 4153887"/>
              <a:gd name="connsiteX7" fmla="*/ 4810105 w 6904359"/>
              <a:gd name="connsiteY7" fmla="*/ 1685839 h 4153887"/>
              <a:gd name="connsiteX8" fmla="*/ 5309638 w 6904359"/>
              <a:gd name="connsiteY8" fmla="*/ 1050839 h 4153887"/>
              <a:gd name="connsiteX9" fmla="*/ 5874789 w 6904359"/>
              <a:gd name="connsiteY9" fmla="*/ 949285 h 4153887"/>
              <a:gd name="connsiteX10" fmla="*/ 6304472 w 6904359"/>
              <a:gd name="connsiteY10" fmla="*/ 1204819 h 4153887"/>
              <a:gd name="connsiteX11" fmla="*/ 6465694 w 6904359"/>
              <a:gd name="connsiteY11" fmla="*/ 1399704 h 4153887"/>
              <a:gd name="connsiteX12" fmla="*/ 6618094 w 6904359"/>
              <a:gd name="connsiteY12" fmla="*/ 1479606 h 4153887"/>
              <a:gd name="connsiteX13" fmla="*/ 6732394 w 6904359"/>
              <a:gd name="connsiteY13" fmla="*/ 1450551 h 4153887"/>
              <a:gd name="connsiteX14" fmla="*/ 6761672 w 6904359"/>
              <a:gd name="connsiteY14" fmla="*/ 1306512 h 4153887"/>
              <a:gd name="connsiteX15" fmla="*/ 6732395 w 6904359"/>
              <a:gd name="connsiteY15" fmla="*/ 1167262 h 4153887"/>
              <a:gd name="connsiteX16" fmla="*/ 6662546 w 6904359"/>
              <a:gd name="connsiteY16" fmla="*/ 1080095 h 4153887"/>
              <a:gd name="connsiteX17" fmla="*/ 6618096 w 6904359"/>
              <a:gd name="connsiteY17" fmla="*/ 971137 h 4153887"/>
              <a:gd name="connsiteX18" fmla="*/ 6599046 w 6904359"/>
              <a:gd name="connsiteY18" fmla="*/ 804067 h 4153887"/>
              <a:gd name="connsiteX19" fmla="*/ 6745095 w 6904359"/>
              <a:gd name="connsiteY19" fmla="*/ 789542 h 4153887"/>
              <a:gd name="connsiteX20" fmla="*/ 6897138 w 6904359"/>
              <a:gd name="connsiteY20" fmla="*/ 802804 h 4153887"/>
              <a:gd name="connsiteX21" fmla="*/ 6878446 w 6904359"/>
              <a:gd name="connsiteY21" fmla="*/ 1029247 h 4153887"/>
              <a:gd name="connsiteX22" fmla="*/ 6833996 w 6904359"/>
              <a:gd name="connsiteY22" fmla="*/ 1181788 h 4153887"/>
              <a:gd name="connsiteX23" fmla="*/ 6821295 w 6904359"/>
              <a:gd name="connsiteY23" fmla="*/ 1436023 h 4153887"/>
              <a:gd name="connsiteX24" fmla="*/ 6745095 w 6904359"/>
              <a:gd name="connsiteY24" fmla="*/ 1552246 h 4153887"/>
              <a:gd name="connsiteX25" fmla="*/ 6634672 w 6904359"/>
              <a:gd name="connsiteY25" fmla="*/ 1573838 h 4153887"/>
              <a:gd name="connsiteX26" fmla="*/ 6420887 w 6904359"/>
              <a:gd name="connsiteY26" fmla="*/ 1489077 h 4153887"/>
              <a:gd name="connsiteX27" fmla="*/ 6154545 w 6904359"/>
              <a:gd name="connsiteY27" fmla="*/ 1174522 h 4153887"/>
              <a:gd name="connsiteX28" fmla="*/ 5917122 w 6904359"/>
              <a:gd name="connsiteY28" fmla="*/ 1053291 h 4153887"/>
              <a:gd name="connsiteX29" fmla="*/ 5593272 w 6904359"/>
              <a:gd name="connsiteY29" fmla="*/ 1033906 h 4153887"/>
              <a:gd name="connsiteX30" fmla="*/ 5411238 w 6904359"/>
              <a:gd name="connsiteY30" fmla="*/ 1110106 h 4153887"/>
              <a:gd name="connsiteX31" fmla="*/ 5292705 w 6904359"/>
              <a:gd name="connsiteY31" fmla="*/ 1228638 h 4153887"/>
              <a:gd name="connsiteX32" fmla="*/ 5081038 w 6904359"/>
              <a:gd name="connsiteY32" fmla="*/ 1609638 h 4153887"/>
              <a:gd name="connsiteX33" fmla="*/ 4903238 w 6904359"/>
              <a:gd name="connsiteY33" fmla="*/ 1762039 h 4153887"/>
              <a:gd name="connsiteX34" fmla="*/ 4539172 w 6904359"/>
              <a:gd name="connsiteY34" fmla="*/ 1926654 h 4153887"/>
              <a:gd name="connsiteX35" fmla="*/ 3764472 w 6904359"/>
              <a:gd name="connsiteY35" fmla="*/ 1964271 h 4153887"/>
              <a:gd name="connsiteX36" fmla="*/ 2803505 w 6904359"/>
              <a:gd name="connsiteY36" fmla="*/ 2144852 h 4153887"/>
              <a:gd name="connsiteX37" fmla="*/ 1922972 w 6904359"/>
              <a:gd name="connsiteY37" fmla="*/ 2861801 h 4153887"/>
              <a:gd name="connsiteX38" fmla="*/ 1368405 w 6904359"/>
              <a:gd name="connsiteY38" fmla="*/ 3562879 h 4153887"/>
              <a:gd name="connsiteX39" fmla="*/ 479405 w 6904359"/>
              <a:gd name="connsiteY39" fmla="*/ 4107716 h 4153887"/>
              <a:gd name="connsiteX40" fmla="*/ 54555 w 6904359"/>
              <a:gd name="connsiteY40" fmla="*/ 4119976 h 4153887"/>
              <a:gd name="connsiteX41" fmla="*/ 1083 w 6904359"/>
              <a:gd name="connsiteY41" fmla="*/ 2874111 h 4153887"/>
              <a:gd name="connsiteX42" fmla="*/ 30315 w 6904359"/>
              <a:gd name="connsiteY42" fmla="*/ 2489964 h 4153887"/>
              <a:gd name="connsiteX0" fmla="*/ 30315 w 6904359"/>
              <a:gd name="connsiteY0" fmla="*/ 2489964 h 4153887"/>
              <a:gd name="connsiteX1" fmla="*/ 160290 w 6904359"/>
              <a:gd name="connsiteY1" fmla="*/ 2437755 h 4153887"/>
              <a:gd name="connsiteX2" fmla="*/ 160825 w 6904359"/>
              <a:gd name="connsiteY2" fmla="*/ 3271034 h 4153887"/>
              <a:gd name="connsiteX3" fmla="*/ 160822 w 6904359"/>
              <a:gd name="connsiteY3" fmla="*/ 3887621 h 4153887"/>
              <a:gd name="connsiteX4" fmla="*/ 930846 w 6904359"/>
              <a:gd name="connsiteY4" fmla="*/ 3502253 h 4153887"/>
              <a:gd name="connsiteX5" fmla="*/ 2240472 w 6904359"/>
              <a:gd name="connsiteY5" fmla="*/ 48428 h 4153887"/>
              <a:gd name="connsiteX6" fmla="*/ 3413105 w 6904359"/>
              <a:gd name="connsiteY6" fmla="*/ 1491105 h 4153887"/>
              <a:gd name="connsiteX7" fmla="*/ 4810105 w 6904359"/>
              <a:gd name="connsiteY7" fmla="*/ 1685839 h 4153887"/>
              <a:gd name="connsiteX8" fmla="*/ 5309638 w 6904359"/>
              <a:gd name="connsiteY8" fmla="*/ 1050839 h 4153887"/>
              <a:gd name="connsiteX9" fmla="*/ 5874789 w 6904359"/>
              <a:gd name="connsiteY9" fmla="*/ 949285 h 4153887"/>
              <a:gd name="connsiteX10" fmla="*/ 6304472 w 6904359"/>
              <a:gd name="connsiteY10" fmla="*/ 1204819 h 4153887"/>
              <a:gd name="connsiteX11" fmla="*/ 6465694 w 6904359"/>
              <a:gd name="connsiteY11" fmla="*/ 1399704 h 4153887"/>
              <a:gd name="connsiteX12" fmla="*/ 6618094 w 6904359"/>
              <a:gd name="connsiteY12" fmla="*/ 1479606 h 4153887"/>
              <a:gd name="connsiteX13" fmla="*/ 6732394 w 6904359"/>
              <a:gd name="connsiteY13" fmla="*/ 1450551 h 4153887"/>
              <a:gd name="connsiteX14" fmla="*/ 6761672 w 6904359"/>
              <a:gd name="connsiteY14" fmla="*/ 1306512 h 4153887"/>
              <a:gd name="connsiteX15" fmla="*/ 6732395 w 6904359"/>
              <a:gd name="connsiteY15" fmla="*/ 1167262 h 4153887"/>
              <a:gd name="connsiteX16" fmla="*/ 6662546 w 6904359"/>
              <a:gd name="connsiteY16" fmla="*/ 1080095 h 4153887"/>
              <a:gd name="connsiteX17" fmla="*/ 6618096 w 6904359"/>
              <a:gd name="connsiteY17" fmla="*/ 971137 h 4153887"/>
              <a:gd name="connsiteX18" fmla="*/ 6599046 w 6904359"/>
              <a:gd name="connsiteY18" fmla="*/ 804067 h 4153887"/>
              <a:gd name="connsiteX19" fmla="*/ 6745095 w 6904359"/>
              <a:gd name="connsiteY19" fmla="*/ 789542 h 4153887"/>
              <a:gd name="connsiteX20" fmla="*/ 6897138 w 6904359"/>
              <a:gd name="connsiteY20" fmla="*/ 802804 h 4153887"/>
              <a:gd name="connsiteX21" fmla="*/ 6878446 w 6904359"/>
              <a:gd name="connsiteY21" fmla="*/ 1029247 h 4153887"/>
              <a:gd name="connsiteX22" fmla="*/ 6833996 w 6904359"/>
              <a:gd name="connsiteY22" fmla="*/ 1181788 h 4153887"/>
              <a:gd name="connsiteX23" fmla="*/ 6821295 w 6904359"/>
              <a:gd name="connsiteY23" fmla="*/ 1436023 h 4153887"/>
              <a:gd name="connsiteX24" fmla="*/ 6745095 w 6904359"/>
              <a:gd name="connsiteY24" fmla="*/ 1552246 h 4153887"/>
              <a:gd name="connsiteX25" fmla="*/ 6634672 w 6904359"/>
              <a:gd name="connsiteY25" fmla="*/ 1573838 h 4153887"/>
              <a:gd name="connsiteX26" fmla="*/ 6420887 w 6904359"/>
              <a:gd name="connsiteY26" fmla="*/ 1489077 h 4153887"/>
              <a:gd name="connsiteX27" fmla="*/ 6154545 w 6904359"/>
              <a:gd name="connsiteY27" fmla="*/ 1174522 h 4153887"/>
              <a:gd name="connsiteX28" fmla="*/ 5917122 w 6904359"/>
              <a:gd name="connsiteY28" fmla="*/ 1053291 h 4153887"/>
              <a:gd name="connsiteX29" fmla="*/ 5593272 w 6904359"/>
              <a:gd name="connsiteY29" fmla="*/ 1033906 h 4153887"/>
              <a:gd name="connsiteX30" fmla="*/ 5411238 w 6904359"/>
              <a:gd name="connsiteY30" fmla="*/ 1110106 h 4153887"/>
              <a:gd name="connsiteX31" fmla="*/ 5292705 w 6904359"/>
              <a:gd name="connsiteY31" fmla="*/ 1228638 h 4153887"/>
              <a:gd name="connsiteX32" fmla="*/ 5081038 w 6904359"/>
              <a:gd name="connsiteY32" fmla="*/ 1609638 h 4153887"/>
              <a:gd name="connsiteX33" fmla="*/ 4903238 w 6904359"/>
              <a:gd name="connsiteY33" fmla="*/ 1762039 h 4153887"/>
              <a:gd name="connsiteX34" fmla="*/ 4539172 w 6904359"/>
              <a:gd name="connsiteY34" fmla="*/ 1926654 h 4153887"/>
              <a:gd name="connsiteX35" fmla="*/ 3764472 w 6904359"/>
              <a:gd name="connsiteY35" fmla="*/ 1964271 h 4153887"/>
              <a:gd name="connsiteX36" fmla="*/ 2803505 w 6904359"/>
              <a:gd name="connsiteY36" fmla="*/ 2144852 h 4153887"/>
              <a:gd name="connsiteX37" fmla="*/ 1922972 w 6904359"/>
              <a:gd name="connsiteY37" fmla="*/ 2861801 h 4153887"/>
              <a:gd name="connsiteX38" fmla="*/ 1368405 w 6904359"/>
              <a:gd name="connsiteY38" fmla="*/ 3562879 h 4153887"/>
              <a:gd name="connsiteX39" fmla="*/ 479405 w 6904359"/>
              <a:gd name="connsiteY39" fmla="*/ 4107716 h 4153887"/>
              <a:gd name="connsiteX40" fmla="*/ 54555 w 6904359"/>
              <a:gd name="connsiteY40" fmla="*/ 4119976 h 4153887"/>
              <a:gd name="connsiteX41" fmla="*/ 1083 w 6904359"/>
              <a:gd name="connsiteY41" fmla="*/ 2874111 h 4153887"/>
              <a:gd name="connsiteX42" fmla="*/ 30315 w 6904359"/>
              <a:gd name="connsiteY42" fmla="*/ 2489964 h 4153887"/>
              <a:gd name="connsiteX0" fmla="*/ 30315 w 6904359"/>
              <a:gd name="connsiteY0" fmla="*/ 2489964 h 4153887"/>
              <a:gd name="connsiteX1" fmla="*/ 160290 w 6904359"/>
              <a:gd name="connsiteY1" fmla="*/ 2437755 h 4153887"/>
              <a:gd name="connsiteX2" fmla="*/ 160825 w 6904359"/>
              <a:gd name="connsiteY2" fmla="*/ 3271034 h 4153887"/>
              <a:gd name="connsiteX3" fmla="*/ 228198 w 6904359"/>
              <a:gd name="connsiteY3" fmla="*/ 3953684 h 4153887"/>
              <a:gd name="connsiteX4" fmla="*/ 930846 w 6904359"/>
              <a:gd name="connsiteY4" fmla="*/ 3502253 h 4153887"/>
              <a:gd name="connsiteX5" fmla="*/ 2240472 w 6904359"/>
              <a:gd name="connsiteY5" fmla="*/ 48428 h 4153887"/>
              <a:gd name="connsiteX6" fmla="*/ 3413105 w 6904359"/>
              <a:gd name="connsiteY6" fmla="*/ 1491105 h 4153887"/>
              <a:gd name="connsiteX7" fmla="*/ 4810105 w 6904359"/>
              <a:gd name="connsiteY7" fmla="*/ 1685839 h 4153887"/>
              <a:gd name="connsiteX8" fmla="*/ 5309638 w 6904359"/>
              <a:gd name="connsiteY8" fmla="*/ 1050839 h 4153887"/>
              <a:gd name="connsiteX9" fmla="*/ 5874789 w 6904359"/>
              <a:gd name="connsiteY9" fmla="*/ 949285 h 4153887"/>
              <a:gd name="connsiteX10" fmla="*/ 6304472 w 6904359"/>
              <a:gd name="connsiteY10" fmla="*/ 1204819 h 4153887"/>
              <a:gd name="connsiteX11" fmla="*/ 6465694 w 6904359"/>
              <a:gd name="connsiteY11" fmla="*/ 1399704 h 4153887"/>
              <a:gd name="connsiteX12" fmla="*/ 6618094 w 6904359"/>
              <a:gd name="connsiteY12" fmla="*/ 1479606 h 4153887"/>
              <a:gd name="connsiteX13" fmla="*/ 6732394 w 6904359"/>
              <a:gd name="connsiteY13" fmla="*/ 1450551 h 4153887"/>
              <a:gd name="connsiteX14" fmla="*/ 6761672 w 6904359"/>
              <a:gd name="connsiteY14" fmla="*/ 1306512 h 4153887"/>
              <a:gd name="connsiteX15" fmla="*/ 6732395 w 6904359"/>
              <a:gd name="connsiteY15" fmla="*/ 1167262 h 4153887"/>
              <a:gd name="connsiteX16" fmla="*/ 6662546 w 6904359"/>
              <a:gd name="connsiteY16" fmla="*/ 1080095 h 4153887"/>
              <a:gd name="connsiteX17" fmla="*/ 6618096 w 6904359"/>
              <a:gd name="connsiteY17" fmla="*/ 971137 h 4153887"/>
              <a:gd name="connsiteX18" fmla="*/ 6599046 w 6904359"/>
              <a:gd name="connsiteY18" fmla="*/ 804067 h 4153887"/>
              <a:gd name="connsiteX19" fmla="*/ 6745095 w 6904359"/>
              <a:gd name="connsiteY19" fmla="*/ 789542 h 4153887"/>
              <a:gd name="connsiteX20" fmla="*/ 6897138 w 6904359"/>
              <a:gd name="connsiteY20" fmla="*/ 802804 h 4153887"/>
              <a:gd name="connsiteX21" fmla="*/ 6878446 w 6904359"/>
              <a:gd name="connsiteY21" fmla="*/ 1029247 h 4153887"/>
              <a:gd name="connsiteX22" fmla="*/ 6833996 w 6904359"/>
              <a:gd name="connsiteY22" fmla="*/ 1181788 h 4153887"/>
              <a:gd name="connsiteX23" fmla="*/ 6821295 w 6904359"/>
              <a:gd name="connsiteY23" fmla="*/ 1436023 h 4153887"/>
              <a:gd name="connsiteX24" fmla="*/ 6745095 w 6904359"/>
              <a:gd name="connsiteY24" fmla="*/ 1552246 h 4153887"/>
              <a:gd name="connsiteX25" fmla="*/ 6634672 w 6904359"/>
              <a:gd name="connsiteY25" fmla="*/ 1573838 h 4153887"/>
              <a:gd name="connsiteX26" fmla="*/ 6420887 w 6904359"/>
              <a:gd name="connsiteY26" fmla="*/ 1489077 h 4153887"/>
              <a:gd name="connsiteX27" fmla="*/ 6154545 w 6904359"/>
              <a:gd name="connsiteY27" fmla="*/ 1174522 h 4153887"/>
              <a:gd name="connsiteX28" fmla="*/ 5917122 w 6904359"/>
              <a:gd name="connsiteY28" fmla="*/ 1053291 h 4153887"/>
              <a:gd name="connsiteX29" fmla="*/ 5593272 w 6904359"/>
              <a:gd name="connsiteY29" fmla="*/ 1033906 h 4153887"/>
              <a:gd name="connsiteX30" fmla="*/ 5411238 w 6904359"/>
              <a:gd name="connsiteY30" fmla="*/ 1110106 h 4153887"/>
              <a:gd name="connsiteX31" fmla="*/ 5292705 w 6904359"/>
              <a:gd name="connsiteY31" fmla="*/ 1228638 h 4153887"/>
              <a:gd name="connsiteX32" fmla="*/ 5081038 w 6904359"/>
              <a:gd name="connsiteY32" fmla="*/ 1609638 h 4153887"/>
              <a:gd name="connsiteX33" fmla="*/ 4903238 w 6904359"/>
              <a:gd name="connsiteY33" fmla="*/ 1762039 h 4153887"/>
              <a:gd name="connsiteX34" fmla="*/ 4539172 w 6904359"/>
              <a:gd name="connsiteY34" fmla="*/ 1926654 h 4153887"/>
              <a:gd name="connsiteX35" fmla="*/ 3764472 w 6904359"/>
              <a:gd name="connsiteY35" fmla="*/ 1964271 h 4153887"/>
              <a:gd name="connsiteX36" fmla="*/ 2803505 w 6904359"/>
              <a:gd name="connsiteY36" fmla="*/ 2144852 h 4153887"/>
              <a:gd name="connsiteX37" fmla="*/ 1922972 w 6904359"/>
              <a:gd name="connsiteY37" fmla="*/ 2861801 h 4153887"/>
              <a:gd name="connsiteX38" fmla="*/ 1368405 w 6904359"/>
              <a:gd name="connsiteY38" fmla="*/ 3562879 h 4153887"/>
              <a:gd name="connsiteX39" fmla="*/ 479405 w 6904359"/>
              <a:gd name="connsiteY39" fmla="*/ 4107716 h 4153887"/>
              <a:gd name="connsiteX40" fmla="*/ 54555 w 6904359"/>
              <a:gd name="connsiteY40" fmla="*/ 4119976 h 4153887"/>
              <a:gd name="connsiteX41" fmla="*/ 1083 w 6904359"/>
              <a:gd name="connsiteY41" fmla="*/ 2874111 h 4153887"/>
              <a:gd name="connsiteX42" fmla="*/ 30315 w 6904359"/>
              <a:gd name="connsiteY42" fmla="*/ 2489964 h 4153887"/>
              <a:gd name="connsiteX0" fmla="*/ 30315 w 6904359"/>
              <a:gd name="connsiteY0" fmla="*/ 2489964 h 4153887"/>
              <a:gd name="connsiteX1" fmla="*/ 160290 w 6904359"/>
              <a:gd name="connsiteY1" fmla="*/ 2437755 h 4153887"/>
              <a:gd name="connsiteX2" fmla="*/ 160825 w 6904359"/>
              <a:gd name="connsiteY2" fmla="*/ 3271034 h 4153887"/>
              <a:gd name="connsiteX3" fmla="*/ 228198 w 6904359"/>
              <a:gd name="connsiteY3" fmla="*/ 3953684 h 4153887"/>
              <a:gd name="connsiteX4" fmla="*/ 930846 w 6904359"/>
              <a:gd name="connsiteY4" fmla="*/ 3502253 h 4153887"/>
              <a:gd name="connsiteX5" fmla="*/ 2240472 w 6904359"/>
              <a:gd name="connsiteY5" fmla="*/ 48428 h 4153887"/>
              <a:gd name="connsiteX6" fmla="*/ 3413105 w 6904359"/>
              <a:gd name="connsiteY6" fmla="*/ 1491105 h 4153887"/>
              <a:gd name="connsiteX7" fmla="*/ 4810105 w 6904359"/>
              <a:gd name="connsiteY7" fmla="*/ 1685839 h 4153887"/>
              <a:gd name="connsiteX8" fmla="*/ 5309638 w 6904359"/>
              <a:gd name="connsiteY8" fmla="*/ 1050839 h 4153887"/>
              <a:gd name="connsiteX9" fmla="*/ 5874789 w 6904359"/>
              <a:gd name="connsiteY9" fmla="*/ 949285 h 4153887"/>
              <a:gd name="connsiteX10" fmla="*/ 6304472 w 6904359"/>
              <a:gd name="connsiteY10" fmla="*/ 1204819 h 4153887"/>
              <a:gd name="connsiteX11" fmla="*/ 6465694 w 6904359"/>
              <a:gd name="connsiteY11" fmla="*/ 1399704 h 4153887"/>
              <a:gd name="connsiteX12" fmla="*/ 6618094 w 6904359"/>
              <a:gd name="connsiteY12" fmla="*/ 1479606 h 4153887"/>
              <a:gd name="connsiteX13" fmla="*/ 6732394 w 6904359"/>
              <a:gd name="connsiteY13" fmla="*/ 1450551 h 4153887"/>
              <a:gd name="connsiteX14" fmla="*/ 6761672 w 6904359"/>
              <a:gd name="connsiteY14" fmla="*/ 1306512 h 4153887"/>
              <a:gd name="connsiteX15" fmla="*/ 6732395 w 6904359"/>
              <a:gd name="connsiteY15" fmla="*/ 1167262 h 4153887"/>
              <a:gd name="connsiteX16" fmla="*/ 6662546 w 6904359"/>
              <a:gd name="connsiteY16" fmla="*/ 1080095 h 4153887"/>
              <a:gd name="connsiteX17" fmla="*/ 6618096 w 6904359"/>
              <a:gd name="connsiteY17" fmla="*/ 971137 h 4153887"/>
              <a:gd name="connsiteX18" fmla="*/ 6599046 w 6904359"/>
              <a:gd name="connsiteY18" fmla="*/ 804067 h 4153887"/>
              <a:gd name="connsiteX19" fmla="*/ 6745095 w 6904359"/>
              <a:gd name="connsiteY19" fmla="*/ 789542 h 4153887"/>
              <a:gd name="connsiteX20" fmla="*/ 6897138 w 6904359"/>
              <a:gd name="connsiteY20" fmla="*/ 802804 h 4153887"/>
              <a:gd name="connsiteX21" fmla="*/ 6878446 w 6904359"/>
              <a:gd name="connsiteY21" fmla="*/ 1029247 h 4153887"/>
              <a:gd name="connsiteX22" fmla="*/ 6833996 w 6904359"/>
              <a:gd name="connsiteY22" fmla="*/ 1181788 h 4153887"/>
              <a:gd name="connsiteX23" fmla="*/ 6821295 w 6904359"/>
              <a:gd name="connsiteY23" fmla="*/ 1436023 h 4153887"/>
              <a:gd name="connsiteX24" fmla="*/ 6745095 w 6904359"/>
              <a:gd name="connsiteY24" fmla="*/ 1552246 h 4153887"/>
              <a:gd name="connsiteX25" fmla="*/ 6634672 w 6904359"/>
              <a:gd name="connsiteY25" fmla="*/ 1573838 h 4153887"/>
              <a:gd name="connsiteX26" fmla="*/ 6420887 w 6904359"/>
              <a:gd name="connsiteY26" fmla="*/ 1489077 h 4153887"/>
              <a:gd name="connsiteX27" fmla="*/ 6154545 w 6904359"/>
              <a:gd name="connsiteY27" fmla="*/ 1174522 h 4153887"/>
              <a:gd name="connsiteX28" fmla="*/ 5917122 w 6904359"/>
              <a:gd name="connsiteY28" fmla="*/ 1053291 h 4153887"/>
              <a:gd name="connsiteX29" fmla="*/ 5593272 w 6904359"/>
              <a:gd name="connsiteY29" fmla="*/ 1033906 h 4153887"/>
              <a:gd name="connsiteX30" fmla="*/ 5411238 w 6904359"/>
              <a:gd name="connsiteY30" fmla="*/ 1110106 h 4153887"/>
              <a:gd name="connsiteX31" fmla="*/ 5292705 w 6904359"/>
              <a:gd name="connsiteY31" fmla="*/ 1228638 h 4153887"/>
              <a:gd name="connsiteX32" fmla="*/ 5081038 w 6904359"/>
              <a:gd name="connsiteY32" fmla="*/ 1609638 h 4153887"/>
              <a:gd name="connsiteX33" fmla="*/ 4903238 w 6904359"/>
              <a:gd name="connsiteY33" fmla="*/ 1762039 h 4153887"/>
              <a:gd name="connsiteX34" fmla="*/ 4539172 w 6904359"/>
              <a:gd name="connsiteY34" fmla="*/ 1926654 h 4153887"/>
              <a:gd name="connsiteX35" fmla="*/ 3764472 w 6904359"/>
              <a:gd name="connsiteY35" fmla="*/ 1964271 h 4153887"/>
              <a:gd name="connsiteX36" fmla="*/ 2803505 w 6904359"/>
              <a:gd name="connsiteY36" fmla="*/ 2144852 h 4153887"/>
              <a:gd name="connsiteX37" fmla="*/ 1922972 w 6904359"/>
              <a:gd name="connsiteY37" fmla="*/ 2861801 h 4153887"/>
              <a:gd name="connsiteX38" fmla="*/ 1368405 w 6904359"/>
              <a:gd name="connsiteY38" fmla="*/ 3562879 h 4153887"/>
              <a:gd name="connsiteX39" fmla="*/ 537157 w 6904359"/>
              <a:gd name="connsiteY39" fmla="*/ 4107716 h 4153887"/>
              <a:gd name="connsiteX40" fmla="*/ 54555 w 6904359"/>
              <a:gd name="connsiteY40" fmla="*/ 4119976 h 4153887"/>
              <a:gd name="connsiteX41" fmla="*/ 1083 w 6904359"/>
              <a:gd name="connsiteY41" fmla="*/ 2874111 h 4153887"/>
              <a:gd name="connsiteX42" fmla="*/ 30315 w 6904359"/>
              <a:gd name="connsiteY42" fmla="*/ 2489964 h 4153887"/>
              <a:gd name="connsiteX0" fmla="*/ 30315 w 6904359"/>
              <a:gd name="connsiteY0" fmla="*/ 2489964 h 4169774"/>
              <a:gd name="connsiteX1" fmla="*/ 160290 w 6904359"/>
              <a:gd name="connsiteY1" fmla="*/ 2437755 h 4169774"/>
              <a:gd name="connsiteX2" fmla="*/ 160825 w 6904359"/>
              <a:gd name="connsiteY2" fmla="*/ 3271034 h 4169774"/>
              <a:gd name="connsiteX3" fmla="*/ 228198 w 6904359"/>
              <a:gd name="connsiteY3" fmla="*/ 3953684 h 4169774"/>
              <a:gd name="connsiteX4" fmla="*/ 930846 w 6904359"/>
              <a:gd name="connsiteY4" fmla="*/ 3502253 h 4169774"/>
              <a:gd name="connsiteX5" fmla="*/ 2240472 w 6904359"/>
              <a:gd name="connsiteY5" fmla="*/ 48428 h 4169774"/>
              <a:gd name="connsiteX6" fmla="*/ 3413105 w 6904359"/>
              <a:gd name="connsiteY6" fmla="*/ 1491105 h 4169774"/>
              <a:gd name="connsiteX7" fmla="*/ 4810105 w 6904359"/>
              <a:gd name="connsiteY7" fmla="*/ 1685839 h 4169774"/>
              <a:gd name="connsiteX8" fmla="*/ 5309638 w 6904359"/>
              <a:gd name="connsiteY8" fmla="*/ 1050839 h 4169774"/>
              <a:gd name="connsiteX9" fmla="*/ 5874789 w 6904359"/>
              <a:gd name="connsiteY9" fmla="*/ 949285 h 4169774"/>
              <a:gd name="connsiteX10" fmla="*/ 6304472 w 6904359"/>
              <a:gd name="connsiteY10" fmla="*/ 1204819 h 4169774"/>
              <a:gd name="connsiteX11" fmla="*/ 6465694 w 6904359"/>
              <a:gd name="connsiteY11" fmla="*/ 1399704 h 4169774"/>
              <a:gd name="connsiteX12" fmla="*/ 6618094 w 6904359"/>
              <a:gd name="connsiteY12" fmla="*/ 1479606 h 4169774"/>
              <a:gd name="connsiteX13" fmla="*/ 6732394 w 6904359"/>
              <a:gd name="connsiteY13" fmla="*/ 1450551 h 4169774"/>
              <a:gd name="connsiteX14" fmla="*/ 6761672 w 6904359"/>
              <a:gd name="connsiteY14" fmla="*/ 1306512 h 4169774"/>
              <a:gd name="connsiteX15" fmla="*/ 6732395 w 6904359"/>
              <a:gd name="connsiteY15" fmla="*/ 1167262 h 4169774"/>
              <a:gd name="connsiteX16" fmla="*/ 6662546 w 6904359"/>
              <a:gd name="connsiteY16" fmla="*/ 1080095 h 4169774"/>
              <a:gd name="connsiteX17" fmla="*/ 6618096 w 6904359"/>
              <a:gd name="connsiteY17" fmla="*/ 971137 h 4169774"/>
              <a:gd name="connsiteX18" fmla="*/ 6599046 w 6904359"/>
              <a:gd name="connsiteY18" fmla="*/ 804067 h 4169774"/>
              <a:gd name="connsiteX19" fmla="*/ 6745095 w 6904359"/>
              <a:gd name="connsiteY19" fmla="*/ 789542 h 4169774"/>
              <a:gd name="connsiteX20" fmla="*/ 6897138 w 6904359"/>
              <a:gd name="connsiteY20" fmla="*/ 802804 h 4169774"/>
              <a:gd name="connsiteX21" fmla="*/ 6878446 w 6904359"/>
              <a:gd name="connsiteY21" fmla="*/ 1029247 h 4169774"/>
              <a:gd name="connsiteX22" fmla="*/ 6833996 w 6904359"/>
              <a:gd name="connsiteY22" fmla="*/ 1181788 h 4169774"/>
              <a:gd name="connsiteX23" fmla="*/ 6821295 w 6904359"/>
              <a:gd name="connsiteY23" fmla="*/ 1436023 h 4169774"/>
              <a:gd name="connsiteX24" fmla="*/ 6745095 w 6904359"/>
              <a:gd name="connsiteY24" fmla="*/ 1552246 h 4169774"/>
              <a:gd name="connsiteX25" fmla="*/ 6634672 w 6904359"/>
              <a:gd name="connsiteY25" fmla="*/ 1573838 h 4169774"/>
              <a:gd name="connsiteX26" fmla="*/ 6420887 w 6904359"/>
              <a:gd name="connsiteY26" fmla="*/ 1489077 h 4169774"/>
              <a:gd name="connsiteX27" fmla="*/ 6154545 w 6904359"/>
              <a:gd name="connsiteY27" fmla="*/ 1174522 h 4169774"/>
              <a:gd name="connsiteX28" fmla="*/ 5917122 w 6904359"/>
              <a:gd name="connsiteY28" fmla="*/ 1053291 h 4169774"/>
              <a:gd name="connsiteX29" fmla="*/ 5593272 w 6904359"/>
              <a:gd name="connsiteY29" fmla="*/ 1033906 h 4169774"/>
              <a:gd name="connsiteX30" fmla="*/ 5411238 w 6904359"/>
              <a:gd name="connsiteY30" fmla="*/ 1110106 h 4169774"/>
              <a:gd name="connsiteX31" fmla="*/ 5292705 w 6904359"/>
              <a:gd name="connsiteY31" fmla="*/ 1228638 h 4169774"/>
              <a:gd name="connsiteX32" fmla="*/ 5081038 w 6904359"/>
              <a:gd name="connsiteY32" fmla="*/ 1609638 h 4169774"/>
              <a:gd name="connsiteX33" fmla="*/ 4903238 w 6904359"/>
              <a:gd name="connsiteY33" fmla="*/ 1762039 h 4169774"/>
              <a:gd name="connsiteX34" fmla="*/ 4539172 w 6904359"/>
              <a:gd name="connsiteY34" fmla="*/ 1926654 h 4169774"/>
              <a:gd name="connsiteX35" fmla="*/ 3764472 w 6904359"/>
              <a:gd name="connsiteY35" fmla="*/ 1964271 h 4169774"/>
              <a:gd name="connsiteX36" fmla="*/ 2803505 w 6904359"/>
              <a:gd name="connsiteY36" fmla="*/ 2144852 h 4169774"/>
              <a:gd name="connsiteX37" fmla="*/ 1922972 w 6904359"/>
              <a:gd name="connsiteY37" fmla="*/ 2861801 h 4169774"/>
              <a:gd name="connsiteX38" fmla="*/ 1368405 w 6904359"/>
              <a:gd name="connsiteY38" fmla="*/ 3562879 h 4169774"/>
              <a:gd name="connsiteX39" fmla="*/ 594909 w 6904359"/>
              <a:gd name="connsiteY39" fmla="*/ 4129737 h 4169774"/>
              <a:gd name="connsiteX40" fmla="*/ 54555 w 6904359"/>
              <a:gd name="connsiteY40" fmla="*/ 4119976 h 4169774"/>
              <a:gd name="connsiteX41" fmla="*/ 1083 w 6904359"/>
              <a:gd name="connsiteY41" fmla="*/ 2874111 h 4169774"/>
              <a:gd name="connsiteX42" fmla="*/ 30315 w 6904359"/>
              <a:gd name="connsiteY42" fmla="*/ 2489964 h 4169774"/>
              <a:gd name="connsiteX0" fmla="*/ 35520 w 6909564"/>
              <a:gd name="connsiteY0" fmla="*/ 2489964 h 4166456"/>
              <a:gd name="connsiteX1" fmla="*/ 165495 w 6909564"/>
              <a:gd name="connsiteY1" fmla="*/ 2437755 h 4166456"/>
              <a:gd name="connsiteX2" fmla="*/ 166030 w 6909564"/>
              <a:gd name="connsiteY2" fmla="*/ 3271034 h 4166456"/>
              <a:gd name="connsiteX3" fmla="*/ 233403 w 6909564"/>
              <a:gd name="connsiteY3" fmla="*/ 3953684 h 4166456"/>
              <a:gd name="connsiteX4" fmla="*/ 936051 w 6909564"/>
              <a:gd name="connsiteY4" fmla="*/ 3502253 h 4166456"/>
              <a:gd name="connsiteX5" fmla="*/ 2245677 w 6909564"/>
              <a:gd name="connsiteY5" fmla="*/ 48428 h 4166456"/>
              <a:gd name="connsiteX6" fmla="*/ 3418310 w 6909564"/>
              <a:gd name="connsiteY6" fmla="*/ 1491105 h 4166456"/>
              <a:gd name="connsiteX7" fmla="*/ 4815310 w 6909564"/>
              <a:gd name="connsiteY7" fmla="*/ 1685839 h 4166456"/>
              <a:gd name="connsiteX8" fmla="*/ 5314843 w 6909564"/>
              <a:gd name="connsiteY8" fmla="*/ 1050839 h 4166456"/>
              <a:gd name="connsiteX9" fmla="*/ 5879994 w 6909564"/>
              <a:gd name="connsiteY9" fmla="*/ 949285 h 4166456"/>
              <a:gd name="connsiteX10" fmla="*/ 6309677 w 6909564"/>
              <a:gd name="connsiteY10" fmla="*/ 1204819 h 4166456"/>
              <a:gd name="connsiteX11" fmla="*/ 6470899 w 6909564"/>
              <a:gd name="connsiteY11" fmla="*/ 1399704 h 4166456"/>
              <a:gd name="connsiteX12" fmla="*/ 6623299 w 6909564"/>
              <a:gd name="connsiteY12" fmla="*/ 1479606 h 4166456"/>
              <a:gd name="connsiteX13" fmla="*/ 6737599 w 6909564"/>
              <a:gd name="connsiteY13" fmla="*/ 1450551 h 4166456"/>
              <a:gd name="connsiteX14" fmla="*/ 6766877 w 6909564"/>
              <a:gd name="connsiteY14" fmla="*/ 1306512 h 4166456"/>
              <a:gd name="connsiteX15" fmla="*/ 6737600 w 6909564"/>
              <a:gd name="connsiteY15" fmla="*/ 1167262 h 4166456"/>
              <a:gd name="connsiteX16" fmla="*/ 6667751 w 6909564"/>
              <a:gd name="connsiteY16" fmla="*/ 1080095 h 4166456"/>
              <a:gd name="connsiteX17" fmla="*/ 6623301 w 6909564"/>
              <a:gd name="connsiteY17" fmla="*/ 971137 h 4166456"/>
              <a:gd name="connsiteX18" fmla="*/ 6604251 w 6909564"/>
              <a:gd name="connsiteY18" fmla="*/ 804067 h 4166456"/>
              <a:gd name="connsiteX19" fmla="*/ 6750300 w 6909564"/>
              <a:gd name="connsiteY19" fmla="*/ 789542 h 4166456"/>
              <a:gd name="connsiteX20" fmla="*/ 6902343 w 6909564"/>
              <a:gd name="connsiteY20" fmla="*/ 802804 h 4166456"/>
              <a:gd name="connsiteX21" fmla="*/ 6883651 w 6909564"/>
              <a:gd name="connsiteY21" fmla="*/ 1029247 h 4166456"/>
              <a:gd name="connsiteX22" fmla="*/ 6839201 w 6909564"/>
              <a:gd name="connsiteY22" fmla="*/ 1181788 h 4166456"/>
              <a:gd name="connsiteX23" fmla="*/ 6826500 w 6909564"/>
              <a:gd name="connsiteY23" fmla="*/ 1436023 h 4166456"/>
              <a:gd name="connsiteX24" fmla="*/ 6750300 w 6909564"/>
              <a:gd name="connsiteY24" fmla="*/ 1552246 h 4166456"/>
              <a:gd name="connsiteX25" fmla="*/ 6639877 w 6909564"/>
              <a:gd name="connsiteY25" fmla="*/ 1573838 h 4166456"/>
              <a:gd name="connsiteX26" fmla="*/ 6426092 w 6909564"/>
              <a:gd name="connsiteY26" fmla="*/ 1489077 h 4166456"/>
              <a:gd name="connsiteX27" fmla="*/ 6159750 w 6909564"/>
              <a:gd name="connsiteY27" fmla="*/ 1174522 h 4166456"/>
              <a:gd name="connsiteX28" fmla="*/ 5922327 w 6909564"/>
              <a:gd name="connsiteY28" fmla="*/ 1053291 h 4166456"/>
              <a:gd name="connsiteX29" fmla="*/ 5598477 w 6909564"/>
              <a:gd name="connsiteY29" fmla="*/ 1033906 h 4166456"/>
              <a:gd name="connsiteX30" fmla="*/ 5416443 w 6909564"/>
              <a:gd name="connsiteY30" fmla="*/ 1110106 h 4166456"/>
              <a:gd name="connsiteX31" fmla="*/ 5297910 w 6909564"/>
              <a:gd name="connsiteY31" fmla="*/ 1228638 h 4166456"/>
              <a:gd name="connsiteX32" fmla="*/ 5086243 w 6909564"/>
              <a:gd name="connsiteY32" fmla="*/ 1609638 h 4166456"/>
              <a:gd name="connsiteX33" fmla="*/ 4908443 w 6909564"/>
              <a:gd name="connsiteY33" fmla="*/ 1762039 h 4166456"/>
              <a:gd name="connsiteX34" fmla="*/ 4544377 w 6909564"/>
              <a:gd name="connsiteY34" fmla="*/ 1926654 h 4166456"/>
              <a:gd name="connsiteX35" fmla="*/ 3769677 w 6909564"/>
              <a:gd name="connsiteY35" fmla="*/ 1964271 h 4166456"/>
              <a:gd name="connsiteX36" fmla="*/ 2808710 w 6909564"/>
              <a:gd name="connsiteY36" fmla="*/ 2144852 h 4166456"/>
              <a:gd name="connsiteX37" fmla="*/ 1928177 w 6909564"/>
              <a:gd name="connsiteY37" fmla="*/ 2861801 h 4166456"/>
              <a:gd name="connsiteX38" fmla="*/ 1373610 w 6909564"/>
              <a:gd name="connsiteY38" fmla="*/ 3562879 h 4166456"/>
              <a:gd name="connsiteX39" fmla="*/ 600114 w 6909564"/>
              <a:gd name="connsiteY39" fmla="*/ 4129737 h 4166456"/>
              <a:gd name="connsiteX40" fmla="*/ 136762 w 6909564"/>
              <a:gd name="connsiteY40" fmla="*/ 4108966 h 4166456"/>
              <a:gd name="connsiteX41" fmla="*/ 6288 w 6909564"/>
              <a:gd name="connsiteY41" fmla="*/ 2874111 h 4166456"/>
              <a:gd name="connsiteX42" fmla="*/ 35520 w 6909564"/>
              <a:gd name="connsiteY42" fmla="*/ 2489964 h 4166456"/>
              <a:gd name="connsiteX0" fmla="*/ 34162 w 6908206"/>
              <a:gd name="connsiteY0" fmla="*/ 2489964 h 4166456"/>
              <a:gd name="connsiteX1" fmla="*/ 164137 w 6908206"/>
              <a:gd name="connsiteY1" fmla="*/ 2437755 h 4166456"/>
              <a:gd name="connsiteX2" fmla="*/ 164672 w 6908206"/>
              <a:gd name="connsiteY2" fmla="*/ 3271034 h 4166456"/>
              <a:gd name="connsiteX3" fmla="*/ 232045 w 6908206"/>
              <a:gd name="connsiteY3" fmla="*/ 3953684 h 4166456"/>
              <a:gd name="connsiteX4" fmla="*/ 934693 w 6908206"/>
              <a:gd name="connsiteY4" fmla="*/ 3502253 h 4166456"/>
              <a:gd name="connsiteX5" fmla="*/ 2244319 w 6908206"/>
              <a:gd name="connsiteY5" fmla="*/ 48428 h 4166456"/>
              <a:gd name="connsiteX6" fmla="*/ 3416952 w 6908206"/>
              <a:gd name="connsiteY6" fmla="*/ 1491105 h 4166456"/>
              <a:gd name="connsiteX7" fmla="*/ 4813952 w 6908206"/>
              <a:gd name="connsiteY7" fmla="*/ 1685839 h 4166456"/>
              <a:gd name="connsiteX8" fmla="*/ 5313485 w 6908206"/>
              <a:gd name="connsiteY8" fmla="*/ 1050839 h 4166456"/>
              <a:gd name="connsiteX9" fmla="*/ 5878636 w 6908206"/>
              <a:gd name="connsiteY9" fmla="*/ 949285 h 4166456"/>
              <a:gd name="connsiteX10" fmla="*/ 6308319 w 6908206"/>
              <a:gd name="connsiteY10" fmla="*/ 1204819 h 4166456"/>
              <a:gd name="connsiteX11" fmla="*/ 6469541 w 6908206"/>
              <a:gd name="connsiteY11" fmla="*/ 1399704 h 4166456"/>
              <a:gd name="connsiteX12" fmla="*/ 6621941 w 6908206"/>
              <a:gd name="connsiteY12" fmla="*/ 1479606 h 4166456"/>
              <a:gd name="connsiteX13" fmla="*/ 6736241 w 6908206"/>
              <a:gd name="connsiteY13" fmla="*/ 1450551 h 4166456"/>
              <a:gd name="connsiteX14" fmla="*/ 6765519 w 6908206"/>
              <a:gd name="connsiteY14" fmla="*/ 1306512 h 4166456"/>
              <a:gd name="connsiteX15" fmla="*/ 6736242 w 6908206"/>
              <a:gd name="connsiteY15" fmla="*/ 1167262 h 4166456"/>
              <a:gd name="connsiteX16" fmla="*/ 6666393 w 6908206"/>
              <a:gd name="connsiteY16" fmla="*/ 1080095 h 4166456"/>
              <a:gd name="connsiteX17" fmla="*/ 6621943 w 6908206"/>
              <a:gd name="connsiteY17" fmla="*/ 971137 h 4166456"/>
              <a:gd name="connsiteX18" fmla="*/ 6602893 w 6908206"/>
              <a:gd name="connsiteY18" fmla="*/ 804067 h 4166456"/>
              <a:gd name="connsiteX19" fmla="*/ 6748942 w 6908206"/>
              <a:gd name="connsiteY19" fmla="*/ 789542 h 4166456"/>
              <a:gd name="connsiteX20" fmla="*/ 6900985 w 6908206"/>
              <a:gd name="connsiteY20" fmla="*/ 802804 h 4166456"/>
              <a:gd name="connsiteX21" fmla="*/ 6882293 w 6908206"/>
              <a:gd name="connsiteY21" fmla="*/ 1029247 h 4166456"/>
              <a:gd name="connsiteX22" fmla="*/ 6837843 w 6908206"/>
              <a:gd name="connsiteY22" fmla="*/ 1181788 h 4166456"/>
              <a:gd name="connsiteX23" fmla="*/ 6825142 w 6908206"/>
              <a:gd name="connsiteY23" fmla="*/ 1436023 h 4166456"/>
              <a:gd name="connsiteX24" fmla="*/ 6748942 w 6908206"/>
              <a:gd name="connsiteY24" fmla="*/ 1552246 h 4166456"/>
              <a:gd name="connsiteX25" fmla="*/ 6638519 w 6908206"/>
              <a:gd name="connsiteY25" fmla="*/ 1573838 h 4166456"/>
              <a:gd name="connsiteX26" fmla="*/ 6424734 w 6908206"/>
              <a:gd name="connsiteY26" fmla="*/ 1489077 h 4166456"/>
              <a:gd name="connsiteX27" fmla="*/ 6158392 w 6908206"/>
              <a:gd name="connsiteY27" fmla="*/ 1174522 h 4166456"/>
              <a:gd name="connsiteX28" fmla="*/ 5920969 w 6908206"/>
              <a:gd name="connsiteY28" fmla="*/ 1053291 h 4166456"/>
              <a:gd name="connsiteX29" fmla="*/ 5597119 w 6908206"/>
              <a:gd name="connsiteY29" fmla="*/ 1033906 h 4166456"/>
              <a:gd name="connsiteX30" fmla="*/ 5415085 w 6908206"/>
              <a:gd name="connsiteY30" fmla="*/ 1110106 h 4166456"/>
              <a:gd name="connsiteX31" fmla="*/ 5296552 w 6908206"/>
              <a:gd name="connsiteY31" fmla="*/ 1228638 h 4166456"/>
              <a:gd name="connsiteX32" fmla="*/ 5084885 w 6908206"/>
              <a:gd name="connsiteY32" fmla="*/ 1609638 h 4166456"/>
              <a:gd name="connsiteX33" fmla="*/ 4907085 w 6908206"/>
              <a:gd name="connsiteY33" fmla="*/ 1762039 h 4166456"/>
              <a:gd name="connsiteX34" fmla="*/ 4543019 w 6908206"/>
              <a:gd name="connsiteY34" fmla="*/ 1926654 h 4166456"/>
              <a:gd name="connsiteX35" fmla="*/ 3768319 w 6908206"/>
              <a:gd name="connsiteY35" fmla="*/ 1964271 h 4166456"/>
              <a:gd name="connsiteX36" fmla="*/ 2807352 w 6908206"/>
              <a:gd name="connsiteY36" fmla="*/ 2144852 h 4166456"/>
              <a:gd name="connsiteX37" fmla="*/ 1926819 w 6908206"/>
              <a:gd name="connsiteY37" fmla="*/ 2861801 h 4166456"/>
              <a:gd name="connsiteX38" fmla="*/ 1372252 w 6908206"/>
              <a:gd name="connsiteY38" fmla="*/ 3562879 h 4166456"/>
              <a:gd name="connsiteX39" fmla="*/ 598756 w 6908206"/>
              <a:gd name="connsiteY39" fmla="*/ 4129737 h 4166456"/>
              <a:gd name="connsiteX40" fmla="*/ 116153 w 6908206"/>
              <a:gd name="connsiteY40" fmla="*/ 4108966 h 4166456"/>
              <a:gd name="connsiteX41" fmla="*/ 4930 w 6908206"/>
              <a:gd name="connsiteY41" fmla="*/ 2874111 h 4166456"/>
              <a:gd name="connsiteX42" fmla="*/ 34162 w 6908206"/>
              <a:gd name="connsiteY42" fmla="*/ 2489964 h 4166456"/>
              <a:gd name="connsiteX0" fmla="*/ 34162 w 6908206"/>
              <a:gd name="connsiteY0" fmla="*/ 2489964 h 4166456"/>
              <a:gd name="connsiteX1" fmla="*/ 164137 w 6908206"/>
              <a:gd name="connsiteY1" fmla="*/ 2437755 h 4166456"/>
              <a:gd name="connsiteX2" fmla="*/ 174297 w 6908206"/>
              <a:gd name="connsiteY2" fmla="*/ 3359118 h 4166456"/>
              <a:gd name="connsiteX3" fmla="*/ 232045 w 6908206"/>
              <a:gd name="connsiteY3" fmla="*/ 3953684 h 4166456"/>
              <a:gd name="connsiteX4" fmla="*/ 934693 w 6908206"/>
              <a:gd name="connsiteY4" fmla="*/ 3502253 h 4166456"/>
              <a:gd name="connsiteX5" fmla="*/ 2244319 w 6908206"/>
              <a:gd name="connsiteY5" fmla="*/ 48428 h 4166456"/>
              <a:gd name="connsiteX6" fmla="*/ 3416952 w 6908206"/>
              <a:gd name="connsiteY6" fmla="*/ 1491105 h 4166456"/>
              <a:gd name="connsiteX7" fmla="*/ 4813952 w 6908206"/>
              <a:gd name="connsiteY7" fmla="*/ 1685839 h 4166456"/>
              <a:gd name="connsiteX8" fmla="*/ 5313485 w 6908206"/>
              <a:gd name="connsiteY8" fmla="*/ 1050839 h 4166456"/>
              <a:gd name="connsiteX9" fmla="*/ 5878636 w 6908206"/>
              <a:gd name="connsiteY9" fmla="*/ 949285 h 4166456"/>
              <a:gd name="connsiteX10" fmla="*/ 6308319 w 6908206"/>
              <a:gd name="connsiteY10" fmla="*/ 1204819 h 4166456"/>
              <a:gd name="connsiteX11" fmla="*/ 6469541 w 6908206"/>
              <a:gd name="connsiteY11" fmla="*/ 1399704 h 4166456"/>
              <a:gd name="connsiteX12" fmla="*/ 6621941 w 6908206"/>
              <a:gd name="connsiteY12" fmla="*/ 1479606 h 4166456"/>
              <a:gd name="connsiteX13" fmla="*/ 6736241 w 6908206"/>
              <a:gd name="connsiteY13" fmla="*/ 1450551 h 4166456"/>
              <a:gd name="connsiteX14" fmla="*/ 6765519 w 6908206"/>
              <a:gd name="connsiteY14" fmla="*/ 1306512 h 4166456"/>
              <a:gd name="connsiteX15" fmla="*/ 6736242 w 6908206"/>
              <a:gd name="connsiteY15" fmla="*/ 1167262 h 4166456"/>
              <a:gd name="connsiteX16" fmla="*/ 6666393 w 6908206"/>
              <a:gd name="connsiteY16" fmla="*/ 1080095 h 4166456"/>
              <a:gd name="connsiteX17" fmla="*/ 6621943 w 6908206"/>
              <a:gd name="connsiteY17" fmla="*/ 971137 h 4166456"/>
              <a:gd name="connsiteX18" fmla="*/ 6602893 w 6908206"/>
              <a:gd name="connsiteY18" fmla="*/ 804067 h 4166456"/>
              <a:gd name="connsiteX19" fmla="*/ 6748942 w 6908206"/>
              <a:gd name="connsiteY19" fmla="*/ 789542 h 4166456"/>
              <a:gd name="connsiteX20" fmla="*/ 6900985 w 6908206"/>
              <a:gd name="connsiteY20" fmla="*/ 802804 h 4166456"/>
              <a:gd name="connsiteX21" fmla="*/ 6882293 w 6908206"/>
              <a:gd name="connsiteY21" fmla="*/ 1029247 h 4166456"/>
              <a:gd name="connsiteX22" fmla="*/ 6837843 w 6908206"/>
              <a:gd name="connsiteY22" fmla="*/ 1181788 h 4166456"/>
              <a:gd name="connsiteX23" fmla="*/ 6825142 w 6908206"/>
              <a:gd name="connsiteY23" fmla="*/ 1436023 h 4166456"/>
              <a:gd name="connsiteX24" fmla="*/ 6748942 w 6908206"/>
              <a:gd name="connsiteY24" fmla="*/ 1552246 h 4166456"/>
              <a:gd name="connsiteX25" fmla="*/ 6638519 w 6908206"/>
              <a:gd name="connsiteY25" fmla="*/ 1573838 h 4166456"/>
              <a:gd name="connsiteX26" fmla="*/ 6424734 w 6908206"/>
              <a:gd name="connsiteY26" fmla="*/ 1489077 h 4166456"/>
              <a:gd name="connsiteX27" fmla="*/ 6158392 w 6908206"/>
              <a:gd name="connsiteY27" fmla="*/ 1174522 h 4166456"/>
              <a:gd name="connsiteX28" fmla="*/ 5920969 w 6908206"/>
              <a:gd name="connsiteY28" fmla="*/ 1053291 h 4166456"/>
              <a:gd name="connsiteX29" fmla="*/ 5597119 w 6908206"/>
              <a:gd name="connsiteY29" fmla="*/ 1033906 h 4166456"/>
              <a:gd name="connsiteX30" fmla="*/ 5415085 w 6908206"/>
              <a:gd name="connsiteY30" fmla="*/ 1110106 h 4166456"/>
              <a:gd name="connsiteX31" fmla="*/ 5296552 w 6908206"/>
              <a:gd name="connsiteY31" fmla="*/ 1228638 h 4166456"/>
              <a:gd name="connsiteX32" fmla="*/ 5084885 w 6908206"/>
              <a:gd name="connsiteY32" fmla="*/ 1609638 h 4166456"/>
              <a:gd name="connsiteX33" fmla="*/ 4907085 w 6908206"/>
              <a:gd name="connsiteY33" fmla="*/ 1762039 h 4166456"/>
              <a:gd name="connsiteX34" fmla="*/ 4543019 w 6908206"/>
              <a:gd name="connsiteY34" fmla="*/ 1926654 h 4166456"/>
              <a:gd name="connsiteX35" fmla="*/ 3768319 w 6908206"/>
              <a:gd name="connsiteY35" fmla="*/ 1964271 h 4166456"/>
              <a:gd name="connsiteX36" fmla="*/ 2807352 w 6908206"/>
              <a:gd name="connsiteY36" fmla="*/ 2144852 h 4166456"/>
              <a:gd name="connsiteX37" fmla="*/ 1926819 w 6908206"/>
              <a:gd name="connsiteY37" fmla="*/ 2861801 h 4166456"/>
              <a:gd name="connsiteX38" fmla="*/ 1372252 w 6908206"/>
              <a:gd name="connsiteY38" fmla="*/ 3562879 h 4166456"/>
              <a:gd name="connsiteX39" fmla="*/ 598756 w 6908206"/>
              <a:gd name="connsiteY39" fmla="*/ 4129737 h 4166456"/>
              <a:gd name="connsiteX40" fmla="*/ 116153 w 6908206"/>
              <a:gd name="connsiteY40" fmla="*/ 4108966 h 4166456"/>
              <a:gd name="connsiteX41" fmla="*/ 4930 w 6908206"/>
              <a:gd name="connsiteY41" fmla="*/ 2874111 h 4166456"/>
              <a:gd name="connsiteX42" fmla="*/ 34162 w 6908206"/>
              <a:gd name="connsiteY42" fmla="*/ 2489964 h 4166456"/>
              <a:gd name="connsiteX0" fmla="*/ 34162 w 6908206"/>
              <a:gd name="connsiteY0" fmla="*/ 2489964 h 4166456"/>
              <a:gd name="connsiteX1" fmla="*/ 164137 w 6908206"/>
              <a:gd name="connsiteY1" fmla="*/ 2437755 h 4166456"/>
              <a:gd name="connsiteX2" fmla="*/ 212798 w 6908206"/>
              <a:gd name="connsiteY2" fmla="*/ 3271034 h 4166456"/>
              <a:gd name="connsiteX3" fmla="*/ 232045 w 6908206"/>
              <a:gd name="connsiteY3" fmla="*/ 3953684 h 4166456"/>
              <a:gd name="connsiteX4" fmla="*/ 934693 w 6908206"/>
              <a:gd name="connsiteY4" fmla="*/ 3502253 h 4166456"/>
              <a:gd name="connsiteX5" fmla="*/ 2244319 w 6908206"/>
              <a:gd name="connsiteY5" fmla="*/ 48428 h 4166456"/>
              <a:gd name="connsiteX6" fmla="*/ 3416952 w 6908206"/>
              <a:gd name="connsiteY6" fmla="*/ 1491105 h 4166456"/>
              <a:gd name="connsiteX7" fmla="*/ 4813952 w 6908206"/>
              <a:gd name="connsiteY7" fmla="*/ 1685839 h 4166456"/>
              <a:gd name="connsiteX8" fmla="*/ 5313485 w 6908206"/>
              <a:gd name="connsiteY8" fmla="*/ 1050839 h 4166456"/>
              <a:gd name="connsiteX9" fmla="*/ 5878636 w 6908206"/>
              <a:gd name="connsiteY9" fmla="*/ 949285 h 4166456"/>
              <a:gd name="connsiteX10" fmla="*/ 6308319 w 6908206"/>
              <a:gd name="connsiteY10" fmla="*/ 1204819 h 4166456"/>
              <a:gd name="connsiteX11" fmla="*/ 6469541 w 6908206"/>
              <a:gd name="connsiteY11" fmla="*/ 1399704 h 4166456"/>
              <a:gd name="connsiteX12" fmla="*/ 6621941 w 6908206"/>
              <a:gd name="connsiteY12" fmla="*/ 1479606 h 4166456"/>
              <a:gd name="connsiteX13" fmla="*/ 6736241 w 6908206"/>
              <a:gd name="connsiteY13" fmla="*/ 1450551 h 4166456"/>
              <a:gd name="connsiteX14" fmla="*/ 6765519 w 6908206"/>
              <a:gd name="connsiteY14" fmla="*/ 1306512 h 4166456"/>
              <a:gd name="connsiteX15" fmla="*/ 6736242 w 6908206"/>
              <a:gd name="connsiteY15" fmla="*/ 1167262 h 4166456"/>
              <a:gd name="connsiteX16" fmla="*/ 6666393 w 6908206"/>
              <a:gd name="connsiteY16" fmla="*/ 1080095 h 4166456"/>
              <a:gd name="connsiteX17" fmla="*/ 6621943 w 6908206"/>
              <a:gd name="connsiteY17" fmla="*/ 971137 h 4166456"/>
              <a:gd name="connsiteX18" fmla="*/ 6602893 w 6908206"/>
              <a:gd name="connsiteY18" fmla="*/ 804067 h 4166456"/>
              <a:gd name="connsiteX19" fmla="*/ 6748942 w 6908206"/>
              <a:gd name="connsiteY19" fmla="*/ 789542 h 4166456"/>
              <a:gd name="connsiteX20" fmla="*/ 6900985 w 6908206"/>
              <a:gd name="connsiteY20" fmla="*/ 802804 h 4166456"/>
              <a:gd name="connsiteX21" fmla="*/ 6882293 w 6908206"/>
              <a:gd name="connsiteY21" fmla="*/ 1029247 h 4166456"/>
              <a:gd name="connsiteX22" fmla="*/ 6837843 w 6908206"/>
              <a:gd name="connsiteY22" fmla="*/ 1181788 h 4166456"/>
              <a:gd name="connsiteX23" fmla="*/ 6825142 w 6908206"/>
              <a:gd name="connsiteY23" fmla="*/ 1436023 h 4166456"/>
              <a:gd name="connsiteX24" fmla="*/ 6748942 w 6908206"/>
              <a:gd name="connsiteY24" fmla="*/ 1552246 h 4166456"/>
              <a:gd name="connsiteX25" fmla="*/ 6638519 w 6908206"/>
              <a:gd name="connsiteY25" fmla="*/ 1573838 h 4166456"/>
              <a:gd name="connsiteX26" fmla="*/ 6424734 w 6908206"/>
              <a:gd name="connsiteY26" fmla="*/ 1489077 h 4166456"/>
              <a:gd name="connsiteX27" fmla="*/ 6158392 w 6908206"/>
              <a:gd name="connsiteY27" fmla="*/ 1174522 h 4166456"/>
              <a:gd name="connsiteX28" fmla="*/ 5920969 w 6908206"/>
              <a:gd name="connsiteY28" fmla="*/ 1053291 h 4166456"/>
              <a:gd name="connsiteX29" fmla="*/ 5597119 w 6908206"/>
              <a:gd name="connsiteY29" fmla="*/ 1033906 h 4166456"/>
              <a:gd name="connsiteX30" fmla="*/ 5415085 w 6908206"/>
              <a:gd name="connsiteY30" fmla="*/ 1110106 h 4166456"/>
              <a:gd name="connsiteX31" fmla="*/ 5296552 w 6908206"/>
              <a:gd name="connsiteY31" fmla="*/ 1228638 h 4166456"/>
              <a:gd name="connsiteX32" fmla="*/ 5084885 w 6908206"/>
              <a:gd name="connsiteY32" fmla="*/ 1609638 h 4166456"/>
              <a:gd name="connsiteX33" fmla="*/ 4907085 w 6908206"/>
              <a:gd name="connsiteY33" fmla="*/ 1762039 h 4166456"/>
              <a:gd name="connsiteX34" fmla="*/ 4543019 w 6908206"/>
              <a:gd name="connsiteY34" fmla="*/ 1926654 h 4166456"/>
              <a:gd name="connsiteX35" fmla="*/ 3768319 w 6908206"/>
              <a:gd name="connsiteY35" fmla="*/ 1964271 h 4166456"/>
              <a:gd name="connsiteX36" fmla="*/ 2807352 w 6908206"/>
              <a:gd name="connsiteY36" fmla="*/ 2144852 h 4166456"/>
              <a:gd name="connsiteX37" fmla="*/ 1926819 w 6908206"/>
              <a:gd name="connsiteY37" fmla="*/ 2861801 h 4166456"/>
              <a:gd name="connsiteX38" fmla="*/ 1372252 w 6908206"/>
              <a:gd name="connsiteY38" fmla="*/ 3562879 h 4166456"/>
              <a:gd name="connsiteX39" fmla="*/ 598756 w 6908206"/>
              <a:gd name="connsiteY39" fmla="*/ 4129737 h 4166456"/>
              <a:gd name="connsiteX40" fmla="*/ 116153 w 6908206"/>
              <a:gd name="connsiteY40" fmla="*/ 4108966 h 4166456"/>
              <a:gd name="connsiteX41" fmla="*/ 4930 w 6908206"/>
              <a:gd name="connsiteY41" fmla="*/ 2874111 h 4166456"/>
              <a:gd name="connsiteX42" fmla="*/ 34162 w 6908206"/>
              <a:gd name="connsiteY42" fmla="*/ 2489964 h 4166456"/>
              <a:gd name="connsiteX0" fmla="*/ 34162 w 6908206"/>
              <a:gd name="connsiteY0" fmla="*/ 2489964 h 4166456"/>
              <a:gd name="connsiteX1" fmla="*/ 164137 w 6908206"/>
              <a:gd name="connsiteY1" fmla="*/ 2437755 h 4166456"/>
              <a:gd name="connsiteX2" fmla="*/ 232048 w 6908206"/>
              <a:gd name="connsiteY2" fmla="*/ 3226992 h 4166456"/>
              <a:gd name="connsiteX3" fmla="*/ 232045 w 6908206"/>
              <a:gd name="connsiteY3" fmla="*/ 3953684 h 4166456"/>
              <a:gd name="connsiteX4" fmla="*/ 934693 w 6908206"/>
              <a:gd name="connsiteY4" fmla="*/ 3502253 h 4166456"/>
              <a:gd name="connsiteX5" fmla="*/ 2244319 w 6908206"/>
              <a:gd name="connsiteY5" fmla="*/ 48428 h 4166456"/>
              <a:gd name="connsiteX6" fmla="*/ 3416952 w 6908206"/>
              <a:gd name="connsiteY6" fmla="*/ 1491105 h 4166456"/>
              <a:gd name="connsiteX7" fmla="*/ 4813952 w 6908206"/>
              <a:gd name="connsiteY7" fmla="*/ 1685839 h 4166456"/>
              <a:gd name="connsiteX8" fmla="*/ 5313485 w 6908206"/>
              <a:gd name="connsiteY8" fmla="*/ 1050839 h 4166456"/>
              <a:gd name="connsiteX9" fmla="*/ 5878636 w 6908206"/>
              <a:gd name="connsiteY9" fmla="*/ 949285 h 4166456"/>
              <a:gd name="connsiteX10" fmla="*/ 6308319 w 6908206"/>
              <a:gd name="connsiteY10" fmla="*/ 1204819 h 4166456"/>
              <a:gd name="connsiteX11" fmla="*/ 6469541 w 6908206"/>
              <a:gd name="connsiteY11" fmla="*/ 1399704 h 4166456"/>
              <a:gd name="connsiteX12" fmla="*/ 6621941 w 6908206"/>
              <a:gd name="connsiteY12" fmla="*/ 1479606 h 4166456"/>
              <a:gd name="connsiteX13" fmla="*/ 6736241 w 6908206"/>
              <a:gd name="connsiteY13" fmla="*/ 1450551 h 4166456"/>
              <a:gd name="connsiteX14" fmla="*/ 6765519 w 6908206"/>
              <a:gd name="connsiteY14" fmla="*/ 1306512 h 4166456"/>
              <a:gd name="connsiteX15" fmla="*/ 6736242 w 6908206"/>
              <a:gd name="connsiteY15" fmla="*/ 1167262 h 4166456"/>
              <a:gd name="connsiteX16" fmla="*/ 6666393 w 6908206"/>
              <a:gd name="connsiteY16" fmla="*/ 1080095 h 4166456"/>
              <a:gd name="connsiteX17" fmla="*/ 6621943 w 6908206"/>
              <a:gd name="connsiteY17" fmla="*/ 971137 h 4166456"/>
              <a:gd name="connsiteX18" fmla="*/ 6602893 w 6908206"/>
              <a:gd name="connsiteY18" fmla="*/ 804067 h 4166456"/>
              <a:gd name="connsiteX19" fmla="*/ 6748942 w 6908206"/>
              <a:gd name="connsiteY19" fmla="*/ 789542 h 4166456"/>
              <a:gd name="connsiteX20" fmla="*/ 6900985 w 6908206"/>
              <a:gd name="connsiteY20" fmla="*/ 802804 h 4166456"/>
              <a:gd name="connsiteX21" fmla="*/ 6882293 w 6908206"/>
              <a:gd name="connsiteY21" fmla="*/ 1029247 h 4166456"/>
              <a:gd name="connsiteX22" fmla="*/ 6837843 w 6908206"/>
              <a:gd name="connsiteY22" fmla="*/ 1181788 h 4166456"/>
              <a:gd name="connsiteX23" fmla="*/ 6825142 w 6908206"/>
              <a:gd name="connsiteY23" fmla="*/ 1436023 h 4166456"/>
              <a:gd name="connsiteX24" fmla="*/ 6748942 w 6908206"/>
              <a:gd name="connsiteY24" fmla="*/ 1552246 h 4166456"/>
              <a:gd name="connsiteX25" fmla="*/ 6638519 w 6908206"/>
              <a:gd name="connsiteY25" fmla="*/ 1573838 h 4166456"/>
              <a:gd name="connsiteX26" fmla="*/ 6424734 w 6908206"/>
              <a:gd name="connsiteY26" fmla="*/ 1489077 h 4166456"/>
              <a:gd name="connsiteX27" fmla="*/ 6158392 w 6908206"/>
              <a:gd name="connsiteY27" fmla="*/ 1174522 h 4166456"/>
              <a:gd name="connsiteX28" fmla="*/ 5920969 w 6908206"/>
              <a:gd name="connsiteY28" fmla="*/ 1053291 h 4166456"/>
              <a:gd name="connsiteX29" fmla="*/ 5597119 w 6908206"/>
              <a:gd name="connsiteY29" fmla="*/ 1033906 h 4166456"/>
              <a:gd name="connsiteX30" fmla="*/ 5415085 w 6908206"/>
              <a:gd name="connsiteY30" fmla="*/ 1110106 h 4166456"/>
              <a:gd name="connsiteX31" fmla="*/ 5296552 w 6908206"/>
              <a:gd name="connsiteY31" fmla="*/ 1228638 h 4166456"/>
              <a:gd name="connsiteX32" fmla="*/ 5084885 w 6908206"/>
              <a:gd name="connsiteY32" fmla="*/ 1609638 h 4166456"/>
              <a:gd name="connsiteX33" fmla="*/ 4907085 w 6908206"/>
              <a:gd name="connsiteY33" fmla="*/ 1762039 h 4166456"/>
              <a:gd name="connsiteX34" fmla="*/ 4543019 w 6908206"/>
              <a:gd name="connsiteY34" fmla="*/ 1926654 h 4166456"/>
              <a:gd name="connsiteX35" fmla="*/ 3768319 w 6908206"/>
              <a:gd name="connsiteY35" fmla="*/ 1964271 h 4166456"/>
              <a:gd name="connsiteX36" fmla="*/ 2807352 w 6908206"/>
              <a:gd name="connsiteY36" fmla="*/ 2144852 h 4166456"/>
              <a:gd name="connsiteX37" fmla="*/ 1926819 w 6908206"/>
              <a:gd name="connsiteY37" fmla="*/ 2861801 h 4166456"/>
              <a:gd name="connsiteX38" fmla="*/ 1372252 w 6908206"/>
              <a:gd name="connsiteY38" fmla="*/ 3562879 h 4166456"/>
              <a:gd name="connsiteX39" fmla="*/ 598756 w 6908206"/>
              <a:gd name="connsiteY39" fmla="*/ 4129737 h 4166456"/>
              <a:gd name="connsiteX40" fmla="*/ 116153 w 6908206"/>
              <a:gd name="connsiteY40" fmla="*/ 4108966 h 4166456"/>
              <a:gd name="connsiteX41" fmla="*/ 4930 w 6908206"/>
              <a:gd name="connsiteY41" fmla="*/ 2874111 h 4166456"/>
              <a:gd name="connsiteX42" fmla="*/ 34162 w 6908206"/>
              <a:gd name="connsiteY42" fmla="*/ 2489964 h 4166456"/>
              <a:gd name="connsiteX0" fmla="*/ 34162 w 6908206"/>
              <a:gd name="connsiteY0" fmla="*/ 2489964 h 4166456"/>
              <a:gd name="connsiteX1" fmla="*/ 164137 w 6908206"/>
              <a:gd name="connsiteY1" fmla="*/ 2437755 h 4166456"/>
              <a:gd name="connsiteX2" fmla="*/ 193547 w 6908206"/>
              <a:gd name="connsiteY2" fmla="*/ 3249013 h 4166456"/>
              <a:gd name="connsiteX3" fmla="*/ 232045 w 6908206"/>
              <a:gd name="connsiteY3" fmla="*/ 3953684 h 4166456"/>
              <a:gd name="connsiteX4" fmla="*/ 934693 w 6908206"/>
              <a:gd name="connsiteY4" fmla="*/ 3502253 h 4166456"/>
              <a:gd name="connsiteX5" fmla="*/ 2244319 w 6908206"/>
              <a:gd name="connsiteY5" fmla="*/ 48428 h 4166456"/>
              <a:gd name="connsiteX6" fmla="*/ 3416952 w 6908206"/>
              <a:gd name="connsiteY6" fmla="*/ 1491105 h 4166456"/>
              <a:gd name="connsiteX7" fmla="*/ 4813952 w 6908206"/>
              <a:gd name="connsiteY7" fmla="*/ 1685839 h 4166456"/>
              <a:gd name="connsiteX8" fmla="*/ 5313485 w 6908206"/>
              <a:gd name="connsiteY8" fmla="*/ 1050839 h 4166456"/>
              <a:gd name="connsiteX9" fmla="*/ 5878636 w 6908206"/>
              <a:gd name="connsiteY9" fmla="*/ 949285 h 4166456"/>
              <a:gd name="connsiteX10" fmla="*/ 6308319 w 6908206"/>
              <a:gd name="connsiteY10" fmla="*/ 1204819 h 4166456"/>
              <a:gd name="connsiteX11" fmla="*/ 6469541 w 6908206"/>
              <a:gd name="connsiteY11" fmla="*/ 1399704 h 4166456"/>
              <a:gd name="connsiteX12" fmla="*/ 6621941 w 6908206"/>
              <a:gd name="connsiteY12" fmla="*/ 1479606 h 4166456"/>
              <a:gd name="connsiteX13" fmla="*/ 6736241 w 6908206"/>
              <a:gd name="connsiteY13" fmla="*/ 1450551 h 4166456"/>
              <a:gd name="connsiteX14" fmla="*/ 6765519 w 6908206"/>
              <a:gd name="connsiteY14" fmla="*/ 1306512 h 4166456"/>
              <a:gd name="connsiteX15" fmla="*/ 6736242 w 6908206"/>
              <a:gd name="connsiteY15" fmla="*/ 1167262 h 4166456"/>
              <a:gd name="connsiteX16" fmla="*/ 6666393 w 6908206"/>
              <a:gd name="connsiteY16" fmla="*/ 1080095 h 4166456"/>
              <a:gd name="connsiteX17" fmla="*/ 6621943 w 6908206"/>
              <a:gd name="connsiteY17" fmla="*/ 971137 h 4166456"/>
              <a:gd name="connsiteX18" fmla="*/ 6602893 w 6908206"/>
              <a:gd name="connsiteY18" fmla="*/ 804067 h 4166456"/>
              <a:gd name="connsiteX19" fmla="*/ 6748942 w 6908206"/>
              <a:gd name="connsiteY19" fmla="*/ 789542 h 4166456"/>
              <a:gd name="connsiteX20" fmla="*/ 6900985 w 6908206"/>
              <a:gd name="connsiteY20" fmla="*/ 802804 h 4166456"/>
              <a:gd name="connsiteX21" fmla="*/ 6882293 w 6908206"/>
              <a:gd name="connsiteY21" fmla="*/ 1029247 h 4166456"/>
              <a:gd name="connsiteX22" fmla="*/ 6837843 w 6908206"/>
              <a:gd name="connsiteY22" fmla="*/ 1181788 h 4166456"/>
              <a:gd name="connsiteX23" fmla="*/ 6825142 w 6908206"/>
              <a:gd name="connsiteY23" fmla="*/ 1436023 h 4166456"/>
              <a:gd name="connsiteX24" fmla="*/ 6748942 w 6908206"/>
              <a:gd name="connsiteY24" fmla="*/ 1552246 h 4166456"/>
              <a:gd name="connsiteX25" fmla="*/ 6638519 w 6908206"/>
              <a:gd name="connsiteY25" fmla="*/ 1573838 h 4166456"/>
              <a:gd name="connsiteX26" fmla="*/ 6424734 w 6908206"/>
              <a:gd name="connsiteY26" fmla="*/ 1489077 h 4166456"/>
              <a:gd name="connsiteX27" fmla="*/ 6158392 w 6908206"/>
              <a:gd name="connsiteY27" fmla="*/ 1174522 h 4166456"/>
              <a:gd name="connsiteX28" fmla="*/ 5920969 w 6908206"/>
              <a:gd name="connsiteY28" fmla="*/ 1053291 h 4166456"/>
              <a:gd name="connsiteX29" fmla="*/ 5597119 w 6908206"/>
              <a:gd name="connsiteY29" fmla="*/ 1033906 h 4166456"/>
              <a:gd name="connsiteX30" fmla="*/ 5415085 w 6908206"/>
              <a:gd name="connsiteY30" fmla="*/ 1110106 h 4166456"/>
              <a:gd name="connsiteX31" fmla="*/ 5296552 w 6908206"/>
              <a:gd name="connsiteY31" fmla="*/ 1228638 h 4166456"/>
              <a:gd name="connsiteX32" fmla="*/ 5084885 w 6908206"/>
              <a:gd name="connsiteY32" fmla="*/ 1609638 h 4166456"/>
              <a:gd name="connsiteX33" fmla="*/ 4907085 w 6908206"/>
              <a:gd name="connsiteY33" fmla="*/ 1762039 h 4166456"/>
              <a:gd name="connsiteX34" fmla="*/ 4543019 w 6908206"/>
              <a:gd name="connsiteY34" fmla="*/ 1926654 h 4166456"/>
              <a:gd name="connsiteX35" fmla="*/ 3768319 w 6908206"/>
              <a:gd name="connsiteY35" fmla="*/ 1964271 h 4166456"/>
              <a:gd name="connsiteX36" fmla="*/ 2807352 w 6908206"/>
              <a:gd name="connsiteY36" fmla="*/ 2144852 h 4166456"/>
              <a:gd name="connsiteX37" fmla="*/ 1926819 w 6908206"/>
              <a:gd name="connsiteY37" fmla="*/ 2861801 h 4166456"/>
              <a:gd name="connsiteX38" fmla="*/ 1372252 w 6908206"/>
              <a:gd name="connsiteY38" fmla="*/ 3562879 h 4166456"/>
              <a:gd name="connsiteX39" fmla="*/ 598756 w 6908206"/>
              <a:gd name="connsiteY39" fmla="*/ 4129737 h 4166456"/>
              <a:gd name="connsiteX40" fmla="*/ 116153 w 6908206"/>
              <a:gd name="connsiteY40" fmla="*/ 4108966 h 4166456"/>
              <a:gd name="connsiteX41" fmla="*/ 4930 w 6908206"/>
              <a:gd name="connsiteY41" fmla="*/ 2874111 h 4166456"/>
              <a:gd name="connsiteX42" fmla="*/ 34162 w 6908206"/>
              <a:gd name="connsiteY42" fmla="*/ 2489964 h 4166456"/>
              <a:gd name="connsiteX0" fmla="*/ 34162 w 6908206"/>
              <a:gd name="connsiteY0" fmla="*/ 2489964 h 4166456"/>
              <a:gd name="connsiteX1" fmla="*/ 164137 w 6908206"/>
              <a:gd name="connsiteY1" fmla="*/ 2437755 h 4166456"/>
              <a:gd name="connsiteX2" fmla="*/ 164672 w 6908206"/>
              <a:gd name="connsiteY2" fmla="*/ 3249013 h 4166456"/>
              <a:gd name="connsiteX3" fmla="*/ 232045 w 6908206"/>
              <a:gd name="connsiteY3" fmla="*/ 3953684 h 4166456"/>
              <a:gd name="connsiteX4" fmla="*/ 934693 w 6908206"/>
              <a:gd name="connsiteY4" fmla="*/ 3502253 h 4166456"/>
              <a:gd name="connsiteX5" fmla="*/ 2244319 w 6908206"/>
              <a:gd name="connsiteY5" fmla="*/ 48428 h 4166456"/>
              <a:gd name="connsiteX6" fmla="*/ 3416952 w 6908206"/>
              <a:gd name="connsiteY6" fmla="*/ 1491105 h 4166456"/>
              <a:gd name="connsiteX7" fmla="*/ 4813952 w 6908206"/>
              <a:gd name="connsiteY7" fmla="*/ 1685839 h 4166456"/>
              <a:gd name="connsiteX8" fmla="*/ 5313485 w 6908206"/>
              <a:gd name="connsiteY8" fmla="*/ 1050839 h 4166456"/>
              <a:gd name="connsiteX9" fmla="*/ 5878636 w 6908206"/>
              <a:gd name="connsiteY9" fmla="*/ 949285 h 4166456"/>
              <a:gd name="connsiteX10" fmla="*/ 6308319 w 6908206"/>
              <a:gd name="connsiteY10" fmla="*/ 1204819 h 4166456"/>
              <a:gd name="connsiteX11" fmla="*/ 6469541 w 6908206"/>
              <a:gd name="connsiteY11" fmla="*/ 1399704 h 4166456"/>
              <a:gd name="connsiteX12" fmla="*/ 6621941 w 6908206"/>
              <a:gd name="connsiteY12" fmla="*/ 1479606 h 4166456"/>
              <a:gd name="connsiteX13" fmla="*/ 6736241 w 6908206"/>
              <a:gd name="connsiteY13" fmla="*/ 1450551 h 4166456"/>
              <a:gd name="connsiteX14" fmla="*/ 6765519 w 6908206"/>
              <a:gd name="connsiteY14" fmla="*/ 1306512 h 4166456"/>
              <a:gd name="connsiteX15" fmla="*/ 6736242 w 6908206"/>
              <a:gd name="connsiteY15" fmla="*/ 1167262 h 4166456"/>
              <a:gd name="connsiteX16" fmla="*/ 6666393 w 6908206"/>
              <a:gd name="connsiteY16" fmla="*/ 1080095 h 4166456"/>
              <a:gd name="connsiteX17" fmla="*/ 6621943 w 6908206"/>
              <a:gd name="connsiteY17" fmla="*/ 971137 h 4166456"/>
              <a:gd name="connsiteX18" fmla="*/ 6602893 w 6908206"/>
              <a:gd name="connsiteY18" fmla="*/ 804067 h 4166456"/>
              <a:gd name="connsiteX19" fmla="*/ 6748942 w 6908206"/>
              <a:gd name="connsiteY19" fmla="*/ 789542 h 4166456"/>
              <a:gd name="connsiteX20" fmla="*/ 6900985 w 6908206"/>
              <a:gd name="connsiteY20" fmla="*/ 802804 h 4166456"/>
              <a:gd name="connsiteX21" fmla="*/ 6882293 w 6908206"/>
              <a:gd name="connsiteY21" fmla="*/ 1029247 h 4166456"/>
              <a:gd name="connsiteX22" fmla="*/ 6837843 w 6908206"/>
              <a:gd name="connsiteY22" fmla="*/ 1181788 h 4166456"/>
              <a:gd name="connsiteX23" fmla="*/ 6825142 w 6908206"/>
              <a:gd name="connsiteY23" fmla="*/ 1436023 h 4166456"/>
              <a:gd name="connsiteX24" fmla="*/ 6748942 w 6908206"/>
              <a:gd name="connsiteY24" fmla="*/ 1552246 h 4166456"/>
              <a:gd name="connsiteX25" fmla="*/ 6638519 w 6908206"/>
              <a:gd name="connsiteY25" fmla="*/ 1573838 h 4166456"/>
              <a:gd name="connsiteX26" fmla="*/ 6424734 w 6908206"/>
              <a:gd name="connsiteY26" fmla="*/ 1489077 h 4166456"/>
              <a:gd name="connsiteX27" fmla="*/ 6158392 w 6908206"/>
              <a:gd name="connsiteY27" fmla="*/ 1174522 h 4166456"/>
              <a:gd name="connsiteX28" fmla="*/ 5920969 w 6908206"/>
              <a:gd name="connsiteY28" fmla="*/ 1053291 h 4166456"/>
              <a:gd name="connsiteX29" fmla="*/ 5597119 w 6908206"/>
              <a:gd name="connsiteY29" fmla="*/ 1033906 h 4166456"/>
              <a:gd name="connsiteX30" fmla="*/ 5415085 w 6908206"/>
              <a:gd name="connsiteY30" fmla="*/ 1110106 h 4166456"/>
              <a:gd name="connsiteX31" fmla="*/ 5296552 w 6908206"/>
              <a:gd name="connsiteY31" fmla="*/ 1228638 h 4166456"/>
              <a:gd name="connsiteX32" fmla="*/ 5084885 w 6908206"/>
              <a:gd name="connsiteY32" fmla="*/ 1609638 h 4166456"/>
              <a:gd name="connsiteX33" fmla="*/ 4907085 w 6908206"/>
              <a:gd name="connsiteY33" fmla="*/ 1762039 h 4166456"/>
              <a:gd name="connsiteX34" fmla="*/ 4543019 w 6908206"/>
              <a:gd name="connsiteY34" fmla="*/ 1926654 h 4166456"/>
              <a:gd name="connsiteX35" fmla="*/ 3768319 w 6908206"/>
              <a:gd name="connsiteY35" fmla="*/ 1964271 h 4166456"/>
              <a:gd name="connsiteX36" fmla="*/ 2807352 w 6908206"/>
              <a:gd name="connsiteY36" fmla="*/ 2144852 h 4166456"/>
              <a:gd name="connsiteX37" fmla="*/ 1926819 w 6908206"/>
              <a:gd name="connsiteY37" fmla="*/ 2861801 h 4166456"/>
              <a:gd name="connsiteX38" fmla="*/ 1372252 w 6908206"/>
              <a:gd name="connsiteY38" fmla="*/ 3562879 h 4166456"/>
              <a:gd name="connsiteX39" fmla="*/ 598756 w 6908206"/>
              <a:gd name="connsiteY39" fmla="*/ 4129737 h 4166456"/>
              <a:gd name="connsiteX40" fmla="*/ 116153 w 6908206"/>
              <a:gd name="connsiteY40" fmla="*/ 4108966 h 4166456"/>
              <a:gd name="connsiteX41" fmla="*/ 4930 w 6908206"/>
              <a:gd name="connsiteY41" fmla="*/ 2874111 h 4166456"/>
              <a:gd name="connsiteX42" fmla="*/ 34162 w 6908206"/>
              <a:gd name="connsiteY42" fmla="*/ 2489964 h 4166456"/>
              <a:gd name="connsiteX0" fmla="*/ 34162 w 6908206"/>
              <a:gd name="connsiteY0" fmla="*/ 2489964 h 4166456"/>
              <a:gd name="connsiteX1" fmla="*/ 164137 w 6908206"/>
              <a:gd name="connsiteY1" fmla="*/ 2437755 h 4166456"/>
              <a:gd name="connsiteX2" fmla="*/ 164672 w 6908206"/>
              <a:gd name="connsiteY2" fmla="*/ 3249013 h 4166456"/>
              <a:gd name="connsiteX3" fmla="*/ 232045 w 6908206"/>
              <a:gd name="connsiteY3" fmla="*/ 3953684 h 4166456"/>
              <a:gd name="connsiteX4" fmla="*/ 934693 w 6908206"/>
              <a:gd name="connsiteY4" fmla="*/ 3502253 h 4166456"/>
              <a:gd name="connsiteX5" fmla="*/ 2244319 w 6908206"/>
              <a:gd name="connsiteY5" fmla="*/ 48428 h 4166456"/>
              <a:gd name="connsiteX6" fmla="*/ 3416952 w 6908206"/>
              <a:gd name="connsiteY6" fmla="*/ 1491105 h 4166456"/>
              <a:gd name="connsiteX7" fmla="*/ 4813952 w 6908206"/>
              <a:gd name="connsiteY7" fmla="*/ 1685839 h 4166456"/>
              <a:gd name="connsiteX8" fmla="*/ 5313485 w 6908206"/>
              <a:gd name="connsiteY8" fmla="*/ 1050839 h 4166456"/>
              <a:gd name="connsiteX9" fmla="*/ 5878636 w 6908206"/>
              <a:gd name="connsiteY9" fmla="*/ 949285 h 4166456"/>
              <a:gd name="connsiteX10" fmla="*/ 6308319 w 6908206"/>
              <a:gd name="connsiteY10" fmla="*/ 1204819 h 4166456"/>
              <a:gd name="connsiteX11" fmla="*/ 6469541 w 6908206"/>
              <a:gd name="connsiteY11" fmla="*/ 1399704 h 4166456"/>
              <a:gd name="connsiteX12" fmla="*/ 6621941 w 6908206"/>
              <a:gd name="connsiteY12" fmla="*/ 1479606 h 4166456"/>
              <a:gd name="connsiteX13" fmla="*/ 6736241 w 6908206"/>
              <a:gd name="connsiteY13" fmla="*/ 1450551 h 4166456"/>
              <a:gd name="connsiteX14" fmla="*/ 6765519 w 6908206"/>
              <a:gd name="connsiteY14" fmla="*/ 1306512 h 4166456"/>
              <a:gd name="connsiteX15" fmla="*/ 6736242 w 6908206"/>
              <a:gd name="connsiteY15" fmla="*/ 1167262 h 4166456"/>
              <a:gd name="connsiteX16" fmla="*/ 6666393 w 6908206"/>
              <a:gd name="connsiteY16" fmla="*/ 1080095 h 4166456"/>
              <a:gd name="connsiteX17" fmla="*/ 6621943 w 6908206"/>
              <a:gd name="connsiteY17" fmla="*/ 971137 h 4166456"/>
              <a:gd name="connsiteX18" fmla="*/ 6602893 w 6908206"/>
              <a:gd name="connsiteY18" fmla="*/ 804067 h 4166456"/>
              <a:gd name="connsiteX19" fmla="*/ 6748942 w 6908206"/>
              <a:gd name="connsiteY19" fmla="*/ 789542 h 4166456"/>
              <a:gd name="connsiteX20" fmla="*/ 6900985 w 6908206"/>
              <a:gd name="connsiteY20" fmla="*/ 802804 h 4166456"/>
              <a:gd name="connsiteX21" fmla="*/ 6882293 w 6908206"/>
              <a:gd name="connsiteY21" fmla="*/ 1029247 h 4166456"/>
              <a:gd name="connsiteX22" fmla="*/ 6837843 w 6908206"/>
              <a:gd name="connsiteY22" fmla="*/ 1181788 h 4166456"/>
              <a:gd name="connsiteX23" fmla="*/ 6825142 w 6908206"/>
              <a:gd name="connsiteY23" fmla="*/ 1436023 h 4166456"/>
              <a:gd name="connsiteX24" fmla="*/ 6748942 w 6908206"/>
              <a:gd name="connsiteY24" fmla="*/ 1552246 h 4166456"/>
              <a:gd name="connsiteX25" fmla="*/ 6638519 w 6908206"/>
              <a:gd name="connsiteY25" fmla="*/ 1573838 h 4166456"/>
              <a:gd name="connsiteX26" fmla="*/ 6424734 w 6908206"/>
              <a:gd name="connsiteY26" fmla="*/ 1489077 h 4166456"/>
              <a:gd name="connsiteX27" fmla="*/ 6158392 w 6908206"/>
              <a:gd name="connsiteY27" fmla="*/ 1174522 h 4166456"/>
              <a:gd name="connsiteX28" fmla="*/ 5920969 w 6908206"/>
              <a:gd name="connsiteY28" fmla="*/ 1053291 h 4166456"/>
              <a:gd name="connsiteX29" fmla="*/ 5597119 w 6908206"/>
              <a:gd name="connsiteY29" fmla="*/ 1033906 h 4166456"/>
              <a:gd name="connsiteX30" fmla="*/ 5415085 w 6908206"/>
              <a:gd name="connsiteY30" fmla="*/ 1110106 h 4166456"/>
              <a:gd name="connsiteX31" fmla="*/ 5296552 w 6908206"/>
              <a:gd name="connsiteY31" fmla="*/ 1228638 h 4166456"/>
              <a:gd name="connsiteX32" fmla="*/ 5084885 w 6908206"/>
              <a:gd name="connsiteY32" fmla="*/ 1609638 h 4166456"/>
              <a:gd name="connsiteX33" fmla="*/ 4907085 w 6908206"/>
              <a:gd name="connsiteY33" fmla="*/ 1762039 h 4166456"/>
              <a:gd name="connsiteX34" fmla="*/ 4543019 w 6908206"/>
              <a:gd name="connsiteY34" fmla="*/ 1926654 h 4166456"/>
              <a:gd name="connsiteX35" fmla="*/ 3768319 w 6908206"/>
              <a:gd name="connsiteY35" fmla="*/ 1964271 h 4166456"/>
              <a:gd name="connsiteX36" fmla="*/ 2807352 w 6908206"/>
              <a:gd name="connsiteY36" fmla="*/ 2144852 h 4166456"/>
              <a:gd name="connsiteX37" fmla="*/ 1926819 w 6908206"/>
              <a:gd name="connsiteY37" fmla="*/ 2861801 h 4166456"/>
              <a:gd name="connsiteX38" fmla="*/ 1372252 w 6908206"/>
              <a:gd name="connsiteY38" fmla="*/ 3562879 h 4166456"/>
              <a:gd name="connsiteX39" fmla="*/ 598756 w 6908206"/>
              <a:gd name="connsiteY39" fmla="*/ 4129737 h 4166456"/>
              <a:gd name="connsiteX40" fmla="*/ 116153 w 6908206"/>
              <a:gd name="connsiteY40" fmla="*/ 4108966 h 4166456"/>
              <a:gd name="connsiteX41" fmla="*/ 4930 w 6908206"/>
              <a:gd name="connsiteY41" fmla="*/ 2874111 h 4166456"/>
              <a:gd name="connsiteX42" fmla="*/ 34162 w 6908206"/>
              <a:gd name="connsiteY42" fmla="*/ 2489964 h 4166456"/>
              <a:gd name="connsiteX0" fmla="*/ 34162 w 6908206"/>
              <a:gd name="connsiteY0" fmla="*/ 2489964 h 4166456"/>
              <a:gd name="connsiteX1" fmla="*/ 164137 w 6908206"/>
              <a:gd name="connsiteY1" fmla="*/ 2437755 h 4166456"/>
              <a:gd name="connsiteX2" fmla="*/ 164672 w 6908206"/>
              <a:gd name="connsiteY2" fmla="*/ 3249013 h 4166456"/>
              <a:gd name="connsiteX3" fmla="*/ 232045 w 6908206"/>
              <a:gd name="connsiteY3" fmla="*/ 3953684 h 4166456"/>
              <a:gd name="connsiteX4" fmla="*/ 934693 w 6908206"/>
              <a:gd name="connsiteY4" fmla="*/ 3502253 h 4166456"/>
              <a:gd name="connsiteX5" fmla="*/ 2244319 w 6908206"/>
              <a:gd name="connsiteY5" fmla="*/ 48428 h 4166456"/>
              <a:gd name="connsiteX6" fmla="*/ 3416952 w 6908206"/>
              <a:gd name="connsiteY6" fmla="*/ 1491105 h 4166456"/>
              <a:gd name="connsiteX7" fmla="*/ 4813952 w 6908206"/>
              <a:gd name="connsiteY7" fmla="*/ 1685839 h 4166456"/>
              <a:gd name="connsiteX8" fmla="*/ 5313485 w 6908206"/>
              <a:gd name="connsiteY8" fmla="*/ 1050839 h 4166456"/>
              <a:gd name="connsiteX9" fmla="*/ 5878636 w 6908206"/>
              <a:gd name="connsiteY9" fmla="*/ 949285 h 4166456"/>
              <a:gd name="connsiteX10" fmla="*/ 6308319 w 6908206"/>
              <a:gd name="connsiteY10" fmla="*/ 1204819 h 4166456"/>
              <a:gd name="connsiteX11" fmla="*/ 6469541 w 6908206"/>
              <a:gd name="connsiteY11" fmla="*/ 1399704 h 4166456"/>
              <a:gd name="connsiteX12" fmla="*/ 6621941 w 6908206"/>
              <a:gd name="connsiteY12" fmla="*/ 1479606 h 4166456"/>
              <a:gd name="connsiteX13" fmla="*/ 6736241 w 6908206"/>
              <a:gd name="connsiteY13" fmla="*/ 1450551 h 4166456"/>
              <a:gd name="connsiteX14" fmla="*/ 6765519 w 6908206"/>
              <a:gd name="connsiteY14" fmla="*/ 1306512 h 4166456"/>
              <a:gd name="connsiteX15" fmla="*/ 6736242 w 6908206"/>
              <a:gd name="connsiteY15" fmla="*/ 1167262 h 4166456"/>
              <a:gd name="connsiteX16" fmla="*/ 6666393 w 6908206"/>
              <a:gd name="connsiteY16" fmla="*/ 1080095 h 4166456"/>
              <a:gd name="connsiteX17" fmla="*/ 6621943 w 6908206"/>
              <a:gd name="connsiteY17" fmla="*/ 971137 h 4166456"/>
              <a:gd name="connsiteX18" fmla="*/ 6602893 w 6908206"/>
              <a:gd name="connsiteY18" fmla="*/ 804067 h 4166456"/>
              <a:gd name="connsiteX19" fmla="*/ 6748942 w 6908206"/>
              <a:gd name="connsiteY19" fmla="*/ 789542 h 4166456"/>
              <a:gd name="connsiteX20" fmla="*/ 6900985 w 6908206"/>
              <a:gd name="connsiteY20" fmla="*/ 802804 h 4166456"/>
              <a:gd name="connsiteX21" fmla="*/ 6882293 w 6908206"/>
              <a:gd name="connsiteY21" fmla="*/ 1029247 h 4166456"/>
              <a:gd name="connsiteX22" fmla="*/ 6837843 w 6908206"/>
              <a:gd name="connsiteY22" fmla="*/ 1181788 h 4166456"/>
              <a:gd name="connsiteX23" fmla="*/ 6825142 w 6908206"/>
              <a:gd name="connsiteY23" fmla="*/ 1436023 h 4166456"/>
              <a:gd name="connsiteX24" fmla="*/ 6748942 w 6908206"/>
              <a:gd name="connsiteY24" fmla="*/ 1552246 h 4166456"/>
              <a:gd name="connsiteX25" fmla="*/ 6638519 w 6908206"/>
              <a:gd name="connsiteY25" fmla="*/ 1573838 h 4166456"/>
              <a:gd name="connsiteX26" fmla="*/ 6424734 w 6908206"/>
              <a:gd name="connsiteY26" fmla="*/ 1489077 h 4166456"/>
              <a:gd name="connsiteX27" fmla="*/ 6158392 w 6908206"/>
              <a:gd name="connsiteY27" fmla="*/ 1174522 h 4166456"/>
              <a:gd name="connsiteX28" fmla="*/ 5920969 w 6908206"/>
              <a:gd name="connsiteY28" fmla="*/ 1053291 h 4166456"/>
              <a:gd name="connsiteX29" fmla="*/ 5597119 w 6908206"/>
              <a:gd name="connsiteY29" fmla="*/ 1033906 h 4166456"/>
              <a:gd name="connsiteX30" fmla="*/ 5415085 w 6908206"/>
              <a:gd name="connsiteY30" fmla="*/ 1110106 h 4166456"/>
              <a:gd name="connsiteX31" fmla="*/ 5296552 w 6908206"/>
              <a:gd name="connsiteY31" fmla="*/ 1228638 h 4166456"/>
              <a:gd name="connsiteX32" fmla="*/ 5084885 w 6908206"/>
              <a:gd name="connsiteY32" fmla="*/ 1609638 h 4166456"/>
              <a:gd name="connsiteX33" fmla="*/ 4907085 w 6908206"/>
              <a:gd name="connsiteY33" fmla="*/ 1762039 h 4166456"/>
              <a:gd name="connsiteX34" fmla="*/ 4543019 w 6908206"/>
              <a:gd name="connsiteY34" fmla="*/ 1926654 h 4166456"/>
              <a:gd name="connsiteX35" fmla="*/ 3768319 w 6908206"/>
              <a:gd name="connsiteY35" fmla="*/ 1964271 h 4166456"/>
              <a:gd name="connsiteX36" fmla="*/ 2807352 w 6908206"/>
              <a:gd name="connsiteY36" fmla="*/ 2144852 h 4166456"/>
              <a:gd name="connsiteX37" fmla="*/ 1926819 w 6908206"/>
              <a:gd name="connsiteY37" fmla="*/ 2861801 h 4166456"/>
              <a:gd name="connsiteX38" fmla="*/ 1372252 w 6908206"/>
              <a:gd name="connsiteY38" fmla="*/ 3562879 h 4166456"/>
              <a:gd name="connsiteX39" fmla="*/ 598756 w 6908206"/>
              <a:gd name="connsiteY39" fmla="*/ 4129737 h 4166456"/>
              <a:gd name="connsiteX40" fmla="*/ 116153 w 6908206"/>
              <a:gd name="connsiteY40" fmla="*/ 4108966 h 4166456"/>
              <a:gd name="connsiteX41" fmla="*/ 4930 w 6908206"/>
              <a:gd name="connsiteY41" fmla="*/ 2874111 h 4166456"/>
              <a:gd name="connsiteX42" fmla="*/ 34162 w 6908206"/>
              <a:gd name="connsiteY42" fmla="*/ 2489964 h 4166456"/>
              <a:gd name="connsiteX0" fmla="*/ 26144 w 6900188"/>
              <a:gd name="connsiteY0" fmla="*/ 2489964 h 4166456"/>
              <a:gd name="connsiteX1" fmla="*/ 156119 w 6900188"/>
              <a:gd name="connsiteY1" fmla="*/ 2437755 h 4166456"/>
              <a:gd name="connsiteX2" fmla="*/ 156654 w 6900188"/>
              <a:gd name="connsiteY2" fmla="*/ 3249013 h 4166456"/>
              <a:gd name="connsiteX3" fmla="*/ 224027 w 6900188"/>
              <a:gd name="connsiteY3" fmla="*/ 3953684 h 4166456"/>
              <a:gd name="connsiteX4" fmla="*/ 926675 w 6900188"/>
              <a:gd name="connsiteY4" fmla="*/ 3502253 h 4166456"/>
              <a:gd name="connsiteX5" fmla="*/ 2236301 w 6900188"/>
              <a:gd name="connsiteY5" fmla="*/ 48428 h 4166456"/>
              <a:gd name="connsiteX6" fmla="*/ 3408934 w 6900188"/>
              <a:gd name="connsiteY6" fmla="*/ 1491105 h 4166456"/>
              <a:gd name="connsiteX7" fmla="*/ 4805934 w 6900188"/>
              <a:gd name="connsiteY7" fmla="*/ 1685839 h 4166456"/>
              <a:gd name="connsiteX8" fmla="*/ 5305467 w 6900188"/>
              <a:gd name="connsiteY8" fmla="*/ 1050839 h 4166456"/>
              <a:gd name="connsiteX9" fmla="*/ 5870618 w 6900188"/>
              <a:gd name="connsiteY9" fmla="*/ 949285 h 4166456"/>
              <a:gd name="connsiteX10" fmla="*/ 6300301 w 6900188"/>
              <a:gd name="connsiteY10" fmla="*/ 1204819 h 4166456"/>
              <a:gd name="connsiteX11" fmla="*/ 6461523 w 6900188"/>
              <a:gd name="connsiteY11" fmla="*/ 1399704 h 4166456"/>
              <a:gd name="connsiteX12" fmla="*/ 6613923 w 6900188"/>
              <a:gd name="connsiteY12" fmla="*/ 1479606 h 4166456"/>
              <a:gd name="connsiteX13" fmla="*/ 6728223 w 6900188"/>
              <a:gd name="connsiteY13" fmla="*/ 1450551 h 4166456"/>
              <a:gd name="connsiteX14" fmla="*/ 6757501 w 6900188"/>
              <a:gd name="connsiteY14" fmla="*/ 1306512 h 4166456"/>
              <a:gd name="connsiteX15" fmla="*/ 6728224 w 6900188"/>
              <a:gd name="connsiteY15" fmla="*/ 1167262 h 4166456"/>
              <a:gd name="connsiteX16" fmla="*/ 6658375 w 6900188"/>
              <a:gd name="connsiteY16" fmla="*/ 1080095 h 4166456"/>
              <a:gd name="connsiteX17" fmla="*/ 6613925 w 6900188"/>
              <a:gd name="connsiteY17" fmla="*/ 971137 h 4166456"/>
              <a:gd name="connsiteX18" fmla="*/ 6594875 w 6900188"/>
              <a:gd name="connsiteY18" fmla="*/ 804067 h 4166456"/>
              <a:gd name="connsiteX19" fmla="*/ 6740924 w 6900188"/>
              <a:gd name="connsiteY19" fmla="*/ 789542 h 4166456"/>
              <a:gd name="connsiteX20" fmla="*/ 6892967 w 6900188"/>
              <a:gd name="connsiteY20" fmla="*/ 802804 h 4166456"/>
              <a:gd name="connsiteX21" fmla="*/ 6874275 w 6900188"/>
              <a:gd name="connsiteY21" fmla="*/ 1029247 h 4166456"/>
              <a:gd name="connsiteX22" fmla="*/ 6829825 w 6900188"/>
              <a:gd name="connsiteY22" fmla="*/ 1181788 h 4166456"/>
              <a:gd name="connsiteX23" fmla="*/ 6817124 w 6900188"/>
              <a:gd name="connsiteY23" fmla="*/ 1436023 h 4166456"/>
              <a:gd name="connsiteX24" fmla="*/ 6740924 w 6900188"/>
              <a:gd name="connsiteY24" fmla="*/ 1552246 h 4166456"/>
              <a:gd name="connsiteX25" fmla="*/ 6630501 w 6900188"/>
              <a:gd name="connsiteY25" fmla="*/ 1573838 h 4166456"/>
              <a:gd name="connsiteX26" fmla="*/ 6416716 w 6900188"/>
              <a:gd name="connsiteY26" fmla="*/ 1489077 h 4166456"/>
              <a:gd name="connsiteX27" fmla="*/ 6150374 w 6900188"/>
              <a:gd name="connsiteY27" fmla="*/ 1174522 h 4166456"/>
              <a:gd name="connsiteX28" fmla="*/ 5912951 w 6900188"/>
              <a:gd name="connsiteY28" fmla="*/ 1053291 h 4166456"/>
              <a:gd name="connsiteX29" fmla="*/ 5589101 w 6900188"/>
              <a:gd name="connsiteY29" fmla="*/ 1033906 h 4166456"/>
              <a:gd name="connsiteX30" fmla="*/ 5407067 w 6900188"/>
              <a:gd name="connsiteY30" fmla="*/ 1110106 h 4166456"/>
              <a:gd name="connsiteX31" fmla="*/ 5288534 w 6900188"/>
              <a:gd name="connsiteY31" fmla="*/ 1228638 h 4166456"/>
              <a:gd name="connsiteX32" fmla="*/ 5076867 w 6900188"/>
              <a:gd name="connsiteY32" fmla="*/ 1609638 h 4166456"/>
              <a:gd name="connsiteX33" fmla="*/ 4899067 w 6900188"/>
              <a:gd name="connsiteY33" fmla="*/ 1762039 h 4166456"/>
              <a:gd name="connsiteX34" fmla="*/ 4535001 w 6900188"/>
              <a:gd name="connsiteY34" fmla="*/ 1926654 h 4166456"/>
              <a:gd name="connsiteX35" fmla="*/ 3760301 w 6900188"/>
              <a:gd name="connsiteY35" fmla="*/ 1964271 h 4166456"/>
              <a:gd name="connsiteX36" fmla="*/ 2799334 w 6900188"/>
              <a:gd name="connsiteY36" fmla="*/ 2144852 h 4166456"/>
              <a:gd name="connsiteX37" fmla="*/ 1918801 w 6900188"/>
              <a:gd name="connsiteY37" fmla="*/ 2861801 h 4166456"/>
              <a:gd name="connsiteX38" fmla="*/ 1364234 w 6900188"/>
              <a:gd name="connsiteY38" fmla="*/ 3562879 h 4166456"/>
              <a:gd name="connsiteX39" fmla="*/ 590738 w 6900188"/>
              <a:gd name="connsiteY39" fmla="*/ 4129737 h 4166456"/>
              <a:gd name="connsiteX40" fmla="*/ 108135 w 6900188"/>
              <a:gd name="connsiteY40" fmla="*/ 4108966 h 4166456"/>
              <a:gd name="connsiteX41" fmla="*/ 6537 w 6900188"/>
              <a:gd name="connsiteY41" fmla="*/ 2973206 h 4166456"/>
              <a:gd name="connsiteX42" fmla="*/ 26144 w 6900188"/>
              <a:gd name="connsiteY42" fmla="*/ 2489964 h 4166456"/>
              <a:gd name="connsiteX0" fmla="*/ 7924 w 6939720"/>
              <a:gd name="connsiteY0" fmla="*/ 2611080 h 4166456"/>
              <a:gd name="connsiteX1" fmla="*/ 195651 w 6939720"/>
              <a:gd name="connsiteY1" fmla="*/ 2437755 h 4166456"/>
              <a:gd name="connsiteX2" fmla="*/ 196186 w 6939720"/>
              <a:gd name="connsiteY2" fmla="*/ 3249013 h 4166456"/>
              <a:gd name="connsiteX3" fmla="*/ 263559 w 6939720"/>
              <a:gd name="connsiteY3" fmla="*/ 3953684 h 4166456"/>
              <a:gd name="connsiteX4" fmla="*/ 966207 w 6939720"/>
              <a:gd name="connsiteY4" fmla="*/ 3502253 h 4166456"/>
              <a:gd name="connsiteX5" fmla="*/ 2275833 w 6939720"/>
              <a:gd name="connsiteY5" fmla="*/ 48428 h 4166456"/>
              <a:gd name="connsiteX6" fmla="*/ 3448466 w 6939720"/>
              <a:gd name="connsiteY6" fmla="*/ 1491105 h 4166456"/>
              <a:gd name="connsiteX7" fmla="*/ 4845466 w 6939720"/>
              <a:gd name="connsiteY7" fmla="*/ 1685839 h 4166456"/>
              <a:gd name="connsiteX8" fmla="*/ 5344999 w 6939720"/>
              <a:gd name="connsiteY8" fmla="*/ 1050839 h 4166456"/>
              <a:gd name="connsiteX9" fmla="*/ 5910150 w 6939720"/>
              <a:gd name="connsiteY9" fmla="*/ 949285 h 4166456"/>
              <a:gd name="connsiteX10" fmla="*/ 6339833 w 6939720"/>
              <a:gd name="connsiteY10" fmla="*/ 1204819 h 4166456"/>
              <a:gd name="connsiteX11" fmla="*/ 6501055 w 6939720"/>
              <a:gd name="connsiteY11" fmla="*/ 1399704 h 4166456"/>
              <a:gd name="connsiteX12" fmla="*/ 6653455 w 6939720"/>
              <a:gd name="connsiteY12" fmla="*/ 1479606 h 4166456"/>
              <a:gd name="connsiteX13" fmla="*/ 6767755 w 6939720"/>
              <a:gd name="connsiteY13" fmla="*/ 1450551 h 4166456"/>
              <a:gd name="connsiteX14" fmla="*/ 6797033 w 6939720"/>
              <a:gd name="connsiteY14" fmla="*/ 1306512 h 4166456"/>
              <a:gd name="connsiteX15" fmla="*/ 6767756 w 6939720"/>
              <a:gd name="connsiteY15" fmla="*/ 1167262 h 4166456"/>
              <a:gd name="connsiteX16" fmla="*/ 6697907 w 6939720"/>
              <a:gd name="connsiteY16" fmla="*/ 1080095 h 4166456"/>
              <a:gd name="connsiteX17" fmla="*/ 6653457 w 6939720"/>
              <a:gd name="connsiteY17" fmla="*/ 971137 h 4166456"/>
              <a:gd name="connsiteX18" fmla="*/ 6634407 w 6939720"/>
              <a:gd name="connsiteY18" fmla="*/ 804067 h 4166456"/>
              <a:gd name="connsiteX19" fmla="*/ 6780456 w 6939720"/>
              <a:gd name="connsiteY19" fmla="*/ 789542 h 4166456"/>
              <a:gd name="connsiteX20" fmla="*/ 6932499 w 6939720"/>
              <a:gd name="connsiteY20" fmla="*/ 802804 h 4166456"/>
              <a:gd name="connsiteX21" fmla="*/ 6913807 w 6939720"/>
              <a:gd name="connsiteY21" fmla="*/ 1029247 h 4166456"/>
              <a:gd name="connsiteX22" fmla="*/ 6869357 w 6939720"/>
              <a:gd name="connsiteY22" fmla="*/ 1181788 h 4166456"/>
              <a:gd name="connsiteX23" fmla="*/ 6856656 w 6939720"/>
              <a:gd name="connsiteY23" fmla="*/ 1436023 h 4166456"/>
              <a:gd name="connsiteX24" fmla="*/ 6780456 w 6939720"/>
              <a:gd name="connsiteY24" fmla="*/ 1552246 h 4166456"/>
              <a:gd name="connsiteX25" fmla="*/ 6670033 w 6939720"/>
              <a:gd name="connsiteY25" fmla="*/ 1573838 h 4166456"/>
              <a:gd name="connsiteX26" fmla="*/ 6456248 w 6939720"/>
              <a:gd name="connsiteY26" fmla="*/ 1489077 h 4166456"/>
              <a:gd name="connsiteX27" fmla="*/ 6189906 w 6939720"/>
              <a:gd name="connsiteY27" fmla="*/ 1174522 h 4166456"/>
              <a:gd name="connsiteX28" fmla="*/ 5952483 w 6939720"/>
              <a:gd name="connsiteY28" fmla="*/ 1053291 h 4166456"/>
              <a:gd name="connsiteX29" fmla="*/ 5628633 w 6939720"/>
              <a:gd name="connsiteY29" fmla="*/ 1033906 h 4166456"/>
              <a:gd name="connsiteX30" fmla="*/ 5446599 w 6939720"/>
              <a:gd name="connsiteY30" fmla="*/ 1110106 h 4166456"/>
              <a:gd name="connsiteX31" fmla="*/ 5328066 w 6939720"/>
              <a:gd name="connsiteY31" fmla="*/ 1228638 h 4166456"/>
              <a:gd name="connsiteX32" fmla="*/ 5116399 w 6939720"/>
              <a:gd name="connsiteY32" fmla="*/ 1609638 h 4166456"/>
              <a:gd name="connsiteX33" fmla="*/ 4938599 w 6939720"/>
              <a:gd name="connsiteY33" fmla="*/ 1762039 h 4166456"/>
              <a:gd name="connsiteX34" fmla="*/ 4574533 w 6939720"/>
              <a:gd name="connsiteY34" fmla="*/ 1926654 h 4166456"/>
              <a:gd name="connsiteX35" fmla="*/ 3799833 w 6939720"/>
              <a:gd name="connsiteY35" fmla="*/ 1964271 h 4166456"/>
              <a:gd name="connsiteX36" fmla="*/ 2838866 w 6939720"/>
              <a:gd name="connsiteY36" fmla="*/ 2144852 h 4166456"/>
              <a:gd name="connsiteX37" fmla="*/ 1958333 w 6939720"/>
              <a:gd name="connsiteY37" fmla="*/ 2861801 h 4166456"/>
              <a:gd name="connsiteX38" fmla="*/ 1403766 w 6939720"/>
              <a:gd name="connsiteY38" fmla="*/ 3562879 h 4166456"/>
              <a:gd name="connsiteX39" fmla="*/ 630270 w 6939720"/>
              <a:gd name="connsiteY39" fmla="*/ 4129737 h 4166456"/>
              <a:gd name="connsiteX40" fmla="*/ 147667 w 6939720"/>
              <a:gd name="connsiteY40" fmla="*/ 4108966 h 4166456"/>
              <a:gd name="connsiteX41" fmla="*/ 46069 w 6939720"/>
              <a:gd name="connsiteY41" fmla="*/ 2973206 h 4166456"/>
              <a:gd name="connsiteX42" fmla="*/ 7924 w 6939720"/>
              <a:gd name="connsiteY42" fmla="*/ 2611080 h 4166456"/>
              <a:gd name="connsiteX0" fmla="*/ 15974 w 6909269"/>
              <a:gd name="connsiteY0" fmla="*/ 2644111 h 4166456"/>
              <a:gd name="connsiteX1" fmla="*/ 165200 w 6909269"/>
              <a:gd name="connsiteY1" fmla="*/ 2437755 h 4166456"/>
              <a:gd name="connsiteX2" fmla="*/ 165735 w 6909269"/>
              <a:gd name="connsiteY2" fmla="*/ 3249013 h 4166456"/>
              <a:gd name="connsiteX3" fmla="*/ 233108 w 6909269"/>
              <a:gd name="connsiteY3" fmla="*/ 3953684 h 4166456"/>
              <a:gd name="connsiteX4" fmla="*/ 935756 w 6909269"/>
              <a:gd name="connsiteY4" fmla="*/ 3502253 h 4166456"/>
              <a:gd name="connsiteX5" fmla="*/ 2245382 w 6909269"/>
              <a:gd name="connsiteY5" fmla="*/ 48428 h 4166456"/>
              <a:gd name="connsiteX6" fmla="*/ 3418015 w 6909269"/>
              <a:gd name="connsiteY6" fmla="*/ 1491105 h 4166456"/>
              <a:gd name="connsiteX7" fmla="*/ 4815015 w 6909269"/>
              <a:gd name="connsiteY7" fmla="*/ 1685839 h 4166456"/>
              <a:gd name="connsiteX8" fmla="*/ 5314548 w 6909269"/>
              <a:gd name="connsiteY8" fmla="*/ 1050839 h 4166456"/>
              <a:gd name="connsiteX9" fmla="*/ 5879699 w 6909269"/>
              <a:gd name="connsiteY9" fmla="*/ 949285 h 4166456"/>
              <a:gd name="connsiteX10" fmla="*/ 6309382 w 6909269"/>
              <a:gd name="connsiteY10" fmla="*/ 1204819 h 4166456"/>
              <a:gd name="connsiteX11" fmla="*/ 6470604 w 6909269"/>
              <a:gd name="connsiteY11" fmla="*/ 1399704 h 4166456"/>
              <a:gd name="connsiteX12" fmla="*/ 6623004 w 6909269"/>
              <a:gd name="connsiteY12" fmla="*/ 1479606 h 4166456"/>
              <a:gd name="connsiteX13" fmla="*/ 6737304 w 6909269"/>
              <a:gd name="connsiteY13" fmla="*/ 1450551 h 4166456"/>
              <a:gd name="connsiteX14" fmla="*/ 6766582 w 6909269"/>
              <a:gd name="connsiteY14" fmla="*/ 1306512 h 4166456"/>
              <a:gd name="connsiteX15" fmla="*/ 6737305 w 6909269"/>
              <a:gd name="connsiteY15" fmla="*/ 1167262 h 4166456"/>
              <a:gd name="connsiteX16" fmla="*/ 6667456 w 6909269"/>
              <a:gd name="connsiteY16" fmla="*/ 1080095 h 4166456"/>
              <a:gd name="connsiteX17" fmla="*/ 6623006 w 6909269"/>
              <a:gd name="connsiteY17" fmla="*/ 971137 h 4166456"/>
              <a:gd name="connsiteX18" fmla="*/ 6603956 w 6909269"/>
              <a:gd name="connsiteY18" fmla="*/ 804067 h 4166456"/>
              <a:gd name="connsiteX19" fmla="*/ 6750005 w 6909269"/>
              <a:gd name="connsiteY19" fmla="*/ 789542 h 4166456"/>
              <a:gd name="connsiteX20" fmla="*/ 6902048 w 6909269"/>
              <a:gd name="connsiteY20" fmla="*/ 802804 h 4166456"/>
              <a:gd name="connsiteX21" fmla="*/ 6883356 w 6909269"/>
              <a:gd name="connsiteY21" fmla="*/ 1029247 h 4166456"/>
              <a:gd name="connsiteX22" fmla="*/ 6838906 w 6909269"/>
              <a:gd name="connsiteY22" fmla="*/ 1181788 h 4166456"/>
              <a:gd name="connsiteX23" fmla="*/ 6826205 w 6909269"/>
              <a:gd name="connsiteY23" fmla="*/ 1436023 h 4166456"/>
              <a:gd name="connsiteX24" fmla="*/ 6750005 w 6909269"/>
              <a:gd name="connsiteY24" fmla="*/ 1552246 h 4166456"/>
              <a:gd name="connsiteX25" fmla="*/ 6639582 w 6909269"/>
              <a:gd name="connsiteY25" fmla="*/ 1573838 h 4166456"/>
              <a:gd name="connsiteX26" fmla="*/ 6425797 w 6909269"/>
              <a:gd name="connsiteY26" fmla="*/ 1489077 h 4166456"/>
              <a:gd name="connsiteX27" fmla="*/ 6159455 w 6909269"/>
              <a:gd name="connsiteY27" fmla="*/ 1174522 h 4166456"/>
              <a:gd name="connsiteX28" fmla="*/ 5922032 w 6909269"/>
              <a:gd name="connsiteY28" fmla="*/ 1053291 h 4166456"/>
              <a:gd name="connsiteX29" fmla="*/ 5598182 w 6909269"/>
              <a:gd name="connsiteY29" fmla="*/ 1033906 h 4166456"/>
              <a:gd name="connsiteX30" fmla="*/ 5416148 w 6909269"/>
              <a:gd name="connsiteY30" fmla="*/ 1110106 h 4166456"/>
              <a:gd name="connsiteX31" fmla="*/ 5297615 w 6909269"/>
              <a:gd name="connsiteY31" fmla="*/ 1228638 h 4166456"/>
              <a:gd name="connsiteX32" fmla="*/ 5085948 w 6909269"/>
              <a:gd name="connsiteY32" fmla="*/ 1609638 h 4166456"/>
              <a:gd name="connsiteX33" fmla="*/ 4908148 w 6909269"/>
              <a:gd name="connsiteY33" fmla="*/ 1762039 h 4166456"/>
              <a:gd name="connsiteX34" fmla="*/ 4544082 w 6909269"/>
              <a:gd name="connsiteY34" fmla="*/ 1926654 h 4166456"/>
              <a:gd name="connsiteX35" fmla="*/ 3769382 w 6909269"/>
              <a:gd name="connsiteY35" fmla="*/ 1964271 h 4166456"/>
              <a:gd name="connsiteX36" fmla="*/ 2808415 w 6909269"/>
              <a:gd name="connsiteY36" fmla="*/ 2144852 h 4166456"/>
              <a:gd name="connsiteX37" fmla="*/ 1927882 w 6909269"/>
              <a:gd name="connsiteY37" fmla="*/ 2861801 h 4166456"/>
              <a:gd name="connsiteX38" fmla="*/ 1373315 w 6909269"/>
              <a:gd name="connsiteY38" fmla="*/ 3562879 h 4166456"/>
              <a:gd name="connsiteX39" fmla="*/ 599819 w 6909269"/>
              <a:gd name="connsiteY39" fmla="*/ 4129737 h 4166456"/>
              <a:gd name="connsiteX40" fmla="*/ 117216 w 6909269"/>
              <a:gd name="connsiteY40" fmla="*/ 4108966 h 4166456"/>
              <a:gd name="connsiteX41" fmla="*/ 15618 w 6909269"/>
              <a:gd name="connsiteY41" fmla="*/ 2973206 h 4166456"/>
              <a:gd name="connsiteX42" fmla="*/ 15974 w 6909269"/>
              <a:gd name="connsiteY42" fmla="*/ 2644111 h 4166456"/>
              <a:gd name="connsiteX0" fmla="*/ 10712 w 6923258"/>
              <a:gd name="connsiteY0" fmla="*/ 2688153 h 4166456"/>
              <a:gd name="connsiteX1" fmla="*/ 179189 w 6923258"/>
              <a:gd name="connsiteY1" fmla="*/ 2437755 h 4166456"/>
              <a:gd name="connsiteX2" fmla="*/ 179724 w 6923258"/>
              <a:gd name="connsiteY2" fmla="*/ 3249013 h 4166456"/>
              <a:gd name="connsiteX3" fmla="*/ 247097 w 6923258"/>
              <a:gd name="connsiteY3" fmla="*/ 3953684 h 4166456"/>
              <a:gd name="connsiteX4" fmla="*/ 949745 w 6923258"/>
              <a:gd name="connsiteY4" fmla="*/ 3502253 h 4166456"/>
              <a:gd name="connsiteX5" fmla="*/ 2259371 w 6923258"/>
              <a:gd name="connsiteY5" fmla="*/ 48428 h 4166456"/>
              <a:gd name="connsiteX6" fmla="*/ 3432004 w 6923258"/>
              <a:gd name="connsiteY6" fmla="*/ 1491105 h 4166456"/>
              <a:gd name="connsiteX7" fmla="*/ 4829004 w 6923258"/>
              <a:gd name="connsiteY7" fmla="*/ 1685839 h 4166456"/>
              <a:gd name="connsiteX8" fmla="*/ 5328537 w 6923258"/>
              <a:gd name="connsiteY8" fmla="*/ 1050839 h 4166456"/>
              <a:gd name="connsiteX9" fmla="*/ 5893688 w 6923258"/>
              <a:gd name="connsiteY9" fmla="*/ 949285 h 4166456"/>
              <a:gd name="connsiteX10" fmla="*/ 6323371 w 6923258"/>
              <a:gd name="connsiteY10" fmla="*/ 1204819 h 4166456"/>
              <a:gd name="connsiteX11" fmla="*/ 6484593 w 6923258"/>
              <a:gd name="connsiteY11" fmla="*/ 1399704 h 4166456"/>
              <a:gd name="connsiteX12" fmla="*/ 6636993 w 6923258"/>
              <a:gd name="connsiteY12" fmla="*/ 1479606 h 4166456"/>
              <a:gd name="connsiteX13" fmla="*/ 6751293 w 6923258"/>
              <a:gd name="connsiteY13" fmla="*/ 1450551 h 4166456"/>
              <a:gd name="connsiteX14" fmla="*/ 6780571 w 6923258"/>
              <a:gd name="connsiteY14" fmla="*/ 1306512 h 4166456"/>
              <a:gd name="connsiteX15" fmla="*/ 6751294 w 6923258"/>
              <a:gd name="connsiteY15" fmla="*/ 1167262 h 4166456"/>
              <a:gd name="connsiteX16" fmla="*/ 6681445 w 6923258"/>
              <a:gd name="connsiteY16" fmla="*/ 1080095 h 4166456"/>
              <a:gd name="connsiteX17" fmla="*/ 6636995 w 6923258"/>
              <a:gd name="connsiteY17" fmla="*/ 971137 h 4166456"/>
              <a:gd name="connsiteX18" fmla="*/ 6617945 w 6923258"/>
              <a:gd name="connsiteY18" fmla="*/ 804067 h 4166456"/>
              <a:gd name="connsiteX19" fmla="*/ 6763994 w 6923258"/>
              <a:gd name="connsiteY19" fmla="*/ 789542 h 4166456"/>
              <a:gd name="connsiteX20" fmla="*/ 6916037 w 6923258"/>
              <a:gd name="connsiteY20" fmla="*/ 802804 h 4166456"/>
              <a:gd name="connsiteX21" fmla="*/ 6897345 w 6923258"/>
              <a:gd name="connsiteY21" fmla="*/ 1029247 h 4166456"/>
              <a:gd name="connsiteX22" fmla="*/ 6852895 w 6923258"/>
              <a:gd name="connsiteY22" fmla="*/ 1181788 h 4166456"/>
              <a:gd name="connsiteX23" fmla="*/ 6840194 w 6923258"/>
              <a:gd name="connsiteY23" fmla="*/ 1436023 h 4166456"/>
              <a:gd name="connsiteX24" fmla="*/ 6763994 w 6923258"/>
              <a:gd name="connsiteY24" fmla="*/ 1552246 h 4166456"/>
              <a:gd name="connsiteX25" fmla="*/ 6653571 w 6923258"/>
              <a:gd name="connsiteY25" fmla="*/ 1573838 h 4166456"/>
              <a:gd name="connsiteX26" fmla="*/ 6439786 w 6923258"/>
              <a:gd name="connsiteY26" fmla="*/ 1489077 h 4166456"/>
              <a:gd name="connsiteX27" fmla="*/ 6173444 w 6923258"/>
              <a:gd name="connsiteY27" fmla="*/ 1174522 h 4166456"/>
              <a:gd name="connsiteX28" fmla="*/ 5936021 w 6923258"/>
              <a:gd name="connsiteY28" fmla="*/ 1053291 h 4166456"/>
              <a:gd name="connsiteX29" fmla="*/ 5612171 w 6923258"/>
              <a:gd name="connsiteY29" fmla="*/ 1033906 h 4166456"/>
              <a:gd name="connsiteX30" fmla="*/ 5430137 w 6923258"/>
              <a:gd name="connsiteY30" fmla="*/ 1110106 h 4166456"/>
              <a:gd name="connsiteX31" fmla="*/ 5311604 w 6923258"/>
              <a:gd name="connsiteY31" fmla="*/ 1228638 h 4166456"/>
              <a:gd name="connsiteX32" fmla="*/ 5099937 w 6923258"/>
              <a:gd name="connsiteY32" fmla="*/ 1609638 h 4166456"/>
              <a:gd name="connsiteX33" fmla="*/ 4922137 w 6923258"/>
              <a:gd name="connsiteY33" fmla="*/ 1762039 h 4166456"/>
              <a:gd name="connsiteX34" fmla="*/ 4558071 w 6923258"/>
              <a:gd name="connsiteY34" fmla="*/ 1926654 h 4166456"/>
              <a:gd name="connsiteX35" fmla="*/ 3783371 w 6923258"/>
              <a:gd name="connsiteY35" fmla="*/ 1964271 h 4166456"/>
              <a:gd name="connsiteX36" fmla="*/ 2822404 w 6923258"/>
              <a:gd name="connsiteY36" fmla="*/ 2144852 h 4166456"/>
              <a:gd name="connsiteX37" fmla="*/ 1941871 w 6923258"/>
              <a:gd name="connsiteY37" fmla="*/ 2861801 h 4166456"/>
              <a:gd name="connsiteX38" fmla="*/ 1387304 w 6923258"/>
              <a:gd name="connsiteY38" fmla="*/ 3562879 h 4166456"/>
              <a:gd name="connsiteX39" fmla="*/ 613808 w 6923258"/>
              <a:gd name="connsiteY39" fmla="*/ 4129737 h 4166456"/>
              <a:gd name="connsiteX40" fmla="*/ 131205 w 6923258"/>
              <a:gd name="connsiteY40" fmla="*/ 4108966 h 4166456"/>
              <a:gd name="connsiteX41" fmla="*/ 29607 w 6923258"/>
              <a:gd name="connsiteY41" fmla="*/ 2973206 h 4166456"/>
              <a:gd name="connsiteX42" fmla="*/ 10712 w 6923258"/>
              <a:gd name="connsiteY42" fmla="*/ 2688153 h 4166456"/>
              <a:gd name="connsiteX0" fmla="*/ 21444 w 6933990"/>
              <a:gd name="connsiteY0" fmla="*/ 2688153 h 4166456"/>
              <a:gd name="connsiteX1" fmla="*/ 189921 w 6933990"/>
              <a:gd name="connsiteY1" fmla="*/ 2437755 h 4166456"/>
              <a:gd name="connsiteX2" fmla="*/ 190456 w 6933990"/>
              <a:gd name="connsiteY2" fmla="*/ 3249013 h 4166456"/>
              <a:gd name="connsiteX3" fmla="*/ 257829 w 6933990"/>
              <a:gd name="connsiteY3" fmla="*/ 3953684 h 4166456"/>
              <a:gd name="connsiteX4" fmla="*/ 960477 w 6933990"/>
              <a:gd name="connsiteY4" fmla="*/ 3502253 h 4166456"/>
              <a:gd name="connsiteX5" fmla="*/ 2270103 w 6933990"/>
              <a:gd name="connsiteY5" fmla="*/ 48428 h 4166456"/>
              <a:gd name="connsiteX6" fmla="*/ 3442736 w 6933990"/>
              <a:gd name="connsiteY6" fmla="*/ 1491105 h 4166456"/>
              <a:gd name="connsiteX7" fmla="*/ 4839736 w 6933990"/>
              <a:gd name="connsiteY7" fmla="*/ 1685839 h 4166456"/>
              <a:gd name="connsiteX8" fmla="*/ 5339269 w 6933990"/>
              <a:gd name="connsiteY8" fmla="*/ 1050839 h 4166456"/>
              <a:gd name="connsiteX9" fmla="*/ 5904420 w 6933990"/>
              <a:gd name="connsiteY9" fmla="*/ 949285 h 4166456"/>
              <a:gd name="connsiteX10" fmla="*/ 6334103 w 6933990"/>
              <a:gd name="connsiteY10" fmla="*/ 1204819 h 4166456"/>
              <a:gd name="connsiteX11" fmla="*/ 6495325 w 6933990"/>
              <a:gd name="connsiteY11" fmla="*/ 1399704 h 4166456"/>
              <a:gd name="connsiteX12" fmla="*/ 6647725 w 6933990"/>
              <a:gd name="connsiteY12" fmla="*/ 1479606 h 4166456"/>
              <a:gd name="connsiteX13" fmla="*/ 6762025 w 6933990"/>
              <a:gd name="connsiteY13" fmla="*/ 1450551 h 4166456"/>
              <a:gd name="connsiteX14" fmla="*/ 6791303 w 6933990"/>
              <a:gd name="connsiteY14" fmla="*/ 1306512 h 4166456"/>
              <a:gd name="connsiteX15" fmla="*/ 6762026 w 6933990"/>
              <a:gd name="connsiteY15" fmla="*/ 1167262 h 4166456"/>
              <a:gd name="connsiteX16" fmla="*/ 6692177 w 6933990"/>
              <a:gd name="connsiteY16" fmla="*/ 1080095 h 4166456"/>
              <a:gd name="connsiteX17" fmla="*/ 6647727 w 6933990"/>
              <a:gd name="connsiteY17" fmla="*/ 971137 h 4166456"/>
              <a:gd name="connsiteX18" fmla="*/ 6628677 w 6933990"/>
              <a:gd name="connsiteY18" fmla="*/ 804067 h 4166456"/>
              <a:gd name="connsiteX19" fmla="*/ 6774726 w 6933990"/>
              <a:gd name="connsiteY19" fmla="*/ 789542 h 4166456"/>
              <a:gd name="connsiteX20" fmla="*/ 6926769 w 6933990"/>
              <a:gd name="connsiteY20" fmla="*/ 802804 h 4166456"/>
              <a:gd name="connsiteX21" fmla="*/ 6908077 w 6933990"/>
              <a:gd name="connsiteY21" fmla="*/ 1029247 h 4166456"/>
              <a:gd name="connsiteX22" fmla="*/ 6863627 w 6933990"/>
              <a:gd name="connsiteY22" fmla="*/ 1181788 h 4166456"/>
              <a:gd name="connsiteX23" fmla="*/ 6850926 w 6933990"/>
              <a:gd name="connsiteY23" fmla="*/ 1436023 h 4166456"/>
              <a:gd name="connsiteX24" fmla="*/ 6774726 w 6933990"/>
              <a:gd name="connsiteY24" fmla="*/ 1552246 h 4166456"/>
              <a:gd name="connsiteX25" fmla="*/ 6664303 w 6933990"/>
              <a:gd name="connsiteY25" fmla="*/ 1573838 h 4166456"/>
              <a:gd name="connsiteX26" fmla="*/ 6450518 w 6933990"/>
              <a:gd name="connsiteY26" fmla="*/ 1489077 h 4166456"/>
              <a:gd name="connsiteX27" fmla="*/ 6184176 w 6933990"/>
              <a:gd name="connsiteY27" fmla="*/ 1174522 h 4166456"/>
              <a:gd name="connsiteX28" fmla="*/ 5946753 w 6933990"/>
              <a:gd name="connsiteY28" fmla="*/ 1053291 h 4166456"/>
              <a:gd name="connsiteX29" fmla="*/ 5622903 w 6933990"/>
              <a:gd name="connsiteY29" fmla="*/ 1033906 h 4166456"/>
              <a:gd name="connsiteX30" fmla="*/ 5440869 w 6933990"/>
              <a:gd name="connsiteY30" fmla="*/ 1110106 h 4166456"/>
              <a:gd name="connsiteX31" fmla="*/ 5322336 w 6933990"/>
              <a:gd name="connsiteY31" fmla="*/ 1228638 h 4166456"/>
              <a:gd name="connsiteX32" fmla="*/ 5110669 w 6933990"/>
              <a:gd name="connsiteY32" fmla="*/ 1609638 h 4166456"/>
              <a:gd name="connsiteX33" fmla="*/ 4932869 w 6933990"/>
              <a:gd name="connsiteY33" fmla="*/ 1762039 h 4166456"/>
              <a:gd name="connsiteX34" fmla="*/ 4568803 w 6933990"/>
              <a:gd name="connsiteY34" fmla="*/ 1926654 h 4166456"/>
              <a:gd name="connsiteX35" fmla="*/ 3794103 w 6933990"/>
              <a:gd name="connsiteY35" fmla="*/ 1964271 h 4166456"/>
              <a:gd name="connsiteX36" fmla="*/ 2833136 w 6933990"/>
              <a:gd name="connsiteY36" fmla="*/ 2144852 h 4166456"/>
              <a:gd name="connsiteX37" fmla="*/ 1952603 w 6933990"/>
              <a:gd name="connsiteY37" fmla="*/ 2861801 h 4166456"/>
              <a:gd name="connsiteX38" fmla="*/ 1398036 w 6933990"/>
              <a:gd name="connsiteY38" fmla="*/ 3562879 h 4166456"/>
              <a:gd name="connsiteX39" fmla="*/ 624540 w 6933990"/>
              <a:gd name="connsiteY39" fmla="*/ 4129737 h 4166456"/>
              <a:gd name="connsiteX40" fmla="*/ 141937 w 6933990"/>
              <a:gd name="connsiteY40" fmla="*/ 4108966 h 4166456"/>
              <a:gd name="connsiteX41" fmla="*/ 40339 w 6933990"/>
              <a:gd name="connsiteY41" fmla="*/ 2973206 h 4166456"/>
              <a:gd name="connsiteX42" fmla="*/ 21444 w 6933990"/>
              <a:gd name="connsiteY42" fmla="*/ 2688153 h 4166456"/>
              <a:gd name="connsiteX0" fmla="*/ 21444 w 6933990"/>
              <a:gd name="connsiteY0" fmla="*/ 2690386 h 4168689"/>
              <a:gd name="connsiteX1" fmla="*/ 189921 w 6933990"/>
              <a:gd name="connsiteY1" fmla="*/ 2439988 h 4168689"/>
              <a:gd name="connsiteX2" fmla="*/ 190456 w 6933990"/>
              <a:gd name="connsiteY2" fmla="*/ 3251246 h 4168689"/>
              <a:gd name="connsiteX3" fmla="*/ 257829 w 6933990"/>
              <a:gd name="connsiteY3" fmla="*/ 3955917 h 4168689"/>
              <a:gd name="connsiteX4" fmla="*/ 1075980 w 6933990"/>
              <a:gd name="connsiteY4" fmla="*/ 3559539 h 4168689"/>
              <a:gd name="connsiteX5" fmla="*/ 2270103 w 6933990"/>
              <a:gd name="connsiteY5" fmla="*/ 50661 h 4168689"/>
              <a:gd name="connsiteX6" fmla="*/ 3442736 w 6933990"/>
              <a:gd name="connsiteY6" fmla="*/ 1493338 h 4168689"/>
              <a:gd name="connsiteX7" fmla="*/ 4839736 w 6933990"/>
              <a:gd name="connsiteY7" fmla="*/ 1688072 h 4168689"/>
              <a:gd name="connsiteX8" fmla="*/ 5339269 w 6933990"/>
              <a:gd name="connsiteY8" fmla="*/ 1053072 h 4168689"/>
              <a:gd name="connsiteX9" fmla="*/ 5904420 w 6933990"/>
              <a:gd name="connsiteY9" fmla="*/ 951518 h 4168689"/>
              <a:gd name="connsiteX10" fmla="*/ 6334103 w 6933990"/>
              <a:gd name="connsiteY10" fmla="*/ 1207052 h 4168689"/>
              <a:gd name="connsiteX11" fmla="*/ 6495325 w 6933990"/>
              <a:gd name="connsiteY11" fmla="*/ 1401937 h 4168689"/>
              <a:gd name="connsiteX12" fmla="*/ 6647725 w 6933990"/>
              <a:gd name="connsiteY12" fmla="*/ 1481839 h 4168689"/>
              <a:gd name="connsiteX13" fmla="*/ 6762025 w 6933990"/>
              <a:gd name="connsiteY13" fmla="*/ 1452784 h 4168689"/>
              <a:gd name="connsiteX14" fmla="*/ 6791303 w 6933990"/>
              <a:gd name="connsiteY14" fmla="*/ 1308745 h 4168689"/>
              <a:gd name="connsiteX15" fmla="*/ 6762026 w 6933990"/>
              <a:gd name="connsiteY15" fmla="*/ 1169495 h 4168689"/>
              <a:gd name="connsiteX16" fmla="*/ 6692177 w 6933990"/>
              <a:gd name="connsiteY16" fmla="*/ 1082328 h 4168689"/>
              <a:gd name="connsiteX17" fmla="*/ 6647727 w 6933990"/>
              <a:gd name="connsiteY17" fmla="*/ 973370 h 4168689"/>
              <a:gd name="connsiteX18" fmla="*/ 6628677 w 6933990"/>
              <a:gd name="connsiteY18" fmla="*/ 806300 h 4168689"/>
              <a:gd name="connsiteX19" fmla="*/ 6774726 w 6933990"/>
              <a:gd name="connsiteY19" fmla="*/ 791775 h 4168689"/>
              <a:gd name="connsiteX20" fmla="*/ 6926769 w 6933990"/>
              <a:gd name="connsiteY20" fmla="*/ 805037 h 4168689"/>
              <a:gd name="connsiteX21" fmla="*/ 6908077 w 6933990"/>
              <a:gd name="connsiteY21" fmla="*/ 1031480 h 4168689"/>
              <a:gd name="connsiteX22" fmla="*/ 6863627 w 6933990"/>
              <a:gd name="connsiteY22" fmla="*/ 1184021 h 4168689"/>
              <a:gd name="connsiteX23" fmla="*/ 6850926 w 6933990"/>
              <a:gd name="connsiteY23" fmla="*/ 1438256 h 4168689"/>
              <a:gd name="connsiteX24" fmla="*/ 6774726 w 6933990"/>
              <a:gd name="connsiteY24" fmla="*/ 1554479 h 4168689"/>
              <a:gd name="connsiteX25" fmla="*/ 6664303 w 6933990"/>
              <a:gd name="connsiteY25" fmla="*/ 1576071 h 4168689"/>
              <a:gd name="connsiteX26" fmla="*/ 6450518 w 6933990"/>
              <a:gd name="connsiteY26" fmla="*/ 1491310 h 4168689"/>
              <a:gd name="connsiteX27" fmla="*/ 6184176 w 6933990"/>
              <a:gd name="connsiteY27" fmla="*/ 1176755 h 4168689"/>
              <a:gd name="connsiteX28" fmla="*/ 5946753 w 6933990"/>
              <a:gd name="connsiteY28" fmla="*/ 1055524 h 4168689"/>
              <a:gd name="connsiteX29" fmla="*/ 5622903 w 6933990"/>
              <a:gd name="connsiteY29" fmla="*/ 1036139 h 4168689"/>
              <a:gd name="connsiteX30" fmla="*/ 5440869 w 6933990"/>
              <a:gd name="connsiteY30" fmla="*/ 1112339 h 4168689"/>
              <a:gd name="connsiteX31" fmla="*/ 5322336 w 6933990"/>
              <a:gd name="connsiteY31" fmla="*/ 1230871 h 4168689"/>
              <a:gd name="connsiteX32" fmla="*/ 5110669 w 6933990"/>
              <a:gd name="connsiteY32" fmla="*/ 1611871 h 4168689"/>
              <a:gd name="connsiteX33" fmla="*/ 4932869 w 6933990"/>
              <a:gd name="connsiteY33" fmla="*/ 1764272 h 4168689"/>
              <a:gd name="connsiteX34" fmla="*/ 4568803 w 6933990"/>
              <a:gd name="connsiteY34" fmla="*/ 1928887 h 4168689"/>
              <a:gd name="connsiteX35" fmla="*/ 3794103 w 6933990"/>
              <a:gd name="connsiteY35" fmla="*/ 1966504 h 4168689"/>
              <a:gd name="connsiteX36" fmla="*/ 2833136 w 6933990"/>
              <a:gd name="connsiteY36" fmla="*/ 2147085 h 4168689"/>
              <a:gd name="connsiteX37" fmla="*/ 1952603 w 6933990"/>
              <a:gd name="connsiteY37" fmla="*/ 2864034 h 4168689"/>
              <a:gd name="connsiteX38" fmla="*/ 1398036 w 6933990"/>
              <a:gd name="connsiteY38" fmla="*/ 3565112 h 4168689"/>
              <a:gd name="connsiteX39" fmla="*/ 624540 w 6933990"/>
              <a:gd name="connsiteY39" fmla="*/ 4131970 h 4168689"/>
              <a:gd name="connsiteX40" fmla="*/ 141937 w 6933990"/>
              <a:gd name="connsiteY40" fmla="*/ 4111199 h 4168689"/>
              <a:gd name="connsiteX41" fmla="*/ 40339 w 6933990"/>
              <a:gd name="connsiteY41" fmla="*/ 2975439 h 4168689"/>
              <a:gd name="connsiteX42" fmla="*/ 21444 w 6933990"/>
              <a:gd name="connsiteY42" fmla="*/ 2690386 h 4168689"/>
              <a:gd name="connsiteX0" fmla="*/ 21444 w 6933990"/>
              <a:gd name="connsiteY0" fmla="*/ 2690386 h 4168689"/>
              <a:gd name="connsiteX1" fmla="*/ 189921 w 6933990"/>
              <a:gd name="connsiteY1" fmla="*/ 2439988 h 4168689"/>
              <a:gd name="connsiteX2" fmla="*/ 190456 w 6933990"/>
              <a:gd name="connsiteY2" fmla="*/ 3251246 h 4168689"/>
              <a:gd name="connsiteX3" fmla="*/ 257829 w 6933990"/>
              <a:gd name="connsiteY3" fmla="*/ 3955917 h 4168689"/>
              <a:gd name="connsiteX4" fmla="*/ 1075980 w 6933990"/>
              <a:gd name="connsiteY4" fmla="*/ 3559539 h 4168689"/>
              <a:gd name="connsiteX5" fmla="*/ 2270103 w 6933990"/>
              <a:gd name="connsiteY5" fmla="*/ 50661 h 4168689"/>
              <a:gd name="connsiteX6" fmla="*/ 3442736 w 6933990"/>
              <a:gd name="connsiteY6" fmla="*/ 1493338 h 4168689"/>
              <a:gd name="connsiteX7" fmla="*/ 4839736 w 6933990"/>
              <a:gd name="connsiteY7" fmla="*/ 1688072 h 4168689"/>
              <a:gd name="connsiteX8" fmla="*/ 5339269 w 6933990"/>
              <a:gd name="connsiteY8" fmla="*/ 1053072 h 4168689"/>
              <a:gd name="connsiteX9" fmla="*/ 5904420 w 6933990"/>
              <a:gd name="connsiteY9" fmla="*/ 951518 h 4168689"/>
              <a:gd name="connsiteX10" fmla="*/ 6334103 w 6933990"/>
              <a:gd name="connsiteY10" fmla="*/ 1207052 h 4168689"/>
              <a:gd name="connsiteX11" fmla="*/ 6495325 w 6933990"/>
              <a:gd name="connsiteY11" fmla="*/ 1401937 h 4168689"/>
              <a:gd name="connsiteX12" fmla="*/ 6647725 w 6933990"/>
              <a:gd name="connsiteY12" fmla="*/ 1481839 h 4168689"/>
              <a:gd name="connsiteX13" fmla="*/ 6762025 w 6933990"/>
              <a:gd name="connsiteY13" fmla="*/ 1452784 h 4168689"/>
              <a:gd name="connsiteX14" fmla="*/ 6791303 w 6933990"/>
              <a:gd name="connsiteY14" fmla="*/ 1308745 h 4168689"/>
              <a:gd name="connsiteX15" fmla="*/ 6762026 w 6933990"/>
              <a:gd name="connsiteY15" fmla="*/ 1169495 h 4168689"/>
              <a:gd name="connsiteX16" fmla="*/ 6692177 w 6933990"/>
              <a:gd name="connsiteY16" fmla="*/ 1082328 h 4168689"/>
              <a:gd name="connsiteX17" fmla="*/ 6647727 w 6933990"/>
              <a:gd name="connsiteY17" fmla="*/ 973370 h 4168689"/>
              <a:gd name="connsiteX18" fmla="*/ 6628677 w 6933990"/>
              <a:gd name="connsiteY18" fmla="*/ 806300 h 4168689"/>
              <a:gd name="connsiteX19" fmla="*/ 6774726 w 6933990"/>
              <a:gd name="connsiteY19" fmla="*/ 791775 h 4168689"/>
              <a:gd name="connsiteX20" fmla="*/ 6926769 w 6933990"/>
              <a:gd name="connsiteY20" fmla="*/ 805037 h 4168689"/>
              <a:gd name="connsiteX21" fmla="*/ 6908077 w 6933990"/>
              <a:gd name="connsiteY21" fmla="*/ 1031480 h 4168689"/>
              <a:gd name="connsiteX22" fmla="*/ 6863627 w 6933990"/>
              <a:gd name="connsiteY22" fmla="*/ 1184021 h 4168689"/>
              <a:gd name="connsiteX23" fmla="*/ 6850926 w 6933990"/>
              <a:gd name="connsiteY23" fmla="*/ 1438256 h 4168689"/>
              <a:gd name="connsiteX24" fmla="*/ 6774726 w 6933990"/>
              <a:gd name="connsiteY24" fmla="*/ 1554479 h 4168689"/>
              <a:gd name="connsiteX25" fmla="*/ 6664303 w 6933990"/>
              <a:gd name="connsiteY25" fmla="*/ 1576071 h 4168689"/>
              <a:gd name="connsiteX26" fmla="*/ 6450518 w 6933990"/>
              <a:gd name="connsiteY26" fmla="*/ 1491310 h 4168689"/>
              <a:gd name="connsiteX27" fmla="*/ 6184176 w 6933990"/>
              <a:gd name="connsiteY27" fmla="*/ 1176755 h 4168689"/>
              <a:gd name="connsiteX28" fmla="*/ 5946753 w 6933990"/>
              <a:gd name="connsiteY28" fmla="*/ 1055524 h 4168689"/>
              <a:gd name="connsiteX29" fmla="*/ 5622903 w 6933990"/>
              <a:gd name="connsiteY29" fmla="*/ 1036139 h 4168689"/>
              <a:gd name="connsiteX30" fmla="*/ 5440869 w 6933990"/>
              <a:gd name="connsiteY30" fmla="*/ 1112339 h 4168689"/>
              <a:gd name="connsiteX31" fmla="*/ 5322336 w 6933990"/>
              <a:gd name="connsiteY31" fmla="*/ 1230871 h 4168689"/>
              <a:gd name="connsiteX32" fmla="*/ 5110669 w 6933990"/>
              <a:gd name="connsiteY32" fmla="*/ 1611871 h 4168689"/>
              <a:gd name="connsiteX33" fmla="*/ 4932869 w 6933990"/>
              <a:gd name="connsiteY33" fmla="*/ 1764272 h 4168689"/>
              <a:gd name="connsiteX34" fmla="*/ 4568803 w 6933990"/>
              <a:gd name="connsiteY34" fmla="*/ 1928887 h 4168689"/>
              <a:gd name="connsiteX35" fmla="*/ 3794103 w 6933990"/>
              <a:gd name="connsiteY35" fmla="*/ 1966504 h 4168689"/>
              <a:gd name="connsiteX36" fmla="*/ 2833136 w 6933990"/>
              <a:gd name="connsiteY36" fmla="*/ 2147085 h 4168689"/>
              <a:gd name="connsiteX37" fmla="*/ 1952603 w 6933990"/>
              <a:gd name="connsiteY37" fmla="*/ 2864034 h 4168689"/>
              <a:gd name="connsiteX38" fmla="*/ 1398036 w 6933990"/>
              <a:gd name="connsiteY38" fmla="*/ 3565112 h 4168689"/>
              <a:gd name="connsiteX39" fmla="*/ 624540 w 6933990"/>
              <a:gd name="connsiteY39" fmla="*/ 4131970 h 4168689"/>
              <a:gd name="connsiteX40" fmla="*/ 141937 w 6933990"/>
              <a:gd name="connsiteY40" fmla="*/ 4111199 h 4168689"/>
              <a:gd name="connsiteX41" fmla="*/ 40339 w 6933990"/>
              <a:gd name="connsiteY41" fmla="*/ 2975439 h 4168689"/>
              <a:gd name="connsiteX42" fmla="*/ 21444 w 6933990"/>
              <a:gd name="connsiteY42" fmla="*/ 2690386 h 4168689"/>
              <a:gd name="connsiteX0" fmla="*/ 21444 w 6933990"/>
              <a:gd name="connsiteY0" fmla="*/ 2690386 h 4168689"/>
              <a:gd name="connsiteX1" fmla="*/ 189921 w 6933990"/>
              <a:gd name="connsiteY1" fmla="*/ 2439988 h 4168689"/>
              <a:gd name="connsiteX2" fmla="*/ 190456 w 6933990"/>
              <a:gd name="connsiteY2" fmla="*/ 3251246 h 4168689"/>
              <a:gd name="connsiteX3" fmla="*/ 257829 w 6933990"/>
              <a:gd name="connsiteY3" fmla="*/ 3955917 h 4168689"/>
              <a:gd name="connsiteX4" fmla="*/ 1075980 w 6933990"/>
              <a:gd name="connsiteY4" fmla="*/ 3559539 h 4168689"/>
              <a:gd name="connsiteX5" fmla="*/ 2270103 w 6933990"/>
              <a:gd name="connsiteY5" fmla="*/ 50661 h 4168689"/>
              <a:gd name="connsiteX6" fmla="*/ 3442736 w 6933990"/>
              <a:gd name="connsiteY6" fmla="*/ 1493338 h 4168689"/>
              <a:gd name="connsiteX7" fmla="*/ 4839736 w 6933990"/>
              <a:gd name="connsiteY7" fmla="*/ 1688072 h 4168689"/>
              <a:gd name="connsiteX8" fmla="*/ 5339269 w 6933990"/>
              <a:gd name="connsiteY8" fmla="*/ 1053072 h 4168689"/>
              <a:gd name="connsiteX9" fmla="*/ 5904420 w 6933990"/>
              <a:gd name="connsiteY9" fmla="*/ 951518 h 4168689"/>
              <a:gd name="connsiteX10" fmla="*/ 6334103 w 6933990"/>
              <a:gd name="connsiteY10" fmla="*/ 1207052 h 4168689"/>
              <a:gd name="connsiteX11" fmla="*/ 6495325 w 6933990"/>
              <a:gd name="connsiteY11" fmla="*/ 1401937 h 4168689"/>
              <a:gd name="connsiteX12" fmla="*/ 6647725 w 6933990"/>
              <a:gd name="connsiteY12" fmla="*/ 1481839 h 4168689"/>
              <a:gd name="connsiteX13" fmla="*/ 6762025 w 6933990"/>
              <a:gd name="connsiteY13" fmla="*/ 1452784 h 4168689"/>
              <a:gd name="connsiteX14" fmla="*/ 6791303 w 6933990"/>
              <a:gd name="connsiteY14" fmla="*/ 1308745 h 4168689"/>
              <a:gd name="connsiteX15" fmla="*/ 6762026 w 6933990"/>
              <a:gd name="connsiteY15" fmla="*/ 1169495 h 4168689"/>
              <a:gd name="connsiteX16" fmla="*/ 6692177 w 6933990"/>
              <a:gd name="connsiteY16" fmla="*/ 1082328 h 4168689"/>
              <a:gd name="connsiteX17" fmla="*/ 6647727 w 6933990"/>
              <a:gd name="connsiteY17" fmla="*/ 973370 h 4168689"/>
              <a:gd name="connsiteX18" fmla="*/ 6628677 w 6933990"/>
              <a:gd name="connsiteY18" fmla="*/ 806300 h 4168689"/>
              <a:gd name="connsiteX19" fmla="*/ 6774726 w 6933990"/>
              <a:gd name="connsiteY19" fmla="*/ 791775 h 4168689"/>
              <a:gd name="connsiteX20" fmla="*/ 6926769 w 6933990"/>
              <a:gd name="connsiteY20" fmla="*/ 805037 h 4168689"/>
              <a:gd name="connsiteX21" fmla="*/ 6908077 w 6933990"/>
              <a:gd name="connsiteY21" fmla="*/ 1031480 h 4168689"/>
              <a:gd name="connsiteX22" fmla="*/ 6863627 w 6933990"/>
              <a:gd name="connsiteY22" fmla="*/ 1184021 h 4168689"/>
              <a:gd name="connsiteX23" fmla="*/ 6850926 w 6933990"/>
              <a:gd name="connsiteY23" fmla="*/ 1438256 h 4168689"/>
              <a:gd name="connsiteX24" fmla="*/ 6774726 w 6933990"/>
              <a:gd name="connsiteY24" fmla="*/ 1554479 h 4168689"/>
              <a:gd name="connsiteX25" fmla="*/ 6664303 w 6933990"/>
              <a:gd name="connsiteY25" fmla="*/ 1576071 h 4168689"/>
              <a:gd name="connsiteX26" fmla="*/ 6450518 w 6933990"/>
              <a:gd name="connsiteY26" fmla="*/ 1491310 h 4168689"/>
              <a:gd name="connsiteX27" fmla="*/ 6184176 w 6933990"/>
              <a:gd name="connsiteY27" fmla="*/ 1176755 h 4168689"/>
              <a:gd name="connsiteX28" fmla="*/ 5946753 w 6933990"/>
              <a:gd name="connsiteY28" fmla="*/ 1055524 h 4168689"/>
              <a:gd name="connsiteX29" fmla="*/ 5622903 w 6933990"/>
              <a:gd name="connsiteY29" fmla="*/ 1036139 h 4168689"/>
              <a:gd name="connsiteX30" fmla="*/ 5440869 w 6933990"/>
              <a:gd name="connsiteY30" fmla="*/ 1112339 h 4168689"/>
              <a:gd name="connsiteX31" fmla="*/ 5322336 w 6933990"/>
              <a:gd name="connsiteY31" fmla="*/ 1230871 h 4168689"/>
              <a:gd name="connsiteX32" fmla="*/ 5110669 w 6933990"/>
              <a:gd name="connsiteY32" fmla="*/ 1611871 h 4168689"/>
              <a:gd name="connsiteX33" fmla="*/ 4932869 w 6933990"/>
              <a:gd name="connsiteY33" fmla="*/ 1764272 h 4168689"/>
              <a:gd name="connsiteX34" fmla="*/ 4568803 w 6933990"/>
              <a:gd name="connsiteY34" fmla="*/ 1928887 h 4168689"/>
              <a:gd name="connsiteX35" fmla="*/ 3794103 w 6933990"/>
              <a:gd name="connsiteY35" fmla="*/ 1966504 h 4168689"/>
              <a:gd name="connsiteX36" fmla="*/ 2833136 w 6933990"/>
              <a:gd name="connsiteY36" fmla="*/ 2147085 h 4168689"/>
              <a:gd name="connsiteX37" fmla="*/ 1952603 w 6933990"/>
              <a:gd name="connsiteY37" fmla="*/ 2864034 h 4168689"/>
              <a:gd name="connsiteX38" fmla="*/ 1398036 w 6933990"/>
              <a:gd name="connsiteY38" fmla="*/ 3565112 h 4168689"/>
              <a:gd name="connsiteX39" fmla="*/ 624540 w 6933990"/>
              <a:gd name="connsiteY39" fmla="*/ 4131970 h 4168689"/>
              <a:gd name="connsiteX40" fmla="*/ 141937 w 6933990"/>
              <a:gd name="connsiteY40" fmla="*/ 4111199 h 4168689"/>
              <a:gd name="connsiteX41" fmla="*/ 40339 w 6933990"/>
              <a:gd name="connsiteY41" fmla="*/ 2975439 h 4168689"/>
              <a:gd name="connsiteX42" fmla="*/ 21444 w 6933990"/>
              <a:gd name="connsiteY42" fmla="*/ 2690386 h 4168689"/>
              <a:gd name="connsiteX0" fmla="*/ 21444 w 6933990"/>
              <a:gd name="connsiteY0" fmla="*/ 2690386 h 4168689"/>
              <a:gd name="connsiteX1" fmla="*/ 189921 w 6933990"/>
              <a:gd name="connsiteY1" fmla="*/ 2439988 h 4168689"/>
              <a:gd name="connsiteX2" fmla="*/ 190456 w 6933990"/>
              <a:gd name="connsiteY2" fmla="*/ 3251246 h 4168689"/>
              <a:gd name="connsiteX3" fmla="*/ 257829 w 6933990"/>
              <a:gd name="connsiteY3" fmla="*/ 3955917 h 4168689"/>
              <a:gd name="connsiteX4" fmla="*/ 1075980 w 6933990"/>
              <a:gd name="connsiteY4" fmla="*/ 3559539 h 4168689"/>
              <a:gd name="connsiteX5" fmla="*/ 2270103 w 6933990"/>
              <a:gd name="connsiteY5" fmla="*/ 50661 h 4168689"/>
              <a:gd name="connsiteX6" fmla="*/ 3442736 w 6933990"/>
              <a:gd name="connsiteY6" fmla="*/ 1493338 h 4168689"/>
              <a:gd name="connsiteX7" fmla="*/ 4839736 w 6933990"/>
              <a:gd name="connsiteY7" fmla="*/ 1688072 h 4168689"/>
              <a:gd name="connsiteX8" fmla="*/ 5339269 w 6933990"/>
              <a:gd name="connsiteY8" fmla="*/ 1053072 h 4168689"/>
              <a:gd name="connsiteX9" fmla="*/ 5904420 w 6933990"/>
              <a:gd name="connsiteY9" fmla="*/ 951518 h 4168689"/>
              <a:gd name="connsiteX10" fmla="*/ 6334103 w 6933990"/>
              <a:gd name="connsiteY10" fmla="*/ 1207052 h 4168689"/>
              <a:gd name="connsiteX11" fmla="*/ 6495325 w 6933990"/>
              <a:gd name="connsiteY11" fmla="*/ 1401937 h 4168689"/>
              <a:gd name="connsiteX12" fmla="*/ 6647725 w 6933990"/>
              <a:gd name="connsiteY12" fmla="*/ 1481839 h 4168689"/>
              <a:gd name="connsiteX13" fmla="*/ 6762025 w 6933990"/>
              <a:gd name="connsiteY13" fmla="*/ 1452784 h 4168689"/>
              <a:gd name="connsiteX14" fmla="*/ 6791303 w 6933990"/>
              <a:gd name="connsiteY14" fmla="*/ 1308745 h 4168689"/>
              <a:gd name="connsiteX15" fmla="*/ 6762026 w 6933990"/>
              <a:gd name="connsiteY15" fmla="*/ 1169495 h 4168689"/>
              <a:gd name="connsiteX16" fmla="*/ 6692177 w 6933990"/>
              <a:gd name="connsiteY16" fmla="*/ 1082328 h 4168689"/>
              <a:gd name="connsiteX17" fmla="*/ 6647727 w 6933990"/>
              <a:gd name="connsiteY17" fmla="*/ 973370 h 4168689"/>
              <a:gd name="connsiteX18" fmla="*/ 6628677 w 6933990"/>
              <a:gd name="connsiteY18" fmla="*/ 806300 h 4168689"/>
              <a:gd name="connsiteX19" fmla="*/ 6774726 w 6933990"/>
              <a:gd name="connsiteY19" fmla="*/ 791775 h 4168689"/>
              <a:gd name="connsiteX20" fmla="*/ 6926769 w 6933990"/>
              <a:gd name="connsiteY20" fmla="*/ 805037 h 4168689"/>
              <a:gd name="connsiteX21" fmla="*/ 6908077 w 6933990"/>
              <a:gd name="connsiteY21" fmla="*/ 1031480 h 4168689"/>
              <a:gd name="connsiteX22" fmla="*/ 6863627 w 6933990"/>
              <a:gd name="connsiteY22" fmla="*/ 1184021 h 4168689"/>
              <a:gd name="connsiteX23" fmla="*/ 6850926 w 6933990"/>
              <a:gd name="connsiteY23" fmla="*/ 1438256 h 4168689"/>
              <a:gd name="connsiteX24" fmla="*/ 6774726 w 6933990"/>
              <a:gd name="connsiteY24" fmla="*/ 1554479 h 4168689"/>
              <a:gd name="connsiteX25" fmla="*/ 6664303 w 6933990"/>
              <a:gd name="connsiteY25" fmla="*/ 1576071 h 4168689"/>
              <a:gd name="connsiteX26" fmla="*/ 6450518 w 6933990"/>
              <a:gd name="connsiteY26" fmla="*/ 1491310 h 4168689"/>
              <a:gd name="connsiteX27" fmla="*/ 6184176 w 6933990"/>
              <a:gd name="connsiteY27" fmla="*/ 1176755 h 4168689"/>
              <a:gd name="connsiteX28" fmla="*/ 5946753 w 6933990"/>
              <a:gd name="connsiteY28" fmla="*/ 1055524 h 4168689"/>
              <a:gd name="connsiteX29" fmla="*/ 5622903 w 6933990"/>
              <a:gd name="connsiteY29" fmla="*/ 1036139 h 4168689"/>
              <a:gd name="connsiteX30" fmla="*/ 5440869 w 6933990"/>
              <a:gd name="connsiteY30" fmla="*/ 1112339 h 4168689"/>
              <a:gd name="connsiteX31" fmla="*/ 5322336 w 6933990"/>
              <a:gd name="connsiteY31" fmla="*/ 1230871 h 4168689"/>
              <a:gd name="connsiteX32" fmla="*/ 5110669 w 6933990"/>
              <a:gd name="connsiteY32" fmla="*/ 1611871 h 4168689"/>
              <a:gd name="connsiteX33" fmla="*/ 4932869 w 6933990"/>
              <a:gd name="connsiteY33" fmla="*/ 1764272 h 4168689"/>
              <a:gd name="connsiteX34" fmla="*/ 4568803 w 6933990"/>
              <a:gd name="connsiteY34" fmla="*/ 1928887 h 4168689"/>
              <a:gd name="connsiteX35" fmla="*/ 3794103 w 6933990"/>
              <a:gd name="connsiteY35" fmla="*/ 1966504 h 4168689"/>
              <a:gd name="connsiteX36" fmla="*/ 2833136 w 6933990"/>
              <a:gd name="connsiteY36" fmla="*/ 2147085 h 4168689"/>
              <a:gd name="connsiteX37" fmla="*/ 1952603 w 6933990"/>
              <a:gd name="connsiteY37" fmla="*/ 2864034 h 4168689"/>
              <a:gd name="connsiteX38" fmla="*/ 1398036 w 6933990"/>
              <a:gd name="connsiteY38" fmla="*/ 3565112 h 4168689"/>
              <a:gd name="connsiteX39" fmla="*/ 624540 w 6933990"/>
              <a:gd name="connsiteY39" fmla="*/ 4131970 h 4168689"/>
              <a:gd name="connsiteX40" fmla="*/ 141937 w 6933990"/>
              <a:gd name="connsiteY40" fmla="*/ 4111199 h 4168689"/>
              <a:gd name="connsiteX41" fmla="*/ 40339 w 6933990"/>
              <a:gd name="connsiteY41" fmla="*/ 2975439 h 4168689"/>
              <a:gd name="connsiteX42" fmla="*/ 21444 w 6933990"/>
              <a:gd name="connsiteY42" fmla="*/ 2690386 h 4168689"/>
              <a:gd name="connsiteX0" fmla="*/ 21444 w 6933990"/>
              <a:gd name="connsiteY0" fmla="*/ 2690386 h 4168689"/>
              <a:gd name="connsiteX1" fmla="*/ 189921 w 6933990"/>
              <a:gd name="connsiteY1" fmla="*/ 2439988 h 4168689"/>
              <a:gd name="connsiteX2" fmla="*/ 190456 w 6933990"/>
              <a:gd name="connsiteY2" fmla="*/ 3251246 h 4168689"/>
              <a:gd name="connsiteX3" fmla="*/ 257829 w 6933990"/>
              <a:gd name="connsiteY3" fmla="*/ 3955917 h 4168689"/>
              <a:gd name="connsiteX4" fmla="*/ 1075980 w 6933990"/>
              <a:gd name="connsiteY4" fmla="*/ 3559539 h 4168689"/>
              <a:gd name="connsiteX5" fmla="*/ 2270103 w 6933990"/>
              <a:gd name="connsiteY5" fmla="*/ 50661 h 4168689"/>
              <a:gd name="connsiteX6" fmla="*/ 3442736 w 6933990"/>
              <a:gd name="connsiteY6" fmla="*/ 1493338 h 4168689"/>
              <a:gd name="connsiteX7" fmla="*/ 4839736 w 6933990"/>
              <a:gd name="connsiteY7" fmla="*/ 1688072 h 4168689"/>
              <a:gd name="connsiteX8" fmla="*/ 5339269 w 6933990"/>
              <a:gd name="connsiteY8" fmla="*/ 1053072 h 4168689"/>
              <a:gd name="connsiteX9" fmla="*/ 5904420 w 6933990"/>
              <a:gd name="connsiteY9" fmla="*/ 951518 h 4168689"/>
              <a:gd name="connsiteX10" fmla="*/ 6334103 w 6933990"/>
              <a:gd name="connsiteY10" fmla="*/ 1207052 h 4168689"/>
              <a:gd name="connsiteX11" fmla="*/ 6495325 w 6933990"/>
              <a:gd name="connsiteY11" fmla="*/ 1401937 h 4168689"/>
              <a:gd name="connsiteX12" fmla="*/ 6647725 w 6933990"/>
              <a:gd name="connsiteY12" fmla="*/ 1481839 h 4168689"/>
              <a:gd name="connsiteX13" fmla="*/ 6762025 w 6933990"/>
              <a:gd name="connsiteY13" fmla="*/ 1452784 h 4168689"/>
              <a:gd name="connsiteX14" fmla="*/ 6791303 w 6933990"/>
              <a:gd name="connsiteY14" fmla="*/ 1308745 h 4168689"/>
              <a:gd name="connsiteX15" fmla="*/ 6762026 w 6933990"/>
              <a:gd name="connsiteY15" fmla="*/ 1169495 h 4168689"/>
              <a:gd name="connsiteX16" fmla="*/ 6692177 w 6933990"/>
              <a:gd name="connsiteY16" fmla="*/ 1082328 h 4168689"/>
              <a:gd name="connsiteX17" fmla="*/ 6647727 w 6933990"/>
              <a:gd name="connsiteY17" fmla="*/ 973370 h 4168689"/>
              <a:gd name="connsiteX18" fmla="*/ 6628677 w 6933990"/>
              <a:gd name="connsiteY18" fmla="*/ 806300 h 4168689"/>
              <a:gd name="connsiteX19" fmla="*/ 6774726 w 6933990"/>
              <a:gd name="connsiteY19" fmla="*/ 791775 h 4168689"/>
              <a:gd name="connsiteX20" fmla="*/ 6926769 w 6933990"/>
              <a:gd name="connsiteY20" fmla="*/ 805037 h 4168689"/>
              <a:gd name="connsiteX21" fmla="*/ 6908077 w 6933990"/>
              <a:gd name="connsiteY21" fmla="*/ 1031480 h 4168689"/>
              <a:gd name="connsiteX22" fmla="*/ 6863627 w 6933990"/>
              <a:gd name="connsiteY22" fmla="*/ 1184021 h 4168689"/>
              <a:gd name="connsiteX23" fmla="*/ 6850926 w 6933990"/>
              <a:gd name="connsiteY23" fmla="*/ 1438256 h 4168689"/>
              <a:gd name="connsiteX24" fmla="*/ 6774726 w 6933990"/>
              <a:gd name="connsiteY24" fmla="*/ 1554479 h 4168689"/>
              <a:gd name="connsiteX25" fmla="*/ 6664303 w 6933990"/>
              <a:gd name="connsiteY25" fmla="*/ 1576071 h 4168689"/>
              <a:gd name="connsiteX26" fmla="*/ 6450518 w 6933990"/>
              <a:gd name="connsiteY26" fmla="*/ 1491310 h 4168689"/>
              <a:gd name="connsiteX27" fmla="*/ 6184176 w 6933990"/>
              <a:gd name="connsiteY27" fmla="*/ 1176755 h 4168689"/>
              <a:gd name="connsiteX28" fmla="*/ 5946753 w 6933990"/>
              <a:gd name="connsiteY28" fmla="*/ 1055524 h 4168689"/>
              <a:gd name="connsiteX29" fmla="*/ 5622903 w 6933990"/>
              <a:gd name="connsiteY29" fmla="*/ 1036139 h 4168689"/>
              <a:gd name="connsiteX30" fmla="*/ 5440869 w 6933990"/>
              <a:gd name="connsiteY30" fmla="*/ 1112339 h 4168689"/>
              <a:gd name="connsiteX31" fmla="*/ 5322336 w 6933990"/>
              <a:gd name="connsiteY31" fmla="*/ 1230871 h 4168689"/>
              <a:gd name="connsiteX32" fmla="*/ 5110669 w 6933990"/>
              <a:gd name="connsiteY32" fmla="*/ 1611871 h 4168689"/>
              <a:gd name="connsiteX33" fmla="*/ 4932869 w 6933990"/>
              <a:gd name="connsiteY33" fmla="*/ 1764272 h 4168689"/>
              <a:gd name="connsiteX34" fmla="*/ 4568803 w 6933990"/>
              <a:gd name="connsiteY34" fmla="*/ 1928887 h 4168689"/>
              <a:gd name="connsiteX35" fmla="*/ 3794103 w 6933990"/>
              <a:gd name="connsiteY35" fmla="*/ 1966504 h 4168689"/>
              <a:gd name="connsiteX36" fmla="*/ 2833136 w 6933990"/>
              <a:gd name="connsiteY36" fmla="*/ 2147085 h 4168689"/>
              <a:gd name="connsiteX37" fmla="*/ 1952603 w 6933990"/>
              <a:gd name="connsiteY37" fmla="*/ 2864034 h 4168689"/>
              <a:gd name="connsiteX38" fmla="*/ 1398036 w 6933990"/>
              <a:gd name="connsiteY38" fmla="*/ 3565112 h 4168689"/>
              <a:gd name="connsiteX39" fmla="*/ 624540 w 6933990"/>
              <a:gd name="connsiteY39" fmla="*/ 4131970 h 4168689"/>
              <a:gd name="connsiteX40" fmla="*/ 141937 w 6933990"/>
              <a:gd name="connsiteY40" fmla="*/ 4111199 h 4168689"/>
              <a:gd name="connsiteX41" fmla="*/ 40339 w 6933990"/>
              <a:gd name="connsiteY41" fmla="*/ 2975439 h 4168689"/>
              <a:gd name="connsiteX42" fmla="*/ 21444 w 6933990"/>
              <a:gd name="connsiteY42" fmla="*/ 2690386 h 4168689"/>
              <a:gd name="connsiteX0" fmla="*/ 21444 w 6933990"/>
              <a:gd name="connsiteY0" fmla="*/ 2661121 h 4139424"/>
              <a:gd name="connsiteX1" fmla="*/ 189921 w 6933990"/>
              <a:gd name="connsiteY1" fmla="*/ 2410723 h 4139424"/>
              <a:gd name="connsiteX2" fmla="*/ 190456 w 6933990"/>
              <a:gd name="connsiteY2" fmla="*/ 3221981 h 4139424"/>
              <a:gd name="connsiteX3" fmla="*/ 257829 w 6933990"/>
              <a:gd name="connsiteY3" fmla="*/ 3926652 h 4139424"/>
              <a:gd name="connsiteX4" fmla="*/ 1075980 w 6933990"/>
              <a:gd name="connsiteY4" fmla="*/ 3530274 h 4139424"/>
              <a:gd name="connsiteX5" fmla="*/ 1884500 w 6933990"/>
              <a:gd name="connsiteY5" fmla="*/ 2715501 h 4139424"/>
              <a:gd name="connsiteX6" fmla="*/ 2270103 w 6933990"/>
              <a:gd name="connsiteY6" fmla="*/ 21396 h 4139424"/>
              <a:gd name="connsiteX7" fmla="*/ 3442736 w 6933990"/>
              <a:gd name="connsiteY7" fmla="*/ 1464073 h 4139424"/>
              <a:gd name="connsiteX8" fmla="*/ 4839736 w 6933990"/>
              <a:gd name="connsiteY8" fmla="*/ 1658807 h 4139424"/>
              <a:gd name="connsiteX9" fmla="*/ 5339269 w 6933990"/>
              <a:gd name="connsiteY9" fmla="*/ 1023807 h 4139424"/>
              <a:gd name="connsiteX10" fmla="*/ 5904420 w 6933990"/>
              <a:gd name="connsiteY10" fmla="*/ 922253 h 4139424"/>
              <a:gd name="connsiteX11" fmla="*/ 6334103 w 6933990"/>
              <a:gd name="connsiteY11" fmla="*/ 1177787 h 4139424"/>
              <a:gd name="connsiteX12" fmla="*/ 6495325 w 6933990"/>
              <a:gd name="connsiteY12" fmla="*/ 1372672 h 4139424"/>
              <a:gd name="connsiteX13" fmla="*/ 6647725 w 6933990"/>
              <a:gd name="connsiteY13" fmla="*/ 1452574 h 4139424"/>
              <a:gd name="connsiteX14" fmla="*/ 6762025 w 6933990"/>
              <a:gd name="connsiteY14" fmla="*/ 1423519 h 4139424"/>
              <a:gd name="connsiteX15" fmla="*/ 6791303 w 6933990"/>
              <a:gd name="connsiteY15" fmla="*/ 1279480 h 4139424"/>
              <a:gd name="connsiteX16" fmla="*/ 6762026 w 6933990"/>
              <a:gd name="connsiteY16" fmla="*/ 1140230 h 4139424"/>
              <a:gd name="connsiteX17" fmla="*/ 6692177 w 6933990"/>
              <a:gd name="connsiteY17" fmla="*/ 1053063 h 4139424"/>
              <a:gd name="connsiteX18" fmla="*/ 6647727 w 6933990"/>
              <a:gd name="connsiteY18" fmla="*/ 944105 h 4139424"/>
              <a:gd name="connsiteX19" fmla="*/ 6628677 w 6933990"/>
              <a:gd name="connsiteY19" fmla="*/ 777035 h 4139424"/>
              <a:gd name="connsiteX20" fmla="*/ 6774726 w 6933990"/>
              <a:gd name="connsiteY20" fmla="*/ 762510 h 4139424"/>
              <a:gd name="connsiteX21" fmla="*/ 6926769 w 6933990"/>
              <a:gd name="connsiteY21" fmla="*/ 775772 h 4139424"/>
              <a:gd name="connsiteX22" fmla="*/ 6908077 w 6933990"/>
              <a:gd name="connsiteY22" fmla="*/ 1002215 h 4139424"/>
              <a:gd name="connsiteX23" fmla="*/ 6863627 w 6933990"/>
              <a:gd name="connsiteY23" fmla="*/ 1154756 h 4139424"/>
              <a:gd name="connsiteX24" fmla="*/ 6850926 w 6933990"/>
              <a:gd name="connsiteY24" fmla="*/ 1408991 h 4139424"/>
              <a:gd name="connsiteX25" fmla="*/ 6774726 w 6933990"/>
              <a:gd name="connsiteY25" fmla="*/ 1525214 h 4139424"/>
              <a:gd name="connsiteX26" fmla="*/ 6664303 w 6933990"/>
              <a:gd name="connsiteY26" fmla="*/ 1546806 h 4139424"/>
              <a:gd name="connsiteX27" fmla="*/ 6450518 w 6933990"/>
              <a:gd name="connsiteY27" fmla="*/ 1462045 h 4139424"/>
              <a:gd name="connsiteX28" fmla="*/ 6184176 w 6933990"/>
              <a:gd name="connsiteY28" fmla="*/ 1147490 h 4139424"/>
              <a:gd name="connsiteX29" fmla="*/ 5946753 w 6933990"/>
              <a:gd name="connsiteY29" fmla="*/ 1026259 h 4139424"/>
              <a:gd name="connsiteX30" fmla="*/ 5622903 w 6933990"/>
              <a:gd name="connsiteY30" fmla="*/ 1006874 h 4139424"/>
              <a:gd name="connsiteX31" fmla="*/ 5440869 w 6933990"/>
              <a:gd name="connsiteY31" fmla="*/ 1083074 h 4139424"/>
              <a:gd name="connsiteX32" fmla="*/ 5322336 w 6933990"/>
              <a:gd name="connsiteY32" fmla="*/ 1201606 h 4139424"/>
              <a:gd name="connsiteX33" fmla="*/ 5110669 w 6933990"/>
              <a:gd name="connsiteY33" fmla="*/ 1582606 h 4139424"/>
              <a:gd name="connsiteX34" fmla="*/ 4932869 w 6933990"/>
              <a:gd name="connsiteY34" fmla="*/ 1735007 h 4139424"/>
              <a:gd name="connsiteX35" fmla="*/ 4568803 w 6933990"/>
              <a:gd name="connsiteY35" fmla="*/ 1899622 h 4139424"/>
              <a:gd name="connsiteX36" fmla="*/ 3794103 w 6933990"/>
              <a:gd name="connsiteY36" fmla="*/ 1937239 h 4139424"/>
              <a:gd name="connsiteX37" fmla="*/ 2833136 w 6933990"/>
              <a:gd name="connsiteY37" fmla="*/ 2117820 h 4139424"/>
              <a:gd name="connsiteX38" fmla="*/ 1952603 w 6933990"/>
              <a:gd name="connsiteY38" fmla="*/ 2834769 h 4139424"/>
              <a:gd name="connsiteX39" fmla="*/ 1398036 w 6933990"/>
              <a:gd name="connsiteY39" fmla="*/ 3535847 h 4139424"/>
              <a:gd name="connsiteX40" fmla="*/ 624540 w 6933990"/>
              <a:gd name="connsiteY40" fmla="*/ 4102705 h 4139424"/>
              <a:gd name="connsiteX41" fmla="*/ 141937 w 6933990"/>
              <a:gd name="connsiteY41" fmla="*/ 4081934 h 4139424"/>
              <a:gd name="connsiteX42" fmla="*/ 40339 w 6933990"/>
              <a:gd name="connsiteY42" fmla="*/ 2946174 h 4139424"/>
              <a:gd name="connsiteX43" fmla="*/ 21444 w 6933990"/>
              <a:gd name="connsiteY43" fmla="*/ 2661121 h 4139424"/>
              <a:gd name="connsiteX0" fmla="*/ 21444 w 6933990"/>
              <a:gd name="connsiteY0" fmla="*/ 2661121 h 4139424"/>
              <a:gd name="connsiteX1" fmla="*/ 189921 w 6933990"/>
              <a:gd name="connsiteY1" fmla="*/ 2410723 h 4139424"/>
              <a:gd name="connsiteX2" fmla="*/ 190456 w 6933990"/>
              <a:gd name="connsiteY2" fmla="*/ 3221981 h 4139424"/>
              <a:gd name="connsiteX3" fmla="*/ 257829 w 6933990"/>
              <a:gd name="connsiteY3" fmla="*/ 3926652 h 4139424"/>
              <a:gd name="connsiteX4" fmla="*/ 1075980 w 6933990"/>
              <a:gd name="connsiteY4" fmla="*/ 3574316 h 4139424"/>
              <a:gd name="connsiteX5" fmla="*/ 1884500 w 6933990"/>
              <a:gd name="connsiteY5" fmla="*/ 2715501 h 4139424"/>
              <a:gd name="connsiteX6" fmla="*/ 2270103 w 6933990"/>
              <a:gd name="connsiteY6" fmla="*/ 21396 h 4139424"/>
              <a:gd name="connsiteX7" fmla="*/ 3442736 w 6933990"/>
              <a:gd name="connsiteY7" fmla="*/ 1464073 h 4139424"/>
              <a:gd name="connsiteX8" fmla="*/ 4839736 w 6933990"/>
              <a:gd name="connsiteY8" fmla="*/ 1658807 h 4139424"/>
              <a:gd name="connsiteX9" fmla="*/ 5339269 w 6933990"/>
              <a:gd name="connsiteY9" fmla="*/ 1023807 h 4139424"/>
              <a:gd name="connsiteX10" fmla="*/ 5904420 w 6933990"/>
              <a:gd name="connsiteY10" fmla="*/ 922253 h 4139424"/>
              <a:gd name="connsiteX11" fmla="*/ 6334103 w 6933990"/>
              <a:gd name="connsiteY11" fmla="*/ 1177787 h 4139424"/>
              <a:gd name="connsiteX12" fmla="*/ 6495325 w 6933990"/>
              <a:gd name="connsiteY12" fmla="*/ 1372672 h 4139424"/>
              <a:gd name="connsiteX13" fmla="*/ 6647725 w 6933990"/>
              <a:gd name="connsiteY13" fmla="*/ 1452574 h 4139424"/>
              <a:gd name="connsiteX14" fmla="*/ 6762025 w 6933990"/>
              <a:gd name="connsiteY14" fmla="*/ 1423519 h 4139424"/>
              <a:gd name="connsiteX15" fmla="*/ 6791303 w 6933990"/>
              <a:gd name="connsiteY15" fmla="*/ 1279480 h 4139424"/>
              <a:gd name="connsiteX16" fmla="*/ 6762026 w 6933990"/>
              <a:gd name="connsiteY16" fmla="*/ 1140230 h 4139424"/>
              <a:gd name="connsiteX17" fmla="*/ 6692177 w 6933990"/>
              <a:gd name="connsiteY17" fmla="*/ 1053063 h 4139424"/>
              <a:gd name="connsiteX18" fmla="*/ 6647727 w 6933990"/>
              <a:gd name="connsiteY18" fmla="*/ 944105 h 4139424"/>
              <a:gd name="connsiteX19" fmla="*/ 6628677 w 6933990"/>
              <a:gd name="connsiteY19" fmla="*/ 777035 h 4139424"/>
              <a:gd name="connsiteX20" fmla="*/ 6774726 w 6933990"/>
              <a:gd name="connsiteY20" fmla="*/ 762510 h 4139424"/>
              <a:gd name="connsiteX21" fmla="*/ 6926769 w 6933990"/>
              <a:gd name="connsiteY21" fmla="*/ 775772 h 4139424"/>
              <a:gd name="connsiteX22" fmla="*/ 6908077 w 6933990"/>
              <a:gd name="connsiteY22" fmla="*/ 1002215 h 4139424"/>
              <a:gd name="connsiteX23" fmla="*/ 6863627 w 6933990"/>
              <a:gd name="connsiteY23" fmla="*/ 1154756 h 4139424"/>
              <a:gd name="connsiteX24" fmla="*/ 6850926 w 6933990"/>
              <a:gd name="connsiteY24" fmla="*/ 1408991 h 4139424"/>
              <a:gd name="connsiteX25" fmla="*/ 6774726 w 6933990"/>
              <a:gd name="connsiteY25" fmla="*/ 1525214 h 4139424"/>
              <a:gd name="connsiteX26" fmla="*/ 6664303 w 6933990"/>
              <a:gd name="connsiteY26" fmla="*/ 1546806 h 4139424"/>
              <a:gd name="connsiteX27" fmla="*/ 6450518 w 6933990"/>
              <a:gd name="connsiteY27" fmla="*/ 1462045 h 4139424"/>
              <a:gd name="connsiteX28" fmla="*/ 6184176 w 6933990"/>
              <a:gd name="connsiteY28" fmla="*/ 1147490 h 4139424"/>
              <a:gd name="connsiteX29" fmla="*/ 5946753 w 6933990"/>
              <a:gd name="connsiteY29" fmla="*/ 1026259 h 4139424"/>
              <a:gd name="connsiteX30" fmla="*/ 5622903 w 6933990"/>
              <a:gd name="connsiteY30" fmla="*/ 1006874 h 4139424"/>
              <a:gd name="connsiteX31" fmla="*/ 5440869 w 6933990"/>
              <a:gd name="connsiteY31" fmla="*/ 1083074 h 4139424"/>
              <a:gd name="connsiteX32" fmla="*/ 5322336 w 6933990"/>
              <a:gd name="connsiteY32" fmla="*/ 1201606 h 4139424"/>
              <a:gd name="connsiteX33" fmla="*/ 5110669 w 6933990"/>
              <a:gd name="connsiteY33" fmla="*/ 1582606 h 4139424"/>
              <a:gd name="connsiteX34" fmla="*/ 4932869 w 6933990"/>
              <a:gd name="connsiteY34" fmla="*/ 1735007 h 4139424"/>
              <a:gd name="connsiteX35" fmla="*/ 4568803 w 6933990"/>
              <a:gd name="connsiteY35" fmla="*/ 1899622 h 4139424"/>
              <a:gd name="connsiteX36" fmla="*/ 3794103 w 6933990"/>
              <a:gd name="connsiteY36" fmla="*/ 1937239 h 4139424"/>
              <a:gd name="connsiteX37" fmla="*/ 2833136 w 6933990"/>
              <a:gd name="connsiteY37" fmla="*/ 2117820 h 4139424"/>
              <a:gd name="connsiteX38" fmla="*/ 1952603 w 6933990"/>
              <a:gd name="connsiteY38" fmla="*/ 2834769 h 4139424"/>
              <a:gd name="connsiteX39" fmla="*/ 1398036 w 6933990"/>
              <a:gd name="connsiteY39" fmla="*/ 3535847 h 4139424"/>
              <a:gd name="connsiteX40" fmla="*/ 624540 w 6933990"/>
              <a:gd name="connsiteY40" fmla="*/ 4102705 h 4139424"/>
              <a:gd name="connsiteX41" fmla="*/ 141937 w 6933990"/>
              <a:gd name="connsiteY41" fmla="*/ 4081934 h 4139424"/>
              <a:gd name="connsiteX42" fmla="*/ 40339 w 6933990"/>
              <a:gd name="connsiteY42" fmla="*/ 2946174 h 4139424"/>
              <a:gd name="connsiteX43" fmla="*/ 21444 w 6933990"/>
              <a:gd name="connsiteY43" fmla="*/ 2661121 h 4139424"/>
              <a:gd name="connsiteX0" fmla="*/ 21444 w 6933990"/>
              <a:gd name="connsiteY0" fmla="*/ 2661121 h 4139424"/>
              <a:gd name="connsiteX1" fmla="*/ 189921 w 6933990"/>
              <a:gd name="connsiteY1" fmla="*/ 2410723 h 4139424"/>
              <a:gd name="connsiteX2" fmla="*/ 190456 w 6933990"/>
              <a:gd name="connsiteY2" fmla="*/ 3221981 h 4139424"/>
              <a:gd name="connsiteX3" fmla="*/ 257829 w 6933990"/>
              <a:gd name="connsiteY3" fmla="*/ 3926652 h 4139424"/>
              <a:gd name="connsiteX4" fmla="*/ 1085605 w 6933990"/>
              <a:gd name="connsiteY4" fmla="*/ 3574316 h 4139424"/>
              <a:gd name="connsiteX5" fmla="*/ 1884500 w 6933990"/>
              <a:gd name="connsiteY5" fmla="*/ 2715501 h 4139424"/>
              <a:gd name="connsiteX6" fmla="*/ 2270103 w 6933990"/>
              <a:gd name="connsiteY6" fmla="*/ 21396 h 4139424"/>
              <a:gd name="connsiteX7" fmla="*/ 3442736 w 6933990"/>
              <a:gd name="connsiteY7" fmla="*/ 1464073 h 4139424"/>
              <a:gd name="connsiteX8" fmla="*/ 4839736 w 6933990"/>
              <a:gd name="connsiteY8" fmla="*/ 1658807 h 4139424"/>
              <a:gd name="connsiteX9" fmla="*/ 5339269 w 6933990"/>
              <a:gd name="connsiteY9" fmla="*/ 1023807 h 4139424"/>
              <a:gd name="connsiteX10" fmla="*/ 5904420 w 6933990"/>
              <a:gd name="connsiteY10" fmla="*/ 922253 h 4139424"/>
              <a:gd name="connsiteX11" fmla="*/ 6334103 w 6933990"/>
              <a:gd name="connsiteY11" fmla="*/ 1177787 h 4139424"/>
              <a:gd name="connsiteX12" fmla="*/ 6495325 w 6933990"/>
              <a:gd name="connsiteY12" fmla="*/ 1372672 h 4139424"/>
              <a:gd name="connsiteX13" fmla="*/ 6647725 w 6933990"/>
              <a:gd name="connsiteY13" fmla="*/ 1452574 h 4139424"/>
              <a:gd name="connsiteX14" fmla="*/ 6762025 w 6933990"/>
              <a:gd name="connsiteY14" fmla="*/ 1423519 h 4139424"/>
              <a:gd name="connsiteX15" fmla="*/ 6791303 w 6933990"/>
              <a:gd name="connsiteY15" fmla="*/ 1279480 h 4139424"/>
              <a:gd name="connsiteX16" fmla="*/ 6762026 w 6933990"/>
              <a:gd name="connsiteY16" fmla="*/ 1140230 h 4139424"/>
              <a:gd name="connsiteX17" fmla="*/ 6692177 w 6933990"/>
              <a:gd name="connsiteY17" fmla="*/ 1053063 h 4139424"/>
              <a:gd name="connsiteX18" fmla="*/ 6647727 w 6933990"/>
              <a:gd name="connsiteY18" fmla="*/ 944105 h 4139424"/>
              <a:gd name="connsiteX19" fmla="*/ 6628677 w 6933990"/>
              <a:gd name="connsiteY19" fmla="*/ 777035 h 4139424"/>
              <a:gd name="connsiteX20" fmla="*/ 6774726 w 6933990"/>
              <a:gd name="connsiteY20" fmla="*/ 762510 h 4139424"/>
              <a:gd name="connsiteX21" fmla="*/ 6926769 w 6933990"/>
              <a:gd name="connsiteY21" fmla="*/ 775772 h 4139424"/>
              <a:gd name="connsiteX22" fmla="*/ 6908077 w 6933990"/>
              <a:gd name="connsiteY22" fmla="*/ 1002215 h 4139424"/>
              <a:gd name="connsiteX23" fmla="*/ 6863627 w 6933990"/>
              <a:gd name="connsiteY23" fmla="*/ 1154756 h 4139424"/>
              <a:gd name="connsiteX24" fmla="*/ 6850926 w 6933990"/>
              <a:gd name="connsiteY24" fmla="*/ 1408991 h 4139424"/>
              <a:gd name="connsiteX25" fmla="*/ 6774726 w 6933990"/>
              <a:gd name="connsiteY25" fmla="*/ 1525214 h 4139424"/>
              <a:gd name="connsiteX26" fmla="*/ 6664303 w 6933990"/>
              <a:gd name="connsiteY26" fmla="*/ 1546806 h 4139424"/>
              <a:gd name="connsiteX27" fmla="*/ 6450518 w 6933990"/>
              <a:gd name="connsiteY27" fmla="*/ 1462045 h 4139424"/>
              <a:gd name="connsiteX28" fmla="*/ 6184176 w 6933990"/>
              <a:gd name="connsiteY28" fmla="*/ 1147490 h 4139424"/>
              <a:gd name="connsiteX29" fmla="*/ 5946753 w 6933990"/>
              <a:gd name="connsiteY29" fmla="*/ 1026259 h 4139424"/>
              <a:gd name="connsiteX30" fmla="*/ 5622903 w 6933990"/>
              <a:gd name="connsiteY30" fmla="*/ 1006874 h 4139424"/>
              <a:gd name="connsiteX31" fmla="*/ 5440869 w 6933990"/>
              <a:gd name="connsiteY31" fmla="*/ 1083074 h 4139424"/>
              <a:gd name="connsiteX32" fmla="*/ 5322336 w 6933990"/>
              <a:gd name="connsiteY32" fmla="*/ 1201606 h 4139424"/>
              <a:gd name="connsiteX33" fmla="*/ 5110669 w 6933990"/>
              <a:gd name="connsiteY33" fmla="*/ 1582606 h 4139424"/>
              <a:gd name="connsiteX34" fmla="*/ 4932869 w 6933990"/>
              <a:gd name="connsiteY34" fmla="*/ 1735007 h 4139424"/>
              <a:gd name="connsiteX35" fmla="*/ 4568803 w 6933990"/>
              <a:gd name="connsiteY35" fmla="*/ 1899622 h 4139424"/>
              <a:gd name="connsiteX36" fmla="*/ 3794103 w 6933990"/>
              <a:gd name="connsiteY36" fmla="*/ 1937239 h 4139424"/>
              <a:gd name="connsiteX37" fmla="*/ 2833136 w 6933990"/>
              <a:gd name="connsiteY37" fmla="*/ 2117820 h 4139424"/>
              <a:gd name="connsiteX38" fmla="*/ 1952603 w 6933990"/>
              <a:gd name="connsiteY38" fmla="*/ 2834769 h 4139424"/>
              <a:gd name="connsiteX39" fmla="*/ 1398036 w 6933990"/>
              <a:gd name="connsiteY39" fmla="*/ 3535847 h 4139424"/>
              <a:gd name="connsiteX40" fmla="*/ 624540 w 6933990"/>
              <a:gd name="connsiteY40" fmla="*/ 4102705 h 4139424"/>
              <a:gd name="connsiteX41" fmla="*/ 141937 w 6933990"/>
              <a:gd name="connsiteY41" fmla="*/ 4081934 h 4139424"/>
              <a:gd name="connsiteX42" fmla="*/ 40339 w 6933990"/>
              <a:gd name="connsiteY42" fmla="*/ 2946174 h 4139424"/>
              <a:gd name="connsiteX43" fmla="*/ 21444 w 6933990"/>
              <a:gd name="connsiteY43" fmla="*/ 2661121 h 4139424"/>
              <a:gd name="connsiteX0" fmla="*/ 21444 w 6933990"/>
              <a:gd name="connsiteY0" fmla="*/ 2661121 h 4139424"/>
              <a:gd name="connsiteX1" fmla="*/ 189921 w 6933990"/>
              <a:gd name="connsiteY1" fmla="*/ 2410723 h 4139424"/>
              <a:gd name="connsiteX2" fmla="*/ 190456 w 6933990"/>
              <a:gd name="connsiteY2" fmla="*/ 3221981 h 4139424"/>
              <a:gd name="connsiteX3" fmla="*/ 257829 w 6933990"/>
              <a:gd name="connsiteY3" fmla="*/ 3926652 h 4139424"/>
              <a:gd name="connsiteX4" fmla="*/ 1085605 w 6933990"/>
              <a:gd name="connsiteY4" fmla="*/ 3574316 h 4139424"/>
              <a:gd name="connsiteX5" fmla="*/ 1884500 w 6933990"/>
              <a:gd name="connsiteY5" fmla="*/ 2715501 h 4139424"/>
              <a:gd name="connsiteX6" fmla="*/ 2270103 w 6933990"/>
              <a:gd name="connsiteY6" fmla="*/ 21396 h 4139424"/>
              <a:gd name="connsiteX7" fmla="*/ 3442736 w 6933990"/>
              <a:gd name="connsiteY7" fmla="*/ 1464073 h 4139424"/>
              <a:gd name="connsiteX8" fmla="*/ 4839736 w 6933990"/>
              <a:gd name="connsiteY8" fmla="*/ 1658807 h 4139424"/>
              <a:gd name="connsiteX9" fmla="*/ 5339269 w 6933990"/>
              <a:gd name="connsiteY9" fmla="*/ 1023807 h 4139424"/>
              <a:gd name="connsiteX10" fmla="*/ 5904420 w 6933990"/>
              <a:gd name="connsiteY10" fmla="*/ 922253 h 4139424"/>
              <a:gd name="connsiteX11" fmla="*/ 6334103 w 6933990"/>
              <a:gd name="connsiteY11" fmla="*/ 1177787 h 4139424"/>
              <a:gd name="connsiteX12" fmla="*/ 6495325 w 6933990"/>
              <a:gd name="connsiteY12" fmla="*/ 1372672 h 4139424"/>
              <a:gd name="connsiteX13" fmla="*/ 6647725 w 6933990"/>
              <a:gd name="connsiteY13" fmla="*/ 1452574 h 4139424"/>
              <a:gd name="connsiteX14" fmla="*/ 6762025 w 6933990"/>
              <a:gd name="connsiteY14" fmla="*/ 1423519 h 4139424"/>
              <a:gd name="connsiteX15" fmla="*/ 6791303 w 6933990"/>
              <a:gd name="connsiteY15" fmla="*/ 1279480 h 4139424"/>
              <a:gd name="connsiteX16" fmla="*/ 6762026 w 6933990"/>
              <a:gd name="connsiteY16" fmla="*/ 1140230 h 4139424"/>
              <a:gd name="connsiteX17" fmla="*/ 6692177 w 6933990"/>
              <a:gd name="connsiteY17" fmla="*/ 1053063 h 4139424"/>
              <a:gd name="connsiteX18" fmla="*/ 6647727 w 6933990"/>
              <a:gd name="connsiteY18" fmla="*/ 944105 h 4139424"/>
              <a:gd name="connsiteX19" fmla="*/ 6628677 w 6933990"/>
              <a:gd name="connsiteY19" fmla="*/ 777035 h 4139424"/>
              <a:gd name="connsiteX20" fmla="*/ 6774726 w 6933990"/>
              <a:gd name="connsiteY20" fmla="*/ 762510 h 4139424"/>
              <a:gd name="connsiteX21" fmla="*/ 6926769 w 6933990"/>
              <a:gd name="connsiteY21" fmla="*/ 775772 h 4139424"/>
              <a:gd name="connsiteX22" fmla="*/ 6908077 w 6933990"/>
              <a:gd name="connsiteY22" fmla="*/ 1002215 h 4139424"/>
              <a:gd name="connsiteX23" fmla="*/ 6863627 w 6933990"/>
              <a:gd name="connsiteY23" fmla="*/ 1154756 h 4139424"/>
              <a:gd name="connsiteX24" fmla="*/ 6850926 w 6933990"/>
              <a:gd name="connsiteY24" fmla="*/ 1408991 h 4139424"/>
              <a:gd name="connsiteX25" fmla="*/ 6774726 w 6933990"/>
              <a:gd name="connsiteY25" fmla="*/ 1525214 h 4139424"/>
              <a:gd name="connsiteX26" fmla="*/ 6664303 w 6933990"/>
              <a:gd name="connsiteY26" fmla="*/ 1546806 h 4139424"/>
              <a:gd name="connsiteX27" fmla="*/ 6450518 w 6933990"/>
              <a:gd name="connsiteY27" fmla="*/ 1462045 h 4139424"/>
              <a:gd name="connsiteX28" fmla="*/ 6184176 w 6933990"/>
              <a:gd name="connsiteY28" fmla="*/ 1147490 h 4139424"/>
              <a:gd name="connsiteX29" fmla="*/ 5946753 w 6933990"/>
              <a:gd name="connsiteY29" fmla="*/ 1026259 h 4139424"/>
              <a:gd name="connsiteX30" fmla="*/ 5622903 w 6933990"/>
              <a:gd name="connsiteY30" fmla="*/ 1006874 h 4139424"/>
              <a:gd name="connsiteX31" fmla="*/ 5440869 w 6933990"/>
              <a:gd name="connsiteY31" fmla="*/ 1083074 h 4139424"/>
              <a:gd name="connsiteX32" fmla="*/ 5322336 w 6933990"/>
              <a:gd name="connsiteY32" fmla="*/ 1201606 h 4139424"/>
              <a:gd name="connsiteX33" fmla="*/ 5110669 w 6933990"/>
              <a:gd name="connsiteY33" fmla="*/ 1582606 h 4139424"/>
              <a:gd name="connsiteX34" fmla="*/ 4932869 w 6933990"/>
              <a:gd name="connsiteY34" fmla="*/ 1735007 h 4139424"/>
              <a:gd name="connsiteX35" fmla="*/ 4568803 w 6933990"/>
              <a:gd name="connsiteY35" fmla="*/ 1899622 h 4139424"/>
              <a:gd name="connsiteX36" fmla="*/ 3794103 w 6933990"/>
              <a:gd name="connsiteY36" fmla="*/ 1937239 h 4139424"/>
              <a:gd name="connsiteX37" fmla="*/ 2833136 w 6933990"/>
              <a:gd name="connsiteY37" fmla="*/ 2117820 h 4139424"/>
              <a:gd name="connsiteX38" fmla="*/ 1952603 w 6933990"/>
              <a:gd name="connsiteY38" fmla="*/ 2834769 h 4139424"/>
              <a:gd name="connsiteX39" fmla="*/ 1398036 w 6933990"/>
              <a:gd name="connsiteY39" fmla="*/ 3535847 h 4139424"/>
              <a:gd name="connsiteX40" fmla="*/ 624540 w 6933990"/>
              <a:gd name="connsiteY40" fmla="*/ 4102705 h 4139424"/>
              <a:gd name="connsiteX41" fmla="*/ 141937 w 6933990"/>
              <a:gd name="connsiteY41" fmla="*/ 4081934 h 4139424"/>
              <a:gd name="connsiteX42" fmla="*/ 40339 w 6933990"/>
              <a:gd name="connsiteY42" fmla="*/ 2946174 h 4139424"/>
              <a:gd name="connsiteX43" fmla="*/ 21444 w 6933990"/>
              <a:gd name="connsiteY43" fmla="*/ 2661121 h 4139424"/>
              <a:gd name="connsiteX0" fmla="*/ 21444 w 6933990"/>
              <a:gd name="connsiteY0" fmla="*/ 2661121 h 4139424"/>
              <a:gd name="connsiteX1" fmla="*/ 189921 w 6933990"/>
              <a:gd name="connsiteY1" fmla="*/ 2410723 h 4139424"/>
              <a:gd name="connsiteX2" fmla="*/ 190456 w 6933990"/>
              <a:gd name="connsiteY2" fmla="*/ 3221981 h 4139424"/>
              <a:gd name="connsiteX3" fmla="*/ 257829 w 6933990"/>
              <a:gd name="connsiteY3" fmla="*/ 3926652 h 4139424"/>
              <a:gd name="connsiteX4" fmla="*/ 1085605 w 6933990"/>
              <a:gd name="connsiteY4" fmla="*/ 3574316 h 4139424"/>
              <a:gd name="connsiteX5" fmla="*/ 1884500 w 6933990"/>
              <a:gd name="connsiteY5" fmla="*/ 2715501 h 4139424"/>
              <a:gd name="connsiteX6" fmla="*/ 2270103 w 6933990"/>
              <a:gd name="connsiteY6" fmla="*/ 21396 h 4139424"/>
              <a:gd name="connsiteX7" fmla="*/ 3442736 w 6933990"/>
              <a:gd name="connsiteY7" fmla="*/ 1464073 h 4139424"/>
              <a:gd name="connsiteX8" fmla="*/ 4839736 w 6933990"/>
              <a:gd name="connsiteY8" fmla="*/ 1658807 h 4139424"/>
              <a:gd name="connsiteX9" fmla="*/ 5339269 w 6933990"/>
              <a:gd name="connsiteY9" fmla="*/ 1023807 h 4139424"/>
              <a:gd name="connsiteX10" fmla="*/ 5904420 w 6933990"/>
              <a:gd name="connsiteY10" fmla="*/ 922253 h 4139424"/>
              <a:gd name="connsiteX11" fmla="*/ 6334103 w 6933990"/>
              <a:gd name="connsiteY11" fmla="*/ 1177787 h 4139424"/>
              <a:gd name="connsiteX12" fmla="*/ 6495325 w 6933990"/>
              <a:gd name="connsiteY12" fmla="*/ 1372672 h 4139424"/>
              <a:gd name="connsiteX13" fmla="*/ 6647725 w 6933990"/>
              <a:gd name="connsiteY13" fmla="*/ 1452574 h 4139424"/>
              <a:gd name="connsiteX14" fmla="*/ 6762025 w 6933990"/>
              <a:gd name="connsiteY14" fmla="*/ 1423519 h 4139424"/>
              <a:gd name="connsiteX15" fmla="*/ 6791303 w 6933990"/>
              <a:gd name="connsiteY15" fmla="*/ 1279480 h 4139424"/>
              <a:gd name="connsiteX16" fmla="*/ 6762026 w 6933990"/>
              <a:gd name="connsiteY16" fmla="*/ 1140230 h 4139424"/>
              <a:gd name="connsiteX17" fmla="*/ 6692177 w 6933990"/>
              <a:gd name="connsiteY17" fmla="*/ 1053063 h 4139424"/>
              <a:gd name="connsiteX18" fmla="*/ 6647727 w 6933990"/>
              <a:gd name="connsiteY18" fmla="*/ 944105 h 4139424"/>
              <a:gd name="connsiteX19" fmla="*/ 6628677 w 6933990"/>
              <a:gd name="connsiteY19" fmla="*/ 777035 h 4139424"/>
              <a:gd name="connsiteX20" fmla="*/ 6774726 w 6933990"/>
              <a:gd name="connsiteY20" fmla="*/ 762510 h 4139424"/>
              <a:gd name="connsiteX21" fmla="*/ 6926769 w 6933990"/>
              <a:gd name="connsiteY21" fmla="*/ 775772 h 4139424"/>
              <a:gd name="connsiteX22" fmla="*/ 6908077 w 6933990"/>
              <a:gd name="connsiteY22" fmla="*/ 1002215 h 4139424"/>
              <a:gd name="connsiteX23" fmla="*/ 6863627 w 6933990"/>
              <a:gd name="connsiteY23" fmla="*/ 1154756 h 4139424"/>
              <a:gd name="connsiteX24" fmla="*/ 6850926 w 6933990"/>
              <a:gd name="connsiteY24" fmla="*/ 1408991 h 4139424"/>
              <a:gd name="connsiteX25" fmla="*/ 6774726 w 6933990"/>
              <a:gd name="connsiteY25" fmla="*/ 1525214 h 4139424"/>
              <a:gd name="connsiteX26" fmla="*/ 6664303 w 6933990"/>
              <a:gd name="connsiteY26" fmla="*/ 1546806 h 4139424"/>
              <a:gd name="connsiteX27" fmla="*/ 6450518 w 6933990"/>
              <a:gd name="connsiteY27" fmla="*/ 1462045 h 4139424"/>
              <a:gd name="connsiteX28" fmla="*/ 6184176 w 6933990"/>
              <a:gd name="connsiteY28" fmla="*/ 1147490 h 4139424"/>
              <a:gd name="connsiteX29" fmla="*/ 5946753 w 6933990"/>
              <a:gd name="connsiteY29" fmla="*/ 1026259 h 4139424"/>
              <a:gd name="connsiteX30" fmla="*/ 5622903 w 6933990"/>
              <a:gd name="connsiteY30" fmla="*/ 1006874 h 4139424"/>
              <a:gd name="connsiteX31" fmla="*/ 5440869 w 6933990"/>
              <a:gd name="connsiteY31" fmla="*/ 1083074 h 4139424"/>
              <a:gd name="connsiteX32" fmla="*/ 5322336 w 6933990"/>
              <a:gd name="connsiteY32" fmla="*/ 1201606 h 4139424"/>
              <a:gd name="connsiteX33" fmla="*/ 5110669 w 6933990"/>
              <a:gd name="connsiteY33" fmla="*/ 1582606 h 4139424"/>
              <a:gd name="connsiteX34" fmla="*/ 4932869 w 6933990"/>
              <a:gd name="connsiteY34" fmla="*/ 1735007 h 4139424"/>
              <a:gd name="connsiteX35" fmla="*/ 4568803 w 6933990"/>
              <a:gd name="connsiteY35" fmla="*/ 1899622 h 4139424"/>
              <a:gd name="connsiteX36" fmla="*/ 3794103 w 6933990"/>
              <a:gd name="connsiteY36" fmla="*/ 1937239 h 4139424"/>
              <a:gd name="connsiteX37" fmla="*/ 2833136 w 6933990"/>
              <a:gd name="connsiteY37" fmla="*/ 2117820 h 4139424"/>
              <a:gd name="connsiteX38" fmla="*/ 1952603 w 6933990"/>
              <a:gd name="connsiteY38" fmla="*/ 2834769 h 4139424"/>
              <a:gd name="connsiteX39" fmla="*/ 1398036 w 6933990"/>
              <a:gd name="connsiteY39" fmla="*/ 3535847 h 4139424"/>
              <a:gd name="connsiteX40" fmla="*/ 624540 w 6933990"/>
              <a:gd name="connsiteY40" fmla="*/ 4102705 h 4139424"/>
              <a:gd name="connsiteX41" fmla="*/ 141937 w 6933990"/>
              <a:gd name="connsiteY41" fmla="*/ 4081934 h 4139424"/>
              <a:gd name="connsiteX42" fmla="*/ 40339 w 6933990"/>
              <a:gd name="connsiteY42" fmla="*/ 2946174 h 4139424"/>
              <a:gd name="connsiteX43" fmla="*/ 21444 w 6933990"/>
              <a:gd name="connsiteY43" fmla="*/ 2661121 h 4139424"/>
              <a:gd name="connsiteX0" fmla="*/ 21444 w 6933990"/>
              <a:gd name="connsiteY0" fmla="*/ 2661121 h 4139424"/>
              <a:gd name="connsiteX1" fmla="*/ 189921 w 6933990"/>
              <a:gd name="connsiteY1" fmla="*/ 2410723 h 4139424"/>
              <a:gd name="connsiteX2" fmla="*/ 190456 w 6933990"/>
              <a:gd name="connsiteY2" fmla="*/ 3221981 h 4139424"/>
              <a:gd name="connsiteX3" fmla="*/ 257829 w 6933990"/>
              <a:gd name="connsiteY3" fmla="*/ 3926652 h 4139424"/>
              <a:gd name="connsiteX4" fmla="*/ 1085605 w 6933990"/>
              <a:gd name="connsiteY4" fmla="*/ 3574316 h 4139424"/>
              <a:gd name="connsiteX5" fmla="*/ 1884500 w 6933990"/>
              <a:gd name="connsiteY5" fmla="*/ 2715501 h 4139424"/>
              <a:gd name="connsiteX6" fmla="*/ 2270103 w 6933990"/>
              <a:gd name="connsiteY6" fmla="*/ 21396 h 4139424"/>
              <a:gd name="connsiteX7" fmla="*/ 3442736 w 6933990"/>
              <a:gd name="connsiteY7" fmla="*/ 1464073 h 4139424"/>
              <a:gd name="connsiteX8" fmla="*/ 4839736 w 6933990"/>
              <a:gd name="connsiteY8" fmla="*/ 1658807 h 4139424"/>
              <a:gd name="connsiteX9" fmla="*/ 5339269 w 6933990"/>
              <a:gd name="connsiteY9" fmla="*/ 1023807 h 4139424"/>
              <a:gd name="connsiteX10" fmla="*/ 5904420 w 6933990"/>
              <a:gd name="connsiteY10" fmla="*/ 922253 h 4139424"/>
              <a:gd name="connsiteX11" fmla="*/ 6334103 w 6933990"/>
              <a:gd name="connsiteY11" fmla="*/ 1177787 h 4139424"/>
              <a:gd name="connsiteX12" fmla="*/ 6495325 w 6933990"/>
              <a:gd name="connsiteY12" fmla="*/ 1372672 h 4139424"/>
              <a:gd name="connsiteX13" fmla="*/ 6647725 w 6933990"/>
              <a:gd name="connsiteY13" fmla="*/ 1452574 h 4139424"/>
              <a:gd name="connsiteX14" fmla="*/ 6762025 w 6933990"/>
              <a:gd name="connsiteY14" fmla="*/ 1423519 h 4139424"/>
              <a:gd name="connsiteX15" fmla="*/ 6791303 w 6933990"/>
              <a:gd name="connsiteY15" fmla="*/ 1279480 h 4139424"/>
              <a:gd name="connsiteX16" fmla="*/ 6762026 w 6933990"/>
              <a:gd name="connsiteY16" fmla="*/ 1140230 h 4139424"/>
              <a:gd name="connsiteX17" fmla="*/ 6692177 w 6933990"/>
              <a:gd name="connsiteY17" fmla="*/ 1053063 h 4139424"/>
              <a:gd name="connsiteX18" fmla="*/ 6647727 w 6933990"/>
              <a:gd name="connsiteY18" fmla="*/ 944105 h 4139424"/>
              <a:gd name="connsiteX19" fmla="*/ 6628677 w 6933990"/>
              <a:gd name="connsiteY19" fmla="*/ 777035 h 4139424"/>
              <a:gd name="connsiteX20" fmla="*/ 6774726 w 6933990"/>
              <a:gd name="connsiteY20" fmla="*/ 762510 h 4139424"/>
              <a:gd name="connsiteX21" fmla="*/ 6926769 w 6933990"/>
              <a:gd name="connsiteY21" fmla="*/ 775772 h 4139424"/>
              <a:gd name="connsiteX22" fmla="*/ 6908077 w 6933990"/>
              <a:gd name="connsiteY22" fmla="*/ 1002215 h 4139424"/>
              <a:gd name="connsiteX23" fmla="*/ 6863627 w 6933990"/>
              <a:gd name="connsiteY23" fmla="*/ 1154756 h 4139424"/>
              <a:gd name="connsiteX24" fmla="*/ 6850926 w 6933990"/>
              <a:gd name="connsiteY24" fmla="*/ 1408991 h 4139424"/>
              <a:gd name="connsiteX25" fmla="*/ 6774726 w 6933990"/>
              <a:gd name="connsiteY25" fmla="*/ 1525214 h 4139424"/>
              <a:gd name="connsiteX26" fmla="*/ 6664303 w 6933990"/>
              <a:gd name="connsiteY26" fmla="*/ 1546806 h 4139424"/>
              <a:gd name="connsiteX27" fmla="*/ 6450518 w 6933990"/>
              <a:gd name="connsiteY27" fmla="*/ 1462045 h 4139424"/>
              <a:gd name="connsiteX28" fmla="*/ 6184176 w 6933990"/>
              <a:gd name="connsiteY28" fmla="*/ 1147490 h 4139424"/>
              <a:gd name="connsiteX29" fmla="*/ 5946753 w 6933990"/>
              <a:gd name="connsiteY29" fmla="*/ 1026259 h 4139424"/>
              <a:gd name="connsiteX30" fmla="*/ 5622903 w 6933990"/>
              <a:gd name="connsiteY30" fmla="*/ 1006874 h 4139424"/>
              <a:gd name="connsiteX31" fmla="*/ 5440869 w 6933990"/>
              <a:gd name="connsiteY31" fmla="*/ 1083074 h 4139424"/>
              <a:gd name="connsiteX32" fmla="*/ 5322336 w 6933990"/>
              <a:gd name="connsiteY32" fmla="*/ 1201606 h 4139424"/>
              <a:gd name="connsiteX33" fmla="*/ 5110669 w 6933990"/>
              <a:gd name="connsiteY33" fmla="*/ 1582606 h 4139424"/>
              <a:gd name="connsiteX34" fmla="*/ 4932869 w 6933990"/>
              <a:gd name="connsiteY34" fmla="*/ 1735007 h 4139424"/>
              <a:gd name="connsiteX35" fmla="*/ 4568803 w 6933990"/>
              <a:gd name="connsiteY35" fmla="*/ 1899622 h 4139424"/>
              <a:gd name="connsiteX36" fmla="*/ 3794103 w 6933990"/>
              <a:gd name="connsiteY36" fmla="*/ 1937239 h 4139424"/>
              <a:gd name="connsiteX37" fmla="*/ 2833136 w 6933990"/>
              <a:gd name="connsiteY37" fmla="*/ 2117820 h 4139424"/>
              <a:gd name="connsiteX38" fmla="*/ 1952603 w 6933990"/>
              <a:gd name="connsiteY38" fmla="*/ 2834769 h 4139424"/>
              <a:gd name="connsiteX39" fmla="*/ 1398036 w 6933990"/>
              <a:gd name="connsiteY39" fmla="*/ 3535847 h 4139424"/>
              <a:gd name="connsiteX40" fmla="*/ 624540 w 6933990"/>
              <a:gd name="connsiteY40" fmla="*/ 4102705 h 4139424"/>
              <a:gd name="connsiteX41" fmla="*/ 141937 w 6933990"/>
              <a:gd name="connsiteY41" fmla="*/ 4081934 h 4139424"/>
              <a:gd name="connsiteX42" fmla="*/ 40339 w 6933990"/>
              <a:gd name="connsiteY42" fmla="*/ 2946174 h 4139424"/>
              <a:gd name="connsiteX43" fmla="*/ 21444 w 6933990"/>
              <a:gd name="connsiteY43" fmla="*/ 2661121 h 4139424"/>
              <a:gd name="connsiteX0" fmla="*/ 21444 w 6933990"/>
              <a:gd name="connsiteY0" fmla="*/ 2661121 h 4139424"/>
              <a:gd name="connsiteX1" fmla="*/ 189921 w 6933990"/>
              <a:gd name="connsiteY1" fmla="*/ 2410723 h 4139424"/>
              <a:gd name="connsiteX2" fmla="*/ 190456 w 6933990"/>
              <a:gd name="connsiteY2" fmla="*/ 3221981 h 4139424"/>
              <a:gd name="connsiteX3" fmla="*/ 257829 w 6933990"/>
              <a:gd name="connsiteY3" fmla="*/ 3926652 h 4139424"/>
              <a:gd name="connsiteX4" fmla="*/ 1085605 w 6933990"/>
              <a:gd name="connsiteY4" fmla="*/ 3574316 h 4139424"/>
              <a:gd name="connsiteX5" fmla="*/ 1884500 w 6933990"/>
              <a:gd name="connsiteY5" fmla="*/ 2715501 h 4139424"/>
              <a:gd name="connsiteX6" fmla="*/ 2270103 w 6933990"/>
              <a:gd name="connsiteY6" fmla="*/ 21396 h 4139424"/>
              <a:gd name="connsiteX7" fmla="*/ 3442736 w 6933990"/>
              <a:gd name="connsiteY7" fmla="*/ 1464073 h 4139424"/>
              <a:gd name="connsiteX8" fmla="*/ 4839736 w 6933990"/>
              <a:gd name="connsiteY8" fmla="*/ 1658807 h 4139424"/>
              <a:gd name="connsiteX9" fmla="*/ 5339269 w 6933990"/>
              <a:gd name="connsiteY9" fmla="*/ 1023807 h 4139424"/>
              <a:gd name="connsiteX10" fmla="*/ 5904420 w 6933990"/>
              <a:gd name="connsiteY10" fmla="*/ 922253 h 4139424"/>
              <a:gd name="connsiteX11" fmla="*/ 6334103 w 6933990"/>
              <a:gd name="connsiteY11" fmla="*/ 1177787 h 4139424"/>
              <a:gd name="connsiteX12" fmla="*/ 6495325 w 6933990"/>
              <a:gd name="connsiteY12" fmla="*/ 1372672 h 4139424"/>
              <a:gd name="connsiteX13" fmla="*/ 6647725 w 6933990"/>
              <a:gd name="connsiteY13" fmla="*/ 1452574 h 4139424"/>
              <a:gd name="connsiteX14" fmla="*/ 6762025 w 6933990"/>
              <a:gd name="connsiteY14" fmla="*/ 1423519 h 4139424"/>
              <a:gd name="connsiteX15" fmla="*/ 6791303 w 6933990"/>
              <a:gd name="connsiteY15" fmla="*/ 1279480 h 4139424"/>
              <a:gd name="connsiteX16" fmla="*/ 6762026 w 6933990"/>
              <a:gd name="connsiteY16" fmla="*/ 1140230 h 4139424"/>
              <a:gd name="connsiteX17" fmla="*/ 6692177 w 6933990"/>
              <a:gd name="connsiteY17" fmla="*/ 1053063 h 4139424"/>
              <a:gd name="connsiteX18" fmla="*/ 6647727 w 6933990"/>
              <a:gd name="connsiteY18" fmla="*/ 944105 h 4139424"/>
              <a:gd name="connsiteX19" fmla="*/ 6628677 w 6933990"/>
              <a:gd name="connsiteY19" fmla="*/ 777035 h 4139424"/>
              <a:gd name="connsiteX20" fmla="*/ 6774726 w 6933990"/>
              <a:gd name="connsiteY20" fmla="*/ 762510 h 4139424"/>
              <a:gd name="connsiteX21" fmla="*/ 6926769 w 6933990"/>
              <a:gd name="connsiteY21" fmla="*/ 775772 h 4139424"/>
              <a:gd name="connsiteX22" fmla="*/ 6908077 w 6933990"/>
              <a:gd name="connsiteY22" fmla="*/ 1002215 h 4139424"/>
              <a:gd name="connsiteX23" fmla="*/ 6863627 w 6933990"/>
              <a:gd name="connsiteY23" fmla="*/ 1154756 h 4139424"/>
              <a:gd name="connsiteX24" fmla="*/ 6850926 w 6933990"/>
              <a:gd name="connsiteY24" fmla="*/ 1408991 h 4139424"/>
              <a:gd name="connsiteX25" fmla="*/ 6774726 w 6933990"/>
              <a:gd name="connsiteY25" fmla="*/ 1525214 h 4139424"/>
              <a:gd name="connsiteX26" fmla="*/ 6664303 w 6933990"/>
              <a:gd name="connsiteY26" fmla="*/ 1546806 h 4139424"/>
              <a:gd name="connsiteX27" fmla="*/ 6450518 w 6933990"/>
              <a:gd name="connsiteY27" fmla="*/ 1462045 h 4139424"/>
              <a:gd name="connsiteX28" fmla="*/ 6184176 w 6933990"/>
              <a:gd name="connsiteY28" fmla="*/ 1147490 h 4139424"/>
              <a:gd name="connsiteX29" fmla="*/ 5946753 w 6933990"/>
              <a:gd name="connsiteY29" fmla="*/ 1026259 h 4139424"/>
              <a:gd name="connsiteX30" fmla="*/ 5622903 w 6933990"/>
              <a:gd name="connsiteY30" fmla="*/ 1006874 h 4139424"/>
              <a:gd name="connsiteX31" fmla="*/ 5440869 w 6933990"/>
              <a:gd name="connsiteY31" fmla="*/ 1083074 h 4139424"/>
              <a:gd name="connsiteX32" fmla="*/ 5322336 w 6933990"/>
              <a:gd name="connsiteY32" fmla="*/ 1201606 h 4139424"/>
              <a:gd name="connsiteX33" fmla="*/ 5110669 w 6933990"/>
              <a:gd name="connsiteY33" fmla="*/ 1582606 h 4139424"/>
              <a:gd name="connsiteX34" fmla="*/ 4932869 w 6933990"/>
              <a:gd name="connsiteY34" fmla="*/ 1735007 h 4139424"/>
              <a:gd name="connsiteX35" fmla="*/ 4568803 w 6933990"/>
              <a:gd name="connsiteY35" fmla="*/ 1899622 h 4139424"/>
              <a:gd name="connsiteX36" fmla="*/ 3794103 w 6933990"/>
              <a:gd name="connsiteY36" fmla="*/ 1937239 h 4139424"/>
              <a:gd name="connsiteX37" fmla="*/ 2833136 w 6933990"/>
              <a:gd name="connsiteY37" fmla="*/ 2117820 h 4139424"/>
              <a:gd name="connsiteX38" fmla="*/ 1952603 w 6933990"/>
              <a:gd name="connsiteY38" fmla="*/ 2834769 h 4139424"/>
              <a:gd name="connsiteX39" fmla="*/ 1398036 w 6933990"/>
              <a:gd name="connsiteY39" fmla="*/ 3535847 h 4139424"/>
              <a:gd name="connsiteX40" fmla="*/ 624540 w 6933990"/>
              <a:gd name="connsiteY40" fmla="*/ 4102705 h 4139424"/>
              <a:gd name="connsiteX41" fmla="*/ 141937 w 6933990"/>
              <a:gd name="connsiteY41" fmla="*/ 4081934 h 4139424"/>
              <a:gd name="connsiteX42" fmla="*/ 40339 w 6933990"/>
              <a:gd name="connsiteY42" fmla="*/ 2946174 h 4139424"/>
              <a:gd name="connsiteX43" fmla="*/ 21444 w 6933990"/>
              <a:gd name="connsiteY43" fmla="*/ 2661121 h 4139424"/>
              <a:gd name="connsiteX0" fmla="*/ 21444 w 6933990"/>
              <a:gd name="connsiteY0" fmla="*/ 2661121 h 4139424"/>
              <a:gd name="connsiteX1" fmla="*/ 189921 w 6933990"/>
              <a:gd name="connsiteY1" fmla="*/ 2410723 h 4139424"/>
              <a:gd name="connsiteX2" fmla="*/ 190456 w 6933990"/>
              <a:gd name="connsiteY2" fmla="*/ 3221981 h 4139424"/>
              <a:gd name="connsiteX3" fmla="*/ 257829 w 6933990"/>
              <a:gd name="connsiteY3" fmla="*/ 3926652 h 4139424"/>
              <a:gd name="connsiteX4" fmla="*/ 1085605 w 6933990"/>
              <a:gd name="connsiteY4" fmla="*/ 3574316 h 4139424"/>
              <a:gd name="connsiteX5" fmla="*/ 1884500 w 6933990"/>
              <a:gd name="connsiteY5" fmla="*/ 2715501 h 4139424"/>
              <a:gd name="connsiteX6" fmla="*/ 2270103 w 6933990"/>
              <a:gd name="connsiteY6" fmla="*/ 21396 h 4139424"/>
              <a:gd name="connsiteX7" fmla="*/ 3442736 w 6933990"/>
              <a:gd name="connsiteY7" fmla="*/ 1464073 h 4139424"/>
              <a:gd name="connsiteX8" fmla="*/ 4839736 w 6933990"/>
              <a:gd name="connsiteY8" fmla="*/ 1658807 h 4139424"/>
              <a:gd name="connsiteX9" fmla="*/ 5339269 w 6933990"/>
              <a:gd name="connsiteY9" fmla="*/ 1023807 h 4139424"/>
              <a:gd name="connsiteX10" fmla="*/ 5904420 w 6933990"/>
              <a:gd name="connsiteY10" fmla="*/ 922253 h 4139424"/>
              <a:gd name="connsiteX11" fmla="*/ 6334103 w 6933990"/>
              <a:gd name="connsiteY11" fmla="*/ 1177787 h 4139424"/>
              <a:gd name="connsiteX12" fmla="*/ 6495325 w 6933990"/>
              <a:gd name="connsiteY12" fmla="*/ 1372672 h 4139424"/>
              <a:gd name="connsiteX13" fmla="*/ 6647725 w 6933990"/>
              <a:gd name="connsiteY13" fmla="*/ 1452574 h 4139424"/>
              <a:gd name="connsiteX14" fmla="*/ 6762025 w 6933990"/>
              <a:gd name="connsiteY14" fmla="*/ 1423519 h 4139424"/>
              <a:gd name="connsiteX15" fmla="*/ 6791303 w 6933990"/>
              <a:gd name="connsiteY15" fmla="*/ 1279480 h 4139424"/>
              <a:gd name="connsiteX16" fmla="*/ 6762026 w 6933990"/>
              <a:gd name="connsiteY16" fmla="*/ 1140230 h 4139424"/>
              <a:gd name="connsiteX17" fmla="*/ 6692177 w 6933990"/>
              <a:gd name="connsiteY17" fmla="*/ 1053063 h 4139424"/>
              <a:gd name="connsiteX18" fmla="*/ 6647727 w 6933990"/>
              <a:gd name="connsiteY18" fmla="*/ 944105 h 4139424"/>
              <a:gd name="connsiteX19" fmla="*/ 6628677 w 6933990"/>
              <a:gd name="connsiteY19" fmla="*/ 777035 h 4139424"/>
              <a:gd name="connsiteX20" fmla="*/ 6774726 w 6933990"/>
              <a:gd name="connsiteY20" fmla="*/ 762510 h 4139424"/>
              <a:gd name="connsiteX21" fmla="*/ 6926769 w 6933990"/>
              <a:gd name="connsiteY21" fmla="*/ 775772 h 4139424"/>
              <a:gd name="connsiteX22" fmla="*/ 6908077 w 6933990"/>
              <a:gd name="connsiteY22" fmla="*/ 1002215 h 4139424"/>
              <a:gd name="connsiteX23" fmla="*/ 6863627 w 6933990"/>
              <a:gd name="connsiteY23" fmla="*/ 1154756 h 4139424"/>
              <a:gd name="connsiteX24" fmla="*/ 6850926 w 6933990"/>
              <a:gd name="connsiteY24" fmla="*/ 1408991 h 4139424"/>
              <a:gd name="connsiteX25" fmla="*/ 6774726 w 6933990"/>
              <a:gd name="connsiteY25" fmla="*/ 1525214 h 4139424"/>
              <a:gd name="connsiteX26" fmla="*/ 6664303 w 6933990"/>
              <a:gd name="connsiteY26" fmla="*/ 1546806 h 4139424"/>
              <a:gd name="connsiteX27" fmla="*/ 6450518 w 6933990"/>
              <a:gd name="connsiteY27" fmla="*/ 1462045 h 4139424"/>
              <a:gd name="connsiteX28" fmla="*/ 6184176 w 6933990"/>
              <a:gd name="connsiteY28" fmla="*/ 1147490 h 4139424"/>
              <a:gd name="connsiteX29" fmla="*/ 5946753 w 6933990"/>
              <a:gd name="connsiteY29" fmla="*/ 1026259 h 4139424"/>
              <a:gd name="connsiteX30" fmla="*/ 5622903 w 6933990"/>
              <a:gd name="connsiteY30" fmla="*/ 1006874 h 4139424"/>
              <a:gd name="connsiteX31" fmla="*/ 5440869 w 6933990"/>
              <a:gd name="connsiteY31" fmla="*/ 1083074 h 4139424"/>
              <a:gd name="connsiteX32" fmla="*/ 5322336 w 6933990"/>
              <a:gd name="connsiteY32" fmla="*/ 1201606 h 4139424"/>
              <a:gd name="connsiteX33" fmla="*/ 5110669 w 6933990"/>
              <a:gd name="connsiteY33" fmla="*/ 1582606 h 4139424"/>
              <a:gd name="connsiteX34" fmla="*/ 4932869 w 6933990"/>
              <a:gd name="connsiteY34" fmla="*/ 1735007 h 4139424"/>
              <a:gd name="connsiteX35" fmla="*/ 4568803 w 6933990"/>
              <a:gd name="connsiteY35" fmla="*/ 1899622 h 4139424"/>
              <a:gd name="connsiteX36" fmla="*/ 3794103 w 6933990"/>
              <a:gd name="connsiteY36" fmla="*/ 1937239 h 4139424"/>
              <a:gd name="connsiteX37" fmla="*/ 2833136 w 6933990"/>
              <a:gd name="connsiteY37" fmla="*/ 2117820 h 4139424"/>
              <a:gd name="connsiteX38" fmla="*/ 1952603 w 6933990"/>
              <a:gd name="connsiteY38" fmla="*/ 2834769 h 4139424"/>
              <a:gd name="connsiteX39" fmla="*/ 1398036 w 6933990"/>
              <a:gd name="connsiteY39" fmla="*/ 3535847 h 4139424"/>
              <a:gd name="connsiteX40" fmla="*/ 624540 w 6933990"/>
              <a:gd name="connsiteY40" fmla="*/ 4102705 h 4139424"/>
              <a:gd name="connsiteX41" fmla="*/ 141937 w 6933990"/>
              <a:gd name="connsiteY41" fmla="*/ 4081934 h 4139424"/>
              <a:gd name="connsiteX42" fmla="*/ 40339 w 6933990"/>
              <a:gd name="connsiteY42" fmla="*/ 2946174 h 4139424"/>
              <a:gd name="connsiteX43" fmla="*/ 21444 w 6933990"/>
              <a:gd name="connsiteY43" fmla="*/ 2661121 h 4139424"/>
              <a:gd name="connsiteX0" fmla="*/ 21444 w 6933990"/>
              <a:gd name="connsiteY0" fmla="*/ 2661121 h 4082491"/>
              <a:gd name="connsiteX1" fmla="*/ 189921 w 6933990"/>
              <a:gd name="connsiteY1" fmla="*/ 2410723 h 4082491"/>
              <a:gd name="connsiteX2" fmla="*/ 190456 w 6933990"/>
              <a:gd name="connsiteY2" fmla="*/ 3221981 h 4082491"/>
              <a:gd name="connsiteX3" fmla="*/ 257829 w 6933990"/>
              <a:gd name="connsiteY3" fmla="*/ 3926652 h 4082491"/>
              <a:gd name="connsiteX4" fmla="*/ 1085605 w 6933990"/>
              <a:gd name="connsiteY4" fmla="*/ 3574316 h 4082491"/>
              <a:gd name="connsiteX5" fmla="*/ 1884500 w 6933990"/>
              <a:gd name="connsiteY5" fmla="*/ 2715501 h 4082491"/>
              <a:gd name="connsiteX6" fmla="*/ 2270103 w 6933990"/>
              <a:gd name="connsiteY6" fmla="*/ 21396 h 4082491"/>
              <a:gd name="connsiteX7" fmla="*/ 3442736 w 6933990"/>
              <a:gd name="connsiteY7" fmla="*/ 1464073 h 4082491"/>
              <a:gd name="connsiteX8" fmla="*/ 4839736 w 6933990"/>
              <a:gd name="connsiteY8" fmla="*/ 1658807 h 4082491"/>
              <a:gd name="connsiteX9" fmla="*/ 5339269 w 6933990"/>
              <a:gd name="connsiteY9" fmla="*/ 1023807 h 4082491"/>
              <a:gd name="connsiteX10" fmla="*/ 5904420 w 6933990"/>
              <a:gd name="connsiteY10" fmla="*/ 922253 h 4082491"/>
              <a:gd name="connsiteX11" fmla="*/ 6334103 w 6933990"/>
              <a:gd name="connsiteY11" fmla="*/ 1177787 h 4082491"/>
              <a:gd name="connsiteX12" fmla="*/ 6495325 w 6933990"/>
              <a:gd name="connsiteY12" fmla="*/ 1372672 h 4082491"/>
              <a:gd name="connsiteX13" fmla="*/ 6647725 w 6933990"/>
              <a:gd name="connsiteY13" fmla="*/ 1452574 h 4082491"/>
              <a:gd name="connsiteX14" fmla="*/ 6762025 w 6933990"/>
              <a:gd name="connsiteY14" fmla="*/ 1423519 h 4082491"/>
              <a:gd name="connsiteX15" fmla="*/ 6791303 w 6933990"/>
              <a:gd name="connsiteY15" fmla="*/ 1279480 h 4082491"/>
              <a:gd name="connsiteX16" fmla="*/ 6762026 w 6933990"/>
              <a:gd name="connsiteY16" fmla="*/ 1140230 h 4082491"/>
              <a:gd name="connsiteX17" fmla="*/ 6692177 w 6933990"/>
              <a:gd name="connsiteY17" fmla="*/ 1053063 h 4082491"/>
              <a:gd name="connsiteX18" fmla="*/ 6647727 w 6933990"/>
              <a:gd name="connsiteY18" fmla="*/ 944105 h 4082491"/>
              <a:gd name="connsiteX19" fmla="*/ 6628677 w 6933990"/>
              <a:gd name="connsiteY19" fmla="*/ 777035 h 4082491"/>
              <a:gd name="connsiteX20" fmla="*/ 6774726 w 6933990"/>
              <a:gd name="connsiteY20" fmla="*/ 762510 h 4082491"/>
              <a:gd name="connsiteX21" fmla="*/ 6926769 w 6933990"/>
              <a:gd name="connsiteY21" fmla="*/ 775772 h 4082491"/>
              <a:gd name="connsiteX22" fmla="*/ 6908077 w 6933990"/>
              <a:gd name="connsiteY22" fmla="*/ 1002215 h 4082491"/>
              <a:gd name="connsiteX23" fmla="*/ 6863627 w 6933990"/>
              <a:gd name="connsiteY23" fmla="*/ 1154756 h 4082491"/>
              <a:gd name="connsiteX24" fmla="*/ 6850926 w 6933990"/>
              <a:gd name="connsiteY24" fmla="*/ 1408991 h 4082491"/>
              <a:gd name="connsiteX25" fmla="*/ 6774726 w 6933990"/>
              <a:gd name="connsiteY25" fmla="*/ 1525214 h 4082491"/>
              <a:gd name="connsiteX26" fmla="*/ 6664303 w 6933990"/>
              <a:gd name="connsiteY26" fmla="*/ 1546806 h 4082491"/>
              <a:gd name="connsiteX27" fmla="*/ 6450518 w 6933990"/>
              <a:gd name="connsiteY27" fmla="*/ 1462045 h 4082491"/>
              <a:gd name="connsiteX28" fmla="*/ 6184176 w 6933990"/>
              <a:gd name="connsiteY28" fmla="*/ 1147490 h 4082491"/>
              <a:gd name="connsiteX29" fmla="*/ 5946753 w 6933990"/>
              <a:gd name="connsiteY29" fmla="*/ 1026259 h 4082491"/>
              <a:gd name="connsiteX30" fmla="*/ 5622903 w 6933990"/>
              <a:gd name="connsiteY30" fmla="*/ 1006874 h 4082491"/>
              <a:gd name="connsiteX31" fmla="*/ 5440869 w 6933990"/>
              <a:gd name="connsiteY31" fmla="*/ 1083074 h 4082491"/>
              <a:gd name="connsiteX32" fmla="*/ 5322336 w 6933990"/>
              <a:gd name="connsiteY32" fmla="*/ 1201606 h 4082491"/>
              <a:gd name="connsiteX33" fmla="*/ 5110669 w 6933990"/>
              <a:gd name="connsiteY33" fmla="*/ 1582606 h 4082491"/>
              <a:gd name="connsiteX34" fmla="*/ 4932869 w 6933990"/>
              <a:gd name="connsiteY34" fmla="*/ 1735007 h 4082491"/>
              <a:gd name="connsiteX35" fmla="*/ 4568803 w 6933990"/>
              <a:gd name="connsiteY35" fmla="*/ 1899622 h 4082491"/>
              <a:gd name="connsiteX36" fmla="*/ 3794103 w 6933990"/>
              <a:gd name="connsiteY36" fmla="*/ 1937239 h 4082491"/>
              <a:gd name="connsiteX37" fmla="*/ 2833136 w 6933990"/>
              <a:gd name="connsiteY37" fmla="*/ 2117820 h 4082491"/>
              <a:gd name="connsiteX38" fmla="*/ 1952603 w 6933990"/>
              <a:gd name="connsiteY38" fmla="*/ 2834769 h 4082491"/>
              <a:gd name="connsiteX39" fmla="*/ 1398036 w 6933990"/>
              <a:gd name="connsiteY39" fmla="*/ 3535847 h 4082491"/>
              <a:gd name="connsiteX40" fmla="*/ 720793 w 6933990"/>
              <a:gd name="connsiteY40" fmla="*/ 3959569 h 4082491"/>
              <a:gd name="connsiteX41" fmla="*/ 141937 w 6933990"/>
              <a:gd name="connsiteY41" fmla="*/ 4081934 h 4082491"/>
              <a:gd name="connsiteX42" fmla="*/ 40339 w 6933990"/>
              <a:gd name="connsiteY42" fmla="*/ 2946174 h 4082491"/>
              <a:gd name="connsiteX43" fmla="*/ 21444 w 6933990"/>
              <a:gd name="connsiteY43" fmla="*/ 2661121 h 4082491"/>
              <a:gd name="connsiteX0" fmla="*/ 21444 w 6933990"/>
              <a:gd name="connsiteY0" fmla="*/ 2661121 h 4082491"/>
              <a:gd name="connsiteX1" fmla="*/ 189921 w 6933990"/>
              <a:gd name="connsiteY1" fmla="*/ 2410723 h 4082491"/>
              <a:gd name="connsiteX2" fmla="*/ 190456 w 6933990"/>
              <a:gd name="connsiteY2" fmla="*/ 3221981 h 4082491"/>
              <a:gd name="connsiteX3" fmla="*/ 257829 w 6933990"/>
              <a:gd name="connsiteY3" fmla="*/ 3926652 h 4082491"/>
              <a:gd name="connsiteX4" fmla="*/ 1085605 w 6933990"/>
              <a:gd name="connsiteY4" fmla="*/ 3574316 h 4082491"/>
              <a:gd name="connsiteX5" fmla="*/ 1884500 w 6933990"/>
              <a:gd name="connsiteY5" fmla="*/ 2715501 h 4082491"/>
              <a:gd name="connsiteX6" fmla="*/ 2270103 w 6933990"/>
              <a:gd name="connsiteY6" fmla="*/ 21396 h 4082491"/>
              <a:gd name="connsiteX7" fmla="*/ 3442736 w 6933990"/>
              <a:gd name="connsiteY7" fmla="*/ 1464073 h 4082491"/>
              <a:gd name="connsiteX8" fmla="*/ 4839736 w 6933990"/>
              <a:gd name="connsiteY8" fmla="*/ 1658807 h 4082491"/>
              <a:gd name="connsiteX9" fmla="*/ 5339269 w 6933990"/>
              <a:gd name="connsiteY9" fmla="*/ 1023807 h 4082491"/>
              <a:gd name="connsiteX10" fmla="*/ 5904420 w 6933990"/>
              <a:gd name="connsiteY10" fmla="*/ 922253 h 4082491"/>
              <a:gd name="connsiteX11" fmla="*/ 6334103 w 6933990"/>
              <a:gd name="connsiteY11" fmla="*/ 1177787 h 4082491"/>
              <a:gd name="connsiteX12" fmla="*/ 6495325 w 6933990"/>
              <a:gd name="connsiteY12" fmla="*/ 1372672 h 4082491"/>
              <a:gd name="connsiteX13" fmla="*/ 6647725 w 6933990"/>
              <a:gd name="connsiteY13" fmla="*/ 1452574 h 4082491"/>
              <a:gd name="connsiteX14" fmla="*/ 6762025 w 6933990"/>
              <a:gd name="connsiteY14" fmla="*/ 1423519 h 4082491"/>
              <a:gd name="connsiteX15" fmla="*/ 6791303 w 6933990"/>
              <a:gd name="connsiteY15" fmla="*/ 1279480 h 4082491"/>
              <a:gd name="connsiteX16" fmla="*/ 6762026 w 6933990"/>
              <a:gd name="connsiteY16" fmla="*/ 1140230 h 4082491"/>
              <a:gd name="connsiteX17" fmla="*/ 6692177 w 6933990"/>
              <a:gd name="connsiteY17" fmla="*/ 1053063 h 4082491"/>
              <a:gd name="connsiteX18" fmla="*/ 6647727 w 6933990"/>
              <a:gd name="connsiteY18" fmla="*/ 944105 h 4082491"/>
              <a:gd name="connsiteX19" fmla="*/ 6628677 w 6933990"/>
              <a:gd name="connsiteY19" fmla="*/ 777035 h 4082491"/>
              <a:gd name="connsiteX20" fmla="*/ 6774726 w 6933990"/>
              <a:gd name="connsiteY20" fmla="*/ 762510 h 4082491"/>
              <a:gd name="connsiteX21" fmla="*/ 6926769 w 6933990"/>
              <a:gd name="connsiteY21" fmla="*/ 775772 h 4082491"/>
              <a:gd name="connsiteX22" fmla="*/ 6908077 w 6933990"/>
              <a:gd name="connsiteY22" fmla="*/ 1002215 h 4082491"/>
              <a:gd name="connsiteX23" fmla="*/ 6863627 w 6933990"/>
              <a:gd name="connsiteY23" fmla="*/ 1154756 h 4082491"/>
              <a:gd name="connsiteX24" fmla="*/ 6850926 w 6933990"/>
              <a:gd name="connsiteY24" fmla="*/ 1408991 h 4082491"/>
              <a:gd name="connsiteX25" fmla="*/ 6774726 w 6933990"/>
              <a:gd name="connsiteY25" fmla="*/ 1525214 h 4082491"/>
              <a:gd name="connsiteX26" fmla="*/ 6664303 w 6933990"/>
              <a:gd name="connsiteY26" fmla="*/ 1546806 h 4082491"/>
              <a:gd name="connsiteX27" fmla="*/ 6450518 w 6933990"/>
              <a:gd name="connsiteY27" fmla="*/ 1462045 h 4082491"/>
              <a:gd name="connsiteX28" fmla="*/ 6184176 w 6933990"/>
              <a:gd name="connsiteY28" fmla="*/ 1147490 h 4082491"/>
              <a:gd name="connsiteX29" fmla="*/ 5946753 w 6933990"/>
              <a:gd name="connsiteY29" fmla="*/ 1026259 h 4082491"/>
              <a:gd name="connsiteX30" fmla="*/ 5622903 w 6933990"/>
              <a:gd name="connsiteY30" fmla="*/ 1006874 h 4082491"/>
              <a:gd name="connsiteX31" fmla="*/ 5440869 w 6933990"/>
              <a:gd name="connsiteY31" fmla="*/ 1083074 h 4082491"/>
              <a:gd name="connsiteX32" fmla="*/ 5322336 w 6933990"/>
              <a:gd name="connsiteY32" fmla="*/ 1201606 h 4082491"/>
              <a:gd name="connsiteX33" fmla="*/ 5110669 w 6933990"/>
              <a:gd name="connsiteY33" fmla="*/ 1582606 h 4082491"/>
              <a:gd name="connsiteX34" fmla="*/ 4932869 w 6933990"/>
              <a:gd name="connsiteY34" fmla="*/ 1735007 h 4082491"/>
              <a:gd name="connsiteX35" fmla="*/ 4568803 w 6933990"/>
              <a:gd name="connsiteY35" fmla="*/ 1899622 h 4082491"/>
              <a:gd name="connsiteX36" fmla="*/ 3794103 w 6933990"/>
              <a:gd name="connsiteY36" fmla="*/ 1937239 h 4082491"/>
              <a:gd name="connsiteX37" fmla="*/ 2833136 w 6933990"/>
              <a:gd name="connsiteY37" fmla="*/ 2117820 h 4082491"/>
              <a:gd name="connsiteX38" fmla="*/ 1991104 w 6933990"/>
              <a:gd name="connsiteY38" fmla="*/ 3032958 h 4082491"/>
              <a:gd name="connsiteX39" fmla="*/ 1398036 w 6933990"/>
              <a:gd name="connsiteY39" fmla="*/ 3535847 h 4082491"/>
              <a:gd name="connsiteX40" fmla="*/ 720793 w 6933990"/>
              <a:gd name="connsiteY40" fmla="*/ 3959569 h 4082491"/>
              <a:gd name="connsiteX41" fmla="*/ 141937 w 6933990"/>
              <a:gd name="connsiteY41" fmla="*/ 4081934 h 4082491"/>
              <a:gd name="connsiteX42" fmla="*/ 40339 w 6933990"/>
              <a:gd name="connsiteY42" fmla="*/ 2946174 h 4082491"/>
              <a:gd name="connsiteX43" fmla="*/ 21444 w 6933990"/>
              <a:gd name="connsiteY43" fmla="*/ 2661121 h 4082491"/>
              <a:gd name="connsiteX0" fmla="*/ 21444 w 6933990"/>
              <a:gd name="connsiteY0" fmla="*/ 2661454 h 4082824"/>
              <a:gd name="connsiteX1" fmla="*/ 189921 w 6933990"/>
              <a:gd name="connsiteY1" fmla="*/ 2411056 h 4082824"/>
              <a:gd name="connsiteX2" fmla="*/ 190456 w 6933990"/>
              <a:gd name="connsiteY2" fmla="*/ 3222314 h 4082824"/>
              <a:gd name="connsiteX3" fmla="*/ 257829 w 6933990"/>
              <a:gd name="connsiteY3" fmla="*/ 3926985 h 4082824"/>
              <a:gd name="connsiteX4" fmla="*/ 1085605 w 6933990"/>
              <a:gd name="connsiteY4" fmla="*/ 3574649 h 4082824"/>
              <a:gd name="connsiteX5" fmla="*/ 1990378 w 6933990"/>
              <a:gd name="connsiteY5" fmla="*/ 2726845 h 4082824"/>
              <a:gd name="connsiteX6" fmla="*/ 2270103 w 6933990"/>
              <a:gd name="connsiteY6" fmla="*/ 21729 h 4082824"/>
              <a:gd name="connsiteX7" fmla="*/ 3442736 w 6933990"/>
              <a:gd name="connsiteY7" fmla="*/ 1464406 h 4082824"/>
              <a:gd name="connsiteX8" fmla="*/ 4839736 w 6933990"/>
              <a:gd name="connsiteY8" fmla="*/ 1659140 h 4082824"/>
              <a:gd name="connsiteX9" fmla="*/ 5339269 w 6933990"/>
              <a:gd name="connsiteY9" fmla="*/ 1024140 h 4082824"/>
              <a:gd name="connsiteX10" fmla="*/ 5904420 w 6933990"/>
              <a:gd name="connsiteY10" fmla="*/ 922586 h 4082824"/>
              <a:gd name="connsiteX11" fmla="*/ 6334103 w 6933990"/>
              <a:gd name="connsiteY11" fmla="*/ 1178120 h 4082824"/>
              <a:gd name="connsiteX12" fmla="*/ 6495325 w 6933990"/>
              <a:gd name="connsiteY12" fmla="*/ 1373005 h 4082824"/>
              <a:gd name="connsiteX13" fmla="*/ 6647725 w 6933990"/>
              <a:gd name="connsiteY13" fmla="*/ 1452907 h 4082824"/>
              <a:gd name="connsiteX14" fmla="*/ 6762025 w 6933990"/>
              <a:gd name="connsiteY14" fmla="*/ 1423852 h 4082824"/>
              <a:gd name="connsiteX15" fmla="*/ 6791303 w 6933990"/>
              <a:gd name="connsiteY15" fmla="*/ 1279813 h 4082824"/>
              <a:gd name="connsiteX16" fmla="*/ 6762026 w 6933990"/>
              <a:gd name="connsiteY16" fmla="*/ 1140563 h 4082824"/>
              <a:gd name="connsiteX17" fmla="*/ 6692177 w 6933990"/>
              <a:gd name="connsiteY17" fmla="*/ 1053396 h 4082824"/>
              <a:gd name="connsiteX18" fmla="*/ 6647727 w 6933990"/>
              <a:gd name="connsiteY18" fmla="*/ 944438 h 4082824"/>
              <a:gd name="connsiteX19" fmla="*/ 6628677 w 6933990"/>
              <a:gd name="connsiteY19" fmla="*/ 777368 h 4082824"/>
              <a:gd name="connsiteX20" fmla="*/ 6774726 w 6933990"/>
              <a:gd name="connsiteY20" fmla="*/ 762843 h 4082824"/>
              <a:gd name="connsiteX21" fmla="*/ 6926769 w 6933990"/>
              <a:gd name="connsiteY21" fmla="*/ 776105 h 4082824"/>
              <a:gd name="connsiteX22" fmla="*/ 6908077 w 6933990"/>
              <a:gd name="connsiteY22" fmla="*/ 1002548 h 4082824"/>
              <a:gd name="connsiteX23" fmla="*/ 6863627 w 6933990"/>
              <a:gd name="connsiteY23" fmla="*/ 1155089 h 4082824"/>
              <a:gd name="connsiteX24" fmla="*/ 6850926 w 6933990"/>
              <a:gd name="connsiteY24" fmla="*/ 1409324 h 4082824"/>
              <a:gd name="connsiteX25" fmla="*/ 6774726 w 6933990"/>
              <a:gd name="connsiteY25" fmla="*/ 1525547 h 4082824"/>
              <a:gd name="connsiteX26" fmla="*/ 6664303 w 6933990"/>
              <a:gd name="connsiteY26" fmla="*/ 1547139 h 4082824"/>
              <a:gd name="connsiteX27" fmla="*/ 6450518 w 6933990"/>
              <a:gd name="connsiteY27" fmla="*/ 1462378 h 4082824"/>
              <a:gd name="connsiteX28" fmla="*/ 6184176 w 6933990"/>
              <a:gd name="connsiteY28" fmla="*/ 1147823 h 4082824"/>
              <a:gd name="connsiteX29" fmla="*/ 5946753 w 6933990"/>
              <a:gd name="connsiteY29" fmla="*/ 1026592 h 4082824"/>
              <a:gd name="connsiteX30" fmla="*/ 5622903 w 6933990"/>
              <a:gd name="connsiteY30" fmla="*/ 1007207 h 4082824"/>
              <a:gd name="connsiteX31" fmla="*/ 5440869 w 6933990"/>
              <a:gd name="connsiteY31" fmla="*/ 1083407 h 4082824"/>
              <a:gd name="connsiteX32" fmla="*/ 5322336 w 6933990"/>
              <a:gd name="connsiteY32" fmla="*/ 1201939 h 4082824"/>
              <a:gd name="connsiteX33" fmla="*/ 5110669 w 6933990"/>
              <a:gd name="connsiteY33" fmla="*/ 1582939 h 4082824"/>
              <a:gd name="connsiteX34" fmla="*/ 4932869 w 6933990"/>
              <a:gd name="connsiteY34" fmla="*/ 1735340 h 4082824"/>
              <a:gd name="connsiteX35" fmla="*/ 4568803 w 6933990"/>
              <a:gd name="connsiteY35" fmla="*/ 1899955 h 4082824"/>
              <a:gd name="connsiteX36" fmla="*/ 3794103 w 6933990"/>
              <a:gd name="connsiteY36" fmla="*/ 1937572 h 4082824"/>
              <a:gd name="connsiteX37" fmla="*/ 2833136 w 6933990"/>
              <a:gd name="connsiteY37" fmla="*/ 2118153 h 4082824"/>
              <a:gd name="connsiteX38" fmla="*/ 1991104 w 6933990"/>
              <a:gd name="connsiteY38" fmla="*/ 3033291 h 4082824"/>
              <a:gd name="connsiteX39" fmla="*/ 1398036 w 6933990"/>
              <a:gd name="connsiteY39" fmla="*/ 3536180 h 4082824"/>
              <a:gd name="connsiteX40" fmla="*/ 720793 w 6933990"/>
              <a:gd name="connsiteY40" fmla="*/ 3959902 h 4082824"/>
              <a:gd name="connsiteX41" fmla="*/ 141937 w 6933990"/>
              <a:gd name="connsiteY41" fmla="*/ 4082267 h 4082824"/>
              <a:gd name="connsiteX42" fmla="*/ 40339 w 6933990"/>
              <a:gd name="connsiteY42" fmla="*/ 2946507 h 4082824"/>
              <a:gd name="connsiteX43" fmla="*/ 21444 w 6933990"/>
              <a:gd name="connsiteY43" fmla="*/ 2661454 h 4082824"/>
              <a:gd name="connsiteX0" fmla="*/ 21444 w 6933990"/>
              <a:gd name="connsiteY0" fmla="*/ 2661454 h 4082824"/>
              <a:gd name="connsiteX1" fmla="*/ 189921 w 6933990"/>
              <a:gd name="connsiteY1" fmla="*/ 2411056 h 4082824"/>
              <a:gd name="connsiteX2" fmla="*/ 190456 w 6933990"/>
              <a:gd name="connsiteY2" fmla="*/ 3222314 h 4082824"/>
              <a:gd name="connsiteX3" fmla="*/ 257829 w 6933990"/>
              <a:gd name="connsiteY3" fmla="*/ 3926985 h 4082824"/>
              <a:gd name="connsiteX4" fmla="*/ 1085605 w 6933990"/>
              <a:gd name="connsiteY4" fmla="*/ 3574649 h 4082824"/>
              <a:gd name="connsiteX5" fmla="*/ 1990378 w 6933990"/>
              <a:gd name="connsiteY5" fmla="*/ 2726845 h 4082824"/>
              <a:gd name="connsiteX6" fmla="*/ 2270103 w 6933990"/>
              <a:gd name="connsiteY6" fmla="*/ 21729 h 4082824"/>
              <a:gd name="connsiteX7" fmla="*/ 3442736 w 6933990"/>
              <a:gd name="connsiteY7" fmla="*/ 1464406 h 4082824"/>
              <a:gd name="connsiteX8" fmla="*/ 4839736 w 6933990"/>
              <a:gd name="connsiteY8" fmla="*/ 1659140 h 4082824"/>
              <a:gd name="connsiteX9" fmla="*/ 5339269 w 6933990"/>
              <a:gd name="connsiteY9" fmla="*/ 1024140 h 4082824"/>
              <a:gd name="connsiteX10" fmla="*/ 5904420 w 6933990"/>
              <a:gd name="connsiteY10" fmla="*/ 922586 h 4082824"/>
              <a:gd name="connsiteX11" fmla="*/ 6334103 w 6933990"/>
              <a:gd name="connsiteY11" fmla="*/ 1178120 h 4082824"/>
              <a:gd name="connsiteX12" fmla="*/ 6495325 w 6933990"/>
              <a:gd name="connsiteY12" fmla="*/ 1373005 h 4082824"/>
              <a:gd name="connsiteX13" fmla="*/ 6647725 w 6933990"/>
              <a:gd name="connsiteY13" fmla="*/ 1452907 h 4082824"/>
              <a:gd name="connsiteX14" fmla="*/ 6762025 w 6933990"/>
              <a:gd name="connsiteY14" fmla="*/ 1423852 h 4082824"/>
              <a:gd name="connsiteX15" fmla="*/ 6791303 w 6933990"/>
              <a:gd name="connsiteY15" fmla="*/ 1279813 h 4082824"/>
              <a:gd name="connsiteX16" fmla="*/ 6762026 w 6933990"/>
              <a:gd name="connsiteY16" fmla="*/ 1140563 h 4082824"/>
              <a:gd name="connsiteX17" fmla="*/ 6692177 w 6933990"/>
              <a:gd name="connsiteY17" fmla="*/ 1053396 h 4082824"/>
              <a:gd name="connsiteX18" fmla="*/ 6647727 w 6933990"/>
              <a:gd name="connsiteY18" fmla="*/ 944438 h 4082824"/>
              <a:gd name="connsiteX19" fmla="*/ 6628677 w 6933990"/>
              <a:gd name="connsiteY19" fmla="*/ 777368 h 4082824"/>
              <a:gd name="connsiteX20" fmla="*/ 6774726 w 6933990"/>
              <a:gd name="connsiteY20" fmla="*/ 762843 h 4082824"/>
              <a:gd name="connsiteX21" fmla="*/ 6926769 w 6933990"/>
              <a:gd name="connsiteY21" fmla="*/ 776105 h 4082824"/>
              <a:gd name="connsiteX22" fmla="*/ 6908077 w 6933990"/>
              <a:gd name="connsiteY22" fmla="*/ 1002548 h 4082824"/>
              <a:gd name="connsiteX23" fmla="*/ 6863627 w 6933990"/>
              <a:gd name="connsiteY23" fmla="*/ 1155089 h 4082824"/>
              <a:gd name="connsiteX24" fmla="*/ 6850926 w 6933990"/>
              <a:gd name="connsiteY24" fmla="*/ 1409324 h 4082824"/>
              <a:gd name="connsiteX25" fmla="*/ 6774726 w 6933990"/>
              <a:gd name="connsiteY25" fmla="*/ 1525547 h 4082824"/>
              <a:gd name="connsiteX26" fmla="*/ 6664303 w 6933990"/>
              <a:gd name="connsiteY26" fmla="*/ 1547139 h 4082824"/>
              <a:gd name="connsiteX27" fmla="*/ 6450518 w 6933990"/>
              <a:gd name="connsiteY27" fmla="*/ 1462378 h 4082824"/>
              <a:gd name="connsiteX28" fmla="*/ 6184176 w 6933990"/>
              <a:gd name="connsiteY28" fmla="*/ 1147823 h 4082824"/>
              <a:gd name="connsiteX29" fmla="*/ 5946753 w 6933990"/>
              <a:gd name="connsiteY29" fmla="*/ 1026592 h 4082824"/>
              <a:gd name="connsiteX30" fmla="*/ 5622903 w 6933990"/>
              <a:gd name="connsiteY30" fmla="*/ 1007207 h 4082824"/>
              <a:gd name="connsiteX31" fmla="*/ 5440869 w 6933990"/>
              <a:gd name="connsiteY31" fmla="*/ 1083407 h 4082824"/>
              <a:gd name="connsiteX32" fmla="*/ 5322336 w 6933990"/>
              <a:gd name="connsiteY32" fmla="*/ 1201939 h 4082824"/>
              <a:gd name="connsiteX33" fmla="*/ 5110669 w 6933990"/>
              <a:gd name="connsiteY33" fmla="*/ 1582939 h 4082824"/>
              <a:gd name="connsiteX34" fmla="*/ 4932869 w 6933990"/>
              <a:gd name="connsiteY34" fmla="*/ 1735340 h 4082824"/>
              <a:gd name="connsiteX35" fmla="*/ 4568803 w 6933990"/>
              <a:gd name="connsiteY35" fmla="*/ 1899955 h 4082824"/>
              <a:gd name="connsiteX36" fmla="*/ 3794103 w 6933990"/>
              <a:gd name="connsiteY36" fmla="*/ 1937572 h 4082824"/>
              <a:gd name="connsiteX37" fmla="*/ 2833136 w 6933990"/>
              <a:gd name="connsiteY37" fmla="*/ 2118153 h 4082824"/>
              <a:gd name="connsiteX38" fmla="*/ 1991104 w 6933990"/>
              <a:gd name="connsiteY38" fmla="*/ 3033291 h 4082824"/>
              <a:gd name="connsiteX39" fmla="*/ 1398036 w 6933990"/>
              <a:gd name="connsiteY39" fmla="*/ 3536180 h 4082824"/>
              <a:gd name="connsiteX40" fmla="*/ 720793 w 6933990"/>
              <a:gd name="connsiteY40" fmla="*/ 3959902 h 4082824"/>
              <a:gd name="connsiteX41" fmla="*/ 141937 w 6933990"/>
              <a:gd name="connsiteY41" fmla="*/ 4082267 h 4082824"/>
              <a:gd name="connsiteX42" fmla="*/ 40339 w 6933990"/>
              <a:gd name="connsiteY42" fmla="*/ 2946507 h 4082824"/>
              <a:gd name="connsiteX43" fmla="*/ 21444 w 6933990"/>
              <a:gd name="connsiteY43" fmla="*/ 2661454 h 4082824"/>
              <a:gd name="connsiteX0" fmla="*/ 21444 w 6933990"/>
              <a:gd name="connsiteY0" fmla="*/ 2661454 h 4082824"/>
              <a:gd name="connsiteX1" fmla="*/ 189921 w 6933990"/>
              <a:gd name="connsiteY1" fmla="*/ 2411056 h 4082824"/>
              <a:gd name="connsiteX2" fmla="*/ 190456 w 6933990"/>
              <a:gd name="connsiteY2" fmla="*/ 3222314 h 4082824"/>
              <a:gd name="connsiteX3" fmla="*/ 257829 w 6933990"/>
              <a:gd name="connsiteY3" fmla="*/ 3926985 h 4082824"/>
              <a:gd name="connsiteX4" fmla="*/ 1085605 w 6933990"/>
              <a:gd name="connsiteY4" fmla="*/ 3574649 h 4082824"/>
              <a:gd name="connsiteX5" fmla="*/ 1990378 w 6933990"/>
              <a:gd name="connsiteY5" fmla="*/ 2726845 h 4082824"/>
              <a:gd name="connsiteX6" fmla="*/ 2270103 w 6933990"/>
              <a:gd name="connsiteY6" fmla="*/ 21729 h 4082824"/>
              <a:gd name="connsiteX7" fmla="*/ 3442736 w 6933990"/>
              <a:gd name="connsiteY7" fmla="*/ 1464406 h 4082824"/>
              <a:gd name="connsiteX8" fmla="*/ 4839736 w 6933990"/>
              <a:gd name="connsiteY8" fmla="*/ 1659140 h 4082824"/>
              <a:gd name="connsiteX9" fmla="*/ 5339269 w 6933990"/>
              <a:gd name="connsiteY9" fmla="*/ 1024140 h 4082824"/>
              <a:gd name="connsiteX10" fmla="*/ 5904420 w 6933990"/>
              <a:gd name="connsiteY10" fmla="*/ 922586 h 4082824"/>
              <a:gd name="connsiteX11" fmla="*/ 6334103 w 6933990"/>
              <a:gd name="connsiteY11" fmla="*/ 1178120 h 4082824"/>
              <a:gd name="connsiteX12" fmla="*/ 6495325 w 6933990"/>
              <a:gd name="connsiteY12" fmla="*/ 1373005 h 4082824"/>
              <a:gd name="connsiteX13" fmla="*/ 6647725 w 6933990"/>
              <a:gd name="connsiteY13" fmla="*/ 1452907 h 4082824"/>
              <a:gd name="connsiteX14" fmla="*/ 6762025 w 6933990"/>
              <a:gd name="connsiteY14" fmla="*/ 1423852 h 4082824"/>
              <a:gd name="connsiteX15" fmla="*/ 6791303 w 6933990"/>
              <a:gd name="connsiteY15" fmla="*/ 1279813 h 4082824"/>
              <a:gd name="connsiteX16" fmla="*/ 6762026 w 6933990"/>
              <a:gd name="connsiteY16" fmla="*/ 1140563 h 4082824"/>
              <a:gd name="connsiteX17" fmla="*/ 6692177 w 6933990"/>
              <a:gd name="connsiteY17" fmla="*/ 1053396 h 4082824"/>
              <a:gd name="connsiteX18" fmla="*/ 6647727 w 6933990"/>
              <a:gd name="connsiteY18" fmla="*/ 944438 h 4082824"/>
              <a:gd name="connsiteX19" fmla="*/ 6628677 w 6933990"/>
              <a:gd name="connsiteY19" fmla="*/ 777368 h 4082824"/>
              <a:gd name="connsiteX20" fmla="*/ 6774726 w 6933990"/>
              <a:gd name="connsiteY20" fmla="*/ 762843 h 4082824"/>
              <a:gd name="connsiteX21" fmla="*/ 6926769 w 6933990"/>
              <a:gd name="connsiteY21" fmla="*/ 776105 h 4082824"/>
              <a:gd name="connsiteX22" fmla="*/ 6908077 w 6933990"/>
              <a:gd name="connsiteY22" fmla="*/ 1002548 h 4082824"/>
              <a:gd name="connsiteX23" fmla="*/ 6863627 w 6933990"/>
              <a:gd name="connsiteY23" fmla="*/ 1155089 h 4082824"/>
              <a:gd name="connsiteX24" fmla="*/ 6850926 w 6933990"/>
              <a:gd name="connsiteY24" fmla="*/ 1409324 h 4082824"/>
              <a:gd name="connsiteX25" fmla="*/ 6774726 w 6933990"/>
              <a:gd name="connsiteY25" fmla="*/ 1525547 h 4082824"/>
              <a:gd name="connsiteX26" fmla="*/ 6664303 w 6933990"/>
              <a:gd name="connsiteY26" fmla="*/ 1547139 h 4082824"/>
              <a:gd name="connsiteX27" fmla="*/ 6450518 w 6933990"/>
              <a:gd name="connsiteY27" fmla="*/ 1462378 h 4082824"/>
              <a:gd name="connsiteX28" fmla="*/ 6184176 w 6933990"/>
              <a:gd name="connsiteY28" fmla="*/ 1147823 h 4082824"/>
              <a:gd name="connsiteX29" fmla="*/ 5946753 w 6933990"/>
              <a:gd name="connsiteY29" fmla="*/ 1026592 h 4082824"/>
              <a:gd name="connsiteX30" fmla="*/ 5622903 w 6933990"/>
              <a:gd name="connsiteY30" fmla="*/ 1007207 h 4082824"/>
              <a:gd name="connsiteX31" fmla="*/ 5440869 w 6933990"/>
              <a:gd name="connsiteY31" fmla="*/ 1083407 h 4082824"/>
              <a:gd name="connsiteX32" fmla="*/ 5322336 w 6933990"/>
              <a:gd name="connsiteY32" fmla="*/ 1201939 h 4082824"/>
              <a:gd name="connsiteX33" fmla="*/ 5110669 w 6933990"/>
              <a:gd name="connsiteY33" fmla="*/ 1582939 h 4082824"/>
              <a:gd name="connsiteX34" fmla="*/ 4932869 w 6933990"/>
              <a:gd name="connsiteY34" fmla="*/ 1735340 h 4082824"/>
              <a:gd name="connsiteX35" fmla="*/ 4568803 w 6933990"/>
              <a:gd name="connsiteY35" fmla="*/ 1899955 h 4082824"/>
              <a:gd name="connsiteX36" fmla="*/ 3794103 w 6933990"/>
              <a:gd name="connsiteY36" fmla="*/ 1937572 h 4082824"/>
              <a:gd name="connsiteX37" fmla="*/ 2833136 w 6933990"/>
              <a:gd name="connsiteY37" fmla="*/ 2118153 h 4082824"/>
              <a:gd name="connsiteX38" fmla="*/ 1991104 w 6933990"/>
              <a:gd name="connsiteY38" fmla="*/ 3033291 h 4082824"/>
              <a:gd name="connsiteX39" fmla="*/ 1398036 w 6933990"/>
              <a:gd name="connsiteY39" fmla="*/ 3536180 h 4082824"/>
              <a:gd name="connsiteX40" fmla="*/ 720793 w 6933990"/>
              <a:gd name="connsiteY40" fmla="*/ 3959902 h 4082824"/>
              <a:gd name="connsiteX41" fmla="*/ 141937 w 6933990"/>
              <a:gd name="connsiteY41" fmla="*/ 4082267 h 4082824"/>
              <a:gd name="connsiteX42" fmla="*/ 40339 w 6933990"/>
              <a:gd name="connsiteY42" fmla="*/ 2946507 h 4082824"/>
              <a:gd name="connsiteX43" fmla="*/ 21444 w 6933990"/>
              <a:gd name="connsiteY43" fmla="*/ 2661454 h 4082824"/>
              <a:gd name="connsiteX0" fmla="*/ 21444 w 6933990"/>
              <a:gd name="connsiteY0" fmla="*/ 1911636 h 3333006"/>
              <a:gd name="connsiteX1" fmla="*/ 189921 w 6933990"/>
              <a:gd name="connsiteY1" fmla="*/ 1661238 h 3333006"/>
              <a:gd name="connsiteX2" fmla="*/ 190456 w 6933990"/>
              <a:gd name="connsiteY2" fmla="*/ 2472496 h 3333006"/>
              <a:gd name="connsiteX3" fmla="*/ 257829 w 6933990"/>
              <a:gd name="connsiteY3" fmla="*/ 3177167 h 3333006"/>
              <a:gd name="connsiteX4" fmla="*/ 1085605 w 6933990"/>
              <a:gd name="connsiteY4" fmla="*/ 2824831 h 3333006"/>
              <a:gd name="connsiteX5" fmla="*/ 1990378 w 6933990"/>
              <a:gd name="connsiteY5" fmla="*/ 1977027 h 3333006"/>
              <a:gd name="connsiteX6" fmla="*/ 2655114 w 6933990"/>
              <a:gd name="connsiteY6" fmla="*/ 1286825 h 3333006"/>
              <a:gd name="connsiteX7" fmla="*/ 3442736 w 6933990"/>
              <a:gd name="connsiteY7" fmla="*/ 714588 h 3333006"/>
              <a:gd name="connsiteX8" fmla="*/ 4839736 w 6933990"/>
              <a:gd name="connsiteY8" fmla="*/ 909322 h 3333006"/>
              <a:gd name="connsiteX9" fmla="*/ 5339269 w 6933990"/>
              <a:gd name="connsiteY9" fmla="*/ 274322 h 3333006"/>
              <a:gd name="connsiteX10" fmla="*/ 5904420 w 6933990"/>
              <a:gd name="connsiteY10" fmla="*/ 172768 h 3333006"/>
              <a:gd name="connsiteX11" fmla="*/ 6334103 w 6933990"/>
              <a:gd name="connsiteY11" fmla="*/ 428302 h 3333006"/>
              <a:gd name="connsiteX12" fmla="*/ 6495325 w 6933990"/>
              <a:gd name="connsiteY12" fmla="*/ 623187 h 3333006"/>
              <a:gd name="connsiteX13" fmla="*/ 6647725 w 6933990"/>
              <a:gd name="connsiteY13" fmla="*/ 703089 h 3333006"/>
              <a:gd name="connsiteX14" fmla="*/ 6762025 w 6933990"/>
              <a:gd name="connsiteY14" fmla="*/ 674034 h 3333006"/>
              <a:gd name="connsiteX15" fmla="*/ 6791303 w 6933990"/>
              <a:gd name="connsiteY15" fmla="*/ 529995 h 3333006"/>
              <a:gd name="connsiteX16" fmla="*/ 6762026 w 6933990"/>
              <a:gd name="connsiteY16" fmla="*/ 390745 h 3333006"/>
              <a:gd name="connsiteX17" fmla="*/ 6692177 w 6933990"/>
              <a:gd name="connsiteY17" fmla="*/ 303578 h 3333006"/>
              <a:gd name="connsiteX18" fmla="*/ 6647727 w 6933990"/>
              <a:gd name="connsiteY18" fmla="*/ 194620 h 3333006"/>
              <a:gd name="connsiteX19" fmla="*/ 6628677 w 6933990"/>
              <a:gd name="connsiteY19" fmla="*/ 27550 h 3333006"/>
              <a:gd name="connsiteX20" fmla="*/ 6774726 w 6933990"/>
              <a:gd name="connsiteY20" fmla="*/ 13025 h 3333006"/>
              <a:gd name="connsiteX21" fmla="*/ 6926769 w 6933990"/>
              <a:gd name="connsiteY21" fmla="*/ 26287 h 3333006"/>
              <a:gd name="connsiteX22" fmla="*/ 6908077 w 6933990"/>
              <a:gd name="connsiteY22" fmla="*/ 252730 h 3333006"/>
              <a:gd name="connsiteX23" fmla="*/ 6863627 w 6933990"/>
              <a:gd name="connsiteY23" fmla="*/ 405271 h 3333006"/>
              <a:gd name="connsiteX24" fmla="*/ 6850926 w 6933990"/>
              <a:gd name="connsiteY24" fmla="*/ 659506 h 3333006"/>
              <a:gd name="connsiteX25" fmla="*/ 6774726 w 6933990"/>
              <a:gd name="connsiteY25" fmla="*/ 775729 h 3333006"/>
              <a:gd name="connsiteX26" fmla="*/ 6664303 w 6933990"/>
              <a:gd name="connsiteY26" fmla="*/ 797321 h 3333006"/>
              <a:gd name="connsiteX27" fmla="*/ 6450518 w 6933990"/>
              <a:gd name="connsiteY27" fmla="*/ 712560 h 3333006"/>
              <a:gd name="connsiteX28" fmla="*/ 6184176 w 6933990"/>
              <a:gd name="connsiteY28" fmla="*/ 398005 h 3333006"/>
              <a:gd name="connsiteX29" fmla="*/ 5946753 w 6933990"/>
              <a:gd name="connsiteY29" fmla="*/ 276774 h 3333006"/>
              <a:gd name="connsiteX30" fmla="*/ 5622903 w 6933990"/>
              <a:gd name="connsiteY30" fmla="*/ 257389 h 3333006"/>
              <a:gd name="connsiteX31" fmla="*/ 5440869 w 6933990"/>
              <a:gd name="connsiteY31" fmla="*/ 333589 h 3333006"/>
              <a:gd name="connsiteX32" fmla="*/ 5322336 w 6933990"/>
              <a:gd name="connsiteY32" fmla="*/ 452121 h 3333006"/>
              <a:gd name="connsiteX33" fmla="*/ 5110669 w 6933990"/>
              <a:gd name="connsiteY33" fmla="*/ 833121 h 3333006"/>
              <a:gd name="connsiteX34" fmla="*/ 4932869 w 6933990"/>
              <a:gd name="connsiteY34" fmla="*/ 985522 h 3333006"/>
              <a:gd name="connsiteX35" fmla="*/ 4568803 w 6933990"/>
              <a:gd name="connsiteY35" fmla="*/ 1150137 h 3333006"/>
              <a:gd name="connsiteX36" fmla="*/ 3794103 w 6933990"/>
              <a:gd name="connsiteY36" fmla="*/ 1187754 h 3333006"/>
              <a:gd name="connsiteX37" fmla="*/ 2833136 w 6933990"/>
              <a:gd name="connsiteY37" fmla="*/ 1368335 h 3333006"/>
              <a:gd name="connsiteX38" fmla="*/ 1991104 w 6933990"/>
              <a:gd name="connsiteY38" fmla="*/ 2283473 h 3333006"/>
              <a:gd name="connsiteX39" fmla="*/ 1398036 w 6933990"/>
              <a:gd name="connsiteY39" fmla="*/ 2786362 h 3333006"/>
              <a:gd name="connsiteX40" fmla="*/ 720793 w 6933990"/>
              <a:gd name="connsiteY40" fmla="*/ 3210084 h 3333006"/>
              <a:gd name="connsiteX41" fmla="*/ 141937 w 6933990"/>
              <a:gd name="connsiteY41" fmla="*/ 3332449 h 3333006"/>
              <a:gd name="connsiteX42" fmla="*/ 40339 w 6933990"/>
              <a:gd name="connsiteY42" fmla="*/ 2196689 h 3333006"/>
              <a:gd name="connsiteX43" fmla="*/ 21444 w 6933990"/>
              <a:gd name="connsiteY43" fmla="*/ 1911636 h 3333006"/>
              <a:gd name="connsiteX0" fmla="*/ 21444 w 6933990"/>
              <a:gd name="connsiteY0" fmla="*/ 1911636 h 3333006"/>
              <a:gd name="connsiteX1" fmla="*/ 189921 w 6933990"/>
              <a:gd name="connsiteY1" fmla="*/ 1661238 h 3333006"/>
              <a:gd name="connsiteX2" fmla="*/ 190456 w 6933990"/>
              <a:gd name="connsiteY2" fmla="*/ 2472496 h 3333006"/>
              <a:gd name="connsiteX3" fmla="*/ 257829 w 6933990"/>
              <a:gd name="connsiteY3" fmla="*/ 3177167 h 3333006"/>
              <a:gd name="connsiteX4" fmla="*/ 1085605 w 6933990"/>
              <a:gd name="connsiteY4" fmla="*/ 2824831 h 3333006"/>
              <a:gd name="connsiteX5" fmla="*/ 1990378 w 6933990"/>
              <a:gd name="connsiteY5" fmla="*/ 1977027 h 3333006"/>
              <a:gd name="connsiteX6" fmla="*/ 2655114 w 6933990"/>
              <a:gd name="connsiteY6" fmla="*/ 1286825 h 3333006"/>
              <a:gd name="connsiteX7" fmla="*/ 3442736 w 6933990"/>
              <a:gd name="connsiteY7" fmla="*/ 714588 h 3333006"/>
              <a:gd name="connsiteX8" fmla="*/ 4839736 w 6933990"/>
              <a:gd name="connsiteY8" fmla="*/ 909322 h 3333006"/>
              <a:gd name="connsiteX9" fmla="*/ 5339269 w 6933990"/>
              <a:gd name="connsiteY9" fmla="*/ 274322 h 3333006"/>
              <a:gd name="connsiteX10" fmla="*/ 5904420 w 6933990"/>
              <a:gd name="connsiteY10" fmla="*/ 172768 h 3333006"/>
              <a:gd name="connsiteX11" fmla="*/ 6334103 w 6933990"/>
              <a:gd name="connsiteY11" fmla="*/ 428302 h 3333006"/>
              <a:gd name="connsiteX12" fmla="*/ 6495325 w 6933990"/>
              <a:gd name="connsiteY12" fmla="*/ 623187 h 3333006"/>
              <a:gd name="connsiteX13" fmla="*/ 6647725 w 6933990"/>
              <a:gd name="connsiteY13" fmla="*/ 703089 h 3333006"/>
              <a:gd name="connsiteX14" fmla="*/ 6762025 w 6933990"/>
              <a:gd name="connsiteY14" fmla="*/ 674034 h 3333006"/>
              <a:gd name="connsiteX15" fmla="*/ 6791303 w 6933990"/>
              <a:gd name="connsiteY15" fmla="*/ 529995 h 3333006"/>
              <a:gd name="connsiteX16" fmla="*/ 6762026 w 6933990"/>
              <a:gd name="connsiteY16" fmla="*/ 390745 h 3333006"/>
              <a:gd name="connsiteX17" fmla="*/ 6692177 w 6933990"/>
              <a:gd name="connsiteY17" fmla="*/ 303578 h 3333006"/>
              <a:gd name="connsiteX18" fmla="*/ 6647727 w 6933990"/>
              <a:gd name="connsiteY18" fmla="*/ 194620 h 3333006"/>
              <a:gd name="connsiteX19" fmla="*/ 6628677 w 6933990"/>
              <a:gd name="connsiteY19" fmla="*/ 27550 h 3333006"/>
              <a:gd name="connsiteX20" fmla="*/ 6774726 w 6933990"/>
              <a:gd name="connsiteY20" fmla="*/ 13025 h 3333006"/>
              <a:gd name="connsiteX21" fmla="*/ 6926769 w 6933990"/>
              <a:gd name="connsiteY21" fmla="*/ 26287 h 3333006"/>
              <a:gd name="connsiteX22" fmla="*/ 6908077 w 6933990"/>
              <a:gd name="connsiteY22" fmla="*/ 252730 h 3333006"/>
              <a:gd name="connsiteX23" fmla="*/ 6863627 w 6933990"/>
              <a:gd name="connsiteY23" fmla="*/ 405271 h 3333006"/>
              <a:gd name="connsiteX24" fmla="*/ 6850926 w 6933990"/>
              <a:gd name="connsiteY24" fmla="*/ 659506 h 3333006"/>
              <a:gd name="connsiteX25" fmla="*/ 6774726 w 6933990"/>
              <a:gd name="connsiteY25" fmla="*/ 775729 h 3333006"/>
              <a:gd name="connsiteX26" fmla="*/ 6664303 w 6933990"/>
              <a:gd name="connsiteY26" fmla="*/ 797321 h 3333006"/>
              <a:gd name="connsiteX27" fmla="*/ 6450518 w 6933990"/>
              <a:gd name="connsiteY27" fmla="*/ 712560 h 3333006"/>
              <a:gd name="connsiteX28" fmla="*/ 6184176 w 6933990"/>
              <a:gd name="connsiteY28" fmla="*/ 398005 h 3333006"/>
              <a:gd name="connsiteX29" fmla="*/ 5946753 w 6933990"/>
              <a:gd name="connsiteY29" fmla="*/ 276774 h 3333006"/>
              <a:gd name="connsiteX30" fmla="*/ 5622903 w 6933990"/>
              <a:gd name="connsiteY30" fmla="*/ 257389 h 3333006"/>
              <a:gd name="connsiteX31" fmla="*/ 5440869 w 6933990"/>
              <a:gd name="connsiteY31" fmla="*/ 333589 h 3333006"/>
              <a:gd name="connsiteX32" fmla="*/ 5322336 w 6933990"/>
              <a:gd name="connsiteY32" fmla="*/ 452121 h 3333006"/>
              <a:gd name="connsiteX33" fmla="*/ 5110669 w 6933990"/>
              <a:gd name="connsiteY33" fmla="*/ 833121 h 3333006"/>
              <a:gd name="connsiteX34" fmla="*/ 4932869 w 6933990"/>
              <a:gd name="connsiteY34" fmla="*/ 985522 h 3333006"/>
              <a:gd name="connsiteX35" fmla="*/ 4568803 w 6933990"/>
              <a:gd name="connsiteY35" fmla="*/ 1150137 h 3333006"/>
              <a:gd name="connsiteX36" fmla="*/ 3794103 w 6933990"/>
              <a:gd name="connsiteY36" fmla="*/ 1187754 h 3333006"/>
              <a:gd name="connsiteX37" fmla="*/ 2833136 w 6933990"/>
              <a:gd name="connsiteY37" fmla="*/ 1368335 h 3333006"/>
              <a:gd name="connsiteX38" fmla="*/ 1991104 w 6933990"/>
              <a:gd name="connsiteY38" fmla="*/ 2283473 h 3333006"/>
              <a:gd name="connsiteX39" fmla="*/ 1398036 w 6933990"/>
              <a:gd name="connsiteY39" fmla="*/ 2786362 h 3333006"/>
              <a:gd name="connsiteX40" fmla="*/ 720793 w 6933990"/>
              <a:gd name="connsiteY40" fmla="*/ 3210084 h 3333006"/>
              <a:gd name="connsiteX41" fmla="*/ 141937 w 6933990"/>
              <a:gd name="connsiteY41" fmla="*/ 3332449 h 3333006"/>
              <a:gd name="connsiteX42" fmla="*/ 40339 w 6933990"/>
              <a:gd name="connsiteY42" fmla="*/ 2196689 h 3333006"/>
              <a:gd name="connsiteX43" fmla="*/ 21444 w 6933990"/>
              <a:gd name="connsiteY43" fmla="*/ 1911636 h 3333006"/>
              <a:gd name="connsiteX0" fmla="*/ 21444 w 6933990"/>
              <a:gd name="connsiteY0" fmla="*/ 1911636 h 3333006"/>
              <a:gd name="connsiteX1" fmla="*/ 189921 w 6933990"/>
              <a:gd name="connsiteY1" fmla="*/ 1661238 h 3333006"/>
              <a:gd name="connsiteX2" fmla="*/ 190456 w 6933990"/>
              <a:gd name="connsiteY2" fmla="*/ 2472496 h 3333006"/>
              <a:gd name="connsiteX3" fmla="*/ 257829 w 6933990"/>
              <a:gd name="connsiteY3" fmla="*/ 3177167 h 3333006"/>
              <a:gd name="connsiteX4" fmla="*/ 1085605 w 6933990"/>
              <a:gd name="connsiteY4" fmla="*/ 2824831 h 3333006"/>
              <a:gd name="connsiteX5" fmla="*/ 1990378 w 6933990"/>
              <a:gd name="connsiteY5" fmla="*/ 1977027 h 3333006"/>
              <a:gd name="connsiteX6" fmla="*/ 2655114 w 6933990"/>
              <a:gd name="connsiteY6" fmla="*/ 1286825 h 3333006"/>
              <a:gd name="connsiteX7" fmla="*/ 3442736 w 6933990"/>
              <a:gd name="connsiteY7" fmla="*/ 714588 h 3333006"/>
              <a:gd name="connsiteX8" fmla="*/ 4839736 w 6933990"/>
              <a:gd name="connsiteY8" fmla="*/ 909322 h 3333006"/>
              <a:gd name="connsiteX9" fmla="*/ 5339269 w 6933990"/>
              <a:gd name="connsiteY9" fmla="*/ 274322 h 3333006"/>
              <a:gd name="connsiteX10" fmla="*/ 5904420 w 6933990"/>
              <a:gd name="connsiteY10" fmla="*/ 172768 h 3333006"/>
              <a:gd name="connsiteX11" fmla="*/ 6334103 w 6933990"/>
              <a:gd name="connsiteY11" fmla="*/ 428302 h 3333006"/>
              <a:gd name="connsiteX12" fmla="*/ 6495325 w 6933990"/>
              <a:gd name="connsiteY12" fmla="*/ 623187 h 3333006"/>
              <a:gd name="connsiteX13" fmla="*/ 6647725 w 6933990"/>
              <a:gd name="connsiteY13" fmla="*/ 703089 h 3333006"/>
              <a:gd name="connsiteX14" fmla="*/ 6762025 w 6933990"/>
              <a:gd name="connsiteY14" fmla="*/ 674034 h 3333006"/>
              <a:gd name="connsiteX15" fmla="*/ 6791303 w 6933990"/>
              <a:gd name="connsiteY15" fmla="*/ 529995 h 3333006"/>
              <a:gd name="connsiteX16" fmla="*/ 6762026 w 6933990"/>
              <a:gd name="connsiteY16" fmla="*/ 390745 h 3333006"/>
              <a:gd name="connsiteX17" fmla="*/ 6692177 w 6933990"/>
              <a:gd name="connsiteY17" fmla="*/ 303578 h 3333006"/>
              <a:gd name="connsiteX18" fmla="*/ 6647727 w 6933990"/>
              <a:gd name="connsiteY18" fmla="*/ 194620 h 3333006"/>
              <a:gd name="connsiteX19" fmla="*/ 6628677 w 6933990"/>
              <a:gd name="connsiteY19" fmla="*/ 27550 h 3333006"/>
              <a:gd name="connsiteX20" fmla="*/ 6774726 w 6933990"/>
              <a:gd name="connsiteY20" fmla="*/ 13025 h 3333006"/>
              <a:gd name="connsiteX21" fmla="*/ 6926769 w 6933990"/>
              <a:gd name="connsiteY21" fmla="*/ 26287 h 3333006"/>
              <a:gd name="connsiteX22" fmla="*/ 6908077 w 6933990"/>
              <a:gd name="connsiteY22" fmla="*/ 252730 h 3333006"/>
              <a:gd name="connsiteX23" fmla="*/ 6863627 w 6933990"/>
              <a:gd name="connsiteY23" fmla="*/ 405271 h 3333006"/>
              <a:gd name="connsiteX24" fmla="*/ 6850926 w 6933990"/>
              <a:gd name="connsiteY24" fmla="*/ 659506 h 3333006"/>
              <a:gd name="connsiteX25" fmla="*/ 6774726 w 6933990"/>
              <a:gd name="connsiteY25" fmla="*/ 775729 h 3333006"/>
              <a:gd name="connsiteX26" fmla="*/ 6664303 w 6933990"/>
              <a:gd name="connsiteY26" fmla="*/ 797321 h 3333006"/>
              <a:gd name="connsiteX27" fmla="*/ 6450518 w 6933990"/>
              <a:gd name="connsiteY27" fmla="*/ 712560 h 3333006"/>
              <a:gd name="connsiteX28" fmla="*/ 6184176 w 6933990"/>
              <a:gd name="connsiteY28" fmla="*/ 398005 h 3333006"/>
              <a:gd name="connsiteX29" fmla="*/ 5946753 w 6933990"/>
              <a:gd name="connsiteY29" fmla="*/ 276774 h 3333006"/>
              <a:gd name="connsiteX30" fmla="*/ 5622903 w 6933990"/>
              <a:gd name="connsiteY30" fmla="*/ 257389 h 3333006"/>
              <a:gd name="connsiteX31" fmla="*/ 5440869 w 6933990"/>
              <a:gd name="connsiteY31" fmla="*/ 333589 h 3333006"/>
              <a:gd name="connsiteX32" fmla="*/ 5322336 w 6933990"/>
              <a:gd name="connsiteY32" fmla="*/ 452121 h 3333006"/>
              <a:gd name="connsiteX33" fmla="*/ 5110669 w 6933990"/>
              <a:gd name="connsiteY33" fmla="*/ 833121 h 3333006"/>
              <a:gd name="connsiteX34" fmla="*/ 4932869 w 6933990"/>
              <a:gd name="connsiteY34" fmla="*/ 985522 h 3333006"/>
              <a:gd name="connsiteX35" fmla="*/ 4568803 w 6933990"/>
              <a:gd name="connsiteY35" fmla="*/ 1150137 h 3333006"/>
              <a:gd name="connsiteX36" fmla="*/ 3794103 w 6933990"/>
              <a:gd name="connsiteY36" fmla="*/ 1187754 h 3333006"/>
              <a:gd name="connsiteX37" fmla="*/ 2833136 w 6933990"/>
              <a:gd name="connsiteY37" fmla="*/ 1368335 h 3333006"/>
              <a:gd name="connsiteX38" fmla="*/ 1991104 w 6933990"/>
              <a:gd name="connsiteY38" fmla="*/ 2283473 h 3333006"/>
              <a:gd name="connsiteX39" fmla="*/ 1398036 w 6933990"/>
              <a:gd name="connsiteY39" fmla="*/ 2786362 h 3333006"/>
              <a:gd name="connsiteX40" fmla="*/ 720793 w 6933990"/>
              <a:gd name="connsiteY40" fmla="*/ 3210084 h 3333006"/>
              <a:gd name="connsiteX41" fmla="*/ 141937 w 6933990"/>
              <a:gd name="connsiteY41" fmla="*/ 3332449 h 3333006"/>
              <a:gd name="connsiteX42" fmla="*/ 40339 w 6933990"/>
              <a:gd name="connsiteY42" fmla="*/ 2196689 h 3333006"/>
              <a:gd name="connsiteX43" fmla="*/ 21444 w 6933990"/>
              <a:gd name="connsiteY43" fmla="*/ 1911636 h 3333006"/>
              <a:gd name="connsiteX0" fmla="*/ 21444 w 6933990"/>
              <a:gd name="connsiteY0" fmla="*/ 1911636 h 3333006"/>
              <a:gd name="connsiteX1" fmla="*/ 189921 w 6933990"/>
              <a:gd name="connsiteY1" fmla="*/ 1661238 h 3333006"/>
              <a:gd name="connsiteX2" fmla="*/ 190456 w 6933990"/>
              <a:gd name="connsiteY2" fmla="*/ 2472496 h 3333006"/>
              <a:gd name="connsiteX3" fmla="*/ 286704 w 6933990"/>
              <a:gd name="connsiteY3" fmla="*/ 3210199 h 3333006"/>
              <a:gd name="connsiteX4" fmla="*/ 1085605 w 6933990"/>
              <a:gd name="connsiteY4" fmla="*/ 2824831 h 3333006"/>
              <a:gd name="connsiteX5" fmla="*/ 1990378 w 6933990"/>
              <a:gd name="connsiteY5" fmla="*/ 1977027 h 3333006"/>
              <a:gd name="connsiteX6" fmla="*/ 2655114 w 6933990"/>
              <a:gd name="connsiteY6" fmla="*/ 1286825 h 3333006"/>
              <a:gd name="connsiteX7" fmla="*/ 3442736 w 6933990"/>
              <a:gd name="connsiteY7" fmla="*/ 714588 h 3333006"/>
              <a:gd name="connsiteX8" fmla="*/ 4839736 w 6933990"/>
              <a:gd name="connsiteY8" fmla="*/ 909322 h 3333006"/>
              <a:gd name="connsiteX9" fmla="*/ 5339269 w 6933990"/>
              <a:gd name="connsiteY9" fmla="*/ 274322 h 3333006"/>
              <a:gd name="connsiteX10" fmla="*/ 5904420 w 6933990"/>
              <a:gd name="connsiteY10" fmla="*/ 172768 h 3333006"/>
              <a:gd name="connsiteX11" fmla="*/ 6334103 w 6933990"/>
              <a:gd name="connsiteY11" fmla="*/ 428302 h 3333006"/>
              <a:gd name="connsiteX12" fmla="*/ 6495325 w 6933990"/>
              <a:gd name="connsiteY12" fmla="*/ 623187 h 3333006"/>
              <a:gd name="connsiteX13" fmla="*/ 6647725 w 6933990"/>
              <a:gd name="connsiteY13" fmla="*/ 703089 h 3333006"/>
              <a:gd name="connsiteX14" fmla="*/ 6762025 w 6933990"/>
              <a:gd name="connsiteY14" fmla="*/ 674034 h 3333006"/>
              <a:gd name="connsiteX15" fmla="*/ 6791303 w 6933990"/>
              <a:gd name="connsiteY15" fmla="*/ 529995 h 3333006"/>
              <a:gd name="connsiteX16" fmla="*/ 6762026 w 6933990"/>
              <a:gd name="connsiteY16" fmla="*/ 390745 h 3333006"/>
              <a:gd name="connsiteX17" fmla="*/ 6692177 w 6933990"/>
              <a:gd name="connsiteY17" fmla="*/ 303578 h 3333006"/>
              <a:gd name="connsiteX18" fmla="*/ 6647727 w 6933990"/>
              <a:gd name="connsiteY18" fmla="*/ 194620 h 3333006"/>
              <a:gd name="connsiteX19" fmla="*/ 6628677 w 6933990"/>
              <a:gd name="connsiteY19" fmla="*/ 27550 h 3333006"/>
              <a:gd name="connsiteX20" fmla="*/ 6774726 w 6933990"/>
              <a:gd name="connsiteY20" fmla="*/ 13025 h 3333006"/>
              <a:gd name="connsiteX21" fmla="*/ 6926769 w 6933990"/>
              <a:gd name="connsiteY21" fmla="*/ 26287 h 3333006"/>
              <a:gd name="connsiteX22" fmla="*/ 6908077 w 6933990"/>
              <a:gd name="connsiteY22" fmla="*/ 252730 h 3333006"/>
              <a:gd name="connsiteX23" fmla="*/ 6863627 w 6933990"/>
              <a:gd name="connsiteY23" fmla="*/ 405271 h 3333006"/>
              <a:gd name="connsiteX24" fmla="*/ 6850926 w 6933990"/>
              <a:gd name="connsiteY24" fmla="*/ 659506 h 3333006"/>
              <a:gd name="connsiteX25" fmla="*/ 6774726 w 6933990"/>
              <a:gd name="connsiteY25" fmla="*/ 775729 h 3333006"/>
              <a:gd name="connsiteX26" fmla="*/ 6664303 w 6933990"/>
              <a:gd name="connsiteY26" fmla="*/ 797321 h 3333006"/>
              <a:gd name="connsiteX27" fmla="*/ 6450518 w 6933990"/>
              <a:gd name="connsiteY27" fmla="*/ 712560 h 3333006"/>
              <a:gd name="connsiteX28" fmla="*/ 6184176 w 6933990"/>
              <a:gd name="connsiteY28" fmla="*/ 398005 h 3333006"/>
              <a:gd name="connsiteX29" fmla="*/ 5946753 w 6933990"/>
              <a:gd name="connsiteY29" fmla="*/ 276774 h 3333006"/>
              <a:gd name="connsiteX30" fmla="*/ 5622903 w 6933990"/>
              <a:gd name="connsiteY30" fmla="*/ 257389 h 3333006"/>
              <a:gd name="connsiteX31" fmla="*/ 5440869 w 6933990"/>
              <a:gd name="connsiteY31" fmla="*/ 333589 h 3333006"/>
              <a:gd name="connsiteX32" fmla="*/ 5322336 w 6933990"/>
              <a:gd name="connsiteY32" fmla="*/ 452121 h 3333006"/>
              <a:gd name="connsiteX33" fmla="*/ 5110669 w 6933990"/>
              <a:gd name="connsiteY33" fmla="*/ 833121 h 3333006"/>
              <a:gd name="connsiteX34" fmla="*/ 4932869 w 6933990"/>
              <a:gd name="connsiteY34" fmla="*/ 985522 h 3333006"/>
              <a:gd name="connsiteX35" fmla="*/ 4568803 w 6933990"/>
              <a:gd name="connsiteY35" fmla="*/ 1150137 h 3333006"/>
              <a:gd name="connsiteX36" fmla="*/ 3794103 w 6933990"/>
              <a:gd name="connsiteY36" fmla="*/ 1187754 h 3333006"/>
              <a:gd name="connsiteX37" fmla="*/ 2833136 w 6933990"/>
              <a:gd name="connsiteY37" fmla="*/ 1368335 h 3333006"/>
              <a:gd name="connsiteX38" fmla="*/ 1991104 w 6933990"/>
              <a:gd name="connsiteY38" fmla="*/ 2283473 h 3333006"/>
              <a:gd name="connsiteX39" fmla="*/ 1398036 w 6933990"/>
              <a:gd name="connsiteY39" fmla="*/ 2786362 h 3333006"/>
              <a:gd name="connsiteX40" fmla="*/ 720793 w 6933990"/>
              <a:gd name="connsiteY40" fmla="*/ 3210084 h 3333006"/>
              <a:gd name="connsiteX41" fmla="*/ 141937 w 6933990"/>
              <a:gd name="connsiteY41" fmla="*/ 3332449 h 3333006"/>
              <a:gd name="connsiteX42" fmla="*/ 40339 w 6933990"/>
              <a:gd name="connsiteY42" fmla="*/ 2196689 h 3333006"/>
              <a:gd name="connsiteX43" fmla="*/ 21444 w 6933990"/>
              <a:gd name="connsiteY43" fmla="*/ 1911636 h 3333006"/>
              <a:gd name="connsiteX0" fmla="*/ 21444 w 6933990"/>
              <a:gd name="connsiteY0" fmla="*/ 1911636 h 3280837"/>
              <a:gd name="connsiteX1" fmla="*/ 189921 w 6933990"/>
              <a:gd name="connsiteY1" fmla="*/ 1661238 h 3280837"/>
              <a:gd name="connsiteX2" fmla="*/ 190456 w 6933990"/>
              <a:gd name="connsiteY2" fmla="*/ 2472496 h 3280837"/>
              <a:gd name="connsiteX3" fmla="*/ 286704 w 6933990"/>
              <a:gd name="connsiteY3" fmla="*/ 3210199 h 3280837"/>
              <a:gd name="connsiteX4" fmla="*/ 1085605 w 6933990"/>
              <a:gd name="connsiteY4" fmla="*/ 2824831 h 3280837"/>
              <a:gd name="connsiteX5" fmla="*/ 1990378 w 6933990"/>
              <a:gd name="connsiteY5" fmla="*/ 1977027 h 3280837"/>
              <a:gd name="connsiteX6" fmla="*/ 2655114 w 6933990"/>
              <a:gd name="connsiteY6" fmla="*/ 1286825 h 3280837"/>
              <a:gd name="connsiteX7" fmla="*/ 3442736 w 6933990"/>
              <a:gd name="connsiteY7" fmla="*/ 714588 h 3280837"/>
              <a:gd name="connsiteX8" fmla="*/ 4839736 w 6933990"/>
              <a:gd name="connsiteY8" fmla="*/ 909322 h 3280837"/>
              <a:gd name="connsiteX9" fmla="*/ 5339269 w 6933990"/>
              <a:gd name="connsiteY9" fmla="*/ 274322 h 3280837"/>
              <a:gd name="connsiteX10" fmla="*/ 5904420 w 6933990"/>
              <a:gd name="connsiteY10" fmla="*/ 172768 h 3280837"/>
              <a:gd name="connsiteX11" fmla="*/ 6334103 w 6933990"/>
              <a:gd name="connsiteY11" fmla="*/ 428302 h 3280837"/>
              <a:gd name="connsiteX12" fmla="*/ 6495325 w 6933990"/>
              <a:gd name="connsiteY12" fmla="*/ 623187 h 3280837"/>
              <a:gd name="connsiteX13" fmla="*/ 6647725 w 6933990"/>
              <a:gd name="connsiteY13" fmla="*/ 703089 h 3280837"/>
              <a:gd name="connsiteX14" fmla="*/ 6762025 w 6933990"/>
              <a:gd name="connsiteY14" fmla="*/ 674034 h 3280837"/>
              <a:gd name="connsiteX15" fmla="*/ 6791303 w 6933990"/>
              <a:gd name="connsiteY15" fmla="*/ 529995 h 3280837"/>
              <a:gd name="connsiteX16" fmla="*/ 6762026 w 6933990"/>
              <a:gd name="connsiteY16" fmla="*/ 390745 h 3280837"/>
              <a:gd name="connsiteX17" fmla="*/ 6692177 w 6933990"/>
              <a:gd name="connsiteY17" fmla="*/ 303578 h 3280837"/>
              <a:gd name="connsiteX18" fmla="*/ 6647727 w 6933990"/>
              <a:gd name="connsiteY18" fmla="*/ 194620 h 3280837"/>
              <a:gd name="connsiteX19" fmla="*/ 6628677 w 6933990"/>
              <a:gd name="connsiteY19" fmla="*/ 27550 h 3280837"/>
              <a:gd name="connsiteX20" fmla="*/ 6774726 w 6933990"/>
              <a:gd name="connsiteY20" fmla="*/ 13025 h 3280837"/>
              <a:gd name="connsiteX21" fmla="*/ 6926769 w 6933990"/>
              <a:gd name="connsiteY21" fmla="*/ 26287 h 3280837"/>
              <a:gd name="connsiteX22" fmla="*/ 6908077 w 6933990"/>
              <a:gd name="connsiteY22" fmla="*/ 252730 h 3280837"/>
              <a:gd name="connsiteX23" fmla="*/ 6863627 w 6933990"/>
              <a:gd name="connsiteY23" fmla="*/ 405271 h 3280837"/>
              <a:gd name="connsiteX24" fmla="*/ 6850926 w 6933990"/>
              <a:gd name="connsiteY24" fmla="*/ 659506 h 3280837"/>
              <a:gd name="connsiteX25" fmla="*/ 6774726 w 6933990"/>
              <a:gd name="connsiteY25" fmla="*/ 775729 h 3280837"/>
              <a:gd name="connsiteX26" fmla="*/ 6664303 w 6933990"/>
              <a:gd name="connsiteY26" fmla="*/ 797321 h 3280837"/>
              <a:gd name="connsiteX27" fmla="*/ 6450518 w 6933990"/>
              <a:gd name="connsiteY27" fmla="*/ 712560 h 3280837"/>
              <a:gd name="connsiteX28" fmla="*/ 6184176 w 6933990"/>
              <a:gd name="connsiteY28" fmla="*/ 398005 h 3280837"/>
              <a:gd name="connsiteX29" fmla="*/ 5946753 w 6933990"/>
              <a:gd name="connsiteY29" fmla="*/ 276774 h 3280837"/>
              <a:gd name="connsiteX30" fmla="*/ 5622903 w 6933990"/>
              <a:gd name="connsiteY30" fmla="*/ 257389 h 3280837"/>
              <a:gd name="connsiteX31" fmla="*/ 5440869 w 6933990"/>
              <a:gd name="connsiteY31" fmla="*/ 333589 h 3280837"/>
              <a:gd name="connsiteX32" fmla="*/ 5322336 w 6933990"/>
              <a:gd name="connsiteY32" fmla="*/ 452121 h 3280837"/>
              <a:gd name="connsiteX33" fmla="*/ 5110669 w 6933990"/>
              <a:gd name="connsiteY33" fmla="*/ 833121 h 3280837"/>
              <a:gd name="connsiteX34" fmla="*/ 4932869 w 6933990"/>
              <a:gd name="connsiteY34" fmla="*/ 985522 h 3280837"/>
              <a:gd name="connsiteX35" fmla="*/ 4568803 w 6933990"/>
              <a:gd name="connsiteY35" fmla="*/ 1150137 h 3280837"/>
              <a:gd name="connsiteX36" fmla="*/ 3794103 w 6933990"/>
              <a:gd name="connsiteY36" fmla="*/ 1187754 h 3280837"/>
              <a:gd name="connsiteX37" fmla="*/ 2833136 w 6933990"/>
              <a:gd name="connsiteY37" fmla="*/ 1368335 h 3280837"/>
              <a:gd name="connsiteX38" fmla="*/ 1991104 w 6933990"/>
              <a:gd name="connsiteY38" fmla="*/ 2283473 h 3280837"/>
              <a:gd name="connsiteX39" fmla="*/ 1398036 w 6933990"/>
              <a:gd name="connsiteY39" fmla="*/ 2786362 h 3280837"/>
              <a:gd name="connsiteX40" fmla="*/ 720793 w 6933990"/>
              <a:gd name="connsiteY40" fmla="*/ 3210084 h 3280837"/>
              <a:gd name="connsiteX41" fmla="*/ 132311 w 6933990"/>
              <a:gd name="connsiteY41" fmla="*/ 3277397 h 3280837"/>
              <a:gd name="connsiteX42" fmla="*/ 40339 w 6933990"/>
              <a:gd name="connsiteY42" fmla="*/ 2196689 h 3280837"/>
              <a:gd name="connsiteX43" fmla="*/ 21444 w 6933990"/>
              <a:gd name="connsiteY43" fmla="*/ 1911636 h 3280837"/>
              <a:gd name="connsiteX0" fmla="*/ 21444 w 6933990"/>
              <a:gd name="connsiteY0" fmla="*/ 1911636 h 3772925"/>
              <a:gd name="connsiteX1" fmla="*/ 189921 w 6933990"/>
              <a:gd name="connsiteY1" fmla="*/ 1661238 h 3772925"/>
              <a:gd name="connsiteX2" fmla="*/ 190456 w 6933990"/>
              <a:gd name="connsiteY2" fmla="*/ 2472496 h 3772925"/>
              <a:gd name="connsiteX3" fmla="*/ 286704 w 6933990"/>
              <a:gd name="connsiteY3" fmla="*/ 3210199 h 3772925"/>
              <a:gd name="connsiteX4" fmla="*/ 1085605 w 6933990"/>
              <a:gd name="connsiteY4" fmla="*/ 2824831 h 3772925"/>
              <a:gd name="connsiteX5" fmla="*/ 1990378 w 6933990"/>
              <a:gd name="connsiteY5" fmla="*/ 1977027 h 3772925"/>
              <a:gd name="connsiteX6" fmla="*/ 2655114 w 6933990"/>
              <a:gd name="connsiteY6" fmla="*/ 1286825 h 3772925"/>
              <a:gd name="connsiteX7" fmla="*/ 3442736 w 6933990"/>
              <a:gd name="connsiteY7" fmla="*/ 714588 h 3772925"/>
              <a:gd name="connsiteX8" fmla="*/ 4839736 w 6933990"/>
              <a:gd name="connsiteY8" fmla="*/ 909322 h 3772925"/>
              <a:gd name="connsiteX9" fmla="*/ 5339269 w 6933990"/>
              <a:gd name="connsiteY9" fmla="*/ 274322 h 3772925"/>
              <a:gd name="connsiteX10" fmla="*/ 5904420 w 6933990"/>
              <a:gd name="connsiteY10" fmla="*/ 172768 h 3772925"/>
              <a:gd name="connsiteX11" fmla="*/ 6334103 w 6933990"/>
              <a:gd name="connsiteY11" fmla="*/ 428302 h 3772925"/>
              <a:gd name="connsiteX12" fmla="*/ 6495325 w 6933990"/>
              <a:gd name="connsiteY12" fmla="*/ 623187 h 3772925"/>
              <a:gd name="connsiteX13" fmla="*/ 6647725 w 6933990"/>
              <a:gd name="connsiteY13" fmla="*/ 703089 h 3772925"/>
              <a:gd name="connsiteX14" fmla="*/ 6762025 w 6933990"/>
              <a:gd name="connsiteY14" fmla="*/ 674034 h 3772925"/>
              <a:gd name="connsiteX15" fmla="*/ 6791303 w 6933990"/>
              <a:gd name="connsiteY15" fmla="*/ 529995 h 3772925"/>
              <a:gd name="connsiteX16" fmla="*/ 6762026 w 6933990"/>
              <a:gd name="connsiteY16" fmla="*/ 390745 h 3772925"/>
              <a:gd name="connsiteX17" fmla="*/ 6692177 w 6933990"/>
              <a:gd name="connsiteY17" fmla="*/ 303578 h 3772925"/>
              <a:gd name="connsiteX18" fmla="*/ 6647727 w 6933990"/>
              <a:gd name="connsiteY18" fmla="*/ 194620 h 3772925"/>
              <a:gd name="connsiteX19" fmla="*/ 6628677 w 6933990"/>
              <a:gd name="connsiteY19" fmla="*/ 27550 h 3772925"/>
              <a:gd name="connsiteX20" fmla="*/ 6774726 w 6933990"/>
              <a:gd name="connsiteY20" fmla="*/ 13025 h 3772925"/>
              <a:gd name="connsiteX21" fmla="*/ 6926769 w 6933990"/>
              <a:gd name="connsiteY21" fmla="*/ 26287 h 3772925"/>
              <a:gd name="connsiteX22" fmla="*/ 6908077 w 6933990"/>
              <a:gd name="connsiteY22" fmla="*/ 252730 h 3772925"/>
              <a:gd name="connsiteX23" fmla="*/ 6863627 w 6933990"/>
              <a:gd name="connsiteY23" fmla="*/ 405271 h 3772925"/>
              <a:gd name="connsiteX24" fmla="*/ 6850926 w 6933990"/>
              <a:gd name="connsiteY24" fmla="*/ 659506 h 3772925"/>
              <a:gd name="connsiteX25" fmla="*/ 6774726 w 6933990"/>
              <a:gd name="connsiteY25" fmla="*/ 775729 h 3772925"/>
              <a:gd name="connsiteX26" fmla="*/ 6664303 w 6933990"/>
              <a:gd name="connsiteY26" fmla="*/ 797321 h 3772925"/>
              <a:gd name="connsiteX27" fmla="*/ 6450518 w 6933990"/>
              <a:gd name="connsiteY27" fmla="*/ 712560 h 3772925"/>
              <a:gd name="connsiteX28" fmla="*/ 6184176 w 6933990"/>
              <a:gd name="connsiteY28" fmla="*/ 398005 h 3772925"/>
              <a:gd name="connsiteX29" fmla="*/ 5946753 w 6933990"/>
              <a:gd name="connsiteY29" fmla="*/ 276774 h 3772925"/>
              <a:gd name="connsiteX30" fmla="*/ 5622903 w 6933990"/>
              <a:gd name="connsiteY30" fmla="*/ 257389 h 3772925"/>
              <a:gd name="connsiteX31" fmla="*/ 5440869 w 6933990"/>
              <a:gd name="connsiteY31" fmla="*/ 333589 h 3772925"/>
              <a:gd name="connsiteX32" fmla="*/ 5322336 w 6933990"/>
              <a:gd name="connsiteY32" fmla="*/ 452121 h 3772925"/>
              <a:gd name="connsiteX33" fmla="*/ 5110669 w 6933990"/>
              <a:gd name="connsiteY33" fmla="*/ 833121 h 3772925"/>
              <a:gd name="connsiteX34" fmla="*/ 4932869 w 6933990"/>
              <a:gd name="connsiteY34" fmla="*/ 985522 h 3772925"/>
              <a:gd name="connsiteX35" fmla="*/ 4568803 w 6933990"/>
              <a:gd name="connsiteY35" fmla="*/ 1150137 h 3772925"/>
              <a:gd name="connsiteX36" fmla="*/ 3794103 w 6933990"/>
              <a:gd name="connsiteY36" fmla="*/ 1187754 h 3772925"/>
              <a:gd name="connsiteX37" fmla="*/ 2833136 w 6933990"/>
              <a:gd name="connsiteY37" fmla="*/ 1368335 h 3772925"/>
              <a:gd name="connsiteX38" fmla="*/ 1991104 w 6933990"/>
              <a:gd name="connsiteY38" fmla="*/ 2283473 h 3772925"/>
              <a:gd name="connsiteX39" fmla="*/ 1398036 w 6933990"/>
              <a:gd name="connsiteY39" fmla="*/ 2786362 h 3772925"/>
              <a:gd name="connsiteX40" fmla="*/ 720793 w 6933990"/>
              <a:gd name="connsiteY40" fmla="*/ 3210084 h 3772925"/>
              <a:gd name="connsiteX41" fmla="*/ 103435 w 6933990"/>
              <a:gd name="connsiteY41" fmla="*/ 3772868 h 3772925"/>
              <a:gd name="connsiteX42" fmla="*/ 40339 w 6933990"/>
              <a:gd name="connsiteY42" fmla="*/ 2196689 h 3772925"/>
              <a:gd name="connsiteX43" fmla="*/ 21444 w 6933990"/>
              <a:gd name="connsiteY43" fmla="*/ 1911636 h 3772925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86704 w 6933990"/>
              <a:gd name="connsiteY3" fmla="*/ 3210199 h 3830701"/>
              <a:gd name="connsiteX4" fmla="*/ 1085605 w 6933990"/>
              <a:gd name="connsiteY4" fmla="*/ 2824831 h 3830701"/>
              <a:gd name="connsiteX5" fmla="*/ 1990378 w 6933990"/>
              <a:gd name="connsiteY5" fmla="*/ 1977027 h 3830701"/>
              <a:gd name="connsiteX6" fmla="*/ 2655114 w 6933990"/>
              <a:gd name="connsiteY6" fmla="*/ 1286825 h 3830701"/>
              <a:gd name="connsiteX7" fmla="*/ 3442736 w 6933990"/>
              <a:gd name="connsiteY7" fmla="*/ 714588 h 3830701"/>
              <a:gd name="connsiteX8" fmla="*/ 4839736 w 6933990"/>
              <a:gd name="connsiteY8" fmla="*/ 909322 h 3830701"/>
              <a:gd name="connsiteX9" fmla="*/ 5339269 w 6933990"/>
              <a:gd name="connsiteY9" fmla="*/ 274322 h 3830701"/>
              <a:gd name="connsiteX10" fmla="*/ 5904420 w 6933990"/>
              <a:gd name="connsiteY10" fmla="*/ 172768 h 3830701"/>
              <a:gd name="connsiteX11" fmla="*/ 6334103 w 6933990"/>
              <a:gd name="connsiteY11" fmla="*/ 428302 h 3830701"/>
              <a:gd name="connsiteX12" fmla="*/ 6495325 w 6933990"/>
              <a:gd name="connsiteY12" fmla="*/ 623187 h 3830701"/>
              <a:gd name="connsiteX13" fmla="*/ 6647725 w 6933990"/>
              <a:gd name="connsiteY13" fmla="*/ 703089 h 3830701"/>
              <a:gd name="connsiteX14" fmla="*/ 6762025 w 6933990"/>
              <a:gd name="connsiteY14" fmla="*/ 674034 h 3830701"/>
              <a:gd name="connsiteX15" fmla="*/ 6791303 w 6933990"/>
              <a:gd name="connsiteY15" fmla="*/ 529995 h 3830701"/>
              <a:gd name="connsiteX16" fmla="*/ 6762026 w 6933990"/>
              <a:gd name="connsiteY16" fmla="*/ 390745 h 3830701"/>
              <a:gd name="connsiteX17" fmla="*/ 6692177 w 6933990"/>
              <a:gd name="connsiteY17" fmla="*/ 303578 h 3830701"/>
              <a:gd name="connsiteX18" fmla="*/ 6647727 w 6933990"/>
              <a:gd name="connsiteY18" fmla="*/ 194620 h 3830701"/>
              <a:gd name="connsiteX19" fmla="*/ 6628677 w 6933990"/>
              <a:gd name="connsiteY19" fmla="*/ 27550 h 3830701"/>
              <a:gd name="connsiteX20" fmla="*/ 6774726 w 6933990"/>
              <a:gd name="connsiteY20" fmla="*/ 13025 h 3830701"/>
              <a:gd name="connsiteX21" fmla="*/ 6926769 w 6933990"/>
              <a:gd name="connsiteY21" fmla="*/ 26287 h 3830701"/>
              <a:gd name="connsiteX22" fmla="*/ 6908077 w 6933990"/>
              <a:gd name="connsiteY22" fmla="*/ 252730 h 3830701"/>
              <a:gd name="connsiteX23" fmla="*/ 6863627 w 6933990"/>
              <a:gd name="connsiteY23" fmla="*/ 405271 h 3830701"/>
              <a:gd name="connsiteX24" fmla="*/ 6850926 w 6933990"/>
              <a:gd name="connsiteY24" fmla="*/ 659506 h 3830701"/>
              <a:gd name="connsiteX25" fmla="*/ 6774726 w 6933990"/>
              <a:gd name="connsiteY25" fmla="*/ 775729 h 3830701"/>
              <a:gd name="connsiteX26" fmla="*/ 6664303 w 6933990"/>
              <a:gd name="connsiteY26" fmla="*/ 797321 h 3830701"/>
              <a:gd name="connsiteX27" fmla="*/ 6450518 w 6933990"/>
              <a:gd name="connsiteY27" fmla="*/ 712560 h 3830701"/>
              <a:gd name="connsiteX28" fmla="*/ 6184176 w 6933990"/>
              <a:gd name="connsiteY28" fmla="*/ 398005 h 3830701"/>
              <a:gd name="connsiteX29" fmla="*/ 5946753 w 6933990"/>
              <a:gd name="connsiteY29" fmla="*/ 276774 h 3830701"/>
              <a:gd name="connsiteX30" fmla="*/ 5622903 w 6933990"/>
              <a:gd name="connsiteY30" fmla="*/ 257389 h 3830701"/>
              <a:gd name="connsiteX31" fmla="*/ 5440869 w 6933990"/>
              <a:gd name="connsiteY31" fmla="*/ 333589 h 3830701"/>
              <a:gd name="connsiteX32" fmla="*/ 5322336 w 6933990"/>
              <a:gd name="connsiteY32" fmla="*/ 452121 h 3830701"/>
              <a:gd name="connsiteX33" fmla="*/ 5110669 w 6933990"/>
              <a:gd name="connsiteY33" fmla="*/ 833121 h 3830701"/>
              <a:gd name="connsiteX34" fmla="*/ 4932869 w 6933990"/>
              <a:gd name="connsiteY34" fmla="*/ 985522 h 3830701"/>
              <a:gd name="connsiteX35" fmla="*/ 4568803 w 6933990"/>
              <a:gd name="connsiteY35" fmla="*/ 1150137 h 3830701"/>
              <a:gd name="connsiteX36" fmla="*/ 3794103 w 6933990"/>
              <a:gd name="connsiteY36" fmla="*/ 1187754 h 3830701"/>
              <a:gd name="connsiteX37" fmla="*/ 2833136 w 6933990"/>
              <a:gd name="connsiteY37" fmla="*/ 1368335 h 3830701"/>
              <a:gd name="connsiteX38" fmla="*/ 1991104 w 6933990"/>
              <a:gd name="connsiteY38" fmla="*/ 2283473 h 3830701"/>
              <a:gd name="connsiteX39" fmla="*/ 1398036 w 6933990"/>
              <a:gd name="connsiteY39" fmla="*/ 2786362 h 3830701"/>
              <a:gd name="connsiteX40" fmla="*/ 576414 w 6933990"/>
              <a:gd name="connsiteY40" fmla="*/ 3749596 h 3830701"/>
              <a:gd name="connsiteX41" fmla="*/ 103435 w 6933990"/>
              <a:gd name="connsiteY41" fmla="*/ 3772868 h 3830701"/>
              <a:gd name="connsiteX42" fmla="*/ 40339 w 6933990"/>
              <a:gd name="connsiteY42" fmla="*/ 2196689 h 3830701"/>
              <a:gd name="connsiteX43" fmla="*/ 21444 w 6933990"/>
              <a:gd name="connsiteY43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67454 w 6933990"/>
              <a:gd name="connsiteY3" fmla="*/ 3617585 h 3830701"/>
              <a:gd name="connsiteX4" fmla="*/ 1085605 w 6933990"/>
              <a:gd name="connsiteY4" fmla="*/ 2824831 h 3830701"/>
              <a:gd name="connsiteX5" fmla="*/ 1990378 w 6933990"/>
              <a:gd name="connsiteY5" fmla="*/ 1977027 h 3830701"/>
              <a:gd name="connsiteX6" fmla="*/ 2655114 w 6933990"/>
              <a:gd name="connsiteY6" fmla="*/ 1286825 h 3830701"/>
              <a:gd name="connsiteX7" fmla="*/ 3442736 w 6933990"/>
              <a:gd name="connsiteY7" fmla="*/ 714588 h 3830701"/>
              <a:gd name="connsiteX8" fmla="*/ 4839736 w 6933990"/>
              <a:gd name="connsiteY8" fmla="*/ 909322 h 3830701"/>
              <a:gd name="connsiteX9" fmla="*/ 5339269 w 6933990"/>
              <a:gd name="connsiteY9" fmla="*/ 274322 h 3830701"/>
              <a:gd name="connsiteX10" fmla="*/ 5904420 w 6933990"/>
              <a:gd name="connsiteY10" fmla="*/ 172768 h 3830701"/>
              <a:gd name="connsiteX11" fmla="*/ 6334103 w 6933990"/>
              <a:gd name="connsiteY11" fmla="*/ 428302 h 3830701"/>
              <a:gd name="connsiteX12" fmla="*/ 6495325 w 6933990"/>
              <a:gd name="connsiteY12" fmla="*/ 623187 h 3830701"/>
              <a:gd name="connsiteX13" fmla="*/ 6647725 w 6933990"/>
              <a:gd name="connsiteY13" fmla="*/ 703089 h 3830701"/>
              <a:gd name="connsiteX14" fmla="*/ 6762025 w 6933990"/>
              <a:gd name="connsiteY14" fmla="*/ 674034 h 3830701"/>
              <a:gd name="connsiteX15" fmla="*/ 6791303 w 6933990"/>
              <a:gd name="connsiteY15" fmla="*/ 529995 h 3830701"/>
              <a:gd name="connsiteX16" fmla="*/ 6762026 w 6933990"/>
              <a:gd name="connsiteY16" fmla="*/ 390745 h 3830701"/>
              <a:gd name="connsiteX17" fmla="*/ 6692177 w 6933990"/>
              <a:gd name="connsiteY17" fmla="*/ 303578 h 3830701"/>
              <a:gd name="connsiteX18" fmla="*/ 6647727 w 6933990"/>
              <a:gd name="connsiteY18" fmla="*/ 194620 h 3830701"/>
              <a:gd name="connsiteX19" fmla="*/ 6628677 w 6933990"/>
              <a:gd name="connsiteY19" fmla="*/ 27550 h 3830701"/>
              <a:gd name="connsiteX20" fmla="*/ 6774726 w 6933990"/>
              <a:gd name="connsiteY20" fmla="*/ 13025 h 3830701"/>
              <a:gd name="connsiteX21" fmla="*/ 6926769 w 6933990"/>
              <a:gd name="connsiteY21" fmla="*/ 26287 h 3830701"/>
              <a:gd name="connsiteX22" fmla="*/ 6908077 w 6933990"/>
              <a:gd name="connsiteY22" fmla="*/ 252730 h 3830701"/>
              <a:gd name="connsiteX23" fmla="*/ 6863627 w 6933990"/>
              <a:gd name="connsiteY23" fmla="*/ 405271 h 3830701"/>
              <a:gd name="connsiteX24" fmla="*/ 6850926 w 6933990"/>
              <a:gd name="connsiteY24" fmla="*/ 659506 h 3830701"/>
              <a:gd name="connsiteX25" fmla="*/ 6774726 w 6933990"/>
              <a:gd name="connsiteY25" fmla="*/ 775729 h 3830701"/>
              <a:gd name="connsiteX26" fmla="*/ 6664303 w 6933990"/>
              <a:gd name="connsiteY26" fmla="*/ 797321 h 3830701"/>
              <a:gd name="connsiteX27" fmla="*/ 6450518 w 6933990"/>
              <a:gd name="connsiteY27" fmla="*/ 712560 h 3830701"/>
              <a:gd name="connsiteX28" fmla="*/ 6184176 w 6933990"/>
              <a:gd name="connsiteY28" fmla="*/ 398005 h 3830701"/>
              <a:gd name="connsiteX29" fmla="*/ 5946753 w 6933990"/>
              <a:gd name="connsiteY29" fmla="*/ 276774 h 3830701"/>
              <a:gd name="connsiteX30" fmla="*/ 5622903 w 6933990"/>
              <a:gd name="connsiteY30" fmla="*/ 257389 h 3830701"/>
              <a:gd name="connsiteX31" fmla="*/ 5440869 w 6933990"/>
              <a:gd name="connsiteY31" fmla="*/ 333589 h 3830701"/>
              <a:gd name="connsiteX32" fmla="*/ 5322336 w 6933990"/>
              <a:gd name="connsiteY32" fmla="*/ 452121 h 3830701"/>
              <a:gd name="connsiteX33" fmla="*/ 5110669 w 6933990"/>
              <a:gd name="connsiteY33" fmla="*/ 833121 h 3830701"/>
              <a:gd name="connsiteX34" fmla="*/ 4932869 w 6933990"/>
              <a:gd name="connsiteY34" fmla="*/ 985522 h 3830701"/>
              <a:gd name="connsiteX35" fmla="*/ 4568803 w 6933990"/>
              <a:gd name="connsiteY35" fmla="*/ 1150137 h 3830701"/>
              <a:gd name="connsiteX36" fmla="*/ 3794103 w 6933990"/>
              <a:gd name="connsiteY36" fmla="*/ 1187754 h 3830701"/>
              <a:gd name="connsiteX37" fmla="*/ 2833136 w 6933990"/>
              <a:gd name="connsiteY37" fmla="*/ 1368335 h 3830701"/>
              <a:gd name="connsiteX38" fmla="*/ 1991104 w 6933990"/>
              <a:gd name="connsiteY38" fmla="*/ 2283473 h 3830701"/>
              <a:gd name="connsiteX39" fmla="*/ 1398036 w 6933990"/>
              <a:gd name="connsiteY39" fmla="*/ 2786362 h 3830701"/>
              <a:gd name="connsiteX40" fmla="*/ 576414 w 6933990"/>
              <a:gd name="connsiteY40" fmla="*/ 3749596 h 3830701"/>
              <a:gd name="connsiteX41" fmla="*/ 103435 w 6933990"/>
              <a:gd name="connsiteY41" fmla="*/ 3772868 h 3830701"/>
              <a:gd name="connsiteX42" fmla="*/ 40339 w 6933990"/>
              <a:gd name="connsiteY42" fmla="*/ 2196689 h 3830701"/>
              <a:gd name="connsiteX43" fmla="*/ 21444 w 6933990"/>
              <a:gd name="connsiteY43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67454 w 6933990"/>
              <a:gd name="connsiteY3" fmla="*/ 3617585 h 3830701"/>
              <a:gd name="connsiteX4" fmla="*/ 594715 w 6933990"/>
              <a:gd name="connsiteY4" fmla="*/ 3485458 h 3830701"/>
              <a:gd name="connsiteX5" fmla="*/ 1085605 w 6933990"/>
              <a:gd name="connsiteY5" fmla="*/ 2824831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1991104 w 6933990"/>
              <a:gd name="connsiteY39" fmla="*/ 2283473 h 3830701"/>
              <a:gd name="connsiteX40" fmla="*/ 1398036 w 6933990"/>
              <a:gd name="connsiteY40" fmla="*/ 2786362 h 3830701"/>
              <a:gd name="connsiteX41" fmla="*/ 576414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67454 w 6933990"/>
              <a:gd name="connsiteY3" fmla="*/ 3617585 h 3830701"/>
              <a:gd name="connsiteX4" fmla="*/ 594715 w 6933990"/>
              <a:gd name="connsiteY4" fmla="*/ 348545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1991104 w 6933990"/>
              <a:gd name="connsiteY39" fmla="*/ 2283473 h 3830701"/>
              <a:gd name="connsiteX40" fmla="*/ 1398036 w 6933990"/>
              <a:gd name="connsiteY40" fmla="*/ 2786362 h 3830701"/>
              <a:gd name="connsiteX41" fmla="*/ 576414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67454 w 6933990"/>
              <a:gd name="connsiteY3" fmla="*/ 3617585 h 3830701"/>
              <a:gd name="connsiteX4" fmla="*/ 594715 w 6933990"/>
              <a:gd name="connsiteY4" fmla="*/ 3540510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1991104 w 6933990"/>
              <a:gd name="connsiteY39" fmla="*/ 2283473 h 3830701"/>
              <a:gd name="connsiteX40" fmla="*/ 1398036 w 6933990"/>
              <a:gd name="connsiteY40" fmla="*/ 2786362 h 3830701"/>
              <a:gd name="connsiteX41" fmla="*/ 576414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67454 w 6933990"/>
              <a:gd name="connsiteY3" fmla="*/ 3617585 h 3830701"/>
              <a:gd name="connsiteX4" fmla="*/ 604341 w 6933990"/>
              <a:gd name="connsiteY4" fmla="*/ 3496467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1991104 w 6933990"/>
              <a:gd name="connsiteY39" fmla="*/ 2283473 h 3830701"/>
              <a:gd name="connsiteX40" fmla="*/ 1398036 w 6933990"/>
              <a:gd name="connsiteY40" fmla="*/ 2786362 h 3830701"/>
              <a:gd name="connsiteX41" fmla="*/ 576414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67454 w 6933990"/>
              <a:gd name="connsiteY3" fmla="*/ 361758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1991104 w 6933990"/>
              <a:gd name="connsiteY39" fmla="*/ 2283473 h 3830701"/>
              <a:gd name="connsiteX40" fmla="*/ 1398036 w 6933990"/>
              <a:gd name="connsiteY40" fmla="*/ 2786362 h 3830701"/>
              <a:gd name="connsiteX41" fmla="*/ 576414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67454 w 6933990"/>
              <a:gd name="connsiteY3" fmla="*/ 361758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1991104 w 6933990"/>
              <a:gd name="connsiteY39" fmla="*/ 2283473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48203 w 6933990"/>
              <a:gd name="connsiteY3" fmla="*/ 360657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1991104 w 6933990"/>
              <a:gd name="connsiteY39" fmla="*/ 2283473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1991104 w 6933990"/>
              <a:gd name="connsiteY39" fmla="*/ 2283473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1991104 w 6933990"/>
              <a:gd name="connsiteY39" fmla="*/ 2283473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1991104 w 6933990"/>
              <a:gd name="connsiteY39" fmla="*/ 2283473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1991104 w 6933990"/>
              <a:gd name="connsiteY39" fmla="*/ 2283473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1991104 w 6933990"/>
              <a:gd name="connsiteY39" fmla="*/ 2283473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1991104 w 6933990"/>
              <a:gd name="connsiteY39" fmla="*/ 2283473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1991104 w 6933990"/>
              <a:gd name="connsiteY39" fmla="*/ 2283473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1991104 w 6933990"/>
              <a:gd name="connsiteY39" fmla="*/ 2283473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2145108 w 6933990"/>
              <a:gd name="connsiteY39" fmla="*/ 2096295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2145108 w 6933990"/>
              <a:gd name="connsiteY39" fmla="*/ 2096295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2145108 w 6933990"/>
              <a:gd name="connsiteY39" fmla="*/ 2096295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2145108 w 6933990"/>
              <a:gd name="connsiteY39" fmla="*/ 2096295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2145108 w 6933990"/>
              <a:gd name="connsiteY39" fmla="*/ 2096295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2154733 w 6933990"/>
              <a:gd name="connsiteY39" fmla="*/ 2019221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46313 h 3830701"/>
              <a:gd name="connsiteX39" fmla="*/ 2154733 w 6933990"/>
              <a:gd name="connsiteY39" fmla="*/ 2019221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52387 w 6933990"/>
              <a:gd name="connsiteY38" fmla="*/ 1357324 h 3830701"/>
              <a:gd name="connsiteX39" fmla="*/ 2154733 w 6933990"/>
              <a:gd name="connsiteY39" fmla="*/ 2019221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3453418 w 6933990"/>
              <a:gd name="connsiteY38" fmla="*/ 986083 h 3830701"/>
              <a:gd name="connsiteX39" fmla="*/ 2852387 w 6933990"/>
              <a:gd name="connsiteY39" fmla="*/ 1357324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3463044 w 6933990"/>
              <a:gd name="connsiteY38" fmla="*/ 897999 h 3830701"/>
              <a:gd name="connsiteX39" fmla="*/ 2852387 w 6933990"/>
              <a:gd name="connsiteY39" fmla="*/ 1357324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851855 w 6933990"/>
              <a:gd name="connsiteY37" fmla="*/ 912494 h 3830701"/>
              <a:gd name="connsiteX38" fmla="*/ 3463044 w 6933990"/>
              <a:gd name="connsiteY38" fmla="*/ 897999 h 3830701"/>
              <a:gd name="connsiteX39" fmla="*/ 2852387 w 6933990"/>
              <a:gd name="connsiteY39" fmla="*/ 1357324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851855 w 6933990"/>
              <a:gd name="connsiteY37" fmla="*/ 912494 h 3830701"/>
              <a:gd name="connsiteX38" fmla="*/ 3463044 w 6933990"/>
              <a:gd name="connsiteY38" fmla="*/ 897999 h 3830701"/>
              <a:gd name="connsiteX39" fmla="*/ 2852387 w 6933990"/>
              <a:gd name="connsiteY39" fmla="*/ 1357324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88054 w 6933990"/>
              <a:gd name="connsiteY36" fmla="*/ 1051042 h 3830701"/>
              <a:gd name="connsiteX37" fmla="*/ 3851855 w 6933990"/>
              <a:gd name="connsiteY37" fmla="*/ 912494 h 3830701"/>
              <a:gd name="connsiteX38" fmla="*/ 3463044 w 6933990"/>
              <a:gd name="connsiteY38" fmla="*/ 897999 h 3830701"/>
              <a:gd name="connsiteX39" fmla="*/ 2852387 w 6933990"/>
              <a:gd name="connsiteY39" fmla="*/ 1357324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39927 w 6933990"/>
              <a:gd name="connsiteY36" fmla="*/ 1051042 h 3830701"/>
              <a:gd name="connsiteX37" fmla="*/ 3851855 w 6933990"/>
              <a:gd name="connsiteY37" fmla="*/ 912494 h 3830701"/>
              <a:gd name="connsiteX38" fmla="*/ 3463044 w 6933990"/>
              <a:gd name="connsiteY38" fmla="*/ 897999 h 3830701"/>
              <a:gd name="connsiteX39" fmla="*/ 2852387 w 6933990"/>
              <a:gd name="connsiteY39" fmla="*/ 1357324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20677 w 6933990"/>
              <a:gd name="connsiteY36" fmla="*/ 984980 h 3830701"/>
              <a:gd name="connsiteX37" fmla="*/ 3851855 w 6933990"/>
              <a:gd name="connsiteY37" fmla="*/ 912494 h 3830701"/>
              <a:gd name="connsiteX38" fmla="*/ 3463044 w 6933990"/>
              <a:gd name="connsiteY38" fmla="*/ 897999 h 3830701"/>
              <a:gd name="connsiteX39" fmla="*/ 2852387 w 6933990"/>
              <a:gd name="connsiteY39" fmla="*/ 1357324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20677 w 6933990"/>
              <a:gd name="connsiteY36" fmla="*/ 1018010 h 3830701"/>
              <a:gd name="connsiteX37" fmla="*/ 3851855 w 6933990"/>
              <a:gd name="connsiteY37" fmla="*/ 912494 h 3830701"/>
              <a:gd name="connsiteX38" fmla="*/ 3463044 w 6933990"/>
              <a:gd name="connsiteY38" fmla="*/ 897999 h 3830701"/>
              <a:gd name="connsiteX39" fmla="*/ 2852387 w 6933990"/>
              <a:gd name="connsiteY39" fmla="*/ 1357324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20677 w 6933990"/>
              <a:gd name="connsiteY36" fmla="*/ 1018010 h 3830701"/>
              <a:gd name="connsiteX37" fmla="*/ 3851855 w 6933990"/>
              <a:gd name="connsiteY37" fmla="*/ 912494 h 3830701"/>
              <a:gd name="connsiteX38" fmla="*/ 3463044 w 6933990"/>
              <a:gd name="connsiteY38" fmla="*/ 831937 h 3830701"/>
              <a:gd name="connsiteX39" fmla="*/ 2852387 w 6933990"/>
              <a:gd name="connsiteY39" fmla="*/ 1357324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20677 w 6933990"/>
              <a:gd name="connsiteY36" fmla="*/ 1018010 h 3830701"/>
              <a:gd name="connsiteX37" fmla="*/ 3851855 w 6933990"/>
              <a:gd name="connsiteY37" fmla="*/ 912494 h 3830701"/>
              <a:gd name="connsiteX38" fmla="*/ 3463044 w 6933990"/>
              <a:gd name="connsiteY38" fmla="*/ 831937 h 3830701"/>
              <a:gd name="connsiteX39" fmla="*/ 2852387 w 6933990"/>
              <a:gd name="connsiteY39" fmla="*/ 1357324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20677 w 6933990"/>
              <a:gd name="connsiteY36" fmla="*/ 1018010 h 3830701"/>
              <a:gd name="connsiteX37" fmla="*/ 3851855 w 6933990"/>
              <a:gd name="connsiteY37" fmla="*/ 857442 h 3830701"/>
              <a:gd name="connsiteX38" fmla="*/ 3463044 w 6933990"/>
              <a:gd name="connsiteY38" fmla="*/ 831937 h 3830701"/>
              <a:gd name="connsiteX39" fmla="*/ 2852387 w 6933990"/>
              <a:gd name="connsiteY39" fmla="*/ 1357324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20677 w 6933990"/>
              <a:gd name="connsiteY36" fmla="*/ 1018010 h 3830701"/>
              <a:gd name="connsiteX37" fmla="*/ 3851855 w 6933990"/>
              <a:gd name="connsiteY37" fmla="*/ 857442 h 3830701"/>
              <a:gd name="connsiteX38" fmla="*/ 3463044 w 6933990"/>
              <a:gd name="connsiteY38" fmla="*/ 831937 h 3830701"/>
              <a:gd name="connsiteX39" fmla="*/ 2794636 w 6933990"/>
              <a:gd name="connsiteY39" fmla="*/ 1368334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20677 w 6933990"/>
              <a:gd name="connsiteY36" fmla="*/ 1018010 h 3830701"/>
              <a:gd name="connsiteX37" fmla="*/ 3851855 w 6933990"/>
              <a:gd name="connsiteY37" fmla="*/ 857442 h 3830701"/>
              <a:gd name="connsiteX38" fmla="*/ 3463044 w 6933990"/>
              <a:gd name="connsiteY38" fmla="*/ 831937 h 3830701"/>
              <a:gd name="connsiteX39" fmla="*/ 2775386 w 6933990"/>
              <a:gd name="connsiteY39" fmla="*/ 1335303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20677 w 6933990"/>
              <a:gd name="connsiteY36" fmla="*/ 1018010 h 3830701"/>
              <a:gd name="connsiteX37" fmla="*/ 3851855 w 6933990"/>
              <a:gd name="connsiteY37" fmla="*/ 857442 h 3830701"/>
              <a:gd name="connsiteX38" fmla="*/ 3463044 w 6933990"/>
              <a:gd name="connsiteY38" fmla="*/ 831937 h 3830701"/>
              <a:gd name="connsiteX39" fmla="*/ 2794637 w 6933990"/>
              <a:gd name="connsiteY39" fmla="*/ 1280251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20677 w 6933990"/>
              <a:gd name="connsiteY36" fmla="*/ 1018010 h 3830701"/>
              <a:gd name="connsiteX37" fmla="*/ 3851855 w 6933990"/>
              <a:gd name="connsiteY37" fmla="*/ 857442 h 3830701"/>
              <a:gd name="connsiteX38" fmla="*/ 3463044 w 6933990"/>
              <a:gd name="connsiteY38" fmla="*/ 831937 h 3830701"/>
              <a:gd name="connsiteX39" fmla="*/ 2794637 w 6933990"/>
              <a:gd name="connsiteY39" fmla="*/ 1280251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20677 w 6933990"/>
              <a:gd name="connsiteY36" fmla="*/ 1018010 h 3830701"/>
              <a:gd name="connsiteX37" fmla="*/ 3851855 w 6933990"/>
              <a:gd name="connsiteY37" fmla="*/ 857442 h 3830701"/>
              <a:gd name="connsiteX38" fmla="*/ 3463044 w 6933990"/>
              <a:gd name="connsiteY38" fmla="*/ 831937 h 3830701"/>
              <a:gd name="connsiteX39" fmla="*/ 2794637 w 6933990"/>
              <a:gd name="connsiteY39" fmla="*/ 1280251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26238 w 6933990"/>
              <a:gd name="connsiteY7" fmla="*/ 1341877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20677 w 6933990"/>
              <a:gd name="connsiteY36" fmla="*/ 1018010 h 3830701"/>
              <a:gd name="connsiteX37" fmla="*/ 3851855 w 6933990"/>
              <a:gd name="connsiteY37" fmla="*/ 857442 h 3830701"/>
              <a:gd name="connsiteX38" fmla="*/ 3463044 w 6933990"/>
              <a:gd name="connsiteY38" fmla="*/ 831937 h 3830701"/>
              <a:gd name="connsiteX39" fmla="*/ 2794637 w 6933990"/>
              <a:gd name="connsiteY39" fmla="*/ 1280251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26238 w 6933990"/>
              <a:gd name="connsiteY7" fmla="*/ 1341877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20677 w 6933990"/>
              <a:gd name="connsiteY36" fmla="*/ 1018010 h 3830701"/>
              <a:gd name="connsiteX37" fmla="*/ 3851855 w 6933990"/>
              <a:gd name="connsiteY37" fmla="*/ 857442 h 3830701"/>
              <a:gd name="connsiteX38" fmla="*/ 3463044 w 6933990"/>
              <a:gd name="connsiteY38" fmla="*/ 831937 h 3830701"/>
              <a:gd name="connsiteX39" fmla="*/ 2794637 w 6933990"/>
              <a:gd name="connsiteY39" fmla="*/ 1280251 h 3830701"/>
              <a:gd name="connsiteX40" fmla="*/ 2116232 w 6933990"/>
              <a:gd name="connsiteY40" fmla="*/ 1975179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55005 h 3830701"/>
              <a:gd name="connsiteX7" fmla="*/ 2626238 w 6933990"/>
              <a:gd name="connsiteY7" fmla="*/ 1341877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20677 w 6933990"/>
              <a:gd name="connsiteY36" fmla="*/ 1018010 h 3830701"/>
              <a:gd name="connsiteX37" fmla="*/ 3851855 w 6933990"/>
              <a:gd name="connsiteY37" fmla="*/ 857442 h 3830701"/>
              <a:gd name="connsiteX38" fmla="*/ 3463044 w 6933990"/>
              <a:gd name="connsiteY38" fmla="*/ 831937 h 3830701"/>
              <a:gd name="connsiteX39" fmla="*/ 2794637 w 6933990"/>
              <a:gd name="connsiteY39" fmla="*/ 1280251 h 3830701"/>
              <a:gd name="connsiteX40" fmla="*/ 2116232 w 6933990"/>
              <a:gd name="connsiteY40" fmla="*/ 1975179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55005 h 3830701"/>
              <a:gd name="connsiteX7" fmla="*/ 2626238 w 6933990"/>
              <a:gd name="connsiteY7" fmla="*/ 1341877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20677 w 6933990"/>
              <a:gd name="connsiteY36" fmla="*/ 1018010 h 3830701"/>
              <a:gd name="connsiteX37" fmla="*/ 3851855 w 6933990"/>
              <a:gd name="connsiteY37" fmla="*/ 857442 h 3830701"/>
              <a:gd name="connsiteX38" fmla="*/ 3463044 w 6933990"/>
              <a:gd name="connsiteY38" fmla="*/ 831937 h 3830701"/>
              <a:gd name="connsiteX39" fmla="*/ 2794637 w 6933990"/>
              <a:gd name="connsiteY39" fmla="*/ 1324293 h 3830701"/>
              <a:gd name="connsiteX40" fmla="*/ 2116232 w 6933990"/>
              <a:gd name="connsiteY40" fmla="*/ 1975179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1507"/>
              <a:gd name="connsiteX1" fmla="*/ 189921 w 6933990"/>
              <a:gd name="connsiteY1" fmla="*/ 1661238 h 3831507"/>
              <a:gd name="connsiteX2" fmla="*/ 190456 w 6933990"/>
              <a:gd name="connsiteY2" fmla="*/ 2472496 h 3831507"/>
              <a:gd name="connsiteX3" fmla="*/ 209702 w 6933990"/>
              <a:gd name="connsiteY3" fmla="*/ 3584555 h 3831507"/>
              <a:gd name="connsiteX4" fmla="*/ 623591 w 6933990"/>
              <a:gd name="connsiteY4" fmla="*/ 3529498 h 3831507"/>
              <a:gd name="connsiteX5" fmla="*/ 1172232 w 6933990"/>
              <a:gd name="connsiteY5" fmla="*/ 2846852 h 3831507"/>
              <a:gd name="connsiteX6" fmla="*/ 1990378 w 6933990"/>
              <a:gd name="connsiteY6" fmla="*/ 1955005 h 3831507"/>
              <a:gd name="connsiteX7" fmla="*/ 2626238 w 6933990"/>
              <a:gd name="connsiteY7" fmla="*/ 1341877 h 3831507"/>
              <a:gd name="connsiteX8" fmla="*/ 3442736 w 6933990"/>
              <a:gd name="connsiteY8" fmla="*/ 714588 h 3831507"/>
              <a:gd name="connsiteX9" fmla="*/ 4839736 w 6933990"/>
              <a:gd name="connsiteY9" fmla="*/ 909322 h 3831507"/>
              <a:gd name="connsiteX10" fmla="*/ 5339269 w 6933990"/>
              <a:gd name="connsiteY10" fmla="*/ 274322 h 3831507"/>
              <a:gd name="connsiteX11" fmla="*/ 5904420 w 6933990"/>
              <a:gd name="connsiteY11" fmla="*/ 172768 h 3831507"/>
              <a:gd name="connsiteX12" fmla="*/ 6334103 w 6933990"/>
              <a:gd name="connsiteY12" fmla="*/ 428302 h 3831507"/>
              <a:gd name="connsiteX13" fmla="*/ 6495325 w 6933990"/>
              <a:gd name="connsiteY13" fmla="*/ 623187 h 3831507"/>
              <a:gd name="connsiteX14" fmla="*/ 6647725 w 6933990"/>
              <a:gd name="connsiteY14" fmla="*/ 703089 h 3831507"/>
              <a:gd name="connsiteX15" fmla="*/ 6762025 w 6933990"/>
              <a:gd name="connsiteY15" fmla="*/ 674034 h 3831507"/>
              <a:gd name="connsiteX16" fmla="*/ 6791303 w 6933990"/>
              <a:gd name="connsiteY16" fmla="*/ 529995 h 3831507"/>
              <a:gd name="connsiteX17" fmla="*/ 6762026 w 6933990"/>
              <a:gd name="connsiteY17" fmla="*/ 390745 h 3831507"/>
              <a:gd name="connsiteX18" fmla="*/ 6692177 w 6933990"/>
              <a:gd name="connsiteY18" fmla="*/ 303578 h 3831507"/>
              <a:gd name="connsiteX19" fmla="*/ 6647727 w 6933990"/>
              <a:gd name="connsiteY19" fmla="*/ 194620 h 3831507"/>
              <a:gd name="connsiteX20" fmla="*/ 6628677 w 6933990"/>
              <a:gd name="connsiteY20" fmla="*/ 27550 h 3831507"/>
              <a:gd name="connsiteX21" fmla="*/ 6774726 w 6933990"/>
              <a:gd name="connsiteY21" fmla="*/ 13025 h 3831507"/>
              <a:gd name="connsiteX22" fmla="*/ 6926769 w 6933990"/>
              <a:gd name="connsiteY22" fmla="*/ 26287 h 3831507"/>
              <a:gd name="connsiteX23" fmla="*/ 6908077 w 6933990"/>
              <a:gd name="connsiteY23" fmla="*/ 252730 h 3831507"/>
              <a:gd name="connsiteX24" fmla="*/ 6863627 w 6933990"/>
              <a:gd name="connsiteY24" fmla="*/ 405271 h 3831507"/>
              <a:gd name="connsiteX25" fmla="*/ 6850926 w 6933990"/>
              <a:gd name="connsiteY25" fmla="*/ 659506 h 3831507"/>
              <a:gd name="connsiteX26" fmla="*/ 6774726 w 6933990"/>
              <a:gd name="connsiteY26" fmla="*/ 775729 h 3831507"/>
              <a:gd name="connsiteX27" fmla="*/ 6664303 w 6933990"/>
              <a:gd name="connsiteY27" fmla="*/ 797321 h 3831507"/>
              <a:gd name="connsiteX28" fmla="*/ 6450518 w 6933990"/>
              <a:gd name="connsiteY28" fmla="*/ 712560 h 3831507"/>
              <a:gd name="connsiteX29" fmla="*/ 6184176 w 6933990"/>
              <a:gd name="connsiteY29" fmla="*/ 398005 h 3831507"/>
              <a:gd name="connsiteX30" fmla="*/ 5946753 w 6933990"/>
              <a:gd name="connsiteY30" fmla="*/ 276774 h 3831507"/>
              <a:gd name="connsiteX31" fmla="*/ 5622903 w 6933990"/>
              <a:gd name="connsiteY31" fmla="*/ 257389 h 3831507"/>
              <a:gd name="connsiteX32" fmla="*/ 5440869 w 6933990"/>
              <a:gd name="connsiteY32" fmla="*/ 333589 h 3831507"/>
              <a:gd name="connsiteX33" fmla="*/ 5322336 w 6933990"/>
              <a:gd name="connsiteY33" fmla="*/ 452121 h 3831507"/>
              <a:gd name="connsiteX34" fmla="*/ 5110669 w 6933990"/>
              <a:gd name="connsiteY34" fmla="*/ 833121 h 3831507"/>
              <a:gd name="connsiteX35" fmla="*/ 4932869 w 6933990"/>
              <a:gd name="connsiteY35" fmla="*/ 985522 h 3831507"/>
              <a:gd name="connsiteX36" fmla="*/ 4520677 w 6933990"/>
              <a:gd name="connsiteY36" fmla="*/ 1018010 h 3831507"/>
              <a:gd name="connsiteX37" fmla="*/ 3851855 w 6933990"/>
              <a:gd name="connsiteY37" fmla="*/ 857442 h 3831507"/>
              <a:gd name="connsiteX38" fmla="*/ 3463044 w 6933990"/>
              <a:gd name="connsiteY38" fmla="*/ 831937 h 3831507"/>
              <a:gd name="connsiteX39" fmla="*/ 2794637 w 6933990"/>
              <a:gd name="connsiteY39" fmla="*/ 1324293 h 3831507"/>
              <a:gd name="connsiteX40" fmla="*/ 2116232 w 6933990"/>
              <a:gd name="connsiteY40" fmla="*/ 1975179 h 3831507"/>
              <a:gd name="connsiteX41" fmla="*/ 1369160 w 6933990"/>
              <a:gd name="connsiteY41" fmla="*/ 2775352 h 3831507"/>
              <a:gd name="connsiteX42" fmla="*/ 643791 w 6933990"/>
              <a:gd name="connsiteY42" fmla="*/ 3749596 h 3831507"/>
              <a:gd name="connsiteX43" fmla="*/ 103435 w 6933990"/>
              <a:gd name="connsiteY43" fmla="*/ 3772868 h 3831507"/>
              <a:gd name="connsiteX44" fmla="*/ 40339 w 6933990"/>
              <a:gd name="connsiteY44" fmla="*/ 2196689 h 3831507"/>
              <a:gd name="connsiteX45" fmla="*/ 21444 w 6933990"/>
              <a:gd name="connsiteY45" fmla="*/ 1911636 h 3831507"/>
              <a:gd name="connsiteX0" fmla="*/ 21444 w 6933990"/>
              <a:gd name="connsiteY0" fmla="*/ 1911636 h 3831508"/>
              <a:gd name="connsiteX1" fmla="*/ 189921 w 6933990"/>
              <a:gd name="connsiteY1" fmla="*/ 1661238 h 3831508"/>
              <a:gd name="connsiteX2" fmla="*/ 190456 w 6933990"/>
              <a:gd name="connsiteY2" fmla="*/ 2472496 h 3831508"/>
              <a:gd name="connsiteX3" fmla="*/ 209702 w 6933990"/>
              <a:gd name="connsiteY3" fmla="*/ 3584555 h 3831508"/>
              <a:gd name="connsiteX4" fmla="*/ 623591 w 6933990"/>
              <a:gd name="connsiteY4" fmla="*/ 3529498 h 3831508"/>
              <a:gd name="connsiteX5" fmla="*/ 1172232 w 6933990"/>
              <a:gd name="connsiteY5" fmla="*/ 2846852 h 3831508"/>
              <a:gd name="connsiteX6" fmla="*/ 1990378 w 6933990"/>
              <a:gd name="connsiteY6" fmla="*/ 1955005 h 3831508"/>
              <a:gd name="connsiteX7" fmla="*/ 2626238 w 6933990"/>
              <a:gd name="connsiteY7" fmla="*/ 1341877 h 3831508"/>
              <a:gd name="connsiteX8" fmla="*/ 3471612 w 6933990"/>
              <a:gd name="connsiteY8" fmla="*/ 736610 h 3831508"/>
              <a:gd name="connsiteX9" fmla="*/ 4839736 w 6933990"/>
              <a:gd name="connsiteY9" fmla="*/ 909322 h 3831508"/>
              <a:gd name="connsiteX10" fmla="*/ 5339269 w 6933990"/>
              <a:gd name="connsiteY10" fmla="*/ 274322 h 3831508"/>
              <a:gd name="connsiteX11" fmla="*/ 5904420 w 6933990"/>
              <a:gd name="connsiteY11" fmla="*/ 172768 h 3831508"/>
              <a:gd name="connsiteX12" fmla="*/ 6334103 w 6933990"/>
              <a:gd name="connsiteY12" fmla="*/ 428302 h 3831508"/>
              <a:gd name="connsiteX13" fmla="*/ 6495325 w 6933990"/>
              <a:gd name="connsiteY13" fmla="*/ 623187 h 3831508"/>
              <a:gd name="connsiteX14" fmla="*/ 6647725 w 6933990"/>
              <a:gd name="connsiteY14" fmla="*/ 703089 h 3831508"/>
              <a:gd name="connsiteX15" fmla="*/ 6762025 w 6933990"/>
              <a:gd name="connsiteY15" fmla="*/ 674034 h 3831508"/>
              <a:gd name="connsiteX16" fmla="*/ 6791303 w 6933990"/>
              <a:gd name="connsiteY16" fmla="*/ 529995 h 3831508"/>
              <a:gd name="connsiteX17" fmla="*/ 6762026 w 6933990"/>
              <a:gd name="connsiteY17" fmla="*/ 390745 h 3831508"/>
              <a:gd name="connsiteX18" fmla="*/ 6692177 w 6933990"/>
              <a:gd name="connsiteY18" fmla="*/ 303578 h 3831508"/>
              <a:gd name="connsiteX19" fmla="*/ 6647727 w 6933990"/>
              <a:gd name="connsiteY19" fmla="*/ 194620 h 3831508"/>
              <a:gd name="connsiteX20" fmla="*/ 6628677 w 6933990"/>
              <a:gd name="connsiteY20" fmla="*/ 27550 h 3831508"/>
              <a:gd name="connsiteX21" fmla="*/ 6774726 w 6933990"/>
              <a:gd name="connsiteY21" fmla="*/ 13025 h 3831508"/>
              <a:gd name="connsiteX22" fmla="*/ 6926769 w 6933990"/>
              <a:gd name="connsiteY22" fmla="*/ 26287 h 3831508"/>
              <a:gd name="connsiteX23" fmla="*/ 6908077 w 6933990"/>
              <a:gd name="connsiteY23" fmla="*/ 252730 h 3831508"/>
              <a:gd name="connsiteX24" fmla="*/ 6863627 w 6933990"/>
              <a:gd name="connsiteY24" fmla="*/ 405271 h 3831508"/>
              <a:gd name="connsiteX25" fmla="*/ 6850926 w 6933990"/>
              <a:gd name="connsiteY25" fmla="*/ 659506 h 3831508"/>
              <a:gd name="connsiteX26" fmla="*/ 6774726 w 6933990"/>
              <a:gd name="connsiteY26" fmla="*/ 775729 h 3831508"/>
              <a:gd name="connsiteX27" fmla="*/ 6664303 w 6933990"/>
              <a:gd name="connsiteY27" fmla="*/ 797321 h 3831508"/>
              <a:gd name="connsiteX28" fmla="*/ 6450518 w 6933990"/>
              <a:gd name="connsiteY28" fmla="*/ 712560 h 3831508"/>
              <a:gd name="connsiteX29" fmla="*/ 6184176 w 6933990"/>
              <a:gd name="connsiteY29" fmla="*/ 398005 h 3831508"/>
              <a:gd name="connsiteX30" fmla="*/ 5946753 w 6933990"/>
              <a:gd name="connsiteY30" fmla="*/ 276774 h 3831508"/>
              <a:gd name="connsiteX31" fmla="*/ 5622903 w 6933990"/>
              <a:gd name="connsiteY31" fmla="*/ 257389 h 3831508"/>
              <a:gd name="connsiteX32" fmla="*/ 5440869 w 6933990"/>
              <a:gd name="connsiteY32" fmla="*/ 333589 h 3831508"/>
              <a:gd name="connsiteX33" fmla="*/ 5322336 w 6933990"/>
              <a:gd name="connsiteY33" fmla="*/ 452121 h 3831508"/>
              <a:gd name="connsiteX34" fmla="*/ 5110669 w 6933990"/>
              <a:gd name="connsiteY34" fmla="*/ 833121 h 3831508"/>
              <a:gd name="connsiteX35" fmla="*/ 4932869 w 6933990"/>
              <a:gd name="connsiteY35" fmla="*/ 985522 h 3831508"/>
              <a:gd name="connsiteX36" fmla="*/ 4520677 w 6933990"/>
              <a:gd name="connsiteY36" fmla="*/ 1018010 h 3831508"/>
              <a:gd name="connsiteX37" fmla="*/ 3851855 w 6933990"/>
              <a:gd name="connsiteY37" fmla="*/ 857442 h 3831508"/>
              <a:gd name="connsiteX38" fmla="*/ 3463044 w 6933990"/>
              <a:gd name="connsiteY38" fmla="*/ 831937 h 3831508"/>
              <a:gd name="connsiteX39" fmla="*/ 2794637 w 6933990"/>
              <a:gd name="connsiteY39" fmla="*/ 1324293 h 3831508"/>
              <a:gd name="connsiteX40" fmla="*/ 2116232 w 6933990"/>
              <a:gd name="connsiteY40" fmla="*/ 1975179 h 3831508"/>
              <a:gd name="connsiteX41" fmla="*/ 1369160 w 6933990"/>
              <a:gd name="connsiteY41" fmla="*/ 2775352 h 3831508"/>
              <a:gd name="connsiteX42" fmla="*/ 643791 w 6933990"/>
              <a:gd name="connsiteY42" fmla="*/ 3749596 h 3831508"/>
              <a:gd name="connsiteX43" fmla="*/ 103435 w 6933990"/>
              <a:gd name="connsiteY43" fmla="*/ 3772868 h 3831508"/>
              <a:gd name="connsiteX44" fmla="*/ 40339 w 6933990"/>
              <a:gd name="connsiteY44" fmla="*/ 2196689 h 3831508"/>
              <a:gd name="connsiteX45" fmla="*/ 21444 w 6933990"/>
              <a:gd name="connsiteY45" fmla="*/ 1911636 h 3831508"/>
              <a:gd name="connsiteX0" fmla="*/ 21444 w 6933990"/>
              <a:gd name="connsiteY0" fmla="*/ 1911636 h 3831508"/>
              <a:gd name="connsiteX1" fmla="*/ 189921 w 6933990"/>
              <a:gd name="connsiteY1" fmla="*/ 1661238 h 3831508"/>
              <a:gd name="connsiteX2" fmla="*/ 190456 w 6933990"/>
              <a:gd name="connsiteY2" fmla="*/ 2472496 h 3831508"/>
              <a:gd name="connsiteX3" fmla="*/ 209702 w 6933990"/>
              <a:gd name="connsiteY3" fmla="*/ 3584555 h 3831508"/>
              <a:gd name="connsiteX4" fmla="*/ 623591 w 6933990"/>
              <a:gd name="connsiteY4" fmla="*/ 3529498 h 3831508"/>
              <a:gd name="connsiteX5" fmla="*/ 1172232 w 6933990"/>
              <a:gd name="connsiteY5" fmla="*/ 2846852 h 3831508"/>
              <a:gd name="connsiteX6" fmla="*/ 1990378 w 6933990"/>
              <a:gd name="connsiteY6" fmla="*/ 1955005 h 3831508"/>
              <a:gd name="connsiteX7" fmla="*/ 2626238 w 6933990"/>
              <a:gd name="connsiteY7" fmla="*/ 1341877 h 3831508"/>
              <a:gd name="connsiteX8" fmla="*/ 3471612 w 6933990"/>
              <a:gd name="connsiteY8" fmla="*/ 736610 h 3831508"/>
              <a:gd name="connsiteX9" fmla="*/ 4839736 w 6933990"/>
              <a:gd name="connsiteY9" fmla="*/ 909322 h 3831508"/>
              <a:gd name="connsiteX10" fmla="*/ 5339269 w 6933990"/>
              <a:gd name="connsiteY10" fmla="*/ 274322 h 3831508"/>
              <a:gd name="connsiteX11" fmla="*/ 5904420 w 6933990"/>
              <a:gd name="connsiteY11" fmla="*/ 172768 h 3831508"/>
              <a:gd name="connsiteX12" fmla="*/ 6334103 w 6933990"/>
              <a:gd name="connsiteY12" fmla="*/ 428302 h 3831508"/>
              <a:gd name="connsiteX13" fmla="*/ 6495325 w 6933990"/>
              <a:gd name="connsiteY13" fmla="*/ 623187 h 3831508"/>
              <a:gd name="connsiteX14" fmla="*/ 6647725 w 6933990"/>
              <a:gd name="connsiteY14" fmla="*/ 703089 h 3831508"/>
              <a:gd name="connsiteX15" fmla="*/ 6762025 w 6933990"/>
              <a:gd name="connsiteY15" fmla="*/ 674034 h 3831508"/>
              <a:gd name="connsiteX16" fmla="*/ 6791303 w 6933990"/>
              <a:gd name="connsiteY16" fmla="*/ 529995 h 3831508"/>
              <a:gd name="connsiteX17" fmla="*/ 6762026 w 6933990"/>
              <a:gd name="connsiteY17" fmla="*/ 390745 h 3831508"/>
              <a:gd name="connsiteX18" fmla="*/ 6692177 w 6933990"/>
              <a:gd name="connsiteY18" fmla="*/ 303578 h 3831508"/>
              <a:gd name="connsiteX19" fmla="*/ 6647727 w 6933990"/>
              <a:gd name="connsiteY19" fmla="*/ 194620 h 3831508"/>
              <a:gd name="connsiteX20" fmla="*/ 6628677 w 6933990"/>
              <a:gd name="connsiteY20" fmla="*/ 27550 h 3831508"/>
              <a:gd name="connsiteX21" fmla="*/ 6774726 w 6933990"/>
              <a:gd name="connsiteY21" fmla="*/ 13025 h 3831508"/>
              <a:gd name="connsiteX22" fmla="*/ 6926769 w 6933990"/>
              <a:gd name="connsiteY22" fmla="*/ 26287 h 3831508"/>
              <a:gd name="connsiteX23" fmla="*/ 6908077 w 6933990"/>
              <a:gd name="connsiteY23" fmla="*/ 252730 h 3831508"/>
              <a:gd name="connsiteX24" fmla="*/ 6863627 w 6933990"/>
              <a:gd name="connsiteY24" fmla="*/ 405271 h 3831508"/>
              <a:gd name="connsiteX25" fmla="*/ 6850926 w 6933990"/>
              <a:gd name="connsiteY25" fmla="*/ 659506 h 3831508"/>
              <a:gd name="connsiteX26" fmla="*/ 6774726 w 6933990"/>
              <a:gd name="connsiteY26" fmla="*/ 775729 h 3831508"/>
              <a:gd name="connsiteX27" fmla="*/ 6664303 w 6933990"/>
              <a:gd name="connsiteY27" fmla="*/ 797321 h 3831508"/>
              <a:gd name="connsiteX28" fmla="*/ 6450518 w 6933990"/>
              <a:gd name="connsiteY28" fmla="*/ 712560 h 3831508"/>
              <a:gd name="connsiteX29" fmla="*/ 6184176 w 6933990"/>
              <a:gd name="connsiteY29" fmla="*/ 398005 h 3831508"/>
              <a:gd name="connsiteX30" fmla="*/ 5946753 w 6933990"/>
              <a:gd name="connsiteY30" fmla="*/ 276774 h 3831508"/>
              <a:gd name="connsiteX31" fmla="*/ 5622903 w 6933990"/>
              <a:gd name="connsiteY31" fmla="*/ 257389 h 3831508"/>
              <a:gd name="connsiteX32" fmla="*/ 5440869 w 6933990"/>
              <a:gd name="connsiteY32" fmla="*/ 333589 h 3831508"/>
              <a:gd name="connsiteX33" fmla="*/ 5322336 w 6933990"/>
              <a:gd name="connsiteY33" fmla="*/ 452121 h 3831508"/>
              <a:gd name="connsiteX34" fmla="*/ 5110669 w 6933990"/>
              <a:gd name="connsiteY34" fmla="*/ 833121 h 3831508"/>
              <a:gd name="connsiteX35" fmla="*/ 4932869 w 6933990"/>
              <a:gd name="connsiteY35" fmla="*/ 985522 h 3831508"/>
              <a:gd name="connsiteX36" fmla="*/ 4520677 w 6933990"/>
              <a:gd name="connsiteY36" fmla="*/ 1018010 h 3831508"/>
              <a:gd name="connsiteX37" fmla="*/ 3851855 w 6933990"/>
              <a:gd name="connsiteY37" fmla="*/ 857442 h 3831508"/>
              <a:gd name="connsiteX38" fmla="*/ 3463044 w 6933990"/>
              <a:gd name="connsiteY38" fmla="*/ 831937 h 3831508"/>
              <a:gd name="connsiteX39" fmla="*/ 2794637 w 6933990"/>
              <a:gd name="connsiteY39" fmla="*/ 1324293 h 3831508"/>
              <a:gd name="connsiteX40" fmla="*/ 2116232 w 6933990"/>
              <a:gd name="connsiteY40" fmla="*/ 1975179 h 3831508"/>
              <a:gd name="connsiteX41" fmla="*/ 1369160 w 6933990"/>
              <a:gd name="connsiteY41" fmla="*/ 2775352 h 3831508"/>
              <a:gd name="connsiteX42" fmla="*/ 643791 w 6933990"/>
              <a:gd name="connsiteY42" fmla="*/ 3749596 h 3831508"/>
              <a:gd name="connsiteX43" fmla="*/ 103435 w 6933990"/>
              <a:gd name="connsiteY43" fmla="*/ 3772868 h 3831508"/>
              <a:gd name="connsiteX44" fmla="*/ 40339 w 6933990"/>
              <a:gd name="connsiteY44" fmla="*/ 2196689 h 3831508"/>
              <a:gd name="connsiteX45" fmla="*/ 21444 w 6933990"/>
              <a:gd name="connsiteY45" fmla="*/ 1911636 h 3831508"/>
              <a:gd name="connsiteX0" fmla="*/ 21444 w 6933990"/>
              <a:gd name="connsiteY0" fmla="*/ 1911636 h 3831508"/>
              <a:gd name="connsiteX1" fmla="*/ 189921 w 6933990"/>
              <a:gd name="connsiteY1" fmla="*/ 1661238 h 3831508"/>
              <a:gd name="connsiteX2" fmla="*/ 190456 w 6933990"/>
              <a:gd name="connsiteY2" fmla="*/ 2472496 h 3831508"/>
              <a:gd name="connsiteX3" fmla="*/ 209702 w 6933990"/>
              <a:gd name="connsiteY3" fmla="*/ 3584555 h 3831508"/>
              <a:gd name="connsiteX4" fmla="*/ 623591 w 6933990"/>
              <a:gd name="connsiteY4" fmla="*/ 3562530 h 3831508"/>
              <a:gd name="connsiteX5" fmla="*/ 1172232 w 6933990"/>
              <a:gd name="connsiteY5" fmla="*/ 2846852 h 3831508"/>
              <a:gd name="connsiteX6" fmla="*/ 1990378 w 6933990"/>
              <a:gd name="connsiteY6" fmla="*/ 1955005 h 3831508"/>
              <a:gd name="connsiteX7" fmla="*/ 2626238 w 6933990"/>
              <a:gd name="connsiteY7" fmla="*/ 1341877 h 3831508"/>
              <a:gd name="connsiteX8" fmla="*/ 3471612 w 6933990"/>
              <a:gd name="connsiteY8" fmla="*/ 736610 h 3831508"/>
              <a:gd name="connsiteX9" fmla="*/ 4839736 w 6933990"/>
              <a:gd name="connsiteY9" fmla="*/ 909322 h 3831508"/>
              <a:gd name="connsiteX10" fmla="*/ 5339269 w 6933990"/>
              <a:gd name="connsiteY10" fmla="*/ 274322 h 3831508"/>
              <a:gd name="connsiteX11" fmla="*/ 5904420 w 6933990"/>
              <a:gd name="connsiteY11" fmla="*/ 172768 h 3831508"/>
              <a:gd name="connsiteX12" fmla="*/ 6334103 w 6933990"/>
              <a:gd name="connsiteY12" fmla="*/ 428302 h 3831508"/>
              <a:gd name="connsiteX13" fmla="*/ 6495325 w 6933990"/>
              <a:gd name="connsiteY13" fmla="*/ 623187 h 3831508"/>
              <a:gd name="connsiteX14" fmla="*/ 6647725 w 6933990"/>
              <a:gd name="connsiteY14" fmla="*/ 703089 h 3831508"/>
              <a:gd name="connsiteX15" fmla="*/ 6762025 w 6933990"/>
              <a:gd name="connsiteY15" fmla="*/ 674034 h 3831508"/>
              <a:gd name="connsiteX16" fmla="*/ 6791303 w 6933990"/>
              <a:gd name="connsiteY16" fmla="*/ 529995 h 3831508"/>
              <a:gd name="connsiteX17" fmla="*/ 6762026 w 6933990"/>
              <a:gd name="connsiteY17" fmla="*/ 390745 h 3831508"/>
              <a:gd name="connsiteX18" fmla="*/ 6692177 w 6933990"/>
              <a:gd name="connsiteY18" fmla="*/ 303578 h 3831508"/>
              <a:gd name="connsiteX19" fmla="*/ 6647727 w 6933990"/>
              <a:gd name="connsiteY19" fmla="*/ 194620 h 3831508"/>
              <a:gd name="connsiteX20" fmla="*/ 6628677 w 6933990"/>
              <a:gd name="connsiteY20" fmla="*/ 27550 h 3831508"/>
              <a:gd name="connsiteX21" fmla="*/ 6774726 w 6933990"/>
              <a:gd name="connsiteY21" fmla="*/ 13025 h 3831508"/>
              <a:gd name="connsiteX22" fmla="*/ 6926769 w 6933990"/>
              <a:gd name="connsiteY22" fmla="*/ 26287 h 3831508"/>
              <a:gd name="connsiteX23" fmla="*/ 6908077 w 6933990"/>
              <a:gd name="connsiteY23" fmla="*/ 252730 h 3831508"/>
              <a:gd name="connsiteX24" fmla="*/ 6863627 w 6933990"/>
              <a:gd name="connsiteY24" fmla="*/ 405271 h 3831508"/>
              <a:gd name="connsiteX25" fmla="*/ 6850926 w 6933990"/>
              <a:gd name="connsiteY25" fmla="*/ 659506 h 3831508"/>
              <a:gd name="connsiteX26" fmla="*/ 6774726 w 6933990"/>
              <a:gd name="connsiteY26" fmla="*/ 775729 h 3831508"/>
              <a:gd name="connsiteX27" fmla="*/ 6664303 w 6933990"/>
              <a:gd name="connsiteY27" fmla="*/ 797321 h 3831508"/>
              <a:gd name="connsiteX28" fmla="*/ 6450518 w 6933990"/>
              <a:gd name="connsiteY28" fmla="*/ 712560 h 3831508"/>
              <a:gd name="connsiteX29" fmla="*/ 6184176 w 6933990"/>
              <a:gd name="connsiteY29" fmla="*/ 398005 h 3831508"/>
              <a:gd name="connsiteX30" fmla="*/ 5946753 w 6933990"/>
              <a:gd name="connsiteY30" fmla="*/ 276774 h 3831508"/>
              <a:gd name="connsiteX31" fmla="*/ 5622903 w 6933990"/>
              <a:gd name="connsiteY31" fmla="*/ 257389 h 3831508"/>
              <a:gd name="connsiteX32" fmla="*/ 5440869 w 6933990"/>
              <a:gd name="connsiteY32" fmla="*/ 333589 h 3831508"/>
              <a:gd name="connsiteX33" fmla="*/ 5322336 w 6933990"/>
              <a:gd name="connsiteY33" fmla="*/ 452121 h 3831508"/>
              <a:gd name="connsiteX34" fmla="*/ 5110669 w 6933990"/>
              <a:gd name="connsiteY34" fmla="*/ 833121 h 3831508"/>
              <a:gd name="connsiteX35" fmla="*/ 4932869 w 6933990"/>
              <a:gd name="connsiteY35" fmla="*/ 985522 h 3831508"/>
              <a:gd name="connsiteX36" fmla="*/ 4520677 w 6933990"/>
              <a:gd name="connsiteY36" fmla="*/ 1018010 h 3831508"/>
              <a:gd name="connsiteX37" fmla="*/ 3851855 w 6933990"/>
              <a:gd name="connsiteY37" fmla="*/ 857442 h 3831508"/>
              <a:gd name="connsiteX38" fmla="*/ 3463044 w 6933990"/>
              <a:gd name="connsiteY38" fmla="*/ 831937 h 3831508"/>
              <a:gd name="connsiteX39" fmla="*/ 2794637 w 6933990"/>
              <a:gd name="connsiteY39" fmla="*/ 1324293 h 3831508"/>
              <a:gd name="connsiteX40" fmla="*/ 2116232 w 6933990"/>
              <a:gd name="connsiteY40" fmla="*/ 1975179 h 3831508"/>
              <a:gd name="connsiteX41" fmla="*/ 1369160 w 6933990"/>
              <a:gd name="connsiteY41" fmla="*/ 2775352 h 3831508"/>
              <a:gd name="connsiteX42" fmla="*/ 643791 w 6933990"/>
              <a:gd name="connsiteY42" fmla="*/ 3749596 h 3831508"/>
              <a:gd name="connsiteX43" fmla="*/ 103435 w 6933990"/>
              <a:gd name="connsiteY43" fmla="*/ 3772868 h 3831508"/>
              <a:gd name="connsiteX44" fmla="*/ 40339 w 6933990"/>
              <a:gd name="connsiteY44" fmla="*/ 2196689 h 3831508"/>
              <a:gd name="connsiteX45" fmla="*/ 21444 w 6933990"/>
              <a:gd name="connsiteY45" fmla="*/ 1911636 h 3831508"/>
              <a:gd name="connsiteX0" fmla="*/ 21444 w 6933990"/>
              <a:gd name="connsiteY0" fmla="*/ 1911636 h 3831508"/>
              <a:gd name="connsiteX1" fmla="*/ 189921 w 6933990"/>
              <a:gd name="connsiteY1" fmla="*/ 1661238 h 3831508"/>
              <a:gd name="connsiteX2" fmla="*/ 190456 w 6933990"/>
              <a:gd name="connsiteY2" fmla="*/ 2472496 h 3831508"/>
              <a:gd name="connsiteX3" fmla="*/ 209702 w 6933990"/>
              <a:gd name="connsiteY3" fmla="*/ 3584555 h 3831508"/>
              <a:gd name="connsiteX4" fmla="*/ 633216 w 6933990"/>
              <a:gd name="connsiteY4" fmla="*/ 3540509 h 3831508"/>
              <a:gd name="connsiteX5" fmla="*/ 1172232 w 6933990"/>
              <a:gd name="connsiteY5" fmla="*/ 2846852 h 3831508"/>
              <a:gd name="connsiteX6" fmla="*/ 1990378 w 6933990"/>
              <a:gd name="connsiteY6" fmla="*/ 1955005 h 3831508"/>
              <a:gd name="connsiteX7" fmla="*/ 2626238 w 6933990"/>
              <a:gd name="connsiteY7" fmla="*/ 1341877 h 3831508"/>
              <a:gd name="connsiteX8" fmla="*/ 3471612 w 6933990"/>
              <a:gd name="connsiteY8" fmla="*/ 736610 h 3831508"/>
              <a:gd name="connsiteX9" fmla="*/ 4839736 w 6933990"/>
              <a:gd name="connsiteY9" fmla="*/ 909322 h 3831508"/>
              <a:gd name="connsiteX10" fmla="*/ 5339269 w 6933990"/>
              <a:gd name="connsiteY10" fmla="*/ 274322 h 3831508"/>
              <a:gd name="connsiteX11" fmla="*/ 5904420 w 6933990"/>
              <a:gd name="connsiteY11" fmla="*/ 172768 h 3831508"/>
              <a:gd name="connsiteX12" fmla="*/ 6334103 w 6933990"/>
              <a:gd name="connsiteY12" fmla="*/ 428302 h 3831508"/>
              <a:gd name="connsiteX13" fmla="*/ 6495325 w 6933990"/>
              <a:gd name="connsiteY13" fmla="*/ 623187 h 3831508"/>
              <a:gd name="connsiteX14" fmla="*/ 6647725 w 6933990"/>
              <a:gd name="connsiteY14" fmla="*/ 703089 h 3831508"/>
              <a:gd name="connsiteX15" fmla="*/ 6762025 w 6933990"/>
              <a:gd name="connsiteY15" fmla="*/ 674034 h 3831508"/>
              <a:gd name="connsiteX16" fmla="*/ 6791303 w 6933990"/>
              <a:gd name="connsiteY16" fmla="*/ 529995 h 3831508"/>
              <a:gd name="connsiteX17" fmla="*/ 6762026 w 6933990"/>
              <a:gd name="connsiteY17" fmla="*/ 390745 h 3831508"/>
              <a:gd name="connsiteX18" fmla="*/ 6692177 w 6933990"/>
              <a:gd name="connsiteY18" fmla="*/ 303578 h 3831508"/>
              <a:gd name="connsiteX19" fmla="*/ 6647727 w 6933990"/>
              <a:gd name="connsiteY19" fmla="*/ 194620 h 3831508"/>
              <a:gd name="connsiteX20" fmla="*/ 6628677 w 6933990"/>
              <a:gd name="connsiteY20" fmla="*/ 27550 h 3831508"/>
              <a:gd name="connsiteX21" fmla="*/ 6774726 w 6933990"/>
              <a:gd name="connsiteY21" fmla="*/ 13025 h 3831508"/>
              <a:gd name="connsiteX22" fmla="*/ 6926769 w 6933990"/>
              <a:gd name="connsiteY22" fmla="*/ 26287 h 3831508"/>
              <a:gd name="connsiteX23" fmla="*/ 6908077 w 6933990"/>
              <a:gd name="connsiteY23" fmla="*/ 252730 h 3831508"/>
              <a:gd name="connsiteX24" fmla="*/ 6863627 w 6933990"/>
              <a:gd name="connsiteY24" fmla="*/ 405271 h 3831508"/>
              <a:gd name="connsiteX25" fmla="*/ 6850926 w 6933990"/>
              <a:gd name="connsiteY25" fmla="*/ 659506 h 3831508"/>
              <a:gd name="connsiteX26" fmla="*/ 6774726 w 6933990"/>
              <a:gd name="connsiteY26" fmla="*/ 775729 h 3831508"/>
              <a:gd name="connsiteX27" fmla="*/ 6664303 w 6933990"/>
              <a:gd name="connsiteY27" fmla="*/ 797321 h 3831508"/>
              <a:gd name="connsiteX28" fmla="*/ 6450518 w 6933990"/>
              <a:gd name="connsiteY28" fmla="*/ 712560 h 3831508"/>
              <a:gd name="connsiteX29" fmla="*/ 6184176 w 6933990"/>
              <a:gd name="connsiteY29" fmla="*/ 398005 h 3831508"/>
              <a:gd name="connsiteX30" fmla="*/ 5946753 w 6933990"/>
              <a:gd name="connsiteY30" fmla="*/ 276774 h 3831508"/>
              <a:gd name="connsiteX31" fmla="*/ 5622903 w 6933990"/>
              <a:gd name="connsiteY31" fmla="*/ 257389 h 3831508"/>
              <a:gd name="connsiteX32" fmla="*/ 5440869 w 6933990"/>
              <a:gd name="connsiteY32" fmla="*/ 333589 h 3831508"/>
              <a:gd name="connsiteX33" fmla="*/ 5322336 w 6933990"/>
              <a:gd name="connsiteY33" fmla="*/ 452121 h 3831508"/>
              <a:gd name="connsiteX34" fmla="*/ 5110669 w 6933990"/>
              <a:gd name="connsiteY34" fmla="*/ 833121 h 3831508"/>
              <a:gd name="connsiteX35" fmla="*/ 4932869 w 6933990"/>
              <a:gd name="connsiteY35" fmla="*/ 985522 h 3831508"/>
              <a:gd name="connsiteX36" fmla="*/ 4520677 w 6933990"/>
              <a:gd name="connsiteY36" fmla="*/ 1018010 h 3831508"/>
              <a:gd name="connsiteX37" fmla="*/ 3851855 w 6933990"/>
              <a:gd name="connsiteY37" fmla="*/ 857442 h 3831508"/>
              <a:gd name="connsiteX38" fmla="*/ 3463044 w 6933990"/>
              <a:gd name="connsiteY38" fmla="*/ 831937 h 3831508"/>
              <a:gd name="connsiteX39" fmla="*/ 2794637 w 6933990"/>
              <a:gd name="connsiteY39" fmla="*/ 1324293 h 3831508"/>
              <a:gd name="connsiteX40" fmla="*/ 2116232 w 6933990"/>
              <a:gd name="connsiteY40" fmla="*/ 1975179 h 3831508"/>
              <a:gd name="connsiteX41" fmla="*/ 1369160 w 6933990"/>
              <a:gd name="connsiteY41" fmla="*/ 2775352 h 3831508"/>
              <a:gd name="connsiteX42" fmla="*/ 643791 w 6933990"/>
              <a:gd name="connsiteY42" fmla="*/ 3749596 h 3831508"/>
              <a:gd name="connsiteX43" fmla="*/ 103435 w 6933990"/>
              <a:gd name="connsiteY43" fmla="*/ 3772868 h 3831508"/>
              <a:gd name="connsiteX44" fmla="*/ 40339 w 6933990"/>
              <a:gd name="connsiteY44" fmla="*/ 2196689 h 3831508"/>
              <a:gd name="connsiteX45" fmla="*/ 21444 w 6933990"/>
              <a:gd name="connsiteY45" fmla="*/ 1911636 h 3831508"/>
              <a:gd name="connsiteX0" fmla="*/ 21444 w 6933990"/>
              <a:gd name="connsiteY0" fmla="*/ 1911636 h 3831508"/>
              <a:gd name="connsiteX1" fmla="*/ 189921 w 6933990"/>
              <a:gd name="connsiteY1" fmla="*/ 1661238 h 3831508"/>
              <a:gd name="connsiteX2" fmla="*/ 190456 w 6933990"/>
              <a:gd name="connsiteY2" fmla="*/ 2472496 h 3831508"/>
              <a:gd name="connsiteX3" fmla="*/ 209702 w 6933990"/>
              <a:gd name="connsiteY3" fmla="*/ 3584555 h 3831508"/>
              <a:gd name="connsiteX4" fmla="*/ 633216 w 6933990"/>
              <a:gd name="connsiteY4" fmla="*/ 3540509 h 3831508"/>
              <a:gd name="connsiteX5" fmla="*/ 1172232 w 6933990"/>
              <a:gd name="connsiteY5" fmla="*/ 2846852 h 3831508"/>
              <a:gd name="connsiteX6" fmla="*/ 1990378 w 6933990"/>
              <a:gd name="connsiteY6" fmla="*/ 1955005 h 3831508"/>
              <a:gd name="connsiteX7" fmla="*/ 2626238 w 6933990"/>
              <a:gd name="connsiteY7" fmla="*/ 1341877 h 3831508"/>
              <a:gd name="connsiteX8" fmla="*/ 3471612 w 6933990"/>
              <a:gd name="connsiteY8" fmla="*/ 736610 h 3831508"/>
              <a:gd name="connsiteX9" fmla="*/ 4839736 w 6933990"/>
              <a:gd name="connsiteY9" fmla="*/ 909322 h 3831508"/>
              <a:gd name="connsiteX10" fmla="*/ 5339269 w 6933990"/>
              <a:gd name="connsiteY10" fmla="*/ 274322 h 3831508"/>
              <a:gd name="connsiteX11" fmla="*/ 5904420 w 6933990"/>
              <a:gd name="connsiteY11" fmla="*/ 172768 h 3831508"/>
              <a:gd name="connsiteX12" fmla="*/ 6334103 w 6933990"/>
              <a:gd name="connsiteY12" fmla="*/ 428302 h 3831508"/>
              <a:gd name="connsiteX13" fmla="*/ 6495325 w 6933990"/>
              <a:gd name="connsiteY13" fmla="*/ 623187 h 3831508"/>
              <a:gd name="connsiteX14" fmla="*/ 6647725 w 6933990"/>
              <a:gd name="connsiteY14" fmla="*/ 703089 h 3831508"/>
              <a:gd name="connsiteX15" fmla="*/ 6762025 w 6933990"/>
              <a:gd name="connsiteY15" fmla="*/ 674034 h 3831508"/>
              <a:gd name="connsiteX16" fmla="*/ 6791303 w 6933990"/>
              <a:gd name="connsiteY16" fmla="*/ 529995 h 3831508"/>
              <a:gd name="connsiteX17" fmla="*/ 6762026 w 6933990"/>
              <a:gd name="connsiteY17" fmla="*/ 390745 h 3831508"/>
              <a:gd name="connsiteX18" fmla="*/ 6692177 w 6933990"/>
              <a:gd name="connsiteY18" fmla="*/ 303578 h 3831508"/>
              <a:gd name="connsiteX19" fmla="*/ 6647727 w 6933990"/>
              <a:gd name="connsiteY19" fmla="*/ 194620 h 3831508"/>
              <a:gd name="connsiteX20" fmla="*/ 6628677 w 6933990"/>
              <a:gd name="connsiteY20" fmla="*/ 27550 h 3831508"/>
              <a:gd name="connsiteX21" fmla="*/ 6774726 w 6933990"/>
              <a:gd name="connsiteY21" fmla="*/ 13025 h 3831508"/>
              <a:gd name="connsiteX22" fmla="*/ 6926769 w 6933990"/>
              <a:gd name="connsiteY22" fmla="*/ 26287 h 3831508"/>
              <a:gd name="connsiteX23" fmla="*/ 6908077 w 6933990"/>
              <a:gd name="connsiteY23" fmla="*/ 252730 h 3831508"/>
              <a:gd name="connsiteX24" fmla="*/ 6863627 w 6933990"/>
              <a:gd name="connsiteY24" fmla="*/ 405271 h 3831508"/>
              <a:gd name="connsiteX25" fmla="*/ 6850926 w 6933990"/>
              <a:gd name="connsiteY25" fmla="*/ 659506 h 3831508"/>
              <a:gd name="connsiteX26" fmla="*/ 6774726 w 6933990"/>
              <a:gd name="connsiteY26" fmla="*/ 775729 h 3831508"/>
              <a:gd name="connsiteX27" fmla="*/ 6664303 w 6933990"/>
              <a:gd name="connsiteY27" fmla="*/ 797321 h 3831508"/>
              <a:gd name="connsiteX28" fmla="*/ 6450518 w 6933990"/>
              <a:gd name="connsiteY28" fmla="*/ 712560 h 3831508"/>
              <a:gd name="connsiteX29" fmla="*/ 6184176 w 6933990"/>
              <a:gd name="connsiteY29" fmla="*/ 398005 h 3831508"/>
              <a:gd name="connsiteX30" fmla="*/ 5946753 w 6933990"/>
              <a:gd name="connsiteY30" fmla="*/ 276774 h 3831508"/>
              <a:gd name="connsiteX31" fmla="*/ 5622903 w 6933990"/>
              <a:gd name="connsiteY31" fmla="*/ 257389 h 3831508"/>
              <a:gd name="connsiteX32" fmla="*/ 5440869 w 6933990"/>
              <a:gd name="connsiteY32" fmla="*/ 333589 h 3831508"/>
              <a:gd name="connsiteX33" fmla="*/ 5322336 w 6933990"/>
              <a:gd name="connsiteY33" fmla="*/ 452121 h 3831508"/>
              <a:gd name="connsiteX34" fmla="*/ 5110669 w 6933990"/>
              <a:gd name="connsiteY34" fmla="*/ 833121 h 3831508"/>
              <a:gd name="connsiteX35" fmla="*/ 4932869 w 6933990"/>
              <a:gd name="connsiteY35" fmla="*/ 985522 h 3831508"/>
              <a:gd name="connsiteX36" fmla="*/ 4520677 w 6933990"/>
              <a:gd name="connsiteY36" fmla="*/ 1018010 h 3831508"/>
              <a:gd name="connsiteX37" fmla="*/ 3851855 w 6933990"/>
              <a:gd name="connsiteY37" fmla="*/ 857442 h 3831508"/>
              <a:gd name="connsiteX38" fmla="*/ 3463044 w 6933990"/>
              <a:gd name="connsiteY38" fmla="*/ 831937 h 3831508"/>
              <a:gd name="connsiteX39" fmla="*/ 2794637 w 6933990"/>
              <a:gd name="connsiteY39" fmla="*/ 1324293 h 3831508"/>
              <a:gd name="connsiteX40" fmla="*/ 2116232 w 6933990"/>
              <a:gd name="connsiteY40" fmla="*/ 1975179 h 3831508"/>
              <a:gd name="connsiteX41" fmla="*/ 1369160 w 6933990"/>
              <a:gd name="connsiteY41" fmla="*/ 2775352 h 3831508"/>
              <a:gd name="connsiteX42" fmla="*/ 643791 w 6933990"/>
              <a:gd name="connsiteY42" fmla="*/ 3749596 h 3831508"/>
              <a:gd name="connsiteX43" fmla="*/ 103435 w 6933990"/>
              <a:gd name="connsiteY43" fmla="*/ 3772868 h 3831508"/>
              <a:gd name="connsiteX44" fmla="*/ 40339 w 6933990"/>
              <a:gd name="connsiteY44" fmla="*/ 2196689 h 3831508"/>
              <a:gd name="connsiteX45" fmla="*/ 21444 w 6933990"/>
              <a:gd name="connsiteY45" fmla="*/ 1911636 h 3831508"/>
              <a:gd name="connsiteX0" fmla="*/ 21444 w 6933990"/>
              <a:gd name="connsiteY0" fmla="*/ 1911636 h 3831508"/>
              <a:gd name="connsiteX1" fmla="*/ 189921 w 6933990"/>
              <a:gd name="connsiteY1" fmla="*/ 1661238 h 3831508"/>
              <a:gd name="connsiteX2" fmla="*/ 190456 w 6933990"/>
              <a:gd name="connsiteY2" fmla="*/ 2472496 h 3831508"/>
              <a:gd name="connsiteX3" fmla="*/ 209702 w 6933990"/>
              <a:gd name="connsiteY3" fmla="*/ 3584555 h 3831508"/>
              <a:gd name="connsiteX4" fmla="*/ 671717 w 6933990"/>
              <a:gd name="connsiteY4" fmla="*/ 3573541 h 3831508"/>
              <a:gd name="connsiteX5" fmla="*/ 1172232 w 6933990"/>
              <a:gd name="connsiteY5" fmla="*/ 2846852 h 3831508"/>
              <a:gd name="connsiteX6" fmla="*/ 1990378 w 6933990"/>
              <a:gd name="connsiteY6" fmla="*/ 1955005 h 3831508"/>
              <a:gd name="connsiteX7" fmla="*/ 2626238 w 6933990"/>
              <a:gd name="connsiteY7" fmla="*/ 1341877 h 3831508"/>
              <a:gd name="connsiteX8" fmla="*/ 3471612 w 6933990"/>
              <a:gd name="connsiteY8" fmla="*/ 736610 h 3831508"/>
              <a:gd name="connsiteX9" fmla="*/ 4839736 w 6933990"/>
              <a:gd name="connsiteY9" fmla="*/ 909322 h 3831508"/>
              <a:gd name="connsiteX10" fmla="*/ 5339269 w 6933990"/>
              <a:gd name="connsiteY10" fmla="*/ 274322 h 3831508"/>
              <a:gd name="connsiteX11" fmla="*/ 5904420 w 6933990"/>
              <a:gd name="connsiteY11" fmla="*/ 172768 h 3831508"/>
              <a:gd name="connsiteX12" fmla="*/ 6334103 w 6933990"/>
              <a:gd name="connsiteY12" fmla="*/ 428302 h 3831508"/>
              <a:gd name="connsiteX13" fmla="*/ 6495325 w 6933990"/>
              <a:gd name="connsiteY13" fmla="*/ 623187 h 3831508"/>
              <a:gd name="connsiteX14" fmla="*/ 6647725 w 6933990"/>
              <a:gd name="connsiteY14" fmla="*/ 703089 h 3831508"/>
              <a:gd name="connsiteX15" fmla="*/ 6762025 w 6933990"/>
              <a:gd name="connsiteY15" fmla="*/ 674034 h 3831508"/>
              <a:gd name="connsiteX16" fmla="*/ 6791303 w 6933990"/>
              <a:gd name="connsiteY16" fmla="*/ 529995 h 3831508"/>
              <a:gd name="connsiteX17" fmla="*/ 6762026 w 6933990"/>
              <a:gd name="connsiteY17" fmla="*/ 390745 h 3831508"/>
              <a:gd name="connsiteX18" fmla="*/ 6692177 w 6933990"/>
              <a:gd name="connsiteY18" fmla="*/ 303578 h 3831508"/>
              <a:gd name="connsiteX19" fmla="*/ 6647727 w 6933990"/>
              <a:gd name="connsiteY19" fmla="*/ 194620 h 3831508"/>
              <a:gd name="connsiteX20" fmla="*/ 6628677 w 6933990"/>
              <a:gd name="connsiteY20" fmla="*/ 27550 h 3831508"/>
              <a:gd name="connsiteX21" fmla="*/ 6774726 w 6933990"/>
              <a:gd name="connsiteY21" fmla="*/ 13025 h 3831508"/>
              <a:gd name="connsiteX22" fmla="*/ 6926769 w 6933990"/>
              <a:gd name="connsiteY22" fmla="*/ 26287 h 3831508"/>
              <a:gd name="connsiteX23" fmla="*/ 6908077 w 6933990"/>
              <a:gd name="connsiteY23" fmla="*/ 252730 h 3831508"/>
              <a:gd name="connsiteX24" fmla="*/ 6863627 w 6933990"/>
              <a:gd name="connsiteY24" fmla="*/ 405271 h 3831508"/>
              <a:gd name="connsiteX25" fmla="*/ 6850926 w 6933990"/>
              <a:gd name="connsiteY25" fmla="*/ 659506 h 3831508"/>
              <a:gd name="connsiteX26" fmla="*/ 6774726 w 6933990"/>
              <a:gd name="connsiteY26" fmla="*/ 775729 h 3831508"/>
              <a:gd name="connsiteX27" fmla="*/ 6664303 w 6933990"/>
              <a:gd name="connsiteY27" fmla="*/ 797321 h 3831508"/>
              <a:gd name="connsiteX28" fmla="*/ 6450518 w 6933990"/>
              <a:gd name="connsiteY28" fmla="*/ 712560 h 3831508"/>
              <a:gd name="connsiteX29" fmla="*/ 6184176 w 6933990"/>
              <a:gd name="connsiteY29" fmla="*/ 398005 h 3831508"/>
              <a:gd name="connsiteX30" fmla="*/ 5946753 w 6933990"/>
              <a:gd name="connsiteY30" fmla="*/ 276774 h 3831508"/>
              <a:gd name="connsiteX31" fmla="*/ 5622903 w 6933990"/>
              <a:gd name="connsiteY31" fmla="*/ 257389 h 3831508"/>
              <a:gd name="connsiteX32" fmla="*/ 5440869 w 6933990"/>
              <a:gd name="connsiteY32" fmla="*/ 333589 h 3831508"/>
              <a:gd name="connsiteX33" fmla="*/ 5322336 w 6933990"/>
              <a:gd name="connsiteY33" fmla="*/ 452121 h 3831508"/>
              <a:gd name="connsiteX34" fmla="*/ 5110669 w 6933990"/>
              <a:gd name="connsiteY34" fmla="*/ 833121 h 3831508"/>
              <a:gd name="connsiteX35" fmla="*/ 4932869 w 6933990"/>
              <a:gd name="connsiteY35" fmla="*/ 985522 h 3831508"/>
              <a:gd name="connsiteX36" fmla="*/ 4520677 w 6933990"/>
              <a:gd name="connsiteY36" fmla="*/ 1018010 h 3831508"/>
              <a:gd name="connsiteX37" fmla="*/ 3851855 w 6933990"/>
              <a:gd name="connsiteY37" fmla="*/ 857442 h 3831508"/>
              <a:gd name="connsiteX38" fmla="*/ 3463044 w 6933990"/>
              <a:gd name="connsiteY38" fmla="*/ 831937 h 3831508"/>
              <a:gd name="connsiteX39" fmla="*/ 2794637 w 6933990"/>
              <a:gd name="connsiteY39" fmla="*/ 1324293 h 3831508"/>
              <a:gd name="connsiteX40" fmla="*/ 2116232 w 6933990"/>
              <a:gd name="connsiteY40" fmla="*/ 1975179 h 3831508"/>
              <a:gd name="connsiteX41" fmla="*/ 1369160 w 6933990"/>
              <a:gd name="connsiteY41" fmla="*/ 2775352 h 3831508"/>
              <a:gd name="connsiteX42" fmla="*/ 643791 w 6933990"/>
              <a:gd name="connsiteY42" fmla="*/ 3749596 h 3831508"/>
              <a:gd name="connsiteX43" fmla="*/ 103435 w 6933990"/>
              <a:gd name="connsiteY43" fmla="*/ 3772868 h 3831508"/>
              <a:gd name="connsiteX44" fmla="*/ 40339 w 6933990"/>
              <a:gd name="connsiteY44" fmla="*/ 2196689 h 3831508"/>
              <a:gd name="connsiteX45" fmla="*/ 21444 w 6933990"/>
              <a:gd name="connsiteY45" fmla="*/ 1911636 h 3831508"/>
              <a:gd name="connsiteX0" fmla="*/ 21444 w 6933990"/>
              <a:gd name="connsiteY0" fmla="*/ 1911636 h 3831508"/>
              <a:gd name="connsiteX1" fmla="*/ 189921 w 6933990"/>
              <a:gd name="connsiteY1" fmla="*/ 1661238 h 3831508"/>
              <a:gd name="connsiteX2" fmla="*/ 190456 w 6933990"/>
              <a:gd name="connsiteY2" fmla="*/ 2472496 h 3831508"/>
              <a:gd name="connsiteX3" fmla="*/ 209702 w 6933990"/>
              <a:gd name="connsiteY3" fmla="*/ 3584555 h 3831508"/>
              <a:gd name="connsiteX4" fmla="*/ 671717 w 6933990"/>
              <a:gd name="connsiteY4" fmla="*/ 3573541 h 3831508"/>
              <a:gd name="connsiteX5" fmla="*/ 1172232 w 6933990"/>
              <a:gd name="connsiteY5" fmla="*/ 2846852 h 3831508"/>
              <a:gd name="connsiteX6" fmla="*/ 1990378 w 6933990"/>
              <a:gd name="connsiteY6" fmla="*/ 1955005 h 3831508"/>
              <a:gd name="connsiteX7" fmla="*/ 2626238 w 6933990"/>
              <a:gd name="connsiteY7" fmla="*/ 1341877 h 3831508"/>
              <a:gd name="connsiteX8" fmla="*/ 3471612 w 6933990"/>
              <a:gd name="connsiteY8" fmla="*/ 736610 h 3831508"/>
              <a:gd name="connsiteX9" fmla="*/ 4839736 w 6933990"/>
              <a:gd name="connsiteY9" fmla="*/ 909322 h 3831508"/>
              <a:gd name="connsiteX10" fmla="*/ 5339269 w 6933990"/>
              <a:gd name="connsiteY10" fmla="*/ 274322 h 3831508"/>
              <a:gd name="connsiteX11" fmla="*/ 5904420 w 6933990"/>
              <a:gd name="connsiteY11" fmla="*/ 172768 h 3831508"/>
              <a:gd name="connsiteX12" fmla="*/ 6334103 w 6933990"/>
              <a:gd name="connsiteY12" fmla="*/ 428302 h 3831508"/>
              <a:gd name="connsiteX13" fmla="*/ 6495325 w 6933990"/>
              <a:gd name="connsiteY13" fmla="*/ 623187 h 3831508"/>
              <a:gd name="connsiteX14" fmla="*/ 6647725 w 6933990"/>
              <a:gd name="connsiteY14" fmla="*/ 703089 h 3831508"/>
              <a:gd name="connsiteX15" fmla="*/ 6762025 w 6933990"/>
              <a:gd name="connsiteY15" fmla="*/ 674034 h 3831508"/>
              <a:gd name="connsiteX16" fmla="*/ 6791303 w 6933990"/>
              <a:gd name="connsiteY16" fmla="*/ 529995 h 3831508"/>
              <a:gd name="connsiteX17" fmla="*/ 6762026 w 6933990"/>
              <a:gd name="connsiteY17" fmla="*/ 390745 h 3831508"/>
              <a:gd name="connsiteX18" fmla="*/ 6692177 w 6933990"/>
              <a:gd name="connsiteY18" fmla="*/ 303578 h 3831508"/>
              <a:gd name="connsiteX19" fmla="*/ 6647727 w 6933990"/>
              <a:gd name="connsiteY19" fmla="*/ 194620 h 3831508"/>
              <a:gd name="connsiteX20" fmla="*/ 6628677 w 6933990"/>
              <a:gd name="connsiteY20" fmla="*/ 27550 h 3831508"/>
              <a:gd name="connsiteX21" fmla="*/ 6774726 w 6933990"/>
              <a:gd name="connsiteY21" fmla="*/ 13025 h 3831508"/>
              <a:gd name="connsiteX22" fmla="*/ 6926769 w 6933990"/>
              <a:gd name="connsiteY22" fmla="*/ 26287 h 3831508"/>
              <a:gd name="connsiteX23" fmla="*/ 6908077 w 6933990"/>
              <a:gd name="connsiteY23" fmla="*/ 252730 h 3831508"/>
              <a:gd name="connsiteX24" fmla="*/ 6863627 w 6933990"/>
              <a:gd name="connsiteY24" fmla="*/ 405271 h 3831508"/>
              <a:gd name="connsiteX25" fmla="*/ 6850926 w 6933990"/>
              <a:gd name="connsiteY25" fmla="*/ 659506 h 3831508"/>
              <a:gd name="connsiteX26" fmla="*/ 6774726 w 6933990"/>
              <a:gd name="connsiteY26" fmla="*/ 775729 h 3831508"/>
              <a:gd name="connsiteX27" fmla="*/ 6664303 w 6933990"/>
              <a:gd name="connsiteY27" fmla="*/ 797321 h 3831508"/>
              <a:gd name="connsiteX28" fmla="*/ 6450518 w 6933990"/>
              <a:gd name="connsiteY28" fmla="*/ 712560 h 3831508"/>
              <a:gd name="connsiteX29" fmla="*/ 6184176 w 6933990"/>
              <a:gd name="connsiteY29" fmla="*/ 398005 h 3831508"/>
              <a:gd name="connsiteX30" fmla="*/ 5946753 w 6933990"/>
              <a:gd name="connsiteY30" fmla="*/ 276774 h 3831508"/>
              <a:gd name="connsiteX31" fmla="*/ 5622903 w 6933990"/>
              <a:gd name="connsiteY31" fmla="*/ 257389 h 3831508"/>
              <a:gd name="connsiteX32" fmla="*/ 5440869 w 6933990"/>
              <a:gd name="connsiteY32" fmla="*/ 333589 h 3831508"/>
              <a:gd name="connsiteX33" fmla="*/ 5322336 w 6933990"/>
              <a:gd name="connsiteY33" fmla="*/ 452121 h 3831508"/>
              <a:gd name="connsiteX34" fmla="*/ 5110669 w 6933990"/>
              <a:gd name="connsiteY34" fmla="*/ 833121 h 3831508"/>
              <a:gd name="connsiteX35" fmla="*/ 4932869 w 6933990"/>
              <a:gd name="connsiteY35" fmla="*/ 985522 h 3831508"/>
              <a:gd name="connsiteX36" fmla="*/ 4520677 w 6933990"/>
              <a:gd name="connsiteY36" fmla="*/ 1018010 h 3831508"/>
              <a:gd name="connsiteX37" fmla="*/ 3851855 w 6933990"/>
              <a:gd name="connsiteY37" fmla="*/ 857442 h 3831508"/>
              <a:gd name="connsiteX38" fmla="*/ 3463044 w 6933990"/>
              <a:gd name="connsiteY38" fmla="*/ 831937 h 3831508"/>
              <a:gd name="connsiteX39" fmla="*/ 2794637 w 6933990"/>
              <a:gd name="connsiteY39" fmla="*/ 1324293 h 3831508"/>
              <a:gd name="connsiteX40" fmla="*/ 2116232 w 6933990"/>
              <a:gd name="connsiteY40" fmla="*/ 1975179 h 3831508"/>
              <a:gd name="connsiteX41" fmla="*/ 1369160 w 6933990"/>
              <a:gd name="connsiteY41" fmla="*/ 2775352 h 3831508"/>
              <a:gd name="connsiteX42" fmla="*/ 643791 w 6933990"/>
              <a:gd name="connsiteY42" fmla="*/ 3749596 h 3831508"/>
              <a:gd name="connsiteX43" fmla="*/ 103435 w 6933990"/>
              <a:gd name="connsiteY43" fmla="*/ 3772868 h 3831508"/>
              <a:gd name="connsiteX44" fmla="*/ 40339 w 6933990"/>
              <a:gd name="connsiteY44" fmla="*/ 2196689 h 3831508"/>
              <a:gd name="connsiteX45" fmla="*/ 21444 w 6933990"/>
              <a:gd name="connsiteY45" fmla="*/ 1911636 h 3831508"/>
              <a:gd name="connsiteX0" fmla="*/ 21444 w 6933990"/>
              <a:gd name="connsiteY0" fmla="*/ 1911636 h 3823459"/>
              <a:gd name="connsiteX1" fmla="*/ 189921 w 6933990"/>
              <a:gd name="connsiteY1" fmla="*/ 1661238 h 3823459"/>
              <a:gd name="connsiteX2" fmla="*/ 190456 w 6933990"/>
              <a:gd name="connsiteY2" fmla="*/ 2472496 h 3823459"/>
              <a:gd name="connsiteX3" fmla="*/ 209702 w 6933990"/>
              <a:gd name="connsiteY3" fmla="*/ 3584555 h 3823459"/>
              <a:gd name="connsiteX4" fmla="*/ 671717 w 6933990"/>
              <a:gd name="connsiteY4" fmla="*/ 3573541 h 3823459"/>
              <a:gd name="connsiteX5" fmla="*/ 1172232 w 6933990"/>
              <a:gd name="connsiteY5" fmla="*/ 2846852 h 3823459"/>
              <a:gd name="connsiteX6" fmla="*/ 1990378 w 6933990"/>
              <a:gd name="connsiteY6" fmla="*/ 1955005 h 3823459"/>
              <a:gd name="connsiteX7" fmla="*/ 2626238 w 6933990"/>
              <a:gd name="connsiteY7" fmla="*/ 1341877 h 3823459"/>
              <a:gd name="connsiteX8" fmla="*/ 3471612 w 6933990"/>
              <a:gd name="connsiteY8" fmla="*/ 736610 h 3823459"/>
              <a:gd name="connsiteX9" fmla="*/ 4839736 w 6933990"/>
              <a:gd name="connsiteY9" fmla="*/ 909322 h 3823459"/>
              <a:gd name="connsiteX10" fmla="*/ 5339269 w 6933990"/>
              <a:gd name="connsiteY10" fmla="*/ 274322 h 3823459"/>
              <a:gd name="connsiteX11" fmla="*/ 5904420 w 6933990"/>
              <a:gd name="connsiteY11" fmla="*/ 172768 h 3823459"/>
              <a:gd name="connsiteX12" fmla="*/ 6334103 w 6933990"/>
              <a:gd name="connsiteY12" fmla="*/ 428302 h 3823459"/>
              <a:gd name="connsiteX13" fmla="*/ 6495325 w 6933990"/>
              <a:gd name="connsiteY13" fmla="*/ 623187 h 3823459"/>
              <a:gd name="connsiteX14" fmla="*/ 6647725 w 6933990"/>
              <a:gd name="connsiteY14" fmla="*/ 703089 h 3823459"/>
              <a:gd name="connsiteX15" fmla="*/ 6762025 w 6933990"/>
              <a:gd name="connsiteY15" fmla="*/ 674034 h 3823459"/>
              <a:gd name="connsiteX16" fmla="*/ 6791303 w 6933990"/>
              <a:gd name="connsiteY16" fmla="*/ 529995 h 3823459"/>
              <a:gd name="connsiteX17" fmla="*/ 6762026 w 6933990"/>
              <a:gd name="connsiteY17" fmla="*/ 390745 h 3823459"/>
              <a:gd name="connsiteX18" fmla="*/ 6692177 w 6933990"/>
              <a:gd name="connsiteY18" fmla="*/ 303578 h 3823459"/>
              <a:gd name="connsiteX19" fmla="*/ 6647727 w 6933990"/>
              <a:gd name="connsiteY19" fmla="*/ 194620 h 3823459"/>
              <a:gd name="connsiteX20" fmla="*/ 6628677 w 6933990"/>
              <a:gd name="connsiteY20" fmla="*/ 27550 h 3823459"/>
              <a:gd name="connsiteX21" fmla="*/ 6774726 w 6933990"/>
              <a:gd name="connsiteY21" fmla="*/ 13025 h 3823459"/>
              <a:gd name="connsiteX22" fmla="*/ 6926769 w 6933990"/>
              <a:gd name="connsiteY22" fmla="*/ 26287 h 3823459"/>
              <a:gd name="connsiteX23" fmla="*/ 6908077 w 6933990"/>
              <a:gd name="connsiteY23" fmla="*/ 252730 h 3823459"/>
              <a:gd name="connsiteX24" fmla="*/ 6863627 w 6933990"/>
              <a:gd name="connsiteY24" fmla="*/ 405271 h 3823459"/>
              <a:gd name="connsiteX25" fmla="*/ 6850926 w 6933990"/>
              <a:gd name="connsiteY25" fmla="*/ 659506 h 3823459"/>
              <a:gd name="connsiteX26" fmla="*/ 6774726 w 6933990"/>
              <a:gd name="connsiteY26" fmla="*/ 775729 h 3823459"/>
              <a:gd name="connsiteX27" fmla="*/ 6664303 w 6933990"/>
              <a:gd name="connsiteY27" fmla="*/ 797321 h 3823459"/>
              <a:gd name="connsiteX28" fmla="*/ 6450518 w 6933990"/>
              <a:gd name="connsiteY28" fmla="*/ 712560 h 3823459"/>
              <a:gd name="connsiteX29" fmla="*/ 6184176 w 6933990"/>
              <a:gd name="connsiteY29" fmla="*/ 398005 h 3823459"/>
              <a:gd name="connsiteX30" fmla="*/ 5946753 w 6933990"/>
              <a:gd name="connsiteY30" fmla="*/ 276774 h 3823459"/>
              <a:gd name="connsiteX31" fmla="*/ 5622903 w 6933990"/>
              <a:gd name="connsiteY31" fmla="*/ 257389 h 3823459"/>
              <a:gd name="connsiteX32" fmla="*/ 5440869 w 6933990"/>
              <a:gd name="connsiteY32" fmla="*/ 333589 h 3823459"/>
              <a:gd name="connsiteX33" fmla="*/ 5322336 w 6933990"/>
              <a:gd name="connsiteY33" fmla="*/ 452121 h 3823459"/>
              <a:gd name="connsiteX34" fmla="*/ 5110669 w 6933990"/>
              <a:gd name="connsiteY34" fmla="*/ 833121 h 3823459"/>
              <a:gd name="connsiteX35" fmla="*/ 4932869 w 6933990"/>
              <a:gd name="connsiteY35" fmla="*/ 985522 h 3823459"/>
              <a:gd name="connsiteX36" fmla="*/ 4520677 w 6933990"/>
              <a:gd name="connsiteY36" fmla="*/ 1018010 h 3823459"/>
              <a:gd name="connsiteX37" fmla="*/ 3851855 w 6933990"/>
              <a:gd name="connsiteY37" fmla="*/ 857442 h 3823459"/>
              <a:gd name="connsiteX38" fmla="*/ 3463044 w 6933990"/>
              <a:gd name="connsiteY38" fmla="*/ 831937 h 3823459"/>
              <a:gd name="connsiteX39" fmla="*/ 2794637 w 6933990"/>
              <a:gd name="connsiteY39" fmla="*/ 1324293 h 3823459"/>
              <a:gd name="connsiteX40" fmla="*/ 2116232 w 6933990"/>
              <a:gd name="connsiteY40" fmla="*/ 1975179 h 3823459"/>
              <a:gd name="connsiteX41" fmla="*/ 1369160 w 6933990"/>
              <a:gd name="connsiteY41" fmla="*/ 2775352 h 3823459"/>
              <a:gd name="connsiteX42" fmla="*/ 643791 w 6933990"/>
              <a:gd name="connsiteY42" fmla="*/ 3749596 h 3823459"/>
              <a:gd name="connsiteX43" fmla="*/ 122686 w 6933990"/>
              <a:gd name="connsiteY43" fmla="*/ 3750846 h 3823459"/>
              <a:gd name="connsiteX44" fmla="*/ 40339 w 6933990"/>
              <a:gd name="connsiteY44" fmla="*/ 2196689 h 3823459"/>
              <a:gd name="connsiteX45" fmla="*/ 21444 w 6933990"/>
              <a:gd name="connsiteY45" fmla="*/ 1911636 h 3823459"/>
              <a:gd name="connsiteX0" fmla="*/ 21444 w 6933990"/>
              <a:gd name="connsiteY0" fmla="*/ 1911636 h 3904299"/>
              <a:gd name="connsiteX1" fmla="*/ 189921 w 6933990"/>
              <a:gd name="connsiteY1" fmla="*/ 1661238 h 3904299"/>
              <a:gd name="connsiteX2" fmla="*/ 190456 w 6933990"/>
              <a:gd name="connsiteY2" fmla="*/ 2472496 h 3904299"/>
              <a:gd name="connsiteX3" fmla="*/ 209702 w 6933990"/>
              <a:gd name="connsiteY3" fmla="*/ 3584555 h 3904299"/>
              <a:gd name="connsiteX4" fmla="*/ 671717 w 6933990"/>
              <a:gd name="connsiteY4" fmla="*/ 3573541 h 3904299"/>
              <a:gd name="connsiteX5" fmla="*/ 1172232 w 6933990"/>
              <a:gd name="connsiteY5" fmla="*/ 2846852 h 3904299"/>
              <a:gd name="connsiteX6" fmla="*/ 1990378 w 6933990"/>
              <a:gd name="connsiteY6" fmla="*/ 1955005 h 3904299"/>
              <a:gd name="connsiteX7" fmla="*/ 2626238 w 6933990"/>
              <a:gd name="connsiteY7" fmla="*/ 1341877 h 3904299"/>
              <a:gd name="connsiteX8" fmla="*/ 3471612 w 6933990"/>
              <a:gd name="connsiteY8" fmla="*/ 736610 h 3904299"/>
              <a:gd name="connsiteX9" fmla="*/ 4839736 w 6933990"/>
              <a:gd name="connsiteY9" fmla="*/ 909322 h 3904299"/>
              <a:gd name="connsiteX10" fmla="*/ 5339269 w 6933990"/>
              <a:gd name="connsiteY10" fmla="*/ 274322 h 3904299"/>
              <a:gd name="connsiteX11" fmla="*/ 5904420 w 6933990"/>
              <a:gd name="connsiteY11" fmla="*/ 172768 h 3904299"/>
              <a:gd name="connsiteX12" fmla="*/ 6334103 w 6933990"/>
              <a:gd name="connsiteY12" fmla="*/ 428302 h 3904299"/>
              <a:gd name="connsiteX13" fmla="*/ 6495325 w 6933990"/>
              <a:gd name="connsiteY13" fmla="*/ 623187 h 3904299"/>
              <a:gd name="connsiteX14" fmla="*/ 6647725 w 6933990"/>
              <a:gd name="connsiteY14" fmla="*/ 703089 h 3904299"/>
              <a:gd name="connsiteX15" fmla="*/ 6762025 w 6933990"/>
              <a:gd name="connsiteY15" fmla="*/ 674034 h 3904299"/>
              <a:gd name="connsiteX16" fmla="*/ 6791303 w 6933990"/>
              <a:gd name="connsiteY16" fmla="*/ 529995 h 3904299"/>
              <a:gd name="connsiteX17" fmla="*/ 6762026 w 6933990"/>
              <a:gd name="connsiteY17" fmla="*/ 390745 h 3904299"/>
              <a:gd name="connsiteX18" fmla="*/ 6692177 w 6933990"/>
              <a:gd name="connsiteY18" fmla="*/ 303578 h 3904299"/>
              <a:gd name="connsiteX19" fmla="*/ 6647727 w 6933990"/>
              <a:gd name="connsiteY19" fmla="*/ 194620 h 3904299"/>
              <a:gd name="connsiteX20" fmla="*/ 6628677 w 6933990"/>
              <a:gd name="connsiteY20" fmla="*/ 27550 h 3904299"/>
              <a:gd name="connsiteX21" fmla="*/ 6774726 w 6933990"/>
              <a:gd name="connsiteY21" fmla="*/ 13025 h 3904299"/>
              <a:gd name="connsiteX22" fmla="*/ 6926769 w 6933990"/>
              <a:gd name="connsiteY22" fmla="*/ 26287 h 3904299"/>
              <a:gd name="connsiteX23" fmla="*/ 6908077 w 6933990"/>
              <a:gd name="connsiteY23" fmla="*/ 252730 h 3904299"/>
              <a:gd name="connsiteX24" fmla="*/ 6863627 w 6933990"/>
              <a:gd name="connsiteY24" fmla="*/ 405271 h 3904299"/>
              <a:gd name="connsiteX25" fmla="*/ 6850926 w 6933990"/>
              <a:gd name="connsiteY25" fmla="*/ 659506 h 3904299"/>
              <a:gd name="connsiteX26" fmla="*/ 6774726 w 6933990"/>
              <a:gd name="connsiteY26" fmla="*/ 775729 h 3904299"/>
              <a:gd name="connsiteX27" fmla="*/ 6664303 w 6933990"/>
              <a:gd name="connsiteY27" fmla="*/ 797321 h 3904299"/>
              <a:gd name="connsiteX28" fmla="*/ 6450518 w 6933990"/>
              <a:gd name="connsiteY28" fmla="*/ 712560 h 3904299"/>
              <a:gd name="connsiteX29" fmla="*/ 6184176 w 6933990"/>
              <a:gd name="connsiteY29" fmla="*/ 398005 h 3904299"/>
              <a:gd name="connsiteX30" fmla="*/ 5946753 w 6933990"/>
              <a:gd name="connsiteY30" fmla="*/ 276774 h 3904299"/>
              <a:gd name="connsiteX31" fmla="*/ 5622903 w 6933990"/>
              <a:gd name="connsiteY31" fmla="*/ 257389 h 3904299"/>
              <a:gd name="connsiteX32" fmla="*/ 5440869 w 6933990"/>
              <a:gd name="connsiteY32" fmla="*/ 333589 h 3904299"/>
              <a:gd name="connsiteX33" fmla="*/ 5322336 w 6933990"/>
              <a:gd name="connsiteY33" fmla="*/ 452121 h 3904299"/>
              <a:gd name="connsiteX34" fmla="*/ 5110669 w 6933990"/>
              <a:gd name="connsiteY34" fmla="*/ 833121 h 3904299"/>
              <a:gd name="connsiteX35" fmla="*/ 4932869 w 6933990"/>
              <a:gd name="connsiteY35" fmla="*/ 985522 h 3904299"/>
              <a:gd name="connsiteX36" fmla="*/ 4520677 w 6933990"/>
              <a:gd name="connsiteY36" fmla="*/ 1018010 h 3904299"/>
              <a:gd name="connsiteX37" fmla="*/ 3851855 w 6933990"/>
              <a:gd name="connsiteY37" fmla="*/ 857442 h 3904299"/>
              <a:gd name="connsiteX38" fmla="*/ 3463044 w 6933990"/>
              <a:gd name="connsiteY38" fmla="*/ 831937 h 3904299"/>
              <a:gd name="connsiteX39" fmla="*/ 2794637 w 6933990"/>
              <a:gd name="connsiteY39" fmla="*/ 1324293 h 3904299"/>
              <a:gd name="connsiteX40" fmla="*/ 2116232 w 6933990"/>
              <a:gd name="connsiteY40" fmla="*/ 1975179 h 3904299"/>
              <a:gd name="connsiteX41" fmla="*/ 1369160 w 6933990"/>
              <a:gd name="connsiteY41" fmla="*/ 2775352 h 3904299"/>
              <a:gd name="connsiteX42" fmla="*/ 643791 w 6933990"/>
              <a:gd name="connsiteY42" fmla="*/ 3749596 h 3904299"/>
              <a:gd name="connsiteX43" fmla="*/ 122686 w 6933990"/>
              <a:gd name="connsiteY43" fmla="*/ 3750846 h 3904299"/>
              <a:gd name="connsiteX44" fmla="*/ 55700 w 6933990"/>
              <a:gd name="connsiteY44" fmla="*/ 2714723 h 3904299"/>
              <a:gd name="connsiteX45" fmla="*/ 40339 w 6933990"/>
              <a:gd name="connsiteY45" fmla="*/ 2196689 h 3904299"/>
              <a:gd name="connsiteX46" fmla="*/ 21444 w 6933990"/>
              <a:gd name="connsiteY46" fmla="*/ 1911636 h 3904299"/>
              <a:gd name="connsiteX0" fmla="*/ 21444 w 6933990"/>
              <a:gd name="connsiteY0" fmla="*/ 1911636 h 3853939"/>
              <a:gd name="connsiteX1" fmla="*/ 189921 w 6933990"/>
              <a:gd name="connsiteY1" fmla="*/ 1661238 h 3853939"/>
              <a:gd name="connsiteX2" fmla="*/ 190456 w 6933990"/>
              <a:gd name="connsiteY2" fmla="*/ 2472496 h 3853939"/>
              <a:gd name="connsiteX3" fmla="*/ 209702 w 6933990"/>
              <a:gd name="connsiteY3" fmla="*/ 3584555 h 3853939"/>
              <a:gd name="connsiteX4" fmla="*/ 671717 w 6933990"/>
              <a:gd name="connsiteY4" fmla="*/ 3573541 h 3853939"/>
              <a:gd name="connsiteX5" fmla="*/ 1172232 w 6933990"/>
              <a:gd name="connsiteY5" fmla="*/ 2846852 h 3853939"/>
              <a:gd name="connsiteX6" fmla="*/ 1990378 w 6933990"/>
              <a:gd name="connsiteY6" fmla="*/ 1955005 h 3853939"/>
              <a:gd name="connsiteX7" fmla="*/ 2626238 w 6933990"/>
              <a:gd name="connsiteY7" fmla="*/ 1341877 h 3853939"/>
              <a:gd name="connsiteX8" fmla="*/ 3471612 w 6933990"/>
              <a:gd name="connsiteY8" fmla="*/ 736610 h 3853939"/>
              <a:gd name="connsiteX9" fmla="*/ 4839736 w 6933990"/>
              <a:gd name="connsiteY9" fmla="*/ 909322 h 3853939"/>
              <a:gd name="connsiteX10" fmla="*/ 5339269 w 6933990"/>
              <a:gd name="connsiteY10" fmla="*/ 274322 h 3853939"/>
              <a:gd name="connsiteX11" fmla="*/ 5904420 w 6933990"/>
              <a:gd name="connsiteY11" fmla="*/ 172768 h 3853939"/>
              <a:gd name="connsiteX12" fmla="*/ 6334103 w 6933990"/>
              <a:gd name="connsiteY12" fmla="*/ 428302 h 3853939"/>
              <a:gd name="connsiteX13" fmla="*/ 6495325 w 6933990"/>
              <a:gd name="connsiteY13" fmla="*/ 623187 h 3853939"/>
              <a:gd name="connsiteX14" fmla="*/ 6647725 w 6933990"/>
              <a:gd name="connsiteY14" fmla="*/ 703089 h 3853939"/>
              <a:gd name="connsiteX15" fmla="*/ 6762025 w 6933990"/>
              <a:gd name="connsiteY15" fmla="*/ 674034 h 3853939"/>
              <a:gd name="connsiteX16" fmla="*/ 6791303 w 6933990"/>
              <a:gd name="connsiteY16" fmla="*/ 529995 h 3853939"/>
              <a:gd name="connsiteX17" fmla="*/ 6762026 w 6933990"/>
              <a:gd name="connsiteY17" fmla="*/ 390745 h 3853939"/>
              <a:gd name="connsiteX18" fmla="*/ 6692177 w 6933990"/>
              <a:gd name="connsiteY18" fmla="*/ 303578 h 3853939"/>
              <a:gd name="connsiteX19" fmla="*/ 6647727 w 6933990"/>
              <a:gd name="connsiteY19" fmla="*/ 194620 h 3853939"/>
              <a:gd name="connsiteX20" fmla="*/ 6628677 w 6933990"/>
              <a:gd name="connsiteY20" fmla="*/ 27550 h 3853939"/>
              <a:gd name="connsiteX21" fmla="*/ 6774726 w 6933990"/>
              <a:gd name="connsiteY21" fmla="*/ 13025 h 3853939"/>
              <a:gd name="connsiteX22" fmla="*/ 6926769 w 6933990"/>
              <a:gd name="connsiteY22" fmla="*/ 26287 h 3853939"/>
              <a:gd name="connsiteX23" fmla="*/ 6908077 w 6933990"/>
              <a:gd name="connsiteY23" fmla="*/ 252730 h 3853939"/>
              <a:gd name="connsiteX24" fmla="*/ 6863627 w 6933990"/>
              <a:gd name="connsiteY24" fmla="*/ 405271 h 3853939"/>
              <a:gd name="connsiteX25" fmla="*/ 6850926 w 6933990"/>
              <a:gd name="connsiteY25" fmla="*/ 659506 h 3853939"/>
              <a:gd name="connsiteX26" fmla="*/ 6774726 w 6933990"/>
              <a:gd name="connsiteY26" fmla="*/ 775729 h 3853939"/>
              <a:gd name="connsiteX27" fmla="*/ 6664303 w 6933990"/>
              <a:gd name="connsiteY27" fmla="*/ 797321 h 3853939"/>
              <a:gd name="connsiteX28" fmla="*/ 6450518 w 6933990"/>
              <a:gd name="connsiteY28" fmla="*/ 712560 h 3853939"/>
              <a:gd name="connsiteX29" fmla="*/ 6184176 w 6933990"/>
              <a:gd name="connsiteY29" fmla="*/ 398005 h 3853939"/>
              <a:gd name="connsiteX30" fmla="*/ 5946753 w 6933990"/>
              <a:gd name="connsiteY30" fmla="*/ 276774 h 3853939"/>
              <a:gd name="connsiteX31" fmla="*/ 5622903 w 6933990"/>
              <a:gd name="connsiteY31" fmla="*/ 257389 h 3853939"/>
              <a:gd name="connsiteX32" fmla="*/ 5440869 w 6933990"/>
              <a:gd name="connsiteY32" fmla="*/ 333589 h 3853939"/>
              <a:gd name="connsiteX33" fmla="*/ 5322336 w 6933990"/>
              <a:gd name="connsiteY33" fmla="*/ 452121 h 3853939"/>
              <a:gd name="connsiteX34" fmla="*/ 5110669 w 6933990"/>
              <a:gd name="connsiteY34" fmla="*/ 833121 h 3853939"/>
              <a:gd name="connsiteX35" fmla="*/ 4932869 w 6933990"/>
              <a:gd name="connsiteY35" fmla="*/ 985522 h 3853939"/>
              <a:gd name="connsiteX36" fmla="*/ 4520677 w 6933990"/>
              <a:gd name="connsiteY36" fmla="*/ 1018010 h 3853939"/>
              <a:gd name="connsiteX37" fmla="*/ 3851855 w 6933990"/>
              <a:gd name="connsiteY37" fmla="*/ 857442 h 3853939"/>
              <a:gd name="connsiteX38" fmla="*/ 3463044 w 6933990"/>
              <a:gd name="connsiteY38" fmla="*/ 831937 h 3853939"/>
              <a:gd name="connsiteX39" fmla="*/ 2794637 w 6933990"/>
              <a:gd name="connsiteY39" fmla="*/ 1324293 h 3853939"/>
              <a:gd name="connsiteX40" fmla="*/ 2116232 w 6933990"/>
              <a:gd name="connsiteY40" fmla="*/ 1975179 h 3853939"/>
              <a:gd name="connsiteX41" fmla="*/ 1369160 w 6933990"/>
              <a:gd name="connsiteY41" fmla="*/ 2775352 h 3853939"/>
              <a:gd name="connsiteX42" fmla="*/ 643791 w 6933990"/>
              <a:gd name="connsiteY42" fmla="*/ 3749596 h 3853939"/>
              <a:gd name="connsiteX43" fmla="*/ 122686 w 6933990"/>
              <a:gd name="connsiteY43" fmla="*/ 3750846 h 3853939"/>
              <a:gd name="connsiteX44" fmla="*/ 55700 w 6933990"/>
              <a:gd name="connsiteY44" fmla="*/ 2714723 h 3853939"/>
              <a:gd name="connsiteX45" fmla="*/ 40339 w 6933990"/>
              <a:gd name="connsiteY45" fmla="*/ 2196689 h 3853939"/>
              <a:gd name="connsiteX46" fmla="*/ 21444 w 6933990"/>
              <a:gd name="connsiteY46" fmla="*/ 1911636 h 3853939"/>
              <a:gd name="connsiteX0" fmla="*/ 21444 w 6933990"/>
              <a:gd name="connsiteY0" fmla="*/ 1911636 h 3839862"/>
              <a:gd name="connsiteX1" fmla="*/ 189921 w 6933990"/>
              <a:gd name="connsiteY1" fmla="*/ 1661238 h 3839862"/>
              <a:gd name="connsiteX2" fmla="*/ 190456 w 6933990"/>
              <a:gd name="connsiteY2" fmla="*/ 2472496 h 3839862"/>
              <a:gd name="connsiteX3" fmla="*/ 209702 w 6933990"/>
              <a:gd name="connsiteY3" fmla="*/ 3584555 h 3839862"/>
              <a:gd name="connsiteX4" fmla="*/ 671717 w 6933990"/>
              <a:gd name="connsiteY4" fmla="*/ 3573541 h 3839862"/>
              <a:gd name="connsiteX5" fmla="*/ 1172232 w 6933990"/>
              <a:gd name="connsiteY5" fmla="*/ 2846852 h 3839862"/>
              <a:gd name="connsiteX6" fmla="*/ 1990378 w 6933990"/>
              <a:gd name="connsiteY6" fmla="*/ 1955005 h 3839862"/>
              <a:gd name="connsiteX7" fmla="*/ 2626238 w 6933990"/>
              <a:gd name="connsiteY7" fmla="*/ 1341877 h 3839862"/>
              <a:gd name="connsiteX8" fmla="*/ 3471612 w 6933990"/>
              <a:gd name="connsiteY8" fmla="*/ 736610 h 3839862"/>
              <a:gd name="connsiteX9" fmla="*/ 4839736 w 6933990"/>
              <a:gd name="connsiteY9" fmla="*/ 909322 h 3839862"/>
              <a:gd name="connsiteX10" fmla="*/ 5339269 w 6933990"/>
              <a:gd name="connsiteY10" fmla="*/ 274322 h 3839862"/>
              <a:gd name="connsiteX11" fmla="*/ 5904420 w 6933990"/>
              <a:gd name="connsiteY11" fmla="*/ 172768 h 3839862"/>
              <a:gd name="connsiteX12" fmla="*/ 6334103 w 6933990"/>
              <a:gd name="connsiteY12" fmla="*/ 428302 h 3839862"/>
              <a:gd name="connsiteX13" fmla="*/ 6495325 w 6933990"/>
              <a:gd name="connsiteY13" fmla="*/ 623187 h 3839862"/>
              <a:gd name="connsiteX14" fmla="*/ 6647725 w 6933990"/>
              <a:gd name="connsiteY14" fmla="*/ 703089 h 3839862"/>
              <a:gd name="connsiteX15" fmla="*/ 6762025 w 6933990"/>
              <a:gd name="connsiteY15" fmla="*/ 674034 h 3839862"/>
              <a:gd name="connsiteX16" fmla="*/ 6791303 w 6933990"/>
              <a:gd name="connsiteY16" fmla="*/ 529995 h 3839862"/>
              <a:gd name="connsiteX17" fmla="*/ 6762026 w 6933990"/>
              <a:gd name="connsiteY17" fmla="*/ 390745 h 3839862"/>
              <a:gd name="connsiteX18" fmla="*/ 6692177 w 6933990"/>
              <a:gd name="connsiteY18" fmla="*/ 303578 h 3839862"/>
              <a:gd name="connsiteX19" fmla="*/ 6647727 w 6933990"/>
              <a:gd name="connsiteY19" fmla="*/ 194620 h 3839862"/>
              <a:gd name="connsiteX20" fmla="*/ 6628677 w 6933990"/>
              <a:gd name="connsiteY20" fmla="*/ 27550 h 3839862"/>
              <a:gd name="connsiteX21" fmla="*/ 6774726 w 6933990"/>
              <a:gd name="connsiteY21" fmla="*/ 13025 h 3839862"/>
              <a:gd name="connsiteX22" fmla="*/ 6926769 w 6933990"/>
              <a:gd name="connsiteY22" fmla="*/ 26287 h 3839862"/>
              <a:gd name="connsiteX23" fmla="*/ 6908077 w 6933990"/>
              <a:gd name="connsiteY23" fmla="*/ 252730 h 3839862"/>
              <a:gd name="connsiteX24" fmla="*/ 6863627 w 6933990"/>
              <a:gd name="connsiteY24" fmla="*/ 405271 h 3839862"/>
              <a:gd name="connsiteX25" fmla="*/ 6850926 w 6933990"/>
              <a:gd name="connsiteY25" fmla="*/ 659506 h 3839862"/>
              <a:gd name="connsiteX26" fmla="*/ 6774726 w 6933990"/>
              <a:gd name="connsiteY26" fmla="*/ 775729 h 3839862"/>
              <a:gd name="connsiteX27" fmla="*/ 6664303 w 6933990"/>
              <a:gd name="connsiteY27" fmla="*/ 797321 h 3839862"/>
              <a:gd name="connsiteX28" fmla="*/ 6450518 w 6933990"/>
              <a:gd name="connsiteY28" fmla="*/ 712560 h 3839862"/>
              <a:gd name="connsiteX29" fmla="*/ 6184176 w 6933990"/>
              <a:gd name="connsiteY29" fmla="*/ 398005 h 3839862"/>
              <a:gd name="connsiteX30" fmla="*/ 5946753 w 6933990"/>
              <a:gd name="connsiteY30" fmla="*/ 276774 h 3839862"/>
              <a:gd name="connsiteX31" fmla="*/ 5622903 w 6933990"/>
              <a:gd name="connsiteY31" fmla="*/ 257389 h 3839862"/>
              <a:gd name="connsiteX32" fmla="*/ 5440869 w 6933990"/>
              <a:gd name="connsiteY32" fmla="*/ 333589 h 3839862"/>
              <a:gd name="connsiteX33" fmla="*/ 5322336 w 6933990"/>
              <a:gd name="connsiteY33" fmla="*/ 452121 h 3839862"/>
              <a:gd name="connsiteX34" fmla="*/ 5110669 w 6933990"/>
              <a:gd name="connsiteY34" fmla="*/ 833121 h 3839862"/>
              <a:gd name="connsiteX35" fmla="*/ 4932869 w 6933990"/>
              <a:gd name="connsiteY35" fmla="*/ 985522 h 3839862"/>
              <a:gd name="connsiteX36" fmla="*/ 4520677 w 6933990"/>
              <a:gd name="connsiteY36" fmla="*/ 1018010 h 3839862"/>
              <a:gd name="connsiteX37" fmla="*/ 3851855 w 6933990"/>
              <a:gd name="connsiteY37" fmla="*/ 857442 h 3839862"/>
              <a:gd name="connsiteX38" fmla="*/ 3463044 w 6933990"/>
              <a:gd name="connsiteY38" fmla="*/ 831937 h 3839862"/>
              <a:gd name="connsiteX39" fmla="*/ 2794637 w 6933990"/>
              <a:gd name="connsiteY39" fmla="*/ 1324293 h 3839862"/>
              <a:gd name="connsiteX40" fmla="*/ 2116232 w 6933990"/>
              <a:gd name="connsiteY40" fmla="*/ 1975179 h 3839862"/>
              <a:gd name="connsiteX41" fmla="*/ 1369160 w 6933990"/>
              <a:gd name="connsiteY41" fmla="*/ 2775352 h 3839862"/>
              <a:gd name="connsiteX42" fmla="*/ 643791 w 6933990"/>
              <a:gd name="connsiteY42" fmla="*/ 3749596 h 3839862"/>
              <a:gd name="connsiteX43" fmla="*/ 122686 w 6933990"/>
              <a:gd name="connsiteY43" fmla="*/ 3750846 h 3839862"/>
              <a:gd name="connsiteX44" fmla="*/ 55700 w 6933990"/>
              <a:gd name="connsiteY44" fmla="*/ 2714723 h 3839862"/>
              <a:gd name="connsiteX45" fmla="*/ 40339 w 6933990"/>
              <a:gd name="connsiteY45" fmla="*/ 2196689 h 3839862"/>
              <a:gd name="connsiteX46" fmla="*/ 21444 w 6933990"/>
              <a:gd name="connsiteY46" fmla="*/ 1911636 h 3839862"/>
              <a:gd name="connsiteX0" fmla="*/ 21444 w 6933990"/>
              <a:gd name="connsiteY0" fmla="*/ 1911636 h 3812255"/>
              <a:gd name="connsiteX1" fmla="*/ 189921 w 6933990"/>
              <a:gd name="connsiteY1" fmla="*/ 1661238 h 3812255"/>
              <a:gd name="connsiteX2" fmla="*/ 190456 w 6933990"/>
              <a:gd name="connsiteY2" fmla="*/ 2472496 h 3812255"/>
              <a:gd name="connsiteX3" fmla="*/ 209702 w 6933990"/>
              <a:gd name="connsiteY3" fmla="*/ 3584555 h 3812255"/>
              <a:gd name="connsiteX4" fmla="*/ 671717 w 6933990"/>
              <a:gd name="connsiteY4" fmla="*/ 3573541 h 3812255"/>
              <a:gd name="connsiteX5" fmla="*/ 1172232 w 6933990"/>
              <a:gd name="connsiteY5" fmla="*/ 2846852 h 3812255"/>
              <a:gd name="connsiteX6" fmla="*/ 1990378 w 6933990"/>
              <a:gd name="connsiteY6" fmla="*/ 1955005 h 3812255"/>
              <a:gd name="connsiteX7" fmla="*/ 2626238 w 6933990"/>
              <a:gd name="connsiteY7" fmla="*/ 1341877 h 3812255"/>
              <a:gd name="connsiteX8" fmla="*/ 3471612 w 6933990"/>
              <a:gd name="connsiteY8" fmla="*/ 736610 h 3812255"/>
              <a:gd name="connsiteX9" fmla="*/ 4839736 w 6933990"/>
              <a:gd name="connsiteY9" fmla="*/ 909322 h 3812255"/>
              <a:gd name="connsiteX10" fmla="*/ 5339269 w 6933990"/>
              <a:gd name="connsiteY10" fmla="*/ 274322 h 3812255"/>
              <a:gd name="connsiteX11" fmla="*/ 5904420 w 6933990"/>
              <a:gd name="connsiteY11" fmla="*/ 172768 h 3812255"/>
              <a:gd name="connsiteX12" fmla="*/ 6334103 w 6933990"/>
              <a:gd name="connsiteY12" fmla="*/ 428302 h 3812255"/>
              <a:gd name="connsiteX13" fmla="*/ 6495325 w 6933990"/>
              <a:gd name="connsiteY13" fmla="*/ 623187 h 3812255"/>
              <a:gd name="connsiteX14" fmla="*/ 6647725 w 6933990"/>
              <a:gd name="connsiteY14" fmla="*/ 703089 h 3812255"/>
              <a:gd name="connsiteX15" fmla="*/ 6762025 w 6933990"/>
              <a:gd name="connsiteY15" fmla="*/ 674034 h 3812255"/>
              <a:gd name="connsiteX16" fmla="*/ 6791303 w 6933990"/>
              <a:gd name="connsiteY16" fmla="*/ 529995 h 3812255"/>
              <a:gd name="connsiteX17" fmla="*/ 6762026 w 6933990"/>
              <a:gd name="connsiteY17" fmla="*/ 390745 h 3812255"/>
              <a:gd name="connsiteX18" fmla="*/ 6692177 w 6933990"/>
              <a:gd name="connsiteY18" fmla="*/ 303578 h 3812255"/>
              <a:gd name="connsiteX19" fmla="*/ 6647727 w 6933990"/>
              <a:gd name="connsiteY19" fmla="*/ 194620 h 3812255"/>
              <a:gd name="connsiteX20" fmla="*/ 6628677 w 6933990"/>
              <a:gd name="connsiteY20" fmla="*/ 27550 h 3812255"/>
              <a:gd name="connsiteX21" fmla="*/ 6774726 w 6933990"/>
              <a:gd name="connsiteY21" fmla="*/ 13025 h 3812255"/>
              <a:gd name="connsiteX22" fmla="*/ 6926769 w 6933990"/>
              <a:gd name="connsiteY22" fmla="*/ 26287 h 3812255"/>
              <a:gd name="connsiteX23" fmla="*/ 6908077 w 6933990"/>
              <a:gd name="connsiteY23" fmla="*/ 252730 h 3812255"/>
              <a:gd name="connsiteX24" fmla="*/ 6863627 w 6933990"/>
              <a:gd name="connsiteY24" fmla="*/ 405271 h 3812255"/>
              <a:gd name="connsiteX25" fmla="*/ 6850926 w 6933990"/>
              <a:gd name="connsiteY25" fmla="*/ 659506 h 3812255"/>
              <a:gd name="connsiteX26" fmla="*/ 6774726 w 6933990"/>
              <a:gd name="connsiteY26" fmla="*/ 775729 h 3812255"/>
              <a:gd name="connsiteX27" fmla="*/ 6664303 w 6933990"/>
              <a:gd name="connsiteY27" fmla="*/ 797321 h 3812255"/>
              <a:gd name="connsiteX28" fmla="*/ 6450518 w 6933990"/>
              <a:gd name="connsiteY28" fmla="*/ 712560 h 3812255"/>
              <a:gd name="connsiteX29" fmla="*/ 6184176 w 6933990"/>
              <a:gd name="connsiteY29" fmla="*/ 398005 h 3812255"/>
              <a:gd name="connsiteX30" fmla="*/ 5946753 w 6933990"/>
              <a:gd name="connsiteY30" fmla="*/ 276774 h 3812255"/>
              <a:gd name="connsiteX31" fmla="*/ 5622903 w 6933990"/>
              <a:gd name="connsiteY31" fmla="*/ 257389 h 3812255"/>
              <a:gd name="connsiteX32" fmla="*/ 5440869 w 6933990"/>
              <a:gd name="connsiteY32" fmla="*/ 333589 h 3812255"/>
              <a:gd name="connsiteX33" fmla="*/ 5322336 w 6933990"/>
              <a:gd name="connsiteY33" fmla="*/ 452121 h 3812255"/>
              <a:gd name="connsiteX34" fmla="*/ 5110669 w 6933990"/>
              <a:gd name="connsiteY34" fmla="*/ 833121 h 3812255"/>
              <a:gd name="connsiteX35" fmla="*/ 4932869 w 6933990"/>
              <a:gd name="connsiteY35" fmla="*/ 985522 h 3812255"/>
              <a:gd name="connsiteX36" fmla="*/ 4520677 w 6933990"/>
              <a:gd name="connsiteY36" fmla="*/ 1018010 h 3812255"/>
              <a:gd name="connsiteX37" fmla="*/ 3851855 w 6933990"/>
              <a:gd name="connsiteY37" fmla="*/ 857442 h 3812255"/>
              <a:gd name="connsiteX38" fmla="*/ 3463044 w 6933990"/>
              <a:gd name="connsiteY38" fmla="*/ 831937 h 3812255"/>
              <a:gd name="connsiteX39" fmla="*/ 2794637 w 6933990"/>
              <a:gd name="connsiteY39" fmla="*/ 1324293 h 3812255"/>
              <a:gd name="connsiteX40" fmla="*/ 2116232 w 6933990"/>
              <a:gd name="connsiteY40" fmla="*/ 1975179 h 3812255"/>
              <a:gd name="connsiteX41" fmla="*/ 1369160 w 6933990"/>
              <a:gd name="connsiteY41" fmla="*/ 2775352 h 3812255"/>
              <a:gd name="connsiteX42" fmla="*/ 643791 w 6933990"/>
              <a:gd name="connsiteY42" fmla="*/ 3749596 h 3812255"/>
              <a:gd name="connsiteX43" fmla="*/ 122686 w 6933990"/>
              <a:gd name="connsiteY43" fmla="*/ 3750846 h 3812255"/>
              <a:gd name="connsiteX44" fmla="*/ 55700 w 6933990"/>
              <a:gd name="connsiteY44" fmla="*/ 2714723 h 3812255"/>
              <a:gd name="connsiteX45" fmla="*/ 40339 w 6933990"/>
              <a:gd name="connsiteY45" fmla="*/ 2196689 h 3812255"/>
              <a:gd name="connsiteX46" fmla="*/ 21444 w 6933990"/>
              <a:gd name="connsiteY46" fmla="*/ 1911636 h 3812255"/>
              <a:gd name="connsiteX0" fmla="*/ 21444 w 6933990"/>
              <a:gd name="connsiteY0" fmla="*/ 1911636 h 3812255"/>
              <a:gd name="connsiteX1" fmla="*/ 189921 w 6933990"/>
              <a:gd name="connsiteY1" fmla="*/ 1661238 h 3812255"/>
              <a:gd name="connsiteX2" fmla="*/ 190456 w 6933990"/>
              <a:gd name="connsiteY2" fmla="*/ 2802810 h 3812255"/>
              <a:gd name="connsiteX3" fmla="*/ 209702 w 6933990"/>
              <a:gd name="connsiteY3" fmla="*/ 3584555 h 3812255"/>
              <a:gd name="connsiteX4" fmla="*/ 671717 w 6933990"/>
              <a:gd name="connsiteY4" fmla="*/ 3573541 h 3812255"/>
              <a:gd name="connsiteX5" fmla="*/ 1172232 w 6933990"/>
              <a:gd name="connsiteY5" fmla="*/ 2846852 h 3812255"/>
              <a:gd name="connsiteX6" fmla="*/ 1990378 w 6933990"/>
              <a:gd name="connsiteY6" fmla="*/ 1955005 h 3812255"/>
              <a:gd name="connsiteX7" fmla="*/ 2626238 w 6933990"/>
              <a:gd name="connsiteY7" fmla="*/ 1341877 h 3812255"/>
              <a:gd name="connsiteX8" fmla="*/ 3471612 w 6933990"/>
              <a:gd name="connsiteY8" fmla="*/ 736610 h 3812255"/>
              <a:gd name="connsiteX9" fmla="*/ 4839736 w 6933990"/>
              <a:gd name="connsiteY9" fmla="*/ 909322 h 3812255"/>
              <a:gd name="connsiteX10" fmla="*/ 5339269 w 6933990"/>
              <a:gd name="connsiteY10" fmla="*/ 274322 h 3812255"/>
              <a:gd name="connsiteX11" fmla="*/ 5904420 w 6933990"/>
              <a:gd name="connsiteY11" fmla="*/ 172768 h 3812255"/>
              <a:gd name="connsiteX12" fmla="*/ 6334103 w 6933990"/>
              <a:gd name="connsiteY12" fmla="*/ 428302 h 3812255"/>
              <a:gd name="connsiteX13" fmla="*/ 6495325 w 6933990"/>
              <a:gd name="connsiteY13" fmla="*/ 623187 h 3812255"/>
              <a:gd name="connsiteX14" fmla="*/ 6647725 w 6933990"/>
              <a:gd name="connsiteY14" fmla="*/ 703089 h 3812255"/>
              <a:gd name="connsiteX15" fmla="*/ 6762025 w 6933990"/>
              <a:gd name="connsiteY15" fmla="*/ 674034 h 3812255"/>
              <a:gd name="connsiteX16" fmla="*/ 6791303 w 6933990"/>
              <a:gd name="connsiteY16" fmla="*/ 529995 h 3812255"/>
              <a:gd name="connsiteX17" fmla="*/ 6762026 w 6933990"/>
              <a:gd name="connsiteY17" fmla="*/ 390745 h 3812255"/>
              <a:gd name="connsiteX18" fmla="*/ 6692177 w 6933990"/>
              <a:gd name="connsiteY18" fmla="*/ 303578 h 3812255"/>
              <a:gd name="connsiteX19" fmla="*/ 6647727 w 6933990"/>
              <a:gd name="connsiteY19" fmla="*/ 194620 h 3812255"/>
              <a:gd name="connsiteX20" fmla="*/ 6628677 w 6933990"/>
              <a:gd name="connsiteY20" fmla="*/ 27550 h 3812255"/>
              <a:gd name="connsiteX21" fmla="*/ 6774726 w 6933990"/>
              <a:gd name="connsiteY21" fmla="*/ 13025 h 3812255"/>
              <a:gd name="connsiteX22" fmla="*/ 6926769 w 6933990"/>
              <a:gd name="connsiteY22" fmla="*/ 26287 h 3812255"/>
              <a:gd name="connsiteX23" fmla="*/ 6908077 w 6933990"/>
              <a:gd name="connsiteY23" fmla="*/ 252730 h 3812255"/>
              <a:gd name="connsiteX24" fmla="*/ 6863627 w 6933990"/>
              <a:gd name="connsiteY24" fmla="*/ 405271 h 3812255"/>
              <a:gd name="connsiteX25" fmla="*/ 6850926 w 6933990"/>
              <a:gd name="connsiteY25" fmla="*/ 659506 h 3812255"/>
              <a:gd name="connsiteX26" fmla="*/ 6774726 w 6933990"/>
              <a:gd name="connsiteY26" fmla="*/ 775729 h 3812255"/>
              <a:gd name="connsiteX27" fmla="*/ 6664303 w 6933990"/>
              <a:gd name="connsiteY27" fmla="*/ 797321 h 3812255"/>
              <a:gd name="connsiteX28" fmla="*/ 6450518 w 6933990"/>
              <a:gd name="connsiteY28" fmla="*/ 712560 h 3812255"/>
              <a:gd name="connsiteX29" fmla="*/ 6184176 w 6933990"/>
              <a:gd name="connsiteY29" fmla="*/ 398005 h 3812255"/>
              <a:gd name="connsiteX30" fmla="*/ 5946753 w 6933990"/>
              <a:gd name="connsiteY30" fmla="*/ 276774 h 3812255"/>
              <a:gd name="connsiteX31" fmla="*/ 5622903 w 6933990"/>
              <a:gd name="connsiteY31" fmla="*/ 257389 h 3812255"/>
              <a:gd name="connsiteX32" fmla="*/ 5440869 w 6933990"/>
              <a:gd name="connsiteY32" fmla="*/ 333589 h 3812255"/>
              <a:gd name="connsiteX33" fmla="*/ 5322336 w 6933990"/>
              <a:gd name="connsiteY33" fmla="*/ 452121 h 3812255"/>
              <a:gd name="connsiteX34" fmla="*/ 5110669 w 6933990"/>
              <a:gd name="connsiteY34" fmla="*/ 833121 h 3812255"/>
              <a:gd name="connsiteX35" fmla="*/ 4932869 w 6933990"/>
              <a:gd name="connsiteY35" fmla="*/ 985522 h 3812255"/>
              <a:gd name="connsiteX36" fmla="*/ 4520677 w 6933990"/>
              <a:gd name="connsiteY36" fmla="*/ 1018010 h 3812255"/>
              <a:gd name="connsiteX37" fmla="*/ 3851855 w 6933990"/>
              <a:gd name="connsiteY37" fmla="*/ 857442 h 3812255"/>
              <a:gd name="connsiteX38" fmla="*/ 3463044 w 6933990"/>
              <a:gd name="connsiteY38" fmla="*/ 831937 h 3812255"/>
              <a:gd name="connsiteX39" fmla="*/ 2794637 w 6933990"/>
              <a:gd name="connsiteY39" fmla="*/ 1324293 h 3812255"/>
              <a:gd name="connsiteX40" fmla="*/ 2116232 w 6933990"/>
              <a:gd name="connsiteY40" fmla="*/ 1975179 h 3812255"/>
              <a:gd name="connsiteX41" fmla="*/ 1369160 w 6933990"/>
              <a:gd name="connsiteY41" fmla="*/ 2775352 h 3812255"/>
              <a:gd name="connsiteX42" fmla="*/ 643791 w 6933990"/>
              <a:gd name="connsiteY42" fmla="*/ 3749596 h 3812255"/>
              <a:gd name="connsiteX43" fmla="*/ 122686 w 6933990"/>
              <a:gd name="connsiteY43" fmla="*/ 3750846 h 3812255"/>
              <a:gd name="connsiteX44" fmla="*/ 55700 w 6933990"/>
              <a:gd name="connsiteY44" fmla="*/ 2714723 h 3812255"/>
              <a:gd name="connsiteX45" fmla="*/ 40339 w 6933990"/>
              <a:gd name="connsiteY45" fmla="*/ 2196689 h 3812255"/>
              <a:gd name="connsiteX46" fmla="*/ 21444 w 6933990"/>
              <a:gd name="connsiteY46" fmla="*/ 1911636 h 3812255"/>
              <a:gd name="connsiteX0" fmla="*/ 3992 w 6916538"/>
              <a:gd name="connsiteY0" fmla="*/ 1911636 h 3812255"/>
              <a:gd name="connsiteX1" fmla="*/ 172469 w 6916538"/>
              <a:gd name="connsiteY1" fmla="*/ 1661238 h 3812255"/>
              <a:gd name="connsiteX2" fmla="*/ 173004 w 6916538"/>
              <a:gd name="connsiteY2" fmla="*/ 2802810 h 3812255"/>
              <a:gd name="connsiteX3" fmla="*/ 192250 w 6916538"/>
              <a:gd name="connsiteY3" fmla="*/ 3584555 h 3812255"/>
              <a:gd name="connsiteX4" fmla="*/ 654265 w 6916538"/>
              <a:gd name="connsiteY4" fmla="*/ 3573541 h 3812255"/>
              <a:gd name="connsiteX5" fmla="*/ 1154780 w 6916538"/>
              <a:gd name="connsiteY5" fmla="*/ 2846852 h 3812255"/>
              <a:gd name="connsiteX6" fmla="*/ 1972926 w 6916538"/>
              <a:gd name="connsiteY6" fmla="*/ 1955005 h 3812255"/>
              <a:gd name="connsiteX7" fmla="*/ 2608786 w 6916538"/>
              <a:gd name="connsiteY7" fmla="*/ 1341877 h 3812255"/>
              <a:gd name="connsiteX8" fmla="*/ 3454160 w 6916538"/>
              <a:gd name="connsiteY8" fmla="*/ 736610 h 3812255"/>
              <a:gd name="connsiteX9" fmla="*/ 4822284 w 6916538"/>
              <a:gd name="connsiteY9" fmla="*/ 909322 h 3812255"/>
              <a:gd name="connsiteX10" fmla="*/ 5321817 w 6916538"/>
              <a:gd name="connsiteY10" fmla="*/ 274322 h 3812255"/>
              <a:gd name="connsiteX11" fmla="*/ 5886968 w 6916538"/>
              <a:gd name="connsiteY11" fmla="*/ 172768 h 3812255"/>
              <a:gd name="connsiteX12" fmla="*/ 6316651 w 6916538"/>
              <a:gd name="connsiteY12" fmla="*/ 428302 h 3812255"/>
              <a:gd name="connsiteX13" fmla="*/ 6477873 w 6916538"/>
              <a:gd name="connsiteY13" fmla="*/ 623187 h 3812255"/>
              <a:gd name="connsiteX14" fmla="*/ 6630273 w 6916538"/>
              <a:gd name="connsiteY14" fmla="*/ 703089 h 3812255"/>
              <a:gd name="connsiteX15" fmla="*/ 6744573 w 6916538"/>
              <a:gd name="connsiteY15" fmla="*/ 674034 h 3812255"/>
              <a:gd name="connsiteX16" fmla="*/ 6773851 w 6916538"/>
              <a:gd name="connsiteY16" fmla="*/ 529995 h 3812255"/>
              <a:gd name="connsiteX17" fmla="*/ 6744574 w 6916538"/>
              <a:gd name="connsiteY17" fmla="*/ 390745 h 3812255"/>
              <a:gd name="connsiteX18" fmla="*/ 6674725 w 6916538"/>
              <a:gd name="connsiteY18" fmla="*/ 303578 h 3812255"/>
              <a:gd name="connsiteX19" fmla="*/ 6630275 w 6916538"/>
              <a:gd name="connsiteY19" fmla="*/ 194620 h 3812255"/>
              <a:gd name="connsiteX20" fmla="*/ 6611225 w 6916538"/>
              <a:gd name="connsiteY20" fmla="*/ 27550 h 3812255"/>
              <a:gd name="connsiteX21" fmla="*/ 6757274 w 6916538"/>
              <a:gd name="connsiteY21" fmla="*/ 13025 h 3812255"/>
              <a:gd name="connsiteX22" fmla="*/ 6909317 w 6916538"/>
              <a:gd name="connsiteY22" fmla="*/ 26287 h 3812255"/>
              <a:gd name="connsiteX23" fmla="*/ 6890625 w 6916538"/>
              <a:gd name="connsiteY23" fmla="*/ 252730 h 3812255"/>
              <a:gd name="connsiteX24" fmla="*/ 6846175 w 6916538"/>
              <a:gd name="connsiteY24" fmla="*/ 405271 h 3812255"/>
              <a:gd name="connsiteX25" fmla="*/ 6833474 w 6916538"/>
              <a:gd name="connsiteY25" fmla="*/ 659506 h 3812255"/>
              <a:gd name="connsiteX26" fmla="*/ 6757274 w 6916538"/>
              <a:gd name="connsiteY26" fmla="*/ 775729 h 3812255"/>
              <a:gd name="connsiteX27" fmla="*/ 6646851 w 6916538"/>
              <a:gd name="connsiteY27" fmla="*/ 797321 h 3812255"/>
              <a:gd name="connsiteX28" fmla="*/ 6433066 w 6916538"/>
              <a:gd name="connsiteY28" fmla="*/ 712560 h 3812255"/>
              <a:gd name="connsiteX29" fmla="*/ 6166724 w 6916538"/>
              <a:gd name="connsiteY29" fmla="*/ 398005 h 3812255"/>
              <a:gd name="connsiteX30" fmla="*/ 5929301 w 6916538"/>
              <a:gd name="connsiteY30" fmla="*/ 276774 h 3812255"/>
              <a:gd name="connsiteX31" fmla="*/ 5605451 w 6916538"/>
              <a:gd name="connsiteY31" fmla="*/ 257389 h 3812255"/>
              <a:gd name="connsiteX32" fmla="*/ 5423417 w 6916538"/>
              <a:gd name="connsiteY32" fmla="*/ 333589 h 3812255"/>
              <a:gd name="connsiteX33" fmla="*/ 5304884 w 6916538"/>
              <a:gd name="connsiteY33" fmla="*/ 452121 h 3812255"/>
              <a:gd name="connsiteX34" fmla="*/ 5093217 w 6916538"/>
              <a:gd name="connsiteY34" fmla="*/ 833121 h 3812255"/>
              <a:gd name="connsiteX35" fmla="*/ 4915417 w 6916538"/>
              <a:gd name="connsiteY35" fmla="*/ 985522 h 3812255"/>
              <a:gd name="connsiteX36" fmla="*/ 4503225 w 6916538"/>
              <a:gd name="connsiteY36" fmla="*/ 1018010 h 3812255"/>
              <a:gd name="connsiteX37" fmla="*/ 3834403 w 6916538"/>
              <a:gd name="connsiteY37" fmla="*/ 857442 h 3812255"/>
              <a:gd name="connsiteX38" fmla="*/ 3445592 w 6916538"/>
              <a:gd name="connsiteY38" fmla="*/ 831937 h 3812255"/>
              <a:gd name="connsiteX39" fmla="*/ 2777185 w 6916538"/>
              <a:gd name="connsiteY39" fmla="*/ 1324293 h 3812255"/>
              <a:gd name="connsiteX40" fmla="*/ 2098780 w 6916538"/>
              <a:gd name="connsiteY40" fmla="*/ 1975179 h 3812255"/>
              <a:gd name="connsiteX41" fmla="*/ 1351708 w 6916538"/>
              <a:gd name="connsiteY41" fmla="*/ 2775352 h 3812255"/>
              <a:gd name="connsiteX42" fmla="*/ 626339 w 6916538"/>
              <a:gd name="connsiteY42" fmla="*/ 3749596 h 3812255"/>
              <a:gd name="connsiteX43" fmla="*/ 105234 w 6916538"/>
              <a:gd name="connsiteY43" fmla="*/ 3750846 h 3812255"/>
              <a:gd name="connsiteX44" fmla="*/ 38248 w 6916538"/>
              <a:gd name="connsiteY44" fmla="*/ 2714723 h 3812255"/>
              <a:gd name="connsiteX45" fmla="*/ 51762 w 6916538"/>
              <a:gd name="connsiteY45" fmla="*/ 2383866 h 3812255"/>
              <a:gd name="connsiteX46" fmla="*/ 3992 w 6916538"/>
              <a:gd name="connsiteY46" fmla="*/ 1911636 h 3812255"/>
              <a:gd name="connsiteX0" fmla="*/ 47429 w 6882973"/>
              <a:gd name="connsiteY0" fmla="*/ 1911637 h 3812255"/>
              <a:gd name="connsiteX1" fmla="*/ 138904 w 6882973"/>
              <a:gd name="connsiteY1" fmla="*/ 1661238 h 3812255"/>
              <a:gd name="connsiteX2" fmla="*/ 139439 w 6882973"/>
              <a:gd name="connsiteY2" fmla="*/ 2802810 h 3812255"/>
              <a:gd name="connsiteX3" fmla="*/ 158685 w 6882973"/>
              <a:gd name="connsiteY3" fmla="*/ 3584555 h 3812255"/>
              <a:gd name="connsiteX4" fmla="*/ 620700 w 6882973"/>
              <a:gd name="connsiteY4" fmla="*/ 3573541 h 3812255"/>
              <a:gd name="connsiteX5" fmla="*/ 1121215 w 6882973"/>
              <a:gd name="connsiteY5" fmla="*/ 2846852 h 3812255"/>
              <a:gd name="connsiteX6" fmla="*/ 1939361 w 6882973"/>
              <a:gd name="connsiteY6" fmla="*/ 1955005 h 3812255"/>
              <a:gd name="connsiteX7" fmla="*/ 2575221 w 6882973"/>
              <a:gd name="connsiteY7" fmla="*/ 1341877 h 3812255"/>
              <a:gd name="connsiteX8" fmla="*/ 3420595 w 6882973"/>
              <a:gd name="connsiteY8" fmla="*/ 736610 h 3812255"/>
              <a:gd name="connsiteX9" fmla="*/ 4788719 w 6882973"/>
              <a:gd name="connsiteY9" fmla="*/ 909322 h 3812255"/>
              <a:gd name="connsiteX10" fmla="*/ 5288252 w 6882973"/>
              <a:gd name="connsiteY10" fmla="*/ 274322 h 3812255"/>
              <a:gd name="connsiteX11" fmla="*/ 5853403 w 6882973"/>
              <a:gd name="connsiteY11" fmla="*/ 172768 h 3812255"/>
              <a:gd name="connsiteX12" fmla="*/ 6283086 w 6882973"/>
              <a:gd name="connsiteY12" fmla="*/ 428302 h 3812255"/>
              <a:gd name="connsiteX13" fmla="*/ 6444308 w 6882973"/>
              <a:gd name="connsiteY13" fmla="*/ 623187 h 3812255"/>
              <a:gd name="connsiteX14" fmla="*/ 6596708 w 6882973"/>
              <a:gd name="connsiteY14" fmla="*/ 703089 h 3812255"/>
              <a:gd name="connsiteX15" fmla="*/ 6711008 w 6882973"/>
              <a:gd name="connsiteY15" fmla="*/ 674034 h 3812255"/>
              <a:gd name="connsiteX16" fmla="*/ 6740286 w 6882973"/>
              <a:gd name="connsiteY16" fmla="*/ 529995 h 3812255"/>
              <a:gd name="connsiteX17" fmla="*/ 6711009 w 6882973"/>
              <a:gd name="connsiteY17" fmla="*/ 390745 h 3812255"/>
              <a:gd name="connsiteX18" fmla="*/ 6641160 w 6882973"/>
              <a:gd name="connsiteY18" fmla="*/ 303578 h 3812255"/>
              <a:gd name="connsiteX19" fmla="*/ 6596710 w 6882973"/>
              <a:gd name="connsiteY19" fmla="*/ 194620 h 3812255"/>
              <a:gd name="connsiteX20" fmla="*/ 6577660 w 6882973"/>
              <a:gd name="connsiteY20" fmla="*/ 27550 h 3812255"/>
              <a:gd name="connsiteX21" fmla="*/ 6723709 w 6882973"/>
              <a:gd name="connsiteY21" fmla="*/ 13025 h 3812255"/>
              <a:gd name="connsiteX22" fmla="*/ 6875752 w 6882973"/>
              <a:gd name="connsiteY22" fmla="*/ 26287 h 3812255"/>
              <a:gd name="connsiteX23" fmla="*/ 6857060 w 6882973"/>
              <a:gd name="connsiteY23" fmla="*/ 252730 h 3812255"/>
              <a:gd name="connsiteX24" fmla="*/ 6812610 w 6882973"/>
              <a:gd name="connsiteY24" fmla="*/ 405271 h 3812255"/>
              <a:gd name="connsiteX25" fmla="*/ 6799909 w 6882973"/>
              <a:gd name="connsiteY25" fmla="*/ 659506 h 3812255"/>
              <a:gd name="connsiteX26" fmla="*/ 6723709 w 6882973"/>
              <a:gd name="connsiteY26" fmla="*/ 775729 h 3812255"/>
              <a:gd name="connsiteX27" fmla="*/ 6613286 w 6882973"/>
              <a:gd name="connsiteY27" fmla="*/ 797321 h 3812255"/>
              <a:gd name="connsiteX28" fmla="*/ 6399501 w 6882973"/>
              <a:gd name="connsiteY28" fmla="*/ 712560 h 3812255"/>
              <a:gd name="connsiteX29" fmla="*/ 6133159 w 6882973"/>
              <a:gd name="connsiteY29" fmla="*/ 398005 h 3812255"/>
              <a:gd name="connsiteX30" fmla="*/ 5895736 w 6882973"/>
              <a:gd name="connsiteY30" fmla="*/ 276774 h 3812255"/>
              <a:gd name="connsiteX31" fmla="*/ 5571886 w 6882973"/>
              <a:gd name="connsiteY31" fmla="*/ 257389 h 3812255"/>
              <a:gd name="connsiteX32" fmla="*/ 5389852 w 6882973"/>
              <a:gd name="connsiteY32" fmla="*/ 333589 h 3812255"/>
              <a:gd name="connsiteX33" fmla="*/ 5271319 w 6882973"/>
              <a:gd name="connsiteY33" fmla="*/ 452121 h 3812255"/>
              <a:gd name="connsiteX34" fmla="*/ 5059652 w 6882973"/>
              <a:gd name="connsiteY34" fmla="*/ 833121 h 3812255"/>
              <a:gd name="connsiteX35" fmla="*/ 4881852 w 6882973"/>
              <a:gd name="connsiteY35" fmla="*/ 985522 h 3812255"/>
              <a:gd name="connsiteX36" fmla="*/ 4469660 w 6882973"/>
              <a:gd name="connsiteY36" fmla="*/ 1018010 h 3812255"/>
              <a:gd name="connsiteX37" fmla="*/ 3800838 w 6882973"/>
              <a:gd name="connsiteY37" fmla="*/ 857442 h 3812255"/>
              <a:gd name="connsiteX38" fmla="*/ 3412027 w 6882973"/>
              <a:gd name="connsiteY38" fmla="*/ 831937 h 3812255"/>
              <a:gd name="connsiteX39" fmla="*/ 2743620 w 6882973"/>
              <a:gd name="connsiteY39" fmla="*/ 1324293 h 3812255"/>
              <a:gd name="connsiteX40" fmla="*/ 2065215 w 6882973"/>
              <a:gd name="connsiteY40" fmla="*/ 1975179 h 3812255"/>
              <a:gd name="connsiteX41" fmla="*/ 1318143 w 6882973"/>
              <a:gd name="connsiteY41" fmla="*/ 2775352 h 3812255"/>
              <a:gd name="connsiteX42" fmla="*/ 592774 w 6882973"/>
              <a:gd name="connsiteY42" fmla="*/ 3749596 h 3812255"/>
              <a:gd name="connsiteX43" fmla="*/ 71669 w 6882973"/>
              <a:gd name="connsiteY43" fmla="*/ 3750846 h 3812255"/>
              <a:gd name="connsiteX44" fmla="*/ 4683 w 6882973"/>
              <a:gd name="connsiteY44" fmla="*/ 2714723 h 3812255"/>
              <a:gd name="connsiteX45" fmla="*/ 18197 w 6882973"/>
              <a:gd name="connsiteY45" fmla="*/ 2383866 h 3812255"/>
              <a:gd name="connsiteX46" fmla="*/ 47429 w 6882973"/>
              <a:gd name="connsiteY46" fmla="*/ 1911637 h 3812255"/>
              <a:gd name="connsiteX0" fmla="*/ 47429 w 6882973"/>
              <a:gd name="connsiteY0" fmla="*/ 1911637 h 3812255"/>
              <a:gd name="connsiteX1" fmla="*/ 138904 w 6882973"/>
              <a:gd name="connsiteY1" fmla="*/ 1661238 h 3812255"/>
              <a:gd name="connsiteX2" fmla="*/ 139439 w 6882973"/>
              <a:gd name="connsiteY2" fmla="*/ 2802810 h 3812255"/>
              <a:gd name="connsiteX3" fmla="*/ 158685 w 6882973"/>
              <a:gd name="connsiteY3" fmla="*/ 3584555 h 3812255"/>
              <a:gd name="connsiteX4" fmla="*/ 620700 w 6882973"/>
              <a:gd name="connsiteY4" fmla="*/ 3573541 h 3812255"/>
              <a:gd name="connsiteX5" fmla="*/ 1121215 w 6882973"/>
              <a:gd name="connsiteY5" fmla="*/ 2846852 h 3812255"/>
              <a:gd name="connsiteX6" fmla="*/ 1939361 w 6882973"/>
              <a:gd name="connsiteY6" fmla="*/ 1955005 h 3812255"/>
              <a:gd name="connsiteX7" fmla="*/ 2575221 w 6882973"/>
              <a:gd name="connsiteY7" fmla="*/ 1341877 h 3812255"/>
              <a:gd name="connsiteX8" fmla="*/ 3420595 w 6882973"/>
              <a:gd name="connsiteY8" fmla="*/ 736610 h 3812255"/>
              <a:gd name="connsiteX9" fmla="*/ 4788719 w 6882973"/>
              <a:gd name="connsiteY9" fmla="*/ 909322 h 3812255"/>
              <a:gd name="connsiteX10" fmla="*/ 5288252 w 6882973"/>
              <a:gd name="connsiteY10" fmla="*/ 274322 h 3812255"/>
              <a:gd name="connsiteX11" fmla="*/ 5853403 w 6882973"/>
              <a:gd name="connsiteY11" fmla="*/ 172768 h 3812255"/>
              <a:gd name="connsiteX12" fmla="*/ 6283086 w 6882973"/>
              <a:gd name="connsiteY12" fmla="*/ 428302 h 3812255"/>
              <a:gd name="connsiteX13" fmla="*/ 6444308 w 6882973"/>
              <a:gd name="connsiteY13" fmla="*/ 623187 h 3812255"/>
              <a:gd name="connsiteX14" fmla="*/ 6596708 w 6882973"/>
              <a:gd name="connsiteY14" fmla="*/ 703089 h 3812255"/>
              <a:gd name="connsiteX15" fmla="*/ 6711008 w 6882973"/>
              <a:gd name="connsiteY15" fmla="*/ 674034 h 3812255"/>
              <a:gd name="connsiteX16" fmla="*/ 6740286 w 6882973"/>
              <a:gd name="connsiteY16" fmla="*/ 529995 h 3812255"/>
              <a:gd name="connsiteX17" fmla="*/ 6711009 w 6882973"/>
              <a:gd name="connsiteY17" fmla="*/ 390745 h 3812255"/>
              <a:gd name="connsiteX18" fmla="*/ 6641160 w 6882973"/>
              <a:gd name="connsiteY18" fmla="*/ 303578 h 3812255"/>
              <a:gd name="connsiteX19" fmla="*/ 6596710 w 6882973"/>
              <a:gd name="connsiteY19" fmla="*/ 194620 h 3812255"/>
              <a:gd name="connsiteX20" fmla="*/ 6577660 w 6882973"/>
              <a:gd name="connsiteY20" fmla="*/ 27550 h 3812255"/>
              <a:gd name="connsiteX21" fmla="*/ 6723709 w 6882973"/>
              <a:gd name="connsiteY21" fmla="*/ 13025 h 3812255"/>
              <a:gd name="connsiteX22" fmla="*/ 6875752 w 6882973"/>
              <a:gd name="connsiteY22" fmla="*/ 26287 h 3812255"/>
              <a:gd name="connsiteX23" fmla="*/ 6857060 w 6882973"/>
              <a:gd name="connsiteY23" fmla="*/ 252730 h 3812255"/>
              <a:gd name="connsiteX24" fmla="*/ 6812610 w 6882973"/>
              <a:gd name="connsiteY24" fmla="*/ 405271 h 3812255"/>
              <a:gd name="connsiteX25" fmla="*/ 6799909 w 6882973"/>
              <a:gd name="connsiteY25" fmla="*/ 659506 h 3812255"/>
              <a:gd name="connsiteX26" fmla="*/ 6723709 w 6882973"/>
              <a:gd name="connsiteY26" fmla="*/ 775729 h 3812255"/>
              <a:gd name="connsiteX27" fmla="*/ 6613286 w 6882973"/>
              <a:gd name="connsiteY27" fmla="*/ 797321 h 3812255"/>
              <a:gd name="connsiteX28" fmla="*/ 6399501 w 6882973"/>
              <a:gd name="connsiteY28" fmla="*/ 712560 h 3812255"/>
              <a:gd name="connsiteX29" fmla="*/ 6133159 w 6882973"/>
              <a:gd name="connsiteY29" fmla="*/ 398005 h 3812255"/>
              <a:gd name="connsiteX30" fmla="*/ 5895736 w 6882973"/>
              <a:gd name="connsiteY30" fmla="*/ 276774 h 3812255"/>
              <a:gd name="connsiteX31" fmla="*/ 5571886 w 6882973"/>
              <a:gd name="connsiteY31" fmla="*/ 257389 h 3812255"/>
              <a:gd name="connsiteX32" fmla="*/ 5389852 w 6882973"/>
              <a:gd name="connsiteY32" fmla="*/ 333589 h 3812255"/>
              <a:gd name="connsiteX33" fmla="*/ 5271319 w 6882973"/>
              <a:gd name="connsiteY33" fmla="*/ 452121 h 3812255"/>
              <a:gd name="connsiteX34" fmla="*/ 5059652 w 6882973"/>
              <a:gd name="connsiteY34" fmla="*/ 833121 h 3812255"/>
              <a:gd name="connsiteX35" fmla="*/ 4881852 w 6882973"/>
              <a:gd name="connsiteY35" fmla="*/ 985522 h 3812255"/>
              <a:gd name="connsiteX36" fmla="*/ 4469660 w 6882973"/>
              <a:gd name="connsiteY36" fmla="*/ 1018010 h 3812255"/>
              <a:gd name="connsiteX37" fmla="*/ 3800838 w 6882973"/>
              <a:gd name="connsiteY37" fmla="*/ 857442 h 3812255"/>
              <a:gd name="connsiteX38" fmla="*/ 3412027 w 6882973"/>
              <a:gd name="connsiteY38" fmla="*/ 831937 h 3812255"/>
              <a:gd name="connsiteX39" fmla="*/ 2743620 w 6882973"/>
              <a:gd name="connsiteY39" fmla="*/ 1324293 h 3812255"/>
              <a:gd name="connsiteX40" fmla="*/ 2065215 w 6882973"/>
              <a:gd name="connsiteY40" fmla="*/ 1975179 h 3812255"/>
              <a:gd name="connsiteX41" fmla="*/ 1318143 w 6882973"/>
              <a:gd name="connsiteY41" fmla="*/ 2775352 h 3812255"/>
              <a:gd name="connsiteX42" fmla="*/ 592774 w 6882973"/>
              <a:gd name="connsiteY42" fmla="*/ 3749596 h 3812255"/>
              <a:gd name="connsiteX43" fmla="*/ 71669 w 6882973"/>
              <a:gd name="connsiteY43" fmla="*/ 3750846 h 3812255"/>
              <a:gd name="connsiteX44" fmla="*/ 4683 w 6882973"/>
              <a:gd name="connsiteY44" fmla="*/ 2714723 h 3812255"/>
              <a:gd name="connsiteX45" fmla="*/ 18197 w 6882973"/>
              <a:gd name="connsiteY45" fmla="*/ 2383866 h 3812255"/>
              <a:gd name="connsiteX46" fmla="*/ 47429 w 6882973"/>
              <a:gd name="connsiteY46" fmla="*/ 1911637 h 3812255"/>
              <a:gd name="connsiteX0" fmla="*/ 47429 w 6882973"/>
              <a:gd name="connsiteY0" fmla="*/ 1911637 h 3812255"/>
              <a:gd name="connsiteX1" fmla="*/ 138904 w 6882973"/>
              <a:gd name="connsiteY1" fmla="*/ 1661238 h 3812255"/>
              <a:gd name="connsiteX2" fmla="*/ 139439 w 6882973"/>
              <a:gd name="connsiteY2" fmla="*/ 2802810 h 3812255"/>
              <a:gd name="connsiteX3" fmla="*/ 158685 w 6882973"/>
              <a:gd name="connsiteY3" fmla="*/ 3584555 h 3812255"/>
              <a:gd name="connsiteX4" fmla="*/ 620700 w 6882973"/>
              <a:gd name="connsiteY4" fmla="*/ 3573541 h 3812255"/>
              <a:gd name="connsiteX5" fmla="*/ 1121215 w 6882973"/>
              <a:gd name="connsiteY5" fmla="*/ 2846852 h 3812255"/>
              <a:gd name="connsiteX6" fmla="*/ 1939361 w 6882973"/>
              <a:gd name="connsiteY6" fmla="*/ 1955005 h 3812255"/>
              <a:gd name="connsiteX7" fmla="*/ 2575221 w 6882973"/>
              <a:gd name="connsiteY7" fmla="*/ 1341877 h 3812255"/>
              <a:gd name="connsiteX8" fmla="*/ 3420595 w 6882973"/>
              <a:gd name="connsiteY8" fmla="*/ 736610 h 3812255"/>
              <a:gd name="connsiteX9" fmla="*/ 4788719 w 6882973"/>
              <a:gd name="connsiteY9" fmla="*/ 909322 h 3812255"/>
              <a:gd name="connsiteX10" fmla="*/ 5288252 w 6882973"/>
              <a:gd name="connsiteY10" fmla="*/ 274322 h 3812255"/>
              <a:gd name="connsiteX11" fmla="*/ 5853403 w 6882973"/>
              <a:gd name="connsiteY11" fmla="*/ 172768 h 3812255"/>
              <a:gd name="connsiteX12" fmla="*/ 6283086 w 6882973"/>
              <a:gd name="connsiteY12" fmla="*/ 428302 h 3812255"/>
              <a:gd name="connsiteX13" fmla="*/ 6444308 w 6882973"/>
              <a:gd name="connsiteY13" fmla="*/ 623187 h 3812255"/>
              <a:gd name="connsiteX14" fmla="*/ 6596708 w 6882973"/>
              <a:gd name="connsiteY14" fmla="*/ 703089 h 3812255"/>
              <a:gd name="connsiteX15" fmla="*/ 6711008 w 6882973"/>
              <a:gd name="connsiteY15" fmla="*/ 674034 h 3812255"/>
              <a:gd name="connsiteX16" fmla="*/ 6740286 w 6882973"/>
              <a:gd name="connsiteY16" fmla="*/ 529995 h 3812255"/>
              <a:gd name="connsiteX17" fmla="*/ 6711009 w 6882973"/>
              <a:gd name="connsiteY17" fmla="*/ 390745 h 3812255"/>
              <a:gd name="connsiteX18" fmla="*/ 6641160 w 6882973"/>
              <a:gd name="connsiteY18" fmla="*/ 303578 h 3812255"/>
              <a:gd name="connsiteX19" fmla="*/ 6596710 w 6882973"/>
              <a:gd name="connsiteY19" fmla="*/ 194620 h 3812255"/>
              <a:gd name="connsiteX20" fmla="*/ 6577660 w 6882973"/>
              <a:gd name="connsiteY20" fmla="*/ 27550 h 3812255"/>
              <a:gd name="connsiteX21" fmla="*/ 6723709 w 6882973"/>
              <a:gd name="connsiteY21" fmla="*/ 13025 h 3812255"/>
              <a:gd name="connsiteX22" fmla="*/ 6875752 w 6882973"/>
              <a:gd name="connsiteY22" fmla="*/ 26287 h 3812255"/>
              <a:gd name="connsiteX23" fmla="*/ 6857060 w 6882973"/>
              <a:gd name="connsiteY23" fmla="*/ 252730 h 3812255"/>
              <a:gd name="connsiteX24" fmla="*/ 6812610 w 6882973"/>
              <a:gd name="connsiteY24" fmla="*/ 405271 h 3812255"/>
              <a:gd name="connsiteX25" fmla="*/ 6799909 w 6882973"/>
              <a:gd name="connsiteY25" fmla="*/ 659506 h 3812255"/>
              <a:gd name="connsiteX26" fmla="*/ 6723709 w 6882973"/>
              <a:gd name="connsiteY26" fmla="*/ 775729 h 3812255"/>
              <a:gd name="connsiteX27" fmla="*/ 6613286 w 6882973"/>
              <a:gd name="connsiteY27" fmla="*/ 797321 h 3812255"/>
              <a:gd name="connsiteX28" fmla="*/ 6399501 w 6882973"/>
              <a:gd name="connsiteY28" fmla="*/ 712560 h 3812255"/>
              <a:gd name="connsiteX29" fmla="*/ 6133159 w 6882973"/>
              <a:gd name="connsiteY29" fmla="*/ 398005 h 3812255"/>
              <a:gd name="connsiteX30" fmla="*/ 5895736 w 6882973"/>
              <a:gd name="connsiteY30" fmla="*/ 276774 h 3812255"/>
              <a:gd name="connsiteX31" fmla="*/ 5571886 w 6882973"/>
              <a:gd name="connsiteY31" fmla="*/ 257389 h 3812255"/>
              <a:gd name="connsiteX32" fmla="*/ 5389852 w 6882973"/>
              <a:gd name="connsiteY32" fmla="*/ 333589 h 3812255"/>
              <a:gd name="connsiteX33" fmla="*/ 5271319 w 6882973"/>
              <a:gd name="connsiteY33" fmla="*/ 452121 h 3812255"/>
              <a:gd name="connsiteX34" fmla="*/ 5059652 w 6882973"/>
              <a:gd name="connsiteY34" fmla="*/ 833121 h 3812255"/>
              <a:gd name="connsiteX35" fmla="*/ 4881852 w 6882973"/>
              <a:gd name="connsiteY35" fmla="*/ 985522 h 3812255"/>
              <a:gd name="connsiteX36" fmla="*/ 4469660 w 6882973"/>
              <a:gd name="connsiteY36" fmla="*/ 1018010 h 3812255"/>
              <a:gd name="connsiteX37" fmla="*/ 3800838 w 6882973"/>
              <a:gd name="connsiteY37" fmla="*/ 857442 h 3812255"/>
              <a:gd name="connsiteX38" fmla="*/ 3412027 w 6882973"/>
              <a:gd name="connsiteY38" fmla="*/ 831937 h 3812255"/>
              <a:gd name="connsiteX39" fmla="*/ 2743620 w 6882973"/>
              <a:gd name="connsiteY39" fmla="*/ 1324293 h 3812255"/>
              <a:gd name="connsiteX40" fmla="*/ 2065215 w 6882973"/>
              <a:gd name="connsiteY40" fmla="*/ 1975179 h 3812255"/>
              <a:gd name="connsiteX41" fmla="*/ 1318143 w 6882973"/>
              <a:gd name="connsiteY41" fmla="*/ 2775352 h 3812255"/>
              <a:gd name="connsiteX42" fmla="*/ 592774 w 6882973"/>
              <a:gd name="connsiteY42" fmla="*/ 3749596 h 3812255"/>
              <a:gd name="connsiteX43" fmla="*/ 71669 w 6882973"/>
              <a:gd name="connsiteY43" fmla="*/ 3750846 h 3812255"/>
              <a:gd name="connsiteX44" fmla="*/ 4683 w 6882973"/>
              <a:gd name="connsiteY44" fmla="*/ 2714723 h 3812255"/>
              <a:gd name="connsiteX45" fmla="*/ 18197 w 6882973"/>
              <a:gd name="connsiteY45" fmla="*/ 2383866 h 3812255"/>
              <a:gd name="connsiteX46" fmla="*/ 47429 w 6882973"/>
              <a:gd name="connsiteY46" fmla="*/ 1911637 h 3812255"/>
              <a:gd name="connsiteX0" fmla="*/ 22899 w 6896944"/>
              <a:gd name="connsiteY0" fmla="*/ 1856584 h 3812255"/>
              <a:gd name="connsiteX1" fmla="*/ 152875 w 6896944"/>
              <a:gd name="connsiteY1" fmla="*/ 1661238 h 3812255"/>
              <a:gd name="connsiteX2" fmla="*/ 153410 w 6896944"/>
              <a:gd name="connsiteY2" fmla="*/ 2802810 h 3812255"/>
              <a:gd name="connsiteX3" fmla="*/ 172656 w 6896944"/>
              <a:gd name="connsiteY3" fmla="*/ 3584555 h 3812255"/>
              <a:gd name="connsiteX4" fmla="*/ 634671 w 6896944"/>
              <a:gd name="connsiteY4" fmla="*/ 3573541 h 3812255"/>
              <a:gd name="connsiteX5" fmla="*/ 1135186 w 6896944"/>
              <a:gd name="connsiteY5" fmla="*/ 2846852 h 3812255"/>
              <a:gd name="connsiteX6" fmla="*/ 1953332 w 6896944"/>
              <a:gd name="connsiteY6" fmla="*/ 1955005 h 3812255"/>
              <a:gd name="connsiteX7" fmla="*/ 2589192 w 6896944"/>
              <a:gd name="connsiteY7" fmla="*/ 1341877 h 3812255"/>
              <a:gd name="connsiteX8" fmla="*/ 3434566 w 6896944"/>
              <a:gd name="connsiteY8" fmla="*/ 736610 h 3812255"/>
              <a:gd name="connsiteX9" fmla="*/ 4802690 w 6896944"/>
              <a:gd name="connsiteY9" fmla="*/ 909322 h 3812255"/>
              <a:gd name="connsiteX10" fmla="*/ 5302223 w 6896944"/>
              <a:gd name="connsiteY10" fmla="*/ 274322 h 3812255"/>
              <a:gd name="connsiteX11" fmla="*/ 5867374 w 6896944"/>
              <a:gd name="connsiteY11" fmla="*/ 172768 h 3812255"/>
              <a:gd name="connsiteX12" fmla="*/ 6297057 w 6896944"/>
              <a:gd name="connsiteY12" fmla="*/ 428302 h 3812255"/>
              <a:gd name="connsiteX13" fmla="*/ 6458279 w 6896944"/>
              <a:gd name="connsiteY13" fmla="*/ 623187 h 3812255"/>
              <a:gd name="connsiteX14" fmla="*/ 6610679 w 6896944"/>
              <a:gd name="connsiteY14" fmla="*/ 703089 h 3812255"/>
              <a:gd name="connsiteX15" fmla="*/ 6724979 w 6896944"/>
              <a:gd name="connsiteY15" fmla="*/ 674034 h 3812255"/>
              <a:gd name="connsiteX16" fmla="*/ 6754257 w 6896944"/>
              <a:gd name="connsiteY16" fmla="*/ 529995 h 3812255"/>
              <a:gd name="connsiteX17" fmla="*/ 6724980 w 6896944"/>
              <a:gd name="connsiteY17" fmla="*/ 390745 h 3812255"/>
              <a:gd name="connsiteX18" fmla="*/ 6655131 w 6896944"/>
              <a:gd name="connsiteY18" fmla="*/ 303578 h 3812255"/>
              <a:gd name="connsiteX19" fmla="*/ 6610681 w 6896944"/>
              <a:gd name="connsiteY19" fmla="*/ 194620 h 3812255"/>
              <a:gd name="connsiteX20" fmla="*/ 6591631 w 6896944"/>
              <a:gd name="connsiteY20" fmla="*/ 27550 h 3812255"/>
              <a:gd name="connsiteX21" fmla="*/ 6737680 w 6896944"/>
              <a:gd name="connsiteY21" fmla="*/ 13025 h 3812255"/>
              <a:gd name="connsiteX22" fmla="*/ 6889723 w 6896944"/>
              <a:gd name="connsiteY22" fmla="*/ 26287 h 3812255"/>
              <a:gd name="connsiteX23" fmla="*/ 6871031 w 6896944"/>
              <a:gd name="connsiteY23" fmla="*/ 252730 h 3812255"/>
              <a:gd name="connsiteX24" fmla="*/ 6826581 w 6896944"/>
              <a:gd name="connsiteY24" fmla="*/ 405271 h 3812255"/>
              <a:gd name="connsiteX25" fmla="*/ 6813880 w 6896944"/>
              <a:gd name="connsiteY25" fmla="*/ 659506 h 3812255"/>
              <a:gd name="connsiteX26" fmla="*/ 6737680 w 6896944"/>
              <a:gd name="connsiteY26" fmla="*/ 775729 h 3812255"/>
              <a:gd name="connsiteX27" fmla="*/ 6627257 w 6896944"/>
              <a:gd name="connsiteY27" fmla="*/ 797321 h 3812255"/>
              <a:gd name="connsiteX28" fmla="*/ 6413472 w 6896944"/>
              <a:gd name="connsiteY28" fmla="*/ 712560 h 3812255"/>
              <a:gd name="connsiteX29" fmla="*/ 6147130 w 6896944"/>
              <a:gd name="connsiteY29" fmla="*/ 398005 h 3812255"/>
              <a:gd name="connsiteX30" fmla="*/ 5909707 w 6896944"/>
              <a:gd name="connsiteY30" fmla="*/ 276774 h 3812255"/>
              <a:gd name="connsiteX31" fmla="*/ 5585857 w 6896944"/>
              <a:gd name="connsiteY31" fmla="*/ 257389 h 3812255"/>
              <a:gd name="connsiteX32" fmla="*/ 5403823 w 6896944"/>
              <a:gd name="connsiteY32" fmla="*/ 333589 h 3812255"/>
              <a:gd name="connsiteX33" fmla="*/ 5285290 w 6896944"/>
              <a:gd name="connsiteY33" fmla="*/ 452121 h 3812255"/>
              <a:gd name="connsiteX34" fmla="*/ 5073623 w 6896944"/>
              <a:gd name="connsiteY34" fmla="*/ 833121 h 3812255"/>
              <a:gd name="connsiteX35" fmla="*/ 4895823 w 6896944"/>
              <a:gd name="connsiteY35" fmla="*/ 985522 h 3812255"/>
              <a:gd name="connsiteX36" fmla="*/ 4483631 w 6896944"/>
              <a:gd name="connsiteY36" fmla="*/ 1018010 h 3812255"/>
              <a:gd name="connsiteX37" fmla="*/ 3814809 w 6896944"/>
              <a:gd name="connsiteY37" fmla="*/ 857442 h 3812255"/>
              <a:gd name="connsiteX38" fmla="*/ 3425998 w 6896944"/>
              <a:gd name="connsiteY38" fmla="*/ 831937 h 3812255"/>
              <a:gd name="connsiteX39" fmla="*/ 2757591 w 6896944"/>
              <a:gd name="connsiteY39" fmla="*/ 1324293 h 3812255"/>
              <a:gd name="connsiteX40" fmla="*/ 2079186 w 6896944"/>
              <a:gd name="connsiteY40" fmla="*/ 1975179 h 3812255"/>
              <a:gd name="connsiteX41" fmla="*/ 1332114 w 6896944"/>
              <a:gd name="connsiteY41" fmla="*/ 2775352 h 3812255"/>
              <a:gd name="connsiteX42" fmla="*/ 606745 w 6896944"/>
              <a:gd name="connsiteY42" fmla="*/ 3749596 h 3812255"/>
              <a:gd name="connsiteX43" fmla="*/ 85640 w 6896944"/>
              <a:gd name="connsiteY43" fmla="*/ 3750846 h 3812255"/>
              <a:gd name="connsiteX44" fmla="*/ 18654 w 6896944"/>
              <a:gd name="connsiteY44" fmla="*/ 2714723 h 3812255"/>
              <a:gd name="connsiteX45" fmla="*/ 32168 w 6896944"/>
              <a:gd name="connsiteY45" fmla="*/ 2383866 h 3812255"/>
              <a:gd name="connsiteX46" fmla="*/ 22899 w 6896944"/>
              <a:gd name="connsiteY46" fmla="*/ 1856584 h 3812255"/>
              <a:gd name="connsiteX0" fmla="*/ 19773 w 6893818"/>
              <a:gd name="connsiteY0" fmla="*/ 1856584 h 3812255"/>
              <a:gd name="connsiteX1" fmla="*/ 149749 w 6893818"/>
              <a:gd name="connsiteY1" fmla="*/ 1661238 h 3812255"/>
              <a:gd name="connsiteX2" fmla="*/ 150284 w 6893818"/>
              <a:gd name="connsiteY2" fmla="*/ 2802810 h 3812255"/>
              <a:gd name="connsiteX3" fmla="*/ 169530 w 6893818"/>
              <a:gd name="connsiteY3" fmla="*/ 3584555 h 3812255"/>
              <a:gd name="connsiteX4" fmla="*/ 631545 w 6893818"/>
              <a:gd name="connsiteY4" fmla="*/ 3573541 h 3812255"/>
              <a:gd name="connsiteX5" fmla="*/ 1132060 w 6893818"/>
              <a:gd name="connsiteY5" fmla="*/ 2846852 h 3812255"/>
              <a:gd name="connsiteX6" fmla="*/ 1950206 w 6893818"/>
              <a:gd name="connsiteY6" fmla="*/ 1955005 h 3812255"/>
              <a:gd name="connsiteX7" fmla="*/ 2586066 w 6893818"/>
              <a:gd name="connsiteY7" fmla="*/ 1341877 h 3812255"/>
              <a:gd name="connsiteX8" fmla="*/ 3431440 w 6893818"/>
              <a:gd name="connsiteY8" fmla="*/ 736610 h 3812255"/>
              <a:gd name="connsiteX9" fmla="*/ 4799564 w 6893818"/>
              <a:gd name="connsiteY9" fmla="*/ 909322 h 3812255"/>
              <a:gd name="connsiteX10" fmla="*/ 5299097 w 6893818"/>
              <a:gd name="connsiteY10" fmla="*/ 274322 h 3812255"/>
              <a:gd name="connsiteX11" fmla="*/ 5864248 w 6893818"/>
              <a:gd name="connsiteY11" fmla="*/ 172768 h 3812255"/>
              <a:gd name="connsiteX12" fmla="*/ 6293931 w 6893818"/>
              <a:gd name="connsiteY12" fmla="*/ 428302 h 3812255"/>
              <a:gd name="connsiteX13" fmla="*/ 6455153 w 6893818"/>
              <a:gd name="connsiteY13" fmla="*/ 623187 h 3812255"/>
              <a:gd name="connsiteX14" fmla="*/ 6607553 w 6893818"/>
              <a:gd name="connsiteY14" fmla="*/ 703089 h 3812255"/>
              <a:gd name="connsiteX15" fmla="*/ 6721853 w 6893818"/>
              <a:gd name="connsiteY15" fmla="*/ 674034 h 3812255"/>
              <a:gd name="connsiteX16" fmla="*/ 6751131 w 6893818"/>
              <a:gd name="connsiteY16" fmla="*/ 529995 h 3812255"/>
              <a:gd name="connsiteX17" fmla="*/ 6721854 w 6893818"/>
              <a:gd name="connsiteY17" fmla="*/ 390745 h 3812255"/>
              <a:gd name="connsiteX18" fmla="*/ 6652005 w 6893818"/>
              <a:gd name="connsiteY18" fmla="*/ 303578 h 3812255"/>
              <a:gd name="connsiteX19" fmla="*/ 6607555 w 6893818"/>
              <a:gd name="connsiteY19" fmla="*/ 194620 h 3812255"/>
              <a:gd name="connsiteX20" fmla="*/ 6588505 w 6893818"/>
              <a:gd name="connsiteY20" fmla="*/ 27550 h 3812255"/>
              <a:gd name="connsiteX21" fmla="*/ 6734554 w 6893818"/>
              <a:gd name="connsiteY21" fmla="*/ 13025 h 3812255"/>
              <a:gd name="connsiteX22" fmla="*/ 6886597 w 6893818"/>
              <a:gd name="connsiteY22" fmla="*/ 26287 h 3812255"/>
              <a:gd name="connsiteX23" fmla="*/ 6867905 w 6893818"/>
              <a:gd name="connsiteY23" fmla="*/ 252730 h 3812255"/>
              <a:gd name="connsiteX24" fmla="*/ 6823455 w 6893818"/>
              <a:gd name="connsiteY24" fmla="*/ 405271 h 3812255"/>
              <a:gd name="connsiteX25" fmla="*/ 6810754 w 6893818"/>
              <a:gd name="connsiteY25" fmla="*/ 659506 h 3812255"/>
              <a:gd name="connsiteX26" fmla="*/ 6734554 w 6893818"/>
              <a:gd name="connsiteY26" fmla="*/ 775729 h 3812255"/>
              <a:gd name="connsiteX27" fmla="*/ 6624131 w 6893818"/>
              <a:gd name="connsiteY27" fmla="*/ 797321 h 3812255"/>
              <a:gd name="connsiteX28" fmla="*/ 6410346 w 6893818"/>
              <a:gd name="connsiteY28" fmla="*/ 712560 h 3812255"/>
              <a:gd name="connsiteX29" fmla="*/ 6144004 w 6893818"/>
              <a:gd name="connsiteY29" fmla="*/ 398005 h 3812255"/>
              <a:gd name="connsiteX30" fmla="*/ 5906581 w 6893818"/>
              <a:gd name="connsiteY30" fmla="*/ 276774 h 3812255"/>
              <a:gd name="connsiteX31" fmla="*/ 5582731 w 6893818"/>
              <a:gd name="connsiteY31" fmla="*/ 257389 h 3812255"/>
              <a:gd name="connsiteX32" fmla="*/ 5400697 w 6893818"/>
              <a:gd name="connsiteY32" fmla="*/ 333589 h 3812255"/>
              <a:gd name="connsiteX33" fmla="*/ 5282164 w 6893818"/>
              <a:gd name="connsiteY33" fmla="*/ 452121 h 3812255"/>
              <a:gd name="connsiteX34" fmla="*/ 5070497 w 6893818"/>
              <a:gd name="connsiteY34" fmla="*/ 833121 h 3812255"/>
              <a:gd name="connsiteX35" fmla="*/ 4892697 w 6893818"/>
              <a:gd name="connsiteY35" fmla="*/ 985522 h 3812255"/>
              <a:gd name="connsiteX36" fmla="*/ 4480505 w 6893818"/>
              <a:gd name="connsiteY36" fmla="*/ 1018010 h 3812255"/>
              <a:gd name="connsiteX37" fmla="*/ 3811683 w 6893818"/>
              <a:gd name="connsiteY37" fmla="*/ 857442 h 3812255"/>
              <a:gd name="connsiteX38" fmla="*/ 3422872 w 6893818"/>
              <a:gd name="connsiteY38" fmla="*/ 831937 h 3812255"/>
              <a:gd name="connsiteX39" fmla="*/ 2754465 w 6893818"/>
              <a:gd name="connsiteY39" fmla="*/ 1324293 h 3812255"/>
              <a:gd name="connsiteX40" fmla="*/ 2076060 w 6893818"/>
              <a:gd name="connsiteY40" fmla="*/ 1975179 h 3812255"/>
              <a:gd name="connsiteX41" fmla="*/ 1328988 w 6893818"/>
              <a:gd name="connsiteY41" fmla="*/ 2775352 h 3812255"/>
              <a:gd name="connsiteX42" fmla="*/ 603619 w 6893818"/>
              <a:gd name="connsiteY42" fmla="*/ 3749596 h 3812255"/>
              <a:gd name="connsiteX43" fmla="*/ 82514 w 6893818"/>
              <a:gd name="connsiteY43" fmla="*/ 3750846 h 3812255"/>
              <a:gd name="connsiteX44" fmla="*/ 15528 w 6893818"/>
              <a:gd name="connsiteY44" fmla="*/ 2714723 h 3812255"/>
              <a:gd name="connsiteX45" fmla="*/ 166 w 6893818"/>
              <a:gd name="connsiteY45" fmla="*/ 2383866 h 3812255"/>
              <a:gd name="connsiteX46" fmla="*/ 19773 w 6893818"/>
              <a:gd name="connsiteY46" fmla="*/ 1856584 h 3812255"/>
              <a:gd name="connsiteX0" fmla="*/ 19292 w 6893337"/>
              <a:gd name="connsiteY0" fmla="*/ 1856584 h 3812255"/>
              <a:gd name="connsiteX1" fmla="*/ 149268 w 6893337"/>
              <a:gd name="connsiteY1" fmla="*/ 1661238 h 3812255"/>
              <a:gd name="connsiteX2" fmla="*/ 149803 w 6893337"/>
              <a:gd name="connsiteY2" fmla="*/ 2802810 h 3812255"/>
              <a:gd name="connsiteX3" fmla="*/ 169049 w 6893337"/>
              <a:gd name="connsiteY3" fmla="*/ 3584555 h 3812255"/>
              <a:gd name="connsiteX4" fmla="*/ 631064 w 6893337"/>
              <a:gd name="connsiteY4" fmla="*/ 3573541 h 3812255"/>
              <a:gd name="connsiteX5" fmla="*/ 1131579 w 6893337"/>
              <a:gd name="connsiteY5" fmla="*/ 2846852 h 3812255"/>
              <a:gd name="connsiteX6" fmla="*/ 1949725 w 6893337"/>
              <a:gd name="connsiteY6" fmla="*/ 1955005 h 3812255"/>
              <a:gd name="connsiteX7" fmla="*/ 2585585 w 6893337"/>
              <a:gd name="connsiteY7" fmla="*/ 1341877 h 3812255"/>
              <a:gd name="connsiteX8" fmla="*/ 3430959 w 6893337"/>
              <a:gd name="connsiteY8" fmla="*/ 736610 h 3812255"/>
              <a:gd name="connsiteX9" fmla="*/ 4799083 w 6893337"/>
              <a:gd name="connsiteY9" fmla="*/ 909322 h 3812255"/>
              <a:gd name="connsiteX10" fmla="*/ 5298616 w 6893337"/>
              <a:gd name="connsiteY10" fmla="*/ 274322 h 3812255"/>
              <a:gd name="connsiteX11" fmla="*/ 5863767 w 6893337"/>
              <a:gd name="connsiteY11" fmla="*/ 172768 h 3812255"/>
              <a:gd name="connsiteX12" fmla="*/ 6293450 w 6893337"/>
              <a:gd name="connsiteY12" fmla="*/ 428302 h 3812255"/>
              <a:gd name="connsiteX13" fmla="*/ 6454672 w 6893337"/>
              <a:gd name="connsiteY13" fmla="*/ 623187 h 3812255"/>
              <a:gd name="connsiteX14" fmla="*/ 6607072 w 6893337"/>
              <a:gd name="connsiteY14" fmla="*/ 703089 h 3812255"/>
              <a:gd name="connsiteX15" fmla="*/ 6721372 w 6893337"/>
              <a:gd name="connsiteY15" fmla="*/ 674034 h 3812255"/>
              <a:gd name="connsiteX16" fmla="*/ 6750650 w 6893337"/>
              <a:gd name="connsiteY16" fmla="*/ 529995 h 3812255"/>
              <a:gd name="connsiteX17" fmla="*/ 6721373 w 6893337"/>
              <a:gd name="connsiteY17" fmla="*/ 390745 h 3812255"/>
              <a:gd name="connsiteX18" fmla="*/ 6651524 w 6893337"/>
              <a:gd name="connsiteY18" fmla="*/ 303578 h 3812255"/>
              <a:gd name="connsiteX19" fmla="*/ 6607074 w 6893337"/>
              <a:gd name="connsiteY19" fmla="*/ 194620 h 3812255"/>
              <a:gd name="connsiteX20" fmla="*/ 6588024 w 6893337"/>
              <a:gd name="connsiteY20" fmla="*/ 27550 h 3812255"/>
              <a:gd name="connsiteX21" fmla="*/ 6734073 w 6893337"/>
              <a:gd name="connsiteY21" fmla="*/ 13025 h 3812255"/>
              <a:gd name="connsiteX22" fmla="*/ 6886116 w 6893337"/>
              <a:gd name="connsiteY22" fmla="*/ 26287 h 3812255"/>
              <a:gd name="connsiteX23" fmla="*/ 6867424 w 6893337"/>
              <a:gd name="connsiteY23" fmla="*/ 252730 h 3812255"/>
              <a:gd name="connsiteX24" fmla="*/ 6822974 w 6893337"/>
              <a:gd name="connsiteY24" fmla="*/ 405271 h 3812255"/>
              <a:gd name="connsiteX25" fmla="*/ 6810273 w 6893337"/>
              <a:gd name="connsiteY25" fmla="*/ 659506 h 3812255"/>
              <a:gd name="connsiteX26" fmla="*/ 6734073 w 6893337"/>
              <a:gd name="connsiteY26" fmla="*/ 775729 h 3812255"/>
              <a:gd name="connsiteX27" fmla="*/ 6623650 w 6893337"/>
              <a:gd name="connsiteY27" fmla="*/ 797321 h 3812255"/>
              <a:gd name="connsiteX28" fmla="*/ 6409865 w 6893337"/>
              <a:gd name="connsiteY28" fmla="*/ 712560 h 3812255"/>
              <a:gd name="connsiteX29" fmla="*/ 6143523 w 6893337"/>
              <a:gd name="connsiteY29" fmla="*/ 398005 h 3812255"/>
              <a:gd name="connsiteX30" fmla="*/ 5906100 w 6893337"/>
              <a:gd name="connsiteY30" fmla="*/ 276774 h 3812255"/>
              <a:gd name="connsiteX31" fmla="*/ 5582250 w 6893337"/>
              <a:gd name="connsiteY31" fmla="*/ 257389 h 3812255"/>
              <a:gd name="connsiteX32" fmla="*/ 5400216 w 6893337"/>
              <a:gd name="connsiteY32" fmla="*/ 333589 h 3812255"/>
              <a:gd name="connsiteX33" fmla="*/ 5281683 w 6893337"/>
              <a:gd name="connsiteY33" fmla="*/ 452121 h 3812255"/>
              <a:gd name="connsiteX34" fmla="*/ 5070016 w 6893337"/>
              <a:gd name="connsiteY34" fmla="*/ 833121 h 3812255"/>
              <a:gd name="connsiteX35" fmla="*/ 4892216 w 6893337"/>
              <a:gd name="connsiteY35" fmla="*/ 985522 h 3812255"/>
              <a:gd name="connsiteX36" fmla="*/ 4480024 w 6893337"/>
              <a:gd name="connsiteY36" fmla="*/ 1018010 h 3812255"/>
              <a:gd name="connsiteX37" fmla="*/ 3811202 w 6893337"/>
              <a:gd name="connsiteY37" fmla="*/ 857442 h 3812255"/>
              <a:gd name="connsiteX38" fmla="*/ 3422391 w 6893337"/>
              <a:gd name="connsiteY38" fmla="*/ 831937 h 3812255"/>
              <a:gd name="connsiteX39" fmla="*/ 2753984 w 6893337"/>
              <a:gd name="connsiteY39" fmla="*/ 1324293 h 3812255"/>
              <a:gd name="connsiteX40" fmla="*/ 2075579 w 6893337"/>
              <a:gd name="connsiteY40" fmla="*/ 1975179 h 3812255"/>
              <a:gd name="connsiteX41" fmla="*/ 1328507 w 6893337"/>
              <a:gd name="connsiteY41" fmla="*/ 2775352 h 3812255"/>
              <a:gd name="connsiteX42" fmla="*/ 603138 w 6893337"/>
              <a:gd name="connsiteY42" fmla="*/ 3749596 h 3812255"/>
              <a:gd name="connsiteX43" fmla="*/ 82033 w 6893337"/>
              <a:gd name="connsiteY43" fmla="*/ 3750846 h 3812255"/>
              <a:gd name="connsiteX44" fmla="*/ 15047 w 6893337"/>
              <a:gd name="connsiteY44" fmla="*/ 2714723 h 3812255"/>
              <a:gd name="connsiteX45" fmla="*/ 28561 w 6893337"/>
              <a:gd name="connsiteY45" fmla="*/ 2383866 h 3812255"/>
              <a:gd name="connsiteX46" fmla="*/ 19292 w 6893337"/>
              <a:gd name="connsiteY46" fmla="*/ 1856584 h 3812255"/>
              <a:gd name="connsiteX0" fmla="*/ 47429 w 6882973"/>
              <a:gd name="connsiteY0" fmla="*/ 1900625 h 3812255"/>
              <a:gd name="connsiteX1" fmla="*/ 138904 w 6882973"/>
              <a:gd name="connsiteY1" fmla="*/ 1661238 h 3812255"/>
              <a:gd name="connsiteX2" fmla="*/ 139439 w 6882973"/>
              <a:gd name="connsiteY2" fmla="*/ 2802810 h 3812255"/>
              <a:gd name="connsiteX3" fmla="*/ 158685 w 6882973"/>
              <a:gd name="connsiteY3" fmla="*/ 3584555 h 3812255"/>
              <a:gd name="connsiteX4" fmla="*/ 620700 w 6882973"/>
              <a:gd name="connsiteY4" fmla="*/ 3573541 h 3812255"/>
              <a:gd name="connsiteX5" fmla="*/ 1121215 w 6882973"/>
              <a:gd name="connsiteY5" fmla="*/ 2846852 h 3812255"/>
              <a:gd name="connsiteX6" fmla="*/ 1939361 w 6882973"/>
              <a:gd name="connsiteY6" fmla="*/ 1955005 h 3812255"/>
              <a:gd name="connsiteX7" fmla="*/ 2575221 w 6882973"/>
              <a:gd name="connsiteY7" fmla="*/ 1341877 h 3812255"/>
              <a:gd name="connsiteX8" fmla="*/ 3420595 w 6882973"/>
              <a:gd name="connsiteY8" fmla="*/ 736610 h 3812255"/>
              <a:gd name="connsiteX9" fmla="*/ 4788719 w 6882973"/>
              <a:gd name="connsiteY9" fmla="*/ 909322 h 3812255"/>
              <a:gd name="connsiteX10" fmla="*/ 5288252 w 6882973"/>
              <a:gd name="connsiteY10" fmla="*/ 274322 h 3812255"/>
              <a:gd name="connsiteX11" fmla="*/ 5853403 w 6882973"/>
              <a:gd name="connsiteY11" fmla="*/ 172768 h 3812255"/>
              <a:gd name="connsiteX12" fmla="*/ 6283086 w 6882973"/>
              <a:gd name="connsiteY12" fmla="*/ 428302 h 3812255"/>
              <a:gd name="connsiteX13" fmla="*/ 6444308 w 6882973"/>
              <a:gd name="connsiteY13" fmla="*/ 623187 h 3812255"/>
              <a:gd name="connsiteX14" fmla="*/ 6596708 w 6882973"/>
              <a:gd name="connsiteY14" fmla="*/ 703089 h 3812255"/>
              <a:gd name="connsiteX15" fmla="*/ 6711008 w 6882973"/>
              <a:gd name="connsiteY15" fmla="*/ 674034 h 3812255"/>
              <a:gd name="connsiteX16" fmla="*/ 6740286 w 6882973"/>
              <a:gd name="connsiteY16" fmla="*/ 529995 h 3812255"/>
              <a:gd name="connsiteX17" fmla="*/ 6711009 w 6882973"/>
              <a:gd name="connsiteY17" fmla="*/ 390745 h 3812255"/>
              <a:gd name="connsiteX18" fmla="*/ 6641160 w 6882973"/>
              <a:gd name="connsiteY18" fmla="*/ 303578 h 3812255"/>
              <a:gd name="connsiteX19" fmla="*/ 6596710 w 6882973"/>
              <a:gd name="connsiteY19" fmla="*/ 194620 h 3812255"/>
              <a:gd name="connsiteX20" fmla="*/ 6577660 w 6882973"/>
              <a:gd name="connsiteY20" fmla="*/ 27550 h 3812255"/>
              <a:gd name="connsiteX21" fmla="*/ 6723709 w 6882973"/>
              <a:gd name="connsiteY21" fmla="*/ 13025 h 3812255"/>
              <a:gd name="connsiteX22" fmla="*/ 6875752 w 6882973"/>
              <a:gd name="connsiteY22" fmla="*/ 26287 h 3812255"/>
              <a:gd name="connsiteX23" fmla="*/ 6857060 w 6882973"/>
              <a:gd name="connsiteY23" fmla="*/ 252730 h 3812255"/>
              <a:gd name="connsiteX24" fmla="*/ 6812610 w 6882973"/>
              <a:gd name="connsiteY24" fmla="*/ 405271 h 3812255"/>
              <a:gd name="connsiteX25" fmla="*/ 6799909 w 6882973"/>
              <a:gd name="connsiteY25" fmla="*/ 659506 h 3812255"/>
              <a:gd name="connsiteX26" fmla="*/ 6723709 w 6882973"/>
              <a:gd name="connsiteY26" fmla="*/ 775729 h 3812255"/>
              <a:gd name="connsiteX27" fmla="*/ 6613286 w 6882973"/>
              <a:gd name="connsiteY27" fmla="*/ 797321 h 3812255"/>
              <a:gd name="connsiteX28" fmla="*/ 6399501 w 6882973"/>
              <a:gd name="connsiteY28" fmla="*/ 712560 h 3812255"/>
              <a:gd name="connsiteX29" fmla="*/ 6133159 w 6882973"/>
              <a:gd name="connsiteY29" fmla="*/ 398005 h 3812255"/>
              <a:gd name="connsiteX30" fmla="*/ 5895736 w 6882973"/>
              <a:gd name="connsiteY30" fmla="*/ 276774 h 3812255"/>
              <a:gd name="connsiteX31" fmla="*/ 5571886 w 6882973"/>
              <a:gd name="connsiteY31" fmla="*/ 257389 h 3812255"/>
              <a:gd name="connsiteX32" fmla="*/ 5389852 w 6882973"/>
              <a:gd name="connsiteY32" fmla="*/ 333589 h 3812255"/>
              <a:gd name="connsiteX33" fmla="*/ 5271319 w 6882973"/>
              <a:gd name="connsiteY33" fmla="*/ 452121 h 3812255"/>
              <a:gd name="connsiteX34" fmla="*/ 5059652 w 6882973"/>
              <a:gd name="connsiteY34" fmla="*/ 833121 h 3812255"/>
              <a:gd name="connsiteX35" fmla="*/ 4881852 w 6882973"/>
              <a:gd name="connsiteY35" fmla="*/ 985522 h 3812255"/>
              <a:gd name="connsiteX36" fmla="*/ 4469660 w 6882973"/>
              <a:gd name="connsiteY36" fmla="*/ 1018010 h 3812255"/>
              <a:gd name="connsiteX37" fmla="*/ 3800838 w 6882973"/>
              <a:gd name="connsiteY37" fmla="*/ 857442 h 3812255"/>
              <a:gd name="connsiteX38" fmla="*/ 3412027 w 6882973"/>
              <a:gd name="connsiteY38" fmla="*/ 831937 h 3812255"/>
              <a:gd name="connsiteX39" fmla="*/ 2743620 w 6882973"/>
              <a:gd name="connsiteY39" fmla="*/ 1324293 h 3812255"/>
              <a:gd name="connsiteX40" fmla="*/ 2065215 w 6882973"/>
              <a:gd name="connsiteY40" fmla="*/ 1975179 h 3812255"/>
              <a:gd name="connsiteX41" fmla="*/ 1318143 w 6882973"/>
              <a:gd name="connsiteY41" fmla="*/ 2775352 h 3812255"/>
              <a:gd name="connsiteX42" fmla="*/ 592774 w 6882973"/>
              <a:gd name="connsiteY42" fmla="*/ 3749596 h 3812255"/>
              <a:gd name="connsiteX43" fmla="*/ 71669 w 6882973"/>
              <a:gd name="connsiteY43" fmla="*/ 3750846 h 3812255"/>
              <a:gd name="connsiteX44" fmla="*/ 4683 w 6882973"/>
              <a:gd name="connsiteY44" fmla="*/ 2714723 h 3812255"/>
              <a:gd name="connsiteX45" fmla="*/ 18197 w 6882973"/>
              <a:gd name="connsiteY45" fmla="*/ 2383866 h 3812255"/>
              <a:gd name="connsiteX46" fmla="*/ 47429 w 6882973"/>
              <a:gd name="connsiteY46" fmla="*/ 1900625 h 3812255"/>
              <a:gd name="connsiteX0" fmla="*/ 45628 w 6881172"/>
              <a:gd name="connsiteY0" fmla="*/ 1900625 h 3812255"/>
              <a:gd name="connsiteX1" fmla="*/ 137103 w 6881172"/>
              <a:gd name="connsiteY1" fmla="*/ 1661238 h 3812255"/>
              <a:gd name="connsiteX2" fmla="*/ 137638 w 6881172"/>
              <a:gd name="connsiteY2" fmla="*/ 2802810 h 3812255"/>
              <a:gd name="connsiteX3" fmla="*/ 156884 w 6881172"/>
              <a:gd name="connsiteY3" fmla="*/ 3584555 h 3812255"/>
              <a:gd name="connsiteX4" fmla="*/ 618899 w 6881172"/>
              <a:gd name="connsiteY4" fmla="*/ 3573541 h 3812255"/>
              <a:gd name="connsiteX5" fmla="*/ 1119414 w 6881172"/>
              <a:gd name="connsiteY5" fmla="*/ 2846852 h 3812255"/>
              <a:gd name="connsiteX6" fmla="*/ 1937560 w 6881172"/>
              <a:gd name="connsiteY6" fmla="*/ 1955005 h 3812255"/>
              <a:gd name="connsiteX7" fmla="*/ 2573420 w 6881172"/>
              <a:gd name="connsiteY7" fmla="*/ 1341877 h 3812255"/>
              <a:gd name="connsiteX8" fmla="*/ 3418794 w 6881172"/>
              <a:gd name="connsiteY8" fmla="*/ 736610 h 3812255"/>
              <a:gd name="connsiteX9" fmla="*/ 4786918 w 6881172"/>
              <a:gd name="connsiteY9" fmla="*/ 909322 h 3812255"/>
              <a:gd name="connsiteX10" fmla="*/ 5286451 w 6881172"/>
              <a:gd name="connsiteY10" fmla="*/ 274322 h 3812255"/>
              <a:gd name="connsiteX11" fmla="*/ 5851602 w 6881172"/>
              <a:gd name="connsiteY11" fmla="*/ 172768 h 3812255"/>
              <a:gd name="connsiteX12" fmla="*/ 6281285 w 6881172"/>
              <a:gd name="connsiteY12" fmla="*/ 428302 h 3812255"/>
              <a:gd name="connsiteX13" fmla="*/ 6442507 w 6881172"/>
              <a:gd name="connsiteY13" fmla="*/ 623187 h 3812255"/>
              <a:gd name="connsiteX14" fmla="*/ 6594907 w 6881172"/>
              <a:gd name="connsiteY14" fmla="*/ 703089 h 3812255"/>
              <a:gd name="connsiteX15" fmla="*/ 6709207 w 6881172"/>
              <a:gd name="connsiteY15" fmla="*/ 674034 h 3812255"/>
              <a:gd name="connsiteX16" fmla="*/ 6738485 w 6881172"/>
              <a:gd name="connsiteY16" fmla="*/ 529995 h 3812255"/>
              <a:gd name="connsiteX17" fmla="*/ 6709208 w 6881172"/>
              <a:gd name="connsiteY17" fmla="*/ 390745 h 3812255"/>
              <a:gd name="connsiteX18" fmla="*/ 6639359 w 6881172"/>
              <a:gd name="connsiteY18" fmla="*/ 303578 h 3812255"/>
              <a:gd name="connsiteX19" fmla="*/ 6594909 w 6881172"/>
              <a:gd name="connsiteY19" fmla="*/ 194620 h 3812255"/>
              <a:gd name="connsiteX20" fmla="*/ 6575859 w 6881172"/>
              <a:gd name="connsiteY20" fmla="*/ 27550 h 3812255"/>
              <a:gd name="connsiteX21" fmla="*/ 6721908 w 6881172"/>
              <a:gd name="connsiteY21" fmla="*/ 13025 h 3812255"/>
              <a:gd name="connsiteX22" fmla="*/ 6873951 w 6881172"/>
              <a:gd name="connsiteY22" fmla="*/ 26287 h 3812255"/>
              <a:gd name="connsiteX23" fmla="*/ 6855259 w 6881172"/>
              <a:gd name="connsiteY23" fmla="*/ 252730 h 3812255"/>
              <a:gd name="connsiteX24" fmla="*/ 6810809 w 6881172"/>
              <a:gd name="connsiteY24" fmla="*/ 405271 h 3812255"/>
              <a:gd name="connsiteX25" fmla="*/ 6798108 w 6881172"/>
              <a:gd name="connsiteY25" fmla="*/ 659506 h 3812255"/>
              <a:gd name="connsiteX26" fmla="*/ 6721908 w 6881172"/>
              <a:gd name="connsiteY26" fmla="*/ 775729 h 3812255"/>
              <a:gd name="connsiteX27" fmla="*/ 6611485 w 6881172"/>
              <a:gd name="connsiteY27" fmla="*/ 797321 h 3812255"/>
              <a:gd name="connsiteX28" fmla="*/ 6397700 w 6881172"/>
              <a:gd name="connsiteY28" fmla="*/ 712560 h 3812255"/>
              <a:gd name="connsiteX29" fmla="*/ 6131358 w 6881172"/>
              <a:gd name="connsiteY29" fmla="*/ 398005 h 3812255"/>
              <a:gd name="connsiteX30" fmla="*/ 5893935 w 6881172"/>
              <a:gd name="connsiteY30" fmla="*/ 276774 h 3812255"/>
              <a:gd name="connsiteX31" fmla="*/ 5570085 w 6881172"/>
              <a:gd name="connsiteY31" fmla="*/ 257389 h 3812255"/>
              <a:gd name="connsiteX32" fmla="*/ 5388051 w 6881172"/>
              <a:gd name="connsiteY32" fmla="*/ 333589 h 3812255"/>
              <a:gd name="connsiteX33" fmla="*/ 5269518 w 6881172"/>
              <a:gd name="connsiteY33" fmla="*/ 452121 h 3812255"/>
              <a:gd name="connsiteX34" fmla="*/ 5057851 w 6881172"/>
              <a:gd name="connsiteY34" fmla="*/ 833121 h 3812255"/>
              <a:gd name="connsiteX35" fmla="*/ 4880051 w 6881172"/>
              <a:gd name="connsiteY35" fmla="*/ 985522 h 3812255"/>
              <a:gd name="connsiteX36" fmla="*/ 4467859 w 6881172"/>
              <a:gd name="connsiteY36" fmla="*/ 1018010 h 3812255"/>
              <a:gd name="connsiteX37" fmla="*/ 3799037 w 6881172"/>
              <a:gd name="connsiteY37" fmla="*/ 857442 h 3812255"/>
              <a:gd name="connsiteX38" fmla="*/ 3410226 w 6881172"/>
              <a:gd name="connsiteY38" fmla="*/ 831937 h 3812255"/>
              <a:gd name="connsiteX39" fmla="*/ 2741819 w 6881172"/>
              <a:gd name="connsiteY39" fmla="*/ 1324293 h 3812255"/>
              <a:gd name="connsiteX40" fmla="*/ 2063414 w 6881172"/>
              <a:gd name="connsiteY40" fmla="*/ 1975179 h 3812255"/>
              <a:gd name="connsiteX41" fmla="*/ 1316342 w 6881172"/>
              <a:gd name="connsiteY41" fmla="*/ 2775352 h 3812255"/>
              <a:gd name="connsiteX42" fmla="*/ 590973 w 6881172"/>
              <a:gd name="connsiteY42" fmla="*/ 3749596 h 3812255"/>
              <a:gd name="connsiteX43" fmla="*/ 69868 w 6881172"/>
              <a:gd name="connsiteY43" fmla="*/ 3750846 h 3812255"/>
              <a:gd name="connsiteX44" fmla="*/ 2882 w 6881172"/>
              <a:gd name="connsiteY44" fmla="*/ 2714723 h 3812255"/>
              <a:gd name="connsiteX45" fmla="*/ 35647 w 6881172"/>
              <a:gd name="connsiteY45" fmla="*/ 2361845 h 3812255"/>
              <a:gd name="connsiteX46" fmla="*/ 45628 w 6881172"/>
              <a:gd name="connsiteY46" fmla="*/ 1900625 h 3812255"/>
              <a:gd name="connsiteX0" fmla="*/ 41993 w 6877537"/>
              <a:gd name="connsiteY0" fmla="*/ 1900625 h 3812255"/>
              <a:gd name="connsiteX1" fmla="*/ 133468 w 6877537"/>
              <a:gd name="connsiteY1" fmla="*/ 1661238 h 3812255"/>
              <a:gd name="connsiteX2" fmla="*/ 134003 w 6877537"/>
              <a:gd name="connsiteY2" fmla="*/ 2802810 h 3812255"/>
              <a:gd name="connsiteX3" fmla="*/ 153249 w 6877537"/>
              <a:gd name="connsiteY3" fmla="*/ 3584555 h 3812255"/>
              <a:gd name="connsiteX4" fmla="*/ 615264 w 6877537"/>
              <a:gd name="connsiteY4" fmla="*/ 3573541 h 3812255"/>
              <a:gd name="connsiteX5" fmla="*/ 1115779 w 6877537"/>
              <a:gd name="connsiteY5" fmla="*/ 2846852 h 3812255"/>
              <a:gd name="connsiteX6" fmla="*/ 1933925 w 6877537"/>
              <a:gd name="connsiteY6" fmla="*/ 1955005 h 3812255"/>
              <a:gd name="connsiteX7" fmla="*/ 2569785 w 6877537"/>
              <a:gd name="connsiteY7" fmla="*/ 1341877 h 3812255"/>
              <a:gd name="connsiteX8" fmla="*/ 3415159 w 6877537"/>
              <a:gd name="connsiteY8" fmla="*/ 736610 h 3812255"/>
              <a:gd name="connsiteX9" fmla="*/ 4783283 w 6877537"/>
              <a:gd name="connsiteY9" fmla="*/ 909322 h 3812255"/>
              <a:gd name="connsiteX10" fmla="*/ 5282816 w 6877537"/>
              <a:gd name="connsiteY10" fmla="*/ 274322 h 3812255"/>
              <a:gd name="connsiteX11" fmla="*/ 5847967 w 6877537"/>
              <a:gd name="connsiteY11" fmla="*/ 172768 h 3812255"/>
              <a:gd name="connsiteX12" fmla="*/ 6277650 w 6877537"/>
              <a:gd name="connsiteY12" fmla="*/ 428302 h 3812255"/>
              <a:gd name="connsiteX13" fmla="*/ 6438872 w 6877537"/>
              <a:gd name="connsiteY13" fmla="*/ 623187 h 3812255"/>
              <a:gd name="connsiteX14" fmla="*/ 6591272 w 6877537"/>
              <a:gd name="connsiteY14" fmla="*/ 703089 h 3812255"/>
              <a:gd name="connsiteX15" fmla="*/ 6705572 w 6877537"/>
              <a:gd name="connsiteY15" fmla="*/ 674034 h 3812255"/>
              <a:gd name="connsiteX16" fmla="*/ 6734850 w 6877537"/>
              <a:gd name="connsiteY16" fmla="*/ 529995 h 3812255"/>
              <a:gd name="connsiteX17" fmla="*/ 6705573 w 6877537"/>
              <a:gd name="connsiteY17" fmla="*/ 390745 h 3812255"/>
              <a:gd name="connsiteX18" fmla="*/ 6635724 w 6877537"/>
              <a:gd name="connsiteY18" fmla="*/ 303578 h 3812255"/>
              <a:gd name="connsiteX19" fmla="*/ 6591274 w 6877537"/>
              <a:gd name="connsiteY19" fmla="*/ 194620 h 3812255"/>
              <a:gd name="connsiteX20" fmla="*/ 6572224 w 6877537"/>
              <a:gd name="connsiteY20" fmla="*/ 27550 h 3812255"/>
              <a:gd name="connsiteX21" fmla="*/ 6718273 w 6877537"/>
              <a:gd name="connsiteY21" fmla="*/ 13025 h 3812255"/>
              <a:gd name="connsiteX22" fmla="*/ 6870316 w 6877537"/>
              <a:gd name="connsiteY22" fmla="*/ 26287 h 3812255"/>
              <a:gd name="connsiteX23" fmla="*/ 6851624 w 6877537"/>
              <a:gd name="connsiteY23" fmla="*/ 252730 h 3812255"/>
              <a:gd name="connsiteX24" fmla="*/ 6807174 w 6877537"/>
              <a:gd name="connsiteY24" fmla="*/ 405271 h 3812255"/>
              <a:gd name="connsiteX25" fmla="*/ 6794473 w 6877537"/>
              <a:gd name="connsiteY25" fmla="*/ 659506 h 3812255"/>
              <a:gd name="connsiteX26" fmla="*/ 6718273 w 6877537"/>
              <a:gd name="connsiteY26" fmla="*/ 775729 h 3812255"/>
              <a:gd name="connsiteX27" fmla="*/ 6607850 w 6877537"/>
              <a:gd name="connsiteY27" fmla="*/ 797321 h 3812255"/>
              <a:gd name="connsiteX28" fmla="*/ 6394065 w 6877537"/>
              <a:gd name="connsiteY28" fmla="*/ 712560 h 3812255"/>
              <a:gd name="connsiteX29" fmla="*/ 6127723 w 6877537"/>
              <a:gd name="connsiteY29" fmla="*/ 398005 h 3812255"/>
              <a:gd name="connsiteX30" fmla="*/ 5890300 w 6877537"/>
              <a:gd name="connsiteY30" fmla="*/ 276774 h 3812255"/>
              <a:gd name="connsiteX31" fmla="*/ 5566450 w 6877537"/>
              <a:gd name="connsiteY31" fmla="*/ 257389 h 3812255"/>
              <a:gd name="connsiteX32" fmla="*/ 5384416 w 6877537"/>
              <a:gd name="connsiteY32" fmla="*/ 333589 h 3812255"/>
              <a:gd name="connsiteX33" fmla="*/ 5265883 w 6877537"/>
              <a:gd name="connsiteY33" fmla="*/ 452121 h 3812255"/>
              <a:gd name="connsiteX34" fmla="*/ 5054216 w 6877537"/>
              <a:gd name="connsiteY34" fmla="*/ 833121 h 3812255"/>
              <a:gd name="connsiteX35" fmla="*/ 4876416 w 6877537"/>
              <a:gd name="connsiteY35" fmla="*/ 985522 h 3812255"/>
              <a:gd name="connsiteX36" fmla="*/ 4464224 w 6877537"/>
              <a:gd name="connsiteY36" fmla="*/ 1018010 h 3812255"/>
              <a:gd name="connsiteX37" fmla="*/ 3795402 w 6877537"/>
              <a:gd name="connsiteY37" fmla="*/ 857442 h 3812255"/>
              <a:gd name="connsiteX38" fmla="*/ 3406591 w 6877537"/>
              <a:gd name="connsiteY38" fmla="*/ 831937 h 3812255"/>
              <a:gd name="connsiteX39" fmla="*/ 2738184 w 6877537"/>
              <a:gd name="connsiteY39" fmla="*/ 1324293 h 3812255"/>
              <a:gd name="connsiteX40" fmla="*/ 2059779 w 6877537"/>
              <a:gd name="connsiteY40" fmla="*/ 1975179 h 3812255"/>
              <a:gd name="connsiteX41" fmla="*/ 1312707 w 6877537"/>
              <a:gd name="connsiteY41" fmla="*/ 2775352 h 3812255"/>
              <a:gd name="connsiteX42" fmla="*/ 587338 w 6877537"/>
              <a:gd name="connsiteY42" fmla="*/ 3749596 h 3812255"/>
              <a:gd name="connsiteX43" fmla="*/ 66233 w 6877537"/>
              <a:gd name="connsiteY43" fmla="*/ 3750846 h 3812255"/>
              <a:gd name="connsiteX44" fmla="*/ 28123 w 6877537"/>
              <a:gd name="connsiteY44" fmla="*/ 2989984 h 3812255"/>
              <a:gd name="connsiteX45" fmla="*/ 32012 w 6877537"/>
              <a:gd name="connsiteY45" fmla="*/ 2361845 h 3812255"/>
              <a:gd name="connsiteX46" fmla="*/ 41993 w 6877537"/>
              <a:gd name="connsiteY46" fmla="*/ 1900625 h 3812255"/>
              <a:gd name="connsiteX0" fmla="*/ 41993 w 6877537"/>
              <a:gd name="connsiteY0" fmla="*/ 1900625 h 3812255"/>
              <a:gd name="connsiteX1" fmla="*/ 133468 w 6877537"/>
              <a:gd name="connsiteY1" fmla="*/ 1661238 h 3812255"/>
              <a:gd name="connsiteX2" fmla="*/ 134003 w 6877537"/>
              <a:gd name="connsiteY2" fmla="*/ 2802810 h 3812255"/>
              <a:gd name="connsiteX3" fmla="*/ 153249 w 6877537"/>
              <a:gd name="connsiteY3" fmla="*/ 3584555 h 3812255"/>
              <a:gd name="connsiteX4" fmla="*/ 615264 w 6877537"/>
              <a:gd name="connsiteY4" fmla="*/ 3573541 h 3812255"/>
              <a:gd name="connsiteX5" fmla="*/ 1115779 w 6877537"/>
              <a:gd name="connsiteY5" fmla="*/ 2846852 h 3812255"/>
              <a:gd name="connsiteX6" fmla="*/ 1933925 w 6877537"/>
              <a:gd name="connsiteY6" fmla="*/ 1955005 h 3812255"/>
              <a:gd name="connsiteX7" fmla="*/ 2569785 w 6877537"/>
              <a:gd name="connsiteY7" fmla="*/ 1341877 h 3812255"/>
              <a:gd name="connsiteX8" fmla="*/ 3415159 w 6877537"/>
              <a:gd name="connsiteY8" fmla="*/ 736610 h 3812255"/>
              <a:gd name="connsiteX9" fmla="*/ 4783283 w 6877537"/>
              <a:gd name="connsiteY9" fmla="*/ 909322 h 3812255"/>
              <a:gd name="connsiteX10" fmla="*/ 5282816 w 6877537"/>
              <a:gd name="connsiteY10" fmla="*/ 274322 h 3812255"/>
              <a:gd name="connsiteX11" fmla="*/ 5847967 w 6877537"/>
              <a:gd name="connsiteY11" fmla="*/ 172768 h 3812255"/>
              <a:gd name="connsiteX12" fmla="*/ 6277650 w 6877537"/>
              <a:gd name="connsiteY12" fmla="*/ 428302 h 3812255"/>
              <a:gd name="connsiteX13" fmla="*/ 6438872 w 6877537"/>
              <a:gd name="connsiteY13" fmla="*/ 623187 h 3812255"/>
              <a:gd name="connsiteX14" fmla="*/ 6591272 w 6877537"/>
              <a:gd name="connsiteY14" fmla="*/ 703089 h 3812255"/>
              <a:gd name="connsiteX15" fmla="*/ 6705572 w 6877537"/>
              <a:gd name="connsiteY15" fmla="*/ 674034 h 3812255"/>
              <a:gd name="connsiteX16" fmla="*/ 6734850 w 6877537"/>
              <a:gd name="connsiteY16" fmla="*/ 529995 h 3812255"/>
              <a:gd name="connsiteX17" fmla="*/ 6705573 w 6877537"/>
              <a:gd name="connsiteY17" fmla="*/ 390745 h 3812255"/>
              <a:gd name="connsiteX18" fmla="*/ 6635724 w 6877537"/>
              <a:gd name="connsiteY18" fmla="*/ 303578 h 3812255"/>
              <a:gd name="connsiteX19" fmla="*/ 6591274 w 6877537"/>
              <a:gd name="connsiteY19" fmla="*/ 194620 h 3812255"/>
              <a:gd name="connsiteX20" fmla="*/ 6572224 w 6877537"/>
              <a:gd name="connsiteY20" fmla="*/ 27550 h 3812255"/>
              <a:gd name="connsiteX21" fmla="*/ 6718273 w 6877537"/>
              <a:gd name="connsiteY21" fmla="*/ 13025 h 3812255"/>
              <a:gd name="connsiteX22" fmla="*/ 6870316 w 6877537"/>
              <a:gd name="connsiteY22" fmla="*/ 26287 h 3812255"/>
              <a:gd name="connsiteX23" fmla="*/ 6851624 w 6877537"/>
              <a:gd name="connsiteY23" fmla="*/ 252730 h 3812255"/>
              <a:gd name="connsiteX24" fmla="*/ 6807174 w 6877537"/>
              <a:gd name="connsiteY24" fmla="*/ 405271 h 3812255"/>
              <a:gd name="connsiteX25" fmla="*/ 6794473 w 6877537"/>
              <a:gd name="connsiteY25" fmla="*/ 659506 h 3812255"/>
              <a:gd name="connsiteX26" fmla="*/ 6718273 w 6877537"/>
              <a:gd name="connsiteY26" fmla="*/ 775729 h 3812255"/>
              <a:gd name="connsiteX27" fmla="*/ 6607850 w 6877537"/>
              <a:gd name="connsiteY27" fmla="*/ 797321 h 3812255"/>
              <a:gd name="connsiteX28" fmla="*/ 6394065 w 6877537"/>
              <a:gd name="connsiteY28" fmla="*/ 712560 h 3812255"/>
              <a:gd name="connsiteX29" fmla="*/ 6127723 w 6877537"/>
              <a:gd name="connsiteY29" fmla="*/ 398005 h 3812255"/>
              <a:gd name="connsiteX30" fmla="*/ 5890300 w 6877537"/>
              <a:gd name="connsiteY30" fmla="*/ 276774 h 3812255"/>
              <a:gd name="connsiteX31" fmla="*/ 5566450 w 6877537"/>
              <a:gd name="connsiteY31" fmla="*/ 257389 h 3812255"/>
              <a:gd name="connsiteX32" fmla="*/ 5384416 w 6877537"/>
              <a:gd name="connsiteY32" fmla="*/ 333589 h 3812255"/>
              <a:gd name="connsiteX33" fmla="*/ 5265883 w 6877537"/>
              <a:gd name="connsiteY33" fmla="*/ 452121 h 3812255"/>
              <a:gd name="connsiteX34" fmla="*/ 5054216 w 6877537"/>
              <a:gd name="connsiteY34" fmla="*/ 833121 h 3812255"/>
              <a:gd name="connsiteX35" fmla="*/ 4876416 w 6877537"/>
              <a:gd name="connsiteY35" fmla="*/ 985522 h 3812255"/>
              <a:gd name="connsiteX36" fmla="*/ 4464224 w 6877537"/>
              <a:gd name="connsiteY36" fmla="*/ 1018010 h 3812255"/>
              <a:gd name="connsiteX37" fmla="*/ 3795402 w 6877537"/>
              <a:gd name="connsiteY37" fmla="*/ 857442 h 3812255"/>
              <a:gd name="connsiteX38" fmla="*/ 3406591 w 6877537"/>
              <a:gd name="connsiteY38" fmla="*/ 831937 h 3812255"/>
              <a:gd name="connsiteX39" fmla="*/ 2738184 w 6877537"/>
              <a:gd name="connsiteY39" fmla="*/ 1324293 h 3812255"/>
              <a:gd name="connsiteX40" fmla="*/ 2059779 w 6877537"/>
              <a:gd name="connsiteY40" fmla="*/ 1975179 h 3812255"/>
              <a:gd name="connsiteX41" fmla="*/ 1312707 w 6877537"/>
              <a:gd name="connsiteY41" fmla="*/ 2775352 h 3812255"/>
              <a:gd name="connsiteX42" fmla="*/ 587338 w 6877537"/>
              <a:gd name="connsiteY42" fmla="*/ 3749596 h 3812255"/>
              <a:gd name="connsiteX43" fmla="*/ 66233 w 6877537"/>
              <a:gd name="connsiteY43" fmla="*/ 3750846 h 3812255"/>
              <a:gd name="connsiteX44" fmla="*/ 28123 w 6877537"/>
              <a:gd name="connsiteY44" fmla="*/ 2989984 h 3812255"/>
              <a:gd name="connsiteX45" fmla="*/ 32012 w 6877537"/>
              <a:gd name="connsiteY45" fmla="*/ 2361845 h 3812255"/>
              <a:gd name="connsiteX46" fmla="*/ 41993 w 6877537"/>
              <a:gd name="connsiteY46" fmla="*/ 1900625 h 3812255"/>
              <a:gd name="connsiteX0" fmla="*/ 41993 w 6877537"/>
              <a:gd name="connsiteY0" fmla="*/ 1900625 h 3812255"/>
              <a:gd name="connsiteX1" fmla="*/ 133468 w 6877537"/>
              <a:gd name="connsiteY1" fmla="*/ 1661238 h 3812255"/>
              <a:gd name="connsiteX2" fmla="*/ 134003 w 6877537"/>
              <a:gd name="connsiteY2" fmla="*/ 2802810 h 3812255"/>
              <a:gd name="connsiteX3" fmla="*/ 153249 w 6877537"/>
              <a:gd name="connsiteY3" fmla="*/ 3584555 h 3812255"/>
              <a:gd name="connsiteX4" fmla="*/ 615264 w 6877537"/>
              <a:gd name="connsiteY4" fmla="*/ 3573541 h 3812255"/>
              <a:gd name="connsiteX5" fmla="*/ 1115779 w 6877537"/>
              <a:gd name="connsiteY5" fmla="*/ 2846852 h 3812255"/>
              <a:gd name="connsiteX6" fmla="*/ 1933925 w 6877537"/>
              <a:gd name="connsiteY6" fmla="*/ 1955005 h 3812255"/>
              <a:gd name="connsiteX7" fmla="*/ 2569785 w 6877537"/>
              <a:gd name="connsiteY7" fmla="*/ 1341877 h 3812255"/>
              <a:gd name="connsiteX8" fmla="*/ 3415159 w 6877537"/>
              <a:gd name="connsiteY8" fmla="*/ 736610 h 3812255"/>
              <a:gd name="connsiteX9" fmla="*/ 4783283 w 6877537"/>
              <a:gd name="connsiteY9" fmla="*/ 909322 h 3812255"/>
              <a:gd name="connsiteX10" fmla="*/ 5282816 w 6877537"/>
              <a:gd name="connsiteY10" fmla="*/ 274322 h 3812255"/>
              <a:gd name="connsiteX11" fmla="*/ 5847967 w 6877537"/>
              <a:gd name="connsiteY11" fmla="*/ 172768 h 3812255"/>
              <a:gd name="connsiteX12" fmla="*/ 6277650 w 6877537"/>
              <a:gd name="connsiteY12" fmla="*/ 428302 h 3812255"/>
              <a:gd name="connsiteX13" fmla="*/ 6438872 w 6877537"/>
              <a:gd name="connsiteY13" fmla="*/ 623187 h 3812255"/>
              <a:gd name="connsiteX14" fmla="*/ 6591272 w 6877537"/>
              <a:gd name="connsiteY14" fmla="*/ 703089 h 3812255"/>
              <a:gd name="connsiteX15" fmla="*/ 6705572 w 6877537"/>
              <a:gd name="connsiteY15" fmla="*/ 674034 h 3812255"/>
              <a:gd name="connsiteX16" fmla="*/ 6734850 w 6877537"/>
              <a:gd name="connsiteY16" fmla="*/ 529995 h 3812255"/>
              <a:gd name="connsiteX17" fmla="*/ 6705573 w 6877537"/>
              <a:gd name="connsiteY17" fmla="*/ 390745 h 3812255"/>
              <a:gd name="connsiteX18" fmla="*/ 6635724 w 6877537"/>
              <a:gd name="connsiteY18" fmla="*/ 303578 h 3812255"/>
              <a:gd name="connsiteX19" fmla="*/ 6591274 w 6877537"/>
              <a:gd name="connsiteY19" fmla="*/ 194620 h 3812255"/>
              <a:gd name="connsiteX20" fmla="*/ 6572224 w 6877537"/>
              <a:gd name="connsiteY20" fmla="*/ 27550 h 3812255"/>
              <a:gd name="connsiteX21" fmla="*/ 6718273 w 6877537"/>
              <a:gd name="connsiteY21" fmla="*/ 13025 h 3812255"/>
              <a:gd name="connsiteX22" fmla="*/ 6870316 w 6877537"/>
              <a:gd name="connsiteY22" fmla="*/ 26287 h 3812255"/>
              <a:gd name="connsiteX23" fmla="*/ 6851624 w 6877537"/>
              <a:gd name="connsiteY23" fmla="*/ 252730 h 3812255"/>
              <a:gd name="connsiteX24" fmla="*/ 6807174 w 6877537"/>
              <a:gd name="connsiteY24" fmla="*/ 405271 h 3812255"/>
              <a:gd name="connsiteX25" fmla="*/ 6794473 w 6877537"/>
              <a:gd name="connsiteY25" fmla="*/ 659506 h 3812255"/>
              <a:gd name="connsiteX26" fmla="*/ 6718273 w 6877537"/>
              <a:gd name="connsiteY26" fmla="*/ 775729 h 3812255"/>
              <a:gd name="connsiteX27" fmla="*/ 6607850 w 6877537"/>
              <a:gd name="connsiteY27" fmla="*/ 797321 h 3812255"/>
              <a:gd name="connsiteX28" fmla="*/ 6394065 w 6877537"/>
              <a:gd name="connsiteY28" fmla="*/ 712560 h 3812255"/>
              <a:gd name="connsiteX29" fmla="*/ 6127723 w 6877537"/>
              <a:gd name="connsiteY29" fmla="*/ 398005 h 3812255"/>
              <a:gd name="connsiteX30" fmla="*/ 5890300 w 6877537"/>
              <a:gd name="connsiteY30" fmla="*/ 276774 h 3812255"/>
              <a:gd name="connsiteX31" fmla="*/ 5566450 w 6877537"/>
              <a:gd name="connsiteY31" fmla="*/ 257389 h 3812255"/>
              <a:gd name="connsiteX32" fmla="*/ 5384416 w 6877537"/>
              <a:gd name="connsiteY32" fmla="*/ 333589 h 3812255"/>
              <a:gd name="connsiteX33" fmla="*/ 5265883 w 6877537"/>
              <a:gd name="connsiteY33" fmla="*/ 452121 h 3812255"/>
              <a:gd name="connsiteX34" fmla="*/ 5054216 w 6877537"/>
              <a:gd name="connsiteY34" fmla="*/ 833121 h 3812255"/>
              <a:gd name="connsiteX35" fmla="*/ 4876416 w 6877537"/>
              <a:gd name="connsiteY35" fmla="*/ 985522 h 3812255"/>
              <a:gd name="connsiteX36" fmla="*/ 4464224 w 6877537"/>
              <a:gd name="connsiteY36" fmla="*/ 1018010 h 3812255"/>
              <a:gd name="connsiteX37" fmla="*/ 3795402 w 6877537"/>
              <a:gd name="connsiteY37" fmla="*/ 857442 h 3812255"/>
              <a:gd name="connsiteX38" fmla="*/ 3406591 w 6877537"/>
              <a:gd name="connsiteY38" fmla="*/ 831937 h 3812255"/>
              <a:gd name="connsiteX39" fmla="*/ 2738184 w 6877537"/>
              <a:gd name="connsiteY39" fmla="*/ 1324293 h 3812255"/>
              <a:gd name="connsiteX40" fmla="*/ 2059779 w 6877537"/>
              <a:gd name="connsiteY40" fmla="*/ 1975179 h 3812255"/>
              <a:gd name="connsiteX41" fmla="*/ 1312707 w 6877537"/>
              <a:gd name="connsiteY41" fmla="*/ 2775352 h 3812255"/>
              <a:gd name="connsiteX42" fmla="*/ 587338 w 6877537"/>
              <a:gd name="connsiteY42" fmla="*/ 3749596 h 3812255"/>
              <a:gd name="connsiteX43" fmla="*/ 66233 w 6877537"/>
              <a:gd name="connsiteY43" fmla="*/ 3750846 h 3812255"/>
              <a:gd name="connsiteX44" fmla="*/ 28123 w 6877537"/>
              <a:gd name="connsiteY44" fmla="*/ 2989984 h 3812255"/>
              <a:gd name="connsiteX45" fmla="*/ 32012 w 6877537"/>
              <a:gd name="connsiteY45" fmla="*/ 2361845 h 3812255"/>
              <a:gd name="connsiteX46" fmla="*/ 41993 w 6877537"/>
              <a:gd name="connsiteY46" fmla="*/ 1900625 h 3812255"/>
              <a:gd name="connsiteX0" fmla="*/ 41993 w 6877537"/>
              <a:gd name="connsiteY0" fmla="*/ 1900625 h 3812255"/>
              <a:gd name="connsiteX1" fmla="*/ 133468 w 6877537"/>
              <a:gd name="connsiteY1" fmla="*/ 1661238 h 3812255"/>
              <a:gd name="connsiteX2" fmla="*/ 134003 w 6877537"/>
              <a:gd name="connsiteY2" fmla="*/ 2802810 h 3812255"/>
              <a:gd name="connsiteX3" fmla="*/ 153249 w 6877537"/>
              <a:gd name="connsiteY3" fmla="*/ 3584555 h 3812255"/>
              <a:gd name="connsiteX4" fmla="*/ 615264 w 6877537"/>
              <a:gd name="connsiteY4" fmla="*/ 3573541 h 3812255"/>
              <a:gd name="connsiteX5" fmla="*/ 1115779 w 6877537"/>
              <a:gd name="connsiteY5" fmla="*/ 2846852 h 3812255"/>
              <a:gd name="connsiteX6" fmla="*/ 1933925 w 6877537"/>
              <a:gd name="connsiteY6" fmla="*/ 1955005 h 3812255"/>
              <a:gd name="connsiteX7" fmla="*/ 2569785 w 6877537"/>
              <a:gd name="connsiteY7" fmla="*/ 1341877 h 3812255"/>
              <a:gd name="connsiteX8" fmla="*/ 3415159 w 6877537"/>
              <a:gd name="connsiteY8" fmla="*/ 736610 h 3812255"/>
              <a:gd name="connsiteX9" fmla="*/ 4783283 w 6877537"/>
              <a:gd name="connsiteY9" fmla="*/ 909322 h 3812255"/>
              <a:gd name="connsiteX10" fmla="*/ 5282816 w 6877537"/>
              <a:gd name="connsiteY10" fmla="*/ 274322 h 3812255"/>
              <a:gd name="connsiteX11" fmla="*/ 5847967 w 6877537"/>
              <a:gd name="connsiteY11" fmla="*/ 172768 h 3812255"/>
              <a:gd name="connsiteX12" fmla="*/ 6277650 w 6877537"/>
              <a:gd name="connsiteY12" fmla="*/ 428302 h 3812255"/>
              <a:gd name="connsiteX13" fmla="*/ 6438872 w 6877537"/>
              <a:gd name="connsiteY13" fmla="*/ 623187 h 3812255"/>
              <a:gd name="connsiteX14" fmla="*/ 6591272 w 6877537"/>
              <a:gd name="connsiteY14" fmla="*/ 703089 h 3812255"/>
              <a:gd name="connsiteX15" fmla="*/ 6705572 w 6877537"/>
              <a:gd name="connsiteY15" fmla="*/ 674034 h 3812255"/>
              <a:gd name="connsiteX16" fmla="*/ 6734850 w 6877537"/>
              <a:gd name="connsiteY16" fmla="*/ 529995 h 3812255"/>
              <a:gd name="connsiteX17" fmla="*/ 6705573 w 6877537"/>
              <a:gd name="connsiteY17" fmla="*/ 390745 h 3812255"/>
              <a:gd name="connsiteX18" fmla="*/ 6635724 w 6877537"/>
              <a:gd name="connsiteY18" fmla="*/ 303578 h 3812255"/>
              <a:gd name="connsiteX19" fmla="*/ 6591274 w 6877537"/>
              <a:gd name="connsiteY19" fmla="*/ 194620 h 3812255"/>
              <a:gd name="connsiteX20" fmla="*/ 6572224 w 6877537"/>
              <a:gd name="connsiteY20" fmla="*/ 27550 h 3812255"/>
              <a:gd name="connsiteX21" fmla="*/ 6718273 w 6877537"/>
              <a:gd name="connsiteY21" fmla="*/ 13025 h 3812255"/>
              <a:gd name="connsiteX22" fmla="*/ 6870316 w 6877537"/>
              <a:gd name="connsiteY22" fmla="*/ 26287 h 3812255"/>
              <a:gd name="connsiteX23" fmla="*/ 6851624 w 6877537"/>
              <a:gd name="connsiteY23" fmla="*/ 252730 h 3812255"/>
              <a:gd name="connsiteX24" fmla="*/ 6807174 w 6877537"/>
              <a:gd name="connsiteY24" fmla="*/ 405271 h 3812255"/>
              <a:gd name="connsiteX25" fmla="*/ 6794473 w 6877537"/>
              <a:gd name="connsiteY25" fmla="*/ 659506 h 3812255"/>
              <a:gd name="connsiteX26" fmla="*/ 6718273 w 6877537"/>
              <a:gd name="connsiteY26" fmla="*/ 775729 h 3812255"/>
              <a:gd name="connsiteX27" fmla="*/ 6607850 w 6877537"/>
              <a:gd name="connsiteY27" fmla="*/ 797321 h 3812255"/>
              <a:gd name="connsiteX28" fmla="*/ 6394065 w 6877537"/>
              <a:gd name="connsiteY28" fmla="*/ 712560 h 3812255"/>
              <a:gd name="connsiteX29" fmla="*/ 6127723 w 6877537"/>
              <a:gd name="connsiteY29" fmla="*/ 398005 h 3812255"/>
              <a:gd name="connsiteX30" fmla="*/ 5890300 w 6877537"/>
              <a:gd name="connsiteY30" fmla="*/ 276774 h 3812255"/>
              <a:gd name="connsiteX31" fmla="*/ 5566450 w 6877537"/>
              <a:gd name="connsiteY31" fmla="*/ 257389 h 3812255"/>
              <a:gd name="connsiteX32" fmla="*/ 5384416 w 6877537"/>
              <a:gd name="connsiteY32" fmla="*/ 333589 h 3812255"/>
              <a:gd name="connsiteX33" fmla="*/ 5265883 w 6877537"/>
              <a:gd name="connsiteY33" fmla="*/ 452121 h 3812255"/>
              <a:gd name="connsiteX34" fmla="*/ 5054216 w 6877537"/>
              <a:gd name="connsiteY34" fmla="*/ 833121 h 3812255"/>
              <a:gd name="connsiteX35" fmla="*/ 4876416 w 6877537"/>
              <a:gd name="connsiteY35" fmla="*/ 985522 h 3812255"/>
              <a:gd name="connsiteX36" fmla="*/ 4464224 w 6877537"/>
              <a:gd name="connsiteY36" fmla="*/ 1018010 h 3812255"/>
              <a:gd name="connsiteX37" fmla="*/ 3795402 w 6877537"/>
              <a:gd name="connsiteY37" fmla="*/ 857442 h 3812255"/>
              <a:gd name="connsiteX38" fmla="*/ 3406591 w 6877537"/>
              <a:gd name="connsiteY38" fmla="*/ 831937 h 3812255"/>
              <a:gd name="connsiteX39" fmla="*/ 2738184 w 6877537"/>
              <a:gd name="connsiteY39" fmla="*/ 1324293 h 3812255"/>
              <a:gd name="connsiteX40" fmla="*/ 2059779 w 6877537"/>
              <a:gd name="connsiteY40" fmla="*/ 1975179 h 3812255"/>
              <a:gd name="connsiteX41" fmla="*/ 1312707 w 6877537"/>
              <a:gd name="connsiteY41" fmla="*/ 2775352 h 3812255"/>
              <a:gd name="connsiteX42" fmla="*/ 587338 w 6877537"/>
              <a:gd name="connsiteY42" fmla="*/ 3749596 h 3812255"/>
              <a:gd name="connsiteX43" fmla="*/ 66233 w 6877537"/>
              <a:gd name="connsiteY43" fmla="*/ 3750846 h 3812255"/>
              <a:gd name="connsiteX44" fmla="*/ 18498 w 6877537"/>
              <a:gd name="connsiteY44" fmla="*/ 3100089 h 3812255"/>
              <a:gd name="connsiteX45" fmla="*/ 32012 w 6877537"/>
              <a:gd name="connsiteY45" fmla="*/ 2361845 h 3812255"/>
              <a:gd name="connsiteX46" fmla="*/ 41993 w 6877537"/>
              <a:gd name="connsiteY46" fmla="*/ 1900625 h 3812255"/>
              <a:gd name="connsiteX0" fmla="*/ 41993 w 6877537"/>
              <a:gd name="connsiteY0" fmla="*/ 1900625 h 3812255"/>
              <a:gd name="connsiteX1" fmla="*/ 133468 w 6877537"/>
              <a:gd name="connsiteY1" fmla="*/ 1661238 h 3812255"/>
              <a:gd name="connsiteX2" fmla="*/ 134003 w 6877537"/>
              <a:gd name="connsiteY2" fmla="*/ 2802810 h 3812255"/>
              <a:gd name="connsiteX3" fmla="*/ 153249 w 6877537"/>
              <a:gd name="connsiteY3" fmla="*/ 3584555 h 3812255"/>
              <a:gd name="connsiteX4" fmla="*/ 615264 w 6877537"/>
              <a:gd name="connsiteY4" fmla="*/ 3573541 h 3812255"/>
              <a:gd name="connsiteX5" fmla="*/ 1115779 w 6877537"/>
              <a:gd name="connsiteY5" fmla="*/ 2846852 h 3812255"/>
              <a:gd name="connsiteX6" fmla="*/ 1933925 w 6877537"/>
              <a:gd name="connsiteY6" fmla="*/ 1955005 h 3812255"/>
              <a:gd name="connsiteX7" fmla="*/ 2569785 w 6877537"/>
              <a:gd name="connsiteY7" fmla="*/ 1341877 h 3812255"/>
              <a:gd name="connsiteX8" fmla="*/ 3415159 w 6877537"/>
              <a:gd name="connsiteY8" fmla="*/ 736610 h 3812255"/>
              <a:gd name="connsiteX9" fmla="*/ 4783283 w 6877537"/>
              <a:gd name="connsiteY9" fmla="*/ 909322 h 3812255"/>
              <a:gd name="connsiteX10" fmla="*/ 5282816 w 6877537"/>
              <a:gd name="connsiteY10" fmla="*/ 274322 h 3812255"/>
              <a:gd name="connsiteX11" fmla="*/ 5847967 w 6877537"/>
              <a:gd name="connsiteY11" fmla="*/ 172768 h 3812255"/>
              <a:gd name="connsiteX12" fmla="*/ 6277650 w 6877537"/>
              <a:gd name="connsiteY12" fmla="*/ 428302 h 3812255"/>
              <a:gd name="connsiteX13" fmla="*/ 6438872 w 6877537"/>
              <a:gd name="connsiteY13" fmla="*/ 623187 h 3812255"/>
              <a:gd name="connsiteX14" fmla="*/ 6591272 w 6877537"/>
              <a:gd name="connsiteY14" fmla="*/ 703089 h 3812255"/>
              <a:gd name="connsiteX15" fmla="*/ 6705572 w 6877537"/>
              <a:gd name="connsiteY15" fmla="*/ 674034 h 3812255"/>
              <a:gd name="connsiteX16" fmla="*/ 6734850 w 6877537"/>
              <a:gd name="connsiteY16" fmla="*/ 529995 h 3812255"/>
              <a:gd name="connsiteX17" fmla="*/ 6705573 w 6877537"/>
              <a:gd name="connsiteY17" fmla="*/ 390745 h 3812255"/>
              <a:gd name="connsiteX18" fmla="*/ 6635724 w 6877537"/>
              <a:gd name="connsiteY18" fmla="*/ 303578 h 3812255"/>
              <a:gd name="connsiteX19" fmla="*/ 6591274 w 6877537"/>
              <a:gd name="connsiteY19" fmla="*/ 194620 h 3812255"/>
              <a:gd name="connsiteX20" fmla="*/ 6572224 w 6877537"/>
              <a:gd name="connsiteY20" fmla="*/ 27550 h 3812255"/>
              <a:gd name="connsiteX21" fmla="*/ 6718273 w 6877537"/>
              <a:gd name="connsiteY21" fmla="*/ 13025 h 3812255"/>
              <a:gd name="connsiteX22" fmla="*/ 6870316 w 6877537"/>
              <a:gd name="connsiteY22" fmla="*/ 26287 h 3812255"/>
              <a:gd name="connsiteX23" fmla="*/ 6851624 w 6877537"/>
              <a:gd name="connsiteY23" fmla="*/ 252730 h 3812255"/>
              <a:gd name="connsiteX24" fmla="*/ 6807174 w 6877537"/>
              <a:gd name="connsiteY24" fmla="*/ 405271 h 3812255"/>
              <a:gd name="connsiteX25" fmla="*/ 6794473 w 6877537"/>
              <a:gd name="connsiteY25" fmla="*/ 659506 h 3812255"/>
              <a:gd name="connsiteX26" fmla="*/ 6718273 w 6877537"/>
              <a:gd name="connsiteY26" fmla="*/ 775729 h 3812255"/>
              <a:gd name="connsiteX27" fmla="*/ 6607850 w 6877537"/>
              <a:gd name="connsiteY27" fmla="*/ 797321 h 3812255"/>
              <a:gd name="connsiteX28" fmla="*/ 6394065 w 6877537"/>
              <a:gd name="connsiteY28" fmla="*/ 712560 h 3812255"/>
              <a:gd name="connsiteX29" fmla="*/ 6127723 w 6877537"/>
              <a:gd name="connsiteY29" fmla="*/ 398005 h 3812255"/>
              <a:gd name="connsiteX30" fmla="*/ 5890300 w 6877537"/>
              <a:gd name="connsiteY30" fmla="*/ 276774 h 3812255"/>
              <a:gd name="connsiteX31" fmla="*/ 5566450 w 6877537"/>
              <a:gd name="connsiteY31" fmla="*/ 257389 h 3812255"/>
              <a:gd name="connsiteX32" fmla="*/ 5384416 w 6877537"/>
              <a:gd name="connsiteY32" fmla="*/ 333589 h 3812255"/>
              <a:gd name="connsiteX33" fmla="*/ 5265883 w 6877537"/>
              <a:gd name="connsiteY33" fmla="*/ 452121 h 3812255"/>
              <a:gd name="connsiteX34" fmla="*/ 5054216 w 6877537"/>
              <a:gd name="connsiteY34" fmla="*/ 833121 h 3812255"/>
              <a:gd name="connsiteX35" fmla="*/ 4876416 w 6877537"/>
              <a:gd name="connsiteY35" fmla="*/ 985522 h 3812255"/>
              <a:gd name="connsiteX36" fmla="*/ 4464224 w 6877537"/>
              <a:gd name="connsiteY36" fmla="*/ 1018010 h 3812255"/>
              <a:gd name="connsiteX37" fmla="*/ 3795402 w 6877537"/>
              <a:gd name="connsiteY37" fmla="*/ 857442 h 3812255"/>
              <a:gd name="connsiteX38" fmla="*/ 3406591 w 6877537"/>
              <a:gd name="connsiteY38" fmla="*/ 831937 h 3812255"/>
              <a:gd name="connsiteX39" fmla="*/ 2738184 w 6877537"/>
              <a:gd name="connsiteY39" fmla="*/ 1324293 h 3812255"/>
              <a:gd name="connsiteX40" fmla="*/ 2059779 w 6877537"/>
              <a:gd name="connsiteY40" fmla="*/ 1975179 h 3812255"/>
              <a:gd name="connsiteX41" fmla="*/ 1312707 w 6877537"/>
              <a:gd name="connsiteY41" fmla="*/ 2775352 h 3812255"/>
              <a:gd name="connsiteX42" fmla="*/ 587338 w 6877537"/>
              <a:gd name="connsiteY42" fmla="*/ 3749596 h 3812255"/>
              <a:gd name="connsiteX43" fmla="*/ 66233 w 6877537"/>
              <a:gd name="connsiteY43" fmla="*/ 3750846 h 3812255"/>
              <a:gd name="connsiteX44" fmla="*/ 18498 w 6877537"/>
              <a:gd name="connsiteY44" fmla="*/ 3100089 h 3812255"/>
              <a:gd name="connsiteX45" fmla="*/ 32012 w 6877537"/>
              <a:gd name="connsiteY45" fmla="*/ 2361845 h 3812255"/>
              <a:gd name="connsiteX46" fmla="*/ 41993 w 6877537"/>
              <a:gd name="connsiteY46" fmla="*/ 1900625 h 3812255"/>
              <a:gd name="connsiteX0" fmla="*/ 41993 w 6877537"/>
              <a:gd name="connsiteY0" fmla="*/ 1900625 h 3812255"/>
              <a:gd name="connsiteX1" fmla="*/ 133468 w 6877537"/>
              <a:gd name="connsiteY1" fmla="*/ 1661238 h 3812255"/>
              <a:gd name="connsiteX2" fmla="*/ 134003 w 6877537"/>
              <a:gd name="connsiteY2" fmla="*/ 2802810 h 3812255"/>
              <a:gd name="connsiteX3" fmla="*/ 153249 w 6877537"/>
              <a:gd name="connsiteY3" fmla="*/ 3584555 h 3812255"/>
              <a:gd name="connsiteX4" fmla="*/ 615264 w 6877537"/>
              <a:gd name="connsiteY4" fmla="*/ 3573541 h 3812255"/>
              <a:gd name="connsiteX5" fmla="*/ 1115779 w 6877537"/>
              <a:gd name="connsiteY5" fmla="*/ 2846852 h 3812255"/>
              <a:gd name="connsiteX6" fmla="*/ 1933925 w 6877537"/>
              <a:gd name="connsiteY6" fmla="*/ 1955005 h 3812255"/>
              <a:gd name="connsiteX7" fmla="*/ 2569785 w 6877537"/>
              <a:gd name="connsiteY7" fmla="*/ 1341877 h 3812255"/>
              <a:gd name="connsiteX8" fmla="*/ 3415159 w 6877537"/>
              <a:gd name="connsiteY8" fmla="*/ 736610 h 3812255"/>
              <a:gd name="connsiteX9" fmla="*/ 4783283 w 6877537"/>
              <a:gd name="connsiteY9" fmla="*/ 909322 h 3812255"/>
              <a:gd name="connsiteX10" fmla="*/ 5282816 w 6877537"/>
              <a:gd name="connsiteY10" fmla="*/ 274322 h 3812255"/>
              <a:gd name="connsiteX11" fmla="*/ 5847967 w 6877537"/>
              <a:gd name="connsiteY11" fmla="*/ 172768 h 3812255"/>
              <a:gd name="connsiteX12" fmla="*/ 6277650 w 6877537"/>
              <a:gd name="connsiteY12" fmla="*/ 428302 h 3812255"/>
              <a:gd name="connsiteX13" fmla="*/ 6438872 w 6877537"/>
              <a:gd name="connsiteY13" fmla="*/ 623187 h 3812255"/>
              <a:gd name="connsiteX14" fmla="*/ 6591272 w 6877537"/>
              <a:gd name="connsiteY14" fmla="*/ 703089 h 3812255"/>
              <a:gd name="connsiteX15" fmla="*/ 6705572 w 6877537"/>
              <a:gd name="connsiteY15" fmla="*/ 674034 h 3812255"/>
              <a:gd name="connsiteX16" fmla="*/ 6734850 w 6877537"/>
              <a:gd name="connsiteY16" fmla="*/ 529995 h 3812255"/>
              <a:gd name="connsiteX17" fmla="*/ 6705573 w 6877537"/>
              <a:gd name="connsiteY17" fmla="*/ 390745 h 3812255"/>
              <a:gd name="connsiteX18" fmla="*/ 6635724 w 6877537"/>
              <a:gd name="connsiteY18" fmla="*/ 303578 h 3812255"/>
              <a:gd name="connsiteX19" fmla="*/ 6591274 w 6877537"/>
              <a:gd name="connsiteY19" fmla="*/ 194620 h 3812255"/>
              <a:gd name="connsiteX20" fmla="*/ 6572224 w 6877537"/>
              <a:gd name="connsiteY20" fmla="*/ 27550 h 3812255"/>
              <a:gd name="connsiteX21" fmla="*/ 6718273 w 6877537"/>
              <a:gd name="connsiteY21" fmla="*/ 13025 h 3812255"/>
              <a:gd name="connsiteX22" fmla="*/ 6870316 w 6877537"/>
              <a:gd name="connsiteY22" fmla="*/ 26287 h 3812255"/>
              <a:gd name="connsiteX23" fmla="*/ 6851624 w 6877537"/>
              <a:gd name="connsiteY23" fmla="*/ 252730 h 3812255"/>
              <a:gd name="connsiteX24" fmla="*/ 6807174 w 6877537"/>
              <a:gd name="connsiteY24" fmla="*/ 405271 h 3812255"/>
              <a:gd name="connsiteX25" fmla="*/ 6794473 w 6877537"/>
              <a:gd name="connsiteY25" fmla="*/ 659506 h 3812255"/>
              <a:gd name="connsiteX26" fmla="*/ 6718273 w 6877537"/>
              <a:gd name="connsiteY26" fmla="*/ 775729 h 3812255"/>
              <a:gd name="connsiteX27" fmla="*/ 6607850 w 6877537"/>
              <a:gd name="connsiteY27" fmla="*/ 797321 h 3812255"/>
              <a:gd name="connsiteX28" fmla="*/ 6394065 w 6877537"/>
              <a:gd name="connsiteY28" fmla="*/ 712560 h 3812255"/>
              <a:gd name="connsiteX29" fmla="*/ 6127723 w 6877537"/>
              <a:gd name="connsiteY29" fmla="*/ 398005 h 3812255"/>
              <a:gd name="connsiteX30" fmla="*/ 5890300 w 6877537"/>
              <a:gd name="connsiteY30" fmla="*/ 276774 h 3812255"/>
              <a:gd name="connsiteX31" fmla="*/ 5566450 w 6877537"/>
              <a:gd name="connsiteY31" fmla="*/ 257389 h 3812255"/>
              <a:gd name="connsiteX32" fmla="*/ 5384416 w 6877537"/>
              <a:gd name="connsiteY32" fmla="*/ 333589 h 3812255"/>
              <a:gd name="connsiteX33" fmla="*/ 5265883 w 6877537"/>
              <a:gd name="connsiteY33" fmla="*/ 452121 h 3812255"/>
              <a:gd name="connsiteX34" fmla="*/ 5054216 w 6877537"/>
              <a:gd name="connsiteY34" fmla="*/ 833121 h 3812255"/>
              <a:gd name="connsiteX35" fmla="*/ 4876416 w 6877537"/>
              <a:gd name="connsiteY35" fmla="*/ 985522 h 3812255"/>
              <a:gd name="connsiteX36" fmla="*/ 4464224 w 6877537"/>
              <a:gd name="connsiteY36" fmla="*/ 1018010 h 3812255"/>
              <a:gd name="connsiteX37" fmla="*/ 3795402 w 6877537"/>
              <a:gd name="connsiteY37" fmla="*/ 857442 h 3812255"/>
              <a:gd name="connsiteX38" fmla="*/ 3406591 w 6877537"/>
              <a:gd name="connsiteY38" fmla="*/ 831937 h 3812255"/>
              <a:gd name="connsiteX39" fmla="*/ 2738184 w 6877537"/>
              <a:gd name="connsiteY39" fmla="*/ 1324293 h 3812255"/>
              <a:gd name="connsiteX40" fmla="*/ 2059779 w 6877537"/>
              <a:gd name="connsiteY40" fmla="*/ 1975179 h 3812255"/>
              <a:gd name="connsiteX41" fmla="*/ 1312707 w 6877537"/>
              <a:gd name="connsiteY41" fmla="*/ 2775352 h 3812255"/>
              <a:gd name="connsiteX42" fmla="*/ 587338 w 6877537"/>
              <a:gd name="connsiteY42" fmla="*/ 3749596 h 3812255"/>
              <a:gd name="connsiteX43" fmla="*/ 66233 w 6877537"/>
              <a:gd name="connsiteY43" fmla="*/ 3750846 h 3812255"/>
              <a:gd name="connsiteX44" fmla="*/ 18498 w 6877537"/>
              <a:gd name="connsiteY44" fmla="*/ 3100089 h 3812255"/>
              <a:gd name="connsiteX45" fmla="*/ 32012 w 6877537"/>
              <a:gd name="connsiteY45" fmla="*/ 2361845 h 3812255"/>
              <a:gd name="connsiteX46" fmla="*/ 41993 w 6877537"/>
              <a:gd name="connsiteY46" fmla="*/ 1900625 h 3812255"/>
              <a:gd name="connsiteX0" fmla="*/ 33467 w 6869011"/>
              <a:gd name="connsiteY0" fmla="*/ 1900625 h 3812255"/>
              <a:gd name="connsiteX1" fmla="*/ 211569 w 6869011"/>
              <a:gd name="connsiteY1" fmla="*/ 1749322 h 3812255"/>
              <a:gd name="connsiteX2" fmla="*/ 125477 w 6869011"/>
              <a:gd name="connsiteY2" fmla="*/ 2802810 h 3812255"/>
              <a:gd name="connsiteX3" fmla="*/ 144723 w 6869011"/>
              <a:gd name="connsiteY3" fmla="*/ 3584555 h 3812255"/>
              <a:gd name="connsiteX4" fmla="*/ 606738 w 6869011"/>
              <a:gd name="connsiteY4" fmla="*/ 3573541 h 3812255"/>
              <a:gd name="connsiteX5" fmla="*/ 1107253 w 6869011"/>
              <a:gd name="connsiteY5" fmla="*/ 2846852 h 3812255"/>
              <a:gd name="connsiteX6" fmla="*/ 1925399 w 6869011"/>
              <a:gd name="connsiteY6" fmla="*/ 1955005 h 3812255"/>
              <a:gd name="connsiteX7" fmla="*/ 2561259 w 6869011"/>
              <a:gd name="connsiteY7" fmla="*/ 1341877 h 3812255"/>
              <a:gd name="connsiteX8" fmla="*/ 3406633 w 6869011"/>
              <a:gd name="connsiteY8" fmla="*/ 736610 h 3812255"/>
              <a:gd name="connsiteX9" fmla="*/ 4774757 w 6869011"/>
              <a:gd name="connsiteY9" fmla="*/ 909322 h 3812255"/>
              <a:gd name="connsiteX10" fmla="*/ 5274290 w 6869011"/>
              <a:gd name="connsiteY10" fmla="*/ 274322 h 3812255"/>
              <a:gd name="connsiteX11" fmla="*/ 5839441 w 6869011"/>
              <a:gd name="connsiteY11" fmla="*/ 172768 h 3812255"/>
              <a:gd name="connsiteX12" fmla="*/ 6269124 w 6869011"/>
              <a:gd name="connsiteY12" fmla="*/ 428302 h 3812255"/>
              <a:gd name="connsiteX13" fmla="*/ 6430346 w 6869011"/>
              <a:gd name="connsiteY13" fmla="*/ 623187 h 3812255"/>
              <a:gd name="connsiteX14" fmla="*/ 6582746 w 6869011"/>
              <a:gd name="connsiteY14" fmla="*/ 703089 h 3812255"/>
              <a:gd name="connsiteX15" fmla="*/ 6697046 w 6869011"/>
              <a:gd name="connsiteY15" fmla="*/ 674034 h 3812255"/>
              <a:gd name="connsiteX16" fmla="*/ 6726324 w 6869011"/>
              <a:gd name="connsiteY16" fmla="*/ 529995 h 3812255"/>
              <a:gd name="connsiteX17" fmla="*/ 6697047 w 6869011"/>
              <a:gd name="connsiteY17" fmla="*/ 390745 h 3812255"/>
              <a:gd name="connsiteX18" fmla="*/ 6627198 w 6869011"/>
              <a:gd name="connsiteY18" fmla="*/ 303578 h 3812255"/>
              <a:gd name="connsiteX19" fmla="*/ 6582748 w 6869011"/>
              <a:gd name="connsiteY19" fmla="*/ 194620 h 3812255"/>
              <a:gd name="connsiteX20" fmla="*/ 6563698 w 6869011"/>
              <a:gd name="connsiteY20" fmla="*/ 27550 h 3812255"/>
              <a:gd name="connsiteX21" fmla="*/ 6709747 w 6869011"/>
              <a:gd name="connsiteY21" fmla="*/ 13025 h 3812255"/>
              <a:gd name="connsiteX22" fmla="*/ 6861790 w 6869011"/>
              <a:gd name="connsiteY22" fmla="*/ 26287 h 3812255"/>
              <a:gd name="connsiteX23" fmla="*/ 6843098 w 6869011"/>
              <a:gd name="connsiteY23" fmla="*/ 252730 h 3812255"/>
              <a:gd name="connsiteX24" fmla="*/ 6798648 w 6869011"/>
              <a:gd name="connsiteY24" fmla="*/ 405271 h 3812255"/>
              <a:gd name="connsiteX25" fmla="*/ 6785947 w 6869011"/>
              <a:gd name="connsiteY25" fmla="*/ 659506 h 3812255"/>
              <a:gd name="connsiteX26" fmla="*/ 6709747 w 6869011"/>
              <a:gd name="connsiteY26" fmla="*/ 775729 h 3812255"/>
              <a:gd name="connsiteX27" fmla="*/ 6599324 w 6869011"/>
              <a:gd name="connsiteY27" fmla="*/ 797321 h 3812255"/>
              <a:gd name="connsiteX28" fmla="*/ 6385539 w 6869011"/>
              <a:gd name="connsiteY28" fmla="*/ 712560 h 3812255"/>
              <a:gd name="connsiteX29" fmla="*/ 6119197 w 6869011"/>
              <a:gd name="connsiteY29" fmla="*/ 398005 h 3812255"/>
              <a:gd name="connsiteX30" fmla="*/ 5881774 w 6869011"/>
              <a:gd name="connsiteY30" fmla="*/ 276774 h 3812255"/>
              <a:gd name="connsiteX31" fmla="*/ 5557924 w 6869011"/>
              <a:gd name="connsiteY31" fmla="*/ 257389 h 3812255"/>
              <a:gd name="connsiteX32" fmla="*/ 5375890 w 6869011"/>
              <a:gd name="connsiteY32" fmla="*/ 333589 h 3812255"/>
              <a:gd name="connsiteX33" fmla="*/ 5257357 w 6869011"/>
              <a:gd name="connsiteY33" fmla="*/ 452121 h 3812255"/>
              <a:gd name="connsiteX34" fmla="*/ 5045690 w 6869011"/>
              <a:gd name="connsiteY34" fmla="*/ 833121 h 3812255"/>
              <a:gd name="connsiteX35" fmla="*/ 4867890 w 6869011"/>
              <a:gd name="connsiteY35" fmla="*/ 985522 h 3812255"/>
              <a:gd name="connsiteX36" fmla="*/ 4455698 w 6869011"/>
              <a:gd name="connsiteY36" fmla="*/ 1018010 h 3812255"/>
              <a:gd name="connsiteX37" fmla="*/ 3786876 w 6869011"/>
              <a:gd name="connsiteY37" fmla="*/ 857442 h 3812255"/>
              <a:gd name="connsiteX38" fmla="*/ 3398065 w 6869011"/>
              <a:gd name="connsiteY38" fmla="*/ 831937 h 3812255"/>
              <a:gd name="connsiteX39" fmla="*/ 2729658 w 6869011"/>
              <a:gd name="connsiteY39" fmla="*/ 1324293 h 3812255"/>
              <a:gd name="connsiteX40" fmla="*/ 2051253 w 6869011"/>
              <a:gd name="connsiteY40" fmla="*/ 1975179 h 3812255"/>
              <a:gd name="connsiteX41" fmla="*/ 1304181 w 6869011"/>
              <a:gd name="connsiteY41" fmla="*/ 2775352 h 3812255"/>
              <a:gd name="connsiteX42" fmla="*/ 578812 w 6869011"/>
              <a:gd name="connsiteY42" fmla="*/ 3749596 h 3812255"/>
              <a:gd name="connsiteX43" fmla="*/ 57707 w 6869011"/>
              <a:gd name="connsiteY43" fmla="*/ 3750846 h 3812255"/>
              <a:gd name="connsiteX44" fmla="*/ 9972 w 6869011"/>
              <a:gd name="connsiteY44" fmla="*/ 3100089 h 3812255"/>
              <a:gd name="connsiteX45" fmla="*/ 23486 w 6869011"/>
              <a:gd name="connsiteY45" fmla="*/ 2361845 h 3812255"/>
              <a:gd name="connsiteX46" fmla="*/ 33467 w 6869011"/>
              <a:gd name="connsiteY46" fmla="*/ 1900625 h 3812255"/>
              <a:gd name="connsiteX0" fmla="*/ 48430 w 6883974"/>
              <a:gd name="connsiteY0" fmla="*/ 1900625 h 3812255"/>
              <a:gd name="connsiteX1" fmla="*/ 130280 w 6883974"/>
              <a:gd name="connsiteY1" fmla="*/ 1727301 h 3812255"/>
              <a:gd name="connsiteX2" fmla="*/ 140440 w 6883974"/>
              <a:gd name="connsiteY2" fmla="*/ 2802810 h 3812255"/>
              <a:gd name="connsiteX3" fmla="*/ 159686 w 6883974"/>
              <a:gd name="connsiteY3" fmla="*/ 3584555 h 3812255"/>
              <a:gd name="connsiteX4" fmla="*/ 621701 w 6883974"/>
              <a:gd name="connsiteY4" fmla="*/ 3573541 h 3812255"/>
              <a:gd name="connsiteX5" fmla="*/ 1122216 w 6883974"/>
              <a:gd name="connsiteY5" fmla="*/ 2846852 h 3812255"/>
              <a:gd name="connsiteX6" fmla="*/ 1940362 w 6883974"/>
              <a:gd name="connsiteY6" fmla="*/ 1955005 h 3812255"/>
              <a:gd name="connsiteX7" fmla="*/ 2576222 w 6883974"/>
              <a:gd name="connsiteY7" fmla="*/ 1341877 h 3812255"/>
              <a:gd name="connsiteX8" fmla="*/ 3421596 w 6883974"/>
              <a:gd name="connsiteY8" fmla="*/ 736610 h 3812255"/>
              <a:gd name="connsiteX9" fmla="*/ 4789720 w 6883974"/>
              <a:gd name="connsiteY9" fmla="*/ 909322 h 3812255"/>
              <a:gd name="connsiteX10" fmla="*/ 5289253 w 6883974"/>
              <a:gd name="connsiteY10" fmla="*/ 274322 h 3812255"/>
              <a:gd name="connsiteX11" fmla="*/ 5854404 w 6883974"/>
              <a:gd name="connsiteY11" fmla="*/ 172768 h 3812255"/>
              <a:gd name="connsiteX12" fmla="*/ 6284087 w 6883974"/>
              <a:gd name="connsiteY12" fmla="*/ 428302 h 3812255"/>
              <a:gd name="connsiteX13" fmla="*/ 6445309 w 6883974"/>
              <a:gd name="connsiteY13" fmla="*/ 623187 h 3812255"/>
              <a:gd name="connsiteX14" fmla="*/ 6597709 w 6883974"/>
              <a:gd name="connsiteY14" fmla="*/ 703089 h 3812255"/>
              <a:gd name="connsiteX15" fmla="*/ 6712009 w 6883974"/>
              <a:gd name="connsiteY15" fmla="*/ 674034 h 3812255"/>
              <a:gd name="connsiteX16" fmla="*/ 6741287 w 6883974"/>
              <a:gd name="connsiteY16" fmla="*/ 529995 h 3812255"/>
              <a:gd name="connsiteX17" fmla="*/ 6712010 w 6883974"/>
              <a:gd name="connsiteY17" fmla="*/ 390745 h 3812255"/>
              <a:gd name="connsiteX18" fmla="*/ 6642161 w 6883974"/>
              <a:gd name="connsiteY18" fmla="*/ 303578 h 3812255"/>
              <a:gd name="connsiteX19" fmla="*/ 6597711 w 6883974"/>
              <a:gd name="connsiteY19" fmla="*/ 194620 h 3812255"/>
              <a:gd name="connsiteX20" fmla="*/ 6578661 w 6883974"/>
              <a:gd name="connsiteY20" fmla="*/ 27550 h 3812255"/>
              <a:gd name="connsiteX21" fmla="*/ 6724710 w 6883974"/>
              <a:gd name="connsiteY21" fmla="*/ 13025 h 3812255"/>
              <a:gd name="connsiteX22" fmla="*/ 6876753 w 6883974"/>
              <a:gd name="connsiteY22" fmla="*/ 26287 h 3812255"/>
              <a:gd name="connsiteX23" fmla="*/ 6858061 w 6883974"/>
              <a:gd name="connsiteY23" fmla="*/ 252730 h 3812255"/>
              <a:gd name="connsiteX24" fmla="*/ 6813611 w 6883974"/>
              <a:gd name="connsiteY24" fmla="*/ 405271 h 3812255"/>
              <a:gd name="connsiteX25" fmla="*/ 6800910 w 6883974"/>
              <a:gd name="connsiteY25" fmla="*/ 659506 h 3812255"/>
              <a:gd name="connsiteX26" fmla="*/ 6724710 w 6883974"/>
              <a:gd name="connsiteY26" fmla="*/ 775729 h 3812255"/>
              <a:gd name="connsiteX27" fmla="*/ 6614287 w 6883974"/>
              <a:gd name="connsiteY27" fmla="*/ 797321 h 3812255"/>
              <a:gd name="connsiteX28" fmla="*/ 6400502 w 6883974"/>
              <a:gd name="connsiteY28" fmla="*/ 712560 h 3812255"/>
              <a:gd name="connsiteX29" fmla="*/ 6134160 w 6883974"/>
              <a:gd name="connsiteY29" fmla="*/ 398005 h 3812255"/>
              <a:gd name="connsiteX30" fmla="*/ 5896737 w 6883974"/>
              <a:gd name="connsiteY30" fmla="*/ 276774 h 3812255"/>
              <a:gd name="connsiteX31" fmla="*/ 5572887 w 6883974"/>
              <a:gd name="connsiteY31" fmla="*/ 257389 h 3812255"/>
              <a:gd name="connsiteX32" fmla="*/ 5390853 w 6883974"/>
              <a:gd name="connsiteY32" fmla="*/ 333589 h 3812255"/>
              <a:gd name="connsiteX33" fmla="*/ 5272320 w 6883974"/>
              <a:gd name="connsiteY33" fmla="*/ 452121 h 3812255"/>
              <a:gd name="connsiteX34" fmla="*/ 5060653 w 6883974"/>
              <a:gd name="connsiteY34" fmla="*/ 833121 h 3812255"/>
              <a:gd name="connsiteX35" fmla="*/ 4882853 w 6883974"/>
              <a:gd name="connsiteY35" fmla="*/ 985522 h 3812255"/>
              <a:gd name="connsiteX36" fmla="*/ 4470661 w 6883974"/>
              <a:gd name="connsiteY36" fmla="*/ 1018010 h 3812255"/>
              <a:gd name="connsiteX37" fmla="*/ 3801839 w 6883974"/>
              <a:gd name="connsiteY37" fmla="*/ 857442 h 3812255"/>
              <a:gd name="connsiteX38" fmla="*/ 3413028 w 6883974"/>
              <a:gd name="connsiteY38" fmla="*/ 831937 h 3812255"/>
              <a:gd name="connsiteX39" fmla="*/ 2744621 w 6883974"/>
              <a:gd name="connsiteY39" fmla="*/ 1324293 h 3812255"/>
              <a:gd name="connsiteX40" fmla="*/ 2066216 w 6883974"/>
              <a:gd name="connsiteY40" fmla="*/ 1975179 h 3812255"/>
              <a:gd name="connsiteX41" fmla="*/ 1319144 w 6883974"/>
              <a:gd name="connsiteY41" fmla="*/ 2775352 h 3812255"/>
              <a:gd name="connsiteX42" fmla="*/ 593775 w 6883974"/>
              <a:gd name="connsiteY42" fmla="*/ 3749596 h 3812255"/>
              <a:gd name="connsiteX43" fmla="*/ 72670 w 6883974"/>
              <a:gd name="connsiteY43" fmla="*/ 3750846 h 3812255"/>
              <a:gd name="connsiteX44" fmla="*/ 24935 w 6883974"/>
              <a:gd name="connsiteY44" fmla="*/ 3100089 h 3812255"/>
              <a:gd name="connsiteX45" fmla="*/ 38449 w 6883974"/>
              <a:gd name="connsiteY45" fmla="*/ 2361845 h 3812255"/>
              <a:gd name="connsiteX46" fmla="*/ 48430 w 6883974"/>
              <a:gd name="connsiteY46" fmla="*/ 1900625 h 3812255"/>
              <a:gd name="connsiteX0" fmla="*/ 33467 w 6869011"/>
              <a:gd name="connsiteY0" fmla="*/ 1900625 h 3812255"/>
              <a:gd name="connsiteX1" fmla="*/ 115317 w 6869011"/>
              <a:gd name="connsiteY1" fmla="*/ 1727301 h 3812255"/>
              <a:gd name="connsiteX2" fmla="*/ 125477 w 6869011"/>
              <a:gd name="connsiteY2" fmla="*/ 2802810 h 3812255"/>
              <a:gd name="connsiteX3" fmla="*/ 144723 w 6869011"/>
              <a:gd name="connsiteY3" fmla="*/ 3584555 h 3812255"/>
              <a:gd name="connsiteX4" fmla="*/ 606738 w 6869011"/>
              <a:gd name="connsiteY4" fmla="*/ 3573541 h 3812255"/>
              <a:gd name="connsiteX5" fmla="*/ 1107253 w 6869011"/>
              <a:gd name="connsiteY5" fmla="*/ 2846852 h 3812255"/>
              <a:gd name="connsiteX6" fmla="*/ 1925399 w 6869011"/>
              <a:gd name="connsiteY6" fmla="*/ 1955005 h 3812255"/>
              <a:gd name="connsiteX7" fmla="*/ 2561259 w 6869011"/>
              <a:gd name="connsiteY7" fmla="*/ 1341877 h 3812255"/>
              <a:gd name="connsiteX8" fmla="*/ 3406633 w 6869011"/>
              <a:gd name="connsiteY8" fmla="*/ 736610 h 3812255"/>
              <a:gd name="connsiteX9" fmla="*/ 4774757 w 6869011"/>
              <a:gd name="connsiteY9" fmla="*/ 909322 h 3812255"/>
              <a:gd name="connsiteX10" fmla="*/ 5274290 w 6869011"/>
              <a:gd name="connsiteY10" fmla="*/ 274322 h 3812255"/>
              <a:gd name="connsiteX11" fmla="*/ 5839441 w 6869011"/>
              <a:gd name="connsiteY11" fmla="*/ 172768 h 3812255"/>
              <a:gd name="connsiteX12" fmla="*/ 6269124 w 6869011"/>
              <a:gd name="connsiteY12" fmla="*/ 428302 h 3812255"/>
              <a:gd name="connsiteX13" fmla="*/ 6430346 w 6869011"/>
              <a:gd name="connsiteY13" fmla="*/ 623187 h 3812255"/>
              <a:gd name="connsiteX14" fmla="*/ 6582746 w 6869011"/>
              <a:gd name="connsiteY14" fmla="*/ 703089 h 3812255"/>
              <a:gd name="connsiteX15" fmla="*/ 6697046 w 6869011"/>
              <a:gd name="connsiteY15" fmla="*/ 674034 h 3812255"/>
              <a:gd name="connsiteX16" fmla="*/ 6726324 w 6869011"/>
              <a:gd name="connsiteY16" fmla="*/ 529995 h 3812255"/>
              <a:gd name="connsiteX17" fmla="*/ 6697047 w 6869011"/>
              <a:gd name="connsiteY17" fmla="*/ 390745 h 3812255"/>
              <a:gd name="connsiteX18" fmla="*/ 6627198 w 6869011"/>
              <a:gd name="connsiteY18" fmla="*/ 303578 h 3812255"/>
              <a:gd name="connsiteX19" fmla="*/ 6582748 w 6869011"/>
              <a:gd name="connsiteY19" fmla="*/ 194620 h 3812255"/>
              <a:gd name="connsiteX20" fmla="*/ 6563698 w 6869011"/>
              <a:gd name="connsiteY20" fmla="*/ 27550 h 3812255"/>
              <a:gd name="connsiteX21" fmla="*/ 6709747 w 6869011"/>
              <a:gd name="connsiteY21" fmla="*/ 13025 h 3812255"/>
              <a:gd name="connsiteX22" fmla="*/ 6861790 w 6869011"/>
              <a:gd name="connsiteY22" fmla="*/ 26287 h 3812255"/>
              <a:gd name="connsiteX23" fmla="*/ 6843098 w 6869011"/>
              <a:gd name="connsiteY23" fmla="*/ 252730 h 3812255"/>
              <a:gd name="connsiteX24" fmla="*/ 6798648 w 6869011"/>
              <a:gd name="connsiteY24" fmla="*/ 405271 h 3812255"/>
              <a:gd name="connsiteX25" fmla="*/ 6785947 w 6869011"/>
              <a:gd name="connsiteY25" fmla="*/ 659506 h 3812255"/>
              <a:gd name="connsiteX26" fmla="*/ 6709747 w 6869011"/>
              <a:gd name="connsiteY26" fmla="*/ 775729 h 3812255"/>
              <a:gd name="connsiteX27" fmla="*/ 6599324 w 6869011"/>
              <a:gd name="connsiteY27" fmla="*/ 797321 h 3812255"/>
              <a:gd name="connsiteX28" fmla="*/ 6385539 w 6869011"/>
              <a:gd name="connsiteY28" fmla="*/ 712560 h 3812255"/>
              <a:gd name="connsiteX29" fmla="*/ 6119197 w 6869011"/>
              <a:gd name="connsiteY29" fmla="*/ 398005 h 3812255"/>
              <a:gd name="connsiteX30" fmla="*/ 5881774 w 6869011"/>
              <a:gd name="connsiteY30" fmla="*/ 276774 h 3812255"/>
              <a:gd name="connsiteX31" fmla="*/ 5557924 w 6869011"/>
              <a:gd name="connsiteY31" fmla="*/ 257389 h 3812255"/>
              <a:gd name="connsiteX32" fmla="*/ 5375890 w 6869011"/>
              <a:gd name="connsiteY32" fmla="*/ 333589 h 3812255"/>
              <a:gd name="connsiteX33" fmla="*/ 5257357 w 6869011"/>
              <a:gd name="connsiteY33" fmla="*/ 452121 h 3812255"/>
              <a:gd name="connsiteX34" fmla="*/ 5045690 w 6869011"/>
              <a:gd name="connsiteY34" fmla="*/ 833121 h 3812255"/>
              <a:gd name="connsiteX35" fmla="*/ 4867890 w 6869011"/>
              <a:gd name="connsiteY35" fmla="*/ 985522 h 3812255"/>
              <a:gd name="connsiteX36" fmla="*/ 4455698 w 6869011"/>
              <a:gd name="connsiteY36" fmla="*/ 1018010 h 3812255"/>
              <a:gd name="connsiteX37" fmla="*/ 3786876 w 6869011"/>
              <a:gd name="connsiteY37" fmla="*/ 857442 h 3812255"/>
              <a:gd name="connsiteX38" fmla="*/ 3398065 w 6869011"/>
              <a:gd name="connsiteY38" fmla="*/ 831937 h 3812255"/>
              <a:gd name="connsiteX39" fmla="*/ 2729658 w 6869011"/>
              <a:gd name="connsiteY39" fmla="*/ 1324293 h 3812255"/>
              <a:gd name="connsiteX40" fmla="*/ 2051253 w 6869011"/>
              <a:gd name="connsiteY40" fmla="*/ 1975179 h 3812255"/>
              <a:gd name="connsiteX41" fmla="*/ 1304181 w 6869011"/>
              <a:gd name="connsiteY41" fmla="*/ 2775352 h 3812255"/>
              <a:gd name="connsiteX42" fmla="*/ 578812 w 6869011"/>
              <a:gd name="connsiteY42" fmla="*/ 3749596 h 3812255"/>
              <a:gd name="connsiteX43" fmla="*/ 57707 w 6869011"/>
              <a:gd name="connsiteY43" fmla="*/ 3750846 h 3812255"/>
              <a:gd name="connsiteX44" fmla="*/ 9972 w 6869011"/>
              <a:gd name="connsiteY44" fmla="*/ 3100089 h 3812255"/>
              <a:gd name="connsiteX45" fmla="*/ 23486 w 6869011"/>
              <a:gd name="connsiteY45" fmla="*/ 2361845 h 3812255"/>
              <a:gd name="connsiteX46" fmla="*/ 33467 w 6869011"/>
              <a:gd name="connsiteY46" fmla="*/ 1900625 h 3812255"/>
              <a:gd name="connsiteX0" fmla="*/ 4591 w 6869011"/>
              <a:gd name="connsiteY0" fmla="*/ 1878604 h 3812255"/>
              <a:gd name="connsiteX1" fmla="*/ 115317 w 6869011"/>
              <a:gd name="connsiteY1" fmla="*/ 1727301 h 3812255"/>
              <a:gd name="connsiteX2" fmla="*/ 125477 w 6869011"/>
              <a:gd name="connsiteY2" fmla="*/ 2802810 h 3812255"/>
              <a:gd name="connsiteX3" fmla="*/ 144723 w 6869011"/>
              <a:gd name="connsiteY3" fmla="*/ 3584555 h 3812255"/>
              <a:gd name="connsiteX4" fmla="*/ 606738 w 6869011"/>
              <a:gd name="connsiteY4" fmla="*/ 3573541 h 3812255"/>
              <a:gd name="connsiteX5" fmla="*/ 1107253 w 6869011"/>
              <a:gd name="connsiteY5" fmla="*/ 2846852 h 3812255"/>
              <a:gd name="connsiteX6" fmla="*/ 1925399 w 6869011"/>
              <a:gd name="connsiteY6" fmla="*/ 1955005 h 3812255"/>
              <a:gd name="connsiteX7" fmla="*/ 2561259 w 6869011"/>
              <a:gd name="connsiteY7" fmla="*/ 1341877 h 3812255"/>
              <a:gd name="connsiteX8" fmla="*/ 3406633 w 6869011"/>
              <a:gd name="connsiteY8" fmla="*/ 736610 h 3812255"/>
              <a:gd name="connsiteX9" fmla="*/ 4774757 w 6869011"/>
              <a:gd name="connsiteY9" fmla="*/ 909322 h 3812255"/>
              <a:gd name="connsiteX10" fmla="*/ 5274290 w 6869011"/>
              <a:gd name="connsiteY10" fmla="*/ 274322 h 3812255"/>
              <a:gd name="connsiteX11" fmla="*/ 5839441 w 6869011"/>
              <a:gd name="connsiteY11" fmla="*/ 172768 h 3812255"/>
              <a:gd name="connsiteX12" fmla="*/ 6269124 w 6869011"/>
              <a:gd name="connsiteY12" fmla="*/ 428302 h 3812255"/>
              <a:gd name="connsiteX13" fmla="*/ 6430346 w 6869011"/>
              <a:gd name="connsiteY13" fmla="*/ 623187 h 3812255"/>
              <a:gd name="connsiteX14" fmla="*/ 6582746 w 6869011"/>
              <a:gd name="connsiteY14" fmla="*/ 703089 h 3812255"/>
              <a:gd name="connsiteX15" fmla="*/ 6697046 w 6869011"/>
              <a:gd name="connsiteY15" fmla="*/ 674034 h 3812255"/>
              <a:gd name="connsiteX16" fmla="*/ 6726324 w 6869011"/>
              <a:gd name="connsiteY16" fmla="*/ 529995 h 3812255"/>
              <a:gd name="connsiteX17" fmla="*/ 6697047 w 6869011"/>
              <a:gd name="connsiteY17" fmla="*/ 390745 h 3812255"/>
              <a:gd name="connsiteX18" fmla="*/ 6627198 w 6869011"/>
              <a:gd name="connsiteY18" fmla="*/ 303578 h 3812255"/>
              <a:gd name="connsiteX19" fmla="*/ 6582748 w 6869011"/>
              <a:gd name="connsiteY19" fmla="*/ 194620 h 3812255"/>
              <a:gd name="connsiteX20" fmla="*/ 6563698 w 6869011"/>
              <a:gd name="connsiteY20" fmla="*/ 27550 h 3812255"/>
              <a:gd name="connsiteX21" fmla="*/ 6709747 w 6869011"/>
              <a:gd name="connsiteY21" fmla="*/ 13025 h 3812255"/>
              <a:gd name="connsiteX22" fmla="*/ 6861790 w 6869011"/>
              <a:gd name="connsiteY22" fmla="*/ 26287 h 3812255"/>
              <a:gd name="connsiteX23" fmla="*/ 6843098 w 6869011"/>
              <a:gd name="connsiteY23" fmla="*/ 252730 h 3812255"/>
              <a:gd name="connsiteX24" fmla="*/ 6798648 w 6869011"/>
              <a:gd name="connsiteY24" fmla="*/ 405271 h 3812255"/>
              <a:gd name="connsiteX25" fmla="*/ 6785947 w 6869011"/>
              <a:gd name="connsiteY25" fmla="*/ 659506 h 3812255"/>
              <a:gd name="connsiteX26" fmla="*/ 6709747 w 6869011"/>
              <a:gd name="connsiteY26" fmla="*/ 775729 h 3812255"/>
              <a:gd name="connsiteX27" fmla="*/ 6599324 w 6869011"/>
              <a:gd name="connsiteY27" fmla="*/ 797321 h 3812255"/>
              <a:gd name="connsiteX28" fmla="*/ 6385539 w 6869011"/>
              <a:gd name="connsiteY28" fmla="*/ 712560 h 3812255"/>
              <a:gd name="connsiteX29" fmla="*/ 6119197 w 6869011"/>
              <a:gd name="connsiteY29" fmla="*/ 398005 h 3812255"/>
              <a:gd name="connsiteX30" fmla="*/ 5881774 w 6869011"/>
              <a:gd name="connsiteY30" fmla="*/ 276774 h 3812255"/>
              <a:gd name="connsiteX31" fmla="*/ 5557924 w 6869011"/>
              <a:gd name="connsiteY31" fmla="*/ 257389 h 3812255"/>
              <a:gd name="connsiteX32" fmla="*/ 5375890 w 6869011"/>
              <a:gd name="connsiteY32" fmla="*/ 333589 h 3812255"/>
              <a:gd name="connsiteX33" fmla="*/ 5257357 w 6869011"/>
              <a:gd name="connsiteY33" fmla="*/ 452121 h 3812255"/>
              <a:gd name="connsiteX34" fmla="*/ 5045690 w 6869011"/>
              <a:gd name="connsiteY34" fmla="*/ 833121 h 3812255"/>
              <a:gd name="connsiteX35" fmla="*/ 4867890 w 6869011"/>
              <a:gd name="connsiteY35" fmla="*/ 985522 h 3812255"/>
              <a:gd name="connsiteX36" fmla="*/ 4455698 w 6869011"/>
              <a:gd name="connsiteY36" fmla="*/ 1018010 h 3812255"/>
              <a:gd name="connsiteX37" fmla="*/ 3786876 w 6869011"/>
              <a:gd name="connsiteY37" fmla="*/ 857442 h 3812255"/>
              <a:gd name="connsiteX38" fmla="*/ 3398065 w 6869011"/>
              <a:gd name="connsiteY38" fmla="*/ 831937 h 3812255"/>
              <a:gd name="connsiteX39" fmla="*/ 2729658 w 6869011"/>
              <a:gd name="connsiteY39" fmla="*/ 1324293 h 3812255"/>
              <a:gd name="connsiteX40" fmla="*/ 2051253 w 6869011"/>
              <a:gd name="connsiteY40" fmla="*/ 1975179 h 3812255"/>
              <a:gd name="connsiteX41" fmla="*/ 1304181 w 6869011"/>
              <a:gd name="connsiteY41" fmla="*/ 2775352 h 3812255"/>
              <a:gd name="connsiteX42" fmla="*/ 578812 w 6869011"/>
              <a:gd name="connsiteY42" fmla="*/ 3749596 h 3812255"/>
              <a:gd name="connsiteX43" fmla="*/ 57707 w 6869011"/>
              <a:gd name="connsiteY43" fmla="*/ 3750846 h 3812255"/>
              <a:gd name="connsiteX44" fmla="*/ 9972 w 6869011"/>
              <a:gd name="connsiteY44" fmla="*/ 3100089 h 3812255"/>
              <a:gd name="connsiteX45" fmla="*/ 23486 w 6869011"/>
              <a:gd name="connsiteY45" fmla="*/ 2361845 h 3812255"/>
              <a:gd name="connsiteX46" fmla="*/ 4591 w 6869011"/>
              <a:gd name="connsiteY46" fmla="*/ 1878604 h 3812255"/>
              <a:gd name="connsiteX0" fmla="*/ 14216 w 6869011"/>
              <a:gd name="connsiteY0" fmla="*/ 1867593 h 3812255"/>
              <a:gd name="connsiteX1" fmla="*/ 115317 w 6869011"/>
              <a:gd name="connsiteY1" fmla="*/ 1727301 h 3812255"/>
              <a:gd name="connsiteX2" fmla="*/ 125477 w 6869011"/>
              <a:gd name="connsiteY2" fmla="*/ 2802810 h 3812255"/>
              <a:gd name="connsiteX3" fmla="*/ 144723 w 6869011"/>
              <a:gd name="connsiteY3" fmla="*/ 3584555 h 3812255"/>
              <a:gd name="connsiteX4" fmla="*/ 606738 w 6869011"/>
              <a:gd name="connsiteY4" fmla="*/ 3573541 h 3812255"/>
              <a:gd name="connsiteX5" fmla="*/ 1107253 w 6869011"/>
              <a:gd name="connsiteY5" fmla="*/ 2846852 h 3812255"/>
              <a:gd name="connsiteX6" fmla="*/ 1925399 w 6869011"/>
              <a:gd name="connsiteY6" fmla="*/ 1955005 h 3812255"/>
              <a:gd name="connsiteX7" fmla="*/ 2561259 w 6869011"/>
              <a:gd name="connsiteY7" fmla="*/ 1341877 h 3812255"/>
              <a:gd name="connsiteX8" fmla="*/ 3406633 w 6869011"/>
              <a:gd name="connsiteY8" fmla="*/ 736610 h 3812255"/>
              <a:gd name="connsiteX9" fmla="*/ 4774757 w 6869011"/>
              <a:gd name="connsiteY9" fmla="*/ 909322 h 3812255"/>
              <a:gd name="connsiteX10" fmla="*/ 5274290 w 6869011"/>
              <a:gd name="connsiteY10" fmla="*/ 274322 h 3812255"/>
              <a:gd name="connsiteX11" fmla="*/ 5839441 w 6869011"/>
              <a:gd name="connsiteY11" fmla="*/ 172768 h 3812255"/>
              <a:gd name="connsiteX12" fmla="*/ 6269124 w 6869011"/>
              <a:gd name="connsiteY12" fmla="*/ 428302 h 3812255"/>
              <a:gd name="connsiteX13" fmla="*/ 6430346 w 6869011"/>
              <a:gd name="connsiteY13" fmla="*/ 623187 h 3812255"/>
              <a:gd name="connsiteX14" fmla="*/ 6582746 w 6869011"/>
              <a:gd name="connsiteY14" fmla="*/ 703089 h 3812255"/>
              <a:gd name="connsiteX15" fmla="*/ 6697046 w 6869011"/>
              <a:gd name="connsiteY15" fmla="*/ 674034 h 3812255"/>
              <a:gd name="connsiteX16" fmla="*/ 6726324 w 6869011"/>
              <a:gd name="connsiteY16" fmla="*/ 529995 h 3812255"/>
              <a:gd name="connsiteX17" fmla="*/ 6697047 w 6869011"/>
              <a:gd name="connsiteY17" fmla="*/ 390745 h 3812255"/>
              <a:gd name="connsiteX18" fmla="*/ 6627198 w 6869011"/>
              <a:gd name="connsiteY18" fmla="*/ 303578 h 3812255"/>
              <a:gd name="connsiteX19" fmla="*/ 6582748 w 6869011"/>
              <a:gd name="connsiteY19" fmla="*/ 194620 h 3812255"/>
              <a:gd name="connsiteX20" fmla="*/ 6563698 w 6869011"/>
              <a:gd name="connsiteY20" fmla="*/ 27550 h 3812255"/>
              <a:gd name="connsiteX21" fmla="*/ 6709747 w 6869011"/>
              <a:gd name="connsiteY21" fmla="*/ 13025 h 3812255"/>
              <a:gd name="connsiteX22" fmla="*/ 6861790 w 6869011"/>
              <a:gd name="connsiteY22" fmla="*/ 26287 h 3812255"/>
              <a:gd name="connsiteX23" fmla="*/ 6843098 w 6869011"/>
              <a:gd name="connsiteY23" fmla="*/ 252730 h 3812255"/>
              <a:gd name="connsiteX24" fmla="*/ 6798648 w 6869011"/>
              <a:gd name="connsiteY24" fmla="*/ 405271 h 3812255"/>
              <a:gd name="connsiteX25" fmla="*/ 6785947 w 6869011"/>
              <a:gd name="connsiteY25" fmla="*/ 659506 h 3812255"/>
              <a:gd name="connsiteX26" fmla="*/ 6709747 w 6869011"/>
              <a:gd name="connsiteY26" fmla="*/ 775729 h 3812255"/>
              <a:gd name="connsiteX27" fmla="*/ 6599324 w 6869011"/>
              <a:gd name="connsiteY27" fmla="*/ 797321 h 3812255"/>
              <a:gd name="connsiteX28" fmla="*/ 6385539 w 6869011"/>
              <a:gd name="connsiteY28" fmla="*/ 712560 h 3812255"/>
              <a:gd name="connsiteX29" fmla="*/ 6119197 w 6869011"/>
              <a:gd name="connsiteY29" fmla="*/ 398005 h 3812255"/>
              <a:gd name="connsiteX30" fmla="*/ 5881774 w 6869011"/>
              <a:gd name="connsiteY30" fmla="*/ 276774 h 3812255"/>
              <a:gd name="connsiteX31" fmla="*/ 5557924 w 6869011"/>
              <a:gd name="connsiteY31" fmla="*/ 257389 h 3812255"/>
              <a:gd name="connsiteX32" fmla="*/ 5375890 w 6869011"/>
              <a:gd name="connsiteY32" fmla="*/ 333589 h 3812255"/>
              <a:gd name="connsiteX33" fmla="*/ 5257357 w 6869011"/>
              <a:gd name="connsiteY33" fmla="*/ 452121 h 3812255"/>
              <a:gd name="connsiteX34" fmla="*/ 5045690 w 6869011"/>
              <a:gd name="connsiteY34" fmla="*/ 833121 h 3812255"/>
              <a:gd name="connsiteX35" fmla="*/ 4867890 w 6869011"/>
              <a:gd name="connsiteY35" fmla="*/ 985522 h 3812255"/>
              <a:gd name="connsiteX36" fmla="*/ 4455698 w 6869011"/>
              <a:gd name="connsiteY36" fmla="*/ 1018010 h 3812255"/>
              <a:gd name="connsiteX37" fmla="*/ 3786876 w 6869011"/>
              <a:gd name="connsiteY37" fmla="*/ 857442 h 3812255"/>
              <a:gd name="connsiteX38" fmla="*/ 3398065 w 6869011"/>
              <a:gd name="connsiteY38" fmla="*/ 831937 h 3812255"/>
              <a:gd name="connsiteX39" fmla="*/ 2729658 w 6869011"/>
              <a:gd name="connsiteY39" fmla="*/ 1324293 h 3812255"/>
              <a:gd name="connsiteX40" fmla="*/ 2051253 w 6869011"/>
              <a:gd name="connsiteY40" fmla="*/ 1975179 h 3812255"/>
              <a:gd name="connsiteX41" fmla="*/ 1304181 w 6869011"/>
              <a:gd name="connsiteY41" fmla="*/ 2775352 h 3812255"/>
              <a:gd name="connsiteX42" fmla="*/ 578812 w 6869011"/>
              <a:gd name="connsiteY42" fmla="*/ 3749596 h 3812255"/>
              <a:gd name="connsiteX43" fmla="*/ 57707 w 6869011"/>
              <a:gd name="connsiteY43" fmla="*/ 3750846 h 3812255"/>
              <a:gd name="connsiteX44" fmla="*/ 9972 w 6869011"/>
              <a:gd name="connsiteY44" fmla="*/ 3100089 h 3812255"/>
              <a:gd name="connsiteX45" fmla="*/ 23486 w 6869011"/>
              <a:gd name="connsiteY45" fmla="*/ 2361845 h 3812255"/>
              <a:gd name="connsiteX46" fmla="*/ 14216 w 6869011"/>
              <a:gd name="connsiteY46" fmla="*/ 1867593 h 3812255"/>
              <a:gd name="connsiteX0" fmla="*/ 14216 w 6869011"/>
              <a:gd name="connsiteY0" fmla="*/ 1867593 h 3812255"/>
              <a:gd name="connsiteX1" fmla="*/ 115317 w 6869011"/>
              <a:gd name="connsiteY1" fmla="*/ 1727301 h 3812255"/>
              <a:gd name="connsiteX2" fmla="*/ 125477 w 6869011"/>
              <a:gd name="connsiteY2" fmla="*/ 2802810 h 3812255"/>
              <a:gd name="connsiteX3" fmla="*/ 144723 w 6869011"/>
              <a:gd name="connsiteY3" fmla="*/ 3584555 h 3812255"/>
              <a:gd name="connsiteX4" fmla="*/ 606738 w 6869011"/>
              <a:gd name="connsiteY4" fmla="*/ 3573541 h 3812255"/>
              <a:gd name="connsiteX5" fmla="*/ 1107253 w 6869011"/>
              <a:gd name="connsiteY5" fmla="*/ 2846852 h 3812255"/>
              <a:gd name="connsiteX6" fmla="*/ 1925399 w 6869011"/>
              <a:gd name="connsiteY6" fmla="*/ 1955005 h 3812255"/>
              <a:gd name="connsiteX7" fmla="*/ 2561259 w 6869011"/>
              <a:gd name="connsiteY7" fmla="*/ 1341877 h 3812255"/>
              <a:gd name="connsiteX8" fmla="*/ 3406633 w 6869011"/>
              <a:gd name="connsiteY8" fmla="*/ 736610 h 3812255"/>
              <a:gd name="connsiteX9" fmla="*/ 4774757 w 6869011"/>
              <a:gd name="connsiteY9" fmla="*/ 909322 h 3812255"/>
              <a:gd name="connsiteX10" fmla="*/ 5274290 w 6869011"/>
              <a:gd name="connsiteY10" fmla="*/ 274322 h 3812255"/>
              <a:gd name="connsiteX11" fmla="*/ 5839441 w 6869011"/>
              <a:gd name="connsiteY11" fmla="*/ 172768 h 3812255"/>
              <a:gd name="connsiteX12" fmla="*/ 6269124 w 6869011"/>
              <a:gd name="connsiteY12" fmla="*/ 428302 h 3812255"/>
              <a:gd name="connsiteX13" fmla="*/ 6430346 w 6869011"/>
              <a:gd name="connsiteY13" fmla="*/ 623187 h 3812255"/>
              <a:gd name="connsiteX14" fmla="*/ 6582746 w 6869011"/>
              <a:gd name="connsiteY14" fmla="*/ 703089 h 3812255"/>
              <a:gd name="connsiteX15" fmla="*/ 6697046 w 6869011"/>
              <a:gd name="connsiteY15" fmla="*/ 674034 h 3812255"/>
              <a:gd name="connsiteX16" fmla="*/ 6726324 w 6869011"/>
              <a:gd name="connsiteY16" fmla="*/ 529995 h 3812255"/>
              <a:gd name="connsiteX17" fmla="*/ 6697047 w 6869011"/>
              <a:gd name="connsiteY17" fmla="*/ 390745 h 3812255"/>
              <a:gd name="connsiteX18" fmla="*/ 6627198 w 6869011"/>
              <a:gd name="connsiteY18" fmla="*/ 303578 h 3812255"/>
              <a:gd name="connsiteX19" fmla="*/ 6582748 w 6869011"/>
              <a:gd name="connsiteY19" fmla="*/ 194620 h 3812255"/>
              <a:gd name="connsiteX20" fmla="*/ 6563698 w 6869011"/>
              <a:gd name="connsiteY20" fmla="*/ 27550 h 3812255"/>
              <a:gd name="connsiteX21" fmla="*/ 6709747 w 6869011"/>
              <a:gd name="connsiteY21" fmla="*/ 13025 h 3812255"/>
              <a:gd name="connsiteX22" fmla="*/ 6861790 w 6869011"/>
              <a:gd name="connsiteY22" fmla="*/ 26287 h 3812255"/>
              <a:gd name="connsiteX23" fmla="*/ 6843098 w 6869011"/>
              <a:gd name="connsiteY23" fmla="*/ 252730 h 3812255"/>
              <a:gd name="connsiteX24" fmla="*/ 6798648 w 6869011"/>
              <a:gd name="connsiteY24" fmla="*/ 405271 h 3812255"/>
              <a:gd name="connsiteX25" fmla="*/ 6785947 w 6869011"/>
              <a:gd name="connsiteY25" fmla="*/ 659506 h 3812255"/>
              <a:gd name="connsiteX26" fmla="*/ 6709747 w 6869011"/>
              <a:gd name="connsiteY26" fmla="*/ 775729 h 3812255"/>
              <a:gd name="connsiteX27" fmla="*/ 6599324 w 6869011"/>
              <a:gd name="connsiteY27" fmla="*/ 797321 h 3812255"/>
              <a:gd name="connsiteX28" fmla="*/ 6385539 w 6869011"/>
              <a:gd name="connsiteY28" fmla="*/ 712560 h 3812255"/>
              <a:gd name="connsiteX29" fmla="*/ 6119197 w 6869011"/>
              <a:gd name="connsiteY29" fmla="*/ 398005 h 3812255"/>
              <a:gd name="connsiteX30" fmla="*/ 5881774 w 6869011"/>
              <a:gd name="connsiteY30" fmla="*/ 276774 h 3812255"/>
              <a:gd name="connsiteX31" fmla="*/ 5557924 w 6869011"/>
              <a:gd name="connsiteY31" fmla="*/ 257389 h 3812255"/>
              <a:gd name="connsiteX32" fmla="*/ 5375890 w 6869011"/>
              <a:gd name="connsiteY32" fmla="*/ 333589 h 3812255"/>
              <a:gd name="connsiteX33" fmla="*/ 5257357 w 6869011"/>
              <a:gd name="connsiteY33" fmla="*/ 452121 h 3812255"/>
              <a:gd name="connsiteX34" fmla="*/ 5045690 w 6869011"/>
              <a:gd name="connsiteY34" fmla="*/ 833121 h 3812255"/>
              <a:gd name="connsiteX35" fmla="*/ 4867890 w 6869011"/>
              <a:gd name="connsiteY35" fmla="*/ 985522 h 3812255"/>
              <a:gd name="connsiteX36" fmla="*/ 4455698 w 6869011"/>
              <a:gd name="connsiteY36" fmla="*/ 1018010 h 3812255"/>
              <a:gd name="connsiteX37" fmla="*/ 3786876 w 6869011"/>
              <a:gd name="connsiteY37" fmla="*/ 857442 h 3812255"/>
              <a:gd name="connsiteX38" fmla="*/ 3398065 w 6869011"/>
              <a:gd name="connsiteY38" fmla="*/ 831937 h 3812255"/>
              <a:gd name="connsiteX39" fmla="*/ 2729658 w 6869011"/>
              <a:gd name="connsiteY39" fmla="*/ 1324293 h 3812255"/>
              <a:gd name="connsiteX40" fmla="*/ 2051253 w 6869011"/>
              <a:gd name="connsiteY40" fmla="*/ 1975179 h 3812255"/>
              <a:gd name="connsiteX41" fmla="*/ 1304181 w 6869011"/>
              <a:gd name="connsiteY41" fmla="*/ 2775352 h 3812255"/>
              <a:gd name="connsiteX42" fmla="*/ 578812 w 6869011"/>
              <a:gd name="connsiteY42" fmla="*/ 3749596 h 3812255"/>
              <a:gd name="connsiteX43" fmla="*/ 57707 w 6869011"/>
              <a:gd name="connsiteY43" fmla="*/ 3750846 h 3812255"/>
              <a:gd name="connsiteX44" fmla="*/ 9972 w 6869011"/>
              <a:gd name="connsiteY44" fmla="*/ 3100089 h 3812255"/>
              <a:gd name="connsiteX45" fmla="*/ 13326 w 6869011"/>
              <a:gd name="connsiteY45" fmla="*/ 2338601 h 3812255"/>
              <a:gd name="connsiteX46" fmla="*/ 14216 w 6869011"/>
              <a:gd name="connsiteY46" fmla="*/ 1867593 h 3812255"/>
              <a:gd name="connsiteX0" fmla="*/ 14216 w 6869011"/>
              <a:gd name="connsiteY0" fmla="*/ 1867593 h 3812255"/>
              <a:gd name="connsiteX1" fmla="*/ 115317 w 6869011"/>
              <a:gd name="connsiteY1" fmla="*/ 1727301 h 3812255"/>
              <a:gd name="connsiteX2" fmla="*/ 125477 w 6869011"/>
              <a:gd name="connsiteY2" fmla="*/ 2802810 h 3812255"/>
              <a:gd name="connsiteX3" fmla="*/ 144723 w 6869011"/>
              <a:gd name="connsiteY3" fmla="*/ 3584555 h 3812255"/>
              <a:gd name="connsiteX4" fmla="*/ 606738 w 6869011"/>
              <a:gd name="connsiteY4" fmla="*/ 3573541 h 3812255"/>
              <a:gd name="connsiteX5" fmla="*/ 1107253 w 6869011"/>
              <a:gd name="connsiteY5" fmla="*/ 2846852 h 3812255"/>
              <a:gd name="connsiteX6" fmla="*/ 1925399 w 6869011"/>
              <a:gd name="connsiteY6" fmla="*/ 1955005 h 3812255"/>
              <a:gd name="connsiteX7" fmla="*/ 2561259 w 6869011"/>
              <a:gd name="connsiteY7" fmla="*/ 1341877 h 3812255"/>
              <a:gd name="connsiteX8" fmla="*/ 3406633 w 6869011"/>
              <a:gd name="connsiteY8" fmla="*/ 736610 h 3812255"/>
              <a:gd name="connsiteX9" fmla="*/ 4774757 w 6869011"/>
              <a:gd name="connsiteY9" fmla="*/ 909322 h 3812255"/>
              <a:gd name="connsiteX10" fmla="*/ 5274290 w 6869011"/>
              <a:gd name="connsiteY10" fmla="*/ 274322 h 3812255"/>
              <a:gd name="connsiteX11" fmla="*/ 5839441 w 6869011"/>
              <a:gd name="connsiteY11" fmla="*/ 172768 h 3812255"/>
              <a:gd name="connsiteX12" fmla="*/ 6269124 w 6869011"/>
              <a:gd name="connsiteY12" fmla="*/ 428302 h 3812255"/>
              <a:gd name="connsiteX13" fmla="*/ 6430346 w 6869011"/>
              <a:gd name="connsiteY13" fmla="*/ 623187 h 3812255"/>
              <a:gd name="connsiteX14" fmla="*/ 6582746 w 6869011"/>
              <a:gd name="connsiteY14" fmla="*/ 703089 h 3812255"/>
              <a:gd name="connsiteX15" fmla="*/ 6697046 w 6869011"/>
              <a:gd name="connsiteY15" fmla="*/ 674034 h 3812255"/>
              <a:gd name="connsiteX16" fmla="*/ 6726324 w 6869011"/>
              <a:gd name="connsiteY16" fmla="*/ 529995 h 3812255"/>
              <a:gd name="connsiteX17" fmla="*/ 6697047 w 6869011"/>
              <a:gd name="connsiteY17" fmla="*/ 390745 h 3812255"/>
              <a:gd name="connsiteX18" fmla="*/ 6627198 w 6869011"/>
              <a:gd name="connsiteY18" fmla="*/ 303578 h 3812255"/>
              <a:gd name="connsiteX19" fmla="*/ 6582748 w 6869011"/>
              <a:gd name="connsiteY19" fmla="*/ 194620 h 3812255"/>
              <a:gd name="connsiteX20" fmla="*/ 6563698 w 6869011"/>
              <a:gd name="connsiteY20" fmla="*/ 27550 h 3812255"/>
              <a:gd name="connsiteX21" fmla="*/ 6709747 w 6869011"/>
              <a:gd name="connsiteY21" fmla="*/ 13025 h 3812255"/>
              <a:gd name="connsiteX22" fmla="*/ 6861790 w 6869011"/>
              <a:gd name="connsiteY22" fmla="*/ 26287 h 3812255"/>
              <a:gd name="connsiteX23" fmla="*/ 6843098 w 6869011"/>
              <a:gd name="connsiteY23" fmla="*/ 252730 h 3812255"/>
              <a:gd name="connsiteX24" fmla="*/ 6798648 w 6869011"/>
              <a:gd name="connsiteY24" fmla="*/ 405271 h 3812255"/>
              <a:gd name="connsiteX25" fmla="*/ 6785947 w 6869011"/>
              <a:gd name="connsiteY25" fmla="*/ 659506 h 3812255"/>
              <a:gd name="connsiteX26" fmla="*/ 6709747 w 6869011"/>
              <a:gd name="connsiteY26" fmla="*/ 775729 h 3812255"/>
              <a:gd name="connsiteX27" fmla="*/ 6599324 w 6869011"/>
              <a:gd name="connsiteY27" fmla="*/ 797321 h 3812255"/>
              <a:gd name="connsiteX28" fmla="*/ 6385539 w 6869011"/>
              <a:gd name="connsiteY28" fmla="*/ 712560 h 3812255"/>
              <a:gd name="connsiteX29" fmla="*/ 6119197 w 6869011"/>
              <a:gd name="connsiteY29" fmla="*/ 398005 h 3812255"/>
              <a:gd name="connsiteX30" fmla="*/ 5881774 w 6869011"/>
              <a:gd name="connsiteY30" fmla="*/ 276774 h 3812255"/>
              <a:gd name="connsiteX31" fmla="*/ 5557924 w 6869011"/>
              <a:gd name="connsiteY31" fmla="*/ 257389 h 3812255"/>
              <a:gd name="connsiteX32" fmla="*/ 5375890 w 6869011"/>
              <a:gd name="connsiteY32" fmla="*/ 333589 h 3812255"/>
              <a:gd name="connsiteX33" fmla="*/ 5257357 w 6869011"/>
              <a:gd name="connsiteY33" fmla="*/ 452121 h 3812255"/>
              <a:gd name="connsiteX34" fmla="*/ 5045690 w 6869011"/>
              <a:gd name="connsiteY34" fmla="*/ 833121 h 3812255"/>
              <a:gd name="connsiteX35" fmla="*/ 4867890 w 6869011"/>
              <a:gd name="connsiteY35" fmla="*/ 985522 h 3812255"/>
              <a:gd name="connsiteX36" fmla="*/ 4455698 w 6869011"/>
              <a:gd name="connsiteY36" fmla="*/ 1018010 h 3812255"/>
              <a:gd name="connsiteX37" fmla="*/ 3786876 w 6869011"/>
              <a:gd name="connsiteY37" fmla="*/ 857442 h 3812255"/>
              <a:gd name="connsiteX38" fmla="*/ 3398065 w 6869011"/>
              <a:gd name="connsiteY38" fmla="*/ 831937 h 3812255"/>
              <a:gd name="connsiteX39" fmla="*/ 2729658 w 6869011"/>
              <a:gd name="connsiteY39" fmla="*/ 1324293 h 3812255"/>
              <a:gd name="connsiteX40" fmla="*/ 2051253 w 6869011"/>
              <a:gd name="connsiteY40" fmla="*/ 1975179 h 3812255"/>
              <a:gd name="connsiteX41" fmla="*/ 1304181 w 6869011"/>
              <a:gd name="connsiteY41" fmla="*/ 2775352 h 3812255"/>
              <a:gd name="connsiteX42" fmla="*/ 578812 w 6869011"/>
              <a:gd name="connsiteY42" fmla="*/ 3749596 h 3812255"/>
              <a:gd name="connsiteX43" fmla="*/ 57707 w 6869011"/>
              <a:gd name="connsiteY43" fmla="*/ 3750846 h 3812255"/>
              <a:gd name="connsiteX44" fmla="*/ 9972 w 6869011"/>
              <a:gd name="connsiteY44" fmla="*/ 3100089 h 3812255"/>
              <a:gd name="connsiteX45" fmla="*/ 33646 w 6869011"/>
              <a:gd name="connsiteY45" fmla="*/ 2344412 h 3812255"/>
              <a:gd name="connsiteX46" fmla="*/ 14216 w 6869011"/>
              <a:gd name="connsiteY46" fmla="*/ 1867593 h 3812255"/>
              <a:gd name="connsiteX0" fmla="*/ 14216 w 6869011"/>
              <a:gd name="connsiteY0" fmla="*/ 1867593 h 3812255"/>
              <a:gd name="connsiteX1" fmla="*/ 115317 w 6869011"/>
              <a:gd name="connsiteY1" fmla="*/ 1727301 h 3812255"/>
              <a:gd name="connsiteX2" fmla="*/ 125477 w 6869011"/>
              <a:gd name="connsiteY2" fmla="*/ 2802810 h 3812255"/>
              <a:gd name="connsiteX3" fmla="*/ 144723 w 6869011"/>
              <a:gd name="connsiteY3" fmla="*/ 3584555 h 3812255"/>
              <a:gd name="connsiteX4" fmla="*/ 606738 w 6869011"/>
              <a:gd name="connsiteY4" fmla="*/ 3573541 h 3812255"/>
              <a:gd name="connsiteX5" fmla="*/ 1107253 w 6869011"/>
              <a:gd name="connsiteY5" fmla="*/ 2846852 h 3812255"/>
              <a:gd name="connsiteX6" fmla="*/ 1925399 w 6869011"/>
              <a:gd name="connsiteY6" fmla="*/ 1955005 h 3812255"/>
              <a:gd name="connsiteX7" fmla="*/ 2561259 w 6869011"/>
              <a:gd name="connsiteY7" fmla="*/ 1341877 h 3812255"/>
              <a:gd name="connsiteX8" fmla="*/ 3406633 w 6869011"/>
              <a:gd name="connsiteY8" fmla="*/ 736610 h 3812255"/>
              <a:gd name="connsiteX9" fmla="*/ 4774757 w 6869011"/>
              <a:gd name="connsiteY9" fmla="*/ 909322 h 3812255"/>
              <a:gd name="connsiteX10" fmla="*/ 5274290 w 6869011"/>
              <a:gd name="connsiteY10" fmla="*/ 274322 h 3812255"/>
              <a:gd name="connsiteX11" fmla="*/ 5839441 w 6869011"/>
              <a:gd name="connsiteY11" fmla="*/ 172768 h 3812255"/>
              <a:gd name="connsiteX12" fmla="*/ 6269124 w 6869011"/>
              <a:gd name="connsiteY12" fmla="*/ 428302 h 3812255"/>
              <a:gd name="connsiteX13" fmla="*/ 6430346 w 6869011"/>
              <a:gd name="connsiteY13" fmla="*/ 623187 h 3812255"/>
              <a:gd name="connsiteX14" fmla="*/ 6582746 w 6869011"/>
              <a:gd name="connsiteY14" fmla="*/ 703089 h 3812255"/>
              <a:gd name="connsiteX15" fmla="*/ 6697046 w 6869011"/>
              <a:gd name="connsiteY15" fmla="*/ 674034 h 3812255"/>
              <a:gd name="connsiteX16" fmla="*/ 6726324 w 6869011"/>
              <a:gd name="connsiteY16" fmla="*/ 529995 h 3812255"/>
              <a:gd name="connsiteX17" fmla="*/ 6697047 w 6869011"/>
              <a:gd name="connsiteY17" fmla="*/ 390745 h 3812255"/>
              <a:gd name="connsiteX18" fmla="*/ 6627198 w 6869011"/>
              <a:gd name="connsiteY18" fmla="*/ 303578 h 3812255"/>
              <a:gd name="connsiteX19" fmla="*/ 6582748 w 6869011"/>
              <a:gd name="connsiteY19" fmla="*/ 194620 h 3812255"/>
              <a:gd name="connsiteX20" fmla="*/ 6563698 w 6869011"/>
              <a:gd name="connsiteY20" fmla="*/ 27550 h 3812255"/>
              <a:gd name="connsiteX21" fmla="*/ 6709747 w 6869011"/>
              <a:gd name="connsiteY21" fmla="*/ 13025 h 3812255"/>
              <a:gd name="connsiteX22" fmla="*/ 6861790 w 6869011"/>
              <a:gd name="connsiteY22" fmla="*/ 26287 h 3812255"/>
              <a:gd name="connsiteX23" fmla="*/ 6843098 w 6869011"/>
              <a:gd name="connsiteY23" fmla="*/ 252730 h 3812255"/>
              <a:gd name="connsiteX24" fmla="*/ 6798648 w 6869011"/>
              <a:gd name="connsiteY24" fmla="*/ 405271 h 3812255"/>
              <a:gd name="connsiteX25" fmla="*/ 6785947 w 6869011"/>
              <a:gd name="connsiteY25" fmla="*/ 659506 h 3812255"/>
              <a:gd name="connsiteX26" fmla="*/ 6709747 w 6869011"/>
              <a:gd name="connsiteY26" fmla="*/ 775729 h 3812255"/>
              <a:gd name="connsiteX27" fmla="*/ 6599324 w 6869011"/>
              <a:gd name="connsiteY27" fmla="*/ 797321 h 3812255"/>
              <a:gd name="connsiteX28" fmla="*/ 6385539 w 6869011"/>
              <a:gd name="connsiteY28" fmla="*/ 712560 h 3812255"/>
              <a:gd name="connsiteX29" fmla="*/ 6119197 w 6869011"/>
              <a:gd name="connsiteY29" fmla="*/ 398005 h 3812255"/>
              <a:gd name="connsiteX30" fmla="*/ 5881774 w 6869011"/>
              <a:gd name="connsiteY30" fmla="*/ 276774 h 3812255"/>
              <a:gd name="connsiteX31" fmla="*/ 5557924 w 6869011"/>
              <a:gd name="connsiteY31" fmla="*/ 257389 h 3812255"/>
              <a:gd name="connsiteX32" fmla="*/ 5375890 w 6869011"/>
              <a:gd name="connsiteY32" fmla="*/ 333589 h 3812255"/>
              <a:gd name="connsiteX33" fmla="*/ 5257357 w 6869011"/>
              <a:gd name="connsiteY33" fmla="*/ 452121 h 3812255"/>
              <a:gd name="connsiteX34" fmla="*/ 5045690 w 6869011"/>
              <a:gd name="connsiteY34" fmla="*/ 833121 h 3812255"/>
              <a:gd name="connsiteX35" fmla="*/ 4867890 w 6869011"/>
              <a:gd name="connsiteY35" fmla="*/ 985522 h 3812255"/>
              <a:gd name="connsiteX36" fmla="*/ 4455698 w 6869011"/>
              <a:gd name="connsiteY36" fmla="*/ 1018010 h 3812255"/>
              <a:gd name="connsiteX37" fmla="*/ 3786876 w 6869011"/>
              <a:gd name="connsiteY37" fmla="*/ 857442 h 3812255"/>
              <a:gd name="connsiteX38" fmla="*/ 3398065 w 6869011"/>
              <a:gd name="connsiteY38" fmla="*/ 831937 h 3812255"/>
              <a:gd name="connsiteX39" fmla="*/ 2729658 w 6869011"/>
              <a:gd name="connsiteY39" fmla="*/ 1324293 h 3812255"/>
              <a:gd name="connsiteX40" fmla="*/ 2051253 w 6869011"/>
              <a:gd name="connsiteY40" fmla="*/ 1975179 h 3812255"/>
              <a:gd name="connsiteX41" fmla="*/ 1304181 w 6869011"/>
              <a:gd name="connsiteY41" fmla="*/ 2775352 h 3812255"/>
              <a:gd name="connsiteX42" fmla="*/ 578812 w 6869011"/>
              <a:gd name="connsiteY42" fmla="*/ 3749596 h 3812255"/>
              <a:gd name="connsiteX43" fmla="*/ 57707 w 6869011"/>
              <a:gd name="connsiteY43" fmla="*/ 3750846 h 3812255"/>
              <a:gd name="connsiteX44" fmla="*/ 9972 w 6869011"/>
              <a:gd name="connsiteY44" fmla="*/ 3100089 h 3812255"/>
              <a:gd name="connsiteX45" fmla="*/ 33646 w 6869011"/>
              <a:gd name="connsiteY45" fmla="*/ 2344412 h 3812255"/>
              <a:gd name="connsiteX46" fmla="*/ 14216 w 6869011"/>
              <a:gd name="connsiteY46" fmla="*/ 1867593 h 3812255"/>
              <a:gd name="connsiteX0" fmla="*/ 10223 w 6865018"/>
              <a:gd name="connsiteY0" fmla="*/ 1867593 h 3812255"/>
              <a:gd name="connsiteX1" fmla="*/ 111324 w 6865018"/>
              <a:gd name="connsiteY1" fmla="*/ 1727301 h 3812255"/>
              <a:gd name="connsiteX2" fmla="*/ 121484 w 6865018"/>
              <a:gd name="connsiteY2" fmla="*/ 2802810 h 3812255"/>
              <a:gd name="connsiteX3" fmla="*/ 140730 w 6865018"/>
              <a:gd name="connsiteY3" fmla="*/ 3584555 h 3812255"/>
              <a:gd name="connsiteX4" fmla="*/ 602745 w 6865018"/>
              <a:gd name="connsiteY4" fmla="*/ 3573541 h 3812255"/>
              <a:gd name="connsiteX5" fmla="*/ 1103260 w 6865018"/>
              <a:gd name="connsiteY5" fmla="*/ 2846852 h 3812255"/>
              <a:gd name="connsiteX6" fmla="*/ 1921406 w 6865018"/>
              <a:gd name="connsiteY6" fmla="*/ 1955005 h 3812255"/>
              <a:gd name="connsiteX7" fmla="*/ 2557266 w 6865018"/>
              <a:gd name="connsiteY7" fmla="*/ 1341877 h 3812255"/>
              <a:gd name="connsiteX8" fmla="*/ 3402640 w 6865018"/>
              <a:gd name="connsiteY8" fmla="*/ 736610 h 3812255"/>
              <a:gd name="connsiteX9" fmla="*/ 4770764 w 6865018"/>
              <a:gd name="connsiteY9" fmla="*/ 909322 h 3812255"/>
              <a:gd name="connsiteX10" fmla="*/ 5270297 w 6865018"/>
              <a:gd name="connsiteY10" fmla="*/ 274322 h 3812255"/>
              <a:gd name="connsiteX11" fmla="*/ 5835448 w 6865018"/>
              <a:gd name="connsiteY11" fmla="*/ 172768 h 3812255"/>
              <a:gd name="connsiteX12" fmla="*/ 6265131 w 6865018"/>
              <a:gd name="connsiteY12" fmla="*/ 428302 h 3812255"/>
              <a:gd name="connsiteX13" fmla="*/ 6426353 w 6865018"/>
              <a:gd name="connsiteY13" fmla="*/ 623187 h 3812255"/>
              <a:gd name="connsiteX14" fmla="*/ 6578753 w 6865018"/>
              <a:gd name="connsiteY14" fmla="*/ 703089 h 3812255"/>
              <a:gd name="connsiteX15" fmla="*/ 6693053 w 6865018"/>
              <a:gd name="connsiteY15" fmla="*/ 674034 h 3812255"/>
              <a:gd name="connsiteX16" fmla="*/ 6722331 w 6865018"/>
              <a:gd name="connsiteY16" fmla="*/ 529995 h 3812255"/>
              <a:gd name="connsiteX17" fmla="*/ 6693054 w 6865018"/>
              <a:gd name="connsiteY17" fmla="*/ 390745 h 3812255"/>
              <a:gd name="connsiteX18" fmla="*/ 6623205 w 6865018"/>
              <a:gd name="connsiteY18" fmla="*/ 303578 h 3812255"/>
              <a:gd name="connsiteX19" fmla="*/ 6578755 w 6865018"/>
              <a:gd name="connsiteY19" fmla="*/ 194620 h 3812255"/>
              <a:gd name="connsiteX20" fmla="*/ 6559705 w 6865018"/>
              <a:gd name="connsiteY20" fmla="*/ 27550 h 3812255"/>
              <a:gd name="connsiteX21" fmla="*/ 6705754 w 6865018"/>
              <a:gd name="connsiteY21" fmla="*/ 13025 h 3812255"/>
              <a:gd name="connsiteX22" fmla="*/ 6857797 w 6865018"/>
              <a:gd name="connsiteY22" fmla="*/ 26287 h 3812255"/>
              <a:gd name="connsiteX23" fmla="*/ 6839105 w 6865018"/>
              <a:gd name="connsiteY23" fmla="*/ 252730 h 3812255"/>
              <a:gd name="connsiteX24" fmla="*/ 6794655 w 6865018"/>
              <a:gd name="connsiteY24" fmla="*/ 405271 h 3812255"/>
              <a:gd name="connsiteX25" fmla="*/ 6781954 w 6865018"/>
              <a:gd name="connsiteY25" fmla="*/ 659506 h 3812255"/>
              <a:gd name="connsiteX26" fmla="*/ 6705754 w 6865018"/>
              <a:gd name="connsiteY26" fmla="*/ 775729 h 3812255"/>
              <a:gd name="connsiteX27" fmla="*/ 6595331 w 6865018"/>
              <a:gd name="connsiteY27" fmla="*/ 797321 h 3812255"/>
              <a:gd name="connsiteX28" fmla="*/ 6381546 w 6865018"/>
              <a:gd name="connsiteY28" fmla="*/ 712560 h 3812255"/>
              <a:gd name="connsiteX29" fmla="*/ 6115204 w 6865018"/>
              <a:gd name="connsiteY29" fmla="*/ 398005 h 3812255"/>
              <a:gd name="connsiteX30" fmla="*/ 5877781 w 6865018"/>
              <a:gd name="connsiteY30" fmla="*/ 276774 h 3812255"/>
              <a:gd name="connsiteX31" fmla="*/ 5553931 w 6865018"/>
              <a:gd name="connsiteY31" fmla="*/ 257389 h 3812255"/>
              <a:gd name="connsiteX32" fmla="*/ 5371897 w 6865018"/>
              <a:gd name="connsiteY32" fmla="*/ 333589 h 3812255"/>
              <a:gd name="connsiteX33" fmla="*/ 5253364 w 6865018"/>
              <a:gd name="connsiteY33" fmla="*/ 452121 h 3812255"/>
              <a:gd name="connsiteX34" fmla="*/ 5041697 w 6865018"/>
              <a:gd name="connsiteY34" fmla="*/ 833121 h 3812255"/>
              <a:gd name="connsiteX35" fmla="*/ 4863897 w 6865018"/>
              <a:gd name="connsiteY35" fmla="*/ 985522 h 3812255"/>
              <a:gd name="connsiteX36" fmla="*/ 4451705 w 6865018"/>
              <a:gd name="connsiteY36" fmla="*/ 1018010 h 3812255"/>
              <a:gd name="connsiteX37" fmla="*/ 3782883 w 6865018"/>
              <a:gd name="connsiteY37" fmla="*/ 857442 h 3812255"/>
              <a:gd name="connsiteX38" fmla="*/ 3394072 w 6865018"/>
              <a:gd name="connsiteY38" fmla="*/ 831937 h 3812255"/>
              <a:gd name="connsiteX39" fmla="*/ 2725665 w 6865018"/>
              <a:gd name="connsiteY39" fmla="*/ 1324293 h 3812255"/>
              <a:gd name="connsiteX40" fmla="*/ 2047260 w 6865018"/>
              <a:gd name="connsiteY40" fmla="*/ 1975179 h 3812255"/>
              <a:gd name="connsiteX41" fmla="*/ 1300188 w 6865018"/>
              <a:gd name="connsiteY41" fmla="*/ 2775352 h 3812255"/>
              <a:gd name="connsiteX42" fmla="*/ 574819 w 6865018"/>
              <a:gd name="connsiteY42" fmla="*/ 3749596 h 3812255"/>
              <a:gd name="connsiteX43" fmla="*/ 53714 w 6865018"/>
              <a:gd name="connsiteY43" fmla="*/ 3750846 h 3812255"/>
              <a:gd name="connsiteX44" fmla="*/ 16139 w 6865018"/>
              <a:gd name="connsiteY44" fmla="*/ 3204689 h 3812255"/>
              <a:gd name="connsiteX45" fmla="*/ 29653 w 6865018"/>
              <a:gd name="connsiteY45" fmla="*/ 2344412 h 3812255"/>
              <a:gd name="connsiteX46" fmla="*/ 10223 w 6865018"/>
              <a:gd name="connsiteY46" fmla="*/ 1867593 h 3812255"/>
              <a:gd name="connsiteX0" fmla="*/ 10223 w 6865018"/>
              <a:gd name="connsiteY0" fmla="*/ 1867593 h 3812255"/>
              <a:gd name="connsiteX1" fmla="*/ 111324 w 6865018"/>
              <a:gd name="connsiteY1" fmla="*/ 1727301 h 3812255"/>
              <a:gd name="connsiteX2" fmla="*/ 121484 w 6865018"/>
              <a:gd name="connsiteY2" fmla="*/ 2802810 h 3812255"/>
              <a:gd name="connsiteX3" fmla="*/ 140730 w 6865018"/>
              <a:gd name="connsiteY3" fmla="*/ 3584555 h 3812255"/>
              <a:gd name="connsiteX4" fmla="*/ 602745 w 6865018"/>
              <a:gd name="connsiteY4" fmla="*/ 3573541 h 3812255"/>
              <a:gd name="connsiteX5" fmla="*/ 1103260 w 6865018"/>
              <a:gd name="connsiteY5" fmla="*/ 2846852 h 3812255"/>
              <a:gd name="connsiteX6" fmla="*/ 1921406 w 6865018"/>
              <a:gd name="connsiteY6" fmla="*/ 1955005 h 3812255"/>
              <a:gd name="connsiteX7" fmla="*/ 2557266 w 6865018"/>
              <a:gd name="connsiteY7" fmla="*/ 1341877 h 3812255"/>
              <a:gd name="connsiteX8" fmla="*/ 3402640 w 6865018"/>
              <a:gd name="connsiteY8" fmla="*/ 736610 h 3812255"/>
              <a:gd name="connsiteX9" fmla="*/ 4770764 w 6865018"/>
              <a:gd name="connsiteY9" fmla="*/ 909322 h 3812255"/>
              <a:gd name="connsiteX10" fmla="*/ 5270297 w 6865018"/>
              <a:gd name="connsiteY10" fmla="*/ 274322 h 3812255"/>
              <a:gd name="connsiteX11" fmla="*/ 5835448 w 6865018"/>
              <a:gd name="connsiteY11" fmla="*/ 172768 h 3812255"/>
              <a:gd name="connsiteX12" fmla="*/ 6265131 w 6865018"/>
              <a:gd name="connsiteY12" fmla="*/ 428302 h 3812255"/>
              <a:gd name="connsiteX13" fmla="*/ 6426353 w 6865018"/>
              <a:gd name="connsiteY13" fmla="*/ 623187 h 3812255"/>
              <a:gd name="connsiteX14" fmla="*/ 6578753 w 6865018"/>
              <a:gd name="connsiteY14" fmla="*/ 703089 h 3812255"/>
              <a:gd name="connsiteX15" fmla="*/ 6693053 w 6865018"/>
              <a:gd name="connsiteY15" fmla="*/ 674034 h 3812255"/>
              <a:gd name="connsiteX16" fmla="*/ 6722331 w 6865018"/>
              <a:gd name="connsiteY16" fmla="*/ 529995 h 3812255"/>
              <a:gd name="connsiteX17" fmla="*/ 6693054 w 6865018"/>
              <a:gd name="connsiteY17" fmla="*/ 390745 h 3812255"/>
              <a:gd name="connsiteX18" fmla="*/ 6623205 w 6865018"/>
              <a:gd name="connsiteY18" fmla="*/ 303578 h 3812255"/>
              <a:gd name="connsiteX19" fmla="*/ 6578755 w 6865018"/>
              <a:gd name="connsiteY19" fmla="*/ 194620 h 3812255"/>
              <a:gd name="connsiteX20" fmla="*/ 6559705 w 6865018"/>
              <a:gd name="connsiteY20" fmla="*/ 27550 h 3812255"/>
              <a:gd name="connsiteX21" fmla="*/ 6705754 w 6865018"/>
              <a:gd name="connsiteY21" fmla="*/ 13025 h 3812255"/>
              <a:gd name="connsiteX22" fmla="*/ 6857797 w 6865018"/>
              <a:gd name="connsiteY22" fmla="*/ 26287 h 3812255"/>
              <a:gd name="connsiteX23" fmla="*/ 6839105 w 6865018"/>
              <a:gd name="connsiteY23" fmla="*/ 252730 h 3812255"/>
              <a:gd name="connsiteX24" fmla="*/ 6794655 w 6865018"/>
              <a:gd name="connsiteY24" fmla="*/ 405271 h 3812255"/>
              <a:gd name="connsiteX25" fmla="*/ 6781954 w 6865018"/>
              <a:gd name="connsiteY25" fmla="*/ 659506 h 3812255"/>
              <a:gd name="connsiteX26" fmla="*/ 6705754 w 6865018"/>
              <a:gd name="connsiteY26" fmla="*/ 775729 h 3812255"/>
              <a:gd name="connsiteX27" fmla="*/ 6595331 w 6865018"/>
              <a:gd name="connsiteY27" fmla="*/ 797321 h 3812255"/>
              <a:gd name="connsiteX28" fmla="*/ 6381546 w 6865018"/>
              <a:gd name="connsiteY28" fmla="*/ 712560 h 3812255"/>
              <a:gd name="connsiteX29" fmla="*/ 6115204 w 6865018"/>
              <a:gd name="connsiteY29" fmla="*/ 398005 h 3812255"/>
              <a:gd name="connsiteX30" fmla="*/ 5877781 w 6865018"/>
              <a:gd name="connsiteY30" fmla="*/ 276774 h 3812255"/>
              <a:gd name="connsiteX31" fmla="*/ 5553931 w 6865018"/>
              <a:gd name="connsiteY31" fmla="*/ 257389 h 3812255"/>
              <a:gd name="connsiteX32" fmla="*/ 5371897 w 6865018"/>
              <a:gd name="connsiteY32" fmla="*/ 333589 h 3812255"/>
              <a:gd name="connsiteX33" fmla="*/ 5253364 w 6865018"/>
              <a:gd name="connsiteY33" fmla="*/ 452121 h 3812255"/>
              <a:gd name="connsiteX34" fmla="*/ 5041697 w 6865018"/>
              <a:gd name="connsiteY34" fmla="*/ 833121 h 3812255"/>
              <a:gd name="connsiteX35" fmla="*/ 4863897 w 6865018"/>
              <a:gd name="connsiteY35" fmla="*/ 985522 h 3812255"/>
              <a:gd name="connsiteX36" fmla="*/ 4451705 w 6865018"/>
              <a:gd name="connsiteY36" fmla="*/ 1018010 h 3812255"/>
              <a:gd name="connsiteX37" fmla="*/ 3782883 w 6865018"/>
              <a:gd name="connsiteY37" fmla="*/ 857442 h 3812255"/>
              <a:gd name="connsiteX38" fmla="*/ 3394072 w 6865018"/>
              <a:gd name="connsiteY38" fmla="*/ 831937 h 3812255"/>
              <a:gd name="connsiteX39" fmla="*/ 2725665 w 6865018"/>
              <a:gd name="connsiteY39" fmla="*/ 1324293 h 3812255"/>
              <a:gd name="connsiteX40" fmla="*/ 2047260 w 6865018"/>
              <a:gd name="connsiteY40" fmla="*/ 1975179 h 3812255"/>
              <a:gd name="connsiteX41" fmla="*/ 1300188 w 6865018"/>
              <a:gd name="connsiteY41" fmla="*/ 2775352 h 3812255"/>
              <a:gd name="connsiteX42" fmla="*/ 574819 w 6865018"/>
              <a:gd name="connsiteY42" fmla="*/ 3749596 h 3812255"/>
              <a:gd name="connsiteX43" fmla="*/ 53714 w 6865018"/>
              <a:gd name="connsiteY43" fmla="*/ 3750846 h 3812255"/>
              <a:gd name="connsiteX44" fmla="*/ 16139 w 6865018"/>
              <a:gd name="connsiteY44" fmla="*/ 3204689 h 3812255"/>
              <a:gd name="connsiteX45" fmla="*/ 29653 w 6865018"/>
              <a:gd name="connsiteY45" fmla="*/ 2344412 h 3812255"/>
              <a:gd name="connsiteX46" fmla="*/ 10223 w 6865018"/>
              <a:gd name="connsiteY46" fmla="*/ 1867593 h 3812255"/>
              <a:gd name="connsiteX0" fmla="*/ 14993 w 6869788"/>
              <a:gd name="connsiteY0" fmla="*/ 1867593 h 3812255"/>
              <a:gd name="connsiteX1" fmla="*/ 116094 w 6869788"/>
              <a:gd name="connsiteY1" fmla="*/ 1727301 h 3812255"/>
              <a:gd name="connsiteX2" fmla="*/ 126254 w 6869788"/>
              <a:gd name="connsiteY2" fmla="*/ 2802810 h 3812255"/>
              <a:gd name="connsiteX3" fmla="*/ 145500 w 6869788"/>
              <a:gd name="connsiteY3" fmla="*/ 3584555 h 3812255"/>
              <a:gd name="connsiteX4" fmla="*/ 607515 w 6869788"/>
              <a:gd name="connsiteY4" fmla="*/ 3573541 h 3812255"/>
              <a:gd name="connsiteX5" fmla="*/ 1108030 w 6869788"/>
              <a:gd name="connsiteY5" fmla="*/ 2846852 h 3812255"/>
              <a:gd name="connsiteX6" fmla="*/ 1926176 w 6869788"/>
              <a:gd name="connsiteY6" fmla="*/ 1955005 h 3812255"/>
              <a:gd name="connsiteX7" fmla="*/ 2562036 w 6869788"/>
              <a:gd name="connsiteY7" fmla="*/ 1341877 h 3812255"/>
              <a:gd name="connsiteX8" fmla="*/ 3407410 w 6869788"/>
              <a:gd name="connsiteY8" fmla="*/ 736610 h 3812255"/>
              <a:gd name="connsiteX9" fmla="*/ 4775534 w 6869788"/>
              <a:gd name="connsiteY9" fmla="*/ 909322 h 3812255"/>
              <a:gd name="connsiteX10" fmla="*/ 5275067 w 6869788"/>
              <a:gd name="connsiteY10" fmla="*/ 274322 h 3812255"/>
              <a:gd name="connsiteX11" fmla="*/ 5840218 w 6869788"/>
              <a:gd name="connsiteY11" fmla="*/ 172768 h 3812255"/>
              <a:gd name="connsiteX12" fmla="*/ 6269901 w 6869788"/>
              <a:gd name="connsiteY12" fmla="*/ 428302 h 3812255"/>
              <a:gd name="connsiteX13" fmla="*/ 6431123 w 6869788"/>
              <a:gd name="connsiteY13" fmla="*/ 623187 h 3812255"/>
              <a:gd name="connsiteX14" fmla="*/ 6583523 w 6869788"/>
              <a:gd name="connsiteY14" fmla="*/ 703089 h 3812255"/>
              <a:gd name="connsiteX15" fmla="*/ 6697823 w 6869788"/>
              <a:gd name="connsiteY15" fmla="*/ 674034 h 3812255"/>
              <a:gd name="connsiteX16" fmla="*/ 6727101 w 6869788"/>
              <a:gd name="connsiteY16" fmla="*/ 529995 h 3812255"/>
              <a:gd name="connsiteX17" fmla="*/ 6697824 w 6869788"/>
              <a:gd name="connsiteY17" fmla="*/ 390745 h 3812255"/>
              <a:gd name="connsiteX18" fmla="*/ 6627975 w 6869788"/>
              <a:gd name="connsiteY18" fmla="*/ 303578 h 3812255"/>
              <a:gd name="connsiteX19" fmla="*/ 6583525 w 6869788"/>
              <a:gd name="connsiteY19" fmla="*/ 194620 h 3812255"/>
              <a:gd name="connsiteX20" fmla="*/ 6564475 w 6869788"/>
              <a:gd name="connsiteY20" fmla="*/ 27550 h 3812255"/>
              <a:gd name="connsiteX21" fmla="*/ 6710524 w 6869788"/>
              <a:gd name="connsiteY21" fmla="*/ 13025 h 3812255"/>
              <a:gd name="connsiteX22" fmla="*/ 6862567 w 6869788"/>
              <a:gd name="connsiteY22" fmla="*/ 26287 h 3812255"/>
              <a:gd name="connsiteX23" fmla="*/ 6843875 w 6869788"/>
              <a:gd name="connsiteY23" fmla="*/ 252730 h 3812255"/>
              <a:gd name="connsiteX24" fmla="*/ 6799425 w 6869788"/>
              <a:gd name="connsiteY24" fmla="*/ 405271 h 3812255"/>
              <a:gd name="connsiteX25" fmla="*/ 6786724 w 6869788"/>
              <a:gd name="connsiteY25" fmla="*/ 659506 h 3812255"/>
              <a:gd name="connsiteX26" fmla="*/ 6710524 w 6869788"/>
              <a:gd name="connsiteY26" fmla="*/ 775729 h 3812255"/>
              <a:gd name="connsiteX27" fmla="*/ 6600101 w 6869788"/>
              <a:gd name="connsiteY27" fmla="*/ 797321 h 3812255"/>
              <a:gd name="connsiteX28" fmla="*/ 6386316 w 6869788"/>
              <a:gd name="connsiteY28" fmla="*/ 712560 h 3812255"/>
              <a:gd name="connsiteX29" fmla="*/ 6119974 w 6869788"/>
              <a:gd name="connsiteY29" fmla="*/ 398005 h 3812255"/>
              <a:gd name="connsiteX30" fmla="*/ 5882551 w 6869788"/>
              <a:gd name="connsiteY30" fmla="*/ 276774 h 3812255"/>
              <a:gd name="connsiteX31" fmla="*/ 5558701 w 6869788"/>
              <a:gd name="connsiteY31" fmla="*/ 257389 h 3812255"/>
              <a:gd name="connsiteX32" fmla="*/ 5376667 w 6869788"/>
              <a:gd name="connsiteY32" fmla="*/ 333589 h 3812255"/>
              <a:gd name="connsiteX33" fmla="*/ 5258134 w 6869788"/>
              <a:gd name="connsiteY33" fmla="*/ 452121 h 3812255"/>
              <a:gd name="connsiteX34" fmla="*/ 5046467 w 6869788"/>
              <a:gd name="connsiteY34" fmla="*/ 833121 h 3812255"/>
              <a:gd name="connsiteX35" fmla="*/ 4868667 w 6869788"/>
              <a:gd name="connsiteY35" fmla="*/ 985522 h 3812255"/>
              <a:gd name="connsiteX36" fmla="*/ 4456475 w 6869788"/>
              <a:gd name="connsiteY36" fmla="*/ 1018010 h 3812255"/>
              <a:gd name="connsiteX37" fmla="*/ 3787653 w 6869788"/>
              <a:gd name="connsiteY37" fmla="*/ 857442 h 3812255"/>
              <a:gd name="connsiteX38" fmla="*/ 3398842 w 6869788"/>
              <a:gd name="connsiteY38" fmla="*/ 831937 h 3812255"/>
              <a:gd name="connsiteX39" fmla="*/ 2730435 w 6869788"/>
              <a:gd name="connsiteY39" fmla="*/ 1324293 h 3812255"/>
              <a:gd name="connsiteX40" fmla="*/ 2052030 w 6869788"/>
              <a:gd name="connsiteY40" fmla="*/ 1975179 h 3812255"/>
              <a:gd name="connsiteX41" fmla="*/ 1304958 w 6869788"/>
              <a:gd name="connsiteY41" fmla="*/ 2775352 h 3812255"/>
              <a:gd name="connsiteX42" fmla="*/ 579589 w 6869788"/>
              <a:gd name="connsiteY42" fmla="*/ 3749596 h 3812255"/>
              <a:gd name="connsiteX43" fmla="*/ 58484 w 6869788"/>
              <a:gd name="connsiteY43" fmla="*/ 3750846 h 3812255"/>
              <a:gd name="connsiteX44" fmla="*/ 20909 w 6869788"/>
              <a:gd name="connsiteY44" fmla="*/ 3204689 h 3812255"/>
              <a:gd name="connsiteX45" fmla="*/ 34423 w 6869788"/>
              <a:gd name="connsiteY45" fmla="*/ 2344412 h 3812255"/>
              <a:gd name="connsiteX46" fmla="*/ 14993 w 6869788"/>
              <a:gd name="connsiteY46" fmla="*/ 1867593 h 3812255"/>
              <a:gd name="connsiteX0" fmla="*/ 10223 w 6865018"/>
              <a:gd name="connsiteY0" fmla="*/ 1867593 h 3812255"/>
              <a:gd name="connsiteX1" fmla="*/ 111324 w 6865018"/>
              <a:gd name="connsiteY1" fmla="*/ 1727301 h 3812255"/>
              <a:gd name="connsiteX2" fmla="*/ 121484 w 6865018"/>
              <a:gd name="connsiteY2" fmla="*/ 2802810 h 3812255"/>
              <a:gd name="connsiteX3" fmla="*/ 140730 w 6865018"/>
              <a:gd name="connsiteY3" fmla="*/ 3584555 h 3812255"/>
              <a:gd name="connsiteX4" fmla="*/ 602745 w 6865018"/>
              <a:gd name="connsiteY4" fmla="*/ 3573541 h 3812255"/>
              <a:gd name="connsiteX5" fmla="*/ 1103260 w 6865018"/>
              <a:gd name="connsiteY5" fmla="*/ 2846852 h 3812255"/>
              <a:gd name="connsiteX6" fmla="*/ 1921406 w 6865018"/>
              <a:gd name="connsiteY6" fmla="*/ 1955005 h 3812255"/>
              <a:gd name="connsiteX7" fmla="*/ 2557266 w 6865018"/>
              <a:gd name="connsiteY7" fmla="*/ 1341877 h 3812255"/>
              <a:gd name="connsiteX8" fmla="*/ 3402640 w 6865018"/>
              <a:gd name="connsiteY8" fmla="*/ 736610 h 3812255"/>
              <a:gd name="connsiteX9" fmla="*/ 4770764 w 6865018"/>
              <a:gd name="connsiteY9" fmla="*/ 909322 h 3812255"/>
              <a:gd name="connsiteX10" fmla="*/ 5270297 w 6865018"/>
              <a:gd name="connsiteY10" fmla="*/ 274322 h 3812255"/>
              <a:gd name="connsiteX11" fmla="*/ 5835448 w 6865018"/>
              <a:gd name="connsiteY11" fmla="*/ 172768 h 3812255"/>
              <a:gd name="connsiteX12" fmla="*/ 6265131 w 6865018"/>
              <a:gd name="connsiteY12" fmla="*/ 428302 h 3812255"/>
              <a:gd name="connsiteX13" fmla="*/ 6426353 w 6865018"/>
              <a:gd name="connsiteY13" fmla="*/ 623187 h 3812255"/>
              <a:gd name="connsiteX14" fmla="*/ 6578753 w 6865018"/>
              <a:gd name="connsiteY14" fmla="*/ 703089 h 3812255"/>
              <a:gd name="connsiteX15" fmla="*/ 6693053 w 6865018"/>
              <a:gd name="connsiteY15" fmla="*/ 674034 h 3812255"/>
              <a:gd name="connsiteX16" fmla="*/ 6722331 w 6865018"/>
              <a:gd name="connsiteY16" fmla="*/ 529995 h 3812255"/>
              <a:gd name="connsiteX17" fmla="*/ 6693054 w 6865018"/>
              <a:gd name="connsiteY17" fmla="*/ 390745 h 3812255"/>
              <a:gd name="connsiteX18" fmla="*/ 6623205 w 6865018"/>
              <a:gd name="connsiteY18" fmla="*/ 303578 h 3812255"/>
              <a:gd name="connsiteX19" fmla="*/ 6578755 w 6865018"/>
              <a:gd name="connsiteY19" fmla="*/ 194620 h 3812255"/>
              <a:gd name="connsiteX20" fmla="*/ 6559705 w 6865018"/>
              <a:gd name="connsiteY20" fmla="*/ 27550 h 3812255"/>
              <a:gd name="connsiteX21" fmla="*/ 6705754 w 6865018"/>
              <a:gd name="connsiteY21" fmla="*/ 13025 h 3812255"/>
              <a:gd name="connsiteX22" fmla="*/ 6857797 w 6865018"/>
              <a:gd name="connsiteY22" fmla="*/ 26287 h 3812255"/>
              <a:gd name="connsiteX23" fmla="*/ 6839105 w 6865018"/>
              <a:gd name="connsiteY23" fmla="*/ 252730 h 3812255"/>
              <a:gd name="connsiteX24" fmla="*/ 6794655 w 6865018"/>
              <a:gd name="connsiteY24" fmla="*/ 405271 h 3812255"/>
              <a:gd name="connsiteX25" fmla="*/ 6781954 w 6865018"/>
              <a:gd name="connsiteY25" fmla="*/ 659506 h 3812255"/>
              <a:gd name="connsiteX26" fmla="*/ 6705754 w 6865018"/>
              <a:gd name="connsiteY26" fmla="*/ 775729 h 3812255"/>
              <a:gd name="connsiteX27" fmla="*/ 6595331 w 6865018"/>
              <a:gd name="connsiteY27" fmla="*/ 797321 h 3812255"/>
              <a:gd name="connsiteX28" fmla="*/ 6381546 w 6865018"/>
              <a:gd name="connsiteY28" fmla="*/ 712560 h 3812255"/>
              <a:gd name="connsiteX29" fmla="*/ 6115204 w 6865018"/>
              <a:gd name="connsiteY29" fmla="*/ 398005 h 3812255"/>
              <a:gd name="connsiteX30" fmla="*/ 5877781 w 6865018"/>
              <a:gd name="connsiteY30" fmla="*/ 276774 h 3812255"/>
              <a:gd name="connsiteX31" fmla="*/ 5553931 w 6865018"/>
              <a:gd name="connsiteY31" fmla="*/ 257389 h 3812255"/>
              <a:gd name="connsiteX32" fmla="*/ 5371897 w 6865018"/>
              <a:gd name="connsiteY32" fmla="*/ 333589 h 3812255"/>
              <a:gd name="connsiteX33" fmla="*/ 5253364 w 6865018"/>
              <a:gd name="connsiteY33" fmla="*/ 452121 h 3812255"/>
              <a:gd name="connsiteX34" fmla="*/ 5041697 w 6865018"/>
              <a:gd name="connsiteY34" fmla="*/ 833121 h 3812255"/>
              <a:gd name="connsiteX35" fmla="*/ 4863897 w 6865018"/>
              <a:gd name="connsiteY35" fmla="*/ 985522 h 3812255"/>
              <a:gd name="connsiteX36" fmla="*/ 4451705 w 6865018"/>
              <a:gd name="connsiteY36" fmla="*/ 1018010 h 3812255"/>
              <a:gd name="connsiteX37" fmla="*/ 3782883 w 6865018"/>
              <a:gd name="connsiteY37" fmla="*/ 857442 h 3812255"/>
              <a:gd name="connsiteX38" fmla="*/ 3394072 w 6865018"/>
              <a:gd name="connsiteY38" fmla="*/ 831937 h 3812255"/>
              <a:gd name="connsiteX39" fmla="*/ 2725665 w 6865018"/>
              <a:gd name="connsiteY39" fmla="*/ 1324293 h 3812255"/>
              <a:gd name="connsiteX40" fmla="*/ 2047260 w 6865018"/>
              <a:gd name="connsiteY40" fmla="*/ 1975179 h 3812255"/>
              <a:gd name="connsiteX41" fmla="*/ 1300188 w 6865018"/>
              <a:gd name="connsiteY41" fmla="*/ 2775352 h 3812255"/>
              <a:gd name="connsiteX42" fmla="*/ 574819 w 6865018"/>
              <a:gd name="connsiteY42" fmla="*/ 3749596 h 3812255"/>
              <a:gd name="connsiteX43" fmla="*/ 53714 w 6865018"/>
              <a:gd name="connsiteY43" fmla="*/ 3750846 h 3812255"/>
              <a:gd name="connsiteX44" fmla="*/ 16139 w 6865018"/>
              <a:gd name="connsiteY44" fmla="*/ 3204689 h 3812255"/>
              <a:gd name="connsiteX45" fmla="*/ 29653 w 6865018"/>
              <a:gd name="connsiteY45" fmla="*/ 2344412 h 3812255"/>
              <a:gd name="connsiteX46" fmla="*/ 10223 w 6865018"/>
              <a:gd name="connsiteY46" fmla="*/ 1867593 h 3812255"/>
              <a:gd name="connsiteX0" fmla="*/ 3362 w 6858157"/>
              <a:gd name="connsiteY0" fmla="*/ 1867593 h 3812255"/>
              <a:gd name="connsiteX1" fmla="*/ 104463 w 6858157"/>
              <a:gd name="connsiteY1" fmla="*/ 1727301 h 3812255"/>
              <a:gd name="connsiteX2" fmla="*/ 114623 w 6858157"/>
              <a:gd name="connsiteY2" fmla="*/ 2802810 h 3812255"/>
              <a:gd name="connsiteX3" fmla="*/ 133869 w 6858157"/>
              <a:gd name="connsiteY3" fmla="*/ 3584555 h 3812255"/>
              <a:gd name="connsiteX4" fmla="*/ 595884 w 6858157"/>
              <a:gd name="connsiteY4" fmla="*/ 3573541 h 3812255"/>
              <a:gd name="connsiteX5" fmla="*/ 1096399 w 6858157"/>
              <a:gd name="connsiteY5" fmla="*/ 2846852 h 3812255"/>
              <a:gd name="connsiteX6" fmla="*/ 1914545 w 6858157"/>
              <a:gd name="connsiteY6" fmla="*/ 1955005 h 3812255"/>
              <a:gd name="connsiteX7" fmla="*/ 2550405 w 6858157"/>
              <a:gd name="connsiteY7" fmla="*/ 1341877 h 3812255"/>
              <a:gd name="connsiteX8" fmla="*/ 3395779 w 6858157"/>
              <a:gd name="connsiteY8" fmla="*/ 736610 h 3812255"/>
              <a:gd name="connsiteX9" fmla="*/ 4763903 w 6858157"/>
              <a:gd name="connsiteY9" fmla="*/ 909322 h 3812255"/>
              <a:gd name="connsiteX10" fmla="*/ 5263436 w 6858157"/>
              <a:gd name="connsiteY10" fmla="*/ 274322 h 3812255"/>
              <a:gd name="connsiteX11" fmla="*/ 5828587 w 6858157"/>
              <a:gd name="connsiteY11" fmla="*/ 172768 h 3812255"/>
              <a:gd name="connsiteX12" fmla="*/ 6258270 w 6858157"/>
              <a:gd name="connsiteY12" fmla="*/ 428302 h 3812255"/>
              <a:gd name="connsiteX13" fmla="*/ 6419492 w 6858157"/>
              <a:gd name="connsiteY13" fmla="*/ 623187 h 3812255"/>
              <a:gd name="connsiteX14" fmla="*/ 6571892 w 6858157"/>
              <a:gd name="connsiteY14" fmla="*/ 703089 h 3812255"/>
              <a:gd name="connsiteX15" fmla="*/ 6686192 w 6858157"/>
              <a:gd name="connsiteY15" fmla="*/ 674034 h 3812255"/>
              <a:gd name="connsiteX16" fmla="*/ 6715470 w 6858157"/>
              <a:gd name="connsiteY16" fmla="*/ 529995 h 3812255"/>
              <a:gd name="connsiteX17" fmla="*/ 6686193 w 6858157"/>
              <a:gd name="connsiteY17" fmla="*/ 390745 h 3812255"/>
              <a:gd name="connsiteX18" fmla="*/ 6616344 w 6858157"/>
              <a:gd name="connsiteY18" fmla="*/ 303578 h 3812255"/>
              <a:gd name="connsiteX19" fmla="*/ 6571894 w 6858157"/>
              <a:gd name="connsiteY19" fmla="*/ 194620 h 3812255"/>
              <a:gd name="connsiteX20" fmla="*/ 6552844 w 6858157"/>
              <a:gd name="connsiteY20" fmla="*/ 27550 h 3812255"/>
              <a:gd name="connsiteX21" fmla="*/ 6698893 w 6858157"/>
              <a:gd name="connsiteY21" fmla="*/ 13025 h 3812255"/>
              <a:gd name="connsiteX22" fmla="*/ 6850936 w 6858157"/>
              <a:gd name="connsiteY22" fmla="*/ 26287 h 3812255"/>
              <a:gd name="connsiteX23" fmla="*/ 6832244 w 6858157"/>
              <a:gd name="connsiteY23" fmla="*/ 252730 h 3812255"/>
              <a:gd name="connsiteX24" fmla="*/ 6787794 w 6858157"/>
              <a:gd name="connsiteY24" fmla="*/ 405271 h 3812255"/>
              <a:gd name="connsiteX25" fmla="*/ 6775093 w 6858157"/>
              <a:gd name="connsiteY25" fmla="*/ 659506 h 3812255"/>
              <a:gd name="connsiteX26" fmla="*/ 6698893 w 6858157"/>
              <a:gd name="connsiteY26" fmla="*/ 775729 h 3812255"/>
              <a:gd name="connsiteX27" fmla="*/ 6588470 w 6858157"/>
              <a:gd name="connsiteY27" fmla="*/ 797321 h 3812255"/>
              <a:gd name="connsiteX28" fmla="*/ 6374685 w 6858157"/>
              <a:gd name="connsiteY28" fmla="*/ 712560 h 3812255"/>
              <a:gd name="connsiteX29" fmla="*/ 6108343 w 6858157"/>
              <a:gd name="connsiteY29" fmla="*/ 398005 h 3812255"/>
              <a:gd name="connsiteX30" fmla="*/ 5870920 w 6858157"/>
              <a:gd name="connsiteY30" fmla="*/ 276774 h 3812255"/>
              <a:gd name="connsiteX31" fmla="*/ 5547070 w 6858157"/>
              <a:gd name="connsiteY31" fmla="*/ 257389 h 3812255"/>
              <a:gd name="connsiteX32" fmla="*/ 5365036 w 6858157"/>
              <a:gd name="connsiteY32" fmla="*/ 333589 h 3812255"/>
              <a:gd name="connsiteX33" fmla="*/ 5246503 w 6858157"/>
              <a:gd name="connsiteY33" fmla="*/ 452121 h 3812255"/>
              <a:gd name="connsiteX34" fmla="*/ 5034836 w 6858157"/>
              <a:gd name="connsiteY34" fmla="*/ 833121 h 3812255"/>
              <a:gd name="connsiteX35" fmla="*/ 4857036 w 6858157"/>
              <a:gd name="connsiteY35" fmla="*/ 985522 h 3812255"/>
              <a:gd name="connsiteX36" fmla="*/ 4444844 w 6858157"/>
              <a:gd name="connsiteY36" fmla="*/ 1018010 h 3812255"/>
              <a:gd name="connsiteX37" fmla="*/ 3776022 w 6858157"/>
              <a:gd name="connsiteY37" fmla="*/ 857442 h 3812255"/>
              <a:gd name="connsiteX38" fmla="*/ 3387211 w 6858157"/>
              <a:gd name="connsiteY38" fmla="*/ 831937 h 3812255"/>
              <a:gd name="connsiteX39" fmla="*/ 2718804 w 6858157"/>
              <a:gd name="connsiteY39" fmla="*/ 1324293 h 3812255"/>
              <a:gd name="connsiteX40" fmla="*/ 2040399 w 6858157"/>
              <a:gd name="connsiteY40" fmla="*/ 1975179 h 3812255"/>
              <a:gd name="connsiteX41" fmla="*/ 1293327 w 6858157"/>
              <a:gd name="connsiteY41" fmla="*/ 2775352 h 3812255"/>
              <a:gd name="connsiteX42" fmla="*/ 567958 w 6858157"/>
              <a:gd name="connsiteY42" fmla="*/ 3749596 h 3812255"/>
              <a:gd name="connsiteX43" fmla="*/ 46853 w 6858157"/>
              <a:gd name="connsiteY43" fmla="*/ 3750846 h 3812255"/>
              <a:gd name="connsiteX44" fmla="*/ 9278 w 6858157"/>
              <a:gd name="connsiteY44" fmla="*/ 3204689 h 3812255"/>
              <a:gd name="connsiteX45" fmla="*/ 22792 w 6858157"/>
              <a:gd name="connsiteY45" fmla="*/ 2344412 h 3812255"/>
              <a:gd name="connsiteX46" fmla="*/ 3362 w 6858157"/>
              <a:gd name="connsiteY46" fmla="*/ 1867593 h 3812255"/>
              <a:gd name="connsiteX0" fmla="*/ 3362 w 6858157"/>
              <a:gd name="connsiteY0" fmla="*/ 1867593 h 3832567"/>
              <a:gd name="connsiteX1" fmla="*/ 104463 w 6858157"/>
              <a:gd name="connsiteY1" fmla="*/ 1727301 h 3832567"/>
              <a:gd name="connsiteX2" fmla="*/ 114623 w 6858157"/>
              <a:gd name="connsiteY2" fmla="*/ 2802810 h 3832567"/>
              <a:gd name="connsiteX3" fmla="*/ 133869 w 6858157"/>
              <a:gd name="connsiteY3" fmla="*/ 3584555 h 3832567"/>
              <a:gd name="connsiteX4" fmla="*/ 595884 w 6858157"/>
              <a:gd name="connsiteY4" fmla="*/ 3573541 h 3832567"/>
              <a:gd name="connsiteX5" fmla="*/ 1096399 w 6858157"/>
              <a:gd name="connsiteY5" fmla="*/ 2846852 h 3832567"/>
              <a:gd name="connsiteX6" fmla="*/ 1914545 w 6858157"/>
              <a:gd name="connsiteY6" fmla="*/ 1955005 h 3832567"/>
              <a:gd name="connsiteX7" fmla="*/ 2550405 w 6858157"/>
              <a:gd name="connsiteY7" fmla="*/ 1341877 h 3832567"/>
              <a:gd name="connsiteX8" fmla="*/ 3395779 w 6858157"/>
              <a:gd name="connsiteY8" fmla="*/ 736610 h 3832567"/>
              <a:gd name="connsiteX9" fmla="*/ 4763903 w 6858157"/>
              <a:gd name="connsiteY9" fmla="*/ 909322 h 3832567"/>
              <a:gd name="connsiteX10" fmla="*/ 5263436 w 6858157"/>
              <a:gd name="connsiteY10" fmla="*/ 274322 h 3832567"/>
              <a:gd name="connsiteX11" fmla="*/ 5828587 w 6858157"/>
              <a:gd name="connsiteY11" fmla="*/ 172768 h 3832567"/>
              <a:gd name="connsiteX12" fmla="*/ 6258270 w 6858157"/>
              <a:gd name="connsiteY12" fmla="*/ 428302 h 3832567"/>
              <a:gd name="connsiteX13" fmla="*/ 6419492 w 6858157"/>
              <a:gd name="connsiteY13" fmla="*/ 623187 h 3832567"/>
              <a:gd name="connsiteX14" fmla="*/ 6571892 w 6858157"/>
              <a:gd name="connsiteY14" fmla="*/ 703089 h 3832567"/>
              <a:gd name="connsiteX15" fmla="*/ 6686192 w 6858157"/>
              <a:gd name="connsiteY15" fmla="*/ 674034 h 3832567"/>
              <a:gd name="connsiteX16" fmla="*/ 6715470 w 6858157"/>
              <a:gd name="connsiteY16" fmla="*/ 529995 h 3832567"/>
              <a:gd name="connsiteX17" fmla="*/ 6686193 w 6858157"/>
              <a:gd name="connsiteY17" fmla="*/ 390745 h 3832567"/>
              <a:gd name="connsiteX18" fmla="*/ 6616344 w 6858157"/>
              <a:gd name="connsiteY18" fmla="*/ 303578 h 3832567"/>
              <a:gd name="connsiteX19" fmla="*/ 6571894 w 6858157"/>
              <a:gd name="connsiteY19" fmla="*/ 194620 h 3832567"/>
              <a:gd name="connsiteX20" fmla="*/ 6552844 w 6858157"/>
              <a:gd name="connsiteY20" fmla="*/ 27550 h 3832567"/>
              <a:gd name="connsiteX21" fmla="*/ 6698893 w 6858157"/>
              <a:gd name="connsiteY21" fmla="*/ 13025 h 3832567"/>
              <a:gd name="connsiteX22" fmla="*/ 6850936 w 6858157"/>
              <a:gd name="connsiteY22" fmla="*/ 26287 h 3832567"/>
              <a:gd name="connsiteX23" fmla="*/ 6832244 w 6858157"/>
              <a:gd name="connsiteY23" fmla="*/ 252730 h 3832567"/>
              <a:gd name="connsiteX24" fmla="*/ 6787794 w 6858157"/>
              <a:gd name="connsiteY24" fmla="*/ 405271 h 3832567"/>
              <a:gd name="connsiteX25" fmla="*/ 6775093 w 6858157"/>
              <a:gd name="connsiteY25" fmla="*/ 659506 h 3832567"/>
              <a:gd name="connsiteX26" fmla="*/ 6698893 w 6858157"/>
              <a:gd name="connsiteY26" fmla="*/ 775729 h 3832567"/>
              <a:gd name="connsiteX27" fmla="*/ 6588470 w 6858157"/>
              <a:gd name="connsiteY27" fmla="*/ 797321 h 3832567"/>
              <a:gd name="connsiteX28" fmla="*/ 6374685 w 6858157"/>
              <a:gd name="connsiteY28" fmla="*/ 712560 h 3832567"/>
              <a:gd name="connsiteX29" fmla="*/ 6108343 w 6858157"/>
              <a:gd name="connsiteY29" fmla="*/ 398005 h 3832567"/>
              <a:gd name="connsiteX30" fmla="*/ 5870920 w 6858157"/>
              <a:gd name="connsiteY30" fmla="*/ 276774 h 3832567"/>
              <a:gd name="connsiteX31" fmla="*/ 5547070 w 6858157"/>
              <a:gd name="connsiteY31" fmla="*/ 257389 h 3832567"/>
              <a:gd name="connsiteX32" fmla="*/ 5365036 w 6858157"/>
              <a:gd name="connsiteY32" fmla="*/ 333589 h 3832567"/>
              <a:gd name="connsiteX33" fmla="*/ 5246503 w 6858157"/>
              <a:gd name="connsiteY33" fmla="*/ 452121 h 3832567"/>
              <a:gd name="connsiteX34" fmla="*/ 5034836 w 6858157"/>
              <a:gd name="connsiteY34" fmla="*/ 833121 h 3832567"/>
              <a:gd name="connsiteX35" fmla="*/ 4857036 w 6858157"/>
              <a:gd name="connsiteY35" fmla="*/ 985522 h 3832567"/>
              <a:gd name="connsiteX36" fmla="*/ 4444844 w 6858157"/>
              <a:gd name="connsiteY36" fmla="*/ 1018010 h 3832567"/>
              <a:gd name="connsiteX37" fmla="*/ 3776022 w 6858157"/>
              <a:gd name="connsiteY37" fmla="*/ 857442 h 3832567"/>
              <a:gd name="connsiteX38" fmla="*/ 3387211 w 6858157"/>
              <a:gd name="connsiteY38" fmla="*/ 831937 h 3832567"/>
              <a:gd name="connsiteX39" fmla="*/ 2718804 w 6858157"/>
              <a:gd name="connsiteY39" fmla="*/ 1324293 h 3832567"/>
              <a:gd name="connsiteX40" fmla="*/ 2040399 w 6858157"/>
              <a:gd name="connsiteY40" fmla="*/ 1975179 h 3832567"/>
              <a:gd name="connsiteX41" fmla="*/ 1293327 w 6858157"/>
              <a:gd name="connsiteY41" fmla="*/ 2775352 h 3832567"/>
              <a:gd name="connsiteX42" fmla="*/ 567958 w 6858157"/>
              <a:gd name="connsiteY42" fmla="*/ 3749596 h 3832567"/>
              <a:gd name="connsiteX43" fmla="*/ 72253 w 6858157"/>
              <a:gd name="connsiteY43" fmla="*/ 3733413 h 3832567"/>
              <a:gd name="connsiteX44" fmla="*/ 9278 w 6858157"/>
              <a:gd name="connsiteY44" fmla="*/ 3204689 h 3832567"/>
              <a:gd name="connsiteX45" fmla="*/ 22792 w 6858157"/>
              <a:gd name="connsiteY45" fmla="*/ 2344412 h 3832567"/>
              <a:gd name="connsiteX46" fmla="*/ 3362 w 6858157"/>
              <a:gd name="connsiteY46" fmla="*/ 1867593 h 3832567"/>
              <a:gd name="connsiteX0" fmla="*/ 3362 w 6858157"/>
              <a:gd name="connsiteY0" fmla="*/ 1867593 h 3850037"/>
              <a:gd name="connsiteX1" fmla="*/ 104463 w 6858157"/>
              <a:gd name="connsiteY1" fmla="*/ 1727301 h 3850037"/>
              <a:gd name="connsiteX2" fmla="*/ 114623 w 6858157"/>
              <a:gd name="connsiteY2" fmla="*/ 2802810 h 3850037"/>
              <a:gd name="connsiteX3" fmla="*/ 133869 w 6858157"/>
              <a:gd name="connsiteY3" fmla="*/ 3584555 h 3850037"/>
              <a:gd name="connsiteX4" fmla="*/ 595884 w 6858157"/>
              <a:gd name="connsiteY4" fmla="*/ 3573541 h 3850037"/>
              <a:gd name="connsiteX5" fmla="*/ 1096399 w 6858157"/>
              <a:gd name="connsiteY5" fmla="*/ 2846852 h 3850037"/>
              <a:gd name="connsiteX6" fmla="*/ 1914545 w 6858157"/>
              <a:gd name="connsiteY6" fmla="*/ 1955005 h 3850037"/>
              <a:gd name="connsiteX7" fmla="*/ 2550405 w 6858157"/>
              <a:gd name="connsiteY7" fmla="*/ 1341877 h 3850037"/>
              <a:gd name="connsiteX8" fmla="*/ 3395779 w 6858157"/>
              <a:gd name="connsiteY8" fmla="*/ 736610 h 3850037"/>
              <a:gd name="connsiteX9" fmla="*/ 4763903 w 6858157"/>
              <a:gd name="connsiteY9" fmla="*/ 909322 h 3850037"/>
              <a:gd name="connsiteX10" fmla="*/ 5263436 w 6858157"/>
              <a:gd name="connsiteY10" fmla="*/ 274322 h 3850037"/>
              <a:gd name="connsiteX11" fmla="*/ 5828587 w 6858157"/>
              <a:gd name="connsiteY11" fmla="*/ 172768 h 3850037"/>
              <a:gd name="connsiteX12" fmla="*/ 6258270 w 6858157"/>
              <a:gd name="connsiteY12" fmla="*/ 428302 h 3850037"/>
              <a:gd name="connsiteX13" fmla="*/ 6419492 w 6858157"/>
              <a:gd name="connsiteY13" fmla="*/ 623187 h 3850037"/>
              <a:gd name="connsiteX14" fmla="*/ 6571892 w 6858157"/>
              <a:gd name="connsiteY14" fmla="*/ 703089 h 3850037"/>
              <a:gd name="connsiteX15" fmla="*/ 6686192 w 6858157"/>
              <a:gd name="connsiteY15" fmla="*/ 674034 h 3850037"/>
              <a:gd name="connsiteX16" fmla="*/ 6715470 w 6858157"/>
              <a:gd name="connsiteY16" fmla="*/ 529995 h 3850037"/>
              <a:gd name="connsiteX17" fmla="*/ 6686193 w 6858157"/>
              <a:gd name="connsiteY17" fmla="*/ 390745 h 3850037"/>
              <a:gd name="connsiteX18" fmla="*/ 6616344 w 6858157"/>
              <a:gd name="connsiteY18" fmla="*/ 303578 h 3850037"/>
              <a:gd name="connsiteX19" fmla="*/ 6571894 w 6858157"/>
              <a:gd name="connsiteY19" fmla="*/ 194620 h 3850037"/>
              <a:gd name="connsiteX20" fmla="*/ 6552844 w 6858157"/>
              <a:gd name="connsiteY20" fmla="*/ 27550 h 3850037"/>
              <a:gd name="connsiteX21" fmla="*/ 6698893 w 6858157"/>
              <a:gd name="connsiteY21" fmla="*/ 13025 h 3850037"/>
              <a:gd name="connsiteX22" fmla="*/ 6850936 w 6858157"/>
              <a:gd name="connsiteY22" fmla="*/ 26287 h 3850037"/>
              <a:gd name="connsiteX23" fmla="*/ 6832244 w 6858157"/>
              <a:gd name="connsiteY23" fmla="*/ 252730 h 3850037"/>
              <a:gd name="connsiteX24" fmla="*/ 6787794 w 6858157"/>
              <a:gd name="connsiteY24" fmla="*/ 405271 h 3850037"/>
              <a:gd name="connsiteX25" fmla="*/ 6775093 w 6858157"/>
              <a:gd name="connsiteY25" fmla="*/ 659506 h 3850037"/>
              <a:gd name="connsiteX26" fmla="*/ 6698893 w 6858157"/>
              <a:gd name="connsiteY26" fmla="*/ 775729 h 3850037"/>
              <a:gd name="connsiteX27" fmla="*/ 6588470 w 6858157"/>
              <a:gd name="connsiteY27" fmla="*/ 797321 h 3850037"/>
              <a:gd name="connsiteX28" fmla="*/ 6374685 w 6858157"/>
              <a:gd name="connsiteY28" fmla="*/ 712560 h 3850037"/>
              <a:gd name="connsiteX29" fmla="*/ 6108343 w 6858157"/>
              <a:gd name="connsiteY29" fmla="*/ 398005 h 3850037"/>
              <a:gd name="connsiteX30" fmla="*/ 5870920 w 6858157"/>
              <a:gd name="connsiteY30" fmla="*/ 276774 h 3850037"/>
              <a:gd name="connsiteX31" fmla="*/ 5547070 w 6858157"/>
              <a:gd name="connsiteY31" fmla="*/ 257389 h 3850037"/>
              <a:gd name="connsiteX32" fmla="*/ 5365036 w 6858157"/>
              <a:gd name="connsiteY32" fmla="*/ 333589 h 3850037"/>
              <a:gd name="connsiteX33" fmla="*/ 5246503 w 6858157"/>
              <a:gd name="connsiteY33" fmla="*/ 452121 h 3850037"/>
              <a:gd name="connsiteX34" fmla="*/ 5034836 w 6858157"/>
              <a:gd name="connsiteY34" fmla="*/ 833121 h 3850037"/>
              <a:gd name="connsiteX35" fmla="*/ 4857036 w 6858157"/>
              <a:gd name="connsiteY35" fmla="*/ 985522 h 3850037"/>
              <a:gd name="connsiteX36" fmla="*/ 4444844 w 6858157"/>
              <a:gd name="connsiteY36" fmla="*/ 1018010 h 3850037"/>
              <a:gd name="connsiteX37" fmla="*/ 3776022 w 6858157"/>
              <a:gd name="connsiteY37" fmla="*/ 857442 h 3850037"/>
              <a:gd name="connsiteX38" fmla="*/ 3387211 w 6858157"/>
              <a:gd name="connsiteY38" fmla="*/ 831937 h 3850037"/>
              <a:gd name="connsiteX39" fmla="*/ 2718804 w 6858157"/>
              <a:gd name="connsiteY39" fmla="*/ 1324293 h 3850037"/>
              <a:gd name="connsiteX40" fmla="*/ 2040399 w 6858157"/>
              <a:gd name="connsiteY40" fmla="*/ 1975179 h 3850037"/>
              <a:gd name="connsiteX41" fmla="*/ 1293327 w 6858157"/>
              <a:gd name="connsiteY41" fmla="*/ 2775352 h 3850037"/>
              <a:gd name="connsiteX42" fmla="*/ 567958 w 6858157"/>
              <a:gd name="connsiteY42" fmla="*/ 3749596 h 3850037"/>
              <a:gd name="connsiteX43" fmla="*/ 72253 w 6858157"/>
              <a:gd name="connsiteY43" fmla="*/ 3733413 h 3850037"/>
              <a:gd name="connsiteX44" fmla="*/ 9278 w 6858157"/>
              <a:gd name="connsiteY44" fmla="*/ 3204689 h 3850037"/>
              <a:gd name="connsiteX45" fmla="*/ 22792 w 6858157"/>
              <a:gd name="connsiteY45" fmla="*/ 2344412 h 3850037"/>
              <a:gd name="connsiteX46" fmla="*/ 3362 w 6858157"/>
              <a:gd name="connsiteY46" fmla="*/ 1867593 h 3850037"/>
              <a:gd name="connsiteX0" fmla="*/ 3362 w 6858157"/>
              <a:gd name="connsiteY0" fmla="*/ 1867593 h 3846279"/>
              <a:gd name="connsiteX1" fmla="*/ 104463 w 6858157"/>
              <a:gd name="connsiteY1" fmla="*/ 1727301 h 3846279"/>
              <a:gd name="connsiteX2" fmla="*/ 114623 w 6858157"/>
              <a:gd name="connsiteY2" fmla="*/ 2802810 h 3846279"/>
              <a:gd name="connsiteX3" fmla="*/ 133869 w 6858157"/>
              <a:gd name="connsiteY3" fmla="*/ 3584555 h 3846279"/>
              <a:gd name="connsiteX4" fmla="*/ 595884 w 6858157"/>
              <a:gd name="connsiteY4" fmla="*/ 3573541 h 3846279"/>
              <a:gd name="connsiteX5" fmla="*/ 1096399 w 6858157"/>
              <a:gd name="connsiteY5" fmla="*/ 2846852 h 3846279"/>
              <a:gd name="connsiteX6" fmla="*/ 1914545 w 6858157"/>
              <a:gd name="connsiteY6" fmla="*/ 1955005 h 3846279"/>
              <a:gd name="connsiteX7" fmla="*/ 2550405 w 6858157"/>
              <a:gd name="connsiteY7" fmla="*/ 1341877 h 3846279"/>
              <a:gd name="connsiteX8" fmla="*/ 3395779 w 6858157"/>
              <a:gd name="connsiteY8" fmla="*/ 736610 h 3846279"/>
              <a:gd name="connsiteX9" fmla="*/ 4763903 w 6858157"/>
              <a:gd name="connsiteY9" fmla="*/ 909322 h 3846279"/>
              <a:gd name="connsiteX10" fmla="*/ 5263436 w 6858157"/>
              <a:gd name="connsiteY10" fmla="*/ 274322 h 3846279"/>
              <a:gd name="connsiteX11" fmla="*/ 5828587 w 6858157"/>
              <a:gd name="connsiteY11" fmla="*/ 172768 h 3846279"/>
              <a:gd name="connsiteX12" fmla="*/ 6258270 w 6858157"/>
              <a:gd name="connsiteY12" fmla="*/ 428302 h 3846279"/>
              <a:gd name="connsiteX13" fmla="*/ 6419492 w 6858157"/>
              <a:gd name="connsiteY13" fmla="*/ 623187 h 3846279"/>
              <a:gd name="connsiteX14" fmla="*/ 6571892 w 6858157"/>
              <a:gd name="connsiteY14" fmla="*/ 703089 h 3846279"/>
              <a:gd name="connsiteX15" fmla="*/ 6686192 w 6858157"/>
              <a:gd name="connsiteY15" fmla="*/ 674034 h 3846279"/>
              <a:gd name="connsiteX16" fmla="*/ 6715470 w 6858157"/>
              <a:gd name="connsiteY16" fmla="*/ 529995 h 3846279"/>
              <a:gd name="connsiteX17" fmla="*/ 6686193 w 6858157"/>
              <a:gd name="connsiteY17" fmla="*/ 390745 h 3846279"/>
              <a:gd name="connsiteX18" fmla="*/ 6616344 w 6858157"/>
              <a:gd name="connsiteY18" fmla="*/ 303578 h 3846279"/>
              <a:gd name="connsiteX19" fmla="*/ 6571894 w 6858157"/>
              <a:gd name="connsiteY19" fmla="*/ 194620 h 3846279"/>
              <a:gd name="connsiteX20" fmla="*/ 6552844 w 6858157"/>
              <a:gd name="connsiteY20" fmla="*/ 27550 h 3846279"/>
              <a:gd name="connsiteX21" fmla="*/ 6698893 w 6858157"/>
              <a:gd name="connsiteY21" fmla="*/ 13025 h 3846279"/>
              <a:gd name="connsiteX22" fmla="*/ 6850936 w 6858157"/>
              <a:gd name="connsiteY22" fmla="*/ 26287 h 3846279"/>
              <a:gd name="connsiteX23" fmla="*/ 6832244 w 6858157"/>
              <a:gd name="connsiteY23" fmla="*/ 252730 h 3846279"/>
              <a:gd name="connsiteX24" fmla="*/ 6787794 w 6858157"/>
              <a:gd name="connsiteY24" fmla="*/ 405271 h 3846279"/>
              <a:gd name="connsiteX25" fmla="*/ 6775093 w 6858157"/>
              <a:gd name="connsiteY25" fmla="*/ 659506 h 3846279"/>
              <a:gd name="connsiteX26" fmla="*/ 6698893 w 6858157"/>
              <a:gd name="connsiteY26" fmla="*/ 775729 h 3846279"/>
              <a:gd name="connsiteX27" fmla="*/ 6588470 w 6858157"/>
              <a:gd name="connsiteY27" fmla="*/ 797321 h 3846279"/>
              <a:gd name="connsiteX28" fmla="*/ 6374685 w 6858157"/>
              <a:gd name="connsiteY28" fmla="*/ 712560 h 3846279"/>
              <a:gd name="connsiteX29" fmla="*/ 6108343 w 6858157"/>
              <a:gd name="connsiteY29" fmla="*/ 398005 h 3846279"/>
              <a:gd name="connsiteX30" fmla="*/ 5870920 w 6858157"/>
              <a:gd name="connsiteY30" fmla="*/ 276774 h 3846279"/>
              <a:gd name="connsiteX31" fmla="*/ 5547070 w 6858157"/>
              <a:gd name="connsiteY31" fmla="*/ 257389 h 3846279"/>
              <a:gd name="connsiteX32" fmla="*/ 5365036 w 6858157"/>
              <a:gd name="connsiteY32" fmla="*/ 333589 h 3846279"/>
              <a:gd name="connsiteX33" fmla="*/ 5246503 w 6858157"/>
              <a:gd name="connsiteY33" fmla="*/ 452121 h 3846279"/>
              <a:gd name="connsiteX34" fmla="*/ 5034836 w 6858157"/>
              <a:gd name="connsiteY34" fmla="*/ 833121 h 3846279"/>
              <a:gd name="connsiteX35" fmla="*/ 4857036 w 6858157"/>
              <a:gd name="connsiteY35" fmla="*/ 985522 h 3846279"/>
              <a:gd name="connsiteX36" fmla="*/ 4444844 w 6858157"/>
              <a:gd name="connsiteY36" fmla="*/ 1018010 h 3846279"/>
              <a:gd name="connsiteX37" fmla="*/ 3776022 w 6858157"/>
              <a:gd name="connsiteY37" fmla="*/ 857442 h 3846279"/>
              <a:gd name="connsiteX38" fmla="*/ 3387211 w 6858157"/>
              <a:gd name="connsiteY38" fmla="*/ 831937 h 3846279"/>
              <a:gd name="connsiteX39" fmla="*/ 2718804 w 6858157"/>
              <a:gd name="connsiteY39" fmla="*/ 1324293 h 3846279"/>
              <a:gd name="connsiteX40" fmla="*/ 2040399 w 6858157"/>
              <a:gd name="connsiteY40" fmla="*/ 1975179 h 3846279"/>
              <a:gd name="connsiteX41" fmla="*/ 1293327 w 6858157"/>
              <a:gd name="connsiteY41" fmla="*/ 2775352 h 3846279"/>
              <a:gd name="connsiteX42" fmla="*/ 567958 w 6858157"/>
              <a:gd name="connsiteY42" fmla="*/ 3749596 h 3846279"/>
              <a:gd name="connsiteX43" fmla="*/ 72253 w 6858157"/>
              <a:gd name="connsiteY43" fmla="*/ 3733413 h 3846279"/>
              <a:gd name="connsiteX44" fmla="*/ 9278 w 6858157"/>
              <a:gd name="connsiteY44" fmla="*/ 3204689 h 3846279"/>
              <a:gd name="connsiteX45" fmla="*/ 22792 w 6858157"/>
              <a:gd name="connsiteY45" fmla="*/ 2344412 h 3846279"/>
              <a:gd name="connsiteX46" fmla="*/ 3362 w 6858157"/>
              <a:gd name="connsiteY46" fmla="*/ 1867593 h 3846279"/>
              <a:gd name="connsiteX0" fmla="*/ 3362 w 6858157"/>
              <a:gd name="connsiteY0" fmla="*/ 1867593 h 3824931"/>
              <a:gd name="connsiteX1" fmla="*/ 104463 w 6858157"/>
              <a:gd name="connsiteY1" fmla="*/ 1727301 h 3824931"/>
              <a:gd name="connsiteX2" fmla="*/ 114623 w 6858157"/>
              <a:gd name="connsiteY2" fmla="*/ 2802810 h 3824931"/>
              <a:gd name="connsiteX3" fmla="*/ 133869 w 6858157"/>
              <a:gd name="connsiteY3" fmla="*/ 3584555 h 3824931"/>
              <a:gd name="connsiteX4" fmla="*/ 595884 w 6858157"/>
              <a:gd name="connsiteY4" fmla="*/ 3573541 h 3824931"/>
              <a:gd name="connsiteX5" fmla="*/ 1096399 w 6858157"/>
              <a:gd name="connsiteY5" fmla="*/ 2846852 h 3824931"/>
              <a:gd name="connsiteX6" fmla="*/ 1914545 w 6858157"/>
              <a:gd name="connsiteY6" fmla="*/ 1955005 h 3824931"/>
              <a:gd name="connsiteX7" fmla="*/ 2550405 w 6858157"/>
              <a:gd name="connsiteY7" fmla="*/ 1341877 h 3824931"/>
              <a:gd name="connsiteX8" fmla="*/ 3395779 w 6858157"/>
              <a:gd name="connsiteY8" fmla="*/ 736610 h 3824931"/>
              <a:gd name="connsiteX9" fmla="*/ 4763903 w 6858157"/>
              <a:gd name="connsiteY9" fmla="*/ 909322 h 3824931"/>
              <a:gd name="connsiteX10" fmla="*/ 5263436 w 6858157"/>
              <a:gd name="connsiteY10" fmla="*/ 274322 h 3824931"/>
              <a:gd name="connsiteX11" fmla="*/ 5828587 w 6858157"/>
              <a:gd name="connsiteY11" fmla="*/ 172768 h 3824931"/>
              <a:gd name="connsiteX12" fmla="*/ 6258270 w 6858157"/>
              <a:gd name="connsiteY12" fmla="*/ 428302 h 3824931"/>
              <a:gd name="connsiteX13" fmla="*/ 6419492 w 6858157"/>
              <a:gd name="connsiteY13" fmla="*/ 623187 h 3824931"/>
              <a:gd name="connsiteX14" fmla="*/ 6571892 w 6858157"/>
              <a:gd name="connsiteY14" fmla="*/ 703089 h 3824931"/>
              <a:gd name="connsiteX15" fmla="*/ 6686192 w 6858157"/>
              <a:gd name="connsiteY15" fmla="*/ 674034 h 3824931"/>
              <a:gd name="connsiteX16" fmla="*/ 6715470 w 6858157"/>
              <a:gd name="connsiteY16" fmla="*/ 529995 h 3824931"/>
              <a:gd name="connsiteX17" fmla="*/ 6686193 w 6858157"/>
              <a:gd name="connsiteY17" fmla="*/ 390745 h 3824931"/>
              <a:gd name="connsiteX18" fmla="*/ 6616344 w 6858157"/>
              <a:gd name="connsiteY18" fmla="*/ 303578 h 3824931"/>
              <a:gd name="connsiteX19" fmla="*/ 6571894 w 6858157"/>
              <a:gd name="connsiteY19" fmla="*/ 194620 h 3824931"/>
              <a:gd name="connsiteX20" fmla="*/ 6552844 w 6858157"/>
              <a:gd name="connsiteY20" fmla="*/ 27550 h 3824931"/>
              <a:gd name="connsiteX21" fmla="*/ 6698893 w 6858157"/>
              <a:gd name="connsiteY21" fmla="*/ 13025 h 3824931"/>
              <a:gd name="connsiteX22" fmla="*/ 6850936 w 6858157"/>
              <a:gd name="connsiteY22" fmla="*/ 26287 h 3824931"/>
              <a:gd name="connsiteX23" fmla="*/ 6832244 w 6858157"/>
              <a:gd name="connsiteY23" fmla="*/ 252730 h 3824931"/>
              <a:gd name="connsiteX24" fmla="*/ 6787794 w 6858157"/>
              <a:gd name="connsiteY24" fmla="*/ 405271 h 3824931"/>
              <a:gd name="connsiteX25" fmla="*/ 6775093 w 6858157"/>
              <a:gd name="connsiteY25" fmla="*/ 659506 h 3824931"/>
              <a:gd name="connsiteX26" fmla="*/ 6698893 w 6858157"/>
              <a:gd name="connsiteY26" fmla="*/ 775729 h 3824931"/>
              <a:gd name="connsiteX27" fmla="*/ 6588470 w 6858157"/>
              <a:gd name="connsiteY27" fmla="*/ 797321 h 3824931"/>
              <a:gd name="connsiteX28" fmla="*/ 6374685 w 6858157"/>
              <a:gd name="connsiteY28" fmla="*/ 712560 h 3824931"/>
              <a:gd name="connsiteX29" fmla="*/ 6108343 w 6858157"/>
              <a:gd name="connsiteY29" fmla="*/ 398005 h 3824931"/>
              <a:gd name="connsiteX30" fmla="*/ 5870920 w 6858157"/>
              <a:gd name="connsiteY30" fmla="*/ 276774 h 3824931"/>
              <a:gd name="connsiteX31" fmla="*/ 5547070 w 6858157"/>
              <a:gd name="connsiteY31" fmla="*/ 257389 h 3824931"/>
              <a:gd name="connsiteX32" fmla="*/ 5365036 w 6858157"/>
              <a:gd name="connsiteY32" fmla="*/ 333589 h 3824931"/>
              <a:gd name="connsiteX33" fmla="*/ 5246503 w 6858157"/>
              <a:gd name="connsiteY33" fmla="*/ 452121 h 3824931"/>
              <a:gd name="connsiteX34" fmla="*/ 5034836 w 6858157"/>
              <a:gd name="connsiteY34" fmla="*/ 833121 h 3824931"/>
              <a:gd name="connsiteX35" fmla="*/ 4857036 w 6858157"/>
              <a:gd name="connsiteY35" fmla="*/ 985522 h 3824931"/>
              <a:gd name="connsiteX36" fmla="*/ 4444844 w 6858157"/>
              <a:gd name="connsiteY36" fmla="*/ 1018010 h 3824931"/>
              <a:gd name="connsiteX37" fmla="*/ 3776022 w 6858157"/>
              <a:gd name="connsiteY37" fmla="*/ 857442 h 3824931"/>
              <a:gd name="connsiteX38" fmla="*/ 3387211 w 6858157"/>
              <a:gd name="connsiteY38" fmla="*/ 831937 h 3824931"/>
              <a:gd name="connsiteX39" fmla="*/ 2718804 w 6858157"/>
              <a:gd name="connsiteY39" fmla="*/ 1324293 h 3824931"/>
              <a:gd name="connsiteX40" fmla="*/ 2040399 w 6858157"/>
              <a:gd name="connsiteY40" fmla="*/ 1975179 h 3824931"/>
              <a:gd name="connsiteX41" fmla="*/ 1293327 w 6858157"/>
              <a:gd name="connsiteY41" fmla="*/ 2775352 h 3824931"/>
              <a:gd name="connsiteX42" fmla="*/ 567958 w 6858157"/>
              <a:gd name="connsiteY42" fmla="*/ 3749596 h 3824931"/>
              <a:gd name="connsiteX43" fmla="*/ 72253 w 6858157"/>
              <a:gd name="connsiteY43" fmla="*/ 3733413 h 3824931"/>
              <a:gd name="connsiteX44" fmla="*/ 9278 w 6858157"/>
              <a:gd name="connsiteY44" fmla="*/ 3204689 h 3824931"/>
              <a:gd name="connsiteX45" fmla="*/ 22792 w 6858157"/>
              <a:gd name="connsiteY45" fmla="*/ 2344412 h 3824931"/>
              <a:gd name="connsiteX46" fmla="*/ 3362 w 6858157"/>
              <a:gd name="connsiteY46" fmla="*/ 1867593 h 3824931"/>
              <a:gd name="connsiteX0" fmla="*/ 3362 w 6858157"/>
              <a:gd name="connsiteY0" fmla="*/ 1867593 h 3803312"/>
              <a:gd name="connsiteX1" fmla="*/ 104463 w 6858157"/>
              <a:gd name="connsiteY1" fmla="*/ 1727301 h 3803312"/>
              <a:gd name="connsiteX2" fmla="*/ 114623 w 6858157"/>
              <a:gd name="connsiteY2" fmla="*/ 2802810 h 3803312"/>
              <a:gd name="connsiteX3" fmla="*/ 133869 w 6858157"/>
              <a:gd name="connsiteY3" fmla="*/ 3584555 h 3803312"/>
              <a:gd name="connsiteX4" fmla="*/ 595884 w 6858157"/>
              <a:gd name="connsiteY4" fmla="*/ 3573541 h 3803312"/>
              <a:gd name="connsiteX5" fmla="*/ 1096399 w 6858157"/>
              <a:gd name="connsiteY5" fmla="*/ 2846852 h 3803312"/>
              <a:gd name="connsiteX6" fmla="*/ 1914545 w 6858157"/>
              <a:gd name="connsiteY6" fmla="*/ 1955005 h 3803312"/>
              <a:gd name="connsiteX7" fmla="*/ 2550405 w 6858157"/>
              <a:gd name="connsiteY7" fmla="*/ 1341877 h 3803312"/>
              <a:gd name="connsiteX8" fmla="*/ 3395779 w 6858157"/>
              <a:gd name="connsiteY8" fmla="*/ 736610 h 3803312"/>
              <a:gd name="connsiteX9" fmla="*/ 4763903 w 6858157"/>
              <a:gd name="connsiteY9" fmla="*/ 909322 h 3803312"/>
              <a:gd name="connsiteX10" fmla="*/ 5263436 w 6858157"/>
              <a:gd name="connsiteY10" fmla="*/ 274322 h 3803312"/>
              <a:gd name="connsiteX11" fmla="*/ 5828587 w 6858157"/>
              <a:gd name="connsiteY11" fmla="*/ 172768 h 3803312"/>
              <a:gd name="connsiteX12" fmla="*/ 6258270 w 6858157"/>
              <a:gd name="connsiteY12" fmla="*/ 428302 h 3803312"/>
              <a:gd name="connsiteX13" fmla="*/ 6419492 w 6858157"/>
              <a:gd name="connsiteY13" fmla="*/ 623187 h 3803312"/>
              <a:gd name="connsiteX14" fmla="*/ 6571892 w 6858157"/>
              <a:gd name="connsiteY14" fmla="*/ 703089 h 3803312"/>
              <a:gd name="connsiteX15" fmla="*/ 6686192 w 6858157"/>
              <a:gd name="connsiteY15" fmla="*/ 674034 h 3803312"/>
              <a:gd name="connsiteX16" fmla="*/ 6715470 w 6858157"/>
              <a:gd name="connsiteY16" fmla="*/ 529995 h 3803312"/>
              <a:gd name="connsiteX17" fmla="*/ 6686193 w 6858157"/>
              <a:gd name="connsiteY17" fmla="*/ 390745 h 3803312"/>
              <a:gd name="connsiteX18" fmla="*/ 6616344 w 6858157"/>
              <a:gd name="connsiteY18" fmla="*/ 303578 h 3803312"/>
              <a:gd name="connsiteX19" fmla="*/ 6571894 w 6858157"/>
              <a:gd name="connsiteY19" fmla="*/ 194620 h 3803312"/>
              <a:gd name="connsiteX20" fmla="*/ 6552844 w 6858157"/>
              <a:gd name="connsiteY20" fmla="*/ 27550 h 3803312"/>
              <a:gd name="connsiteX21" fmla="*/ 6698893 w 6858157"/>
              <a:gd name="connsiteY21" fmla="*/ 13025 h 3803312"/>
              <a:gd name="connsiteX22" fmla="*/ 6850936 w 6858157"/>
              <a:gd name="connsiteY22" fmla="*/ 26287 h 3803312"/>
              <a:gd name="connsiteX23" fmla="*/ 6832244 w 6858157"/>
              <a:gd name="connsiteY23" fmla="*/ 252730 h 3803312"/>
              <a:gd name="connsiteX24" fmla="*/ 6787794 w 6858157"/>
              <a:gd name="connsiteY24" fmla="*/ 405271 h 3803312"/>
              <a:gd name="connsiteX25" fmla="*/ 6775093 w 6858157"/>
              <a:gd name="connsiteY25" fmla="*/ 659506 h 3803312"/>
              <a:gd name="connsiteX26" fmla="*/ 6698893 w 6858157"/>
              <a:gd name="connsiteY26" fmla="*/ 775729 h 3803312"/>
              <a:gd name="connsiteX27" fmla="*/ 6588470 w 6858157"/>
              <a:gd name="connsiteY27" fmla="*/ 797321 h 3803312"/>
              <a:gd name="connsiteX28" fmla="*/ 6374685 w 6858157"/>
              <a:gd name="connsiteY28" fmla="*/ 712560 h 3803312"/>
              <a:gd name="connsiteX29" fmla="*/ 6108343 w 6858157"/>
              <a:gd name="connsiteY29" fmla="*/ 398005 h 3803312"/>
              <a:gd name="connsiteX30" fmla="*/ 5870920 w 6858157"/>
              <a:gd name="connsiteY30" fmla="*/ 276774 h 3803312"/>
              <a:gd name="connsiteX31" fmla="*/ 5547070 w 6858157"/>
              <a:gd name="connsiteY31" fmla="*/ 257389 h 3803312"/>
              <a:gd name="connsiteX32" fmla="*/ 5365036 w 6858157"/>
              <a:gd name="connsiteY32" fmla="*/ 333589 h 3803312"/>
              <a:gd name="connsiteX33" fmla="*/ 5246503 w 6858157"/>
              <a:gd name="connsiteY33" fmla="*/ 452121 h 3803312"/>
              <a:gd name="connsiteX34" fmla="*/ 5034836 w 6858157"/>
              <a:gd name="connsiteY34" fmla="*/ 833121 h 3803312"/>
              <a:gd name="connsiteX35" fmla="*/ 4857036 w 6858157"/>
              <a:gd name="connsiteY35" fmla="*/ 985522 h 3803312"/>
              <a:gd name="connsiteX36" fmla="*/ 4444844 w 6858157"/>
              <a:gd name="connsiteY36" fmla="*/ 1018010 h 3803312"/>
              <a:gd name="connsiteX37" fmla="*/ 3776022 w 6858157"/>
              <a:gd name="connsiteY37" fmla="*/ 857442 h 3803312"/>
              <a:gd name="connsiteX38" fmla="*/ 3387211 w 6858157"/>
              <a:gd name="connsiteY38" fmla="*/ 831937 h 3803312"/>
              <a:gd name="connsiteX39" fmla="*/ 2718804 w 6858157"/>
              <a:gd name="connsiteY39" fmla="*/ 1324293 h 3803312"/>
              <a:gd name="connsiteX40" fmla="*/ 2040399 w 6858157"/>
              <a:gd name="connsiteY40" fmla="*/ 1975179 h 3803312"/>
              <a:gd name="connsiteX41" fmla="*/ 1293327 w 6858157"/>
              <a:gd name="connsiteY41" fmla="*/ 2775352 h 3803312"/>
              <a:gd name="connsiteX42" fmla="*/ 598438 w 6858157"/>
              <a:gd name="connsiteY42" fmla="*/ 3703108 h 3803312"/>
              <a:gd name="connsiteX43" fmla="*/ 72253 w 6858157"/>
              <a:gd name="connsiteY43" fmla="*/ 3733413 h 3803312"/>
              <a:gd name="connsiteX44" fmla="*/ 9278 w 6858157"/>
              <a:gd name="connsiteY44" fmla="*/ 3204689 h 3803312"/>
              <a:gd name="connsiteX45" fmla="*/ 22792 w 6858157"/>
              <a:gd name="connsiteY45" fmla="*/ 2344412 h 3803312"/>
              <a:gd name="connsiteX46" fmla="*/ 3362 w 6858157"/>
              <a:gd name="connsiteY46" fmla="*/ 1867593 h 3803312"/>
              <a:gd name="connsiteX0" fmla="*/ 3362 w 6858157"/>
              <a:gd name="connsiteY0" fmla="*/ 1867593 h 3803312"/>
              <a:gd name="connsiteX1" fmla="*/ 104463 w 6858157"/>
              <a:gd name="connsiteY1" fmla="*/ 1727301 h 3803312"/>
              <a:gd name="connsiteX2" fmla="*/ 114623 w 6858157"/>
              <a:gd name="connsiteY2" fmla="*/ 2802810 h 3803312"/>
              <a:gd name="connsiteX3" fmla="*/ 133869 w 6858157"/>
              <a:gd name="connsiteY3" fmla="*/ 3584555 h 3803312"/>
              <a:gd name="connsiteX4" fmla="*/ 595884 w 6858157"/>
              <a:gd name="connsiteY4" fmla="*/ 3573541 h 3803312"/>
              <a:gd name="connsiteX5" fmla="*/ 1096399 w 6858157"/>
              <a:gd name="connsiteY5" fmla="*/ 2846852 h 3803312"/>
              <a:gd name="connsiteX6" fmla="*/ 1914545 w 6858157"/>
              <a:gd name="connsiteY6" fmla="*/ 1955005 h 3803312"/>
              <a:gd name="connsiteX7" fmla="*/ 2550405 w 6858157"/>
              <a:gd name="connsiteY7" fmla="*/ 1341877 h 3803312"/>
              <a:gd name="connsiteX8" fmla="*/ 3395779 w 6858157"/>
              <a:gd name="connsiteY8" fmla="*/ 736610 h 3803312"/>
              <a:gd name="connsiteX9" fmla="*/ 4763903 w 6858157"/>
              <a:gd name="connsiteY9" fmla="*/ 909322 h 3803312"/>
              <a:gd name="connsiteX10" fmla="*/ 5263436 w 6858157"/>
              <a:gd name="connsiteY10" fmla="*/ 274322 h 3803312"/>
              <a:gd name="connsiteX11" fmla="*/ 5828587 w 6858157"/>
              <a:gd name="connsiteY11" fmla="*/ 172768 h 3803312"/>
              <a:gd name="connsiteX12" fmla="*/ 6258270 w 6858157"/>
              <a:gd name="connsiteY12" fmla="*/ 428302 h 3803312"/>
              <a:gd name="connsiteX13" fmla="*/ 6419492 w 6858157"/>
              <a:gd name="connsiteY13" fmla="*/ 623187 h 3803312"/>
              <a:gd name="connsiteX14" fmla="*/ 6571892 w 6858157"/>
              <a:gd name="connsiteY14" fmla="*/ 703089 h 3803312"/>
              <a:gd name="connsiteX15" fmla="*/ 6686192 w 6858157"/>
              <a:gd name="connsiteY15" fmla="*/ 674034 h 3803312"/>
              <a:gd name="connsiteX16" fmla="*/ 6715470 w 6858157"/>
              <a:gd name="connsiteY16" fmla="*/ 529995 h 3803312"/>
              <a:gd name="connsiteX17" fmla="*/ 6686193 w 6858157"/>
              <a:gd name="connsiteY17" fmla="*/ 390745 h 3803312"/>
              <a:gd name="connsiteX18" fmla="*/ 6616344 w 6858157"/>
              <a:gd name="connsiteY18" fmla="*/ 303578 h 3803312"/>
              <a:gd name="connsiteX19" fmla="*/ 6571894 w 6858157"/>
              <a:gd name="connsiteY19" fmla="*/ 194620 h 3803312"/>
              <a:gd name="connsiteX20" fmla="*/ 6552844 w 6858157"/>
              <a:gd name="connsiteY20" fmla="*/ 27550 h 3803312"/>
              <a:gd name="connsiteX21" fmla="*/ 6698893 w 6858157"/>
              <a:gd name="connsiteY21" fmla="*/ 13025 h 3803312"/>
              <a:gd name="connsiteX22" fmla="*/ 6850936 w 6858157"/>
              <a:gd name="connsiteY22" fmla="*/ 26287 h 3803312"/>
              <a:gd name="connsiteX23" fmla="*/ 6832244 w 6858157"/>
              <a:gd name="connsiteY23" fmla="*/ 252730 h 3803312"/>
              <a:gd name="connsiteX24" fmla="*/ 6787794 w 6858157"/>
              <a:gd name="connsiteY24" fmla="*/ 405271 h 3803312"/>
              <a:gd name="connsiteX25" fmla="*/ 6775093 w 6858157"/>
              <a:gd name="connsiteY25" fmla="*/ 659506 h 3803312"/>
              <a:gd name="connsiteX26" fmla="*/ 6698893 w 6858157"/>
              <a:gd name="connsiteY26" fmla="*/ 775729 h 3803312"/>
              <a:gd name="connsiteX27" fmla="*/ 6588470 w 6858157"/>
              <a:gd name="connsiteY27" fmla="*/ 797321 h 3803312"/>
              <a:gd name="connsiteX28" fmla="*/ 6374685 w 6858157"/>
              <a:gd name="connsiteY28" fmla="*/ 712560 h 3803312"/>
              <a:gd name="connsiteX29" fmla="*/ 6108343 w 6858157"/>
              <a:gd name="connsiteY29" fmla="*/ 398005 h 3803312"/>
              <a:gd name="connsiteX30" fmla="*/ 5870920 w 6858157"/>
              <a:gd name="connsiteY30" fmla="*/ 276774 h 3803312"/>
              <a:gd name="connsiteX31" fmla="*/ 5547070 w 6858157"/>
              <a:gd name="connsiteY31" fmla="*/ 257389 h 3803312"/>
              <a:gd name="connsiteX32" fmla="*/ 5365036 w 6858157"/>
              <a:gd name="connsiteY32" fmla="*/ 333589 h 3803312"/>
              <a:gd name="connsiteX33" fmla="*/ 5246503 w 6858157"/>
              <a:gd name="connsiteY33" fmla="*/ 452121 h 3803312"/>
              <a:gd name="connsiteX34" fmla="*/ 5034836 w 6858157"/>
              <a:gd name="connsiteY34" fmla="*/ 833121 h 3803312"/>
              <a:gd name="connsiteX35" fmla="*/ 4857036 w 6858157"/>
              <a:gd name="connsiteY35" fmla="*/ 985522 h 3803312"/>
              <a:gd name="connsiteX36" fmla="*/ 4444844 w 6858157"/>
              <a:gd name="connsiteY36" fmla="*/ 1018010 h 3803312"/>
              <a:gd name="connsiteX37" fmla="*/ 3776022 w 6858157"/>
              <a:gd name="connsiteY37" fmla="*/ 857442 h 3803312"/>
              <a:gd name="connsiteX38" fmla="*/ 3387211 w 6858157"/>
              <a:gd name="connsiteY38" fmla="*/ 831937 h 3803312"/>
              <a:gd name="connsiteX39" fmla="*/ 2718804 w 6858157"/>
              <a:gd name="connsiteY39" fmla="*/ 1324293 h 3803312"/>
              <a:gd name="connsiteX40" fmla="*/ 2040399 w 6858157"/>
              <a:gd name="connsiteY40" fmla="*/ 1975179 h 3803312"/>
              <a:gd name="connsiteX41" fmla="*/ 1293327 w 6858157"/>
              <a:gd name="connsiteY41" fmla="*/ 2775352 h 3803312"/>
              <a:gd name="connsiteX42" fmla="*/ 598438 w 6858157"/>
              <a:gd name="connsiteY42" fmla="*/ 3703108 h 3803312"/>
              <a:gd name="connsiteX43" fmla="*/ 72253 w 6858157"/>
              <a:gd name="connsiteY43" fmla="*/ 3733413 h 3803312"/>
              <a:gd name="connsiteX44" fmla="*/ 9278 w 6858157"/>
              <a:gd name="connsiteY44" fmla="*/ 3204689 h 3803312"/>
              <a:gd name="connsiteX45" fmla="*/ 22792 w 6858157"/>
              <a:gd name="connsiteY45" fmla="*/ 2344412 h 3803312"/>
              <a:gd name="connsiteX46" fmla="*/ 3362 w 6858157"/>
              <a:gd name="connsiteY46" fmla="*/ 1867593 h 3803312"/>
              <a:gd name="connsiteX0" fmla="*/ 3362 w 6858157"/>
              <a:gd name="connsiteY0" fmla="*/ 1867593 h 3803312"/>
              <a:gd name="connsiteX1" fmla="*/ 104463 w 6858157"/>
              <a:gd name="connsiteY1" fmla="*/ 1727301 h 3803312"/>
              <a:gd name="connsiteX2" fmla="*/ 114623 w 6858157"/>
              <a:gd name="connsiteY2" fmla="*/ 2802810 h 3803312"/>
              <a:gd name="connsiteX3" fmla="*/ 133869 w 6858157"/>
              <a:gd name="connsiteY3" fmla="*/ 3584555 h 3803312"/>
              <a:gd name="connsiteX4" fmla="*/ 595884 w 6858157"/>
              <a:gd name="connsiteY4" fmla="*/ 3573541 h 3803312"/>
              <a:gd name="connsiteX5" fmla="*/ 1096399 w 6858157"/>
              <a:gd name="connsiteY5" fmla="*/ 2846852 h 3803312"/>
              <a:gd name="connsiteX6" fmla="*/ 1914545 w 6858157"/>
              <a:gd name="connsiteY6" fmla="*/ 1955005 h 3803312"/>
              <a:gd name="connsiteX7" fmla="*/ 2550405 w 6858157"/>
              <a:gd name="connsiteY7" fmla="*/ 1341877 h 3803312"/>
              <a:gd name="connsiteX8" fmla="*/ 3395779 w 6858157"/>
              <a:gd name="connsiteY8" fmla="*/ 736610 h 3803312"/>
              <a:gd name="connsiteX9" fmla="*/ 4763903 w 6858157"/>
              <a:gd name="connsiteY9" fmla="*/ 909322 h 3803312"/>
              <a:gd name="connsiteX10" fmla="*/ 5263436 w 6858157"/>
              <a:gd name="connsiteY10" fmla="*/ 274322 h 3803312"/>
              <a:gd name="connsiteX11" fmla="*/ 5828587 w 6858157"/>
              <a:gd name="connsiteY11" fmla="*/ 172768 h 3803312"/>
              <a:gd name="connsiteX12" fmla="*/ 6258270 w 6858157"/>
              <a:gd name="connsiteY12" fmla="*/ 428302 h 3803312"/>
              <a:gd name="connsiteX13" fmla="*/ 6419492 w 6858157"/>
              <a:gd name="connsiteY13" fmla="*/ 623187 h 3803312"/>
              <a:gd name="connsiteX14" fmla="*/ 6571892 w 6858157"/>
              <a:gd name="connsiteY14" fmla="*/ 703089 h 3803312"/>
              <a:gd name="connsiteX15" fmla="*/ 6686192 w 6858157"/>
              <a:gd name="connsiteY15" fmla="*/ 674034 h 3803312"/>
              <a:gd name="connsiteX16" fmla="*/ 6715470 w 6858157"/>
              <a:gd name="connsiteY16" fmla="*/ 529995 h 3803312"/>
              <a:gd name="connsiteX17" fmla="*/ 6686193 w 6858157"/>
              <a:gd name="connsiteY17" fmla="*/ 390745 h 3803312"/>
              <a:gd name="connsiteX18" fmla="*/ 6616344 w 6858157"/>
              <a:gd name="connsiteY18" fmla="*/ 303578 h 3803312"/>
              <a:gd name="connsiteX19" fmla="*/ 6571894 w 6858157"/>
              <a:gd name="connsiteY19" fmla="*/ 194620 h 3803312"/>
              <a:gd name="connsiteX20" fmla="*/ 6552844 w 6858157"/>
              <a:gd name="connsiteY20" fmla="*/ 27550 h 3803312"/>
              <a:gd name="connsiteX21" fmla="*/ 6698893 w 6858157"/>
              <a:gd name="connsiteY21" fmla="*/ 13025 h 3803312"/>
              <a:gd name="connsiteX22" fmla="*/ 6850936 w 6858157"/>
              <a:gd name="connsiteY22" fmla="*/ 26287 h 3803312"/>
              <a:gd name="connsiteX23" fmla="*/ 6832244 w 6858157"/>
              <a:gd name="connsiteY23" fmla="*/ 252730 h 3803312"/>
              <a:gd name="connsiteX24" fmla="*/ 6787794 w 6858157"/>
              <a:gd name="connsiteY24" fmla="*/ 405271 h 3803312"/>
              <a:gd name="connsiteX25" fmla="*/ 6775093 w 6858157"/>
              <a:gd name="connsiteY25" fmla="*/ 659506 h 3803312"/>
              <a:gd name="connsiteX26" fmla="*/ 6698893 w 6858157"/>
              <a:gd name="connsiteY26" fmla="*/ 775729 h 3803312"/>
              <a:gd name="connsiteX27" fmla="*/ 6588470 w 6858157"/>
              <a:gd name="connsiteY27" fmla="*/ 797321 h 3803312"/>
              <a:gd name="connsiteX28" fmla="*/ 6374685 w 6858157"/>
              <a:gd name="connsiteY28" fmla="*/ 712560 h 3803312"/>
              <a:gd name="connsiteX29" fmla="*/ 6108343 w 6858157"/>
              <a:gd name="connsiteY29" fmla="*/ 398005 h 3803312"/>
              <a:gd name="connsiteX30" fmla="*/ 5870920 w 6858157"/>
              <a:gd name="connsiteY30" fmla="*/ 276774 h 3803312"/>
              <a:gd name="connsiteX31" fmla="*/ 5547070 w 6858157"/>
              <a:gd name="connsiteY31" fmla="*/ 257389 h 3803312"/>
              <a:gd name="connsiteX32" fmla="*/ 5365036 w 6858157"/>
              <a:gd name="connsiteY32" fmla="*/ 333589 h 3803312"/>
              <a:gd name="connsiteX33" fmla="*/ 5246503 w 6858157"/>
              <a:gd name="connsiteY33" fmla="*/ 452121 h 3803312"/>
              <a:gd name="connsiteX34" fmla="*/ 5034836 w 6858157"/>
              <a:gd name="connsiteY34" fmla="*/ 833121 h 3803312"/>
              <a:gd name="connsiteX35" fmla="*/ 4857036 w 6858157"/>
              <a:gd name="connsiteY35" fmla="*/ 985522 h 3803312"/>
              <a:gd name="connsiteX36" fmla="*/ 4444844 w 6858157"/>
              <a:gd name="connsiteY36" fmla="*/ 1018010 h 3803312"/>
              <a:gd name="connsiteX37" fmla="*/ 3776022 w 6858157"/>
              <a:gd name="connsiteY37" fmla="*/ 857442 h 3803312"/>
              <a:gd name="connsiteX38" fmla="*/ 3387211 w 6858157"/>
              <a:gd name="connsiteY38" fmla="*/ 831937 h 3803312"/>
              <a:gd name="connsiteX39" fmla="*/ 2718804 w 6858157"/>
              <a:gd name="connsiteY39" fmla="*/ 1324293 h 3803312"/>
              <a:gd name="connsiteX40" fmla="*/ 2040399 w 6858157"/>
              <a:gd name="connsiteY40" fmla="*/ 1975179 h 3803312"/>
              <a:gd name="connsiteX41" fmla="*/ 1293327 w 6858157"/>
              <a:gd name="connsiteY41" fmla="*/ 2775352 h 3803312"/>
              <a:gd name="connsiteX42" fmla="*/ 598438 w 6858157"/>
              <a:gd name="connsiteY42" fmla="*/ 3703108 h 3803312"/>
              <a:gd name="connsiteX43" fmla="*/ 72253 w 6858157"/>
              <a:gd name="connsiteY43" fmla="*/ 3733413 h 3803312"/>
              <a:gd name="connsiteX44" fmla="*/ 9278 w 6858157"/>
              <a:gd name="connsiteY44" fmla="*/ 3204689 h 3803312"/>
              <a:gd name="connsiteX45" fmla="*/ 22792 w 6858157"/>
              <a:gd name="connsiteY45" fmla="*/ 2344412 h 3803312"/>
              <a:gd name="connsiteX46" fmla="*/ 3362 w 6858157"/>
              <a:gd name="connsiteY46" fmla="*/ 1867593 h 3803312"/>
              <a:gd name="connsiteX0" fmla="*/ 3362 w 6858157"/>
              <a:gd name="connsiteY0" fmla="*/ 1867593 h 3803312"/>
              <a:gd name="connsiteX1" fmla="*/ 104463 w 6858157"/>
              <a:gd name="connsiteY1" fmla="*/ 1727301 h 3803312"/>
              <a:gd name="connsiteX2" fmla="*/ 114623 w 6858157"/>
              <a:gd name="connsiteY2" fmla="*/ 2802810 h 3803312"/>
              <a:gd name="connsiteX3" fmla="*/ 133869 w 6858157"/>
              <a:gd name="connsiteY3" fmla="*/ 3584555 h 3803312"/>
              <a:gd name="connsiteX4" fmla="*/ 595884 w 6858157"/>
              <a:gd name="connsiteY4" fmla="*/ 3573541 h 3803312"/>
              <a:gd name="connsiteX5" fmla="*/ 1096399 w 6858157"/>
              <a:gd name="connsiteY5" fmla="*/ 2846852 h 3803312"/>
              <a:gd name="connsiteX6" fmla="*/ 1914545 w 6858157"/>
              <a:gd name="connsiteY6" fmla="*/ 1955005 h 3803312"/>
              <a:gd name="connsiteX7" fmla="*/ 2550405 w 6858157"/>
              <a:gd name="connsiteY7" fmla="*/ 1341877 h 3803312"/>
              <a:gd name="connsiteX8" fmla="*/ 3395779 w 6858157"/>
              <a:gd name="connsiteY8" fmla="*/ 736610 h 3803312"/>
              <a:gd name="connsiteX9" fmla="*/ 4763903 w 6858157"/>
              <a:gd name="connsiteY9" fmla="*/ 909322 h 3803312"/>
              <a:gd name="connsiteX10" fmla="*/ 5263436 w 6858157"/>
              <a:gd name="connsiteY10" fmla="*/ 274322 h 3803312"/>
              <a:gd name="connsiteX11" fmla="*/ 5828587 w 6858157"/>
              <a:gd name="connsiteY11" fmla="*/ 172768 h 3803312"/>
              <a:gd name="connsiteX12" fmla="*/ 6258270 w 6858157"/>
              <a:gd name="connsiteY12" fmla="*/ 428302 h 3803312"/>
              <a:gd name="connsiteX13" fmla="*/ 6419492 w 6858157"/>
              <a:gd name="connsiteY13" fmla="*/ 623187 h 3803312"/>
              <a:gd name="connsiteX14" fmla="*/ 6571892 w 6858157"/>
              <a:gd name="connsiteY14" fmla="*/ 703089 h 3803312"/>
              <a:gd name="connsiteX15" fmla="*/ 6686192 w 6858157"/>
              <a:gd name="connsiteY15" fmla="*/ 674034 h 3803312"/>
              <a:gd name="connsiteX16" fmla="*/ 6715470 w 6858157"/>
              <a:gd name="connsiteY16" fmla="*/ 529995 h 3803312"/>
              <a:gd name="connsiteX17" fmla="*/ 6686193 w 6858157"/>
              <a:gd name="connsiteY17" fmla="*/ 390745 h 3803312"/>
              <a:gd name="connsiteX18" fmla="*/ 6616344 w 6858157"/>
              <a:gd name="connsiteY18" fmla="*/ 303578 h 3803312"/>
              <a:gd name="connsiteX19" fmla="*/ 6571894 w 6858157"/>
              <a:gd name="connsiteY19" fmla="*/ 194620 h 3803312"/>
              <a:gd name="connsiteX20" fmla="*/ 6552844 w 6858157"/>
              <a:gd name="connsiteY20" fmla="*/ 27550 h 3803312"/>
              <a:gd name="connsiteX21" fmla="*/ 6698893 w 6858157"/>
              <a:gd name="connsiteY21" fmla="*/ 13025 h 3803312"/>
              <a:gd name="connsiteX22" fmla="*/ 6850936 w 6858157"/>
              <a:gd name="connsiteY22" fmla="*/ 26287 h 3803312"/>
              <a:gd name="connsiteX23" fmla="*/ 6832244 w 6858157"/>
              <a:gd name="connsiteY23" fmla="*/ 252730 h 3803312"/>
              <a:gd name="connsiteX24" fmla="*/ 6787794 w 6858157"/>
              <a:gd name="connsiteY24" fmla="*/ 405271 h 3803312"/>
              <a:gd name="connsiteX25" fmla="*/ 6775093 w 6858157"/>
              <a:gd name="connsiteY25" fmla="*/ 659506 h 3803312"/>
              <a:gd name="connsiteX26" fmla="*/ 6698893 w 6858157"/>
              <a:gd name="connsiteY26" fmla="*/ 775729 h 3803312"/>
              <a:gd name="connsiteX27" fmla="*/ 6588470 w 6858157"/>
              <a:gd name="connsiteY27" fmla="*/ 797321 h 3803312"/>
              <a:gd name="connsiteX28" fmla="*/ 6374685 w 6858157"/>
              <a:gd name="connsiteY28" fmla="*/ 712560 h 3803312"/>
              <a:gd name="connsiteX29" fmla="*/ 6108343 w 6858157"/>
              <a:gd name="connsiteY29" fmla="*/ 398005 h 3803312"/>
              <a:gd name="connsiteX30" fmla="*/ 5870920 w 6858157"/>
              <a:gd name="connsiteY30" fmla="*/ 276774 h 3803312"/>
              <a:gd name="connsiteX31" fmla="*/ 5547070 w 6858157"/>
              <a:gd name="connsiteY31" fmla="*/ 257389 h 3803312"/>
              <a:gd name="connsiteX32" fmla="*/ 5365036 w 6858157"/>
              <a:gd name="connsiteY32" fmla="*/ 333589 h 3803312"/>
              <a:gd name="connsiteX33" fmla="*/ 5246503 w 6858157"/>
              <a:gd name="connsiteY33" fmla="*/ 452121 h 3803312"/>
              <a:gd name="connsiteX34" fmla="*/ 5034836 w 6858157"/>
              <a:gd name="connsiteY34" fmla="*/ 833121 h 3803312"/>
              <a:gd name="connsiteX35" fmla="*/ 4857036 w 6858157"/>
              <a:gd name="connsiteY35" fmla="*/ 985522 h 3803312"/>
              <a:gd name="connsiteX36" fmla="*/ 4444844 w 6858157"/>
              <a:gd name="connsiteY36" fmla="*/ 1018010 h 3803312"/>
              <a:gd name="connsiteX37" fmla="*/ 3776022 w 6858157"/>
              <a:gd name="connsiteY37" fmla="*/ 857442 h 3803312"/>
              <a:gd name="connsiteX38" fmla="*/ 3387211 w 6858157"/>
              <a:gd name="connsiteY38" fmla="*/ 831937 h 3803312"/>
              <a:gd name="connsiteX39" fmla="*/ 2718804 w 6858157"/>
              <a:gd name="connsiteY39" fmla="*/ 1324293 h 3803312"/>
              <a:gd name="connsiteX40" fmla="*/ 2040399 w 6858157"/>
              <a:gd name="connsiteY40" fmla="*/ 1975179 h 3803312"/>
              <a:gd name="connsiteX41" fmla="*/ 1293327 w 6858157"/>
              <a:gd name="connsiteY41" fmla="*/ 2775352 h 3803312"/>
              <a:gd name="connsiteX42" fmla="*/ 598438 w 6858157"/>
              <a:gd name="connsiteY42" fmla="*/ 3703108 h 3803312"/>
              <a:gd name="connsiteX43" fmla="*/ 72253 w 6858157"/>
              <a:gd name="connsiteY43" fmla="*/ 3733413 h 3803312"/>
              <a:gd name="connsiteX44" fmla="*/ 9278 w 6858157"/>
              <a:gd name="connsiteY44" fmla="*/ 3204689 h 3803312"/>
              <a:gd name="connsiteX45" fmla="*/ 22792 w 6858157"/>
              <a:gd name="connsiteY45" fmla="*/ 2344412 h 3803312"/>
              <a:gd name="connsiteX46" fmla="*/ 3362 w 6858157"/>
              <a:gd name="connsiteY46" fmla="*/ 1867593 h 3803312"/>
              <a:gd name="connsiteX0" fmla="*/ 3362 w 6858157"/>
              <a:gd name="connsiteY0" fmla="*/ 1867593 h 3803312"/>
              <a:gd name="connsiteX1" fmla="*/ 104463 w 6858157"/>
              <a:gd name="connsiteY1" fmla="*/ 1727301 h 3803312"/>
              <a:gd name="connsiteX2" fmla="*/ 114623 w 6858157"/>
              <a:gd name="connsiteY2" fmla="*/ 2802810 h 3803312"/>
              <a:gd name="connsiteX3" fmla="*/ 133869 w 6858157"/>
              <a:gd name="connsiteY3" fmla="*/ 3584555 h 3803312"/>
              <a:gd name="connsiteX4" fmla="*/ 595884 w 6858157"/>
              <a:gd name="connsiteY4" fmla="*/ 3573541 h 3803312"/>
              <a:gd name="connsiteX5" fmla="*/ 1096399 w 6858157"/>
              <a:gd name="connsiteY5" fmla="*/ 2846852 h 3803312"/>
              <a:gd name="connsiteX6" fmla="*/ 1914545 w 6858157"/>
              <a:gd name="connsiteY6" fmla="*/ 1955005 h 3803312"/>
              <a:gd name="connsiteX7" fmla="*/ 2550405 w 6858157"/>
              <a:gd name="connsiteY7" fmla="*/ 1341877 h 3803312"/>
              <a:gd name="connsiteX8" fmla="*/ 3395779 w 6858157"/>
              <a:gd name="connsiteY8" fmla="*/ 736610 h 3803312"/>
              <a:gd name="connsiteX9" fmla="*/ 4763903 w 6858157"/>
              <a:gd name="connsiteY9" fmla="*/ 909322 h 3803312"/>
              <a:gd name="connsiteX10" fmla="*/ 5263436 w 6858157"/>
              <a:gd name="connsiteY10" fmla="*/ 274322 h 3803312"/>
              <a:gd name="connsiteX11" fmla="*/ 5828587 w 6858157"/>
              <a:gd name="connsiteY11" fmla="*/ 172768 h 3803312"/>
              <a:gd name="connsiteX12" fmla="*/ 6258270 w 6858157"/>
              <a:gd name="connsiteY12" fmla="*/ 428302 h 3803312"/>
              <a:gd name="connsiteX13" fmla="*/ 6419492 w 6858157"/>
              <a:gd name="connsiteY13" fmla="*/ 623187 h 3803312"/>
              <a:gd name="connsiteX14" fmla="*/ 6571892 w 6858157"/>
              <a:gd name="connsiteY14" fmla="*/ 703089 h 3803312"/>
              <a:gd name="connsiteX15" fmla="*/ 6686192 w 6858157"/>
              <a:gd name="connsiteY15" fmla="*/ 674034 h 3803312"/>
              <a:gd name="connsiteX16" fmla="*/ 6715470 w 6858157"/>
              <a:gd name="connsiteY16" fmla="*/ 529995 h 3803312"/>
              <a:gd name="connsiteX17" fmla="*/ 6686193 w 6858157"/>
              <a:gd name="connsiteY17" fmla="*/ 390745 h 3803312"/>
              <a:gd name="connsiteX18" fmla="*/ 6616344 w 6858157"/>
              <a:gd name="connsiteY18" fmla="*/ 303578 h 3803312"/>
              <a:gd name="connsiteX19" fmla="*/ 6571894 w 6858157"/>
              <a:gd name="connsiteY19" fmla="*/ 194620 h 3803312"/>
              <a:gd name="connsiteX20" fmla="*/ 6552844 w 6858157"/>
              <a:gd name="connsiteY20" fmla="*/ 27550 h 3803312"/>
              <a:gd name="connsiteX21" fmla="*/ 6698893 w 6858157"/>
              <a:gd name="connsiteY21" fmla="*/ 13025 h 3803312"/>
              <a:gd name="connsiteX22" fmla="*/ 6850936 w 6858157"/>
              <a:gd name="connsiteY22" fmla="*/ 26287 h 3803312"/>
              <a:gd name="connsiteX23" fmla="*/ 6832244 w 6858157"/>
              <a:gd name="connsiteY23" fmla="*/ 252730 h 3803312"/>
              <a:gd name="connsiteX24" fmla="*/ 6787794 w 6858157"/>
              <a:gd name="connsiteY24" fmla="*/ 405271 h 3803312"/>
              <a:gd name="connsiteX25" fmla="*/ 6775093 w 6858157"/>
              <a:gd name="connsiteY25" fmla="*/ 659506 h 3803312"/>
              <a:gd name="connsiteX26" fmla="*/ 6698893 w 6858157"/>
              <a:gd name="connsiteY26" fmla="*/ 775729 h 3803312"/>
              <a:gd name="connsiteX27" fmla="*/ 6588470 w 6858157"/>
              <a:gd name="connsiteY27" fmla="*/ 797321 h 3803312"/>
              <a:gd name="connsiteX28" fmla="*/ 6374685 w 6858157"/>
              <a:gd name="connsiteY28" fmla="*/ 712560 h 3803312"/>
              <a:gd name="connsiteX29" fmla="*/ 6108343 w 6858157"/>
              <a:gd name="connsiteY29" fmla="*/ 398005 h 3803312"/>
              <a:gd name="connsiteX30" fmla="*/ 5870920 w 6858157"/>
              <a:gd name="connsiteY30" fmla="*/ 276774 h 3803312"/>
              <a:gd name="connsiteX31" fmla="*/ 5547070 w 6858157"/>
              <a:gd name="connsiteY31" fmla="*/ 257389 h 3803312"/>
              <a:gd name="connsiteX32" fmla="*/ 5365036 w 6858157"/>
              <a:gd name="connsiteY32" fmla="*/ 333589 h 3803312"/>
              <a:gd name="connsiteX33" fmla="*/ 5246503 w 6858157"/>
              <a:gd name="connsiteY33" fmla="*/ 452121 h 3803312"/>
              <a:gd name="connsiteX34" fmla="*/ 5034836 w 6858157"/>
              <a:gd name="connsiteY34" fmla="*/ 833121 h 3803312"/>
              <a:gd name="connsiteX35" fmla="*/ 4857036 w 6858157"/>
              <a:gd name="connsiteY35" fmla="*/ 985522 h 3803312"/>
              <a:gd name="connsiteX36" fmla="*/ 4444844 w 6858157"/>
              <a:gd name="connsiteY36" fmla="*/ 1018010 h 3803312"/>
              <a:gd name="connsiteX37" fmla="*/ 3776022 w 6858157"/>
              <a:gd name="connsiteY37" fmla="*/ 857442 h 3803312"/>
              <a:gd name="connsiteX38" fmla="*/ 3387211 w 6858157"/>
              <a:gd name="connsiteY38" fmla="*/ 831937 h 3803312"/>
              <a:gd name="connsiteX39" fmla="*/ 2718804 w 6858157"/>
              <a:gd name="connsiteY39" fmla="*/ 1324293 h 3803312"/>
              <a:gd name="connsiteX40" fmla="*/ 2040399 w 6858157"/>
              <a:gd name="connsiteY40" fmla="*/ 1975179 h 3803312"/>
              <a:gd name="connsiteX41" fmla="*/ 1293327 w 6858157"/>
              <a:gd name="connsiteY41" fmla="*/ 2775352 h 3803312"/>
              <a:gd name="connsiteX42" fmla="*/ 598438 w 6858157"/>
              <a:gd name="connsiteY42" fmla="*/ 3703108 h 3803312"/>
              <a:gd name="connsiteX43" fmla="*/ 72253 w 6858157"/>
              <a:gd name="connsiteY43" fmla="*/ 3733413 h 3803312"/>
              <a:gd name="connsiteX44" fmla="*/ 9278 w 6858157"/>
              <a:gd name="connsiteY44" fmla="*/ 3204689 h 3803312"/>
              <a:gd name="connsiteX45" fmla="*/ 22792 w 6858157"/>
              <a:gd name="connsiteY45" fmla="*/ 2344412 h 3803312"/>
              <a:gd name="connsiteX46" fmla="*/ 3362 w 6858157"/>
              <a:gd name="connsiteY46" fmla="*/ 1867593 h 3803312"/>
              <a:gd name="connsiteX0" fmla="*/ 3362 w 6858157"/>
              <a:gd name="connsiteY0" fmla="*/ 1867593 h 3803312"/>
              <a:gd name="connsiteX1" fmla="*/ 104463 w 6858157"/>
              <a:gd name="connsiteY1" fmla="*/ 1727301 h 3803312"/>
              <a:gd name="connsiteX2" fmla="*/ 114623 w 6858157"/>
              <a:gd name="connsiteY2" fmla="*/ 2802810 h 3803312"/>
              <a:gd name="connsiteX3" fmla="*/ 133869 w 6858157"/>
              <a:gd name="connsiteY3" fmla="*/ 3584555 h 3803312"/>
              <a:gd name="connsiteX4" fmla="*/ 595884 w 6858157"/>
              <a:gd name="connsiteY4" fmla="*/ 3573541 h 3803312"/>
              <a:gd name="connsiteX5" fmla="*/ 1096399 w 6858157"/>
              <a:gd name="connsiteY5" fmla="*/ 2846852 h 3803312"/>
              <a:gd name="connsiteX6" fmla="*/ 1914545 w 6858157"/>
              <a:gd name="connsiteY6" fmla="*/ 1955005 h 3803312"/>
              <a:gd name="connsiteX7" fmla="*/ 2550405 w 6858157"/>
              <a:gd name="connsiteY7" fmla="*/ 1341877 h 3803312"/>
              <a:gd name="connsiteX8" fmla="*/ 3395779 w 6858157"/>
              <a:gd name="connsiteY8" fmla="*/ 736610 h 3803312"/>
              <a:gd name="connsiteX9" fmla="*/ 4763903 w 6858157"/>
              <a:gd name="connsiteY9" fmla="*/ 909322 h 3803312"/>
              <a:gd name="connsiteX10" fmla="*/ 5263436 w 6858157"/>
              <a:gd name="connsiteY10" fmla="*/ 274322 h 3803312"/>
              <a:gd name="connsiteX11" fmla="*/ 5828587 w 6858157"/>
              <a:gd name="connsiteY11" fmla="*/ 172768 h 3803312"/>
              <a:gd name="connsiteX12" fmla="*/ 6258270 w 6858157"/>
              <a:gd name="connsiteY12" fmla="*/ 428302 h 3803312"/>
              <a:gd name="connsiteX13" fmla="*/ 6419492 w 6858157"/>
              <a:gd name="connsiteY13" fmla="*/ 623187 h 3803312"/>
              <a:gd name="connsiteX14" fmla="*/ 6571892 w 6858157"/>
              <a:gd name="connsiteY14" fmla="*/ 703089 h 3803312"/>
              <a:gd name="connsiteX15" fmla="*/ 6686192 w 6858157"/>
              <a:gd name="connsiteY15" fmla="*/ 674034 h 3803312"/>
              <a:gd name="connsiteX16" fmla="*/ 6715470 w 6858157"/>
              <a:gd name="connsiteY16" fmla="*/ 529995 h 3803312"/>
              <a:gd name="connsiteX17" fmla="*/ 6686193 w 6858157"/>
              <a:gd name="connsiteY17" fmla="*/ 390745 h 3803312"/>
              <a:gd name="connsiteX18" fmla="*/ 6616344 w 6858157"/>
              <a:gd name="connsiteY18" fmla="*/ 303578 h 3803312"/>
              <a:gd name="connsiteX19" fmla="*/ 6571894 w 6858157"/>
              <a:gd name="connsiteY19" fmla="*/ 194620 h 3803312"/>
              <a:gd name="connsiteX20" fmla="*/ 6552844 w 6858157"/>
              <a:gd name="connsiteY20" fmla="*/ 27550 h 3803312"/>
              <a:gd name="connsiteX21" fmla="*/ 6698893 w 6858157"/>
              <a:gd name="connsiteY21" fmla="*/ 13025 h 3803312"/>
              <a:gd name="connsiteX22" fmla="*/ 6850936 w 6858157"/>
              <a:gd name="connsiteY22" fmla="*/ 26287 h 3803312"/>
              <a:gd name="connsiteX23" fmla="*/ 6832244 w 6858157"/>
              <a:gd name="connsiteY23" fmla="*/ 252730 h 3803312"/>
              <a:gd name="connsiteX24" fmla="*/ 6787794 w 6858157"/>
              <a:gd name="connsiteY24" fmla="*/ 405271 h 3803312"/>
              <a:gd name="connsiteX25" fmla="*/ 6775093 w 6858157"/>
              <a:gd name="connsiteY25" fmla="*/ 659506 h 3803312"/>
              <a:gd name="connsiteX26" fmla="*/ 6698893 w 6858157"/>
              <a:gd name="connsiteY26" fmla="*/ 775729 h 3803312"/>
              <a:gd name="connsiteX27" fmla="*/ 6588470 w 6858157"/>
              <a:gd name="connsiteY27" fmla="*/ 797321 h 3803312"/>
              <a:gd name="connsiteX28" fmla="*/ 6374685 w 6858157"/>
              <a:gd name="connsiteY28" fmla="*/ 712560 h 3803312"/>
              <a:gd name="connsiteX29" fmla="*/ 6108343 w 6858157"/>
              <a:gd name="connsiteY29" fmla="*/ 398005 h 3803312"/>
              <a:gd name="connsiteX30" fmla="*/ 5870920 w 6858157"/>
              <a:gd name="connsiteY30" fmla="*/ 276774 h 3803312"/>
              <a:gd name="connsiteX31" fmla="*/ 5547070 w 6858157"/>
              <a:gd name="connsiteY31" fmla="*/ 257389 h 3803312"/>
              <a:gd name="connsiteX32" fmla="*/ 5365036 w 6858157"/>
              <a:gd name="connsiteY32" fmla="*/ 333589 h 3803312"/>
              <a:gd name="connsiteX33" fmla="*/ 5246503 w 6858157"/>
              <a:gd name="connsiteY33" fmla="*/ 452121 h 3803312"/>
              <a:gd name="connsiteX34" fmla="*/ 5034836 w 6858157"/>
              <a:gd name="connsiteY34" fmla="*/ 833121 h 3803312"/>
              <a:gd name="connsiteX35" fmla="*/ 4857036 w 6858157"/>
              <a:gd name="connsiteY35" fmla="*/ 985522 h 3803312"/>
              <a:gd name="connsiteX36" fmla="*/ 4444844 w 6858157"/>
              <a:gd name="connsiteY36" fmla="*/ 1018010 h 3803312"/>
              <a:gd name="connsiteX37" fmla="*/ 3776022 w 6858157"/>
              <a:gd name="connsiteY37" fmla="*/ 857442 h 3803312"/>
              <a:gd name="connsiteX38" fmla="*/ 3387211 w 6858157"/>
              <a:gd name="connsiteY38" fmla="*/ 831937 h 3803312"/>
              <a:gd name="connsiteX39" fmla="*/ 2718804 w 6858157"/>
              <a:gd name="connsiteY39" fmla="*/ 1324293 h 3803312"/>
              <a:gd name="connsiteX40" fmla="*/ 2040399 w 6858157"/>
              <a:gd name="connsiteY40" fmla="*/ 1975179 h 3803312"/>
              <a:gd name="connsiteX41" fmla="*/ 1293327 w 6858157"/>
              <a:gd name="connsiteY41" fmla="*/ 2775352 h 3803312"/>
              <a:gd name="connsiteX42" fmla="*/ 598438 w 6858157"/>
              <a:gd name="connsiteY42" fmla="*/ 3703108 h 3803312"/>
              <a:gd name="connsiteX43" fmla="*/ 72253 w 6858157"/>
              <a:gd name="connsiteY43" fmla="*/ 3733413 h 3803312"/>
              <a:gd name="connsiteX44" fmla="*/ 9278 w 6858157"/>
              <a:gd name="connsiteY44" fmla="*/ 3204689 h 3803312"/>
              <a:gd name="connsiteX45" fmla="*/ 22792 w 6858157"/>
              <a:gd name="connsiteY45" fmla="*/ 2344412 h 3803312"/>
              <a:gd name="connsiteX46" fmla="*/ 3362 w 6858157"/>
              <a:gd name="connsiteY46" fmla="*/ 1867593 h 3803312"/>
              <a:gd name="connsiteX0" fmla="*/ 3362 w 6858157"/>
              <a:gd name="connsiteY0" fmla="*/ 1867593 h 3803312"/>
              <a:gd name="connsiteX1" fmla="*/ 104463 w 6858157"/>
              <a:gd name="connsiteY1" fmla="*/ 1727301 h 3803312"/>
              <a:gd name="connsiteX2" fmla="*/ 114623 w 6858157"/>
              <a:gd name="connsiteY2" fmla="*/ 2802810 h 3803312"/>
              <a:gd name="connsiteX3" fmla="*/ 133869 w 6858157"/>
              <a:gd name="connsiteY3" fmla="*/ 3584555 h 3803312"/>
              <a:gd name="connsiteX4" fmla="*/ 595884 w 6858157"/>
              <a:gd name="connsiteY4" fmla="*/ 3573541 h 3803312"/>
              <a:gd name="connsiteX5" fmla="*/ 1096399 w 6858157"/>
              <a:gd name="connsiteY5" fmla="*/ 2846852 h 3803312"/>
              <a:gd name="connsiteX6" fmla="*/ 1914545 w 6858157"/>
              <a:gd name="connsiteY6" fmla="*/ 1955005 h 3803312"/>
              <a:gd name="connsiteX7" fmla="*/ 2550405 w 6858157"/>
              <a:gd name="connsiteY7" fmla="*/ 1341877 h 3803312"/>
              <a:gd name="connsiteX8" fmla="*/ 3395779 w 6858157"/>
              <a:gd name="connsiteY8" fmla="*/ 736610 h 3803312"/>
              <a:gd name="connsiteX9" fmla="*/ 4763903 w 6858157"/>
              <a:gd name="connsiteY9" fmla="*/ 909322 h 3803312"/>
              <a:gd name="connsiteX10" fmla="*/ 5263436 w 6858157"/>
              <a:gd name="connsiteY10" fmla="*/ 274322 h 3803312"/>
              <a:gd name="connsiteX11" fmla="*/ 5828587 w 6858157"/>
              <a:gd name="connsiteY11" fmla="*/ 172768 h 3803312"/>
              <a:gd name="connsiteX12" fmla="*/ 6258270 w 6858157"/>
              <a:gd name="connsiteY12" fmla="*/ 428302 h 3803312"/>
              <a:gd name="connsiteX13" fmla="*/ 6419492 w 6858157"/>
              <a:gd name="connsiteY13" fmla="*/ 623187 h 3803312"/>
              <a:gd name="connsiteX14" fmla="*/ 6571892 w 6858157"/>
              <a:gd name="connsiteY14" fmla="*/ 703089 h 3803312"/>
              <a:gd name="connsiteX15" fmla="*/ 6686192 w 6858157"/>
              <a:gd name="connsiteY15" fmla="*/ 674034 h 3803312"/>
              <a:gd name="connsiteX16" fmla="*/ 6715470 w 6858157"/>
              <a:gd name="connsiteY16" fmla="*/ 529995 h 3803312"/>
              <a:gd name="connsiteX17" fmla="*/ 6686193 w 6858157"/>
              <a:gd name="connsiteY17" fmla="*/ 390745 h 3803312"/>
              <a:gd name="connsiteX18" fmla="*/ 6616344 w 6858157"/>
              <a:gd name="connsiteY18" fmla="*/ 303578 h 3803312"/>
              <a:gd name="connsiteX19" fmla="*/ 6571894 w 6858157"/>
              <a:gd name="connsiteY19" fmla="*/ 194620 h 3803312"/>
              <a:gd name="connsiteX20" fmla="*/ 6552844 w 6858157"/>
              <a:gd name="connsiteY20" fmla="*/ 27550 h 3803312"/>
              <a:gd name="connsiteX21" fmla="*/ 6698893 w 6858157"/>
              <a:gd name="connsiteY21" fmla="*/ 13025 h 3803312"/>
              <a:gd name="connsiteX22" fmla="*/ 6850936 w 6858157"/>
              <a:gd name="connsiteY22" fmla="*/ 26287 h 3803312"/>
              <a:gd name="connsiteX23" fmla="*/ 6832244 w 6858157"/>
              <a:gd name="connsiteY23" fmla="*/ 252730 h 3803312"/>
              <a:gd name="connsiteX24" fmla="*/ 6787794 w 6858157"/>
              <a:gd name="connsiteY24" fmla="*/ 405271 h 3803312"/>
              <a:gd name="connsiteX25" fmla="*/ 6775093 w 6858157"/>
              <a:gd name="connsiteY25" fmla="*/ 659506 h 3803312"/>
              <a:gd name="connsiteX26" fmla="*/ 6698893 w 6858157"/>
              <a:gd name="connsiteY26" fmla="*/ 775729 h 3803312"/>
              <a:gd name="connsiteX27" fmla="*/ 6588470 w 6858157"/>
              <a:gd name="connsiteY27" fmla="*/ 797321 h 3803312"/>
              <a:gd name="connsiteX28" fmla="*/ 6374685 w 6858157"/>
              <a:gd name="connsiteY28" fmla="*/ 712560 h 3803312"/>
              <a:gd name="connsiteX29" fmla="*/ 6108343 w 6858157"/>
              <a:gd name="connsiteY29" fmla="*/ 398005 h 3803312"/>
              <a:gd name="connsiteX30" fmla="*/ 5870920 w 6858157"/>
              <a:gd name="connsiteY30" fmla="*/ 276774 h 3803312"/>
              <a:gd name="connsiteX31" fmla="*/ 5547070 w 6858157"/>
              <a:gd name="connsiteY31" fmla="*/ 257389 h 3803312"/>
              <a:gd name="connsiteX32" fmla="*/ 5365036 w 6858157"/>
              <a:gd name="connsiteY32" fmla="*/ 333589 h 3803312"/>
              <a:gd name="connsiteX33" fmla="*/ 5246503 w 6858157"/>
              <a:gd name="connsiteY33" fmla="*/ 452121 h 3803312"/>
              <a:gd name="connsiteX34" fmla="*/ 5034836 w 6858157"/>
              <a:gd name="connsiteY34" fmla="*/ 833121 h 3803312"/>
              <a:gd name="connsiteX35" fmla="*/ 4857036 w 6858157"/>
              <a:gd name="connsiteY35" fmla="*/ 985522 h 3803312"/>
              <a:gd name="connsiteX36" fmla="*/ 4444844 w 6858157"/>
              <a:gd name="connsiteY36" fmla="*/ 1018010 h 3803312"/>
              <a:gd name="connsiteX37" fmla="*/ 3776022 w 6858157"/>
              <a:gd name="connsiteY37" fmla="*/ 857442 h 3803312"/>
              <a:gd name="connsiteX38" fmla="*/ 3387211 w 6858157"/>
              <a:gd name="connsiteY38" fmla="*/ 831937 h 3803312"/>
              <a:gd name="connsiteX39" fmla="*/ 2718804 w 6858157"/>
              <a:gd name="connsiteY39" fmla="*/ 1324293 h 3803312"/>
              <a:gd name="connsiteX40" fmla="*/ 2040399 w 6858157"/>
              <a:gd name="connsiteY40" fmla="*/ 1975179 h 3803312"/>
              <a:gd name="connsiteX41" fmla="*/ 1293327 w 6858157"/>
              <a:gd name="connsiteY41" fmla="*/ 2775352 h 3803312"/>
              <a:gd name="connsiteX42" fmla="*/ 598438 w 6858157"/>
              <a:gd name="connsiteY42" fmla="*/ 3703108 h 3803312"/>
              <a:gd name="connsiteX43" fmla="*/ 72253 w 6858157"/>
              <a:gd name="connsiteY43" fmla="*/ 3733413 h 3803312"/>
              <a:gd name="connsiteX44" fmla="*/ 9278 w 6858157"/>
              <a:gd name="connsiteY44" fmla="*/ 3204689 h 3803312"/>
              <a:gd name="connsiteX45" fmla="*/ 22792 w 6858157"/>
              <a:gd name="connsiteY45" fmla="*/ 2344412 h 3803312"/>
              <a:gd name="connsiteX46" fmla="*/ 3362 w 6858157"/>
              <a:gd name="connsiteY46" fmla="*/ 1867593 h 3803312"/>
              <a:gd name="connsiteX0" fmla="*/ 3362 w 6858157"/>
              <a:gd name="connsiteY0" fmla="*/ 1867593 h 3803312"/>
              <a:gd name="connsiteX1" fmla="*/ 104463 w 6858157"/>
              <a:gd name="connsiteY1" fmla="*/ 1727301 h 3803312"/>
              <a:gd name="connsiteX2" fmla="*/ 114623 w 6858157"/>
              <a:gd name="connsiteY2" fmla="*/ 2802810 h 3803312"/>
              <a:gd name="connsiteX3" fmla="*/ 133869 w 6858157"/>
              <a:gd name="connsiteY3" fmla="*/ 3584555 h 3803312"/>
              <a:gd name="connsiteX4" fmla="*/ 595884 w 6858157"/>
              <a:gd name="connsiteY4" fmla="*/ 3573541 h 3803312"/>
              <a:gd name="connsiteX5" fmla="*/ 1096399 w 6858157"/>
              <a:gd name="connsiteY5" fmla="*/ 2846852 h 3803312"/>
              <a:gd name="connsiteX6" fmla="*/ 1914545 w 6858157"/>
              <a:gd name="connsiteY6" fmla="*/ 1955005 h 3803312"/>
              <a:gd name="connsiteX7" fmla="*/ 2550405 w 6858157"/>
              <a:gd name="connsiteY7" fmla="*/ 1341877 h 3803312"/>
              <a:gd name="connsiteX8" fmla="*/ 3395779 w 6858157"/>
              <a:gd name="connsiteY8" fmla="*/ 736610 h 3803312"/>
              <a:gd name="connsiteX9" fmla="*/ 4763903 w 6858157"/>
              <a:gd name="connsiteY9" fmla="*/ 909322 h 3803312"/>
              <a:gd name="connsiteX10" fmla="*/ 5263436 w 6858157"/>
              <a:gd name="connsiteY10" fmla="*/ 274322 h 3803312"/>
              <a:gd name="connsiteX11" fmla="*/ 5828587 w 6858157"/>
              <a:gd name="connsiteY11" fmla="*/ 172768 h 3803312"/>
              <a:gd name="connsiteX12" fmla="*/ 6258270 w 6858157"/>
              <a:gd name="connsiteY12" fmla="*/ 428302 h 3803312"/>
              <a:gd name="connsiteX13" fmla="*/ 6419492 w 6858157"/>
              <a:gd name="connsiteY13" fmla="*/ 623187 h 3803312"/>
              <a:gd name="connsiteX14" fmla="*/ 6571892 w 6858157"/>
              <a:gd name="connsiteY14" fmla="*/ 703089 h 3803312"/>
              <a:gd name="connsiteX15" fmla="*/ 6686192 w 6858157"/>
              <a:gd name="connsiteY15" fmla="*/ 674034 h 3803312"/>
              <a:gd name="connsiteX16" fmla="*/ 6715470 w 6858157"/>
              <a:gd name="connsiteY16" fmla="*/ 529995 h 3803312"/>
              <a:gd name="connsiteX17" fmla="*/ 6686193 w 6858157"/>
              <a:gd name="connsiteY17" fmla="*/ 390745 h 3803312"/>
              <a:gd name="connsiteX18" fmla="*/ 6616344 w 6858157"/>
              <a:gd name="connsiteY18" fmla="*/ 303578 h 3803312"/>
              <a:gd name="connsiteX19" fmla="*/ 6571894 w 6858157"/>
              <a:gd name="connsiteY19" fmla="*/ 194620 h 3803312"/>
              <a:gd name="connsiteX20" fmla="*/ 6552844 w 6858157"/>
              <a:gd name="connsiteY20" fmla="*/ 27550 h 3803312"/>
              <a:gd name="connsiteX21" fmla="*/ 6698893 w 6858157"/>
              <a:gd name="connsiteY21" fmla="*/ 13025 h 3803312"/>
              <a:gd name="connsiteX22" fmla="*/ 6850936 w 6858157"/>
              <a:gd name="connsiteY22" fmla="*/ 26287 h 3803312"/>
              <a:gd name="connsiteX23" fmla="*/ 6832244 w 6858157"/>
              <a:gd name="connsiteY23" fmla="*/ 252730 h 3803312"/>
              <a:gd name="connsiteX24" fmla="*/ 6787794 w 6858157"/>
              <a:gd name="connsiteY24" fmla="*/ 405271 h 3803312"/>
              <a:gd name="connsiteX25" fmla="*/ 6775093 w 6858157"/>
              <a:gd name="connsiteY25" fmla="*/ 659506 h 3803312"/>
              <a:gd name="connsiteX26" fmla="*/ 6698893 w 6858157"/>
              <a:gd name="connsiteY26" fmla="*/ 775729 h 3803312"/>
              <a:gd name="connsiteX27" fmla="*/ 6588470 w 6858157"/>
              <a:gd name="connsiteY27" fmla="*/ 797321 h 3803312"/>
              <a:gd name="connsiteX28" fmla="*/ 6374685 w 6858157"/>
              <a:gd name="connsiteY28" fmla="*/ 712560 h 3803312"/>
              <a:gd name="connsiteX29" fmla="*/ 6108343 w 6858157"/>
              <a:gd name="connsiteY29" fmla="*/ 398005 h 3803312"/>
              <a:gd name="connsiteX30" fmla="*/ 5870920 w 6858157"/>
              <a:gd name="connsiteY30" fmla="*/ 276774 h 3803312"/>
              <a:gd name="connsiteX31" fmla="*/ 5547070 w 6858157"/>
              <a:gd name="connsiteY31" fmla="*/ 257389 h 3803312"/>
              <a:gd name="connsiteX32" fmla="*/ 5365036 w 6858157"/>
              <a:gd name="connsiteY32" fmla="*/ 333589 h 3803312"/>
              <a:gd name="connsiteX33" fmla="*/ 5246503 w 6858157"/>
              <a:gd name="connsiteY33" fmla="*/ 452121 h 3803312"/>
              <a:gd name="connsiteX34" fmla="*/ 5034836 w 6858157"/>
              <a:gd name="connsiteY34" fmla="*/ 833121 h 3803312"/>
              <a:gd name="connsiteX35" fmla="*/ 4857036 w 6858157"/>
              <a:gd name="connsiteY35" fmla="*/ 985522 h 3803312"/>
              <a:gd name="connsiteX36" fmla="*/ 4444844 w 6858157"/>
              <a:gd name="connsiteY36" fmla="*/ 1018010 h 3803312"/>
              <a:gd name="connsiteX37" fmla="*/ 3776022 w 6858157"/>
              <a:gd name="connsiteY37" fmla="*/ 857442 h 3803312"/>
              <a:gd name="connsiteX38" fmla="*/ 3387211 w 6858157"/>
              <a:gd name="connsiteY38" fmla="*/ 831937 h 3803312"/>
              <a:gd name="connsiteX39" fmla="*/ 2718804 w 6858157"/>
              <a:gd name="connsiteY39" fmla="*/ 1324293 h 3803312"/>
              <a:gd name="connsiteX40" fmla="*/ 2040399 w 6858157"/>
              <a:gd name="connsiteY40" fmla="*/ 1975179 h 3803312"/>
              <a:gd name="connsiteX41" fmla="*/ 1293327 w 6858157"/>
              <a:gd name="connsiteY41" fmla="*/ 2775352 h 3803312"/>
              <a:gd name="connsiteX42" fmla="*/ 598438 w 6858157"/>
              <a:gd name="connsiteY42" fmla="*/ 3703108 h 3803312"/>
              <a:gd name="connsiteX43" fmla="*/ 72253 w 6858157"/>
              <a:gd name="connsiteY43" fmla="*/ 3733413 h 3803312"/>
              <a:gd name="connsiteX44" fmla="*/ 9278 w 6858157"/>
              <a:gd name="connsiteY44" fmla="*/ 3204689 h 3803312"/>
              <a:gd name="connsiteX45" fmla="*/ 22792 w 6858157"/>
              <a:gd name="connsiteY45" fmla="*/ 2344412 h 3803312"/>
              <a:gd name="connsiteX46" fmla="*/ 3362 w 6858157"/>
              <a:gd name="connsiteY46" fmla="*/ 1867593 h 3803312"/>
              <a:gd name="connsiteX0" fmla="*/ 19484 w 6848879"/>
              <a:gd name="connsiteY0" fmla="*/ 1890837 h 3803312"/>
              <a:gd name="connsiteX1" fmla="*/ 95185 w 6848879"/>
              <a:gd name="connsiteY1" fmla="*/ 1727301 h 3803312"/>
              <a:gd name="connsiteX2" fmla="*/ 105345 w 6848879"/>
              <a:gd name="connsiteY2" fmla="*/ 2802810 h 3803312"/>
              <a:gd name="connsiteX3" fmla="*/ 124591 w 6848879"/>
              <a:gd name="connsiteY3" fmla="*/ 3584555 h 3803312"/>
              <a:gd name="connsiteX4" fmla="*/ 586606 w 6848879"/>
              <a:gd name="connsiteY4" fmla="*/ 3573541 h 3803312"/>
              <a:gd name="connsiteX5" fmla="*/ 1087121 w 6848879"/>
              <a:gd name="connsiteY5" fmla="*/ 2846852 h 3803312"/>
              <a:gd name="connsiteX6" fmla="*/ 1905267 w 6848879"/>
              <a:gd name="connsiteY6" fmla="*/ 1955005 h 3803312"/>
              <a:gd name="connsiteX7" fmla="*/ 2541127 w 6848879"/>
              <a:gd name="connsiteY7" fmla="*/ 1341877 h 3803312"/>
              <a:gd name="connsiteX8" fmla="*/ 3386501 w 6848879"/>
              <a:gd name="connsiteY8" fmla="*/ 736610 h 3803312"/>
              <a:gd name="connsiteX9" fmla="*/ 4754625 w 6848879"/>
              <a:gd name="connsiteY9" fmla="*/ 909322 h 3803312"/>
              <a:gd name="connsiteX10" fmla="*/ 5254158 w 6848879"/>
              <a:gd name="connsiteY10" fmla="*/ 274322 h 3803312"/>
              <a:gd name="connsiteX11" fmla="*/ 5819309 w 6848879"/>
              <a:gd name="connsiteY11" fmla="*/ 172768 h 3803312"/>
              <a:gd name="connsiteX12" fmla="*/ 6248992 w 6848879"/>
              <a:gd name="connsiteY12" fmla="*/ 428302 h 3803312"/>
              <a:gd name="connsiteX13" fmla="*/ 6410214 w 6848879"/>
              <a:gd name="connsiteY13" fmla="*/ 623187 h 3803312"/>
              <a:gd name="connsiteX14" fmla="*/ 6562614 w 6848879"/>
              <a:gd name="connsiteY14" fmla="*/ 703089 h 3803312"/>
              <a:gd name="connsiteX15" fmla="*/ 6676914 w 6848879"/>
              <a:gd name="connsiteY15" fmla="*/ 674034 h 3803312"/>
              <a:gd name="connsiteX16" fmla="*/ 6706192 w 6848879"/>
              <a:gd name="connsiteY16" fmla="*/ 529995 h 3803312"/>
              <a:gd name="connsiteX17" fmla="*/ 6676915 w 6848879"/>
              <a:gd name="connsiteY17" fmla="*/ 390745 h 3803312"/>
              <a:gd name="connsiteX18" fmla="*/ 6607066 w 6848879"/>
              <a:gd name="connsiteY18" fmla="*/ 303578 h 3803312"/>
              <a:gd name="connsiteX19" fmla="*/ 6562616 w 6848879"/>
              <a:gd name="connsiteY19" fmla="*/ 194620 h 3803312"/>
              <a:gd name="connsiteX20" fmla="*/ 6543566 w 6848879"/>
              <a:gd name="connsiteY20" fmla="*/ 27550 h 3803312"/>
              <a:gd name="connsiteX21" fmla="*/ 6689615 w 6848879"/>
              <a:gd name="connsiteY21" fmla="*/ 13025 h 3803312"/>
              <a:gd name="connsiteX22" fmla="*/ 6841658 w 6848879"/>
              <a:gd name="connsiteY22" fmla="*/ 26287 h 3803312"/>
              <a:gd name="connsiteX23" fmla="*/ 6822966 w 6848879"/>
              <a:gd name="connsiteY23" fmla="*/ 252730 h 3803312"/>
              <a:gd name="connsiteX24" fmla="*/ 6778516 w 6848879"/>
              <a:gd name="connsiteY24" fmla="*/ 405271 h 3803312"/>
              <a:gd name="connsiteX25" fmla="*/ 6765815 w 6848879"/>
              <a:gd name="connsiteY25" fmla="*/ 659506 h 3803312"/>
              <a:gd name="connsiteX26" fmla="*/ 6689615 w 6848879"/>
              <a:gd name="connsiteY26" fmla="*/ 775729 h 3803312"/>
              <a:gd name="connsiteX27" fmla="*/ 6579192 w 6848879"/>
              <a:gd name="connsiteY27" fmla="*/ 797321 h 3803312"/>
              <a:gd name="connsiteX28" fmla="*/ 6365407 w 6848879"/>
              <a:gd name="connsiteY28" fmla="*/ 712560 h 3803312"/>
              <a:gd name="connsiteX29" fmla="*/ 6099065 w 6848879"/>
              <a:gd name="connsiteY29" fmla="*/ 398005 h 3803312"/>
              <a:gd name="connsiteX30" fmla="*/ 5861642 w 6848879"/>
              <a:gd name="connsiteY30" fmla="*/ 276774 h 3803312"/>
              <a:gd name="connsiteX31" fmla="*/ 5537792 w 6848879"/>
              <a:gd name="connsiteY31" fmla="*/ 257389 h 3803312"/>
              <a:gd name="connsiteX32" fmla="*/ 5355758 w 6848879"/>
              <a:gd name="connsiteY32" fmla="*/ 333589 h 3803312"/>
              <a:gd name="connsiteX33" fmla="*/ 5237225 w 6848879"/>
              <a:gd name="connsiteY33" fmla="*/ 452121 h 3803312"/>
              <a:gd name="connsiteX34" fmla="*/ 5025558 w 6848879"/>
              <a:gd name="connsiteY34" fmla="*/ 833121 h 3803312"/>
              <a:gd name="connsiteX35" fmla="*/ 4847758 w 6848879"/>
              <a:gd name="connsiteY35" fmla="*/ 985522 h 3803312"/>
              <a:gd name="connsiteX36" fmla="*/ 4435566 w 6848879"/>
              <a:gd name="connsiteY36" fmla="*/ 1018010 h 3803312"/>
              <a:gd name="connsiteX37" fmla="*/ 3766744 w 6848879"/>
              <a:gd name="connsiteY37" fmla="*/ 857442 h 3803312"/>
              <a:gd name="connsiteX38" fmla="*/ 3377933 w 6848879"/>
              <a:gd name="connsiteY38" fmla="*/ 831937 h 3803312"/>
              <a:gd name="connsiteX39" fmla="*/ 2709526 w 6848879"/>
              <a:gd name="connsiteY39" fmla="*/ 1324293 h 3803312"/>
              <a:gd name="connsiteX40" fmla="*/ 2031121 w 6848879"/>
              <a:gd name="connsiteY40" fmla="*/ 1975179 h 3803312"/>
              <a:gd name="connsiteX41" fmla="*/ 1284049 w 6848879"/>
              <a:gd name="connsiteY41" fmla="*/ 2775352 h 3803312"/>
              <a:gd name="connsiteX42" fmla="*/ 589160 w 6848879"/>
              <a:gd name="connsiteY42" fmla="*/ 3703108 h 3803312"/>
              <a:gd name="connsiteX43" fmla="*/ 62975 w 6848879"/>
              <a:gd name="connsiteY43" fmla="*/ 3733413 h 3803312"/>
              <a:gd name="connsiteX44" fmla="*/ 0 w 6848879"/>
              <a:gd name="connsiteY44" fmla="*/ 3204689 h 3803312"/>
              <a:gd name="connsiteX45" fmla="*/ 13514 w 6848879"/>
              <a:gd name="connsiteY45" fmla="*/ 2344412 h 3803312"/>
              <a:gd name="connsiteX46" fmla="*/ 19484 w 6848879"/>
              <a:gd name="connsiteY46" fmla="*/ 1890837 h 3803312"/>
              <a:gd name="connsiteX0" fmla="*/ 19484 w 6848879"/>
              <a:gd name="connsiteY0" fmla="*/ 1890837 h 3803312"/>
              <a:gd name="connsiteX1" fmla="*/ 95185 w 6848879"/>
              <a:gd name="connsiteY1" fmla="*/ 1727301 h 3803312"/>
              <a:gd name="connsiteX2" fmla="*/ 105345 w 6848879"/>
              <a:gd name="connsiteY2" fmla="*/ 2802810 h 3803312"/>
              <a:gd name="connsiteX3" fmla="*/ 124591 w 6848879"/>
              <a:gd name="connsiteY3" fmla="*/ 3584555 h 3803312"/>
              <a:gd name="connsiteX4" fmla="*/ 586606 w 6848879"/>
              <a:gd name="connsiteY4" fmla="*/ 3573541 h 3803312"/>
              <a:gd name="connsiteX5" fmla="*/ 1087121 w 6848879"/>
              <a:gd name="connsiteY5" fmla="*/ 2846852 h 3803312"/>
              <a:gd name="connsiteX6" fmla="*/ 1905267 w 6848879"/>
              <a:gd name="connsiteY6" fmla="*/ 1955005 h 3803312"/>
              <a:gd name="connsiteX7" fmla="*/ 2541127 w 6848879"/>
              <a:gd name="connsiteY7" fmla="*/ 1341877 h 3803312"/>
              <a:gd name="connsiteX8" fmla="*/ 3386501 w 6848879"/>
              <a:gd name="connsiteY8" fmla="*/ 736610 h 3803312"/>
              <a:gd name="connsiteX9" fmla="*/ 4754625 w 6848879"/>
              <a:gd name="connsiteY9" fmla="*/ 909322 h 3803312"/>
              <a:gd name="connsiteX10" fmla="*/ 5254158 w 6848879"/>
              <a:gd name="connsiteY10" fmla="*/ 274322 h 3803312"/>
              <a:gd name="connsiteX11" fmla="*/ 5819309 w 6848879"/>
              <a:gd name="connsiteY11" fmla="*/ 172768 h 3803312"/>
              <a:gd name="connsiteX12" fmla="*/ 6248992 w 6848879"/>
              <a:gd name="connsiteY12" fmla="*/ 428302 h 3803312"/>
              <a:gd name="connsiteX13" fmla="*/ 6410214 w 6848879"/>
              <a:gd name="connsiteY13" fmla="*/ 623187 h 3803312"/>
              <a:gd name="connsiteX14" fmla="*/ 6562614 w 6848879"/>
              <a:gd name="connsiteY14" fmla="*/ 703089 h 3803312"/>
              <a:gd name="connsiteX15" fmla="*/ 6676914 w 6848879"/>
              <a:gd name="connsiteY15" fmla="*/ 674034 h 3803312"/>
              <a:gd name="connsiteX16" fmla="*/ 6706192 w 6848879"/>
              <a:gd name="connsiteY16" fmla="*/ 529995 h 3803312"/>
              <a:gd name="connsiteX17" fmla="*/ 6676915 w 6848879"/>
              <a:gd name="connsiteY17" fmla="*/ 390745 h 3803312"/>
              <a:gd name="connsiteX18" fmla="*/ 6607066 w 6848879"/>
              <a:gd name="connsiteY18" fmla="*/ 303578 h 3803312"/>
              <a:gd name="connsiteX19" fmla="*/ 6562616 w 6848879"/>
              <a:gd name="connsiteY19" fmla="*/ 194620 h 3803312"/>
              <a:gd name="connsiteX20" fmla="*/ 6543566 w 6848879"/>
              <a:gd name="connsiteY20" fmla="*/ 27550 h 3803312"/>
              <a:gd name="connsiteX21" fmla="*/ 6689615 w 6848879"/>
              <a:gd name="connsiteY21" fmla="*/ 13025 h 3803312"/>
              <a:gd name="connsiteX22" fmla="*/ 6841658 w 6848879"/>
              <a:gd name="connsiteY22" fmla="*/ 26287 h 3803312"/>
              <a:gd name="connsiteX23" fmla="*/ 6822966 w 6848879"/>
              <a:gd name="connsiteY23" fmla="*/ 252730 h 3803312"/>
              <a:gd name="connsiteX24" fmla="*/ 6778516 w 6848879"/>
              <a:gd name="connsiteY24" fmla="*/ 405271 h 3803312"/>
              <a:gd name="connsiteX25" fmla="*/ 6765815 w 6848879"/>
              <a:gd name="connsiteY25" fmla="*/ 659506 h 3803312"/>
              <a:gd name="connsiteX26" fmla="*/ 6689615 w 6848879"/>
              <a:gd name="connsiteY26" fmla="*/ 775729 h 3803312"/>
              <a:gd name="connsiteX27" fmla="*/ 6579192 w 6848879"/>
              <a:gd name="connsiteY27" fmla="*/ 797321 h 3803312"/>
              <a:gd name="connsiteX28" fmla="*/ 6365407 w 6848879"/>
              <a:gd name="connsiteY28" fmla="*/ 712560 h 3803312"/>
              <a:gd name="connsiteX29" fmla="*/ 6099065 w 6848879"/>
              <a:gd name="connsiteY29" fmla="*/ 398005 h 3803312"/>
              <a:gd name="connsiteX30" fmla="*/ 5861642 w 6848879"/>
              <a:gd name="connsiteY30" fmla="*/ 276774 h 3803312"/>
              <a:gd name="connsiteX31" fmla="*/ 5537792 w 6848879"/>
              <a:gd name="connsiteY31" fmla="*/ 257389 h 3803312"/>
              <a:gd name="connsiteX32" fmla="*/ 5355758 w 6848879"/>
              <a:gd name="connsiteY32" fmla="*/ 333589 h 3803312"/>
              <a:gd name="connsiteX33" fmla="*/ 5237225 w 6848879"/>
              <a:gd name="connsiteY33" fmla="*/ 452121 h 3803312"/>
              <a:gd name="connsiteX34" fmla="*/ 5025558 w 6848879"/>
              <a:gd name="connsiteY34" fmla="*/ 833121 h 3803312"/>
              <a:gd name="connsiteX35" fmla="*/ 4847758 w 6848879"/>
              <a:gd name="connsiteY35" fmla="*/ 985522 h 3803312"/>
              <a:gd name="connsiteX36" fmla="*/ 4435566 w 6848879"/>
              <a:gd name="connsiteY36" fmla="*/ 1018010 h 3803312"/>
              <a:gd name="connsiteX37" fmla="*/ 3766744 w 6848879"/>
              <a:gd name="connsiteY37" fmla="*/ 857442 h 3803312"/>
              <a:gd name="connsiteX38" fmla="*/ 3377933 w 6848879"/>
              <a:gd name="connsiteY38" fmla="*/ 831937 h 3803312"/>
              <a:gd name="connsiteX39" fmla="*/ 2709526 w 6848879"/>
              <a:gd name="connsiteY39" fmla="*/ 1324293 h 3803312"/>
              <a:gd name="connsiteX40" fmla="*/ 2031121 w 6848879"/>
              <a:gd name="connsiteY40" fmla="*/ 1975179 h 3803312"/>
              <a:gd name="connsiteX41" fmla="*/ 1284049 w 6848879"/>
              <a:gd name="connsiteY41" fmla="*/ 2775352 h 3803312"/>
              <a:gd name="connsiteX42" fmla="*/ 589160 w 6848879"/>
              <a:gd name="connsiteY42" fmla="*/ 3703108 h 3803312"/>
              <a:gd name="connsiteX43" fmla="*/ 62975 w 6848879"/>
              <a:gd name="connsiteY43" fmla="*/ 3733413 h 3803312"/>
              <a:gd name="connsiteX44" fmla="*/ 0 w 6848879"/>
              <a:gd name="connsiteY44" fmla="*/ 3204689 h 3803312"/>
              <a:gd name="connsiteX45" fmla="*/ 13514 w 6848879"/>
              <a:gd name="connsiteY45" fmla="*/ 2344412 h 3803312"/>
              <a:gd name="connsiteX46" fmla="*/ 19484 w 6848879"/>
              <a:gd name="connsiteY46" fmla="*/ 1890837 h 3803312"/>
              <a:gd name="connsiteX0" fmla="*/ 19484 w 6848879"/>
              <a:gd name="connsiteY0" fmla="*/ 1890837 h 3803312"/>
              <a:gd name="connsiteX1" fmla="*/ 120585 w 6848879"/>
              <a:gd name="connsiteY1" fmla="*/ 1727301 h 3803312"/>
              <a:gd name="connsiteX2" fmla="*/ 105345 w 6848879"/>
              <a:gd name="connsiteY2" fmla="*/ 2802810 h 3803312"/>
              <a:gd name="connsiteX3" fmla="*/ 124591 w 6848879"/>
              <a:gd name="connsiteY3" fmla="*/ 3584555 h 3803312"/>
              <a:gd name="connsiteX4" fmla="*/ 586606 w 6848879"/>
              <a:gd name="connsiteY4" fmla="*/ 3573541 h 3803312"/>
              <a:gd name="connsiteX5" fmla="*/ 1087121 w 6848879"/>
              <a:gd name="connsiteY5" fmla="*/ 2846852 h 3803312"/>
              <a:gd name="connsiteX6" fmla="*/ 1905267 w 6848879"/>
              <a:gd name="connsiteY6" fmla="*/ 1955005 h 3803312"/>
              <a:gd name="connsiteX7" fmla="*/ 2541127 w 6848879"/>
              <a:gd name="connsiteY7" fmla="*/ 1341877 h 3803312"/>
              <a:gd name="connsiteX8" fmla="*/ 3386501 w 6848879"/>
              <a:gd name="connsiteY8" fmla="*/ 736610 h 3803312"/>
              <a:gd name="connsiteX9" fmla="*/ 4754625 w 6848879"/>
              <a:gd name="connsiteY9" fmla="*/ 909322 h 3803312"/>
              <a:gd name="connsiteX10" fmla="*/ 5254158 w 6848879"/>
              <a:gd name="connsiteY10" fmla="*/ 274322 h 3803312"/>
              <a:gd name="connsiteX11" fmla="*/ 5819309 w 6848879"/>
              <a:gd name="connsiteY11" fmla="*/ 172768 h 3803312"/>
              <a:gd name="connsiteX12" fmla="*/ 6248992 w 6848879"/>
              <a:gd name="connsiteY12" fmla="*/ 428302 h 3803312"/>
              <a:gd name="connsiteX13" fmla="*/ 6410214 w 6848879"/>
              <a:gd name="connsiteY13" fmla="*/ 623187 h 3803312"/>
              <a:gd name="connsiteX14" fmla="*/ 6562614 w 6848879"/>
              <a:gd name="connsiteY14" fmla="*/ 703089 h 3803312"/>
              <a:gd name="connsiteX15" fmla="*/ 6676914 w 6848879"/>
              <a:gd name="connsiteY15" fmla="*/ 674034 h 3803312"/>
              <a:gd name="connsiteX16" fmla="*/ 6706192 w 6848879"/>
              <a:gd name="connsiteY16" fmla="*/ 529995 h 3803312"/>
              <a:gd name="connsiteX17" fmla="*/ 6676915 w 6848879"/>
              <a:gd name="connsiteY17" fmla="*/ 390745 h 3803312"/>
              <a:gd name="connsiteX18" fmla="*/ 6607066 w 6848879"/>
              <a:gd name="connsiteY18" fmla="*/ 303578 h 3803312"/>
              <a:gd name="connsiteX19" fmla="*/ 6562616 w 6848879"/>
              <a:gd name="connsiteY19" fmla="*/ 194620 h 3803312"/>
              <a:gd name="connsiteX20" fmla="*/ 6543566 w 6848879"/>
              <a:gd name="connsiteY20" fmla="*/ 27550 h 3803312"/>
              <a:gd name="connsiteX21" fmla="*/ 6689615 w 6848879"/>
              <a:gd name="connsiteY21" fmla="*/ 13025 h 3803312"/>
              <a:gd name="connsiteX22" fmla="*/ 6841658 w 6848879"/>
              <a:gd name="connsiteY22" fmla="*/ 26287 h 3803312"/>
              <a:gd name="connsiteX23" fmla="*/ 6822966 w 6848879"/>
              <a:gd name="connsiteY23" fmla="*/ 252730 h 3803312"/>
              <a:gd name="connsiteX24" fmla="*/ 6778516 w 6848879"/>
              <a:gd name="connsiteY24" fmla="*/ 405271 h 3803312"/>
              <a:gd name="connsiteX25" fmla="*/ 6765815 w 6848879"/>
              <a:gd name="connsiteY25" fmla="*/ 659506 h 3803312"/>
              <a:gd name="connsiteX26" fmla="*/ 6689615 w 6848879"/>
              <a:gd name="connsiteY26" fmla="*/ 775729 h 3803312"/>
              <a:gd name="connsiteX27" fmla="*/ 6579192 w 6848879"/>
              <a:gd name="connsiteY27" fmla="*/ 797321 h 3803312"/>
              <a:gd name="connsiteX28" fmla="*/ 6365407 w 6848879"/>
              <a:gd name="connsiteY28" fmla="*/ 712560 h 3803312"/>
              <a:gd name="connsiteX29" fmla="*/ 6099065 w 6848879"/>
              <a:gd name="connsiteY29" fmla="*/ 398005 h 3803312"/>
              <a:gd name="connsiteX30" fmla="*/ 5861642 w 6848879"/>
              <a:gd name="connsiteY30" fmla="*/ 276774 h 3803312"/>
              <a:gd name="connsiteX31" fmla="*/ 5537792 w 6848879"/>
              <a:gd name="connsiteY31" fmla="*/ 257389 h 3803312"/>
              <a:gd name="connsiteX32" fmla="*/ 5355758 w 6848879"/>
              <a:gd name="connsiteY32" fmla="*/ 333589 h 3803312"/>
              <a:gd name="connsiteX33" fmla="*/ 5237225 w 6848879"/>
              <a:gd name="connsiteY33" fmla="*/ 452121 h 3803312"/>
              <a:gd name="connsiteX34" fmla="*/ 5025558 w 6848879"/>
              <a:gd name="connsiteY34" fmla="*/ 833121 h 3803312"/>
              <a:gd name="connsiteX35" fmla="*/ 4847758 w 6848879"/>
              <a:gd name="connsiteY35" fmla="*/ 985522 h 3803312"/>
              <a:gd name="connsiteX36" fmla="*/ 4435566 w 6848879"/>
              <a:gd name="connsiteY36" fmla="*/ 1018010 h 3803312"/>
              <a:gd name="connsiteX37" fmla="*/ 3766744 w 6848879"/>
              <a:gd name="connsiteY37" fmla="*/ 857442 h 3803312"/>
              <a:gd name="connsiteX38" fmla="*/ 3377933 w 6848879"/>
              <a:gd name="connsiteY38" fmla="*/ 831937 h 3803312"/>
              <a:gd name="connsiteX39" fmla="*/ 2709526 w 6848879"/>
              <a:gd name="connsiteY39" fmla="*/ 1324293 h 3803312"/>
              <a:gd name="connsiteX40" fmla="*/ 2031121 w 6848879"/>
              <a:gd name="connsiteY40" fmla="*/ 1975179 h 3803312"/>
              <a:gd name="connsiteX41" fmla="*/ 1284049 w 6848879"/>
              <a:gd name="connsiteY41" fmla="*/ 2775352 h 3803312"/>
              <a:gd name="connsiteX42" fmla="*/ 589160 w 6848879"/>
              <a:gd name="connsiteY42" fmla="*/ 3703108 h 3803312"/>
              <a:gd name="connsiteX43" fmla="*/ 62975 w 6848879"/>
              <a:gd name="connsiteY43" fmla="*/ 3733413 h 3803312"/>
              <a:gd name="connsiteX44" fmla="*/ 0 w 6848879"/>
              <a:gd name="connsiteY44" fmla="*/ 3204689 h 3803312"/>
              <a:gd name="connsiteX45" fmla="*/ 13514 w 6848879"/>
              <a:gd name="connsiteY45" fmla="*/ 2344412 h 3803312"/>
              <a:gd name="connsiteX46" fmla="*/ 19484 w 6848879"/>
              <a:gd name="connsiteY46" fmla="*/ 1890837 h 3803312"/>
              <a:gd name="connsiteX0" fmla="*/ 34724 w 6848879"/>
              <a:gd name="connsiteY0" fmla="*/ 1861782 h 3803312"/>
              <a:gd name="connsiteX1" fmla="*/ 120585 w 6848879"/>
              <a:gd name="connsiteY1" fmla="*/ 1727301 h 3803312"/>
              <a:gd name="connsiteX2" fmla="*/ 105345 w 6848879"/>
              <a:gd name="connsiteY2" fmla="*/ 2802810 h 3803312"/>
              <a:gd name="connsiteX3" fmla="*/ 124591 w 6848879"/>
              <a:gd name="connsiteY3" fmla="*/ 3584555 h 3803312"/>
              <a:gd name="connsiteX4" fmla="*/ 586606 w 6848879"/>
              <a:gd name="connsiteY4" fmla="*/ 3573541 h 3803312"/>
              <a:gd name="connsiteX5" fmla="*/ 1087121 w 6848879"/>
              <a:gd name="connsiteY5" fmla="*/ 2846852 h 3803312"/>
              <a:gd name="connsiteX6" fmla="*/ 1905267 w 6848879"/>
              <a:gd name="connsiteY6" fmla="*/ 1955005 h 3803312"/>
              <a:gd name="connsiteX7" fmla="*/ 2541127 w 6848879"/>
              <a:gd name="connsiteY7" fmla="*/ 1341877 h 3803312"/>
              <a:gd name="connsiteX8" fmla="*/ 3386501 w 6848879"/>
              <a:gd name="connsiteY8" fmla="*/ 736610 h 3803312"/>
              <a:gd name="connsiteX9" fmla="*/ 4754625 w 6848879"/>
              <a:gd name="connsiteY9" fmla="*/ 909322 h 3803312"/>
              <a:gd name="connsiteX10" fmla="*/ 5254158 w 6848879"/>
              <a:gd name="connsiteY10" fmla="*/ 274322 h 3803312"/>
              <a:gd name="connsiteX11" fmla="*/ 5819309 w 6848879"/>
              <a:gd name="connsiteY11" fmla="*/ 172768 h 3803312"/>
              <a:gd name="connsiteX12" fmla="*/ 6248992 w 6848879"/>
              <a:gd name="connsiteY12" fmla="*/ 428302 h 3803312"/>
              <a:gd name="connsiteX13" fmla="*/ 6410214 w 6848879"/>
              <a:gd name="connsiteY13" fmla="*/ 623187 h 3803312"/>
              <a:gd name="connsiteX14" fmla="*/ 6562614 w 6848879"/>
              <a:gd name="connsiteY14" fmla="*/ 703089 h 3803312"/>
              <a:gd name="connsiteX15" fmla="*/ 6676914 w 6848879"/>
              <a:gd name="connsiteY15" fmla="*/ 674034 h 3803312"/>
              <a:gd name="connsiteX16" fmla="*/ 6706192 w 6848879"/>
              <a:gd name="connsiteY16" fmla="*/ 529995 h 3803312"/>
              <a:gd name="connsiteX17" fmla="*/ 6676915 w 6848879"/>
              <a:gd name="connsiteY17" fmla="*/ 390745 h 3803312"/>
              <a:gd name="connsiteX18" fmla="*/ 6607066 w 6848879"/>
              <a:gd name="connsiteY18" fmla="*/ 303578 h 3803312"/>
              <a:gd name="connsiteX19" fmla="*/ 6562616 w 6848879"/>
              <a:gd name="connsiteY19" fmla="*/ 194620 h 3803312"/>
              <a:gd name="connsiteX20" fmla="*/ 6543566 w 6848879"/>
              <a:gd name="connsiteY20" fmla="*/ 27550 h 3803312"/>
              <a:gd name="connsiteX21" fmla="*/ 6689615 w 6848879"/>
              <a:gd name="connsiteY21" fmla="*/ 13025 h 3803312"/>
              <a:gd name="connsiteX22" fmla="*/ 6841658 w 6848879"/>
              <a:gd name="connsiteY22" fmla="*/ 26287 h 3803312"/>
              <a:gd name="connsiteX23" fmla="*/ 6822966 w 6848879"/>
              <a:gd name="connsiteY23" fmla="*/ 252730 h 3803312"/>
              <a:gd name="connsiteX24" fmla="*/ 6778516 w 6848879"/>
              <a:gd name="connsiteY24" fmla="*/ 405271 h 3803312"/>
              <a:gd name="connsiteX25" fmla="*/ 6765815 w 6848879"/>
              <a:gd name="connsiteY25" fmla="*/ 659506 h 3803312"/>
              <a:gd name="connsiteX26" fmla="*/ 6689615 w 6848879"/>
              <a:gd name="connsiteY26" fmla="*/ 775729 h 3803312"/>
              <a:gd name="connsiteX27" fmla="*/ 6579192 w 6848879"/>
              <a:gd name="connsiteY27" fmla="*/ 797321 h 3803312"/>
              <a:gd name="connsiteX28" fmla="*/ 6365407 w 6848879"/>
              <a:gd name="connsiteY28" fmla="*/ 712560 h 3803312"/>
              <a:gd name="connsiteX29" fmla="*/ 6099065 w 6848879"/>
              <a:gd name="connsiteY29" fmla="*/ 398005 h 3803312"/>
              <a:gd name="connsiteX30" fmla="*/ 5861642 w 6848879"/>
              <a:gd name="connsiteY30" fmla="*/ 276774 h 3803312"/>
              <a:gd name="connsiteX31" fmla="*/ 5537792 w 6848879"/>
              <a:gd name="connsiteY31" fmla="*/ 257389 h 3803312"/>
              <a:gd name="connsiteX32" fmla="*/ 5355758 w 6848879"/>
              <a:gd name="connsiteY32" fmla="*/ 333589 h 3803312"/>
              <a:gd name="connsiteX33" fmla="*/ 5237225 w 6848879"/>
              <a:gd name="connsiteY33" fmla="*/ 452121 h 3803312"/>
              <a:gd name="connsiteX34" fmla="*/ 5025558 w 6848879"/>
              <a:gd name="connsiteY34" fmla="*/ 833121 h 3803312"/>
              <a:gd name="connsiteX35" fmla="*/ 4847758 w 6848879"/>
              <a:gd name="connsiteY35" fmla="*/ 985522 h 3803312"/>
              <a:gd name="connsiteX36" fmla="*/ 4435566 w 6848879"/>
              <a:gd name="connsiteY36" fmla="*/ 1018010 h 3803312"/>
              <a:gd name="connsiteX37" fmla="*/ 3766744 w 6848879"/>
              <a:gd name="connsiteY37" fmla="*/ 857442 h 3803312"/>
              <a:gd name="connsiteX38" fmla="*/ 3377933 w 6848879"/>
              <a:gd name="connsiteY38" fmla="*/ 831937 h 3803312"/>
              <a:gd name="connsiteX39" fmla="*/ 2709526 w 6848879"/>
              <a:gd name="connsiteY39" fmla="*/ 1324293 h 3803312"/>
              <a:gd name="connsiteX40" fmla="*/ 2031121 w 6848879"/>
              <a:gd name="connsiteY40" fmla="*/ 1975179 h 3803312"/>
              <a:gd name="connsiteX41" fmla="*/ 1284049 w 6848879"/>
              <a:gd name="connsiteY41" fmla="*/ 2775352 h 3803312"/>
              <a:gd name="connsiteX42" fmla="*/ 589160 w 6848879"/>
              <a:gd name="connsiteY42" fmla="*/ 3703108 h 3803312"/>
              <a:gd name="connsiteX43" fmla="*/ 62975 w 6848879"/>
              <a:gd name="connsiteY43" fmla="*/ 3733413 h 3803312"/>
              <a:gd name="connsiteX44" fmla="*/ 0 w 6848879"/>
              <a:gd name="connsiteY44" fmla="*/ 3204689 h 3803312"/>
              <a:gd name="connsiteX45" fmla="*/ 13514 w 6848879"/>
              <a:gd name="connsiteY45" fmla="*/ 2344412 h 3803312"/>
              <a:gd name="connsiteX46" fmla="*/ 34724 w 6848879"/>
              <a:gd name="connsiteY46" fmla="*/ 1861782 h 3803312"/>
              <a:gd name="connsiteX0" fmla="*/ 34724 w 6848879"/>
              <a:gd name="connsiteY0" fmla="*/ 1861782 h 3803312"/>
              <a:gd name="connsiteX1" fmla="*/ 120585 w 6848879"/>
              <a:gd name="connsiteY1" fmla="*/ 1727301 h 3803312"/>
              <a:gd name="connsiteX2" fmla="*/ 105345 w 6848879"/>
              <a:gd name="connsiteY2" fmla="*/ 2802810 h 3803312"/>
              <a:gd name="connsiteX3" fmla="*/ 124591 w 6848879"/>
              <a:gd name="connsiteY3" fmla="*/ 3584555 h 3803312"/>
              <a:gd name="connsiteX4" fmla="*/ 586606 w 6848879"/>
              <a:gd name="connsiteY4" fmla="*/ 3573541 h 3803312"/>
              <a:gd name="connsiteX5" fmla="*/ 1087121 w 6848879"/>
              <a:gd name="connsiteY5" fmla="*/ 2846852 h 3803312"/>
              <a:gd name="connsiteX6" fmla="*/ 1905267 w 6848879"/>
              <a:gd name="connsiteY6" fmla="*/ 1955005 h 3803312"/>
              <a:gd name="connsiteX7" fmla="*/ 2541127 w 6848879"/>
              <a:gd name="connsiteY7" fmla="*/ 1341877 h 3803312"/>
              <a:gd name="connsiteX8" fmla="*/ 3386501 w 6848879"/>
              <a:gd name="connsiteY8" fmla="*/ 736610 h 3803312"/>
              <a:gd name="connsiteX9" fmla="*/ 4754625 w 6848879"/>
              <a:gd name="connsiteY9" fmla="*/ 909322 h 3803312"/>
              <a:gd name="connsiteX10" fmla="*/ 5254158 w 6848879"/>
              <a:gd name="connsiteY10" fmla="*/ 274322 h 3803312"/>
              <a:gd name="connsiteX11" fmla="*/ 5819309 w 6848879"/>
              <a:gd name="connsiteY11" fmla="*/ 172768 h 3803312"/>
              <a:gd name="connsiteX12" fmla="*/ 6248992 w 6848879"/>
              <a:gd name="connsiteY12" fmla="*/ 428302 h 3803312"/>
              <a:gd name="connsiteX13" fmla="*/ 6410214 w 6848879"/>
              <a:gd name="connsiteY13" fmla="*/ 623187 h 3803312"/>
              <a:gd name="connsiteX14" fmla="*/ 6562614 w 6848879"/>
              <a:gd name="connsiteY14" fmla="*/ 703089 h 3803312"/>
              <a:gd name="connsiteX15" fmla="*/ 6676914 w 6848879"/>
              <a:gd name="connsiteY15" fmla="*/ 674034 h 3803312"/>
              <a:gd name="connsiteX16" fmla="*/ 6706192 w 6848879"/>
              <a:gd name="connsiteY16" fmla="*/ 529995 h 3803312"/>
              <a:gd name="connsiteX17" fmla="*/ 6676915 w 6848879"/>
              <a:gd name="connsiteY17" fmla="*/ 390745 h 3803312"/>
              <a:gd name="connsiteX18" fmla="*/ 6607066 w 6848879"/>
              <a:gd name="connsiteY18" fmla="*/ 303578 h 3803312"/>
              <a:gd name="connsiteX19" fmla="*/ 6562616 w 6848879"/>
              <a:gd name="connsiteY19" fmla="*/ 194620 h 3803312"/>
              <a:gd name="connsiteX20" fmla="*/ 6543566 w 6848879"/>
              <a:gd name="connsiteY20" fmla="*/ 27550 h 3803312"/>
              <a:gd name="connsiteX21" fmla="*/ 6689615 w 6848879"/>
              <a:gd name="connsiteY21" fmla="*/ 13025 h 3803312"/>
              <a:gd name="connsiteX22" fmla="*/ 6841658 w 6848879"/>
              <a:gd name="connsiteY22" fmla="*/ 26287 h 3803312"/>
              <a:gd name="connsiteX23" fmla="*/ 6822966 w 6848879"/>
              <a:gd name="connsiteY23" fmla="*/ 252730 h 3803312"/>
              <a:gd name="connsiteX24" fmla="*/ 6778516 w 6848879"/>
              <a:gd name="connsiteY24" fmla="*/ 405271 h 3803312"/>
              <a:gd name="connsiteX25" fmla="*/ 6765815 w 6848879"/>
              <a:gd name="connsiteY25" fmla="*/ 659506 h 3803312"/>
              <a:gd name="connsiteX26" fmla="*/ 6689615 w 6848879"/>
              <a:gd name="connsiteY26" fmla="*/ 775729 h 3803312"/>
              <a:gd name="connsiteX27" fmla="*/ 6579192 w 6848879"/>
              <a:gd name="connsiteY27" fmla="*/ 797321 h 3803312"/>
              <a:gd name="connsiteX28" fmla="*/ 6365407 w 6848879"/>
              <a:gd name="connsiteY28" fmla="*/ 712560 h 3803312"/>
              <a:gd name="connsiteX29" fmla="*/ 6099065 w 6848879"/>
              <a:gd name="connsiteY29" fmla="*/ 398005 h 3803312"/>
              <a:gd name="connsiteX30" fmla="*/ 5861642 w 6848879"/>
              <a:gd name="connsiteY30" fmla="*/ 276774 h 3803312"/>
              <a:gd name="connsiteX31" fmla="*/ 5537792 w 6848879"/>
              <a:gd name="connsiteY31" fmla="*/ 257389 h 3803312"/>
              <a:gd name="connsiteX32" fmla="*/ 5355758 w 6848879"/>
              <a:gd name="connsiteY32" fmla="*/ 333589 h 3803312"/>
              <a:gd name="connsiteX33" fmla="*/ 5237225 w 6848879"/>
              <a:gd name="connsiteY33" fmla="*/ 452121 h 3803312"/>
              <a:gd name="connsiteX34" fmla="*/ 5025558 w 6848879"/>
              <a:gd name="connsiteY34" fmla="*/ 833121 h 3803312"/>
              <a:gd name="connsiteX35" fmla="*/ 4847758 w 6848879"/>
              <a:gd name="connsiteY35" fmla="*/ 985522 h 3803312"/>
              <a:gd name="connsiteX36" fmla="*/ 4435566 w 6848879"/>
              <a:gd name="connsiteY36" fmla="*/ 1018010 h 3803312"/>
              <a:gd name="connsiteX37" fmla="*/ 3766744 w 6848879"/>
              <a:gd name="connsiteY37" fmla="*/ 857442 h 3803312"/>
              <a:gd name="connsiteX38" fmla="*/ 3377933 w 6848879"/>
              <a:gd name="connsiteY38" fmla="*/ 831937 h 3803312"/>
              <a:gd name="connsiteX39" fmla="*/ 2709526 w 6848879"/>
              <a:gd name="connsiteY39" fmla="*/ 1324293 h 3803312"/>
              <a:gd name="connsiteX40" fmla="*/ 2031121 w 6848879"/>
              <a:gd name="connsiteY40" fmla="*/ 1975179 h 3803312"/>
              <a:gd name="connsiteX41" fmla="*/ 1284049 w 6848879"/>
              <a:gd name="connsiteY41" fmla="*/ 2775352 h 3803312"/>
              <a:gd name="connsiteX42" fmla="*/ 589160 w 6848879"/>
              <a:gd name="connsiteY42" fmla="*/ 3703108 h 3803312"/>
              <a:gd name="connsiteX43" fmla="*/ 62975 w 6848879"/>
              <a:gd name="connsiteY43" fmla="*/ 3733413 h 3803312"/>
              <a:gd name="connsiteX44" fmla="*/ 0 w 6848879"/>
              <a:gd name="connsiteY44" fmla="*/ 3204689 h 3803312"/>
              <a:gd name="connsiteX45" fmla="*/ 13514 w 6848879"/>
              <a:gd name="connsiteY45" fmla="*/ 2344412 h 3803312"/>
              <a:gd name="connsiteX46" fmla="*/ 34724 w 6848879"/>
              <a:gd name="connsiteY46" fmla="*/ 1861782 h 3803312"/>
              <a:gd name="connsiteX0" fmla="*/ 34724 w 6848879"/>
              <a:gd name="connsiteY0" fmla="*/ 1861782 h 3803312"/>
              <a:gd name="connsiteX1" fmla="*/ 120585 w 6848879"/>
              <a:gd name="connsiteY1" fmla="*/ 1727301 h 3803312"/>
              <a:gd name="connsiteX2" fmla="*/ 129070 w 6848879"/>
              <a:gd name="connsiteY2" fmla="*/ 2035104 h 3803312"/>
              <a:gd name="connsiteX3" fmla="*/ 105345 w 6848879"/>
              <a:gd name="connsiteY3" fmla="*/ 2802810 h 3803312"/>
              <a:gd name="connsiteX4" fmla="*/ 124591 w 6848879"/>
              <a:gd name="connsiteY4" fmla="*/ 3584555 h 3803312"/>
              <a:gd name="connsiteX5" fmla="*/ 586606 w 6848879"/>
              <a:gd name="connsiteY5" fmla="*/ 3573541 h 3803312"/>
              <a:gd name="connsiteX6" fmla="*/ 1087121 w 6848879"/>
              <a:gd name="connsiteY6" fmla="*/ 2846852 h 3803312"/>
              <a:gd name="connsiteX7" fmla="*/ 1905267 w 6848879"/>
              <a:gd name="connsiteY7" fmla="*/ 1955005 h 3803312"/>
              <a:gd name="connsiteX8" fmla="*/ 2541127 w 6848879"/>
              <a:gd name="connsiteY8" fmla="*/ 1341877 h 3803312"/>
              <a:gd name="connsiteX9" fmla="*/ 3386501 w 6848879"/>
              <a:gd name="connsiteY9" fmla="*/ 736610 h 3803312"/>
              <a:gd name="connsiteX10" fmla="*/ 4754625 w 6848879"/>
              <a:gd name="connsiteY10" fmla="*/ 909322 h 3803312"/>
              <a:gd name="connsiteX11" fmla="*/ 5254158 w 6848879"/>
              <a:gd name="connsiteY11" fmla="*/ 274322 h 3803312"/>
              <a:gd name="connsiteX12" fmla="*/ 5819309 w 6848879"/>
              <a:gd name="connsiteY12" fmla="*/ 172768 h 3803312"/>
              <a:gd name="connsiteX13" fmla="*/ 6248992 w 6848879"/>
              <a:gd name="connsiteY13" fmla="*/ 428302 h 3803312"/>
              <a:gd name="connsiteX14" fmla="*/ 6410214 w 6848879"/>
              <a:gd name="connsiteY14" fmla="*/ 623187 h 3803312"/>
              <a:gd name="connsiteX15" fmla="*/ 6562614 w 6848879"/>
              <a:gd name="connsiteY15" fmla="*/ 703089 h 3803312"/>
              <a:gd name="connsiteX16" fmla="*/ 6676914 w 6848879"/>
              <a:gd name="connsiteY16" fmla="*/ 674034 h 3803312"/>
              <a:gd name="connsiteX17" fmla="*/ 6706192 w 6848879"/>
              <a:gd name="connsiteY17" fmla="*/ 529995 h 3803312"/>
              <a:gd name="connsiteX18" fmla="*/ 6676915 w 6848879"/>
              <a:gd name="connsiteY18" fmla="*/ 390745 h 3803312"/>
              <a:gd name="connsiteX19" fmla="*/ 6607066 w 6848879"/>
              <a:gd name="connsiteY19" fmla="*/ 303578 h 3803312"/>
              <a:gd name="connsiteX20" fmla="*/ 6562616 w 6848879"/>
              <a:gd name="connsiteY20" fmla="*/ 194620 h 3803312"/>
              <a:gd name="connsiteX21" fmla="*/ 6543566 w 6848879"/>
              <a:gd name="connsiteY21" fmla="*/ 27550 h 3803312"/>
              <a:gd name="connsiteX22" fmla="*/ 6689615 w 6848879"/>
              <a:gd name="connsiteY22" fmla="*/ 13025 h 3803312"/>
              <a:gd name="connsiteX23" fmla="*/ 6841658 w 6848879"/>
              <a:gd name="connsiteY23" fmla="*/ 26287 h 3803312"/>
              <a:gd name="connsiteX24" fmla="*/ 6822966 w 6848879"/>
              <a:gd name="connsiteY24" fmla="*/ 252730 h 3803312"/>
              <a:gd name="connsiteX25" fmla="*/ 6778516 w 6848879"/>
              <a:gd name="connsiteY25" fmla="*/ 405271 h 3803312"/>
              <a:gd name="connsiteX26" fmla="*/ 6765815 w 6848879"/>
              <a:gd name="connsiteY26" fmla="*/ 659506 h 3803312"/>
              <a:gd name="connsiteX27" fmla="*/ 6689615 w 6848879"/>
              <a:gd name="connsiteY27" fmla="*/ 775729 h 3803312"/>
              <a:gd name="connsiteX28" fmla="*/ 6579192 w 6848879"/>
              <a:gd name="connsiteY28" fmla="*/ 797321 h 3803312"/>
              <a:gd name="connsiteX29" fmla="*/ 6365407 w 6848879"/>
              <a:gd name="connsiteY29" fmla="*/ 712560 h 3803312"/>
              <a:gd name="connsiteX30" fmla="*/ 6099065 w 6848879"/>
              <a:gd name="connsiteY30" fmla="*/ 398005 h 3803312"/>
              <a:gd name="connsiteX31" fmla="*/ 5861642 w 6848879"/>
              <a:gd name="connsiteY31" fmla="*/ 276774 h 3803312"/>
              <a:gd name="connsiteX32" fmla="*/ 5537792 w 6848879"/>
              <a:gd name="connsiteY32" fmla="*/ 257389 h 3803312"/>
              <a:gd name="connsiteX33" fmla="*/ 5355758 w 6848879"/>
              <a:gd name="connsiteY33" fmla="*/ 333589 h 3803312"/>
              <a:gd name="connsiteX34" fmla="*/ 5237225 w 6848879"/>
              <a:gd name="connsiteY34" fmla="*/ 452121 h 3803312"/>
              <a:gd name="connsiteX35" fmla="*/ 5025558 w 6848879"/>
              <a:gd name="connsiteY35" fmla="*/ 833121 h 3803312"/>
              <a:gd name="connsiteX36" fmla="*/ 4847758 w 6848879"/>
              <a:gd name="connsiteY36" fmla="*/ 985522 h 3803312"/>
              <a:gd name="connsiteX37" fmla="*/ 4435566 w 6848879"/>
              <a:gd name="connsiteY37" fmla="*/ 1018010 h 3803312"/>
              <a:gd name="connsiteX38" fmla="*/ 3766744 w 6848879"/>
              <a:gd name="connsiteY38" fmla="*/ 857442 h 3803312"/>
              <a:gd name="connsiteX39" fmla="*/ 3377933 w 6848879"/>
              <a:gd name="connsiteY39" fmla="*/ 831937 h 3803312"/>
              <a:gd name="connsiteX40" fmla="*/ 2709526 w 6848879"/>
              <a:gd name="connsiteY40" fmla="*/ 1324293 h 3803312"/>
              <a:gd name="connsiteX41" fmla="*/ 2031121 w 6848879"/>
              <a:gd name="connsiteY41" fmla="*/ 1975179 h 3803312"/>
              <a:gd name="connsiteX42" fmla="*/ 1284049 w 6848879"/>
              <a:gd name="connsiteY42" fmla="*/ 2775352 h 3803312"/>
              <a:gd name="connsiteX43" fmla="*/ 589160 w 6848879"/>
              <a:gd name="connsiteY43" fmla="*/ 3703108 h 3803312"/>
              <a:gd name="connsiteX44" fmla="*/ 62975 w 6848879"/>
              <a:gd name="connsiteY44" fmla="*/ 3733413 h 3803312"/>
              <a:gd name="connsiteX45" fmla="*/ 0 w 6848879"/>
              <a:gd name="connsiteY45" fmla="*/ 3204689 h 3803312"/>
              <a:gd name="connsiteX46" fmla="*/ 13514 w 6848879"/>
              <a:gd name="connsiteY46" fmla="*/ 2344412 h 3803312"/>
              <a:gd name="connsiteX47" fmla="*/ 34724 w 6848879"/>
              <a:gd name="connsiteY47" fmla="*/ 1861782 h 3803312"/>
              <a:gd name="connsiteX0" fmla="*/ 34724 w 6848879"/>
              <a:gd name="connsiteY0" fmla="*/ 1861782 h 3803312"/>
              <a:gd name="connsiteX1" fmla="*/ 42710 w 6848879"/>
              <a:gd name="connsiteY1" fmla="*/ 1732928 h 3803312"/>
              <a:gd name="connsiteX2" fmla="*/ 120585 w 6848879"/>
              <a:gd name="connsiteY2" fmla="*/ 1727301 h 3803312"/>
              <a:gd name="connsiteX3" fmla="*/ 129070 w 6848879"/>
              <a:gd name="connsiteY3" fmla="*/ 2035104 h 3803312"/>
              <a:gd name="connsiteX4" fmla="*/ 105345 w 6848879"/>
              <a:gd name="connsiteY4" fmla="*/ 2802810 h 3803312"/>
              <a:gd name="connsiteX5" fmla="*/ 124591 w 6848879"/>
              <a:gd name="connsiteY5" fmla="*/ 3584555 h 3803312"/>
              <a:gd name="connsiteX6" fmla="*/ 586606 w 6848879"/>
              <a:gd name="connsiteY6" fmla="*/ 3573541 h 3803312"/>
              <a:gd name="connsiteX7" fmla="*/ 1087121 w 6848879"/>
              <a:gd name="connsiteY7" fmla="*/ 2846852 h 3803312"/>
              <a:gd name="connsiteX8" fmla="*/ 1905267 w 6848879"/>
              <a:gd name="connsiteY8" fmla="*/ 1955005 h 3803312"/>
              <a:gd name="connsiteX9" fmla="*/ 2541127 w 6848879"/>
              <a:gd name="connsiteY9" fmla="*/ 1341877 h 3803312"/>
              <a:gd name="connsiteX10" fmla="*/ 3386501 w 6848879"/>
              <a:gd name="connsiteY10" fmla="*/ 736610 h 3803312"/>
              <a:gd name="connsiteX11" fmla="*/ 4754625 w 6848879"/>
              <a:gd name="connsiteY11" fmla="*/ 909322 h 3803312"/>
              <a:gd name="connsiteX12" fmla="*/ 5254158 w 6848879"/>
              <a:gd name="connsiteY12" fmla="*/ 274322 h 3803312"/>
              <a:gd name="connsiteX13" fmla="*/ 5819309 w 6848879"/>
              <a:gd name="connsiteY13" fmla="*/ 172768 h 3803312"/>
              <a:gd name="connsiteX14" fmla="*/ 6248992 w 6848879"/>
              <a:gd name="connsiteY14" fmla="*/ 428302 h 3803312"/>
              <a:gd name="connsiteX15" fmla="*/ 6410214 w 6848879"/>
              <a:gd name="connsiteY15" fmla="*/ 623187 h 3803312"/>
              <a:gd name="connsiteX16" fmla="*/ 6562614 w 6848879"/>
              <a:gd name="connsiteY16" fmla="*/ 703089 h 3803312"/>
              <a:gd name="connsiteX17" fmla="*/ 6676914 w 6848879"/>
              <a:gd name="connsiteY17" fmla="*/ 674034 h 3803312"/>
              <a:gd name="connsiteX18" fmla="*/ 6706192 w 6848879"/>
              <a:gd name="connsiteY18" fmla="*/ 529995 h 3803312"/>
              <a:gd name="connsiteX19" fmla="*/ 6676915 w 6848879"/>
              <a:gd name="connsiteY19" fmla="*/ 390745 h 3803312"/>
              <a:gd name="connsiteX20" fmla="*/ 6607066 w 6848879"/>
              <a:gd name="connsiteY20" fmla="*/ 303578 h 3803312"/>
              <a:gd name="connsiteX21" fmla="*/ 6562616 w 6848879"/>
              <a:gd name="connsiteY21" fmla="*/ 194620 h 3803312"/>
              <a:gd name="connsiteX22" fmla="*/ 6543566 w 6848879"/>
              <a:gd name="connsiteY22" fmla="*/ 27550 h 3803312"/>
              <a:gd name="connsiteX23" fmla="*/ 6689615 w 6848879"/>
              <a:gd name="connsiteY23" fmla="*/ 13025 h 3803312"/>
              <a:gd name="connsiteX24" fmla="*/ 6841658 w 6848879"/>
              <a:gd name="connsiteY24" fmla="*/ 26287 h 3803312"/>
              <a:gd name="connsiteX25" fmla="*/ 6822966 w 6848879"/>
              <a:gd name="connsiteY25" fmla="*/ 252730 h 3803312"/>
              <a:gd name="connsiteX26" fmla="*/ 6778516 w 6848879"/>
              <a:gd name="connsiteY26" fmla="*/ 405271 h 3803312"/>
              <a:gd name="connsiteX27" fmla="*/ 6765815 w 6848879"/>
              <a:gd name="connsiteY27" fmla="*/ 659506 h 3803312"/>
              <a:gd name="connsiteX28" fmla="*/ 6689615 w 6848879"/>
              <a:gd name="connsiteY28" fmla="*/ 775729 h 3803312"/>
              <a:gd name="connsiteX29" fmla="*/ 6579192 w 6848879"/>
              <a:gd name="connsiteY29" fmla="*/ 797321 h 3803312"/>
              <a:gd name="connsiteX30" fmla="*/ 6365407 w 6848879"/>
              <a:gd name="connsiteY30" fmla="*/ 712560 h 3803312"/>
              <a:gd name="connsiteX31" fmla="*/ 6099065 w 6848879"/>
              <a:gd name="connsiteY31" fmla="*/ 398005 h 3803312"/>
              <a:gd name="connsiteX32" fmla="*/ 5861642 w 6848879"/>
              <a:gd name="connsiteY32" fmla="*/ 276774 h 3803312"/>
              <a:gd name="connsiteX33" fmla="*/ 5537792 w 6848879"/>
              <a:gd name="connsiteY33" fmla="*/ 257389 h 3803312"/>
              <a:gd name="connsiteX34" fmla="*/ 5355758 w 6848879"/>
              <a:gd name="connsiteY34" fmla="*/ 333589 h 3803312"/>
              <a:gd name="connsiteX35" fmla="*/ 5237225 w 6848879"/>
              <a:gd name="connsiteY35" fmla="*/ 452121 h 3803312"/>
              <a:gd name="connsiteX36" fmla="*/ 5025558 w 6848879"/>
              <a:gd name="connsiteY36" fmla="*/ 833121 h 3803312"/>
              <a:gd name="connsiteX37" fmla="*/ 4847758 w 6848879"/>
              <a:gd name="connsiteY37" fmla="*/ 985522 h 3803312"/>
              <a:gd name="connsiteX38" fmla="*/ 4435566 w 6848879"/>
              <a:gd name="connsiteY38" fmla="*/ 1018010 h 3803312"/>
              <a:gd name="connsiteX39" fmla="*/ 3766744 w 6848879"/>
              <a:gd name="connsiteY39" fmla="*/ 857442 h 3803312"/>
              <a:gd name="connsiteX40" fmla="*/ 3377933 w 6848879"/>
              <a:gd name="connsiteY40" fmla="*/ 831937 h 3803312"/>
              <a:gd name="connsiteX41" fmla="*/ 2709526 w 6848879"/>
              <a:gd name="connsiteY41" fmla="*/ 1324293 h 3803312"/>
              <a:gd name="connsiteX42" fmla="*/ 2031121 w 6848879"/>
              <a:gd name="connsiteY42" fmla="*/ 1975179 h 3803312"/>
              <a:gd name="connsiteX43" fmla="*/ 1284049 w 6848879"/>
              <a:gd name="connsiteY43" fmla="*/ 2775352 h 3803312"/>
              <a:gd name="connsiteX44" fmla="*/ 589160 w 6848879"/>
              <a:gd name="connsiteY44" fmla="*/ 3703108 h 3803312"/>
              <a:gd name="connsiteX45" fmla="*/ 62975 w 6848879"/>
              <a:gd name="connsiteY45" fmla="*/ 3733413 h 3803312"/>
              <a:gd name="connsiteX46" fmla="*/ 0 w 6848879"/>
              <a:gd name="connsiteY46" fmla="*/ 3204689 h 3803312"/>
              <a:gd name="connsiteX47" fmla="*/ 13514 w 6848879"/>
              <a:gd name="connsiteY47" fmla="*/ 2344412 h 3803312"/>
              <a:gd name="connsiteX48" fmla="*/ 34724 w 6848879"/>
              <a:gd name="connsiteY48" fmla="*/ 1861782 h 3803312"/>
              <a:gd name="connsiteX0" fmla="*/ 34724 w 6848879"/>
              <a:gd name="connsiteY0" fmla="*/ 1861782 h 3803312"/>
              <a:gd name="connsiteX1" fmla="*/ 42710 w 6848879"/>
              <a:gd name="connsiteY1" fmla="*/ 1750362 h 3803312"/>
              <a:gd name="connsiteX2" fmla="*/ 120585 w 6848879"/>
              <a:gd name="connsiteY2" fmla="*/ 1727301 h 3803312"/>
              <a:gd name="connsiteX3" fmla="*/ 129070 w 6848879"/>
              <a:gd name="connsiteY3" fmla="*/ 2035104 h 3803312"/>
              <a:gd name="connsiteX4" fmla="*/ 105345 w 6848879"/>
              <a:gd name="connsiteY4" fmla="*/ 2802810 h 3803312"/>
              <a:gd name="connsiteX5" fmla="*/ 124591 w 6848879"/>
              <a:gd name="connsiteY5" fmla="*/ 3584555 h 3803312"/>
              <a:gd name="connsiteX6" fmla="*/ 586606 w 6848879"/>
              <a:gd name="connsiteY6" fmla="*/ 3573541 h 3803312"/>
              <a:gd name="connsiteX7" fmla="*/ 1087121 w 6848879"/>
              <a:gd name="connsiteY7" fmla="*/ 2846852 h 3803312"/>
              <a:gd name="connsiteX8" fmla="*/ 1905267 w 6848879"/>
              <a:gd name="connsiteY8" fmla="*/ 1955005 h 3803312"/>
              <a:gd name="connsiteX9" fmla="*/ 2541127 w 6848879"/>
              <a:gd name="connsiteY9" fmla="*/ 1341877 h 3803312"/>
              <a:gd name="connsiteX10" fmla="*/ 3386501 w 6848879"/>
              <a:gd name="connsiteY10" fmla="*/ 736610 h 3803312"/>
              <a:gd name="connsiteX11" fmla="*/ 4754625 w 6848879"/>
              <a:gd name="connsiteY11" fmla="*/ 909322 h 3803312"/>
              <a:gd name="connsiteX12" fmla="*/ 5254158 w 6848879"/>
              <a:gd name="connsiteY12" fmla="*/ 274322 h 3803312"/>
              <a:gd name="connsiteX13" fmla="*/ 5819309 w 6848879"/>
              <a:gd name="connsiteY13" fmla="*/ 172768 h 3803312"/>
              <a:gd name="connsiteX14" fmla="*/ 6248992 w 6848879"/>
              <a:gd name="connsiteY14" fmla="*/ 428302 h 3803312"/>
              <a:gd name="connsiteX15" fmla="*/ 6410214 w 6848879"/>
              <a:gd name="connsiteY15" fmla="*/ 623187 h 3803312"/>
              <a:gd name="connsiteX16" fmla="*/ 6562614 w 6848879"/>
              <a:gd name="connsiteY16" fmla="*/ 703089 h 3803312"/>
              <a:gd name="connsiteX17" fmla="*/ 6676914 w 6848879"/>
              <a:gd name="connsiteY17" fmla="*/ 674034 h 3803312"/>
              <a:gd name="connsiteX18" fmla="*/ 6706192 w 6848879"/>
              <a:gd name="connsiteY18" fmla="*/ 529995 h 3803312"/>
              <a:gd name="connsiteX19" fmla="*/ 6676915 w 6848879"/>
              <a:gd name="connsiteY19" fmla="*/ 390745 h 3803312"/>
              <a:gd name="connsiteX20" fmla="*/ 6607066 w 6848879"/>
              <a:gd name="connsiteY20" fmla="*/ 303578 h 3803312"/>
              <a:gd name="connsiteX21" fmla="*/ 6562616 w 6848879"/>
              <a:gd name="connsiteY21" fmla="*/ 194620 h 3803312"/>
              <a:gd name="connsiteX22" fmla="*/ 6543566 w 6848879"/>
              <a:gd name="connsiteY22" fmla="*/ 27550 h 3803312"/>
              <a:gd name="connsiteX23" fmla="*/ 6689615 w 6848879"/>
              <a:gd name="connsiteY23" fmla="*/ 13025 h 3803312"/>
              <a:gd name="connsiteX24" fmla="*/ 6841658 w 6848879"/>
              <a:gd name="connsiteY24" fmla="*/ 26287 h 3803312"/>
              <a:gd name="connsiteX25" fmla="*/ 6822966 w 6848879"/>
              <a:gd name="connsiteY25" fmla="*/ 252730 h 3803312"/>
              <a:gd name="connsiteX26" fmla="*/ 6778516 w 6848879"/>
              <a:gd name="connsiteY26" fmla="*/ 405271 h 3803312"/>
              <a:gd name="connsiteX27" fmla="*/ 6765815 w 6848879"/>
              <a:gd name="connsiteY27" fmla="*/ 659506 h 3803312"/>
              <a:gd name="connsiteX28" fmla="*/ 6689615 w 6848879"/>
              <a:gd name="connsiteY28" fmla="*/ 775729 h 3803312"/>
              <a:gd name="connsiteX29" fmla="*/ 6579192 w 6848879"/>
              <a:gd name="connsiteY29" fmla="*/ 797321 h 3803312"/>
              <a:gd name="connsiteX30" fmla="*/ 6365407 w 6848879"/>
              <a:gd name="connsiteY30" fmla="*/ 712560 h 3803312"/>
              <a:gd name="connsiteX31" fmla="*/ 6099065 w 6848879"/>
              <a:gd name="connsiteY31" fmla="*/ 398005 h 3803312"/>
              <a:gd name="connsiteX32" fmla="*/ 5861642 w 6848879"/>
              <a:gd name="connsiteY32" fmla="*/ 276774 h 3803312"/>
              <a:gd name="connsiteX33" fmla="*/ 5537792 w 6848879"/>
              <a:gd name="connsiteY33" fmla="*/ 257389 h 3803312"/>
              <a:gd name="connsiteX34" fmla="*/ 5355758 w 6848879"/>
              <a:gd name="connsiteY34" fmla="*/ 333589 h 3803312"/>
              <a:gd name="connsiteX35" fmla="*/ 5237225 w 6848879"/>
              <a:gd name="connsiteY35" fmla="*/ 452121 h 3803312"/>
              <a:gd name="connsiteX36" fmla="*/ 5025558 w 6848879"/>
              <a:gd name="connsiteY36" fmla="*/ 833121 h 3803312"/>
              <a:gd name="connsiteX37" fmla="*/ 4847758 w 6848879"/>
              <a:gd name="connsiteY37" fmla="*/ 985522 h 3803312"/>
              <a:gd name="connsiteX38" fmla="*/ 4435566 w 6848879"/>
              <a:gd name="connsiteY38" fmla="*/ 1018010 h 3803312"/>
              <a:gd name="connsiteX39" fmla="*/ 3766744 w 6848879"/>
              <a:gd name="connsiteY39" fmla="*/ 857442 h 3803312"/>
              <a:gd name="connsiteX40" fmla="*/ 3377933 w 6848879"/>
              <a:gd name="connsiteY40" fmla="*/ 831937 h 3803312"/>
              <a:gd name="connsiteX41" fmla="*/ 2709526 w 6848879"/>
              <a:gd name="connsiteY41" fmla="*/ 1324293 h 3803312"/>
              <a:gd name="connsiteX42" fmla="*/ 2031121 w 6848879"/>
              <a:gd name="connsiteY42" fmla="*/ 1975179 h 3803312"/>
              <a:gd name="connsiteX43" fmla="*/ 1284049 w 6848879"/>
              <a:gd name="connsiteY43" fmla="*/ 2775352 h 3803312"/>
              <a:gd name="connsiteX44" fmla="*/ 589160 w 6848879"/>
              <a:gd name="connsiteY44" fmla="*/ 3703108 h 3803312"/>
              <a:gd name="connsiteX45" fmla="*/ 62975 w 6848879"/>
              <a:gd name="connsiteY45" fmla="*/ 3733413 h 3803312"/>
              <a:gd name="connsiteX46" fmla="*/ 0 w 6848879"/>
              <a:gd name="connsiteY46" fmla="*/ 3204689 h 3803312"/>
              <a:gd name="connsiteX47" fmla="*/ 13514 w 6848879"/>
              <a:gd name="connsiteY47" fmla="*/ 2344412 h 3803312"/>
              <a:gd name="connsiteX48" fmla="*/ 34724 w 6848879"/>
              <a:gd name="connsiteY48" fmla="*/ 1861782 h 3803312"/>
              <a:gd name="connsiteX0" fmla="*/ 34724 w 6848879"/>
              <a:gd name="connsiteY0" fmla="*/ 1861782 h 3803312"/>
              <a:gd name="connsiteX1" fmla="*/ 42710 w 6848879"/>
              <a:gd name="connsiteY1" fmla="*/ 1750362 h 3803312"/>
              <a:gd name="connsiteX2" fmla="*/ 130745 w 6848879"/>
              <a:gd name="connsiteY2" fmla="*/ 1750546 h 3803312"/>
              <a:gd name="connsiteX3" fmla="*/ 129070 w 6848879"/>
              <a:gd name="connsiteY3" fmla="*/ 2035104 h 3803312"/>
              <a:gd name="connsiteX4" fmla="*/ 105345 w 6848879"/>
              <a:gd name="connsiteY4" fmla="*/ 2802810 h 3803312"/>
              <a:gd name="connsiteX5" fmla="*/ 124591 w 6848879"/>
              <a:gd name="connsiteY5" fmla="*/ 3584555 h 3803312"/>
              <a:gd name="connsiteX6" fmla="*/ 586606 w 6848879"/>
              <a:gd name="connsiteY6" fmla="*/ 3573541 h 3803312"/>
              <a:gd name="connsiteX7" fmla="*/ 1087121 w 6848879"/>
              <a:gd name="connsiteY7" fmla="*/ 2846852 h 3803312"/>
              <a:gd name="connsiteX8" fmla="*/ 1905267 w 6848879"/>
              <a:gd name="connsiteY8" fmla="*/ 1955005 h 3803312"/>
              <a:gd name="connsiteX9" fmla="*/ 2541127 w 6848879"/>
              <a:gd name="connsiteY9" fmla="*/ 1341877 h 3803312"/>
              <a:gd name="connsiteX10" fmla="*/ 3386501 w 6848879"/>
              <a:gd name="connsiteY10" fmla="*/ 736610 h 3803312"/>
              <a:gd name="connsiteX11" fmla="*/ 4754625 w 6848879"/>
              <a:gd name="connsiteY11" fmla="*/ 909322 h 3803312"/>
              <a:gd name="connsiteX12" fmla="*/ 5254158 w 6848879"/>
              <a:gd name="connsiteY12" fmla="*/ 274322 h 3803312"/>
              <a:gd name="connsiteX13" fmla="*/ 5819309 w 6848879"/>
              <a:gd name="connsiteY13" fmla="*/ 172768 h 3803312"/>
              <a:gd name="connsiteX14" fmla="*/ 6248992 w 6848879"/>
              <a:gd name="connsiteY14" fmla="*/ 428302 h 3803312"/>
              <a:gd name="connsiteX15" fmla="*/ 6410214 w 6848879"/>
              <a:gd name="connsiteY15" fmla="*/ 623187 h 3803312"/>
              <a:gd name="connsiteX16" fmla="*/ 6562614 w 6848879"/>
              <a:gd name="connsiteY16" fmla="*/ 703089 h 3803312"/>
              <a:gd name="connsiteX17" fmla="*/ 6676914 w 6848879"/>
              <a:gd name="connsiteY17" fmla="*/ 674034 h 3803312"/>
              <a:gd name="connsiteX18" fmla="*/ 6706192 w 6848879"/>
              <a:gd name="connsiteY18" fmla="*/ 529995 h 3803312"/>
              <a:gd name="connsiteX19" fmla="*/ 6676915 w 6848879"/>
              <a:gd name="connsiteY19" fmla="*/ 390745 h 3803312"/>
              <a:gd name="connsiteX20" fmla="*/ 6607066 w 6848879"/>
              <a:gd name="connsiteY20" fmla="*/ 303578 h 3803312"/>
              <a:gd name="connsiteX21" fmla="*/ 6562616 w 6848879"/>
              <a:gd name="connsiteY21" fmla="*/ 194620 h 3803312"/>
              <a:gd name="connsiteX22" fmla="*/ 6543566 w 6848879"/>
              <a:gd name="connsiteY22" fmla="*/ 27550 h 3803312"/>
              <a:gd name="connsiteX23" fmla="*/ 6689615 w 6848879"/>
              <a:gd name="connsiteY23" fmla="*/ 13025 h 3803312"/>
              <a:gd name="connsiteX24" fmla="*/ 6841658 w 6848879"/>
              <a:gd name="connsiteY24" fmla="*/ 26287 h 3803312"/>
              <a:gd name="connsiteX25" fmla="*/ 6822966 w 6848879"/>
              <a:gd name="connsiteY25" fmla="*/ 252730 h 3803312"/>
              <a:gd name="connsiteX26" fmla="*/ 6778516 w 6848879"/>
              <a:gd name="connsiteY26" fmla="*/ 405271 h 3803312"/>
              <a:gd name="connsiteX27" fmla="*/ 6765815 w 6848879"/>
              <a:gd name="connsiteY27" fmla="*/ 659506 h 3803312"/>
              <a:gd name="connsiteX28" fmla="*/ 6689615 w 6848879"/>
              <a:gd name="connsiteY28" fmla="*/ 775729 h 3803312"/>
              <a:gd name="connsiteX29" fmla="*/ 6579192 w 6848879"/>
              <a:gd name="connsiteY29" fmla="*/ 797321 h 3803312"/>
              <a:gd name="connsiteX30" fmla="*/ 6365407 w 6848879"/>
              <a:gd name="connsiteY30" fmla="*/ 712560 h 3803312"/>
              <a:gd name="connsiteX31" fmla="*/ 6099065 w 6848879"/>
              <a:gd name="connsiteY31" fmla="*/ 398005 h 3803312"/>
              <a:gd name="connsiteX32" fmla="*/ 5861642 w 6848879"/>
              <a:gd name="connsiteY32" fmla="*/ 276774 h 3803312"/>
              <a:gd name="connsiteX33" fmla="*/ 5537792 w 6848879"/>
              <a:gd name="connsiteY33" fmla="*/ 257389 h 3803312"/>
              <a:gd name="connsiteX34" fmla="*/ 5355758 w 6848879"/>
              <a:gd name="connsiteY34" fmla="*/ 333589 h 3803312"/>
              <a:gd name="connsiteX35" fmla="*/ 5237225 w 6848879"/>
              <a:gd name="connsiteY35" fmla="*/ 452121 h 3803312"/>
              <a:gd name="connsiteX36" fmla="*/ 5025558 w 6848879"/>
              <a:gd name="connsiteY36" fmla="*/ 833121 h 3803312"/>
              <a:gd name="connsiteX37" fmla="*/ 4847758 w 6848879"/>
              <a:gd name="connsiteY37" fmla="*/ 985522 h 3803312"/>
              <a:gd name="connsiteX38" fmla="*/ 4435566 w 6848879"/>
              <a:gd name="connsiteY38" fmla="*/ 1018010 h 3803312"/>
              <a:gd name="connsiteX39" fmla="*/ 3766744 w 6848879"/>
              <a:gd name="connsiteY39" fmla="*/ 857442 h 3803312"/>
              <a:gd name="connsiteX40" fmla="*/ 3377933 w 6848879"/>
              <a:gd name="connsiteY40" fmla="*/ 831937 h 3803312"/>
              <a:gd name="connsiteX41" fmla="*/ 2709526 w 6848879"/>
              <a:gd name="connsiteY41" fmla="*/ 1324293 h 3803312"/>
              <a:gd name="connsiteX42" fmla="*/ 2031121 w 6848879"/>
              <a:gd name="connsiteY42" fmla="*/ 1975179 h 3803312"/>
              <a:gd name="connsiteX43" fmla="*/ 1284049 w 6848879"/>
              <a:gd name="connsiteY43" fmla="*/ 2775352 h 3803312"/>
              <a:gd name="connsiteX44" fmla="*/ 589160 w 6848879"/>
              <a:gd name="connsiteY44" fmla="*/ 3703108 h 3803312"/>
              <a:gd name="connsiteX45" fmla="*/ 62975 w 6848879"/>
              <a:gd name="connsiteY45" fmla="*/ 3733413 h 3803312"/>
              <a:gd name="connsiteX46" fmla="*/ 0 w 6848879"/>
              <a:gd name="connsiteY46" fmla="*/ 3204689 h 3803312"/>
              <a:gd name="connsiteX47" fmla="*/ 13514 w 6848879"/>
              <a:gd name="connsiteY47" fmla="*/ 2344412 h 3803312"/>
              <a:gd name="connsiteX48" fmla="*/ 34724 w 6848879"/>
              <a:gd name="connsiteY48" fmla="*/ 1861782 h 3803312"/>
              <a:gd name="connsiteX0" fmla="*/ 34724 w 6848879"/>
              <a:gd name="connsiteY0" fmla="*/ 1861782 h 3803312"/>
              <a:gd name="connsiteX1" fmla="*/ 42710 w 6848879"/>
              <a:gd name="connsiteY1" fmla="*/ 1750362 h 3803312"/>
              <a:gd name="connsiteX2" fmla="*/ 130745 w 6848879"/>
              <a:gd name="connsiteY2" fmla="*/ 1750546 h 3803312"/>
              <a:gd name="connsiteX3" fmla="*/ 113830 w 6848879"/>
              <a:gd name="connsiteY3" fmla="*/ 2035104 h 3803312"/>
              <a:gd name="connsiteX4" fmla="*/ 105345 w 6848879"/>
              <a:gd name="connsiteY4" fmla="*/ 2802810 h 3803312"/>
              <a:gd name="connsiteX5" fmla="*/ 124591 w 6848879"/>
              <a:gd name="connsiteY5" fmla="*/ 3584555 h 3803312"/>
              <a:gd name="connsiteX6" fmla="*/ 586606 w 6848879"/>
              <a:gd name="connsiteY6" fmla="*/ 3573541 h 3803312"/>
              <a:gd name="connsiteX7" fmla="*/ 1087121 w 6848879"/>
              <a:gd name="connsiteY7" fmla="*/ 2846852 h 3803312"/>
              <a:gd name="connsiteX8" fmla="*/ 1905267 w 6848879"/>
              <a:gd name="connsiteY8" fmla="*/ 1955005 h 3803312"/>
              <a:gd name="connsiteX9" fmla="*/ 2541127 w 6848879"/>
              <a:gd name="connsiteY9" fmla="*/ 1341877 h 3803312"/>
              <a:gd name="connsiteX10" fmla="*/ 3386501 w 6848879"/>
              <a:gd name="connsiteY10" fmla="*/ 736610 h 3803312"/>
              <a:gd name="connsiteX11" fmla="*/ 4754625 w 6848879"/>
              <a:gd name="connsiteY11" fmla="*/ 909322 h 3803312"/>
              <a:gd name="connsiteX12" fmla="*/ 5254158 w 6848879"/>
              <a:gd name="connsiteY12" fmla="*/ 274322 h 3803312"/>
              <a:gd name="connsiteX13" fmla="*/ 5819309 w 6848879"/>
              <a:gd name="connsiteY13" fmla="*/ 172768 h 3803312"/>
              <a:gd name="connsiteX14" fmla="*/ 6248992 w 6848879"/>
              <a:gd name="connsiteY14" fmla="*/ 428302 h 3803312"/>
              <a:gd name="connsiteX15" fmla="*/ 6410214 w 6848879"/>
              <a:gd name="connsiteY15" fmla="*/ 623187 h 3803312"/>
              <a:gd name="connsiteX16" fmla="*/ 6562614 w 6848879"/>
              <a:gd name="connsiteY16" fmla="*/ 703089 h 3803312"/>
              <a:gd name="connsiteX17" fmla="*/ 6676914 w 6848879"/>
              <a:gd name="connsiteY17" fmla="*/ 674034 h 3803312"/>
              <a:gd name="connsiteX18" fmla="*/ 6706192 w 6848879"/>
              <a:gd name="connsiteY18" fmla="*/ 529995 h 3803312"/>
              <a:gd name="connsiteX19" fmla="*/ 6676915 w 6848879"/>
              <a:gd name="connsiteY19" fmla="*/ 390745 h 3803312"/>
              <a:gd name="connsiteX20" fmla="*/ 6607066 w 6848879"/>
              <a:gd name="connsiteY20" fmla="*/ 303578 h 3803312"/>
              <a:gd name="connsiteX21" fmla="*/ 6562616 w 6848879"/>
              <a:gd name="connsiteY21" fmla="*/ 194620 h 3803312"/>
              <a:gd name="connsiteX22" fmla="*/ 6543566 w 6848879"/>
              <a:gd name="connsiteY22" fmla="*/ 27550 h 3803312"/>
              <a:gd name="connsiteX23" fmla="*/ 6689615 w 6848879"/>
              <a:gd name="connsiteY23" fmla="*/ 13025 h 3803312"/>
              <a:gd name="connsiteX24" fmla="*/ 6841658 w 6848879"/>
              <a:gd name="connsiteY24" fmla="*/ 26287 h 3803312"/>
              <a:gd name="connsiteX25" fmla="*/ 6822966 w 6848879"/>
              <a:gd name="connsiteY25" fmla="*/ 252730 h 3803312"/>
              <a:gd name="connsiteX26" fmla="*/ 6778516 w 6848879"/>
              <a:gd name="connsiteY26" fmla="*/ 405271 h 3803312"/>
              <a:gd name="connsiteX27" fmla="*/ 6765815 w 6848879"/>
              <a:gd name="connsiteY27" fmla="*/ 659506 h 3803312"/>
              <a:gd name="connsiteX28" fmla="*/ 6689615 w 6848879"/>
              <a:gd name="connsiteY28" fmla="*/ 775729 h 3803312"/>
              <a:gd name="connsiteX29" fmla="*/ 6579192 w 6848879"/>
              <a:gd name="connsiteY29" fmla="*/ 797321 h 3803312"/>
              <a:gd name="connsiteX30" fmla="*/ 6365407 w 6848879"/>
              <a:gd name="connsiteY30" fmla="*/ 712560 h 3803312"/>
              <a:gd name="connsiteX31" fmla="*/ 6099065 w 6848879"/>
              <a:gd name="connsiteY31" fmla="*/ 398005 h 3803312"/>
              <a:gd name="connsiteX32" fmla="*/ 5861642 w 6848879"/>
              <a:gd name="connsiteY32" fmla="*/ 276774 h 3803312"/>
              <a:gd name="connsiteX33" fmla="*/ 5537792 w 6848879"/>
              <a:gd name="connsiteY33" fmla="*/ 257389 h 3803312"/>
              <a:gd name="connsiteX34" fmla="*/ 5355758 w 6848879"/>
              <a:gd name="connsiteY34" fmla="*/ 333589 h 3803312"/>
              <a:gd name="connsiteX35" fmla="*/ 5237225 w 6848879"/>
              <a:gd name="connsiteY35" fmla="*/ 452121 h 3803312"/>
              <a:gd name="connsiteX36" fmla="*/ 5025558 w 6848879"/>
              <a:gd name="connsiteY36" fmla="*/ 833121 h 3803312"/>
              <a:gd name="connsiteX37" fmla="*/ 4847758 w 6848879"/>
              <a:gd name="connsiteY37" fmla="*/ 985522 h 3803312"/>
              <a:gd name="connsiteX38" fmla="*/ 4435566 w 6848879"/>
              <a:gd name="connsiteY38" fmla="*/ 1018010 h 3803312"/>
              <a:gd name="connsiteX39" fmla="*/ 3766744 w 6848879"/>
              <a:gd name="connsiteY39" fmla="*/ 857442 h 3803312"/>
              <a:gd name="connsiteX40" fmla="*/ 3377933 w 6848879"/>
              <a:gd name="connsiteY40" fmla="*/ 831937 h 3803312"/>
              <a:gd name="connsiteX41" fmla="*/ 2709526 w 6848879"/>
              <a:gd name="connsiteY41" fmla="*/ 1324293 h 3803312"/>
              <a:gd name="connsiteX42" fmla="*/ 2031121 w 6848879"/>
              <a:gd name="connsiteY42" fmla="*/ 1975179 h 3803312"/>
              <a:gd name="connsiteX43" fmla="*/ 1284049 w 6848879"/>
              <a:gd name="connsiteY43" fmla="*/ 2775352 h 3803312"/>
              <a:gd name="connsiteX44" fmla="*/ 589160 w 6848879"/>
              <a:gd name="connsiteY44" fmla="*/ 3703108 h 3803312"/>
              <a:gd name="connsiteX45" fmla="*/ 62975 w 6848879"/>
              <a:gd name="connsiteY45" fmla="*/ 3733413 h 3803312"/>
              <a:gd name="connsiteX46" fmla="*/ 0 w 6848879"/>
              <a:gd name="connsiteY46" fmla="*/ 3204689 h 3803312"/>
              <a:gd name="connsiteX47" fmla="*/ 13514 w 6848879"/>
              <a:gd name="connsiteY47" fmla="*/ 2344412 h 3803312"/>
              <a:gd name="connsiteX48" fmla="*/ 34724 w 6848879"/>
              <a:gd name="connsiteY48" fmla="*/ 1861782 h 3803312"/>
              <a:gd name="connsiteX0" fmla="*/ 34724 w 6848879"/>
              <a:gd name="connsiteY0" fmla="*/ 1861782 h 3803312"/>
              <a:gd name="connsiteX1" fmla="*/ 42710 w 6848879"/>
              <a:gd name="connsiteY1" fmla="*/ 1750362 h 3803312"/>
              <a:gd name="connsiteX2" fmla="*/ 130745 w 6848879"/>
              <a:gd name="connsiteY2" fmla="*/ 1750546 h 3803312"/>
              <a:gd name="connsiteX3" fmla="*/ 113830 w 6848879"/>
              <a:gd name="connsiteY3" fmla="*/ 2035104 h 3803312"/>
              <a:gd name="connsiteX4" fmla="*/ 100265 w 6848879"/>
              <a:gd name="connsiteY4" fmla="*/ 2796999 h 3803312"/>
              <a:gd name="connsiteX5" fmla="*/ 124591 w 6848879"/>
              <a:gd name="connsiteY5" fmla="*/ 3584555 h 3803312"/>
              <a:gd name="connsiteX6" fmla="*/ 586606 w 6848879"/>
              <a:gd name="connsiteY6" fmla="*/ 3573541 h 3803312"/>
              <a:gd name="connsiteX7" fmla="*/ 1087121 w 6848879"/>
              <a:gd name="connsiteY7" fmla="*/ 2846852 h 3803312"/>
              <a:gd name="connsiteX8" fmla="*/ 1905267 w 6848879"/>
              <a:gd name="connsiteY8" fmla="*/ 1955005 h 3803312"/>
              <a:gd name="connsiteX9" fmla="*/ 2541127 w 6848879"/>
              <a:gd name="connsiteY9" fmla="*/ 1341877 h 3803312"/>
              <a:gd name="connsiteX10" fmla="*/ 3386501 w 6848879"/>
              <a:gd name="connsiteY10" fmla="*/ 736610 h 3803312"/>
              <a:gd name="connsiteX11" fmla="*/ 4754625 w 6848879"/>
              <a:gd name="connsiteY11" fmla="*/ 909322 h 3803312"/>
              <a:gd name="connsiteX12" fmla="*/ 5254158 w 6848879"/>
              <a:gd name="connsiteY12" fmla="*/ 274322 h 3803312"/>
              <a:gd name="connsiteX13" fmla="*/ 5819309 w 6848879"/>
              <a:gd name="connsiteY13" fmla="*/ 172768 h 3803312"/>
              <a:gd name="connsiteX14" fmla="*/ 6248992 w 6848879"/>
              <a:gd name="connsiteY14" fmla="*/ 428302 h 3803312"/>
              <a:gd name="connsiteX15" fmla="*/ 6410214 w 6848879"/>
              <a:gd name="connsiteY15" fmla="*/ 623187 h 3803312"/>
              <a:gd name="connsiteX16" fmla="*/ 6562614 w 6848879"/>
              <a:gd name="connsiteY16" fmla="*/ 703089 h 3803312"/>
              <a:gd name="connsiteX17" fmla="*/ 6676914 w 6848879"/>
              <a:gd name="connsiteY17" fmla="*/ 674034 h 3803312"/>
              <a:gd name="connsiteX18" fmla="*/ 6706192 w 6848879"/>
              <a:gd name="connsiteY18" fmla="*/ 529995 h 3803312"/>
              <a:gd name="connsiteX19" fmla="*/ 6676915 w 6848879"/>
              <a:gd name="connsiteY19" fmla="*/ 390745 h 3803312"/>
              <a:gd name="connsiteX20" fmla="*/ 6607066 w 6848879"/>
              <a:gd name="connsiteY20" fmla="*/ 303578 h 3803312"/>
              <a:gd name="connsiteX21" fmla="*/ 6562616 w 6848879"/>
              <a:gd name="connsiteY21" fmla="*/ 194620 h 3803312"/>
              <a:gd name="connsiteX22" fmla="*/ 6543566 w 6848879"/>
              <a:gd name="connsiteY22" fmla="*/ 27550 h 3803312"/>
              <a:gd name="connsiteX23" fmla="*/ 6689615 w 6848879"/>
              <a:gd name="connsiteY23" fmla="*/ 13025 h 3803312"/>
              <a:gd name="connsiteX24" fmla="*/ 6841658 w 6848879"/>
              <a:gd name="connsiteY24" fmla="*/ 26287 h 3803312"/>
              <a:gd name="connsiteX25" fmla="*/ 6822966 w 6848879"/>
              <a:gd name="connsiteY25" fmla="*/ 252730 h 3803312"/>
              <a:gd name="connsiteX26" fmla="*/ 6778516 w 6848879"/>
              <a:gd name="connsiteY26" fmla="*/ 405271 h 3803312"/>
              <a:gd name="connsiteX27" fmla="*/ 6765815 w 6848879"/>
              <a:gd name="connsiteY27" fmla="*/ 659506 h 3803312"/>
              <a:gd name="connsiteX28" fmla="*/ 6689615 w 6848879"/>
              <a:gd name="connsiteY28" fmla="*/ 775729 h 3803312"/>
              <a:gd name="connsiteX29" fmla="*/ 6579192 w 6848879"/>
              <a:gd name="connsiteY29" fmla="*/ 797321 h 3803312"/>
              <a:gd name="connsiteX30" fmla="*/ 6365407 w 6848879"/>
              <a:gd name="connsiteY30" fmla="*/ 712560 h 3803312"/>
              <a:gd name="connsiteX31" fmla="*/ 6099065 w 6848879"/>
              <a:gd name="connsiteY31" fmla="*/ 398005 h 3803312"/>
              <a:gd name="connsiteX32" fmla="*/ 5861642 w 6848879"/>
              <a:gd name="connsiteY32" fmla="*/ 276774 h 3803312"/>
              <a:gd name="connsiteX33" fmla="*/ 5537792 w 6848879"/>
              <a:gd name="connsiteY33" fmla="*/ 257389 h 3803312"/>
              <a:gd name="connsiteX34" fmla="*/ 5355758 w 6848879"/>
              <a:gd name="connsiteY34" fmla="*/ 333589 h 3803312"/>
              <a:gd name="connsiteX35" fmla="*/ 5237225 w 6848879"/>
              <a:gd name="connsiteY35" fmla="*/ 452121 h 3803312"/>
              <a:gd name="connsiteX36" fmla="*/ 5025558 w 6848879"/>
              <a:gd name="connsiteY36" fmla="*/ 833121 h 3803312"/>
              <a:gd name="connsiteX37" fmla="*/ 4847758 w 6848879"/>
              <a:gd name="connsiteY37" fmla="*/ 985522 h 3803312"/>
              <a:gd name="connsiteX38" fmla="*/ 4435566 w 6848879"/>
              <a:gd name="connsiteY38" fmla="*/ 1018010 h 3803312"/>
              <a:gd name="connsiteX39" fmla="*/ 3766744 w 6848879"/>
              <a:gd name="connsiteY39" fmla="*/ 857442 h 3803312"/>
              <a:gd name="connsiteX40" fmla="*/ 3377933 w 6848879"/>
              <a:gd name="connsiteY40" fmla="*/ 831937 h 3803312"/>
              <a:gd name="connsiteX41" fmla="*/ 2709526 w 6848879"/>
              <a:gd name="connsiteY41" fmla="*/ 1324293 h 3803312"/>
              <a:gd name="connsiteX42" fmla="*/ 2031121 w 6848879"/>
              <a:gd name="connsiteY42" fmla="*/ 1975179 h 3803312"/>
              <a:gd name="connsiteX43" fmla="*/ 1284049 w 6848879"/>
              <a:gd name="connsiteY43" fmla="*/ 2775352 h 3803312"/>
              <a:gd name="connsiteX44" fmla="*/ 589160 w 6848879"/>
              <a:gd name="connsiteY44" fmla="*/ 3703108 h 3803312"/>
              <a:gd name="connsiteX45" fmla="*/ 62975 w 6848879"/>
              <a:gd name="connsiteY45" fmla="*/ 3733413 h 3803312"/>
              <a:gd name="connsiteX46" fmla="*/ 0 w 6848879"/>
              <a:gd name="connsiteY46" fmla="*/ 3204689 h 3803312"/>
              <a:gd name="connsiteX47" fmla="*/ 13514 w 6848879"/>
              <a:gd name="connsiteY47" fmla="*/ 2344412 h 3803312"/>
              <a:gd name="connsiteX48" fmla="*/ 34724 w 6848879"/>
              <a:gd name="connsiteY48" fmla="*/ 1861782 h 3803312"/>
              <a:gd name="connsiteX0" fmla="*/ 34724 w 6848879"/>
              <a:gd name="connsiteY0" fmla="*/ 1861782 h 3803312"/>
              <a:gd name="connsiteX1" fmla="*/ 42710 w 6848879"/>
              <a:gd name="connsiteY1" fmla="*/ 1750362 h 3803312"/>
              <a:gd name="connsiteX2" fmla="*/ 130745 w 6848879"/>
              <a:gd name="connsiteY2" fmla="*/ 1750546 h 3803312"/>
              <a:gd name="connsiteX3" fmla="*/ 113830 w 6848879"/>
              <a:gd name="connsiteY3" fmla="*/ 2035104 h 3803312"/>
              <a:gd name="connsiteX4" fmla="*/ 100265 w 6848879"/>
              <a:gd name="connsiteY4" fmla="*/ 2796999 h 3803312"/>
              <a:gd name="connsiteX5" fmla="*/ 124591 w 6848879"/>
              <a:gd name="connsiteY5" fmla="*/ 3584555 h 3803312"/>
              <a:gd name="connsiteX6" fmla="*/ 586606 w 6848879"/>
              <a:gd name="connsiteY6" fmla="*/ 3573541 h 3803312"/>
              <a:gd name="connsiteX7" fmla="*/ 1087121 w 6848879"/>
              <a:gd name="connsiteY7" fmla="*/ 2846852 h 3803312"/>
              <a:gd name="connsiteX8" fmla="*/ 1905267 w 6848879"/>
              <a:gd name="connsiteY8" fmla="*/ 1955005 h 3803312"/>
              <a:gd name="connsiteX9" fmla="*/ 2541127 w 6848879"/>
              <a:gd name="connsiteY9" fmla="*/ 1341877 h 3803312"/>
              <a:gd name="connsiteX10" fmla="*/ 3386501 w 6848879"/>
              <a:gd name="connsiteY10" fmla="*/ 736610 h 3803312"/>
              <a:gd name="connsiteX11" fmla="*/ 4754625 w 6848879"/>
              <a:gd name="connsiteY11" fmla="*/ 909322 h 3803312"/>
              <a:gd name="connsiteX12" fmla="*/ 5254158 w 6848879"/>
              <a:gd name="connsiteY12" fmla="*/ 274322 h 3803312"/>
              <a:gd name="connsiteX13" fmla="*/ 5819309 w 6848879"/>
              <a:gd name="connsiteY13" fmla="*/ 172768 h 3803312"/>
              <a:gd name="connsiteX14" fmla="*/ 6248992 w 6848879"/>
              <a:gd name="connsiteY14" fmla="*/ 428302 h 3803312"/>
              <a:gd name="connsiteX15" fmla="*/ 6410214 w 6848879"/>
              <a:gd name="connsiteY15" fmla="*/ 623187 h 3803312"/>
              <a:gd name="connsiteX16" fmla="*/ 6562614 w 6848879"/>
              <a:gd name="connsiteY16" fmla="*/ 703089 h 3803312"/>
              <a:gd name="connsiteX17" fmla="*/ 6676914 w 6848879"/>
              <a:gd name="connsiteY17" fmla="*/ 674034 h 3803312"/>
              <a:gd name="connsiteX18" fmla="*/ 6706192 w 6848879"/>
              <a:gd name="connsiteY18" fmla="*/ 529995 h 3803312"/>
              <a:gd name="connsiteX19" fmla="*/ 6676915 w 6848879"/>
              <a:gd name="connsiteY19" fmla="*/ 390745 h 3803312"/>
              <a:gd name="connsiteX20" fmla="*/ 6607066 w 6848879"/>
              <a:gd name="connsiteY20" fmla="*/ 303578 h 3803312"/>
              <a:gd name="connsiteX21" fmla="*/ 6562616 w 6848879"/>
              <a:gd name="connsiteY21" fmla="*/ 194620 h 3803312"/>
              <a:gd name="connsiteX22" fmla="*/ 6543566 w 6848879"/>
              <a:gd name="connsiteY22" fmla="*/ 27550 h 3803312"/>
              <a:gd name="connsiteX23" fmla="*/ 6689615 w 6848879"/>
              <a:gd name="connsiteY23" fmla="*/ 13025 h 3803312"/>
              <a:gd name="connsiteX24" fmla="*/ 6841658 w 6848879"/>
              <a:gd name="connsiteY24" fmla="*/ 26287 h 3803312"/>
              <a:gd name="connsiteX25" fmla="*/ 6822966 w 6848879"/>
              <a:gd name="connsiteY25" fmla="*/ 252730 h 3803312"/>
              <a:gd name="connsiteX26" fmla="*/ 6778516 w 6848879"/>
              <a:gd name="connsiteY26" fmla="*/ 405271 h 3803312"/>
              <a:gd name="connsiteX27" fmla="*/ 6765815 w 6848879"/>
              <a:gd name="connsiteY27" fmla="*/ 659506 h 3803312"/>
              <a:gd name="connsiteX28" fmla="*/ 6689615 w 6848879"/>
              <a:gd name="connsiteY28" fmla="*/ 775729 h 3803312"/>
              <a:gd name="connsiteX29" fmla="*/ 6579192 w 6848879"/>
              <a:gd name="connsiteY29" fmla="*/ 797321 h 3803312"/>
              <a:gd name="connsiteX30" fmla="*/ 6365407 w 6848879"/>
              <a:gd name="connsiteY30" fmla="*/ 712560 h 3803312"/>
              <a:gd name="connsiteX31" fmla="*/ 6099065 w 6848879"/>
              <a:gd name="connsiteY31" fmla="*/ 398005 h 3803312"/>
              <a:gd name="connsiteX32" fmla="*/ 5861642 w 6848879"/>
              <a:gd name="connsiteY32" fmla="*/ 276774 h 3803312"/>
              <a:gd name="connsiteX33" fmla="*/ 5537792 w 6848879"/>
              <a:gd name="connsiteY33" fmla="*/ 257389 h 3803312"/>
              <a:gd name="connsiteX34" fmla="*/ 5355758 w 6848879"/>
              <a:gd name="connsiteY34" fmla="*/ 333589 h 3803312"/>
              <a:gd name="connsiteX35" fmla="*/ 5237225 w 6848879"/>
              <a:gd name="connsiteY35" fmla="*/ 452121 h 3803312"/>
              <a:gd name="connsiteX36" fmla="*/ 5025558 w 6848879"/>
              <a:gd name="connsiteY36" fmla="*/ 833121 h 3803312"/>
              <a:gd name="connsiteX37" fmla="*/ 4847758 w 6848879"/>
              <a:gd name="connsiteY37" fmla="*/ 985522 h 3803312"/>
              <a:gd name="connsiteX38" fmla="*/ 4435566 w 6848879"/>
              <a:gd name="connsiteY38" fmla="*/ 1018010 h 3803312"/>
              <a:gd name="connsiteX39" fmla="*/ 3766744 w 6848879"/>
              <a:gd name="connsiteY39" fmla="*/ 857442 h 3803312"/>
              <a:gd name="connsiteX40" fmla="*/ 3377933 w 6848879"/>
              <a:gd name="connsiteY40" fmla="*/ 831937 h 3803312"/>
              <a:gd name="connsiteX41" fmla="*/ 2709526 w 6848879"/>
              <a:gd name="connsiteY41" fmla="*/ 1324293 h 3803312"/>
              <a:gd name="connsiteX42" fmla="*/ 2031121 w 6848879"/>
              <a:gd name="connsiteY42" fmla="*/ 1975179 h 3803312"/>
              <a:gd name="connsiteX43" fmla="*/ 1284049 w 6848879"/>
              <a:gd name="connsiteY43" fmla="*/ 2775352 h 3803312"/>
              <a:gd name="connsiteX44" fmla="*/ 589160 w 6848879"/>
              <a:gd name="connsiteY44" fmla="*/ 3703108 h 3803312"/>
              <a:gd name="connsiteX45" fmla="*/ 62975 w 6848879"/>
              <a:gd name="connsiteY45" fmla="*/ 3733413 h 3803312"/>
              <a:gd name="connsiteX46" fmla="*/ 0 w 6848879"/>
              <a:gd name="connsiteY46" fmla="*/ 3204689 h 3803312"/>
              <a:gd name="connsiteX47" fmla="*/ 13514 w 6848879"/>
              <a:gd name="connsiteY47" fmla="*/ 2344412 h 3803312"/>
              <a:gd name="connsiteX48" fmla="*/ 34724 w 6848879"/>
              <a:gd name="connsiteY48" fmla="*/ 1861782 h 3803312"/>
              <a:gd name="connsiteX0" fmla="*/ 34724 w 6848879"/>
              <a:gd name="connsiteY0" fmla="*/ 1861782 h 3805180"/>
              <a:gd name="connsiteX1" fmla="*/ 42710 w 6848879"/>
              <a:gd name="connsiteY1" fmla="*/ 1750362 h 3805180"/>
              <a:gd name="connsiteX2" fmla="*/ 130745 w 6848879"/>
              <a:gd name="connsiteY2" fmla="*/ 1750546 h 3805180"/>
              <a:gd name="connsiteX3" fmla="*/ 113830 w 6848879"/>
              <a:gd name="connsiteY3" fmla="*/ 2035104 h 3805180"/>
              <a:gd name="connsiteX4" fmla="*/ 100265 w 6848879"/>
              <a:gd name="connsiteY4" fmla="*/ 2796999 h 3805180"/>
              <a:gd name="connsiteX5" fmla="*/ 124591 w 6848879"/>
              <a:gd name="connsiteY5" fmla="*/ 3584555 h 3805180"/>
              <a:gd name="connsiteX6" fmla="*/ 586606 w 6848879"/>
              <a:gd name="connsiteY6" fmla="*/ 3573541 h 3805180"/>
              <a:gd name="connsiteX7" fmla="*/ 1087121 w 6848879"/>
              <a:gd name="connsiteY7" fmla="*/ 2846852 h 3805180"/>
              <a:gd name="connsiteX8" fmla="*/ 1905267 w 6848879"/>
              <a:gd name="connsiteY8" fmla="*/ 1955005 h 3805180"/>
              <a:gd name="connsiteX9" fmla="*/ 2541127 w 6848879"/>
              <a:gd name="connsiteY9" fmla="*/ 1341877 h 3805180"/>
              <a:gd name="connsiteX10" fmla="*/ 3386501 w 6848879"/>
              <a:gd name="connsiteY10" fmla="*/ 736610 h 3805180"/>
              <a:gd name="connsiteX11" fmla="*/ 4754625 w 6848879"/>
              <a:gd name="connsiteY11" fmla="*/ 909322 h 3805180"/>
              <a:gd name="connsiteX12" fmla="*/ 5254158 w 6848879"/>
              <a:gd name="connsiteY12" fmla="*/ 274322 h 3805180"/>
              <a:gd name="connsiteX13" fmla="*/ 5819309 w 6848879"/>
              <a:gd name="connsiteY13" fmla="*/ 172768 h 3805180"/>
              <a:gd name="connsiteX14" fmla="*/ 6248992 w 6848879"/>
              <a:gd name="connsiteY14" fmla="*/ 428302 h 3805180"/>
              <a:gd name="connsiteX15" fmla="*/ 6410214 w 6848879"/>
              <a:gd name="connsiteY15" fmla="*/ 623187 h 3805180"/>
              <a:gd name="connsiteX16" fmla="*/ 6562614 w 6848879"/>
              <a:gd name="connsiteY16" fmla="*/ 703089 h 3805180"/>
              <a:gd name="connsiteX17" fmla="*/ 6676914 w 6848879"/>
              <a:gd name="connsiteY17" fmla="*/ 674034 h 3805180"/>
              <a:gd name="connsiteX18" fmla="*/ 6706192 w 6848879"/>
              <a:gd name="connsiteY18" fmla="*/ 529995 h 3805180"/>
              <a:gd name="connsiteX19" fmla="*/ 6676915 w 6848879"/>
              <a:gd name="connsiteY19" fmla="*/ 390745 h 3805180"/>
              <a:gd name="connsiteX20" fmla="*/ 6607066 w 6848879"/>
              <a:gd name="connsiteY20" fmla="*/ 303578 h 3805180"/>
              <a:gd name="connsiteX21" fmla="*/ 6562616 w 6848879"/>
              <a:gd name="connsiteY21" fmla="*/ 194620 h 3805180"/>
              <a:gd name="connsiteX22" fmla="*/ 6543566 w 6848879"/>
              <a:gd name="connsiteY22" fmla="*/ 27550 h 3805180"/>
              <a:gd name="connsiteX23" fmla="*/ 6689615 w 6848879"/>
              <a:gd name="connsiteY23" fmla="*/ 13025 h 3805180"/>
              <a:gd name="connsiteX24" fmla="*/ 6841658 w 6848879"/>
              <a:gd name="connsiteY24" fmla="*/ 26287 h 3805180"/>
              <a:gd name="connsiteX25" fmla="*/ 6822966 w 6848879"/>
              <a:gd name="connsiteY25" fmla="*/ 252730 h 3805180"/>
              <a:gd name="connsiteX26" fmla="*/ 6778516 w 6848879"/>
              <a:gd name="connsiteY26" fmla="*/ 405271 h 3805180"/>
              <a:gd name="connsiteX27" fmla="*/ 6765815 w 6848879"/>
              <a:gd name="connsiteY27" fmla="*/ 659506 h 3805180"/>
              <a:gd name="connsiteX28" fmla="*/ 6689615 w 6848879"/>
              <a:gd name="connsiteY28" fmla="*/ 775729 h 3805180"/>
              <a:gd name="connsiteX29" fmla="*/ 6579192 w 6848879"/>
              <a:gd name="connsiteY29" fmla="*/ 797321 h 3805180"/>
              <a:gd name="connsiteX30" fmla="*/ 6365407 w 6848879"/>
              <a:gd name="connsiteY30" fmla="*/ 712560 h 3805180"/>
              <a:gd name="connsiteX31" fmla="*/ 6099065 w 6848879"/>
              <a:gd name="connsiteY31" fmla="*/ 398005 h 3805180"/>
              <a:gd name="connsiteX32" fmla="*/ 5861642 w 6848879"/>
              <a:gd name="connsiteY32" fmla="*/ 276774 h 3805180"/>
              <a:gd name="connsiteX33" fmla="*/ 5537792 w 6848879"/>
              <a:gd name="connsiteY33" fmla="*/ 257389 h 3805180"/>
              <a:gd name="connsiteX34" fmla="*/ 5355758 w 6848879"/>
              <a:gd name="connsiteY34" fmla="*/ 333589 h 3805180"/>
              <a:gd name="connsiteX35" fmla="*/ 5237225 w 6848879"/>
              <a:gd name="connsiteY35" fmla="*/ 452121 h 3805180"/>
              <a:gd name="connsiteX36" fmla="*/ 5025558 w 6848879"/>
              <a:gd name="connsiteY36" fmla="*/ 833121 h 3805180"/>
              <a:gd name="connsiteX37" fmla="*/ 4847758 w 6848879"/>
              <a:gd name="connsiteY37" fmla="*/ 985522 h 3805180"/>
              <a:gd name="connsiteX38" fmla="*/ 4435566 w 6848879"/>
              <a:gd name="connsiteY38" fmla="*/ 1018010 h 3805180"/>
              <a:gd name="connsiteX39" fmla="*/ 3766744 w 6848879"/>
              <a:gd name="connsiteY39" fmla="*/ 857442 h 3805180"/>
              <a:gd name="connsiteX40" fmla="*/ 3377933 w 6848879"/>
              <a:gd name="connsiteY40" fmla="*/ 831937 h 3805180"/>
              <a:gd name="connsiteX41" fmla="*/ 2709526 w 6848879"/>
              <a:gd name="connsiteY41" fmla="*/ 1324293 h 3805180"/>
              <a:gd name="connsiteX42" fmla="*/ 2031121 w 6848879"/>
              <a:gd name="connsiteY42" fmla="*/ 1975179 h 3805180"/>
              <a:gd name="connsiteX43" fmla="*/ 1284049 w 6848879"/>
              <a:gd name="connsiteY43" fmla="*/ 2775352 h 3805180"/>
              <a:gd name="connsiteX44" fmla="*/ 589160 w 6848879"/>
              <a:gd name="connsiteY44" fmla="*/ 3703108 h 3805180"/>
              <a:gd name="connsiteX45" fmla="*/ 68055 w 6848879"/>
              <a:gd name="connsiteY45" fmla="*/ 3704358 h 3805180"/>
              <a:gd name="connsiteX46" fmla="*/ 0 w 6848879"/>
              <a:gd name="connsiteY46" fmla="*/ 3204689 h 3805180"/>
              <a:gd name="connsiteX47" fmla="*/ 13514 w 6848879"/>
              <a:gd name="connsiteY47" fmla="*/ 2344412 h 3805180"/>
              <a:gd name="connsiteX48" fmla="*/ 34724 w 6848879"/>
              <a:gd name="connsiteY48" fmla="*/ 1861782 h 3805180"/>
              <a:gd name="connsiteX0" fmla="*/ 34724 w 6848879"/>
              <a:gd name="connsiteY0" fmla="*/ 1861782 h 3805180"/>
              <a:gd name="connsiteX1" fmla="*/ 42710 w 6848879"/>
              <a:gd name="connsiteY1" fmla="*/ 1750362 h 3805180"/>
              <a:gd name="connsiteX2" fmla="*/ 130745 w 6848879"/>
              <a:gd name="connsiteY2" fmla="*/ 1750546 h 3805180"/>
              <a:gd name="connsiteX3" fmla="*/ 113830 w 6848879"/>
              <a:gd name="connsiteY3" fmla="*/ 2035104 h 3805180"/>
              <a:gd name="connsiteX4" fmla="*/ 100265 w 6848879"/>
              <a:gd name="connsiteY4" fmla="*/ 2796999 h 3805180"/>
              <a:gd name="connsiteX5" fmla="*/ 124591 w 6848879"/>
              <a:gd name="connsiteY5" fmla="*/ 3584555 h 3805180"/>
              <a:gd name="connsiteX6" fmla="*/ 586606 w 6848879"/>
              <a:gd name="connsiteY6" fmla="*/ 3573541 h 3805180"/>
              <a:gd name="connsiteX7" fmla="*/ 1087121 w 6848879"/>
              <a:gd name="connsiteY7" fmla="*/ 2846852 h 3805180"/>
              <a:gd name="connsiteX8" fmla="*/ 1905267 w 6848879"/>
              <a:gd name="connsiteY8" fmla="*/ 1955005 h 3805180"/>
              <a:gd name="connsiteX9" fmla="*/ 2541127 w 6848879"/>
              <a:gd name="connsiteY9" fmla="*/ 1341877 h 3805180"/>
              <a:gd name="connsiteX10" fmla="*/ 3386501 w 6848879"/>
              <a:gd name="connsiteY10" fmla="*/ 736610 h 3805180"/>
              <a:gd name="connsiteX11" fmla="*/ 4754625 w 6848879"/>
              <a:gd name="connsiteY11" fmla="*/ 909322 h 3805180"/>
              <a:gd name="connsiteX12" fmla="*/ 5254158 w 6848879"/>
              <a:gd name="connsiteY12" fmla="*/ 274322 h 3805180"/>
              <a:gd name="connsiteX13" fmla="*/ 5819309 w 6848879"/>
              <a:gd name="connsiteY13" fmla="*/ 172768 h 3805180"/>
              <a:gd name="connsiteX14" fmla="*/ 6248992 w 6848879"/>
              <a:gd name="connsiteY14" fmla="*/ 428302 h 3805180"/>
              <a:gd name="connsiteX15" fmla="*/ 6410214 w 6848879"/>
              <a:gd name="connsiteY15" fmla="*/ 623187 h 3805180"/>
              <a:gd name="connsiteX16" fmla="*/ 6562614 w 6848879"/>
              <a:gd name="connsiteY16" fmla="*/ 703089 h 3805180"/>
              <a:gd name="connsiteX17" fmla="*/ 6676914 w 6848879"/>
              <a:gd name="connsiteY17" fmla="*/ 674034 h 3805180"/>
              <a:gd name="connsiteX18" fmla="*/ 6706192 w 6848879"/>
              <a:gd name="connsiteY18" fmla="*/ 529995 h 3805180"/>
              <a:gd name="connsiteX19" fmla="*/ 6676915 w 6848879"/>
              <a:gd name="connsiteY19" fmla="*/ 390745 h 3805180"/>
              <a:gd name="connsiteX20" fmla="*/ 6607066 w 6848879"/>
              <a:gd name="connsiteY20" fmla="*/ 303578 h 3805180"/>
              <a:gd name="connsiteX21" fmla="*/ 6562616 w 6848879"/>
              <a:gd name="connsiteY21" fmla="*/ 194620 h 3805180"/>
              <a:gd name="connsiteX22" fmla="*/ 6543566 w 6848879"/>
              <a:gd name="connsiteY22" fmla="*/ 27550 h 3805180"/>
              <a:gd name="connsiteX23" fmla="*/ 6689615 w 6848879"/>
              <a:gd name="connsiteY23" fmla="*/ 13025 h 3805180"/>
              <a:gd name="connsiteX24" fmla="*/ 6841658 w 6848879"/>
              <a:gd name="connsiteY24" fmla="*/ 26287 h 3805180"/>
              <a:gd name="connsiteX25" fmla="*/ 6822966 w 6848879"/>
              <a:gd name="connsiteY25" fmla="*/ 252730 h 3805180"/>
              <a:gd name="connsiteX26" fmla="*/ 6778516 w 6848879"/>
              <a:gd name="connsiteY26" fmla="*/ 405271 h 3805180"/>
              <a:gd name="connsiteX27" fmla="*/ 6765815 w 6848879"/>
              <a:gd name="connsiteY27" fmla="*/ 659506 h 3805180"/>
              <a:gd name="connsiteX28" fmla="*/ 6689615 w 6848879"/>
              <a:gd name="connsiteY28" fmla="*/ 775729 h 3805180"/>
              <a:gd name="connsiteX29" fmla="*/ 6579192 w 6848879"/>
              <a:gd name="connsiteY29" fmla="*/ 797321 h 3805180"/>
              <a:gd name="connsiteX30" fmla="*/ 6365407 w 6848879"/>
              <a:gd name="connsiteY30" fmla="*/ 712560 h 3805180"/>
              <a:gd name="connsiteX31" fmla="*/ 6099065 w 6848879"/>
              <a:gd name="connsiteY31" fmla="*/ 398005 h 3805180"/>
              <a:gd name="connsiteX32" fmla="*/ 5861642 w 6848879"/>
              <a:gd name="connsiteY32" fmla="*/ 276774 h 3805180"/>
              <a:gd name="connsiteX33" fmla="*/ 5537792 w 6848879"/>
              <a:gd name="connsiteY33" fmla="*/ 257389 h 3805180"/>
              <a:gd name="connsiteX34" fmla="*/ 5355758 w 6848879"/>
              <a:gd name="connsiteY34" fmla="*/ 333589 h 3805180"/>
              <a:gd name="connsiteX35" fmla="*/ 5237225 w 6848879"/>
              <a:gd name="connsiteY35" fmla="*/ 452121 h 3805180"/>
              <a:gd name="connsiteX36" fmla="*/ 5025558 w 6848879"/>
              <a:gd name="connsiteY36" fmla="*/ 833121 h 3805180"/>
              <a:gd name="connsiteX37" fmla="*/ 4847758 w 6848879"/>
              <a:gd name="connsiteY37" fmla="*/ 985522 h 3805180"/>
              <a:gd name="connsiteX38" fmla="*/ 4435566 w 6848879"/>
              <a:gd name="connsiteY38" fmla="*/ 1018010 h 3805180"/>
              <a:gd name="connsiteX39" fmla="*/ 3766744 w 6848879"/>
              <a:gd name="connsiteY39" fmla="*/ 857442 h 3805180"/>
              <a:gd name="connsiteX40" fmla="*/ 3377933 w 6848879"/>
              <a:gd name="connsiteY40" fmla="*/ 831937 h 3805180"/>
              <a:gd name="connsiteX41" fmla="*/ 2709526 w 6848879"/>
              <a:gd name="connsiteY41" fmla="*/ 1324293 h 3805180"/>
              <a:gd name="connsiteX42" fmla="*/ 2031121 w 6848879"/>
              <a:gd name="connsiteY42" fmla="*/ 1975179 h 3805180"/>
              <a:gd name="connsiteX43" fmla="*/ 1284049 w 6848879"/>
              <a:gd name="connsiteY43" fmla="*/ 2775352 h 3805180"/>
              <a:gd name="connsiteX44" fmla="*/ 589160 w 6848879"/>
              <a:gd name="connsiteY44" fmla="*/ 3703108 h 3805180"/>
              <a:gd name="connsiteX45" fmla="*/ 78215 w 6848879"/>
              <a:gd name="connsiteY45" fmla="*/ 3704358 h 3805180"/>
              <a:gd name="connsiteX46" fmla="*/ 0 w 6848879"/>
              <a:gd name="connsiteY46" fmla="*/ 3204689 h 3805180"/>
              <a:gd name="connsiteX47" fmla="*/ 13514 w 6848879"/>
              <a:gd name="connsiteY47" fmla="*/ 2344412 h 3805180"/>
              <a:gd name="connsiteX48" fmla="*/ 34724 w 6848879"/>
              <a:gd name="connsiteY48" fmla="*/ 1861782 h 3805180"/>
              <a:gd name="connsiteX0" fmla="*/ 34724 w 6848879"/>
              <a:gd name="connsiteY0" fmla="*/ 1861782 h 3785003"/>
              <a:gd name="connsiteX1" fmla="*/ 42710 w 6848879"/>
              <a:gd name="connsiteY1" fmla="*/ 1750362 h 3785003"/>
              <a:gd name="connsiteX2" fmla="*/ 130745 w 6848879"/>
              <a:gd name="connsiteY2" fmla="*/ 1750546 h 3785003"/>
              <a:gd name="connsiteX3" fmla="*/ 113830 w 6848879"/>
              <a:gd name="connsiteY3" fmla="*/ 2035104 h 3785003"/>
              <a:gd name="connsiteX4" fmla="*/ 100265 w 6848879"/>
              <a:gd name="connsiteY4" fmla="*/ 2796999 h 3785003"/>
              <a:gd name="connsiteX5" fmla="*/ 124591 w 6848879"/>
              <a:gd name="connsiteY5" fmla="*/ 3584555 h 3785003"/>
              <a:gd name="connsiteX6" fmla="*/ 586606 w 6848879"/>
              <a:gd name="connsiteY6" fmla="*/ 3573541 h 3785003"/>
              <a:gd name="connsiteX7" fmla="*/ 1087121 w 6848879"/>
              <a:gd name="connsiteY7" fmla="*/ 2846852 h 3785003"/>
              <a:gd name="connsiteX8" fmla="*/ 1905267 w 6848879"/>
              <a:gd name="connsiteY8" fmla="*/ 1955005 h 3785003"/>
              <a:gd name="connsiteX9" fmla="*/ 2541127 w 6848879"/>
              <a:gd name="connsiteY9" fmla="*/ 1341877 h 3785003"/>
              <a:gd name="connsiteX10" fmla="*/ 3386501 w 6848879"/>
              <a:gd name="connsiteY10" fmla="*/ 736610 h 3785003"/>
              <a:gd name="connsiteX11" fmla="*/ 4754625 w 6848879"/>
              <a:gd name="connsiteY11" fmla="*/ 909322 h 3785003"/>
              <a:gd name="connsiteX12" fmla="*/ 5254158 w 6848879"/>
              <a:gd name="connsiteY12" fmla="*/ 274322 h 3785003"/>
              <a:gd name="connsiteX13" fmla="*/ 5819309 w 6848879"/>
              <a:gd name="connsiteY13" fmla="*/ 172768 h 3785003"/>
              <a:gd name="connsiteX14" fmla="*/ 6248992 w 6848879"/>
              <a:gd name="connsiteY14" fmla="*/ 428302 h 3785003"/>
              <a:gd name="connsiteX15" fmla="*/ 6410214 w 6848879"/>
              <a:gd name="connsiteY15" fmla="*/ 623187 h 3785003"/>
              <a:gd name="connsiteX16" fmla="*/ 6562614 w 6848879"/>
              <a:gd name="connsiteY16" fmla="*/ 703089 h 3785003"/>
              <a:gd name="connsiteX17" fmla="*/ 6676914 w 6848879"/>
              <a:gd name="connsiteY17" fmla="*/ 674034 h 3785003"/>
              <a:gd name="connsiteX18" fmla="*/ 6706192 w 6848879"/>
              <a:gd name="connsiteY18" fmla="*/ 529995 h 3785003"/>
              <a:gd name="connsiteX19" fmla="*/ 6676915 w 6848879"/>
              <a:gd name="connsiteY19" fmla="*/ 390745 h 3785003"/>
              <a:gd name="connsiteX20" fmla="*/ 6607066 w 6848879"/>
              <a:gd name="connsiteY20" fmla="*/ 303578 h 3785003"/>
              <a:gd name="connsiteX21" fmla="*/ 6562616 w 6848879"/>
              <a:gd name="connsiteY21" fmla="*/ 194620 h 3785003"/>
              <a:gd name="connsiteX22" fmla="*/ 6543566 w 6848879"/>
              <a:gd name="connsiteY22" fmla="*/ 27550 h 3785003"/>
              <a:gd name="connsiteX23" fmla="*/ 6689615 w 6848879"/>
              <a:gd name="connsiteY23" fmla="*/ 13025 h 3785003"/>
              <a:gd name="connsiteX24" fmla="*/ 6841658 w 6848879"/>
              <a:gd name="connsiteY24" fmla="*/ 26287 h 3785003"/>
              <a:gd name="connsiteX25" fmla="*/ 6822966 w 6848879"/>
              <a:gd name="connsiteY25" fmla="*/ 252730 h 3785003"/>
              <a:gd name="connsiteX26" fmla="*/ 6778516 w 6848879"/>
              <a:gd name="connsiteY26" fmla="*/ 405271 h 3785003"/>
              <a:gd name="connsiteX27" fmla="*/ 6765815 w 6848879"/>
              <a:gd name="connsiteY27" fmla="*/ 659506 h 3785003"/>
              <a:gd name="connsiteX28" fmla="*/ 6689615 w 6848879"/>
              <a:gd name="connsiteY28" fmla="*/ 775729 h 3785003"/>
              <a:gd name="connsiteX29" fmla="*/ 6579192 w 6848879"/>
              <a:gd name="connsiteY29" fmla="*/ 797321 h 3785003"/>
              <a:gd name="connsiteX30" fmla="*/ 6365407 w 6848879"/>
              <a:gd name="connsiteY30" fmla="*/ 712560 h 3785003"/>
              <a:gd name="connsiteX31" fmla="*/ 6099065 w 6848879"/>
              <a:gd name="connsiteY31" fmla="*/ 398005 h 3785003"/>
              <a:gd name="connsiteX32" fmla="*/ 5861642 w 6848879"/>
              <a:gd name="connsiteY32" fmla="*/ 276774 h 3785003"/>
              <a:gd name="connsiteX33" fmla="*/ 5537792 w 6848879"/>
              <a:gd name="connsiteY33" fmla="*/ 257389 h 3785003"/>
              <a:gd name="connsiteX34" fmla="*/ 5355758 w 6848879"/>
              <a:gd name="connsiteY34" fmla="*/ 333589 h 3785003"/>
              <a:gd name="connsiteX35" fmla="*/ 5237225 w 6848879"/>
              <a:gd name="connsiteY35" fmla="*/ 452121 h 3785003"/>
              <a:gd name="connsiteX36" fmla="*/ 5025558 w 6848879"/>
              <a:gd name="connsiteY36" fmla="*/ 833121 h 3785003"/>
              <a:gd name="connsiteX37" fmla="*/ 4847758 w 6848879"/>
              <a:gd name="connsiteY37" fmla="*/ 985522 h 3785003"/>
              <a:gd name="connsiteX38" fmla="*/ 4435566 w 6848879"/>
              <a:gd name="connsiteY38" fmla="*/ 1018010 h 3785003"/>
              <a:gd name="connsiteX39" fmla="*/ 3766744 w 6848879"/>
              <a:gd name="connsiteY39" fmla="*/ 857442 h 3785003"/>
              <a:gd name="connsiteX40" fmla="*/ 3377933 w 6848879"/>
              <a:gd name="connsiteY40" fmla="*/ 831937 h 3785003"/>
              <a:gd name="connsiteX41" fmla="*/ 2709526 w 6848879"/>
              <a:gd name="connsiteY41" fmla="*/ 1324293 h 3785003"/>
              <a:gd name="connsiteX42" fmla="*/ 2031121 w 6848879"/>
              <a:gd name="connsiteY42" fmla="*/ 1975179 h 3785003"/>
              <a:gd name="connsiteX43" fmla="*/ 1284049 w 6848879"/>
              <a:gd name="connsiteY43" fmla="*/ 2775352 h 3785003"/>
              <a:gd name="connsiteX44" fmla="*/ 599320 w 6848879"/>
              <a:gd name="connsiteY44" fmla="*/ 3662430 h 3785003"/>
              <a:gd name="connsiteX45" fmla="*/ 78215 w 6848879"/>
              <a:gd name="connsiteY45" fmla="*/ 3704358 h 3785003"/>
              <a:gd name="connsiteX46" fmla="*/ 0 w 6848879"/>
              <a:gd name="connsiteY46" fmla="*/ 3204689 h 3785003"/>
              <a:gd name="connsiteX47" fmla="*/ 13514 w 6848879"/>
              <a:gd name="connsiteY47" fmla="*/ 2344412 h 3785003"/>
              <a:gd name="connsiteX48" fmla="*/ 34724 w 6848879"/>
              <a:gd name="connsiteY48" fmla="*/ 1861782 h 3785003"/>
              <a:gd name="connsiteX0" fmla="*/ 34724 w 6848879"/>
              <a:gd name="connsiteY0" fmla="*/ 1861782 h 3795970"/>
              <a:gd name="connsiteX1" fmla="*/ 42710 w 6848879"/>
              <a:gd name="connsiteY1" fmla="*/ 1750362 h 3795970"/>
              <a:gd name="connsiteX2" fmla="*/ 130745 w 6848879"/>
              <a:gd name="connsiteY2" fmla="*/ 1750546 h 3795970"/>
              <a:gd name="connsiteX3" fmla="*/ 113830 w 6848879"/>
              <a:gd name="connsiteY3" fmla="*/ 2035104 h 3795970"/>
              <a:gd name="connsiteX4" fmla="*/ 100265 w 6848879"/>
              <a:gd name="connsiteY4" fmla="*/ 2796999 h 3795970"/>
              <a:gd name="connsiteX5" fmla="*/ 124591 w 6848879"/>
              <a:gd name="connsiteY5" fmla="*/ 3584555 h 3795970"/>
              <a:gd name="connsiteX6" fmla="*/ 586606 w 6848879"/>
              <a:gd name="connsiteY6" fmla="*/ 3573541 h 3795970"/>
              <a:gd name="connsiteX7" fmla="*/ 1087121 w 6848879"/>
              <a:gd name="connsiteY7" fmla="*/ 2846852 h 3795970"/>
              <a:gd name="connsiteX8" fmla="*/ 1905267 w 6848879"/>
              <a:gd name="connsiteY8" fmla="*/ 1955005 h 3795970"/>
              <a:gd name="connsiteX9" fmla="*/ 2541127 w 6848879"/>
              <a:gd name="connsiteY9" fmla="*/ 1341877 h 3795970"/>
              <a:gd name="connsiteX10" fmla="*/ 3386501 w 6848879"/>
              <a:gd name="connsiteY10" fmla="*/ 736610 h 3795970"/>
              <a:gd name="connsiteX11" fmla="*/ 4754625 w 6848879"/>
              <a:gd name="connsiteY11" fmla="*/ 909322 h 3795970"/>
              <a:gd name="connsiteX12" fmla="*/ 5254158 w 6848879"/>
              <a:gd name="connsiteY12" fmla="*/ 274322 h 3795970"/>
              <a:gd name="connsiteX13" fmla="*/ 5819309 w 6848879"/>
              <a:gd name="connsiteY13" fmla="*/ 172768 h 3795970"/>
              <a:gd name="connsiteX14" fmla="*/ 6248992 w 6848879"/>
              <a:gd name="connsiteY14" fmla="*/ 428302 h 3795970"/>
              <a:gd name="connsiteX15" fmla="*/ 6410214 w 6848879"/>
              <a:gd name="connsiteY15" fmla="*/ 623187 h 3795970"/>
              <a:gd name="connsiteX16" fmla="*/ 6562614 w 6848879"/>
              <a:gd name="connsiteY16" fmla="*/ 703089 h 3795970"/>
              <a:gd name="connsiteX17" fmla="*/ 6676914 w 6848879"/>
              <a:gd name="connsiteY17" fmla="*/ 674034 h 3795970"/>
              <a:gd name="connsiteX18" fmla="*/ 6706192 w 6848879"/>
              <a:gd name="connsiteY18" fmla="*/ 529995 h 3795970"/>
              <a:gd name="connsiteX19" fmla="*/ 6676915 w 6848879"/>
              <a:gd name="connsiteY19" fmla="*/ 390745 h 3795970"/>
              <a:gd name="connsiteX20" fmla="*/ 6607066 w 6848879"/>
              <a:gd name="connsiteY20" fmla="*/ 303578 h 3795970"/>
              <a:gd name="connsiteX21" fmla="*/ 6562616 w 6848879"/>
              <a:gd name="connsiteY21" fmla="*/ 194620 h 3795970"/>
              <a:gd name="connsiteX22" fmla="*/ 6543566 w 6848879"/>
              <a:gd name="connsiteY22" fmla="*/ 27550 h 3795970"/>
              <a:gd name="connsiteX23" fmla="*/ 6689615 w 6848879"/>
              <a:gd name="connsiteY23" fmla="*/ 13025 h 3795970"/>
              <a:gd name="connsiteX24" fmla="*/ 6841658 w 6848879"/>
              <a:gd name="connsiteY24" fmla="*/ 26287 h 3795970"/>
              <a:gd name="connsiteX25" fmla="*/ 6822966 w 6848879"/>
              <a:gd name="connsiteY25" fmla="*/ 252730 h 3795970"/>
              <a:gd name="connsiteX26" fmla="*/ 6778516 w 6848879"/>
              <a:gd name="connsiteY26" fmla="*/ 405271 h 3795970"/>
              <a:gd name="connsiteX27" fmla="*/ 6765815 w 6848879"/>
              <a:gd name="connsiteY27" fmla="*/ 659506 h 3795970"/>
              <a:gd name="connsiteX28" fmla="*/ 6689615 w 6848879"/>
              <a:gd name="connsiteY28" fmla="*/ 775729 h 3795970"/>
              <a:gd name="connsiteX29" fmla="*/ 6579192 w 6848879"/>
              <a:gd name="connsiteY29" fmla="*/ 797321 h 3795970"/>
              <a:gd name="connsiteX30" fmla="*/ 6365407 w 6848879"/>
              <a:gd name="connsiteY30" fmla="*/ 712560 h 3795970"/>
              <a:gd name="connsiteX31" fmla="*/ 6099065 w 6848879"/>
              <a:gd name="connsiteY31" fmla="*/ 398005 h 3795970"/>
              <a:gd name="connsiteX32" fmla="*/ 5861642 w 6848879"/>
              <a:gd name="connsiteY32" fmla="*/ 276774 h 3795970"/>
              <a:gd name="connsiteX33" fmla="*/ 5537792 w 6848879"/>
              <a:gd name="connsiteY33" fmla="*/ 257389 h 3795970"/>
              <a:gd name="connsiteX34" fmla="*/ 5355758 w 6848879"/>
              <a:gd name="connsiteY34" fmla="*/ 333589 h 3795970"/>
              <a:gd name="connsiteX35" fmla="*/ 5237225 w 6848879"/>
              <a:gd name="connsiteY35" fmla="*/ 452121 h 3795970"/>
              <a:gd name="connsiteX36" fmla="*/ 5025558 w 6848879"/>
              <a:gd name="connsiteY36" fmla="*/ 833121 h 3795970"/>
              <a:gd name="connsiteX37" fmla="*/ 4847758 w 6848879"/>
              <a:gd name="connsiteY37" fmla="*/ 985522 h 3795970"/>
              <a:gd name="connsiteX38" fmla="*/ 4435566 w 6848879"/>
              <a:gd name="connsiteY38" fmla="*/ 1018010 h 3795970"/>
              <a:gd name="connsiteX39" fmla="*/ 3766744 w 6848879"/>
              <a:gd name="connsiteY39" fmla="*/ 857442 h 3795970"/>
              <a:gd name="connsiteX40" fmla="*/ 3377933 w 6848879"/>
              <a:gd name="connsiteY40" fmla="*/ 831937 h 3795970"/>
              <a:gd name="connsiteX41" fmla="*/ 2709526 w 6848879"/>
              <a:gd name="connsiteY41" fmla="*/ 1324293 h 3795970"/>
              <a:gd name="connsiteX42" fmla="*/ 2031121 w 6848879"/>
              <a:gd name="connsiteY42" fmla="*/ 1975179 h 3795970"/>
              <a:gd name="connsiteX43" fmla="*/ 1284049 w 6848879"/>
              <a:gd name="connsiteY43" fmla="*/ 2775352 h 3795970"/>
              <a:gd name="connsiteX44" fmla="*/ 599320 w 6848879"/>
              <a:gd name="connsiteY44" fmla="*/ 3685675 h 3795970"/>
              <a:gd name="connsiteX45" fmla="*/ 78215 w 6848879"/>
              <a:gd name="connsiteY45" fmla="*/ 3704358 h 3795970"/>
              <a:gd name="connsiteX46" fmla="*/ 0 w 6848879"/>
              <a:gd name="connsiteY46" fmla="*/ 3204689 h 3795970"/>
              <a:gd name="connsiteX47" fmla="*/ 13514 w 6848879"/>
              <a:gd name="connsiteY47" fmla="*/ 2344412 h 3795970"/>
              <a:gd name="connsiteX48" fmla="*/ 34724 w 6848879"/>
              <a:gd name="connsiteY48" fmla="*/ 1861782 h 3795970"/>
              <a:gd name="connsiteX0" fmla="*/ 34724 w 6848879"/>
              <a:gd name="connsiteY0" fmla="*/ 1861782 h 3785003"/>
              <a:gd name="connsiteX1" fmla="*/ 42710 w 6848879"/>
              <a:gd name="connsiteY1" fmla="*/ 1750362 h 3785003"/>
              <a:gd name="connsiteX2" fmla="*/ 130745 w 6848879"/>
              <a:gd name="connsiteY2" fmla="*/ 1750546 h 3785003"/>
              <a:gd name="connsiteX3" fmla="*/ 113830 w 6848879"/>
              <a:gd name="connsiteY3" fmla="*/ 2035104 h 3785003"/>
              <a:gd name="connsiteX4" fmla="*/ 100265 w 6848879"/>
              <a:gd name="connsiteY4" fmla="*/ 2796999 h 3785003"/>
              <a:gd name="connsiteX5" fmla="*/ 124591 w 6848879"/>
              <a:gd name="connsiteY5" fmla="*/ 3584555 h 3785003"/>
              <a:gd name="connsiteX6" fmla="*/ 586606 w 6848879"/>
              <a:gd name="connsiteY6" fmla="*/ 3573541 h 3785003"/>
              <a:gd name="connsiteX7" fmla="*/ 1087121 w 6848879"/>
              <a:gd name="connsiteY7" fmla="*/ 2846852 h 3785003"/>
              <a:gd name="connsiteX8" fmla="*/ 1905267 w 6848879"/>
              <a:gd name="connsiteY8" fmla="*/ 1955005 h 3785003"/>
              <a:gd name="connsiteX9" fmla="*/ 2541127 w 6848879"/>
              <a:gd name="connsiteY9" fmla="*/ 1341877 h 3785003"/>
              <a:gd name="connsiteX10" fmla="*/ 3386501 w 6848879"/>
              <a:gd name="connsiteY10" fmla="*/ 736610 h 3785003"/>
              <a:gd name="connsiteX11" fmla="*/ 4754625 w 6848879"/>
              <a:gd name="connsiteY11" fmla="*/ 909322 h 3785003"/>
              <a:gd name="connsiteX12" fmla="*/ 5254158 w 6848879"/>
              <a:gd name="connsiteY12" fmla="*/ 274322 h 3785003"/>
              <a:gd name="connsiteX13" fmla="*/ 5819309 w 6848879"/>
              <a:gd name="connsiteY13" fmla="*/ 172768 h 3785003"/>
              <a:gd name="connsiteX14" fmla="*/ 6248992 w 6848879"/>
              <a:gd name="connsiteY14" fmla="*/ 428302 h 3785003"/>
              <a:gd name="connsiteX15" fmla="*/ 6410214 w 6848879"/>
              <a:gd name="connsiteY15" fmla="*/ 623187 h 3785003"/>
              <a:gd name="connsiteX16" fmla="*/ 6562614 w 6848879"/>
              <a:gd name="connsiteY16" fmla="*/ 703089 h 3785003"/>
              <a:gd name="connsiteX17" fmla="*/ 6676914 w 6848879"/>
              <a:gd name="connsiteY17" fmla="*/ 674034 h 3785003"/>
              <a:gd name="connsiteX18" fmla="*/ 6706192 w 6848879"/>
              <a:gd name="connsiteY18" fmla="*/ 529995 h 3785003"/>
              <a:gd name="connsiteX19" fmla="*/ 6676915 w 6848879"/>
              <a:gd name="connsiteY19" fmla="*/ 390745 h 3785003"/>
              <a:gd name="connsiteX20" fmla="*/ 6607066 w 6848879"/>
              <a:gd name="connsiteY20" fmla="*/ 303578 h 3785003"/>
              <a:gd name="connsiteX21" fmla="*/ 6562616 w 6848879"/>
              <a:gd name="connsiteY21" fmla="*/ 194620 h 3785003"/>
              <a:gd name="connsiteX22" fmla="*/ 6543566 w 6848879"/>
              <a:gd name="connsiteY22" fmla="*/ 27550 h 3785003"/>
              <a:gd name="connsiteX23" fmla="*/ 6689615 w 6848879"/>
              <a:gd name="connsiteY23" fmla="*/ 13025 h 3785003"/>
              <a:gd name="connsiteX24" fmla="*/ 6841658 w 6848879"/>
              <a:gd name="connsiteY24" fmla="*/ 26287 h 3785003"/>
              <a:gd name="connsiteX25" fmla="*/ 6822966 w 6848879"/>
              <a:gd name="connsiteY25" fmla="*/ 252730 h 3785003"/>
              <a:gd name="connsiteX26" fmla="*/ 6778516 w 6848879"/>
              <a:gd name="connsiteY26" fmla="*/ 405271 h 3785003"/>
              <a:gd name="connsiteX27" fmla="*/ 6765815 w 6848879"/>
              <a:gd name="connsiteY27" fmla="*/ 659506 h 3785003"/>
              <a:gd name="connsiteX28" fmla="*/ 6689615 w 6848879"/>
              <a:gd name="connsiteY28" fmla="*/ 775729 h 3785003"/>
              <a:gd name="connsiteX29" fmla="*/ 6579192 w 6848879"/>
              <a:gd name="connsiteY29" fmla="*/ 797321 h 3785003"/>
              <a:gd name="connsiteX30" fmla="*/ 6365407 w 6848879"/>
              <a:gd name="connsiteY30" fmla="*/ 712560 h 3785003"/>
              <a:gd name="connsiteX31" fmla="*/ 6099065 w 6848879"/>
              <a:gd name="connsiteY31" fmla="*/ 398005 h 3785003"/>
              <a:gd name="connsiteX32" fmla="*/ 5861642 w 6848879"/>
              <a:gd name="connsiteY32" fmla="*/ 276774 h 3785003"/>
              <a:gd name="connsiteX33" fmla="*/ 5537792 w 6848879"/>
              <a:gd name="connsiteY33" fmla="*/ 257389 h 3785003"/>
              <a:gd name="connsiteX34" fmla="*/ 5355758 w 6848879"/>
              <a:gd name="connsiteY34" fmla="*/ 333589 h 3785003"/>
              <a:gd name="connsiteX35" fmla="*/ 5237225 w 6848879"/>
              <a:gd name="connsiteY35" fmla="*/ 452121 h 3785003"/>
              <a:gd name="connsiteX36" fmla="*/ 5025558 w 6848879"/>
              <a:gd name="connsiteY36" fmla="*/ 833121 h 3785003"/>
              <a:gd name="connsiteX37" fmla="*/ 4847758 w 6848879"/>
              <a:gd name="connsiteY37" fmla="*/ 985522 h 3785003"/>
              <a:gd name="connsiteX38" fmla="*/ 4435566 w 6848879"/>
              <a:gd name="connsiteY38" fmla="*/ 1018010 h 3785003"/>
              <a:gd name="connsiteX39" fmla="*/ 3766744 w 6848879"/>
              <a:gd name="connsiteY39" fmla="*/ 857442 h 3785003"/>
              <a:gd name="connsiteX40" fmla="*/ 3377933 w 6848879"/>
              <a:gd name="connsiteY40" fmla="*/ 831937 h 3785003"/>
              <a:gd name="connsiteX41" fmla="*/ 2709526 w 6848879"/>
              <a:gd name="connsiteY41" fmla="*/ 1324293 h 3785003"/>
              <a:gd name="connsiteX42" fmla="*/ 2031121 w 6848879"/>
              <a:gd name="connsiteY42" fmla="*/ 1975179 h 3785003"/>
              <a:gd name="connsiteX43" fmla="*/ 1284049 w 6848879"/>
              <a:gd name="connsiteY43" fmla="*/ 2775352 h 3785003"/>
              <a:gd name="connsiteX44" fmla="*/ 604400 w 6848879"/>
              <a:gd name="connsiteY44" fmla="*/ 3662431 h 3785003"/>
              <a:gd name="connsiteX45" fmla="*/ 78215 w 6848879"/>
              <a:gd name="connsiteY45" fmla="*/ 3704358 h 3785003"/>
              <a:gd name="connsiteX46" fmla="*/ 0 w 6848879"/>
              <a:gd name="connsiteY46" fmla="*/ 3204689 h 3785003"/>
              <a:gd name="connsiteX47" fmla="*/ 13514 w 6848879"/>
              <a:gd name="connsiteY47" fmla="*/ 2344412 h 3785003"/>
              <a:gd name="connsiteX48" fmla="*/ 34724 w 6848879"/>
              <a:gd name="connsiteY48" fmla="*/ 1861782 h 3785003"/>
              <a:gd name="connsiteX0" fmla="*/ 34724 w 6848879"/>
              <a:gd name="connsiteY0" fmla="*/ 1861782 h 3785003"/>
              <a:gd name="connsiteX1" fmla="*/ 42710 w 6848879"/>
              <a:gd name="connsiteY1" fmla="*/ 1750362 h 3785003"/>
              <a:gd name="connsiteX2" fmla="*/ 130745 w 6848879"/>
              <a:gd name="connsiteY2" fmla="*/ 1750546 h 3785003"/>
              <a:gd name="connsiteX3" fmla="*/ 113830 w 6848879"/>
              <a:gd name="connsiteY3" fmla="*/ 2035104 h 3785003"/>
              <a:gd name="connsiteX4" fmla="*/ 100265 w 6848879"/>
              <a:gd name="connsiteY4" fmla="*/ 2796999 h 3785003"/>
              <a:gd name="connsiteX5" fmla="*/ 124591 w 6848879"/>
              <a:gd name="connsiteY5" fmla="*/ 3584555 h 3785003"/>
              <a:gd name="connsiteX6" fmla="*/ 576446 w 6848879"/>
              <a:gd name="connsiteY6" fmla="*/ 3567731 h 3785003"/>
              <a:gd name="connsiteX7" fmla="*/ 1087121 w 6848879"/>
              <a:gd name="connsiteY7" fmla="*/ 2846852 h 3785003"/>
              <a:gd name="connsiteX8" fmla="*/ 1905267 w 6848879"/>
              <a:gd name="connsiteY8" fmla="*/ 1955005 h 3785003"/>
              <a:gd name="connsiteX9" fmla="*/ 2541127 w 6848879"/>
              <a:gd name="connsiteY9" fmla="*/ 1341877 h 3785003"/>
              <a:gd name="connsiteX10" fmla="*/ 3386501 w 6848879"/>
              <a:gd name="connsiteY10" fmla="*/ 736610 h 3785003"/>
              <a:gd name="connsiteX11" fmla="*/ 4754625 w 6848879"/>
              <a:gd name="connsiteY11" fmla="*/ 909322 h 3785003"/>
              <a:gd name="connsiteX12" fmla="*/ 5254158 w 6848879"/>
              <a:gd name="connsiteY12" fmla="*/ 274322 h 3785003"/>
              <a:gd name="connsiteX13" fmla="*/ 5819309 w 6848879"/>
              <a:gd name="connsiteY13" fmla="*/ 172768 h 3785003"/>
              <a:gd name="connsiteX14" fmla="*/ 6248992 w 6848879"/>
              <a:gd name="connsiteY14" fmla="*/ 428302 h 3785003"/>
              <a:gd name="connsiteX15" fmla="*/ 6410214 w 6848879"/>
              <a:gd name="connsiteY15" fmla="*/ 623187 h 3785003"/>
              <a:gd name="connsiteX16" fmla="*/ 6562614 w 6848879"/>
              <a:gd name="connsiteY16" fmla="*/ 703089 h 3785003"/>
              <a:gd name="connsiteX17" fmla="*/ 6676914 w 6848879"/>
              <a:gd name="connsiteY17" fmla="*/ 674034 h 3785003"/>
              <a:gd name="connsiteX18" fmla="*/ 6706192 w 6848879"/>
              <a:gd name="connsiteY18" fmla="*/ 529995 h 3785003"/>
              <a:gd name="connsiteX19" fmla="*/ 6676915 w 6848879"/>
              <a:gd name="connsiteY19" fmla="*/ 390745 h 3785003"/>
              <a:gd name="connsiteX20" fmla="*/ 6607066 w 6848879"/>
              <a:gd name="connsiteY20" fmla="*/ 303578 h 3785003"/>
              <a:gd name="connsiteX21" fmla="*/ 6562616 w 6848879"/>
              <a:gd name="connsiteY21" fmla="*/ 194620 h 3785003"/>
              <a:gd name="connsiteX22" fmla="*/ 6543566 w 6848879"/>
              <a:gd name="connsiteY22" fmla="*/ 27550 h 3785003"/>
              <a:gd name="connsiteX23" fmla="*/ 6689615 w 6848879"/>
              <a:gd name="connsiteY23" fmla="*/ 13025 h 3785003"/>
              <a:gd name="connsiteX24" fmla="*/ 6841658 w 6848879"/>
              <a:gd name="connsiteY24" fmla="*/ 26287 h 3785003"/>
              <a:gd name="connsiteX25" fmla="*/ 6822966 w 6848879"/>
              <a:gd name="connsiteY25" fmla="*/ 252730 h 3785003"/>
              <a:gd name="connsiteX26" fmla="*/ 6778516 w 6848879"/>
              <a:gd name="connsiteY26" fmla="*/ 405271 h 3785003"/>
              <a:gd name="connsiteX27" fmla="*/ 6765815 w 6848879"/>
              <a:gd name="connsiteY27" fmla="*/ 659506 h 3785003"/>
              <a:gd name="connsiteX28" fmla="*/ 6689615 w 6848879"/>
              <a:gd name="connsiteY28" fmla="*/ 775729 h 3785003"/>
              <a:gd name="connsiteX29" fmla="*/ 6579192 w 6848879"/>
              <a:gd name="connsiteY29" fmla="*/ 797321 h 3785003"/>
              <a:gd name="connsiteX30" fmla="*/ 6365407 w 6848879"/>
              <a:gd name="connsiteY30" fmla="*/ 712560 h 3785003"/>
              <a:gd name="connsiteX31" fmla="*/ 6099065 w 6848879"/>
              <a:gd name="connsiteY31" fmla="*/ 398005 h 3785003"/>
              <a:gd name="connsiteX32" fmla="*/ 5861642 w 6848879"/>
              <a:gd name="connsiteY32" fmla="*/ 276774 h 3785003"/>
              <a:gd name="connsiteX33" fmla="*/ 5537792 w 6848879"/>
              <a:gd name="connsiteY33" fmla="*/ 257389 h 3785003"/>
              <a:gd name="connsiteX34" fmla="*/ 5355758 w 6848879"/>
              <a:gd name="connsiteY34" fmla="*/ 333589 h 3785003"/>
              <a:gd name="connsiteX35" fmla="*/ 5237225 w 6848879"/>
              <a:gd name="connsiteY35" fmla="*/ 452121 h 3785003"/>
              <a:gd name="connsiteX36" fmla="*/ 5025558 w 6848879"/>
              <a:gd name="connsiteY36" fmla="*/ 833121 h 3785003"/>
              <a:gd name="connsiteX37" fmla="*/ 4847758 w 6848879"/>
              <a:gd name="connsiteY37" fmla="*/ 985522 h 3785003"/>
              <a:gd name="connsiteX38" fmla="*/ 4435566 w 6848879"/>
              <a:gd name="connsiteY38" fmla="*/ 1018010 h 3785003"/>
              <a:gd name="connsiteX39" fmla="*/ 3766744 w 6848879"/>
              <a:gd name="connsiteY39" fmla="*/ 857442 h 3785003"/>
              <a:gd name="connsiteX40" fmla="*/ 3377933 w 6848879"/>
              <a:gd name="connsiteY40" fmla="*/ 831937 h 3785003"/>
              <a:gd name="connsiteX41" fmla="*/ 2709526 w 6848879"/>
              <a:gd name="connsiteY41" fmla="*/ 1324293 h 3785003"/>
              <a:gd name="connsiteX42" fmla="*/ 2031121 w 6848879"/>
              <a:gd name="connsiteY42" fmla="*/ 1975179 h 3785003"/>
              <a:gd name="connsiteX43" fmla="*/ 1284049 w 6848879"/>
              <a:gd name="connsiteY43" fmla="*/ 2775352 h 3785003"/>
              <a:gd name="connsiteX44" fmla="*/ 604400 w 6848879"/>
              <a:gd name="connsiteY44" fmla="*/ 3662431 h 3785003"/>
              <a:gd name="connsiteX45" fmla="*/ 78215 w 6848879"/>
              <a:gd name="connsiteY45" fmla="*/ 3704358 h 3785003"/>
              <a:gd name="connsiteX46" fmla="*/ 0 w 6848879"/>
              <a:gd name="connsiteY46" fmla="*/ 3204689 h 3785003"/>
              <a:gd name="connsiteX47" fmla="*/ 13514 w 6848879"/>
              <a:gd name="connsiteY47" fmla="*/ 2344412 h 3785003"/>
              <a:gd name="connsiteX48" fmla="*/ 34724 w 6848879"/>
              <a:gd name="connsiteY48" fmla="*/ 1861782 h 3785003"/>
              <a:gd name="connsiteX0" fmla="*/ 34724 w 6848879"/>
              <a:gd name="connsiteY0" fmla="*/ 1861782 h 3785003"/>
              <a:gd name="connsiteX1" fmla="*/ 42710 w 6848879"/>
              <a:gd name="connsiteY1" fmla="*/ 1750362 h 3785003"/>
              <a:gd name="connsiteX2" fmla="*/ 130745 w 6848879"/>
              <a:gd name="connsiteY2" fmla="*/ 1750546 h 3785003"/>
              <a:gd name="connsiteX3" fmla="*/ 113830 w 6848879"/>
              <a:gd name="connsiteY3" fmla="*/ 2035104 h 3785003"/>
              <a:gd name="connsiteX4" fmla="*/ 100265 w 6848879"/>
              <a:gd name="connsiteY4" fmla="*/ 2796999 h 3785003"/>
              <a:gd name="connsiteX5" fmla="*/ 124591 w 6848879"/>
              <a:gd name="connsiteY5" fmla="*/ 3584555 h 3785003"/>
              <a:gd name="connsiteX6" fmla="*/ 576446 w 6848879"/>
              <a:gd name="connsiteY6" fmla="*/ 3567731 h 3785003"/>
              <a:gd name="connsiteX7" fmla="*/ 1087121 w 6848879"/>
              <a:gd name="connsiteY7" fmla="*/ 2846852 h 3785003"/>
              <a:gd name="connsiteX8" fmla="*/ 1905267 w 6848879"/>
              <a:gd name="connsiteY8" fmla="*/ 1955005 h 3785003"/>
              <a:gd name="connsiteX9" fmla="*/ 2541127 w 6848879"/>
              <a:gd name="connsiteY9" fmla="*/ 1341877 h 3785003"/>
              <a:gd name="connsiteX10" fmla="*/ 3386501 w 6848879"/>
              <a:gd name="connsiteY10" fmla="*/ 736610 h 3785003"/>
              <a:gd name="connsiteX11" fmla="*/ 4754625 w 6848879"/>
              <a:gd name="connsiteY11" fmla="*/ 909322 h 3785003"/>
              <a:gd name="connsiteX12" fmla="*/ 5254158 w 6848879"/>
              <a:gd name="connsiteY12" fmla="*/ 274322 h 3785003"/>
              <a:gd name="connsiteX13" fmla="*/ 5819309 w 6848879"/>
              <a:gd name="connsiteY13" fmla="*/ 172768 h 3785003"/>
              <a:gd name="connsiteX14" fmla="*/ 6248992 w 6848879"/>
              <a:gd name="connsiteY14" fmla="*/ 428302 h 3785003"/>
              <a:gd name="connsiteX15" fmla="*/ 6410214 w 6848879"/>
              <a:gd name="connsiteY15" fmla="*/ 623187 h 3785003"/>
              <a:gd name="connsiteX16" fmla="*/ 6562614 w 6848879"/>
              <a:gd name="connsiteY16" fmla="*/ 703089 h 3785003"/>
              <a:gd name="connsiteX17" fmla="*/ 6676914 w 6848879"/>
              <a:gd name="connsiteY17" fmla="*/ 674034 h 3785003"/>
              <a:gd name="connsiteX18" fmla="*/ 6706192 w 6848879"/>
              <a:gd name="connsiteY18" fmla="*/ 529995 h 3785003"/>
              <a:gd name="connsiteX19" fmla="*/ 6676915 w 6848879"/>
              <a:gd name="connsiteY19" fmla="*/ 390745 h 3785003"/>
              <a:gd name="connsiteX20" fmla="*/ 6607066 w 6848879"/>
              <a:gd name="connsiteY20" fmla="*/ 303578 h 3785003"/>
              <a:gd name="connsiteX21" fmla="*/ 6562616 w 6848879"/>
              <a:gd name="connsiteY21" fmla="*/ 194620 h 3785003"/>
              <a:gd name="connsiteX22" fmla="*/ 6543566 w 6848879"/>
              <a:gd name="connsiteY22" fmla="*/ 27550 h 3785003"/>
              <a:gd name="connsiteX23" fmla="*/ 6689615 w 6848879"/>
              <a:gd name="connsiteY23" fmla="*/ 13025 h 3785003"/>
              <a:gd name="connsiteX24" fmla="*/ 6841658 w 6848879"/>
              <a:gd name="connsiteY24" fmla="*/ 26287 h 3785003"/>
              <a:gd name="connsiteX25" fmla="*/ 6822966 w 6848879"/>
              <a:gd name="connsiteY25" fmla="*/ 252730 h 3785003"/>
              <a:gd name="connsiteX26" fmla="*/ 6778516 w 6848879"/>
              <a:gd name="connsiteY26" fmla="*/ 405271 h 3785003"/>
              <a:gd name="connsiteX27" fmla="*/ 6765815 w 6848879"/>
              <a:gd name="connsiteY27" fmla="*/ 659506 h 3785003"/>
              <a:gd name="connsiteX28" fmla="*/ 6689615 w 6848879"/>
              <a:gd name="connsiteY28" fmla="*/ 775729 h 3785003"/>
              <a:gd name="connsiteX29" fmla="*/ 6579192 w 6848879"/>
              <a:gd name="connsiteY29" fmla="*/ 797321 h 3785003"/>
              <a:gd name="connsiteX30" fmla="*/ 6365407 w 6848879"/>
              <a:gd name="connsiteY30" fmla="*/ 712560 h 3785003"/>
              <a:gd name="connsiteX31" fmla="*/ 6099065 w 6848879"/>
              <a:gd name="connsiteY31" fmla="*/ 398005 h 3785003"/>
              <a:gd name="connsiteX32" fmla="*/ 5861642 w 6848879"/>
              <a:gd name="connsiteY32" fmla="*/ 276774 h 3785003"/>
              <a:gd name="connsiteX33" fmla="*/ 5537792 w 6848879"/>
              <a:gd name="connsiteY33" fmla="*/ 257389 h 3785003"/>
              <a:gd name="connsiteX34" fmla="*/ 5355758 w 6848879"/>
              <a:gd name="connsiteY34" fmla="*/ 333589 h 3785003"/>
              <a:gd name="connsiteX35" fmla="*/ 5237225 w 6848879"/>
              <a:gd name="connsiteY35" fmla="*/ 452121 h 3785003"/>
              <a:gd name="connsiteX36" fmla="*/ 5025558 w 6848879"/>
              <a:gd name="connsiteY36" fmla="*/ 833121 h 3785003"/>
              <a:gd name="connsiteX37" fmla="*/ 4847758 w 6848879"/>
              <a:gd name="connsiteY37" fmla="*/ 985522 h 3785003"/>
              <a:gd name="connsiteX38" fmla="*/ 4435566 w 6848879"/>
              <a:gd name="connsiteY38" fmla="*/ 1018010 h 3785003"/>
              <a:gd name="connsiteX39" fmla="*/ 3766744 w 6848879"/>
              <a:gd name="connsiteY39" fmla="*/ 857442 h 3785003"/>
              <a:gd name="connsiteX40" fmla="*/ 3377933 w 6848879"/>
              <a:gd name="connsiteY40" fmla="*/ 831937 h 3785003"/>
              <a:gd name="connsiteX41" fmla="*/ 2709526 w 6848879"/>
              <a:gd name="connsiteY41" fmla="*/ 1324293 h 3785003"/>
              <a:gd name="connsiteX42" fmla="*/ 2031121 w 6848879"/>
              <a:gd name="connsiteY42" fmla="*/ 1975179 h 3785003"/>
              <a:gd name="connsiteX43" fmla="*/ 1284049 w 6848879"/>
              <a:gd name="connsiteY43" fmla="*/ 2775352 h 3785003"/>
              <a:gd name="connsiteX44" fmla="*/ 604400 w 6848879"/>
              <a:gd name="connsiteY44" fmla="*/ 3662431 h 3785003"/>
              <a:gd name="connsiteX45" fmla="*/ 78215 w 6848879"/>
              <a:gd name="connsiteY45" fmla="*/ 3704358 h 3785003"/>
              <a:gd name="connsiteX46" fmla="*/ 0 w 6848879"/>
              <a:gd name="connsiteY46" fmla="*/ 3204689 h 3785003"/>
              <a:gd name="connsiteX47" fmla="*/ 13514 w 6848879"/>
              <a:gd name="connsiteY47" fmla="*/ 2344412 h 3785003"/>
              <a:gd name="connsiteX48" fmla="*/ 34724 w 6848879"/>
              <a:gd name="connsiteY48" fmla="*/ 1861782 h 3785003"/>
              <a:gd name="connsiteX0" fmla="*/ 35354 w 6849509"/>
              <a:gd name="connsiteY0" fmla="*/ 1861782 h 3785003"/>
              <a:gd name="connsiteX1" fmla="*/ 43340 w 6849509"/>
              <a:gd name="connsiteY1" fmla="*/ 1750362 h 3785003"/>
              <a:gd name="connsiteX2" fmla="*/ 131375 w 6849509"/>
              <a:gd name="connsiteY2" fmla="*/ 1750546 h 3785003"/>
              <a:gd name="connsiteX3" fmla="*/ 114460 w 6849509"/>
              <a:gd name="connsiteY3" fmla="*/ 2035104 h 3785003"/>
              <a:gd name="connsiteX4" fmla="*/ 100895 w 6849509"/>
              <a:gd name="connsiteY4" fmla="*/ 2796999 h 3785003"/>
              <a:gd name="connsiteX5" fmla="*/ 125221 w 6849509"/>
              <a:gd name="connsiteY5" fmla="*/ 3584555 h 3785003"/>
              <a:gd name="connsiteX6" fmla="*/ 577076 w 6849509"/>
              <a:gd name="connsiteY6" fmla="*/ 3567731 h 3785003"/>
              <a:gd name="connsiteX7" fmla="*/ 1087751 w 6849509"/>
              <a:gd name="connsiteY7" fmla="*/ 2846852 h 3785003"/>
              <a:gd name="connsiteX8" fmla="*/ 1905897 w 6849509"/>
              <a:gd name="connsiteY8" fmla="*/ 1955005 h 3785003"/>
              <a:gd name="connsiteX9" fmla="*/ 2541757 w 6849509"/>
              <a:gd name="connsiteY9" fmla="*/ 1341877 h 3785003"/>
              <a:gd name="connsiteX10" fmla="*/ 3387131 w 6849509"/>
              <a:gd name="connsiteY10" fmla="*/ 736610 h 3785003"/>
              <a:gd name="connsiteX11" fmla="*/ 4755255 w 6849509"/>
              <a:gd name="connsiteY11" fmla="*/ 909322 h 3785003"/>
              <a:gd name="connsiteX12" fmla="*/ 5254788 w 6849509"/>
              <a:gd name="connsiteY12" fmla="*/ 274322 h 3785003"/>
              <a:gd name="connsiteX13" fmla="*/ 5819939 w 6849509"/>
              <a:gd name="connsiteY13" fmla="*/ 172768 h 3785003"/>
              <a:gd name="connsiteX14" fmla="*/ 6249622 w 6849509"/>
              <a:gd name="connsiteY14" fmla="*/ 428302 h 3785003"/>
              <a:gd name="connsiteX15" fmla="*/ 6410844 w 6849509"/>
              <a:gd name="connsiteY15" fmla="*/ 623187 h 3785003"/>
              <a:gd name="connsiteX16" fmla="*/ 6563244 w 6849509"/>
              <a:gd name="connsiteY16" fmla="*/ 703089 h 3785003"/>
              <a:gd name="connsiteX17" fmla="*/ 6677544 w 6849509"/>
              <a:gd name="connsiteY17" fmla="*/ 674034 h 3785003"/>
              <a:gd name="connsiteX18" fmla="*/ 6706822 w 6849509"/>
              <a:gd name="connsiteY18" fmla="*/ 529995 h 3785003"/>
              <a:gd name="connsiteX19" fmla="*/ 6677545 w 6849509"/>
              <a:gd name="connsiteY19" fmla="*/ 390745 h 3785003"/>
              <a:gd name="connsiteX20" fmla="*/ 6607696 w 6849509"/>
              <a:gd name="connsiteY20" fmla="*/ 303578 h 3785003"/>
              <a:gd name="connsiteX21" fmla="*/ 6563246 w 6849509"/>
              <a:gd name="connsiteY21" fmla="*/ 194620 h 3785003"/>
              <a:gd name="connsiteX22" fmla="*/ 6544196 w 6849509"/>
              <a:gd name="connsiteY22" fmla="*/ 27550 h 3785003"/>
              <a:gd name="connsiteX23" fmla="*/ 6690245 w 6849509"/>
              <a:gd name="connsiteY23" fmla="*/ 13025 h 3785003"/>
              <a:gd name="connsiteX24" fmla="*/ 6842288 w 6849509"/>
              <a:gd name="connsiteY24" fmla="*/ 26287 h 3785003"/>
              <a:gd name="connsiteX25" fmla="*/ 6823596 w 6849509"/>
              <a:gd name="connsiteY25" fmla="*/ 252730 h 3785003"/>
              <a:gd name="connsiteX26" fmla="*/ 6779146 w 6849509"/>
              <a:gd name="connsiteY26" fmla="*/ 405271 h 3785003"/>
              <a:gd name="connsiteX27" fmla="*/ 6766445 w 6849509"/>
              <a:gd name="connsiteY27" fmla="*/ 659506 h 3785003"/>
              <a:gd name="connsiteX28" fmla="*/ 6690245 w 6849509"/>
              <a:gd name="connsiteY28" fmla="*/ 775729 h 3785003"/>
              <a:gd name="connsiteX29" fmla="*/ 6579822 w 6849509"/>
              <a:gd name="connsiteY29" fmla="*/ 797321 h 3785003"/>
              <a:gd name="connsiteX30" fmla="*/ 6366037 w 6849509"/>
              <a:gd name="connsiteY30" fmla="*/ 712560 h 3785003"/>
              <a:gd name="connsiteX31" fmla="*/ 6099695 w 6849509"/>
              <a:gd name="connsiteY31" fmla="*/ 398005 h 3785003"/>
              <a:gd name="connsiteX32" fmla="*/ 5862272 w 6849509"/>
              <a:gd name="connsiteY32" fmla="*/ 276774 h 3785003"/>
              <a:gd name="connsiteX33" fmla="*/ 5538422 w 6849509"/>
              <a:gd name="connsiteY33" fmla="*/ 257389 h 3785003"/>
              <a:gd name="connsiteX34" fmla="*/ 5356388 w 6849509"/>
              <a:gd name="connsiteY34" fmla="*/ 333589 h 3785003"/>
              <a:gd name="connsiteX35" fmla="*/ 5237855 w 6849509"/>
              <a:gd name="connsiteY35" fmla="*/ 452121 h 3785003"/>
              <a:gd name="connsiteX36" fmla="*/ 5026188 w 6849509"/>
              <a:gd name="connsiteY36" fmla="*/ 833121 h 3785003"/>
              <a:gd name="connsiteX37" fmla="*/ 4848388 w 6849509"/>
              <a:gd name="connsiteY37" fmla="*/ 985522 h 3785003"/>
              <a:gd name="connsiteX38" fmla="*/ 4436196 w 6849509"/>
              <a:gd name="connsiteY38" fmla="*/ 1018010 h 3785003"/>
              <a:gd name="connsiteX39" fmla="*/ 3767374 w 6849509"/>
              <a:gd name="connsiteY39" fmla="*/ 857442 h 3785003"/>
              <a:gd name="connsiteX40" fmla="*/ 3378563 w 6849509"/>
              <a:gd name="connsiteY40" fmla="*/ 831937 h 3785003"/>
              <a:gd name="connsiteX41" fmla="*/ 2710156 w 6849509"/>
              <a:gd name="connsiteY41" fmla="*/ 1324293 h 3785003"/>
              <a:gd name="connsiteX42" fmla="*/ 2031751 w 6849509"/>
              <a:gd name="connsiteY42" fmla="*/ 1975179 h 3785003"/>
              <a:gd name="connsiteX43" fmla="*/ 1284679 w 6849509"/>
              <a:gd name="connsiteY43" fmla="*/ 2775352 h 3785003"/>
              <a:gd name="connsiteX44" fmla="*/ 605030 w 6849509"/>
              <a:gd name="connsiteY44" fmla="*/ 3662431 h 3785003"/>
              <a:gd name="connsiteX45" fmla="*/ 78845 w 6849509"/>
              <a:gd name="connsiteY45" fmla="*/ 3704358 h 3785003"/>
              <a:gd name="connsiteX46" fmla="*/ 630 w 6849509"/>
              <a:gd name="connsiteY46" fmla="*/ 3204689 h 3785003"/>
              <a:gd name="connsiteX47" fmla="*/ 14144 w 6849509"/>
              <a:gd name="connsiteY47" fmla="*/ 2344412 h 3785003"/>
              <a:gd name="connsiteX48" fmla="*/ 35354 w 6849509"/>
              <a:gd name="connsiteY48" fmla="*/ 1861782 h 3785003"/>
              <a:gd name="connsiteX0" fmla="*/ 34724 w 6848879"/>
              <a:gd name="connsiteY0" fmla="*/ 1861782 h 3785003"/>
              <a:gd name="connsiteX1" fmla="*/ 42710 w 6848879"/>
              <a:gd name="connsiteY1" fmla="*/ 1750362 h 3785003"/>
              <a:gd name="connsiteX2" fmla="*/ 130745 w 6848879"/>
              <a:gd name="connsiteY2" fmla="*/ 1750546 h 3785003"/>
              <a:gd name="connsiteX3" fmla="*/ 113830 w 6848879"/>
              <a:gd name="connsiteY3" fmla="*/ 2035104 h 3785003"/>
              <a:gd name="connsiteX4" fmla="*/ 100265 w 6848879"/>
              <a:gd name="connsiteY4" fmla="*/ 2796999 h 3785003"/>
              <a:gd name="connsiteX5" fmla="*/ 124591 w 6848879"/>
              <a:gd name="connsiteY5" fmla="*/ 3584555 h 3785003"/>
              <a:gd name="connsiteX6" fmla="*/ 576446 w 6848879"/>
              <a:gd name="connsiteY6" fmla="*/ 3567731 h 3785003"/>
              <a:gd name="connsiteX7" fmla="*/ 1087121 w 6848879"/>
              <a:gd name="connsiteY7" fmla="*/ 2846852 h 3785003"/>
              <a:gd name="connsiteX8" fmla="*/ 1905267 w 6848879"/>
              <a:gd name="connsiteY8" fmla="*/ 1955005 h 3785003"/>
              <a:gd name="connsiteX9" fmla="*/ 2541127 w 6848879"/>
              <a:gd name="connsiteY9" fmla="*/ 1341877 h 3785003"/>
              <a:gd name="connsiteX10" fmla="*/ 3386501 w 6848879"/>
              <a:gd name="connsiteY10" fmla="*/ 736610 h 3785003"/>
              <a:gd name="connsiteX11" fmla="*/ 4754625 w 6848879"/>
              <a:gd name="connsiteY11" fmla="*/ 909322 h 3785003"/>
              <a:gd name="connsiteX12" fmla="*/ 5254158 w 6848879"/>
              <a:gd name="connsiteY12" fmla="*/ 274322 h 3785003"/>
              <a:gd name="connsiteX13" fmla="*/ 5819309 w 6848879"/>
              <a:gd name="connsiteY13" fmla="*/ 172768 h 3785003"/>
              <a:gd name="connsiteX14" fmla="*/ 6248992 w 6848879"/>
              <a:gd name="connsiteY14" fmla="*/ 428302 h 3785003"/>
              <a:gd name="connsiteX15" fmla="*/ 6410214 w 6848879"/>
              <a:gd name="connsiteY15" fmla="*/ 623187 h 3785003"/>
              <a:gd name="connsiteX16" fmla="*/ 6562614 w 6848879"/>
              <a:gd name="connsiteY16" fmla="*/ 703089 h 3785003"/>
              <a:gd name="connsiteX17" fmla="*/ 6676914 w 6848879"/>
              <a:gd name="connsiteY17" fmla="*/ 674034 h 3785003"/>
              <a:gd name="connsiteX18" fmla="*/ 6706192 w 6848879"/>
              <a:gd name="connsiteY18" fmla="*/ 529995 h 3785003"/>
              <a:gd name="connsiteX19" fmla="*/ 6676915 w 6848879"/>
              <a:gd name="connsiteY19" fmla="*/ 390745 h 3785003"/>
              <a:gd name="connsiteX20" fmla="*/ 6607066 w 6848879"/>
              <a:gd name="connsiteY20" fmla="*/ 303578 h 3785003"/>
              <a:gd name="connsiteX21" fmla="*/ 6562616 w 6848879"/>
              <a:gd name="connsiteY21" fmla="*/ 194620 h 3785003"/>
              <a:gd name="connsiteX22" fmla="*/ 6543566 w 6848879"/>
              <a:gd name="connsiteY22" fmla="*/ 27550 h 3785003"/>
              <a:gd name="connsiteX23" fmla="*/ 6689615 w 6848879"/>
              <a:gd name="connsiteY23" fmla="*/ 13025 h 3785003"/>
              <a:gd name="connsiteX24" fmla="*/ 6841658 w 6848879"/>
              <a:gd name="connsiteY24" fmla="*/ 26287 h 3785003"/>
              <a:gd name="connsiteX25" fmla="*/ 6822966 w 6848879"/>
              <a:gd name="connsiteY25" fmla="*/ 252730 h 3785003"/>
              <a:gd name="connsiteX26" fmla="*/ 6778516 w 6848879"/>
              <a:gd name="connsiteY26" fmla="*/ 405271 h 3785003"/>
              <a:gd name="connsiteX27" fmla="*/ 6765815 w 6848879"/>
              <a:gd name="connsiteY27" fmla="*/ 659506 h 3785003"/>
              <a:gd name="connsiteX28" fmla="*/ 6689615 w 6848879"/>
              <a:gd name="connsiteY28" fmla="*/ 775729 h 3785003"/>
              <a:gd name="connsiteX29" fmla="*/ 6579192 w 6848879"/>
              <a:gd name="connsiteY29" fmla="*/ 797321 h 3785003"/>
              <a:gd name="connsiteX30" fmla="*/ 6365407 w 6848879"/>
              <a:gd name="connsiteY30" fmla="*/ 712560 h 3785003"/>
              <a:gd name="connsiteX31" fmla="*/ 6099065 w 6848879"/>
              <a:gd name="connsiteY31" fmla="*/ 398005 h 3785003"/>
              <a:gd name="connsiteX32" fmla="*/ 5861642 w 6848879"/>
              <a:gd name="connsiteY32" fmla="*/ 276774 h 3785003"/>
              <a:gd name="connsiteX33" fmla="*/ 5537792 w 6848879"/>
              <a:gd name="connsiteY33" fmla="*/ 257389 h 3785003"/>
              <a:gd name="connsiteX34" fmla="*/ 5355758 w 6848879"/>
              <a:gd name="connsiteY34" fmla="*/ 333589 h 3785003"/>
              <a:gd name="connsiteX35" fmla="*/ 5237225 w 6848879"/>
              <a:gd name="connsiteY35" fmla="*/ 452121 h 3785003"/>
              <a:gd name="connsiteX36" fmla="*/ 5025558 w 6848879"/>
              <a:gd name="connsiteY36" fmla="*/ 833121 h 3785003"/>
              <a:gd name="connsiteX37" fmla="*/ 4847758 w 6848879"/>
              <a:gd name="connsiteY37" fmla="*/ 985522 h 3785003"/>
              <a:gd name="connsiteX38" fmla="*/ 4435566 w 6848879"/>
              <a:gd name="connsiteY38" fmla="*/ 1018010 h 3785003"/>
              <a:gd name="connsiteX39" fmla="*/ 3766744 w 6848879"/>
              <a:gd name="connsiteY39" fmla="*/ 857442 h 3785003"/>
              <a:gd name="connsiteX40" fmla="*/ 3377933 w 6848879"/>
              <a:gd name="connsiteY40" fmla="*/ 831937 h 3785003"/>
              <a:gd name="connsiteX41" fmla="*/ 2709526 w 6848879"/>
              <a:gd name="connsiteY41" fmla="*/ 1324293 h 3785003"/>
              <a:gd name="connsiteX42" fmla="*/ 2031121 w 6848879"/>
              <a:gd name="connsiteY42" fmla="*/ 1975179 h 3785003"/>
              <a:gd name="connsiteX43" fmla="*/ 1284049 w 6848879"/>
              <a:gd name="connsiteY43" fmla="*/ 2775352 h 3785003"/>
              <a:gd name="connsiteX44" fmla="*/ 604400 w 6848879"/>
              <a:gd name="connsiteY44" fmla="*/ 3662431 h 3785003"/>
              <a:gd name="connsiteX45" fmla="*/ 78215 w 6848879"/>
              <a:gd name="connsiteY45" fmla="*/ 3704358 h 3785003"/>
              <a:gd name="connsiteX46" fmla="*/ 0 w 6848879"/>
              <a:gd name="connsiteY46" fmla="*/ 3204689 h 3785003"/>
              <a:gd name="connsiteX47" fmla="*/ 13514 w 6848879"/>
              <a:gd name="connsiteY47" fmla="*/ 2344412 h 3785003"/>
              <a:gd name="connsiteX48" fmla="*/ 34724 w 6848879"/>
              <a:gd name="connsiteY48" fmla="*/ 1861782 h 3785003"/>
              <a:gd name="connsiteX0" fmla="*/ 35174 w 6849329"/>
              <a:gd name="connsiteY0" fmla="*/ 1861782 h 3748219"/>
              <a:gd name="connsiteX1" fmla="*/ 43160 w 6849329"/>
              <a:gd name="connsiteY1" fmla="*/ 1750362 h 3748219"/>
              <a:gd name="connsiteX2" fmla="*/ 131195 w 6849329"/>
              <a:gd name="connsiteY2" fmla="*/ 1750546 h 3748219"/>
              <a:gd name="connsiteX3" fmla="*/ 114280 w 6849329"/>
              <a:gd name="connsiteY3" fmla="*/ 2035104 h 3748219"/>
              <a:gd name="connsiteX4" fmla="*/ 100715 w 6849329"/>
              <a:gd name="connsiteY4" fmla="*/ 2796999 h 3748219"/>
              <a:gd name="connsiteX5" fmla="*/ 125041 w 6849329"/>
              <a:gd name="connsiteY5" fmla="*/ 3584555 h 3748219"/>
              <a:gd name="connsiteX6" fmla="*/ 576896 w 6849329"/>
              <a:gd name="connsiteY6" fmla="*/ 3567731 h 3748219"/>
              <a:gd name="connsiteX7" fmla="*/ 1087571 w 6849329"/>
              <a:gd name="connsiteY7" fmla="*/ 2846852 h 3748219"/>
              <a:gd name="connsiteX8" fmla="*/ 1905717 w 6849329"/>
              <a:gd name="connsiteY8" fmla="*/ 1955005 h 3748219"/>
              <a:gd name="connsiteX9" fmla="*/ 2541577 w 6849329"/>
              <a:gd name="connsiteY9" fmla="*/ 1341877 h 3748219"/>
              <a:gd name="connsiteX10" fmla="*/ 3386951 w 6849329"/>
              <a:gd name="connsiteY10" fmla="*/ 736610 h 3748219"/>
              <a:gd name="connsiteX11" fmla="*/ 4755075 w 6849329"/>
              <a:gd name="connsiteY11" fmla="*/ 909322 h 3748219"/>
              <a:gd name="connsiteX12" fmla="*/ 5254608 w 6849329"/>
              <a:gd name="connsiteY12" fmla="*/ 274322 h 3748219"/>
              <a:gd name="connsiteX13" fmla="*/ 5819759 w 6849329"/>
              <a:gd name="connsiteY13" fmla="*/ 172768 h 3748219"/>
              <a:gd name="connsiteX14" fmla="*/ 6249442 w 6849329"/>
              <a:gd name="connsiteY14" fmla="*/ 428302 h 3748219"/>
              <a:gd name="connsiteX15" fmla="*/ 6410664 w 6849329"/>
              <a:gd name="connsiteY15" fmla="*/ 623187 h 3748219"/>
              <a:gd name="connsiteX16" fmla="*/ 6563064 w 6849329"/>
              <a:gd name="connsiteY16" fmla="*/ 703089 h 3748219"/>
              <a:gd name="connsiteX17" fmla="*/ 6677364 w 6849329"/>
              <a:gd name="connsiteY17" fmla="*/ 674034 h 3748219"/>
              <a:gd name="connsiteX18" fmla="*/ 6706642 w 6849329"/>
              <a:gd name="connsiteY18" fmla="*/ 529995 h 3748219"/>
              <a:gd name="connsiteX19" fmla="*/ 6677365 w 6849329"/>
              <a:gd name="connsiteY19" fmla="*/ 390745 h 3748219"/>
              <a:gd name="connsiteX20" fmla="*/ 6607516 w 6849329"/>
              <a:gd name="connsiteY20" fmla="*/ 303578 h 3748219"/>
              <a:gd name="connsiteX21" fmla="*/ 6563066 w 6849329"/>
              <a:gd name="connsiteY21" fmla="*/ 194620 h 3748219"/>
              <a:gd name="connsiteX22" fmla="*/ 6544016 w 6849329"/>
              <a:gd name="connsiteY22" fmla="*/ 27550 h 3748219"/>
              <a:gd name="connsiteX23" fmla="*/ 6690065 w 6849329"/>
              <a:gd name="connsiteY23" fmla="*/ 13025 h 3748219"/>
              <a:gd name="connsiteX24" fmla="*/ 6842108 w 6849329"/>
              <a:gd name="connsiteY24" fmla="*/ 26287 h 3748219"/>
              <a:gd name="connsiteX25" fmla="*/ 6823416 w 6849329"/>
              <a:gd name="connsiteY25" fmla="*/ 252730 h 3748219"/>
              <a:gd name="connsiteX26" fmla="*/ 6778966 w 6849329"/>
              <a:gd name="connsiteY26" fmla="*/ 405271 h 3748219"/>
              <a:gd name="connsiteX27" fmla="*/ 6766265 w 6849329"/>
              <a:gd name="connsiteY27" fmla="*/ 659506 h 3748219"/>
              <a:gd name="connsiteX28" fmla="*/ 6690065 w 6849329"/>
              <a:gd name="connsiteY28" fmla="*/ 775729 h 3748219"/>
              <a:gd name="connsiteX29" fmla="*/ 6579642 w 6849329"/>
              <a:gd name="connsiteY29" fmla="*/ 797321 h 3748219"/>
              <a:gd name="connsiteX30" fmla="*/ 6365857 w 6849329"/>
              <a:gd name="connsiteY30" fmla="*/ 712560 h 3748219"/>
              <a:gd name="connsiteX31" fmla="*/ 6099515 w 6849329"/>
              <a:gd name="connsiteY31" fmla="*/ 398005 h 3748219"/>
              <a:gd name="connsiteX32" fmla="*/ 5862092 w 6849329"/>
              <a:gd name="connsiteY32" fmla="*/ 276774 h 3748219"/>
              <a:gd name="connsiteX33" fmla="*/ 5538242 w 6849329"/>
              <a:gd name="connsiteY33" fmla="*/ 257389 h 3748219"/>
              <a:gd name="connsiteX34" fmla="*/ 5356208 w 6849329"/>
              <a:gd name="connsiteY34" fmla="*/ 333589 h 3748219"/>
              <a:gd name="connsiteX35" fmla="*/ 5237675 w 6849329"/>
              <a:gd name="connsiteY35" fmla="*/ 452121 h 3748219"/>
              <a:gd name="connsiteX36" fmla="*/ 5026008 w 6849329"/>
              <a:gd name="connsiteY36" fmla="*/ 833121 h 3748219"/>
              <a:gd name="connsiteX37" fmla="*/ 4848208 w 6849329"/>
              <a:gd name="connsiteY37" fmla="*/ 985522 h 3748219"/>
              <a:gd name="connsiteX38" fmla="*/ 4436016 w 6849329"/>
              <a:gd name="connsiteY38" fmla="*/ 1018010 h 3748219"/>
              <a:gd name="connsiteX39" fmla="*/ 3767194 w 6849329"/>
              <a:gd name="connsiteY39" fmla="*/ 857442 h 3748219"/>
              <a:gd name="connsiteX40" fmla="*/ 3378383 w 6849329"/>
              <a:gd name="connsiteY40" fmla="*/ 831937 h 3748219"/>
              <a:gd name="connsiteX41" fmla="*/ 2709976 w 6849329"/>
              <a:gd name="connsiteY41" fmla="*/ 1324293 h 3748219"/>
              <a:gd name="connsiteX42" fmla="*/ 2031571 w 6849329"/>
              <a:gd name="connsiteY42" fmla="*/ 1975179 h 3748219"/>
              <a:gd name="connsiteX43" fmla="*/ 1284499 w 6849329"/>
              <a:gd name="connsiteY43" fmla="*/ 2775352 h 3748219"/>
              <a:gd name="connsiteX44" fmla="*/ 604850 w 6849329"/>
              <a:gd name="connsiteY44" fmla="*/ 3662431 h 3748219"/>
              <a:gd name="connsiteX45" fmla="*/ 78665 w 6849329"/>
              <a:gd name="connsiteY45" fmla="*/ 3704358 h 3748219"/>
              <a:gd name="connsiteX46" fmla="*/ 7600 w 6849329"/>
              <a:gd name="connsiteY46" fmla="*/ 3615717 h 3748219"/>
              <a:gd name="connsiteX47" fmla="*/ 450 w 6849329"/>
              <a:gd name="connsiteY47" fmla="*/ 3204689 h 3748219"/>
              <a:gd name="connsiteX48" fmla="*/ 13964 w 6849329"/>
              <a:gd name="connsiteY48" fmla="*/ 2344412 h 3748219"/>
              <a:gd name="connsiteX49" fmla="*/ 35174 w 6849329"/>
              <a:gd name="connsiteY49" fmla="*/ 1861782 h 3748219"/>
              <a:gd name="connsiteX0" fmla="*/ 35174 w 6849329"/>
              <a:gd name="connsiteY0" fmla="*/ 1861782 h 3769599"/>
              <a:gd name="connsiteX1" fmla="*/ 43160 w 6849329"/>
              <a:gd name="connsiteY1" fmla="*/ 1750362 h 3769599"/>
              <a:gd name="connsiteX2" fmla="*/ 131195 w 6849329"/>
              <a:gd name="connsiteY2" fmla="*/ 1750546 h 3769599"/>
              <a:gd name="connsiteX3" fmla="*/ 114280 w 6849329"/>
              <a:gd name="connsiteY3" fmla="*/ 2035104 h 3769599"/>
              <a:gd name="connsiteX4" fmla="*/ 100715 w 6849329"/>
              <a:gd name="connsiteY4" fmla="*/ 2796999 h 3769599"/>
              <a:gd name="connsiteX5" fmla="*/ 125041 w 6849329"/>
              <a:gd name="connsiteY5" fmla="*/ 3584555 h 3769599"/>
              <a:gd name="connsiteX6" fmla="*/ 576896 w 6849329"/>
              <a:gd name="connsiteY6" fmla="*/ 3567731 h 3769599"/>
              <a:gd name="connsiteX7" fmla="*/ 1087571 w 6849329"/>
              <a:gd name="connsiteY7" fmla="*/ 2846852 h 3769599"/>
              <a:gd name="connsiteX8" fmla="*/ 1905717 w 6849329"/>
              <a:gd name="connsiteY8" fmla="*/ 1955005 h 3769599"/>
              <a:gd name="connsiteX9" fmla="*/ 2541577 w 6849329"/>
              <a:gd name="connsiteY9" fmla="*/ 1341877 h 3769599"/>
              <a:gd name="connsiteX10" fmla="*/ 3386951 w 6849329"/>
              <a:gd name="connsiteY10" fmla="*/ 736610 h 3769599"/>
              <a:gd name="connsiteX11" fmla="*/ 4755075 w 6849329"/>
              <a:gd name="connsiteY11" fmla="*/ 909322 h 3769599"/>
              <a:gd name="connsiteX12" fmla="*/ 5254608 w 6849329"/>
              <a:gd name="connsiteY12" fmla="*/ 274322 h 3769599"/>
              <a:gd name="connsiteX13" fmla="*/ 5819759 w 6849329"/>
              <a:gd name="connsiteY13" fmla="*/ 172768 h 3769599"/>
              <a:gd name="connsiteX14" fmla="*/ 6249442 w 6849329"/>
              <a:gd name="connsiteY14" fmla="*/ 428302 h 3769599"/>
              <a:gd name="connsiteX15" fmla="*/ 6410664 w 6849329"/>
              <a:gd name="connsiteY15" fmla="*/ 623187 h 3769599"/>
              <a:gd name="connsiteX16" fmla="*/ 6563064 w 6849329"/>
              <a:gd name="connsiteY16" fmla="*/ 703089 h 3769599"/>
              <a:gd name="connsiteX17" fmla="*/ 6677364 w 6849329"/>
              <a:gd name="connsiteY17" fmla="*/ 674034 h 3769599"/>
              <a:gd name="connsiteX18" fmla="*/ 6706642 w 6849329"/>
              <a:gd name="connsiteY18" fmla="*/ 529995 h 3769599"/>
              <a:gd name="connsiteX19" fmla="*/ 6677365 w 6849329"/>
              <a:gd name="connsiteY19" fmla="*/ 390745 h 3769599"/>
              <a:gd name="connsiteX20" fmla="*/ 6607516 w 6849329"/>
              <a:gd name="connsiteY20" fmla="*/ 303578 h 3769599"/>
              <a:gd name="connsiteX21" fmla="*/ 6563066 w 6849329"/>
              <a:gd name="connsiteY21" fmla="*/ 194620 h 3769599"/>
              <a:gd name="connsiteX22" fmla="*/ 6544016 w 6849329"/>
              <a:gd name="connsiteY22" fmla="*/ 27550 h 3769599"/>
              <a:gd name="connsiteX23" fmla="*/ 6690065 w 6849329"/>
              <a:gd name="connsiteY23" fmla="*/ 13025 h 3769599"/>
              <a:gd name="connsiteX24" fmla="*/ 6842108 w 6849329"/>
              <a:gd name="connsiteY24" fmla="*/ 26287 h 3769599"/>
              <a:gd name="connsiteX25" fmla="*/ 6823416 w 6849329"/>
              <a:gd name="connsiteY25" fmla="*/ 252730 h 3769599"/>
              <a:gd name="connsiteX26" fmla="*/ 6778966 w 6849329"/>
              <a:gd name="connsiteY26" fmla="*/ 405271 h 3769599"/>
              <a:gd name="connsiteX27" fmla="*/ 6766265 w 6849329"/>
              <a:gd name="connsiteY27" fmla="*/ 659506 h 3769599"/>
              <a:gd name="connsiteX28" fmla="*/ 6690065 w 6849329"/>
              <a:gd name="connsiteY28" fmla="*/ 775729 h 3769599"/>
              <a:gd name="connsiteX29" fmla="*/ 6579642 w 6849329"/>
              <a:gd name="connsiteY29" fmla="*/ 797321 h 3769599"/>
              <a:gd name="connsiteX30" fmla="*/ 6365857 w 6849329"/>
              <a:gd name="connsiteY30" fmla="*/ 712560 h 3769599"/>
              <a:gd name="connsiteX31" fmla="*/ 6099515 w 6849329"/>
              <a:gd name="connsiteY31" fmla="*/ 398005 h 3769599"/>
              <a:gd name="connsiteX32" fmla="*/ 5862092 w 6849329"/>
              <a:gd name="connsiteY32" fmla="*/ 276774 h 3769599"/>
              <a:gd name="connsiteX33" fmla="*/ 5538242 w 6849329"/>
              <a:gd name="connsiteY33" fmla="*/ 257389 h 3769599"/>
              <a:gd name="connsiteX34" fmla="*/ 5356208 w 6849329"/>
              <a:gd name="connsiteY34" fmla="*/ 333589 h 3769599"/>
              <a:gd name="connsiteX35" fmla="*/ 5237675 w 6849329"/>
              <a:gd name="connsiteY35" fmla="*/ 452121 h 3769599"/>
              <a:gd name="connsiteX36" fmla="*/ 5026008 w 6849329"/>
              <a:gd name="connsiteY36" fmla="*/ 833121 h 3769599"/>
              <a:gd name="connsiteX37" fmla="*/ 4848208 w 6849329"/>
              <a:gd name="connsiteY37" fmla="*/ 985522 h 3769599"/>
              <a:gd name="connsiteX38" fmla="*/ 4436016 w 6849329"/>
              <a:gd name="connsiteY38" fmla="*/ 1018010 h 3769599"/>
              <a:gd name="connsiteX39" fmla="*/ 3767194 w 6849329"/>
              <a:gd name="connsiteY39" fmla="*/ 857442 h 3769599"/>
              <a:gd name="connsiteX40" fmla="*/ 3378383 w 6849329"/>
              <a:gd name="connsiteY40" fmla="*/ 831937 h 3769599"/>
              <a:gd name="connsiteX41" fmla="*/ 2709976 w 6849329"/>
              <a:gd name="connsiteY41" fmla="*/ 1324293 h 3769599"/>
              <a:gd name="connsiteX42" fmla="*/ 2031571 w 6849329"/>
              <a:gd name="connsiteY42" fmla="*/ 1975179 h 3769599"/>
              <a:gd name="connsiteX43" fmla="*/ 1284499 w 6849329"/>
              <a:gd name="connsiteY43" fmla="*/ 2775352 h 3769599"/>
              <a:gd name="connsiteX44" fmla="*/ 604850 w 6849329"/>
              <a:gd name="connsiteY44" fmla="*/ 3662431 h 3769599"/>
              <a:gd name="connsiteX45" fmla="*/ 159945 w 6849329"/>
              <a:gd name="connsiteY45" fmla="*/ 3745035 h 3769599"/>
              <a:gd name="connsiteX46" fmla="*/ 7600 w 6849329"/>
              <a:gd name="connsiteY46" fmla="*/ 3615717 h 3769599"/>
              <a:gd name="connsiteX47" fmla="*/ 450 w 6849329"/>
              <a:gd name="connsiteY47" fmla="*/ 3204689 h 3769599"/>
              <a:gd name="connsiteX48" fmla="*/ 13964 w 6849329"/>
              <a:gd name="connsiteY48" fmla="*/ 2344412 h 3769599"/>
              <a:gd name="connsiteX49" fmla="*/ 35174 w 6849329"/>
              <a:gd name="connsiteY49" fmla="*/ 1861782 h 3769599"/>
              <a:gd name="connsiteX0" fmla="*/ 35174 w 6849329"/>
              <a:gd name="connsiteY0" fmla="*/ 1861782 h 3780611"/>
              <a:gd name="connsiteX1" fmla="*/ 43160 w 6849329"/>
              <a:gd name="connsiteY1" fmla="*/ 1750362 h 3780611"/>
              <a:gd name="connsiteX2" fmla="*/ 131195 w 6849329"/>
              <a:gd name="connsiteY2" fmla="*/ 1750546 h 3780611"/>
              <a:gd name="connsiteX3" fmla="*/ 114280 w 6849329"/>
              <a:gd name="connsiteY3" fmla="*/ 2035104 h 3780611"/>
              <a:gd name="connsiteX4" fmla="*/ 100715 w 6849329"/>
              <a:gd name="connsiteY4" fmla="*/ 2796999 h 3780611"/>
              <a:gd name="connsiteX5" fmla="*/ 125041 w 6849329"/>
              <a:gd name="connsiteY5" fmla="*/ 3584555 h 3780611"/>
              <a:gd name="connsiteX6" fmla="*/ 576896 w 6849329"/>
              <a:gd name="connsiteY6" fmla="*/ 3567731 h 3780611"/>
              <a:gd name="connsiteX7" fmla="*/ 1087571 w 6849329"/>
              <a:gd name="connsiteY7" fmla="*/ 2846852 h 3780611"/>
              <a:gd name="connsiteX8" fmla="*/ 1905717 w 6849329"/>
              <a:gd name="connsiteY8" fmla="*/ 1955005 h 3780611"/>
              <a:gd name="connsiteX9" fmla="*/ 2541577 w 6849329"/>
              <a:gd name="connsiteY9" fmla="*/ 1341877 h 3780611"/>
              <a:gd name="connsiteX10" fmla="*/ 3386951 w 6849329"/>
              <a:gd name="connsiteY10" fmla="*/ 736610 h 3780611"/>
              <a:gd name="connsiteX11" fmla="*/ 4755075 w 6849329"/>
              <a:gd name="connsiteY11" fmla="*/ 909322 h 3780611"/>
              <a:gd name="connsiteX12" fmla="*/ 5254608 w 6849329"/>
              <a:gd name="connsiteY12" fmla="*/ 274322 h 3780611"/>
              <a:gd name="connsiteX13" fmla="*/ 5819759 w 6849329"/>
              <a:gd name="connsiteY13" fmla="*/ 172768 h 3780611"/>
              <a:gd name="connsiteX14" fmla="*/ 6249442 w 6849329"/>
              <a:gd name="connsiteY14" fmla="*/ 428302 h 3780611"/>
              <a:gd name="connsiteX15" fmla="*/ 6410664 w 6849329"/>
              <a:gd name="connsiteY15" fmla="*/ 623187 h 3780611"/>
              <a:gd name="connsiteX16" fmla="*/ 6563064 w 6849329"/>
              <a:gd name="connsiteY16" fmla="*/ 703089 h 3780611"/>
              <a:gd name="connsiteX17" fmla="*/ 6677364 w 6849329"/>
              <a:gd name="connsiteY17" fmla="*/ 674034 h 3780611"/>
              <a:gd name="connsiteX18" fmla="*/ 6706642 w 6849329"/>
              <a:gd name="connsiteY18" fmla="*/ 529995 h 3780611"/>
              <a:gd name="connsiteX19" fmla="*/ 6677365 w 6849329"/>
              <a:gd name="connsiteY19" fmla="*/ 390745 h 3780611"/>
              <a:gd name="connsiteX20" fmla="*/ 6607516 w 6849329"/>
              <a:gd name="connsiteY20" fmla="*/ 303578 h 3780611"/>
              <a:gd name="connsiteX21" fmla="*/ 6563066 w 6849329"/>
              <a:gd name="connsiteY21" fmla="*/ 194620 h 3780611"/>
              <a:gd name="connsiteX22" fmla="*/ 6544016 w 6849329"/>
              <a:gd name="connsiteY22" fmla="*/ 27550 h 3780611"/>
              <a:gd name="connsiteX23" fmla="*/ 6690065 w 6849329"/>
              <a:gd name="connsiteY23" fmla="*/ 13025 h 3780611"/>
              <a:gd name="connsiteX24" fmla="*/ 6842108 w 6849329"/>
              <a:gd name="connsiteY24" fmla="*/ 26287 h 3780611"/>
              <a:gd name="connsiteX25" fmla="*/ 6823416 w 6849329"/>
              <a:gd name="connsiteY25" fmla="*/ 252730 h 3780611"/>
              <a:gd name="connsiteX26" fmla="*/ 6778966 w 6849329"/>
              <a:gd name="connsiteY26" fmla="*/ 405271 h 3780611"/>
              <a:gd name="connsiteX27" fmla="*/ 6766265 w 6849329"/>
              <a:gd name="connsiteY27" fmla="*/ 659506 h 3780611"/>
              <a:gd name="connsiteX28" fmla="*/ 6690065 w 6849329"/>
              <a:gd name="connsiteY28" fmla="*/ 775729 h 3780611"/>
              <a:gd name="connsiteX29" fmla="*/ 6579642 w 6849329"/>
              <a:gd name="connsiteY29" fmla="*/ 797321 h 3780611"/>
              <a:gd name="connsiteX30" fmla="*/ 6365857 w 6849329"/>
              <a:gd name="connsiteY30" fmla="*/ 712560 h 3780611"/>
              <a:gd name="connsiteX31" fmla="*/ 6099515 w 6849329"/>
              <a:gd name="connsiteY31" fmla="*/ 398005 h 3780611"/>
              <a:gd name="connsiteX32" fmla="*/ 5862092 w 6849329"/>
              <a:gd name="connsiteY32" fmla="*/ 276774 h 3780611"/>
              <a:gd name="connsiteX33" fmla="*/ 5538242 w 6849329"/>
              <a:gd name="connsiteY33" fmla="*/ 257389 h 3780611"/>
              <a:gd name="connsiteX34" fmla="*/ 5356208 w 6849329"/>
              <a:gd name="connsiteY34" fmla="*/ 333589 h 3780611"/>
              <a:gd name="connsiteX35" fmla="*/ 5237675 w 6849329"/>
              <a:gd name="connsiteY35" fmla="*/ 452121 h 3780611"/>
              <a:gd name="connsiteX36" fmla="*/ 5026008 w 6849329"/>
              <a:gd name="connsiteY36" fmla="*/ 833121 h 3780611"/>
              <a:gd name="connsiteX37" fmla="*/ 4848208 w 6849329"/>
              <a:gd name="connsiteY37" fmla="*/ 985522 h 3780611"/>
              <a:gd name="connsiteX38" fmla="*/ 4436016 w 6849329"/>
              <a:gd name="connsiteY38" fmla="*/ 1018010 h 3780611"/>
              <a:gd name="connsiteX39" fmla="*/ 3767194 w 6849329"/>
              <a:gd name="connsiteY39" fmla="*/ 857442 h 3780611"/>
              <a:gd name="connsiteX40" fmla="*/ 3378383 w 6849329"/>
              <a:gd name="connsiteY40" fmla="*/ 831937 h 3780611"/>
              <a:gd name="connsiteX41" fmla="*/ 2709976 w 6849329"/>
              <a:gd name="connsiteY41" fmla="*/ 1324293 h 3780611"/>
              <a:gd name="connsiteX42" fmla="*/ 2031571 w 6849329"/>
              <a:gd name="connsiteY42" fmla="*/ 1975179 h 3780611"/>
              <a:gd name="connsiteX43" fmla="*/ 1284499 w 6849329"/>
              <a:gd name="connsiteY43" fmla="*/ 2775352 h 3780611"/>
              <a:gd name="connsiteX44" fmla="*/ 604850 w 6849329"/>
              <a:gd name="connsiteY44" fmla="*/ 3662431 h 3780611"/>
              <a:gd name="connsiteX45" fmla="*/ 165025 w 6849329"/>
              <a:gd name="connsiteY45" fmla="*/ 3762468 h 3780611"/>
              <a:gd name="connsiteX46" fmla="*/ 7600 w 6849329"/>
              <a:gd name="connsiteY46" fmla="*/ 3615717 h 3780611"/>
              <a:gd name="connsiteX47" fmla="*/ 450 w 6849329"/>
              <a:gd name="connsiteY47" fmla="*/ 3204689 h 3780611"/>
              <a:gd name="connsiteX48" fmla="*/ 13964 w 6849329"/>
              <a:gd name="connsiteY48" fmla="*/ 2344412 h 3780611"/>
              <a:gd name="connsiteX49" fmla="*/ 35174 w 6849329"/>
              <a:gd name="connsiteY49" fmla="*/ 1861782 h 3780611"/>
              <a:gd name="connsiteX0" fmla="*/ 35174 w 6849329"/>
              <a:gd name="connsiteY0" fmla="*/ 1861782 h 3780612"/>
              <a:gd name="connsiteX1" fmla="*/ 43160 w 6849329"/>
              <a:gd name="connsiteY1" fmla="*/ 1750362 h 3780612"/>
              <a:gd name="connsiteX2" fmla="*/ 131195 w 6849329"/>
              <a:gd name="connsiteY2" fmla="*/ 1750546 h 3780612"/>
              <a:gd name="connsiteX3" fmla="*/ 114280 w 6849329"/>
              <a:gd name="connsiteY3" fmla="*/ 2035104 h 3780612"/>
              <a:gd name="connsiteX4" fmla="*/ 100715 w 6849329"/>
              <a:gd name="connsiteY4" fmla="*/ 2796999 h 3780612"/>
              <a:gd name="connsiteX5" fmla="*/ 125041 w 6849329"/>
              <a:gd name="connsiteY5" fmla="*/ 3584555 h 3780612"/>
              <a:gd name="connsiteX6" fmla="*/ 576896 w 6849329"/>
              <a:gd name="connsiteY6" fmla="*/ 3567731 h 3780612"/>
              <a:gd name="connsiteX7" fmla="*/ 1087571 w 6849329"/>
              <a:gd name="connsiteY7" fmla="*/ 2846852 h 3780612"/>
              <a:gd name="connsiteX8" fmla="*/ 1905717 w 6849329"/>
              <a:gd name="connsiteY8" fmla="*/ 1955005 h 3780612"/>
              <a:gd name="connsiteX9" fmla="*/ 2541577 w 6849329"/>
              <a:gd name="connsiteY9" fmla="*/ 1341877 h 3780612"/>
              <a:gd name="connsiteX10" fmla="*/ 3386951 w 6849329"/>
              <a:gd name="connsiteY10" fmla="*/ 736610 h 3780612"/>
              <a:gd name="connsiteX11" fmla="*/ 4755075 w 6849329"/>
              <a:gd name="connsiteY11" fmla="*/ 909322 h 3780612"/>
              <a:gd name="connsiteX12" fmla="*/ 5254608 w 6849329"/>
              <a:gd name="connsiteY12" fmla="*/ 274322 h 3780612"/>
              <a:gd name="connsiteX13" fmla="*/ 5819759 w 6849329"/>
              <a:gd name="connsiteY13" fmla="*/ 172768 h 3780612"/>
              <a:gd name="connsiteX14" fmla="*/ 6249442 w 6849329"/>
              <a:gd name="connsiteY14" fmla="*/ 428302 h 3780612"/>
              <a:gd name="connsiteX15" fmla="*/ 6410664 w 6849329"/>
              <a:gd name="connsiteY15" fmla="*/ 623187 h 3780612"/>
              <a:gd name="connsiteX16" fmla="*/ 6563064 w 6849329"/>
              <a:gd name="connsiteY16" fmla="*/ 703089 h 3780612"/>
              <a:gd name="connsiteX17" fmla="*/ 6677364 w 6849329"/>
              <a:gd name="connsiteY17" fmla="*/ 674034 h 3780612"/>
              <a:gd name="connsiteX18" fmla="*/ 6706642 w 6849329"/>
              <a:gd name="connsiteY18" fmla="*/ 529995 h 3780612"/>
              <a:gd name="connsiteX19" fmla="*/ 6677365 w 6849329"/>
              <a:gd name="connsiteY19" fmla="*/ 390745 h 3780612"/>
              <a:gd name="connsiteX20" fmla="*/ 6607516 w 6849329"/>
              <a:gd name="connsiteY20" fmla="*/ 303578 h 3780612"/>
              <a:gd name="connsiteX21" fmla="*/ 6563066 w 6849329"/>
              <a:gd name="connsiteY21" fmla="*/ 194620 h 3780612"/>
              <a:gd name="connsiteX22" fmla="*/ 6544016 w 6849329"/>
              <a:gd name="connsiteY22" fmla="*/ 27550 h 3780612"/>
              <a:gd name="connsiteX23" fmla="*/ 6690065 w 6849329"/>
              <a:gd name="connsiteY23" fmla="*/ 13025 h 3780612"/>
              <a:gd name="connsiteX24" fmla="*/ 6842108 w 6849329"/>
              <a:gd name="connsiteY24" fmla="*/ 26287 h 3780612"/>
              <a:gd name="connsiteX25" fmla="*/ 6823416 w 6849329"/>
              <a:gd name="connsiteY25" fmla="*/ 252730 h 3780612"/>
              <a:gd name="connsiteX26" fmla="*/ 6778966 w 6849329"/>
              <a:gd name="connsiteY26" fmla="*/ 405271 h 3780612"/>
              <a:gd name="connsiteX27" fmla="*/ 6766265 w 6849329"/>
              <a:gd name="connsiteY27" fmla="*/ 659506 h 3780612"/>
              <a:gd name="connsiteX28" fmla="*/ 6690065 w 6849329"/>
              <a:gd name="connsiteY28" fmla="*/ 775729 h 3780612"/>
              <a:gd name="connsiteX29" fmla="*/ 6579642 w 6849329"/>
              <a:gd name="connsiteY29" fmla="*/ 797321 h 3780612"/>
              <a:gd name="connsiteX30" fmla="*/ 6365857 w 6849329"/>
              <a:gd name="connsiteY30" fmla="*/ 712560 h 3780612"/>
              <a:gd name="connsiteX31" fmla="*/ 6099515 w 6849329"/>
              <a:gd name="connsiteY31" fmla="*/ 398005 h 3780612"/>
              <a:gd name="connsiteX32" fmla="*/ 5862092 w 6849329"/>
              <a:gd name="connsiteY32" fmla="*/ 276774 h 3780612"/>
              <a:gd name="connsiteX33" fmla="*/ 5538242 w 6849329"/>
              <a:gd name="connsiteY33" fmla="*/ 257389 h 3780612"/>
              <a:gd name="connsiteX34" fmla="*/ 5356208 w 6849329"/>
              <a:gd name="connsiteY34" fmla="*/ 333589 h 3780612"/>
              <a:gd name="connsiteX35" fmla="*/ 5237675 w 6849329"/>
              <a:gd name="connsiteY35" fmla="*/ 452121 h 3780612"/>
              <a:gd name="connsiteX36" fmla="*/ 5026008 w 6849329"/>
              <a:gd name="connsiteY36" fmla="*/ 833121 h 3780612"/>
              <a:gd name="connsiteX37" fmla="*/ 4848208 w 6849329"/>
              <a:gd name="connsiteY37" fmla="*/ 985522 h 3780612"/>
              <a:gd name="connsiteX38" fmla="*/ 4436016 w 6849329"/>
              <a:gd name="connsiteY38" fmla="*/ 1018010 h 3780612"/>
              <a:gd name="connsiteX39" fmla="*/ 3767194 w 6849329"/>
              <a:gd name="connsiteY39" fmla="*/ 857442 h 3780612"/>
              <a:gd name="connsiteX40" fmla="*/ 3378383 w 6849329"/>
              <a:gd name="connsiteY40" fmla="*/ 831937 h 3780612"/>
              <a:gd name="connsiteX41" fmla="*/ 2709976 w 6849329"/>
              <a:gd name="connsiteY41" fmla="*/ 1324293 h 3780612"/>
              <a:gd name="connsiteX42" fmla="*/ 2031571 w 6849329"/>
              <a:gd name="connsiteY42" fmla="*/ 1975179 h 3780612"/>
              <a:gd name="connsiteX43" fmla="*/ 1284499 w 6849329"/>
              <a:gd name="connsiteY43" fmla="*/ 2775352 h 3780612"/>
              <a:gd name="connsiteX44" fmla="*/ 604850 w 6849329"/>
              <a:gd name="connsiteY44" fmla="*/ 3662431 h 3780612"/>
              <a:gd name="connsiteX45" fmla="*/ 165025 w 6849329"/>
              <a:gd name="connsiteY45" fmla="*/ 3762468 h 3780612"/>
              <a:gd name="connsiteX46" fmla="*/ 7600 w 6849329"/>
              <a:gd name="connsiteY46" fmla="*/ 3615717 h 3780612"/>
              <a:gd name="connsiteX47" fmla="*/ 450 w 6849329"/>
              <a:gd name="connsiteY47" fmla="*/ 3204689 h 3780612"/>
              <a:gd name="connsiteX48" fmla="*/ 13964 w 6849329"/>
              <a:gd name="connsiteY48" fmla="*/ 2344412 h 3780612"/>
              <a:gd name="connsiteX49" fmla="*/ 35174 w 6849329"/>
              <a:gd name="connsiteY49" fmla="*/ 1861782 h 3780612"/>
              <a:gd name="connsiteX0" fmla="*/ 35174 w 6849329"/>
              <a:gd name="connsiteY0" fmla="*/ 1861782 h 3797239"/>
              <a:gd name="connsiteX1" fmla="*/ 43160 w 6849329"/>
              <a:gd name="connsiteY1" fmla="*/ 1750362 h 3797239"/>
              <a:gd name="connsiteX2" fmla="*/ 131195 w 6849329"/>
              <a:gd name="connsiteY2" fmla="*/ 1750546 h 3797239"/>
              <a:gd name="connsiteX3" fmla="*/ 114280 w 6849329"/>
              <a:gd name="connsiteY3" fmla="*/ 2035104 h 3797239"/>
              <a:gd name="connsiteX4" fmla="*/ 100715 w 6849329"/>
              <a:gd name="connsiteY4" fmla="*/ 2796999 h 3797239"/>
              <a:gd name="connsiteX5" fmla="*/ 125041 w 6849329"/>
              <a:gd name="connsiteY5" fmla="*/ 3584555 h 3797239"/>
              <a:gd name="connsiteX6" fmla="*/ 576896 w 6849329"/>
              <a:gd name="connsiteY6" fmla="*/ 3567731 h 3797239"/>
              <a:gd name="connsiteX7" fmla="*/ 1087571 w 6849329"/>
              <a:gd name="connsiteY7" fmla="*/ 2846852 h 3797239"/>
              <a:gd name="connsiteX8" fmla="*/ 1905717 w 6849329"/>
              <a:gd name="connsiteY8" fmla="*/ 1955005 h 3797239"/>
              <a:gd name="connsiteX9" fmla="*/ 2541577 w 6849329"/>
              <a:gd name="connsiteY9" fmla="*/ 1341877 h 3797239"/>
              <a:gd name="connsiteX10" fmla="*/ 3386951 w 6849329"/>
              <a:gd name="connsiteY10" fmla="*/ 736610 h 3797239"/>
              <a:gd name="connsiteX11" fmla="*/ 4755075 w 6849329"/>
              <a:gd name="connsiteY11" fmla="*/ 909322 h 3797239"/>
              <a:gd name="connsiteX12" fmla="*/ 5254608 w 6849329"/>
              <a:gd name="connsiteY12" fmla="*/ 274322 h 3797239"/>
              <a:gd name="connsiteX13" fmla="*/ 5819759 w 6849329"/>
              <a:gd name="connsiteY13" fmla="*/ 172768 h 3797239"/>
              <a:gd name="connsiteX14" fmla="*/ 6249442 w 6849329"/>
              <a:gd name="connsiteY14" fmla="*/ 428302 h 3797239"/>
              <a:gd name="connsiteX15" fmla="*/ 6410664 w 6849329"/>
              <a:gd name="connsiteY15" fmla="*/ 623187 h 3797239"/>
              <a:gd name="connsiteX16" fmla="*/ 6563064 w 6849329"/>
              <a:gd name="connsiteY16" fmla="*/ 703089 h 3797239"/>
              <a:gd name="connsiteX17" fmla="*/ 6677364 w 6849329"/>
              <a:gd name="connsiteY17" fmla="*/ 674034 h 3797239"/>
              <a:gd name="connsiteX18" fmla="*/ 6706642 w 6849329"/>
              <a:gd name="connsiteY18" fmla="*/ 529995 h 3797239"/>
              <a:gd name="connsiteX19" fmla="*/ 6677365 w 6849329"/>
              <a:gd name="connsiteY19" fmla="*/ 390745 h 3797239"/>
              <a:gd name="connsiteX20" fmla="*/ 6607516 w 6849329"/>
              <a:gd name="connsiteY20" fmla="*/ 303578 h 3797239"/>
              <a:gd name="connsiteX21" fmla="*/ 6563066 w 6849329"/>
              <a:gd name="connsiteY21" fmla="*/ 194620 h 3797239"/>
              <a:gd name="connsiteX22" fmla="*/ 6544016 w 6849329"/>
              <a:gd name="connsiteY22" fmla="*/ 27550 h 3797239"/>
              <a:gd name="connsiteX23" fmla="*/ 6690065 w 6849329"/>
              <a:gd name="connsiteY23" fmla="*/ 13025 h 3797239"/>
              <a:gd name="connsiteX24" fmla="*/ 6842108 w 6849329"/>
              <a:gd name="connsiteY24" fmla="*/ 26287 h 3797239"/>
              <a:gd name="connsiteX25" fmla="*/ 6823416 w 6849329"/>
              <a:gd name="connsiteY25" fmla="*/ 252730 h 3797239"/>
              <a:gd name="connsiteX26" fmla="*/ 6778966 w 6849329"/>
              <a:gd name="connsiteY26" fmla="*/ 405271 h 3797239"/>
              <a:gd name="connsiteX27" fmla="*/ 6766265 w 6849329"/>
              <a:gd name="connsiteY27" fmla="*/ 659506 h 3797239"/>
              <a:gd name="connsiteX28" fmla="*/ 6690065 w 6849329"/>
              <a:gd name="connsiteY28" fmla="*/ 775729 h 3797239"/>
              <a:gd name="connsiteX29" fmla="*/ 6579642 w 6849329"/>
              <a:gd name="connsiteY29" fmla="*/ 797321 h 3797239"/>
              <a:gd name="connsiteX30" fmla="*/ 6365857 w 6849329"/>
              <a:gd name="connsiteY30" fmla="*/ 712560 h 3797239"/>
              <a:gd name="connsiteX31" fmla="*/ 6099515 w 6849329"/>
              <a:gd name="connsiteY31" fmla="*/ 398005 h 3797239"/>
              <a:gd name="connsiteX32" fmla="*/ 5862092 w 6849329"/>
              <a:gd name="connsiteY32" fmla="*/ 276774 h 3797239"/>
              <a:gd name="connsiteX33" fmla="*/ 5538242 w 6849329"/>
              <a:gd name="connsiteY33" fmla="*/ 257389 h 3797239"/>
              <a:gd name="connsiteX34" fmla="*/ 5356208 w 6849329"/>
              <a:gd name="connsiteY34" fmla="*/ 333589 h 3797239"/>
              <a:gd name="connsiteX35" fmla="*/ 5237675 w 6849329"/>
              <a:gd name="connsiteY35" fmla="*/ 452121 h 3797239"/>
              <a:gd name="connsiteX36" fmla="*/ 5026008 w 6849329"/>
              <a:gd name="connsiteY36" fmla="*/ 833121 h 3797239"/>
              <a:gd name="connsiteX37" fmla="*/ 4848208 w 6849329"/>
              <a:gd name="connsiteY37" fmla="*/ 985522 h 3797239"/>
              <a:gd name="connsiteX38" fmla="*/ 4436016 w 6849329"/>
              <a:gd name="connsiteY38" fmla="*/ 1018010 h 3797239"/>
              <a:gd name="connsiteX39" fmla="*/ 3767194 w 6849329"/>
              <a:gd name="connsiteY39" fmla="*/ 857442 h 3797239"/>
              <a:gd name="connsiteX40" fmla="*/ 3378383 w 6849329"/>
              <a:gd name="connsiteY40" fmla="*/ 831937 h 3797239"/>
              <a:gd name="connsiteX41" fmla="*/ 2709976 w 6849329"/>
              <a:gd name="connsiteY41" fmla="*/ 1324293 h 3797239"/>
              <a:gd name="connsiteX42" fmla="*/ 2031571 w 6849329"/>
              <a:gd name="connsiteY42" fmla="*/ 1975179 h 3797239"/>
              <a:gd name="connsiteX43" fmla="*/ 1284499 w 6849329"/>
              <a:gd name="connsiteY43" fmla="*/ 2775352 h 3797239"/>
              <a:gd name="connsiteX44" fmla="*/ 604850 w 6849329"/>
              <a:gd name="connsiteY44" fmla="*/ 3662431 h 3797239"/>
              <a:gd name="connsiteX45" fmla="*/ 271705 w 6849329"/>
              <a:gd name="connsiteY45" fmla="*/ 3785713 h 3797239"/>
              <a:gd name="connsiteX46" fmla="*/ 7600 w 6849329"/>
              <a:gd name="connsiteY46" fmla="*/ 3615717 h 3797239"/>
              <a:gd name="connsiteX47" fmla="*/ 450 w 6849329"/>
              <a:gd name="connsiteY47" fmla="*/ 3204689 h 3797239"/>
              <a:gd name="connsiteX48" fmla="*/ 13964 w 6849329"/>
              <a:gd name="connsiteY48" fmla="*/ 2344412 h 3797239"/>
              <a:gd name="connsiteX49" fmla="*/ 35174 w 6849329"/>
              <a:gd name="connsiteY49" fmla="*/ 1861782 h 3797239"/>
              <a:gd name="connsiteX0" fmla="*/ 35174 w 6849329"/>
              <a:gd name="connsiteY0" fmla="*/ 1861782 h 3780613"/>
              <a:gd name="connsiteX1" fmla="*/ 43160 w 6849329"/>
              <a:gd name="connsiteY1" fmla="*/ 1750362 h 3780613"/>
              <a:gd name="connsiteX2" fmla="*/ 131195 w 6849329"/>
              <a:gd name="connsiteY2" fmla="*/ 1750546 h 3780613"/>
              <a:gd name="connsiteX3" fmla="*/ 114280 w 6849329"/>
              <a:gd name="connsiteY3" fmla="*/ 2035104 h 3780613"/>
              <a:gd name="connsiteX4" fmla="*/ 100715 w 6849329"/>
              <a:gd name="connsiteY4" fmla="*/ 2796999 h 3780613"/>
              <a:gd name="connsiteX5" fmla="*/ 125041 w 6849329"/>
              <a:gd name="connsiteY5" fmla="*/ 3584555 h 3780613"/>
              <a:gd name="connsiteX6" fmla="*/ 576896 w 6849329"/>
              <a:gd name="connsiteY6" fmla="*/ 3567731 h 3780613"/>
              <a:gd name="connsiteX7" fmla="*/ 1087571 w 6849329"/>
              <a:gd name="connsiteY7" fmla="*/ 2846852 h 3780613"/>
              <a:gd name="connsiteX8" fmla="*/ 1905717 w 6849329"/>
              <a:gd name="connsiteY8" fmla="*/ 1955005 h 3780613"/>
              <a:gd name="connsiteX9" fmla="*/ 2541577 w 6849329"/>
              <a:gd name="connsiteY9" fmla="*/ 1341877 h 3780613"/>
              <a:gd name="connsiteX10" fmla="*/ 3386951 w 6849329"/>
              <a:gd name="connsiteY10" fmla="*/ 736610 h 3780613"/>
              <a:gd name="connsiteX11" fmla="*/ 4755075 w 6849329"/>
              <a:gd name="connsiteY11" fmla="*/ 909322 h 3780613"/>
              <a:gd name="connsiteX12" fmla="*/ 5254608 w 6849329"/>
              <a:gd name="connsiteY12" fmla="*/ 274322 h 3780613"/>
              <a:gd name="connsiteX13" fmla="*/ 5819759 w 6849329"/>
              <a:gd name="connsiteY13" fmla="*/ 172768 h 3780613"/>
              <a:gd name="connsiteX14" fmla="*/ 6249442 w 6849329"/>
              <a:gd name="connsiteY14" fmla="*/ 428302 h 3780613"/>
              <a:gd name="connsiteX15" fmla="*/ 6410664 w 6849329"/>
              <a:gd name="connsiteY15" fmla="*/ 623187 h 3780613"/>
              <a:gd name="connsiteX16" fmla="*/ 6563064 w 6849329"/>
              <a:gd name="connsiteY16" fmla="*/ 703089 h 3780613"/>
              <a:gd name="connsiteX17" fmla="*/ 6677364 w 6849329"/>
              <a:gd name="connsiteY17" fmla="*/ 674034 h 3780613"/>
              <a:gd name="connsiteX18" fmla="*/ 6706642 w 6849329"/>
              <a:gd name="connsiteY18" fmla="*/ 529995 h 3780613"/>
              <a:gd name="connsiteX19" fmla="*/ 6677365 w 6849329"/>
              <a:gd name="connsiteY19" fmla="*/ 390745 h 3780613"/>
              <a:gd name="connsiteX20" fmla="*/ 6607516 w 6849329"/>
              <a:gd name="connsiteY20" fmla="*/ 303578 h 3780613"/>
              <a:gd name="connsiteX21" fmla="*/ 6563066 w 6849329"/>
              <a:gd name="connsiteY21" fmla="*/ 194620 h 3780613"/>
              <a:gd name="connsiteX22" fmla="*/ 6544016 w 6849329"/>
              <a:gd name="connsiteY22" fmla="*/ 27550 h 3780613"/>
              <a:gd name="connsiteX23" fmla="*/ 6690065 w 6849329"/>
              <a:gd name="connsiteY23" fmla="*/ 13025 h 3780613"/>
              <a:gd name="connsiteX24" fmla="*/ 6842108 w 6849329"/>
              <a:gd name="connsiteY24" fmla="*/ 26287 h 3780613"/>
              <a:gd name="connsiteX25" fmla="*/ 6823416 w 6849329"/>
              <a:gd name="connsiteY25" fmla="*/ 252730 h 3780613"/>
              <a:gd name="connsiteX26" fmla="*/ 6778966 w 6849329"/>
              <a:gd name="connsiteY26" fmla="*/ 405271 h 3780613"/>
              <a:gd name="connsiteX27" fmla="*/ 6766265 w 6849329"/>
              <a:gd name="connsiteY27" fmla="*/ 659506 h 3780613"/>
              <a:gd name="connsiteX28" fmla="*/ 6690065 w 6849329"/>
              <a:gd name="connsiteY28" fmla="*/ 775729 h 3780613"/>
              <a:gd name="connsiteX29" fmla="*/ 6579642 w 6849329"/>
              <a:gd name="connsiteY29" fmla="*/ 797321 h 3780613"/>
              <a:gd name="connsiteX30" fmla="*/ 6365857 w 6849329"/>
              <a:gd name="connsiteY30" fmla="*/ 712560 h 3780613"/>
              <a:gd name="connsiteX31" fmla="*/ 6099515 w 6849329"/>
              <a:gd name="connsiteY31" fmla="*/ 398005 h 3780613"/>
              <a:gd name="connsiteX32" fmla="*/ 5862092 w 6849329"/>
              <a:gd name="connsiteY32" fmla="*/ 276774 h 3780613"/>
              <a:gd name="connsiteX33" fmla="*/ 5538242 w 6849329"/>
              <a:gd name="connsiteY33" fmla="*/ 257389 h 3780613"/>
              <a:gd name="connsiteX34" fmla="*/ 5356208 w 6849329"/>
              <a:gd name="connsiteY34" fmla="*/ 333589 h 3780613"/>
              <a:gd name="connsiteX35" fmla="*/ 5237675 w 6849329"/>
              <a:gd name="connsiteY35" fmla="*/ 452121 h 3780613"/>
              <a:gd name="connsiteX36" fmla="*/ 5026008 w 6849329"/>
              <a:gd name="connsiteY36" fmla="*/ 833121 h 3780613"/>
              <a:gd name="connsiteX37" fmla="*/ 4848208 w 6849329"/>
              <a:gd name="connsiteY37" fmla="*/ 985522 h 3780613"/>
              <a:gd name="connsiteX38" fmla="*/ 4436016 w 6849329"/>
              <a:gd name="connsiteY38" fmla="*/ 1018010 h 3780613"/>
              <a:gd name="connsiteX39" fmla="*/ 3767194 w 6849329"/>
              <a:gd name="connsiteY39" fmla="*/ 857442 h 3780613"/>
              <a:gd name="connsiteX40" fmla="*/ 3378383 w 6849329"/>
              <a:gd name="connsiteY40" fmla="*/ 831937 h 3780613"/>
              <a:gd name="connsiteX41" fmla="*/ 2709976 w 6849329"/>
              <a:gd name="connsiteY41" fmla="*/ 1324293 h 3780613"/>
              <a:gd name="connsiteX42" fmla="*/ 2031571 w 6849329"/>
              <a:gd name="connsiteY42" fmla="*/ 1975179 h 3780613"/>
              <a:gd name="connsiteX43" fmla="*/ 1284499 w 6849329"/>
              <a:gd name="connsiteY43" fmla="*/ 2775352 h 3780613"/>
              <a:gd name="connsiteX44" fmla="*/ 604850 w 6849329"/>
              <a:gd name="connsiteY44" fmla="*/ 3662431 h 3780613"/>
              <a:gd name="connsiteX45" fmla="*/ 246305 w 6849329"/>
              <a:gd name="connsiteY45" fmla="*/ 3762469 h 3780613"/>
              <a:gd name="connsiteX46" fmla="*/ 7600 w 6849329"/>
              <a:gd name="connsiteY46" fmla="*/ 3615717 h 3780613"/>
              <a:gd name="connsiteX47" fmla="*/ 450 w 6849329"/>
              <a:gd name="connsiteY47" fmla="*/ 3204689 h 3780613"/>
              <a:gd name="connsiteX48" fmla="*/ 13964 w 6849329"/>
              <a:gd name="connsiteY48" fmla="*/ 2344412 h 3780613"/>
              <a:gd name="connsiteX49" fmla="*/ 35174 w 6849329"/>
              <a:gd name="connsiteY49" fmla="*/ 1861782 h 3780613"/>
              <a:gd name="connsiteX0" fmla="*/ 34724 w 6848879"/>
              <a:gd name="connsiteY0" fmla="*/ 1861782 h 3780613"/>
              <a:gd name="connsiteX1" fmla="*/ 42710 w 6848879"/>
              <a:gd name="connsiteY1" fmla="*/ 1750362 h 3780613"/>
              <a:gd name="connsiteX2" fmla="*/ 130745 w 6848879"/>
              <a:gd name="connsiteY2" fmla="*/ 1750546 h 3780613"/>
              <a:gd name="connsiteX3" fmla="*/ 113830 w 6848879"/>
              <a:gd name="connsiteY3" fmla="*/ 2035104 h 3780613"/>
              <a:gd name="connsiteX4" fmla="*/ 100265 w 6848879"/>
              <a:gd name="connsiteY4" fmla="*/ 2796999 h 3780613"/>
              <a:gd name="connsiteX5" fmla="*/ 124591 w 6848879"/>
              <a:gd name="connsiteY5" fmla="*/ 3584555 h 3780613"/>
              <a:gd name="connsiteX6" fmla="*/ 576446 w 6848879"/>
              <a:gd name="connsiteY6" fmla="*/ 3567731 h 3780613"/>
              <a:gd name="connsiteX7" fmla="*/ 1087121 w 6848879"/>
              <a:gd name="connsiteY7" fmla="*/ 2846852 h 3780613"/>
              <a:gd name="connsiteX8" fmla="*/ 1905267 w 6848879"/>
              <a:gd name="connsiteY8" fmla="*/ 1955005 h 3780613"/>
              <a:gd name="connsiteX9" fmla="*/ 2541127 w 6848879"/>
              <a:gd name="connsiteY9" fmla="*/ 1341877 h 3780613"/>
              <a:gd name="connsiteX10" fmla="*/ 3386501 w 6848879"/>
              <a:gd name="connsiteY10" fmla="*/ 736610 h 3780613"/>
              <a:gd name="connsiteX11" fmla="*/ 4754625 w 6848879"/>
              <a:gd name="connsiteY11" fmla="*/ 909322 h 3780613"/>
              <a:gd name="connsiteX12" fmla="*/ 5254158 w 6848879"/>
              <a:gd name="connsiteY12" fmla="*/ 274322 h 3780613"/>
              <a:gd name="connsiteX13" fmla="*/ 5819309 w 6848879"/>
              <a:gd name="connsiteY13" fmla="*/ 172768 h 3780613"/>
              <a:gd name="connsiteX14" fmla="*/ 6248992 w 6848879"/>
              <a:gd name="connsiteY14" fmla="*/ 428302 h 3780613"/>
              <a:gd name="connsiteX15" fmla="*/ 6410214 w 6848879"/>
              <a:gd name="connsiteY15" fmla="*/ 623187 h 3780613"/>
              <a:gd name="connsiteX16" fmla="*/ 6562614 w 6848879"/>
              <a:gd name="connsiteY16" fmla="*/ 703089 h 3780613"/>
              <a:gd name="connsiteX17" fmla="*/ 6676914 w 6848879"/>
              <a:gd name="connsiteY17" fmla="*/ 674034 h 3780613"/>
              <a:gd name="connsiteX18" fmla="*/ 6706192 w 6848879"/>
              <a:gd name="connsiteY18" fmla="*/ 529995 h 3780613"/>
              <a:gd name="connsiteX19" fmla="*/ 6676915 w 6848879"/>
              <a:gd name="connsiteY19" fmla="*/ 390745 h 3780613"/>
              <a:gd name="connsiteX20" fmla="*/ 6607066 w 6848879"/>
              <a:gd name="connsiteY20" fmla="*/ 303578 h 3780613"/>
              <a:gd name="connsiteX21" fmla="*/ 6562616 w 6848879"/>
              <a:gd name="connsiteY21" fmla="*/ 194620 h 3780613"/>
              <a:gd name="connsiteX22" fmla="*/ 6543566 w 6848879"/>
              <a:gd name="connsiteY22" fmla="*/ 27550 h 3780613"/>
              <a:gd name="connsiteX23" fmla="*/ 6689615 w 6848879"/>
              <a:gd name="connsiteY23" fmla="*/ 13025 h 3780613"/>
              <a:gd name="connsiteX24" fmla="*/ 6841658 w 6848879"/>
              <a:gd name="connsiteY24" fmla="*/ 26287 h 3780613"/>
              <a:gd name="connsiteX25" fmla="*/ 6822966 w 6848879"/>
              <a:gd name="connsiteY25" fmla="*/ 252730 h 3780613"/>
              <a:gd name="connsiteX26" fmla="*/ 6778516 w 6848879"/>
              <a:gd name="connsiteY26" fmla="*/ 405271 h 3780613"/>
              <a:gd name="connsiteX27" fmla="*/ 6765815 w 6848879"/>
              <a:gd name="connsiteY27" fmla="*/ 659506 h 3780613"/>
              <a:gd name="connsiteX28" fmla="*/ 6689615 w 6848879"/>
              <a:gd name="connsiteY28" fmla="*/ 775729 h 3780613"/>
              <a:gd name="connsiteX29" fmla="*/ 6579192 w 6848879"/>
              <a:gd name="connsiteY29" fmla="*/ 797321 h 3780613"/>
              <a:gd name="connsiteX30" fmla="*/ 6365407 w 6848879"/>
              <a:gd name="connsiteY30" fmla="*/ 712560 h 3780613"/>
              <a:gd name="connsiteX31" fmla="*/ 6099065 w 6848879"/>
              <a:gd name="connsiteY31" fmla="*/ 398005 h 3780613"/>
              <a:gd name="connsiteX32" fmla="*/ 5861642 w 6848879"/>
              <a:gd name="connsiteY32" fmla="*/ 276774 h 3780613"/>
              <a:gd name="connsiteX33" fmla="*/ 5537792 w 6848879"/>
              <a:gd name="connsiteY33" fmla="*/ 257389 h 3780613"/>
              <a:gd name="connsiteX34" fmla="*/ 5355758 w 6848879"/>
              <a:gd name="connsiteY34" fmla="*/ 333589 h 3780613"/>
              <a:gd name="connsiteX35" fmla="*/ 5237225 w 6848879"/>
              <a:gd name="connsiteY35" fmla="*/ 452121 h 3780613"/>
              <a:gd name="connsiteX36" fmla="*/ 5025558 w 6848879"/>
              <a:gd name="connsiteY36" fmla="*/ 833121 h 3780613"/>
              <a:gd name="connsiteX37" fmla="*/ 4847758 w 6848879"/>
              <a:gd name="connsiteY37" fmla="*/ 985522 h 3780613"/>
              <a:gd name="connsiteX38" fmla="*/ 4435566 w 6848879"/>
              <a:gd name="connsiteY38" fmla="*/ 1018010 h 3780613"/>
              <a:gd name="connsiteX39" fmla="*/ 3766744 w 6848879"/>
              <a:gd name="connsiteY39" fmla="*/ 857442 h 3780613"/>
              <a:gd name="connsiteX40" fmla="*/ 3377933 w 6848879"/>
              <a:gd name="connsiteY40" fmla="*/ 831937 h 3780613"/>
              <a:gd name="connsiteX41" fmla="*/ 2709526 w 6848879"/>
              <a:gd name="connsiteY41" fmla="*/ 1324293 h 3780613"/>
              <a:gd name="connsiteX42" fmla="*/ 2031121 w 6848879"/>
              <a:gd name="connsiteY42" fmla="*/ 1975179 h 3780613"/>
              <a:gd name="connsiteX43" fmla="*/ 1284049 w 6848879"/>
              <a:gd name="connsiteY43" fmla="*/ 2775352 h 3780613"/>
              <a:gd name="connsiteX44" fmla="*/ 604400 w 6848879"/>
              <a:gd name="connsiteY44" fmla="*/ 3662431 h 3780613"/>
              <a:gd name="connsiteX45" fmla="*/ 245855 w 6848879"/>
              <a:gd name="connsiteY45" fmla="*/ 3762469 h 3780613"/>
              <a:gd name="connsiteX46" fmla="*/ 42710 w 6848879"/>
              <a:gd name="connsiteY46" fmla="*/ 3609906 h 3780613"/>
              <a:gd name="connsiteX47" fmla="*/ 0 w 6848879"/>
              <a:gd name="connsiteY47" fmla="*/ 3204689 h 3780613"/>
              <a:gd name="connsiteX48" fmla="*/ 13514 w 6848879"/>
              <a:gd name="connsiteY48" fmla="*/ 2344412 h 3780613"/>
              <a:gd name="connsiteX49" fmla="*/ 34724 w 6848879"/>
              <a:gd name="connsiteY49" fmla="*/ 1861782 h 3780613"/>
              <a:gd name="connsiteX0" fmla="*/ 34724 w 6848879"/>
              <a:gd name="connsiteY0" fmla="*/ 1861782 h 3788646"/>
              <a:gd name="connsiteX1" fmla="*/ 42710 w 6848879"/>
              <a:gd name="connsiteY1" fmla="*/ 1750362 h 3788646"/>
              <a:gd name="connsiteX2" fmla="*/ 130745 w 6848879"/>
              <a:gd name="connsiteY2" fmla="*/ 1750546 h 3788646"/>
              <a:gd name="connsiteX3" fmla="*/ 113830 w 6848879"/>
              <a:gd name="connsiteY3" fmla="*/ 2035104 h 3788646"/>
              <a:gd name="connsiteX4" fmla="*/ 100265 w 6848879"/>
              <a:gd name="connsiteY4" fmla="*/ 2796999 h 3788646"/>
              <a:gd name="connsiteX5" fmla="*/ 124591 w 6848879"/>
              <a:gd name="connsiteY5" fmla="*/ 3584555 h 3788646"/>
              <a:gd name="connsiteX6" fmla="*/ 576446 w 6848879"/>
              <a:gd name="connsiteY6" fmla="*/ 3567731 h 3788646"/>
              <a:gd name="connsiteX7" fmla="*/ 1087121 w 6848879"/>
              <a:gd name="connsiteY7" fmla="*/ 2846852 h 3788646"/>
              <a:gd name="connsiteX8" fmla="*/ 1905267 w 6848879"/>
              <a:gd name="connsiteY8" fmla="*/ 1955005 h 3788646"/>
              <a:gd name="connsiteX9" fmla="*/ 2541127 w 6848879"/>
              <a:gd name="connsiteY9" fmla="*/ 1341877 h 3788646"/>
              <a:gd name="connsiteX10" fmla="*/ 3386501 w 6848879"/>
              <a:gd name="connsiteY10" fmla="*/ 736610 h 3788646"/>
              <a:gd name="connsiteX11" fmla="*/ 4754625 w 6848879"/>
              <a:gd name="connsiteY11" fmla="*/ 909322 h 3788646"/>
              <a:gd name="connsiteX12" fmla="*/ 5254158 w 6848879"/>
              <a:gd name="connsiteY12" fmla="*/ 274322 h 3788646"/>
              <a:gd name="connsiteX13" fmla="*/ 5819309 w 6848879"/>
              <a:gd name="connsiteY13" fmla="*/ 172768 h 3788646"/>
              <a:gd name="connsiteX14" fmla="*/ 6248992 w 6848879"/>
              <a:gd name="connsiteY14" fmla="*/ 428302 h 3788646"/>
              <a:gd name="connsiteX15" fmla="*/ 6410214 w 6848879"/>
              <a:gd name="connsiteY15" fmla="*/ 623187 h 3788646"/>
              <a:gd name="connsiteX16" fmla="*/ 6562614 w 6848879"/>
              <a:gd name="connsiteY16" fmla="*/ 703089 h 3788646"/>
              <a:gd name="connsiteX17" fmla="*/ 6676914 w 6848879"/>
              <a:gd name="connsiteY17" fmla="*/ 674034 h 3788646"/>
              <a:gd name="connsiteX18" fmla="*/ 6706192 w 6848879"/>
              <a:gd name="connsiteY18" fmla="*/ 529995 h 3788646"/>
              <a:gd name="connsiteX19" fmla="*/ 6676915 w 6848879"/>
              <a:gd name="connsiteY19" fmla="*/ 390745 h 3788646"/>
              <a:gd name="connsiteX20" fmla="*/ 6607066 w 6848879"/>
              <a:gd name="connsiteY20" fmla="*/ 303578 h 3788646"/>
              <a:gd name="connsiteX21" fmla="*/ 6562616 w 6848879"/>
              <a:gd name="connsiteY21" fmla="*/ 194620 h 3788646"/>
              <a:gd name="connsiteX22" fmla="*/ 6543566 w 6848879"/>
              <a:gd name="connsiteY22" fmla="*/ 27550 h 3788646"/>
              <a:gd name="connsiteX23" fmla="*/ 6689615 w 6848879"/>
              <a:gd name="connsiteY23" fmla="*/ 13025 h 3788646"/>
              <a:gd name="connsiteX24" fmla="*/ 6841658 w 6848879"/>
              <a:gd name="connsiteY24" fmla="*/ 26287 h 3788646"/>
              <a:gd name="connsiteX25" fmla="*/ 6822966 w 6848879"/>
              <a:gd name="connsiteY25" fmla="*/ 252730 h 3788646"/>
              <a:gd name="connsiteX26" fmla="*/ 6778516 w 6848879"/>
              <a:gd name="connsiteY26" fmla="*/ 405271 h 3788646"/>
              <a:gd name="connsiteX27" fmla="*/ 6765815 w 6848879"/>
              <a:gd name="connsiteY27" fmla="*/ 659506 h 3788646"/>
              <a:gd name="connsiteX28" fmla="*/ 6689615 w 6848879"/>
              <a:gd name="connsiteY28" fmla="*/ 775729 h 3788646"/>
              <a:gd name="connsiteX29" fmla="*/ 6579192 w 6848879"/>
              <a:gd name="connsiteY29" fmla="*/ 797321 h 3788646"/>
              <a:gd name="connsiteX30" fmla="*/ 6365407 w 6848879"/>
              <a:gd name="connsiteY30" fmla="*/ 712560 h 3788646"/>
              <a:gd name="connsiteX31" fmla="*/ 6099065 w 6848879"/>
              <a:gd name="connsiteY31" fmla="*/ 398005 h 3788646"/>
              <a:gd name="connsiteX32" fmla="*/ 5861642 w 6848879"/>
              <a:gd name="connsiteY32" fmla="*/ 276774 h 3788646"/>
              <a:gd name="connsiteX33" fmla="*/ 5537792 w 6848879"/>
              <a:gd name="connsiteY33" fmla="*/ 257389 h 3788646"/>
              <a:gd name="connsiteX34" fmla="*/ 5355758 w 6848879"/>
              <a:gd name="connsiteY34" fmla="*/ 333589 h 3788646"/>
              <a:gd name="connsiteX35" fmla="*/ 5237225 w 6848879"/>
              <a:gd name="connsiteY35" fmla="*/ 452121 h 3788646"/>
              <a:gd name="connsiteX36" fmla="*/ 5025558 w 6848879"/>
              <a:gd name="connsiteY36" fmla="*/ 833121 h 3788646"/>
              <a:gd name="connsiteX37" fmla="*/ 4847758 w 6848879"/>
              <a:gd name="connsiteY37" fmla="*/ 985522 h 3788646"/>
              <a:gd name="connsiteX38" fmla="*/ 4435566 w 6848879"/>
              <a:gd name="connsiteY38" fmla="*/ 1018010 h 3788646"/>
              <a:gd name="connsiteX39" fmla="*/ 3766744 w 6848879"/>
              <a:gd name="connsiteY39" fmla="*/ 857442 h 3788646"/>
              <a:gd name="connsiteX40" fmla="*/ 3377933 w 6848879"/>
              <a:gd name="connsiteY40" fmla="*/ 831937 h 3788646"/>
              <a:gd name="connsiteX41" fmla="*/ 2709526 w 6848879"/>
              <a:gd name="connsiteY41" fmla="*/ 1324293 h 3788646"/>
              <a:gd name="connsiteX42" fmla="*/ 2031121 w 6848879"/>
              <a:gd name="connsiteY42" fmla="*/ 1975179 h 3788646"/>
              <a:gd name="connsiteX43" fmla="*/ 1284049 w 6848879"/>
              <a:gd name="connsiteY43" fmla="*/ 2775352 h 3788646"/>
              <a:gd name="connsiteX44" fmla="*/ 604400 w 6848879"/>
              <a:gd name="connsiteY44" fmla="*/ 3662431 h 3788646"/>
              <a:gd name="connsiteX45" fmla="*/ 250935 w 6848879"/>
              <a:gd name="connsiteY45" fmla="*/ 3774092 h 3788646"/>
              <a:gd name="connsiteX46" fmla="*/ 42710 w 6848879"/>
              <a:gd name="connsiteY46" fmla="*/ 3609906 h 3788646"/>
              <a:gd name="connsiteX47" fmla="*/ 0 w 6848879"/>
              <a:gd name="connsiteY47" fmla="*/ 3204689 h 3788646"/>
              <a:gd name="connsiteX48" fmla="*/ 13514 w 6848879"/>
              <a:gd name="connsiteY48" fmla="*/ 2344412 h 3788646"/>
              <a:gd name="connsiteX49" fmla="*/ 34724 w 6848879"/>
              <a:gd name="connsiteY49" fmla="*/ 1861782 h 3788646"/>
              <a:gd name="connsiteX0" fmla="*/ 34724 w 6848879"/>
              <a:gd name="connsiteY0" fmla="*/ 1861782 h 3797239"/>
              <a:gd name="connsiteX1" fmla="*/ 42710 w 6848879"/>
              <a:gd name="connsiteY1" fmla="*/ 1750362 h 3797239"/>
              <a:gd name="connsiteX2" fmla="*/ 130745 w 6848879"/>
              <a:gd name="connsiteY2" fmla="*/ 1750546 h 3797239"/>
              <a:gd name="connsiteX3" fmla="*/ 113830 w 6848879"/>
              <a:gd name="connsiteY3" fmla="*/ 2035104 h 3797239"/>
              <a:gd name="connsiteX4" fmla="*/ 100265 w 6848879"/>
              <a:gd name="connsiteY4" fmla="*/ 2796999 h 3797239"/>
              <a:gd name="connsiteX5" fmla="*/ 124591 w 6848879"/>
              <a:gd name="connsiteY5" fmla="*/ 3584555 h 3797239"/>
              <a:gd name="connsiteX6" fmla="*/ 576446 w 6848879"/>
              <a:gd name="connsiteY6" fmla="*/ 3567731 h 3797239"/>
              <a:gd name="connsiteX7" fmla="*/ 1087121 w 6848879"/>
              <a:gd name="connsiteY7" fmla="*/ 2846852 h 3797239"/>
              <a:gd name="connsiteX8" fmla="*/ 1905267 w 6848879"/>
              <a:gd name="connsiteY8" fmla="*/ 1955005 h 3797239"/>
              <a:gd name="connsiteX9" fmla="*/ 2541127 w 6848879"/>
              <a:gd name="connsiteY9" fmla="*/ 1341877 h 3797239"/>
              <a:gd name="connsiteX10" fmla="*/ 3386501 w 6848879"/>
              <a:gd name="connsiteY10" fmla="*/ 736610 h 3797239"/>
              <a:gd name="connsiteX11" fmla="*/ 4754625 w 6848879"/>
              <a:gd name="connsiteY11" fmla="*/ 909322 h 3797239"/>
              <a:gd name="connsiteX12" fmla="*/ 5254158 w 6848879"/>
              <a:gd name="connsiteY12" fmla="*/ 274322 h 3797239"/>
              <a:gd name="connsiteX13" fmla="*/ 5819309 w 6848879"/>
              <a:gd name="connsiteY13" fmla="*/ 172768 h 3797239"/>
              <a:gd name="connsiteX14" fmla="*/ 6248992 w 6848879"/>
              <a:gd name="connsiteY14" fmla="*/ 428302 h 3797239"/>
              <a:gd name="connsiteX15" fmla="*/ 6410214 w 6848879"/>
              <a:gd name="connsiteY15" fmla="*/ 623187 h 3797239"/>
              <a:gd name="connsiteX16" fmla="*/ 6562614 w 6848879"/>
              <a:gd name="connsiteY16" fmla="*/ 703089 h 3797239"/>
              <a:gd name="connsiteX17" fmla="*/ 6676914 w 6848879"/>
              <a:gd name="connsiteY17" fmla="*/ 674034 h 3797239"/>
              <a:gd name="connsiteX18" fmla="*/ 6706192 w 6848879"/>
              <a:gd name="connsiteY18" fmla="*/ 529995 h 3797239"/>
              <a:gd name="connsiteX19" fmla="*/ 6676915 w 6848879"/>
              <a:gd name="connsiteY19" fmla="*/ 390745 h 3797239"/>
              <a:gd name="connsiteX20" fmla="*/ 6607066 w 6848879"/>
              <a:gd name="connsiteY20" fmla="*/ 303578 h 3797239"/>
              <a:gd name="connsiteX21" fmla="*/ 6562616 w 6848879"/>
              <a:gd name="connsiteY21" fmla="*/ 194620 h 3797239"/>
              <a:gd name="connsiteX22" fmla="*/ 6543566 w 6848879"/>
              <a:gd name="connsiteY22" fmla="*/ 27550 h 3797239"/>
              <a:gd name="connsiteX23" fmla="*/ 6689615 w 6848879"/>
              <a:gd name="connsiteY23" fmla="*/ 13025 h 3797239"/>
              <a:gd name="connsiteX24" fmla="*/ 6841658 w 6848879"/>
              <a:gd name="connsiteY24" fmla="*/ 26287 h 3797239"/>
              <a:gd name="connsiteX25" fmla="*/ 6822966 w 6848879"/>
              <a:gd name="connsiteY25" fmla="*/ 252730 h 3797239"/>
              <a:gd name="connsiteX26" fmla="*/ 6778516 w 6848879"/>
              <a:gd name="connsiteY26" fmla="*/ 405271 h 3797239"/>
              <a:gd name="connsiteX27" fmla="*/ 6765815 w 6848879"/>
              <a:gd name="connsiteY27" fmla="*/ 659506 h 3797239"/>
              <a:gd name="connsiteX28" fmla="*/ 6689615 w 6848879"/>
              <a:gd name="connsiteY28" fmla="*/ 775729 h 3797239"/>
              <a:gd name="connsiteX29" fmla="*/ 6579192 w 6848879"/>
              <a:gd name="connsiteY29" fmla="*/ 797321 h 3797239"/>
              <a:gd name="connsiteX30" fmla="*/ 6365407 w 6848879"/>
              <a:gd name="connsiteY30" fmla="*/ 712560 h 3797239"/>
              <a:gd name="connsiteX31" fmla="*/ 6099065 w 6848879"/>
              <a:gd name="connsiteY31" fmla="*/ 398005 h 3797239"/>
              <a:gd name="connsiteX32" fmla="*/ 5861642 w 6848879"/>
              <a:gd name="connsiteY32" fmla="*/ 276774 h 3797239"/>
              <a:gd name="connsiteX33" fmla="*/ 5537792 w 6848879"/>
              <a:gd name="connsiteY33" fmla="*/ 257389 h 3797239"/>
              <a:gd name="connsiteX34" fmla="*/ 5355758 w 6848879"/>
              <a:gd name="connsiteY34" fmla="*/ 333589 h 3797239"/>
              <a:gd name="connsiteX35" fmla="*/ 5237225 w 6848879"/>
              <a:gd name="connsiteY35" fmla="*/ 452121 h 3797239"/>
              <a:gd name="connsiteX36" fmla="*/ 5025558 w 6848879"/>
              <a:gd name="connsiteY36" fmla="*/ 833121 h 3797239"/>
              <a:gd name="connsiteX37" fmla="*/ 4847758 w 6848879"/>
              <a:gd name="connsiteY37" fmla="*/ 985522 h 3797239"/>
              <a:gd name="connsiteX38" fmla="*/ 4435566 w 6848879"/>
              <a:gd name="connsiteY38" fmla="*/ 1018010 h 3797239"/>
              <a:gd name="connsiteX39" fmla="*/ 3766744 w 6848879"/>
              <a:gd name="connsiteY39" fmla="*/ 857442 h 3797239"/>
              <a:gd name="connsiteX40" fmla="*/ 3377933 w 6848879"/>
              <a:gd name="connsiteY40" fmla="*/ 831937 h 3797239"/>
              <a:gd name="connsiteX41" fmla="*/ 2709526 w 6848879"/>
              <a:gd name="connsiteY41" fmla="*/ 1324293 h 3797239"/>
              <a:gd name="connsiteX42" fmla="*/ 2031121 w 6848879"/>
              <a:gd name="connsiteY42" fmla="*/ 1975179 h 3797239"/>
              <a:gd name="connsiteX43" fmla="*/ 1284049 w 6848879"/>
              <a:gd name="connsiteY43" fmla="*/ 2775352 h 3797239"/>
              <a:gd name="connsiteX44" fmla="*/ 604400 w 6848879"/>
              <a:gd name="connsiteY44" fmla="*/ 3662431 h 3797239"/>
              <a:gd name="connsiteX45" fmla="*/ 316975 w 6848879"/>
              <a:gd name="connsiteY45" fmla="*/ 3785714 h 3797239"/>
              <a:gd name="connsiteX46" fmla="*/ 42710 w 6848879"/>
              <a:gd name="connsiteY46" fmla="*/ 3609906 h 3797239"/>
              <a:gd name="connsiteX47" fmla="*/ 0 w 6848879"/>
              <a:gd name="connsiteY47" fmla="*/ 3204689 h 3797239"/>
              <a:gd name="connsiteX48" fmla="*/ 13514 w 6848879"/>
              <a:gd name="connsiteY48" fmla="*/ 2344412 h 3797239"/>
              <a:gd name="connsiteX49" fmla="*/ 34724 w 6848879"/>
              <a:gd name="connsiteY49" fmla="*/ 1861782 h 3797239"/>
              <a:gd name="connsiteX0" fmla="*/ 34724 w 6848879"/>
              <a:gd name="connsiteY0" fmla="*/ 1861782 h 3785714"/>
              <a:gd name="connsiteX1" fmla="*/ 42710 w 6848879"/>
              <a:gd name="connsiteY1" fmla="*/ 1750362 h 3785714"/>
              <a:gd name="connsiteX2" fmla="*/ 130745 w 6848879"/>
              <a:gd name="connsiteY2" fmla="*/ 1750546 h 3785714"/>
              <a:gd name="connsiteX3" fmla="*/ 113830 w 6848879"/>
              <a:gd name="connsiteY3" fmla="*/ 2035104 h 3785714"/>
              <a:gd name="connsiteX4" fmla="*/ 100265 w 6848879"/>
              <a:gd name="connsiteY4" fmla="*/ 2796999 h 3785714"/>
              <a:gd name="connsiteX5" fmla="*/ 124591 w 6848879"/>
              <a:gd name="connsiteY5" fmla="*/ 3584555 h 3785714"/>
              <a:gd name="connsiteX6" fmla="*/ 576446 w 6848879"/>
              <a:gd name="connsiteY6" fmla="*/ 3567731 h 3785714"/>
              <a:gd name="connsiteX7" fmla="*/ 1087121 w 6848879"/>
              <a:gd name="connsiteY7" fmla="*/ 2846852 h 3785714"/>
              <a:gd name="connsiteX8" fmla="*/ 1905267 w 6848879"/>
              <a:gd name="connsiteY8" fmla="*/ 1955005 h 3785714"/>
              <a:gd name="connsiteX9" fmla="*/ 2541127 w 6848879"/>
              <a:gd name="connsiteY9" fmla="*/ 1341877 h 3785714"/>
              <a:gd name="connsiteX10" fmla="*/ 3386501 w 6848879"/>
              <a:gd name="connsiteY10" fmla="*/ 736610 h 3785714"/>
              <a:gd name="connsiteX11" fmla="*/ 4754625 w 6848879"/>
              <a:gd name="connsiteY11" fmla="*/ 909322 h 3785714"/>
              <a:gd name="connsiteX12" fmla="*/ 5254158 w 6848879"/>
              <a:gd name="connsiteY12" fmla="*/ 274322 h 3785714"/>
              <a:gd name="connsiteX13" fmla="*/ 5819309 w 6848879"/>
              <a:gd name="connsiteY13" fmla="*/ 172768 h 3785714"/>
              <a:gd name="connsiteX14" fmla="*/ 6248992 w 6848879"/>
              <a:gd name="connsiteY14" fmla="*/ 428302 h 3785714"/>
              <a:gd name="connsiteX15" fmla="*/ 6410214 w 6848879"/>
              <a:gd name="connsiteY15" fmla="*/ 623187 h 3785714"/>
              <a:gd name="connsiteX16" fmla="*/ 6562614 w 6848879"/>
              <a:gd name="connsiteY16" fmla="*/ 703089 h 3785714"/>
              <a:gd name="connsiteX17" fmla="*/ 6676914 w 6848879"/>
              <a:gd name="connsiteY17" fmla="*/ 674034 h 3785714"/>
              <a:gd name="connsiteX18" fmla="*/ 6706192 w 6848879"/>
              <a:gd name="connsiteY18" fmla="*/ 529995 h 3785714"/>
              <a:gd name="connsiteX19" fmla="*/ 6676915 w 6848879"/>
              <a:gd name="connsiteY19" fmla="*/ 390745 h 3785714"/>
              <a:gd name="connsiteX20" fmla="*/ 6607066 w 6848879"/>
              <a:gd name="connsiteY20" fmla="*/ 303578 h 3785714"/>
              <a:gd name="connsiteX21" fmla="*/ 6562616 w 6848879"/>
              <a:gd name="connsiteY21" fmla="*/ 194620 h 3785714"/>
              <a:gd name="connsiteX22" fmla="*/ 6543566 w 6848879"/>
              <a:gd name="connsiteY22" fmla="*/ 27550 h 3785714"/>
              <a:gd name="connsiteX23" fmla="*/ 6689615 w 6848879"/>
              <a:gd name="connsiteY23" fmla="*/ 13025 h 3785714"/>
              <a:gd name="connsiteX24" fmla="*/ 6841658 w 6848879"/>
              <a:gd name="connsiteY24" fmla="*/ 26287 h 3785714"/>
              <a:gd name="connsiteX25" fmla="*/ 6822966 w 6848879"/>
              <a:gd name="connsiteY25" fmla="*/ 252730 h 3785714"/>
              <a:gd name="connsiteX26" fmla="*/ 6778516 w 6848879"/>
              <a:gd name="connsiteY26" fmla="*/ 405271 h 3785714"/>
              <a:gd name="connsiteX27" fmla="*/ 6765815 w 6848879"/>
              <a:gd name="connsiteY27" fmla="*/ 659506 h 3785714"/>
              <a:gd name="connsiteX28" fmla="*/ 6689615 w 6848879"/>
              <a:gd name="connsiteY28" fmla="*/ 775729 h 3785714"/>
              <a:gd name="connsiteX29" fmla="*/ 6579192 w 6848879"/>
              <a:gd name="connsiteY29" fmla="*/ 797321 h 3785714"/>
              <a:gd name="connsiteX30" fmla="*/ 6365407 w 6848879"/>
              <a:gd name="connsiteY30" fmla="*/ 712560 h 3785714"/>
              <a:gd name="connsiteX31" fmla="*/ 6099065 w 6848879"/>
              <a:gd name="connsiteY31" fmla="*/ 398005 h 3785714"/>
              <a:gd name="connsiteX32" fmla="*/ 5861642 w 6848879"/>
              <a:gd name="connsiteY32" fmla="*/ 276774 h 3785714"/>
              <a:gd name="connsiteX33" fmla="*/ 5537792 w 6848879"/>
              <a:gd name="connsiteY33" fmla="*/ 257389 h 3785714"/>
              <a:gd name="connsiteX34" fmla="*/ 5355758 w 6848879"/>
              <a:gd name="connsiteY34" fmla="*/ 333589 h 3785714"/>
              <a:gd name="connsiteX35" fmla="*/ 5237225 w 6848879"/>
              <a:gd name="connsiteY35" fmla="*/ 452121 h 3785714"/>
              <a:gd name="connsiteX36" fmla="*/ 5025558 w 6848879"/>
              <a:gd name="connsiteY36" fmla="*/ 833121 h 3785714"/>
              <a:gd name="connsiteX37" fmla="*/ 4847758 w 6848879"/>
              <a:gd name="connsiteY37" fmla="*/ 985522 h 3785714"/>
              <a:gd name="connsiteX38" fmla="*/ 4435566 w 6848879"/>
              <a:gd name="connsiteY38" fmla="*/ 1018010 h 3785714"/>
              <a:gd name="connsiteX39" fmla="*/ 3766744 w 6848879"/>
              <a:gd name="connsiteY39" fmla="*/ 857442 h 3785714"/>
              <a:gd name="connsiteX40" fmla="*/ 3377933 w 6848879"/>
              <a:gd name="connsiteY40" fmla="*/ 831937 h 3785714"/>
              <a:gd name="connsiteX41" fmla="*/ 2709526 w 6848879"/>
              <a:gd name="connsiteY41" fmla="*/ 1324293 h 3785714"/>
              <a:gd name="connsiteX42" fmla="*/ 2031121 w 6848879"/>
              <a:gd name="connsiteY42" fmla="*/ 1975179 h 3785714"/>
              <a:gd name="connsiteX43" fmla="*/ 1284049 w 6848879"/>
              <a:gd name="connsiteY43" fmla="*/ 2775352 h 3785714"/>
              <a:gd name="connsiteX44" fmla="*/ 604400 w 6848879"/>
              <a:gd name="connsiteY44" fmla="*/ 3662431 h 3785714"/>
              <a:gd name="connsiteX45" fmla="*/ 316975 w 6848879"/>
              <a:gd name="connsiteY45" fmla="*/ 3785714 h 3785714"/>
              <a:gd name="connsiteX46" fmla="*/ 42710 w 6848879"/>
              <a:gd name="connsiteY46" fmla="*/ 3609906 h 3785714"/>
              <a:gd name="connsiteX47" fmla="*/ 0 w 6848879"/>
              <a:gd name="connsiteY47" fmla="*/ 3204689 h 3785714"/>
              <a:gd name="connsiteX48" fmla="*/ 13514 w 6848879"/>
              <a:gd name="connsiteY48" fmla="*/ 2344412 h 3785714"/>
              <a:gd name="connsiteX49" fmla="*/ 34724 w 6848879"/>
              <a:gd name="connsiteY49" fmla="*/ 1861782 h 3785714"/>
              <a:gd name="connsiteX0" fmla="*/ 34724 w 6848879"/>
              <a:gd name="connsiteY0" fmla="*/ 1861782 h 3785714"/>
              <a:gd name="connsiteX1" fmla="*/ 42710 w 6848879"/>
              <a:gd name="connsiteY1" fmla="*/ 1750362 h 3785714"/>
              <a:gd name="connsiteX2" fmla="*/ 130745 w 6848879"/>
              <a:gd name="connsiteY2" fmla="*/ 1750546 h 3785714"/>
              <a:gd name="connsiteX3" fmla="*/ 113830 w 6848879"/>
              <a:gd name="connsiteY3" fmla="*/ 2035104 h 3785714"/>
              <a:gd name="connsiteX4" fmla="*/ 100265 w 6848879"/>
              <a:gd name="connsiteY4" fmla="*/ 2796999 h 3785714"/>
              <a:gd name="connsiteX5" fmla="*/ 124591 w 6848879"/>
              <a:gd name="connsiteY5" fmla="*/ 3584555 h 3785714"/>
              <a:gd name="connsiteX6" fmla="*/ 576446 w 6848879"/>
              <a:gd name="connsiteY6" fmla="*/ 3567731 h 3785714"/>
              <a:gd name="connsiteX7" fmla="*/ 1087121 w 6848879"/>
              <a:gd name="connsiteY7" fmla="*/ 2846852 h 3785714"/>
              <a:gd name="connsiteX8" fmla="*/ 1905267 w 6848879"/>
              <a:gd name="connsiteY8" fmla="*/ 1955005 h 3785714"/>
              <a:gd name="connsiteX9" fmla="*/ 2541127 w 6848879"/>
              <a:gd name="connsiteY9" fmla="*/ 1341877 h 3785714"/>
              <a:gd name="connsiteX10" fmla="*/ 3386501 w 6848879"/>
              <a:gd name="connsiteY10" fmla="*/ 736610 h 3785714"/>
              <a:gd name="connsiteX11" fmla="*/ 4754625 w 6848879"/>
              <a:gd name="connsiteY11" fmla="*/ 909322 h 3785714"/>
              <a:gd name="connsiteX12" fmla="*/ 5254158 w 6848879"/>
              <a:gd name="connsiteY12" fmla="*/ 274322 h 3785714"/>
              <a:gd name="connsiteX13" fmla="*/ 5819309 w 6848879"/>
              <a:gd name="connsiteY13" fmla="*/ 172768 h 3785714"/>
              <a:gd name="connsiteX14" fmla="*/ 6248992 w 6848879"/>
              <a:gd name="connsiteY14" fmla="*/ 428302 h 3785714"/>
              <a:gd name="connsiteX15" fmla="*/ 6410214 w 6848879"/>
              <a:gd name="connsiteY15" fmla="*/ 623187 h 3785714"/>
              <a:gd name="connsiteX16" fmla="*/ 6562614 w 6848879"/>
              <a:gd name="connsiteY16" fmla="*/ 703089 h 3785714"/>
              <a:gd name="connsiteX17" fmla="*/ 6676914 w 6848879"/>
              <a:gd name="connsiteY17" fmla="*/ 674034 h 3785714"/>
              <a:gd name="connsiteX18" fmla="*/ 6706192 w 6848879"/>
              <a:gd name="connsiteY18" fmla="*/ 529995 h 3785714"/>
              <a:gd name="connsiteX19" fmla="*/ 6676915 w 6848879"/>
              <a:gd name="connsiteY19" fmla="*/ 390745 h 3785714"/>
              <a:gd name="connsiteX20" fmla="*/ 6607066 w 6848879"/>
              <a:gd name="connsiteY20" fmla="*/ 303578 h 3785714"/>
              <a:gd name="connsiteX21" fmla="*/ 6562616 w 6848879"/>
              <a:gd name="connsiteY21" fmla="*/ 194620 h 3785714"/>
              <a:gd name="connsiteX22" fmla="*/ 6543566 w 6848879"/>
              <a:gd name="connsiteY22" fmla="*/ 27550 h 3785714"/>
              <a:gd name="connsiteX23" fmla="*/ 6689615 w 6848879"/>
              <a:gd name="connsiteY23" fmla="*/ 13025 h 3785714"/>
              <a:gd name="connsiteX24" fmla="*/ 6841658 w 6848879"/>
              <a:gd name="connsiteY24" fmla="*/ 26287 h 3785714"/>
              <a:gd name="connsiteX25" fmla="*/ 6822966 w 6848879"/>
              <a:gd name="connsiteY25" fmla="*/ 252730 h 3785714"/>
              <a:gd name="connsiteX26" fmla="*/ 6778516 w 6848879"/>
              <a:gd name="connsiteY26" fmla="*/ 405271 h 3785714"/>
              <a:gd name="connsiteX27" fmla="*/ 6765815 w 6848879"/>
              <a:gd name="connsiteY27" fmla="*/ 659506 h 3785714"/>
              <a:gd name="connsiteX28" fmla="*/ 6689615 w 6848879"/>
              <a:gd name="connsiteY28" fmla="*/ 775729 h 3785714"/>
              <a:gd name="connsiteX29" fmla="*/ 6579192 w 6848879"/>
              <a:gd name="connsiteY29" fmla="*/ 797321 h 3785714"/>
              <a:gd name="connsiteX30" fmla="*/ 6365407 w 6848879"/>
              <a:gd name="connsiteY30" fmla="*/ 712560 h 3785714"/>
              <a:gd name="connsiteX31" fmla="*/ 6099065 w 6848879"/>
              <a:gd name="connsiteY31" fmla="*/ 398005 h 3785714"/>
              <a:gd name="connsiteX32" fmla="*/ 5861642 w 6848879"/>
              <a:gd name="connsiteY32" fmla="*/ 276774 h 3785714"/>
              <a:gd name="connsiteX33" fmla="*/ 5537792 w 6848879"/>
              <a:gd name="connsiteY33" fmla="*/ 257389 h 3785714"/>
              <a:gd name="connsiteX34" fmla="*/ 5355758 w 6848879"/>
              <a:gd name="connsiteY34" fmla="*/ 333589 h 3785714"/>
              <a:gd name="connsiteX35" fmla="*/ 5237225 w 6848879"/>
              <a:gd name="connsiteY35" fmla="*/ 452121 h 3785714"/>
              <a:gd name="connsiteX36" fmla="*/ 5025558 w 6848879"/>
              <a:gd name="connsiteY36" fmla="*/ 833121 h 3785714"/>
              <a:gd name="connsiteX37" fmla="*/ 4847758 w 6848879"/>
              <a:gd name="connsiteY37" fmla="*/ 985522 h 3785714"/>
              <a:gd name="connsiteX38" fmla="*/ 4435566 w 6848879"/>
              <a:gd name="connsiteY38" fmla="*/ 1018010 h 3785714"/>
              <a:gd name="connsiteX39" fmla="*/ 3766744 w 6848879"/>
              <a:gd name="connsiteY39" fmla="*/ 857442 h 3785714"/>
              <a:gd name="connsiteX40" fmla="*/ 3377933 w 6848879"/>
              <a:gd name="connsiteY40" fmla="*/ 831937 h 3785714"/>
              <a:gd name="connsiteX41" fmla="*/ 2709526 w 6848879"/>
              <a:gd name="connsiteY41" fmla="*/ 1324293 h 3785714"/>
              <a:gd name="connsiteX42" fmla="*/ 2031121 w 6848879"/>
              <a:gd name="connsiteY42" fmla="*/ 1975179 h 3785714"/>
              <a:gd name="connsiteX43" fmla="*/ 1284049 w 6848879"/>
              <a:gd name="connsiteY43" fmla="*/ 2775352 h 3785714"/>
              <a:gd name="connsiteX44" fmla="*/ 604400 w 6848879"/>
              <a:gd name="connsiteY44" fmla="*/ 3662431 h 3785714"/>
              <a:gd name="connsiteX45" fmla="*/ 316975 w 6848879"/>
              <a:gd name="connsiteY45" fmla="*/ 3785714 h 3785714"/>
              <a:gd name="connsiteX46" fmla="*/ 42710 w 6848879"/>
              <a:gd name="connsiteY46" fmla="*/ 3609906 h 3785714"/>
              <a:gd name="connsiteX47" fmla="*/ 0 w 6848879"/>
              <a:gd name="connsiteY47" fmla="*/ 3204689 h 3785714"/>
              <a:gd name="connsiteX48" fmla="*/ 13514 w 6848879"/>
              <a:gd name="connsiteY48" fmla="*/ 2344412 h 3785714"/>
              <a:gd name="connsiteX49" fmla="*/ 34724 w 6848879"/>
              <a:gd name="connsiteY49" fmla="*/ 1861782 h 3785714"/>
              <a:gd name="connsiteX0" fmla="*/ 34724 w 6848879"/>
              <a:gd name="connsiteY0" fmla="*/ 1861782 h 3785714"/>
              <a:gd name="connsiteX1" fmla="*/ 42710 w 6848879"/>
              <a:gd name="connsiteY1" fmla="*/ 1750362 h 3785714"/>
              <a:gd name="connsiteX2" fmla="*/ 130745 w 6848879"/>
              <a:gd name="connsiteY2" fmla="*/ 1750546 h 3785714"/>
              <a:gd name="connsiteX3" fmla="*/ 113830 w 6848879"/>
              <a:gd name="connsiteY3" fmla="*/ 2035104 h 3785714"/>
              <a:gd name="connsiteX4" fmla="*/ 100265 w 6848879"/>
              <a:gd name="connsiteY4" fmla="*/ 2796999 h 3785714"/>
              <a:gd name="connsiteX5" fmla="*/ 124591 w 6848879"/>
              <a:gd name="connsiteY5" fmla="*/ 3584555 h 3785714"/>
              <a:gd name="connsiteX6" fmla="*/ 576446 w 6848879"/>
              <a:gd name="connsiteY6" fmla="*/ 3567731 h 3785714"/>
              <a:gd name="connsiteX7" fmla="*/ 1087121 w 6848879"/>
              <a:gd name="connsiteY7" fmla="*/ 2846852 h 3785714"/>
              <a:gd name="connsiteX8" fmla="*/ 1905267 w 6848879"/>
              <a:gd name="connsiteY8" fmla="*/ 1955005 h 3785714"/>
              <a:gd name="connsiteX9" fmla="*/ 2541127 w 6848879"/>
              <a:gd name="connsiteY9" fmla="*/ 1341877 h 3785714"/>
              <a:gd name="connsiteX10" fmla="*/ 3386501 w 6848879"/>
              <a:gd name="connsiteY10" fmla="*/ 736610 h 3785714"/>
              <a:gd name="connsiteX11" fmla="*/ 4754625 w 6848879"/>
              <a:gd name="connsiteY11" fmla="*/ 909322 h 3785714"/>
              <a:gd name="connsiteX12" fmla="*/ 5254158 w 6848879"/>
              <a:gd name="connsiteY12" fmla="*/ 274322 h 3785714"/>
              <a:gd name="connsiteX13" fmla="*/ 5819309 w 6848879"/>
              <a:gd name="connsiteY13" fmla="*/ 172768 h 3785714"/>
              <a:gd name="connsiteX14" fmla="*/ 6248992 w 6848879"/>
              <a:gd name="connsiteY14" fmla="*/ 428302 h 3785714"/>
              <a:gd name="connsiteX15" fmla="*/ 6410214 w 6848879"/>
              <a:gd name="connsiteY15" fmla="*/ 623187 h 3785714"/>
              <a:gd name="connsiteX16" fmla="*/ 6562614 w 6848879"/>
              <a:gd name="connsiteY16" fmla="*/ 703089 h 3785714"/>
              <a:gd name="connsiteX17" fmla="*/ 6676914 w 6848879"/>
              <a:gd name="connsiteY17" fmla="*/ 674034 h 3785714"/>
              <a:gd name="connsiteX18" fmla="*/ 6706192 w 6848879"/>
              <a:gd name="connsiteY18" fmla="*/ 529995 h 3785714"/>
              <a:gd name="connsiteX19" fmla="*/ 6676915 w 6848879"/>
              <a:gd name="connsiteY19" fmla="*/ 390745 h 3785714"/>
              <a:gd name="connsiteX20" fmla="*/ 6607066 w 6848879"/>
              <a:gd name="connsiteY20" fmla="*/ 303578 h 3785714"/>
              <a:gd name="connsiteX21" fmla="*/ 6562616 w 6848879"/>
              <a:gd name="connsiteY21" fmla="*/ 194620 h 3785714"/>
              <a:gd name="connsiteX22" fmla="*/ 6543566 w 6848879"/>
              <a:gd name="connsiteY22" fmla="*/ 27550 h 3785714"/>
              <a:gd name="connsiteX23" fmla="*/ 6689615 w 6848879"/>
              <a:gd name="connsiteY23" fmla="*/ 13025 h 3785714"/>
              <a:gd name="connsiteX24" fmla="*/ 6841658 w 6848879"/>
              <a:gd name="connsiteY24" fmla="*/ 26287 h 3785714"/>
              <a:gd name="connsiteX25" fmla="*/ 6822966 w 6848879"/>
              <a:gd name="connsiteY25" fmla="*/ 252730 h 3785714"/>
              <a:gd name="connsiteX26" fmla="*/ 6778516 w 6848879"/>
              <a:gd name="connsiteY26" fmla="*/ 405271 h 3785714"/>
              <a:gd name="connsiteX27" fmla="*/ 6765815 w 6848879"/>
              <a:gd name="connsiteY27" fmla="*/ 659506 h 3785714"/>
              <a:gd name="connsiteX28" fmla="*/ 6689615 w 6848879"/>
              <a:gd name="connsiteY28" fmla="*/ 775729 h 3785714"/>
              <a:gd name="connsiteX29" fmla="*/ 6579192 w 6848879"/>
              <a:gd name="connsiteY29" fmla="*/ 797321 h 3785714"/>
              <a:gd name="connsiteX30" fmla="*/ 6365407 w 6848879"/>
              <a:gd name="connsiteY30" fmla="*/ 712560 h 3785714"/>
              <a:gd name="connsiteX31" fmla="*/ 6099065 w 6848879"/>
              <a:gd name="connsiteY31" fmla="*/ 398005 h 3785714"/>
              <a:gd name="connsiteX32" fmla="*/ 5861642 w 6848879"/>
              <a:gd name="connsiteY32" fmla="*/ 276774 h 3785714"/>
              <a:gd name="connsiteX33" fmla="*/ 5537792 w 6848879"/>
              <a:gd name="connsiteY33" fmla="*/ 257389 h 3785714"/>
              <a:gd name="connsiteX34" fmla="*/ 5355758 w 6848879"/>
              <a:gd name="connsiteY34" fmla="*/ 333589 h 3785714"/>
              <a:gd name="connsiteX35" fmla="*/ 5237225 w 6848879"/>
              <a:gd name="connsiteY35" fmla="*/ 452121 h 3785714"/>
              <a:gd name="connsiteX36" fmla="*/ 5025558 w 6848879"/>
              <a:gd name="connsiteY36" fmla="*/ 833121 h 3785714"/>
              <a:gd name="connsiteX37" fmla="*/ 4847758 w 6848879"/>
              <a:gd name="connsiteY37" fmla="*/ 985522 h 3785714"/>
              <a:gd name="connsiteX38" fmla="*/ 4435566 w 6848879"/>
              <a:gd name="connsiteY38" fmla="*/ 1018010 h 3785714"/>
              <a:gd name="connsiteX39" fmla="*/ 3766744 w 6848879"/>
              <a:gd name="connsiteY39" fmla="*/ 857442 h 3785714"/>
              <a:gd name="connsiteX40" fmla="*/ 3377933 w 6848879"/>
              <a:gd name="connsiteY40" fmla="*/ 831937 h 3785714"/>
              <a:gd name="connsiteX41" fmla="*/ 2709526 w 6848879"/>
              <a:gd name="connsiteY41" fmla="*/ 1324293 h 3785714"/>
              <a:gd name="connsiteX42" fmla="*/ 2031121 w 6848879"/>
              <a:gd name="connsiteY42" fmla="*/ 1975179 h 3785714"/>
              <a:gd name="connsiteX43" fmla="*/ 1284049 w 6848879"/>
              <a:gd name="connsiteY43" fmla="*/ 2775352 h 3785714"/>
              <a:gd name="connsiteX44" fmla="*/ 604400 w 6848879"/>
              <a:gd name="connsiteY44" fmla="*/ 3662431 h 3785714"/>
              <a:gd name="connsiteX45" fmla="*/ 316975 w 6848879"/>
              <a:gd name="connsiteY45" fmla="*/ 3785714 h 3785714"/>
              <a:gd name="connsiteX46" fmla="*/ 42710 w 6848879"/>
              <a:gd name="connsiteY46" fmla="*/ 3609906 h 3785714"/>
              <a:gd name="connsiteX47" fmla="*/ 0 w 6848879"/>
              <a:gd name="connsiteY47" fmla="*/ 3204689 h 3785714"/>
              <a:gd name="connsiteX48" fmla="*/ 13514 w 6848879"/>
              <a:gd name="connsiteY48" fmla="*/ 2344412 h 3785714"/>
              <a:gd name="connsiteX49" fmla="*/ 34724 w 6848879"/>
              <a:gd name="connsiteY49" fmla="*/ 1861782 h 3785714"/>
              <a:gd name="connsiteX0" fmla="*/ 34724 w 6848879"/>
              <a:gd name="connsiteY0" fmla="*/ 1861782 h 3785714"/>
              <a:gd name="connsiteX1" fmla="*/ 42710 w 6848879"/>
              <a:gd name="connsiteY1" fmla="*/ 1750362 h 3785714"/>
              <a:gd name="connsiteX2" fmla="*/ 130745 w 6848879"/>
              <a:gd name="connsiteY2" fmla="*/ 1750546 h 3785714"/>
              <a:gd name="connsiteX3" fmla="*/ 113830 w 6848879"/>
              <a:gd name="connsiteY3" fmla="*/ 2035104 h 3785714"/>
              <a:gd name="connsiteX4" fmla="*/ 100265 w 6848879"/>
              <a:gd name="connsiteY4" fmla="*/ 2796999 h 3785714"/>
              <a:gd name="connsiteX5" fmla="*/ 124591 w 6848879"/>
              <a:gd name="connsiteY5" fmla="*/ 3584555 h 3785714"/>
              <a:gd name="connsiteX6" fmla="*/ 576446 w 6848879"/>
              <a:gd name="connsiteY6" fmla="*/ 3567731 h 3785714"/>
              <a:gd name="connsiteX7" fmla="*/ 1087121 w 6848879"/>
              <a:gd name="connsiteY7" fmla="*/ 2846852 h 3785714"/>
              <a:gd name="connsiteX8" fmla="*/ 1905267 w 6848879"/>
              <a:gd name="connsiteY8" fmla="*/ 1955005 h 3785714"/>
              <a:gd name="connsiteX9" fmla="*/ 2541127 w 6848879"/>
              <a:gd name="connsiteY9" fmla="*/ 1341877 h 3785714"/>
              <a:gd name="connsiteX10" fmla="*/ 3386501 w 6848879"/>
              <a:gd name="connsiteY10" fmla="*/ 736610 h 3785714"/>
              <a:gd name="connsiteX11" fmla="*/ 4754625 w 6848879"/>
              <a:gd name="connsiteY11" fmla="*/ 909322 h 3785714"/>
              <a:gd name="connsiteX12" fmla="*/ 5254158 w 6848879"/>
              <a:gd name="connsiteY12" fmla="*/ 274322 h 3785714"/>
              <a:gd name="connsiteX13" fmla="*/ 5819309 w 6848879"/>
              <a:gd name="connsiteY13" fmla="*/ 172768 h 3785714"/>
              <a:gd name="connsiteX14" fmla="*/ 6248992 w 6848879"/>
              <a:gd name="connsiteY14" fmla="*/ 428302 h 3785714"/>
              <a:gd name="connsiteX15" fmla="*/ 6410214 w 6848879"/>
              <a:gd name="connsiteY15" fmla="*/ 623187 h 3785714"/>
              <a:gd name="connsiteX16" fmla="*/ 6562614 w 6848879"/>
              <a:gd name="connsiteY16" fmla="*/ 703089 h 3785714"/>
              <a:gd name="connsiteX17" fmla="*/ 6676914 w 6848879"/>
              <a:gd name="connsiteY17" fmla="*/ 674034 h 3785714"/>
              <a:gd name="connsiteX18" fmla="*/ 6706192 w 6848879"/>
              <a:gd name="connsiteY18" fmla="*/ 529995 h 3785714"/>
              <a:gd name="connsiteX19" fmla="*/ 6676915 w 6848879"/>
              <a:gd name="connsiteY19" fmla="*/ 390745 h 3785714"/>
              <a:gd name="connsiteX20" fmla="*/ 6607066 w 6848879"/>
              <a:gd name="connsiteY20" fmla="*/ 303578 h 3785714"/>
              <a:gd name="connsiteX21" fmla="*/ 6562616 w 6848879"/>
              <a:gd name="connsiteY21" fmla="*/ 194620 h 3785714"/>
              <a:gd name="connsiteX22" fmla="*/ 6543566 w 6848879"/>
              <a:gd name="connsiteY22" fmla="*/ 27550 h 3785714"/>
              <a:gd name="connsiteX23" fmla="*/ 6689615 w 6848879"/>
              <a:gd name="connsiteY23" fmla="*/ 13025 h 3785714"/>
              <a:gd name="connsiteX24" fmla="*/ 6841658 w 6848879"/>
              <a:gd name="connsiteY24" fmla="*/ 26287 h 3785714"/>
              <a:gd name="connsiteX25" fmla="*/ 6822966 w 6848879"/>
              <a:gd name="connsiteY25" fmla="*/ 252730 h 3785714"/>
              <a:gd name="connsiteX26" fmla="*/ 6778516 w 6848879"/>
              <a:gd name="connsiteY26" fmla="*/ 405271 h 3785714"/>
              <a:gd name="connsiteX27" fmla="*/ 6765815 w 6848879"/>
              <a:gd name="connsiteY27" fmla="*/ 659506 h 3785714"/>
              <a:gd name="connsiteX28" fmla="*/ 6689615 w 6848879"/>
              <a:gd name="connsiteY28" fmla="*/ 775729 h 3785714"/>
              <a:gd name="connsiteX29" fmla="*/ 6579192 w 6848879"/>
              <a:gd name="connsiteY29" fmla="*/ 797321 h 3785714"/>
              <a:gd name="connsiteX30" fmla="*/ 6365407 w 6848879"/>
              <a:gd name="connsiteY30" fmla="*/ 712560 h 3785714"/>
              <a:gd name="connsiteX31" fmla="*/ 6099065 w 6848879"/>
              <a:gd name="connsiteY31" fmla="*/ 398005 h 3785714"/>
              <a:gd name="connsiteX32" fmla="*/ 5861642 w 6848879"/>
              <a:gd name="connsiteY32" fmla="*/ 276774 h 3785714"/>
              <a:gd name="connsiteX33" fmla="*/ 5537792 w 6848879"/>
              <a:gd name="connsiteY33" fmla="*/ 257389 h 3785714"/>
              <a:gd name="connsiteX34" fmla="*/ 5355758 w 6848879"/>
              <a:gd name="connsiteY34" fmla="*/ 333589 h 3785714"/>
              <a:gd name="connsiteX35" fmla="*/ 5237225 w 6848879"/>
              <a:gd name="connsiteY35" fmla="*/ 452121 h 3785714"/>
              <a:gd name="connsiteX36" fmla="*/ 5025558 w 6848879"/>
              <a:gd name="connsiteY36" fmla="*/ 833121 h 3785714"/>
              <a:gd name="connsiteX37" fmla="*/ 4847758 w 6848879"/>
              <a:gd name="connsiteY37" fmla="*/ 985522 h 3785714"/>
              <a:gd name="connsiteX38" fmla="*/ 4435566 w 6848879"/>
              <a:gd name="connsiteY38" fmla="*/ 1018010 h 3785714"/>
              <a:gd name="connsiteX39" fmla="*/ 3766744 w 6848879"/>
              <a:gd name="connsiteY39" fmla="*/ 857442 h 3785714"/>
              <a:gd name="connsiteX40" fmla="*/ 3377933 w 6848879"/>
              <a:gd name="connsiteY40" fmla="*/ 831937 h 3785714"/>
              <a:gd name="connsiteX41" fmla="*/ 2709526 w 6848879"/>
              <a:gd name="connsiteY41" fmla="*/ 1324293 h 3785714"/>
              <a:gd name="connsiteX42" fmla="*/ 2031121 w 6848879"/>
              <a:gd name="connsiteY42" fmla="*/ 1975179 h 3785714"/>
              <a:gd name="connsiteX43" fmla="*/ 1284049 w 6848879"/>
              <a:gd name="connsiteY43" fmla="*/ 2775352 h 3785714"/>
              <a:gd name="connsiteX44" fmla="*/ 604400 w 6848879"/>
              <a:gd name="connsiteY44" fmla="*/ 3662431 h 3785714"/>
              <a:gd name="connsiteX45" fmla="*/ 316975 w 6848879"/>
              <a:gd name="connsiteY45" fmla="*/ 3785714 h 3785714"/>
              <a:gd name="connsiteX46" fmla="*/ 42710 w 6848879"/>
              <a:gd name="connsiteY46" fmla="*/ 3609906 h 3785714"/>
              <a:gd name="connsiteX47" fmla="*/ 0 w 6848879"/>
              <a:gd name="connsiteY47" fmla="*/ 3204689 h 3785714"/>
              <a:gd name="connsiteX48" fmla="*/ 13514 w 6848879"/>
              <a:gd name="connsiteY48" fmla="*/ 2344412 h 3785714"/>
              <a:gd name="connsiteX49" fmla="*/ 34724 w 6848879"/>
              <a:gd name="connsiteY49" fmla="*/ 1861782 h 3785714"/>
              <a:gd name="connsiteX0" fmla="*/ 34724 w 6848879"/>
              <a:gd name="connsiteY0" fmla="*/ 1861782 h 3785714"/>
              <a:gd name="connsiteX1" fmla="*/ 42710 w 6848879"/>
              <a:gd name="connsiteY1" fmla="*/ 1750362 h 3785714"/>
              <a:gd name="connsiteX2" fmla="*/ 130745 w 6848879"/>
              <a:gd name="connsiteY2" fmla="*/ 1750546 h 3785714"/>
              <a:gd name="connsiteX3" fmla="*/ 113830 w 6848879"/>
              <a:gd name="connsiteY3" fmla="*/ 2035104 h 3785714"/>
              <a:gd name="connsiteX4" fmla="*/ 100265 w 6848879"/>
              <a:gd name="connsiteY4" fmla="*/ 2796999 h 3785714"/>
              <a:gd name="connsiteX5" fmla="*/ 124591 w 6848879"/>
              <a:gd name="connsiteY5" fmla="*/ 3584555 h 3785714"/>
              <a:gd name="connsiteX6" fmla="*/ 576446 w 6848879"/>
              <a:gd name="connsiteY6" fmla="*/ 3567731 h 3785714"/>
              <a:gd name="connsiteX7" fmla="*/ 1087121 w 6848879"/>
              <a:gd name="connsiteY7" fmla="*/ 2846852 h 3785714"/>
              <a:gd name="connsiteX8" fmla="*/ 1905267 w 6848879"/>
              <a:gd name="connsiteY8" fmla="*/ 1955005 h 3785714"/>
              <a:gd name="connsiteX9" fmla="*/ 2541127 w 6848879"/>
              <a:gd name="connsiteY9" fmla="*/ 1341877 h 3785714"/>
              <a:gd name="connsiteX10" fmla="*/ 3386501 w 6848879"/>
              <a:gd name="connsiteY10" fmla="*/ 736610 h 3785714"/>
              <a:gd name="connsiteX11" fmla="*/ 4754625 w 6848879"/>
              <a:gd name="connsiteY11" fmla="*/ 909322 h 3785714"/>
              <a:gd name="connsiteX12" fmla="*/ 5254158 w 6848879"/>
              <a:gd name="connsiteY12" fmla="*/ 274322 h 3785714"/>
              <a:gd name="connsiteX13" fmla="*/ 5819309 w 6848879"/>
              <a:gd name="connsiteY13" fmla="*/ 172768 h 3785714"/>
              <a:gd name="connsiteX14" fmla="*/ 6248992 w 6848879"/>
              <a:gd name="connsiteY14" fmla="*/ 428302 h 3785714"/>
              <a:gd name="connsiteX15" fmla="*/ 6410214 w 6848879"/>
              <a:gd name="connsiteY15" fmla="*/ 623187 h 3785714"/>
              <a:gd name="connsiteX16" fmla="*/ 6562614 w 6848879"/>
              <a:gd name="connsiteY16" fmla="*/ 703089 h 3785714"/>
              <a:gd name="connsiteX17" fmla="*/ 6676914 w 6848879"/>
              <a:gd name="connsiteY17" fmla="*/ 674034 h 3785714"/>
              <a:gd name="connsiteX18" fmla="*/ 6706192 w 6848879"/>
              <a:gd name="connsiteY18" fmla="*/ 529995 h 3785714"/>
              <a:gd name="connsiteX19" fmla="*/ 6676915 w 6848879"/>
              <a:gd name="connsiteY19" fmla="*/ 390745 h 3785714"/>
              <a:gd name="connsiteX20" fmla="*/ 6607066 w 6848879"/>
              <a:gd name="connsiteY20" fmla="*/ 303578 h 3785714"/>
              <a:gd name="connsiteX21" fmla="*/ 6562616 w 6848879"/>
              <a:gd name="connsiteY21" fmla="*/ 194620 h 3785714"/>
              <a:gd name="connsiteX22" fmla="*/ 6543566 w 6848879"/>
              <a:gd name="connsiteY22" fmla="*/ 27550 h 3785714"/>
              <a:gd name="connsiteX23" fmla="*/ 6689615 w 6848879"/>
              <a:gd name="connsiteY23" fmla="*/ 13025 h 3785714"/>
              <a:gd name="connsiteX24" fmla="*/ 6841658 w 6848879"/>
              <a:gd name="connsiteY24" fmla="*/ 26287 h 3785714"/>
              <a:gd name="connsiteX25" fmla="*/ 6822966 w 6848879"/>
              <a:gd name="connsiteY25" fmla="*/ 252730 h 3785714"/>
              <a:gd name="connsiteX26" fmla="*/ 6778516 w 6848879"/>
              <a:gd name="connsiteY26" fmla="*/ 405271 h 3785714"/>
              <a:gd name="connsiteX27" fmla="*/ 6765815 w 6848879"/>
              <a:gd name="connsiteY27" fmla="*/ 659506 h 3785714"/>
              <a:gd name="connsiteX28" fmla="*/ 6689615 w 6848879"/>
              <a:gd name="connsiteY28" fmla="*/ 775729 h 3785714"/>
              <a:gd name="connsiteX29" fmla="*/ 6579192 w 6848879"/>
              <a:gd name="connsiteY29" fmla="*/ 797321 h 3785714"/>
              <a:gd name="connsiteX30" fmla="*/ 6365407 w 6848879"/>
              <a:gd name="connsiteY30" fmla="*/ 712560 h 3785714"/>
              <a:gd name="connsiteX31" fmla="*/ 6099065 w 6848879"/>
              <a:gd name="connsiteY31" fmla="*/ 398005 h 3785714"/>
              <a:gd name="connsiteX32" fmla="*/ 5861642 w 6848879"/>
              <a:gd name="connsiteY32" fmla="*/ 276774 h 3785714"/>
              <a:gd name="connsiteX33" fmla="*/ 5537792 w 6848879"/>
              <a:gd name="connsiteY33" fmla="*/ 257389 h 3785714"/>
              <a:gd name="connsiteX34" fmla="*/ 5355758 w 6848879"/>
              <a:gd name="connsiteY34" fmla="*/ 333589 h 3785714"/>
              <a:gd name="connsiteX35" fmla="*/ 5237225 w 6848879"/>
              <a:gd name="connsiteY35" fmla="*/ 452121 h 3785714"/>
              <a:gd name="connsiteX36" fmla="*/ 5025558 w 6848879"/>
              <a:gd name="connsiteY36" fmla="*/ 833121 h 3785714"/>
              <a:gd name="connsiteX37" fmla="*/ 4847758 w 6848879"/>
              <a:gd name="connsiteY37" fmla="*/ 985522 h 3785714"/>
              <a:gd name="connsiteX38" fmla="*/ 4435566 w 6848879"/>
              <a:gd name="connsiteY38" fmla="*/ 1018010 h 3785714"/>
              <a:gd name="connsiteX39" fmla="*/ 3766744 w 6848879"/>
              <a:gd name="connsiteY39" fmla="*/ 857442 h 3785714"/>
              <a:gd name="connsiteX40" fmla="*/ 3377933 w 6848879"/>
              <a:gd name="connsiteY40" fmla="*/ 831937 h 3785714"/>
              <a:gd name="connsiteX41" fmla="*/ 2709526 w 6848879"/>
              <a:gd name="connsiteY41" fmla="*/ 1324293 h 3785714"/>
              <a:gd name="connsiteX42" fmla="*/ 2031121 w 6848879"/>
              <a:gd name="connsiteY42" fmla="*/ 1975179 h 3785714"/>
              <a:gd name="connsiteX43" fmla="*/ 1284049 w 6848879"/>
              <a:gd name="connsiteY43" fmla="*/ 2775352 h 3785714"/>
              <a:gd name="connsiteX44" fmla="*/ 604400 w 6848879"/>
              <a:gd name="connsiteY44" fmla="*/ 3662431 h 3785714"/>
              <a:gd name="connsiteX45" fmla="*/ 316975 w 6848879"/>
              <a:gd name="connsiteY45" fmla="*/ 3785714 h 3785714"/>
              <a:gd name="connsiteX46" fmla="*/ 42710 w 6848879"/>
              <a:gd name="connsiteY46" fmla="*/ 3609906 h 3785714"/>
              <a:gd name="connsiteX47" fmla="*/ 0 w 6848879"/>
              <a:gd name="connsiteY47" fmla="*/ 3204689 h 3785714"/>
              <a:gd name="connsiteX48" fmla="*/ 13514 w 6848879"/>
              <a:gd name="connsiteY48" fmla="*/ 2344412 h 3785714"/>
              <a:gd name="connsiteX49" fmla="*/ 34724 w 6848879"/>
              <a:gd name="connsiteY49" fmla="*/ 1861782 h 3785714"/>
              <a:gd name="connsiteX0" fmla="*/ 34724 w 6848879"/>
              <a:gd name="connsiteY0" fmla="*/ 1861782 h 3785714"/>
              <a:gd name="connsiteX1" fmla="*/ 42710 w 6848879"/>
              <a:gd name="connsiteY1" fmla="*/ 1750362 h 3785714"/>
              <a:gd name="connsiteX2" fmla="*/ 130745 w 6848879"/>
              <a:gd name="connsiteY2" fmla="*/ 1750546 h 3785714"/>
              <a:gd name="connsiteX3" fmla="*/ 113830 w 6848879"/>
              <a:gd name="connsiteY3" fmla="*/ 2035104 h 3785714"/>
              <a:gd name="connsiteX4" fmla="*/ 100265 w 6848879"/>
              <a:gd name="connsiteY4" fmla="*/ 2796999 h 3785714"/>
              <a:gd name="connsiteX5" fmla="*/ 124591 w 6848879"/>
              <a:gd name="connsiteY5" fmla="*/ 3584555 h 3785714"/>
              <a:gd name="connsiteX6" fmla="*/ 576446 w 6848879"/>
              <a:gd name="connsiteY6" fmla="*/ 3567731 h 3785714"/>
              <a:gd name="connsiteX7" fmla="*/ 1087121 w 6848879"/>
              <a:gd name="connsiteY7" fmla="*/ 2846852 h 3785714"/>
              <a:gd name="connsiteX8" fmla="*/ 1905267 w 6848879"/>
              <a:gd name="connsiteY8" fmla="*/ 1955005 h 3785714"/>
              <a:gd name="connsiteX9" fmla="*/ 2541127 w 6848879"/>
              <a:gd name="connsiteY9" fmla="*/ 1341877 h 3785714"/>
              <a:gd name="connsiteX10" fmla="*/ 3386501 w 6848879"/>
              <a:gd name="connsiteY10" fmla="*/ 736610 h 3785714"/>
              <a:gd name="connsiteX11" fmla="*/ 4754625 w 6848879"/>
              <a:gd name="connsiteY11" fmla="*/ 909322 h 3785714"/>
              <a:gd name="connsiteX12" fmla="*/ 5254158 w 6848879"/>
              <a:gd name="connsiteY12" fmla="*/ 274322 h 3785714"/>
              <a:gd name="connsiteX13" fmla="*/ 5819309 w 6848879"/>
              <a:gd name="connsiteY13" fmla="*/ 172768 h 3785714"/>
              <a:gd name="connsiteX14" fmla="*/ 6248992 w 6848879"/>
              <a:gd name="connsiteY14" fmla="*/ 428302 h 3785714"/>
              <a:gd name="connsiteX15" fmla="*/ 6410214 w 6848879"/>
              <a:gd name="connsiteY15" fmla="*/ 623187 h 3785714"/>
              <a:gd name="connsiteX16" fmla="*/ 6562614 w 6848879"/>
              <a:gd name="connsiteY16" fmla="*/ 703089 h 3785714"/>
              <a:gd name="connsiteX17" fmla="*/ 6676914 w 6848879"/>
              <a:gd name="connsiteY17" fmla="*/ 674034 h 3785714"/>
              <a:gd name="connsiteX18" fmla="*/ 6706192 w 6848879"/>
              <a:gd name="connsiteY18" fmla="*/ 529995 h 3785714"/>
              <a:gd name="connsiteX19" fmla="*/ 6676915 w 6848879"/>
              <a:gd name="connsiteY19" fmla="*/ 390745 h 3785714"/>
              <a:gd name="connsiteX20" fmla="*/ 6607066 w 6848879"/>
              <a:gd name="connsiteY20" fmla="*/ 303578 h 3785714"/>
              <a:gd name="connsiteX21" fmla="*/ 6562616 w 6848879"/>
              <a:gd name="connsiteY21" fmla="*/ 194620 h 3785714"/>
              <a:gd name="connsiteX22" fmla="*/ 6543566 w 6848879"/>
              <a:gd name="connsiteY22" fmla="*/ 27550 h 3785714"/>
              <a:gd name="connsiteX23" fmla="*/ 6689615 w 6848879"/>
              <a:gd name="connsiteY23" fmla="*/ 13025 h 3785714"/>
              <a:gd name="connsiteX24" fmla="*/ 6841658 w 6848879"/>
              <a:gd name="connsiteY24" fmla="*/ 26287 h 3785714"/>
              <a:gd name="connsiteX25" fmla="*/ 6822966 w 6848879"/>
              <a:gd name="connsiteY25" fmla="*/ 252730 h 3785714"/>
              <a:gd name="connsiteX26" fmla="*/ 6778516 w 6848879"/>
              <a:gd name="connsiteY26" fmla="*/ 405271 h 3785714"/>
              <a:gd name="connsiteX27" fmla="*/ 6765815 w 6848879"/>
              <a:gd name="connsiteY27" fmla="*/ 659506 h 3785714"/>
              <a:gd name="connsiteX28" fmla="*/ 6689615 w 6848879"/>
              <a:gd name="connsiteY28" fmla="*/ 775729 h 3785714"/>
              <a:gd name="connsiteX29" fmla="*/ 6579192 w 6848879"/>
              <a:gd name="connsiteY29" fmla="*/ 797321 h 3785714"/>
              <a:gd name="connsiteX30" fmla="*/ 6365407 w 6848879"/>
              <a:gd name="connsiteY30" fmla="*/ 712560 h 3785714"/>
              <a:gd name="connsiteX31" fmla="*/ 6099065 w 6848879"/>
              <a:gd name="connsiteY31" fmla="*/ 398005 h 3785714"/>
              <a:gd name="connsiteX32" fmla="*/ 5861642 w 6848879"/>
              <a:gd name="connsiteY32" fmla="*/ 276774 h 3785714"/>
              <a:gd name="connsiteX33" fmla="*/ 5537792 w 6848879"/>
              <a:gd name="connsiteY33" fmla="*/ 257389 h 3785714"/>
              <a:gd name="connsiteX34" fmla="*/ 5355758 w 6848879"/>
              <a:gd name="connsiteY34" fmla="*/ 333589 h 3785714"/>
              <a:gd name="connsiteX35" fmla="*/ 5237225 w 6848879"/>
              <a:gd name="connsiteY35" fmla="*/ 452121 h 3785714"/>
              <a:gd name="connsiteX36" fmla="*/ 5025558 w 6848879"/>
              <a:gd name="connsiteY36" fmla="*/ 833121 h 3785714"/>
              <a:gd name="connsiteX37" fmla="*/ 4847758 w 6848879"/>
              <a:gd name="connsiteY37" fmla="*/ 985522 h 3785714"/>
              <a:gd name="connsiteX38" fmla="*/ 4435566 w 6848879"/>
              <a:gd name="connsiteY38" fmla="*/ 1018010 h 3785714"/>
              <a:gd name="connsiteX39" fmla="*/ 3766744 w 6848879"/>
              <a:gd name="connsiteY39" fmla="*/ 857442 h 3785714"/>
              <a:gd name="connsiteX40" fmla="*/ 3377933 w 6848879"/>
              <a:gd name="connsiteY40" fmla="*/ 831937 h 3785714"/>
              <a:gd name="connsiteX41" fmla="*/ 2709526 w 6848879"/>
              <a:gd name="connsiteY41" fmla="*/ 1324293 h 3785714"/>
              <a:gd name="connsiteX42" fmla="*/ 2031121 w 6848879"/>
              <a:gd name="connsiteY42" fmla="*/ 1975179 h 3785714"/>
              <a:gd name="connsiteX43" fmla="*/ 1284049 w 6848879"/>
              <a:gd name="connsiteY43" fmla="*/ 2775352 h 3785714"/>
              <a:gd name="connsiteX44" fmla="*/ 604400 w 6848879"/>
              <a:gd name="connsiteY44" fmla="*/ 3662431 h 3785714"/>
              <a:gd name="connsiteX45" fmla="*/ 316975 w 6848879"/>
              <a:gd name="connsiteY45" fmla="*/ 3785714 h 3785714"/>
              <a:gd name="connsiteX46" fmla="*/ 42710 w 6848879"/>
              <a:gd name="connsiteY46" fmla="*/ 3609906 h 3785714"/>
              <a:gd name="connsiteX47" fmla="*/ 0 w 6848879"/>
              <a:gd name="connsiteY47" fmla="*/ 3204689 h 3785714"/>
              <a:gd name="connsiteX48" fmla="*/ 13514 w 6848879"/>
              <a:gd name="connsiteY48" fmla="*/ 2344412 h 3785714"/>
              <a:gd name="connsiteX49" fmla="*/ 34724 w 6848879"/>
              <a:gd name="connsiteY49" fmla="*/ 1861782 h 3785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6848879" h="3785714">
                <a:moveTo>
                  <a:pt x="34724" y="1861782"/>
                </a:moveTo>
                <a:cubicBezTo>
                  <a:pt x="39590" y="1762774"/>
                  <a:pt x="28400" y="1772775"/>
                  <a:pt x="42710" y="1750362"/>
                </a:cubicBezTo>
                <a:cubicBezTo>
                  <a:pt x="57020" y="1727949"/>
                  <a:pt x="116352" y="1703089"/>
                  <a:pt x="130745" y="1750546"/>
                </a:cubicBezTo>
                <a:cubicBezTo>
                  <a:pt x="148163" y="1780401"/>
                  <a:pt x="116370" y="1855853"/>
                  <a:pt x="113830" y="2035104"/>
                </a:cubicBezTo>
                <a:cubicBezTo>
                  <a:pt x="111290" y="2214355"/>
                  <a:pt x="102705" y="2539726"/>
                  <a:pt x="100265" y="2796999"/>
                </a:cubicBezTo>
                <a:cubicBezTo>
                  <a:pt x="85917" y="3545124"/>
                  <a:pt x="95715" y="3468945"/>
                  <a:pt x="124591" y="3584555"/>
                </a:cubicBezTo>
                <a:cubicBezTo>
                  <a:pt x="185551" y="3714845"/>
                  <a:pt x="440087" y="3699857"/>
                  <a:pt x="576446" y="3567731"/>
                </a:cubicBezTo>
                <a:cubicBezTo>
                  <a:pt x="1075089" y="2880187"/>
                  <a:pt x="705320" y="3410527"/>
                  <a:pt x="1087121" y="2846852"/>
                </a:cubicBezTo>
                <a:cubicBezTo>
                  <a:pt x="1616511" y="2250453"/>
                  <a:pt x="1292895" y="2603132"/>
                  <a:pt x="1905267" y="1955005"/>
                </a:cubicBezTo>
                <a:cubicBezTo>
                  <a:pt x="2662553" y="1194025"/>
                  <a:pt x="2294255" y="1544943"/>
                  <a:pt x="2541127" y="1341877"/>
                </a:cubicBezTo>
                <a:cubicBezTo>
                  <a:pt x="2787999" y="1138811"/>
                  <a:pt x="3017585" y="841733"/>
                  <a:pt x="3386501" y="736610"/>
                </a:cubicBezTo>
                <a:cubicBezTo>
                  <a:pt x="3755417" y="631487"/>
                  <a:pt x="4443349" y="986370"/>
                  <a:pt x="4754625" y="909322"/>
                </a:cubicBezTo>
                <a:cubicBezTo>
                  <a:pt x="5065901" y="832274"/>
                  <a:pt x="5076711" y="397081"/>
                  <a:pt x="5254158" y="274322"/>
                </a:cubicBezTo>
                <a:cubicBezTo>
                  <a:pt x="5431605" y="151563"/>
                  <a:pt x="5653503" y="147105"/>
                  <a:pt x="5819309" y="172768"/>
                </a:cubicBezTo>
                <a:cubicBezTo>
                  <a:pt x="5985115" y="198431"/>
                  <a:pt x="6150508" y="309649"/>
                  <a:pt x="6248992" y="428302"/>
                </a:cubicBezTo>
                <a:cubicBezTo>
                  <a:pt x="6347476" y="546955"/>
                  <a:pt x="6367469" y="585864"/>
                  <a:pt x="6410214" y="623187"/>
                </a:cubicBezTo>
                <a:cubicBezTo>
                  <a:pt x="6452959" y="660510"/>
                  <a:pt x="6512872" y="692193"/>
                  <a:pt x="6562614" y="703089"/>
                </a:cubicBezTo>
                <a:cubicBezTo>
                  <a:pt x="6612356" y="713985"/>
                  <a:pt x="6642401" y="693198"/>
                  <a:pt x="6676914" y="674034"/>
                </a:cubicBezTo>
                <a:cubicBezTo>
                  <a:pt x="6711427" y="654870"/>
                  <a:pt x="6706192" y="577210"/>
                  <a:pt x="6706192" y="529995"/>
                </a:cubicBezTo>
                <a:cubicBezTo>
                  <a:pt x="6706192" y="482780"/>
                  <a:pt x="6695553" y="426060"/>
                  <a:pt x="6676915" y="390745"/>
                </a:cubicBezTo>
                <a:cubicBezTo>
                  <a:pt x="6658277" y="355430"/>
                  <a:pt x="6630349" y="339897"/>
                  <a:pt x="6607066" y="303578"/>
                </a:cubicBezTo>
                <a:cubicBezTo>
                  <a:pt x="6583783" y="267259"/>
                  <a:pt x="6567908" y="239414"/>
                  <a:pt x="6562616" y="194620"/>
                </a:cubicBezTo>
                <a:cubicBezTo>
                  <a:pt x="6557324" y="149826"/>
                  <a:pt x="6518166" y="54184"/>
                  <a:pt x="6543566" y="27550"/>
                </a:cubicBezTo>
                <a:cubicBezTo>
                  <a:pt x="6562616" y="-24507"/>
                  <a:pt x="6639933" y="13235"/>
                  <a:pt x="6689615" y="13025"/>
                </a:cubicBezTo>
                <a:cubicBezTo>
                  <a:pt x="6739297" y="12814"/>
                  <a:pt x="6819433" y="-13664"/>
                  <a:pt x="6841658" y="26287"/>
                </a:cubicBezTo>
                <a:cubicBezTo>
                  <a:pt x="6863883" y="66238"/>
                  <a:pt x="6828198" y="204094"/>
                  <a:pt x="6822966" y="252730"/>
                </a:cubicBezTo>
                <a:cubicBezTo>
                  <a:pt x="6817734" y="301366"/>
                  <a:pt x="6766875" y="367741"/>
                  <a:pt x="6778516" y="405271"/>
                </a:cubicBezTo>
                <a:cubicBezTo>
                  <a:pt x="6790157" y="442801"/>
                  <a:pt x="6780632" y="597763"/>
                  <a:pt x="6765815" y="659506"/>
                </a:cubicBezTo>
                <a:cubicBezTo>
                  <a:pt x="6750998" y="721249"/>
                  <a:pt x="6720719" y="752760"/>
                  <a:pt x="6689615" y="775729"/>
                </a:cubicBezTo>
                <a:cubicBezTo>
                  <a:pt x="6658511" y="798698"/>
                  <a:pt x="6633227" y="807849"/>
                  <a:pt x="6579192" y="797321"/>
                </a:cubicBezTo>
                <a:cubicBezTo>
                  <a:pt x="6525157" y="786793"/>
                  <a:pt x="6445428" y="779113"/>
                  <a:pt x="6365407" y="712560"/>
                </a:cubicBezTo>
                <a:cubicBezTo>
                  <a:pt x="6285386" y="646007"/>
                  <a:pt x="6208426" y="462162"/>
                  <a:pt x="6099065" y="398005"/>
                </a:cubicBezTo>
                <a:cubicBezTo>
                  <a:pt x="6027804" y="348376"/>
                  <a:pt x="5955188" y="300210"/>
                  <a:pt x="5861642" y="276774"/>
                </a:cubicBezTo>
                <a:cubicBezTo>
                  <a:pt x="5768097" y="253338"/>
                  <a:pt x="5604114" y="241867"/>
                  <a:pt x="5537792" y="257389"/>
                </a:cubicBezTo>
                <a:cubicBezTo>
                  <a:pt x="5471470" y="272911"/>
                  <a:pt x="5405852" y="301134"/>
                  <a:pt x="5355758" y="333589"/>
                </a:cubicBezTo>
                <a:cubicBezTo>
                  <a:pt x="5305664" y="366044"/>
                  <a:pt x="5292258" y="368866"/>
                  <a:pt x="5237225" y="452121"/>
                </a:cubicBezTo>
                <a:cubicBezTo>
                  <a:pt x="5182192" y="535376"/>
                  <a:pt x="5090469" y="744221"/>
                  <a:pt x="5025558" y="833121"/>
                </a:cubicBezTo>
                <a:cubicBezTo>
                  <a:pt x="4960647" y="922021"/>
                  <a:pt x="4946090" y="954707"/>
                  <a:pt x="4847758" y="985522"/>
                </a:cubicBezTo>
                <a:cubicBezTo>
                  <a:pt x="4749426" y="1016337"/>
                  <a:pt x="4615735" y="1039357"/>
                  <a:pt x="4435566" y="1018010"/>
                </a:cubicBezTo>
                <a:cubicBezTo>
                  <a:pt x="4255397" y="996663"/>
                  <a:pt x="3943016" y="888454"/>
                  <a:pt x="3766744" y="857442"/>
                </a:cubicBezTo>
                <a:cubicBezTo>
                  <a:pt x="3590472" y="826430"/>
                  <a:pt x="3534886" y="803675"/>
                  <a:pt x="3377933" y="831937"/>
                </a:cubicBezTo>
                <a:cubicBezTo>
                  <a:pt x="3220980" y="860199"/>
                  <a:pt x="2933995" y="1133753"/>
                  <a:pt x="2709526" y="1324293"/>
                </a:cubicBezTo>
                <a:cubicBezTo>
                  <a:pt x="2485057" y="1514833"/>
                  <a:pt x="2268700" y="1733336"/>
                  <a:pt x="2031121" y="1975179"/>
                </a:cubicBezTo>
                <a:cubicBezTo>
                  <a:pt x="1793542" y="2217022"/>
                  <a:pt x="1521836" y="2494143"/>
                  <a:pt x="1284049" y="2775352"/>
                </a:cubicBezTo>
                <a:cubicBezTo>
                  <a:pt x="1046262" y="3056561"/>
                  <a:pt x="780819" y="3528903"/>
                  <a:pt x="604400" y="3662431"/>
                </a:cubicBezTo>
                <a:cubicBezTo>
                  <a:pt x="427981" y="3795959"/>
                  <a:pt x="514730" y="3764444"/>
                  <a:pt x="316975" y="3785714"/>
                </a:cubicBezTo>
                <a:cubicBezTo>
                  <a:pt x="220820" y="3772117"/>
                  <a:pt x="55746" y="3693184"/>
                  <a:pt x="42710" y="3609906"/>
                </a:cubicBezTo>
                <a:cubicBezTo>
                  <a:pt x="29674" y="3526628"/>
                  <a:pt x="2326" y="3410762"/>
                  <a:pt x="0" y="3204689"/>
                </a:cubicBezTo>
                <a:cubicBezTo>
                  <a:pt x="12211" y="2537666"/>
                  <a:pt x="7727" y="2568230"/>
                  <a:pt x="13514" y="2344412"/>
                </a:cubicBezTo>
                <a:cubicBezTo>
                  <a:pt x="19301" y="2120594"/>
                  <a:pt x="29858" y="1960790"/>
                  <a:pt x="34724" y="1861782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60000"/>
            </a:schemeClr>
          </a:solidFill>
          <a:ln>
            <a:solidFill>
              <a:schemeClr val="bg2">
                <a:lumMod val="50000"/>
                <a:alpha val="6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8" name="Freeform: Shape 177">
            <a:extLst>
              <a:ext uri="{FF2B5EF4-FFF2-40B4-BE49-F238E27FC236}">
                <a16:creationId xmlns:a16="http://schemas.microsoft.com/office/drawing/2014/main" id="{DA47D0AD-F0AD-4465-A397-D57EA8004AE2}"/>
              </a:ext>
            </a:extLst>
          </p:cNvPr>
          <p:cNvSpPr/>
          <p:nvPr/>
        </p:nvSpPr>
        <p:spPr>
          <a:xfrm>
            <a:off x="3876896" y="5176600"/>
            <a:ext cx="13199" cy="848279"/>
          </a:xfrm>
          <a:custGeom>
            <a:avLst/>
            <a:gdLst>
              <a:gd name="connsiteX0" fmla="*/ 0 w 25400"/>
              <a:gd name="connsiteY0" fmla="*/ 626534 h 626534"/>
              <a:gd name="connsiteX1" fmla="*/ 25400 w 25400"/>
              <a:gd name="connsiteY1" fmla="*/ 0 h 626534"/>
              <a:gd name="connsiteX0" fmla="*/ 0 w 12700"/>
              <a:gd name="connsiteY0" fmla="*/ 626534 h 626534"/>
              <a:gd name="connsiteX1" fmla="*/ 12700 w 12700"/>
              <a:gd name="connsiteY1" fmla="*/ 0 h 626534"/>
              <a:gd name="connsiteX0" fmla="*/ 0 w 7055"/>
              <a:gd name="connsiteY0" fmla="*/ 670998 h 670998"/>
              <a:gd name="connsiteX1" fmla="*/ 7055 w 7055"/>
              <a:gd name="connsiteY1" fmla="*/ 0 h 670998"/>
              <a:gd name="connsiteX0" fmla="*/ 992 w 10992"/>
              <a:gd name="connsiteY0" fmla="*/ 10000 h 10000"/>
              <a:gd name="connsiteX1" fmla="*/ 10992 w 10992"/>
              <a:gd name="connsiteY1" fmla="*/ 0 h 10000"/>
              <a:gd name="connsiteX0" fmla="*/ 380 w 16381"/>
              <a:gd name="connsiteY0" fmla="*/ 10000 h 10000"/>
              <a:gd name="connsiteX1" fmla="*/ 16381 w 16381"/>
              <a:gd name="connsiteY1" fmla="*/ 0 h 10000"/>
              <a:gd name="connsiteX0" fmla="*/ 7263 w 7263"/>
              <a:gd name="connsiteY0" fmla="*/ 10120 h 10120"/>
              <a:gd name="connsiteX1" fmla="*/ 5262 w 7263"/>
              <a:gd name="connsiteY1" fmla="*/ 0 h 10120"/>
              <a:gd name="connsiteX0" fmla="*/ 4512 w 10019"/>
              <a:gd name="connsiteY0" fmla="*/ 9940 h 9940"/>
              <a:gd name="connsiteX1" fmla="*/ 10019 w 10019"/>
              <a:gd name="connsiteY1" fmla="*/ 0 h 9940"/>
              <a:gd name="connsiteX0" fmla="*/ 1645 w 7142"/>
              <a:gd name="connsiteY0" fmla="*/ 10000 h 10000"/>
              <a:gd name="connsiteX1" fmla="*/ 7142 w 7142"/>
              <a:gd name="connsiteY1" fmla="*/ 0 h 10000"/>
              <a:gd name="connsiteX0" fmla="*/ 2303 w 10000"/>
              <a:gd name="connsiteY0" fmla="*/ 10000 h 10000"/>
              <a:gd name="connsiteX1" fmla="*/ 10000 w 10000"/>
              <a:gd name="connsiteY1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>
                <a:moveTo>
                  <a:pt x="2303" y="10000"/>
                </a:moveTo>
                <a:cubicBezTo>
                  <a:pt x="-1546" y="6787"/>
                  <a:pt x="-1547" y="3094"/>
                  <a:pt x="10000" y="0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40" name="Group 1039">
            <a:extLst>
              <a:ext uri="{FF2B5EF4-FFF2-40B4-BE49-F238E27FC236}">
                <a16:creationId xmlns:a16="http://schemas.microsoft.com/office/drawing/2014/main" id="{21EA8F56-3E22-4D59-8CC6-3D7376EBC276}"/>
              </a:ext>
            </a:extLst>
          </p:cNvPr>
          <p:cNvGrpSpPr/>
          <p:nvPr/>
        </p:nvGrpSpPr>
        <p:grpSpPr>
          <a:xfrm>
            <a:off x="3639444" y="3930122"/>
            <a:ext cx="461420" cy="1254625"/>
            <a:chOff x="2814433" y="3865597"/>
            <a:chExt cx="461420" cy="1254625"/>
          </a:xfrm>
        </p:grpSpPr>
        <p:grpSp>
          <p:nvGrpSpPr>
            <p:cNvPr id="1033" name="Group 1032">
              <a:extLst>
                <a:ext uri="{FF2B5EF4-FFF2-40B4-BE49-F238E27FC236}">
                  <a16:creationId xmlns:a16="http://schemas.microsoft.com/office/drawing/2014/main" id="{F2558262-B38F-437E-A11B-F48B87199106}"/>
                </a:ext>
              </a:extLst>
            </p:cNvPr>
            <p:cNvGrpSpPr/>
            <p:nvPr/>
          </p:nvGrpSpPr>
          <p:grpSpPr>
            <a:xfrm>
              <a:off x="2814433" y="3865597"/>
              <a:ext cx="461420" cy="1254625"/>
              <a:chOff x="2832571" y="4080507"/>
              <a:chExt cx="461420" cy="1254625"/>
            </a:xfrm>
          </p:grpSpPr>
          <p:grpSp>
            <p:nvGrpSpPr>
              <p:cNvPr id="1031" name="Group 1030">
                <a:extLst>
                  <a:ext uri="{FF2B5EF4-FFF2-40B4-BE49-F238E27FC236}">
                    <a16:creationId xmlns:a16="http://schemas.microsoft.com/office/drawing/2014/main" id="{3E35E8F5-04D4-476A-9AD1-CF3B0C8E5A33}"/>
                  </a:ext>
                </a:extLst>
              </p:cNvPr>
              <p:cNvGrpSpPr/>
              <p:nvPr/>
            </p:nvGrpSpPr>
            <p:grpSpPr>
              <a:xfrm>
                <a:off x="2832571" y="4080507"/>
                <a:ext cx="461420" cy="1254625"/>
                <a:chOff x="2832571" y="4080507"/>
                <a:chExt cx="461420" cy="1254625"/>
              </a:xfrm>
            </p:grpSpPr>
            <p:grpSp>
              <p:nvGrpSpPr>
                <p:cNvPr id="189" name="Group 188">
                  <a:extLst>
                    <a:ext uri="{FF2B5EF4-FFF2-40B4-BE49-F238E27FC236}">
                      <a16:creationId xmlns:a16="http://schemas.microsoft.com/office/drawing/2014/main" id="{2D5FC042-60A5-48D4-9F3D-7CE607203F60}"/>
                    </a:ext>
                  </a:extLst>
                </p:cNvPr>
                <p:cNvGrpSpPr/>
                <p:nvPr/>
              </p:nvGrpSpPr>
              <p:grpSpPr>
                <a:xfrm>
                  <a:off x="2832571" y="4080507"/>
                  <a:ext cx="461420" cy="1254625"/>
                  <a:chOff x="2832571" y="4080507"/>
                  <a:chExt cx="461420" cy="1254625"/>
                </a:xfrm>
              </p:grpSpPr>
              <p:sp>
                <p:nvSpPr>
                  <p:cNvPr id="187" name="Isosceles Triangle 186">
                    <a:extLst>
                      <a:ext uri="{FF2B5EF4-FFF2-40B4-BE49-F238E27FC236}">
                        <a16:creationId xmlns:a16="http://schemas.microsoft.com/office/drawing/2014/main" id="{95ED7A12-CAB1-4F59-80F1-6D25DA33671E}"/>
                      </a:ext>
                    </a:extLst>
                  </p:cNvPr>
                  <p:cNvSpPr/>
                  <p:nvPr/>
                </p:nvSpPr>
                <p:spPr>
                  <a:xfrm flipV="1">
                    <a:off x="2839531" y="4630840"/>
                    <a:ext cx="450263" cy="704292"/>
                  </a:xfrm>
                  <a:custGeom>
                    <a:avLst/>
                    <a:gdLst>
                      <a:gd name="connsiteX0" fmla="*/ 0 w 528859"/>
                      <a:gd name="connsiteY0" fmla="*/ 680048 h 680048"/>
                      <a:gd name="connsiteX1" fmla="*/ 264430 w 528859"/>
                      <a:gd name="connsiteY1" fmla="*/ 0 h 680048"/>
                      <a:gd name="connsiteX2" fmla="*/ 528859 w 528859"/>
                      <a:gd name="connsiteY2" fmla="*/ 680048 h 680048"/>
                      <a:gd name="connsiteX3" fmla="*/ 0 w 528859"/>
                      <a:gd name="connsiteY3" fmla="*/ 680048 h 680048"/>
                      <a:gd name="connsiteX0" fmla="*/ 0 w 528859"/>
                      <a:gd name="connsiteY0" fmla="*/ 680048 h 680048"/>
                      <a:gd name="connsiteX1" fmla="*/ 35583 w 528859"/>
                      <a:gd name="connsiteY1" fmla="*/ 495687 h 680048"/>
                      <a:gd name="connsiteX2" fmla="*/ 264430 w 528859"/>
                      <a:gd name="connsiteY2" fmla="*/ 0 h 680048"/>
                      <a:gd name="connsiteX3" fmla="*/ 528859 w 528859"/>
                      <a:gd name="connsiteY3" fmla="*/ 680048 h 680048"/>
                      <a:gd name="connsiteX4" fmla="*/ 0 w 528859"/>
                      <a:gd name="connsiteY4" fmla="*/ 680048 h 680048"/>
                      <a:gd name="connsiteX0" fmla="*/ 0 w 528859"/>
                      <a:gd name="connsiteY0" fmla="*/ 680048 h 680048"/>
                      <a:gd name="connsiteX1" fmla="*/ 35583 w 528859"/>
                      <a:gd name="connsiteY1" fmla="*/ 495687 h 680048"/>
                      <a:gd name="connsiteX2" fmla="*/ 264430 w 528859"/>
                      <a:gd name="connsiteY2" fmla="*/ 0 h 680048"/>
                      <a:gd name="connsiteX3" fmla="*/ 518183 w 528859"/>
                      <a:gd name="connsiteY3" fmla="*/ 521087 h 680048"/>
                      <a:gd name="connsiteX4" fmla="*/ 528859 w 528859"/>
                      <a:gd name="connsiteY4" fmla="*/ 680048 h 680048"/>
                      <a:gd name="connsiteX5" fmla="*/ 0 w 528859"/>
                      <a:gd name="connsiteY5" fmla="*/ 680048 h 680048"/>
                      <a:gd name="connsiteX0" fmla="*/ 0 w 528859"/>
                      <a:gd name="connsiteY0" fmla="*/ 671582 h 671582"/>
                      <a:gd name="connsiteX1" fmla="*/ 35583 w 528859"/>
                      <a:gd name="connsiteY1" fmla="*/ 487221 h 671582"/>
                      <a:gd name="connsiteX2" fmla="*/ 196697 w 528859"/>
                      <a:gd name="connsiteY2" fmla="*/ 0 h 671582"/>
                      <a:gd name="connsiteX3" fmla="*/ 518183 w 528859"/>
                      <a:gd name="connsiteY3" fmla="*/ 512621 h 671582"/>
                      <a:gd name="connsiteX4" fmla="*/ 528859 w 528859"/>
                      <a:gd name="connsiteY4" fmla="*/ 671582 h 671582"/>
                      <a:gd name="connsiteX5" fmla="*/ 0 w 528859"/>
                      <a:gd name="connsiteY5" fmla="*/ 671582 h 671582"/>
                      <a:gd name="connsiteX0" fmla="*/ 0 w 528859"/>
                      <a:gd name="connsiteY0" fmla="*/ 671582 h 671582"/>
                      <a:gd name="connsiteX1" fmla="*/ 35583 w 528859"/>
                      <a:gd name="connsiteY1" fmla="*/ 487221 h 671582"/>
                      <a:gd name="connsiteX2" fmla="*/ 196697 w 528859"/>
                      <a:gd name="connsiteY2" fmla="*/ 0 h 671582"/>
                      <a:gd name="connsiteX3" fmla="*/ 518183 w 528859"/>
                      <a:gd name="connsiteY3" fmla="*/ 512621 h 671582"/>
                      <a:gd name="connsiteX4" fmla="*/ 528859 w 528859"/>
                      <a:gd name="connsiteY4" fmla="*/ 671582 h 671582"/>
                      <a:gd name="connsiteX5" fmla="*/ 0 w 528859"/>
                      <a:gd name="connsiteY5" fmla="*/ 671582 h 671582"/>
                      <a:gd name="connsiteX0" fmla="*/ 0 w 528859"/>
                      <a:gd name="connsiteY0" fmla="*/ 702058 h 702058"/>
                      <a:gd name="connsiteX1" fmla="*/ 35583 w 528859"/>
                      <a:gd name="connsiteY1" fmla="*/ 517697 h 702058"/>
                      <a:gd name="connsiteX2" fmla="*/ 196697 w 528859"/>
                      <a:gd name="connsiteY2" fmla="*/ 30476 h 702058"/>
                      <a:gd name="connsiteX3" fmla="*/ 374250 w 528859"/>
                      <a:gd name="connsiteY3" fmla="*/ 85897 h 702058"/>
                      <a:gd name="connsiteX4" fmla="*/ 518183 w 528859"/>
                      <a:gd name="connsiteY4" fmla="*/ 543097 h 702058"/>
                      <a:gd name="connsiteX5" fmla="*/ 528859 w 528859"/>
                      <a:gd name="connsiteY5" fmla="*/ 702058 h 702058"/>
                      <a:gd name="connsiteX6" fmla="*/ 0 w 528859"/>
                      <a:gd name="connsiteY6" fmla="*/ 702058 h 702058"/>
                      <a:gd name="connsiteX0" fmla="*/ 0 w 528859"/>
                      <a:gd name="connsiteY0" fmla="*/ 723223 h 723223"/>
                      <a:gd name="connsiteX1" fmla="*/ 35583 w 528859"/>
                      <a:gd name="connsiteY1" fmla="*/ 538862 h 723223"/>
                      <a:gd name="connsiteX2" fmla="*/ 196697 w 528859"/>
                      <a:gd name="connsiteY2" fmla="*/ 51641 h 723223"/>
                      <a:gd name="connsiteX3" fmla="*/ 382717 w 528859"/>
                      <a:gd name="connsiteY3" fmla="*/ 56262 h 723223"/>
                      <a:gd name="connsiteX4" fmla="*/ 518183 w 528859"/>
                      <a:gd name="connsiteY4" fmla="*/ 564262 h 723223"/>
                      <a:gd name="connsiteX5" fmla="*/ 528859 w 528859"/>
                      <a:gd name="connsiteY5" fmla="*/ 723223 h 723223"/>
                      <a:gd name="connsiteX6" fmla="*/ 0 w 528859"/>
                      <a:gd name="connsiteY6" fmla="*/ 723223 h 723223"/>
                      <a:gd name="connsiteX0" fmla="*/ 0 w 528859"/>
                      <a:gd name="connsiteY0" fmla="*/ 718774 h 718774"/>
                      <a:gd name="connsiteX1" fmla="*/ 35583 w 528859"/>
                      <a:gd name="connsiteY1" fmla="*/ 534413 h 718774"/>
                      <a:gd name="connsiteX2" fmla="*/ 196697 w 528859"/>
                      <a:gd name="connsiteY2" fmla="*/ 47192 h 718774"/>
                      <a:gd name="connsiteX3" fmla="*/ 382717 w 528859"/>
                      <a:gd name="connsiteY3" fmla="*/ 60280 h 718774"/>
                      <a:gd name="connsiteX4" fmla="*/ 518183 w 528859"/>
                      <a:gd name="connsiteY4" fmla="*/ 559813 h 718774"/>
                      <a:gd name="connsiteX5" fmla="*/ 528859 w 528859"/>
                      <a:gd name="connsiteY5" fmla="*/ 718774 h 718774"/>
                      <a:gd name="connsiteX6" fmla="*/ 0 w 528859"/>
                      <a:gd name="connsiteY6" fmla="*/ 718774 h 718774"/>
                      <a:gd name="connsiteX0" fmla="*/ 0 w 528859"/>
                      <a:gd name="connsiteY0" fmla="*/ 718774 h 718774"/>
                      <a:gd name="connsiteX1" fmla="*/ 35583 w 528859"/>
                      <a:gd name="connsiteY1" fmla="*/ 534413 h 718774"/>
                      <a:gd name="connsiteX2" fmla="*/ 196697 w 528859"/>
                      <a:gd name="connsiteY2" fmla="*/ 47192 h 718774"/>
                      <a:gd name="connsiteX3" fmla="*/ 382717 w 528859"/>
                      <a:gd name="connsiteY3" fmla="*/ 60280 h 718774"/>
                      <a:gd name="connsiteX4" fmla="*/ 518183 w 528859"/>
                      <a:gd name="connsiteY4" fmla="*/ 559813 h 718774"/>
                      <a:gd name="connsiteX5" fmla="*/ 528859 w 528859"/>
                      <a:gd name="connsiteY5" fmla="*/ 718774 h 718774"/>
                      <a:gd name="connsiteX6" fmla="*/ 0 w 528859"/>
                      <a:gd name="connsiteY6" fmla="*/ 718774 h 718774"/>
                      <a:gd name="connsiteX0" fmla="*/ 0 w 528859"/>
                      <a:gd name="connsiteY0" fmla="*/ 718774 h 718774"/>
                      <a:gd name="connsiteX1" fmla="*/ 35583 w 528859"/>
                      <a:gd name="connsiteY1" fmla="*/ 534413 h 718774"/>
                      <a:gd name="connsiteX2" fmla="*/ 196697 w 528859"/>
                      <a:gd name="connsiteY2" fmla="*/ 47192 h 718774"/>
                      <a:gd name="connsiteX3" fmla="*/ 382717 w 528859"/>
                      <a:gd name="connsiteY3" fmla="*/ 60280 h 718774"/>
                      <a:gd name="connsiteX4" fmla="*/ 518183 w 528859"/>
                      <a:gd name="connsiteY4" fmla="*/ 559813 h 718774"/>
                      <a:gd name="connsiteX5" fmla="*/ 528859 w 528859"/>
                      <a:gd name="connsiteY5" fmla="*/ 718774 h 718774"/>
                      <a:gd name="connsiteX6" fmla="*/ 0 w 528859"/>
                      <a:gd name="connsiteY6" fmla="*/ 718774 h 718774"/>
                      <a:gd name="connsiteX0" fmla="*/ 0 w 528859"/>
                      <a:gd name="connsiteY0" fmla="*/ 718774 h 718774"/>
                      <a:gd name="connsiteX1" fmla="*/ 35583 w 528859"/>
                      <a:gd name="connsiteY1" fmla="*/ 534413 h 718774"/>
                      <a:gd name="connsiteX2" fmla="*/ 196697 w 528859"/>
                      <a:gd name="connsiteY2" fmla="*/ 47192 h 718774"/>
                      <a:gd name="connsiteX3" fmla="*/ 382717 w 528859"/>
                      <a:gd name="connsiteY3" fmla="*/ 60280 h 718774"/>
                      <a:gd name="connsiteX4" fmla="*/ 518183 w 528859"/>
                      <a:gd name="connsiteY4" fmla="*/ 559813 h 718774"/>
                      <a:gd name="connsiteX5" fmla="*/ 528859 w 528859"/>
                      <a:gd name="connsiteY5" fmla="*/ 718774 h 718774"/>
                      <a:gd name="connsiteX6" fmla="*/ 0 w 528859"/>
                      <a:gd name="connsiteY6" fmla="*/ 718774 h 718774"/>
                      <a:gd name="connsiteX0" fmla="*/ 0 w 528859"/>
                      <a:gd name="connsiteY0" fmla="*/ 718774 h 730062"/>
                      <a:gd name="connsiteX1" fmla="*/ 35583 w 528859"/>
                      <a:gd name="connsiteY1" fmla="*/ 534413 h 730062"/>
                      <a:gd name="connsiteX2" fmla="*/ 196697 w 528859"/>
                      <a:gd name="connsiteY2" fmla="*/ 47192 h 730062"/>
                      <a:gd name="connsiteX3" fmla="*/ 382717 w 528859"/>
                      <a:gd name="connsiteY3" fmla="*/ 60280 h 730062"/>
                      <a:gd name="connsiteX4" fmla="*/ 518183 w 528859"/>
                      <a:gd name="connsiteY4" fmla="*/ 559813 h 730062"/>
                      <a:gd name="connsiteX5" fmla="*/ 528859 w 528859"/>
                      <a:gd name="connsiteY5" fmla="*/ 718774 h 730062"/>
                      <a:gd name="connsiteX6" fmla="*/ 0 w 528859"/>
                      <a:gd name="connsiteY6" fmla="*/ 718774 h 730062"/>
                      <a:gd name="connsiteX0" fmla="*/ 0 w 528859"/>
                      <a:gd name="connsiteY0" fmla="*/ 718774 h 734804"/>
                      <a:gd name="connsiteX1" fmla="*/ 35583 w 528859"/>
                      <a:gd name="connsiteY1" fmla="*/ 534413 h 734804"/>
                      <a:gd name="connsiteX2" fmla="*/ 196697 w 528859"/>
                      <a:gd name="connsiteY2" fmla="*/ 47192 h 734804"/>
                      <a:gd name="connsiteX3" fmla="*/ 382717 w 528859"/>
                      <a:gd name="connsiteY3" fmla="*/ 60280 h 734804"/>
                      <a:gd name="connsiteX4" fmla="*/ 518183 w 528859"/>
                      <a:gd name="connsiteY4" fmla="*/ 559813 h 734804"/>
                      <a:gd name="connsiteX5" fmla="*/ 528859 w 528859"/>
                      <a:gd name="connsiteY5" fmla="*/ 718774 h 734804"/>
                      <a:gd name="connsiteX6" fmla="*/ 0 w 528859"/>
                      <a:gd name="connsiteY6" fmla="*/ 718774 h 734804"/>
                      <a:gd name="connsiteX0" fmla="*/ 0 w 528859"/>
                      <a:gd name="connsiteY0" fmla="*/ 718774 h 734804"/>
                      <a:gd name="connsiteX1" fmla="*/ 35583 w 528859"/>
                      <a:gd name="connsiteY1" fmla="*/ 534413 h 734804"/>
                      <a:gd name="connsiteX2" fmla="*/ 196697 w 528859"/>
                      <a:gd name="connsiteY2" fmla="*/ 47192 h 734804"/>
                      <a:gd name="connsiteX3" fmla="*/ 382717 w 528859"/>
                      <a:gd name="connsiteY3" fmla="*/ 60280 h 734804"/>
                      <a:gd name="connsiteX4" fmla="*/ 518183 w 528859"/>
                      <a:gd name="connsiteY4" fmla="*/ 525946 h 734804"/>
                      <a:gd name="connsiteX5" fmla="*/ 528859 w 528859"/>
                      <a:gd name="connsiteY5" fmla="*/ 718774 h 734804"/>
                      <a:gd name="connsiteX6" fmla="*/ 0 w 528859"/>
                      <a:gd name="connsiteY6" fmla="*/ 718774 h 734804"/>
                      <a:gd name="connsiteX0" fmla="*/ 0 w 528859"/>
                      <a:gd name="connsiteY0" fmla="*/ 718774 h 734804"/>
                      <a:gd name="connsiteX1" fmla="*/ 35583 w 528859"/>
                      <a:gd name="connsiteY1" fmla="*/ 500546 h 734804"/>
                      <a:gd name="connsiteX2" fmla="*/ 196697 w 528859"/>
                      <a:gd name="connsiteY2" fmla="*/ 47192 h 734804"/>
                      <a:gd name="connsiteX3" fmla="*/ 382717 w 528859"/>
                      <a:gd name="connsiteY3" fmla="*/ 60280 h 734804"/>
                      <a:gd name="connsiteX4" fmla="*/ 518183 w 528859"/>
                      <a:gd name="connsiteY4" fmla="*/ 525946 h 734804"/>
                      <a:gd name="connsiteX5" fmla="*/ 528859 w 528859"/>
                      <a:gd name="connsiteY5" fmla="*/ 718774 h 734804"/>
                      <a:gd name="connsiteX6" fmla="*/ 0 w 528859"/>
                      <a:gd name="connsiteY6" fmla="*/ 718774 h 734804"/>
                      <a:gd name="connsiteX0" fmla="*/ 0 w 528859"/>
                      <a:gd name="connsiteY0" fmla="*/ 718774 h 734804"/>
                      <a:gd name="connsiteX1" fmla="*/ 35583 w 528859"/>
                      <a:gd name="connsiteY1" fmla="*/ 500546 h 734804"/>
                      <a:gd name="connsiteX2" fmla="*/ 196697 w 528859"/>
                      <a:gd name="connsiteY2" fmla="*/ 47192 h 734804"/>
                      <a:gd name="connsiteX3" fmla="*/ 382717 w 528859"/>
                      <a:gd name="connsiteY3" fmla="*/ 60280 h 734804"/>
                      <a:gd name="connsiteX4" fmla="*/ 518183 w 528859"/>
                      <a:gd name="connsiteY4" fmla="*/ 525946 h 734804"/>
                      <a:gd name="connsiteX5" fmla="*/ 528859 w 528859"/>
                      <a:gd name="connsiteY5" fmla="*/ 718774 h 734804"/>
                      <a:gd name="connsiteX6" fmla="*/ 0 w 528859"/>
                      <a:gd name="connsiteY6" fmla="*/ 718774 h 734804"/>
                      <a:gd name="connsiteX0" fmla="*/ 0 w 528859"/>
                      <a:gd name="connsiteY0" fmla="*/ 718774 h 734804"/>
                      <a:gd name="connsiteX1" fmla="*/ 35583 w 528859"/>
                      <a:gd name="connsiteY1" fmla="*/ 509012 h 734804"/>
                      <a:gd name="connsiteX2" fmla="*/ 196697 w 528859"/>
                      <a:gd name="connsiteY2" fmla="*/ 47192 h 734804"/>
                      <a:gd name="connsiteX3" fmla="*/ 382717 w 528859"/>
                      <a:gd name="connsiteY3" fmla="*/ 60280 h 734804"/>
                      <a:gd name="connsiteX4" fmla="*/ 518183 w 528859"/>
                      <a:gd name="connsiteY4" fmla="*/ 525946 h 734804"/>
                      <a:gd name="connsiteX5" fmla="*/ 528859 w 528859"/>
                      <a:gd name="connsiteY5" fmla="*/ 718774 h 734804"/>
                      <a:gd name="connsiteX6" fmla="*/ 0 w 528859"/>
                      <a:gd name="connsiteY6" fmla="*/ 718774 h 734804"/>
                      <a:gd name="connsiteX0" fmla="*/ 0 w 528859"/>
                      <a:gd name="connsiteY0" fmla="*/ 718774 h 734804"/>
                      <a:gd name="connsiteX1" fmla="*/ 35583 w 528859"/>
                      <a:gd name="connsiteY1" fmla="*/ 509012 h 734804"/>
                      <a:gd name="connsiteX2" fmla="*/ 196697 w 528859"/>
                      <a:gd name="connsiteY2" fmla="*/ 47192 h 734804"/>
                      <a:gd name="connsiteX3" fmla="*/ 382717 w 528859"/>
                      <a:gd name="connsiteY3" fmla="*/ 60280 h 734804"/>
                      <a:gd name="connsiteX4" fmla="*/ 492783 w 528859"/>
                      <a:gd name="connsiteY4" fmla="*/ 509013 h 734804"/>
                      <a:gd name="connsiteX5" fmla="*/ 528859 w 528859"/>
                      <a:gd name="connsiteY5" fmla="*/ 718774 h 734804"/>
                      <a:gd name="connsiteX6" fmla="*/ 0 w 528859"/>
                      <a:gd name="connsiteY6" fmla="*/ 718774 h 734804"/>
                      <a:gd name="connsiteX0" fmla="*/ 0 w 528859"/>
                      <a:gd name="connsiteY0" fmla="*/ 718774 h 734804"/>
                      <a:gd name="connsiteX1" fmla="*/ 35583 w 528859"/>
                      <a:gd name="connsiteY1" fmla="*/ 509012 h 734804"/>
                      <a:gd name="connsiteX2" fmla="*/ 196697 w 528859"/>
                      <a:gd name="connsiteY2" fmla="*/ 47192 h 734804"/>
                      <a:gd name="connsiteX3" fmla="*/ 382717 w 528859"/>
                      <a:gd name="connsiteY3" fmla="*/ 60280 h 734804"/>
                      <a:gd name="connsiteX4" fmla="*/ 492783 w 528859"/>
                      <a:gd name="connsiteY4" fmla="*/ 483613 h 734804"/>
                      <a:gd name="connsiteX5" fmla="*/ 528859 w 528859"/>
                      <a:gd name="connsiteY5" fmla="*/ 718774 h 734804"/>
                      <a:gd name="connsiteX6" fmla="*/ 0 w 528859"/>
                      <a:gd name="connsiteY6" fmla="*/ 718774 h 734804"/>
                      <a:gd name="connsiteX0" fmla="*/ 0 w 528859"/>
                      <a:gd name="connsiteY0" fmla="*/ 718774 h 734804"/>
                      <a:gd name="connsiteX1" fmla="*/ 20666 w 528859"/>
                      <a:gd name="connsiteY1" fmla="*/ 525945 h 734804"/>
                      <a:gd name="connsiteX2" fmla="*/ 196697 w 528859"/>
                      <a:gd name="connsiteY2" fmla="*/ 47192 h 734804"/>
                      <a:gd name="connsiteX3" fmla="*/ 382717 w 528859"/>
                      <a:gd name="connsiteY3" fmla="*/ 60280 h 734804"/>
                      <a:gd name="connsiteX4" fmla="*/ 492783 w 528859"/>
                      <a:gd name="connsiteY4" fmla="*/ 483613 h 734804"/>
                      <a:gd name="connsiteX5" fmla="*/ 528859 w 528859"/>
                      <a:gd name="connsiteY5" fmla="*/ 718774 h 734804"/>
                      <a:gd name="connsiteX6" fmla="*/ 0 w 528859"/>
                      <a:gd name="connsiteY6" fmla="*/ 718774 h 734804"/>
                      <a:gd name="connsiteX0" fmla="*/ 0 w 528859"/>
                      <a:gd name="connsiteY0" fmla="*/ 718774 h 734804"/>
                      <a:gd name="connsiteX1" fmla="*/ 20666 w 528859"/>
                      <a:gd name="connsiteY1" fmla="*/ 525945 h 734804"/>
                      <a:gd name="connsiteX2" fmla="*/ 196697 w 528859"/>
                      <a:gd name="connsiteY2" fmla="*/ 47192 h 734804"/>
                      <a:gd name="connsiteX3" fmla="*/ 382717 w 528859"/>
                      <a:gd name="connsiteY3" fmla="*/ 60280 h 734804"/>
                      <a:gd name="connsiteX4" fmla="*/ 507699 w 528859"/>
                      <a:gd name="connsiteY4" fmla="*/ 504780 h 734804"/>
                      <a:gd name="connsiteX5" fmla="*/ 528859 w 528859"/>
                      <a:gd name="connsiteY5" fmla="*/ 718774 h 734804"/>
                      <a:gd name="connsiteX6" fmla="*/ 0 w 528859"/>
                      <a:gd name="connsiteY6" fmla="*/ 718774 h 734804"/>
                      <a:gd name="connsiteX0" fmla="*/ 0 w 528859"/>
                      <a:gd name="connsiteY0" fmla="*/ 718774 h 734804"/>
                      <a:gd name="connsiteX1" fmla="*/ 20666 w 528859"/>
                      <a:gd name="connsiteY1" fmla="*/ 525945 h 734804"/>
                      <a:gd name="connsiteX2" fmla="*/ 196697 w 528859"/>
                      <a:gd name="connsiteY2" fmla="*/ 47192 h 734804"/>
                      <a:gd name="connsiteX3" fmla="*/ 382717 w 528859"/>
                      <a:gd name="connsiteY3" fmla="*/ 60280 h 734804"/>
                      <a:gd name="connsiteX4" fmla="*/ 517644 w 528859"/>
                      <a:gd name="connsiteY4" fmla="*/ 517480 h 734804"/>
                      <a:gd name="connsiteX5" fmla="*/ 528859 w 528859"/>
                      <a:gd name="connsiteY5" fmla="*/ 718774 h 734804"/>
                      <a:gd name="connsiteX6" fmla="*/ 0 w 528859"/>
                      <a:gd name="connsiteY6" fmla="*/ 718774 h 734804"/>
                      <a:gd name="connsiteX0" fmla="*/ 0 w 528859"/>
                      <a:gd name="connsiteY0" fmla="*/ 718774 h 734804"/>
                      <a:gd name="connsiteX1" fmla="*/ 20666 w 528859"/>
                      <a:gd name="connsiteY1" fmla="*/ 547111 h 734804"/>
                      <a:gd name="connsiteX2" fmla="*/ 196697 w 528859"/>
                      <a:gd name="connsiteY2" fmla="*/ 47192 h 734804"/>
                      <a:gd name="connsiteX3" fmla="*/ 382717 w 528859"/>
                      <a:gd name="connsiteY3" fmla="*/ 60280 h 734804"/>
                      <a:gd name="connsiteX4" fmla="*/ 517644 w 528859"/>
                      <a:gd name="connsiteY4" fmla="*/ 517480 h 734804"/>
                      <a:gd name="connsiteX5" fmla="*/ 528859 w 528859"/>
                      <a:gd name="connsiteY5" fmla="*/ 718774 h 734804"/>
                      <a:gd name="connsiteX6" fmla="*/ 0 w 528859"/>
                      <a:gd name="connsiteY6" fmla="*/ 718774 h 734804"/>
                      <a:gd name="connsiteX0" fmla="*/ 0 w 528859"/>
                      <a:gd name="connsiteY0" fmla="*/ 718774 h 734804"/>
                      <a:gd name="connsiteX1" fmla="*/ 20666 w 528859"/>
                      <a:gd name="connsiteY1" fmla="*/ 547111 h 734804"/>
                      <a:gd name="connsiteX2" fmla="*/ 196697 w 528859"/>
                      <a:gd name="connsiteY2" fmla="*/ 47192 h 734804"/>
                      <a:gd name="connsiteX3" fmla="*/ 382717 w 528859"/>
                      <a:gd name="connsiteY3" fmla="*/ 60280 h 734804"/>
                      <a:gd name="connsiteX4" fmla="*/ 517644 w 528859"/>
                      <a:gd name="connsiteY4" fmla="*/ 534413 h 734804"/>
                      <a:gd name="connsiteX5" fmla="*/ 528859 w 528859"/>
                      <a:gd name="connsiteY5" fmla="*/ 718774 h 734804"/>
                      <a:gd name="connsiteX6" fmla="*/ 0 w 528859"/>
                      <a:gd name="connsiteY6" fmla="*/ 718774 h 734804"/>
                      <a:gd name="connsiteX0" fmla="*/ 0 w 528859"/>
                      <a:gd name="connsiteY0" fmla="*/ 709400 h 725430"/>
                      <a:gd name="connsiteX1" fmla="*/ 20666 w 528859"/>
                      <a:gd name="connsiteY1" fmla="*/ 537737 h 725430"/>
                      <a:gd name="connsiteX2" fmla="*/ 181780 w 528859"/>
                      <a:gd name="connsiteY2" fmla="*/ 58985 h 725430"/>
                      <a:gd name="connsiteX3" fmla="*/ 382717 w 528859"/>
                      <a:gd name="connsiteY3" fmla="*/ 50906 h 725430"/>
                      <a:gd name="connsiteX4" fmla="*/ 517644 w 528859"/>
                      <a:gd name="connsiteY4" fmla="*/ 525039 h 725430"/>
                      <a:gd name="connsiteX5" fmla="*/ 528859 w 528859"/>
                      <a:gd name="connsiteY5" fmla="*/ 709400 h 725430"/>
                      <a:gd name="connsiteX6" fmla="*/ 0 w 528859"/>
                      <a:gd name="connsiteY6" fmla="*/ 709400 h 725430"/>
                      <a:gd name="connsiteX0" fmla="*/ 0 w 528859"/>
                      <a:gd name="connsiteY0" fmla="*/ 712014 h 728044"/>
                      <a:gd name="connsiteX1" fmla="*/ 20666 w 528859"/>
                      <a:gd name="connsiteY1" fmla="*/ 540351 h 728044"/>
                      <a:gd name="connsiteX2" fmla="*/ 181780 w 528859"/>
                      <a:gd name="connsiteY2" fmla="*/ 61599 h 728044"/>
                      <a:gd name="connsiteX3" fmla="*/ 397634 w 528859"/>
                      <a:gd name="connsiteY3" fmla="*/ 49287 h 728044"/>
                      <a:gd name="connsiteX4" fmla="*/ 517644 w 528859"/>
                      <a:gd name="connsiteY4" fmla="*/ 527653 h 728044"/>
                      <a:gd name="connsiteX5" fmla="*/ 528859 w 528859"/>
                      <a:gd name="connsiteY5" fmla="*/ 712014 h 728044"/>
                      <a:gd name="connsiteX6" fmla="*/ 0 w 528859"/>
                      <a:gd name="connsiteY6" fmla="*/ 712014 h 728044"/>
                      <a:gd name="connsiteX0" fmla="*/ 0 w 528859"/>
                      <a:gd name="connsiteY0" fmla="*/ 709400 h 725430"/>
                      <a:gd name="connsiteX1" fmla="*/ 20666 w 528859"/>
                      <a:gd name="connsiteY1" fmla="*/ 537737 h 725430"/>
                      <a:gd name="connsiteX2" fmla="*/ 181780 w 528859"/>
                      <a:gd name="connsiteY2" fmla="*/ 58985 h 725430"/>
                      <a:gd name="connsiteX3" fmla="*/ 377745 w 528859"/>
                      <a:gd name="connsiteY3" fmla="*/ 50906 h 725430"/>
                      <a:gd name="connsiteX4" fmla="*/ 517644 w 528859"/>
                      <a:gd name="connsiteY4" fmla="*/ 525039 h 725430"/>
                      <a:gd name="connsiteX5" fmla="*/ 528859 w 528859"/>
                      <a:gd name="connsiteY5" fmla="*/ 709400 h 725430"/>
                      <a:gd name="connsiteX6" fmla="*/ 0 w 528859"/>
                      <a:gd name="connsiteY6" fmla="*/ 709400 h 725430"/>
                      <a:gd name="connsiteX0" fmla="*/ 0 w 528859"/>
                      <a:gd name="connsiteY0" fmla="*/ 709400 h 725430"/>
                      <a:gd name="connsiteX1" fmla="*/ 20666 w 528859"/>
                      <a:gd name="connsiteY1" fmla="*/ 537737 h 725430"/>
                      <a:gd name="connsiteX2" fmla="*/ 191725 w 528859"/>
                      <a:gd name="connsiteY2" fmla="*/ 58985 h 725430"/>
                      <a:gd name="connsiteX3" fmla="*/ 377745 w 528859"/>
                      <a:gd name="connsiteY3" fmla="*/ 50906 h 725430"/>
                      <a:gd name="connsiteX4" fmla="*/ 517644 w 528859"/>
                      <a:gd name="connsiteY4" fmla="*/ 525039 h 725430"/>
                      <a:gd name="connsiteX5" fmla="*/ 528859 w 528859"/>
                      <a:gd name="connsiteY5" fmla="*/ 709400 h 725430"/>
                      <a:gd name="connsiteX6" fmla="*/ 0 w 528859"/>
                      <a:gd name="connsiteY6" fmla="*/ 709400 h 725430"/>
                      <a:gd name="connsiteX0" fmla="*/ 0 w 528859"/>
                      <a:gd name="connsiteY0" fmla="*/ 697607 h 713637"/>
                      <a:gd name="connsiteX1" fmla="*/ 20666 w 528859"/>
                      <a:gd name="connsiteY1" fmla="*/ 525944 h 713637"/>
                      <a:gd name="connsiteX2" fmla="*/ 191725 w 528859"/>
                      <a:gd name="connsiteY2" fmla="*/ 47192 h 713637"/>
                      <a:gd name="connsiteX3" fmla="*/ 392662 w 528859"/>
                      <a:gd name="connsiteY3" fmla="*/ 60280 h 713637"/>
                      <a:gd name="connsiteX4" fmla="*/ 517644 w 528859"/>
                      <a:gd name="connsiteY4" fmla="*/ 513246 h 713637"/>
                      <a:gd name="connsiteX5" fmla="*/ 528859 w 528859"/>
                      <a:gd name="connsiteY5" fmla="*/ 697607 h 713637"/>
                      <a:gd name="connsiteX6" fmla="*/ 0 w 528859"/>
                      <a:gd name="connsiteY6" fmla="*/ 697607 h 713637"/>
                      <a:gd name="connsiteX0" fmla="*/ 0 w 528859"/>
                      <a:gd name="connsiteY0" fmla="*/ 695553 h 711583"/>
                      <a:gd name="connsiteX1" fmla="*/ 20666 w 528859"/>
                      <a:gd name="connsiteY1" fmla="*/ 523890 h 711583"/>
                      <a:gd name="connsiteX2" fmla="*/ 191725 w 528859"/>
                      <a:gd name="connsiteY2" fmla="*/ 49371 h 711583"/>
                      <a:gd name="connsiteX3" fmla="*/ 392662 w 528859"/>
                      <a:gd name="connsiteY3" fmla="*/ 58226 h 711583"/>
                      <a:gd name="connsiteX4" fmla="*/ 517644 w 528859"/>
                      <a:gd name="connsiteY4" fmla="*/ 511192 h 711583"/>
                      <a:gd name="connsiteX5" fmla="*/ 528859 w 528859"/>
                      <a:gd name="connsiteY5" fmla="*/ 695553 h 711583"/>
                      <a:gd name="connsiteX6" fmla="*/ 0 w 528859"/>
                      <a:gd name="connsiteY6" fmla="*/ 695553 h 711583"/>
                      <a:gd name="connsiteX0" fmla="*/ 0 w 528859"/>
                      <a:gd name="connsiteY0" fmla="*/ 692545 h 708575"/>
                      <a:gd name="connsiteX1" fmla="*/ 20666 w 528859"/>
                      <a:gd name="connsiteY1" fmla="*/ 520882 h 708575"/>
                      <a:gd name="connsiteX2" fmla="*/ 191725 w 528859"/>
                      <a:gd name="connsiteY2" fmla="*/ 46363 h 708575"/>
                      <a:gd name="connsiteX3" fmla="*/ 392662 w 528859"/>
                      <a:gd name="connsiteY3" fmla="*/ 55218 h 708575"/>
                      <a:gd name="connsiteX4" fmla="*/ 517644 w 528859"/>
                      <a:gd name="connsiteY4" fmla="*/ 508184 h 708575"/>
                      <a:gd name="connsiteX5" fmla="*/ 528859 w 528859"/>
                      <a:gd name="connsiteY5" fmla="*/ 692545 h 708575"/>
                      <a:gd name="connsiteX6" fmla="*/ 0 w 528859"/>
                      <a:gd name="connsiteY6" fmla="*/ 692545 h 708575"/>
                      <a:gd name="connsiteX0" fmla="*/ 0 w 528859"/>
                      <a:gd name="connsiteY0" fmla="*/ 688262 h 704292"/>
                      <a:gd name="connsiteX1" fmla="*/ 20666 w 528859"/>
                      <a:gd name="connsiteY1" fmla="*/ 516599 h 704292"/>
                      <a:gd name="connsiteX2" fmla="*/ 191725 w 528859"/>
                      <a:gd name="connsiteY2" fmla="*/ 42080 h 704292"/>
                      <a:gd name="connsiteX3" fmla="*/ 392662 w 528859"/>
                      <a:gd name="connsiteY3" fmla="*/ 50935 h 704292"/>
                      <a:gd name="connsiteX4" fmla="*/ 517644 w 528859"/>
                      <a:gd name="connsiteY4" fmla="*/ 503901 h 704292"/>
                      <a:gd name="connsiteX5" fmla="*/ 528859 w 528859"/>
                      <a:gd name="connsiteY5" fmla="*/ 688262 h 704292"/>
                      <a:gd name="connsiteX6" fmla="*/ 0 w 528859"/>
                      <a:gd name="connsiteY6" fmla="*/ 688262 h 7042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528859" h="704292">
                        <a:moveTo>
                          <a:pt x="0" y="688262"/>
                        </a:moveTo>
                        <a:cubicBezTo>
                          <a:pt x="34438" y="536497"/>
                          <a:pt x="3161" y="566764"/>
                          <a:pt x="20666" y="516599"/>
                        </a:cubicBezTo>
                        <a:cubicBezTo>
                          <a:pt x="74371" y="354192"/>
                          <a:pt x="112620" y="204487"/>
                          <a:pt x="191725" y="42080"/>
                        </a:cubicBezTo>
                        <a:cubicBezTo>
                          <a:pt x="281362" y="5391"/>
                          <a:pt x="296748" y="-34502"/>
                          <a:pt x="392662" y="50935"/>
                        </a:cubicBezTo>
                        <a:cubicBezTo>
                          <a:pt x="446243" y="136372"/>
                          <a:pt x="486231" y="415319"/>
                          <a:pt x="517644" y="503901"/>
                        </a:cubicBezTo>
                        <a:lnTo>
                          <a:pt x="528859" y="688262"/>
                        </a:lnTo>
                        <a:cubicBezTo>
                          <a:pt x="352573" y="705195"/>
                          <a:pt x="184753" y="713662"/>
                          <a:pt x="0" y="688262"/>
                        </a:cubicBezTo>
                        <a:close/>
                      </a:path>
                    </a:pathLst>
                  </a:cu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6" name="Rectangle: Rounded Corners 185">
                    <a:extLst>
                      <a:ext uri="{FF2B5EF4-FFF2-40B4-BE49-F238E27FC236}">
                        <a16:creationId xmlns:a16="http://schemas.microsoft.com/office/drawing/2014/main" id="{D349D2CB-0147-4C08-9F26-683898F25101}"/>
                      </a:ext>
                    </a:extLst>
                  </p:cNvPr>
                  <p:cNvSpPr/>
                  <p:nvPr/>
                </p:nvSpPr>
                <p:spPr>
                  <a:xfrm>
                    <a:off x="2832571" y="4080507"/>
                    <a:ext cx="461420" cy="656630"/>
                  </a:xfrm>
                  <a:custGeom>
                    <a:avLst/>
                    <a:gdLst>
                      <a:gd name="connsiteX0" fmla="*/ 0 w 461420"/>
                      <a:gd name="connsiteY0" fmla="*/ 76905 h 570758"/>
                      <a:gd name="connsiteX1" fmla="*/ 76905 w 461420"/>
                      <a:gd name="connsiteY1" fmla="*/ 0 h 570758"/>
                      <a:gd name="connsiteX2" fmla="*/ 384515 w 461420"/>
                      <a:gd name="connsiteY2" fmla="*/ 0 h 570758"/>
                      <a:gd name="connsiteX3" fmla="*/ 461420 w 461420"/>
                      <a:gd name="connsiteY3" fmla="*/ 76905 h 570758"/>
                      <a:gd name="connsiteX4" fmla="*/ 461420 w 461420"/>
                      <a:gd name="connsiteY4" fmla="*/ 493853 h 570758"/>
                      <a:gd name="connsiteX5" fmla="*/ 384515 w 461420"/>
                      <a:gd name="connsiteY5" fmla="*/ 570758 h 570758"/>
                      <a:gd name="connsiteX6" fmla="*/ 76905 w 461420"/>
                      <a:gd name="connsiteY6" fmla="*/ 570758 h 570758"/>
                      <a:gd name="connsiteX7" fmla="*/ 0 w 461420"/>
                      <a:gd name="connsiteY7" fmla="*/ 493853 h 570758"/>
                      <a:gd name="connsiteX8" fmla="*/ 0 w 461420"/>
                      <a:gd name="connsiteY8" fmla="*/ 76905 h 570758"/>
                      <a:gd name="connsiteX0" fmla="*/ 0 w 461420"/>
                      <a:gd name="connsiteY0" fmla="*/ 88193 h 582046"/>
                      <a:gd name="connsiteX1" fmla="*/ 76905 w 461420"/>
                      <a:gd name="connsiteY1" fmla="*/ 11288 h 582046"/>
                      <a:gd name="connsiteX2" fmla="*/ 384515 w 461420"/>
                      <a:gd name="connsiteY2" fmla="*/ 11288 h 582046"/>
                      <a:gd name="connsiteX3" fmla="*/ 461420 w 461420"/>
                      <a:gd name="connsiteY3" fmla="*/ 88193 h 582046"/>
                      <a:gd name="connsiteX4" fmla="*/ 461420 w 461420"/>
                      <a:gd name="connsiteY4" fmla="*/ 505141 h 582046"/>
                      <a:gd name="connsiteX5" fmla="*/ 384515 w 461420"/>
                      <a:gd name="connsiteY5" fmla="*/ 582046 h 582046"/>
                      <a:gd name="connsiteX6" fmla="*/ 76905 w 461420"/>
                      <a:gd name="connsiteY6" fmla="*/ 582046 h 582046"/>
                      <a:gd name="connsiteX7" fmla="*/ 0 w 461420"/>
                      <a:gd name="connsiteY7" fmla="*/ 505141 h 582046"/>
                      <a:gd name="connsiteX8" fmla="*/ 0 w 461420"/>
                      <a:gd name="connsiteY8" fmla="*/ 88193 h 582046"/>
                      <a:gd name="connsiteX0" fmla="*/ 0 w 461420"/>
                      <a:gd name="connsiteY0" fmla="*/ 103569 h 597422"/>
                      <a:gd name="connsiteX1" fmla="*/ 76905 w 461420"/>
                      <a:gd name="connsiteY1" fmla="*/ 26664 h 597422"/>
                      <a:gd name="connsiteX2" fmla="*/ 384515 w 461420"/>
                      <a:gd name="connsiteY2" fmla="*/ 26664 h 597422"/>
                      <a:gd name="connsiteX3" fmla="*/ 461420 w 461420"/>
                      <a:gd name="connsiteY3" fmla="*/ 103569 h 597422"/>
                      <a:gd name="connsiteX4" fmla="*/ 461420 w 461420"/>
                      <a:gd name="connsiteY4" fmla="*/ 520517 h 597422"/>
                      <a:gd name="connsiteX5" fmla="*/ 384515 w 461420"/>
                      <a:gd name="connsiteY5" fmla="*/ 597422 h 597422"/>
                      <a:gd name="connsiteX6" fmla="*/ 76905 w 461420"/>
                      <a:gd name="connsiteY6" fmla="*/ 597422 h 597422"/>
                      <a:gd name="connsiteX7" fmla="*/ 0 w 461420"/>
                      <a:gd name="connsiteY7" fmla="*/ 520517 h 597422"/>
                      <a:gd name="connsiteX8" fmla="*/ 0 w 461420"/>
                      <a:gd name="connsiteY8" fmla="*/ 103569 h 597422"/>
                      <a:gd name="connsiteX0" fmla="*/ 0 w 461420"/>
                      <a:gd name="connsiteY0" fmla="*/ 111655 h 605508"/>
                      <a:gd name="connsiteX1" fmla="*/ 76905 w 461420"/>
                      <a:gd name="connsiteY1" fmla="*/ 34750 h 605508"/>
                      <a:gd name="connsiteX2" fmla="*/ 384515 w 461420"/>
                      <a:gd name="connsiteY2" fmla="*/ 34750 h 605508"/>
                      <a:gd name="connsiteX3" fmla="*/ 461420 w 461420"/>
                      <a:gd name="connsiteY3" fmla="*/ 111655 h 605508"/>
                      <a:gd name="connsiteX4" fmla="*/ 461420 w 461420"/>
                      <a:gd name="connsiteY4" fmla="*/ 528603 h 605508"/>
                      <a:gd name="connsiteX5" fmla="*/ 384515 w 461420"/>
                      <a:gd name="connsiteY5" fmla="*/ 605508 h 605508"/>
                      <a:gd name="connsiteX6" fmla="*/ 76905 w 461420"/>
                      <a:gd name="connsiteY6" fmla="*/ 605508 h 605508"/>
                      <a:gd name="connsiteX7" fmla="*/ 0 w 461420"/>
                      <a:gd name="connsiteY7" fmla="*/ 528603 h 605508"/>
                      <a:gd name="connsiteX8" fmla="*/ 0 w 461420"/>
                      <a:gd name="connsiteY8" fmla="*/ 111655 h 605508"/>
                      <a:gd name="connsiteX0" fmla="*/ 0 w 461420"/>
                      <a:gd name="connsiteY0" fmla="*/ 124530 h 618383"/>
                      <a:gd name="connsiteX1" fmla="*/ 76905 w 461420"/>
                      <a:gd name="connsiteY1" fmla="*/ 47625 h 618383"/>
                      <a:gd name="connsiteX2" fmla="*/ 384515 w 461420"/>
                      <a:gd name="connsiteY2" fmla="*/ 47625 h 618383"/>
                      <a:gd name="connsiteX3" fmla="*/ 461420 w 461420"/>
                      <a:gd name="connsiteY3" fmla="*/ 124530 h 618383"/>
                      <a:gd name="connsiteX4" fmla="*/ 461420 w 461420"/>
                      <a:gd name="connsiteY4" fmla="*/ 541478 h 618383"/>
                      <a:gd name="connsiteX5" fmla="*/ 384515 w 461420"/>
                      <a:gd name="connsiteY5" fmla="*/ 618383 h 618383"/>
                      <a:gd name="connsiteX6" fmla="*/ 76905 w 461420"/>
                      <a:gd name="connsiteY6" fmla="*/ 618383 h 618383"/>
                      <a:gd name="connsiteX7" fmla="*/ 0 w 461420"/>
                      <a:gd name="connsiteY7" fmla="*/ 541478 h 618383"/>
                      <a:gd name="connsiteX8" fmla="*/ 0 w 461420"/>
                      <a:gd name="connsiteY8" fmla="*/ 124530 h 618383"/>
                      <a:gd name="connsiteX0" fmla="*/ 0 w 461420"/>
                      <a:gd name="connsiteY0" fmla="*/ 124530 h 643783"/>
                      <a:gd name="connsiteX1" fmla="*/ 76905 w 461420"/>
                      <a:gd name="connsiteY1" fmla="*/ 47625 h 643783"/>
                      <a:gd name="connsiteX2" fmla="*/ 384515 w 461420"/>
                      <a:gd name="connsiteY2" fmla="*/ 47625 h 643783"/>
                      <a:gd name="connsiteX3" fmla="*/ 461420 w 461420"/>
                      <a:gd name="connsiteY3" fmla="*/ 124530 h 643783"/>
                      <a:gd name="connsiteX4" fmla="*/ 461420 w 461420"/>
                      <a:gd name="connsiteY4" fmla="*/ 541478 h 643783"/>
                      <a:gd name="connsiteX5" fmla="*/ 384515 w 461420"/>
                      <a:gd name="connsiteY5" fmla="*/ 618383 h 643783"/>
                      <a:gd name="connsiteX6" fmla="*/ 76905 w 461420"/>
                      <a:gd name="connsiteY6" fmla="*/ 618383 h 643783"/>
                      <a:gd name="connsiteX7" fmla="*/ 0 w 461420"/>
                      <a:gd name="connsiteY7" fmla="*/ 541478 h 643783"/>
                      <a:gd name="connsiteX8" fmla="*/ 0 w 461420"/>
                      <a:gd name="connsiteY8" fmla="*/ 124530 h 643783"/>
                      <a:gd name="connsiteX0" fmla="*/ 0 w 461420"/>
                      <a:gd name="connsiteY0" fmla="*/ 124530 h 656630"/>
                      <a:gd name="connsiteX1" fmla="*/ 76905 w 461420"/>
                      <a:gd name="connsiteY1" fmla="*/ 47625 h 656630"/>
                      <a:gd name="connsiteX2" fmla="*/ 384515 w 461420"/>
                      <a:gd name="connsiteY2" fmla="*/ 47625 h 656630"/>
                      <a:gd name="connsiteX3" fmla="*/ 461420 w 461420"/>
                      <a:gd name="connsiteY3" fmla="*/ 124530 h 656630"/>
                      <a:gd name="connsiteX4" fmla="*/ 461420 w 461420"/>
                      <a:gd name="connsiteY4" fmla="*/ 541478 h 656630"/>
                      <a:gd name="connsiteX5" fmla="*/ 384515 w 461420"/>
                      <a:gd name="connsiteY5" fmla="*/ 618383 h 656630"/>
                      <a:gd name="connsiteX6" fmla="*/ 76905 w 461420"/>
                      <a:gd name="connsiteY6" fmla="*/ 618383 h 656630"/>
                      <a:gd name="connsiteX7" fmla="*/ 0 w 461420"/>
                      <a:gd name="connsiteY7" fmla="*/ 541478 h 656630"/>
                      <a:gd name="connsiteX8" fmla="*/ 0 w 461420"/>
                      <a:gd name="connsiteY8" fmla="*/ 124530 h 6566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61420" h="656630">
                        <a:moveTo>
                          <a:pt x="0" y="124530"/>
                        </a:moveTo>
                        <a:cubicBezTo>
                          <a:pt x="0" y="82057"/>
                          <a:pt x="34432" y="47625"/>
                          <a:pt x="76905" y="47625"/>
                        </a:cubicBezTo>
                        <a:cubicBezTo>
                          <a:pt x="217542" y="-15875"/>
                          <a:pt x="262928" y="-15875"/>
                          <a:pt x="384515" y="47625"/>
                        </a:cubicBezTo>
                        <a:cubicBezTo>
                          <a:pt x="426988" y="47625"/>
                          <a:pt x="461420" y="82057"/>
                          <a:pt x="461420" y="124530"/>
                        </a:cubicBezTo>
                        <a:lnTo>
                          <a:pt x="461420" y="541478"/>
                        </a:lnTo>
                        <a:cubicBezTo>
                          <a:pt x="461420" y="583951"/>
                          <a:pt x="426988" y="618383"/>
                          <a:pt x="384515" y="618383"/>
                        </a:cubicBezTo>
                        <a:cubicBezTo>
                          <a:pt x="275628" y="662833"/>
                          <a:pt x="230242" y="675533"/>
                          <a:pt x="76905" y="618383"/>
                        </a:cubicBezTo>
                        <a:cubicBezTo>
                          <a:pt x="34432" y="618383"/>
                          <a:pt x="0" y="583951"/>
                          <a:pt x="0" y="541478"/>
                        </a:cubicBezTo>
                        <a:lnTo>
                          <a:pt x="0" y="12453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8" name="Freeform: Shape 187">
                    <a:extLst>
                      <a:ext uri="{FF2B5EF4-FFF2-40B4-BE49-F238E27FC236}">
                        <a16:creationId xmlns:a16="http://schemas.microsoft.com/office/drawing/2014/main" id="{DD43BF98-E688-4CD5-9351-AAAE8E284130}"/>
                      </a:ext>
                    </a:extLst>
                  </p:cNvPr>
                  <p:cNvSpPr/>
                  <p:nvPr/>
                </p:nvSpPr>
                <p:spPr>
                  <a:xfrm>
                    <a:off x="2891192" y="4826221"/>
                    <a:ext cx="360007" cy="45719"/>
                  </a:xfrm>
                  <a:custGeom>
                    <a:avLst/>
                    <a:gdLst>
                      <a:gd name="connsiteX0" fmla="*/ 0 w 344176"/>
                      <a:gd name="connsiteY0" fmla="*/ 16934 h 56006"/>
                      <a:gd name="connsiteX1" fmla="*/ 84667 w 344176"/>
                      <a:gd name="connsiteY1" fmla="*/ 42334 h 56006"/>
                      <a:gd name="connsiteX2" fmla="*/ 215900 w 344176"/>
                      <a:gd name="connsiteY2" fmla="*/ 55034 h 56006"/>
                      <a:gd name="connsiteX3" fmla="*/ 325967 w 344176"/>
                      <a:gd name="connsiteY3" fmla="*/ 16934 h 56006"/>
                      <a:gd name="connsiteX4" fmla="*/ 342900 w 344176"/>
                      <a:gd name="connsiteY4" fmla="*/ 0 h 560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44176" h="56006">
                        <a:moveTo>
                          <a:pt x="0" y="16934"/>
                        </a:moveTo>
                        <a:cubicBezTo>
                          <a:pt x="24342" y="26459"/>
                          <a:pt x="48684" y="35984"/>
                          <a:pt x="84667" y="42334"/>
                        </a:cubicBezTo>
                        <a:cubicBezTo>
                          <a:pt x="120650" y="48684"/>
                          <a:pt x="175683" y="59267"/>
                          <a:pt x="215900" y="55034"/>
                        </a:cubicBezTo>
                        <a:cubicBezTo>
                          <a:pt x="256117" y="50801"/>
                          <a:pt x="304800" y="26106"/>
                          <a:pt x="325967" y="16934"/>
                        </a:cubicBezTo>
                        <a:cubicBezTo>
                          <a:pt x="347134" y="7762"/>
                          <a:pt x="345017" y="3881"/>
                          <a:pt x="342900" y="0"/>
                        </a:cubicBezTo>
                      </a:path>
                    </a:pathLst>
                  </a:custGeom>
                  <a:noFill/>
                  <a:ln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90" name="Freeform: Shape 189">
                  <a:extLst>
                    <a:ext uri="{FF2B5EF4-FFF2-40B4-BE49-F238E27FC236}">
                      <a16:creationId xmlns:a16="http://schemas.microsoft.com/office/drawing/2014/main" id="{678C9FB1-E23C-4219-98D0-B7B764BA9C47}"/>
                    </a:ext>
                  </a:extLst>
                </p:cNvPr>
                <p:cNvSpPr/>
                <p:nvPr/>
              </p:nvSpPr>
              <p:spPr>
                <a:xfrm>
                  <a:off x="2836333" y="4487333"/>
                  <a:ext cx="457294" cy="51871"/>
                </a:xfrm>
                <a:custGeom>
                  <a:avLst/>
                  <a:gdLst>
                    <a:gd name="connsiteX0" fmla="*/ 0 w 454476"/>
                    <a:gd name="connsiteY0" fmla="*/ 25400 h 30318"/>
                    <a:gd name="connsiteX1" fmla="*/ 135466 w 454476"/>
                    <a:gd name="connsiteY1" fmla="*/ 29633 h 30318"/>
                    <a:gd name="connsiteX2" fmla="*/ 406400 w 454476"/>
                    <a:gd name="connsiteY2" fmla="*/ 12700 h 30318"/>
                    <a:gd name="connsiteX3" fmla="*/ 452966 w 454476"/>
                    <a:gd name="connsiteY3" fmla="*/ 0 h 30318"/>
                    <a:gd name="connsiteX0" fmla="*/ 0 w 454476"/>
                    <a:gd name="connsiteY0" fmla="*/ 4233 h 29736"/>
                    <a:gd name="connsiteX1" fmla="*/ 135466 w 454476"/>
                    <a:gd name="connsiteY1" fmla="*/ 29633 h 29736"/>
                    <a:gd name="connsiteX2" fmla="*/ 406400 w 454476"/>
                    <a:gd name="connsiteY2" fmla="*/ 12700 h 29736"/>
                    <a:gd name="connsiteX3" fmla="*/ 452966 w 454476"/>
                    <a:gd name="connsiteY3" fmla="*/ 0 h 29736"/>
                    <a:gd name="connsiteX0" fmla="*/ 0 w 454083"/>
                    <a:gd name="connsiteY0" fmla="*/ 4233 h 21368"/>
                    <a:gd name="connsiteX1" fmla="*/ 156633 w 454083"/>
                    <a:gd name="connsiteY1" fmla="*/ 21167 h 21368"/>
                    <a:gd name="connsiteX2" fmla="*/ 406400 w 454083"/>
                    <a:gd name="connsiteY2" fmla="*/ 12700 h 21368"/>
                    <a:gd name="connsiteX3" fmla="*/ 452966 w 454083"/>
                    <a:gd name="connsiteY3" fmla="*/ 0 h 21368"/>
                    <a:gd name="connsiteX0" fmla="*/ 0 w 453087"/>
                    <a:gd name="connsiteY0" fmla="*/ 4233 h 21896"/>
                    <a:gd name="connsiteX1" fmla="*/ 156633 w 453087"/>
                    <a:gd name="connsiteY1" fmla="*/ 21167 h 21896"/>
                    <a:gd name="connsiteX2" fmla="*/ 347133 w 453087"/>
                    <a:gd name="connsiteY2" fmla="*/ 16933 h 21896"/>
                    <a:gd name="connsiteX3" fmla="*/ 452966 w 453087"/>
                    <a:gd name="connsiteY3" fmla="*/ 0 h 21896"/>
                    <a:gd name="connsiteX0" fmla="*/ 0 w 453061"/>
                    <a:gd name="connsiteY0" fmla="*/ 4233 h 26727"/>
                    <a:gd name="connsiteX1" fmla="*/ 156633 w 453061"/>
                    <a:gd name="connsiteY1" fmla="*/ 21167 h 26727"/>
                    <a:gd name="connsiteX2" fmla="*/ 330200 w 453061"/>
                    <a:gd name="connsiteY2" fmla="*/ 25400 h 26727"/>
                    <a:gd name="connsiteX3" fmla="*/ 452966 w 453061"/>
                    <a:gd name="connsiteY3" fmla="*/ 0 h 26727"/>
                    <a:gd name="connsiteX0" fmla="*/ 0 w 453061"/>
                    <a:gd name="connsiteY0" fmla="*/ 25400 h 49432"/>
                    <a:gd name="connsiteX1" fmla="*/ 156633 w 453061"/>
                    <a:gd name="connsiteY1" fmla="*/ 42334 h 49432"/>
                    <a:gd name="connsiteX2" fmla="*/ 330200 w 453061"/>
                    <a:gd name="connsiteY2" fmla="*/ 46567 h 49432"/>
                    <a:gd name="connsiteX3" fmla="*/ 452966 w 453061"/>
                    <a:gd name="connsiteY3" fmla="*/ 0 h 49432"/>
                    <a:gd name="connsiteX0" fmla="*/ 0 w 453061"/>
                    <a:gd name="connsiteY0" fmla="*/ 25400 h 50940"/>
                    <a:gd name="connsiteX1" fmla="*/ 156633 w 453061"/>
                    <a:gd name="connsiteY1" fmla="*/ 46567 h 50940"/>
                    <a:gd name="connsiteX2" fmla="*/ 330200 w 453061"/>
                    <a:gd name="connsiteY2" fmla="*/ 46567 h 50940"/>
                    <a:gd name="connsiteX3" fmla="*/ 452966 w 453061"/>
                    <a:gd name="connsiteY3" fmla="*/ 0 h 50940"/>
                    <a:gd name="connsiteX0" fmla="*/ 0 w 457294"/>
                    <a:gd name="connsiteY0" fmla="*/ 8466 h 51871"/>
                    <a:gd name="connsiteX1" fmla="*/ 160866 w 457294"/>
                    <a:gd name="connsiteY1" fmla="*/ 46567 h 51871"/>
                    <a:gd name="connsiteX2" fmla="*/ 334433 w 457294"/>
                    <a:gd name="connsiteY2" fmla="*/ 46567 h 51871"/>
                    <a:gd name="connsiteX3" fmla="*/ 457199 w 457294"/>
                    <a:gd name="connsiteY3" fmla="*/ 0 h 518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57294" h="51871">
                      <a:moveTo>
                        <a:pt x="0" y="8466"/>
                      </a:moveTo>
                      <a:cubicBezTo>
                        <a:pt x="33866" y="11641"/>
                        <a:pt x="105127" y="40217"/>
                        <a:pt x="160866" y="46567"/>
                      </a:cubicBezTo>
                      <a:cubicBezTo>
                        <a:pt x="216605" y="52917"/>
                        <a:pt x="285044" y="54328"/>
                        <a:pt x="334433" y="46567"/>
                      </a:cubicBezTo>
                      <a:cubicBezTo>
                        <a:pt x="383822" y="38806"/>
                        <a:pt x="460374" y="3880"/>
                        <a:pt x="457199" y="0"/>
                      </a:cubicBez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28" name="Straight Connector 1027">
                  <a:extLst>
                    <a:ext uri="{FF2B5EF4-FFF2-40B4-BE49-F238E27FC236}">
                      <a16:creationId xmlns:a16="http://schemas.microsoft.com/office/drawing/2014/main" id="{6C02FEF4-974C-46E4-AF96-4C52C29D09CD}"/>
                    </a:ext>
                  </a:extLst>
                </p:cNvPr>
                <p:cNvCxnSpPr>
                  <a:cxnSpLocks/>
                  <a:stCxn id="190" idx="1"/>
                </p:cNvCxnSpPr>
                <p:nvPr/>
              </p:nvCxnSpPr>
              <p:spPr>
                <a:xfrm>
                  <a:off x="2997199" y="4533900"/>
                  <a:ext cx="1" cy="1016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>
                  <a:extLst>
                    <a:ext uri="{FF2B5EF4-FFF2-40B4-BE49-F238E27FC236}">
                      <a16:creationId xmlns:a16="http://schemas.microsoft.com/office/drawing/2014/main" id="{D43D573A-A503-4FD3-B306-FEDD074629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34783" y="4539194"/>
                  <a:ext cx="1" cy="1016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Straight Connector 198">
                  <a:extLst>
                    <a:ext uri="{FF2B5EF4-FFF2-40B4-BE49-F238E27FC236}">
                      <a16:creationId xmlns:a16="http://schemas.microsoft.com/office/drawing/2014/main" id="{41E758FC-CCF9-41A2-9A4A-70AF61F0B1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25799" y="4521203"/>
                  <a:ext cx="1" cy="1016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>
                  <a:extLst>
                    <a:ext uri="{FF2B5EF4-FFF2-40B4-BE49-F238E27FC236}">
                      <a16:creationId xmlns:a16="http://schemas.microsoft.com/office/drawing/2014/main" id="{9AE59070-CDF0-4541-8175-E393F362A5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04068" y="4521202"/>
                  <a:ext cx="1" cy="1016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Straight Connector 200">
                  <a:extLst>
                    <a:ext uri="{FF2B5EF4-FFF2-40B4-BE49-F238E27FC236}">
                      <a16:creationId xmlns:a16="http://schemas.microsoft.com/office/drawing/2014/main" id="{B29BF071-13B7-4EF5-A828-9AE7350EDA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53269" y="4504273"/>
                  <a:ext cx="1" cy="1016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>
                  <a:extLst>
                    <a:ext uri="{FF2B5EF4-FFF2-40B4-BE49-F238E27FC236}">
                      <a16:creationId xmlns:a16="http://schemas.microsoft.com/office/drawing/2014/main" id="{B366B6A6-0EDC-4682-9E38-1B1333DB74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74483" y="4502153"/>
                  <a:ext cx="1" cy="1016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0B965494-AB64-4B1A-9028-9CA64C3D9138}"/>
                  </a:ext>
                </a:extLst>
              </p:cNvPr>
              <p:cNvSpPr txBox="1"/>
              <p:nvPr/>
            </p:nvSpPr>
            <p:spPr>
              <a:xfrm>
                <a:off x="2916237" y="4528387"/>
                <a:ext cx="30216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/>
                  <a:t>35</a:t>
                </a:r>
              </a:p>
            </p:txBody>
          </p:sp>
        </p:grp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4CFF2220-A438-47F4-8C2B-EEEBB11DAC97}"/>
                </a:ext>
              </a:extLst>
            </p:cNvPr>
            <p:cNvSpPr/>
            <p:nvPr/>
          </p:nvSpPr>
          <p:spPr>
            <a:xfrm>
              <a:off x="2904067" y="4686300"/>
              <a:ext cx="127000" cy="364066"/>
            </a:xfrm>
            <a:custGeom>
              <a:avLst/>
              <a:gdLst>
                <a:gd name="connsiteX0" fmla="*/ 0 w 127000"/>
                <a:gd name="connsiteY0" fmla="*/ 0 h 397933"/>
                <a:gd name="connsiteX1" fmla="*/ 97366 w 127000"/>
                <a:gd name="connsiteY1" fmla="*/ 342900 h 397933"/>
                <a:gd name="connsiteX2" fmla="*/ 127000 w 127000"/>
                <a:gd name="connsiteY2" fmla="*/ 397933 h 397933"/>
                <a:gd name="connsiteX3" fmla="*/ 67733 w 127000"/>
                <a:gd name="connsiteY3" fmla="*/ 8467 h 397933"/>
                <a:gd name="connsiteX4" fmla="*/ 50800 w 127000"/>
                <a:gd name="connsiteY4" fmla="*/ 12700 h 397933"/>
                <a:gd name="connsiteX5" fmla="*/ 0 w 127000"/>
                <a:gd name="connsiteY5" fmla="*/ 0 h 397933"/>
                <a:gd name="connsiteX0" fmla="*/ 0 w 127000"/>
                <a:gd name="connsiteY0" fmla="*/ 0 h 397933"/>
                <a:gd name="connsiteX1" fmla="*/ 101599 w 127000"/>
                <a:gd name="connsiteY1" fmla="*/ 342900 h 397933"/>
                <a:gd name="connsiteX2" fmla="*/ 127000 w 127000"/>
                <a:gd name="connsiteY2" fmla="*/ 397933 h 397933"/>
                <a:gd name="connsiteX3" fmla="*/ 67733 w 127000"/>
                <a:gd name="connsiteY3" fmla="*/ 8467 h 397933"/>
                <a:gd name="connsiteX4" fmla="*/ 50800 w 127000"/>
                <a:gd name="connsiteY4" fmla="*/ 12700 h 397933"/>
                <a:gd name="connsiteX5" fmla="*/ 0 w 127000"/>
                <a:gd name="connsiteY5" fmla="*/ 0 h 397933"/>
                <a:gd name="connsiteX0" fmla="*/ 0 w 127000"/>
                <a:gd name="connsiteY0" fmla="*/ 0 h 364066"/>
                <a:gd name="connsiteX1" fmla="*/ 101599 w 127000"/>
                <a:gd name="connsiteY1" fmla="*/ 342900 h 364066"/>
                <a:gd name="connsiteX2" fmla="*/ 127000 w 127000"/>
                <a:gd name="connsiteY2" fmla="*/ 364066 h 364066"/>
                <a:gd name="connsiteX3" fmla="*/ 67733 w 127000"/>
                <a:gd name="connsiteY3" fmla="*/ 8467 h 364066"/>
                <a:gd name="connsiteX4" fmla="*/ 50800 w 127000"/>
                <a:gd name="connsiteY4" fmla="*/ 12700 h 364066"/>
                <a:gd name="connsiteX5" fmla="*/ 0 w 127000"/>
                <a:gd name="connsiteY5" fmla="*/ 0 h 364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000" h="364066">
                  <a:moveTo>
                    <a:pt x="0" y="0"/>
                  </a:moveTo>
                  <a:lnTo>
                    <a:pt x="101599" y="342900"/>
                  </a:lnTo>
                  <a:lnTo>
                    <a:pt x="127000" y="364066"/>
                  </a:lnTo>
                  <a:lnTo>
                    <a:pt x="67733" y="8467"/>
                  </a:lnTo>
                  <a:lnTo>
                    <a:pt x="508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E1F768BD-B6FC-4F3A-9069-1F856E257798}"/>
                </a:ext>
              </a:extLst>
            </p:cNvPr>
            <p:cNvSpPr/>
            <p:nvPr/>
          </p:nvSpPr>
          <p:spPr>
            <a:xfrm flipH="1">
              <a:off x="3104922" y="4690671"/>
              <a:ext cx="106448" cy="364066"/>
            </a:xfrm>
            <a:custGeom>
              <a:avLst/>
              <a:gdLst>
                <a:gd name="connsiteX0" fmla="*/ 0 w 127000"/>
                <a:gd name="connsiteY0" fmla="*/ 0 h 397933"/>
                <a:gd name="connsiteX1" fmla="*/ 97366 w 127000"/>
                <a:gd name="connsiteY1" fmla="*/ 342900 h 397933"/>
                <a:gd name="connsiteX2" fmla="*/ 127000 w 127000"/>
                <a:gd name="connsiteY2" fmla="*/ 397933 h 397933"/>
                <a:gd name="connsiteX3" fmla="*/ 67733 w 127000"/>
                <a:gd name="connsiteY3" fmla="*/ 8467 h 397933"/>
                <a:gd name="connsiteX4" fmla="*/ 50800 w 127000"/>
                <a:gd name="connsiteY4" fmla="*/ 12700 h 397933"/>
                <a:gd name="connsiteX5" fmla="*/ 0 w 127000"/>
                <a:gd name="connsiteY5" fmla="*/ 0 h 397933"/>
                <a:gd name="connsiteX0" fmla="*/ 0 w 127000"/>
                <a:gd name="connsiteY0" fmla="*/ 0 h 397933"/>
                <a:gd name="connsiteX1" fmla="*/ 101599 w 127000"/>
                <a:gd name="connsiteY1" fmla="*/ 342900 h 397933"/>
                <a:gd name="connsiteX2" fmla="*/ 127000 w 127000"/>
                <a:gd name="connsiteY2" fmla="*/ 397933 h 397933"/>
                <a:gd name="connsiteX3" fmla="*/ 67733 w 127000"/>
                <a:gd name="connsiteY3" fmla="*/ 8467 h 397933"/>
                <a:gd name="connsiteX4" fmla="*/ 50800 w 127000"/>
                <a:gd name="connsiteY4" fmla="*/ 12700 h 397933"/>
                <a:gd name="connsiteX5" fmla="*/ 0 w 127000"/>
                <a:gd name="connsiteY5" fmla="*/ 0 h 397933"/>
                <a:gd name="connsiteX0" fmla="*/ 0 w 127000"/>
                <a:gd name="connsiteY0" fmla="*/ 0 h 364066"/>
                <a:gd name="connsiteX1" fmla="*/ 101599 w 127000"/>
                <a:gd name="connsiteY1" fmla="*/ 342900 h 364066"/>
                <a:gd name="connsiteX2" fmla="*/ 127000 w 127000"/>
                <a:gd name="connsiteY2" fmla="*/ 364066 h 364066"/>
                <a:gd name="connsiteX3" fmla="*/ 67733 w 127000"/>
                <a:gd name="connsiteY3" fmla="*/ 8467 h 364066"/>
                <a:gd name="connsiteX4" fmla="*/ 50800 w 127000"/>
                <a:gd name="connsiteY4" fmla="*/ 12700 h 364066"/>
                <a:gd name="connsiteX5" fmla="*/ 0 w 127000"/>
                <a:gd name="connsiteY5" fmla="*/ 0 h 364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7000" h="364066">
                  <a:moveTo>
                    <a:pt x="0" y="0"/>
                  </a:moveTo>
                  <a:lnTo>
                    <a:pt x="101599" y="342900"/>
                  </a:lnTo>
                  <a:lnTo>
                    <a:pt x="127000" y="364066"/>
                  </a:lnTo>
                  <a:lnTo>
                    <a:pt x="67733" y="8467"/>
                  </a:lnTo>
                  <a:lnTo>
                    <a:pt x="5080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99D7A123-984B-40B2-BA1E-EBE0231E4A55}"/>
              </a:ext>
            </a:extLst>
          </p:cNvPr>
          <p:cNvSpPr/>
          <p:nvPr/>
        </p:nvSpPr>
        <p:spPr>
          <a:xfrm>
            <a:off x="2969426" y="4847569"/>
            <a:ext cx="844421" cy="481681"/>
          </a:xfrm>
          <a:custGeom>
            <a:avLst/>
            <a:gdLst>
              <a:gd name="connsiteX0" fmla="*/ 0 w 1259448"/>
              <a:gd name="connsiteY0" fmla="*/ 347133 h 367749"/>
              <a:gd name="connsiteX1" fmla="*/ 618067 w 1259448"/>
              <a:gd name="connsiteY1" fmla="*/ 355600 h 367749"/>
              <a:gd name="connsiteX2" fmla="*/ 1168400 w 1259448"/>
              <a:gd name="connsiteY2" fmla="*/ 203200 h 367749"/>
              <a:gd name="connsiteX3" fmla="*/ 1253067 w 1259448"/>
              <a:gd name="connsiteY3" fmla="*/ 0 h 367749"/>
              <a:gd name="connsiteX0" fmla="*/ 0 w 1254912"/>
              <a:gd name="connsiteY0" fmla="*/ 347133 h 366349"/>
              <a:gd name="connsiteX1" fmla="*/ 618067 w 1254912"/>
              <a:gd name="connsiteY1" fmla="*/ 355600 h 366349"/>
              <a:gd name="connsiteX2" fmla="*/ 1123950 w 1254912"/>
              <a:gd name="connsiteY2" fmla="*/ 222250 h 366349"/>
              <a:gd name="connsiteX3" fmla="*/ 1253067 w 1254912"/>
              <a:gd name="connsiteY3" fmla="*/ 0 h 366349"/>
              <a:gd name="connsiteX0" fmla="*/ 0 w 1267285"/>
              <a:gd name="connsiteY0" fmla="*/ 315383 h 334599"/>
              <a:gd name="connsiteX1" fmla="*/ 618067 w 1267285"/>
              <a:gd name="connsiteY1" fmla="*/ 323850 h 334599"/>
              <a:gd name="connsiteX2" fmla="*/ 1123950 w 1267285"/>
              <a:gd name="connsiteY2" fmla="*/ 190500 h 334599"/>
              <a:gd name="connsiteX3" fmla="*/ 1265767 w 1267285"/>
              <a:gd name="connsiteY3" fmla="*/ 0 h 334599"/>
              <a:gd name="connsiteX0" fmla="*/ 0 w 1265767"/>
              <a:gd name="connsiteY0" fmla="*/ 315383 h 334599"/>
              <a:gd name="connsiteX1" fmla="*/ 618067 w 1265767"/>
              <a:gd name="connsiteY1" fmla="*/ 323850 h 334599"/>
              <a:gd name="connsiteX2" fmla="*/ 1123950 w 1265767"/>
              <a:gd name="connsiteY2" fmla="*/ 190500 h 334599"/>
              <a:gd name="connsiteX3" fmla="*/ 1265767 w 1265767"/>
              <a:gd name="connsiteY3" fmla="*/ 0 h 334599"/>
              <a:gd name="connsiteX0" fmla="*/ 0 w 1270754"/>
              <a:gd name="connsiteY0" fmla="*/ 315383 h 352503"/>
              <a:gd name="connsiteX1" fmla="*/ 618067 w 1270754"/>
              <a:gd name="connsiteY1" fmla="*/ 323850 h 352503"/>
              <a:gd name="connsiteX2" fmla="*/ 1216548 w 1270754"/>
              <a:gd name="connsiteY2" fmla="*/ 329396 h 352503"/>
              <a:gd name="connsiteX3" fmla="*/ 1265767 w 1270754"/>
              <a:gd name="connsiteY3" fmla="*/ 0 h 352503"/>
              <a:gd name="connsiteX0" fmla="*/ 0 w 1265767"/>
              <a:gd name="connsiteY0" fmla="*/ 315383 h 328705"/>
              <a:gd name="connsiteX1" fmla="*/ 618067 w 1265767"/>
              <a:gd name="connsiteY1" fmla="*/ 323850 h 328705"/>
              <a:gd name="connsiteX2" fmla="*/ 1193398 w 1265767"/>
              <a:gd name="connsiteY2" fmla="*/ 271523 h 328705"/>
              <a:gd name="connsiteX3" fmla="*/ 1265767 w 1265767"/>
              <a:gd name="connsiteY3" fmla="*/ 0 h 328705"/>
              <a:gd name="connsiteX0" fmla="*/ 0 w 1265767"/>
              <a:gd name="connsiteY0" fmla="*/ 384831 h 398153"/>
              <a:gd name="connsiteX1" fmla="*/ 618067 w 1265767"/>
              <a:gd name="connsiteY1" fmla="*/ 393298 h 398153"/>
              <a:gd name="connsiteX2" fmla="*/ 1193398 w 1265767"/>
              <a:gd name="connsiteY2" fmla="*/ 340971 h 398153"/>
              <a:gd name="connsiteX3" fmla="*/ 1265767 w 1265767"/>
              <a:gd name="connsiteY3" fmla="*/ 0 h 398153"/>
              <a:gd name="connsiteX0" fmla="*/ 0 w 1270754"/>
              <a:gd name="connsiteY0" fmla="*/ 384831 h 418151"/>
              <a:gd name="connsiteX1" fmla="*/ 618067 w 1270754"/>
              <a:gd name="connsiteY1" fmla="*/ 393298 h 418151"/>
              <a:gd name="connsiteX2" fmla="*/ 1216548 w 1270754"/>
              <a:gd name="connsiteY2" fmla="*/ 387269 h 418151"/>
              <a:gd name="connsiteX3" fmla="*/ 1265767 w 1270754"/>
              <a:gd name="connsiteY3" fmla="*/ 0 h 418151"/>
              <a:gd name="connsiteX0" fmla="*/ 0 w 1268257"/>
              <a:gd name="connsiteY0" fmla="*/ 384831 h 474333"/>
              <a:gd name="connsiteX1" fmla="*/ 652791 w 1268257"/>
              <a:gd name="connsiteY1" fmla="*/ 474320 h 474333"/>
              <a:gd name="connsiteX2" fmla="*/ 1216548 w 1268257"/>
              <a:gd name="connsiteY2" fmla="*/ 387269 h 474333"/>
              <a:gd name="connsiteX3" fmla="*/ 1265767 w 1268257"/>
              <a:gd name="connsiteY3" fmla="*/ 0 h 474333"/>
              <a:gd name="connsiteX0" fmla="*/ 0 w 1221959"/>
              <a:gd name="connsiteY0" fmla="*/ 465854 h 481681"/>
              <a:gd name="connsiteX1" fmla="*/ 606493 w 1221959"/>
              <a:gd name="connsiteY1" fmla="*/ 474320 h 481681"/>
              <a:gd name="connsiteX2" fmla="*/ 1170250 w 1221959"/>
              <a:gd name="connsiteY2" fmla="*/ 387269 h 481681"/>
              <a:gd name="connsiteX3" fmla="*/ 1219469 w 1221959"/>
              <a:gd name="connsiteY3" fmla="*/ 0 h 481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1959" h="481681">
                <a:moveTo>
                  <a:pt x="0" y="465854"/>
                </a:moveTo>
                <a:cubicBezTo>
                  <a:pt x="211667" y="482082"/>
                  <a:pt x="411451" y="487418"/>
                  <a:pt x="606493" y="474320"/>
                </a:cubicBezTo>
                <a:cubicBezTo>
                  <a:pt x="801535" y="461223"/>
                  <a:pt x="1068087" y="466322"/>
                  <a:pt x="1170250" y="387269"/>
                </a:cubicBezTo>
                <a:cubicBezTo>
                  <a:pt x="1272413" y="308216"/>
                  <a:pt x="1185602" y="103716"/>
                  <a:pt x="1219469" y="0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14AD8FAB-39FE-444F-A350-6DD241FF5033}"/>
              </a:ext>
            </a:extLst>
          </p:cNvPr>
          <p:cNvSpPr/>
          <p:nvPr/>
        </p:nvSpPr>
        <p:spPr>
          <a:xfrm>
            <a:off x="2480340" y="4407238"/>
            <a:ext cx="632575" cy="605214"/>
          </a:xfrm>
          <a:custGeom>
            <a:avLst/>
            <a:gdLst>
              <a:gd name="connsiteX0" fmla="*/ 0 w 863600"/>
              <a:gd name="connsiteY0" fmla="*/ 673100 h 673100"/>
              <a:gd name="connsiteX1" fmla="*/ 215900 w 863600"/>
              <a:gd name="connsiteY1" fmla="*/ 177800 h 673100"/>
              <a:gd name="connsiteX2" fmla="*/ 863600 w 863600"/>
              <a:gd name="connsiteY2" fmla="*/ 0 h 67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63600" h="673100">
                <a:moveTo>
                  <a:pt x="0" y="673100"/>
                </a:moveTo>
                <a:cubicBezTo>
                  <a:pt x="35983" y="481541"/>
                  <a:pt x="71967" y="289983"/>
                  <a:pt x="215900" y="177800"/>
                </a:cubicBezTo>
                <a:cubicBezTo>
                  <a:pt x="359833" y="65617"/>
                  <a:pt x="611716" y="32808"/>
                  <a:pt x="863600" y="0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Freeform: Shape 1041">
            <a:extLst>
              <a:ext uri="{FF2B5EF4-FFF2-40B4-BE49-F238E27FC236}">
                <a16:creationId xmlns:a16="http://schemas.microsoft.com/office/drawing/2014/main" id="{D390903D-9D51-41C0-B932-66F3A664900D}"/>
              </a:ext>
            </a:extLst>
          </p:cNvPr>
          <p:cNvSpPr/>
          <p:nvPr/>
        </p:nvSpPr>
        <p:spPr>
          <a:xfrm>
            <a:off x="2769570" y="4343170"/>
            <a:ext cx="393700" cy="13922"/>
          </a:xfrm>
          <a:custGeom>
            <a:avLst/>
            <a:gdLst>
              <a:gd name="connsiteX0" fmla="*/ 393700 w 393700"/>
              <a:gd name="connsiteY0" fmla="*/ 0 h 13922"/>
              <a:gd name="connsiteX1" fmla="*/ 143934 w 393700"/>
              <a:gd name="connsiteY1" fmla="*/ 12700 h 13922"/>
              <a:gd name="connsiteX2" fmla="*/ 0 w 393700"/>
              <a:gd name="connsiteY2" fmla="*/ 12700 h 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3700" h="13922">
                <a:moveTo>
                  <a:pt x="393700" y="0"/>
                </a:moveTo>
                <a:lnTo>
                  <a:pt x="143934" y="12700"/>
                </a:lnTo>
                <a:cubicBezTo>
                  <a:pt x="78317" y="14817"/>
                  <a:pt x="39158" y="13758"/>
                  <a:pt x="0" y="12700"/>
                </a:cubicBezTo>
              </a:path>
            </a:pathLst>
          </a:custGeom>
          <a:noFill/>
          <a:ln>
            <a:solidFill>
              <a:schemeClr val="accent6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01E8FC0-8C53-46FA-83A0-63358353831E}"/>
              </a:ext>
            </a:extLst>
          </p:cNvPr>
          <p:cNvSpPr txBox="1"/>
          <p:nvPr/>
        </p:nvSpPr>
        <p:spPr>
          <a:xfrm>
            <a:off x="2359165" y="4185976"/>
            <a:ext cx="5151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6"/>
                </a:solidFill>
              </a:rPr>
              <a:t>CO</a:t>
            </a:r>
            <a:r>
              <a:rPr lang="en-US" sz="1400" baseline="-25000" dirty="0">
                <a:solidFill>
                  <a:schemeClr val="accent6"/>
                </a:solidFill>
              </a:rPr>
              <a:t>2</a:t>
            </a:r>
            <a:endParaRPr lang="en-US" sz="1400" dirty="0">
              <a:solidFill>
                <a:schemeClr val="accent6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D564C517-0B14-4A7D-8015-150E5DB93BC5}"/>
              </a:ext>
            </a:extLst>
          </p:cNvPr>
          <p:cNvSpPr/>
          <p:nvPr/>
        </p:nvSpPr>
        <p:spPr>
          <a:xfrm flipH="1">
            <a:off x="199855" y="4346338"/>
            <a:ext cx="1745833" cy="18158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dirty="0"/>
              <a:t>The Venturi device, entrains ambient air and mixes it with 100% O</a:t>
            </a:r>
            <a:r>
              <a:rPr lang="en-US" sz="1600" baseline="-25000" dirty="0"/>
              <a:t>2</a:t>
            </a:r>
            <a:r>
              <a:rPr lang="en-US" sz="1600" dirty="0"/>
              <a:t> – delivering a fixed flow rate and FiO</a:t>
            </a:r>
            <a:r>
              <a:rPr lang="en-US" sz="1600" baseline="-25000" dirty="0"/>
              <a:t>2</a:t>
            </a:r>
            <a:r>
              <a:rPr lang="en-US" sz="1600" dirty="0"/>
              <a:t> to the mask. </a:t>
            </a:r>
          </a:p>
        </p:txBody>
      </p:sp>
      <p:grpSp>
        <p:nvGrpSpPr>
          <p:cNvPr id="1044" name="Group 1043">
            <a:extLst>
              <a:ext uri="{FF2B5EF4-FFF2-40B4-BE49-F238E27FC236}">
                <a16:creationId xmlns:a16="http://schemas.microsoft.com/office/drawing/2014/main" id="{1CE24F19-1F99-4483-BC82-45C2E19CE62B}"/>
              </a:ext>
            </a:extLst>
          </p:cNvPr>
          <p:cNvGrpSpPr/>
          <p:nvPr/>
        </p:nvGrpSpPr>
        <p:grpSpPr>
          <a:xfrm>
            <a:off x="3928281" y="6211295"/>
            <a:ext cx="154922" cy="513261"/>
            <a:chOff x="3101423" y="6211295"/>
            <a:chExt cx="241031" cy="428887"/>
          </a:xfrm>
        </p:grpSpPr>
        <p:sp>
          <p:nvSpPr>
            <p:cNvPr id="1043" name="Parallelogram 1042">
              <a:extLst>
                <a:ext uri="{FF2B5EF4-FFF2-40B4-BE49-F238E27FC236}">
                  <a16:creationId xmlns:a16="http://schemas.microsoft.com/office/drawing/2014/main" id="{EF742BDC-D852-45CC-824C-51A3F0DAF9EC}"/>
                </a:ext>
              </a:extLst>
            </p:cNvPr>
            <p:cNvSpPr/>
            <p:nvPr/>
          </p:nvSpPr>
          <p:spPr>
            <a:xfrm rot="1826119">
              <a:off x="3101423" y="6211295"/>
              <a:ext cx="63223" cy="307381"/>
            </a:xfrm>
            <a:prstGeom prst="parallelogram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Parallelogram 225">
              <a:extLst>
                <a:ext uri="{FF2B5EF4-FFF2-40B4-BE49-F238E27FC236}">
                  <a16:creationId xmlns:a16="http://schemas.microsoft.com/office/drawing/2014/main" id="{BD278618-567F-40DB-827B-282E6BB35A8E}"/>
                </a:ext>
              </a:extLst>
            </p:cNvPr>
            <p:cNvSpPr/>
            <p:nvPr/>
          </p:nvSpPr>
          <p:spPr>
            <a:xfrm rot="1826119">
              <a:off x="3117919" y="6332801"/>
              <a:ext cx="63222" cy="307381"/>
            </a:xfrm>
            <a:prstGeom prst="parallelogram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Parallelogram 226">
              <a:extLst>
                <a:ext uri="{FF2B5EF4-FFF2-40B4-BE49-F238E27FC236}">
                  <a16:creationId xmlns:a16="http://schemas.microsoft.com/office/drawing/2014/main" id="{1D1EEE7D-34A5-48D1-ABD3-C6B3DFDB3C84}"/>
                </a:ext>
              </a:extLst>
            </p:cNvPr>
            <p:cNvSpPr/>
            <p:nvPr/>
          </p:nvSpPr>
          <p:spPr>
            <a:xfrm rot="1826119">
              <a:off x="3279231" y="6321233"/>
              <a:ext cx="63223" cy="307381"/>
            </a:xfrm>
            <a:prstGeom prst="parallelogram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81F0A29-7876-4CED-A2E5-CADEAA848732}"/>
              </a:ext>
            </a:extLst>
          </p:cNvPr>
          <p:cNvGrpSpPr/>
          <p:nvPr/>
        </p:nvGrpSpPr>
        <p:grpSpPr>
          <a:xfrm>
            <a:off x="3921577" y="4548884"/>
            <a:ext cx="1238909" cy="597473"/>
            <a:chOff x="3094720" y="4548884"/>
            <a:chExt cx="1238909" cy="597473"/>
          </a:xfrm>
        </p:grpSpPr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EE9F8929-930D-4D3A-A250-9ECE31ACA90D}"/>
                </a:ext>
              </a:extLst>
            </p:cNvPr>
            <p:cNvSpPr txBox="1"/>
            <p:nvPr/>
          </p:nvSpPr>
          <p:spPr>
            <a:xfrm>
              <a:off x="3520266" y="4561582"/>
              <a:ext cx="81336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Venturi</a:t>
              </a:r>
              <a:r>
                <a:rPr lang="en-US" sz="1600" b="1" dirty="0"/>
                <a:t> device</a:t>
              </a:r>
            </a:p>
          </p:txBody>
        </p:sp>
        <p:cxnSp>
          <p:nvCxnSpPr>
            <p:cNvPr id="1046" name="Straight Connector 1045">
              <a:extLst>
                <a:ext uri="{FF2B5EF4-FFF2-40B4-BE49-F238E27FC236}">
                  <a16:creationId xmlns:a16="http://schemas.microsoft.com/office/drawing/2014/main" id="{EFF36C5A-363F-47B1-B73B-5909B299DAFC}"/>
                </a:ext>
              </a:extLst>
            </p:cNvPr>
            <p:cNvCxnSpPr>
              <a:cxnSpLocks/>
            </p:cNvCxnSpPr>
            <p:nvPr/>
          </p:nvCxnSpPr>
          <p:spPr>
            <a:xfrm>
              <a:off x="3094720" y="4548884"/>
              <a:ext cx="418125" cy="20023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50" name="Freeform: Shape 1049">
            <a:extLst>
              <a:ext uri="{FF2B5EF4-FFF2-40B4-BE49-F238E27FC236}">
                <a16:creationId xmlns:a16="http://schemas.microsoft.com/office/drawing/2014/main" id="{26732406-541F-426C-A817-5E4C79DF01C8}"/>
              </a:ext>
            </a:extLst>
          </p:cNvPr>
          <p:cNvSpPr/>
          <p:nvPr/>
        </p:nvSpPr>
        <p:spPr>
          <a:xfrm>
            <a:off x="3703407" y="4019550"/>
            <a:ext cx="336550" cy="33288"/>
          </a:xfrm>
          <a:custGeom>
            <a:avLst/>
            <a:gdLst>
              <a:gd name="connsiteX0" fmla="*/ 0 w 336550"/>
              <a:gd name="connsiteY0" fmla="*/ 0 h 33288"/>
              <a:gd name="connsiteX1" fmla="*/ 127000 w 336550"/>
              <a:gd name="connsiteY1" fmla="*/ 31750 h 33288"/>
              <a:gd name="connsiteX2" fmla="*/ 241300 w 336550"/>
              <a:gd name="connsiteY2" fmla="*/ 25400 h 33288"/>
              <a:gd name="connsiteX3" fmla="*/ 336550 w 336550"/>
              <a:gd name="connsiteY3" fmla="*/ 0 h 33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550" h="33288">
                <a:moveTo>
                  <a:pt x="0" y="0"/>
                </a:moveTo>
                <a:cubicBezTo>
                  <a:pt x="43391" y="13758"/>
                  <a:pt x="86783" y="27517"/>
                  <a:pt x="127000" y="31750"/>
                </a:cubicBezTo>
                <a:cubicBezTo>
                  <a:pt x="167217" y="35983"/>
                  <a:pt x="206375" y="30692"/>
                  <a:pt x="241300" y="25400"/>
                </a:cubicBezTo>
                <a:cubicBezTo>
                  <a:pt x="276225" y="20108"/>
                  <a:pt x="306387" y="10054"/>
                  <a:pt x="33655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itle 1">
            <a:extLst>
              <a:ext uri="{FF2B5EF4-FFF2-40B4-BE49-F238E27FC236}">
                <a16:creationId xmlns:a16="http://schemas.microsoft.com/office/drawing/2014/main" id="{4C9A583F-C01A-4DFF-96A9-8D71C638B55B}"/>
              </a:ext>
            </a:extLst>
          </p:cNvPr>
          <p:cNvSpPr txBox="1">
            <a:spLocks/>
          </p:cNvSpPr>
          <p:nvPr/>
        </p:nvSpPr>
        <p:spPr>
          <a:xfrm>
            <a:off x="4370438" y="167711"/>
            <a:ext cx="3754518" cy="66431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latin typeface="+mn-lt"/>
              </a:rPr>
              <a:t>Venturi Mask</a:t>
            </a:r>
          </a:p>
        </p:txBody>
      </p:sp>
      <p:sp>
        <p:nvSpPr>
          <p:cNvPr id="174" name="1">
            <a:extLst>
              <a:ext uri="{FF2B5EF4-FFF2-40B4-BE49-F238E27FC236}">
                <a16:creationId xmlns:a16="http://schemas.microsoft.com/office/drawing/2014/main" id="{E42CDF83-7C6D-4827-9174-E810579F0E99}"/>
              </a:ext>
            </a:extLst>
          </p:cNvPr>
          <p:cNvSpPr/>
          <p:nvPr/>
        </p:nvSpPr>
        <p:spPr>
          <a:xfrm>
            <a:off x="336381" y="3494688"/>
            <a:ext cx="576856" cy="584775"/>
          </a:xfrm>
          <a:prstGeom prst="ellipse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pic>
        <p:nvPicPr>
          <p:cNvPr id="192" name="Graphic 191" descr="Cursor">
            <a:extLst>
              <a:ext uri="{FF2B5EF4-FFF2-40B4-BE49-F238E27FC236}">
                <a16:creationId xmlns:a16="http://schemas.microsoft.com/office/drawing/2014/main" id="{1A44658F-654D-48E4-98C9-41BEAA2900F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68497" y="3834095"/>
            <a:ext cx="346628" cy="365760"/>
          </a:xfrm>
          <a:prstGeom prst="rect">
            <a:avLst/>
          </a:prstGeom>
        </p:spPr>
      </p:pic>
      <p:sp>
        <p:nvSpPr>
          <p:cNvPr id="195" name="Rectangle 194">
            <a:extLst>
              <a:ext uri="{FF2B5EF4-FFF2-40B4-BE49-F238E27FC236}">
                <a16:creationId xmlns:a16="http://schemas.microsoft.com/office/drawing/2014/main" id="{C2BD9118-BBF2-4F22-8CE5-6D536F90476F}"/>
              </a:ext>
            </a:extLst>
          </p:cNvPr>
          <p:cNvSpPr/>
          <p:nvPr/>
        </p:nvSpPr>
        <p:spPr>
          <a:xfrm>
            <a:off x="5631252" y="4407458"/>
            <a:ext cx="6153404" cy="20908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19063" indent="-119063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2E014C71-EF91-44EB-BAA3-5326283F4941}"/>
              </a:ext>
            </a:extLst>
          </p:cNvPr>
          <p:cNvSpPr/>
          <p:nvPr/>
        </p:nvSpPr>
        <p:spPr>
          <a:xfrm flipH="1">
            <a:off x="5636196" y="4448343"/>
            <a:ext cx="6100821" cy="1015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28600" indent="-168275">
              <a:buFont typeface="Arial" panose="020B0604020202020204" pitchFamily="34" charset="0"/>
              <a:buChar char="•"/>
              <a:tabLst>
                <a:tab pos="168275" algn="l"/>
              </a:tabLst>
            </a:pPr>
            <a:r>
              <a:rPr lang="en-US" sz="2000" dirty="0"/>
              <a:t>Higher desired FiO</a:t>
            </a:r>
            <a:r>
              <a:rPr lang="en-US" sz="2000" baseline="-25000" dirty="0"/>
              <a:t>2</a:t>
            </a:r>
            <a:r>
              <a:rPr lang="en-US" sz="2000" dirty="0"/>
              <a:t> requires lower flow rates</a:t>
            </a:r>
          </a:p>
          <a:p>
            <a:pPr marL="685800" lvl="1" indent="-168275">
              <a:buFont typeface="Arial" panose="020B0604020202020204" pitchFamily="34" charset="0"/>
              <a:buChar char="•"/>
              <a:tabLst>
                <a:tab pos="168275" algn="l"/>
              </a:tabLst>
            </a:pPr>
            <a:r>
              <a:rPr lang="en-US" sz="2000" dirty="0"/>
              <a:t>Desired 35% FiO</a:t>
            </a:r>
            <a:r>
              <a:rPr lang="en-US" sz="2000" baseline="-25000" dirty="0"/>
              <a:t>2</a:t>
            </a:r>
            <a:r>
              <a:rPr lang="en-US" sz="2000" dirty="0"/>
              <a:t> → ~45 L/min</a:t>
            </a:r>
          </a:p>
          <a:p>
            <a:pPr marL="685800" lvl="2" indent="-168275">
              <a:buFont typeface="Arial" panose="020B0604020202020204" pitchFamily="34" charset="0"/>
              <a:buChar char="•"/>
              <a:tabLst>
                <a:tab pos="168275" algn="l"/>
              </a:tabLst>
            </a:pPr>
            <a:r>
              <a:rPr lang="en-US" sz="2000" dirty="0"/>
              <a:t>Desired 60% FiO</a:t>
            </a:r>
            <a:r>
              <a:rPr lang="en-US" sz="2000" baseline="-25000" dirty="0"/>
              <a:t>2</a:t>
            </a:r>
            <a:r>
              <a:rPr lang="en-US" sz="2000" dirty="0"/>
              <a:t> → ~ 30 L/min flow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07DFC7C-4282-45D7-A573-AD7FF1D11663}"/>
              </a:ext>
            </a:extLst>
          </p:cNvPr>
          <p:cNvSpPr txBox="1"/>
          <p:nvPr/>
        </p:nvSpPr>
        <p:spPr>
          <a:xfrm>
            <a:off x="5599815" y="5387380"/>
            <a:ext cx="60943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68275">
              <a:buFont typeface="Arial" panose="020B0604020202020204" pitchFamily="34" charset="0"/>
              <a:buChar char="•"/>
              <a:tabLst>
                <a:tab pos="168275" algn="l"/>
              </a:tabLst>
            </a:pPr>
            <a:r>
              <a:rPr lang="en-US" sz="2000" dirty="0"/>
              <a:t>Maximum FiO</a:t>
            </a:r>
            <a:r>
              <a:rPr lang="en-US" sz="2000" baseline="-25000" dirty="0"/>
              <a:t>2</a:t>
            </a:r>
            <a:r>
              <a:rPr lang="en-US" sz="2000" dirty="0"/>
              <a:t> of ~60% with flow rates up to 60 L/min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8C5E0C0E-4E6C-4E97-ACCD-208BF11E0BAA}"/>
              </a:ext>
            </a:extLst>
          </p:cNvPr>
          <p:cNvSpPr txBox="1"/>
          <p:nvPr/>
        </p:nvSpPr>
        <p:spPr>
          <a:xfrm>
            <a:off x="5598356" y="5738758"/>
            <a:ext cx="60943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1" indent="-168275">
              <a:buFont typeface="Arial" panose="020B0604020202020204" pitchFamily="34" charset="0"/>
              <a:buChar char="•"/>
              <a:tabLst>
                <a:tab pos="168275" algn="l"/>
              </a:tabLst>
            </a:pPr>
            <a:r>
              <a:rPr lang="en-US" sz="2000" dirty="0"/>
              <a:t>Useful for providing set FiO</a:t>
            </a:r>
            <a:r>
              <a:rPr lang="en-US" sz="2000" baseline="-25000" dirty="0"/>
              <a:t>2</a:t>
            </a:r>
            <a:r>
              <a:rPr lang="en-US" sz="2000" dirty="0"/>
              <a:t> to patients with a variable breathing pattern</a:t>
            </a:r>
          </a:p>
        </p:txBody>
      </p:sp>
      <p:sp>
        <p:nvSpPr>
          <p:cNvPr id="196" name="2">
            <a:extLst>
              <a:ext uri="{FF2B5EF4-FFF2-40B4-BE49-F238E27FC236}">
                <a16:creationId xmlns:a16="http://schemas.microsoft.com/office/drawing/2014/main" id="{42CE83C4-85AB-48A7-9493-E2C67E495BA7}"/>
              </a:ext>
            </a:extLst>
          </p:cNvPr>
          <p:cNvSpPr/>
          <p:nvPr/>
        </p:nvSpPr>
        <p:spPr>
          <a:xfrm>
            <a:off x="7562944" y="3014237"/>
            <a:ext cx="576856" cy="584775"/>
          </a:xfrm>
          <a:prstGeom prst="ellipse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pic>
        <p:nvPicPr>
          <p:cNvPr id="197" name="Graphic 196" descr="Cursor">
            <a:extLst>
              <a:ext uri="{FF2B5EF4-FFF2-40B4-BE49-F238E27FC236}">
                <a16:creationId xmlns:a16="http://schemas.microsoft.com/office/drawing/2014/main" id="{DB976431-6176-48D8-AE94-D233796914D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895060" y="3353644"/>
            <a:ext cx="346628" cy="36576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612C16D8-9974-4FEA-B847-99FC0A9E6DAC}"/>
              </a:ext>
            </a:extLst>
          </p:cNvPr>
          <p:cNvSpPr/>
          <p:nvPr/>
        </p:nvSpPr>
        <p:spPr>
          <a:xfrm>
            <a:off x="9427861" y="2195603"/>
            <a:ext cx="431738" cy="531476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: Rounded Corners 141">
            <a:hlinkClick r:id="rId27" action="ppaction://hlinksldjump"/>
            <a:extLst>
              <a:ext uri="{FF2B5EF4-FFF2-40B4-BE49-F238E27FC236}">
                <a16:creationId xmlns:a16="http://schemas.microsoft.com/office/drawing/2014/main" id="{C4F2E8CA-422B-4AFE-B459-8668D123C4D9}"/>
              </a:ext>
            </a:extLst>
          </p:cNvPr>
          <p:cNvSpPr/>
          <p:nvPr/>
        </p:nvSpPr>
        <p:spPr>
          <a:xfrm>
            <a:off x="186814" y="131786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The Basics</a:t>
            </a:r>
          </a:p>
        </p:txBody>
      </p:sp>
      <p:sp>
        <p:nvSpPr>
          <p:cNvPr id="143" name="Rectangle: Rounded Corners 142">
            <a:hlinkClick r:id="rId28" action="ppaction://hlinksldjump"/>
            <a:extLst>
              <a:ext uri="{FF2B5EF4-FFF2-40B4-BE49-F238E27FC236}">
                <a16:creationId xmlns:a16="http://schemas.microsoft.com/office/drawing/2014/main" id="{5A4D1FB3-9BFB-438A-8B19-EEAE41136AA2}"/>
              </a:ext>
            </a:extLst>
          </p:cNvPr>
          <p:cNvSpPr/>
          <p:nvPr/>
        </p:nvSpPr>
        <p:spPr>
          <a:xfrm>
            <a:off x="186814" y="657094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</a:t>
            </a:r>
            <a:r>
              <a:rPr lang="en-US" b="1" baseline="-25000" dirty="0">
                <a:solidFill>
                  <a:schemeClr val="tx1"/>
                </a:solidFill>
              </a:rPr>
              <a:t>2</a:t>
            </a:r>
            <a:r>
              <a:rPr lang="en-US" b="1" dirty="0">
                <a:solidFill>
                  <a:schemeClr val="tx1"/>
                </a:solidFill>
              </a:rPr>
              <a:t> Devices</a:t>
            </a:r>
          </a:p>
        </p:txBody>
      </p:sp>
      <p:pic>
        <p:nvPicPr>
          <p:cNvPr id="151" name="Graphic 150" descr="Cursor">
            <a:extLst>
              <a:ext uri="{FF2B5EF4-FFF2-40B4-BE49-F238E27FC236}">
                <a16:creationId xmlns:a16="http://schemas.microsoft.com/office/drawing/2014/main" id="{E0E87FA1-5345-4B23-809D-8F1E9A31BB8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404925" y="355289"/>
            <a:ext cx="346628" cy="365760"/>
          </a:xfrm>
          <a:prstGeom prst="rect">
            <a:avLst/>
          </a:prstGeom>
        </p:spPr>
      </p:pic>
      <p:pic>
        <p:nvPicPr>
          <p:cNvPr id="152" name="Graphic 151" descr="Cursor">
            <a:extLst>
              <a:ext uri="{FF2B5EF4-FFF2-40B4-BE49-F238E27FC236}">
                <a16:creationId xmlns:a16="http://schemas.microsoft.com/office/drawing/2014/main" id="{06813D15-9030-4EA0-8352-2190942BAE2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404925" y="862142"/>
            <a:ext cx="346628" cy="365760"/>
          </a:xfrm>
          <a:prstGeom prst="rect">
            <a:avLst/>
          </a:prstGeom>
        </p:spPr>
      </p:pic>
      <p:sp>
        <p:nvSpPr>
          <p:cNvPr id="153" name="Rectangle: Rounded Corners 152">
            <a:hlinkClick r:id="rId29" action="ppaction://hlinksldjump"/>
            <a:extLst>
              <a:ext uri="{FF2B5EF4-FFF2-40B4-BE49-F238E27FC236}">
                <a16:creationId xmlns:a16="http://schemas.microsoft.com/office/drawing/2014/main" id="{4601805C-4E5E-405D-AE37-C77103850B6E}"/>
              </a:ext>
            </a:extLst>
          </p:cNvPr>
          <p:cNvSpPr/>
          <p:nvPr/>
        </p:nvSpPr>
        <p:spPr>
          <a:xfrm>
            <a:off x="186814" y="1182402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154" name="Graphic 153" descr="Cursor">
            <a:extLst>
              <a:ext uri="{FF2B5EF4-FFF2-40B4-BE49-F238E27FC236}">
                <a16:creationId xmlns:a16="http://schemas.microsoft.com/office/drawing/2014/main" id="{F076B9A9-8384-4A0B-ABAA-A1A1F45CEC7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434421" y="1397762"/>
            <a:ext cx="346628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47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4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</p:childTnLst>
        </p:cTn>
      </p:par>
    </p:tnLst>
    <p:bldLst>
      <p:bldP spid="137" grpId="0"/>
      <p:bldP spid="145" grpId="0" animBg="1"/>
      <p:bldP spid="146" grpId="0" animBg="1"/>
      <p:bldP spid="216" grpId="0"/>
      <p:bldP spid="217" grpId="0"/>
      <p:bldP spid="219" grpId="0" animBg="1"/>
      <p:bldP spid="220" grpId="0" animBg="1"/>
      <p:bldP spid="178" grpId="0" animBg="1"/>
      <p:bldP spid="1039" grpId="0" animBg="1"/>
      <p:bldP spid="144" grpId="0" animBg="1"/>
      <p:bldP spid="150" grpId="0" animBg="1"/>
      <p:bldP spid="174" grpId="0" animBg="1"/>
      <p:bldP spid="195" grpId="0" animBg="1"/>
      <p:bldP spid="180" grpId="0"/>
      <p:bldP spid="193" grpId="0"/>
      <p:bldP spid="194" grpId="0"/>
      <p:bldP spid="19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193">
            <a:extLst>
              <a:ext uri="{FF2B5EF4-FFF2-40B4-BE49-F238E27FC236}">
                <a16:creationId xmlns:a16="http://schemas.microsoft.com/office/drawing/2014/main" id="{8360E7EC-FF2E-4AC1-A064-4B950B6A0BE4}"/>
              </a:ext>
            </a:extLst>
          </p:cNvPr>
          <p:cNvSpPr/>
          <p:nvPr/>
        </p:nvSpPr>
        <p:spPr>
          <a:xfrm>
            <a:off x="6169331" y="4588970"/>
            <a:ext cx="5479455" cy="20789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19063" indent="-119063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53" name="Freeform: Shape 252">
            <a:extLst>
              <a:ext uri="{FF2B5EF4-FFF2-40B4-BE49-F238E27FC236}">
                <a16:creationId xmlns:a16="http://schemas.microsoft.com/office/drawing/2014/main" id="{0C874305-8E70-4270-A015-2CEC125B285C}"/>
              </a:ext>
            </a:extLst>
          </p:cNvPr>
          <p:cNvSpPr/>
          <p:nvPr/>
        </p:nvSpPr>
        <p:spPr>
          <a:xfrm>
            <a:off x="1868782" y="3729872"/>
            <a:ext cx="3190694" cy="2612691"/>
          </a:xfrm>
          <a:custGeom>
            <a:avLst/>
            <a:gdLst>
              <a:gd name="connsiteX0" fmla="*/ 112961 w 2863082"/>
              <a:gd name="connsiteY0" fmla="*/ 1873966 h 1979016"/>
              <a:gd name="connsiteX1" fmla="*/ 468561 w 2863082"/>
              <a:gd name="connsiteY1" fmla="*/ 1137366 h 1979016"/>
              <a:gd name="connsiteX2" fmla="*/ 366961 w 2863082"/>
              <a:gd name="connsiteY2" fmla="*/ 172166 h 1979016"/>
              <a:gd name="connsiteX3" fmla="*/ 798761 w 2863082"/>
              <a:gd name="connsiteY3" fmla="*/ 134066 h 1979016"/>
              <a:gd name="connsiteX4" fmla="*/ 2322761 w 2863082"/>
              <a:gd name="connsiteY4" fmla="*/ 70566 h 1979016"/>
              <a:gd name="connsiteX5" fmla="*/ 2475161 w 2863082"/>
              <a:gd name="connsiteY5" fmla="*/ 57866 h 1979016"/>
              <a:gd name="connsiteX6" fmla="*/ 2437061 w 2863082"/>
              <a:gd name="connsiteY6" fmla="*/ 857966 h 1979016"/>
              <a:gd name="connsiteX7" fmla="*/ 2741861 w 2863082"/>
              <a:gd name="connsiteY7" fmla="*/ 1861266 h 1979016"/>
              <a:gd name="connsiteX8" fmla="*/ 112961 w 2863082"/>
              <a:gd name="connsiteY8" fmla="*/ 1873966 h 1979016"/>
              <a:gd name="connsiteX0" fmla="*/ 111759 w 2861880"/>
              <a:gd name="connsiteY0" fmla="*/ 2324721 h 2429771"/>
              <a:gd name="connsiteX1" fmla="*/ 467359 w 2861880"/>
              <a:gd name="connsiteY1" fmla="*/ 1588121 h 2429771"/>
              <a:gd name="connsiteX2" fmla="*/ 298041 w 2861880"/>
              <a:gd name="connsiteY2" fmla="*/ 27663 h 2429771"/>
              <a:gd name="connsiteX3" fmla="*/ 797559 w 2861880"/>
              <a:gd name="connsiteY3" fmla="*/ 584821 h 2429771"/>
              <a:gd name="connsiteX4" fmla="*/ 2321559 w 2861880"/>
              <a:gd name="connsiteY4" fmla="*/ 521321 h 2429771"/>
              <a:gd name="connsiteX5" fmla="*/ 2473959 w 2861880"/>
              <a:gd name="connsiteY5" fmla="*/ 508621 h 2429771"/>
              <a:gd name="connsiteX6" fmla="*/ 2435859 w 2861880"/>
              <a:gd name="connsiteY6" fmla="*/ 1308721 h 2429771"/>
              <a:gd name="connsiteX7" fmla="*/ 2740659 w 2861880"/>
              <a:gd name="connsiteY7" fmla="*/ 2312021 h 2429771"/>
              <a:gd name="connsiteX8" fmla="*/ 111759 w 2861880"/>
              <a:gd name="connsiteY8" fmla="*/ 2324721 h 2429771"/>
              <a:gd name="connsiteX0" fmla="*/ 126712 w 2876833"/>
              <a:gd name="connsiteY0" fmla="*/ 2326838 h 2429144"/>
              <a:gd name="connsiteX1" fmla="*/ 404920 w 2876833"/>
              <a:gd name="connsiteY1" fmla="*/ 1636925 h 2429144"/>
              <a:gd name="connsiteX2" fmla="*/ 312994 w 2876833"/>
              <a:gd name="connsiteY2" fmla="*/ 29780 h 2429144"/>
              <a:gd name="connsiteX3" fmla="*/ 812512 w 2876833"/>
              <a:gd name="connsiteY3" fmla="*/ 586938 h 2429144"/>
              <a:gd name="connsiteX4" fmla="*/ 2336512 w 2876833"/>
              <a:gd name="connsiteY4" fmla="*/ 523438 h 2429144"/>
              <a:gd name="connsiteX5" fmla="*/ 2488912 w 2876833"/>
              <a:gd name="connsiteY5" fmla="*/ 510738 h 2429144"/>
              <a:gd name="connsiteX6" fmla="*/ 2450812 w 2876833"/>
              <a:gd name="connsiteY6" fmla="*/ 1310838 h 2429144"/>
              <a:gd name="connsiteX7" fmla="*/ 2755612 w 2876833"/>
              <a:gd name="connsiteY7" fmla="*/ 2314138 h 2429144"/>
              <a:gd name="connsiteX8" fmla="*/ 126712 w 2876833"/>
              <a:gd name="connsiteY8" fmla="*/ 2326838 h 2429144"/>
              <a:gd name="connsiteX0" fmla="*/ 169210 w 2631919"/>
              <a:gd name="connsiteY0" fmla="*/ 2280151 h 2404472"/>
              <a:gd name="connsiteX1" fmla="*/ 176548 w 2631919"/>
              <a:gd name="connsiteY1" fmla="*/ 1636925 h 2404472"/>
              <a:gd name="connsiteX2" fmla="*/ 84622 w 2631919"/>
              <a:gd name="connsiteY2" fmla="*/ 29780 h 2404472"/>
              <a:gd name="connsiteX3" fmla="*/ 584140 w 2631919"/>
              <a:gd name="connsiteY3" fmla="*/ 586938 h 2404472"/>
              <a:gd name="connsiteX4" fmla="*/ 2108140 w 2631919"/>
              <a:gd name="connsiteY4" fmla="*/ 523438 h 2404472"/>
              <a:gd name="connsiteX5" fmla="*/ 2260540 w 2631919"/>
              <a:gd name="connsiteY5" fmla="*/ 510738 h 2404472"/>
              <a:gd name="connsiteX6" fmla="*/ 2222440 w 2631919"/>
              <a:gd name="connsiteY6" fmla="*/ 1310838 h 2404472"/>
              <a:gd name="connsiteX7" fmla="*/ 2527240 w 2631919"/>
              <a:gd name="connsiteY7" fmla="*/ 2314138 h 2404472"/>
              <a:gd name="connsiteX8" fmla="*/ 169210 w 2631919"/>
              <a:gd name="connsiteY8" fmla="*/ 2280151 h 2404472"/>
              <a:gd name="connsiteX0" fmla="*/ 377410 w 2840119"/>
              <a:gd name="connsiteY0" fmla="*/ 2280151 h 2379440"/>
              <a:gd name="connsiteX1" fmla="*/ 6646 w 2840119"/>
              <a:gd name="connsiteY1" fmla="*/ 2269750 h 2379440"/>
              <a:gd name="connsiteX2" fmla="*/ 384748 w 2840119"/>
              <a:gd name="connsiteY2" fmla="*/ 1636925 h 2379440"/>
              <a:gd name="connsiteX3" fmla="*/ 292822 w 2840119"/>
              <a:gd name="connsiteY3" fmla="*/ 29780 h 2379440"/>
              <a:gd name="connsiteX4" fmla="*/ 792340 w 2840119"/>
              <a:gd name="connsiteY4" fmla="*/ 586938 h 2379440"/>
              <a:gd name="connsiteX5" fmla="*/ 2316340 w 2840119"/>
              <a:gd name="connsiteY5" fmla="*/ 523438 h 2379440"/>
              <a:gd name="connsiteX6" fmla="*/ 2468740 w 2840119"/>
              <a:gd name="connsiteY6" fmla="*/ 510738 h 2379440"/>
              <a:gd name="connsiteX7" fmla="*/ 2430640 w 2840119"/>
              <a:gd name="connsiteY7" fmla="*/ 1310838 h 2379440"/>
              <a:gd name="connsiteX8" fmla="*/ 2735440 w 2840119"/>
              <a:gd name="connsiteY8" fmla="*/ 2314138 h 2379440"/>
              <a:gd name="connsiteX9" fmla="*/ 377410 w 2840119"/>
              <a:gd name="connsiteY9" fmla="*/ 2280151 h 2379440"/>
              <a:gd name="connsiteX0" fmla="*/ 438798 w 2829274"/>
              <a:gd name="connsiteY0" fmla="*/ 2303495 h 2386575"/>
              <a:gd name="connsiteX1" fmla="*/ 316 w 2829274"/>
              <a:gd name="connsiteY1" fmla="*/ 2269750 h 2386575"/>
              <a:gd name="connsiteX2" fmla="*/ 378418 w 2829274"/>
              <a:gd name="connsiteY2" fmla="*/ 1636925 h 2386575"/>
              <a:gd name="connsiteX3" fmla="*/ 286492 w 2829274"/>
              <a:gd name="connsiteY3" fmla="*/ 29780 h 2386575"/>
              <a:gd name="connsiteX4" fmla="*/ 786010 w 2829274"/>
              <a:gd name="connsiteY4" fmla="*/ 586938 h 2386575"/>
              <a:gd name="connsiteX5" fmla="*/ 2310010 w 2829274"/>
              <a:gd name="connsiteY5" fmla="*/ 523438 h 2386575"/>
              <a:gd name="connsiteX6" fmla="*/ 2462410 w 2829274"/>
              <a:gd name="connsiteY6" fmla="*/ 510738 h 2386575"/>
              <a:gd name="connsiteX7" fmla="*/ 2424310 w 2829274"/>
              <a:gd name="connsiteY7" fmla="*/ 1310838 h 2386575"/>
              <a:gd name="connsiteX8" fmla="*/ 2729110 w 2829274"/>
              <a:gd name="connsiteY8" fmla="*/ 2314138 h 2386575"/>
              <a:gd name="connsiteX9" fmla="*/ 438798 w 2829274"/>
              <a:gd name="connsiteY9" fmla="*/ 2303495 h 2386575"/>
              <a:gd name="connsiteX0" fmla="*/ 438798 w 2829274"/>
              <a:gd name="connsiteY0" fmla="*/ 2303495 h 2386575"/>
              <a:gd name="connsiteX1" fmla="*/ 316 w 2829274"/>
              <a:gd name="connsiteY1" fmla="*/ 2269750 h 2386575"/>
              <a:gd name="connsiteX2" fmla="*/ 378418 w 2829274"/>
              <a:gd name="connsiteY2" fmla="*/ 1636925 h 2386575"/>
              <a:gd name="connsiteX3" fmla="*/ 286492 w 2829274"/>
              <a:gd name="connsiteY3" fmla="*/ 29780 h 2386575"/>
              <a:gd name="connsiteX4" fmla="*/ 786010 w 2829274"/>
              <a:gd name="connsiteY4" fmla="*/ 586938 h 2386575"/>
              <a:gd name="connsiteX5" fmla="*/ 2310010 w 2829274"/>
              <a:gd name="connsiteY5" fmla="*/ 523438 h 2386575"/>
              <a:gd name="connsiteX6" fmla="*/ 2559149 w 2829274"/>
              <a:gd name="connsiteY6" fmla="*/ 113900 h 2386575"/>
              <a:gd name="connsiteX7" fmla="*/ 2424310 w 2829274"/>
              <a:gd name="connsiteY7" fmla="*/ 1310838 h 2386575"/>
              <a:gd name="connsiteX8" fmla="*/ 2729110 w 2829274"/>
              <a:gd name="connsiteY8" fmla="*/ 2314138 h 2386575"/>
              <a:gd name="connsiteX9" fmla="*/ 438798 w 2829274"/>
              <a:gd name="connsiteY9" fmla="*/ 2303495 h 2386575"/>
              <a:gd name="connsiteX0" fmla="*/ 438798 w 2829274"/>
              <a:gd name="connsiteY0" fmla="*/ 2303638 h 2386718"/>
              <a:gd name="connsiteX1" fmla="*/ 316 w 2829274"/>
              <a:gd name="connsiteY1" fmla="*/ 2269893 h 2386718"/>
              <a:gd name="connsiteX2" fmla="*/ 378418 w 2829274"/>
              <a:gd name="connsiteY2" fmla="*/ 1637068 h 2386718"/>
              <a:gd name="connsiteX3" fmla="*/ 286492 w 2829274"/>
              <a:gd name="connsiteY3" fmla="*/ 29923 h 2386718"/>
              <a:gd name="connsiteX4" fmla="*/ 786010 w 2829274"/>
              <a:gd name="connsiteY4" fmla="*/ 587081 h 2386718"/>
              <a:gd name="connsiteX5" fmla="*/ 2242293 w 2829274"/>
              <a:gd name="connsiteY5" fmla="*/ 546925 h 2386718"/>
              <a:gd name="connsiteX6" fmla="*/ 2559149 w 2829274"/>
              <a:gd name="connsiteY6" fmla="*/ 114043 h 2386718"/>
              <a:gd name="connsiteX7" fmla="*/ 2424310 w 2829274"/>
              <a:gd name="connsiteY7" fmla="*/ 1310981 h 2386718"/>
              <a:gd name="connsiteX8" fmla="*/ 2729110 w 2829274"/>
              <a:gd name="connsiteY8" fmla="*/ 2314281 h 2386718"/>
              <a:gd name="connsiteX9" fmla="*/ 438798 w 2829274"/>
              <a:gd name="connsiteY9" fmla="*/ 2303638 h 2386718"/>
              <a:gd name="connsiteX0" fmla="*/ 438798 w 2829274"/>
              <a:gd name="connsiteY0" fmla="*/ 2335936 h 2419016"/>
              <a:gd name="connsiteX1" fmla="*/ 316 w 2829274"/>
              <a:gd name="connsiteY1" fmla="*/ 2302191 h 2419016"/>
              <a:gd name="connsiteX2" fmla="*/ 378418 w 2829274"/>
              <a:gd name="connsiteY2" fmla="*/ 1669366 h 2419016"/>
              <a:gd name="connsiteX3" fmla="*/ 286492 w 2829274"/>
              <a:gd name="connsiteY3" fmla="*/ 62221 h 2419016"/>
              <a:gd name="connsiteX4" fmla="*/ 786010 w 2829274"/>
              <a:gd name="connsiteY4" fmla="*/ 619379 h 2419016"/>
              <a:gd name="connsiteX5" fmla="*/ 2242293 w 2829274"/>
              <a:gd name="connsiteY5" fmla="*/ 579223 h 2419016"/>
              <a:gd name="connsiteX6" fmla="*/ 2568823 w 2829274"/>
              <a:gd name="connsiteY6" fmla="*/ 17952 h 2419016"/>
              <a:gd name="connsiteX7" fmla="*/ 2424310 w 2829274"/>
              <a:gd name="connsiteY7" fmla="*/ 1343279 h 2419016"/>
              <a:gd name="connsiteX8" fmla="*/ 2729110 w 2829274"/>
              <a:gd name="connsiteY8" fmla="*/ 2346579 h 2419016"/>
              <a:gd name="connsiteX9" fmla="*/ 438798 w 2829274"/>
              <a:gd name="connsiteY9" fmla="*/ 2335936 h 2419016"/>
              <a:gd name="connsiteX0" fmla="*/ 439241 w 2907258"/>
              <a:gd name="connsiteY0" fmla="*/ 2335936 h 2409939"/>
              <a:gd name="connsiteX1" fmla="*/ 759 w 2907258"/>
              <a:gd name="connsiteY1" fmla="*/ 2302191 h 2409939"/>
              <a:gd name="connsiteX2" fmla="*/ 378861 w 2907258"/>
              <a:gd name="connsiteY2" fmla="*/ 1669366 h 2409939"/>
              <a:gd name="connsiteX3" fmla="*/ 286935 w 2907258"/>
              <a:gd name="connsiteY3" fmla="*/ 62221 h 2409939"/>
              <a:gd name="connsiteX4" fmla="*/ 786453 w 2907258"/>
              <a:gd name="connsiteY4" fmla="*/ 619379 h 2409939"/>
              <a:gd name="connsiteX5" fmla="*/ 2242736 w 2907258"/>
              <a:gd name="connsiteY5" fmla="*/ 579223 h 2409939"/>
              <a:gd name="connsiteX6" fmla="*/ 2569266 w 2907258"/>
              <a:gd name="connsiteY6" fmla="*/ 17952 h 2409939"/>
              <a:gd name="connsiteX7" fmla="*/ 2424753 w 2907258"/>
              <a:gd name="connsiteY7" fmla="*/ 1343279 h 2409939"/>
              <a:gd name="connsiteX8" fmla="*/ 2816618 w 2907258"/>
              <a:gd name="connsiteY8" fmla="*/ 2334907 h 2409939"/>
              <a:gd name="connsiteX9" fmla="*/ 439241 w 2907258"/>
              <a:gd name="connsiteY9" fmla="*/ 2335936 h 2409939"/>
              <a:gd name="connsiteX0" fmla="*/ 439241 w 2817793"/>
              <a:gd name="connsiteY0" fmla="*/ 2335936 h 2482551"/>
              <a:gd name="connsiteX1" fmla="*/ 759 w 2817793"/>
              <a:gd name="connsiteY1" fmla="*/ 2302191 h 2482551"/>
              <a:gd name="connsiteX2" fmla="*/ 378861 w 2817793"/>
              <a:gd name="connsiteY2" fmla="*/ 1669366 h 2482551"/>
              <a:gd name="connsiteX3" fmla="*/ 286935 w 2817793"/>
              <a:gd name="connsiteY3" fmla="*/ 62221 h 2482551"/>
              <a:gd name="connsiteX4" fmla="*/ 786453 w 2817793"/>
              <a:gd name="connsiteY4" fmla="*/ 619379 h 2482551"/>
              <a:gd name="connsiteX5" fmla="*/ 2242736 w 2817793"/>
              <a:gd name="connsiteY5" fmla="*/ 579223 h 2482551"/>
              <a:gd name="connsiteX6" fmla="*/ 2569266 w 2817793"/>
              <a:gd name="connsiteY6" fmla="*/ 17952 h 2482551"/>
              <a:gd name="connsiteX7" fmla="*/ 2424753 w 2817793"/>
              <a:gd name="connsiteY7" fmla="*/ 1343279 h 2482551"/>
              <a:gd name="connsiteX8" fmla="*/ 2816618 w 2817793"/>
              <a:gd name="connsiteY8" fmla="*/ 2334907 h 2482551"/>
              <a:gd name="connsiteX9" fmla="*/ 439241 w 2817793"/>
              <a:gd name="connsiteY9" fmla="*/ 2335936 h 2482551"/>
              <a:gd name="connsiteX0" fmla="*/ 438606 w 2643119"/>
              <a:gd name="connsiteY0" fmla="*/ 2335936 h 2390576"/>
              <a:gd name="connsiteX1" fmla="*/ 124 w 2643119"/>
              <a:gd name="connsiteY1" fmla="*/ 2302191 h 2390576"/>
              <a:gd name="connsiteX2" fmla="*/ 378226 w 2643119"/>
              <a:gd name="connsiteY2" fmla="*/ 1669366 h 2390576"/>
              <a:gd name="connsiteX3" fmla="*/ 286300 w 2643119"/>
              <a:gd name="connsiteY3" fmla="*/ 62221 h 2390576"/>
              <a:gd name="connsiteX4" fmla="*/ 785818 w 2643119"/>
              <a:gd name="connsiteY4" fmla="*/ 619379 h 2390576"/>
              <a:gd name="connsiteX5" fmla="*/ 2242101 w 2643119"/>
              <a:gd name="connsiteY5" fmla="*/ 579223 h 2390576"/>
              <a:gd name="connsiteX6" fmla="*/ 2568631 w 2643119"/>
              <a:gd name="connsiteY6" fmla="*/ 17952 h 2390576"/>
              <a:gd name="connsiteX7" fmla="*/ 2424118 w 2643119"/>
              <a:gd name="connsiteY7" fmla="*/ 1343279 h 2390576"/>
              <a:gd name="connsiteX8" fmla="*/ 2641852 w 2643119"/>
              <a:gd name="connsiteY8" fmla="*/ 2206518 h 2390576"/>
              <a:gd name="connsiteX9" fmla="*/ 438606 w 2643119"/>
              <a:gd name="connsiteY9" fmla="*/ 2335936 h 2390576"/>
              <a:gd name="connsiteX0" fmla="*/ 438606 w 2706213"/>
              <a:gd name="connsiteY0" fmla="*/ 2335936 h 2365654"/>
              <a:gd name="connsiteX1" fmla="*/ 124 w 2706213"/>
              <a:gd name="connsiteY1" fmla="*/ 2302191 h 2365654"/>
              <a:gd name="connsiteX2" fmla="*/ 378226 w 2706213"/>
              <a:gd name="connsiteY2" fmla="*/ 1669366 h 2365654"/>
              <a:gd name="connsiteX3" fmla="*/ 286300 w 2706213"/>
              <a:gd name="connsiteY3" fmla="*/ 62221 h 2365654"/>
              <a:gd name="connsiteX4" fmla="*/ 785818 w 2706213"/>
              <a:gd name="connsiteY4" fmla="*/ 619379 h 2365654"/>
              <a:gd name="connsiteX5" fmla="*/ 2242101 w 2706213"/>
              <a:gd name="connsiteY5" fmla="*/ 579223 h 2365654"/>
              <a:gd name="connsiteX6" fmla="*/ 2568631 w 2706213"/>
              <a:gd name="connsiteY6" fmla="*/ 17952 h 2365654"/>
              <a:gd name="connsiteX7" fmla="*/ 2424118 w 2706213"/>
              <a:gd name="connsiteY7" fmla="*/ 1343279 h 2365654"/>
              <a:gd name="connsiteX8" fmla="*/ 2641852 w 2706213"/>
              <a:gd name="connsiteY8" fmla="*/ 2206518 h 2365654"/>
              <a:gd name="connsiteX9" fmla="*/ 438606 w 2706213"/>
              <a:gd name="connsiteY9" fmla="*/ 2335936 h 2365654"/>
              <a:gd name="connsiteX0" fmla="*/ 438545 w 2639359"/>
              <a:gd name="connsiteY0" fmla="*/ 2335936 h 2389887"/>
              <a:gd name="connsiteX1" fmla="*/ 63 w 2639359"/>
              <a:gd name="connsiteY1" fmla="*/ 2302191 h 2389887"/>
              <a:gd name="connsiteX2" fmla="*/ 378165 w 2639359"/>
              <a:gd name="connsiteY2" fmla="*/ 1669366 h 2389887"/>
              <a:gd name="connsiteX3" fmla="*/ 286239 w 2639359"/>
              <a:gd name="connsiteY3" fmla="*/ 62221 h 2389887"/>
              <a:gd name="connsiteX4" fmla="*/ 785757 w 2639359"/>
              <a:gd name="connsiteY4" fmla="*/ 619379 h 2389887"/>
              <a:gd name="connsiteX5" fmla="*/ 2242040 w 2639359"/>
              <a:gd name="connsiteY5" fmla="*/ 579223 h 2389887"/>
              <a:gd name="connsiteX6" fmla="*/ 2568570 w 2639359"/>
              <a:gd name="connsiteY6" fmla="*/ 17952 h 2389887"/>
              <a:gd name="connsiteX7" fmla="*/ 2424057 w 2639359"/>
              <a:gd name="connsiteY7" fmla="*/ 1343279 h 2389887"/>
              <a:gd name="connsiteX8" fmla="*/ 2564400 w 2639359"/>
              <a:gd name="connsiteY8" fmla="*/ 2264876 h 2389887"/>
              <a:gd name="connsiteX9" fmla="*/ 438545 w 2639359"/>
              <a:gd name="connsiteY9" fmla="*/ 2335936 h 2389887"/>
              <a:gd name="connsiteX0" fmla="*/ 438554 w 2655761"/>
              <a:gd name="connsiteY0" fmla="*/ 2335936 h 2423319"/>
              <a:gd name="connsiteX1" fmla="*/ 72 w 2655761"/>
              <a:gd name="connsiteY1" fmla="*/ 2302191 h 2423319"/>
              <a:gd name="connsiteX2" fmla="*/ 378174 w 2655761"/>
              <a:gd name="connsiteY2" fmla="*/ 1669366 h 2423319"/>
              <a:gd name="connsiteX3" fmla="*/ 286248 w 2655761"/>
              <a:gd name="connsiteY3" fmla="*/ 62221 h 2423319"/>
              <a:gd name="connsiteX4" fmla="*/ 785766 w 2655761"/>
              <a:gd name="connsiteY4" fmla="*/ 619379 h 2423319"/>
              <a:gd name="connsiteX5" fmla="*/ 2242049 w 2655761"/>
              <a:gd name="connsiteY5" fmla="*/ 579223 h 2423319"/>
              <a:gd name="connsiteX6" fmla="*/ 2568579 w 2655761"/>
              <a:gd name="connsiteY6" fmla="*/ 17952 h 2423319"/>
              <a:gd name="connsiteX7" fmla="*/ 2424066 w 2655761"/>
              <a:gd name="connsiteY7" fmla="*/ 1343279 h 2423319"/>
              <a:gd name="connsiteX8" fmla="*/ 2583757 w 2655761"/>
              <a:gd name="connsiteY8" fmla="*/ 2311563 h 2423319"/>
              <a:gd name="connsiteX9" fmla="*/ 438554 w 2655761"/>
              <a:gd name="connsiteY9" fmla="*/ 2335936 h 2423319"/>
              <a:gd name="connsiteX0" fmla="*/ 438554 w 2836343"/>
              <a:gd name="connsiteY0" fmla="*/ 2335936 h 2412447"/>
              <a:gd name="connsiteX1" fmla="*/ 72 w 2836343"/>
              <a:gd name="connsiteY1" fmla="*/ 2302191 h 2412447"/>
              <a:gd name="connsiteX2" fmla="*/ 378174 w 2836343"/>
              <a:gd name="connsiteY2" fmla="*/ 1669366 h 2412447"/>
              <a:gd name="connsiteX3" fmla="*/ 286248 w 2836343"/>
              <a:gd name="connsiteY3" fmla="*/ 62221 h 2412447"/>
              <a:gd name="connsiteX4" fmla="*/ 785766 w 2836343"/>
              <a:gd name="connsiteY4" fmla="*/ 619379 h 2412447"/>
              <a:gd name="connsiteX5" fmla="*/ 2242049 w 2836343"/>
              <a:gd name="connsiteY5" fmla="*/ 579223 h 2412447"/>
              <a:gd name="connsiteX6" fmla="*/ 2568579 w 2836343"/>
              <a:gd name="connsiteY6" fmla="*/ 17952 h 2412447"/>
              <a:gd name="connsiteX7" fmla="*/ 2424066 w 2836343"/>
              <a:gd name="connsiteY7" fmla="*/ 1343279 h 2412447"/>
              <a:gd name="connsiteX8" fmla="*/ 2776495 w 2836343"/>
              <a:gd name="connsiteY8" fmla="*/ 2348879 h 2412447"/>
              <a:gd name="connsiteX9" fmla="*/ 2583757 w 2836343"/>
              <a:gd name="connsiteY9" fmla="*/ 2311563 h 2412447"/>
              <a:gd name="connsiteX10" fmla="*/ 438554 w 2836343"/>
              <a:gd name="connsiteY10" fmla="*/ 2335936 h 2412447"/>
              <a:gd name="connsiteX0" fmla="*/ 438498 w 2778921"/>
              <a:gd name="connsiteY0" fmla="*/ 2335936 h 2408007"/>
              <a:gd name="connsiteX1" fmla="*/ 16 w 2778921"/>
              <a:gd name="connsiteY1" fmla="*/ 2302191 h 2408007"/>
              <a:gd name="connsiteX2" fmla="*/ 378118 w 2778921"/>
              <a:gd name="connsiteY2" fmla="*/ 1669366 h 2408007"/>
              <a:gd name="connsiteX3" fmla="*/ 286192 w 2778921"/>
              <a:gd name="connsiteY3" fmla="*/ 62221 h 2408007"/>
              <a:gd name="connsiteX4" fmla="*/ 785710 w 2778921"/>
              <a:gd name="connsiteY4" fmla="*/ 619379 h 2408007"/>
              <a:gd name="connsiteX5" fmla="*/ 2241993 w 2778921"/>
              <a:gd name="connsiteY5" fmla="*/ 579223 h 2408007"/>
              <a:gd name="connsiteX6" fmla="*/ 2568523 w 2778921"/>
              <a:gd name="connsiteY6" fmla="*/ 17952 h 2408007"/>
              <a:gd name="connsiteX7" fmla="*/ 2424010 w 2778921"/>
              <a:gd name="connsiteY7" fmla="*/ 1343279 h 2408007"/>
              <a:gd name="connsiteX8" fmla="*/ 2776439 w 2778921"/>
              <a:gd name="connsiteY8" fmla="*/ 2348879 h 2408007"/>
              <a:gd name="connsiteX9" fmla="*/ 2225765 w 2778921"/>
              <a:gd name="connsiteY9" fmla="*/ 2288219 h 2408007"/>
              <a:gd name="connsiteX10" fmla="*/ 438498 w 2778921"/>
              <a:gd name="connsiteY10" fmla="*/ 2335936 h 2408007"/>
              <a:gd name="connsiteX0" fmla="*/ 438498 w 2778921"/>
              <a:gd name="connsiteY0" fmla="*/ 2335936 h 2361213"/>
              <a:gd name="connsiteX1" fmla="*/ 16 w 2778921"/>
              <a:gd name="connsiteY1" fmla="*/ 2302191 h 2361213"/>
              <a:gd name="connsiteX2" fmla="*/ 378118 w 2778921"/>
              <a:gd name="connsiteY2" fmla="*/ 1669366 h 2361213"/>
              <a:gd name="connsiteX3" fmla="*/ 286192 w 2778921"/>
              <a:gd name="connsiteY3" fmla="*/ 62221 h 2361213"/>
              <a:gd name="connsiteX4" fmla="*/ 785710 w 2778921"/>
              <a:gd name="connsiteY4" fmla="*/ 619379 h 2361213"/>
              <a:gd name="connsiteX5" fmla="*/ 2241993 w 2778921"/>
              <a:gd name="connsiteY5" fmla="*/ 579223 h 2361213"/>
              <a:gd name="connsiteX6" fmla="*/ 2568523 w 2778921"/>
              <a:gd name="connsiteY6" fmla="*/ 17952 h 2361213"/>
              <a:gd name="connsiteX7" fmla="*/ 2424010 w 2778921"/>
              <a:gd name="connsiteY7" fmla="*/ 1343279 h 2361213"/>
              <a:gd name="connsiteX8" fmla="*/ 2776439 w 2778921"/>
              <a:gd name="connsiteY8" fmla="*/ 2220490 h 2361213"/>
              <a:gd name="connsiteX9" fmla="*/ 2225765 w 2778921"/>
              <a:gd name="connsiteY9" fmla="*/ 2288219 h 2361213"/>
              <a:gd name="connsiteX10" fmla="*/ 438498 w 2778921"/>
              <a:gd name="connsiteY10" fmla="*/ 2335936 h 2361213"/>
              <a:gd name="connsiteX0" fmla="*/ 438497 w 2778633"/>
              <a:gd name="connsiteY0" fmla="*/ 2335936 h 2364269"/>
              <a:gd name="connsiteX1" fmla="*/ 15 w 2778633"/>
              <a:gd name="connsiteY1" fmla="*/ 2302191 h 2364269"/>
              <a:gd name="connsiteX2" fmla="*/ 378117 w 2778633"/>
              <a:gd name="connsiteY2" fmla="*/ 1669366 h 2364269"/>
              <a:gd name="connsiteX3" fmla="*/ 286191 w 2778633"/>
              <a:gd name="connsiteY3" fmla="*/ 62221 h 2364269"/>
              <a:gd name="connsiteX4" fmla="*/ 785709 w 2778633"/>
              <a:gd name="connsiteY4" fmla="*/ 619379 h 2364269"/>
              <a:gd name="connsiteX5" fmla="*/ 2241992 w 2778633"/>
              <a:gd name="connsiteY5" fmla="*/ 579223 h 2364269"/>
              <a:gd name="connsiteX6" fmla="*/ 2568522 w 2778633"/>
              <a:gd name="connsiteY6" fmla="*/ 17952 h 2364269"/>
              <a:gd name="connsiteX7" fmla="*/ 2424009 w 2778633"/>
              <a:gd name="connsiteY7" fmla="*/ 1343279 h 2364269"/>
              <a:gd name="connsiteX8" fmla="*/ 2776438 w 2778633"/>
              <a:gd name="connsiteY8" fmla="*/ 2220490 h 2364269"/>
              <a:gd name="connsiteX9" fmla="*/ 2196742 w 2778633"/>
              <a:gd name="connsiteY9" fmla="*/ 2358249 h 2364269"/>
              <a:gd name="connsiteX10" fmla="*/ 438497 w 2778633"/>
              <a:gd name="connsiteY10" fmla="*/ 2335936 h 2364269"/>
              <a:gd name="connsiteX0" fmla="*/ 438497 w 2797847"/>
              <a:gd name="connsiteY0" fmla="*/ 2335936 h 2362723"/>
              <a:gd name="connsiteX1" fmla="*/ 15 w 2797847"/>
              <a:gd name="connsiteY1" fmla="*/ 2302191 h 2362723"/>
              <a:gd name="connsiteX2" fmla="*/ 378117 w 2797847"/>
              <a:gd name="connsiteY2" fmla="*/ 1669366 h 2362723"/>
              <a:gd name="connsiteX3" fmla="*/ 286191 w 2797847"/>
              <a:gd name="connsiteY3" fmla="*/ 62221 h 2362723"/>
              <a:gd name="connsiteX4" fmla="*/ 785709 w 2797847"/>
              <a:gd name="connsiteY4" fmla="*/ 619379 h 2362723"/>
              <a:gd name="connsiteX5" fmla="*/ 2241992 w 2797847"/>
              <a:gd name="connsiteY5" fmla="*/ 579223 h 2362723"/>
              <a:gd name="connsiteX6" fmla="*/ 2568522 w 2797847"/>
              <a:gd name="connsiteY6" fmla="*/ 17952 h 2362723"/>
              <a:gd name="connsiteX7" fmla="*/ 2424009 w 2797847"/>
              <a:gd name="connsiteY7" fmla="*/ 1343279 h 2362723"/>
              <a:gd name="connsiteX8" fmla="*/ 2795786 w 2797847"/>
              <a:gd name="connsiteY8" fmla="*/ 2243833 h 2362723"/>
              <a:gd name="connsiteX9" fmla="*/ 2196742 w 2797847"/>
              <a:gd name="connsiteY9" fmla="*/ 2358249 h 2362723"/>
              <a:gd name="connsiteX10" fmla="*/ 438497 w 2797847"/>
              <a:gd name="connsiteY10" fmla="*/ 2335936 h 2362723"/>
              <a:gd name="connsiteX0" fmla="*/ 438495 w 2797251"/>
              <a:gd name="connsiteY0" fmla="*/ 2335936 h 2359418"/>
              <a:gd name="connsiteX1" fmla="*/ 13 w 2797251"/>
              <a:gd name="connsiteY1" fmla="*/ 2302191 h 2359418"/>
              <a:gd name="connsiteX2" fmla="*/ 378115 w 2797251"/>
              <a:gd name="connsiteY2" fmla="*/ 1669366 h 2359418"/>
              <a:gd name="connsiteX3" fmla="*/ 286189 w 2797251"/>
              <a:gd name="connsiteY3" fmla="*/ 62221 h 2359418"/>
              <a:gd name="connsiteX4" fmla="*/ 785707 w 2797251"/>
              <a:gd name="connsiteY4" fmla="*/ 619379 h 2359418"/>
              <a:gd name="connsiteX5" fmla="*/ 2241990 w 2797251"/>
              <a:gd name="connsiteY5" fmla="*/ 579223 h 2359418"/>
              <a:gd name="connsiteX6" fmla="*/ 2568520 w 2797251"/>
              <a:gd name="connsiteY6" fmla="*/ 17952 h 2359418"/>
              <a:gd name="connsiteX7" fmla="*/ 2424007 w 2797251"/>
              <a:gd name="connsiteY7" fmla="*/ 1343279 h 2359418"/>
              <a:gd name="connsiteX8" fmla="*/ 2795784 w 2797251"/>
              <a:gd name="connsiteY8" fmla="*/ 2243833 h 2359418"/>
              <a:gd name="connsiteX9" fmla="*/ 2090327 w 2797251"/>
              <a:gd name="connsiteY9" fmla="*/ 2323234 h 2359418"/>
              <a:gd name="connsiteX10" fmla="*/ 438495 w 2797251"/>
              <a:gd name="connsiteY10" fmla="*/ 2335936 h 2359418"/>
              <a:gd name="connsiteX0" fmla="*/ 438495 w 2795784"/>
              <a:gd name="connsiteY0" fmla="*/ 2335936 h 2359418"/>
              <a:gd name="connsiteX1" fmla="*/ 13 w 2795784"/>
              <a:gd name="connsiteY1" fmla="*/ 2302191 h 2359418"/>
              <a:gd name="connsiteX2" fmla="*/ 378115 w 2795784"/>
              <a:gd name="connsiteY2" fmla="*/ 1669366 h 2359418"/>
              <a:gd name="connsiteX3" fmla="*/ 286189 w 2795784"/>
              <a:gd name="connsiteY3" fmla="*/ 62221 h 2359418"/>
              <a:gd name="connsiteX4" fmla="*/ 785707 w 2795784"/>
              <a:gd name="connsiteY4" fmla="*/ 619379 h 2359418"/>
              <a:gd name="connsiteX5" fmla="*/ 2241990 w 2795784"/>
              <a:gd name="connsiteY5" fmla="*/ 579223 h 2359418"/>
              <a:gd name="connsiteX6" fmla="*/ 2568520 w 2795784"/>
              <a:gd name="connsiteY6" fmla="*/ 17952 h 2359418"/>
              <a:gd name="connsiteX7" fmla="*/ 2424007 w 2795784"/>
              <a:gd name="connsiteY7" fmla="*/ 1343279 h 2359418"/>
              <a:gd name="connsiteX8" fmla="*/ 2795784 w 2795784"/>
              <a:gd name="connsiteY8" fmla="*/ 2243833 h 2359418"/>
              <a:gd name="connsiteX9" fmla="*/ 2090327 w 2795784"/>
              <a:gd name="connsiteY9" fmla="*/ 2323234 h 2359418"/>
              <a:gd name="connsiteX10" fmla="*/ 438495 w 2795784"/>
              <a:gd name="connsiteY10" fmla="*/ 2335936 h 2359418"/>
              <a:gd name="connsiteX0" fmla="*/ 438495 w 2795784"/>
              <a:gd name="connsiteY0" fmla="*/ 2335936 h 2362446"/>
              <a:gd name="connsiteX1" fmla="*/ 13 w 2795784"/>
              <a:gd name="connsiteY1" fmla="*/ 2302191 h 2362446"/>
              <a:gd name="connsiteX2" fmla="*/ 378115 w 2795784"/>
              <a:gd name="connsiteY2" fmla="*/ 1669366 h 2362446"/>
              <a:gd name="connsiteX3" fmla="*/ 286189 w 2795784"/>
              <a:gd name="connsiteY3" fmla="*/ 62221 h 2362446"/>
              <a:gd name="connsiteX4" fmla="*/ 785707 w 2795784"/>
              <a:gd name="connsiteY4" fmla="*/ 619379 h 2362446"/>
              <a:gd name="connsiteX5" fmla="*/ 2241990 w 2795784"/>
              <a:gd name="connsiteY5" fmla="*/ 579223 h 2362446"/>
              <a:gd name="connsiteX6" fmla="*/ 2568520 w 2795784"/>
              <a:gd name="connsiteY6" fmla="*/ 17952 h 2362446"/>
              <a:gd name="connsiteX7" fmla="*/ 2424007 w 2795784"/>
              <a:gd name="connsiteY7" fmla="*/ 1343279 h 2362446"/>
              <a:gd name="connsiteX8" fmla="*/ 2795784 w 2795784"/>
              <a:gd name="connsiteY8" fmla="*/ 2243833 h 2362446"/>
              <a:gd name="connsiteX9" fmla="*/ 2090327 w 2795784"/>
              <a:gd name="connsiteY9" fmla="*/ 2264875 h 2362446"/>
              <a:gd name="connsiteX10" fmla="*/ 438495 w 2795784"/>
              <a:gd name="connsiteY10" fmla="*/ 2335936 h 2362446"/>
              <a:gd name="connsiteX0" fmla="*/ 438495 w 2757088"/>
              <a:gd name="connsiteY0" fmla="*/ 2335936 h 2384364"/>
              <a:gd name="connsiteX1" fmla="*/ 13 w 2757088"/>
              <a:gd name="connsiteY1" fmla="*/ 2302191 h 2384364"/>
              <a:gd name="connsiteX2" fmla="*/ 378115 w 2757088"/>
              <a:gd name="connsiteY2" fmla="*/ 1669366 h 2384364"/>
              <a:gd name="connsiteX3" fmla="*/ 286189 w 2757088"/>
              <a:gd name="connsiteY3" fmla="*/ 62221 h 2384364"/>
              <a:gd name="connsiteX4" fmla="*/ 785707 w 2757088"/>
              <a:gd name="connsiteY4" fmla="*/ 619379 h 2384364"/>
              <a:gd name="connsiteX5" fmla="*/ 2241990 w 2757088"/>
              <a:gd name="connsiteY5" fmla="*/ 579223 h 2384364"/>
              <a:gd name="connsiteX6" fmla="*/ 2568520 w 2757088"/>
              <a:gd name="connsiteY6" fmla="*/ 17952 h 2384364"/>
              <a:gd name="connsiteX7" fmla="*/ 2424007 w 2757088"/>
              <a:gd name="connsiteY7" fmla="*/ 1343279 h 2384364"/>
              <a:gd name="connsiteX8" fmla="*/ 2757088 w 2757088"/>
              <a:gd name="connsiteY8" fmla="*/ 2372222 h 2384364"/>
              <a:gd name="connsiteX9" fmla="*/ 2090327 w 2757088"/>
              <a:gd name="connsiteY9" fmla="*/ 2264875 h 2384364"/>
              <a:gd name="connsiteX10" fmla="*/ 438495 w 2757088"/>
              <a:gd name="connsiteY10" fmla="*/ 2335936 h 2384364"/>
              <a:gd name="connsiteX0" fmla="*/ 438494 w 2757087"/>
              <a:gd name="connsiteY0" fmla="*/ 2335936 h 2398020"/>
              <a:gd name="connsiteX1" fmla="*/ 12 w 2757087"/>
              <a:gd name="connsiteY1" fmla="*/ 2302191 h 2398020"/>
              <a:gd name="connsiteX2" fmla="*/ 378114 w 2757087"/>
              <a:gd name="connsiteY2" fmla="*/ 1669366 h 2398020"/>
              <a:gd name="connsiteX3" fmla="*/ 286188 w 2757087"/>
              <a:gd name="connsiteY3" fmla="*/ 62221 h 2398020"/>
              <a:gd name="connsiteX4" fmla="*/ 785706 w 2757087"/>
              <a:gd name="connsiteY4" fmla="*/ 619379 h 2398020"/>
              <a:gd name="connsiteX5" fmla="*/ 2241989 w 2757087"/>
              <a:gd name="connsiteY5" fmla="*/ 579223 h 2398020"/>
              <a:gd name="connsiteX6" fmla="*/ 2568519 w 2757087"/>
              <a:gd name="connsiteY6" fmla="*/ 17952 h 2398020"/>
              <a:gd name="connsiteX7" fmla="*/ 2424006 w 2757087"/>
              <a:gd name="connsiteY7" fmla="*/ 1343279 h 2398020"/>
              <a:gd name="connsiteX8" fmla="*/ 2757087 w 2757087"/>
              <a:gd name="connsiteY8" fmla="*/ 2372222 h 2398020"/>
              <a:gd name="connsiteX9" fmla="*/ 2080652 w 2757087"/>
              <a:gd name="connsiteY9" fmla="*/ 2369920 h 2398020"/>
              <a:gd name="connsiteX10" fmla="*/ 438494 w 2757087"/>
              <a:gd name="connsiteY10" fmla="*/ 2335936 h 2398020"/>
              <a:gd name="connsiteX0" fmla="*/ 438494 w 2757087"/>
              <a:gd name="connsiteY0" fmla="*/ 2347608 h 2397576"/>
              <a:gd name="connsiteX1" fmla="*/ 12 w 2757087"/>
              <a:gd name="connsiteY1" fmla="*/ 2302191 h 2397576"/>
              <a:gd name="connsiteX2" fmla="*/ 378114 w 2757087"/>
              <a:gd name="connsiteY2" fmla="*/ 1669366 h 2397576"/>
              <a:gd name="connsiteX3" fmla="*/ 286188 w 2757087"/>
              <a:gd name="connsiteY3" fmla="*/ 62221 h 2397576"/>
              <a:gd name="connsiteX4" fmla="*/ 785706 w 2757087"/>
              <a:gd name="connsiteY4" fmla="*/ 619379 h 2397576"/>
              <a:gd name="connsiteX5" fmla="*/ 2241989 w 2757087"/>
              <a:gd name="connsiteY5" fmla="*/ 579223 h 2397576"/>
              <a:gd name="connsiteX6" fmla="*/ 2568519 w 2757087"/>
              <a:gd name="connsiteY6" fmla="*/ 17952 h 2397576"/>
              <a:gd name="connsiteX7" fmla="*/ 2424006 w 2757087"/>
              <a:gd name="connsiteY7" fmla="*/ 1343279 h 2397576"/>
              <a:gd name="connsiteX8" fmla="*/ 2757087 w 2757087"/>
              <a:gd name="connsiteY8" fmla="*/ 2372222 h 2397576"/>
              <a:gd name="connsiteX9" fmla="*/ 2080652 w 2757087"/>
              <a:gd name="connsiteY9" fmla="*/ 2369920 h 2397576"/>
              <a:gd name="connsiteX10" fmla="*/ 438494 w 2757087"/>
              <a:gd name="connsiteY10" fmla="*/ 2347608 h 2397576"/>
              <a:gd name="connsiteX0" fmla="*/ 390133 w 2708726"/>
              <a:gd name="connsiteY0" fmla="*/ 2347608 h 2397576"/>
              <a:gd name="connsiteX1" fmla="*/ 21 w 2708726"/>
              <a:gd name="connsiteY1" fmla="*/ 2325535 h 2397576"/>
              <a:gd name="connsiteX2" fmla="*/ 329753 w 2708726"/>
              <a:gd name="connsiteY2" fmla="*/ 1669366 h 2397576"/>
              <a:gd name="connsiteX3" fmla="*/ 237827 w 2708726"/>
              <a:gd name="connsiteY3" fmla="*/ 62221 h 2397576"/>
              <a:gd name="connsiteX4" fmla="*/ 737345 w 2708726"/>
              <a:gd name="connsiteY4" fmla="*/ 619379 h 2397576"/>
              <a:gd name="connsiteX5" fmla="*/ 2193628 w 2708726"/>
              <a:gd name="connsiteY5" fmla="*/ 579223 h 2397576"/>
              <a:gd name="connsiteX6" fmla="*/ 2520158 w 2708726"/>
              <a:gd name="connsiteY6" fmla="*/ 17952 h 2397576"/>
              <a:gd name="connsiteX7" fmla="*/ 2375645 w 2708726"/>
              <a:gd name="connsiteY7" fmla="*/ 1343279 h 2397576"/>
              <a:gd name="connsiteX8" fmla="*/ 2708726 w 2708726"/>
              <a:gd name="connsiteY8" fmla="*/ 2372222 h 2397576"/>
              <a:gd name="connsiteX9" fmla="*/ 2032291 w 2708726"/>
              <a:gd name="connsiteY9" fmla="*/ 2369920 h 2397576"/>
              <a:gd name="connsiteX10" fmla="*/ 390133 w 2708726"/>
              <a:gd name="connsiteY10" fmla="*/ 2347608 h 2397576"/>
              <a:gd name="connsiteX0" fmla="*/ 390133 w 2708726"/>
              <a:gd name="connsiteY0" fmla="*/ 2347608 h 2397576"/>
              <a:gd name="connsiteX1" fmla="*/ 21 w 2708726"/>
              <a:gd name="connsiteY1" fmla="*/ 2325535 h 2397576"/>
              <a:gd name="connsiteX2" fmla="*/ 310405 w 2708726"/>
              <a:gd name="connsiteY2" fmla="*/ 1470947 h 2397576"/>
              <a:gd name="connsiteX3" fmla="*/ 237827 w 2708726"/>
              <a:gd name="connsiteY3" fmla="*/ 62221 h 2397576"/>
              <a:gd name="connsiteX4" fmla="*/ 737345 w 2708726"/>
              <a:gd name="connsiteY4" fmla="*/ 619379 h 2397576"/>
              <a:gd name="connsiteX5" fmla="*/ 2193628 w 2708726"/>
              <a:gd name="connsiteY5" fmla="*/ 579223 h 2397576"/>
              <a:gd name="connsiteX6" fmla="*/ 2520158 w 2708726"/>
              <a:gd name="connsiteY6" fmla="*/ 17952 h 2397576"/>
              <a:gd name="connsiteX7" fmla="*/ 2375645 w 2708726"/>
              <a:gd name="connsiteY7" fmla="*/ 1343279 h 2397576"/>
              <a:gd name="connsiteX8" fmla="*/ 2708726 w 2708726"/>
              <a:gd name="connsiteY8" fmla="*/ 2372222 h 2397576"/>
              <a:gd name="connsiteX9" fmla="*/ 2032291 w 2708726"/>
              <a:gd name="connsiteY9" fmla="*/ 2369920 h 2397576"/>
              <a:gd name="connsiteX10" fmla="*/ 390133 w 2708726"/>
              <a:gd name="connsiteY10" fmla="*/ 2347608 h 2397576"/>
              <a:gd name="connsiteX0" fmla="*/ 332172 w 2650765"/>
              <a:gd name="connsiteY0" fmla="*/ 2347608 h 2397576"/>
              <a:gd name="connsiteX1" fmla="*/ 104 w 2650765"/>
              <a:gd name="connsiteY1" fmla="*/ 2243833 h 2397576"/>
              <a:gd name="connsiteX2" fmla="*/ 252444 w 2650765"/>
              <a:gd name="connsiteY2" fmla="*/ 1470947 h 2397576"/>
              <a:gd name="connsiteX3" fmla="*/ 179866 w 2650765"/>
              <a:gd name="connsiteY3" fmla="*/ 62221 h 2397576"/>
              <a:gd name="connsiteX4" fmla="*/ 679384 w 2650765"/>
              <a:gd name="connsiteY4" fmla="*/ 619379 h 2397576"/>
              <a:gd name="connsiteX5" fmla="*/ 2135667 w 2650765"/>
              <a:gd name="connsiteY5" fmla="*/ 579223 h 2397576"/>
              <a:gd name="connsiteX6" fmla="*/ 2462197 w 2650765"/>
              <a:gd name="connsiteY6" fmla="*/ 17952 h 2397576"/>
              <a:gd name="connsiteX7" fmla="*/ 2317684 w 2650765"/>
              <a:gd name="connsiteY7" fmla="*/ 1343279 h 2397576"/>
              <a:gd name="connsiteX8" fmla="*/ 2650765 w 2650765"/>
              <a:gd name="connsiteY8" fmla="*/ 2372222 h 2397576"/>
              <a:gd name="connsiteX9" fmla="*/ 1974330 w 2650765"/>
              <a:gd name="connsiteY9" fmla="*/ 2369920 h 2397576"/>
              <a:gd name="connsiteX10" fmla="*/ 332172 w 2650765"/>
              <a:gd name="connsiteY10" fmla="*/ 2347608 h 2397576"/>
              <a:gd name="connsiteX0" fmla="*/ 303675 w 2622268"/>
              <a:gd name="connsiteY0" fmla="*/ 2347608 h 2397576"/>
              <a:gd name="connsiteX1" fmla="*/ 629 w 2622268"/>
              <a:gd name="connsiteY1" fmla="*/ 2325536 h 2397576"/>
              <a:gd name="connsiteX2" fmla="*/ 223947 w 2622268"/>
              <a:gd name="connsiteY2" fmla="*/ 1470947 h 2397576"/>
              <a:gd name="connsiteX3" fmla="*/ 151369 w 2622268"/>
              <a:gd name="connsiteY3" fmla="*/ 62221 h 2397576"/>
              <a:gd name="connsiteX4" fmla="*/ 650887 w 2622268"/>
              <a:gd name="connsiteY4" fmla="*/ 619379 h 2397576"/>
              <a:gd name="connsiteX5" fmla="*/ 2107170 w 2622268"/>
              <a:gd name="connsiteY5" fmla="*/ 579223 h 2397576"/>
              <a:gd name="connsiteX6" fmla="*/ 2433700 w 2622268"/>
              <a:gd name="connsiteY6" fmla="*/ 17952 h 2397576"/>
              <a:gd name="connsiteX7" fmla="*/ 2289187 w 2622268"/>
              <a:gd name="connsiteY7" fmla="*/ 1343279 h 2397576"/>
              <a:gd name="connsiteX8" fmla="*/ 2622268 w 2622268"/>
              <a:gd name="connsiteY8" fmla="*/ 2372222 h 2397576"/>
              <a:gd name="connsiteX9" fmla="*/ 1945833 w 2622268"/>
              <a:gd name="connsiteY9" fmla="*/ 2369920 h 2397576"/>
              <a:gd name="connsiteX10" fmla="*/ 303675 w 2622268"/>
              <a:gd name="connsiteY10" fmla="*/ 2347608 h 2397576"/>
              <a:gd name="connsiteX0" fmla="*/ 294470 w 2613063"/>
              <a:gd name="connsiteY0" fmla="*/ 2347608 h 2444022"/>
              <a:gd name="connsiteX1" fmla="*/ 1098 w 2613063"/>
              <a:gd name="connsiteY1" fmla="*/ 2407238 h 2444022"/>
              <a:gd name="connsiteX2" fmla="*/ 214742 w 2613063"/>
              <a:gd name="connsiteY2" fmla="*/ 1470947 h 2444022"/>
              <a:gd name="connsiteX3" fmla="*/ 142164 w 2613063"/>
              <a:gd name="connsiteY3" fmla="*/ 62221 h 2444022"/>
              <a:gd name="connsiteX4" fmla="*/ 641682 w 2613063"/>
              <a:gd name="connsiteY4" fmla="*/ 619379 h 2444022"/>
              <a:gd name="connsiteX5" fmla="*/ 2097965 w 2613063"/>
              <a:gd name="connsiteY5" fmla="*/ 579223 h 2444022"/>
              <a:gd name="connsiteX6" fmla="*/ 2424495 w 2613063"/>
              <a:gd name="connsiteY6" fmla="*/ 17952 h 2444022"/>
              <a:gd name="connsiteX7" fmla="*/ 2279982 w 2613063"/>
              <a:gd name="connsiteY7" fmla="*/ 1343279 h 2444022"/>
              <a:gd name="connsiteX8" fmla="*/ 2613063 w 2613063"/>
              <a:gd name="connsiteY8" fmla="*/ 2372222 h 2444022"/>
              <a:gd name="connsiteX9" fmla="*/ 1936628 w 2613063"/>
              <a:gd name="connsiteY9" fmla="*/ 2369920 h 2444022"/>
              <a:gd name="connsiteX10" fmla="*/ 294470 w 2613063"/>
              <a:gd name="connsiteY10" fmla="*/ 2347608 h 2444022"/>
              <a:gd name="connsiteX0" fmla="*/ 294470 w 2613063"/>
              <a:gd name="connsiteY0" fmla="*/ 2347608 h 2444022"/>
              <a:gd name="connsiteX1" fmla="*/ 1098 w 2613063"/>
              <a:gd name="connsiteY1" fmla="*/ 2407238 h 2444022"/>
              <a:gd name="connsiteX2" fmla="*/ 214742 w 2613063"/>
              <a:gd name="connsiteY2" fmla="*/ 1470947 h 2444022"/>
              <a:gd name="connsiteX3" fmla="*/ 252619 w 2613063"/>
              <a:gd name="connsiteY3" fmla="*/ 1041644 h 2444022"/>
              <a:gd name="connsiteX4" fmla="*/ 142164 w 2613063"/>
              <a:gd name="connsiteY4" fmla="*/ 62221 h 2444022"/>
              <a:gd name="connsiteX5" fmla="*/ 641682 w 2613063"/>
              <a:gd name="connsiteY5" fmla="*/ 619379 h 2444022"/>
              <a:gd name="connsiteX6" fmla="*/ 2097965 w 2613063"/>
              <a:gd name="connsiteY6" fmla="*/ 579223 h 2444022"/>
              <a:gd name="connsiteX7" fmla="*/ 2424495 w 2613063"/>
              <a:gd name="connsiteY7" fmla="*/ 17952 h 2444022"/>
              <a:gd name="connsiteX8" fmla="*/ 2279982 w 2613063"/>
              <a:gd name="connsiteY8" fmla="*/ 1343279 h 2444022"/>
              <a:gd name="connsiteX9" fmla="*/ 2613063 w 2613063"/>
              <a:gd name="connsiteY9" fmla="*/ 2372222 h 2444022"/>
              <a:gd name="connsiteX10" fmla="*/ 1936628 w 2613063"/>
              <a:gd name="connsiteY10" fmla="*/ 2369920 h 2444022"/>
              <a:gd name="connsiteX11" fmla="*/ 294470 w 2613063"/>
              <a:gd name="connsiteY11" fmla="*/ 2347608 h 2444022"/>
              <a:gd name="connsiteX0" fmla="*/ 294470 w 2613063"/>
              <a:gd name="connsiteY0" fmla="*/ 2347608 h 2444022"/>
              <a:gd name="connsiteX1" fmla="*/ 1098 w 2613063"/>
              <a:gd name="connsiteY1" fmla="*/ 2407238 h 2444022"/>
              <a:gd name="connsiteX2" fmla="*/ 214742 w 2613063"/>
              <a:gd name="connsiteY2" fmla="*/ 1470947 h 2444022"/>
              <a:gd name="connsiteX3" fmla="*/ 252619 w 2613063"/>
              <a:gd name="connsiteY3" fmla="*/ 1041644 h 2444022"/>
              <a:gd name="connsiteX4" fmla="*/ 93795 w 2613063"/>
              <a:gd name="connsiteY4" fmla="*/ 50550 h 2444022"/>
              <a:gd name="connsiteX5" fmla="*/ 641682 w 2613063"/>
              <a:gd name="connsiteY5" fmla="*/ 619379 h 2444022"/>
              <a:gd name="connsiteX6" fmla="*/ 2097965 w 2613063"/>
              <a:gd name="connsiteY6" fmla="*/ 579223 h 2444022"/>
              <a:gd name="connsiteX7" fmla="*/ 2424495 w 2613063"/>
              <a:gd name="connsiteY7" fmla="*/ 17952 h 2444022"/>
              <a:gd name="connsiteX8" fmla="*/ 2279982 w 2613063"/>
              <a:gd name="connsiteY8" fmla="*/ 1343279 h 2444022"/>
              <a:gd name="connsiteX9" fmla="*/ 2613063 w 2613063"/>
              <a:gd name="connsiteY9" fmla="*/ 2372222 h 2444022"/>
              <a:gd name="connsiteX10" fmla="*/ 1936628 w 2613063"/>
              <a:gd name="connsiteY10" fmla="*/ 2369920 h 2444022"/>
              <a:gd name="connsiteX11" fmla="*/ 294470 w 2613063"/>
              <a:gd name="connsiteY11" fmla="*/ 2347608 h 2444022"/>
              <a:gd name="connsiteX0" fmla="*/ 294470 w 2613063"/>
              <a:gd name="connsiteY0" fmla="*/ 2347150 h 2443564"/>
              <a:gd name="connsiteX1" fmla="*/ 1098 w 2613063"/>
              <a:gd name="connsiteY1" fmla="*/ 2406780 h 2443564"/>
              <a:gd name="connsiteX2" fmla="*/ 214742 w 2613063"/>
              <a:gd name="connsiteY2" fmla="*/ 1470489 h 2443564"/>
              <a:gd name="connsiteX3" fmla="*/ 252619 w 2613063"/>
              <a:gd name="connsiteY3" fmla="*/ 1041186 h 2443564"/>
              <a:gd name="connsiteX4" fmla="*/ 93795 w 2613063"/>
              <a:gd name="connsiteY4" fmla="*/ 50092 h 2443564"/>
              <a:gd name="connsiteX5" fmla="*/ 641682 w 2613063"/>
              <a:gd name="connsiteY5" fmla="*/ 618921 h 2443564"/>
              <a:gd name="connsiteX6" fmla="*/ 2097965 w 2613063"/>
              <a:gd name="connsiteY6" fmla="*/ 578765 h 2443564"/>
              <a:gd name="connsiteX7" fmla="*/ 2424495 w 2613063"/>
              <a:gd name="connsiteY7" fmla="*/ 17494 h 2443564"/>
              <a:gd name="connsiteX8" fmla="*/ 2192917 w 2613063"/>
              <a:gd name="connsiteY8" fmla="*/ 1331150 h 2443564"/>
              <a:gd name="connsiteX9" fmla="*/ 2613063 w 2613063"/>
              <a:gd name="connsiteY9" fmla="*/ 2371764 h 2443564"/>
              <a:gd name="connsiteX10" fmla="*/ 1936628 w 2613063"/>
              <a:gd name="connsiteY10" fmla="*/ 2369462 h 2443564"/>
              <a:gd name="connsiteX11" fmla="*/ 294470 w 2613063"/>
              <a:gd name="connsiteY11" fmla="*/ 2347150 h 2443564"/>
              <a:gd name="connsiteX0" fmla="*/ 294470 w 2613063"/>
              <a:gd name="connsiteY0" fmla="*/ 2303249 h 2399663"/>
              <a:gd name="connsiteX1" fmla="*/ 1098 w 2613063"/>
              <a:gd name="connsiteY1" fmla="*/ 2362879 h 2399663"/>
              <a:gd name="connsiteX2" fmla="*/ 214742 w 2613063"/>
              <a:gd name="connsiteY2" fmla="*/ 1426588 h 2399663"/>
              <a:gd name="connsiteX3" fmla="*/ 252619 w 2613063"/>
              <a:gd name="connsiteY3" fmla="*/ 997285 h 2399663"/>
              <a:gd name="connsiteX4" fmla="*/ 93795 w 2613063"/>
              <a:gd name="connsiteY4" fmla="*/ 6191 h 2399663"/>
              <a:gd name="connsiteX5" fmla="*/ 641682 w 2613063"/>
              <a:gd name="connsiteY5" fmla="*/ 575020 h 2399663"/>
              <a:gd name="connsiteX6" fmla="*/ 2097965 w 2613063"/>
              <a:gd name="connsiteY6" fmla="*/ 534864 h 2399663"/>
              <a:gd name="connsiteX7" fmla="*/ 2463191 w 2613063"/>
              <a:gd name="connsiteY7" fmla="*/ 31951 h 2399663"/>
              <a:gd name="connsiteX8" fmla="*/ 2192917 w 2613063"/>
              <a:gd name="connsiteY8" fmla="*/ 1287249 h 2399663"/>
              <a:gd name="connsiteX9" fmla="*/ 2613063 w 2613063"/>
              <a:gd name="connsiteY9" fmla="*/ 2327863 h 2399663"/>
              <a:gd name="connsiteX10" fmla="*/ 1936628 w 2613063"/>
              <a:gd name="connsiteY10" fmla="*/ 2325561 h 2399663"/>
              <a:gd name="connsiteX11" fmla="*/ 294470 w 2613063"/>
              <a:gd name="connsiteY11" fmla="*/ 2303249 h 2399663"/>
              <a:gd name="connsiteX0" fmla="*/ 294470 w 2613063"/>
              <a:gd name="connsiteY0" fmla="*/ 2303249 h 2399663"/>
              <a:gd name="connsiteX1" fmla="*/ 1098 w 2613063"/>
              <a:gd name="connsiteY1" fmla="*/ 2362879 h 2399663"/>
              <a:gd name="connsiteX2" fmla="*/ 214742 w 2613063"/>
              <a:gd name="connsiteY2" fmla="*/ 1426588 h 2399663"/>
              <a:gd name="connsiteX3" fmla="*/ 252619 w 2613063"/>
              <a:gd name="connsiteY3" fmla="*/ 997285 h 2399663"/>
              <a:gd name="connsiteX4" fmla="*/ 93795 w 2613063"/>
              <a:gd name="connsiteY4" fmla="*/ 6191 h 2399663"/>
              <a:gd name="connsiteX5" fmla="*/ 641682 w 2613063"/>
              <a:gd name="connsiteY5" fmla="*/ 575020 h 2399663"/>
              <a:gd name="connsiteX6" fmla="*/ 2097965 w 2613063"/>
              <a:gd name="connsiteY6" fmla="*/ 534864 h 2399663"/>
              <a:gd name="connsiteX7" fmla="*/ 2463191 w 2613063"/>
              <a:gd name="connsiteY7" fmla="*/ 31951 h 2399663"/>
              <a:gd name="connsiteX8" fmla="*/ 2274473 w 2613063"/>
              <a:gd name="connsiteY8" fmla="*/ 740507 h 2399663"/>
              <a:gd name="connsiteX9" fmla="*/ 2192917 w 2613063"/>
              <a:gd name="connsiteY9" fmla="*/ 1287249 h 2399663"/>
              <a:gd name="connsiteX10" fmla="*/ 2613063 w 2613063"/>
              <a:gd name="connsiteY10" fmla="*/ 2327863 h 2399663"/>
              <a:gd name="connsiteX11" fmla="*/ 1936628 w 2613063"/>
              <a:gd name="connsiteY11" fmla="*/ 2325561 h 2399663"/>
              <a:gd name="connsiteX12" fmla="*/ 294470 w 2613063"/>
              <a:gd name="connsiteY12" fmla="*/ 2303249 h 2399663"/>
              <a:gd name="connsiteX0" fmla="*/ 294470 w 2613063"/>
              <a:gd name="connsiteY0" fmla="*/ 2303249 h 2399663"/>
              <a:gd name="connsiteX1" fmla="*/ 1098 w 2613063"/>
              <a:gd name="connsiteY1" fmla="*/ 2362879 h 2399663"/>
              <a:gd name="connsiteX2" fmla="*/ 214742 w 2613063"/>
              <a:gd name="connsiteY2" fmla="*/ 1426588 h 2399663"/>
              <a:gd name="connsiteX3" fmla="*/ 252619 w 2613063"/>
              <a:gd name="connsiteY3" fmla="*/ 997285 h 2399663"/>
              <a:gd name="connsiteX4" fmla="*/ 93795 w 2613063"/>
              <a:gd name="connsiteY4" fmla="*/ 6191 h 2399663"/>
              <a:gd name="connsiteX5" fmla="*/ 641682 w 2613063"/>
              <a:gd name="connsiteY5" fmla="*/ 575020 h 2399663"/>
              <a:gd name="connsiteX6" fmla="*/ 2097965 w 2613063"/>
              <a:gd name="connsiteY6" fmla="*/ 534864 h 2399663"/>
              <a:gd name="connsiteX7" fmla="*/ 2463191 w 2613063"/>
              <a:gd name="connsiteY7" fmla="*/ 31951 h 2399663"/>
              <a:gd name="connsiteX8" fmla="*/ 2274473 w 2613063"/>
              <a:gd name="connsiteY8" fmla="*/ 740507 h 2399663"/>
              <a:gd name="connsiteX9" fmla="*/ 2279982 w 2613063"/>
              <a:gd name="connsiteY9" fmla="*/ 1427309 h 2399663"/>
              <a:gd name="connsiteX10" fmla="*/ 2613063 w 2613063"/>
              <a:gd name="connsiteY10" fmla="*/ 2327863 h 2399663"/>
              <a:gd name="connsiteX11" fmla="*/ 1936628 w 2613063"/>
              <a:gd name="connsiteY11" fmla="*/ 2325561 h 2399663"/>
              <a:gd name="connsiteX12" fmla="*/ 294470 w 2613063"/>
              <a:gd name="connsiteY12" fmla="*/ 2303249 h 2399663"/>
              <a:gd name="connsiteX0" fmla="*/ 294470 w 2613063"/>
              <a:gd name="connsiteY0" fmla="*/ 2303249 h 2399663"/>
              <a:gd name="connsiteX1" fmla="*/ 1098 w 2613063"/>
              <a:gd name="connsiteY1" fmla="*/ 2362879 h 2399663"/>
              <a:gd name="connsiteX2" fmla="*/ 214742 w 2613063"/>
              <a:gd name="connsiteY2" fmla="*/ 1426588 h 2399663"/>
              <a:gd name="connsiteX3" fmla="*/ 252619 w 2613063"/>
              <a:gd name="connsiteY3" fmla="*/ 997285 h 2399663"/>
              <a:gd name="connsiteX4" fmla="*/ 93795 w 2613063"/>
              <a:gd name="connsiteY4" fmla="*/ 6191 h 2399663"/>
              <a:gd name="connsiteX5" fmla="*/ 641682 w 2613063"/>
              <a:gd name="connsiteY5" fmla="*/ 575020 h 2399663"/>
              <a:gd name="connsiteX6" fmla="*/ 2097965 w 2613063"/>
              <a:gd name="connsiteY6" fmla="*/ 534864 h 2399663"/>
              <a:gd name="connsiteX7" fmla="*/ 2463191 w 2613063"/>
              <a:gd name="connsiteY7" fmla="*/ 31951 h 2399663"/>
              <a:gd name="connsiteX8" fmla="*/ 2274473 w 2613063"/>
              <a:gd name="connsiteY8" fmla="*/ 740507 h 2399663"/>
              <a:gd name="connsiteX9" fmla="*/ 2212265 w 2613063"/>
              <a:gd name="connsiteY9" fmla="*/ 1438981 h 2399663"/>
              <a:gd name="connsiteX10" fmla="*/ 2613063 w 2613063"/>
              <a:gd name="connsiteY10" fmla="*/ 2327863 h 2399663"/>
              <a:gd name="connsiteX11" fmla="*/ 1936628 w 2613063"/>
              <a:gd name="connsiteY11" fmla="*/ 2325561 h 2399663"/>
              <a:gd name="connsiteX12" fmla="*/ 294470 w 2613063"/>
              <a:gd name="connsiteY12" fmla="*/ 2303249 h 2399663"/>
              <a:gd name="connsiteX0" fmla="*/ 294470 w 2613063"/>
              <a:gd name="connsiteY0" fmla="*/ 2303249 h 2399663"/>
              <a:gd name="connsiteX1" fmla="*/ 1098 w 2613063"/>
              <a:gd name="connsiteY1" fmla="*/ 2362879 h 2399663"/>
              <a:gd name="connsiteX2" fmla="*/ 214742 w 2613063"/>
              <a:gd name="connsiteY2" fmla="*/ 1426588 h 2399663"/>
              <a:gd name="connsiteX3" fmla="*/ 252619 w 2613063"/>
              <a:gd name="connsiteY3" fmla="*/ 997285 h 2399663"/>
              <a:gd name="connsiteX4" fmla="*/ 93795 w 2613063"/>
              <a:gd name="connsiteY4" fmla="*/ 6191 h 2399663"/>
              <a:gd name="connsiteX5" fmla="*/ 641682 w 2613063"/>
              <a:gd name="connsiteY5" fmla="*/ 575020 h 2399663"/>
              <a:gd name="connsiteX6" fmla="*/ 2097965 w 2613063"/>
              <a:gd name="connsiteY6" fmla="*/ 534864 h 2399663"/>
              <a:gd name="connsiteX7" fmla="*/ 2463191 w 2613063"/>
              <a:gd name="connsiteY7" fmla="*/ 31951 h 2399663"/>
              <a:gd name="connsiteX8" fmla="*/ 2274473 w 2613063"/>
              <a:gd name="connsiteY8" fmla="*/ 740507 h 2399663"/>
              <a:gd name="connsiteX9" fmla="*/ 2270309 w 2613063"/>
              <a:gd name="connsiteY9" fmla="*/ 1485668 h 2399663"/>
              <a:gd name="connsiteX10" fmla="*/ 2613063 w 2613063"/>
              <a:gd name="connsiteY10" fmla="*/ 2327863 h 2399663"/>
              <a:gd name="connsiteX11" fmla="*/ 1936628 w 2613063"/>
              <a:gd name="connsiteY11" fmla="*/ 2325561 h 2399663"/>
              <a:gd name="connsiteX12" fmla="*/ 294470 w 2613063"/>
              <a:gd name="connsiteY12" fmla="*/ 2303249 h 2399663"/>
              <a:gd name="connsiteX0" fmla="*/ 294470 w 2516324"/>
              <a:gd name="connsiteY0" fmla="*/ 2303249 h 2399663"/>
              <a:gd name="connsiteX1" fmla="*/ 1098 w 2516324"/>
              <a:gd name="connsiteY1" fmla="*/ 2362879 h 2399663"/>
              <a:gd name="connsiteX2" fmla="*/ 214742 w 2516324"/>
              <a:gd name="connsiteY2" fmla="*/ 1426588 h 2399663"/>
              <a:gd name="connsiteX3" fmla="*/ 252619 w 2516324"/>
              <a:gd name="connsiteY3" fmla="*/ 997285 h 2399663"/>
              <a:gd name="connsiteX4" fmla="*/ 93795 w 2516324"/>
              <a:gd name="connsiteY4" fmla="*/ 6191 h 2399663"/>
              <a:gd name="connsiteX5" fmla="*/ 641682 w 2516324"/>
              <a:gd name="connsiteY5" fmla="*/ 575020 h 2399663"/>
              <a:gd name="connsiteX6" fmla="*/ 2097965 w 2516324"/>
              <a:gd name="connsiteY6" fmla="*/ 534864 h 2399663"/>
              <a:gd name="connsiteX7" fmla="*/ 2463191 w 2516324"/>
              <a:gd name="connsiteY7" fmla="*/ 31951 h 2399663"/>
              <a:gd name="connsiteX8" fmla="*/ 2274473 w 2516324"/>
              <a:gd name="connsiteY8" fmla="*/ 740507 h 2399663"/>
              <a:gd name="connsiteX9" fmla="*/ 2270309 w 2516324"/>
              <a:gd name="connsiteY9" fmla="*/ 1485668 h 2399663"/>
              <a:gd name="connsiteX10" fmla="*/ 2516324 w 2516324"/>
              <a:gd name="connsiteY10" fmla="*/ 2234490 h 2399663"/>
              <a:gd name="connsiteX11" fmla="*/ 1936628 w 2516324"/>
              <a:gd name="connsiteY11" fmla="*/ 2325561 h 2399663"/>
              <a:gd name="connsiteX12" fmla="*/ 294470 w 2516324"/>
              <a:gd name="connsiteY12" fmla="*/ 2303249 h 2399663"/>
              <a:gd name="connsiteX0" fmla="*/ 294367 w 2516221"/>
              <a:gd name="connsiteY0" fmla="*/ 2303249 h 2401065"/>
              <a:gd name="connsiteX1" fmla="*/ 995 w 2516221"/>
              <a:gd name="connsiteY1" fmla="*/ 2362879 h 2401065"/>
              <a:gd name="connsiteX2" fmla="*/ 214639 w 2516221"/>
              <a:gd name="connsiteY2" fmla="*/ 1426588 h 2401065"/>
              <a:gd name="connsiteX3" fmla="*/ 252516 w 2516221"/>
              <a:gd name="connsiteY3" fmla="*/ 997285 h 2401065"/>
              <a:gd name="connsiteX4" fmla="*/ 93692 w 2516221"/>
              <a:gd name="connsiteY4" fmla="*/ 6191 h 2401065"/>
              <a:gd name="connsiteX5" fmla="*/ 641579 w 2516221"/>
              <a:gd name="connsiteY5" fmla="*/ 575020 h 2401065"/>
              <a:gd name="connsiteX6" fmla="*/ 2097862 w 2516221"/>
              <a:gd name="connsiteY6" fmla="*/ 534864 h 2401065"/>
              <a:gd name="connsiteX7" fmla="*/ 2463088 w 2516221"/>
              <a:gd name="connsiteY7" fmla="*/ 31951 h 2401065"/>
              <a:gd name="connsiteX8" fmla="*/ 2274370 w 2516221"/>
              <a:gd name="connsiteY8" fmla="*/ 740507 h 2401065"/>
              <a:gd name="connsiteX9" fmla="*/ 2270206 w 2516221"/>
              <a:gd name="connsiteY9" fmla="*/ 1485668 h 2401065"/>
              <a:gd name="connsiteX10" fmla="*/ 2516221 w 2516221"/>
              <a:gd name="connsiteY10" fmla="*/ 2234490 h 2401065"/>
              <a:gd name="connsiteX11" fmla="*/ 1926851 w 2516221"/>
              <a:gd name="connsiteY11" fmla="*/ 2267203 h 2401065"/>
              <a:gd name="connsiteX12" fmla="*/ 294367 w 2516221"/>
              <a:gd name="connsiteY12" fmla="*/ 2303249 h 2401065"/>
              <a:gd name="connsiteX0" fmla="*/ 276550 w 2498404"/>
              <a:gd name="connsiteY0" fmla="*/ 2303249 h 2327921"/>
              <a:gd name="connsiteX1" fmla="*/ 2526 w 2498404"/>
              <a:gd name="connsiteY1" fmla="*/ 2269505 h 2327921"/>
              <a:gd name="connsiteX2" fmla="*/ 196822 w 2498404"/>
              <a:gd name="connsiteY2" fmla="*/ 1426588 h 2327921"/>
              <a:gd name="connsiteX3" fmla="*/ 234699 w 2498404"/>
              <a:gd name="connsiteY3" fmla="*/ 997285 h 2327921"/>
              <a:gd name="connsiteX4" fmla="*/ 75875 w 2498404"/>
              <a:gd name="connsiteY4" fmla="*/ 6191 h 2327921"/>
              <a:gd name="connsiteX5" fmla="*/ 623762 w 2498404"/>
              <a:gd name="connsiteY5" fmla="*/ 575020 h 2327921"/>
              <a:gd name="connsiteX6" fmla="*/ 2080045 w 2498404"/>
              <a:gd name="connsiteY6" fmla="*/ 534864 h 2327921"/>
              <a:gd name="connsiteX7" fmla="*/ 2445271 w 2498404"/>
              <a:gd name="connsiteY7" fmla="*/ 31951 h 2327921"/>
              <a:gd name="connsiteX8" fmla="*/ 2256553 w 2498404"/>
              <a:gd name="connsiteY8" fmla="*/ 740507 h 2327921"/>
              <a:gd name="connsiteX9" fmla="*/ 2252389 w 2498404"/>
              <a:gd name="connsiteY9" fmla="*/ 1485668 h 2327921"/>
              <a:gd name="connsiteX10" fmla="*/ 2498404 w 2498404"/>
              <a:gd name="connsiteY10" fmla="*/ 2234490 h 2327921"/>
              <a:gd name="connsiteX11" fmla="*/ 1909034 w 2498404"/>
              <a:gd name="connsiteY11" fmla="*/ 2267203 h 2327921"/>
              <a:gd name="connsiteX12" fmla="*/ 276550 w 2498404"/>
              <a:gd name="connsiteY12" fmla="*/ 2303249 h 2327921"/>
              <a:gd name="connsiteX0" fmla="*/ 312904 w 2496062"/>
              <a:gd name="connsiteY0" fmla="*/ 2303250 h 2327922"/>
              <a:gd name="connsiteX1" fmla="*/ 184 w 2496062"/>
              <a:gd name="connsiteY1" fmla="*/ 2269505 h 2327922"/>
              <a:gd name="connsiteX2" fmla="*/ 194480 w 2496062"/>
              <a:gd name="connsiteY2" fmla="*/ 1426588 h 2327922"/>
              <a:gd name="connsiteX3" fmla="*/ 232357 w 2496062"/>
              <a:gd name="connsiteY3" fmla="*/ 997285 h 2327922"/>
              <a:gd name="connsiteX4" fmla="*/ 73533 w 2496062"/>
              <a:gd name="connsiteY4" fmla="*/ 6191 h 2327922"/>
              <a:gd name="connsiteX5" fmla="*/ 621420 w 2496062"/>
              <a:gd name="connsiteY5" fmla="*/ 575020 h 2327922"/>
              <a:gd name="connsiteX6" fmla="*/ 2077703 w 2496062"/>
              <a:gd name="connsiteY6" fmla="*/ 534864 h 2327922"/>
              <a:gd name="connsiteX7" fmla="*/ 2442929 w 2496062"/>
              <a:gd name="connsiteY7" fmla="*/ 31951 h 2327922"/>
              <a:gd name="connsiteX8" fmla="*/ 2254211 w 2496062"/>
              <a:gd name="connsiteY8" fmla="*/ 740507 h 2327922"/>
              <a:gd name="connsiteX9" fmla="*/ 2250047 w 2496062"/>
              <a:gd name="connsiteY9" fmla="*/ 1485668 h 2327922"/>
              <a:gd name="connsiteX10" fmla="*/ 2496062 w 2496062"/>
              <a:gd name="connsiteY10" fmla="*/ 2234490 h 2327922"/>
              <a:gd name="connsiteX11" fmla="*/ 1906692 w 2496062"/>
              <a:gd name="connsiteY11" fmla="*/ 2267203 h 2327922"/>
              <a:gd name="connsiteX12" fmla="*/ 312904 w 2496062"/>
              <a:gd name="connsiteY12" fmla="*/ 2303250 h 2327922"/>
              <a:gd name="connsiteX0" fmla="*/ 312816 w 2495974"/>
              <a:gd name="connsiteY0" fmla="*/ 2303250 h 2327323"/>
              <a:gd name="connsiteX1" fmla="*/ 96 w 2495974"/>
              <a:gd name="connsiteY1" fmla="*/ 2269505 h 2327323"/>
              <a:gd name="connsiteX2" fmla="*/ 194392 w 2495974"/>
              <a:gd name="connsiteY2" fmla="*/ 1426588 h 2327323"/>
              <a:gd name="connsiteX3" fmla="*/ 232269 w 2495974"/>
              <a:gd name="connsiteY3" fmla="*/ 997285 h 2327323"/>
              <a:gd name="connsiteX4" fmla="*/ 73445 w 2495974"/>
              <a:gd name="connsiteY4" fmla="*/ 6191 h 2327323"/>
              <a:gd name="connsiteX5" fmla="*/ 621332 w 2495974"/>
              <a:gd name="connsiteY5" fmla="*/ 575020 h 2327323"/>
              <a:gd name="connsiteX6" fmla="*/ 2077615 w 2495974"/>
              <a:gd name="connsiteY6" fmla="*/ 534864 h 2327323"/>
              <a:gd name="connsiteX7" fmla="*/ 2442841 w 2495974"/>
              <a:gd name="connsiteY7" fmla="*/ 31951 h 2327323"/>
              <a:gd name="connsiteX8" fmla="*/ 2254123 w 2495974"/>
              <a:gd name="connsiteY8" fmla="*/ 740507 h 2327323"/>
              <a:gd name="connsiteX9" fmla="*/ 2249959 w 2495974"/>
              <a:gd name="connsiteY9" fmla="*/ 1485668 h 2327323"/>
              <a:gd name="connsiteX10" fmla="*/ 2495974 w 2495974"/>
              <a:gd name="connsiteY10" fmla="*/ 2234490 h 2327323"/>
              <a:gd name="connsiteX11" fmla="*/ 1848560 w 2495974"/>
              <a:gd name="connsiteY11" fmla="*/ 2278875 h 2327323"/>
              <a:gd name="connsiteX12" fmla="*/ 312816 w 2495974"/>
              <a:gd name="connsiteY12" fmla="*/ 2303250 h 2327323"/>
              <a:gd name="connsiteX0" fmla="*/ 312816 w 2476626"/>
              <a:gd name="connsiteY0" fmla="*/ 2303250 h 2327323"/>
              <a:gd name="connsiteX1" fmla="*/ 96 w 2476626"/>
              <a:gd name="connsiteY1" fmla="*/ 2269505 h 2327323"/>
              <a:gd name="connsiteX2" fmla="*/ 194392 w 2476626"/>
              <a:gd name="connsiteY2" fmla="*/ 1426588 h 2327323"/>
              <a:gd name="connsiteX3" fmla="*/ 232269 w 2476626"/>
              <a:gd name="connsiteY3" fmla="*/ 997285 h 2327323"/>
              <a:gd name="connsiteX4" fmla="*/ 73445 w 2476626"/>
              <a:gd name="connsiteY4" fmla="*/ 6191 h 2327323"/>
              <a:gd name="connsiteX5" fmla="*/ 621332 w 2476626"/>
              <a:gd name="connsiteY5" fmla="*/ 575020 h 2327323"/>
              <a:gd name="connsiteX6" fmla="*/ 2077615 w 2476626"/>
              <a:gd name="connsiteY6" fmla="*/ 534864 h 2327323"/>
              <a:gd name="connsiteX7" fmla="*/ 2442841 w 2476626"/>
              <a:gd name="connsiteY7" fmla="*/ 31951 h 2327323"/>
              <a:gd name="connsiteX8" fmla="*/ 2254123 w 2476626"/>
              <a:gd name="connsiteY8" fmla="*/ 740507 h 2327323"/>
              <a:gd name="connsiteX9" fmla="*/ 2249959 w 2476626"/>
              <a:gd name="connsiteY9" fmla="*/ 1485668 h 2327323"/>
              <a:gd name="connsiteX10" fmla="*/ 2476626 w 2476626"/>
              <a:gd name="connsiteY10" fmla="*/ 2257834 h 2327323"/>
              <a:gd name="connsiteX11" fmla="*/ 1848560 w 2476626"/>
              <a:gd name="connsiteY11" fmla="*/ 2278875 h 2327323"/>
              <a:gd name="connsiteX12" fmla="*/ 312816 w 2476626"/>
              <a:gd name="connsiteY12" fmla="*/ 2303250 h 2327323"/>
              <a:gd name="connsiteX0" fmla="*/ 312816 w 2476626"/>
              <a:gd name="connsiteY0" fmla="*/ 2458547 h 2482620"/>
              <a:gd name="connsiteX1" fmla="*/ 96 w 2476626"/>
              <a:gd name="connsiteY1" fmla="*/ 2424802 h 2482620"/>
              <a:gd name="connsiteX2" fmla="*/ 194392 w 2476626"/>
              <a:gd name="connsiteY2" fmla="*/ 1581885 h 2482620"/>
              <a:gd name="connsiteX3" fmla="*/ 232269 w 2476626"/>
              <a:gd name="connsiteY3" fmla="*/ 1152582 h 2482620"/>
              <a:gd name="connsiteX4" fmla="*/ 73445 w 2476626"/>
              <a:gd name="connsiteY4" fmla="*/ 161488 h 2482620"/>
              <a:gd name="connsiteX5" fmla="*/ 621332 w 2476626"/>
              <a:gd name="connsiteY5" fmla="*/ 730317 h 2482620"/>
              <a:gd name="connsiteX6" fmla="*/ 2077615 w 2476626"/>
              <a:gd name="connsiteY6" fmla="*/ 690161 h 2482620"/>
              <a:gd name="connsiteX7" fmla="*/ 2400392 w 2476626"/>
              <a:gd name="connsiteY7" fmla="*/ 1408 h 2482620"/>
              <a:gd name="connsiteX8" fmla="*/ 2254123 w 2476626"/>
              <a:gd name="connsiteY8" fmla="*/ 895804 h 2482620"/>
              <a:gd name="connsiteX9" fmla="*/ 2249959 w 2476626"/>
              <a:gd name="connsiteY9" fmla="*/ 1640965 h 2482620"/>
              <a:gd name="connsiteX10" fmla="*/ 2476626 w 2476626"/>
              <a:gd name="connsiteY10" fmla="*/ 2413131 h 2482620"/>
              <a:gd name="connsiteX11" fmla="*/ 1848560 w 2476626"/>
              <a:gd name="connsiteY11" fmla="*/ 2434172 h 2482620"/>
              <a:gd name="connsiteX12" fmla="*/ 312816 w 2476626"/>
              <a:gd name="connsiteY12" fmla="*/ 2458547 h 2482620"/>
              <a:gd name="connsiteX0" fmla="*/ 312816 w 2476626"/>
              <a:gd name="connsiteY0" fmla="*/ 2458866 h 2482939"/>
              <a:gd name="connsiteX1" fmla="*/ 96 w 2476626"/>
              <a:gd name="connsiteY1" fmla="*/ 2425121 h 2482939"/>
              <a:gd name="connsiteX2" fmla="*/ 194392 w 2476626"/>
              <a:gd name="connsiteY2" fmla="*/ 1582204 h 2482939"/>
              <a:gd name="connsiteX3" fmla="*/ 232269 w 2476626"/>
              <a:gd name="connsiteY3" fmla="*/ 1152901 h 2482939"/>
              <a:gd name="connsiteX4" fmla="*/ 73445 w 2476626"/>
              <a:gd name="connsiteY4" fmla="*/ 161807 h 2482939"/>
              <a:gd name="connsiteX5" fmla="*/ 621332 w 2476626"/>
              <a:gd name="connsiteY5" fmla="*/ 730636 h 2482939"/>
              <a:gd name="connsiteX6" fmla="*/ 1984227 w 2476626"/>
              <a:gd name="connsiteY6" fmla="*/ 670918 h 2482939"/>
              <a:gd name="connsiteX7" fmla="*/ 2400392 w 2476626"/>
              <a:gd name="connsiteY7" fmla="*/ 1727 h 2482939"/>
              <a:gd name="connsiteX8" fmla="*/ 2254123 w 2476626"/>
              <a:gd name="connsiteY8" fmla="*/ 896123 h 2482939"/>
              <a:gd name="connsiteX9" fmla="*/ 2249959 w 2476626"/>
              <a:gd name="connsiteY9" fmla="*/ 1641284 h 2482939"/>
              <a:gd name="connsiteX10" fmla="*/ 2476626 w 2476626"/>
              <a:gd name="connsiteY10" fmla="*/ 2413450 h 2482939"/>
              <a:gd name="connsiteX11" fmla="*/ 1848560 w 2476626"/>
              <a:gd name="connsiteY11" fmla="*/ 2434491 h 2482939"/>
              <a:gd name="connsiteX12" fmla="*/ 312816 w 2476626"/>
              <a:gd name="connsiteY12" fmla="*/ 2458866 h 2482939"/>
              <a:gd name="connsiteX0" fmla="*/ 312816 w 2476626"/>
              <a:gd name="connsiteY0" fmla="*/ 2458866 h 2482939"/>
              <a:gd name="connsiteX1" fmla="*/ 96 w 2476626"/>
              <a:gd name="connsiteY1" fmla="*/ 2425121 h 2482939"/>
              <a:gd name="connsiteX2" fmla="*/ 194392 w 2476626"/>
              <a:gd name="connsiteY2" fmla="*/ 1582204 h 2482939"/>
              <a:gd name="connsiteX3" fmla="*/ 232269 w 2476626"/>
              <a:gd name="connsiteY3" fmla="*/ 1152901 h 2482939"/>
              <a:gd name="connsiteX4" fmla="*/ 73445 w 2476626"/>
              <a:gd name="connsiteY4" fmla="*/ 161807 h 2482939"/>
              <a:gd name="connsiteX5" fmla="*/ 621332 w 2476626"/>
              <a:gd name="connsiteY5" fmla="*/ 730636 h 2482939"/>
              <a:gd name="connsiteX6" fmla="*/ 1984227 w 2476626"/>
              <a:gd name="connsiteY6" fmla="*/ 670918 h 2482939"/>
              <a:gd name="connsiteX7" fmla="*/ 2400392 w 2476626"/>
              <a:gd name="connsiteY7" fmla="*/ 1727 h 2482939"/>
              <a:gd name="connsiteX8" fmla="*/ 2313552 w 2476626"/>
              <a:gd name="connsiteY8" fmla="*/ 896123 h 2482939"/>
              <a:gd name="connsiteX9" fmla="*/ 2249959 w 2476626"/>
              <a:gd name="connsiteY9" fmla="*/ 1641284 h 2482939"/>
              <a:gd name="connsiteX10" fmla="*/ 2476626 w 2476626"/>
              <a:gd name="connsiteY10" fmla="*/ 2413450 h 2482939"/>
              <a:gd name="connsiteX11" fmla="*/ 1848560 w 2476626"/>
              <a:gd name="connsiteY11" fmla="*/ 2434491 h 2482939"/>
              <a:gd name="connsiteX12" fmla="*/ 312816 w 2476626"/>
              <a:gd name="connsiteY12" fmla="*/ 2458866 h 2482939"/>
              <a:gd name="connsiteX0" fmla="*/ 312816 w 2476626"/>
              <a:gd name="connsiteY0" fmla="*/ 2458866 h 2482939"/>
              <a:gd name="connsiteX1" fmla="*/ 96 w 2476626"/>
              <a:gd name="connsiteY1" fmla="*/ 2425121 h 2482939"/>
              <a:gd name="connsiteX2" fmla="*/ 194392 w 2476626"/>
              <a:gd name="connsiteY2" fmla="*/ 1582204 h 2482939"/>
              <a:gd name="connsiteX3" fmla="*/ 232269 w 2476626"/>
              <a:gd name="connsiteY3" fmla="*/ 1152901 h 2482939"/>
              <a:gd name="connsiteX4" fmla="*/ 73445 w 2476626"/>
              <a:gd name="connsiteY4" fmla="*/ 161807 h 2482939"/>
              <a:gd name="connsiteX5" fmla="*/ 621332 w 2476626"/>
              <a:gd name="connsiteY5" fmla="*/ 730636 h 2482939"/>
              <a:gd name="connsiteX6" fmla="*/ 1984227 w 2476626"/>
              <a:gd name="connsiteY6" fmla="*/ 670918 h 2482939"/>
              <a:gd name="connsiteX7" fmla="*/ 2400392 w 2476626"/>
              <a:gd name="connsiteY7" fmla="*/ 1727 h 2482939"/>
              <a:gd name="connsiteX8" fmla="*/ 2313552 w 2476626"/>
              <a:gd name="connsiteY8" fmla="*/ 896123 h 2482939"/>
              <a:gd name="connsiteX9" fmla="*/ 2283919 w 2476626"/>
              <a:gd name="connsiteY9" fmla="*/ 1641284 h 2482939"/>
              <a:gd name="connsiteX10" fmla="*/ 2476626 w 2476626"/>
              <a:gd name="connsiteY10" fmla="*/ 2413450 h 2482939"/>
              <a:gd name="connsiteX11" fmla="*/ 1848560 w 2476626"/>
              <a:gd name="connsiteY11" fmla="*/ 2434491 h 2482939"/>
              <a:gd name="connsiteX12" fmla="*/ 312816 w 2476626"/>
              <a:gd name="connsiteY12" fmla="*/ 2458866 h 2482939"/>
              <a:gd name="connsiteX0" fmla="*/ 312816 w 2416800"/>
              <a:gd name="connsiteY0" fmla="*/ 2458866 h 2482939"/>
              <a:gd name="connsiteX1" fmla="*/ 96 w 2416800"/>
              <a:gd name="connsiteY1" fmla="*/ 2425121 h 2482939"/>
              <a:gd name="connsiteX2" fmla="*/ 194392 w 2416800"/>
              <a:gd name="connsiteY2" fmla="*/ 1582204 h 2482939"/>
              <a:gd name="connsiteX3" fmla="*/ 232269 w 2416800"/>
              <a:gd name="connsiteY3" fmla="*/ 1152901 h 2482939"/>
              <a:gd name="connsiteX4" fmla="*/ 73445 w 2416800"/>
              <a:gd name="connsiteY4" fmla="*/ 161807 h 2482939"/>
              <a:gd name="connsiteX5" fmla="*/ 621332 w 2416800"/>
              <a:gd name="connsiteY5" fmla="*/ 730636 h 2482939"/>
              <a:gd name="connsiteX6" fmla="*/ 1984227 w 2416800"/>
              <a:gd name="connsiteY6" fmla="*/ 670918 h 2482939"/>
              <a:gd name="connsiteX7" fmla="*/ 2400392 w 2416800"/>
              <a:gd name="connsiteY7" fmla="*/ 1727 h 2482939"/>
              <a:gd name="connsiteX8" fmla="*/ 2313552 w 2416800"/>
              <a:gd name="connsiteY8" fmla="*/ 896123 h 2482939"/>
              <a:gd name="connsiteX9" fmla="*/ 2283919 w 2416800"/>
              <a:gd name="connsiteY9" fmla="*/ 1641284 h 2482939"/>
              <a:gd name="connsiteX10" fmla="*/ 2383238 w 2416800"/>
              <a:gd name="connsiteY10" fmla="*/ 2413450 h 2482939"/>
              <a:gd name="connsiteX11" fmla="*/ 1848560 w 2416800"/>
              <a:gd name="connsiteY11" fmla="*/ 2434491 h 2482939"/>
              <a:gd name="connsiteX12" fmla="*/ 312816 w 2416800"/>
              <a:gd name="connsiteY12" fmla="*/ 2458866 h 2482939"/>
              <a:gd name="connsiteX0" fmla="*/ 251696 w 2355680"/>
              <a:gd name="connsiteY0" fmla="*/ 2458866 h 2465257"/>
              <a:gd name="connsiteX1" fmla="*/ 32363 w 2355680"/>
              <a:gd name="connsiteY1" fmla="*/ 2395778 h 2465257"/>
              <a:gd name="connsiteX2" fmla="*/ 133272 w 2355680"/>
              <a:gd name="connsiteY2" fmla="*/ 1582204 h 2465257"/>
              <a:gd name="connsiteX3" fmla="*/ 171149 w 2355680"/>
              <a:gd name="connsiteY3" fmla="*/ 1152901 h 2465257"/>
              <a:gd name="connsiteX4" fmla="*/ 12325 w 2355680"/>
              <a:gd name="connsiteY4" fmla="*/ 161807 h 2465257"/>
              <a:gd name="connsiteX5" fmla="*/ 560212 w 2355680"/>
              <a:gd name="connsiteY5" fmla="*/ 730636 h 2465257"/>
              <a:gd name="connsiteX6" fmla="*/ 1923107 w 2355680"/>
              <a:gd name="connsiteY6" fmla="*/ 670918 h 2465257"/>
              <a:gd name="connsiteX7" fmla="*/ 2339272 w 2355680"/>
              <a:gd name="connsiteY7" fmla="*/ 1727 h 2465257"/>
              <a:gd name="connsiteX8" fmla="*/ 2252432 w 2355680"/>
              <a:gd name="connsiteY8" fmla="*/ 896123 h 2465257"/>
              <a:gd name="connsiteX9" fmla="*/ 2222799 w 2355680"/>
              <a:gd name="connsiteY9" fmla="*/ 1641284 h 2465257"/>
              <a:gd name="connsiteX10" fmla="*/ 2322118 w 2355680"/>
              <a:gd name="connsiteY10" fmla="*/ 2413450 h 2465257"/>
              <a:gd name="connsiteX11" fmla="*/ 1787440 w 2355680"/>
              <a:gd name="connsiteY11" fmla="*/ 2434491 h 2465257"/>
              <a:gd name="connsiteX12" fmla="*/ 251696 w 2355680"/>
              <a:gd name="connsiteY12" fmla="*/ 2458866 h 2465257"/>
              <a:gd name="connsiteX0" fmla="*/ 251696 w 2355680"/>
              <a:gd name="connsiteY0" fmla="*/ 2458866 h 2465257"/>
              <a:gd name="connsiteX1" fmla="*/ 32363 w 2355680"/>
              <a:gd name="connsiteY1" fmla="*/ 2395778 h 2465257"/>
              <a:gd name="connsiteX2" fmla="*/ 141761 w 2355680"/>
              <a:gd name="connsiteY2" fmla="*/ 1738700 h 2465257"/>
              <a:gd name="connsiteX3" fmla="*/ 171149 w 2355680"/>
              <a:gd name="connsiteY3" fmla="*/ 1152901 h 2465257"/>
              <a:gd name="connsiteX4" fmla="*/ 12325 w 2355680"/>
              <a:gd name="connsiteY4" fmla="*/ 161807 h 2465257"/>
              <a:gd name="connsiteX5" fmla="*/ 560212 w 2355680"/>
              <a:gd name="connsiteY5" fmla="*/ 730636 h 2465257"/>
              <a:gd name="connsiteX6" fmla="*/ 1923107 w 2355680"/>
              <a:gd name="connsiteY6" fmla="*/ 670918 h 2465257"/>
              <a:gd name="connsiteX7" fmla="*/ 2339272 w 2355680"/>
              <a:gd name="connsiteY7" fmla="*/ 1727 h 2465257"/>
              <a:gd name="connsiteX8" fmla="*/ 2252432 w 2355680"/>
              <a:gd name="connsiteY8" fmla="*/ 896123 h 2465257"/>
              <a:gd name="connsiteX9" fmla="*/ 2222799 w 2355680"/>
              <a:gd name="connsiteY9" fmla="*/ 1641284 h 2465257"/>
              <a:gd name="connsiteX10" fmla="*/ 2322118 w 2355680"/>
              <a:gd name="connsiteY10" fmla="*/ 2413450 h 2465257"/>
              <a:gd name="connsiteX11" fmla="*/ 1787440 w 2355680"/>
              <a:gd name="connsiteY11" fmla="*/ 2434491 h 2465257"/>
              <a:gd name="connsiteX12" fmla="*/ 251696 w 2355680"/>
              <a:gd name="connsiteY12" fmla="*/ 2458866 h 2465257"/>
              <a:gd name="connsiteX0" fmla="*/ 251696 w 2355680"/>
              <a:gd name="connsiteY0" fmla="*/ 2458866 h 2465257"/>
              <a:gd name="connsiteX1" fmla="*/ 32363 w 2355680"/>
              <a:gd name="connsiteY1" fmla="*/ 2395778 h 2465257"/>
              <a:gd name="connsiteX2" fmla="*/ 141761 w 2355680"/>
              <a:gd name="connsiteY2" fmla="*/ 1738700 h 2465257"/>
              <a:gd name="connsiteX3" fmla="*/ 171149 w 2355680"/>
              <a:gd name="connsiteY3" fmla="*/ 1152901 h 2465257"/>
              <a:gd name="connsiteX4" fmla="*/ 12325 w 2355680"/>
              <a:gd name="connsiteY4" fmla="*/ 161807 h 2465257"/>
              <a:gd name="connsiteX5" fmla="*/ 560212 w 2355680"/>
              <a:gd name="connsiteY5" fmla="*/ 730636 h 2465257"/>
              <a:gd name="connsiteX6" fmla="*/ 1923107 w 2355680"/>
              <a:gd name="connsiteY6" fmla="*/ 670918 h 2465257"/>
              <a:gd name="connsiteX7" fmla="*/ 2339272 w 2355680"/>
              <a:gd name="connsiteY7" fmla="*/ 1727 h 2465257"/>
              <a:gd name="connsiteX8" fmla="*/ 2252432 w 2355680"/>
              <a:gd name="connsiteY8" fmla="*/ 896123 h 2465257"/>
              <a:gd name="connsiteX9" fmla="*/ 2222799 w 2355680"/>
              <a:gd name="connsiteY9" fmla="*/ 1641284 h 2465257"/>
              <a:gd name="connsiteX10" fmla="*/ 2322118 w 2355680"/>
              <a:gd name="connsiteY10" fmla="*/ 2413450 h 2465257"/>
              <a:gd name="connsiteX11" fmla="*/ 1787440 w 2355680"/>
              <a:gd name="connsiteY11" fmla="*/ 2434491 h 2465257"/>
              <a:gd name="connsiteX12" fmla="*/ 251696 w 2355680"/>
              <a:gd name="connsiteY12" fmla="*/ 2458866 h 2465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55680" h="2465257">
                <a:moveTo>
                  <a:pt x="251696" y="2458866"/>
                </a:moveTo>
                <a:cubicBezTo>
                  <a:pt x="-40817" y="2452414"/>
                  <a:pt x="31140" y="2502982"/>
                  <a:pt x="32363" y="2395778"/>
                </a:cubicBezTo>
                <a:cubicBezTo>
                  <a:pt x="33586" y="2288574"/>
                  <a:pt x="118630" y="2004532"/>
                  <a:pt x="141761" y="1738700"/>
                </a:cubicBezTo>
                <a:cubicBezTo>
                  <a:pt x="164892" y="1472868"/>
                  <a:pt x="183245" y="1387689"/>
                  <a:pt x="171149" y="1152901"/>
                </a:cubicBezTo>
                <a:cubicBezTo>
                  <a:pt x="159053" y="918113"/>
                  <a:pt x="-52519" y="232185"/>
                  <a:pt x="12325" y="161807"/>
                </a:cubicBezTo>
                <a:cubicBezTo>
                  <a:pt x="77169" y="91429"/>
                  <a:pt x="241748" y="645784"/>
                  <a:pt x="560212" y="730636"/>
                </a:cubicBezTo>
                <a:cubicBezTo>
                  <a:pt x="878676" y="815488"/>
                  <a:pt x="1626597" y="792403"/>
                  <a:pt x="1923107" y="670918"/>
                </a:cubicBezTo>
                <a:cubicBezTo>
                  <a:pt x="2219617" y="549433"/>
                  <a:pt x="2284385" y="-35807"/>
                  <a:pt x="2339272" y="1727"/>
                </a:cubicBezTo>
                <a:cubicBezTo>
                  <a:pt x="2394159" y="39261"/>
                  <a:pt x="2297478" y="686907"/>
                  <a:pt x="2252432" y="896123"/>
                </a:cubicBezTo>
                <a:cubicBezTo>
                  <a:pt x="2207386" y="1105339"/>
                  <a:pt x="2166367" y="1376725"/>
                  <a:pt x="2222799" y="1641284"/>
                </a:cubicBezTo>
                <a:cubicBezTo>
                  <a:pt x="2279231" y="1905843"/>
                  <a:pt x="2295503" y="2252069"/>
                  <a:pt x="2322118" y="2413450"/>
                </a:cubicBezTo>
                <a:cubicBezTo>
                  <a:pt x="2058515" y="2469786"/>
                  <a:pt x="2132510" y="2426922"/>
                  <a:pt x="1787440" y="2434491"/>
                </a:cubicBezTo>
                <a:lnTo>
                  <a:pt x="251696" y="2458866"/>
                </a:lnTo>
                <a:close/>
              </a:path>
            </a:pathLst>
          </a:custGeom>
          <a:gradFill flip="none" rotWithShape="1">
            <a:gsLst>
              <a:gs pos="15000">
                <a:srgbClr val="F8CEB2"/>
              </a:gs>
              <a:gs pos="53000">
                <a:srgbClr val="FCE4D4"/>
              </a:gs>
            </a:gsLst>
            <a:path path="shape">
              <a:fillToRect l="50000" t="50000" r="50000" b="50000"/>
            </a:path>
            <a:tileRect/>
          </a:gra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" name="Rectangle: Rounded Corners 253">
            <a:extLst>
              <a:ext uri="{FF2B5EF4-FFF2-40B4-BE49-F238E27FC236}">
                <a16:creationId xmlns:a16="http://schemas.microsoft.com/office/drawing/2014/main" id="{8594802E-13C1-412B-AD74-E86EB074C1D2}"/>
              </a:ext>
            </a:extLst>
          </p:cNvPr>
          <p:cNvSpPr/>
          <p:nvPr/>
        </p:nvSpPr>
        <p:spPr>
          <a:xfrm>
            <a:off x="3210017" y="4785616"/>
            <a:ext cx="511455" cy="1548481"/>
          </a:xfrm>
          <a:custGeom>
            <a:avLst/>
            <a:gdLst>
              <a:gd name="connsiteX0" fmla="*/ 0 w 508209"/>
              <a:gd name="connsiteY0" fmla="*/ 84703 h 1556947"/>
              <a:gd name="connsiteX1" fmla="*/ 84703 w 508209"/>
              <a:gd name="connsiteY1" fmla="*/ 0 h 1556947"/>
              <a:gd name="connsiteX2" fmla="*/ 423506 w 508209"/>
              <a:gd name="connsiteY2" fmla="*/ 0 h 1556947"/>
              <a:gd name="connsiteX3" fmla="*/ 508209 w 508209"/>
              <a:gd name="connsiteY3" fmla="*/ 84703 h 1556947"/>
              <a:gd name="connsiteX4" fmla="*/ 508209 w 508209"/>
              <a:gd name="connsiteY4" fmla="*/ 1472244 h 1556947"/>
              <a:gd name="connsiteX5" fmla="*/ 423506 w 508209"/>
              <a:gd name="connsiteY5" fmla="*/ 1556947 h 1556947"/>
              <a:gd name="connsiteX6" fmla="*/ 84703 w 508209"/>
              <a:gd name="connsiteY6" fmla="*/ 1556947 h 1556947"/>
              <a:gd name="connsiteX7" fmla="*/ 0 w 508209"/>
              <a:gd name="connsiteY7" fmla="*/ 1472244 h 1556947"/>
              <a:gd name="connsiteX8" fmla="*/ 0 w 508209"/>
              <a:gd name="connsiteY8" fmla="*/ 84703 h 1556947"/>
              <a:gd name="connsiteX0" fmla="*/ 1623 w 509832"/>
              <a:gd name="connsiteY0" fmla="*/ 84703 h 1556947"/>
              <a:gd name="connsiteX1" fmla="*/ 86326 w 509832"/>
              <a:gd name="connsiteY1" fmla="*/ 0 h 1556947"/>
              <a:gd name="connsiteX2" fmla="*/ 425129 w 509832"/>
              <a:gd name="connsiteY2" fmla="*/ 0 h 1556947"/>
              <a:gd name="connsiteX3" fmla="*/ 509832 w 509832"/>
              <a:gd name="connsiteY3" fmla="*/ 84703 h 1556947"/>
              <a:gd name="connsiteX4" fmla="*/ 509832 w 509832"/>
              <a:gd name="connsiteY4" fmla="*/ 1472244 h 1556947"/>
              <a:gd name="connsiteX5" fmla="*/ 425129 w 509832"/>
              <a:gd name="connsiteY5" fmla="*/ 1556947 h 1556947"/>
              <a:gd name="connsiteX6" fmla="*/ 35526 w 509832"/>
              <a:gd name="connsiteY6" fmla="*/ 1544247 h 1556947"/>
              <a:gd name="connsiteX7" fmla="*/ 1623 w 509832"/>
              <a:gd name="connsiteY7" fmla="*/ 1472244 h 1556947"/>
              <a:gd name="connsiteX8" fmla="*/ 1623 w 509832"/>
              <a:gd name="connsiteY8" fmla="*/ 84703 h 1556947"/>
              <a:gd name="connsiteX0" fmla="*/ 1623 w 524579"/>
              <a:gd name="connsiteY0" fmla="*/ 84703 h 1544247"/>
              <a:gd name="connsiteX1" fmla="*/ 86326 w 524579"/>
              <a:gd name="connsiteY1" fmla="*/ 0 h 1544247"/>
              <a:gd name="connsiteX2" fmla="*/ 425129 w 524579"/>
              <a:gd name="connsiteY2" fmla="*/ 0 h 1544247"/>
              <a:gd name="connsiteX3" fmla="*/ 509832 w 524579"/>
              <a:gd name="connsiteY3" fmla="*/ 84703 h 1544247"/>
              <a:gd name="connsiteX4" fmla="*/ 509832 w 524579"/>
              <a:gd name="connsiteY4" fmla="*/ 1472244 h 1544247"/>
              <a:gd name="connsiteX5" fmla="*/ 501329 w 524579"/>
              <a:gd name="connsiteY5" fmla="*/ 1544247 h 1544247"/>
              <a:gd name="connsiteX6" fmla="*/ 35526 w 524579"/>
              <a:gd name="connsiteY6" fmla="*/ 1544247 h 1544247"/>
              <a:gd name="connsiteX7" fmla="*/ 1623 w 524579"/>
              <a:gd name="connsiteY7" fmla="*/ 1472244 h 1544247"/>
              <a:gd name="connsiteX8" fmla="*/ 1623 w 524579"/>
              <a:gd name="connsiteY8" fmla="*/ 84703 h 1544247"/>
              <a:gd name="connsiteX0" fmla="*/ 1623 w 511455"/>
              <a:gd name="connsiteY0" fmla="*/ 84703 h 1548481"/>
              <a:gd name="connsiteX1" fmla="*/ 86326 w 511455"/>
              <a:gd name="connsiteY1" fmla="*/ 0 h 1548481"/>
              <a:gd name="connsiteX2" fmla="*/ 425129 w 511455"/>
              <a:gd name="connsiteY2" fmla="*/ 0 h 1548481"/>
              <a:gd name="connsiteX3" fmla="*/ 509832 w 511455"/>
              <a:gd name="connsiteY3" fmla="*/ 84703 h 1548481"/>
              <a:gd name="connsiteX4" fmla="*/ 509832 w 511455"/>
              <a:gd name="connsiteY4" fmla="*/ 1472244 h 1548481"/>
              <a:gd name="connsiteX5" fmla="*/ 475929 w 511455"/>
              <a:gd name="connsiteY5" fmla="*/ 1548481 h 1548481"/>
              <a:gd name="connsiteX6" fmla="*/ 35526 w 511455"/>
              <a:gd name="connsiteY6" fmla="*/ 1544247 h 1548481"/>
              <a:gd name="connsiteX7" fmla="*/ 1623 w 511455"/>
              <a:gd name="connsiteY7" fmla="*/ 1472244 h 1548481"/>
              <a:gd name="connsiteX8" fmla="*/ 1623 w 511455"/>
              <a:gd name="connsiteY8" fmla="*/ 84703 h 1548481"/>
              <a:gd name="connsiteX0" fmla="*/ 1623 w 511455"/>
              <a:gd name="connsiteY0" fmla="*/ 84703 h 1548481"/>
              <a:gd name="connsiteX1" fmla="*/ 86326 w 511455"/>
              <a:gd name="connsiteY1" fmla="*/ 0 h 1548481"/>
              <a:gd name="connsiteX2" fmla="*/ 425129 w 511455"/>
              <a:gd name="connsiteY2" fmla="*/ 0 h 1548481"/>
              <a:gd name="connsiteX3" fmla="*/ 509832 w 511455"/>
              <a:gd name="connsiteY3" fmla="*/ 84703 h 1548481"/>
              <a:gd name="connsiteX4" fmla="*/ 509832 w 511455"/>
              <a:gd name="connsiteY4" fmla="*/ 1472244 h 1548481"/>
              <a:gd name="connsiteX5" fmla="*/ 475929 w 511455"/>
              <a:gd name="connsiteY5" fmla="*/ 1548481 h 1548481"/>
              <a:gd name="connsiteX6" fmla="*/ 35526 w 511455"/>
              <a:gd name="connsiteY6" fmla="*/ 1544247 h 1548481"/>
              <a:gd name="connsiteX7" fmla="*/ 1623 w 511455"/>
              <a:gd name="connsiteY7" fmla="*/ 1472244 h 1548481"/>
              <a:gd name="connsiteX8" fmla="*/ 1623 w 511455"/>
              <a:gd name="connsiteY8" fmla="*/ 84703 h 1548481"/>
              <a:gd name="connsiteX0" fmla="*/ 1623 w 511455"/>
              <a:gd name="connsiteY0" fmla="*/ 84703 h 1548481"/>
              <a:gd name="connsiteX1" fmla="*/ 86326 w 511455"/>
              <a:gd name="connsiteY1" fmla="*/ 0 h 1548481"/>
              <a:gd name="connsiteX2" fmla="*/ 425129 w 511455"/>
              <a:gd name="connsiteY2" fmla="*/ 0 h 1548481"/>
              <a:gd name="connsiteX3" fmla="*/ 509832 w 511455"/>
              <a:gd name="connsiteY3" fmla="*/ 84703 h 1548481"/>
              <a:gd name="connsiteX4" fmla="*/ 509832 w 511455"/>
              <a:gd name="connsiteY4" fmla="*/ 1472244 h 1548481"/>
              <a:gd name="connsiteX5" fmla="*/ 475929 w 511455"/>
              <a:gd name="connsiteY5" fmla="*/ 1548481 h 1548481"/>
              <a:gd name="connsiteX6" fmla="*/ 35526 w 511455"/>
              <a:gd name="connsiteY6" fmla="*/ 1544247 h 1548481"/>
              <a:gd name="connsiteX7" fmla="*/ 1623 w 511455"/>
              <a:gd name="connsiteY7" fmla="*/ 1472244 h 1548481"/>
              <a:gd name="connsiteX8" fmla="*/ 1623 w 511455"/>
              <a:gd name="connsiteY8" fmla="*/ 84703 h 1548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1455" h="1548481">
                <a:moveTo>
                  <a:pt x="1623" y="84703"/>
                </a:moveTo>
                <a:cubicBezTo>
                  <a:pt x="1623" y="37923"/>
                  <a:pt x="39546" y="0"/>
                  <a:pt x="86326" y="0"/>
                </a:cubicBezTo>
                <a:lnTo>
                  <a:pt x="425129" y="0"/>
                </a:lnTo>
                <a:cubicBezTo>
                  <a:pt x="471909" y="0"/>
                  <a:pt x="509832" y="37923"/>
                  <a:pt x="509832" y="84703"/>
                </a:cubicBezTo>
                <a:lnTo>
                  <a:pt x="509832" y="1472244"/>
                </a:lnTo>
                <a:cubicBezTo>
                  <a:pt x="509832" y="1519024"/>
                  <a:pt x="522709" y="1548481"/>
                  <a:pt x="475929" y="1548481"/>
                </a:cubicBezTo>
                <a:cubicBezTo>
                  <a:pt x="257161" y="1534370"/>
                  <a:pt x="203494" y="1541425"/>
                  <a:pt x="35526" y="1544247"/>
                </a:cubicBezTo>
                <a:cubicBezTo>
                  <a:pt x="-11254" y="1544247"/>
                  <a:pt x="1623" y="1519024"/>
                  <a:pt x="1623" y="1472244"/>
                </a:cubicBezTo>
                <a:lnTo>
                  <a:pt x="1623" y="84703"/>
                </a:lnTo>
                <a:close/>
              </a:path>
            </a:pathLst>
          </a:custGeom>
          <a:solidFill>
            <a:srgbClr val="FCECEA"/>
          </a:solidFill>
          <a:ln>
            <a:solidFill>
              <a:srgbClr val="F48C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0B1B5B55-6D73-41FA-9E48-103EEE8D51BC}"/>
              </a:ext>
            </a:extLst>
          </p:cNvPr>
          <p:cNvGrpSpPr/>
          <p:nvPr/>
        </p:nvGrpSpPr>
        <p:grpSpPr>
          <a:xfrm>
            <a:off x="9593893" y="2666115"/>
            <a:ext cx="656350" cy="1342506"/>
            <a:chOff x="9522196" y="3039636"/>
            <a:chExt cx="656350" cy="1342506"/>
          </a:xfrm>
        </p:grpSpPr>
        <p:sp>
          <p:nvSpPr>
            <p:cNvPr id="171" name="Cylinder 170">
              <a:extLst>
                <a:ext uri="{FF2B5EF4-FFF2-40B4-BE49-F238E27FC236}">
                  <a16:creationId xmlns:a16="http://schemas.microsoft.com/office/drawing/2014/main" id="{DBE3502F-3E1E-4454-9FA1-018BAA666071}"/>
                </a:ext>
              </a:extLst>
            </p:cNvPr>
            <p:cNvSpPr/>
            <p:nvPr/>
          </p:nvSpPr>
          <p:spPr>
            <a:xfrm rot="10599177">
              <a:off x="9634843" y="3039636"/>
              <a:ext cx="203342" cy="156505"/>
            </a:xfrm>
            <a:prstGeom prst="ca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3E06977C-ABFE-4D61-96F3-50540582F620}"/>
                </a:ext>
              </a:extLst>
            </p:cNvPr>
            <p:cNvGrpSpPr/>
            <p:nvPr/>
          </p:nvGrpSpPr>
          <p:grpSpPr>
            <a:xfrm rot="16695403">
              <a:off x="9227454" y="3431050"/>
              <a:ext cx="1245834" cy="656350"/>
              <a:chOff x="3716066" y="4111551"/>
              <a:chExt cx="1063443" cy="521551"/>
            </a:xfrm>
          </p:grpSpPr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1153EACF-6D0D-407B-8A6C-BD6AF84CA402}"/>
                  </a:ext>
                </a:extLst>
              </p:cNvPr>
              <p:cNvGrpSpPr/>
              <p:nvPr/>
            </p:nvGrpSpPr>
            <p:grpSpPr>
              <a:xfrm>
                <a:off x="3716066" y="4178697"/>
                <a:ext cx="552693" cy="454405"/>
                <a:chOff x="3716066" y="4178697"/>
                <a:chExt cx="552693" cy="454405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3">
                  <p14:nvContentPartPr>
                    <p14:cNvPr id="150" name="Ink 149">
                      <a:extLst>
                        <a:ext uri="{FF2B5EF4-FFF2-40B4-BE49-F238E27FC236}">
                          <a16:creationId xmlns:a16="http://schemas.microsoft.com/office/drawing/2014/main" id="{C6370C4F-0B70-4B8E-8C50-5B775A2C294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716066" y="4632862"/>
                    <a:ext cx="240" cy="240"/>
                  </p14:xfrm>
                </p:contentPart>
              </mc:Choice>
              <mc:Fallback xmlns="">
                <p:pic>
                  <p:nvPicPr>
                    <p:cNvPr id="150" name="Ink 149">
                      <a:extLst>
                        <a:ext uri="{FF2B5EF4-FFF2-40B4-BE49-F238E27FC236}">
                          <a16:creationId xmlns:a16="http://schemas.microsoft.com/office/drawing/2014/main" id="{C6370C4F-0B70-4B8E-8C50-5B775A2C294E}"/>
                        </a:ext>
                      </a:extLst>
                    </p:cNvPr>
                    <p:cNvPicPr/>
                    <p:nvPr/>
                  </p:nvPicPr>
                  <p:blipFill>
                    <a:blip r:embed="rId37"/>
                    <a:stretch>
                      <a:fillRect/>
                    </a:stretch>
                  </p:blipFill>
                  <p:spPr>
                    <a:xfrm>
                      <a:off x="3713186" y="4629982"/>
                      <a:ext cx="5520" cy="5520"/>
                    </a:xfrm>
                    <a:prstGeom prst="rect">
                      <a:avLst/>
                    </a:prstGeom>
                  </p:spPr>
                </p:pic>
              </mc:Fallback>
            </mc:AlternateContent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94662AF0-F223-4F71-9957-FFEDB5DB477D}"/>
                    </a:ext>
                  </a:extLst>
                </p:cNvPr>
                <p:cNvGrpSpPr/>
                <p:nvPr/>
              </p:nvGrpSpPr>
              <p:grpSpPr>
                <a:xfrm>
                  <a:off x="3770544" y="4178697"/>
                  <a:ext cx="199597" cy="212093"/>
                  <a:chOff x="6766358" y="2588764"/>
                  <a:chExt cx="199597" cy="320296"/>
                </a:xfrm>
              </p:grpSpPr>
              <p:sp>
                <p:nvSpPr>
                  <p:cNvPr id="160" name="Cylinder 159">
                    <a:extLst>
                      <a:ext uri="{FF2B5EF4-FFF2-40B4-BE49-F238E27FC236}">
                        <a16:creationId xmlns:a16="http://schemas.microsoft.com/office/drawing/2014/main" id="{00838C4A-CBCA-4E3B-98FB-A9491B33ECC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666276" y="2691892"/>
                    <a:ext cx="317250" cy="117085"/>
                  </a:xfrm>
                  <a:prstGeom prst="can">
                    <a:avLst/>
                  </a:prstGeom>
                  <a:solidFill>
                    <a:schemeClr val="accent1">
                      <a:lumMod val="20000"/>
                      <a:lumOff val="80000"/>
                      <a:alpha val="34000"/>
                    </a:schemeClr>
                  </a:solidFill>
                  <a:ln>
                    <a:solidFill>
                      <a:schemeClr val="accent1">
                        <a:lumMod val="40000"/>
                        <a:lumOff val="60000"/>
                        <a:alpha val="7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1" name="Cylinder 160">
                    <a:extLst>
                      <a:ext uri="{FF2B5EF4-FFF2-40B4-BE49-F238E27FC236}">
                        <a16:creationId xmlns:a16="http://schemas.microsoft.com/office/drawing/2014/main" id="{7184A93F-F9B8-4246-B802-4B236B8A852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746026" y="2687095"/>
                    <a:ext cx="318260" cy="121598"/>
                  </a:xfrm>
                  <a:prstGeom prst="can">
                    <a:avLst/>
                  </a:prstGeom>
                  <a:solidFill>
                    <a:schemeClr val="accent1">
                      <a:lumMod val="20000"/>
                      <a:lumOff val="80000"/>
                      <a:alpha val="34000"/>
                    </a:schemeClr>
                  </a:solidFill>
                  <a:ln>
                    <a:solidFill>
                      <a:schemeClr val="accent1">
                        <a:lumMod val="40000"/>
                        <a:lumOff val="60000"/>
                        <a:alpha val="7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3" name="Group 152">
                  <a:extLst>
                    <a:ext uri="{FF2B5EF4-FFF2-40B4-BE49-F238E27FC236}">
                      <a16:creationId xmlns:a16="http://schemas.microsoft.com/office/drawing/2014/main" id="{8671AA87-10A3-4748-9822-D986E70D5F27}"/>
                    </a:ext>
                  </a:extLst>
                </p:cNvPr>
                <p:cNvGrpSpPr/>
                <p:nvPr/>
              </p:nvGrpSpPr>
              <p:grpSpPr>
                <a:xfrm>
                  <a:off x="3911307" y="4181203"/>
                  <a:ext cx="357452" cy="214646"/>
                  <a:chOff x="6726335" y="2818581"/>
                  <a:chExt cx="357452" cy="324152"/>
                </a:xfrm>
              </p:grpSpPr>
              <p:sp>
                <p:nvSpPr>
                  <p:cNvPr id="154" name="Cylinder 153">
                    <a:extLst>
                      <a:ext uri="{FF2B5EF4-FFF2-40B4-BE49-F238E27FC236}">
                        <a16:creationId xmlns:a16="http://schemas.microsoft.com/office/drawing/2014/main" id="{4F893480-6A36-48F5-A8B2-086B1E968B9B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626252" y="2925565"/>
                    <a:ext cx="317251" cy="117085"/>
                  </a:xfrm>
                  <a:prstGeom prst="can">
                    <a:avLst/>
                  </a:prstGeom>
                  <a:solidFill>
                    <a:schemeClr val="accent1">
                      <a:lumMod val="20000"/>
                      <a:lumOff val="80000"/>
                      <a:alpha val="34000"/>
                    </a:schemeClr>
                  </a:solidFill>
                  <a:ln>
                    <a:solidFill>
                      <a:schemeClr val="accent1">
                        <a:lumMod val="40000"/>
                        <a:lumOff val="60000"/>
                        <a:alpha val="7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5" name="Cylinder 154">
                    <a:extLst>
                      <a:ext uri="{FF2B5EF4-FFF2-40B4-BE49-F238E27FC236}">
                        <a16:creationId xmlns:a16="http://schemas.microsoft.com/office/drawing/2014/main" id="{E8BB7026-57C1-4B01-B947-1EFDA9BD0C5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683071" y="2921734"/>
                    <a:ext cx="318259" cy="121598"/>
                  </a:xfrm>
                  <a:prstGeom prst="can">
                    <a:avLst/>
                  </a:prstGeom>
                  <a:solidFill>
                    <a:schemeClr val="accent1">
                      <a:lumMod val="20000"/>
                      <a:lumOff val="80000"/>
                      <a:alpha val="34000"/>
                    </a:schemeClr>
                  </a:solidFill>
                  <a:ln>
                    <a:solidFill>
                      <a:schemeClr val="accent1">
                        <a:lumMod val="40000"/>
                        <a:lumOff val="60000"/>
                        <a:alpha val="7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6" name="Cylinder 155">
                    <a:extLst>
                      <a:ext uri="{FF2B5EF4-FFF2-40B4-BE49-F238E27FC236}">
                        <a16:creationId xmlns:a16="http://schemas.microsoft.com/office/drawing/2014/main" id="{114B40D5-53EB-4FBA-B6D3-92849EA36B7D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744362" y="2920743"/>
                    <a:ext cx="317251" cy="117085"/>
                  </a:xfrm>
                  <a:prstGeom prst="can">
                    <a:avLst/>
                  </a:prstGeom>
                  <a:solidFill>
                    <a:schemeClr val="accent1">
                      <a:lumMod val="20000"/>
                      <a:lumOff val="80000"/>
                      <a:alpha val="34000"/>
                    </a:schemeClr>
                  </a:solidFill>
                  <a:ln>
                    <a:solidFill>
                      <a:schemeClr val="accent1">
                        <a:lumMod val="40000"/>
                        <a:lumOff val="60000"/>
                        <a:alpha val="7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7" name="Cylinder 156">
                    <a:extLst>
                      <a:ext uri="{FF2B5EF4-FFF2-40B4-BE49-F238E27FC236}">
                        <a16:creationId xmlns:a16="http://schemas.microsoft.com/office/drawing/2014/main" id="{3973ADFA-7164-431D-B3F8-B086D87D0918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796879" y="2920743"/>
                    <a:ext cx="317251" cy="117085"/>
                  </a:xfrm>
                  <a:prstGeom prst="can">
                    <a:avLst/>
                  </a:prstGeom>
                  <a:solidFill>
                    <a:schemeClr val="accent1">
                      <a:lumMod val="20000"/>
                      <a:lumOff val="80000"/>
                      <a:alpha val="34000"/>
                    </a:schemeClr>
                  </a:solidFill>
                  <a:ln>
                    <a:solidFill>
                      <a:schemeClr val="accent1">
                        <a:lumMod val="40000"/>
                        <a:lumOff val="60000"/>
                        <a:alpha val="7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8" name="Cylinder 157">
                    <a:extLst>
                      <a:ext uri="{FF2B5EF4-FFF2-40B4-BE49-F238E27FC236}">
                        <a16:creationId xmlns:a16="http://schemas.microsoft.com/office/drawing/2014/main" id="{0FA3621F-167E-4306-B830-822A1DAA862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6863858" y="2916912"/>
                    <a:ext cx="318259" cy="121598"/>
                  </a:xfrm>
                  <a:prstGeom prst="can">
                    <a:avLst/>
                  </a:prstGeom>
                  <a:solidFill>
                    <a:schemeClr val="accent1">
                      <a:lumMod val="20000"/>
                      <a:lumOff val="80000"/>
                      <a:alpha val="34000"/>
                    </a:schemeClr>
                  </a:solidFill>
                  <a:ln>
                    <a:solidFill>
                      <a:schemeClr val="accent1">
                        <a:lumMod val="40000"/>
                        <a:lumOff val="60000"/>
                        <a:alpha val="7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251790A2-A055-4E3D-BBFF-759BF64D307B}"/>
                  </a:ext>
                </a:extLst>
              </p:cNvPr>
              <p:cNvGrpSpPr/>
              <p:nvPr/>
            </p:nvGrpSpPr>
            <p:grpSpPr>
              <a:xfrm>
                <a:off x="4219639" y="4171922"/>
                <a:ext cx="174713" cy="215643"/>
                <a:chOff x="4181816" y="4329413"/>
                <a:chExt cx="174713" cy="215643"/>
              </a:xfrm>
            </p:grpSpPr>
            <p:sp>
              <p:nvSpPr>
                <p:cNvPr id="148" name="Cylinder 147">
                  <a:extLst>
                    <a:ext uri="{FF2B5EF4-FFF2-40B4-BE49-F238E27FC236}">
                      <a16:creationId xmlns:a16="http://schemas.microsoft.com/office/drawing/2014/main" id="{EEC537C5-D203-49E1-8B17-F7FDF115CCC8}"/>
                    </a:ext>
                  </a:extLst>
                </p:cNvPr>
                <p:cNvSpPr/>
                <p:nvPr/>
              </p:nvSpPr>
              <p:spPr>
                <a:xfrm rot="16200000">
                  <a:off x="4135321" y="4381475"/>
                  <a:ext cx="210076" cy="117085"/>
                </a:xfrm>
                <a:prstGeom prst="can">
                  <a:avLst/>
                </a:prstGeom>
                <a:solidFill>
                  <a:schemeClr val="accent1">
                    <a:lumMod val="20000"/>
                    <a:lumOff val="80000"/>
                    <a:alpha val="34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" name="Cylinder 148">
                  <a:extLst>
                    <a:ext uri="{FF2B5EF4-FFF2-40B4-BE49-F238E27FC236}">
                      <a16:creationId xmlns:a16="http://schemas.microsoft.com/office/drawing/2014/main" id="{918DAA27-1328-45D9-AC2F-90AD17E4AB5C}"/>
                    </a:ext>
                  </a:extLst>
                </p:cNvPr>
                <p:cNvSpPr/>
                <p:nvPr/>
              </p:nvSpPr>
              <p:spPr>
                <a:xfrm rot="16200000">
                  <a:off x="4190358" y="4373986"/>
                  <a:ext cx="210744" cy="121598"/>
                </a:xfrm>
                <a:prstGeom prst="can">
                  <a:avLst/>
                </a:prstGeom>
                <a:solidFill>
                  <a:schemeClr val="accent1">
                    <a:lumMod val="20000"/>
                    <a:lumOff val="80000"/>
                    <a:alpha val="34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8B208A52-872B-404F-B733-18BBC77FA7C7}"/>
                  </a:ext>
                </a:extLst>
              </p:cNvPr>
              <p:cNvGrpSpPr/>
              <p:nvPr/>
            </p:nvGrpSpPr>
            <p:grpSpPr>
              <a:xfrm rot="21291708">
                <a:off x="4363930" y="4164307"/>
                <a:ext cx="174713" cy="215643"/>
                <a:chOff x="4181816" y="4329413"/>
                <a:chExt cx="174713" cy="215643"/>
              </a:xfrm>
            </p:grpSpPr>
            <p:sp>
              <p:nvSpPr>
                <p:cNvPr id="146" name="Cylinder 145">
                  <a:extLst>
                    <a:ext uri="{FF2B5EF4-FFF2-40B4-BE49-F238E27FC236}">
                      <a16:creationId xmlns:a16="http://schemas.microsoft.com/office/drawing/2014/main" id="{4024C587-824F-4911-90E1-C5C3FACE1078}"/>
                    </a:ext>
                  </a:extLst>
                </p:cNvPr>
                <p:cNvSpPr/>
                <p:nvPr/>
              </p:nvSpPr>
              <p:spPr>
                <a:xfrm rot="16200000">
                  <a:off x="4135321" y="4381475"/>
                  <a:ext cx="210076" cy="117085"/>
                </a:xfrm>
                <a:prstGeom prst="can">
                  <a:avLst/>
                </a:prstGeom>
                <a:solidFill>
                  <a:schemeClr val="accent1">
                    <a:lumMod val="20000"/>
                    <a:lumOff val="80000"/>
                    <a:alpha val="34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" name="Cylinder 146">
                  <a:extLst>
                    <a:ext uri="{FF2B5EF4-FFF2-40B4-BE49-F238E27FC236}">
                      <a16:creationId xmlns:a16="http://schemas.microsoft.com/office/drawing/2014/main" id="{64DC6AC3-FD93-4593-9700-F5CC9DC50FF7}"/>
                    </a:ext>
                  </a:extLst>
                </p:cNvPr>
                <p:cNvSpPr/>
                <p:nvPr/>
              </p:nvSpPr>
              <p:spPr>
                <a:xfrm rot="16200000">
                  <a:off x="4190358" y="4373986"/>
                  <a:ext cx="210744" cy="121598"/>
                </a:xfrm>
                <a:prstGeom prst="can">
                  <a:avLst/>
                </a:prstGeom>
                <a:solidFill>
                  <a:schemeClr val="accent1">
                    <a:lumMod val="20000"/>
                    <a:lumOff val="80000"/>
                    <a:alpha val="34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BD9D491A-6F61-48A4-909A-73C25AA2432D}"/>
                  </a:ext>
                </a:extLst>
              </p:cNvPr>
              <p:cNvGrpSpPr/>
              <p:nvPr/>
            </p:nvGrpSpPr>
            <p:grpSpPr>
              <a:xfrm rot="21281861">
                <a:off x="4485806" y="4143079"/>
                <a:ext cx="174713" cy="215643"/>
                <a:chOff x="4181816" y="4329413"/>
                <a:chExt cx="174713" cy="215643"/>
              </a:xfrm>
            </p:grpSpPr>
            <p:sp>
              <p:nvSpPr>
                <p:cNvPr id="144" name="Cylinder 143">
                  <a:extLst>
                    <a:ext uri="{FF2B5EF4-FFF2-40B4-BE49-F238E27FC236}">
                      <a16:creationId xmlns:a16="http://schemas.microsoft.com/office/drawing/2014/main" id="{B7E13C77-02F3-479E-A7E0-122C500D572C}"/>
                    </a:ext>
                  </a:extLst>
                </p:cNvPr>
                <p:cNvSpPr/>
                <p:nvPr/>
              </p:nvSpPr>
              <p:spPr>
                <a:xfrm rot="16200000">
                  <a:off x="4135321" y="4381475"/>
                  <a:ext cx="210076" cy="117085"/>
                </a:xfrm>
                <a:prstGeom prst="can">
                  <a:avLst/>
                </a:prstGeom>
                <a:solidFill>
                  <a:schemeClr val="accent1">
                    <a:lumMod val="20000"/>
                    <a:lumOff val="80000"/>
                    <a:alpha val="34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" name="Cylinder 144">
                  <a:extLst>
                    <a:ext uri="{FF2B5EF4-FFF2-40B4-BE49-F238E27FC236}">
                      <a16:creationId xmlns:a16="http://schemas.microsoft.com/office/drawing/2014/main" id="{9DA02349-40B7-42C2-B0FE-098E2DF03E51}"/>
                    </a:ext>
                  </a:extLst>
                </p:cNvPr>
                <p:cNvSpPr/>
                <p:nvPr/>
              </p:nvSpPr>
              <p:spPr>
                <a:xfrm rot="16200000">
                  <a:off x="4190358" y="4373986"/>
                  <a:ext cx="210744" cy="121598"/>
                </a:xfrm>
                <a:prstGeom prst="can">
                  <a:avLst/>
                </a:prstGeom>
                <a:solidFill>
                  <a:schemeClr val="accent1">
                    <a:lumMod val="20000"/>
                    <a:lumOff val="80000"/>
                    <a:alpha val="34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F2F552BC-11AC-41BE-9BD4-53987FBD64B9}"/>
                  </a:ext>
                </a:extLst>
              </p:cNvPr>
              <p:cNvGrpSpPr/>
              <p:nvPr/>
            </p:nvGrpSpPr>
            <p:grpSpPr>
              <a:xfrm rot="21042336">
                <a:off x="4604762" y="4120114"/>
                <a:ext cx="174747" cy="215637"/>
                <a:chOff x="4181816" y="4329419"/>
                <a:chExt cx="174747" cy="215637"/>
              </a:xfrm>
            </p:grpSpPr>
            <p:sp>
              <p:nvSpPr>
                <p:cNvPr id="142" name="Cylinder 141">
                  <a:extLst>
                    <a:ext uri="{FF2B5EF4-FFF2-40B4-BE49-F238E27FC236}">
                      <a16:creationId xmlns:a16="http://schemas.microsoft.com/office/drawing/2014/main" id="{82772721-AD75-4876-A8BC-3127A898E5B9}"/>
                    </a:ext>
                  </a:extLst>
                </p:cNvPr>
                <p:cNvSpPr/>
                <p:nvPr/>
              </p:nvSpPr>
              <p:spPr>
                <a:xfrm rot="16200000">
                  <a:off x="4135321" y="4381475"/>
                  <a:ext cx="210076" cy="117085"/>
                </a:xfrm>
                <a:prstGeom prst="can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" name="Cylinder 142">
                  <a:extLst>
                    <a:ext uri="{FF2B5EF4-FFF2-40B4-BE49-F238E27FC236}">
                      <a16:creationId xmlns:a16="http://schemas.microsoft.com/office/drawing/2014/main" id="{FEBC38CF-F209-4C84-9285-86C0DED4C44E}"/>
                    </a:ext>
                  </a:extLst>
                </p:cNvPr>
                <p:cNvSpPr/>
                <p:nvPr/>
              </p:nvSpPr>
              <p:spPr>
                <a:xfrm rot="16200000">
                  <a:off x="4190392" y="4373992"/>
                  <a:ext cx="210744" cy="121598"/>
                </a:xfrm>
                <a:prstGeom prst="can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244B1942-A36E-4C28-B6B9-2BE4F183CBEF}"/>
                  </a:ext>
                </a:extLst>
              </p:cNvPr>
              <p:cNvSpPr/>
              <p:nvPr/>
            </p:nvSpPr>
            <p:spPr>
              <a:xfrm>
                <a:off x="3773611" y="4111551"/>
                <a:ext cx="968774" cy="71083"/>
              </a:xfrm>
              <a:custGeom>
                <a:avLst/>
                <a:gdLst>
                  <a:gd name="connsiteX0" fmla="*/ 0 w 1240366"/>
                  <a:gd name="connsiteY0" fmla="*/ 127000 h 127000"/>
                  <a:gd name="connsiteX1" fmla="*/ 80433 w 1240366"/>
                  <a:gd name="connsiteY1" fmla="*/ 93133 h 127000"/>
                  <a:gd name="connsiteX2" fmla="*/ 165100 w 1240366"/>
                  <a:gd name="connsiteY2" fmla="*/ 80433 h 127000"/>
                  <a:gd name="connsiteX3" fmla="*/ 237066 w 1240366"/>
                  <a:gd name="connsiteY3" fmla="*/ 80433 h 127000"/>
                  <a:gd name="connsiteX4" fmla="*/ 376766 w 1240366"/>
                  <a:gd name="connsiteY4" fmla="*/ 88900 h 127000"/>
                  <a:gd name="connsiteX5" fmla="*/ 448733 w 1240366"/>
                  <a:gd name="connsiteY5" fmla="*/ 76200 h 127000"/>
                  <a:gd name="connsiteX6" fmla="*/ 618066 w 1240366"/>
                  <a:gd name="connsiteY6" fmla="*/ 84666 h 127000"/>
                  <a:gd name="connsiteX7" fmla="*/ 842433 w 1240366"/>
                  <a:gd name="connsiteY7" fmla="*/ 76200 h 127000"/>
                  <a:gd name="connsiteX8" fmla="*/ 948266 w 1240366"/>
                  <a:gd name="connsiteY8" fmla="*/ 63500 h 127000"/>
                  <a:gd name="connsiteX9" fmla="*/ 1087966 w 1240366"/>
                  <a:gd name="connsiteY9" fmla="*/ 38100 h 127000"/>
                  <a:gd name="connsiteX10" fmla="*/ 1223433 w 1240366"/>
                  <a:gd name="connsiteY10" fmla="*/ 4233 h 127000"/>
                  <a:gd name="connsiteX11" fmla="*/ 1240366 w 1240366"/>
                  <a:gd name="connsiteY11" fmla="*/ 0 h 127000"/>
                  <a:gd name="connsiteX0" fmla="*/ 0 w 1240366"/>
                  <a:gd name="connsiteY0" fmla="*/ 127000 h 127000"/>
                  <a:gd name="connsiteX1" fmla="*/ 80433 w 1240366"/>
                  <a:gd name="connsiteY1" fmla="*/ 93133 h 127000"/>
                  <a:gd name="connsiteX2" fmla="*/ 165100 w 1240366"/>
                  <a:gd name="connsiteY2" fmla="*/ 80433 h 127000"/>
                  <a:gd name="connsiteX3" fmla="*/ 237066 w 1240366"/>
                  <a:gd name="connsiteY3" fmla="*/ 80433 h 127000"/>
                  <a:gd name="connsiteX4" fmla="*/ 448733 w 1240366"/>
                  <a:gd name="connsiteY4" fmla="*/ 76200 h 127000"/>
                  <a:gd name="connsiteX5" fmla="*/ 618066 w 1240366"/>
                  <a:gd name="connsiteY5" fmla="*/ 84666 h 127000"/>
                  <a:gd name="connsiteX6" fmla="*/ 842433 w 1240366"/>
                  <a:gd name="connsiteY6" fmla="*/ 76200 h 127000"/>
                  <a:gd name="connsiteX7" fmla="*/ 948266 w 1240366"/>
                  <a:gd name="connsiteY7" fmla="*/ 63500 h 127000"/>
                  <a:gd name="connsiteX8" fmla="*/ 1087966 w 1240366"/>
                  <a:gd name="connsiteY8" fmla="*/ 38100 h 127000"/>
                  <a:gd name="connsiteX9" fmla="*/ 1223433 w 1240366"/>
                  <a:gd name="connsiteY9" fmla="*/ 4233 h 127000"/>
                  <a:gd name="connsiteX10" fmla="*/ 1240366 w 1240366"/>
                  <a:gd name="connsiteY10" fmla="*/ 0 h 127000"/>
                  <a:gd name="connsiteX0" fmla="*/ 0 w 1240366"/>
                  <a:gd name="connsiteY0" fmla="*/ 127000 h 127000"/>
                  <a:gd name="connsiteX1" fmla="*/ 80433 w 1240366"/>
                  <a:gd name="connsiteY1" fmla="*/ 93133 h 127000"/>
                  <a:gd name="connsiteX2" fmla="*/ 165100 w 1240366"/>
                  <a:gd name="connsiteY2" fmla="*/ 80433 h 127000"/>
                  <a:gd name="connsiteX3" fmla="*/ 237066 w 1240366"/>
                  <a:gd name="connsiteY3" fmla="*/ 80433 h 127000"/>
                  <a:gd name="connsiteX4" fmla="*/ 440267 w 1240366"/>
                  <a:gd name="connsiteY4" fmla="*/ 80433 h 127000"/>
                  <a:gd name="connsiteX5" fmla="*/ 618066 w 1240366"/>
                  <a:gd name="connsiteY5" fmla="*/ 84666 h 127000"/>
                  <a:gd name="connsiteX6" fmla="*/ 842433 w 1240366"/>
                  <a:gd name="connsiteY6" fmla="*/ 76200 h 127000"/>
                  <a:gd name="connsiteX7" fmla="*/ 948266 w 1240366"/>
                  <a:gd name="connsiteY7" fmla="*/ 63500 h 127000"/>
                  <a:gd name="connsiteX8" fmla="*/ 1087966 w 1240366"/>
                  <a:gd name="connsiteY8" fmla="*/ 38100 h 127000"/>
                  <a:gd name="connsiteX9" fmla="*/ 1223433 w 1240366"/>
                  <a:gd name="connsiteY9" fmla="*/ 4233 h 127000"/>
                  <a:gd name="connsiteX10" fmla="*/ 1240366 w 1240366"/>
                  <a:gd name="connsiteY10" fmla="*/ 0 h 127000"/>
                  <a:gd name="connsiteX0" fmla="*/ 0 w 1300178"/>
                  <a:gd name="connsiteY0" fmla="*/ 124319 h 124319"/>
                  <a:gd name="connsiteX1" fmla="*/ 80433 w 1300178"/>
                  <a:gd name="connsiteY1" fmla="*/ 90452 h 124319"/>
                  <a:gd name="connsiteX2" fmla="*/ 165100 w 1300178"/>
                  <a:gd name="connsiteY2" fmla="*/ 77752 h 124319"/>
                  <a:gd name="connsiteX3" fmla="*/ 237066 w 1300178"/>
                  <a:gd name="connsiteY3" fmla="*/ 77752 h 124319"/>
                  <a:gd name="connsiteX4" fmla="*/ 440267 w 1300178"/>
                  <a:gd name="connsiteY4" fmla="*/ 77752 h 124319"/>
                  <a:gd name="connsiteX5" fmla="*/ 618066 w 1300178"/>
                  <a:gd name="connsiteY5" fmla="*/ 81985 h 124319"/>
                  <a:gd name="connsiteX6" fmla="*/ 842433 w 1300178"/>
                  <a:gd name="connsiteY6" fmla="*/ 73519 h 124319"/>
                  <a:gd name="connsiteX7" fmla="*/ 948266 w 1300178"/>
                  <a:gd name="connsiteY7" fmla="*/ 60819 h 124319"/>
                  <a:gd name="connsiteX8" fmla="*/ 1087966 w 1300178"/>
                  <a:gd name="connsiteY8" fmla="*/ 35419 h 124319"/>
                  <a:gd name="connsiteX9" fmla="*/ 1223433 w 1300178"/>
                  <a:gd name="connsiteY9" fmla="*/ 1552 h 124319"/>
                  <a:gd name="connsiteX10" fmla="*/ 1300178 w 1300178"/>
                  <a:gd name="connsiteY10" fmla="*/ 6236 h 124319"/>
                  <a:gd name="connsiteX0" fmla="*/ 0 w 1223433"/>
                  <a:gd name="connsiteY0" fmla="*/ 122767 h 122767"/>
                  <a:gd name="connsiteX1" fmla="*/ 80433 w 1223433"/>
                  <a:gd name="connsiteY1" fmla="*/ 88900 h 122767"/>
                  <a:gd name="connsiteX2" fmla="*/ 165100 w 1223433"/>
                  <a:gd name="connsiteY2" fmla="*/ 76200 h 122767"/>
                  <a:gd name="connsiteX3" fmla="*/ 237066 w 1223433"/>
                  <a:gd name="connsiteY3" fmla="*/ 76200 h 122767"/>
                  <a:gd name="connsiteX4" fmla="*/ 440267 w 1223433"/>
                  <a:gd name="connsiteY4" fmla="*/ 76200 h 122767"/>
                  <a:gd name="connsiteX5" fmla="*/ 618066 w 1223433"/>
                  <a:gd name="connsiteY5" fmla="*/ 80433 h 122767"/>
                  <a:gd name="connsiteX6" fmla="*/ 842433 w 1223433"/>
                  <a:gd name="connsiteY6" fmla="*/ 71967 h 122767"/>
                  <a:gd name="connsiteX7" fmla="*/ 948266 w 1223433"/>
                  <a:gd name="connsiteY7" fmla="*/ 59267 h 122767"/>
                  <a:gd name="connsiteX8" fmla="*/ 1087966 w 1223433"/>
                  <a:gd name="connsiteY8" fmla="*/ 33867 h 122767"/>
                  <a:gd name="connsiteX9" fmla="*/ 1223433 w 1223433"/>
                  <a:gd name="connsiteY9" fmla="*/ 0 h 122767"/>
                  <a:gd name="connsiteX0" fmla="*/ 0 w 1254118"/>
                  <a:gd name="connsiteY0" fmla="*/ 113316 h 113316"/>
                  <a:gd name="connsiteX1" fmla="*/ 80433 w 1254118"/>
                  <a:gd name="connsiteY1" fmla="*/ 79449 h 113316"/>
                  <a:gd name="connsiteX2" fmla="*/ 165100 w 1254118"/>
                  <a:gd name="connsiteY2" fmla="*/ 66749 h 113316"/>
                  <a:gd name="connsiteX3" fmla="*/ 237066 w 1254118"/>
                  <a:gd name="connsiteY3" fmla="*/ 66749 h 113316"/>
                  <a:gd name="connsiteX4" fmla="*/ 440267 w 1254118"/>
                  <a:gd name="connsiteY4" fmla="*/ 66749 h 113316"/>
                  <a:gd name="connsiteX5" fmla="*/ 618066 w 1254118"/>
                  <a:gd name="connsiteY5" fmla="*/ 70982 h 113316"/>
                  <a:gd name="connsiteX6" fmla="*/ 842433 w 1254118"/>
                  <a:gd name="connsiteY6" fmla="*/ 62516 h 113316"/>
                  <a:gd name="connsiteX7" fmla="*/ 948266 w 1254118"/>
                  <a:gd name="connsiteY7" fmla="*/ 49816 h 113316"/>
                  <a:gd name="connsiteX8" fmla="*/ 1087966 w 1254118"/>
                  <a:gd name="connsiteY8" fmla="*/ 24416 h 113316"/>
                  <a:gd name="connsiteX9" fmla="*/ 1254118 w 1254118"/>
                  <a:gd name="connsiteY9" fmla="*/ 0 h 113316"/>
                  <a:gd name="connsiteX0" fmla="*/ 0 w 1173685"/>
                  <a:gd name="connsiteY0" fmla="*/ 79449 h 79449"/>
                  <a:gd name="connsiteX1" fmla="*/ 84667 w 1173685"/>
                  <a:gd name="connsiteY1" fmla="*/ 66749 h 79449"/>
                  <a:gd name="connsiteX2" fmla="*/ 156633 w 1173685"/>
                  <a:gd name="connsiteY2" fmla="*/ 66749 h 79449"/>
                  <a:gd name="connsiteX3" fmla="*/ 359834 w 1173685"/>
                  <a:gd name="connsiteY3" fmla="*/ 66749 h 79449"/>
                  <a:gd name="connsiteX4" fmla="*/ 537633 w 1173685"/>
                  <a:gd name="connsiteY4" fmla="*/ 70982 h 79449"/>
                  <a:gd name="connsiteX5" fmla="*/ 762000 w 1173685"/>
                  <a:gd name="connsiteY5" fmla="*/ 62516 h 79449"/>
                  <a:gd name="connsiteX6" fmla="*/ 867833 w 1173685"/>
                  <a:gd name="connsiteY6" fmla="*/ 49816 h 79449"/>
                  <a:gd name="connsiteX7" fmla="*/ 1007533 w 1173685"/>
                  <a:gd name="connsiteY7" fmla="*/ 24416 h 79449"/>
                  <a:gd name="connsiteX8" fmla="*/ 1173685 w 1173685"/>
                  <a:gd name="connsiteY8" fmla="*/ 0 h 79449"/>
                  <a:gd name="connsiteX0" fmla="*/ 0 w 1089018"/>
                  <a:gd name="connsiteY0" fmla="*/ 66749 h 71061"/>
                  <a:gd name="connsiteX1" fmla="*/ 71966 w 1089018"/>
                  <a:gd name="connsiteY1" fmla="*/ 66749 h 71061"/>
                  <a:gd name="connsiteX2" fmla="*/ 275167 w 1089018"/>
                  <a:gd name="connsiteY2" fmla="*/ 66749 h 71061"/>
                  <a:gd name="connsiteX3" fmla="*/ 452966 w 1089018"/>
                  <a:gd name="connsiteY3" fmla="*/ 70982 h 71061"/>
                  <a:gd name="connsiteX4" fmla="*/ 677333 w 1089018"/>
                  <a:gd name="connsiteY4" fmla="*/ 62516 h 71061"/>
                  <a:gd name="connsiteX5" fmla="*/ 783166 w 1089018"/>
                  <a:gd name="connsiteY5" fmla="*/ 49816 h 71061"/>
                  <a:gd name="connsiteX6" fmla="*/ 922866 w 1089018"/>
                  <a:gd name="connsiteY6" fmla="*/ 24416 h 71061"/>
                  <a:gd name="connsiteX7" fmla="*/ 1089018 w 1089018"/>
                  <a:gd name="connsiteY7" fmla="*/ 0 h 71061"/>
                  <a:gd name="connsiteX0" fmla="*/ 0 w 1017052"/>
                  <a:gd name="connsiteY0" fmla="*/ 66749 h 71061"/>
                  <a:gd name="connsiteX1" fmla="*/ 203201 w 1017052"/>
                  <a:gd name="connsiteY1" fmla="*/ 66749 h 71061"/>
                  <a:gd name="connsiteX2" fmla="*/ 381000 w 1017052"/>
                  <a:gd name="connsiteY2" fmla="*/ 70982 h 71061"/>
                  <a:gd name="connsiteX3" fmla="*/ 605367 w 1017052"/>
                  <a:gd name="connsiteY3" fmla="*/ 62516 h 71061"/>
                  <a:gd name="connsiteX4" fmla="*/ 711200 w 1017052"/>
                  <a:gd name="connsiteY4" fmla="*/ 49816 h 71061"/>
                  <a:gd name="connsiteX5" fmla="*/ 850900 w 1017052"/>
                  <a:gd name="connsiteY5" fmla="*/ 24416 h 71061"/>
                  <a:gd name="connsiteX6" fmla="*/ 1017052 w 1017052"/>
                  <a:gd name="connsiteY6" fmla="*/ 0 h 71061"/>
                  <a:gd name="connsiteX0" fmla="*/ 0 w 968775"/>
                  <a:gd name="connsiteY0" fmla="*/ 60228 h 71083"/>
                  <a:gd name="connsiteX1" fmla="*/ 154924 w 968775"/>
                  <a:gd name="connsiteY1" fmla="*/ 66749 h 71083"/>
                  <a:gd name="connsiteX2" fmla="*/ 332723 w 968775"/>
                  <a:gd name="connsiteY2" fmla="*/ 70982 h 71083"/>
                  <a:gd name="connsiteX3" fmla="*/ 557090 w 968775"/>
                  <a:gd name="connsiteY3" fmla="*/ 62516 h 71083"/>
                  <a:gd name="connsiteX4" fmla="*/ 662923 w 968775"/>
                  <a:gd name="connsiteY4" fmla="*/ 49816 h 71083"/>
                  <a:gd name="connsiteX5" fmla="*/ 802623 w 968775"/>
                  <a:gd name="connsiteY5" fmla="*/ 24416 h 71083"/>
                  <a:gd name="connsiteX6" fmla="*/ 968775 w 968775"/>
                  <a:gd name="connsiteY6" fmla="*/ 0 h 71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68775" h="71083">
                    <a:moveTo>
                      <a:pt x="0" y="60228"/>
                    </a:moveTo>
                    <a:lnTo>
                      <a:pt x="154924" y="66749"/>
                    </a:lnTo>
                    <a:cubicBezTo>
                      <a:pt x="210378" y="68541"/>
                      <a:pt x="265695" y="71688"/>
                      <a:pt x="332723" y="70982"/>
                    </a:cubicBezTo>
                    <a:cubicBezTo>
                      <a:pt x="399751" y="70277"/>
                      <a:pt x="502057" y="66044"/>
                      <a:pt x="557090" y="62516"/>
                    </a:cubicBezTo>
                    <a:cubicBezTo>
                      <a:pt x="612123" y="58988"/>
                      <a:pt x="622001" y="56166"/>
                      <a:pt x="662923" y="49816"/>
                    </a:cubicBezTo>
                    <a:cubicBezTo>
                      <a:pt x="703845" y="43466"/>
                      <a:pt x="751648" y="32719"/>
                      <a:pt x="802623" y="24416"/>
                    </a:cubicBezTo>
                    <a:cubicBezTo>
                      <a:pt x="853598" y="16113"/>
                      <a:pt x="933406" y="4864"/>
                      <a:pt x="968775" y="0"/>
                    </a:cubicBezTo>
                  </a:path>
                </a:pathLst>
              </a:custGeom>
              <a:noFill/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43709E35-3361-4DCF-B499-5626538D0C56}"/>
                  </a:ext>
                </a:extLst>
              </p:cNvPr>
              <p:cNvSpPr/>
              <p:nvPr/>
            </p:nvSpPr>
            <p:spPr>
              <a:xfrm>
                <a:off x="3799870" y="4325457"/>
                <a:ext cx="979323" cy="72445"/>
              </a:xfrm>
              <a:custGeom>
                <a:avLst/>
                <a:gdLst>
                  <a:gd name="connsiteX0" fmla="*/ 0 w 1240366"/>
                  <a:gd name="connsiteY0" fmla="*/ 127000 h 127000"/>
                  <a:gd name="connsiteX1" fmla="*/ 80433 w 1240366"/>
                  <a:gd name="connsiteY1" fmla="*/ 93133 h 127000"/>
                  <a:gd name="connsiteX2" fmla="*/ 165100 w 1240366"/>
                  <a:gd name="connsiteY2" fmla="*/ 80433 h 127000"/>
                  <a:gd name="connsiteX3" fmla="*/ 237066 w 1240366"/>
                  <a:gd name="connsiteY3" fmla="*/ 80433 h 127000"/>
                  <a:gd name="connsiteX4" fmla="*/ 376766 w 1240366"/>
                  <a:gd name="connsiteY4" fmla="*/ 88900 h 127000"/>
                  <a:gd name="connsiteX5" fmla="*/ 448733 w 1240366"/>
                  <a:gd name="connsiteY5" fmla="*/ 76200 h 127000"/>
                  <a:gd name="connsiteX6" fmla="*/ 618066 w 1240366"/>
                  <a:gd name="connsiteY6" fmla="*/ 84666 h 127000"/>
                  <a:gd name="connsiteX7" fmla="*/ 842433 w 1240366"/>
                  <a:gd name="connsiteY7" fmla="*/ 76200 h 127000"/>
                  <a:gd name="connsiteX8" fmla="*/ 948266 w 1240366"/>
                  <a:gd name="connsiteY8" fmla="*/ 63500 h 127000"/>
                  <a:gd name="connsiteX9" fmla="*/ 1087966 w 1240366"/>
                  <a:gd name="connsiteY9" fmla="*/ 38100 h 127000"/>
                  <a:gd name="connsiteX10" fmla="*/ 1223433 w 1240366"/>
                  <a:gd name="connsiteY10" fmla="*/ 4233 h 127000"/>
                  <a:gd name="connsiteX11" fmla="*/ 1240366 w 1240366"/>
                  <a:gd name="connsiteY11" fmla="*/ 0 h 127000"/>
                  <a:gd name="connsiteX0" fmla="*/ 0 w 1240366"/>
                  <a:gd name="connsiteY0" fmla="*/ 127000 h 127000"/>
                  <a:gd name="connsiteX1" fmla="*/ 80433 w 1240366"/>
                  <a:gd name="connsiteY1" fmla="*/ 93133 h 127000"/>
                  <a:gd name="connsiteX2" fmla="*/ 165100 w 1240366"/>
                  <a:gd name="connsiteY2" fmla="*/ 80433 h 127000"/>
                  <a:gd name="connsiteX3" fmla="*/ 237066 w 1240366"/>
                  <a:gd name="connsiteY3" fmla="*/ 80433 h 127000"/>
                  <a:gd name="connsiteX4" fmla="*/ 448733 w 1240366"/>
                  <a:gd name="connsiteY4" fmla="*/ 76200 h 127000"/>
                  <a:gd name="connsiteX5" fmla="*/ 618066 w 1240366"/>
                  <a:gd name="connsiteY5" fmla="*/ 84666 h 127000"/>
                  <a:gd name="connsiteX6" fmla="*/ 842433 w 1240366"/>
                  <a:gd name="connsiteY6" fmla="*/ 76200 h 127000"/>
                  <a:gd name="connsiteX7" fmla="*/ 948266 w 1240366"/>
                  <a:gd name="connsiteY7" fmla="*/ 63500 h 127000"/>
                  <a:gd name="connsiteX8" fmla="*/ 1087966 w 1240366"/>
                  <a:gd name="connsiteY8" fmla="*/ 38100 h 127000"/>
                  <a:gd name="connsiteX9" fmla="*/ 1223433 w 1240366"/>
                  <a:gd name="connsiteY9" fmla="*/ 4233 h 127000"/>
                  <a:gd name="connsiteX10" fmla="*/ 1240366 w 1240366"/>
                  <a:gd name="connsiteY10" fmla="*/ 0 h 127000"/>
                  <a:gd name="connsiteX0" fmla="*/ 0 w 1240366"/>
                  <a:gd name="connsiteY0" fmla="*/ 127000 h 127000"/>
                  <a:gd name="connsiteX1" fmla="*/ 80433 w 1240366"/>
                  <a:gd name="connsiteY1" fmla="*/ 93133 h 127000"/>
                  <a:gd name="connsiteX2" fmla="*/ 165100 w 1240366"/>
                  <a:gd name="connsiteY2" fmla="*/ 80433 h 127000"/>
                  <a:gd name="connsiteX3" fmla="*/ 237066 w 1240366"/>
                  <a:gd name="connsiteY3" fmla="*/ 80433 h 127000"/>
                  <a:gd name="connsiteX4" fmla="*/ 440267 w 1240366"/>
                  <a:gd name="connsiteY4" fmla="*/ 80433 h 127000"/>
                  <a:gd name="connsiteX5" fmla="*/ 618066 w 1240366"/>
                  <a:gd name="connsiteY5" fmla="*/ 84666 h 127000"/>
                  <a:gd name="connsiteX6" fmla="*/ 842433 w 1240366"/>
                  <a:gd name="connsiteY6" fmla="*/ 76200 h 127000"/>
                  <a:gd name="connsiteX7" fmla="*/ 948266 w 1240366"/>
                  <a:gd name="connsiteY7" fmla="*/ 63500 h 127000"/>
                  <a:gd name="connsiteX8" fmla="*/ 1087966 w 1240366"/>
                  <a:gd name="connsiteY8" fmla="*/ 38100 h 127000"/>
                  <a:gd name="connsiteX9" fmla="*/ 1223433 w 1240366"/>
                  <a:gd name="connsiteY9" fmla="*/ 4233 h 127000"/>
                  <a:gd name="connsiteX10" fmla="*/ 1240366 w 1240366"/>
                  <a:gd name="connsiteY10" fmla="*/ 0 h 127000"/>
                  <a:gd name="connsiteX0" fmla="*/ 0 w 1240366"/>
                  <a:gd name="connsiteY0" fmla="*/ 127000 h 127000"/>
                  <a:gd name="connsiteX1" fmla="*/ 80433 w 1240366"/>
                  <a:gd name="connsiteY1" fmla="*/ 93133 h 127000"/>
                  <a:gd name="connsiteX2" fmla="*/ 237066 w 1240366"/>
                  <a:gd name="connsiteY2" fmla="*/ 80433 h 127000"/>
                  <a:gd name="connsiteX3" fmla="*/ 440267 w 1240366"/>
                  <a:gd name="connsiteY3" fmla="*/ 80433 h 127000"/>
                  <a:gd name="connsiteX4" fmla="*/ 618066 w 1240366"/>
                  <a:gd name="connsiteY4" fmla="*/ 84666 h 127000"/>
                  <a:gd name="connsiteX5" fmla="*/ 842433 w 1240366"/>
                  <a:gd name="connsiteY5" fmla="*/ 76200 h 127000"/>
                  <a:gd name="connsiteX6" fmla="*/ 948266 w 1240366"/>
                  <a:gd name="connsiteY6" fmla="*/ 63500 h 127000"/>
                  <a:gd name="connsiteX7" fmla="*/ 1087966 w 1240366"/>
                  <a:gd name="connsiteY7" fmla="*/ 38100 h 127000"/>
                  <a:gd name="connsiteX8" fmla="*/ 1223433 w 1240366"/>
                  <a:gd name="connsiteY8" fmla="*/ 4233 h 127000"/>
                  <a:gd name="connsiteX9" fmla="*/ 1240366 w 1240366"/>
                  <a:gd name="connsiteY9" fmla="*/ 0 h 127000"/>
                  <a:gd name="connsiteX0" fmla="*/ 0 w 1240366"/>
                  <a:gd name="connsiteY0" fmla="*/ 127000 h 127000"/>
                  <a:gd name="connsiteX1" fmla="*/ 88899 w 1240366"/>
                  <a:gd name="connsiteY1" fmla="*/ 88900 h 127000"/>
                  <a:gd name="connsiteX2" fmla="*/ 237066 w 1240366"/>
                  <a:gd name="connsiteY2" fmla="*/ 80433 h 127000"/>
                  <a:gd name="connsiteX3" fmla="*/ 440267 w 1240366"/>
                  <a:gd name="connsiteY3" fmla="*/ 80433 h 127000"/>
                  <a:gd name="connsiteX4" fmla="*/ 618066 w 1240366"/>
                  <a:gd name="connsiteY4" fmla="*/ 84666 h 127000"/>
                  <a:gd name="connsiteX5" fmla="*/ 842433 w 1240366"/>
                  <a:gd name="connsiteY5" fmla="*/ 76200 h 127000"/>
                  <a:gd name="connsiteX6" fmla="*/ 948266 w 1240366"/>
                  <a:gd name="connsiteY6" fmla="*/ 63500 h 127000"/>
                  <a:gd name="connsiteX7" fmla="*/ 1087966 w 1240366"/>
                  <a:gd name="connsiteY7" fmla="*/ 38100 h 127000"/>
                  <a:gd name="connsiteX8" fmla="*/ 1223433 w 1240366"/>
                  <a:gd name="connsiteY8" fmla="*/ 4233 h 127000"/>
                  <a:gd name="connsiteX9" fmla="*/ 1240366 w 1240366"/>
                  <a:gd name="connsiteY9" fmla="*/ 0 h 127000"/>
                  <a:gd name="connsiteX0" fmla="*/ 0 w 1240366"/>
                  <a:gd name="connsiteY0" fmla="*/ 127000 h 127000"/>
                  <a:gd name="connsiteX1" fmla="*/ 88899 w 1240366"/>
                  <a:gd name="connsiteY1" fmla="*/ 88900 h 127000"/>
                  <a:gd name="connsiteX2" fmla="*/ 258232 w 1240366"/>
                  <a:gd name="connsiteY2" fmla="*/ 80433 h 127000"/>
                  <a:gd name="connsiteX3" fmla="*/ 440267 w 1240366"/>
                  <a:gd name="connsiteY3" fmla="*/ 80433 h 127000"/>
                  <a:gd name="connsiteX4" fmla="*/ 618066 w 1240366"/>
                  <a:gd name="connsiteY4" fmla="*/ 84666 h 127000"/>
                  <a:gd name="connsiteX5" fmla="*/ 842433 w 1240366"/>
                  <a:gd name="connsiteY5" fmla="*/ 76200 h 127000"/>
                  <a:gd name="connsiteX6" fmla="*/ 948266 w 1240366"/>
                  <a:gd name="connsiteY6" fmla="*/ 63500 h 127000"/>
                  <a:gd name="connsiteX7" fmla="*/ 1087966 w 1240366"/>
                  <a:gd name="connsiteY7" fmla="*/ 38100 h 127000"/>
                  <a:gd name="connsiteX8" fmla="*/ 1223433 w 1240366"/>
                  <a:gd name="connsiteY8" fmla="*/ 4233 h 127000"/>
                  <a:gd name="connsiteX9" fmla="*/ 1240366 w 1240366"/>
                  <a:gd name="connsiteY9" fmla="*/ 0 h 127000"/>
                  <a:gd name="connsiteX0" fmla="*/ 0 w 1240366"/>
                  <a:gd name="connsiteY0" fmla="*/ 127000 h 127000"/>
                  <a:gd name="connsiteX1" fmla="*/ 110066 w 1240366"/>
                  <a:gd name="connsiteY1" fmla="*/ 97366 h 127000"/>
                  <a:gd name="connsiteX2" fmla="*/ 258232 w 1240366"/>
                  <a:gd name="connsiteY2" fmla="*/ 80433 h 127000"/>
                  <a:gd name="connsiteX3" fmla="*/ 440267 w 1240366"/>
                  <a:gd name="connsiteY3" fmla="*/ 80433 h 127000"/>
                  <a:gd name="connsiteX4" fmla="*/ 618066 w 1240366"/>
                  <a:gd name="connsiteY4" fmla="*/ 84666 h 127000"/>
                  <a:gd name="connsiteX5" fmla="*/ 842433 w 1240366"/>
                  <a:gd name="connsiteY5" fmla="*/ 76200 h 127000"/>
                  <a:gd name="connsiteX6" fmla="*/ 948266 w 1240366"/>
                  <a:gd name="connsiteY6" fmla="*/ 63500 h 127000"/>
                  <a:gd name="connsiteX7" fmla="*/ 1087966 w 1240366"/>
                  <a:gd name="connsiteY7" fmla="*/ 38100 h 127000"/>
                  <a:gd name="connsiteX8" fmla="*/ 1223433 w 1240366"/>
                  <a:gd name="connsiteY8" fmla="*/ 4233 h 127000"/>
                  <a:gd name="connsiteX9" fmla="*/ 1240366 w 1240366"/>
                  <a:gd name="connsiteY9" fmla="*/ 0 h 127000"/>
                  <a:gd name="connsiteX0" fmla="*/ 0 w 1240366"/>
                  <a:gd name="connsiteY0" fmla="*/ 127000 h 127000"/>
                  <a:gd name="connsiteX1" fmla="*/ 110066 w 1240366"/>
                  <a:gd name="connsiteY1" fmla="*/ 97366 h 127000"/>
                  <a:gd name="connsiteX2" fmla="*/ 270932 w 1240366"/>
                  <a:gd name="connsiteY2" fmla="*/ 84666 h 127000"/>
                  <a:gd name="connsiteX3" fmla="*/ 440267 w 1240366"/>
                  <a:gd name="connsiteY3" fmla="*/ 80433 h 127000"/>
                  <a:gd name="connsiteX4" fmla="*/ 618066 w 1240366"/>
                  <a:gd name="connsiteY4" fmla="*/ 84666 h 127000"/>
                  <a:gd name="connsiteX5" fmla="*/ 842433 w 1240366"/>
                  <a:gd name="connsiteY5" fmla="*/ 76200 h 127000"/>
                  <a:gd name="connsiteX6" fmla="*/ 948266 w 1240366"/>
                  <a:gd name="connsiteY6" fmla="*/ 63500 h 127000"/>
                  <a:gd name="connsiteX7" fmla="*/ 1087966 w 1240366"/>
                  <a:gd name="connsiteY7" fmla="*/ 38100 h 127000"/>
                  <a:gd name="connsiteX8" fmla="*/ 1223433 w 1240366"/>
                  <a:gd name="connsiteY8" fmla="*/ 4233 h 127000"/>
                  <a:gd name="connsiteX9" fmla="*/ 1240366 w 1240366"/>
                  <a:gd name="connsiteY9" fmla="*/ 0 h 127000"/>
                  <a:gd name="connsiteX0" fmla="*/ 0 w 1240366"/>
                  <a:gd name="connsiteY0" fmla="*/ 127000 h 127000"/>
                  <a:gd name="connsiteX1" fmla="*/ 110066 w 1240366"/>
                  <a:gd name="connsiteY1" fmla="*/ 97366 h 127000"/>
                  <a:gd name="connsiteX2" fmla="*/ 270932 w 1240366"/>
                  <a:gd name="connsiteY2" fmla="*/ 84666 h 127000"/>
                  <a:gd name="connsiteX3" fmla="*/ 465667 w 1240366"/>
                  <a:gd name="connsiteY3" fmla="*/ 88900 h 127000"/>
                  <a:gd name="connsiteX4" fmla="*/ 618066 w 1240366"/>
                  <a:gd name="connsiteY4" fmla="*/ 84666 h 127000"/>
                  <a:gd name="connsiteX5" fmla="*/ 842433 w 1240366"/>
                  <a:gd name="connsiteY5" fmla="*/ 76200 h 127000"/>
                  <a:gd name="connsiteX6" fmla="*/ 948266 w 1240366"/>
                  <a:gd name="connsiteY6" fmla="*/ 63500 h 127000"/>
                  <a:gd name="connsiteX7" fmla="*/ 1087966 w 1240366"/>
                  <a:gd name="connsiteY7" fmla="*/ 38100 h 127000"/>
                  <a:gd name="connsiteX8" fmla="*/ 1223433 w 1240366"/>
                  <a:gd name="connsiteY8" fmla="*/ 4233 h 127000"/>
                  <a:gd name="connsiteX9" fmla="*/ 1240366 w 1240366"/>
                  <a:gd name="connsiteY9" fmla="*/ 0 h 127000"/>
                  <a:gd name="connsiteX0" fmla="*/ 0 w 1240366"/>
                  <a:gd name="connsiteY0" fmla="*/ 127000 h 127000"/>
                  <a:gd name="connsiteX1" fmla="*/ 110066 w 1240366"/>
                  <a:gd name="connsiteY1" fmla="*/ 97366 h 127000"/>
                  <a:gd name="connsiteX2" fmla="*/ 270932 w 1240366"/>
                  <a:gd name="connsiteY2" fmla="*/ 84666 h 127000"/>
                  <a:gd name="connsiteX3" fmla="*/ 465667 w 1240366"/>
                  <a:gd name="connsiteY3" fmla="*/ 88900 h 127000"/>
                  <a:gd name="connsiteX4" fmla="*/ 626533 w 1240366"/>
                  <a:gd name="connsiteY4" fmla="*/ 84666 h 127000"/>
                  <a:gd name="connsiteX5" fmla="*/ 842433 w 1240366"/>
                  <a:gd name="connsiteY5" fmla="*/ 76200 h 127000"/>
                  <a:gd name="connsiteX6" fmla="*/ 948266 w 1240366"/>
                  <a:gd name="connsiteY6" fmla="*/ 63500 h 127000"/>
                  <a:gd name="connsiteX7" fmla="*/ 1087966 w 1240366"/>
                  <a:gd name="connsiteY7" fmla="*/ 38100 h 127000"/>
                  <a:gd name="connsiteX8" fmla="*/ 1223433 w 1240366"/>
                  <a:gd name="connsiteY8" fmla="*/ 4233 h 127000"/>
                  <a:gd name="connsiteX9" fmla="*/ 1240366 w 1240366"/>
                  <a:gd name="connsiteY9" fmla="*/ 0 h 127000"/>
                  <a:gd name="connsiteX0" fmla="*/ 0 w 1240366"/>
                  <a:gd name="connsiteY0" fmla="*/ 127000 h 127000"/>
                  <a:gd name="connsiteX1" fmla="*/ 110066 w 1240366"/>
                  <a:gd name="connsiteY1" fmla="*/ 97366 h 127000"/>
                  <a:gd name="connsiteX2" fmla="*/ 270932 w 1240366"/>
                  <a:gd name="connsiteY2" fmla="*/ 84666 h 127000"/>
                  <a:gd name="connsiteX3" fmla="*/ 465667 w 1240366"/>
                  <a:gd name="connsiteY3" fmla="*/ 88900 h 127000"/>
                  <a:gd name="connsiteX4" fmla="*/ 660399 w 1240366"/>
                  <a:gd name="connsiteY4" fmla="*/ 93133 h 127000"/>
                  <a:gd name="connsiteX5" fmla="*/ 842433 w 1240366"/>
                  <a:gd name="connsiteY5" fmla="*/ 76200 h 127000"/>
                  <a:gd name="connsiteX6" fmla="*/ 948266 w 1240366"/>
                  <a:gd name="connsiteY6" fmla="*/ 63500 h 127000"/>
                  <a:gd name="connsiteX7" fmla="*/ 1087966 w 1240366"/>
                  <a:gd name="connsiteY7" fmla="*/ 38100 h 127000"/>
                  <a:gd name="connsiteX8" fmla="*/ 1223433 w 1240366"/>
                  <a:gd name="connsiteY8" fmla="*/ 4233 h 127000"/>
                  <a:gd name="connsiteX9" fmla="*/ 1240366 w 1240366"/>
                  <a:gd name="connsiteY9" fmla="*/ 0 h 127000"/>
                  <a:gd name="connsiteX0" fmla="*/ 0 w 1248833"/>
                  <a:gd name="connsiteY0" fmla="*/ 123408 h 123408"/>
                  <a:gd name="connsiteX1" fmla="*/ 110066 w 1248833"/>
                  <a:gd name="connsiteY1" fmla="*/ 93774 h 123408"/>
                  <a:gd name="connsiteX2" fmla="*/ 270932 w 1248833"/>
                  <a:gd name="connsiteY2" fmla="*/ 81074 h 123408"/>
                  <a:gd name="connsiteX3" fmla="*/ 465667 w 1248833"/>
                  <a:gd name="connsiteY3" fmla="*/ 85308 h 123408"/>
                  <a:gd name="connsiteX4" fmla="*/ 660399 w 1248833"/>
                  <a:gd name="connsiteY4" fmla="*/ 89541 h 123408"/>
                  <a:gd name="connsiteX5" fmla="*/ 842433 w 1248833"/>
                  <a:gd name="connsiteY5" fmla="*/ 72608 h 123408"/>
                  <a:gd name="connsiteX6" fmla="*/ 948266 w 1248833"/>
                  <a:gd name="connsiteY6" fmla="*/ 59908 h 123408"/>
                  <a:gd name="connsiteX7" fmla="*/ 1087966 w 1248833"/>
                  <a:gd name="connsiteY7" fmla="*/ 34508 h 123408"/>
                  <a:gd name="connsiteX8" fmla="*/ 1223433 w 1248833"/>
                  <a:gd name="connsiteY8" fmla="*/ 641 h 123408"/>
                  <a:gd name="connsiteX9" fmla="*/ 1248833 w 1248833"/>
                  <a:gd name="connsiteY9" fmla="*/ 13342 h 123408"/>
                  <a:gd name="connsiteX0" fmla="*/ 0 w 1223433"/>
                  <a:gd name="connsiteY0" fmla="*/ 122767 h 122767"/>
                  <a:gd name="connsiteX1" fmla="*/ 110066 w 1223433"/>
                  <a:gd name="connsiteY1" fmla="*/ 93133 h 122767"/>
                  <a:gd name="connsiteX2" fmla="*/ 270932 w 1223433"/>
                  <a:gd name="connsiteY2" fmla="*/ 80433 h 122767"/>
                  <a:gd name="connsiteX3" fmla="*/ 465667 w 1223433"/>
                  <a:gd name="connsiteY3" fmla="*/ 84667 h 122767"/>
                  <a:gd name="connsiteX4" fmla="*/ 660399 w 1223433"/>
                  <a:gd name="connsiteY4" fmla="*/ 88900 h 122767"/>
                  <a:gd name="connsiteX5" fmla="*/ 842433 w 1223433"/>
                  <a:gd name="connsiteY5" fmla="*/ 71967 h 122767"/>
                  <a:gd name="connsiteX6" fmla="*/ 948266 w 1223433"/>
                  <a:gd name="connsiteY6" fmla="*/ 59267 h 122767"/>
                  <a:gd name="connsiteX7" fmla="*/ 1087966 w 1223433"/>
                  <a:gd name="connsiteY7" fmla="*/ 33867 h 122767"/>
                  <a:gd name="connsiteX8" fmla="*/ 1223433 w 1223433"/>
                  <a:gd name="connsiteY8" fmla="*/ 0 h 122767"/>
                  <a:gd name="connsiteX0" fmla="*/ 0 w 1223433"/>
                  <a:gd name="connsiteY0" fmla="*/ 105834 h 105834"/>
                  <a:gd name="connsiteX1" fmla="*/ 110066 w 1223433"/>
                  <a:gd name="connsiteY1" fmla="*/ 76200 h 105834"/>
                  <a:gd name="connsiteX2" fmla="*/ 270932 w 1223433"/>
                  <a:gd name="connsiteY2" fmla="*/ 63500 h 105834"/>
                  <a:gd name="connsiteX3" fmla="*/ 465667 w 1223433"/>
                  <a:gd name="connsiteY3" fmla="*/ 67734 h 105834"/>
                  <a:gd name="connsiteX4" fmla="*/ 660399 w 1223433"/>
                  <a:gd name="connsiteY4" fmla="*/ 71967 h 105834"/>
                  <a:gd name="connsiteX5" fmla="*/ 842433 w 1223433"/>
                  <a:gd name="connsiteY5" fmla="*/ 55034 h 105834"/>
                  <a:gd name="connsiteX6" fmla="*/ 948266 w 1223433"/>
                  <a:gd name="connsiteY6" fmla="*/ 42334 h 105834"/>
                  <a:gd name="connsiteX7" fmla="*/ 1087966 w 1223433"/>
                  <a:gd name="connsiteY7" fmla="*/ 16934 h 105834"/>
                  <a:gd name="connsiteX8" fmla="*/ 1223433 w 1223433"/>
                  <a:gd name="connsiteY8" fmla="*/ 0 h 105834"/>
                  <a:gd name="connsiteX0" fmla="*/ 0 w 1113367"/>
                  <a:gd name="connsiteY0" fmla="*/ 76200 h 76200"/>
                  <a:gd name="connsiteX1" fmla="*/ 160866 w 1113367"/>
                  <a:gd name="connsiteY1" fmla="*/ 63500 h 76200"/>
                  <a:gd name="connsiteX2" fmla="*/ 355601 w 1113367"/>
                  <a:gd name="connsiteY2" fmla="*/ 67734 h 76200"/>
                  <a:gd name="connsiteX3" fmla="*/ 550333 w 1113367"/>
                  <a:gd name="connsiteY3" fmla="*/ 71967 h 76200"/>
                  <a:gd name="connsiteX4" fmla="*/ 732367 w 1113367"/>
                  <a:gd name="connsiteY4" fmla="*/ 55034 h 76200"/>
                  <a:gd name="connsiteX5" fmla="*/ 838200 w 1113367"/>
                  <a:gd name="connsiteY5" fmla="*/ 42334 h 76200"/>
                  <a:gd name="connsiteX6" fmla="*/ 977900 w 1113367"/>
                  <a:gd name="connsiteY6" fmla="*/ 16934 h 76200"/>
                  <a:gd name="connsiteX7" fmla="*/ 1113367 w 1113367"/>
                  <a:gd name="connsiteY7" fmla="*/ 0 h 76200"/>
                  <a:gd name="connsiteX0" fmla="*/ 0 w 952501"/>
                  <a:gd name="connsiteY0" fmla="*/ 63500 h 72486"/>
                  <a:gd name="connsiteX1" fmla="*/ 194735 w 952501"/>
                  <a:gd name="connsiteY1" fmla="*/ 67734 h 72486"/>
                  <a:gd name="connsiteX2" fmla="*/ 389467 w 952501"/>
                  <a:gd name="connsiteY2" fmla="*/ 71967 h 72486"/>
                  <a:gd name="connsiteX3" fmla="*/ 571501 w 952501"/>
                  <a:gd name="connsiteY3" fmla="*/ 55034 h 72486"/>
                  <a:gd name="connsiteX4" fmla="*/ 677334 w 952501"/>
                  <a:gd name="connsiteY4" fmla="*/ 42334 h 72486"/>
                  <a:gd name="connsiteX5" fmla="*/ 817034 w 952501"/>
                  <a:gd name="connsiteY5" fmla="*/ 16934 h 72486"/>
                  <a:gd name="connsiteX6" fmla="*/ 952501 w 952501"/>
                  <a:gd name="connsiteY6" fmla="*/ 0 h 72486"/>
                  <a:gd name="connsiteX0" fmla="*/ 0 w 979322"/>
                  <a:gd name="connsiteY0" fmla="*/ 67123 h 72445"/>
                  <a:gd name="connsiteX1" fmla="*/ 221556 w 979322"/>
                  <a:gd name="connsiteY1" fmla="*/ 67734 h 72445"/>
                  <a:gd name="connsiteX2" fmla="*/ 416288 w 979322"/>
                  <a:gd name="connsiteY2" fmla="*/ 71967 h 72445"/>
                  <a:gd name="connsiteX3" fmla="*/ 598322 w 979322"/>
                  <a:gd name="connsiteY3" fmla="*/ 55034 h 72445"/>
                  <a:gd name="connsiteX4" fmla="*/ 704155 w 979322"/>
                  <a:gd name="connsiteY4" fmla="*/ 42334 h 72445"/>
                  <a:gd name="connsiteX5" fmla="*/ 843855 w 979322"/>
                  <a:gd name="connsiteY5" fmla="*/ 16934 h 72445"/>
                  <a:gd name="connsiteX6" fmla="*/ 979322 w 979322"/>
                  <a:gd name="connsiteY6" fmla="*/ 0 h 72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79322" h="72445">
                    <a:moveTo>
                      <a:pt x="0" y="67123"/>
                    </a:moveTo>
                    <a:lnTo>
                      <a:pt x="221556" y="67734"/>
                    </a:lnTo>
                    <a:cubicBezTo>
                      <a:pt x="290937" y="68541"/>
                      <a:pt x="353494" y="74084"/>
                      <a:pt x="416288" y="71967"/>
                    </a:cubicBezTo>
                    <a:lnTo>
                      <a:pt x="598322" y="55034"/>
                    </a:lnTo>
                    <a:cubicBezTo>
                      <a:pt x="646300" y="50095"/>
                      <a:pt x="663233" y="48684"/>
                      <a:pt x="704155" y="42334"/>
                    </a:cubicBezTo>
                    <a:cubicBezTo>
                      <a:pt x="745077" y="35984"/>
                      <a:pt x="797994" y="23990"/>
                      <a:pt x="843855" y="16934"/>
                    </a:cubicBezTo>
                    <a:cubicBezTo>
                      <a:pt x="889716" y="9878"/>
                      <a:pt x="952511" y="3528"/>
                      <a:pt x="979322" y="0"/>
                    </a:cubicBezTo>
                  </a:path>
                </a:pathLst>
              </a:custGeom>
              <a:noFill/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3079" name="Picture 7" descr="Image result for high flow nasal cannula">
            <a:extLst>
              <a:ext uri="{FF2B5EF4-FFF2-40B4-BE49-F238E27FC236}">
                <a16:creationId xmlns:a16="http://schemas.microsoft.com/office/drawing/2014/main" id="{5C5B0F14-A5C5-4B73-9BEA-7976EEFB3A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833"/>
          <a:stretch/>
        </p:blipFill>
        <p:spPr bwMode="auto">
          <a:xfrm>
            <a:off x="5086473" y="654577"/>
            <a:ext cx="4045332" cy="2321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Isosceles Triangle 77">
            <a:extLst>
              <a:ext uri="{FF2B5EF4-FFF2-40B4-BE49-F238E27FC236}">
                <a16:creationId xmlns:a16="http://schemas.microsoft.com/office/drawing/2014/main" id="{15973A4C-C2E1-4A24-8EF4-1A054BEAF06B}"/>
              </a:ext>
            </a:extLst>
          </p:cNvPr>
          <p:cNvSpPr/>
          <p:nvPr/>
        </p:nvSpPr>
        <p:spPr>
          <a:xfrm flipV="1">
            <a:off x="9666513" y="2517063"/>
            <a:ext cx="311115" cy="151989"/>
          </a:xfrm>
          <a:custGeom>
            <a:avLst/>
            <a:gdLst>
              <a:gd name="connsiteX0" fmla="*/ 0 w 414826"/>
              <a:gd name="connsiteY0" fmla="*/ 791248 h 791248"/>
              <a:gd name="connsiteX1" fmla="*/ 207413 w 414826"/>
              <a:gd name="connsiteY1" fmla="*/ 0 h 791248"/>
              <a:gd name="connsiteX2" fmla="*/ 414826 w 414826"/>
              <a:gd name="connsiteY2" fmla="*/ 791248 h 791248"/>
              <a:gd name="connsiteX3" fmla="*/ 0 w 414826"/>
              <a:gd name="connsiteY3" fmla="*/ 791248 h 791248"/>
              <a:gd name="connsiteX0" fmla="*/ 0 w 414826"/>
              <a:gd name="connsiteY0" fmla="*/ 791248 h 791248"/>
              <a:gd name="connsiteX1" fmla="*/ 207413 w 414826"/>
              <a:gd name="connsiteY1" fmla="*/ 0 h 791248"/>
              <a:gd name="connsiteX2" fmla="*/ 245240 w 414826"/>
              <a:gd name="connsiteY2" fmla="*/ 50381 h 791248"/>
              <a:gd name="connsiteX3" fmla="*/ 414826 w 414826"/>
              <a:gd name="connsiteY3" fmla="*/ 791248 h 791248"/>
              <a:gd name="connsiteX4" fmla="*/ 0 w 414826"/>
              <a:gd name="connsiteY4" fmla="*/ 791248 h 791248"/>
              <a:gd name="connsiteX0" fmla="*/ 0 w 414826"/>
              <a:gd name="connsiteY0" fmla="*/ 791248 h 791248"/>
              <a:gd name="connsiteX1" fmla="*/ 207413 w 414826"/>
              <a:gd name="connsiteY1" fmla="*/ 0 h 791248"/>
              <a:gd name="connsiteX2" fmla="*/ 149354 w 414826"/>
              <a:gd name="connsiteY2" fmla="*/ 100466 h 791248"/>
              <a:gd name="connsiteX3" fmla="*/ 414826 w 414826"/>
              <a:gd name="connsiteY3" fmla="*/ 791248 h 791248"/>
              <a:gd name="connsiteX4" fmla="*/ 0 w 414826"/>
              <a:gd name="connsiteY4" fmla="*/ 791248 h 791248"/>
              <a:gd name="connsiteX0" fmla="*/ 0 w 414826"/>
              <a:gd name="connsiteY0" fmla="*/ 791248 h 791248"/>
              <a:gd name="connsiteX1" fmla="*/ 207413 w 414826"/>
              <a:gd name="connsiteY1" fmla="*/ 0 h 791248"/>
              <a:gd name="connsiteX2" fmla="*/ 285741 w 414826"/>
              <a:gd name="connsiteY2" fmla="*/ 86416 h 791248"/>
              <a:gd name="connsiteX3" fmla="*/ 414826 w 414826"/>
              <a:gd name="connsiteY3" fmla="*/ 791248 h 791248"/>
              <a:gd name="connsiteX4" fmla="*/ 0 w 414826"/>
              <a:gd name="connsiteY4" fmla="*/ 791248 h 791248"/>
              <a:gd name="connsiteX0" fmla="*/ 0 w 414826"/>
              <a:gd name="connsiteY0" fmla="*/ 743618 h 743618"/>
              <a:gd name="connsiteX1" fmla="*/ 145569 w 414826"/>
              <a:gd name="connsiteY1" fmla="*/ 0 h 743618"/>
              <a:gd name="connsiteX2" fmla="*/ 285741 w 414826"/>
              <a:gd name="connsiteY2" fmla="*/ 38786 h 743618"/>
              <a:gd name="connsiteX3" fmla="*/ 414826 w 414826"/>
              <a:gd name="connsiteY3" fmla="*/ 743618 h 743618"/>
              <a:gd name="connsiteX4" fmla="*/ 0 w 414826"/>
              <a:gd name="connsiteY4" fmla="*/ 743618 h 743618"/>
              <a:gd name="connsiteX0" fmla="*/ 0 w 347186"/>
              <a:gd name="connsiteY0" fmla="*/ 743618 h 743618"/>
              <a:gd name="connsiteX1" fmla="*/ 145569 w 347186"/>
              <a:gd name="connsiteY1" fmla="*/ 0 h 743618"/>
              <a:gd name="connsiteX2" fmla="*/ 285741 w 347186"/>
              <a:gd name="connsiteY2" fmla="*/ 38786 h 743618"/>
              <a:gd name="connsiteX3" fmla="*/ 347186 w 347186"/>
              <a:gd name="connsiteY3" fmla="*/ 740074 h 743618"/>
              <a:gd name="connsiteX4" fmla="*/ 0 w 347186"/>
              <a:gd name="connsiteY4" fmla="*/ 743618 h 743618"/>
              <a:gd name="connsiteX0" fmla="*/ 0 w 347186"/>
              <a:gd name="connsiteY0" fmla="*/ 714911 h 714911"/>
              <a:gd name="connsiteX1" fmla="*/ 127108 w 347186"/>
              <a:gd name="connsiteY1" fmla="*/ 0 h 714911"/>
              <a:gd name="connsiteX2" fmla="*/ 285741 w 347186"/>
              <a:gd name="connsiteY2" fmla="*/ 10079 h 714911"/>
              <a:gd name="connsiteX3" fmla="*/ 347186 w 347186"/>
              <a:gd name="connsiteY3" fmla="*/ 711367 h 714911"/>
              <a:gd name="connsiteX4" fmla="*/ 0 w 347186"/>
              <a:gd name="connsiteY4" fmla="*/ 714911 h 714911"/>
              <a:gd name="connsiteX0" fmla="*/ 0 w 347186"/>
              <a:gd name="connsiteY0" fmla="*/ 714911 h 714911"/>
              <a:gd name="connsiteX1" fmla="*/ 127108 w 347186"/>
              <a:gd name="connsiteY1" fmla="*/ 0 h 714911"/>
              <a:gd name="connsiteX2" fmla="*/ 285741 w 347186"/>
              <a:gd name="connsiteY2" fmla="*/ 10079 h 714911"/>
              <a:gd name="connsiteX3" fmla="*/ 347186 w 347186"/>
              <a:gd name="connsiteY3" fmla="*/ 711367 h 714911"/>
              <a:gd name="connsiteX4" fmla="*/ 0 w 347186"/>
              <a:gd name="connsiteY4" fmla="*/ 714911 h 714911"/>
              <a:gd name="connsiteX0" fmla="*/ 0 w 347186"/>
              <a:gd name="connsiteY0" fmla="*/ 714911 h 714911"/>
              <a:gd name="connsiteX1" fmla="*/ 127108 w 347186"/>
              <a:gd name="connsiteY1" fmla="*/ 0 h 714911"/>
              <a:gd name="connsiteX2" fmla="*/ 245036 w 347186"/>
              <a:gd name="connsiteY2" fmla="*/ 58816 h 714911"/>
              <a:gd name="connsiteX3" fmla="*/ 347186 w 347186"/>
              <a:gd name="connsiteY3" fmla="*/ 711367 h 714911"/>
              <a:gd name="connsiteX4" fmla="*/ 0 w 347186"/>
              <a:gd name="connsiteY4" fmla="*/ 714911 h 714911"/>
              <a:gd name="connsiteX0" fmla="*/ 0 w 282887"/>
              <a:gd name="connsiteY0" fmla="*/ 714911 h 724955"/>
              <a:gd name="connsiteX1" fmla="*/ 127108 w 282887"/>
              <a:gd name="connsiteY1" fmla="*/ 0 h 724955"/>
              <a:gd name="connsiteX2" fmla="*/ 245036 w 282887"/>
              <a:gd name="connsiteY2" fmla="*/ 58816 h 724955"/>
              <a:gd name="connsiteX3" fmla="*/ 282887 w 282887"/>
              <a:gd name="connsiteY3" fmla="*/ 724955 h 724955"/>
              <a:gd name="connsiteX4" fmla="*/ 0 w 282887"/>
              <a:gd name="connsiteY4" fmla="*/ 714911 h 724955"/>
              <a:gd name="connsiteX0" fmla="*/ 0 w 282887"/>
              <a:gd name="connsiteY0" fmla="*/ 672415 h 682459"/>
              <a:gd name="connsiteX1" fmla="*/ 129121 w 282887"/>
              <a:gd name="connsiteY1" fmla="*/ 0 h 682459"/>
              <a:gd name="connsiteX2" fmla="*/ 245036 w 282887"/>
              <a:gd name="connsiteY2" fmla="*/ 16320 h 682459"/>
              <a:gd name="connsiteX3" fmla="*/ 282887 w 282887"/>
              <a:gd name="connsiteY3" fmla="*/ 682459 h 682459"/>
              <a:gd name="connsiteX4" fmla="*/ 0 w 282887"/>
              <a:gd name="connsiteY4" fmla="*/ 672415 h 682459"/>
              <a:gd name="connsiteX0" fmla="*/ 0 w 282887"/>
              <a:gd name="connsiteY0" fmla="*/ 672415 h 682459"/>
              <a:gd name="connsiteX1" fmla="*/ 129121 w 282887"/>
              <a:gd name="connsiteY1" fmla="*/ 0 h 682459"/>
              <a:gd name="connsiteX2" fmla="*/ 260395 w 282887"/>
              <a:gd name="connsiteY2" fmla="*/ 46800 h 682459"/>
              <a:gd name="connsiteX3" fmla="*/ 282887 w 282887"/>
              <a:gd name="connsiteY3" fmla="*/ 682459 h 682459"/>
              <a:gd name="connsiteX4" fmla="*/ 0 w 282887"/>
              <a:gd name="connsiteY4" fmla="*/ 672415 h 682459"/>
              <a:gd name="connsiteX0" fmla="*/ 0 w 282887"/>
              <a:gd name="connsiteY0" fmla="*/ 651277 h 661321"/>
              <a:gd name="connsiteX1" fmla="*/ 128014 w 282887"/>
              <a:gd name="connsiteY1" fmla="*/ 0 h 661321"/>
              <a:gd name="connsiteX2" fmla="*/ 260395 w 282887"/>
              <a:gd name="connsiteY2" fmla="*/ 25662 h 661321"/>
              <a:gd name="connsiteX3" fmla="*/ 282887 w 282887"/>
              <a:gd name="connsiteY3" fmla="*/ 661321 h 661321"/>
              <a:gd name="connsiteX4" fmla="*/ 0 w 282887"/>
              <a:gd name="connsiteY4" fmla="*/ 651277 h 661321"/>
              <a:gd name="connsiteX0" fmla="*/ 0 w 275318"/>
              <a:gd name="connsiteY0" fmla="*/ 668630 h 668630"/>
              <a:gd name="connsiteX1" fmla="*/ 120445 w 275318"/>
              <a:gd name="connsiteY1" fmla="*/ 0 h 668630"/>
              <a:gd name="connsiteX2" fmla="*/ 252826 w 275318"/>
              <a:gd name="connsiteY2" fmla="*/ 25662 h 668630"/>
              <a:gd name="connsiteX3" fmla="*/ 275318 w 275318"/>
              <a:gd name="connsiteY3" fmla="*/ 661321 h 668630"/>
              <a:gd name="connsiteX4" fmla="*/ 0 w 275318"/>
              <a:gd name="connsiteY4" fmla="*/ 668630 h 668630"/>
              <a:gd name="connsiteX0" fmla="*/ 0 w 280412"/>
              <a:gd name="connsiteY0" fmla="*/ 668630 h 668630"/>
              <a:gd name="connsiteX1" fmla="*/ 120445 w 280412"/>
              <a:gd name="connsiteY1" fmla="*/ 0 h 668630"/>
              <a:gd name="connsiteX2" fmla="*/ 252826 w 280412"/>
              <a:gd name="connsiteY2" fmla="*/ 25662 h 668630"/>
              <a:gd name="connsiteX3" fmla="*/ 280412 w 280412"/>
              <a:gd name="connsiteY3" fmla="*/ 564088 h 668630"/>
              <a:gd name="connsiteX4" fmla="*/ 0 w 280412"/>
              <a:gd name="connsiteY4" fmla="*/ 668630 h 668630"/>
              <a:gd name="connsiteX0" fmla="*/ 0 w 245282"/>
              <a:gd name="connsiteY0" fmla="*/ 564491 h 564491"/>
              <a:gd name="connsiteX1" fmla="*/ 85315 w 245282"/>
              <a:gd name="connsiteY1" fmla="*/ 0 h 564491"/>
              <a:gd name="connsiteX2" fmla="*/ 217696 w 245282"/>
              <a:gd name="connsiteY2" fmla="*/ 25662 h 564491"/>
              <a:gd name="connsiteX3" fmla="*/ 245282 w 245282"/>
              <a:gd name="connsiteY3" fmla="*/ 564088 h 564491"/>
              <a:gd name="connsiteX4" fmla="*/ 0 w 245282"/>
              <a:gd name="connsiteY4" fmla="*/ 564491 h 564491"/>
              <a:gd name="connsiteX0" fmla="*/ 0 w 245282"/>
              <a:gd name="connsiteY0" fmla="*/ 546855 h 546855"/>
              <a:gd name="connsiteX1" fmla="*/ 88213 w 245282"/>
              <a:gd name="connsiteY1" fmla="*/ 7950 h 546855"/>
              <a:gd name="connsiteX2" fmla="*/ 217696 w 245282"/>
              <a:gd name="connsiteY2" fmla="*/ 8026 h 546855"/>
              <a:gd name="connsiteX3" fmla="*/ 245282 w 245282"/>
              <a:gd name="connsiteY3" fmla="*/ 546452 h 546855"/>
              <a:gd name="connsiteX4" fmla="*/ 0 w 245282"/>
              <a:gd name="connsiteY4" fmla="*/ 546855 h 546855"/>
              <a:gd name="connsiteX0" fmla="*/ 0 w 245282"/>
              <a:gd name="connsiteY0" fmla="*/ 569161 h 569161"/>
              <a:gd name="connsiteX1" fmla="*/ 77081 w 245282"/>
              <a:gd name="connsiteY1" fmla="*/ 0 h 569161"/>
              <a:gd name="connsiteX2" fmla="*/ 217696 w 245282"/>
              <a:gd name="connsiteY2" fmla="*/ 30332 h 569161"/>
              <a:gd name="connsiteX3" fmla="*/ 245282 w 245282"/>
              <a:gd name="connsiteY3" fmla="*/ 568758 h 569161"/>
              <a:gd name="connsiteX4" fmla="*/ 0 w 245282"/>
              <a:gd name="connsiteY4" fmla="*/ 569161 h 569161"/>
              <a:gd name="connsiteX0" fmla="*/ 0 w 245282"/>
              <a:gd name="connsiteY0" fmla="*/ 569161 h 569161"/>
              <a:gd name="connsiteX1" fmla="*/ 77081 w 245282"/>
              <a:gd name="connsiteY1" fmla="*/ 0 h 569161"/>
              <a:gd name="connsiteX2" fmla="*/ 217696 w 245282"/>
              <a:gd name="connsiteY2" fmla="*/ 30332 h 569161"/>
              <a:gd name="connsiteX3" fmla="*/ 245282 w 245282"/>
              <a:gd name="connsiteY3" fmla="*/ 568758 h 569161"/>
              <a:gd name="connsiteX4" fmla="*/ 0 w 245282"/>
              <a:gd name="connsiteY4" fmla="*/ 569161 h 569161"/>
              <a:gd name="connsiteX0" fmla="*/ 0 w 245282"/>
              <a:gd name="connsiteY0" fmla="*/ 569590 h 569590"/>
              <a:gd name="connsiteX1" fmla="*/ 77081 w 245282"/>
              <a:gd name="connsiteY1" fmla="*/ 429 h 569590"/>
              <a:gd name="connsiteX2" fmla="*/ 217696 w 245282"/>
              <a:gd name="connsiteY2" fmla="*/ 30761 h 569590"/>
              <a:gd name="connsiteX3" fmla="*/ 245282 w 245282"/>
              <a:gd name="connsiteY3" fmla="*/ 569187 h 569590"/>
              <a:gd name="connsiteX4" fmla="*/ 0 w 245282"/>
              <a:gd name="connsiteY4" fmla="*/ 569590 h 569590"/>
              <a:gd name="connsiteX0" fmla="*/ 0 w 245282"/>
              <a:gd name="connsiteY0" fmla="*/ 569590 h 569590"/>
              <a:gd name="connsiteX1" fmla="*/ 77081 w 245282"/>
              <a:gd name="connsiteY1" fmla="*/ 429 h 569590"/>
              <a:gd name="connsiteX2" fmla="*/ 217696 w 245282"/>
              <a:gd name="connsiteY2" fmla="*/ 30761 h 569590"/>
              <a:gd name="connsiteX3" fmla="*/ 245282 w 245282"/>
              <a:gd name="connsiteY3" fmla="*/ 569187 h 569590"/>
              <a:gd name="connsiteX4" fmla="*/ 0 w 245282"/>
              <a:gd name="connsiteY4" fmla="*/ 569590 h 569590"/>
              <a:gd name="connsiteX0" fmla="*/ 0 w 245282"/>
              <a:gd name="connsiteY0" fmla="*/ 573750 h 573750"/>
              <a:gd name="connsiteX1" fmla="*/ 77081 w 245282"/>
              <a:gd name="connsiteY1" fmla="*/ 4589 h 573750"/>
              <a:gd name="connsiteX2" fmla="*/ 214354 w 245282"/>
              <a:gd name="connsiteY2" fmla="*/ 17789 h 573750"/>
              <a:gd name="connsiteX3" fmla="*/ 245282 w 245282"/>
              <a:gd name="connsiteY3" fmla="*/ 573347 h 573750"/>
              <a:gd name="connsiteX4" fmla="*/ 0 w 245282"/>
              <a:gd name="connsiteY4" fmla="*/ 573750 h 573750"/>
              <a:gd name="connsiteX0" fmla="*/ 0 w 245282"/>
              <a:gd name="connsiteY0" fmla="*/ 569489 h 569489"/>
              <a:gd name="connsiteX1" fmla="*/ 77081 w 245282"/>
              <a:gd name="connsiteY1" fmla="*/ 328 h 569489"/>
              <a:gd name="connsiteX2" fmla="*/ 187882 w 245282"/>
              <a:gd name="connsiteY2" fmla="*/ 33337 h 569489"/>
              <a:gd name="connsiteX3" fmla="*/ 245282 w 245282"/>
              <a:gd name="connsiteY3" fmla="*/ 569086 h 569489"/>
              <a:gd name="connsiteX4" fmla="*/ 0 w 245282"/>
              <a:gd name="connsiteY4" fmla="*/ 569489 h 569489"/>
              <a:gd name="connsiteX0" fmla="*/ 0 w 245282"/>
              <a:gd name="connsiteY0" fmla="*/ 570595 h 570595"/>
              <a:gd name="connsiteX1" fmla="*/ 77081 w 245282"/>
              <a:gd name="connsiteY1" fmla="*/ 1434 h 570595"/>
              <a:gd name="connsiteX2" fmla="*/ 218140 w 245282"/>
              <a:gd name="connsiteY2" fmla="*/ 23311 h 570595"/>
              <a:gd name="connsiteX3" fmla="*/ 245282 w 245282"/>
              <a:gd name="connsiteY3" fmla="*/ 570192 h 570595"/>
              <a:gd name="connsiteX4" fmla="*/ 0 w 245282"/>
              <a:gd name="connsiteY4" fmla="*/ 570595 h 570595"/>
              <a:gd name="connsiteX0" fmla="*/ 0 w 245282"/>
              <a:gd name="connsiteY0" fmla="*/ 570645 h 570645"/>
              <a:gd name="connsiteX1" fmla="*/ 77081 w 245282"/>
              <a:gd name="connsiteY1" fmla="*/ 1484 h 570645"/>
              <a:gd name="connsiteX2" fmla="*/ 213912 w 245282"/>
              <a:gd name="connsiteY2" fmla="*/ 23140 h 570645"/>
              <a:gd name="connsiteX3" fmla="*/ 245282 w 245282"/>
              <a:gd name="connsiteY3" fmla="*/ 570242 h 570645"/>
              <a:gd name="connsiteX4" fmla="*/ 0 w 245282"/>
              <a:gd name="connsiteY4" fmla="*/ 570645 h 570645"/>
              <a:gd name="connsiteX0" fmla="*/ 0 w 245282"/>
              <a:gd name="connsiteY0" fmla="*/ 571137 h 571137"/>
              <a:gd name="connsiteX1" fmla="*/ 77081 w 245282"/>
              <a:gd name="connsiteY1" fmla="*/ 1976 h 571137"/>
              <a:gd name="connsiteX2" fmla="*/ 213912 w 245282"/>
              <a:gd name="connsiteY2" fmla="*/ 23632 h 571137"/>
              <a:gd name="connsiteX3" fmla="*/ 245282 w 245282"/>
              <a:gd name="connsiteY3" fmla="*/ 570734 h 571137"/>
              <a:gd name="connsiteX4" fmla="*/ 0 w 245282"/>
              <a:gd name="connsiteY4" fmla="*/ 571137 h 571137"/>
              <a:gd name="connsiteX0" fmla="*/ 0 w 245282"/>
              <a:gd name="connsiteY0" fmla="*/ 564277 h 564277"/>
              <a:gd name="connsiteX1" fmla="*/ 76416 w 245282"/>
              <a:gd name="connsiteY1" fmla="*/ 7798 h 564277"/>
              <a:gd name="connsiteX2" fmla="*/ 213912 w 245282"/>
              <a:gd name="connsiteY2" fmla="*/ 16772 h 564277"/>
              <a:gd name="connsiteX3" fmla="*/ 245282 w 245282"/>
              <a:gd name="connsiteY3" fmla="*/ 563874 h 564277"/>
              <a:gd name="connsiteX4" fmla="*/ 0 w 245282"/>
              <a:gd name="connsiteY4" fmla="*/ 564277 h 564277"/>
              <a:gd name="connsiteX0" fmla="*/ 0 w 245282"/>
              <a:gd name="connsiteY0" fmla="*/ 564277 h 564277"/>
              <a:gd name="connsiteX1" fmla="*/ 76416 w 245282"/>
              <a:gd name="connsiteY1" fmla="*/ 7798 h 564277"/>
              <a:gd name="connsiteX2" fmla="*/ 213912 w 245282"/>
              <a:gd name="connsiteY2" fmla="*/ 16772 h 564277"/>
              <a:gd name="connsiteX3" fmla="*/ 245282 w 245282"/>
              <a:gd name="connsiteY3" fmla="*/ 563874 h 564277"/>
              <a:gd name="connsiteX4" fmla="*/ 0 w 245282"/>
              <a:gd name="connsiteY4" fmla="*/ 564277 h 564277"/>
              <a:gd name="connsiteX0" fmla="*/ 0 w 245282"/>
              <a:gd name="connsiteY0" fmla="*/ 566063 h 566063"/>
              <a:gd name="connsiteX1" fmla="*/ 76416 w 245282"/>
              <a:gd name="connsiteY1" fmla="*/ 9584 h 566063"/>
              <a:gd name="connsiteX2" fmla="*/ 213912 w 245282"/>
              <a:gd name="connsiteY2" fmla="*/ 18558 h 566063"/>
              <a:gd name="connsiteX3" fmla="*/ 245282 w 245282"/>
              <a:gd name="connsiteY3" fmla="*/ 565660 h 566063"/>
              <a:gd name="connsiteX4" fmla="*/ 0 w 245282"/>
              <a:gd name="connsiteY4" fmla="*/ 566063 h 566063"/>
              <a:gd name="connsiteX0" fmla="*/ 0 w 245282"/>
              <a:gd name="connsiteY0" fmla="*/ 566063 h 566063"/>
              <a:gd name="connsiteX1" fmla="*/ 76416 w 245282"/>
              <a:gd name="connsiteY1" fmla="*/ 9584 h 566063"/>
              <a:gd name="connsiteX2" fmla="*/ 192626 w 245282"/>
              <a:gd name="connsiteY2" fmla="*/ 18558 h 566063"/>
              <a:gd name="connsiteX3" fmla="*/ 245282 w 245282"/>
              <a:gd name="connsiteY3" fmla="*/ 565660 h 566063"/>
              <a:gd name="connsiteX4" fmla="*/ 0 w 245282"/>
              <a:gd name="connsiteY4" fmla="*/ 566063 h 566063"/>
              <a:gd name="connsiteX0" fmla="*/ 0 w 245282"/>
              <a:gd name="connsiteY0" fmla="*/ 574053 h 574053"/>
              <a:gd name="connsiteX1" fmla="*/ 49700 w 245282"/>
              <a:gd name="connsiteY1" fmla="*/ 4144 h 574053"/>
              <a:gd name="connsiteX2" fmla="*/ 192626 w 245282"/>
              <a:gd name="connsiteY2" fmla="*/ 26548 h 574053"/>
              <a:gd name="connsiteX3" fmla="*/ 245282 w 245282"/>
              <a:gd name="connsiteY3" fmla="*/ 573650 h 574053"/>
              <a:gd name="connsiteX4" fmla="*/ 0 w 245282"/>
              <a:gd name="connsiteY4" fmla="*/ 574053 h 574053"/>
              <a:gd name="connsiteX0" fmla="*/ 0 w 245282"/>
              <a:gd name="connsiteY0" fmla="*/ 579495 h 579495"/>
              <a:gd name="connsiteX1" fmla="*/ 49700 w 245282"/>
              <a:gd name="connsiteY1" fmla="*/ 9586 h 579495"/>
              <a:gd name="connsiteX2" fmla="*/ 216004 w 245282"/>
              <a:gd name="connsiteY2" fmla="*/ 18556 h 579495"/>
              <a:gd name="connsiteX3" fmla="*/ 245282 w 245282"/>
              <a:gd name="connsiteY3" fmla="*/ 579092 h 579495"/>
              <a:gd name="connsiteX4" fmla="*/ 0 w 245282"/>
              <a:gd name="connsiteY4" fmla="*/ 579495 h 579495"/>
              <a:gd name="connsiteX0" fmla="*/ 0 w 245282"/>
              <a:gd name="connsiteY0" fmla="*/ 565293 h 565293"/>
              <a:gd name="connsiteX1" fmla="*/ 53040 w 245282"/>
              <a:gd name="connsiteY1" fmla="*/ 116274 h 565293"/>
              <a:gd name="connsiteX2" fmla="*/ 216004 w 245282"/>
              <a:gd name="connsiteY2" fmla="*/ 4354 h 565293"/>
              <a:gd name="connsiteX3" fmla="*/ 245282 w 245282"/>
              <a:gd name="connsiteY3" fmla="*/ 564890 h 565293"/>
              <a:gd name="connsiteX4" fmla="*/ 0 w 245282"/>
              <a:gd name="connsiteY4" fmla="*/ 565293 h 565293"/>
              <a:gd name="connsiteX0" fmla="*/ 0 w 245282"/>
              <a:gd name="connsiteY0" fmla="*/ 571858 h 571858"/>
              <a:gd name="connsiteX1" fmla="*/ 22984 w 245282"/>
              <a:gd name="connsiteY1" fmla="*/ 28811 h 571858"/>
              <a:gd name="connsiteX2" fmla="*/ 216004 w 245282"/>
              <a:gd name="connsiteY2" fmla="*/ 10919 h 571858"/>
              <a:gd name="connsiteX3" fmla="*/ 245282 w 245282"/>
              <a:gd name="connsiteY3" fmla="*/ 571455 h 571858"/>
              <a:gd name="connsiteX4" fmla="*/ 0 w 245282"/>
              <a:gd name="connsiteY4" fmla="*/ 571858 h 571858"/>
              <a:gd name="connsiteX0" fmla="*/ 0 w 259418"/>
              <a:gd name="connsiteY0" fmla="*/ 545059 h 545059"/>
              <a:gd name="connsiteX1" fmla="*/ 22984 w 259418"/>
              <a:gd name="connsiteY1" fmla="*/ 2012 h 545059"/>
              <a:gd name="connsiteX2" fmla="*/ 259418 w 259418"/>
              <a:gd name="connsiteY2" fmla="*/ 37851 h 545059"/>
              <a:gd name="connsiteX3" fmla="*/ 245282 w 259418"/>
              <a:gd name="connsiteY3" fmla="*/ 544656 h 545059"/>
              <a:gd name="connsiteX4" fmla="*/ 0 w 259418"/>
              <a:gd name="connsiteY4" fmla="*/ 545059 h 545059"/>
              <a:gd name="connsiteX0" fmla="*/ 0 w 259418"/>
              <a:gd name="connsiteY0" fmla="*/ 545059 h 545059"/>
              <a:gd name="connsiteX1" fmla="*/ 9626 w 259418"/>
              <a:gd name="connsiteY1" fmla="*/ 2012 h 545059"/>
              <a:gd name="connsiteX2" fmla="*/ 259418 w 259418"/>
              <a:gd name="connsiteY2" fmla="*/ 37851 h 545059"/>
              <a:gd name="connsiteX3" fmla="*/ 245282 w 259418"/>
              <a:gd name="connsiteY3" fmla="*/ 544656 h 545059"/>
              <a:gd name="connsiteX4" fmla="*/ 0 w 259418"/>
              <a:gd name="connsiteY4" fmla="*/ 545059 h 545059"/>
              <a:gd name="connsiteX0" fmla="*/ 0 w 259418"/>
              <a:gd name="connsiteY0" fmla="*/ 516210 h 516210"/>
              <a:gd name="connsiteX1" fmla="*/ 16304 w 259418"/>
              <a:gd name="connsiteY1" fmla="*/ 40325 h 516210"/>
              <a:gd name="connsiteX2" fmla="*/ 259418 w 259418"/>
              <a:gd name="connsiteY2" fmla="*/ 9002 h 516210"/>
              <a:gd name="connsiteX3" fmla="*/ 245282 w 259418"/>
              <a:gd name="connsiteY3" fmla="*/ 515807 h 516210"/>
              <a:gd name="connsiteX4" fmla="*/ 0 w 259418"/>
              <a:gd name="connsiteY4" fmla="*/ 516210 h 516210"/>
              <a:gd name="connsiteX0" fmla="*/ 0 w 259418"/>
              <a:gd name="connsiteY0" fmla="*/ 516210 h 516210"/>
              <a:gd name="connsiteX1" fmla="*/ 16304 w 259418"/>
              <a:gd name="connsiteY1" fmla="*/ 40325 h 516210"/>
              <a:gd name="connsiteX2" fmla="*/ 259418 w 259418"/>
              <a:gd name="connsiteY2" fmla="*/ 9002 h 516210"/>
              <a:gd name="connsiteX3" fmla="*/ 245282 w 259418"/>
              <a:gd name="connsiteY3" fmla="*/ 515807 h 516210"/>
              <a:gd name="connsiteX4" fmla="*/ 0 w 259418"/>
              <a:gd name="connsiteY4" fmla="*/ 516210 h 516210"/>
              <a:gd name="connsiteX0" fmla="*/ 0 w 249399"/>
              <a:gd name="connsiteY0" fmla="*/ 504698 h 504698"/>
              <a:gd name="connsiteX1" fmla="*/ 16304 w 249399"/>
              <a:gd name="connsiteY1" fmla="*/ 28813 h 504698"/>
              <a:gd name="connsiteX2" fmla="*/ 249399 w 249399"/>
              <a:gd name="connsiteY2" fmla="*/ 10921 h 504698"/>
              <a:gd name="connsiteX3" fmla="*/ 245282 w 249399"/>
              <a:gd name="connsiteY3" fmla="*/ 504295 h 504698"/>
              <a:gd name="connsiteX4" fmla="*/ 0 w 249399"/>
              <a:gd name="connsiteY4" fmla="*/ 504698 h 504698"/>
              <a:gd name="connsiteX0" fmla="*/ 0 w 245430"/>
              <a:gd name="connsiteY0" fmla="*/ 494167 h 494167"/>
              <a:gd name="connsiteX1" fmla="*/ 16304 w 245430"/>
              <a:gd name="connsiteY1" fmla="*/ 18282 h 494167"/>
              <a:gd name="connsiteX2" fmla="*/ 239380 w 245430"/>
              <a:gd name="connsiteY2" fmla="*/ 13822 h 494167"/>
              <a:gd name="connsiteX3" fmla="*/ 245282 w 245430"/>
              <a:gd name="connsiteY3" fmla="*/ 493764 h 494167"/>
              <a:gd name="connsiteX4" fmla="*/ 0 w 245430"/>
              <a:gd name="connsiteY4" fmla="*/ 494167 h 494167"/>
              <a:gd name="connsiteX0" fmla="*/ 0 w 245430"/>
              <a:gd name="connsiteY0" fmla="*/ 482259 h 482259"/>
              <a:gd name="connsiteX1" fmla="*/ 16304 w 245430"/>
              <a:gd name="connsiteY1" fmla="*/ 6374 h 482259"/>
              <a:gd name="connsiteX2" fmla="*/ 239380 w 245430"/>
              <a:gd name="connsiteY2" fmla="*/ 1914 h 482259"/>
              <a:gd name="connsiteX3" fmla="*/ 245282 w 245430"/>
              <a:gd name="connsiteY3" fmla="*/ 481856 h 482259"/>
              <a:gd name="connsiteX4" fmla="*/ 0 w 245430"/>
              <a:gd name="connsiteY4" fmla="*/ 482259 h 482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430" h="482259">
                <a:moveTo>
                  <a:pt x="0" y="482259"/>
                </a:moveTo>
                <a:cubicBezTo>
                  <a:pt x="25472" y="296766"/>
                  <a:pt x="3747" y="240620"/>
                  <a:pt x="16304" y="6374"/>
                </a:cubicBezTo>
                <a:cubicBezTo>
                  <a:pt x="79639" y="-1023"/>
                  <a:pt x="187382" y="-1212"/>
                  <a:pt x="239380" y="1914"/>
                </a:cubicBezTo>
                <a:cubicBezTo>
                  <a:pt x="238008" y="166372"/>
                  <a:pt x="246654" y="317398"/>
                  <a:pt x="245282" y="481856"/>
                </a:cubicBezTo>
                <a:lnTo>
                  <a:pt x="0" y="482259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1C8BEC17-18B6-4085-A2EB-D3C422DA95A9}"/>
              </a:ext>
            </a:extLst>
          </p:cNvPr>
          <p:cNvGrpSpPr/>
          <p:nvPr/>
        </p:nvGrpSpPr>
        <p:grpSpPr>
          <a:xfrm>
            <a:off x="9593697" y="729804"/>
            <a:ext cx="442880" cy="1844232"/>
            <a:chOff x="9504506" y="1002168"/>
            <a:chExt cx="471401" cy="2018999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A6550C6-D8CE-404E-BBEC-DCA9FBE52070}"/>
                </a:ext>
              </a:extLst>
            </p:cNvPr>
            <p:cNvSpPr/>
            <p:nvPr/>
          </p:nvSpPr>
          <p:spPr>
            <a:xfrm>
              <a:off x="9660996" y="1557244"/>
              <a:ext cx="182844" cy="16229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59000">
                  <a:schemeClr val="bg2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7" name="Cylinder 6">
              <a:extLst>
                <a:ext uri="{FF2B5EF4-FFF2-40B4-BE49-F238E27FC236}">
                  <a16:creationId xmlns:a16="http://schemas.microsoft.com/office/drawing/2014/main" id="{893ACB87-365E-4E45-B391-597E98FF375A}"/>
                </a:ext>
              </a:extLst>
            </p:cNvPr>
            <p:cNvSpPr/>
            <p:nvPr/>
          </p:nvSpPr>
          <p:spPr>
            <a:xfrm>
              <a:off x="9504506" y="2599657"/>
              <a:ext cx="471401" cy="421510"/>
            </a:xfrm>
            <a:prstGeom prst="can">
              <a:avLst>
                <a:gd name="adj" fmla="val 14654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8" name="Isosceles Triangle 79">
              <a:extLst>
                <a:ext uri="{FF2B5EF4-FFF2-40B4-BE49-F238E27FC236}">
                  <a16:creationId xmlns:a16="http://schemas.microsoft.com/office/drawing/2014/main" id="{182E54F4-B289-484B-903C-72F0F72DE85A}"/>
                </a:ext>
              </a:extLst>
            </p:cNvPr>
            <p:cNvSpPr/>
            <p:nvPr/>
          </p:nvSpPr>
          <p:spPr>
            <a:xfrm>
              <a:off x="9537936" y="1002168"/>
              <a:ext cx="382784" cy="1633518"/>
            </a:xfrm>
            <a:custGeom>
              <a:avLst/>
              <a:gdLst>
                <a:gd name="connsiteX0" fmla="*/ 0 w 382784"/>
                <a:gd name="connsiteY0" fmla="*/ 1822311 h 1822311"/>
                <a:gd name="connsiteX1" fmla="*/ 191392 w 382784"/>
                <a:gd name="connsiteY1" fmla="*/ 0 h 1822311"/>
                <a:gd name="connsiteX2" fmla="*/ 382784 w 382784"/>
                <a:gd name="connsiteY2" fmla="*/ 1822311 h 1822311"/>
                <a:gd name="connsiteX3" fmla="*/ 0 w 382784"/>
                <a:gd name="connsiteY3" fmla="*/ 1822311 h 1822311"/>
                <a:gd name="connsiteX0" fmla="*/ 0 w 382784"/>
                <a:gd name="connsiteY0" fmla="*/ 1822311 h 1822311"/>
                <a:gd name="connsiteX1" fmla="*/ 191392 w 382784"/>
                <a:gd name="connsiteY1" fmla="*/ 0 h 1822311"/>
                <a:gd name="connsiteX2" fmla="*/ 270801 w 382784"/>
                <a:gd name="connsiteY2" fmla="*/ 118957 h 1822311"/>
                <a:gd name="connsiteX3" fmla="*/ 382784 w 382784"/>
                <a:gd name="connsiteY3" fmla="*/ 1822311 h 1822311"/>
                <a:gd name="connsiteX4" fmla="*/ 0 w 382784"/>
                <a:gd name="connsiteY4" fmla="*/ 1822311 h 1822311"/>
                <a:gd name="connsiteX0" fmla="*/ 0 w 382784"/>
                <a:gd name="connsiteY0" fmla="*/ 1714599 h 1714599"/>
                <a:gd name="connsiteX1" fmla="*/ 96142 w 382784"/>
                <a:gd name="connsiteY1" fmla="*/ 178038 h 1714599"/>
                <a:gd name="connsiteX2" fmla="*/ 270801 w 382784"/>
                <a:gd name="connsiteY2" fmla="*/ 11245 h 1714599"/>
                <a:gd name="connsiteX3" fmla="*/ 382784 w 382784"/>
                <a:gd name="connsiteY3" fmla="*/ 1714599 h 1714599"/>
                <a:gd name="connsiteX4" fmla="*/ 0 w 382784"/>
                <a:gd name="connsiteY4" fmla="*/ 1714599 h 1714599"/>
                <a:gd name="connsiteX0" fmla="*/ 0 w 382784"/>
                <a:gd name="connsiteY0" fmla="*/ 1599710 h 1599710"/>
                <a:gd name="connsiteX1" fmla="*/ 96142 w 382784"/>
                <a:gd name="connsiteY1" fmla="*/ 63149 h 1599710"/>
                <a:gd name="connsiteX2" fmla="*/ 289851 w 382784"/>
                <a:gd name="connsiteY2" fmla="*/ 17006 h 1599710"/>
                <a:gd name="connsiteX3" fmla="*/ 382784 w 382784"/>
                <a:gd name="connsiteY3" fmla="*/ 1599710 h 1599710"/>
                <a:gd name="connsiteX4" fmla="*/ 0 w 382784"/>
                <a:gd name="connsiteY4" fmla="*/ 1599710 h 1599710"/>
                <a:gd name="connsiteX0" fmla="*/ 0 w 382784"/>
                <a:gd name="connsiteY0" fmla="*/ 1612761 h 1612761"/>
                <a:gd name="connsiteX1" fmla="*/ 89792 w 382784"/>
                <a:gd name="connsiteY1" fmla="*/ 0 h 1612761"/>
                <a:gd name="connsiteX2" fmla="*/ 289851 w 382784"/>
                <a:gd name="connsiteY2" fmla="*/ 30057 h 1612761"/>
                <a:gd name="connsiteX3" fmla="*/ 382784 w 382784"/>
                <a:gd name="connsiteY3" fmla="*/ 1612761 h 1612761"/>
                <a:gd name="connsiteX4" fmla="*/ 0 w 382784"/>
                <a:gd name="connsiteY4" fmla="*/ 1612761 h 1612761"/>
                <a:gd name="connsiteX0" fmla="*/ 0 w 382784"/>
                <a:gd name="connsiteY0" fmla="*/ 1612761 h 1612761"/>
                <a:gd name="connsiteX1" fmla="*/ 89792 w 382784"/>
                <a:gd name="connsiteY1" fmla="*/ 0 h 1612761"/>
                <a:gd name="connsiteX2" fmla="*/ 289851 w 382784"/>
                <a:gd name="connsiteY2" fmla="*/ 30057 h 1612761"/>
                <a:gd name="connsiteX3" fmla="*/ 382784 w 382784"/>
                <a:gd name="connsiteY3" fmla="*/ 1612761 h 1612761"/>
                <a:gd name="connsiteX4" fmla="*/ 0 w 382784"/>
                <a:gd name="connsiteY4" fmla="*/ 1612761 h 1612761"/>
                <a:gd name="connsiteX0" fmla="*/ 0 w 382784"/>
                <a:gd name="connsiteY0" fmla="*/ 1651958 h 1651958"/>
                <a:gd name="connsiteX1" fmla="*/ 89792 w 382784"/>
                <a:gd name="connsiteY1" fmla="*/ 39197 h 1651958"/>
                <a:gd name="connsiteX2" fmla="*/ 289851 w 382784"/>
                <a:gd name="connsiteY2" fmla="*/ 69254 h 1651958"/>
                <a:gd name="connsiteX3" fmla="*/ 382784 w 382784"/>
                <a:gd name="connsiteY3" fmla="*/ 1651958 h 1651958"/>
                <a:gd name="connsiteX4" fmla="*/ 0 w 382784"/>
                <a:gd name="connsiteY4" fmla="*/ 1651958 h 1651958"/>
                <a:gd name="connsiteX0" fmla="*/ 0 w 382784"/>
                <a:gd name="connsiteY0" fmla="*/ 1662822 h 1662822"/>
                <a:gd name="connsiteX1" fmla="*/ 89792 w 382784"/>
                <a:gd name="connsiteY1" fmla="*/ 50061 h 1662822"/>
                <a:gd name="connsiteX2" fmla="*/ 321601 w 382784"/>
                <a:gd name="connsiteY2" fmla="*/ 54718 h 1662822"/>
                <a:gd name="connsiteX3" fmla="*/ 382784 w 382784"/>
                <a:gd name="connsiteY3" fmla="*/ 1662822 h 1662822"/>
                <a:gd name="connsiteX4" fmla="*/ 0 w 382784"/>
                <a:gd name="connsiteY4" fmla="*/ 1662822 h 1662822"/>
                <a:gd name="connsiteX0" fmla="*/ 0 w 382784"/>
                <a:gd name="connsiteY0" fmla="*/ 1662822 h 1662822"/>
                <a:gd name="connsiteX1" fmla="*/ 89792 w 382784"/>
                <a:gd name="connsiteY1" fmla="*/ 50061 h 1662822"/>
                <a:gd name="connsiteX2" fmla="*/ 321601 w 382784"/>
                <a:gd name="connsiteY2" fmla="*/ 54718 h 1662822"/>
                <a:gd name="connsiteX3" fmla="*/ 382784 w 382784"/>
                <a:gd name="connsiteY3" fmla="*/ 1662822 h 1662822"/>
                <a:gd name="connsiteX4" fmla="*/ 0 w 382784"/>
                <a:gd name="connsiteY4" fmla="*/ 1662822 h 1662822"/>
                <a:gd name="connsiteX0" fmla="*/ 0 w 382784"/>
                <a:gd name="connsiteY0" fmla="*/ 1649746 h 1649746"/>
                <a:gd name="connsiteX1" fmla="*/ 89792 w 382784"/>
                <a:gd name="connsiteY1" fmla="*/ 36985 h 1649746"/>
                <a:gd name="connsiteX2" fmla="*/ 321601 w 382784"/>
                <a:gd name="connsiteY2" fmla="*/ 73392 h 1649746"/>
                <a:gd name="connsiteX3" fmla="*/ 382784 w 382784"/>
                <a:gd name="connsiteY3" fmla="*/ 1649746 h 1649746"/>
                <a:gd name="connsiteX4" fmla="*/ 0 w 382784"/>
                <a:gd name="connsiteY4" fmla="*/ 1649746 h 1649746"/>
                <a:gd name="connsiteX0" fmla="*/ 0 w 382784"/>
                <a:gd name="connsiteY0" fmla="*/ 1634390 h 1634390"/>
                <a:gd name="connsiteX1" fmla="*/ 83442 w 382784"/>
                <a:gd name="connsiteY1" fmla="*/ 47029 h 1634390"/>
                <a:gd name="connsiteX2" fmla="*/ 321601 w 382784"/>
                <a:gd name="connsiteY2" fmla="*/ 58036 h 1634390"/>
                <a:gd name="connsiteX3" fmla="*/ 382784 w 382784"/>
                <a:gd name="connsiteY3" fmla="*/ 1634390 h 1634390"/>
                <a:gd name="connsiteX4" fmla="*/ 0 w 382784"/>
                <a:gd name="connsiteY4" fmla="*/ 1634390 h 1634390"/>
                <a:gd name="connsiteX0" fmla="*/ 0 w 382784"/>
                <a:gd name="connsiteY0" fmla="*/ 1626559 h 1626559"/>
                <a:gd name="connsiteX1" fmla="*/ 83442 w 382784"/>
                <a:gd name="connsiteY1" fmla="*/ 39198 h 1626559"/>
                <a:gd name="connsiteX2" fmla="*/ 340651 w 382784"/>
                <a:gd name="connsiteY2" fmla="*/ 69255 h 1626559"/>
                <a:gd name="connsiteX3" fmla="*/ 382784 w 382784"/>
                <a:gd name="connsiteY3" fmla="*/ 1626559 h 1626559"/>
                <a:gd name="connsiteX4" fmla="*/ 0 w 382784"/>
                <a:gd name="connsiteY4" fmla="*/ 1626559 h 1626559"/>
                <a:gd name="connsiteX0" fmla="*/ 0 w 382784"/>
                <a:gd name="connsiteY0" fmla="*/ 1632538 h 1632538"/>
                <a:gd name="connsiteX1" fmla="*/ 83442 w 382784"/>
                <a:gd name="connsiteY1" fmla="*/ 45177 h 1632538"/>
                <a:gd name="connsiteX2" fmla="*/ 340651 w 382784"/>
                <a:gd name="connsiteY2" fmla="*/ 75234 h 1632538"/>
                <a:gd name="connsiteX3" fmla="*/ 382784 w 382784"/>
                <a:gd name="connsiteY3" fmla="*/ 1632538 h 1632538"/>
                <a:gd name="connsiteX4" fmla="*/ 0 w 382784"/>
                <a:gd name="connsiteY4" fmla="*/ 1632538 h 1632538"/>
                <a:gd name="connsiteX0" fmla="*/ 0 w 382784"/>
                <a:gd name="connsiteY0" fmla="*/ 1644734 h 1644734"/>
                <a:gd name="connsiteX1" fmla="*/ 83442 w 382784"/>
                <a:gd name="connsiteY1" fmla="*/ 57373 h 1644734"/>
                <a:gd name="connsiteX2" fmla="*/ 340651 w 382784"/>
                <a:gd name="connsiteY2" fmla="*/ 62030 h 1644734"/>
                <a:gd name="connsiteX3" fmla="*/ 382784 w 382784"/>
                <a:gd name="connsiteY3" fmla="*/ 1644734 h 1644734"/>
                <a:gd name="connsiteX4" fmla="*/ 0 w 382784"/>
                <a:gd name="connsiteY4" fmla="*/ 1644734 h 1644734"/>
                <a:gd name="connsiteX0" fmla="*/ 0 w 382784"/>
                <a:gd name="connsiteY0" fmla="*/ 1639814 h 1639814"/>
                <a:gd name="connsiteX1" fmla="*/ 83442 w 382784"/>
                <a:gd name="connsiteY1" fmla="*/ 52453 h 1639814"/>
                <a:gd name="connsiteX2" fmla="*/ 340651 w 382784"/>
                <a:gd name="connsiteY2" fmla="*/ 57110 h 1639814"/>
                <a:gd name="connsiteX3" fmla="*/ 382784 w 382784"/>
                <a:gd name="connsiteY3" fmla="*/ 1639814 h 1639814"/>
                <a:gd name="connsiteX4" fmla="*/ 0 w 382784"/>
                <a:gd name="connsiteY4" fmla="*/ 1639814 h 1639814"/>
                <a:gd name="connsiteX0" fmla="*/ 0 w 382784"/>
                <a:gd name="connsiteY0" fmla="*/ 1643162 h 1643162"/>
                <a:gd name="connsiteX1" fmla="*/ 83442 w 382784"/>
                <a:gd name="connsiteY1" fmla="*/ 55801 h 1643162"/>
                <a:gd name="connsiteX2" fmla="*/ 321601 w 382784"/>
                <a:gd name="connsiteY2" fmla="*/ 54108 h 1643162"/>
                <a:gd name="connsiteX3" fmla="*/ 382784 w 382784"/>
                <a:gd name="connsiteY3" fmla="*/ 1643162 h 1643162"/>
                <a:gd name="connsiteX4" fmla="*/ 0 w 382784"/>
                <a:gd name="connsiteY4" fmla="*/ 1643162 h 1643162"/>
                <a:gd name="connsiteX0" fmla="*/ 0 w 382784"/>
                <a:gd name="connsiteY0" fmla="*/ 1633099 h 1633099"/>
                <a:gd name="connsiteX1" fmla="*/ 51692 w 382784"/>
                <a:gd name="connsiteY1" fmla="*/ 71138 h 1633099"/>
                <a:gd name="connsiteX2" fmla="*/ 321601 w 382784"/>
                <a:gd name="connsiteY2" fmla="*/ 44045 h 1633099"/>
                <a:gd name="connsiteX3" fmla="*/ 382784 w 382784"/>
                <a:gd name="connsiteY3" fmla="*/ 1633099 h 1633099"/>
                <a:gd name="connsiteX4" fmla="*/ 0 w 382784"/>
                <a:gd name="connsiteY4" fmla="*/ 1633099 h 1633099"/>
                <a:gd name="connsiteX0" fmla="*/ 0 w 382784"/>
                <a:gd name="connsiteY0" fmla="*/ 1617763 h 1617763"/>
                <a:gd name="connsiteX1" fmla="*/ 51692 w 382784"/>
                <a:gd name="connsiteY1" fmla="*/ 55802 h 1617763"/>
                <a:gd name="connsiteX2" fmla="*/ 334301 w 382784"/>
                <a:gd name="connsiteY2" fmla="*/ 54109 h 1617763"/>
                <a:gd name="connsiteX3" fmla="*/ 382784 w 382784"/>
                <a:gd name="connsiteY3" fmla="*/ 1617763 h 1617763"/>
                <a:gd name="connsiteX4" fmla="*/ 0 w 382784"/>
                <a:gd name="connsiteY4" fmla="*/ 1617763 h 1617763"/>
                <a:gd name="connsiteX0" fmla="*/ 0 w 382784"/>
                <a:gd name="connsiteY0" fmla="*/ 1617763 h 1633636"/>
                <a:gd name="connsiteX1" fmla="*/ 51692 w 382784"/>
                <a:gd name="connsiteY1" fmla="*/ 55802 h 1633636"/>
                <a:gd name="connsiteX2" fmla="*/ 334301 w 382784"/>
                <a:gd name="connsiteY2" fmla="*/ 54109 h 1633636"/>
                <a:gd name="connsiteX3" fmla="*/ 382784 w 382784"/>
                <a:gd name="connsiteY3" fmla="*/ 1617763 h 1633636"/>
                <a:gd name="connsiteX4" fmla="*/ 173903 w 382784"/>
                <a:gd name="connsiteY4" fmla="*/ 1633518 h 1633636"/>
                <a:gd name="connsiteX5" fmla="*/ 0 w 382784"/>
                <a:gd name="connsiteY5" fmla="*/ 1617763 h 1633636"/>
                <a:gd name="connsiteX0" fmla="*/ 0 w 382784"/>
                <a:gd name="connsiteY0" fmla="*/ 1617763 h 1633636"/>
                <a:gd name="connsiteX1" fmla="*/ 51692 w 382784"/>
                <a:gd name="connsiteY1" fmla="*/ 55802 h 1633636"/>
                <a:gd name="connsiteX2" fmla="*/ 334301 w 382784"/>
                <a:gd name="connsiteY2" fmla="*/ 54109 h 1633636"/>
                <a:gd name="connsiteX3" fmla="*/ 382784 w 382784"/>
                <a:gd name="connsiteY3" fmla="*/ 1617763 h 1633636"/>
                <a:gd name="connsiteX4" fmla="*/ 173903 w 382784"/>
                <a:gd name="connsiteY4" fmla="*/ 1633518 h 1633636"/>
                <a:gd name="connsiteX5" fmla="*/ 0 w 382784"/>
                <a:gd name="connsiteY5" fmla="*/ 1617763 h 1633636"/>
                <a:gd name="connsiteX0" fmla="*/ 0 w 382784"/>
                <a:gd name="connsiteY0" fmla="*/ 1617763 h 1634031"/>
                <a:gd name="connsiteX1" fmla="*/ 51692 w 382784"/>
                <a:gd name="connsiteY1" fmla="*/ 55802 h 1634031"/>
                <a:gd name="connsiteX2" fmla="*/ 334301 w 382784"/>
                <a:gd name="connsiteY2" fmla="*/ 54109 h 1634031"/>
                <a:gd name="connsiteX3" fmla="*/ 382784 w 382784"/>
                <a:gd name="connsiteY3" fmla="*/ 1617763 h 1634031"/>
                <a:gd name="connsiteX4" fmla="*/ 173903 w 382784"/>
                <a:gd name="connsiteY4" fmla="*/ 1633518 h 1634031"/>
                <a:gd name="connsiteX5" fmla="*/ 0 w 382784"/>
                <a:gd name="connsiteY5" fmla="*/ 1617763 h 1634031"/>
                <a:gd name="connsiteX0" fmla="*/ 0 w 382784"/>
                <a:gd name="connsiteY0" fmla="*/ 1617763 h 1642179"/>
                <a:gd name="connsiteX1" fmla="*/ 51692 w 382784"/>
                <a:gd name="connsiteY1" fmla="*/ 55802 h 1642179"/>
                <a:gd name="connsiteX2" fmla="*/ 334301 w 382784"/>
                <a:gd name="connsiteY2" fmla="*/ 54109 h 1642179"/>
                <a:gd name="connsiteX3" fmla="*/ 382784 w 382784"/>
                <a:gd name="connsiteY3" fmla="*/ 1617763 h 1642179"/>
                <a:gd name="connsiteX4" fmla="*/ 190837 w 382784"/>
                <a:gd name="connsiteY4" fmla="*/ 1641984 h 1642179"/>
                <a:gd name="connsiteX5" fmla="*/ 0 w 382784"/>
                <a:gd name="connsiteY5" fmla="*/ 1617763 h 1642179"/>
                <a:gd name="connsiteX0" fmla="*/ 0 w 382784"/>
                <a:gd name="connsiteY0" fmla="*/ 1617763 h 1642179"/>
                <a:gd name="connsiteX1" fmla="*/ 51692 w 382784"/>
                <a:gd name="connsiteY1" fmla="*/ 55802 h 1642179"/>
                <a:gd name="connsiteX2" fmla="*/ 334301 w 382784"/>
                <a:gd name="connsiteY2" fmla="*/ 54109 h 1642179"/>
                <a:gd name="connsiteX3" fmla="*/ 382784 w 382784"/>
                <a:gd name="connsiteY3" fmla="*/ 1617763 h 1642179"/>
                <a:gd name="connsiteX4" fmla="*/ 190837 w 382784"/>
                <a:gd name="connsiteY4" fmla="*/ 1641984 h 1642179"/>
                <a:gd name="connsiteX5" fmla="*/ 0 w 382784"/>
                <a:gd name="connsiteY5" fmla="*/ 1617763 h 1642179"/>
                <a:gd name="connsiteX0" fmla="*/ 0 w 382784"/>
                <a:gd name="connsiteY0" fmla="*/ 1617763 h 1642179"/>
                <a:gd name="connsiteX1" fmla="*/ 51692 w 382784"/>
                <a:gd name="connsiteY1" fmla="*/ 55802 h 1642179"/>
                <a:gd name="connsiteX2" fmla="*/ 334301 w 382784"/>
                <a:gd name="connsiteY2" fmla="*/ 54109 h 1642179"/>
                <a:gd name="connsiteX3" fmla="*/ 382784 w 382784"/>
                <a:gd name="connsiteY3" fmla="*/ 1617763 h 1642179"/>
                <a:gd name="connsiteX4" fmla="*/ 190837 w 382784"/>
                <a:gd name="connsiteY4" fmla="*/ 1641984 h 1642179"/>
                <a:gd name="connsiteX5" fmla="*/ 0 w 382784"/>
                <a:gd name="connsiteY5" fmla="*/ 1617763 h 1642179"/>
                <a:gd name="connsiteX0" fmla="*/ 0 w 382784"/>
                <a:gd name="connsiteY0" fmla="*/ 1617763 h 1634031"/>
                <a:gd name="connsiteX1" fmla="*/ 51692 w 382784"/>
                <a:gd name="connsiteY1" fmla="*/ 55802 h 1634031"/>
                <a:gd name="connsiteX2" fmla="*/ 334301 w 382784"/>
                <a:gd name="connsiteY2" fmla="*/ 54109 h 1634031"/>
                <a:gd name="connsiteX3" fmla="*/ 382784 w 382784"/>
                <a:gd name="connsiteY3" fmla="*/ 1617763 h 1634031"/>
                <a:gd name="connsiteX4" fmla="*/ 190837 w 382784"/>
                <a:gd name="connsiteY4" fmla="*/ 1633518 h 1634031"/>
                <a:gd name="connsiteX5" fmla="*/ 0 w 382784"/>
                <a:gd name="connsiteY5" fmla="*/ 1617763 h 1634031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9083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9083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9083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9083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9083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43043"/>
                <a:gd name="connsiteX1" fmla="*/ 51692 w 382784"/>
                <a:gd name="connsiteY1" fmla="*/ 55802 h 1643043"/>
                <a:gd name="connsiteX2" fmla="*/ 334301 w 382784"/>
                <a:gd name="connsiteY2" fmla="*/ 54109 h 1643043"/>
                <a:gd name="connsiteX3" fmla="*/ 382784 w 382784"/>
                <a:gd name="connsiteY3" fmla="*/ 1617763 h 1643043"/>
                <a:gd name="connsiteX4" fmla="*/ 194012 w 382784"/>
                <a:gd name="connsiteY4" fmla="*/ 1643043 h 1643043"/>
                <a:gd name="connsiteX5" fmla="*/ 0 w 382784"/>
                <a:gd name="connsiteY5" fmla="*/ 1617763 h 1643043"/>
                <a:gd name="connsiteX0" fmla="*/ 0 w 382784"/>
                <a:gd name="connsiteY0" fmla="*/ 1617763 h 1643043"/>
                <a:gd name="connsiteX1" fmla="*/ 51692 w 382784"/>
                <a:gd name="connsiteY1" fmla="*/ 55802 h 1643043"/>
                <a:gd name="connsiteX2" fmla="*/ 334301 w 382784"/>
                <a:gd name="connsiteY2" fmla="*/ 54109 h 1643043"/>
                <a:gd name="connsiteX3" fmla="*/ 382784 w 382784"/>
                <a:gd name="connsiteY3" fmla="*/ 1617763 h 1643043"/>
                <a:gd name="connsiteX4" fmla="*/ 194012 w 382784"/>
                <a:gd name="connsiteY4" fmla="*/ 1643043 h 1643043"/>
                <a:gd name="connsiteX5" fmla="*/ 0 w 382784"/>
                <a:gd name="connsiteY5" fmla="*/ 1617763 h 1643043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8448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84487 w 382784"/>
                <a:gd name="connsiteY4" fmla="*/ 1633518 h 1633518"/>
                <a:gd name="connsiteX5" fmla="*/ 0 w 382784"/>
                <a:gd name="connsiteY5" fmla="*/ 1617763 h 1633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2784" h="1633518">
                  <a:moveTo>
                    <a:pt x="0" y="1617763"/>
                  </a:moveTo>
                  <a:lnTo>
                    <a:pt x="51692" y="55802"/>
                  </a:lnTo>
                  <a:cubicBezTo>
                    <a:pt x="135312" y="-10379"/>
                    <a:pt x="225281" y="-25760"/>
                    <a:pt x="334301" y="54109"/>
                  </a:cubicBezTo>
                  <a:lnTo>
                    <a:pt x="382784" y="1617763"/>
                  </a:lnTo>
                  <a:cubicBezTo>
                    <a:pt x="295871" y="1639242"/>
                    <a:pt x="276691" y="1619447"/>
                    <a:pt x="184487" y="1633518"/>
                  </a:cubicBezTo>
                  <a:cubicBezTo>
                    <a:pt x="93358" y="1620152"/>
                    <a:pt x="79487" y="1635362"/>
                    <a:pt x="0" y="1617763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2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DAD153C-146C-4C2E-B7FC-B22110D9C8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30396" y="1095415"/>
              <a:ext cx="27674" cy="14926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9EFA7D4-46F2-4917-A228-A563292B0587}"/>
                </a:ext>
              </a:extLst>
            </p:cNvPr>
            <p:cNvCxnSpPr>
              <a:cxnSpLocks/>
              <a:stCxn id="8" idx="0"/>
              <a:endCxn id="8" idx="4"/>
            </p:cNvCxnSpPr>
            <p:nvPr/>
          </p:nvCxnSpPr>
          <p:spPr>
            <a:xfrm>
              <a:off x="9537936" y="2619931"/>
              <a:ext cx="184487" cy="1575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CFC4B369-A714-44AD-832F-CC1669763B19}"/>
                </a:ext>
              </a:extLst>
            </p:cNvPr>
            <p:cNvSpPr/>
            <p:nvPr/>
          </p:nvSpPr>
          <p:spPr>
            <a:xfrm rot="10455752">
              <a:off x="9573821" y="2507149"/>
              <a:ext cx="294204" cy="81457"/>
            </a:xfrm>
            <a:prstGeom prst="arc">
              <a:avLst>
                <a:gd name="adj1" fmla="val 15628279"/>
                <a:gd name="adj2" fmla="val 21412419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2421F780-81CA-4189-9318-2F410E3C2918}"/>
                </a:ext>
              </a:extLst>
            </p:cNvPr>
            <p:cNvSpPr/>
            <p:nvPr/>
          </p:nvSpPr>
          <p:spPr>
            <a:xfrm rot="10455752">
              <a:off x="9614006" y="1563673"/>
              <a:ext cx="223299" cy="4571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B1AB44A6-3C32-46F7-8BCE-9FE6CBC50ABA}"/>
                </a:ext>
              </a:extLst>
            </p:cNvPr>
            <p:cNvSpPr/>
            <p:nvPr/>
          </p:nvSpPr>
          <p:spPr>
            <a:xfrm rot="10455752">
              <a:off x="9580675" y="2395417"/>
              <a:ext cx="303590" cy="5612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AF8602AE-449D-4E27-838D-157E5D79BF7F}"/>
                </a:ext>
              </a:extLst>
            </p:cNvPr>
            <p:cNvSpPr/>
            <p:nvPr/>
          </p:nvSpPr>
          <p:spPr>
            <a:xfrm rot="10455752">
              <a:off x="9615471" y="1415878"/>
              <a:ext cx="221938" cy="4571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4405EB09-58E2-40EA-8CA7-366328B157C3}"/>
                </a:ext>
              </a:extLst>
            </p:cNvPr>
            <p:cNvSpPr/>
            <p:nvPr/>
          </p:nvSpPr>
          <p:spPr>
            <a:xfrm rot="10455752">
              <a:off x="9587546" y="2249570"/>
              <a:ext cx="281338" cy="63614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47715D88-3426-4903-BAF8-DCE71A0DD5A3}"/>
                </a:ext>
              </a:extLst>
            </p:cNvPr>
            <p:cNvSpPr/>
            <p:nvPr/>
          </p:nvSpPr>
          <p:spPr>
            <a:xfrm rot="10455752">
              <a:off x="9610181" y="1710751"/>
              <a:ext cx="231795" cy="4729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F55A75CD-B2AD-4061-8D87-34EF9C16F124}"/>
                </a:ext>
              </a:extLst>
            </p:cNvPr>
            <p:cNvSpPr/>
            <p:nvPr/>
          </p:nvSpPr>
          <p:spPr>
            <a:xfrm rot="10455752">
              <a:off x="9591714" y="2112810"/>
              <a:ext cx="250236" cy="5893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4E5A13A7-1DEB-4A4B-8039-FA96D3C74F27}"/>
                </a:ext>
              </a:extLst>
            </p:cNvPr>
            <p:cNvSpPr/>
            <p:nvPr/>
          </p:nvSpPr>
          <p:spPr>
            <a:xfrm rot="10455752">
              <a:off x="9600960" y="1848893"/>
              <a:ext cx="250236" cy="4802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C5B2AEAF-1BE1-42E0-A419-A8BD4441AFB7}"/>
                </a:ext>
              </a:extLst>
            </p:cNvPr>
            <p:cNvSpPr/>
            <p:nvPr/>
          </p:nvSpPr>
          <p:spPr>
            <a:xfrm rot="10455752">
              <a:off x="9595696" y="1984608"/>
              <a:ext cx="250236" cy="49164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EACFEDE9-BFDD-4A78-ADB8-376BCD2EAAD3}"/>
                </a:ext>
              </a:extLst>
            </p:cNvPr>
            <p:cNvSpPr/>
            <p:nvPr/>
          </p:nvSpPr>
          <p:spPr>
            <a:xfrm rot="10455752">
              <a:off x="9623413" y="1267408"/>
              <a:ext cx="206022" cy="4571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B515180F-2CF1-45EF-8B6D-70880030D2B2}"/>
                </a:ext>
              </a:extLst>
            </p:cNvPr>
            <p:cNvSpPr/>
            <p:nvPr/>
          </p:nvSpPr>
          <p:spPr>
            <a:xfrm rot="10455752">
              <a:off x="9625038" y="1091309"/>
              <a:ext cx="204540" cy="4571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E500907-3586-484E-873F-888CADA033C8}"/>
                </a:ext>
              </a:extLst>
            </p:cNvPr>
            <p:cNvSpPr txBox="1"/>
            <p:nvPr/>
          </p:nvSpPr>
          <p:spPr>
            <a:xfrm>
              <a:off x="9670081" y="2492276"/>
              <a:ext cx="19727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7316A33-30B9-482C-8C00-358EDF677ED6}"/>
                </a:ext>
              </a:extLst>
            </p:cNvPr>
            <p:cNvSpPr txBox="1"/>
            <p:nvPr/>
          </p:nvSpPr>
          <p:spPr>
            <a:xfrm>
              <a:off x="9656645" y="2362882"/>
              <a:ext cx="302905" cy="202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10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FE3A820-988A-4AAA-B069-E72C34886C52}"/>
                </a:ext>
              </a:extLst>
            </p:cNvPr>
            <p:cNvSpPr txBox="1"/>
            <p:nvPr/>
          </p:nvSpPr>
          <p:spPr>
            <a:xfrm>
              <a:off x="9661548" y="2226335"/>
              <a:ext cx="298000" cy="202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20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E21D385-8488-4040-887F-B827824FA3A5}"/>
                </a:ext>
              </a:extLst>
            </p:cNvPr>
            <p:cNvSpPr txBox="1"/>
            <p:nvPr/>
          </p:nvSpPr>
          <p:spPr>
            <a:xfrm>
              <a:off x="9649978" y="1947576"/>
              <a:ext cx="286669" cy="202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30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77C8CF5-4EED-497A-AFA2-1A1A5D79D05D}"/>
                </a:ext>
              </a:extLst>
            </p:cNvPr>
            <p:cNvSpPr txBox="1"/>
            <p:nvPr/>
          </p:nvSpPr>
          <p:spPr>
            <a:xfrm>
              <a:off x="9656355" y="1682390"/>
              <a:ext cx="277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40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19584C6-C0CA-410D-A592-2D8E2FF6F4E1}"/>
                </a:ext>
              </a:extLst>
            </p:cNvPr>
            <p:cNvSpPr txBox="1"/>
            <p:nvPr/>
          </p:nvSpPr>
          <p:spPr>
            <a:xfrm>
              <a:off x="9653233" y="1386231"/>
              <a:ext cx="292797" cy="202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50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4632B09-FD59-44D9-A3C5-C3FD83ADA8C3}"/>
                </a:ext>
              </a:extLst>
            </p:cNvPr>
            <p:cNvSpPr txBox="1"/>
            <p:nvPr/>
          </p:nvSpPr>
          <p:spPr>
            <a:xfrm>
              <a:off x="9644766" y="1054184"/>
              <a:ext cx="27683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60</a:t>
              </a:r>
            </a:p>
          </p:txBody>
        </p:sp>
      </p:grp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6C44C79C-0BE1-45D0-9152-00F171CB966B}"/>
              </a:ext>
            </a:extLst>
          </p:cNvPr>
          <p:cNvSpPr/>
          <p:nvPr/>
        </p:nvSpPr>
        <p:spPr>
          <a:xfrm>
            <a:off x="1343768" y="416093"/>
            <a:ext cx="4096537" cy="5056743"/>
          </a:xfrm>
          <a:custGeom>
            <a:avLst/>
            <a:gdLst>
              <a:gd name="connsiteX0" fmla="*/ 779862 w 1855561"/>
              <a:gd name="connsiteY0" fmla="*/ 16409 h 2240676"/>
              <a:gd name="connsiteX1" fmla="*/ 500462 w 1855561"/>
              <a:gd name="connsiteY1" fmla="*/ 151876 h 2240676"/>
              <a:gd name="connsiteX2" fmla="*/ 263395 w 1855561"/>
              <a:gd name="connsiteY2" fmla="*/ 397409 h 2240676"/>
              <a:gd name="connsiteX3" fmla="*/ 144862 w 1855561"/>
              <a:gd name="connsiteY3" fmla="*/ 854609 h 2240676"/>
              <a:gd name="connsiteX4" fmla="*/ 153329 w 1855561"/>
              <a:gd name="connsiteY4" fmla="*/ 1227143 h 2240676"/>
              <a:gd name="connsiteX5" fmla="*/ 153329 w 1855561"/>
              <a:gd name="connsiteY5" fmla="*/ 1311809 h 2240676"/>
              <a:gd name="connsiteX6" fmla="*/ 102529 w 1855561"/>
              <a:gd name="connsiteY6" fmla="*/ 1252543 h 2240676"/>
              <a:gd name="connsiteX7" fmla="*/ 68662 w 1855561"/>
              <a:gd name="connsiteY7" fmla="*/ 1235609 h 2240676"/>
              <a:gd name="connsiteX8" fmla="*/ 929 w 1855561"/>
              <a:gd name="connsiteY8" fmla="*/ 1269476 h 2240676"/>
              <a:gd name="connsiteX9" fmla="*/ 34795 w 1855561"/>
              <a:gd name="connsiteY9" fmla="*/ 1455743 h 2240676"/>
              <a:gd name="connsiteX10" fmla="*/ 110995 w 1855561"/>
              <a:gd name="connsiteY10" fmla="*/ 1557343 h 2240676"/>
              <a:gd name="connsiteX11" fmla="*/ 144862 w 1855561"/>
              <a:gd name="connsiteY11" fmla="*/ 1650476 h 2240676"/>
              <a:gd name="connsiteX12" fmla="*/ 212595 w 1855561"/>
              <a:gd name="connsiteY12" fmla="*/ 1633543 h 2240676"/>
              <a:gd name="connsiteX13" fmla="*/ 221062 w 1855561"/>
              <a:gd name="connsiteY13" fmla="*/ 1574276 h 2240676"/>
              <a:gd name="connsiteX14" fmla="*/ 221062 w 1855561"/>
              <a:gd name="connsiteY14" fmla="*/ 1540409 h 2240676"/>
              <a:gd name="connsiteX15" fmla="*/ 348062 w 1855561"/>
              <a:gd name="connsiteY15" fmla="*/ 1769009 h 2240676"/>
              <a:gd name="connsiteX16" fmla="*/ 534329 w 1855561"/>
              <a:gd name="connsiteY16" fmla="*/ 1997609 h 2240676"/>
              <a:gd name="connsiteX17" fmla="*/ 1008462 w 1855561"/>
              <a:gd name="connsiteY17" fmla="*/ 2209276 h 2240676"/>
              <a:gd name="connsiteX18" fmla="*/ 1203195 w 1855561"/>
              <a:gd name="connsiteY18" fmla="*/ 2209276 h 2240676"/>
              <a:gd name="connsiteX19" fmla="*/ 1575729 w 1855561"/>
              <a:gd name="connsiteY19" fmla="*/ 1921409 h 2240676"/>
              <a:gd name="connsiteX20" fmla="*/ 1685795 w 1855561"/>
              <a:gd name="connsiteY20" fmla="*/ 1531943 h 2240676"/>
              <a:gd name="connsiteX21" fmla="*/ 1677329 w 1855561"/>
              <a:gd name="connsiteY21" fmla="*/ 1464209 h 2240676"/>
              <a:gd name="connsiteX22" fmla="*/ 1736595 w 1855561"/>
              <a:gd name="connsiteY22" fmla="*/ 1557343 h 2240676"/>
              <a:gd name="connsiteX23" fmla="*/ 1787395 w 1855561"/>
              <a:gd name="connsiteY23" fmla="*/ 1531943 h 2240676"/>
              <a:gd name="connsiteX24" fmla="*/ 1804329 w 1855561"/>
              <a:gd name="connsiteY24" fmla="*/ 1413409 h 2240676"/>
              <a:gd name="connsiteX25" fmla="*/ 1812795 w 1855561"/>
              <a:gd name="connsiteY25" fmla="*/ 1311809 h 2240676"/>
              <a:gd name="connsiteX26" fmla="*/ 1855129 w 1855561"/>
              <a:gd name="connsiteY26" fmla="*/ 1218676 h 2240676"/>
              <a:gd name="connsiteX27" fmla="*/ 1829729 w 1855561"/>
              <a:gd name="connsiteY27" fmla="*/ 1100143 h 2240676"/>
              <a:gd name="connsiteX28" fmla="*/ 1753529 w 1855561"/>
              <a:gd name="connsiteY28" fmla="*/ 1125543 h 2240676"/>
              <a:gd name="connsiteX29" fmla="*/ 1694262 w 1855561"/>
              <a:gd name="connsiteY29" fmla="*/ 1210209 h 2240676"/>
              <a:gd name="connsiteX30" fmla="*/ 1685795 w 1855561"/>
              <a:gd name="connsiteY30" fmla="*/ 1244076 h 2240676"/>
              <a:gd name="connsiteX31" fmla="*/ 1702729 w 1855561"/>
              <a:gd name="connsiteY31" fmla="*/ 837676 h 2240676"/>
              <a:gd name="connsiteX32" fmla="*/ 1643462 w 1855561"/>
              <a:gd name="connsiteY32" fmla="*/ 456676 h 2240676"/>
              <a:gd name="connsiteX33" fmla="*/ 1474129 w 1855561"/>
              <a:gd name="connsiteY33" fmla="*/ 194209 h 2240676"/>
              <a:gd name="connsiteX34" fmla="*/ 1220129 w 1855561"/>
              <a:gd name="connsiteY34" fmla="*/ 58743 h 2240676"/>
              <a:gd name="connsiteX35" fmla="*/ 906862 w 1855561"/>
              <a:gd name="connsiteY35" fmla="*/ 7943 h 2240676"/>
              <a:gd name="connsiteX36" fmla="*/ 779862 w 1855561"/>
              <a:gd name="connsiteY36" fmla="*/ 16409 h 2240676"/>
              <a:gd name="connsiteX0" fmla="*/ 779862 w 1855561"/>
              <a:gd name="connsiteY0" fmla="*/ 16409 h 2275329"/>
              <a:gd name="connsiteX1" fmla="*/ 500462 w 1855561"/>
              <a:gd name="connsiteY1" fmla="*/ 151876 h 2275329"/>
              <a:gd name="connsiteX2" fmla="*/ 263395 w 1855561"/>
              <a:gd name="connsiteY2" fmla="*/ 397409 h 2275329"/>
              <a:gd name="connsiteX3" fmla="*/ 144862 w 1855561"/>
              <a:gd name="connsiteY3" fmla="*/ 854609 h 2275329"/>
              <a:gd name="connsiteX4" fmla="*/ 153329 w 1855561"/>
              <a:gd name="connsiteY4" fmla="*/ 1227143 h 2275329"/>
              <a:gd name="connsiteX5" fmla="*/ 153329 w 1855561"/>
              <a:gd name="connsiteY5" fmla="*/ 1311809 h 2275329"/>
              <a:gd name="connsiteX6" fmla="*/ 102529 w 1855561"/>
              <a:gd name="connsiteY6" fmla="*/ 1252543 h 2275329"/>
              <a:gd name="connsiteX7" fmla="*/ 68662 w 1855561"/>
              <a:gd name="connsiteY7" fmla="*/ 1235609 h 2275329"/>
              <a:gd name="connsiteX8" fmla="*/ 929 w 1855561"/>
              <a:gd name="connsiteY8" fmla="*/ 1269476 h 2275329"/>
              <a:gd name="connsiteX9" fmla="*/ 34795 w 1855561"/>
              <a:gd name="connsiteY9" fmla="*/ 1455743 h 2275329"/>
              <a:gd name="connsiteX10" fmla="*/ 110995 w 1855561"/>
              <a:gd name="connsiteY10" fmla="*/ 1557343 h 2275329"/>
              <a:gd name="connsiteX11" fmla="*/ 144862 w 1855561"/>
              <a:gd name="connsiteY11" fmla="*/ 1650476 h 2275329"/>
              <a:gd name="connsiteX12" fmla="*/ 212595 w 1855561"/>
              <a:gd name="connsiteY12" fmla="*/ 1633543 h 2275329"/>
              <a:gd name="connsiteX13" fmla="*/ 221062 w 1855561"/>
              <a:gd name="connsiteY13" fmla="*/ 1574276 h 2275329"/>
              <a:gd name="connsiteX14" fmla="*/ 221062 w 1855561"/>
              <a:gd name="connsiteY14" fmla="*/ 1540409 h 2275329"/>
              <a:gd name="connsiteX15" fmla="*/ 348062 w 1855561"/>
              <a:gd name="connsiteY15" fmla="*/ 1769009 h 2275329"/>
              <a:gd name="connsiteX16" fmla="*/ 534329 w 1855561"/>
              <a:gd name="connsiteY16" fmla="*/ 1997609 h 2275329"/>
              <a:gd name="connsiteX17" fmla="*/ 966128 w 1855561"/>
              <a:gd name="connsiteY17" fmla="*/ 2260076 h 2275329"/>
              <a:gd name="connsiteX18" fmla="*/ 1203195 w 1855561"/>
              <a:gd name="connsiteY18" fmla="*/ 2209276 h 2275329"/>
              <a:gd name="connsiteX19" fmla="*/ 1575729 w 1855561"/>
              <a:gd name="connsiteY19" fmla="*/ 1921409 h 2275329"/>
              <a:gd name="connsiteX20" fmla="*/ 1685795 w 1855561"/>
              <a:gd name="connsiteY20" fmla="*/ 1531943 h 2275329"/>
              <a:gd name="connsiteX21" fmla="*/ 1677329 w 1855561"/>
              <a:gd name="connsiteY21" fmla="*/ 1464209 h 2275329"/>
              <a:gd name="connsiteX22" fmla="*/ 1736595 w 1855561"/>
              <a:gd name="connsiteY22" fmla="*/ 1557343 h 2275329"/>
              <a:gd name="connsiteX23" fmla="*/ 1787395 w 1855561"/>
              <a:gd name="connsiteY23" fmla="*/ 1531943 h 2275329"/>
              <a:gd name="connsiteX24" fmla="*/ 1804329 w 1855561"/>
              <a:gd name="connsiteY24" fmla="*/ 1413409 h 2275329"/>
              <a:gd name="connsiteX25" fmla="*/ 1812795 w 1855561"/>
              <a:gd name="connsiteY25" fmla="*/ 1311809 h 2275329"/>
              <a:gd name="connsiteX26" fmla="*/ 1855129 w 1855561"/>
              <a:gd name="connsiteY26" fmla="*/ 1218676 h 2275329"/>
              <a:gd name="connsiteX27" fmla="*/ 1829729 w 1855561"/>
              <a:gd name="connsiteY27" fmla="*/ 1100143 h 2275329"/>
              <a:gd name="connsiteX28" fmla="*/ 1753529 w 1855561"/>
              <a:gd name="connsiteY28" fmla="*/ 1125543 h 2275329"/>
              <a:gd name="connsiteX29" fmla="*/ 1694262 w 1855561"/>
              <a:gd name="connsiteY29" fmla="*/ 1210209 h 2275329"/>
              <a:gd name="connsiteX30" fmla="*/ 1685795 w 1855561"/>
              <a:gd name="connsiteY30" fmla="*/ 1244076 h 2275329"/>
              <a:gd name="connsiteX31" fmla="*/ 1702729 w 1855561"/>
              <a:gd name="connsiteY31" fmla="*/ 837676 h 2275329"/>
              <a:gd name="connsiteX32" fmla="*/ 1643462 w 1855561"/>
              <a:gd name="connsiteY32" fmla="*/ 456676 h 2275329"/>
              <a:gd name="connsiteX33" fmla="*/ 1474129 w 1855561"/>
              <a:gd name="connsiteY33" fmla="*/ 194209 h 2275329"/>
              <a:gd name="connsiteX34" fmla="*/ 1220129 w 1855561"/>
              <a:gd name="connsiteY34" fmla="*/ 58743 h 2275329"/>
              <a:gd name="connsiteX35" fmla="*/ 906862 w 1855561"/>
              <a:gd name="connsiteY35" fmla="*/ 7943 h 2275329"/>
              <a:gd name="connsiteX36" fmla="*/ 779862 w 1855561"/>
              <a:gd name="connsiteY36" fmla="*/ 16409 h 2275329"/>
              <a:gd name="connsiteX0" fmla="*/ 779862 w 1855561"/>
              <a:gd name="connsiteY0" fmla="*/ 16409 h 2266896"/>
              <a:gd name="connsiteX1" fmla="*/ 500462 w 1855561"/>
              <a:gd name="connsiteY1" fmla="*/ 151876 h 2266896"/>
              <a:gd name="connsiteX2" fmla="*/ 263395 w 1855561"/>
              <a:gd name="connsiteY2" fmla="*/ 397409 h 2266896"/>
              <a:gd name="connsiteX3" fmla="*/ 144862 w 1855561"/>
              <a:gd name="connsiteY3" fmla="*/ 854609 h 2266896"/>
              <a:gd name="connsiteX4" fmla="*/ 153329 w 1855561"/>
              <a:gd name="connsiteY4" fmla="*/ 1227143 h 2266896"/>
              <a:gd name="connsiteX5" fmla="*/ 153329 w 1855561"/>
              <a:gd name="connsiteY5" fmla="*/ 1311809 h 2266896"/>
              <a:gd name="connsiteX6" fmla="*/ 102529 w 1855561"/>
              <a:gd name="connsiteY6" fmla="*/ 1252543 h 2266896"/>
              <a:gd name="connsiteX7" fmla="*/ 68662 w 1855561"/>
              <a:gd name="connsiteY7" fmla="*/ 1235609 h 2266896"/>
              <a:gd name="connsiteX8" fmla="*/ 929 w 1855561"/>
              <a:gd name="connsiteY8" fmla="*/ 1269476 h 2266896"/>
              <a:gd name="connsiteX9" fmla="*/ 34795 w 1855561"/>
              <a:gd name="connsiteY9" fmla="*/ 1455743 h 2266896"/>
              <a:gd name="connsiteX10" fmla="*/ 110995 w 1855561"/>
              <a:gd name="connsiteY10" fmla="*/ 1557343 h 2266896"/>
              <a:gd name="connsiteX11" fmla="*/ 144862 w 1855561"/>
              <a:gd name="connsiteY11" fmla="*/ 1650476 h 2266896"/>
              <a:gd name="connsiteX12" fmla="*/ 212595 w 1855561"/>
              <a:gd name="connsiteY12" fmla="*/ 1633543 h 2266896"/>
              <a:gd name="connsiteX13" fmla="*/ 221062 w 1855561"/>
              <a:gd name="connsiteY13" fmla="*/ 1574276 h 2266896"/>
              <a:gd name="connsiteX14" fmla="*/ 221062 w 1855561"/>
              <a:gd name="connsiteY14" fmla="*/ 1540409 h 2266896"/>
              <a:gd name="connsiteX15" fmla="*/ 348062 w 1855561"/>
              <a:gd name="connsiteY15" fmla="*/ 1769009 h 2266896"/>
              <a:gd name="connsiteX16" fmla="*/ 534329 w 1855561"/>
              <a:gd name="connsiteY16" fmla="*/ 1997609 h 2266896"/>
              <a:gd name="connsiteX17" fmla="*/ 966128 w 1855561"/>
              <a:gd name="connsiteY17" fmla="*/ 2260076 h 2266896"/>
              <a:gd name="connsiteX18" fmla="*/ 1203195 w 1855561"/>
              <a:gd name="connsiteY18" fmla="*/ 2166943 h 2266896"/>
              <a:gd name="connsiteX19" fmla="*/ 1575729 w 1855561"/>
              <a:gd name="connsiteY19" fmla="*/ 1921409 h 2266896"/>
              <a:gd name="connsiteX20" fmla="*/ 1685795 w 1855561"/>
              <a:gd name="connsiteY20" fmla="*/ 1531943 h 2266896"/>
              <a:gd name="connsiteX21" fmla="*/ 1677329 w 1855561"/>
              <a:gd name="connsiteY21" fmla="*/ 1464209 h 2266896"/>
              <a:gd name="connsiteX22" fmla="*/ 1736595 w 1855561"/>
              <a:gd name="connsiteY22" fmla="*/ 1557343 h 2266896"/>
              <a:gd name="connsiteX23" fmla="*/ 1787395 w 1855561"/>
              <a:gd name="connsiteY23" fmla="*/ 1531943 h 2266896"/>
              <a:gd name="connsiteX24" fmla="*/ 1804329 w 1855561"/>
              <a:gd name="connsiteY24" fmla="*/ 1413409 h 2266896"/>
              <a:gd name="connsiteX25" fmla="*/ 1812795 w 1855561"/>
              <a:gd name="connsiteY25" fmla="*/ 1311809 h 2266896"/>
              <a:gd name="connsiteX26" fmla="*/ 1855129 w 1855561"/>
              <a:gd name="connsiteY26" fmla="*/ 1218676 h 2266896"/>
              <a:gd name="connsiteX27" fmla="*/ 1829729 w 1855561"/>
              <a:gd name="connsiteY27" fmla="*/ 1100143 h 2266896"/>
              <a:gd name="connsiteX28" fmla="*/ 1753529 w 1855561"/>
              <a:gd name="connsiteY28" fmla="*/ 1125543 h 2266896"/>
              <a:gd name="connsiteX29" fmla="*/ 1694262 w 1855561"/>
              <a:gd name="connsiteY29" fmla="*/ 1210209 h 2266896"/>
              <a:gd name="connsiteX30" fmla="*/ 1685795 w 1855561"/>
              <a:gd name="connsiteY30" fmla="*/ 1244076 h 2266896"/>
              <a:gd name="connsiteX31" fmla="*/ 1702729 w 1855561"/>
              <a:gd name="connsiteY31" fmla="*/ 837676 h 2266896"/>
              <a:gd name="connsiteX32" fmla="*/ 1643462 w 1855561"/>
              <a:gd name="connsiteY32" fmla="*/ 456676 h 2266896"/>
              <a:gd name="connsiteX33" fmla="*/ 1474129 w 1855561"/>
              <a:gd name="connsiteY33" fmla="*/ 194209 h 2266896"/>
              <a:gd name="connsiteX34" fmla="*/ 1220129 w 1855561"/>
              <a:gd name="connsiteY34" fmla="*/ 58743 h 2266896"/>
              <a:gd name="connsiteX35" fmla="*/ 906862 w 1855561"/>
              <a:gd name="connsiteY35" fmla="*/ 7943 h 2266896"/>
              <a:gd name="connsiteX36" fmla="*/ 779862 w 1855561"/>
              <a:gd name="connsiteY36" fmla="*/ 16409 h 2266896"/>
              <a:gd name="connsiteX0" fmla="*/ 779862 w 1855561"/>
              <a:gd name="connsiteY0" fmla="*/ 16409 h 2267531"/>
              <a:gd name="connsiteX1" fmla="*/ 500462 w 1855561"/>
              <a:gd name="connsiteY1" fmla="*/ 151876 h 2267531"/>
              <a:gd name="connsiteX2" fmla="*/ 263395 w 1855561"/>
              <a:gd name="connsiteY2" fmla="*/ 397409 h 2267531"/>
              <a:gd name="connsiteX3" fmla="*/ 144862 w 1855561"/>
              <a:gd name="connsiteY3" fmla="*/ 854609 h 2267531"/>
              <a:gd name="connsiteX4" fmla="*/ 153329 w 1855561"/>
              <a:gd name="connsiteY4" fmla="*/ 1227143 h 2267531"/>
              <a:gd name="connsiteX5" fmla="*/ 153329 w 1855561"/>
              <a:gd name="connsiteY5" fmla="*/ 1311809 h 2267531"/>
              <a:gd name="connsiteX6" fmla="*/ 102529 w 1855561"/>
              <a:gd name="connsiteY6" fmla="*/ 1252543 h 2267531"/>
              <a:gd name="connsiteX7" fmla="*/ 68662 w 1855561"/>
              <a:gd name="connsiteY7" fmla="*/ 1235609 h 2267531"/>
              <a:gd name="connsiteX8" fmla="*/ 929 w 1855561"/>
              <a:gd name="connsiteY8" fmla="*/ 1269476 h 2267531"/>
              <a:gd name="connsiteX9" fmla="*/ 34795 w 1855561"/>
              <a:gd name="connsiteY9" fmla="*/ 1455743 h 2267531"/>
              <a:gd name="connsiteX10" fmla="*/ 110995 w 1855561"/>
              <a:gd name="connsiteY10" fmla="*/ 1557343 h 2267531"/>
              <a:gd name="connsiteX11" fmla="*/ 144862 w 1855561"/>
              <a:gd name="connsiteY11" fmla="*/ 1650476 h 2267531"/>
              <a:gd name="connsiteX12" fmla="*/ 212595 w 1855561"/>
              <a:gd name="connsiteY12" fmla="*/ 1633543 h 2267531"/>
              <a:gd name="connsiteX13" fmla="*/ 221062 w 1855561"/>
              <a:gd name="connsiteY13" fmla="*/ 1574276 h 2267531"/>
              <a:gd name="connsiteX14" fmla="*/ 221062 w 1855561"/>
              <a:gd name="connsiteY14" fmla="*/ 1540409 h 2267531"/>
              <a:gd name="connsiteX15" fmla="*/ 348062 w 1855561"/>
              <a:gd name="connsiteY15" fmla="*/ 1769009 h 2267531"/>
              <a:gd name="connsiteX16" fmla="*/ 534329 w 1855561"/>
              <a:gd name="connsiteY16" fmla="*/ 1997609 h 2267531"/>
              <a:gd name="connsiteX17" fmla="*/ 966128 w 1855561"/>
              <a:gd name="connsiteY17" fmla="*/ 2260076 h 2267531"/>
              <a:gd name="connsiteX18" fmla="*/ 1203195 w 1855561"/>
              <a:gd name="connsiteY18" fmla="*/ 2166943 h 2267531"/>
              <a:gd name="connsiteX19" fmla="*/ 1567262 w 1855561"/>
              <a:gd name="connsiteY19" fmla="*/ 1870609 h 2267531"/>
              <a:gd name="connsiteX20" fmla="*/ 1685795 w 1855561"/>
              <a:gd name="connsiteY20" fmla="*/ 1531943 h 2267531"/>
              <a:gd name="connsiteX21" fmla="*/ 1677329 w 1855561"/>
              <a:gd name="connsiteY21" fmla="*/ 1464209 h 2267531"/>
              <a:gd name="connsiteX22" fmla="*/ 1736595 w 1855561"/>
              <a:gd name="connsiteY22" fmla="*/ 1557343 h 2267531"/>
              <a:gd name="connsiteX23" fmla="*/ 1787395 w 1855561"/>
              <a:gd name="connsiteY23" fmla="*/ 1531943 h 2267531"/>
              <a:gd name="connsiteX24" fmla="*/ 1804329 w 1855561"/>
              <a:gd name="connsiteY24" fmla="*/ 1413409 h 2267531"/>
              <a:gd name="connsiteX25" fmla="*/ 1812795 w 1855561"/>
              <a:gd name="connsiteY25" fmla="*/ 1311809 h 2267531"/>
              <a:gd name="connsiteX26" fmla="*/ 1855129 w 1855561"/>
              <a:gd name="connsiteY26" fmla="*/ 1218676 h 2267531"/>
              <a:gd name="connsiteX27" fmla="*/ 1829729 w 1855561"/>
              <a:gd name="connsiteY27" fmla="*/ 1100143 h 2267531"/>
              <a:gd name="connsiteX28" fmla="*/ 1753529 w 1855561"/>
              <a:gd name="connsiteY28" fmla="*/ 1125543 h 2267531"/>
              <a:gd name="connsiteX29" fmla="*/ 1694262 w 1855561"/>
              <a:gd name="connsiteY29" fmla="*/ 1210209 h 2267531"/>
              <a:gd name="connsiteX30" fmla="*/ 1685795 w 1855561"/>
              <a:gd name="connsiteY30" fmla="*/ 1244076 h 2267531"/>
              <a:gd name="connsiteX31" fmla="*/ 1702729 w 1855561"/>
              <a:gd name="connsiteY31" fmla="*/ 837676 h 2267531"/>
              <a:gd name="connsiteX32" fmla="*/ 1643462 w 1855561"/>
              <a:gd name="connsiteY32" fmla="*/ 456676 h 2267531"/>
              <a:gd name="connsiteX33" fmla="*/ 1474129 w 1855561"/>
              <a:gd name="connsiteY33" fmla="*/ 194209 h 2267531"/>
              <a:gd name="connsiteX34" fmla="*/ 1220129 w 1855561"/>
              <a:gd name="connsiteY34" fmla="*/ 58743 h 2267531"/>
              <a:gd name="connsiteX35" fmla="*/ 906862 w 1855561"/>
              <a:gd name="connsiteY35" fmla="*/ 7943 h 2267531"/>
              <a:gd name="connsiteX36" fmla="*/ 779862 w 1855561"/>
              <a:gd name="connsiteY36" fmla="*/ 16409 h 2267531"/>
              <a:gd name="connsiteX0" fmla="*/ 779862 w 1855561"/>
              <a:gd name="connsiteY0" fmla="*/ 16409 h 2267019"/>
              <a:gd name="connsiteX1" fmla="*/ 500462 w 1855561"/>
              <a:gd name="connsiteY1" fmla="*/ 151876 h 2267019"/>
              <a:gd name="connsiteX2" fmla="*/ 263395 w 1855561"/>
              <a:gd name="connsiteY2" fmla="*/ 397409 h 2267019"/>
              <a:gd name="connsiteX3" fmla="*/ 144862 w 1855561"/>
              <a:gd name="connsiteY3" fmla="*/ 854609 h 2267019"/>
              <a:gd name="connsiteX4" fmla="*/ 153329 w 1855561"/>
              <a:gd name="connsiteY4" fmla="*/ 1227143 h 2267019"/>
              <a:gd name="connsiteX5" fmla="*/ 153329 w 1855561"/>
              <a:gd name="connsiteY5" fmla="*/ 1311809 h 2267019"/>
              <a:gd name="connsiteX6" fmla="*/ 102529 w 1855561"/>
              <a:gd name="connsiteY6" fmla="*/ 1252543 h 2267019"/>
              <a:gd name="connsiteX7" fmla="*/ 68662 w 1855561"/>
              <a:gd name="connsiteY7" fmla="*/ 1235609 h 2267019"/>
              <a:gd name="connsiteX8" fmla="*/ 929 w 1855561"/>
              <a:gd name="connsiteY8" fmla="*/ 1269476 h 2267019"/>
              <a:gd name="connsiteX9" fmla="*/ 34795 w 1855561"/>
              <a:gd name="connsiteY9" fmla="*/ 1455743 h 2267019"/>
              <a:gd name="connsiteX10" fmla="*/ 110995 w 1855561"/>
              <a:gd name="connsiteY10" fmla="*/ 1557343 h 2267019"/>
              <a:gd name="connsiteX11" fmla="*/ 144862 w 1855561"/>
              <a:gd name="connsiteY11" fmla="*/ 1650476 h 2267019"/>
              <a:gd name="connsiteX12" fmla="*/ 212595 w 1855561"/>
              <a:gd name="connsiteY12" fmla="*/ 1633543 h 2267019"/>
              <a:gd name="connsiteX13" fmla="*/ 221062 w 1855561"/>
              <a:gd name="connsiteY13" fmla="*/ 1574276 h 2267019"/>
              <a:gd name="connsiteX14" fmla="*/ 221062 w 1855561"/>
              <a:gd name="connsiteY14" fmla="*/ 1540409 h 2267019"/>
              <a:gd name="connsiteX15" fmla="*/ 348062 w 1855561"/>
              <a:gd name="connsiteY15" fmla="*/ 1769009 h 2267019"/>
              <a:gd name="connsiteX16" fmla="*/ 483529 w 1855561"/>
              <a:gd name="connsiteY16" fmla="*/ 2006076 h 2267019"/>
              <a:gd name="connsiteX17" fmla="*/ 966128 w 1855561"/>
              <a:gd name="connsiteY17" fmla="*/ 2260076 h 2267019"/>
              <a:gd name="connsiteX18" fmla="*/ 1203195 w 1855561"/>
              <a:gd name="connsiteY18" fmla="*/ 2166943 h 2267019"/>
              <a:gd name="connsiteX19" fmla="*/ 1567262 w 1855561"/>
              <a:gd name="connsiteY19" fmla="*/ 1870609 h 2267019"/>
              <a:gd name="connsiteX20" fmla="*/ 1685795 w 1855561"/>
              <a:gd name="connsiteY20" fmla="*/ 1531943 h 2267019"/>
              <a:gd name="connsiteX21" fmla="*/ 1677329 w 1855561"/>
              <a:gd name="connsiteY21" fmla="*/ 1464209 h 2267019"/>
              <a:gd name="connsiteX22" fmla="*/ 1736595 w 1855561"/>
              <a:gd name="connsiteY22" fmla="*/ 1557343 h 2267019"/>
              <a:gd name="connsiteX23" fmla="*/ 1787395 w 1855561"/>
              <a:gd name="connsiteY23" fmla="*/ 1531943 h 2267019"/>
              <a:gd name="connsiteX24" fmla="*/ 1804329 w 1855561"/>
              <a:gd name="connsiteY24" fmla="*/ 1413409 h 2267019"/>
              <a:gd name="connsiteX25" fmla="*/ 1812795 w 1855561"/>
              <a:gd name="connsiteY25" fmla="*/ 1311809 h 2267019"/>
              <a:gd name="connsiteX26" fmla="*/ 1855129 w 1855561"/>
              <a:gd name="connsiteY26" fmla="*/ 1218676 h 2267019"/>
              <a:gd name="connsiteX27" fmla="*/ 1829729 w 1855561"/>
              <a:gd name="connsiteY27" fmla="*/ 1100143 h 2267019"/>
              <a:gd name="connsiteX28" fmla="*/ 1753529 w 1855561"/>
              <a:gd name="connsiteY28" fmla="*/ 1125543 h 2267019"/>
              <a:gd name="connsiteX29" fmla="*/ 1694262 w 1855561"/>
              <a:gd name="connsiteY29" fmla="*/ 1210209 h 2267019"/>
              <a:gd name="connsiteX30" fmla="*/ 1685795 w 1855561"/>
              <a:gd name="connsiteY30" fmla="*/ 1244076 h 2267019"/>
              <a:gd name="connsiteX31" fmla="*/ 1702729 w 1855561"/>
              <a:gd name="connsiteY31" fmla="*/ 837676 h 2267019"/>
              <a:gd name="connsiteX32" fmla="*/ 1643462 w 1855561"/>
              <a:gd name="connsiteY32" fmla="*/ 456676 h 2267019"/>
              <a:gd name="connsiteX33" fmla="*/ 1474129 w 1855561"/>
              <a:gd name="connsiteY33" fmla="*/ 194209 h 2267019"/>
              <a:gd name="connsiteX34" fmla="*/ 1220129 w 1855561"/>
              <a:gd name="connsiteY34" fmla="*/ 58743 h 2267019"/>
              <a:gd name="connsiteX35" fmla="*/ 906862 w 1855561"/>
              <a:gd name="connsiteY35" fmla="*/ 7943 h 2267019"/>
              <a:gd name="connsiteX36" fmla="*/ 779862 w 1855561"/>
              <a:gd name="connsiteY36" fmla="*/ 16409 h 2267019"/>
              <a:gd name="connsiteX0" fmla="*/ 779862 w 1855561"/>
              <a:gd name="connsiteY0" fmla="*/ 16409 h 2299088"/>
              <a:gd name="connsiteX1" fmla="*/ 500462 w 1855561"/>
              <a:gd name="connsiteY1" fmla="*/ 151876 h 2299088"/>
              <a:gd name="connsiteX2" fmla="*/ 263395 w 1855561"/>
              <a:gd name="connsiteY2" fmla="*/ 397409 h 2299088"/>
              <a:gd name="connsiteX3" fmla="*/ 144862 w 1855561"/>
              <a:gd name="connsiteY3" fmla="*/ 854609 h 2299088"/>
              <a:gd name="connsiteX4" fmla="*/ 153329 w 1855561"/>
              <a:gd name="connsiteY4" fmla="*/ 1227143 h 2299088"/>
              <a:gd name="connsiteX5" fmla="*/ 153329 w 1855561"/>
              <a:gd name="connsiteY5" fmla="*/ 1311809 h 2299088"/>
              <a:gd name="connsiteX6" fmla="*/ 102529 w 1855561"/>
              <a:gd name="connsiteY6" fmla="*/ 1252543 h 2299088"/>
              <a:gd name="connsiteX7" fmla="*/ 68662 w 1855561"/>
              <a:gd name="connsiteY7" fmla="*/ 1235609 h 2299088"/>
              <a:gd name="connsiteX8" fmla="*/ 929 w 1855561"/>
              <a:gd name="connsiteY8" fmla="*/ 1269476 h 2299088"/>
              <a:gd name="connsiteX9" fmla="*/ 34795 w 1855561"/>
              <a:gd name="connsiteY9" fmla="*/ 1455743 h 2299088"/>
              <a:gd name="connsiteX10" fmla="*/ 110995 w 1855561"/>
              <a:gd name="connsiteY10" fmla="*/ 1557343 h 2299088"/>
              <a:gd name="connsiteX11" fmla="*/ 144862 w 1855561"/>
              <a:gd name="connsiteY11" fmla="*/ 1650476 h 2299088"/>
              <a:gd name="connsiteX12" fmla="*/ 212595 w 1855561"/>
              <a:gd name="connsiteY12" fmla="*/ 1633543 h 2299088"/>
              <a:gd name="connsiteX13" fmla="*/ 221062 w 1855561"/>
              <a:gd name="connsiteY13" fmla="*/ 1574276 h 2299088"/>
              <a:gd name="connsiteX14" fmla="*/ 221062 w 1855561"/>
              <a:gd name="connsiteY14" fmla="*/ 1540409 h 2299088"/>
              <a:gd name="connsiteX15" fmla="*/ 348062 w 1855561"/>
              <a:gd name="connsiteY15" fmla="*/ 1769009 h 2299088"/>
              <a:gd name="connsiteX16" fmla="*/ 483529 w 1855561"/>
              <a:gd name="connsiteY16" fmla="*/ 2006076 h 2299088"/>
              <a:gd name="connsiteX17" fmla="*/ 940728 w 1855561"/>
              <a:gd name="connsiteY17" fmla="*/ 2293942 h 2299088"/>
              <a:gd name="connsiteX18" fmla="*/ 1203195 w 1855561"/>
              <a:gd name="connsiteY18" fmla="*/ 2166943 h 2299088"/>
              <a:gd name="connsiteX19" fmla="*/ 1567262 w 1855561"/>
              <a:gd name="connsiteY19" fmla="*/ 1870609 h 2299088"/>
              <a:gd name="connsiteX20" fmla="*/ 1685795 w 1855561"/>
              <a:gd name="connsiteY20" fmla="*/ 1531943 h 2299088"/>
              <a:gd name="connsiteX21" fmla="*/ 1677329 w 1855561"/>
              <a:gd name="connsiteY21" fmla="*/ 1464209 h 2299088"/>
              <a:gd name="connsiteX22" fmla="*/ 1736595 w 1855561"/>
              <a:gd name="connsiteY22" fmla="*/ 1557343 h 2299088"/>
              <a:gd name="connsiteX23" fmla="*/ 1787395 w 1855561"/>
              <a:gd name="connsiteY23" fmla="*/ 1531943 h 2299088"/>
              <a:gd name="connsiteX24" fmla="*/ 1804329 w 1855561"/>
              <a:gd name="connsiteY24" fmla="*/ 1413409 h 2299088"/>
              <a:gd name="connsiteX25" fmla="*/ 1812795 w 1855561"/>
              <a:gd name="connsiteY25" fmla="*/ 1311809 h 2299088"/>
              <a:gd name="connsiteX26" fmla="*/ 1855129 w 1855561"/>
              <a:gd name="connsiteY26" fmla="*/ 1218676 h 2299088"/>
              <a:gd name="connsiteX27" fmla="*/ 1829729 w 1855561"/>
              <a:gd name="connsiteY27" fmla="*/ 1100143 h 2299088"/>
              <a:gd name="connsiteX28" fmla="*/ 1753529 w 1855561"/>
              <a:gd name="connsiteY28" fmla="*/ 1125543 h 2299088"/>
              <a:gd name="connsiteX29" fmla="*/ 1694262 w 1855561"/>
              <a:gd name="connsiteY29" fmla="*/ 1210209 h 2299088"/>
              <a:gd name="connsiteX30" fmla="*/ 1685795 w 1855561"/>
              <a:gd name="connsiteY30" fmla="*/ 1244076 h 2299088"/>
              <a:gd name="connsiteX31" fmla="*/ 1702729 w 1855561"/>
              <a:gd name="connsiteY31" fmla="*/ 837676 h 2299088"/>
              <a:gd name="connsiteX32" fmla="*/ 1643462 w 1855561"/>
              <a:gd name="connsiteY32" fmla="*/ 456676 h 2299088"/>
              <a:gd name="connsiteX33" fmla="*/ 1474129 w 1855561"/>
              <a:gd name="connsiteY33" fmla="*/ 194209 h 2299088"/>
              <a:gd name="connsiteX34" fmla="*/ 1220129 w 1855561"/>
              <a:gd name="connsiteY34" fmla="*/ 58743 h 2299088"/>
              <a:gd name="connsiteX35" fmla="*/ 906862 w 1855561"/>
              <a:gd name="connsiteY35" fmla="*/ 7943 h 2299088"/>
              <a:gd name="connsiteX36" fmla="*/ 779862 w 1855561"/>
              <a:gd name="connsiteY36" fmla="*/ 16409 h 2299088"/>
              <a:gd name="connsiteX0" fmla="*/ 779862 w 1855561"/>
              <a:gd name="connsiteY0" fmla="*/ 16409 h 2299088"/>
              <a:gd name="connsiteX1" fmla="*/ 500462 w 1855561"/>
              <a:gd name="connsiteY1" fmla="*/ 151876 h 2299088"/>
              <a:gd name="connsiteX2" fmla="*/ 263395 w 1855561"/>
              <a:gd name="connsiteY2" fmla="*/ 397409 h 2299088"/>
              <a:gd name="connsiteX3" fmla="*/ 144862 w 1855561"/>
              <a:gd name="connsiteY3" fmla="*/ 854609 h 2299088"/>
              <a:gd name="connsiteX4" fmla="*/ 153329 w 1855561"/>
              <a:gd name="connsiteY4" fmla="*/ 1227143 h 2299088"/>
              <a:gd name="connsiteX5" fmla="*/ 153329 w 1855561"/>
              <a:gd name="connsiteY5" fmla="*/ 1311809 h 2299088"/>
              <a:gd name="connsiteX6" fmla="*/ 102529 w 1855561"/>
              <a:gd name="connsiteY6" fmla="*/ 1252543 h 2299088"/>
              <a:gd name="connsiteX7" fmla="*/ 68662 w 1855561"/>
              <a:gd name="connsiteY7" fmla="*/ 1235609 h 2299088"/>
              <a:gd name="connsiteX8" fmla="*/ 929 w 1855561"/>
              <a:gd name="connsiteY8" fmla="*/ 1269476 h 2299088"/>
              <a:gd name="connsiteX9" fmla="*/ 34795 w 1855561"/>
              <a:gd name="connsiteY9" fmla="*/ 1455743 h 2299088"/>
              <a:gd name="connsiteX10" fmla="*/ 110995 w 1855561"/>
              <a:gd name="connsiteY10" fmla="*/ 1557343 h 2299088"/>
              <a:gd name="connsiteX11" fmla="*/ 144862 w 1855561"/>
              <a:gd name="connsiteY11" fmla="*/ 1650476 h 2299088"/>
              <a:gd name="connsiteX12" fmla="*/ 212595 w 1855561"/>
              <a:gd name="connsiteY12" fmla="*/ 1633543 h 2299088"/>
              <a:gd name="connsiteX13" fmla="*/ 221062 w 1855561"/>
              <a:gd name="connsiteY13" fmla="*/ 1574276 h 2299088"/>
              <a:gd name="connsiteX14" fmla="*/ 221062 w 1855561"/>
              <a:gd name="connsiteY14" fmla="*/ 1540409 h 2299088"/>
              <a:gd name="connsiteX15" fmla="*/ 348062 w 1855561"/>
              <a:gd name="connsiteY15" fmla="*/ 1769009 h 2299088"/>
              <a:gd name="connsiteX16" fmla="*/ 483529 w 1855561"/>
              <a:gd name="connsiteY16" fmla="*/ 2006076 h 2299088"/>
              <a:gd name="connsiteX17" fmla="*/ 940728 w 1855561"/>
              <a:gd name="connsiteY17" fmla="*/ 2293942 h 2299088"/>
              <a:gd name="connsiteX18" fmla="*/ 1304795 w 1855561"/>
              <a:gd name="connsiteY18" fmla="*/ 2166943 h 2299088"/>
              <a:gd name="connsiteX19" fmla="*/ 1567262 w 1855561"/>
              <a:gd name="connsiteY19" fmla="*/ 1870609 h 2299088"/>
              <a:gd name="connsiteX20" fmla="*/ 1685795 w 1855561"/>
              <a:gd name="connsiteY20" fmla="*/ 1531943 h 2299088"/>
              <a:gd name="connsiteX21" fmla="*/ 1677329 w 1855561"/>
              <a:gd name="connsiteY21" fmla="*/ 1464209 h 2299088"/>
              <a:gd name="connsiteX22" fmla="*/ 1736595 w 1855561"/>
              <a:gd name="connsiteY22" fmla="*/ 1557343 h 2299088"/>
              <a:gd name="connsiteX23" fmla="*/ 1787395 w 1855561"/>
              <a:gd name="connsiteY23" fmla="*/ 1531943 h 2299088"/>
              <a:gd name="connsiteX24" fmla="*/ 1804329 w 1855561"/>
              <a:gd name="connsiteY24" fmla="*/ 1413409 h 2299088"/>
              <a:gd name="connsiteX25" fmla="*/ 1812795 w 1855561"/>
              <a:gd name="connsiteY25" fmla="*/ 1311809 h 2299088"/>
              <a:gd name="connsiteX26" fmla="*/ 1855129 w 1855561"/>
              <a:gd name="connsiteY26" fmla="*/ 1218676 h 2299088"/>
              <a:gd name="connsiteX27" fmla="*/ 1829729 w 1855561"/>
              <a:gd name="connsiteY27" fmla="*/ 1100143 h 2299088"/>
              <a:gd name="connsiteX28" fmla="*/ 1753529 w 1855561"/>
              <a:gd name="connsiteY28" fmla="*/ 1125543 h 2299088"/>
              <a:gd name="connsiteX29" fmla="*/ 1694262 w 1855561"/>
              <a:gd name="connsiteY29" fmla="*/ 1210209 h 2299088"/>
              <a:gd name="connsiteX30" fmla="*/ 1685795 w 1855561"/>
              <a:gd name="connsiteY30" fmla="*/ 1244076 h 2299088"/>
              <a:gd name="connsiteX31" fmla="*/ 1702729 w 1855561"/>
              <a:gd name="connsiteY31" fmla="*/ 837676 h 2299088"/>
              <a:gd name="connsiteX32" fmla="*/ 1643462 w 1855561"/>
              <a:gd name="connsiteY32" fmla="*/ 456676 h 2299088"/>
              <a:gd name="connsiteX33" fmla="*/ 1474129 w 1855561"/>
              <a:gd name="connsiteY33" fmla="*/ 194209 h 2299088"/>
              <a:gd name="connsiteX34" fmla="*/ 1220129 w 1855561"/>
              <a:gd name="connsiteY34" fmla="*/ 58743 h 2299088"/>
              <a:gd name="connsiteX35" fmla="*/ 906862 w 1855561"/>
              <a:gd name="connsiteY35" fmla="*/ 7943 h 2299088"/>
              <a:gd name="connsiteX36" fmla="*/ 779862 w 1855561"/>
              <a:gd name="connsiteY36" fmla="*/ 16409 h 2299088"/>
              <a:gd name="connsiteX0" fmla="*/ 779862 w 1855561"/>
              <a:gd name="connsiteY0" fmla="*/ 16409 h 2301869"/>
              <a:gd name="connsiteX1" fmla="*/ 500462 w 1855561"/>
              <a:gd name="connsiteY1" fmla="*/ 151876 h 2301869"/>
              <a:gd name="connsiteX2" fmla="*/ 263395 w 1855561"/>
              <a:gd name="connsiteY2" fmla="*/ 397409 h 2301869"/>
              <a:gd name="connsiteX3" fmla="*/ 144862 w 1855561"/>
              <a:gd name="connsiteY3" fmla="*/ 854609 h 2301869"/>
              <a:gd name="connsiteX4" fmla="*/ 153329 w 1855561"/>
              <a:gd name="connsiteY4" fmla="*/ 1227143 h 2301869"/>
              <a:gd name="connsiteX5" fmla="*/ 153329 w 1855561"/>
              <a:gd name="connsiteY5" fmla="*/ 1311809 h 2301869"/>
              <a:gd name="connsiteX6" fmla="*/ 102529 w 1855561"/>
              <a:gd name="connsiteY6" fmla="*/ 1252543 h 2301869"/>
              <a:gd name="connsiteX7" fmla="*/ 68662 w 1855561"/>
              <a:gd name="connsiteY7" fmla="*/ 1235609 h 2301869"/>
              <a:gd name="connsiteX8" fmla="*/ 929 w 1855561"/>
              <a:gd name="connsiteY8" fmla="*/ 1269476 h 2301869"/>
              <a:gd name="connsiteX9" fmla="*/ 34795 w 1855561"/>
              <a:gd name="connsiteY9" fmla="*/ 1455743 h 2301869"/>
              <a:gd name="connsiteX10" fmla="*/ 110995 w 1855561"/>
              <a:gd name="connsiteY10" fmla="*/ 1557343 h 2301869"/>
              <a:gd name="connsiteX11" fmla="*/ 144862 w 1855561"/>
              <a:gd name="connsiteY11" fmla="*/ 1650476 h 2301869"/>
              <a:gd name="connsiteX12" fmla="*/ 212595 w 1855561"/>
              <a:gd name="connsiteY12" fmla="*/ 1633543 h 2301869"/>
              <a:gd name="connsiteX13" fmla="*/ 221062 w 1855561"/>
              <a:gd name="connsiteY13" fmla="*/ 1574276 h 2301869"/>
              <a:gd name="connsiteX14" fmla="*/ 221062 w 1855561"/>
              <a:gd name="connsiteY14" fmla="*/ 1540409 h 2301869"/>
              <a:gd name="connsiteX15" fmla="*/ 348062 w 1855561"/>
              <a:gd name="connsiteY15" fmla="*/ 1769009 h 2301869"/>
              <a:gd name="connsiteX16" fmla="*/ 483529 w 1855561"/>
              <a:gd name="connsiteY16" fmla="*/ 2006076 h 2301869"/>
              <a:gd name="connsiteX17" fmla="*/ 940728 w 1855561"/>
              <a:gd name="connsiteY17" fmla="*/ 2293942 h 2301869"/>
              <a:gd name="connsiteX18" fmla="*/ 1304795 w 1855561"/>
              <a:gd name="connsiteY18" fmla="*/ 2166943 h 2301869"/>
              <a:gd name="connsiteX19" fmla="*/ 1567262 w 1855561"/>
              <a:gd name="connsiteY19" fmla="*/ 1870609 h 2301869"/>
              <a:gd name="connsiteX20" fmla="*/ 1685795 w 1855561"/>
              <a:gd name="connsiteY20" fmla="*/ 1531943 h 2301869"/>
              <a:gd name="connsiteX21" fmla="*/ 1677329 w 1855561"/>
              <a:gd name="connsiteY21" fmla="*/ 1464209 h 2301869"/>
              <a:gd name="connsiteX22" fmla="*/ 1736595 w 1855561"/>
              <a:gd name="connsiteY22" fmla="*/ 1557343 h 2301869"/>
              <a:gd name="connsiteX23" fmla="*/ 1787395 w 1855561"/>
              <a:gd name="connsiteY23" fmla="*/ 1531943 h 2301869"/>
              <a:gd name="connsiteX24" fmla="*/ 1804329 w 1855561"/>
              <a:gd name="connsiteY24" fmla="*/ 1413409 h 2301869"/>
              <a:gd name="connsiteX25" fmla="*/ 1812795 w 1855561"/>
              <a:gd name="connsiteY25" fmla="*/ 1311809 h 2301869"/>
              <a:gd name="connsiteX26" fmla="*/ 1855129 w 1855561"/>
              <a:gd name="connsiteY26" fmla="*/ 1218676 h 2301869"/>
              <a:gd name="connsiteX27" fmla="*/ 1829729 w 1855561"/>
              <a:gd name="connsiteY27" fmla="*/ 1100143 h 2301869"/>
              <a:gd name="connsiteX28" fmla="*/ 1753529 w 1855561"/>
              <a:gd name="connsiteY28" fmla="*/ 1125543 h 2301869"/>
              <a:gd name="connsiteX29" fmla="*/ 1694262 w 1855561"/>
              <a:gd name="connsiteY29" fmla="*/ 1210209 h 2301869"/>
              <a:gd name="connsiteX30" fmla="*/ 1685795 w 1855561"/>
              <a:gd name="connsiteY30" fmla="*/ 1244076 h 2301869"/>
              <a:gd name="connsiteX31" fmla="*/ 1702729 w 1855561"/>
              <a:gd name="connsiteY31" fmla="*/ 837676 h 2301869"/>
              <a:gd name="connsiteX32" fmla="*/ 1643462 w 1855561"/>
              <a:gd name="connsiteY32" fmla="*/ 456676 h 2301869"/>
              <a:gd name="connsiteX33" fmla="*/ 1474129 w 1855561"/>
              <a:gd name="connsiteY33" fmla="*/ 194209 h 2301869"/>
              <a:gd name="connsiteX34" fmla="*/ 1220129 w 1855561"/>
              <a:gd name="connsiteY34" fmla="*/ 58743 h 2301869"/>
              <a:gd name="connsiteX35" fmla="*/ 906862 w 1855561"/>
              <a:gd name="connsiteY35" fmla="*/ 7943 h 2301869"/>
              <a:gd name="connsiteX36" fmla="*/ 779862 w 1855561"/>
              <a:gd name="connsiteY36" fmla="*/ 16409 h 2301869"/>
              <a:gd name="connsiteX0" fmla="*/ 779862 w 1855561"/>
              <a:gd name="connsiteY0" fmla="*/ 16409 h 2274933"/>
              <a:gd name="connsiteX1" fmla="*/ 500462 w 1855561"/>
              <a:gd name="connsiteY1" fmla="*/ 151876 h 2274933"/>
              <a:gd name="connsiteX2" fmla="*/ 263395 w 1855561"/>
              <a:gd name="connsiteY2" fmla="*/ 397409 h 2274933"/>
              <a:gd name="connsiteX3" fmla="*/ 144862 w 1855561"/>
              <a:gd name="connsiteY3" fmla="*/ 854609 h 2274933"/>
              <a:gd name="connsiteX4" fmla="*/ 153329 w 1855561"/>
              <a:gd name="connsiteY4" fmla="*/ 1227143 h 2274933"/>
              <a:gd name="connsiteX5" fmla="*/ 153329 w 1855561"/>
              <a:gd name="connsiteY5" fmla="*/ 1311809 h 2274933"/>
              <a:gd name="connsiteX6" fmla="*/ 102529 w 1855561"/>
              <a:gd name="connsiteY6" fmla="*/ 1252543 h 2274933"/>
              <a:gd name="connsiteX7" fmla="*/ 68662 w 1855561"/>
              <a:gd name="connsiteY7" fmla="*/ 1235609 h 2274933"/>
              <a:gd name="connsiteX8" fmla="*/ 929 w 1855561"/>
              <a:gd name="connsiteY8" fmla="*/ 1269476 h 2274933"/>
              <a:gd name="connsiteX9" fmla="*/ 34795 w 1855561"/>
              <a:gd name="connsiteY9" fmla="*/ 1455743 h 2274933"/>
              <a:gd name="connsiteX10" fmla="*/ 110995 w 1855561"/>
              <a:gd name="connsiteY10" fmla="*/ 1557343 h 2274933"/>
              <a:gd name="connsiteX11" fmla="*/ 144862 w 1855561"/>
              <a:gd name="connsiteY11" fmla="*/ 1650476 h 2274933"/>
              <a:gd name="connsiteX12" fmla="*/ 212595 w 1855561"/>
              <a:gd name="connsiteY12" fmla="*/ 1633543 h 2274933"/>
              <a:gd name="connsiteX13" fmla="*/ 221062 w 1855561"/>
              <a:gd name="connsiteY13" fmla="*/ 1574276 h 2274933"/>
              <a:gd name="connsiteX14" fmla="*/ 221062 w 1855561"/>
              <a:gd name="connsiteY14" fmla="*/ 1540409 h 2274933"/>
              <a:gd name="connsiteX15" fmla="*/ 348062 w 1855561"/>
              <a:gd name="connsiteY15" fmla="*/ 1769009 h 2274933"/>
              <a:gd name="connsiteX16" fmla="*/ 483529 w 1855561"/>
              <a:gd name="connsiteY16" fmla="*/ 2006076 h 2274933"/>
              <a:gd name="connsiteX17" fmla="*/ 906861 w 1855561"/>
              <a:gd name="connsiteY17" fmla="*/ 2268542 h 2274933"/>
              <a:gd name="connsiteX18" fmla="*/ 1304795 w 1855561"/>
              <a:gd name="connsiteY18" fmla="*/ 2166943 h 2274933"/>
              <a:gd name="connsiteX19" fmla="*/ 1567262 w 1855561"/>
              <a:gd name="connsiteY19" fmla="*/ 1870609 h 2274933"/>
              <a:gd name="connsiteX20" fmla="*/ 1685795 w 1855561"/>
              <a:gd name="connsiteY20" fmla="*/ 1531943 h 2274933"/>
              <a:gd name="connsiteX21" fmla="*/ 1677329 w 1855561"/>
              <a:gd name="connsiteY21" fmla="*/ 1464209 h 2274933"/>
              <a:gd name="connsiteX22" fmla="*/ 1736595 w 1855561"/>
              <a:gd name="connsiteY22" fmla="*/ 1557343 h 2274933"/>
              <a:gd name="connsiteX23" fmla="*/ 1787395 w 1855561"/>
              <a:gd name="connsiteY23" fmla="*/ 1531943 h 2274933"/>
              <a:gd name="connsiteX24" fmla="*/ 1804329 w 1855561"/>
              <a:gd name="connsiteY24" fmla="*/ 1413409 h 2274933"/>
              <a:gd name="connsiteX25" fmla="*/ 1812795 w 1855561"/>
              <a:gd name="connsiteY25" fmla="*/ 1311809 h 2274933"/>
              <a:gd name="connsiteX26" fmla="*/ 1855129 w 1855561"/>
              <a:gd name="connsiteY26" fmla="*/ 1218676 h 2274933"/>
              <a:gd name="connsiteX27" fmla="*/ 1829729 w 1855561"/>
              <a:gd name="connsiteY27" fmla="*/ 1100143 h 2274933"/>
              <a:gd name="connsiteX28" fmla="*/ 1753529 w 1855561"/>
              <a:gd name="connsiteY28" fmla="*/ 1125543 h 2274933"/>
              <a:gd name="connsiteX29" fmla="*/ 1694262 w 1855561"/>
              <a:gd name="connsiteY29" fmla="*/ 1210209 h 2274933"/>
              <a:gd name="connsiteX30" fmla="*/ 1685795 w 1855561"/>
              <a:gd name="connsiteY30" fmla="*/ 1244076 h 2274933"/>
              <a:gd name="connsiteX31" fmla="*/ 1702729 w 1855561"/>
              <a:gd name="connsiteY31" fmla="*/ 837676 h 2274933"/>
              <a:gd name="connsiteX32" fmla="*/ 1643462 w 1855561"/>
              <a:gd name="connsiteY32" fmla="*/ 456676 h 2274933"/>
              <a:gd name="connsiteX33" fmla="*/ 1474129 w 1855561"/>
              <a:gd name="connsiteY33" fmla="*/ 194209 h 2274933"/>
              <a:gd name="connsiteX34" fmla="*/ 1220129 w 1855561"/>
              <a:gd name="connsiteY34" fmla="*/ 58743 h 2274933"/>
              <a:gd name="connsiteX35" fmla="*/ 906862 w 1855561"/>
              <a:gd name="connsiteY35" fmla="*/ 7943 h 2274933"/>
              <a:gd name="connsiteX36" fmla="*/ 779862 w 1855561"/>
              <a:gd name="connsiteY36" fmla="*/ 16409 h 2274933"/>
              <a:gd name="connsiteX0" fmla="*/ 779862 w 1855561"/>
              <a:gd name="connsiteY0" fmla="*/ 16409 h 2274933"/>
              <a:gd name="connsiteX1" fmla="*/ 500462 w 1855561"/>
              <a:gd name="connsiteY1" fmla="*/ 151876 h 2274933"/>
              <a:gd name="connsiteX2" fmla="*/ 263395 w 1855561"/>
              <a:gd name="connsiteY2" fmla="*/ 397409 h 2274933"/>
              <a:gd name="connsiteX3" fmla="*/ 117345 w 1855561"/>
              <a:gd name="connsiteY3" fmla="*/ 790050 h 2274933"/>
              <a:gd name="connsiteX4" fmla="*/ 153329 w 1855561"/>
              <a:gd name="connsiteY4" fmla="*/ 1227143 h 2274933"/>
              <a:gd name="connsiteX5" fmla="*/ 153329 w 1855561"/>
              <a:gd name="connsiteY5" fmla="*/ 1311809 h 2274933"/>
              <a:gd name="connsiteX6" fmla="*/ 102529 w 1855561"/>
              <a:gd name="connsiteY6" fmla="*/ 1252543 h 2274933"/>
              <a:gd name="connsiteX7" fmla="*/ 68662 w 1855561"/>
              <a:gd name="connsiteY7" fmla="*/ 1235609 h 2274933"/>
              <a:gd name="connsiteX8" fmla="*/ 929 w 1855561"/>
              <a:gd name="connsiteY8" fmla="*/ 1269476 h 2274933"/>
              <a:gd name="connsiteX9" fmla="*/ 34795 w 1855561"/>
              <a:gd name="connsiteY9" fmla="*/ 1455743 h 2274933"/>
              <a:gd name="connsiteX10" fmla="*/ 110995 w 1855561"/>
              <a:gd name="connsiteY10" fmla="*/ 1557343 h 2274933"/>
              <a:gd name="connsiteX11" fmla="*/ 144862 w 1855561"/>
              <a:gd name="connsiteY11" fmla="*/ 1650476 h 2274933"/>
              <a:gd name="connsiteX12" fmla="*/ 212595 w 1855561"/>
              <a:gd name="connsiteY12" fmla="*/ 1633543 h 2274933"/>
              <a:gd name="connsiteX13" fmla="*/ 221062 w 1855561"/>
              <a:gd name="connsiteY13" fmla="*/ 1574276 h 2274933"/>
              <a:gd name="connsiteX14" fmla="*/ 221062 w 1855561"/>
              <a:gd name="connsiteY14" fmla="*/ 1540409 h 2274933"/>
              <a:gd name="connsiteX15" fmla="*/ 348062 w 1855561"/>
              <a:gd name="connsiteY15" fmla="*/ 1769009 h 2274933"/>
              <a:gd name="connsiteX16" fmla="*/ 483529 w 1855561"/>
              <a:gd name="connsiteY16" fmla="*/ 2006076 h 2274933"/>
              <a:gd name="connsiteX17" fmla="*/ 906861 w 1855561"/>
              <a:gd name="connsiteY17" fmla="*/ 2268542 h 2274933"/>
              <a:gd name="connsiteX18" fmla="*/ 1304795 w 1855561"/>
              <a:gd name="connsiteY18" fmla="*/ 2166943 h 2274933"/>
              <a:gd name="connsiteX19" fmla="*/ 1567262 w 1855561"/>
              <a:gd name="connsiteY19" fmla="*/ 1870609 h 2274933"/>
              <a:gd name="connsiteX20" fmla="*/ 1685795 w 1855561"/>
              <a:gd name="connsiteY20" fmla="*/ 1531943 h 2274933"/>
              <a:gd name="connsiteX21" fmla="*/ 1677329 w 1855561"/>
              <a:gd name="connsiteY21" fmla="*/ 1464209 h 2274933"/>
              <a:gd name="connsiteX22" fmla="*/ 1736595 w 1855561"/>
              <a:gd name="connsiteY22" fmla="*/ 1557343 h 2274933"/>
              <a:gd name="connsiteX23" fmla="*/ 1787395 w 1855561"/>
              <a:gd name="connsiteY23" fmla="*/ 1531943 h 2274933"/>
              <a:gd name="connsiteX24" fmla="*/ 1804329 w 1855561"/>
              <a:gd name="connsiteY24" fmla="*/ 1413409 h 2274933"/>
              <a:gd name="connsiteX25" fmla="*/ 1812795 w 1855561"/>
              <a:gd name="connsiteY25" fmla="*/ 1311809 h 2274933"/>
              <a:gd name="connsiteX26" fmla="*/ 1855129 w 1855561"/>
              <a:gd name="connsiteY26" fmla="*/ 1218676 h 2274933"/>
              <a:gd name="connsiteX27" fmla="*/ 1829729 w 1855561"/>
              <a:gd name="connsiteY27" fmla="*/ 1100143 h 2274933"/>
              <a:gd name="connsiteX28" fmla="*/ 1753529 w 1855561"/>
              <a:gd name="connsiteY28" fmla="*/ 1125543 h 2274933"/>
              <a:gd name="connsiteX29" fmla="*/ 1694262 w 1855561"/>
              <a:gd name="connsiteY29" fmla="*/ 1210209 h 2274933"/>
              <a:gd name="connsiteX30" fmla="*/ 1685795 w 1855561"/>
              <a:gd name="connsiteY30" fmla="*/ 1244076 h 2274933"/>
              <a:gd name="connsiteX31" fmla="*/ 1702729 w 1855561"/>
              <a:gd name="connsiteY31" fmla="*/ 837676 h 2274933"/>
              <a:gd name="connsiteX32" fmla="*/ 1643462 w 1855561"/>
              <a:gd name="connsiteY32" fmla="*/ 456676 h 2274933"/>
              <a:gd name="connsiteX33" fmla="*/ 1474129 w 1855561"/>
              <a:gd name="connsiteY33" fmla="*/ 194209 h 2274933"/>
              <a:gd name="connsiteX34" fmla="*/ 1220129 w 1855561"/>
              <a:gd name="connsiteY34" fmla="*/ 58743 h 2274933"/>
              <a:gd name="connsiteX35" fmla="*/ 906862 w 1855561"/>
              <a:gd name="connsiteY35" fmla="*/ 7943 h 2274933"/>
              <a:gd name="connsiteX36" fmla="*/ 779862 w 1855561"/>
              <a:gd name="connsiteY36" fmla="*/ 16409 h 2274933"/>
              <a:gd name="connsiteX0" fmla="*/ 779862 w 1855561"/>
              <a:gd name="connsiteY0" fmla="*/ 16409 h 2274933"/>
              <a:gd name="connsiteX1" fmla="*/ 500462 w 1855561"/>
              <a:gd name="connsiteY1" fmla="*/ 151876 h 2274933"/>
              <a:gd name="connsiteX2" fmla="*/ 263395 w 1855561"/>
              <a:gd name="connsiteY2" fmla="*/ 397409 h 2274933"/>
              <a:gd name="connsiteX3" fmla="*/ 117345 w 1855561"/>
              <a:gd name="connsiteY3" fmla="*/ 790050 h 2274933"/>
              <a:gd name="connsiteX4" fmla="*/ 142745 w 1855561"/>
              <a:gd name="connsiteY4" fmla="*/ 758300 h 2274933"/>
              <a:gd name="connsiteX5" fmla="*/ 153329 w 1855561"/>
              <a:gd name="connsiteY5" fmla="*/ 1227143 h 2274933"/>
              <a:gd name="connsiteX6" fmla="*/ 153329 w 1855561"/>
              <a:gd name="connsiteY6" fmla="*/ 1311809 h 2274933"/>
              <a:gd name="connsiteX7" fmla="*/ 102529 w 1855561"/>
              <a:gd name="connsiteY7" fmla="*/ 1252543 h 2274933"/>
              <a:gd name="connsiteX8" fmla="*/ 68662 w 1855561"/>
              <a:gd name="connsiteY8" fmla="*/ 1235609 h 2274933"/>
              <a:gd name="connsiteX9" fmla="*/ 929 w 1855561"/>
              <a:gd name="connsiteY9" fmla="*/ 1269476 h 2274933"/>
              <a:gd name="connsiteX10" fmla="*/ 34795 w 1855561"/>
              <a:gd name="connsiteY10" fmla="*/ 1455743 h 2274933"/>
              <a:gd name="connsiteX11" fmla="*/ 110995 w 1855561"/>
              <a:gd name="connsiteY11" fmla="*/ 1557343 h 2274933"/>
              <a:gd name="connsiteX12" fmla="*/ 144862 w 1855561"/>
              <a:gd name="connsiteY12" fmla="*/ 1650476 h 2274933"/>
              <a:gd name="connsiteX13" fmla="*/ 212595 w 1855561"/>
              <a:gd name="connsiteY13" fmla="*/ 1633543 h 2274933"/>
              <a:gd name="connsiteX14" fmla="*/ 221062 w 1855561"/>
              <a:gd name="connsiteY14" fmla="*/ 1574276 h 2274933"/>
              <a:gd name="connsiteX15" fmla="*/ 221062 w 1855561"/>
              <a:gd name="connsiteY15" fmla="*/ 1540409 h 2274933"/>
              <a:gd name="connsiteX16" fmla="*/ 348062 w 1855561"/>
              <a:gd name="connsiteY16" fmla="*/ 1769009 h 2274933"/>
              <a:gd name="connsiteX17" fmla="*/ 483529 w 1855561"/>
              <a:gd name="connsiteY17" fmla="*/ 2006076 h 2274933"/>
              <a:gd name="connsiteX18" fmla="*/ 906861 w 1855561"/>
              <a:gd name="connsiteY18" fmla="*/ 2268542 h 2274933"/>
              <a:gd name="connsiteX19" fmla="*/ 1304795 w 1855561"/>
              <a:gd name="connsiteY19" fmla="*/ 2166943 h 2274933"/>
              <a:gd name="connsiteX20" fmla="*/ 1567262 w 1855561"/>
              <a:gd name="connsiteY20" fmla="*/ 1870609 h 2274933"/>
              <a:gd name="connsiteX21" fmla="*/ 1685795 w 1855561"/>
              <a:gd name="connsiteY21" fmla="*/ 1531943 h 2274933"/>
              <a:gd name="connsiteX22" fmla="*/ 1677329 w 1855561"/>
              <a:gd name="connsiteY22" fmla="*/ 1464209 h 2274933"/>
              <a:gd name="connsiteX23" fmla="*/ 1736595 w 1855561"/>
              <a:gd name="connsiteY23" fmla="*/ 1557343 h 2274933"/>
              <a:gd name="connsiteX24" fmla="*/ 1787395 w 1855561"/>
              <a:gd name="connsiteY24" fmla="*/ 1531943 h 2274933"/>
              <a:gd name="connsiteX25" fmla="*/ 1804329 w 1855561"/>
              <a:gd name="connsiteY25" fmla="*/ 1413409 h 2274933"/>
              <a:gd name="connsiteX26" fmla="*/ 1812795 w 1855561"/>
              <a:gd name="connsiteY26" fmla="*/ 1311809 h 2274933"/>
              <a:gd name="connsiteX27" fmla="*/ 1855129 w 1855561"/>
              <a:gd name="connsiteY27" fmla="*/ 1218676 h 2274933"/>
              <a:gd name="connsiteX28" fmla="*/ 1829729 w 1855561"/>
              <a:gd name="connsiteY28" fmla="*/ 1100143 h 2274933"/>
              <a:gd name="connsiteX29" fmla="*/ 1753529 w 1855561"/>
              <a:gd name="connsiteY29" fmla="*/ 1125543 h 2274933"/>
              <a:gd name="connsiteX30" fmla="*/ 1694262 w 1855561"/>
              <a:gd name="connsiteY30" fmla="*/ 1210209 h 2274933"/>
              <a:gd name="connsiteX31" fmla="*/ 1685795 w 1855561"/>
              <a:gd name="connsiteY31" fmla="*/ 1244076 h 2274933"/>
              <a:gd name="connsiteX32" fmla="*/ 1702729 w 1855561"/>
              <a:gd name="connsiteY32" fmla="*/ 837676 h 2274933"/>
              <a:gd name="connsiteX33" fmla="*/ 1643462 w 1855561"/>
              <a:gd name="connsiteY33" fmla="*/ 456676 h 2274933"/>
              <a:gd name="connsiteX34" fmla="*/ 1474129 w 1855561"/>
              <a:gd name="connsiteY34" fmla="*/ 194209 h 2274933"/>
              <a:gd name="connsiteX35" fmla="*/ 1220129 w 1855561"/>
              <a:gd name="connsiteY35" fmla="*/ 58743 h 2274933"/>
              <a:gd name="connsiteX36" fmla="*/ 906862 w 1855561"/>
              <a:gd name="connsiteY36" fmla="*/ 7943 h 2274933"/>
              <a:gd name="connsiteX37" fmla="*/ 779862 w 1855561"/>
              <a:gd name="connsiteY37" fmla="*/ 16409 h 2274933"/>
              <a:gd name="connsiteX0" fmla="*/ 698370 w 1855561"/>
              <a:gd name="connsiteY0" fmla="*/ 37974 h 2267188"/>
              <a:gd name="connsiteX1" fmla="*/ 500462 w 1855561"/>
              <a:gd name="connsiteY1" fmla="*/ 144131 h 2267188"/>
              <a:gd name="connsiteX2" fmla="*/ 263395 w 1855561"/>
              <a:gd name="connsiteY2" fmla="*/ 389664 h 2267188"/>
              <a:gd name="connsiteX3" fmla="*/ 117345 w 1855561"/>
              <a:gd name="connsiteY3" fmla="*/ 782305 h 2267188"/>
              <a:gd name="connsiteX4" fmla="*/ 142745 w 1855561"/>
              <a:gd name="connsiteY4" fmla="*/ 750555 h 2267188"/>
              <a:gd name="connsiteX5" fmla="*/ 153329 w 1855561"/>
              <a:gd name="connsiteY5" fmla="*/ 1219398 h 2267188"/>
              <a:gd name="connsiteX6" fmla="*/ 153329 w 1855561"/>
              <a:gd name="connsiteY6" fmla="*/ 1304064 h 2267188"/>
              <a:gd name="connsiteX7" fmla="*/ 102529 w 1855561"/>
              <a:gd name="connsiteY7" fmla="*/ 1244798 h 2267188"/>
              <a:gd name="connsiteX8" fmla="*/ 68662 w 1855561"/>
              <a:gd name="connsiteY8" fmla="*/ 1227864 h 2267188"/>
              <a:gd name="connsiteX9" fmla="*/ 929 w 1855561"/>
              <a:gd name="connsiteY9" fmla="*/ 1261731 h 2267188"/>
              <a:gd name="connsiteX10" fmla="*/ 34795 w 1855561"/>
              <a:gd name="connsiteY10" fmla="*/ 1447998 h 2267188"/>
              <a:gd name="connsiteX11" fmla="*/ 110995 w 1855561"/>
              <a:gd name="connsiteY11" fmla="*/ 1549598 h 2267188"/>
              <a:gd name="connsiteX12" fmla="*/ 144862 w 1855561"/>
              <a:gd name="connsiteY12" fmla="*/ 1642731 h 2267188"/>
              <a:gd name="connsiteX13" fmla="*/ 212595 w 1855561"/>
              <a:gd name="connsiteY13" fmla="*/ 1625798 h 2267188"/>
              <a:gd name="connsiteX14" fmla="*/ 221062 w 1855561"/>
              <a:gd name="connsiteY14" fmla="*/ 1566531 h 2267188"/>
              <a:gd name="connsiteX15" fmla="*/ 221062 w 1855561"/>
              <a:gd name="connsiteY15" fmla="*/ 1532664 h 2267188"/>
              <a:gd name="connsiteX16" fmla="*/ 348062 w 1855561"/>
              <a:gd name="connsiteY16" fmla="*/ 1761264 h 2267188"/>
              <a:gd name="connsiteX17" fmla="*/ 483529 w 1855561"/>
              <a:gd name="connsiteY17" fmla="*/ 1998331 h 2267188"/>
              <a:gd name="connsiteX18" fmla="*/ 906861 w 1855561"/>
              <a:gd name="connsiteY18" fmla="*/ 2260797 h 2267188"/>
              <a:gd name="connsiteX19" fmla="*/ 1304795 w 1855561"/>
              <a:gd name="connsiteY19" fmla="*/ 2159198 h 2267188"/>
              <a:gd name="connsiteX20" fmla="*/ 1567262 w 1855561"/>
              <a:gd name="connsiteY20" fmla="*/ 1862864 h 2267188"/>
              <a:gd name="connsiteX21" fmla="*/ 1685795 w 1855561"/>
              <a:gd name="connsiteY21" fmla="*/ 1524198 h 2267188"/>
              <a:gd name="connsiteX22" fmla="*/ 1677329 w 1855561"/>
              <a:gd name="connsiteY22" fmla="*/ 1456464 h 2267188"/>
              <a:gd name="connsiteX23" fmla="*/ 1736595 w 1855561"/>
              <a:gd name="connsiteY23" fmla="*/ 1549598 h 2267188"/>
              <a:gd name="connsiteX24" fmla="*/ 1787395 w 1855561"/>
              <a:gd name="connsiteY24" fmla="*/ 1524198 h 2267188"/>
              <a:gd name="connsiteX25" fmla="*/ 1804329 w 1855561"/>
              <a:gd name="connsiteY25" fmla="*/ 1405664 h 2267188"/>
              <a:gd name="connsiteX26" fmla="*/ 1812795 w 1855561"/>
              <a:gd name="connsiteY26" fmla="*/ 1304064 h 2267188"/>
              <a:gd name="connsiteX27" fmla="*/ 1855129 w 1855561"/>
              <a:gd name="connsiteY27" fmla="*/ 1210931 h 2267188"/>
              <a:gd name="connsiteX28" fmla="*/ 1829729 w 1855561"/>
              <a:gd name="connsiteY28" fmla="*/ 1092398 h 2267188"/>
              <a:gd name="connsiteX29" fmla="*/ 1753529 w 1855561"/>
              <a:gd name="connsiteY29" fmla="*/ 1117798 h 2267188"/>
              <a:gd name="connsiteX30" fmla="*/ 1694262 w 1855561"/>
              <a:gd name="connsiteY30" fmla="*/ 1202464 h 2267188"/>
              <a:gd name="connsiteX31" fmla="*/ 1685795 w 1855561"/>
              <a:gd name="connsiteY31" fmla="*/ 1236331 h 2267188"/>
              <a:gd name="connsiteX32" fmla="*/ 1702729 w 1855561"/>
              <a:gd name="connsiteY32" fmla="*/ 829931 h 2267188"/>
              <a:gd name="connsiteX33" fmla="*/ 1643462 w 1855561"/>
              <a:gd name="connsiteY33" fmla="*/ 448931 h 2267188"/>
              <a:gd name="connsiteX34" fmla="*/ 1474129 w 1855561"/>
              <a:gd name="connsiteY34" fmla="*/ 186464 h 2267188"/>
              <a:gd name="connsiteX35" fmla="*/ 1220129 w 1855561"/>
              <a:gd name="connsiteY35" fmla="*/ 50998 h 2267188"/>
              <a:gd name="connsiteX36" fmla="*/ 906862 w 1855561"/>
              <a:gd name="connsiteY36" fmla="*/ 198 h 2267188"/>
              <a:gd name="connsiteX37" fmla="*/ 698370 w 1855561"/>
              <a:gd name="connsiteY37" fmla="*/ 37974 h 2267188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263395 w 1855561"/>
              <a:gd name="connsiteY2" fmla="*/ 389543 h 2267067"/>
              <a:gd name="connsiteX3" fmla="*/ 117345 w 1855561"/>
              <a:gd name="connsiteY3" fmla="*/ 782184 h 2267067"/>
              <a:gd name="connsiteX4" fmla="*/ 142745 w 1855561"/>
              <a:gd name="connsiteY4" fmla="*/ 750434 h 2267067"/>
              <a:gd name="connsiteX5" fmla="*/ 153329 w 1855561"/>
              <a:gd name="connsiteY5" fmla="*/ 1219277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263395 w 1855561"/>
              <a:gd name="connsiteY2" fmla="*/ 389543 h 2267067"/>
              <a:gd name="connsiteX3" fmla="*/ 117345 w 1855561"/>
              <a:gd name="connsiteY3" fmla="*/ 782184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263395 w 1855561"/>
              <a:gd name="connsiteY2" fmla="*/ 389543 h 2267067"/>
              <a:gd name="connsiteX3" fmla="*/ 161795 w 1855561"/>
              <a:gd name="connsiteY3" fmla="*/ 598033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263395 w 1855561"/>
              <a:gd name="connsiteY2" fmla="*/ 389543 h 2267067"/>
              <a:gd name="connsiteX3" fmla="*/ 193545 w 1855561"/>
              <a:gd name="connsiteY3" fmla="*/ 499608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333245 w 1855561"/>
              <a:gd name="connsiteY2" fmla="*/ 274183 h 2267067"/>
              <a:gd name="connsiteX3" fmla="*/ 193545 w 1855561"/>
              <a:gd name="connsiteY3" fmla="*/ 499608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349120 w 1855561"/>
              <a:gd name="connsiteY2" fmla="*/ 274183 h 2267067"/>
              <a:gd name="connsiteX3" fmla="*/ 193545 w 1855561"/>
              <a:gd name="connsiteY3" fmla="*/ 499608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358645 w 1855561"/>
              <a:gd name="connsiteY2" fmla="*/ 226558 h 2267067"/>
              <a:gd name="connsiteX3" fmla="*/ 193545 w 1855561"/>
              <a:gd name="connsiteY3" fmla="*/ 499608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33 h 2267047"/>
              <a:gd name="connsiteX1" fmla="*/ 530095 w 1855561"/>
              <a:gd name="connsiteY1" fmla="*/ 109063 h 2267047"/>
              <a:gd name="connsiteX2" fmla="*/ 358645 w 1855561"/>
              <a:gd name="connsiteY2" fmla="*/ 226538 h 2267047"/>
              <a:gd name="connsiteX3" fmla="*/ 193545 w 1855561"/>
              <a:gd name="connsiteY3" fmla="*/ 499588 h 2267047"/>
              <a:gd name="connsiteX4" fmla="*/ 142745 w 1855561"/>
              <a:gd name="connsiteY4" fmla="*/ 750414 h 2267047"/>
              <a:gd name="connsiteX5" fmla="*/ 142745 w 1855561"/>
              <a:gd name="connsiteY5" fmla="*/ 1058388 h 2267047"/>
              <a:gd name="connsiteX6" fmla="*/ 153329 w 1855561"/>
              <a:gd name="connsiteY6" fmla="*/ 1303923 h 2267047"/>
              <a:gd name="connsiteX7" fmla="*/ 102529 w 1855561"/>
              <a:gd name="connsiteY7" fmla="*/ 1244657 h 2267047"/>
              <a:gd name="connsiteX8" fmla="*/ 68662 w 1855561"/>
              <a:gd name="connsiteY8" fmla="*/ 1227723 h 2267047"/>
              <a:gd name="connsiteX9" fmla="*/ 929 w 1855561"/>
              <a:gd name="connsiteY9" fmla="*/ 1261590 h 2267047"/>
              <a:gd name="connsiteX10" fmla="*/ 34795 w 1855561"/>
              <a:gd name="connsiteY10" fmla="*/ 1447857 h 2267047"/>
              <a:gd name="connsiteX11" fmla="*/ 110995 w 1855561"/>
              <a:gd name="connsiteY11" fmla="*/ 1549457 h 2267047"/>
              <a:gd name="connsiteX12" fmla="*/ 144862 w 1855561"/>
              <a:gd name="connsiteY12" fmla="*/ 1642590 h 2267047"/>
              <a:gd name="connsiteX13" fmla="*/ 212595 w 1855561"/>
              <a:gd name="connsiteY13" fmla="*/ 1625657 h 2267047"/>
              <a:gd name="connsiteX14" fmla="*/ 221062 w 1855561"/>
              <a:gd name="connsiteY14" fmla="*/ 1566390 h 2267047"/>
              <a:gd name="connsiteX15" fmla="*/ 221062 w 1855561"/>
              <a:gd name="connsiteY15" fmla="*/ 1532523 h 2267047"/>
              <a:gd name="connsiteX16" fmla="*/ 348062 w 1855561"/>
              <a:gd name="connsiteY16" fmla="*/ 1761123 h 2267047"/>
              <a:gd name="connsiteX17" fmla="*/ 483529 w 1855561"/>
              <a:gd name="connsiteY17" fmla="*/ 1998190 h 2267047"/>
              <a:gd name="connsiteX18" fmla="*/ 906861 w 1855561"/>
              <a:gd name="connsiteY18" fmla="*/ 2260656 h 2267047"/>
              <a:gd name="connsiteX19" fmla="*/ 1304795 w 1855561"/>
              <a:gd name="connsiteY19" fmla="*/ 2159057 h 2267047"/>
              <a:gd name="connsiteX20" fmla="*/ 1567262 w 1855561"/>
              <a:gd name="connsiteY20" fmla="*/ 1862723 h 2267047"/>
              <a:gd name="connsiteX21" fmla="*/ 1685795 w 1855561"/>
              <a:gd name="connsiteY21" fmla="*/ 1524057 h 2267047"/>
              <a:gd name="connsiteX22" fmla="*/ 1677329 w 1855561"/>
              <a:gd name="connsiteY22" fmla="*/ 1456323 h 2267047"/>
              <a:gd name="connsiteX23" fmla="*/ 1736595 w 1855561"/>
              <a:gd name="connsiteY23" fmla="*/ 1549457 h 2267047"/>
              <a:gd name="connsiteX24" fmla="*/ 1787395 w 1855561"/>
              <a:gd name="connsiteY24" fmla="*/ 1524057 h 2267047"/>
              <a:gd name="connsiteX25" fmla="*/ 1804329 w 1855561"/>
              <a:gd name="connsiteY25" fmla="*/ 1405523 h 2267047"/>
              <a:gd name="connsiteX26" fmla="*/ 1812795 w 1855561"/>
              <a:gd name="connsiteY26" fmla="*/ 1303923 h 2267047"/>
              <a:gd name="connsiteX27" fmla="*/ 1855129 w 1855561"/>
              <a:gd name="connsiteY27" fmla="*/ 1210790 h 2267047"/>
              <a:gd name="connsiteX28" fmla="*/ 1829729 w 1855561"/>
              <a:gd name="connsiteY28" fmla="*/ 1092257 h 2267047"/>
              <a:gd name="connsiteX29" fmla="*/ 1753529 w 1855561"/>
              <a:gd name="connsiteY29" fmla="*/ 1117657 h 2267047"/>
              <a:gd name="connsiteX30" fmla="*/ 1694262 w 1855561"/>
              <a:gd name="connsiteY30" fmla="*/ 1202323 h 2267047"/>
              <a:gd name="connsiteX31" fmla="*/ 1685795 w 1855561"/>
              <a:gd name="connsiteY31" fmla="*/ 1236190 h 2267047"/>
              <a:gd name="connsiteX32" fmla="*/ 1702729 w 1855561"/>
              <a:gd name="connsiteY32" fmla="*/ 829790 h 2267047"/>
              <a:gd name="connsiteX33" fmla="*/ 1643462 w 1855561"/>
              <a:gd name="connsiteY33" fmla="*/ 448790 h 2267047"/>
              <a:gd name="connsiteX34" fmla="*/ 1474129 w 1855561"/>
              <a:gd name="connsiteY34" fmla="*/ 186323 h 2267047"/>
              <a:gd name="connsiteX35" fmla="*/ 1263520 w 1855561"/>
              <a:gd name="connsiteY35" fmla="*/ 45578 h 2267047"/>
              <a:gd name="connsiteX36" fmla="*/ 906862 w 1855561"/>
              <a:gd name="connsiteY36" fmla="*/ 57 h 2267047"/>
              <a:gd name="connsiteX37" fmla="*/ 698370 w 1855561"/>
              <a:gd name="connsiteY37" fmla="*/ 37833 h 2267047"/>
              <a:gd name="connsiteX0" fmla="*/ 698370 w 1855561"/>
              <a:gd name="connsiteY0" fmla="*/ 37833 h 2267047"/>
              <a:gd name="connsiteX1" fmla="*/ 530095 w 1855561"/>
              <a:gd name="connsiteY1" fmla="*/ 109063 h 2267047"/>
              <a:gd name="connsiteX2" fmla="*/ 358645 w 1855561"/>
              <a:gd name="connsiteY2" fmla="*/ 226538 h 2267047"/>
              <a:gd name="connsiteX3" fmla="*/ 193545 w 1855561"/>
              <a:gd name="connsiteY3" fmla="*/ 499588 h 2267047"/>
              <a:gd name="connsiteX4" fmla="*/ 142745 w 1855561"/>
              <a:gd name="connsiteY4" fmla="*/ 690089 h 2267047"/>
              <a:gd name="connsiteX5" fmla="*/ 142745 w 1855561"/>
              <a:gd name="connsiteY5" fmla="*/ 1058388 h 2267047"/>
              <a:gd name="connsiteX6" fmla="*/ 153329 w 1855561"/>
              <a:gd name="connsiteY6" fmla="*/ 1303923 h 2267047"/>
              <a:gd name="connsiteX7" fmla="*/ 102529 w 1855561"/>
              <a:gd name="connsiteY7" fmla="*/ 1244657 h 2267047"/>
              <a:gd name="connsiteX8" fmla="*/ 68662 w 1855561"/>
              <a:gd name="connsiteY8" fmla="*/ 1227723 h 2267047"/>
              <a:gd name="connsiteX9" fmla="*/ 929 w 1855561"/>
              <a:gd name="connsiteY9" fmla="*/ 1261590 h 2267047"/>
              <a:gd name="connsiteX10" fmla="*/ 34795 w 1855561"/>
              <a:gd name="connsiteY10" fmla="*/ 1447857 h 2267047"/>
              <a:gd name="connsiteX11" fmla="*/ 110995 w 1855561"/>
              <a:gd name="connsiteY11" fmla="*/ 1549457 h 2267047"/>
              <a:gd name="connsiteX12" fmla="*/ 144862 w 1855561"/>
              <a:gd name="connsiteY12" fmla="*/ 1642590 h 2267047"/>
              <a:gd name="connsiteX13" fmla="*/ 212595 w 1855561"/>
              <a:gd name="connsiteY13" fmla="*/ 1625657 h 2267047"/>
              <a:gd name="connsiteX14" fmla="*/ 221062 w 1855561"/>
              <a:gd name="connsiteY14" fmla="*/ 1566390 h 2267047"/>
              <a:gd name="connsiteX15" fmla="*/ 221062 w 1855561"/>
              <a:gd name="connsiteY15" fmla="*/ 1532523 h 2267047"/>
              <a:gd name="connsiteX16" fmla="*/ 348062 w 1855561"/>
              <a:gd name="connsiteY16" fmla="*/ 1761123 h 2267047"/>
              <a:gd name="connsiteX17" fmla="*/ 483529 w 1855561"/>
              <a:gd name="connsiteY17" fmla="*/ 1998190 h 2267047"/>
              <a:gd name="connsiteX18" fmla="*/ 906861 w 1855561"/>
              <a:gd name="connsiteY18" fmla="*/ 2260656 h 2267047"/>
              <a:gd name="connsiteX19" fmla="*/ 1304795 w 1855561"/>
              <a:gd name="connsiteY19" fmla="*/ 2159057 h 2267047"/>
              <a:gd name="connsiteX20" fmla="*/ 1567262 w 1855561"/>
              <a:gd name="connsiteY20" fmla="*/ 1862723 h 2267047"/>
              <a:gd name="connsiteX21" fmla="*/ 1685795 w 1855561"/>
              <a:gd name="connsiteY21" fmla="*/ 1524057 h 2267047"/>
              <a:gd name="connsiteX22" fmla="*/ 1677329 w 1855561"/>
              <a:gd name="connsiteY22" fmla="*/ 1456323 h 2267047"/>
              <a:gd name="connsiteX23" fmla="*/ 1736595 w 1855561"/>
              <a:gd name="connsiteY23" fmla="*/ 1549457 h 2267047"/>
              <a:gd name="connsiteX24" fmla="*/ 1787395 w 1855561"/>
              <a:gd name="connsiteY24" fmla="*/ 1524057 h 2267047"/>
              <a:gd name="connsiteX25" fmla="*/ 1804329 w 1855561"/>
              <a:gd name="connsiteY25" fmla="*/ 1405523 h 2267047"/>
              <a:gd name="connsiteX26" fmla="*/ 1812795 w 1855561"/>
              <a:gd name="connsiteY26" fmla="*/ 1303923 h 2267047"/>
              <a:gd name="connsiteX27" fmla="*/ 1855129 w 1855561"/>
              <a:gd name="connsiteY27" fmla="*/ 1210790 h 2267047"/>
              <a:gd name="connsiteX28" fmla="*/ 1829729 w 1855561"/>
              <a:gd name="connsiteY28" fmla="*/ 1092257 h 2267047"/>
              <a:gd name="connsiteX29" fmla="*/ 1753529 w 1855561"/>
              <a:gd name="connsiteY29" fmla="*/ 1117657 h 2267047"/>
              <a:gd name="connsiteX30" fmla="*/ 1694262 w 1855561"/>
              <a:gd name="connsiteY30" fmla="*/ 1202323 h 2267047"/>
              <a:gd name="connsiteX31" fmla="*/ 1685795 w 1855561"/>
              <a:gd name="connsiteY31" fmla="*/ 1236190 h 2267047"/>
              <a:gd name="connsiteX32" fmla="*/ 1702729 w 1855561"/>
              <a:gd name="connsiteY32" fmla="*/ 829790 h 2267047"/>
              <a:gd name="connsiteX33" fmla="*/ 1643462 w 1855561"/>
              <a:gd name="connsiteY33" fmla="*/ 448790 h 2267047"/>
              <a:gd name="connsiteX34" fmla="*/ 1474129 w 1855561"/>
              <a:gd name="connsiteY34" fmla="*/ 186323 h 2267047"/>
              <a:gd name="connsiteX35" fmla="*/ 1263520 w 1855561"/>
              <a:gd name="connsiteY35" fmla="*/ 45578 h 2267047"/>
              <a:gd name="connsiteX36" fmla="*/ 906862 w 1855561"/>
              <a:gd name="connsiteY36" fmla="*/ 57 h 2267047"/>
              <a:gd name="connsiteX37" fmla="*/ 698370 w 1855561"/>
              <a:gd name="connsiteY37" fmla="*/ 37833 h 2267047"/>
              <a:gd name="connsiteX0" fmla="*/ 698370 w 1855561"/>
              <a:gd name="connsiteY0" fmla="*/ 37833 h 2267047"/>
              <a:gd name="connsiteX1" fmla="*/ 530095 w 1855561"/>
              <a:gd name="connsiteY1" fmla="*/ 109063 h 2267047"/>
              <a:gd name="connsiteX2" fmla="*/ 358645 w 1855561"/>
              <a:gd name="connsiteY2" fmla="*/ 226538 h 2267047"/>
              <a:gd name="connsiteX3" fmla="*/ 193545 w 1855561"/>
              <a:gd name="connsiteY3" fmla="*/ 499588 h 2267047"/>
              <a:gd name="connsiteX4" fmla="*/ 142745 w 1855561"/>
              <a:gd name="connsiteY4" fmla="*/ 690089 h 2267047"/>
              <a:gd name="connsiteX5" fmla="*/ 142745 w 1855561"/>
              <a:gd name="connsiteY5" fmla="*/ 1058388 h 2267047"/>
              <a:gd name="connsiteX6" fmla="*/ 143804 w 1855561"/>
              <a:gd name="connsiteY6" fmla="*/ 1195973 h 2267047"/>
              <a:gd name="connsiteX7" fmla="*/ 102529 w 1855561"/>
              <a:gd name="connsiteY7" fmla="*/ 1244657 h 2267047"/>
              <a:gd name="connsiteX8" fmla="*/ 68662 w 1855561"/>
              <a:gd name="connsiteY8" fmla="*/ 1227723 h 2267047"/>
              <a:gd name="connsiteX9" fmla="*/ 929 w 1855561"/>
              <a:gd name="connsiteY9" fmla="*/ 1261590 h 2267047"/>
              <a:gd name="connsiteX10" fmla="*/ 34795 w 1855561"/>
              <a:gd name="connsiteY10" fmla="*/ 1447857 h 2267047"/>
              <a:gd name="connsiteX11" fmla="*/ 110995 w 1855561"/>
              <a:gd name="connsiteY11" fmla="*/ 1549457 h 2267047"/>
              <a:gd name="connsiteX12" fmla="*/ 144862 w 1855561"/>
              <a:gd name="connsiteY12" fmla="*/ 1642590 h 2267047"/>
              <a:gd name="connsiteX13" fmla="*/ 212595 w 1855561"/>
              <a:gd name="connsiteY13" fmla="*/ 1625657 h 2267047"/>
              <a:gd name="connsiteX14" fmla="*/ 221062 w 1855561"/>
              <a:gd name="connsiteY14" fmla="*/ 1566390 h 2267047"/>
              <a:gd name="connsiteX15" fmla="*/ 221062 w 1855561"/>
              <a:gd name="connsiteY15" fmla="*/ 1532523 h 2267047"/>
              <a:gd name="connsiteX16" fmla="*/ 348062 w 1855561"/>
              <a:gd name="connsiteY16" fmla="*/ 1761123 h 2267047"/>
              <a:gd name="connsiteX17" fmla="*/ 483529 w 1855561"/>
              <a:gd name="connsiteY17" fmla="*/ 1998190 h 2267047"/>
              <a:gd name="connsiteX18" fmla="*/ 906861 w 1855561"/>
              <a:gd name="connsiteY18" fmla="*/ 2260656 h 2267047"/>
              <a:gd name="connsiteX19" fmla="*/ 1304795 w 1855561"/>
              <a:gd name="connsiteY19" fmla="*/ 2159057 h 2267047"/>
              <a:gd name="connsiteX20" fmla="*/ 1567262 w 1855561"/>
              <a:gd name="connsiteY20" fmla="*/ 1862723 h 2267047"/>
              <a:gd name="connsiteX21" fmla="*/ 1685795 w 1855561"/>
              <a:gd name="connsiteY21" fmla="*/ 1524057 h 2267047"/>
              <a:gd name="connsiteX22" fmla="*/ 1677329 w 1855561"/>
              <a:gd name="connsiteY22" fmla="*/ 1456323 h 2267047"/>
              <a:gd name="connsiteX23" fmla="*/ 1736595 w 1855561"/>
              <a:gd name="connsiteY23" fmla="*/ 1549457 h 2267047"/>
              <a:gd name="connsiteX24" fmla="*/ 1787395 w 1855561"/>
              <a:gd name="connsiteY24" fmla="*/ 1524057 h 2267047"/>
              <a:gd name="connsiteX25" fmla="*/ 1804329 w 1855561"/>
              <a:gd name="connsiteY25" fmla="*/ 1405523 h 2267047"/>
              <a:gd name="connsiteX26" fmla="*/ 1812795 w 1855561"/>
              <a:gd name="connsiteY26" fmla="*/ 1303923 h 2267047"/>
              <a:gd name="connsiteX27" fmla="*/ 1855129 w 1855561"/>
              <a:gd name="connsiteY27" fmla="*/ 1210790 h 2267047"/>
              <a:gd name="connsiteX28" fmla="*/ 1829729 w 1855561"/>
              <a:gd name="connsiteY28" fmla="*/ 1092257 h 2267047"/>
              <a:gd name="connsiteX29" fmla="*/ 1753529 w 1855561"/>
              <a:gd name="connsiteY29" fmla="*/ 1117657 h 2267047"/>
              <a:gd name="connsiteX30" fmla="*/ 1694262 w 1855561"/>
              <a:gd name="connsiteY30" fmla="*/ 1202323 h 2267047"/>
              <a:gd name="connsiteX31" fmla="*/ 1685795 w 1855561"/>
              <a:gd name="connsiteY31" fmla="*/ 1236190 h 2267047"/>
              <a:gd name="connsiteX32" fmla="*/ 1702729 w 1855561"/>
              <a:gd name="connsiteY32" fmla="*/ 829790 h 2267047"/>
              <a:gd name="connsiteX33" fmla="*/ 1643462 w 1855561"/>
              <a:gd name="connsiteY33" fmla="*/ 448790 h 2267047"/>
              <a:gd name="connsiteX34" fmla="*/ 1474129 w 1855561"/>
              <a:gd name="connsiteY34" fmla="*/ 186323 h 2267047"/>
              <a:gd name="connsiteX35" fmla="*/ 1263520 w 1855561"/>
              <a:gd name="connsiteY35" fmla="*/ 45578 h 2267047"/>
              <a:gd name="connsiteX36" fmla="*/ 906862 w 1855561"/>
              <a:gd name="connsiteY36" fmla="*/ 57 h 2267047"/>
              <a:gd name="connsiteX37" fmla="*/ 698370 w 1855561"/>
              <a:gd name="connsiteY37" fmla="*/ 37833 h 2267047"/>
              <a:gd name="connsiteX0" fmla="*/ 697938 w 1855129"/>
              <a:gd name="connsiteY0" fmla="*/ 37833 h 2267047"/>
              <a:gd name="connsiteX1" fmla="*/ 529663 w 1855129"/>
              <a:gd name="connsiteY1" fmla="*/ 109063 h 2267047"/>
              <a:gd name="connsiteX2" fmla="*/ 358213 w 1855129"/>
              <a:gd name="connsiteY2" fmla="*/ 226538 h 2267047"/>
              <a:gd name="connsiteX3" fmla="*/ 193113 w 1855129"/>
              <a:gd name="connsiteY3" fmla="*/ 499588 h 2267047"/>
              <a:gd name="connsiteX4" fmla="*/ 142313 w 1855129"/>
              <a:gd name="connsiteY4" fmla="*/ 690089 h 2267047"/>
              <a:gd name="connsiteX5" fmla="*/ 142313 w 1855129"/>
              <a:gd name="connsiteY5" fmla="*/ 1058388 h 2267047"/>
              <a:gd name="connsiteX6" fmla="*/ 143372 w 1855129"/>
              <a:gd name="connsiteY6" fmla="*/ 1195973 h 2267047"/>
              <a:gd name="connsiteX7" fmla="*/ 102097 w 1855129"/>
              <a:gd name="connsiteY7" fmla="*/ 1244657 h 2267047"/>
              <a:gd name="connsiteX8" fmla="*/ 20605 w 1855129"/>
              <a:gd name="connsiteY8" fmla="*/ 1167398 h 2267047"/>
              <a:gd name="connsiteX9" fmla="*/ 497 w 1855129"/>
              <a:gd name="connsiteY9" fmla="*/ 1261590 h 2267047"/>
              <a:gd name="connsiteX10" fmla="*/ 34363 w 1855129"/>
              <a:gd name="connsiteY10" fmla="*/ 1447857 h 2267047"/>
              <a:gd name="connsiteX11" fmla="*/ 110563 w 1855129"/>
              <a:gd name="connsiteY11" fmla="*/ 1549457 h 2267047"/>
              <a:gd name="connsiteX12" fmla="*/ 144430 w 1855129"/>
              <a:gd name="connsiteY12" fmla="*/ 1642590 h 2267047"/>
              <a:gd name="connsiteX13" fmla="*/ 212163 w 1855129"/>
              <a:gd name="connsiteY13" fmla="*/ 1625657 h 2267047"/>
              <a:gd name="connsiteX14" fmla="*/ 220630 w 1855129"/>
              <a:gd name="connsiteY14" fmla="*/ 1566390 h 2267047"/>
              <a:gd name="connsiteX15" fmla="*/ 220630 w 1855129"/>
              <a:gd name="connsiteY15" fmla="*/ 1532523 h 2267047"/>
              <a:gd name="connsiteX16" fmla="*/ 347630 w 1855129"/>
              <a:gd name="connsiteY16" fmla="*/ 1761123 h 2267047"/>
              <a:gd name="connsiteX17" fmla="*/ 483097 w 1855129"/>
              <a:gd name="connsiteY17" fmla="*/ 1998190 h 2267047"/>
              <a:gd name="connsiteX18" fmla="*/ 906429 w 1855129"/>
              <a:gd name="connsiteY18" fmla="*/ 2260656 h 2267047"/>
              <a:gd name="connsiteX19" fmla="*/ 1304363 w 1855129"/>
              <a:gd name="connsiteY19" fmla="*/ 2159057 h 2267047"/>
              <a:gd name="connsiteX20" fmla="*/ 1566830 w 1855129"/>
              <a:gd name="connsiteY20" fmla="*/ 1862723 h 2267047"/>
              <a:gd name="connsiteX21" fmla="*/ 1685363 w 1855129"/>
              <a:gd name="connsiteY21" fmla="*/ 1524057 h 2267047"/>
              <a:gd name="connsiteX22" fmla="*/ 1676897 w 1855129"/>
              <a:gd name="connsiteY22" fmla="*/ 1456323 h 2267047"/>
              <a:gd name="connsiteX23" fmla="*/ 1736163 w 1855129"/>
              <a:gd name="connsiteY23" fmla="*/ 1549457 h 2267047"/>
              <a:gd name="connsiteX24" fmla="*/ 1786963 w 1855129"/>
              <a:gd name="connsiteY24" fmla="*/ 1524057 h 2267047"/>
              <a:gd name="connsiteX25" fmla="*/ 1803897 w 1855129"/>
              <a:gd name="connsiteY25" fmla="*/ 1405523 h 2267047"/>
              <a:gd name="connsiteX26" fmla="*/ 1812363 w 1855129"/>
              <a:gd name="connsiteY26" fmla="*/ 1303923 h 2267047"/>
              <a:gd name="connsiteX27" fmla="*/ 1854697 w 1855129"/>
              <a:gd name="connsiteY27" fmla="*/ 1210790 h 2267047"/>
              <a:gd name="connsiteX28" fmla="*/ 1829297 w 1855129"/>
              <a:gd name="connsiteY28" fmla="*/ 1092257 h 2267047"/>
              <a:gd name="connsiteX29" fmla="*/ 1753097 w 1855129"/>
              <a:gd name="connsiteY29" fmla="*/ 1117657 h 2267047"/>
              <a:gd name="connsiteX30" fmla="*/ 1693830 w 1855129"/>
              <a:gd name="connsiteY30" fmla="*/ 1202323 h 2267047"/>
              <a:gd name="connsiteX31" fmla="*/ 1685363 w 1855129"/>
              <a:gd name="connsiteY31" fmla="*/ 1236190 h 2267047"/>
              <a:gd name="connsiteX32" fmla="*/ 1702297 w 1855129"/>
              <a:gd name="connsiteY32" fmla="*/ 829790 h 2267047"/>
              <a:gd name="connsiteX33" fmla="*/ 1643030 w 1855129"/>
              <a:gd name="connsiteY33" fmla="*/ 448790 h 2267047"/>
              <a:gd name="connsiteX34" fmla="*/ 1473697 w 1855129"/>
              <a:gd name="connsiteY34" fmla="*/ 186323 h 2267047"/>
              <a:gd name="connsiteX35" fmla="*/ 1263088 w 1855129"/>
              <a:gd name="connsiteY35" fmla="*/ 45578 h 2267047"/>
              <a:gd name="connsiteX36" fmla="*/ 906430 w 1855129"/>
              <a:gd name="connsiteY36" fmla="*/ 57 h 2267047"/>
              <a:gd name="connsiteX37" fmla="*/ 697938 w 1855129"/>
              <a:gd name="connsiteY37" fmla="*/ 37833 h 2267047"/>
              <a:gd name="connsiteX0" fmla="*/ 697998 w 1855189"/>
              <a:gd name="connsiteY0" fmla="*/ 37833 h 2267047"/>
              <a:gd name="connsiteX1" fmla="*/ 529723 w 1855189"/>
              <a:gd name="connsiteY1" fmla="*/ 109063 h 2267047"/>
              <a:gd name="connsiteX2" fmla="*/ 358273 w 1855189"/>
              <a:gd name="connsiteY2" fmla="*/ 226538 h 2267047"/>
              <a:gd name="connsiteX3" fmla="*/ 193173 w 1855189"/>
              <a:gd name="connsiteY3" fmla="*/ 499588 h 2267047"/>
              <a:gd name="connsiteX4" fmla="*/ 142373 w 1855189"/>
              <a:gd name="connsiteY4" fmla="*/ 690089 h 2267047"/>
              <a:gd name="connsiteX5" fmla="*/ 142373 w 1855189"/>
              <a:gd name="connsiteY5" fmla="*/ 1058388 h 2267047"/>
              <a:gd name="connsiteX6" fmla="*/ 143432 w 1855189"/>
              <a:gd name="connsiteY6" fmla="*/ 1195973 h 2267047"/>
              <a:gd name="connsiteX7" fmla="*/ 108507 w 1855189"/>
              <a:gd name="connsiteY7" fmla="*/ 1200207 h 2267047"/>
              <a:gd name="connsiteX8" fmla="*/ 20665 w 1855189"/>
              <a:gd name="connsiteY8" fmla="*/ 1167398 h 2267047"/>
              <a:gd name="connsiteX9" fmla="*/ 557 w 1855189"/>
              <a:gd name="connsiteY9" fmla="*/ 1261590 h 2267047"/>
              <a:gd name="connsiteX10" fmla="*/ 34423 w 1855189"/>
              <a:gd name="connsiteY10" fmla="*/ 1447857 h 2267047"/>
              <a:gd name="connsiteX11" fmla="*/ 110623 w 1855189"/>
              <a:gd name="connsiteY11" fmla="*/ 1549457 h 2267047"/>
              <a:gd name="connsiteX12" fmla="*/ 144490 w 1855189"/>
              <a:gd name="connsiteY12" fmla="*/ 1642590 h 2267047"/>
              <a:gd name="connsiteX13" fmla="*/ 212223 w 1855189"/>
              <a:gd name="connsiteY13" fmla="*/ 1625657 h 2267047"/>
              <a:gd name="connsiteX14" fmla="*/ 220690 w 1855189"/>
              <a:gd name="connsiteY14" fmla="*/ 1566390 h 2267047"/>
              <a:gd name="connsiteX15" fmla="*/ 220690 w 1855189"/>
              <a:gd name="connsiteY15" fmla="*/ 1532523 h 2267047"/>
              <a:gd name="connsiteX16" fmla="*/ 347690 w 1855189"/>
              <a:gd name="connsiteY16" fmla="*/ 1761123 h 2267047"/>
              <a:gd name="connsiteX17" fmla="*/ 483157 w 1855189"/>
              <a:gd name="connsiteY17" fmla="*/ 1998190 h 2267047"/>
              <a:gd name="connsiteX18" fmla="*/ 906489 w 1855189"/>
              <a:gd name="connsiteY18" fmla="*/ 2260656 h 2267047"/>
              <a:gd name="connsiteX19" fmla="*/ 1304423 w 1855189"/>
              <a:gd name="connsiteY19" fmla="*/ 2159057 h 2267047"/>
              <a:gd name="connsiteX20" fmla="*/ 1566890 w 1855189"/>
              <a:gd name="connsiteY20" fmla="*/ 1862723 h 2267047"/>
              <a:gd name="connsiteX21" fmla="*/ 1685423 w 1855189"/>
              <a:gd name="connsiteY21" fmla="*/ 1524057 h 2267047"/>
              <a:gd name="connsiteX22" fmla="*/ 1676957 w 1855189"/>
              <a:gd name="connsiteY22" fmla="*/ 1456323 h 2267047"/>
              <a:gd name="connsiteX23" fmla="*/ 1736223 w 1855189"/>
              <a:gd name="connsiteY23" fmla="*/ 1549457 h 2267047"/>
              <a:gd name="connsiteX24" fmla="*/ 1787023 w 1855189"/>
              <a:gd name="connsiteY24" fmla="*/ 1524057 h 2267047"/>
              <a:gd name="connsiteX25" fmla="*/ 1803957 w 1855189"/>
              <a:gd name="connsiteY25" fmla="*/ 1405523 h 2267047"/>
              <a:gd name="connsiteX26" fmla="*/ 1812423 w 1855189"/>
              <a:gd name="connsiteY26" fmla="*/ 1303923 h 2267047"/>
              <a:gd name="connsiteX27" fmla="*/ 1854757 w 1855189"/>
              <a:gd name="connsiteY27" fmla="*/ 1210790 h 2267047"/>
              <a:gd name="connsiteX28" fmla="*/ 1829357 w 1855189"/>
              <a:gd name="connsiteY28" fmla="*/ 1092257 h 2267047"/>
              <a:gd name="connsiteX29" fmla="*/ 1753157 w 1855189"/>
              <a:gd name="connsiteY29" fmla="*/ 1117657 h 2267047"/>
              <a:gd name="connsiteX30" fmla="*/ 1693890 w 1855189"/>
              <a:gd name="connsiteY30" fmla="*/ 1202323 h 2267047"/>
              <a:gd name="connsiteX31" fmla="*/ 1685423 w 1855189"/>
              <a:gd name="connsiteY31" fmla="*/ 1236190 h 2267047"/>
              <a:gd name="connsiteX32" fmla="*/ 1702357 w 1855189"/>
              <a:gd name="connsiteY32" fmla="*/ 829790 h 2267047"/>
              <a:gd name="connsiteX33" fmla="*/ 1643090 w 1855189"/>
              <a:gd name="connsiteY33" fmla="*/ 448790 h 2267047"/>
              <a:gd name="connsiteX34" fmla="*/ 1473757 w 1855189"/>
              <a:gd name="connsiteY34" fmla="*/ 186323 h 2267047"/>
              <a:gd name="connsiteX35" fmla="*/ 1263148 w 1855189"/>
              <a:gd name="connsiteY35" fmla="*/ 45578 h 2267047"/>
              <a:gd name="connsiteX36" fmla="*/ 906490 w 1855189"/>
              <a:gd name="connsiteY36" fmla="*/ 57 h 2267047"/>
              <a:gd name="connsiteX37" fmla="*/ 697998 w 1855189"/>
              <a:gd name="connsiteY37" fmla="*/ 37833 h 2267047"/>
              <a:gd name="connsiteX0" fmla="*/ 697998 w 1855189"/>
              <a:gd name="connsiteY0" fmla="*/ 37833 h 2267047"/>
              <a:gd name="connsiteX1" fmla="*/ 529723 w 1855189"/>
              <a:gd name="connsiteY1" fmla="*/ 109063 h 2267047"/>
              <a:gd name="connsiteX2" fmla="*/ 358273 w 1855189"/>
              <a:gd name="connsiteY2" fmla="*/ 226538 h 2267047"/>
              <a:gd name="connsiteX3" fmla="*/ 193173 w 1855189"/>
              <a:gd name="connsiteY3" fmla="*/ 499588 h 2267047"/>
              <a:gd name="connsiteX4" fmla="*/ 142373 w 1855189"/>
              <a:gd name="connsiteY4" fmla="*/ 690089 h 2267047"/>
              <a:gd name="connsiteX5" fmla="*/ 142373 w 1855189"/>
              <a:gd name="connsiteY5" fmla="*/ 1058388 h 2267047"/>
              <a:gd name="connsiteX6" fmla="*/ 143432 w 1855189"/>
              <a:gd name="connsiteY6" fmla="*/ 1195973 h 2267047"/>
              <a:gd name="connsiteX7" fmla="*/ 108507 w 1855189"/>
              <a:gd name="connsiteY7" fmla="*/ 1200207 h 2267047"/>
              <a:gd name="connsiteX8" fmla="*/ 20665 w 1855189"/>
              <a:gd name="connsiteY8" fmla="*/ 1167398 h 2267047"/>
              <a:gd name="connsiteX9" fmla="*/ 557 w 1855189"/>
              <a:gd name="connsiteY9" fmla="*/ 1261590 h 2267047"/>
              <a:gd name="connsiteX10" fmla="*/ 34423 w 1855189"/>
              <a:gd name="connsiteY10" fmla="*/ 1447857 h 2267047"/>
              <a:gd name="connsiteX11" fmla="*/ 110623 w 1855189"/>
              <a:gd name="connsiteY11" fmla="*/ 1549457 h 2267047"/>
              <a:gd name="connsiteX12" fmla="*/ 144490 w 1855189"/>
              <a:gd name="connsiteY12" fmla="*/ 1642590 h 2267047"/>
              <a:gd name="connsiteX13" fmla="*/ 212223 w 1855189"/>
              <a:gd name="connsiteY13" fmla="*/ 1625657 h 2267047"/>
              <a:gd name="connsiteX14" fmla="*/ 220690 w 1855189"/>
              <a:gd name="connsiteY14" fmla="*/ 1566390 h 2267047"/>
              <a:gd name="connsiteX15" fmla="*/ 220690 w 1855189"/>
              <a:gd name="connsiteY15" fmla="*/ 1532523 h 2267047"/>
              <a:gd name="connsiteX16" fmla="*/ 347690 w 1855189"/>
              <a:gd name="connsiteY16" fmla="*/ 1761123 h 2267047"/>
              <a:gd name="connsiteX17" fmla="*/ 483157 w 1855189"/>
              <a:gd name="connsiteY17" fmla="*/ 1998190 h 2267047"/>
              <a:gd name="connsiteX18" fmla="*/ 906489 w 1855189"/>
              <a:gd name="connsiteY18" fmla="*/ 2260656 h 2267047"/>
              <a:gd name="connsiteX19" fmla="*/ 1304423 w 1855189"/>
              <a:gd name="connsiteY19" fmla="*/ 2159057 h 2267047"/>
              <a:gd name="connsiteX20" fmla="*/ 1566890 w 1855189"/>
              <a:gd name="connsiteY20" fmla="*/ 1862723 h 2267047"/>
              <a:gd name="connsiteX21" fmla="*/ 1685423 w 1855189"/>
              <a:gd name="connsiteY21" fmla="*/ 1524057 h 2267047"/>
              <a:gd name="connsiteX22" fmla="*/ 1676957 w 1855189"/>
              <a:gd name="connsiteY22" fmla="*/ 1456323 h 2267047"/>
              <a:gd name="connsiteX23" fmla="*/ 1736223 w 1855189"/>
              <a:gd name="connsiteY23" fmla="*/ 1549457 h 2267047"/>
              <a:gd name="connsiteX24" fmla="*/ 1787023 w 1855189"/>
              <a:gd name="connsiteY24" fmla="*/ 1524057 h 2267047"/>
              <a:gd name="connsiteX25" fmla="*/ 1803957 w 1855189"/>
              <a:gd name="connsiteY25" fmla="*/ 1405523 h 2267047"/>
              <a:gd name="connsiteX26" fmla="*/ 1812423 w 1855189"/>
              <a:gd name="connsiteY26" fmla="*/ 1303923 h 2267047"/>
              <a:gd name="connsiteX27" fmla="*/ 1854757 w 1855189"/>
              <a:gd name="connsiteY27" fmla="*/ 1210790 h 2267047"/>
              <a:gd name="connsiteX28" fmla="*/ 1829357 w 1855189"/>
              <a:gd name="connsiteY28" fmla="*/ 1092257 h 2267047"/>
              <a:gd name="connsiteX29" fmla="*/ 1753157 w 1855189"/>
              <a:gd name="connsiteY29" fmla="*/ 1117657 h 2267047"/>
              <a:gd name="connsiteX30" fmla="*/ 1693890 w 1855189"/>
              <a:gd name="connsiteY30" fmla="*/ 1202323 h 2267047"/>
              <a:gd name="connsiteX31" fmla="*/ 1685423 w 1855189"/>
              <a:gd name="connsiteY31" fmla="*/ 1236190 h 2267047"/>
              <a:gd name="connsiteX32" fmla="*/ 1702357 w 1855189"/>
              <a:gd name="connsiteY32" fmla="*/ 829790 h 2267047"/>
              <a:gd name="connsiteX33" fmla="*/ 1643090 w 1855189"/>
              <a:gd name="connsiteY33" fmla="*/ 448790 h 2267047"/>
              <a:gd name="connsiteX34" fmla="*/ 1473757 w 1855189"/>
              <a:gd name="connsiteY34" fmla="*/ 186323 h 2267047"/>
              <a:gd name="connsiteX35" fmla="*/ 1263148 w 1855189"/>
              <a:gd name="connsiteY35" fmla="*/ 45578 h 2267047"/>
              <a:gd name="connsiteX36" fmla="*/ 906490 w 1855189"/>
              <a:gd name="connsiteY36" fmla="*/ 57 h 2267047"/>
              <a:gd name="connsiteX37" fmla="*/ 697998 w 1855189"/>
              <a:gd name="connsiteY37" fmla="*/ 37833 h 2267047"/>
              <a:gd name="connsiteX0" fmla="*/ 697858 w 1855049"/>
              <a:gd name="connsiteY0" fmla="*/ 37833 h 2267047"/>
              <a:gd name="connsiteX1" fmla="*/ 529583 w 1855049"/>
              <a:gd name="connsiteY1" fmla="*/ 109063 h 2267047"/>
              <a:gd name="connsiteX2" fmla="*/ 358133 w 1855049"/>
              <a:gd name="connsiteY2" fmla="*/ 226538 h 2267047"/>
              <a:gd name="connsiteX3" fmla="*/ 193033 w 1855049"/>
              <a:gd name="connsiteY3" fmla="*/ 499588 h 2267047"/>
              <a:gd name="connsiteX4" fmla="*/ 142233 w 1855049"/>
              <a:gd name="connsiteY4" fmla="*/ 690089 h 2267047"/>
              <a:gd name="connsiteX5" fmla="*/ 142233 w 1855049"/>
              <a:gd name="connsiteY5" fmla="*/ 1058388 h 2267047"/>
              <a:gd name="connsiteX6" fmla="*/ 143292 w 1855049"/>
              <a:gd name="connsiteY6" fmla="*/ 1195973 h 2267047"/>
              <a:gd name="connsiteX7" fmla="*/ 91434 w 1855049"/>
              <a:gd name="connsiteY7" fmla="*/ 1145173 h 2267047"/>
              <a:gd name="connsiteX8" fmla="*/ 20525 w 1855049"/>
              <a:gd name="connsiteY8" fmla="*/ 1167398 h 2267047"/>
              <a:gd name="connsiteX9" fmla="*/ 417 w 1855049"/>
              <a:gd name="connsiteY9" fmla="*/ 1261590 h 2267047"/>
              <a:gd name="connsiteX10" fmla="*/ 34283 w 1855049"/>
              <a:gd name="connsiteY10" fmla="*/ 1447857 h 2267047"/>
              <a:gd name="connsiteX11" fmla="*/ 110483 w 1855049"/>
              <a:gd name="connsiteY11" fmla="*/ 1549457 h 2267047"/>
              <a:gd name="connsiteX12" fmla="*/ 144350 w 1855049"/>
              <a:gd name="connsiteY12" fmla="*/ 1642590 h 2267047"/>
              <a:gd name="connsiteX13" fmla="*/ 212083 w 1855049"/>
              <a:gd name="connsiteY13" fmla="*/ 1625657 h 2267047"/>
              <a:gd name="connsiteX14" fmla="*/ 220550 w 1855049"/>
              <a:gd name="connsiteY14" fmla="*/ 1566390 h 2267047"/>
              <a:gd name="connsiteX15" fmla="*/ 220550 w 1855049"/>
              <a:gd name="connsiteY15" fmla="*/ 1532523 h 2267047"/>
              <a:gd name="connsiteX16" fmla="*/ 347550 w 1855049"/>
              <a:gd name="connsiteY16" fmla="*/ 1761123 h 2267047"/>
              <a:gd name="connsiteX17" fmla="*/ 483017 w 1855049"/>
              <a:gd name="connsiteY17" fmla="*/ 1998190 h 2267047"/>
              <a:gd name="connsiteX18" fmla="*/ 906349 w 1855049"/>
              <a:gd name="connsiteY18" fmla="*/ 2260656 h 2267047"/>
              <a:gd name="connsiteX19" fmla="*/ 1304283 w 1855049"/>
              <a:gd name="connsiteY19" fmla="*/ 2159057 h 2267047"/>
              <a:gd name="connsiteX20" fmla="*/ 1566750 w 1855049"/>
              <a:gd name="connsiteY20" fmla="*/ 1862723 h 2267047"/>
              <a:gd name="connsiteX21" fmla="*/ 1685283 w 1855049"/>
              <a:gd name="connsiteY21" fmla="*/ 1524057 h 2267047"/>
              <a:gd name="connsiteX22" fmla="*/ 1676817 w 1855049"/>
              <a:gd name="connsiteY22" fmla="*/ 1456323 h 2267047"/>
              <a:gd name="connsiteX23" fmla="*/ 1736083 w 1855049"/>
              <a:gd name="connsiteY23" fmla="*/ 1549457 h 2267047"/>
              <a:gd name="connsiteX24" fmla="*/ 1786883 w 1855049"/>
              <a:gd name="connsiteY24" fmla="*/ 1524057 h 2267047"/>
              <a:gd name="connsiteX25" fmla="*/ 1803817 w 1855049"/>
              <a:gd name="connsiteY25" fmla="*/ 1405523 h 2267047"/>
              <a:gd name="connsiteX26" fmla="*/ 1812283 w 1855049"/>
              <a:gd name="connsiteY26" fmla="*/ 1303923 h 2267047"/>
              <a:gd name="connsiteX27" fmla="*/ 1854617 w 1855049"/>
              <a:gd name="connsiteY27" fmla="*/ 1210790 h 2267047"/>
              <a:gd name="connsiteX28" fmla="*/ 1829217 w 1855049"/>
              <a:gd name="connsiteY28" fmla="*/ 1092257 h 2267047"/>
              <a:gd name="connsiteX29" fmla="*/ 1753017 w 1855049"/>
              <a:gd name="connsiteY29" fmla="*/ 1117657 h 2267047"/>
              <a:gd name="connsiteX30" fmla="*/ 1693750 w 1855049"/>
              <a:gd name="connsiteY30" fmla="*/ 1202323 h 2267047"/>
              <a:gd name="connsiteX31" fmla="*/ 1685283 w 1855049"/>
              <a:gd name="connsiteY31" fmla="*/ 1236190 h 2267047"/>
              <a:gd name="connsiteX32" fmla="*/ 1702217 w 1855049"/>
              <a:gd name="connsiteY32" fmla="*/ 829790 h 2267047"/>
              <a:gd name="connsiteX33" fmla="*/ 1642950 w 1855049"/>
              <a:gd name="connsiteY33" fmla="*/ 448790 h 2267047"/>
              <a:gd name="connsiteX34" fmla="*/ 1473617 w 1855049"/>
              <a:gd name="connsiteY34" fmla="*/ 186323 h 2267047"/>
              <a:gd name="connsiteX35" fmla="*/ 1263008 w 1855049"/>
              <a:gd name="connsiteY35" fmla="*/ 45578 h 2267047"/>
              <a:gd name="connsiteX36" fmla="*/ 906350 w 1855049"/>
              <a:gd name="connsiteY36" fmla="*/ 57 h 2267047"/>
              <a:gd name="connsiteX37" fmla="*/ 697858 w 1855049"/>
              <a:gd name="connsiteY37" fmla="*/ 37833 h 2267047"/>
              <a:gd name="connsiteX0" fmla="*/ 699441 w 1856632"/>
              <a:gd name="connsiteY0" fmla="*/ 37833 h 2267047"/>
              <a:gd name="connsiteX1" fmla="*/ 531166 w 1856632"/>
              <a:gd name="connsiteY1" fmla="*/ 109063 h 2267047"/>
              <a:gd name="connsiteX2" fmla="*/ 359716 w 1856632"/>
              <a:gd name="connsiteY2" fmla="*/ 226538 h 2267047"/>
              <a:gd name="connsiteX3" fmla="*/ 194616 w 1856632"/>
              <a:gd name="connsiteY3" fmla="*/ 499588 h 2267047"/>
              <a:gd name="connsiteX4" fmla="*/ 143816 w 1856632"/>
              <a:gd name="connsiteY4" fmla="*/ 690089 h 2267047"/>
              <a:gd name="connsiteX5" fmla="*/ 143816 w 1856632"/>
              <a:gd name="connsiteY5" fmla="*/ 1058388 h 2267047"/>
              <a:gd name="connsiteX6" fmla="*/ 144875 w 1856632"/>
              <a:gd name="connsiteY6" fmla="*/ 1195973 h 2267047"/>
              <a:gd name="connsiteX7" fmla="*/ 93017 w 1856632"/>
              <a:gd name="connsiteY7" fmla="*/ 1145173 h 2267047"/>
              <a:gd name="connsiteX8" fmla="*/ 13642 w 1856632"/>
              <a:gd name="connsiteY8" fmla="*/ 1150465 h 2267047"/>
              <a:gd name="connsiteX9" fmla="*/ 2000 w 1856632"/>
              <a:gd name="connsiteY9" fmla="*/ 1261590 h 2267047"/>
              <a:gd name="connsiteX10" fmla="*/ 35866 w 1856632"/>
              <a:gd name="connsiteY10" fmla="*/ 1447857 h 2267047"/>
              <a:gd name="connsiteX11" fmla="*/ 112066 w 1856632"/>
              <a:gd name="connsiteY11" fmla="*/ 1549457 h 2267047"/>
              <a:gd name="connsiteX12" fmla="*/ 145933 w 1856632"/>
              <a:gd name="connsiteY12" fmla="*/ 1642590 h 2267047"/>
              <a:gd name="connsiteX13" fmla="*/ 213666 w 1856632"/>
              <a:gd name="connsiteY13" fmla="*/ 1625657 h 2267047"/>
              <a:gd name="connsiteX14" fmla="*/ 222133 w 1856632"/>
              <a:gd name="connsiteY14" fmla="*/ 1566390 h 2267047"/>
              <a:gd name="connsiteX15" fmla="*/ 222133 w 1856632"/>
              <a:gd name="connsiteY15" fmla="*/ 1532523 h 2267047"/>
              <a:gd name="connsiteX16" fmla="*/ 349133 w 1856632"/>
              <a:gd name="connsiteY16" fmla="*/ 1761123 h 2267047"/>
              <a:gd name="connsiteX17" fmla="*/ 484600 w 1856632"/>
              <a:gd name="connsiteY17" fmla="*/ 1998190 h 2267047"/>
              <a:gd name="connsiteX18" fmla="*/ 907932 w 1856632"/>
              <a:gd name="connsiteY18" fmla="*/ 2260656 h 2267047"/>
              <a:gd name="connsiteX19" fmla="*/ 1305866 w 1856632"/>
              <a:gd name="connsiteY19" fmla="*/ 2159057 h 2267047"/>
              <a:gd name="connsiteX20" fmla="*/ 1568333 w 1856632"/>
              <a:gd name="connsiteY20" fmla="*/ 1862723 h 2267047"/>
              <a:gd name="connsiteX21" fmla="*/ 1686866 w 1856632"/>
              <a:gd name="connsiteY21" fmla="*/ 1524057 h 2267047"/>
              <a:gd name="connsiteX22" fmla="*/ 1678400 w 1856632"/>
              <a:gd name="connsiteY22" fmla="*/ 1456323 h 2267047"/>
              <a:gd name="connsiteX23" fmla="*/ 1737666 w 1856632"/>
              <a:gd name="connsiteY23" fmla="*/ 1549457 h 2267047"/>
              <a:gd name="connsiteX24" fmla="*/ 1788466 w 1856632"/>
              <a:gd name="connsiteY24" fmla="*/ 1524057 h 2267047"/>
              <a:gd name="connsiteX25" fmla="*/ 1805400 w 1856632"/>
              <a:gd name="connsiteY25" fmla="*/ 1405523 h 2267047"/>
              <a:gd name="connsiteX26" fmla="*/ 1813866 w 1856632"/>
              <a:gd name="connsiteY26" fmla="*/ 1303923 h 2267047"/>
              <a:gd name="connsiteX27" fmla="*/ 1856200 w 1856632"/>
              <a:gd name="connsiteY27" fmla="*/ 1210790 h 2267047"/>
              <a:gd name="connsiteX28" fmla="*/ 1830800 w 1856632"/>
              <a:gd name="connsiteY28" fmla="*/ 1092257 h 2267047"/>
              <a:gd name="connsiteX29" fmla="*/ 1754600 w 1856632"/>
              <a:gd name="connsiteY29" fmla="*/ 1117657 h 2267047"/>
              <a:gd name="connsiteX30" fmla="*/ 1695333 w 1856632"/>
              <a:gd name="connsiteY30" fmla="*/ 1202323 h 2267047"/>
              <a:gd name="connsiteX31" fmla="*/ 1686866 w 1856632"/>
              <a:gd name="connsiteY31" fmla="*/ 1236190 h 2267047"/>
              <a:gd name="connsiteX32" fmla="*/ 1703800 w 1856632"/>
              <a:gd name="connsiteY32" fmla="*/ 829790 h 2267047"/>
              <a:gd name="connsiteX33" fmla="*/ 1644533 w 1856632"/>
              <a:gd name="connsiteY33" fmla="*/ 448790 h 2267047"/>
              <a:gd name="connsiteX34" fmla="*/ 1475200 w 1856632"/>
              <a:gd name="connsiteY34" fmla="*/ 186323 h 2267047"/>
              <a:gd name="connsiteX35" fmla="*/ 1264591 w 1856632"/>
              <a:gd name="connsiteY35" fmla="*/ 45578 h 2267047"/>
              <a:gd name="connsiteX36" fmla="*/ 907933 w 1856632"/>
              <a:gd name="connsiteY36" fmla="*/ 57 h 2267047"/>
              <a:gd name="connsiteX37" fmla="*/ 699441 w 1856632"/>
              <a:gd name="connsiteY37" fmla="*/ 37833 h 2267047"/>
              <a:gd name="connsiteX0" fmla="*/ 699128 w 1856319"/>
              <a:gd name="connsiteY0" fmla="*/ 37833 h 2267047"/>
              <a:gd name="connsiteX1" fmla="*/ 530853 w 1856319"/>
              <a:gd name="connsiteY1" fmla="*/ 109063 h 2267047"/>
              <a:gd name="connsiteX2" fmla="*/ 359403 w 1856319"/>
              <a:gd name="connsiteY2" fmla="*/ 226538 h 2267047"/>
              <a:gd name="connsiteX3" fmla="*/ 194303 w 1856319"/>
              <a:gd name="connsiteY3" fmla="*/ 499588 h 2267047"/>
              <a:gd name="connsiteX4" fmla="*/ 143503 w 1856319"/>
              <a:gd name="connsiteY4" fmla="*/ 690089 h 2267047"/>
              <a:gd name="connsiteX5" fmla="*/ 143503 w 1856319"/>
              <a:gd name="connsiteY5" fmla="*/ 1058388 h 2267047"/>
              <a:gd name="connsiteX6" fmla="*/ 144562 w 1856319"/>
              <a:gd name="connsiteY6" fmla="*/ 1195973 h 2267047"/>
              <a:gd name="connsiteX7" fmla="*/ 92704 w 1856319"/>
              <a:gd name="connsiteY7" fmla="*/ 1145173 h 2267047"/>
              <a:gd name="connsiteX8" fmla="*/ 13329 w 1856319"/>
              <a:gd name="connsiteY8" fmla="*/ 1150465 h 2267047"/>
              <a:gd name="connsiteX9" fmla="*/ 1687 w 1856319"/>
              <a:gd name="connsiteY9" fmla="*/ 1261590 h 2267047"/>
              <a:gd name="connsiteX10" fmla="*/ 31320 w 1856319"/>
              <a:gd name="connsiteY10" fmla="*/ 1405524 h 2267047"/>
              <a:gd name="connsiteX11" fmla="*/ 111753 w 1856319"/>
              <a:gd name="connsiteY11" fmla="*/ 1549457 h 2267047"/>
              <a:gd name="connsiteX12" fmla="*/ 145620 w 1856319"/>
              <a:gd name="connsiteY12" fmla="*/ 1642590 h 2267047"/>
              <a:gd name="connsiteX13" fmla="*/ 213353 w 1856319"/>
              <a:gd name="connsiteY13" fmla="*/ 1625657 h 2267047"/>
              <a:gd name="connsiteX14" fmla="*/ 221820 w 1856319"/>
              <a:gd name="connsiteY14" fmla="*/ 1566390 h 2267047"/>
              <a:gd name="connsiteX15" fmla="*/ 221820 w 1856319"/>
              <a:gd name="connsiteY15" fmla="*/ 1532523 h 2267047"/>
              <a:gd name="connsiteX16" fmla="*/ 348820 w 1856319"/>
              <a:gd name="connsiteY16" fmla="*/ 1761123 h 2267047"/>
              <a:gd name="connsiteX17" fmla="*/ 484287 w 1856319"/>
              <a:gd name="connsiteY17" fmla="*/ 1998190 h 2267047"/>
              <a:gd name="connsiteX18" fmla="*/ 907619 w 1856319"/>
              <a:gd name="connsiteY18" fmla="*/ 2260656 h 2267047"/>
              <a:gd name="connsiteX19" fmla="*/ 1305553 w 1856319"/>
              <a:gd name="connsiteY19" fmla="*/ 2159057 h 2267047"/>
              <a:gd name="connsiteX20" fmla="*/ 1568020 w 1856319"/>
              <a:gd name="connsiteY20" fmla="*/ 1862723 h 2267047"/>
              <a:gd name="connsiteX21" fmla="*/ 1686553 w 1856319"/>
              <a:gd name="connsiteY21" fmla="*/ 1524057 h 2267047"/>
              <a:gd name="connsiteX22" fmla="*/ 1678087 w 1856319"/>
              <a:gd name="connsiteY22" fmla="*/ 1456323 h 2267047"/>
              <a:gd name="connsiteX23" fmla="*/ 1737353 w 1856319"/>
              <a:gd name="connsiteY23" fmla="*/ 1549457 h 2267047"/>
              <a:gd name="connsiteX24" fmla="*/ 1788153 w 1856319"/>
              <a:gd name="connsiteY24" fmla="*/ 1524057 h 2267047"/>
              <a:gd name="connsiteX25" fmla="*/ 1805087 w 1856319"/>
              <a:gd name="connsiteY25" fmla="*/ 1405523 h 2267047"/>
              <a:gd name="connsiteX26" fmla="*/ 1813553 w 1856319"/>
              <a:gd name="connsiteY26" fmla="*/ 1303923 h 2267047"/>
              <a:gd name="connsiteX27" fmla="*/ 1855887 w 1856319"/>
              <a:gd name="connsiteY27" fmla="*/ 1210790 h 2267047"/>
              <a:gd name="connsiteX28" fmla="*/ 1830487 w 1856319"/>
              <a:gd name="connsiteY28" fmla="*/ 1092257 h 2267047"/>
              <a:gd name="connsiteX29" fmla="*/ 1754287 w 1856319"/>
              <a:gd name="connsiteY29" fmla="*/ 1117657 h 2267047"/>
              <a:gd name="connsiteX30" fmla="*/ 1695020 w 1856319"/>
              <a:gd name="connsiteY30" fmla="*/ 1202323 h 2267047"/>
              <a:gd name="connsiteX31" fmla="*/ 1686553 w 1856319"/>
              <a:gd name="connsiteY31" fmla="*/ 1236190 h 2267047"/>
              <a:gd name="connsiteX32" fmla="*/ 1703487 w 1856319"/>
              <a:gd name="connsiteY32" fmla="*/ 829790 h 2267047"/>
              <a:gd name="connsiteX33" fmla="*/ 1644220 w 1856319"/>
              <a:gd name="connsiteY33" fmla="*/ 448790 h 2267047"/>
              <a:gd name="connsiteX34" fmla="*/ 1474887 w 1856319"/>
              <a:gd name="connsiteY34" fmla="*/ 186323 h 2267047"/>
              <a:gd name="connsiteX35" fmla="*/ 1264278 w 1856319"/>
              <a:gd name="connsiteY35" fmla="*/ 45578 h 2267047"/>
              <a:gd name="connsiteX36" fmla="*/ 907620 w 1856319"/>
              <a:gd name="connsiteY36" fmla="*/ 57 h 2267047"/>
              <a:gd name="connsiteX37" fmla="*/ 699128 w 1856319"/>
              <a:gd name="connsiteY37" fmla="*/ 37833 h 2267047"/>
              <a:gd name="connsiteX0" fmla="*/ 699128 w 1856319"/>
              <a:gd name="connsiteY0" fmla="*/ 37833 h 2267047"/>
              <a:gd name="connsiteX1" fmla="*/ 530853 w 1856319"/>
              <a:gd name="connsiteY1" fmla="*/ 109063 h 2267047"/>
              <a:gd name="connsiteX2" fmla="*/ 359403 w 1856319"/>
              <a:gd name="connsiteY2" fmla="*/ 226538 h 2267047"/>
              <a:gd name="connsiteX3" fmla="*/ 194303 w 1856319"/>
              <a:gd name="connsiteY3" fmla="*/ 499588 h 2267047"/>
              <a:gd name="connsiteX4" fmla="*/ 143503 w 1856319"/>
              <a:gd name="connsiteY4" fmla="*/ 690089 h 2267047"/>
              <a:gd name="connsiteX5" fmla="*/ 143503 w 1856319"/>
              <a:gd name="connsiteY5" fmla="*/ 1058388 h 2267047"/>
              <a:gd name="connsiteX6" fmla="*/ 144562 w 1856319"/>
              <a:gd name="connsiteY6" fmla="*/ 1195973 h 2267047"/>
              <a:gd name="connsiteX7" fmla="*/ 92704 w 1856319"/>
              <a:gd name="connsiteY7" fmla="*/ 1145173 h 2267047"/>
              <a:gd name="connsiteX8" fmla="*/ 13329 w 1856319"/>
              <a:gd name="connsiteY8" fmla="*/ 1150465 h 2267047"/>
              <a:gd name="connsiteX9" fmla="*/ 1687 w 1856319"/>
              <a:gd name="connsiteY9" fmla="*/ 1261590 h 2267047"/>
              <a:gd name="connsiteX10" fmla="*/ 31320 w 1856319"/>
              <a:gd name="connsiteY10" fmla="*/ 1405524 h 2267047"/>
              <a:gd name="connsiteX11" fmla="*/ 99053 w 1856319"/>
              <a:gd name="connsiteY11" fmla="*/ 1511357 h 2267047"/>
              <a:gd name="connsiteX12" fmla="*/ 145620 w 1856319"/>
              <a:gd name="connsiteY12" fmla="*/ 1642590 h 2267047"/>
              <a:gd name="connsiteX13" fmla="*/ 213353 w 1856319"/>
              <a:gd name="connsiteY13" fmla="*/ 1625657 h 2267047"/>
              <a:gd name="connsiteX14" fmla="*/ 221820 w 1856319"/>
              <a:gd name="connsiteY14" fmla="*/ 1566390 h 2267047"/>
              <a:gd name="connsiteX15" fmla="*/ 221820 w 1856319"/>
              <a:gd name="connsiteY15" fmla="*/ 1532523 h 2267047"/>
              <a:gd name="connsiteX16" fmla="*/ 348820 w 1856319"/>
              <a:gd name="connsiteY16" fmla="*/ 1761123 h 2267047"/>
              <a:gd name="connsiteX17" fmla="*/ 484287 w 1856319"/>
              <a:gd name="connsiteY17" fmla="*/ 1998190 h 2267047"/>
              <a:gd name="connsiteX18" fmla="*/ 907619 w 1856319"/>
              <a:gd name="connsiteY18" fmla="*/ 2260656 h 2267047"/>
              <a:gd name="connsiteX19" fmla="*/ 1305553 w 1856319"/>
              <a:gd name="connsiteY19" fmla="*/ 2159057 h 2267047"/>
              <a:gd name="connsiteX20" fmla="*/ 1568020 w 1856319"/>
              <a:gd name="connsiteY20" fmla="*/ 1862723 h 2267047"/>
              <a:gd name="connsiteX21" fmla="*/ 1686553 w 1856319"/>
              <a:gd name="connsiteY21" fmla="*/ 1524057 h 2267047"/>
              <a:gd name="connsiteX22" fmla="*/ 1678087 w 1856319"/>
              <a:gd name="connsiteY22" fmla="*/ 1456323 h 2267047"/>
              <a:gd name="connsiteX23" fmla="*/ 1737353 w 1856319"/>
              <a:gd name="connsiteY23" fmla="*/ 1549457 h 2267047"/>
              <a:gd name="connsiteX24" fmla="*/ 1788153 w 1856319"/>
              <a:gd name="connsiteY24" fmla="*/ 1524057 h 2267047"/>
              <a:gd name="connsiteX25" fmla="*/ 1805087 w 1856319"/>
              <a:gd name="connsiteY25" fmla="*/ 1405523 h 2267047"/>
              <a:gd name="connsiteX26" fmla="*/ 1813553 w 1856319"/>
              <a:gd name="connsiteY26" fmla="*/ 1303923 h 2267047"/>
              <a:gd name="connsiteX27" fmla="*/ 1855887 w 1856319"/>
              <a:gd name="connsiteY27" fmla="*/ 1210790 h 2267047"/>
              <a:gd name="connsiteX28" fmla="*/ 1830487 w 1856319"/>
              <a:gd name="connsiteY28" fmla="*/ 1092257 h 2267047"/>
              <a:gd name="connsiteX29" fmla="*/ 1754287 w 1856319"/>
              <a:gd name="connsiteY29" fmla="*/ 1117657 h 2267047"/>
              <a:gd name="connsiteX30" fmla="*/ 1695020 w 1856319"/>
              <a:gd name="connsiteY30" fmla="*/ 1202323 h 2267047"/>
              <a:gd name="connsiteX31" fmla="*/ 1686553 w 1856319"/>
              <a:gd name="connsiteY31" fmla="*/ 1236190 h 2267047"/>
              <a:gd name="connsiteX32" fmla="*/ 1703487 w 1856319"/>
              <a:gd name="connsiteY32" fmla="*/ 829790 h 2267047"/>
              <a:gd name="connsiteX33" fmla="*/ 1644220 w 1856319"/>
              <a:gd name="connsiteY33" fmla="*/ 448790 h 2267047"/>
              <a:gd name="connsiteX34" fmla="*/ 1474887 w 1856319"/>
              <a:gd name="connsiteY34" fmla="*/ 186323 h 2267047"/>
              <a:gd name="connsiteX35" fmla="*/ 1264278 w 1856319"/>
              <a:gd name="connsiteY35" fmla="*/ 45578 h 2267047"/>
              <a:gd name="connsiteX36" fmla="*/ 907620 w 1856319"/>
              <a:gd name="connsiteY36" fmla="*/ 57 h 2267047"/>
              <a:gd name="connsiteX37" fmla="*/ 699128 w 1856319"/>
              <a:gd name="connsiteY37" fmla="*/ 37833 h 2267047"/>
              <a:gd name="connsiteX0" fmla="*/ 699128 w 1856319"/>
              <a:gd name="connsiteY0" fmla="*/ 37833 h 2267047"/>
              <a:gd name="connsiteX1" fmla="*/ 530853 w 1856319"/>
              <a:gd name="connsiteY1" fmla="*/ 109063 h 2267047"/>
              <a:gd name="connsiteX2" fmla="*/ 359403 w 1856319"/>
              <a:gd name="connsiteY2" fmla="*/ 226538 h 2267047"/>
              <a:gd name="connsiteX3" fmla="*/ 194303 w 1856319"/>
              <a:gd name="connsiteY3" fmla="*/ 499588 h 2267047"/>
              <a:gd name="connsiteX4" fmla="*/ 143503 w 1856319"/>
              <a:gd name="connsiteY4" fmla="*/ 690089 h 2267047"/>
              <a:gd name="connsiteX5" fmla="*/ 143503 w 1856319"/>
              <a:gd name="connsiteY5" fmla="*/ 1058388 h 2267047"/>
              <a:gd name="connsiteX6" fmla="*/ 144562 w 1856319"/>
              <a:gd name="connsiteY6" fmla="*/ 1195973 h 2267047"/>
              <a:gd name="connsiteX7" fmla="*/ 92704 w 1856319"/>
              <a:gd name="connsiteY7" fmla="*/ 1145173 h 2267047"/>
              <a:gd name="connsiteX8" fmla="*/ 13329 w 1856319"/>
              <a:gd name="connsiteY8" fmla="*/ 1150465 h 2267047"/>
              <a:gd name="connsiteX9" fmla="*/ 1687 w 1856319"/>
              <a:gd name="connsiteY9" fmla="*/ 1261590 h 2267047"/>
              <a:gd name="connsiteX10" fmla="*/ 31320 w 1856319"/>
              <a:gd name="connsiteY10" fmla="*/ 1405524 h 2267047"/>
              <a:gd name="connsiteX11" fmla="*/ 99053 w 1856319"/>
              <a:gd name="connsiteY11" fmla="*/ 1511357 h 2267047"/>
              <a:gd name="connsiteX12" fmla="*/ 149853 w 1856319"/>
              <a:gd name="connsiteY12" fmla="*/ 1608723 h 2267047"/>
              <a:gd name="connsiteX13" fmla="*/ 213353 w 1856319"/>
              <a:gd name="connsiteY13" fmla="*/ 1625657 h 2267047"/>
              <a:gd name="connsiteX14" fmla="*/ 221820 w 1856319"/>
              <a:gd name="connsiteY14" fmla="*/ 1566390 h 2267047"/>
              <a:gd name="connsiteX15" fmla="*/ 221820 w 1856319"/>
              <a:gd name="connsiteY15" fmla="*/ 1532523 h 2267047"/>
              <a:gd name="connsiteX16" fmla="*/ 348820 w 1856319"/>
              <a:gd name="connsiteY16" fmla="*/ 1761123 h 2267047"/>
              <a:gd name="connsiteX17" fmla="*/ 484287 w 1856319"/>
              <a:gd name="connsiteY17" fmla="*/ 1998190 h 2267047"/>
              <a:gd name="connsiteX18" fmla="*/ 907619 w 1856319"/>
              <a:gd name="connsiteY18" fmla="*/ 2260656 h 2267047"/>
              <a:gd name="connsiteX19" fmla="*/ 1305553 w 1856319"/>
              <a:gd name="connsiteY19" fmla="*/ 2159057 h 2267047"/>
              <a:gd name="connsiteX20" fmla="*/ 1568020 w 1856319"/>
              <a:gd name="connsiteY20" fmla="*/ 1862723 h 2267047"/>
              <a:gd name="connsiteX21" fmla="*/ 1686553 w 1856319"/>
              <a:gd name="connsiteY21" fmla="*/ 1524057 h 2267047"/>
              <a:gd name="connsiteX22" fmla="*/ 1678087 w 1856319"/>
              <a:gd name="connsiteY22" fmla="*/ 1456323 h 2267047"/>
              <a:gd name="connsiteX23" fmla="*/ 1737353 w 1856319"/>
              <a:gd name="connsiteY23" fmla="*/ 1549457 h 2267047"/>
              <a:gd name="connsiteX24" fmla="*/ 1788153 w 1856319"/>
              <a:gd name="connsiteY24" fmla="*/ 1524057 h 2267047"/>
              <a:gd name="connsiteX25" fmla="*/ 1805087 w 1856319"/>
              <a:gd name="connsiteY25" fmla="*/ 1405523 h 2267047"/>
              <a:gd name="connsiteX26" fmla="*/ 1813553 w 1856319"/>
              <a:gd name="connsiteY26" fmla="*/ 1303923 h 2267047"/>
              <a:gd name="connsiteX27" fmla="*/ 1855887 w 1856319"/>
              <a:gd name="connsiteY27" fmla="*/ 1210790 h 2267047"/>
              <a:gd name="connsiteX28" fmla="*/ 1830487 w 1856319"/>
              <a:gd name="connsiteY28" fmla="*/ 1092257 h 2267047"/>
              <a:gd name="connsiteX29" fmla="*/ 1754287 w 1856319"/>
              <a:gd name="connsiteY29" fmla="*/ 1117657 h 2267047"/>
              <a:gd name="connsiteX30" fmla="*/ 1695020 w 1856319"/>
              <a:gd name="connsiteY30" fmla="*/ 1202323 h 2267047"/>
              <a:gd name="connsiteX31" fmla="*/ 1686553 w 1856319"/>
              <a:gd name="connsiteY31" fmla="*/ 1236190 h 2267047"/>
              <a:gd name="connsiteX32" fmla="*/ 1703487 w 1856319"/>
              <a:gd name="connsiteY32" fmla="*/ 829790 h 2267047"/>
              <a:gd name="connsiteX33" fmla="*/ 1644220 w 1856319"/>
              <a:gd name="connsiteY33" fmla="*/ 448790 h 2267047"/>
              <a:gd name="connsiteX34" fmla="*/ 1474887 w 1856319"/>
              <a:gd name="connsiteY34" fmla="*/ 186323 h 2267047"/>
              <a:gd name="connsiteX35" fmla="*/ 1264278 w 1856319"/>
              <a:gd name="connsiteY35" fmla="*/ 45578 h 2267047"/>
              <a:gd name="connsiteX36" fmla="*/ 907620 w 1856319"/>
              <a:gd name="connsiteY36" fmla="*/ 57 h 2267047"/>
              <a:gd name="connsiteX37" fmla="*/ 699128 w 1856319"/>
              <a:gd name="connsiteY37" fmla="*/ 37833 h 2267047"/>
              <a:gd name="connsiteX0" fmla="*/ 699128 w 1856319"/>
              <a:gd name="connsiteY0" fmla="*/ 37833 h 2267047"/>
              <a:gd name="connsiteX1" fmla="*/ 530853 w 1856319"/>
              <a:gd name="connsiteY1" fmla="*/ 109063 h 2267047"/>
              <a:gd name="connsiteX2" fmla="*/ 359403 w 1856319"/>
              <a:gd name="connsiteY2" fmla="*/ 226538 h 2267047"/>
              <a:gd name="connsiteX3" fmla="*/ 194303 w 1856319"/>
              <a:gd name="connsiteY3" fmla="*/ 499588 h 2267047"/>
              <a:gd name="connsiteX4" fmla="*/ 143503 w 1856319"/>
              <a:gd name="connsiteY4" fmla="*/ 690089 h 2267047"/>
              <a:gd name="connsiteX5" fmla="*/ 143503 w 1856319"/>
              <a:gd name="connsiteY5" fmla="*/ 1058388 h 2267047"/>
              <a:gd name="connsiteX6" fmla="*/ 144562 w 1856319"/>
              <a:gd name="connsiteY6" fmla="*/ 1195973 h 2267047"/>
              <a:gd name="connsiteX7" fmla="*/ 92704 w 1856319"/>
              <a:gd name="connsiteY7" fmla="*/ 1145173 h 2267047"/>
              <a:gd name="connsiteX8" fmla="*/ 13329 w 1856319"/>
              <a:gd name="connsiteY8" fmla="*/ 1150465 h 2267047"/>
              <a:gd name="connsiteX9" fmla="*/ 1687 w 1856319"/>
              <a:gd name="connsiteY9" fmla="*/ 1261590 h 2267047"/>
              <a:gd name="connsiteX10" fmla="*/ 31320 w 1856319"/>
              <a:gd name="connsiteY10" fmla="*/ 1405524 h 2267047"/>
              <a:gd name="connsiteX11" fmla="*/ 99053 w 1856319"/>
              <a:gd name="connsiteY11" fmla="*/ 1511357 h 2267047"/>
              <a:gd name="connsiteX12" fmla="*/ 149853 w 1856319"/>
              <a:gd name="connsiteY12" fmla="*/ 1608723 h 2267047"/>
              <a:gd name="connsiteX13" fmla="*/ 213353 w 1856319"/>
              <a:gd name="connsiteY13" fmla="*/ 1625657 h 2267047"/>
              <a:gd name="connsiteX14" fmla="*/ 221820 w 1856319"/>
              <a:gd name="connsiteY14" fmla="*/ 1566390 h 2267047"/>
              <a:gd name="connsiteX15" fmla="*/ 221820 w 1856319"/>
              <a:gd name="connsiteY15" fmla="*/ 1532523 h 2267047"/>
              <a:gd name="connsiteX16" fmla="*/ 348820 w 1856319"/>
              <a:gd name="connsiteY16" fmla="*/ 1761123 h 2267047"/>
              <a:gd name="connsiteX17" fmla="*/ 484287 w 1856319"/>
              <a:gd name="connsiteY17" fmla="*/ 1998190 h 2267047"/>
              <a:gd name="connsiteX18" fmla="*/ 907619 w 1856319"/>
              <a:gd name="connsiteY18" fmla="*/ 2260656 h 2267047"/>
              <a:gd name="connsiteX19" fmla="*/ 1305553 w 1856319"/>
              <a:gd name="connsiteY19" fmla="*/ 2159057 h 2267047"/>
              <a:gd name="connsiteX20" fmla="*/ 1568020 w 1856319"/>
              <a:gd name="connsiteY20" fmla="*/ 1862723 h 2267047"/>
              <a:gd name="connsiteX21" fmla="*/ 1686553 w 1856319"/>
              <a:gd name="connsiteY21" fmla="*/ 1524057 h 2267047"/>
              <a:gd name="connsiteX22" fmla="*/ 1678087 w 1856319"/>
              <a:gd name="connsiteY22" fmla="*/ 1456323 h 2267047"/>
              <a:gd name="connsiteX23" fmla="*/ 1737353 w 1856319"/>
              <a:gd name="connsiteY23" fmla="*/ 1549457 h 2267047"/>
              <a:gd name="connsiteX24" fmla="*/ 1788153 w 1856319"/>
              <a:gd name="connsiteY24" fmla="*/ 1524057 h 2267047"/>
              <a:gd name="connsiteX25" fmla="*/ 1805087 w 1856319"/>
              <a:gd name="connsiteY25" fmla="*/ 1405523 h 2267047"/>
              <a:gd name="connsiteX26" fmla="*/ 1813553 w 1856319"/>
              <a:gd name="connsiteY26" fmla="*/ 1303923 h 2267047"/>
              <a:gd name="connsiteX27" fmla="*/ 1855887 w 1856319"/>
              <a:gd name="connsiteY27" fmla="*/ 1210790 h 2267047"/>
              <a:gd name="connsiteX28" fmla="*/ 1830487 w 1856319"/>
              <a:gd name="connsiteY28" fmla="*/ 1092257 h 2267047"/>
              <a:gd name="connsiteX29" fmla="*/ 1754287 w 1856319"/>
              <a:gd name="connsiteY29" fmla="*/ 1117657 h 2267047"/>
              <a:gd name="connsiteX30" fmla="*/ 1720420 w 1856319"/>
              <a:gd name="connsiteY30" fmla="*/ 1164223 h 2267047"/>
              <a:gd name="connsiteX31" fmla="*/ 1686553 w 1856319"/>
              <a:gd name="connsiteY31" fmla="*/ 1236190 h 2267047"/>
              <a:gd name="connsiteX32" fmla="*/ 1703487 w 1856319"/>
              <a:gd name="connsiteY32" fmla="*/ 829790 h 2267047"/>
              <a:gd name="connsiteX33" fmla="*/ 1644220 w 1856319"/>
              <a:gd name="connsiteY33" fmla="*/ 448790 h 2267047"/>
              <a:gd name="connsiteX34" fmla="*/ 1474887 w 1856319"/>
              <a:gd name="connsiteY34" fmla="*/ 186323 h 2267047"/>
              <a:gd name="connsiteX35" fmla="*/ 1264278 w 1856319"/>
              <a:gd name="connsiteY35" fmla="*/ 45578 h 2267047"/>
              <a:gd name="connsiteX36" fmla="*/ 907620 w 1856319"/>
              <a:gd name="connsiteY36" fmla="*/ 57 h 2267047"/>
              <a:gd name="connsiteX37" fmla="*/ 699128 w 1856319"/>
              <a:gd name="connsiteY37" fmla="*/ 37833 h 2267047"/>
              <a:gd name="connsiteX0" fmla="*/ 699128 w 1856319"/>
              <a:gd name="connsiteY0" fmla="*/ 38246 h 2267460"/>
              <a:gd name="connsiteX1" fmla="*/ 530853 w 1856319"/>
              <a:gd name="connsiteY1" fmla="*/ 109476 h 2267460"/>
              <a:gd name="connsiteX2" fmla="*/ 359403 w 1856319"/>
              <a:gd name="connsiteY2" fmla="*/ 226951 h 2267460"/>
              <a:gd name="connsiteX3" fmla="*/ 194303 w 1856319"/>
              <a:gd name="connsiteY3" fmla="*/ 500001 h 2267460"/>
              <a:gd name="connsiteX4" fmla="*/ 143503 w 1856319"/>
              <a:gd name="connsiteY4" fmla="*/ 690502 h 2267460"/>
              <a:gd name="connsiteX5" fmla="*/ 143503 w 1856319"/>
              <a:gd name="connsiteY5" fmla="*/ 1058801 h 2267460"/>
              <a:gd name="connsiteX6" fmla="*/ 144562 w 1856319"/>
              <a:gd name="connsiteY6" fmla="*/ 1196386 h 2267460"/>
              <a:gd name="connsiteX7" fmla="*/ 92704 w 1856319"/>
              <a:gd name="connsiteY7" fmla="*/ 1145586 h 2267460"/>
              <a:gd name="connsiteX8" fmla="*/ 13329 w 1856319"/>
              <a:gd name="connsiteY8" fmla="*/ 1150878 h 2267460"/>
              <a:gd name="connsiteX9" fmla="*/ 1687 w 1856319"/>
              <a:gd name="connsiteY9" fmla="*/ 1262003 h 2267460"/>
              <a:gd name="connsiteX10" fmla="*/ 31320 w 1856319"/>
              <a:gd name="connsiteY10" fmla="*/ 1405937 h 2267460"/>
              <a:gd name="connsiteX11" fmla="*/ 99053 w 1856319"/>
              <a:gd name="connsiteY11" fmla="*/ 1511770 h 2267460"/>
              <a:gd name="connsiteX12" fmla="*/ 149853 w 1856319"/>
              <a:gd name="connsiteY12" fmla="*/ 1609136 h 2267460"/>
              <a:gd name="connsiteX13" fmla="*/ 213353 w 1856319"/>
              <a:gd name="connsiteY13" fmla="*/ 1626070 h 2267460"/>
              <a:gd name="connsiteX14" fmla="*/ 221820 w 1856319"/>
              <a:gd name="connsiteY14" fmla="*/ 1566803 h 2267460"/>
              <a:gd name="connsiteX15" fmla="*/ 221820 w 1856319"/>
              <a:gd name="connsiteY15" fmla="*/ 1532936 h 2267460"/>
              <a:gd name="connsiteX16" fmla="*/ 348820 w 1856319"/>
              <a:gd name="connsiteY16" fmla="*/ 1761536 h 2267460"/>
              <a:gd name="connsiteX17" fmla="*/ 484287 w 1856319"/>
              <a:gd name="connsiteY17" fmla="*/ 1998603 h 2267460"/>
              <a:gd name="connsiteX18" fmla="*/ 907619 w 1856319"/>
              <a:gd name="connsiteY18" fmla="*/ 2261069 h 2267460"/>
              <a:gd name="connsiteX19" fmla="*/ 1305553 w 1856319"/>
              <a:gd name="connsiteY19" fmla="*/ 2159470 h 2267460"/>
              <a:gd name="connsiteX20" fmla="*/ 1568020 w 1856319"/>
              <a:gd name="connsiteY20" fmla="*/ 1863136 h 2267460"/>
              <a:gd name="connsiteX21" fmla="*/ 1686553 w 1856319"/>
              <a:gd name="connsiteY21" fmla="*/ 1524470 h 2267460"/>
              <a:gd name="connsiteX22" fmla="*/ 1678087 w 1856319"/>
              <a:gd name="connsiteY22" fmla="*/ 1456736 h 2267460"/>
              <a:gd name="connsiteX23" fmla="*/ 1737353 w 1856319"/>
              <a:gd name="connsiteY23" fmla="*/ 1549870 h 2267460"/>
              <a:gd name="connsiteX24" fmla="*/ 1788153 w 1856319"/>
              <a:gd name="connsiteY24" fmla="*/ 1524470 h 2267460"/>
              <a:gd name="connsiteX25" fmla="*/ 1805087 w 1856319"/>
              <a:gd name="connsiteY25" fmla="*/ 1405936 h 2267460"/>
              <a:gd name="connsiteX26" fmla="*/ 1813553 w 1856319"/>
              <a:gd name="connsiteY26" fmla="*/ 1304336 h 2267460"/>
              <a:gd name="connsiteX27" fmla="*/ 1855887 w 1856319"/>
              <a:gd name="connsiteY27" fmla="*/ 1211203 h 2267460"/>
              <a:gd name="connsiteX28" fmla="*/ 1830487 w 1856319"/>
              <a:gd name="connsiteY28" fmla="*/ 1092670 h 2267460"/>
              <a:gd name="connsiteX29" fmla="*/ 1754287 w 1856319"/>
              <a:gd name="connsiteY29" fmla="*/ 1118070 h 2267460"/>
              <a:gd name="connsiteX30" fmla="*/ 1720420 w 1856319"/>
              <a:gd name="connsiteY30" fmla="*/ 1164636 h 2267460"/>
              <a:gd name="connsiteX31" fmla="*/ 1686553 w 1856319"/>
              <a:gd name="connsiteY31" fmla="*/ 1236603 h 2267460"/>
              <a:gd name="connsiteX32" fmla="*/ 1703487 w 1856319"/>
              <a:gd name="connsiteY32" fmla="*/ 830203 h 2267460"/>
              <a:gd name="connsiteX33" fmla="*/ 1644220 w 1856319"/>
              <a:gd name="connsiteY33" fmla="*/ 449203 h 2267460"/>
              <a:gd name="connsiteX34" fmla="*/ 1474887 w 1856319"/>
              <a:gd name="connsiteY34" fmla="*/ 186736 h 2267460"/>
              <a:gd name="connsiteX35" fmla="*/ 1264278 w 1856319"/>
              <a:gd name="connsiteY35" fmla="*/ 62925 h 2267460"/>
              <a:gd name="connsiteX36" fmla="*/ 907620 w 1856319"/>
              <a:gd name="connsiteY36" fmla="*/ 470 h 2267460"/>
              <a:gd name="connsiteX37" fmla="*/ 699128 w 1856319"/>
              <a:gd name="connsiteY37" fmla="*/ 38246 h 2267460"/>
              <a:gd name="connsiteX0" fmla="*/ 699128 w 1856319"/>
              <a:gd name="connsiteY0" fmla="*/ 38246 h 2275272"/>
              <a:gd name="connsiteX1" fmla="*/ 530853 w 1856319"/>
              <a:gd name="connsiteY1" fmla="*/ 109476 h 2275272"/>
              <a:gd name="connsiteX2" fmla="*/ 359403 w 1856319"/>
              <a:gd name="connsiteY2" fmla="*/ 226951 h 2275272"/>
              <a:gd name="connsiteX3" fmla="*/ 194303 w 1856319"/>
              <a:gd name="connsiteY3" fmla="*/ 500001 h 2275272"/>
              <a:gd name="connsiteX4" fmla="*/ 143503 w 1856319"/>
              <a:gd name="connsiteY4" fmla="*/ 690502 h 2275272"/>
              <a:gd name="connsiteX5" fmla="*/ 143503 w 1856319"/>
              <a:gd name="connsiteY5" fmla="*/ 1058801 h 2275272"/>
              <a:gd name="connsiteX6" fmla="*/ 144562 w 1856319"/>
              <a:gd name="connsiteY6" fmla="*/ 1196386 h 2275272"/>
              <a:gd name="connsiteX7" fmla="*/ 92704 w 1856319"/>
              <a:gd name="connsiteY7" fmla="*/ 1145586 h 2275272"/>
              <a:gd name="connsiteX8" fmla="*/ 13329 w 1856319"/>
              <a:gd name="connsiteY8" fmla="*/ 1150878 h 2275272"/>
              <a:gd name="connsiteX9" fmla="*/ 1687 w 1856319"/>
              <a:gd name="connsiteY9" fmla="*/ 1262003 h 2275272"/>
              <a:gd name="connsiteX10" fmla="*/ 31320 w 1856319"/>
              <a:gd name="connsiteY10" fmla="*/ 1405937 h 2275272"/>
              <a:gd name="connsiteX11" fmla="*/ 99053 w 1856319"/>
              <a:gd name="connsiteY11" fmla="*/ 1511770 h 2275272"/>
              <a:gd name="connsiteX12" fmla="*/ 149853 w 1856319"/>
              <a:gd name="connsiteY12" fmla="*/ 1609136 h 2275272"/>
              <a:gd name="connsiteX13" fmla="*/ 213353 w 1856319"/>
              <a:gd name="connsiteY13" fmla="*/ 1626070 h 2275272"/>
              <a:gd name="connsiteX14" fmla="*/ 221820 w 1856319"/>
              <a:gd name="connsiteY14" fmla="*/ 1566803 h 2275272"/>
              <a:gd name="connsiteX15" fmla="*/ 221820 w 1856319"/>
              <a:gd name="connsiteY15" fmla="*/ 1532936 h 2275272"/>
              <a:gd name="connsiteX16" fmla="*/ 348820 w 1856319"/>
              <a:gd name="connsiteY16" fmla="*/ 1761536 h 2275272"/>
              <a:gd name="connsiteX17" fmla="*/ 484287 w 1856319"/>
              <a:gd name="connsiteY17" fmla="*/ 1998603 h 2275272"/>
              <a:gd name="connsiteX18" fmla="*/ 907619 w 1856319"/>
              <a:gd name="connsiteY18" fmla="*/ 2261069 h 2275272"/>
              <a:gd name="connsiteX19" fmla="*/ 1214113 w 1856319"/>
              <a:gd name="connsiteY19" fmla="*/ 2200110 h 2275272"/>
              <a:gd name="connsiteX20" fmla="*/ 1568020 w 1856319"/>
              <a:gd name="connsiteY20" fmla="*/ 1863136 h 2275272"/>
              <a:gd name="connsiteX21" fmla="*/ 1686553 w 1856319"/>
              <a:gd name="connsiteY21" fmla="*/ 1524470 h 2275272"/>
              <a:gd name="connsiteX22" fmla="*/ 1678087 w 1856319"/>
              <a:gd name="connsiteY22" fmla="*/ 1456736 h 2275272"/>
              <a:gd name="connsiteX23" fmla="*/ 1737353 w 1856319"/>
              <a:gd name="connsiteY23" fmla="*/ 1549870 h 2275272"/>
              <a:gd name="connsiteX24" fmla="*/ 1788153 w 1856319"/>
              <a:gd name="connsiteY24" fmla="*/ 1524470 h 2275272"/>
              <a:gd name="connsiteX25" fmla="*/ 1805087 w 1856319"/>
              <a:gd name="connsiteY25" fmla="*/ 1405936 h 2275272"/>
              <a:gd name="connsiteX26" fmla="*/ 1813553 w 1856319"/>
              <a:gd name="connsiteY26" fmla="*/ 1304336 h 2275272"/>
              <a:gd name="connsiteX27" fmla="*/ 1855887 w 1856319"/>
              <a:gd name="connsiteY27" fmla="*/ 1211203 h 2275272"/>
              <a:gd name="connsiteX28" fmla="*/ 1830487 w 1856319"/>
              <a:gd name="connsiteY28" fmla="*/ 1092670 h 2275272"/>
              <a:gd name="connsiteX29" fmla="*/ 1754287 w 1856319"/>
              <a:gd name="connsiteY29" fmla="*/ 1118070 h 2275272"/>
              <a:gd name="connsiteX30" fmla="*/ 1720420 w 1856319"/>
              <a:gd name="connsiteY30" fmla="*/ 1164636 h 2275272"/>
              <a:gd name="connsiteX31" fmla="*/ 1686553 w 1856319"/>
              <a:gd name="connsiteY31" fmla="*/ 1236603 h 2275272"/>
              <a:gd name="connsiteX32" fmla="*/ 1703487 w 1856319"/>
              <a:gd name="connsiteY32" fmla="*/ 830203 h 2275272"/>
              <a:gd name="connsiteX33" fmla="*/ 1644220 w 1856319"/>
              <a:gd name="connsiteY33" fmla="*/ 449203 h 2275272"/>
              <a:gd name="connsiteX34" fmla="*/ 1474887 w 1856319"/>
              <a:gd name="connsiteY34" fmla="*/ 186736 h 2275272"/>
              <a:gd name="connsiteX35" fmla="*/ 1264278 w 1856319"/>
              <a:gd name="connsiteY35" fmla="*/ 62925 h 2275272"/>
              <a:gd name="connsiteX36" fmla="*/ 907620 w 1856319"/>
              <a:gd name="connsiteY36" fmla="*/ 470 h 2275272"/>
              <a:gd name="connsiteX37" fmla="*/ 699128 w 1856319"/>
              <a:gd name="connsiteY37" fmla="*/ 38246 h 2275272"/>
              <a:gd name="connsiteX0" fmla="*/ 699128 w 1856319"/>
              <a:gd name="connsiteY0" fmla="*/ 38246 h 2275576"/>
              <a:gd name="connsiteX1" fmla="*/ 530853 w 1856319"/>
              <a:gd name="connsiteY1" fmla="*/ 109476 h 2275576"/>
              <a:gd name="connsiteX2" fmla="*/ 359403 w 1856319"/>
              <a:gd name="connsiteY2" fmla="*/ 226951 h 2275576"/>
              <a:gd name="connsiteX3" fmla="*/ 194303 w 1856319"/>
              <a:gd name="connsiteY3" fmla="*/ 500001 h 2275576"/>
              <a:gd name="connsiteX4" fmla="*/ 143503 w 1856319"/>
              <a:gd name="connsiteY4" fmla="*/ 690502 h 2275576"/>
              <a:gd name="connsiteX5" fmla="*/ 143503 w 1856319"/>
              <a:gd name="connsiteY5" fmla="*/ 1058801 h 2275576"/>
              <a:gd name="connsiteX6" fmla="*/ 144562 w 1856319"/>
              <a:gd name="connsiteY6" fmla="*/ 1196386 h 2275576"/>
              <a:gd name="connsiteX7" fmla="*/ 92704 w 1856319"/>
              <a:gd name="connsiteY7" fmla="*/ 1145586 h 2275576"/>
              <a:gd name="connsiteX8" fmla="*/ 13329 w 1856319"/>
              <a:gd name="connsiteY8" fmla="*/ 1150878 h 2275576"/>
              <a:gd name="connsiteX9" fmla="*/ 1687 w 1856319"/>
              <a:gd name="connsiteY9" fmla="*/ 1262003 h 2275576"/>
              <a:gd name="connsiteX10" fmla="*/ 31320 w 1856319"/>
              <a:gd name="connsiteY10" fmla="*/ 1405937 h 2275576"/>
              <a:gd name="connsiteX11" fmla="*/ 99053 w 1856319"/>
              <a:gd name="connsiteY11" fmla="*/ 1511770 h 2275576"/>
              <a:gd name="connsiteX12" fmla="*/ 149853 w 1856319"/>
              <a:gd name="connsiteY12" fmla="*/ 1609136 h 2275576"/>
              <a:gd name="connsiteX13" fmla="*/ 213353 w 1856319"/>
              <a:gd name="connsiteY13" fmla="*/ 1626070 h 2275576"/>
              <a:gd name="connsiteX14" fmla="*/ 221820 w 1856319"/>
              <a:gd name="connsiteY14" fmla="*/ 1566803 h 2275576"/>
              <a:gd name="connsiteX15" fmla="*/ 221820 w 1856319"/>
              <a:gd name="connsiteY15" fmla="*/ 1532936 h 2275576"/>
              <a:gd name="connsiteX16" fmla="*/ 348820 w 1856319"/>
              <a:gd name="connsiteY16" fmla="*/ 1761536 h 2275576"/>
              <a:gd name="connsiteX17" fmla="*/ 484287 w 1856319"/>
              <a:gd name="connsiteY17" fmla="*/ 1998603 h 2275576"/>
              <a:gd name="connsiteX18" fmla="*/ 907619 w 1856319"/>
              <a:gd name="connsiteY18" fmla="*/ 2261069 h 2275576"/>
              <a:gd name="connsiteX19" fmla="*/ 1214113 w 1856319"/>
              <a:gd name="connsiteY19" fmla="*/ 2200110 h 2275576"/>
              <a:gd name="connsiteX20" fmla="*/ 1568020 w 1856319"/>
              <a:gd name="connsiteY20" fmla="*/ 1852976 h 2275576"/>
              <a:gd name="connsiteX21" fmla="*/ 1686553 w 1856319"/>
              <a:gd name="connsiteY21" fmla="*/ 1524470 h 2275576"/>
              <a:gd name="connsiteX22" fmla="*/ 1678087 w 1856319"/>
              <a:gd name="connsiteY22" fmla="*/ 1456736 h 2275576"/>
              <a:gd name="connsiteX23" fmla="*/ 1737353 w 1856319"/>
              <a:gd name="connsiteY23" fmla="*/ 1549870 h 2275576"/>
              <a:gd name="connsiteX24" fmla="*/ 1788153 w 1856319"/>
              <a:gd name="connsiteY24" fmla="*/ 1524470 h 2275576"/>
              <a:gd name="connsiteX25" fmla="*/ 1805087 w 1856319"/>
              <a:gd name="connsiteY25" fmla="*/ 1405936 h 2275576"/>
              <a:gd name="connsiteX26" fmla="*/ 1813553 w 1856319"/>
              <a:gd name="connsiteY26" fmla="*/ 1304336 h 2275576"/>
              <a:gd name="connsiteX27" fmla="*/ 1855887 w 1856319"/>
              <a:gd name="connsiteY27" fmla="*/ 1211203 h 2275576"/>
              <a:gd name="connsiteX28" fmla="*/ 1830487 w 1856319"/>
              <a:gd name="connsiteY28" fmla="*/ 1092670 h 2275576"/>
              <a:gd name="connsiteX29" fmla="*/ 1754287 w 1856319"/>
              <a:gd name="connsiteY29" fmla="*/ 1118070 h 2275576"/>
              <a:gd name="connsiteX30" fmla="*/ 1720420 w 1856319"/>
              <a:gd name="connsiteY30" fmla="*/ 1164636 h 2275576"/>
              <a:gd name="connsiteX31" fmla="*/ 1686553 w 1856319"/>
              <a:gd name="connsiteY31" fmla="*/ 1236603 h 2275576"/>
              <a:gd name="connsiteX32" fmla="*/ 1703487 w 1856319"/>
              <a:gd name="connsiteY32" fmla="*/ 830203 h 2275576"/>
              <a:gd name="connsiteX33" fmla="*/ 1644220 w 1856319"/>
              <a:gd name="connsiteY33" fmla="*/ 449203 h 2275576"/>
              <a:gd name="connsiteX34" fmla="*/ 1474887 w 1856319"/>
              <a:gd name="connsiteY34" fmla="*/ 186736 h 2275576"/>
              <a:gd name="connsiteX35" fmla="*/ 1264278 w 1856319"/>
              <a:gd name="connsiteY35" fmla="*/ 62925 h 2275576"/>
              <a:gd name="connsiteX36" fmla="*/ 907620 w 1856319"/>
              <a:gd name="connsiteY36" fmla="*/ 470 h 2275576"/>
              <a:gd name="connsiteX37" fmla="*/ 699128 w 1856319"/>
              <a:gd name="connsiteY37" fmla="*/ 38246 h 2275576"/>
              <a:gd name="connsiteX0" fmla="*/ 699128 w 1856319"/>
              <a:gd name="connsiteY0" fmla="*/ 38246 h 2271864"/>
              <a:gd name="connsiteX1" fmla="*/ 530853 w 1856319"/>
              <a:gd name="connsiteY1" fmla="*/ 109476 h 2271864"/>
              <a:gd name="connsiteX2" fmla="*/ 359403 w 1856319"/>
              <a:gd name="connsiteY2" fmla="*/ 226951 h 2271864"/>
              <a:gd name="connsiteX3" fmla="*/ 194303 w 1856319"/>
              <a:gd name="connsiteY3" fmla="*/ 500001 h 2271864"/>
              <a:gd name="connsiteX4" fmla="*/ 143503 w 1856319"/>
              <a:gd name="connsiteY4" fmla="*/ 690502 h 2271864"/>
              <a:gd name="connsiteX5" fmla="*/ 143503 w 1856319"/>
              <a:gd name="connsiteY5" fmla="*/ 1058801 h 2271864"/>
              <a:gd name="connsiteX6" fmla="*/ 144562 w 1856319"/>
              <a:gd name="connsiteY6" fmla="*/ 1196386 h 2271864"/>
              <a:gd name="connsiteX7" fmla="*/ 92704 w 1856319"/>
              <a:gd name="connsiteY7" fmla="*/ 1145586 h 2271864"/>
              <a:gd name="connsiteX8" fmla="*/ 13329 w 1856319"/>
              <a:gd name="connsiteY8" fmla="*/ 1150878 h 2271864"/>
              <a:gd name="connsiteX9" fmla="*/ 1687 w 1856319"/>
              <a:gd name="connsiteY9" fmla="*/ 1262003 h 2271864"/>
              <a:gd name="connsiteX10" fmla="*/ 31320 w 1856319"/>
              <a:gd name="connsiteY10" fmla="*/ 1405937 h 2271864"/>
              <a:gd name="connsiteX11" fmla="*/ 99053 w 1856319"/>
              <a:gd name="connsiteY11" fmla="*/ 1511770 h 2271864"/>
              <a:gd name="connsiteX12" fmla="*/ 149853 w 1856319"/>
              <a:gd name="connsiteY12" fmla="*/ 1609136 h 2271864"/>
              <a:gd name="connsiteX13" fmla="*/ 213353 w 1856319"/>
              <a:gd name="connsiteY13" fmla="*/ 1626070 h 2271864"/>
              <a:gd name="connsiteX14" fmla="*/ 221820 w 1856319"/>
              <a:gd name="connsiteY14" fmla="*/ 1566803 h 2271864"/>
              <a:gd name="connsiteX15" fmla="*/ 221820 w 1856319"/>
              <a:gd name="connsiteY15" fmla="*/ 1532936 h 2271864"/>
              <a:gd name="connsiteX16" fmla="*/ 348820 w 1856319"/>
              <a:gd name="connsiteY16" fmla="*/ 1761536 h 2271864"/>
              <a:gd name="connsiteX17" fmla="*/ 484287 w 1856319"/>
              <a:gd name="connsiteY17" fmla="*/ 1998603 h 2271864"/>
              <a:gd name="connsiteX18" fmla="*/ 907619 w 1856319"/>
              <a:gd name="connsiteY18" fmla="*/ 2261069 h 2271864"/>
              <a:gd name="connsiteX19" fmla="*/ 1214113 w 1856319"/>
              <a:gd name="connsiteY19" fmla="*/ 2200110 h 2271864"/>
              <a:gd name="connsiteX20" fmla="*/ 1432553 w 1856319"/>
              <a:gd name="connsiteY20" fmla="*/ 2003681 h 2271864"/>
              <a:gd name="connsiteX21" fmla="*/ 1568020 w 1856319"/>
              <a:gd name="connsiteY21" fmla="*/ 1852976 h 2271864"/>
              <a:gd name="connsiteX22" fmla="*/ 1686553 w 1856319"/>
              <a:gd name="connsiteY22" fmla="*/ 1524470 h 2271864"/>
              <a:gd name="connsiteX23" fmla="*/ 1678087 w 1856319"/>
              <a:gd name="connsiteY23" fmla="*/ 1456736 h 2271864"/>
              <a:gd name="connsiteX24" fmla="*/ 1737353 w 1856319"/>
              <a:gd name="connsiteY24" fmla="*/ 1549870 h 2271864"/>
              <a:gd name="connsiteX25" fmla="*/ 1788153 w 1856319"/>
              <a:gd name="connsiteY25" fmla="*/ 1524470 h 2271864"/>
              <a:gd name="connsiteX26" fmla="*/ 1805087 w 1856319"/>
              <a:gd name="connsiteY26" fmla="*/ 1405936 h 2271864"/>
              <a:gd name="connsiteX27" fmla="*/ 1813553 w 1856319"/>
              <a:gd name="connsiteY27" fmla="*/ 1304336 h 2271864"/>
              <a:gd name="connsiteX28" fmla="*/ 1855887 w 1856319"/>
              <a:gd name="connsiteY28" fmla="*/ 1211203 h 2271864"/>
              <a:gd name="connsiteX29" fmla="*/ 1830487 w 1856319"/>
              <a:gd name="connsiteY29" fmla="*/ 1092670 h 2271864"/>
              <a:gd name="connsiteX30" fmla="*/ 1754287 w 1856319"/>
              <a:gd name="connsiteY30" fmla="*/ 1118070 h 2271864"/>
              <a:gd name="connsiteX31" fmla="*/ 1720420 w 1856319"/>
              <a:gd name="connsiteY31" fmla="*/ 1164636 h 2271864"/>
              <a:gd name="connsiteX32" fmla="*/ 1686553 w 1856319"/>
              <a:gd name="connsiteY32" fmla="*/ 1236603 h 2271864"/>
              <a:gd name="connsiteX33" fmla="*/ 1703487 w 1856319"/>
              <a:gd name="connsiteY33" fmla="*/ 830203 h 2271864"/>
              <a:gd name="connsiteX34" fmla="*/ 1644220 w 1856319"/>
              <a:gd name="connsiteY34" fmla="*/ 449203 h 2271864"/>
              <a:gd name="connsiteX35" fmla="*/ 1474887 w 1856319"/>
              <a:gd name="connsiteY35" fmla="*/ 186736 h 2271864"/>
              <a:gd name="connsiteX36" fmla="*/ 1264278 w 1856319"/>
              <a:gd name="connsiteY36" fmla="*/ 62925 h 2271864"/>
              <a:gd name="connsiteX37" fmla="*/ 907620 w 1856319"/>
              <a:gd name="connsiteY37" fmla="*/ 470 h 2271864"/>
              <a:gd name="connsiteX38" fmla="*/ 699128 w 1856319"/>
              <a:gd name="connsiteY38" fmla="*/ 38246 h 2271864"/>
              <a:gd name="connsiteX0" fmla="*/ 699128 w 1856319"/>
              <a:gd name="connsiteY0" fmla="*/ 38246 h 2271864"/>
              <a:gd name="connsiteX1" fmla="*/ 530853 w 1856319"/>
              <a:gd name="connsiteY1" fmla="*/ 109476 h 2271864"/>
              <a:gd name="connsiteX2" fmla="*/ 359403 w 1856319"/>
              <a:gd name="connsiteY2" fmla="*/ 226951 h 2271864"/>
              <a:gd name="connsiteX3" fmla="*/ 194303 w 1856319"/>
              <a:gd name="connsiteY3" fmla="*/ 500001 h 2271864"/>
              <a:gd name="connsiteX4" fmla="*/ 143503 w 1856319"/>
              <a:gd name="connsiteY4" fmla="*/ 690502 h 2271864"/>
              <a:gd name="connsiteX5" fmla="*/ 143503 w 1856319"/>
              <a:gd name="connsiteY5" fmla="*/ 1058801 h 2271864"/>
              <a:gd name="connsiteX6" fmla="*/ 144562 w 1856319"/>
              <a:gd name="connsiteY6" fmla="*/ 1196386 h 2271864"/>
              <a:gd name="connsiteX7" fmla="*/ 92704 w 1856319"/>
              <a:gd name="connsiteY7" fmla="*/ 1145586 h 2271864"/>
              <a:gd name="connsiteX8" fmla="*/ 13329 w 1856319"/>
              <a:gd name="connsiteY8" fmla="*/ 1150878 h 2271864"/>
              <a:gd name="connsiteX9" fmla="*/ 1687 w 1856319"/>
              <a:gd name="connsiteY9" fmla="*/ 1262003 h 2271864"/>
              <a:gd name="connsiteX10" fmla="*/ 31320 w 1856319"/>
              <a:gd name="connsiteY10" fmla="*/ 1405937 h 2271864"/>
              <a:gd name="connsiteX11" fmla="*/ 99053 w 1856319"/>
              <a:gd name="connsiteY11" fmla="*/ 1511770 h 2271864"/>
              <a:gd name="connsiteX12" fmla="*/ 149853 w 1856319"/>
              <a:gd name="connsiteY12" fmla="*/ 1609136 h 2271864"/>
              <a:gd name="connsiteX13" fmla="*/ 213353 w 1856319"/>
              <a:gd name="connsiteY13" fmla="*/ 1626070 h 2271864"/>
              <a:gd name="connsiteX14" fmla="*/ 221820 w 1856319"/>
              <a:gd name="connsiteY14" fmla="*/ 1566803 h 2271864"/>
              <a:gd name="connsiteX15" fmla="*/ 221820 w 1856319"/>
              <a:gd name="connsiteY15" fmla="*/ 1532936 h 2271864"/>
              <a:gd name="connsiteX16" fmla="*/ 348820 w 1856319"/>
              <a:gd name="connsiteY16" fmla="*/ 1761536 h 2271864"/>
              <a:gd name="connsiteX17" fmla="*/ 484287 w 1856319"/>
              <a:gd name="connsiteY17" fmla="*/ 1998603 h 2271864"/>
              <a:gd name="connsiteX18" fmla="*/ 907619 w 1856319"/>
              <a:gd name="connsiteY18" fmla="*/ 2261069 h 2271864"/>
              <a:gd name="connsiteX19" fmla="*/ 1214113 w 1856319"/>
              <a:gd name="connsiteY19" fmla="*/ 2200110 h 2271864"/>
              <a:gd name="connsiteX20" fmla="*/ 1432553 w 1856319"/>
              <a:gd name="connsiteY20" fmla="*/ 2003681 h 2271864"/>
              <a:gd name="connsiteX21" fmla="*/ 1568020 w 1856319"/>
              <a:gd name="connsiteY21" fmla="*/ 1852976 h 2271864"/>
              <a:gd name="connsiteX22" fmla="*/ 1645913 w 1856319"/>
              <a:gd name="connsiteY22" fmla="*/ 1754761 h 2271864"/>
              <a:gd name="connsiteX23" fmla="*/ 1686553 w 1856319"/>
              <a:gd name="connsiteY23" fmla="*/ 1524470 h 2271864"/>
              <a:gd name="connsiteX24" fmla="*/ 1678087 w 1856319"/>
              <a:gd name="connsiteY24" fmla="*/ 1456736 h 2271864"/>
              <a:gd name="connsiteX25" fmla="*/ 1737353 w 1856319"/>
              <a:gd name="connsiteY25" fmla="*/ 1549870 h 2271864"/>
              <a:gd name="connsiteX26" fmla="*/ 1788153 w 1856319"/>
              <a:gd name="connsiteY26" fmla="*/ 1524470 h 2271864"/>
              <a:gd name="connsiteX27" fmla="*/ 1805087 w 1856319"/>
              <a:gd name="connsiteY27" fmla="*/ 1405936 h 2271864"/>
              <a:gd name="connsiteX28" fmla="*/ 1813553 w 1856319"/>
              <a:gd name="connsiteY28" fmla="*/ 1304336 h 2271864"/>
              <a:gd name="connsiteX29" fmla="*/ 1855887 w 1856319"/>
              <a:gd name="connsiteY29" fmla="*/ 1211203 h 2271864"/>
              <a:gd name="connsiteX30" fmla="*/ 1830487 w 1856319"/>
              <a:gd name="connsiteY30" fmla="*/ 1092670 h 2271864"/>
              <a:gd name="connsiteX31" fmla="*/ 1754287 w 1856319"/>
              <a:gd name="connsiteY31" fmla="*/ 1118070 h 2271864"/>
              <a:gd name="connsiteX32" fmla="*/ 1720420 w 1856319"/>
              <a:gd name="connsiteY32" fmla="*/ 1164636 h 2271864"/>
              <a:gd name="connsiteX33" fmla="*/ 1686553 w 1856319"/>
              <a:gd name="connsiteY33" fmla="*/ 1236603 h 2271864"/>
              <a:gd name="connsiteX34" fmla="*/ 1703487 w 1856319"/>
              <a:gd name="connsiteY34" fmla="*/ 830203 h 2271864"/>
              <a:gd name="connsiteX35" fmla="*/ 1644220 w 1856319"/>
              <a:gd name="connsiteY35" fmla="*/ 449203 h 2271864"/>
              <a:gd name="connsiteX36" fmla="*/ 1474887 w 1856319"/>
              <a:gd name="connsiteY36" fmla="*/ 186736 h 2271864"/>
              <a:gd name="connsiteX37" fmla="*/ 1264278 w 1856319"/>
              <a:gd name="connsiteY37" fmla="*/ 62925 h 2271864"/>
              <a:gd name="connsiteX38" fmla="*/ 907620 w 1856319"/>
              <a:gd name="connsiteY38" fmla="*/ 470 h 2271864"/>
              <a:gd name="connsiteX39" fmla="*/ 699128 w 1856319"/>
              <a:gd name="connsiteY39" fmla="*/ 38246 h 2271864"/>
              <a:gd name="connsiteX0" fmla="*/ 699128 w 1856319"/>
              <a:gd name="connsiteY0" fmla="*/ 38246 h 2271864"/>
              <a:gd name="connsiteX1" fmla="*/ 530853 w 1856319"/>
              <a:gd name="connsiteY1" fmla="*/ 109476 h 2271864"/>
              <a:gd name="connsiteX2" fmla="*/ 359403 w 1856319"/>
              <a:gd name="connsiteY2" fmla="*/ 226951 h 2271864"/>
              <a:gd name="connsiteX3" fmla="*/ 194303 w 1856319"/>
              <a:gd name="connsiteY3" fmla="*/ 500001 h 2271864"/>
              <a:gd name="connsiteX4" fmla="*/ 143503 w 1856319"/>
              <a:gd name="connsiteY4" fmla="*/ 690502 h 2271864"/>
              <a:gd name="connsiteX5" fmla="*/ 143503 w 1856319"/>
              <a:gd name="connsiteY5" fmla="*/ 1058801 h 2271864"/>
              <a:gd name="connsiteX6" fmla="*/ 144562 w 1856319"/>
              <a:gd name="connsiteY6" fmla="*/ 1196386 h 2271864"/>
              <a:gd name="connsiteX7" fmla="*/ 92704 w 1856319"/>
              <a:gd name="connsiteY7" fmla="*/ 1145586 h 2271864"/>
              <a:gd name="connsiteX8" fmla="*/ 13329 w 1856319"/>
              <a:gd name="connsiteY8" fmla="*/ 1150878 h 2271864"/>
              <a:gd name="connsiteX9" fmla="*/ 1687 w 1856319"/>
              <a:gd name="connsiteY9" fmla="*/ 1262003 h 2271864"/>
              <a:gd name="connsiteX10" fmla="*/ 31320 w 1856319"/>
              <a:gd name="connsiteY10" fmla="*/ 1405937 h 2271864"/>
              <a:gd name="connsiteX11" fmla="*/ 99053 w 1856319"/>
              <a:gd name="connsiteY11" fmla="*/ 1511770 h 2271864"/>
              <a:gd name="connsiteX12" fmla="*/ 149853 w 1856319"/>
              <a:gd name="connsiteY12" fmla="*/ 1609136 h 2271864"/>
              <a:gd name="connsiteX13" fmla="*/ 213353 w 1856319"/>
              <a:gd name="connsiteY13" fmla="*/ 1626070 h 2271864"/>
              <a:gd name="connsiteX14" fmla="*/ 221820 w 1856319"/>
              <a:gd name="connsiteY14" fmla="*/ 1566803 h 2271864"/>
              <a:gd name="connsiteX15" fmla="*/ 221820 w 1856319"/>
              <a:gd name="connsiteY15" fmla="*/ 1532936 h 2271864"/>
              <a:gd name="connsiteX16" fmla="*/ 348820 w 1856319"/>
              <a:gd name="connsiteY16" fmla="*/ 1761536 h 2271864"/>
              <a:gd name="connsiteX17" fmla="*/ 484287 w 1856319"/>
              <a:gd name="connsiteY17" fmla="*/ 1998603 h 2271864"/>
              <a:gd name="connsiteX18" fmla="*/ 907619 w 1856319"/>
              <a:gd name="connsiteY18" fmla="*/ 2261069 h 2271864"/>
              <a:gd name="connsiteX19" fmla="*/ 1214113 w 1856319"/>
              <a:gd name="connsiteY19" fmla="*/ 2200110 h 2271864"/>
              <a:gd name="connsiteX20" fmla="*/ 1432553 w 1856319"/>
              <a:gd name="connsiteY20" fmla="*/ 2003681 h 2271864"/>
              <a:gd name="connsiteX21" fmla="*/ 1562940 w 1856319"/>
              <a:gd name="connsiteY21" fmla="*/ 1893616 h 2271864"/>
              <a:gd name="connsiteX22" fmla="*/ 1645913 w 1856319"/>
              <a:gd name="connsiteY22" fmla="*/ 1754761 h 2271864"/>
              <a:gd name="connsiteX23" fmla="*/ 1686553 w 1856319"/>
              <a:gd name="connsiteY23" fmla="*/ 1524470 h 2271864"/>
              <a:gd name="connsiteX24" fmla="*/ 1678087 w 1856319"/>
              <a:gd name="connsiteY24" fmla="*/ 1456736 h 2271864"/>
              <a:gd name="connsiteX25" fmla="*/ 1737353 w 1856319"/>
              <a:gd name="connsiteY25" fmla="*/ 1549870 h 2271864"/>
              <a:gd name="connsiteX26" fmla="*/ 1788153 w 1856319"/>
              <a:gd name="connsiteY26" fmla="*/ 1524470 h 2271864"/>
              <a:gd name="connsiteX27" fmla="*/ 1805087 w 1856319"/>
              <a:gd name="connsiteY27" fmla="*/ 1405936 h 2271864"/>
              <a:gd name="connsiteX28" fmla="*/ 1813553 w 1856319"/>
              <a:gd name="connsiteY28" fmla="*/ 1304336 h 2271864"/>
              <a:gd name="connsiteX29" fmla="*/ 1855887 w 1856319"/>
              <a:gd name="connsiteY29" fmla="*/ 1211203 h 2271864"/>
              <a:gd name="connsiteX30" fmla="*/ 1830487 w 1856319"/>
              <a:gd name="connsiteY30" fmla="*/ 1092670 h 2271864"/>
              <a:gd name="connsiteX31" fmla="*/ 1754287 w 1856319"/>
              <a:gd name="connsiteY31" fmla="*/ 1118070 h 2271864"/>
              <a:gd name="connsiteX32" fmla="*/ 1720420 w 1856319"/>
              <a:gd name="connsiteY32" fmla="*/ 1164636 h 2271864"/>
              <a:gd name="connsiteX33" fmla="*/ 1686553 w 1856319"/>
              <a:gd name="connsiteY33" fmla="*/ 1236603 h 2271864"/>
              <a:gd name="connsiteX34" fmla="*/ 1703487 w 1856319"/>
              <a:gd name="connsiteY34" fmla="*/ 830203 h 2271864"/>
              <a:gd name="connsiteX35" fmla="*/ 1644220 w 1856319"/>
              <a:gd name="connsiteY35" fmla="*/ 449203 h 2271864"/>
              <a:gd name="connsiteX36" fmla="*/ 1474887 w 1856319"/>
              <a:gd name="connsiteY36" fmla="*/ 186736 h 2271864"/>
              <a:gd name="connsiteX37" fmla="*/ 1264278 w 1856319"/>
              <a:gd name="connsiteY37" fmla="*/ 62925 h 2271864"/>
              <a:gd name="connsiteX38" fmla="*/ 907620 w 1856319"/>
              <a:gd name="connsiteY38" fmla="*/ 470 h 2271864"/>
              <a:gd name="connsiteX39" fmla="*/ 699128 w 1856319"/>
              <a:gd name="connsiteY39" fmla="*/ 38246 h 2271864"/>
              <a:gd name="connsiteX0" fmla="*/ 699128 w 1856319"/>
              <a:gd name="connsiteY0" fmla="*/ 38246 h 2271113"/>
              <a:gd name="connsiteX1" fmla="*/ 530853 w 1856319"/>
              <a:gd name="connsiteY1" fmla="*/ 109476 h 2271113"/>
              <a:gd name="connsiteX2" fmla="*/ 359403 w 1856319"/>
              <a:gd name="connsiteY2" fmla="*/ 226951 h 2271113"/>
              <a:gd name="connsiteX3" fmla="*/ 194303 w 1856319"/>
              <a:gd name="connsiteY3" fmla="*/ 500001 h 2271113"/>
              <a:gd name="connsiteX4" fmla="*/ 143503 w 1856319"/>
              <a:gd name="connsiteY4" fmla="*/ 690502 h 2271113"/>
              <a:gd name="connsiteX5" fmla="*/ 143503 w 1856319"/>
              <a:gd name="connsiteY5" fmla="*/ 1058801 h 2271113"/>
              <a:gd name="connsiteX6" fmla="*/ 144562 w 1856319"/>
              <a:gd name="connsiteY6" fmla="*/ 1196386 h 2271113"/>
              <a:gd name="connsiteX7" fmla="*/ 92704 w 1856319"/>
              <a:gd name="connsiteY7" fmla="*/ 1145586 h 2271113"/>
              <a:gd name="connsiteX8" fmla="*/ 13329 w 1856319"/>
              <a:gd name="connsiteY8" fmla="*/ 1150878 h 2271113"/>
              <a:gd name="connsiteX9" fmla="*/ 1687 w 1856319"/>
              <a:gd name="connsiteY9" fmla="*/ 1262003 h 2271113"/>
              <a:gd name="connsiteX10" fmla="*/ 31320 w 1856319"/>
              <a:gd name="connsiteY10" fmla="*/ 1405937 h 2271113"/>
              <a:gd name="connsiteX11" fmla="*/ 99053 w 1856319"/>
              <a:gd name="connsiteY11" fmla="*/ 1511770 h 2271113"/>
              <a:gd name="connsiteX12" fmla="*/ 149853 w 1856319"/>
              <a:gd name="connsiteY12" fmla="*/ 1609136 h 2271113"/>
              <a:gd name="connsiteX13" fmla="*/ 213353 w 1856319"/>
              <a:gd name="connsiteY13" fmla="*/ 1626070 h 2271113"/>
              <a:gd name="connsiteX14" fmla="*/ 221820 w 1856319"/>
              <a:gd name="connsiteY14" fmla="*/ 1566803 h 2271113"/>
              <a:gd name="connsiteX15" fmla="*/ 221820 w 1856319"/>
              <a:gd name="connsiteY15" fmla="*/ 1532936 h 2271113"/>
              <a:gd name="connsiteX16" fmla="*/ 348820 w 1856319"/>
              <a:gd name="connsiteY16" fmla="*/ 1761536 h 2271113"/>
              <a:gd name="connsiteX17" fmla="*/ 484287 w 1856319"/>
              <a:gd name="connsiteY17" fmla="*/ 1998603 h 2271113"/>
              <a:gd name="connsiteX18" fmla="*/ 907619 w 1856319"/>
              <a:gd name="connsiteY18" fmla="*/ 2261069 h 2271113"/>
              <a:gd name="connsiteX19" fmla="*/ 1214113 w 1856319"/>
              <a:gd name="connsiteY19" fmla="*/ 2200110 h 2271113"/>
              <a:gd name="connsiteX20" fmla="*/ 1402073 w 1856319"/>
              <a:gd name="connsiteY20" fmla="*/ 2044321 h 2271113"/>
              <a:gd name="connsiteX21" fmla="*/ 1562940 w 1856319"/>
              <a:gd name="connsiteY21" fmla="*/ 1893616 h 2271113"/>
              <a:gd name="connsiteX22" fmla="*/ 1645913 w 1856319"/>
              <a:gd name="connsiteY22" fmla="*/ 1754761 h 2271113"/>
              <a:gd name="connsiteX23" fmla="*/ 1686553 w 1856319"/>
              <a:gd name="connsiteY23" fmla="*/ 1524470 h 2271113"/>
              <a:gd name="connsiteX24" fmla="*/ 1678087 w 1856319"/>
              <a:gd name="connsiteY24" fmla="*/ 1456736 h 2271113"/>
              <a:gd name="connsiteX25" fmla="*/ 1737353 w 1856319"/>
              <a:gd name="connsiteY25" fmla="*/ 1549870 h 2271113"/>
              <a:gd name="connsiteX26" fmla="*/ 1788153 w 1856319"/>
              <a:gd name="connsiteY26" fmla="*/ 1524470 h 2271113"/>
              <a:gd name="connsiteX27" fmla="*/ 1805087 w 1856319"/>
              <a:gd name="connsiteY27" fmla="*/ 1405936 h 2271113"/>
              <a:gd name="connsiteX28" fmla="*/ 1813553 w 1856319"/>
              <a:gd name="connsiteY28" fmla="*/ 1304336 h 2271113"/>
              <a:gd name="connsiteX29" fmla="*/ 1855887 w 1856319"/>
              <a:gd name="connsiteY29" fmla="*/ 1211203 h 2271113"/>
              <a:gd name="connsiteX30" fmla="*/ 1830487 w 1856319"/>
              <a:gd name="connsiteY30" fmla="*/ 1092670 h 2271113"/>
              <a:gd name="connsiteX31" fmla="*/ 1754287 w 1856319"/>
              <a:gd name="connsiteY31" fmla="*/ 1118070 h 2271113"/>
              <a:gd name="connsiteX32" fmla="*/ 1720420 w 1856319"/>
              <a:gd name="connsiteY32" fmla="*/ 1164636 h 2271113"/>
              <a:gd name="connsiteX33" fmla="*/ 1686553 w 1856319"/>
              <a:gd name="connsiteY33" fmla="*/ 1236603 h 2271113"/>
              <a:gd name="connsiteX34" fmla="*/ 1703487 w 1856319"/>
              <a:gd name="connsiteY34" fmla="*/ 830203 h 2271113"/>
              <a:gd name="connsiteX35" fmla="*/ 1644220 w 1856319"/>
              <a:gd name="connsiteY35" fmla="*/ 449203 h 2271113"/>
              <a:gd name="connsiteX36" fmla="*/ 1474887 w 1856319"/>
              <a:gd name="connsiteY36" fmla="*/ 186736 h 2271113"/>
              <a:gd name="connsiteX37" fmla="*/ 1264278 w 1856319"/>
              <a:gd name="connsiteY37" fmla="*/ 62925 h 2271113"/>
              <a:gd name="connsiteX38" fmla="*/ 907620 w 1856319"/>
              <a:gd name="connsiteY38" fmla="*/ 470 h 2271113"/>
              <a:gd name="connsiteX39" fmla="*/ 699128 w 1856319"/>
              <a:gd name="connsiteY39" fmla="*/ 38246 h 2271113"/>
              <a:gd name="connsiteX0" fmla="*/ 699128 w 1856319"/>
              <a:gd name="connsiteY0" fmla="*/ 38246 h 2276895"/>
              <a:gd name="connsiteX1" fmla="*/ 530853 w 1856319"/>
              <a:gd name="connsiteY1" fmla="*/ 109476 h 2276895"/>
              <a:gd name="connsiteX2" fmla="*/ 359403 w 1856319"/>
              <a:gd name="connsiteY2" fmla="*/ 226951 h 2276895"/>
              <a:gd name="connsiteX3" fmla="*/ 194303 w 1856319"/>
              <a:gd name="connsiteY3" fmla="*/ 500001 h 2276895"/>
              <a:gd name="connsiteX4" fmla="*/ 143503 w 1856319"/>
              <a:gd name="connsiteY4" fmla="*/ 690502 h 2276895"/>
              <a:gd name="connsiteX5" fmla="*/ 143503 w 1856319"/>
              <a:gd name="connsiteY5" fmla="*/ 1058801 h 2276895"/>
              <a:gd name="connsiteX6" fmla="*/ 144562 w 1856319"/>
              <a:gd name="connsiteY6" fmla="*/ 1196386 h 2276895"/>
              <a:gd name="connsiteX7" fmla="*/ 92704 w 1856319"/>
              <a:gd name="connsiteY7" fmla="*/ 1145586 h 2276895"/>
              <a:gd name="connsiteX8" fmla="*/ 13329 w 1856319"/>
              <a:gd name="connsiteY8" fmla="*/ 1150878 h 2276895"/>
              <a:gd name="connsiteX9" fmla="*/ 1687 w 1856319"/>
              <a:gd name="connsiteY9" fmla="*/ 1262003 h 2276895"/>
              <a:gd name="connsiteX10" fmla="*/ 31320 w 1856319"/>
              <a:gd name="connsiteY10" fmla="*/ 1405937 h 2276895"/>
              <a:gd name="connsiteX11" fmla="*/ 99053 w 1856319"/>
              <a:gd name="connsiteY11" fmla="*/ 1511770 h 2276895"/>
              <a:gd name="connsiteX12" fmla="*/ 149853 w 1856319"/>
              <a:gd name="connsiteY12" fmla="*/ 1609136 h 2276895"/>
              <a:gd name="connsiteX13" fmla="*/ 213353 w 1856319"/>
              <a:gd name="connsiteY13" fmla="*/ 1626070 h 2276895"/>
              <a:gd name="connsiteX14" fmla="*/ 221820 w 1856319"/>
              <a:gd name="connsiteY14" fmla="*/ 1566803 h 2276895"/>
              <a:gd name="connsiteX15" fmla="*/ 221820 w 1856319"/>
              <a:gd name="connsiteY15" fmla="*/ 1532936 h 2276895"/>
              <a:gd name="connsiteX16" fmla="*/ 348820 w 1856319"/>
              <a:gd name="connsiteY16" fmla="*/ 1761536 h 2276895"/>
              <a:gd name="connsiteX17" fmla="*/ 484287 w 1856319"/>
              <a:gd name="connsiteY17" fmla="*/ 1998603 h 2276895"/>
              <a:gd name="connsiteX18" fmla="*/ 907619 w 1856319"/>
              <a:gd name="connsiteY18" fmla="*/ 2261069 h 2276895"/>
              <a:gd name="connsiteX19" fmla="*/ 1168393 w 1856319"/>
              <a:gd name="connsiteY19" fmla="*/ 2225510 h 2276895"/>
              <a:gd name="connsiteX20" fmla="*/ 1402073 w 1856319"/>
              <a:gd name="connsiteY20" fmla="*/ 2044321 h 2276895"/>
              <a:gd name="connsiteX21" fmla="*/ 1562940 w 1856319"/>
              <a:gd name="connsiteY21" fmla="*/ 1893616 h 2276895"/>
              <a:gd name="connsiteX22" fmla="*/ 1645913 w 1856319"/>
              <a:gd name="connsiteY22" fmla="*/ 1754761 h 2276895"/>
              <a:gd name="connsiteX23" fmla="*/ 1686553 w 1856319"/>
              <a:gd name="connsiteY23" fmla="*/ 1524470 h 2276895"/>
              <a:gd name="connsiteX24" fmla="*/ 1678087 w 1856319"/>
              <a:gd name="connsiteY24" fmla="*/ 1456736 h 2276895"/>
              <a:gd name="connsiteX25" fmla="*/ 1737353 w 1856319"/>
              <a:gd name="connsiteY25" fmla="*/ 1549870 h 2276895"/>
              <a:gd name="connsiteX26" fmla="*/ 1788153 w 1856319"/>
              <a:gd name="connsiteY26" fmla="*/ 1524470 h 2276895"/>
              <a:gd name="connsiteX27" fmla="*/ 1805087 w 1856319"/>
              <a:gd name="connsiteY27" fmla="*/ 1405936 h 2276895"/>
              <a:gd name="connsiteX28" fmla="*/ 1813553 w 1856319"/>
              <a:gd name="connsiteY28" fmla="*/ 1304336 h 2276895"/>
              <a:gd name="connsiteX29" fmla="*/ 1855887 w 1856319"/>
              <a:gd name="connsiteY29" fmla="*/ 1211203 h 2276895"/>
              <a:gd name="connsiteX30" fmla="*/ 1830487 w 1856319"/>
              <a:gd name="connsiteY30" fmla="*/ 1092670 h 2276895"/>
              <a:gd name="connsiteX31" fmla="*/ 1754287 w 1856319"/>
              <a:gd name="connsiteY31" fmla="*/ 1118070 h 2276895"/>
              <a:gd name="connsiteX32" fmla="*/ 1720420 w 1856319"/>
              <a:gd name="connsiteY32" fmla="*/ 1164636 h 2276895"/>
              <a:gd name="connsiteX33" fmla="*/ 1686553 w 1856319"/>
              <a:gd name="connsiteY33" fmla="*/ 1236603 h 2276895"/>
              <a:gd name="connsiteX34" fmla="*/ 1703487 w 1856319"/>
              <a:gd name="connsiteY34" fmla="*/ 830203 h 2276895"/>
              <a:gd name="connsiteX35" fmla="*/ 1644220 w 1856319"/>
              <a:gd name="connsiteY35" fmla="*/ 449203 h 2276895"/>
              <a:gd name="connsiteX36" fmla="*/ 1474887 w 1856319"/>
              <a:gd name="connsiteY36" fmla="*/ 186736 h 2276895"/>
              <a:gd name="connsiteX37" fmla="*/ 1264278 w 1856319"/>
              <a:gd name="connsiteY37" fmla="*/ 62925 h 2276895"/>
              <a:gd name="connsiteX38" fmla="*/ 907620 w 1856319"/>
              <a:gd name="connsiteY38" fmla="*/ 470 h 2276895"/>
              <a:gd name="connsiteX39" fmla="*/ 699128 w 1856319"/>
              <a:gd name="connsiteY39" fmla="*/ 38246 h 2276895"/>
              <a:gd name="connsiteX0" fmla="*/ 699128 w 1856319"/>
              <a:gd name="connsiteY0" fmla="*/ 38246 h 2276895"/>
              <a:gd name="connsiteX1" fmla="*/ 530853 w 1856319"/>
              <a:gd name="connsiteY1" fmla="*/ 109476 h 2276895"/>
              <a:gd name="connsiteX2" fmla="*/ 359403 w 1856319"/>
              <a:gd name="connsiteY2" fmla="*/ 226951 h 2276895"/>
              <a:gd name="connsiteX3" fmla="*/ 194303 w 1856319"/>
              <a:gd name="connsiteY3" fmla="*/ 500001 h 2276895"/>
              <a:gd name="connsiteX4" fmla="*/ 143503 w 1856319"/>
              <a:gd name="connsiteY4" fmla="*/ 690502 h 2276895"/>
              <a:gd name="connsiteX5" fmla="*/ 143503 w 1856319"/>
              <a:gd name="connsiteY5" fmla="*/ 1058801 h 2276895"/>
              <a:gd name="connsiteX6" fmla="*/ 144562 w 1856319"/>
              <a:gd name="connsiteY6" fmla="*/ 1196386 h 2276895"/>
              <a:gd name="connsiteX7" fmla="*/ 92704 w 1856319"/>
              <a:gd name="connsiteY7" fmla="*/ 1145586 h 2276895"/>
              <a:gd name="connsiteX8" fmla="*/ 13329 w 1856319"/>
              <a:gd name="connsiteY8" fmla="*/ 1150878 h 2276895"/>
              <a:gd name="connsiteX9" fmla="*/ 1687 w 1856319"/>
              <a:gd name="connsiteY9" fmla="*/ 1262003 h 2276895"/>
              <a:gd name="connsiteX10" fmla="*/ 31320 w 1856319"/>
              <a:gd name="connsiteY10" fmla="*/ 1405937 h 2276895"/>
              <a:gd name="connsiteX11" fmla="*/ 99053 w 1856319"/>
              <a:gd name="connsiteY11" fmla="*/ 1511770 h 2276895"/>
              <a:gd name="connsiteX12" fmla="*/ 149853 w 1856319"/>
              <a:gd name="connsiteY12" fmla="*/ 1609136 h 2276895"/>
              <a:gd name="connsiteX13" fmla="*/ 213353 w 1856319"/>
              <a:gd name="connsiteY13" fmla="*/ 1626070 h 2276895"/>
              <a:gd name="connsiteX14" fmla="*/ 221820 w 1856319"/>
              <a:gd name="connsiteY14" fmla="*/ 1566803 h 2276895"/>
              <a:gd name="connsiteX15" fmla="*/ 221820 w 1856319"/>
              <a:gd name="connsiteY15" fmla="*/ 1532936 h 2276895"/>
              <a:gd name="connsiteX16" fmla="*/ 348820 w 1856319"/>
              <a:gd name="connsiteY16" fmla="*/ 1761536 h 2276895"/>
              <a:gd name="connsiteX17" fmla="*/ 484287 w 1856319"/>
              <a:gd name="connsiteY17" fmla="*/ 1998603 h 2276895"/>
              <a:gd name="connsiteX18" fmla="*/ 907619 w 1856319"/>
              <a:gd name="connsiteY18" fmla="*/ 2261069 h 2276895"/>
              <a:gd name="connsiteX19" fmla="*/ 1168393 w 1856319"/>
              <a:gd name="connsiteY19" fmla="*/ 2225510 h 2276895"/>
              <a:gd name="connsiteX20" fmla="*/ 1402073 w 1856319"/>
              <a:gd name="connsiteY20" fmla="*/ 2044321 h 2276895"/>
              <a:gd name="connsiteX21" fmla="*/ 1562940 w 1856319"/>
              <a:gd name="connsiteY21" fmla="*/ 1893616 h 2276895"/>
              <a:gd name="connsiteX22" fmla="*/ 1645913 w 1856319"/>
              <a:gd name="connsiteY22" fmla="*/ 1754761 h 2276895"/>
              <a:gd name="connsiteX23" fmla="*/ 1686553 w 1856319"/>
              <a:gd name="connsiteY23" fmla="*/ 1524470 h 2276895"/>
              <a:gd name="connsiteX24" fmla="*/ 1678087 w 1856319"/>
              <a:gd name="connsiteY24" fmla="*/ 1456736 h 2276895"/>
              <a:gd name="connsiteX25" fmla="*/ 1737353 w 1856319"/>
              <a:gd name="connsiteY25" fmla="*/ 1549870 h 2276895"/>
              <a:gd name="connsiteX26" fmla="*/ 1788153 w 1856319"/>
              <a:gd name="connsiteY26" fmla="*/ 1524470 h 2276895"/>
              <a:gd name="connsiteX27" fmla="*/ 1805087 w 1856319"/>
              <a:gd name="connsiteY27" fmla="*/ 1405936 h 2276895"/>
              <a:gd name="connsiteX28" fmla="*/ 1813553 w 1856319"/>
              <a:gd name="connsiteY28" fmla="*/ 1304336 h 2276895"/>
              <a:gd name="connsiteX29" fmla="*/ 1855887 w 1856319"/>
              <a:gd name="connsiteY29" fmla="*/ 1211203 h 2276895"/>
              <a:gd name="connsiteX30" fmla="*/ 1830487 w 1856319"/>
              <a:gd name="connsiteY30" fmla="*/ 1092670 h 2276895"/>
              <a:gd name="connsiteX31" fmla="*/ 1754287 w 1856319"/>
              <a:gd name="connsiteY31" fmla="*/ 1118070 h 2276895"/>
              <a:gd name="connsiteX32" fmla="*/ 1720420 w 1856319"/>
              <a:gd name="connsiteY32" fmla="*/ 1164636 h 2276895"/>
              <a:gd name="connsiteX33" fmla="*/ 1686553 w 1856319"/>
              <a:gd name="connsiteY33" fmla="*/ 1236603 h 2276895"/>
              <a:gd name="connsiteX34" fmla="*/ 1703487 w 1856319"/>
              <a:gd name="connsiteY34" fmla="*/ 830203 h 2276895"/>
              <a:gd name="connsiteX35" fmla="*/ 1669620 w 1856319"/>
              <a:gd name="connsiteY35" fmla="*/ 505083 h 2276895"/>
              <a:gd name="connsiteX36" fmla="*/ 1474887 w 1856319"/>
              <a:gd name="connsiteY36" fmla="*/ 186736 h 2276895"/>
              <a:gd name="connsiteX37" fmla="*/ 1264278 w 1856319"/>
              <a:gd name="connsiteY37" fmla="*/ 62925 h 2276895"/>
              <a:gd name="connsiteX38" fmla="*/ 907620 w 1856319"/>
              <a:gd name="connsiteY38" fmla="*/ 470 h 2276895"/>
              <a:gd name="connsiteX39" fmla="*/ 699128 w 1856319"/>
              <a:gd name="connsiteY39" fmla="*/ 38246 h 2276895"/>
              <a:gd name="connsiteX0" fmla="*/ 699128 w 1857396"/>
              <a:gd name="connsiteY0" fmla="*/ 38246 h 2276895"/>
              <a:gd name="connsiteX1" fmla="*/ 530853 w 1857396"/>
              <a:gd name="connsiteY1" fmla="*/ 109476 h 2276895"/>
              <a:gd name="connsiteX2" fmla="*/ 359403 w 1857396"/>
              <a:gd name="connsiteY2" fmla="*/ 226951 h 2276895"/>
              <a:gd name="connsiteX3" fmla="*/ 194303 w 1857396"/>
              <a:gd name="connsiteY3" fmla="*/ 500001 h 2276895"/>
              <a:gd name="connsiteX4" fmla="*/ 143503 w 1857396"/>
              <a:gd name="connsiteY4" fmla="*/ 690502 h 2276895"/>
              <a:gd name="connsiteX5" fmla="*/ 143503 w 1857396"/>
              <a:gd name="connsiteY5" fmla="*/ 1058801 h 2276895"/>
              <a:gd name="connsiteX6" fmla="*/ 144562 w 1857396"/>
              <a:gd name="connsiteY6" fmla="*/ 1196386 h 2276895"/>
              <a:gd name="connsiteX7" fmla="*/ 92704 w 1857396"/>
              <a:gd name="connsiteY7" fmla="*/ 1145586 h 2276895"/>
              <a:gd name="connsiteX8" fmla="*/ 13329 w 1857396"/>
              <a:gd name="connsiteY8" fmla="*/ 1150878 h 2276895"/>
              <a:gd name="connsiteX9" fmla="*/ 1687 w 1857396"/>
              <a:gd name="connsiteY9" fmla="*/ 1262003 h 2276895"/>
              <a:gd name="connsiteX10" fmla="*/ 31320 w 1857396"/>
              <a:gd name="connsiteY10" fmla="*/ 1405937 h 2276895"/>
              <a:gd name="connsiteX11" fmla="*/ 99053 w 1857396"/>
              <a:gd name="connsiteY11" fmla="*/ 1511770 h 2276895"/>
              <a:gd name="connsiteX12" fmla="*/ 149853 w 1857396"/>
              <a:gd name="connsiteY12" fmla="*/ 1609136 h 2276895"/>
              <a:gd name="connsiteX13" fmla="*/ 213353 w 1857396"/>
              <a:gd name="connsiteY13" fmla="*/ 1626070 h 2276895"/>
              <a:gd name="connsiteX14" fmla="*/ 221820 w 1857396"/>
              <a:gd name="connsiteY14" fmla="*/ 1566803 h 2276895"/>
              <a:gd name="connsiteX15" fmla="*/ 221820 w 1857396"/>
              <a:gd name="connsiteY15" fmla="*/ 1532936 h 2276895"/>
              <a:gd name="connsiteX16" fmla="*/ 348820 w 1857396"/>
              <a:gd name="connsiteY16" fmla="*/ 1761536 h 2276895"/>
              <a:gd name="connsiteX17" fmla="*/ 484287 w 1857396"/>
              <a:gd name="connsiteY17" fmla="*/ 1998603 h 2276895"/>
              <a:gd name="connsiteX18" fmla="*/ 907619 w 1857396"/>
              <a:gd name="connsiteY18" fmla="*/ 2261069 h 2276895"/>
              <a:gd name="connsiteX19" fmla="*/ 1168393 w 1857396"/>
              <a:gd name="connsiteY19" fmla="*/ 2225510 h 2276895"/>
              <a:gd name="connsiteX20" fmla="*/ 1402073 w 1857396"/>
              <a:gd name="connsiteY20" fmla="*/ 2044321 h 2276895"/>
              <a:gd name="connsiteX21" fmla="*/ 1562940 w 1857396"/>
              <a:gd name="connsiteY21" fmla="*/ 1893616 h 2276895"/>
              <a:gd name="connsiteX22" fmla="*/ 1645913 w 1857396"/>
              <a:gd name="connsiteY22" fmla="*/ 1754761 h 2276895"/>
              <a:gd name="connsiteX23" fmla="*/ 1686553 w 1857396"/>
              <a:gd name="connsiteY23" fmla="*/ 1524470 h 2276895"/>
              <a:gd name="connsiteX24" fmla="*/ 1678087 w 1857396"/>
              <a:gd name="connsiteY24" fmla="*/ 1456736 h 2276895"/>
              <a:gd name="connsiteX25" fmla="*/ 1737353 w 1857396"/>
              <a:gd name="connsiteY25" fmla="*/ 1549870 h 2276895"/>
              <a:gd name="connsiteX26" fmla="*/ 1788153 w 1857396"/>
              <a:gd name="connsiteY26" fmla="*/ 1524470 h 2276895"/>
              <a:gd name="connsiteX27" fmla="*/ 1805087 w 1857396"/>
              <a:gd name="connsiteY27" fmla="*/ 1405936 h 2276895"/>
              <a:gd name="connsiteX28" fmla="*/ 1849113 w 1857396"/>
              <a:gd name="connsiteY28" fmla="*/ 1309416 h 2276895"/>
              <a:gd name="connsiteX29" fmla="*/ 1855887 w 1857396"/>
              <a:gd name="connsiteY29" fmla="*/ 1211203 h 2276895"/>
              <a:gd name="connsiteX30" fmla="*/ 1830487 w 1857396"/>
              <a:gd name="connsiteY30" fmla="*/ 1092670 h 2276895"/>
              <a:gd name="connsiteX31" fmla="*/ 1754287 w 1857396"/>
              <a:gd name="connsiteY31" fmla="*/ 1118070 h 2276895"/>
              <a:gd name="connsiteX32" fmla="*/ 1720420 w 1857396"/>
              <a:gd name="connsiteY32" fmla="*/ 1164636 h 2276895"/>
              <a:gd name="connsiteX33" fmla="*/ 1686553 w 1857396"/>
              <a:gd name="connsiteY33" fmla="*/ 1236603 h 2276895"/>
              <a:gd name="connsiteX34" fmla="*/ 1703487 w 1857396"/>
              <a:gd name="connsiteY34" fmla="*/ 830203 h 2276895"/>
              <a:gd name="connsiteX35" fmla="*/ 1669620 w 1857396"/>
              <a:gd name="connsiteY35" fmla="*/ 505083 h 2276895"/>
              <a:gd name="connsiteX36" fmla="*/ 1474887 w 1857396"/>
              <a:gd name="connsiteY36" fmla="*/ 186736 h 2276895"/>
              <a:gd name="connsiteX37" fmla="*/ 1264278 w 1857396"/>
              <a:gd name="connsiteY37" fmla="*/ 62925 h 2276895"/>
              <a:gd name="connsiteX38" fmla="*/ 907620 w 1857396"/>
              <a:gd name="connsiteY38" fmla="*/ 470 h 2276895"/>
              <a:gd name="connsiteX39" fmla="*/ 699128 w 1857396"/>
              <a:gd name="connsiteY39" fmla="*/ 38246 h 2276895"/>
              <a:gd name="connsiteX0" fmla="*/ 699128 w 1857234"/>
              <a:gd name="connsiteY0" fmla="*/ 38246 h 2276895"/>
              <a:gd name="connsiteX1" fmla="*/ 530853 w 1857234"/>
              <a:gd name="connsiteY1" fmla="*/ 109476 h 2276895"/>
              <a:gd name="connsiteX2" fmla="*/ 359403 w 1857234"/>
              <a:gd name="connsiteY2" fmla="*/ 226951 h 2276895"/>
              <a:gd name="connsiteX3" fmla="*/ 194303 w 1857234"/>
              <a:gd name="connsiteY3" fmla="*/ 500001 h 2276895"/>
              <a:gd name="connsiteX4" fmla="*/ 143503 w 1857234"/>
              <a:gd name="connsiteY4" fmla="*/ 690502 h 2276895"/>
              <a:gd name="connsiteX5" fmla="*/ 143503 w 1857234"/>
              <a:gd name="connsiteY5" fmla="*/ 1058801 h 2276895"/>
              <a:gd name="connsiteX6" fmla="*/ 144562 w 1857234"/>
              <a:gd name="connsiteY6" fmla="*/ 1196386 h 2276895"/>
              <a:gd name="connsiteX7" fmla="*/ 92704 w 1857234"/>
              <a:gd name="connsiteY7" fmla="*/ 1145586 h 2276895"/>
              <a:gd name="connsiteX8" fmla="*/ 13329 w 1857234"/>
              <a:gd name="connsiteY8" fmla="*/ 1150878 h 2276895"/>
              <a:gd name="connsiteX9" fmla="*/ 1687 w 1857234"/>
              <a:gd name="connsiteY9" fmla="*/ 1262003 h 2276895"/>
              <a:gd name="connsiteX10" fmla="*/ 31320 w 1857234"/>
              <a:gd name="connsiteY10" fmla="*/ 1405937 h 2276895"/>
              <a:gd name="connsiteX11" fmla="*/ 99053 w 1857234"/>
              <a:gd name="connsiteY11" fmla="*/ 1511770 h 2276895"/>
              <a:gd name="connsiteX12" fmla="*/ 149853 w 1857234"/>
              <a:gd name="connsiteY12" fmla="*/ 1609136 h 2276895"/>
              <a:gd name="connsiteX13" fmla="*/ 213353 w 1857234"/>
              <a:gd name="connsiteY13" fmla="*/ 1626070 h 2276895"/>
              <a:gd name="connsiteX14" fmla="*/ 221820 w 1857234"/>
              <a:gd name="connsiteY14" fmla="*/ 1566803 h 2276895"/>
              <a:gd name="connsiteX15" fmla="*/ 221820 w 1857234"/>
              <a:gd name="connsiteY15" fmla="*/ 1532936 h 2276895"/>
              <a:gd name="connsiteX16" fmla="*/ 348820 w 1857234"/>
              <a:gd name="connsiteY16" fmla="*/ 1761536 h 2276895"/>
              <a:gd name="connsiteX17" fmla="*/ 484287 w 1857234"/>
              <a:gd name="connsiteY17" fmla="*/ 1998603 h 2276895"/>
              <a:gd name="connsiteX18" fmla="*/ 907619 w 1857234"/>
              <a:gd name="connsiteY18" fmla="*/ 2261069 h 2276895"/>
              <a:gd name="connsiteX19" fmla="*/ 1168393 w 1857234"/>
              <a:gd name="connsiteY19" fmla="*/ 2225510 h 2276895"/>
              <a:gd name="connsiteX20" fmla="*/ 1402073 w 1857234"/>
              <a:gd name="connsiteY20" fmla="*/ 2044321 h 2276895"/>
              <a:gd name="connsiteX21" fmla="*/ 1562940 w 1857234"/>
              <a:gd name="connsiteY21" fmla="*/ 1893616 h 2276895"/>
              <a:gd name="connsiteX22" fmla="*/ 1645913 w 1857234"/>
              <a:gd name="connsiteY22" fmla="*/ 1754761 h 2276895"/>
              <a:gd name="connsiteX23" fmla="*/ 1686553 w 1857234"/>
              <a:gd name="connsiteY23" fmla="*/ 1524470 h 2276895"/>
              <a:gd name="connsiteX24" fmla="*/ 1678087 w 1857234"/>
              <a:gd name="connsiteY24" fmla="*/ 1456736 h 2276895"/>
              <a:gd name="connsiteX25" fmla="*/ 1737353 w 1857234"/>
              <a:gd name="connsiteY25" fmla="*/ 1549870 h 2276895"/>
              <a:gd name="connsiteX26" fmla="*/ 1788153 w 1857234"/>
              <a:gd name="connsiteY26" fmla="*/ 1524470 h 2276895"/>
              <a:gd name="connsiteX27" fmla="*/ 1810167 w 1857234"/>
              <a:gd name="connsiteY27" fmla="*/ 1405936 h 2276895"/>
              <a:gd name="connsiteX28" fmla="*/ 1849113 w 1857234"/>
              <a:gd name="connsiteY28" fmla="*/ 1309416 h 2276895"/>
              <a:gd name="connsiteX29" fmla="*/ 1855887 w 1857234"/>
              <a:gd name="connsiteY29" fmla="*/ 1211203 h 2276895"/>
              <a:gd name="connsiteX30" fmla="*/ 1830487 w 1857234"/>
              <a:gd name="connsiteY30" fmla="*/ 1092670 h 2276895"/>
              <a:gd name="connsiteX31" fmla="*/ 1754287 w 1857234"/>
              <a:gd name="connsiteY31" fmla="*/ 1118070 h 2276895"/>
              <a:gd name="connsiteX32" fmla="*/ 1720420 w 1857234"/>
              <a:gd name="connsiteY32" fmla="*/ 1164636 h 2276895"/>
              <a:gd name="connsiteX33" fmla="*/ 1686553 w 1857234"/>
              <a:gd name="connsiteY33" fmla="*/ 1236603 h 2276895"/>
              <a:gd name="connsiteX34" fmla="*/ 1703487 w 1857234"/>
              <a:gd name="connsiteY34" fmla="*/ 830203 h 2276895"/>
              <a:gd name="connsiteX35" fmla="*/ 1669620 w 1857234"/>
              <a:gd name="connsiteY35" fmla="*/ 505083 h 2276895"/>
              <a:gd name="connsiteX36" fmla="*/ 1474887 w 1857234"/>
              <a:gd name="connsiteY36" fmla="*/ 186736 h 2276895"/>
              <a:gd name="connsiteX37" fmla="*/ 1264278 w 1857234"/>
              <a:gd name="connsiteY37" fmla="*/ 62925 h 2276895"/>
              <a:gd name="connsiteX38" fmla="*/ 907620 w 1857234"/>
              <a:gd name="connsiteY38" fmla="*/ 470 h 2276895"/>
              <a:gd name="connsiteX39" fmla="*/ 699128 w 1857234"/>
              <a:gd name="connsiteY39" fmla="*/ 38246 h 2276895"/>
              <a:gd name="connsiteX0" fmla="*/ 699128 w 1857234"/>
              <a:gd name="connsiteY0" fmla="*/ 38246 h 2279038"/>
              <a:gd name="connsiteX1" fmla="*/ 530853 w 1857234"/>
              <a:gd name="connsiteY1" fmla="*/ 109476 h 2279038"/>
              <a:gd name="connsiteX2" fmla="*/ 359403 w 1857234"/>
              <a:gd name="connsiteY2" fmla="*/ 226951 h 2279038"/>
              <a:gd name="connsiteX3" fmla="*/ 194303 w 1857234"/>
              <a:gd name="connsiteY3" fmla="*/ 500001 h 2279038"/>
              <a:gd name="connsiteX4" fmla="*/ 143503 w 1857234"/>
              <a:gd name="connsiteY4" fmla="*/ 690502 h 2279038"/>
              <a:gd name="connsiteX5" fmla="*/ 143503 w 1857234"/>
              <a:gd name="connsiteY5" fmla="*/ 1058801 h 2279038"/>
              <a:gd name="connsiteX6" fmla="*/ 144562 w 1857234"/>
              <a:gd name="connsiteY6" fmla="*/ 1196386 h 2279038"/>
              <a:gd name="connsiteX7" fmla="*/ 92704 w 1857234"/>
              <a:gd name="connsiteY7" fmla="*/ 1145586 h 2279038"/>
              <a:gd name="connsiteX8" fmla="*/ 13329 w 1857234"/>
              <a:gd name="connsiteY8" fmla="*/ 1150878 h 2279038"/>
              <a:gd name="connsiteX9" fmla="*/ 1687 w 1857234"/>
              <a:gd name="connsiteY9" fmla="*/ 1262003 h 2279038"/>
              <a:gd name="connsiteX10" fmla="*/ 31320 w 1857234"/>
              <a:gd name="connsiteY10" fmla="*/ 1405937 h 2279038"/>
              <a:gd name="connsiteX11" fmla="*/ 99053 w 1857234"/>
              <a:gd name="connsiteY11" fmla="*/ 1511770 h 2279038"/>
              <a:gd name="connsiteX12" fmla="*/ 149853 w 1857234"/>
              <a:gd name="connsiteY12" fmla="*/ 1609136 h 2279038"/>
              <a:gd name="connsiteX13" fmla="*/ 213353 w 1857234"/>
              <a:gd name="connsiteY13" fmla="*/ 1626070 h 2279038"/>
              <a:gd name="connsiteX14" fmla="*/ 221820 w 1857234"/>
              <a:gd name="connsiteY14" fmla="*/ 1566803 h 2279038"/>
              <a:gd name="connsiteX15" fmla="*/ 221820 w 1857234"/>
              <a:gd name="connsiteY15" fmla="*/ 1532936 h 2279038"/>
              <a:gd name="connsiteX16" fmla="*/ 348820 w 1857234"/>
              <a:gd name="connsiteY16" fmla="*/ 1761536 h 2279038"/>
              <a:gd name="connsiteX17" fmla="*/ 484287 w 1857234"/>
              <a:gd name="connsiteY17" fmla="*/ 1998603 h 2279038"/>
              <a:gd name="connsiteX18" fmla="*/ 907619 w 1857234"/>
              <a:gd name="connsiteY18" fmla="*/ 2261069 h 2279038"/>
              <a:gd name="connsiteX19" fmla="*/ 1132832 w 1857234"/>
              <a:gd name="connsiteY19" fmla="*/ 2232550 h 2279038"/>
              <a:gd name="connsiteX20" fmla="*/ 1402073 w 1857234"/>
              <a:gd name="connsiteY20" fmla="*/ 2044321 h 2279038"/>
              <a:gd name="connsiteX21" fmla="*/ 1562940 w 1857234"/>
              <a:gd name="connsiteY21" fmla="*/ 1893616 h 2279038"/>
              <a:gd name="connsiteX22" fmla="*/ 1645913 w 1857234"/>
              <a:gd name="connsiteY22" fmla="*/ 1754761 h 2279038"/>
              <a:gd name="connsiteX23" fmla="*/ 1686553 w 1857234"/>
              <a:gd name="connsiteY23" fmla="*/ 1524470 h 2279038"/>
              <a:gd name="connsiteX24" fmla="*/ 1678087 w 1857234"/>
              <a:gd name="connsiteY24" fmla="*/ 1456736 h 2279038"/>
              <a:gd name="connsiteX25" fmla="*/ 1737353 w 1857234"/>
              <a:gd name="connsiteY25" fmla="*/ 1549870 h 2279038"/>
              <a:gd name="connsiteX26" fmla="*/ 1788153 w 1857234"/>
              <a:gd name="connsiteY26" fmla="*/ 1524470 h 2279038"/>
              <a:gd name="connsiteX27" fmla="*/ 1810167 w 1857234"/>
              <a:gd name="connsiteY27" fmla="*/ 1405936 h 2279038"/>
              <a:gd name="connsiteX28" fmla="*/ 1849113 w 1857234"/>
              <a:gd name="connsiteY28" fmla="*/ 1309416 h 2279038"/>
              <a:gd name="connsiteX29" fmla="*/ 1855887 w 1857234"/>
              <a:gd name="connsiteY29" fmla="*/ 1211203 h 2279038"/>
              <a:gd name="connsiteX30" fmla="*/ 1830487 w 1857234"/>
              <a:gd name="connsiteY30" fmla="*/ 1092670 h 2279038"/>
              <a:gd name="connsiteX31" fmla="*/ 1754287 w 1857234"/>
              <a:gd name="connsiteY31" fmla="*/ 1118070 h 2279038"/>
              <a:gd name="connsiteX32" fmla="*/ 1720420 w 1857234"/>
              <a:gd name="connsiteY32" fmla="*/ 1164636 h 2279038"/>
              <a:gd name="connsiteX33" fmla="*/ 1686553 w 1857234"/>
              <a:gd name="connsiteY33" fmla="*/ 1236603 h 2279038"/>
              <a:gd name="connsiteX34" fmla="*/ 1703487 w 1857234"/>
              <a:gd name="connsiteY34" fmla="*/ 830203 h 2279038"/>
              <a:gd name="connsiteX35" fmla="*/ 1669620 w 1857234"/>
              <a:gd name="connsiteY35" fmla="*/ 505083 h 2279038"/>
              <a:gd name="connsiteX36" fmla="*/ 1474887 w 1857234"/>
              <a:gd name="connsiteY36" fmla="*/ 186736 h 2279038"/>
              <a:gd name="connsiteX37" fmla="*/ 1264278 w 1857234"/>
              <a:gd name="connsiteY37" fmla="*/ 62925 h 2279038"/>
              <a:gd name="connsiteX38" fmla="*/ 907620 w 1857234"/>
              <a:gd name="connsiteY38" fmla="*/ 470 h 2279038"/>
              <a:gd name="connsiteX39" fmla="*/ 699128 w 1857234"/>
              <a:gd name="connsiteY39" fmla="*/ 38246 h 2279038"/>
              <a:gd name="connsiteX0" fmla="*/ 699128 w 1857234"/>
              <a:gd name="connsiteY0" fmla="*/ 38246 h 2263673"/>
              <a:gd name="connsiteX1" fmla="*/ 530853 w 1857234"/>
              <a:gd name="connsiteY1" fmla="*/ 109476 h 2263673"/>
              <a:gd name="connsiteX2" fmla="*/ 359403 w 1857234"/>
              <a:gd name="connsiteY2" fmla="*/ 226951 h 2263673"/>
              <a:gd name="connsiteX3" fmla="*/ 194303 w 1857234"/>
              <a:gd name="connsiteY3" fmla="*/ 500001 h 2263673"/>
              <a:gd name="connsiteX4" fmla="*/ 143503 w 1857234"/>
              <a:gd name="connsiteY4" fmla="*/ 690502 h 2263673"/>
              <a:gd name="connsiteX5" fmla="*/ 143503 w 1857234"/>
              <a:gd name="connsiteY5" fmla="*/ 1058801 h 2263673"/>
              <a:gd name="connsiteX6" fmla="*/ 144562 w 1857234"/>
              <a:gd name="connsiteY6" fmla="*/ 1196386 h 2263673"/>
              <a:gd name="connsiteX7" fmla="*/ 92704 w 1857234"/>
              <a:gd name="connsiteY7" fmla="*/ 1145586 h 2263673"/>
              <a:gd name="connsiteX8" fmla="*/ 13329 w 1857234"/>
              <a:gd name="connsiteY8" fmla="*/ 1150878 h 2263673"/>
              <a:gd name="connsiteX9" fmla="*/ 1687 w 1857234"/>
              <a:gd name="connsiteY9" fmla="*/ 1262003 h 2263673"/>
              <a:gd name="connsiteX10" fmla="*/ 31320 w 1857234"/>
              <a:gd name="connsiteY10" fmla="*/ 1405937 h 2263673"/>
              <a:gd name="connsiteX11" fmla="*/ 99053 w 1857234"/>
              <a:gd name="connsiteY11" fmla="*/ 1511770 h 2263673"/>
              <a:gd name="connsiteX12" fmla="*/ 149853 w 1857234"/>
              <a:gd name="connsiteY12" fmla="*/ 1609136 h 2263673"/>
              <a:gd name="connsiteX13" fmla="*/ 213353 w 1857234"/>
              <a:gd name="connsiteY13" fmla="*/ 1626070 h 2263673"/>
              <a:gd name="connsiteX14" fmla="*/ 221820 w 1857234"/>
              <a:gd name="connsiteY14" fmla="*/ 1566803 h 2263673"/>
              <a:gd name="connsiteX15" fmla="*/ 221820 w 1857234"/>
              <a:gd name="connsiteY15" fmla="*/ 1532936 h 2263673"/>
              <a:gd name="connsiteX16" fmla="*/ 348820 w 1857234"/>
              <a:gd name="connsiteY16" fmla="*/ 1761536 h 2263673"/>
              <a:gd name="connsiteX17" fmla="*/ 484287 w 1857234"/>
              <a:gd name="connsiteY17" fmla="*/ 1998603 h 2263673"/>
              <a:gd name="connsiteX18" fmla="*/ 868502 w 1857234"/>
              <a:gd name="connsiteY18" fmla="*/ 2239950 h 2263673"/>
              <a:gd name="connsiteX19" fmla="*/ 1132832 w 1857234"/>
              <a:gd name="connsiteY19" fmla="*/ 2232550 h 2263673"/>
              <a:gd name="connsiteX20" fmla="*/ 1402073 w 1857234"/>
              <a:gd name="connsiteY20" fmla="*/ 2044321 h 2263673"/>
              <a:gd name="connsiteX21" fmla="*/ 1562940 w 1857234"/>
              <a:gd name="connsiteY21" fmla="*/ 1893616 h 2263673"/>
              <a:gd name="connsiteX22" fmla="*/ 1645913 w 1857234"/>
              <a:gd name="connsiteY22" fmla="*/ 1754761 h 2263673"/>
              <a:gd name="connsiteX23" fmla="*/ 1686553 w 1857234"/>
              <a:gd name="connsiteY23" fmla="*/ 1524470 h 2263673"/>
              <a:gd name="connsiteX24" fmla="*/ 1678087 w 1857234"/>
              <a:gd name="connsiteY24" fmla="*/ 1456736 h 2263673"/>
              <a:gd name="connsiteX25" fmla="*/ 1737353 w 1857234"/>
              <a:gd name="connsiteY25" fmla="*/ 1549870 h 2263673"/>
              <a:gd name="connsiteX26" fmla="*/ 1788153 w 1857234"/>
              <a:gd name="connsiteY26" fmla="*/ 1524470 h 2263673"/>
              <a:gd name="connsiteX27" fmla="*/ 1810167 w 1857234"/>
              <a:gd name="connsiteY27" fmla="*/ 1405936 h 2263673"/>
              <a:gd name="connsiteX28" fmla="*/ 1849113 w 1857234"/>
              <a:gd name="connsiteY28" fmla="*/ 1309416 h 2263673"/>
              <a:gd name="connsiteX29" fmla="*/ 1855887 w 1857234"/>
              <a:gd name="connsiteY29" fmla="*/ 1211203 h 2263673"/>
              <a:gd name="connsiteX30" fmla="*/ 1830487 w 1857234"/>
              <a:gd name="connsiteY30" fmla="*/ 1092670 h 2263673"/>
              <a:gd name="connsiteX31" fmla="*/ 1754287 w 1857234"/>
              <a:gd name="connsiteY31" fmla="*/ 1118070 h 2263673"/>
              <a:gd name="connsiteX32" fmla="*/ 1720420 w 1857234"/>
              <a:gd name="connsiteY32" fmla="*/ 1164636 h 2263673"/>
              <a:gd name="connsiteX33" fmla="*/ 1686553 w 1857234"/>
              <a:gd name="connsiteY33" fmla="*/ 1236603 h 2263673"/>
              <a:gd name="connsiteX34" fmla="*/ 1703487 w 1857234"/>
              <a:gd name="connsiteY34" fmla="*/ 830203 h 2263673"/>
              <a:gd name="connsiteX35" fmla="*/ 1669620 w 1857234"/>
              <a:gd name="connsiteY35" fmla="*/ 505083 h 2263673"/>
              <a:gd name="connsiteX36" fmla="*/ 1474887 w 1857234"/>
              <a:gd name="connsiteY36" fmla="*/ 186736 h 2263673"/>
              <a:gd name="connsiteX37" fmla="*/ 1264278 w 1857234"/>
              <a:gd name="connsiteY37" fmla="*/ 62925 h 2263673"/>
              <a:gd name="connsiteX38" fmla="*/ 907620 w 1857234"/>
              <a:gd name="connsiteY38" fmla="*/ 470 h 2263673"/>
              <a:gd name="connsiteX39" fmla="*/ 699128 w 1857234"/>
              <a:gd name="connsiteY39" fmla="*/ 38246 h 2263673"/>
              <a:gd name="connsiteX0" fmla="*/ 699128 w 1857234"/>
              <a:gd name="connsiteY0" fmla="*/ 38246 h 2262944"/>
              <a:gd name="connsiteX1" fmla="*/ 530853 w 1857234"/>
              <a:gd name="connsiteY1" fmla="*/ 109476 h 2262944"/>
              <a:gd name="connsiteX2" fmla="*/ 359403 w 1857234"/>
              <a:gd name="connsiteY2" fmla="*/ 226951 h 2262944"/>
              <a:gd name="connsiteX3" fmla="*/ 194303 w 1857234"/>
              <a:gd name="connsiteY3" fmla="*/ 500001 h 2262944"/>
              <a:gd name="connsiteX4" fmla="*/ 143503 w 1857234"/>
              <a:gd name="connsiteY4" fmla="*/ 690502 h 2262944"/>
              <a:gd name="connsiteX5" fmla="*/ 143503 w 1857234"/>
              <a:gd name="connsiteY5" fmla="*/ 1058801 h 2262944"/>
              <a:gd name="connsiteX6" fmla="*/ 144562 w 1857234"/>
              <a:gd name="connsiteY6" fmla="*/ 1196386 h 2262944"/>
              <a:gd name="connsiteX7" fmla="*/ 92704 w 1857234"/>
              <a:gd name="connsiteY7" fmla="*/ 1145586 h 2262944"/>
              <a:gd name="connsiteX8" fmla="*/ 13329 w 1857234"/>
              <a:gd name="connsiteY8" fmla="*/ 1150878 h 2262944"/>
              <a:gd name="connsiteX9" fmla="*/ 1687 w 1857234"/>
              <a:gd name="connsiteY9" fmla="*/ 1262003 h 2262944"/>
              <a:gd name="connsiteX10" fmla="*/ 31320 w 1857234"/>
              <a:gd name="connsiteY10" fmla="*/ 1405937 h 2262944"/>
              <a:gd name="connsiteX11" fmla="*/ 99053 w 1857234"/>
              <a:gd name="connsiteY11" fmla="*/ 1511770 h 2262944"/>
              <a:gd name="connsiteX12" fmla="*/ 149853 w 1857234"/>
              <a:gd name="connsiteY12" fmla="*/ 1609136 h 2262944"/>
              <a:gd name="connsiteX13" fmla="*/ 213353 w 1857234"/>
              <a:gd name="connsiteY13" fmla="*/ 1626070 h 2262944"/>
              <a:gd name="connsiteX14" fmla="*/ 221820 w 1857234"/>
              <a:gd name="connsiteY14" fmla="*/ 1566803 h 2262944"/>
              <a:gd name="connsiteX15" fmla="*/ 221820 w 1857234"/>
              <a:gd name="connsiteY15" fmla="*/ 1532936 h 2262944"/>
              <a:gd name="connsiteX16" fmla="*/ 348820 w 1857234"/>
              <a:gd name="connsiteY16" fmla="*/ 1761536 h 2262944"/>
              <a:gd name="connsiteX17" fmla="*/ 484287 w 1857234"/>
              <a:gd name="connsiteY17" fmla="*/ 1998603 h 2262944"/>
              <a:gd name="connsiteX18" fmla="*/ 868502 w 1857234"/>
              <a:gd name="connsiteY18" fmla="*/ 2239950 h 2262944"/>
              <a:gd name="connsiteX19" fmla="*/ 1132832 w 1857234"/>
              <a:gd name="connsiteY19" fmla="*/ 2232550 h 2262944"/>
              <a:gd name="connsiteX20" fmla="*/ 1370068 w 1857234"/>
              <a:gd name="connsiteY20" fmla="*/ 2058400 h 2262944"/>
              <a:gd name="connsiteX21" fmla="*/ 1562940 w 1857234"/>
              <a:gd name="connsiteY21" fmla="*/ 1893616 h 2262944"/>
              <a:gd name="connsiteX22" fmla="*/ 1645913 w 1857234"/>
              <a:gd name="connsiteY22" fmla="*/ 1754761 h 2262944"/>
              <a:gd name="connsiteX23" fmla="*/ 1686553 w 1857234"/>
              <a:gd name="connsiteY23" fmla="*/ 1524470 h 2262944"/>
              <a:gd name="connsiteX24" fmla="*/ 1678087 w 1857234"/>
              <a:gd name="connsiteY24" fmla="*/ 1456736 h 2262944"/>
              <a:gd name="connsiteX25" fmla="*/ 1737353 w 1857234"/>
              <a:gd name="connsiteY25" fmla="*/ 1549870 h 2262944"/>
              <a:gd name="connsiteX26" fmla="*/ 1788153 w 1857234"/>
              <a:gd name="connsiteY26" fmla="*/ 1524470 h 2262944"/>
              <a:gd name="connsiteX27" fmla="*/ 1810167 w 1857234"/>
              <a:gd name="connsiteY27" fmla="*/ 1405936 h 2262944"/>
              <a:gd name="connsiteX28" fmla="*/ 1849113 w 1857234"/>
              <a:gd name="connsiteY28" fmla="*/ 1309416 h 2262944"/>
              <a:gd name="connsiteX29" fmla="*/ 1855887 w 1857234"/>
              <a:gd name="connsiteY29" fmla="*/ 1211203 h 2262944"/>
              <a:gd name="connsiteX30" fmla="*/ 1830487 w 1857234"/>
              <a:gd name="connsiteY30" fmla="*/ 1092670 h 2262944"/>
              <a:gd name="connsiteX31" fmla="*/ 1754287 w 1857234"/>
              <a:gd name="connsiteY31" fmla="*/ 1118070 h 2262944"/>
              <a:gd name="connsiteX32" fmla="*/ 1720420 w 1857234"/>
              <a:gd name="connsiteY32" fmla="*/ 1164636 h 2262944"/>
              <a:gd name="connsiteX33" fmla="*/ 1686553 w 1857234"/>
              <a:gd name="connsiteY33" fmla="*/ 1236603 h 2262944"/>
              <a:gd name="connsiteX34" fmla="*/ 1703487 w 1857234"/>
              <a:gd name="connsiteY34" fmla="*/ 830203 h 2262944"/>
              <a:gd name="connsiteX35" fmla="*/ 1669620 w 1857234"/>
              <a:gd name="connsiteY35" fmla="*/ 505083 h 2262944"/>
              <a:gd name="connsiteX36" fmla="*/ 1474887 w 1857234"/>
              <a:gd name="connsiteY36" fmla="*/ 186736 h 2262944"/>
              <a:gd name="connsiteX37" fmla="*/ 1264278 w 1857234"/>
              <a:gd name="connsiteY37" fmla="*/ 62925 h 2262944"/>
              <a:gd name="connsiteX38" fmla="*/ 907620 w 1857234"/>
              <a:gd name="connsiteY38" fmla="*/ 470 h 2262944"/>
              <a:gd name="connsiteX39" fmla="*/ 699128 w 1857234"/>
              <a:gd name="connsiteY39" fmla="*/ 38246 h 2262944"/>
              <a:gd name="connsiteX0" fmla="*/ 699128 w 1857234"/>
              <a:gd name="connsiteY0" fmla="*/ 38246 h 2262944"/>
              <a:gd name="connsiteX1" fmla="*/ 530853 w 1857234"/>
              <a:gd name="connsiteY1" fmla="*/ 109476 h 2262944"/>
              <a:gd name="connsiteX2" fmla="*/ 359403 w 1857234"/>
              <a:gd name="connsiteY2" fmla="*/ 226951 h 2262944"/>
              <a:gd name="connsiteX3" fmla="*/ 194303 w 1857234"/>
              <a:gd name="connsiteY3" fmla="*/ 500001 h 2262944"/>
              <a:gd name="connsiteX4" fmla="*/ 143503 w 1857234"/>
              <a:gd name="connsiteY4" fmla="*/ 690502 h 2262944"/>
              <a:gd name="connsiteX5" fmla="*/ 143503 w 1857234"/>
              <a:gd name="connsiteY5" fmla="*/ 1058801 h 2262944"/>
              <a:gd name="connsiteX6" fmla="*/ 144562 w 1857234"/>
              <a:gd name="connsiteY6" fmla="*/ 1196386 h 2262944"/>
              <a:gd name="connsiteX7" fmla="*/ 92704 w 1857234"/>
              <a:gd name="connsiteY7" fmla="*/ 1145586 h 2262944"/>
              <a:gd name="connsiteX8" fmla="*/ 13329 w 1857234"/>
              <a:gd name="connsiteY8" fmla="*/ 1150878 h 2262944"/>
              <a:gd name="connsiteX9" fmla="*/ 1687 w 1857234"/>
              <a:gd name="connsiteY9" fmla="*/ 1262003 h 2262944"/>
              <a:gd name="connsiteX10" fmla="*/ 31320 w 1857234"/>
              <a:gd name="connsiteY10" fmla="*/ 1405937 h 2262944"/>
              <a:gd name="connsiteX11" fmla="*/ 99053 w 1857234"/>
              <a:gd name="connsiteY11" fmla="*/ 1511770 h 2262944"/>
              <a:gd name="connsiteX12" fmla="*/ 149853 w 1857234"/>
              <a:gd name="connsiteY12" fmla="*/ 1609136 h 2262944"/>
              <a:gd name="connsiteX13" fmla="*/ 213353 w 1857234"/>
              <a:gd name="connsiteY13" fmla="*/ 1626070 h 2262944"/>
              <a:gd name="connsiteX14" fmla="*/ 221820 w 1857234"/>
              <a:gd name="connsiteY14" fmla="*/ 1566803 h 2262944"/>
              <a:gd name="connsiteX15" fmla="*/ 221820 w 1857234"/>
              <a:gd name="connsiteY15" fmla="*/ 1532936 h 2262944"/>
              <a:gd name="connsiteX16" fmla="*/ 348820 w 1857234"/>
              <a:gd name="connsiteY16" fmla="*/ 1761536 h 2262944"/>
              <a:gd name="connsiteX17" fmla="*/ 484287 w 1857234"/>
              <a:gd name="connsiteY17" fmla="*/ 1998603 h 2262944"/>
              <a:gd name="connsiteX18" fmla="*/ 868502 w 1857234"/>
              <a:gd name="connsiteY18" fmla="*/ 2239950 h 2262944"/>
              <a:gd name="connsiteX19" fmla="*/ 1132832 w 1857234"/>
              <a:gd name="connsiteY19" fmla="*/ 2232550 h 2262944"/>
              <a:gd name="connsiteX20" fmla="*/ 1370068 w 1857234"/>
              <a:gd name="connsiteY20" fmla="*/ 2058400 h 2262944"/>
              <a:gd name="connsiteX21" fmla="*/ 1538047 w 1857234"/>
              <a:gd name="connsiteY21" fmla="*/ 1897136 h 2262944"/>
              <a:gd name="connsiteX22" fmla="*/ 1645913 w 1857234"/>
              <a:gd name="connsiteY22" fmla="*/ 1754761 h 2262944"/>
              <a:gd name="connsiteX23" fmla="*/ 1686553 w 1857234"/>
              <a:gd name="connsiteY23" fmla="*/ 1524470 h 2262944"/>
              <a:gd name="connsiteX24" fmla="*/ 1678087 w 1857234"/>
              <a:gd name="connsiteY24" fmla="*/ 1456736 h 2262944"/>
              <a:gd name="connsiteX25" fmla="*/ 1737353 w 1857234"/>
              <a:gd name="connsiteY25" fmla="*/ 1549870 h 2262944"/>
              <a:gd name="connsiteX26" fmla="*/ 1788153 w 1857234"/>
              <a:gd name="connsiteY26" fmla="*/ 1524470 h 2262944"/>
              <a:gd name="connsiteX27" fmla="*/ 1810167 w 1857234"/>
              <a:gd name="connsiteY27" fmla="*/ 1405936 h 2262944"/>
              <a:gd name="connsiteX28" fmla="*/ 1849113 w 1857234"/>
              <a:gd name="connsiteY28" fmla="*/ 1309416 h 2262944"/>
              <a:gd name="connsiteX29" fmla="*/ 1855887 w 1857234"/>
              <a:gd name="connsiteY29" fmla="*/ 1211203 h 2262944"/>
              <a:gd name="connsiteX30" fmla="*/ 1830487 w 1857234"/>
              <a:gd name="connsiteY30" fmla="*/ 1092670 h 2262944"/>
              <a:gd name="connsiteX31" fmla="*/ 1754287 w 1857234"/>
              <a:gd name="connsiteY31" fmla="*/ 1118070 h 2262944"/>
              <a:gd name="connsiteX32" fmla="*/ 1720420 w 1857234"/>
              <a:gd name="connsiteY32" fmla="*/ 1164636 h 2262944"/>
              <a:gd name="connsiteX33" fmla="*/ 1686553 w 1857234"/>
              <a:gd name="connsiteY33" fmla="*/ 1236603 h 2262944"/>
              <a:gd name="connsiteX34" fmla="*/ 1703487 w 1857234"/>
              <a:gd name="connsiteY34" fmla="*/ 830203 h 2262944"/>
              <a:gd name="connsiteX35" fmla="*/ 1669620 w 1857234"/>
              <a:gd name="connsiteY35" fmla="*/ 505083 h 2262944"/>
              <a:gd name="connsiteX36" fmla="*/ 1474887 w 1857234"/>
              <a:gd name="connsiteY36" fmla="*/ 186736 h 2262944"/>
              <a:gd name="connsiteX37" fmla="*/ 1264278 w 1857234"/>
              <a:gd name="connsiteY37" fmla="*/ 62925 h 2262944"/>
              <a:gd name="connsiteX38" fmla="*/ 907620 w 1857234"/>
              <a:gd name="connsiteY38" fmla="*/ 470 h 2262944"/>
              <a:gd name="connsiteX39" fmla="*/ 699128 w 1857234"/>
              <a:gd name="connsiteY39" fmla="*/ 38246 h 2262944"/>
              <a:gd name="connsiteX0" fmla="*/ 699128 w 1857234"/>
              <a:gd name="connsiteY0" fmla="*/ 38246 h 2262944"/>
              <a:gd name="connsiteX1" fmla="*/ 530853 w 1857234"/>
              <a:gd name="connsiteY1" fmla="*/ 109476 h 2262944"/>
              <a:gd name="connsiteX2" fmla="*/ 359403 w 1857234"/>
              <a:gd name="connsiteY2" fmla="*/ 226951 h 2262944"/>
              <a:gd name="connsiteX3" fmla="*/ 194303 w 1857234"/>
              <a:gd name="connsiteY3" fmla="*/ 500001 h 2262944"/>
              <a:gd name="connsiteX4" fmla="*/ 143503 w 1857234"/>
              <a:gd name="connsiteY4" fmla="*/ 690502 h 2262944"/>
              <a:gd name="connsiteX5" fmla="*/ 143503 w 1857234"/>
              <a:gd name="connsiteY5" fmla="*/ 1058801 h 2262944"/>
              <a:gd name="connsiteX6" fmla="*/ 144562 w 1857234"/>
              <a:gd name="connsiteY6" fmla="*/ 1196386 h 2262944"/>
              <a:gd name="connsiteX7" fmla="*/ 92704 w 1857234"/>
              <a:gd name="connsiteY7" fmla="*/ 1145586 h 2262944"/>
              <a:gd name="connsiteX8" fmla="*/ 13329 w 1857234"/>
              <a:gd name="connsiteY8" fmla="*/ 1150878 h 2262944"/>
              <a:gd name="connsiteX9" fmla="*/ 1687 w 1857234"/>
              <a:gd name="connsiteY9" fmla="*/ 1262003 h 2262944"/>
              <a:gd name="connsiteX10" fmla="*/ 31320 w 1857234"/>
              <a:gd name="connsiteY10" fmla="*/ 1405937 h 2262944"/>
              <a:gd name="connsiteX11" fmla="*/ 99053 w 1857234"/>
              <a:gd name="connsiteY11" fmla="*/ 1511770 h 2262944"/>
              <a:gd name="connsiteX12" fmla="*/ 149853 w 1857234"/>
              <a:gd name="connsiteY12" fmla="*/ 1609136 h 2262944"/>
              <a:gd name="connsiteX13" fmla="*/ 213353 w 1857234"/>
              <a:gd name="connsiteY13" fmla="*/ 1626070 h 2262944"/>
              <a:gd name="connsiteX14" fmla="*/ 221820 w 1857234"/>
              <a:gd name="connsiteY14" fmla="*/ 1566803 h 2262944"/>
              <a:gd name="connsiteX15" fmla="*/ 221820 w 1857234"/>
              <a:gd name="connsiteY15" fmla="*/ 1532936 h 2262944"/>
              <a:gd name="connsiteX16" fmla="*/ 348820 w 1857234"/>
              <a:gd name="connsiteY16" fmla="*/ 1761536 h 2262944"/>
              <a:gd name="connsiteX17" fmla="*/ 484287 w 1857234"/>
              <a:gd name="connsiteY17" fmla="*/ 1998603 h 2262944"/>
              <a:gd name="connsiteX18" fmla="*/ 868502 w 1857234"/>
              <a:gd name="connsiteY18" fmla="*/ 2239950 h 2262944"/>
              <a:gd name="connsiteX19" fmla="*/ 1132832 w 1857234"/>
              <a:gd name="connsiteY19" fmla="*/ 2232550 h 2262944"/>
              <a:gd name="connsiteX20" fmla="*/ 1370068 w 1857234"/>
              <a:gd name="connsiteY20" fmla="*/ 2058400 h 2262944"/>
              <a:gd name="connsiteX21" fmla="*/ 1538047 w 1857234"/>
              <a:gd name="connsiteY21" fmla="*/ 1897136 h 2262944"/>
              <a:gd name="connsiteX22" fmla="*/ 1635245 w 1857234"/>
              <a:gd name="connsiteY22" fmla="*/ 1744202 h 2262944"/>
              <a:gd name="connsiteX23" fmla="*/ 1686553 w 1857234"/>
              <a:gd name="connsiteY23" fmla="*/ 1524470 h 2262944"/>
              <a:gd name="connsiteX24" fmla="*/ 1678087 w 1857234"/>
              <a:gd name="connsiteY24" fmla="*/ 1456736 h 2262944"/>
              <a:gd name="connsiteX25" fmla="*/ 1737353 w 1857234"/>
              <a:gd name="connsiteY25" fmla="*/ 1549870 h 2262944"/>
              <a:gd name="connsiteX26" fmla="*/ 1788153 w 1857234"/>
              <a:gd name="connsiteY26" fmla="*/ 1524470 h 2262944"/>
              <a:gd name="connsiteX27" fmla="*/ 1810167 w 1857234"/>
              <a:gd name="connsiteY27" fmla="*/ 1405936 h 2262944"/>
              <a:gd name="connsiteX28" fmla="*/ 1849113 w 1857234"/>
              <a:gd name="connsiteY28" fmla="*/ 1309416 h 2262944"/>
              <a:gd name="connsiteX29" fmla="*/ 1855887 w 1857234"/>
              <a:gd name="connsiteY29" fmla="*/ 1211203 h 2262944"/>
              <a:gd name="connsiteX30" fmla="*/ 1830487 w 1857234"/>
              <a:gd name="connsiteY30" fmla="*/ 1092670 h 2262944"/>
              <a:gd name="connsiteX31" fmla="*/ 1754287 w 1857234"/>
              <a:gd name="connsiteY31" fmla="*/ 1118070 h 2262944"/>
              <a:gd name="connsiteX32" fmla="*/ 1720420 w 1857234"/>
              <a:gd name="connsiteY32" fmla="*/ 1164636 h 2262944"/>
              <a:gd name="connsiteX33" fmla="*/ 1686553 w 1857234"/>
              <a:gd name="connsiteY33" fmla="*/ 1236603 h 2262944"/>
              <a:gd name="connsiteX34" fmla="*/ 1703487 w 1857234"/>
              <a:gd name="connsiteY34" fmla="*/ 830203 h 2262944"/>
              <a:gd name="connsiteX35" fmla="*/ 1669620 w 1857234"/>
              <a:gd name="connsiteY35" fmla="*/ 505083 h 2262944"/>
              <a:gd name="connsiteX36" fmla="*/ 1474887 w 1857234"/>
              <a:gd name="connsiteY36" fmla="*/ 186736 h 2262944"/>
              <a:gd name="connsiteX37" fmla="*/ 1264278 w 1857234"/>
              <a:gd name="connsiteY37" fmla="*/ 62925 h 2262944"/>
              <a:gd name="connsiteX38" fmla="*/ 907620 w 1857234"/>
              <a:gd name="connsiteY38" fmla="*/ 470 h 2262944"/>
              <a:gd name="connsiteX39" fmla="*/ 699128 w 1857234"/>
              <a:gd name="connsiteY39" fmla="*/ 38246 h 2262944"/>
              <a:gd name="connsiteX0" fmla="*/ 699128 w 1857234"/>
              <a:gd name="connsiteY0" fmla="*/ 38246 h 2263942"/>
              <a:gd name="connsiteX1" fmla="*/ 530853 w 1857234"/>
              <a:gd name="connsiteY1" fmla="*/ 109476 h 2263942"/>
              <a:gd name="connsiteX2" fmla="*/ 359403 w 1857234"/>
              <a:gd name="connsiteY2" fmla="*/ 226951 h 2263942"/>
              <a:gd name="connsiteX3" fmla="*/ 194303 w 1857234"/>
              <a:gd name="connsiteY3" fmla="*/ 500001 h 2263942"/>
              <a:gd name="connsiteX4" fmla="*/ 143503 w 1857234"/>
              <a:gd name="connsiteY4" fmla="*/ 690502 h 2263942"/>
              <a:gd name="connsiteX5" fmla="*/ 143503 w 1857234"/>
              <a:gd name="connsiteY5" fmla="*/ 1058801 h 2263942"/>
              <a:gd name="connsiteX6" fmla="*/ 144562 w 1857234"/>
              <a:gd name="connsiteY6" fmla="*/ 1196386 h 2263942"/>
              <a:gd name="connsiteX7" fmla="*/ 92704 w 1857234"/>
              <a:gd name="connsiteY7" fmla="*/ 1145586 h 2263942"/>
              <a:gd name="connsiteX8" fmla="*/ 13329 w 1857234"/>
              <a:gd name="connsiteY8" fmla="*/ 1150878 h 2263942"/>
              <a:gd name="connsiteX9" fmla="*/ 1687 w 1857234"/>
              <a:gd name="connsiteY9" fmla="*/ 1262003 h 2263942"/>
              <a:gd name="connsiteX10" fmla="*/ 31320 w 1857234"/>
              <a:gd name="connsiteY10" fmla="*/ 1405937 h 2263942"/>
              <a:gd name="connsiteX11" fmla="*/ 99053 w 1857234"/>
              <a:gd name="connsiteY11" fmla="*/ 1511770 h 2263942"/>
              <a:gd name="connsiteX12" fmla="*/ 149853 w 1857234"/>
              <a:gd name="connsiteY12" fmla="*/ 1609136 h 2263942"/>
              <a:gd name="connsiteX13" fmla="*/ 213353 w 1857234"/>
              <a:gd name="connsiteY13" fmla="*/ 1626070 h 2263942"/>
              <a:gd name="connsiteX14" fmla="*/ 221820 w 1857234"/>
              <a:gd name="connsiteY14" fmla="*/ 1566803 h 2263942"/>
              <a:gd name="connsiteX15" fmla="*/ 221820 w 1857234"/>
              <a:gd name="connsiteY15" fmla="*/ 1532936 h 2263942"/>
              <a:gd name="connsiteX16" fmla="*/ 348820 w 1857234"/>
              <a:gd name="connsiteY16" fmla="*/ 1761536 h 2263942"/>
              <a:gd name="connsiteX17" fmla="*/ 494956 w 1857234"/>
              <a:gd name="connsiteY17" fmla="*/ 1984524 h 2263942"/>
              <a:gd name="connsiteX18" fmla="*/ 868502 w 1857234"/>
              <a:gd name="connsiteY18" fmla="*/ 2239950 h 2263942"/>
              <a:gd name="connsiteX19" fmla="*/ 1132832 w 1857234"/>
              <a:gd name="connsiteY19" fmla="*/ 2232550 h 2263942"/>
              <a:gd name="connsiteX20" fmla="*/ 1370068 w 1857234"/>
              <a:gd name="connsiteY20" fmla="*/ 2058400 h 2263942"/>
              <a:gd name="connsiteX21" fmla="*/ 1538047 w 1857234"/>
              <a:gd name="connsiteY21" fmla="*/ 1897136 h 2263942"/>
              <a:gd name="connsiteX22" fmla="*/ 1635245 w 1857234"/>
              <a:gd name="connsiteY22" fmla="*/ 1744202 h 2263942"/>
              <a:gd name="connsiteX23" fmla="*/ 1686553 w 1857234"/>
              <a:gd name="connsiteY23" fmla="*/ 1524470 h 2263942"/>
              <a:gd name="connsiteX24" fmla="*/ 1678087 w 1857234"/>
              <a:gd name="connsiteY24" fmla="*/ 1456736 h 2263942"/>
              <a:gd name="connsiteX25" fmla="*/ 1737353 w 1857234"/>
              <a:gd name="connsiteY25" fmla="*/ 1549870 h 2263942"/>
              <a:gd name="connsiteX26" fmla="*/ 1788153 w 1857234"/>
              <a:gd name="connsiteY26" fmla="*/ 1524470 h 2263942"/>
              <a:gd name="connsiteX27" fmla="*/ 1810167 w 1857234"/>
              <a:gd name="connsiteY27" fmla="*/ 1405936 h 2263942"/>
              <a:gd name="connsiteX28" fmla="*/ 1849113 w 1857234"/>
              <a:gd name="connsiteY28" fmla="*/ 1309416 h 2263942"/>
              <a:gd name="connsiteX29" fmla="*/ 1855887 w 1857234"/>
              <a:gd name="connsiteY29" fmla="*/ 1211203 h 2263942"/>
              <a:gd name="connsiteX30" fmla="*/ 1830487 w 1857234"/>
              <a:gd name="connsiteY30" fmla="*/ 1092670 h 2263942"/>
              <a:gd name="connsiteX31" fmla="*/ 1754287 w 1857234"/>
              <a:gd name="connsiteY31" fmla="*/ 1118070 h 2263942"/>
              <a:gd name="connsiteX32" fmla="*/ 1720420 w 1857234"/>
              <a:gd name="connsiteY32" fmla="*/ 1164636 h 2263942"/>
              <a:gd name="connsiteX33" fmla="*/ 1686553 w 1857234"/>
              <a:gd name="connsiteY33" fmla="*/ 1236603 h 2263942"/>
              <a:gd name="connsiteX34" fmla="*/ 1703487 w 1857234"/>
              <a:gd name="connsiteY34" fmla="*/ 830203 h 2263942"/>
              <a:gd name="connsiteX35" fmla="*/ 1669620 w 1857234"/>
              <a:gd name="connsiteY35" fmla="*/ 505083 h 2263942"/>
              <a:gd name="connsiteX36" fmla="*/ 1474887 w 1857234"/>
              <a:gd name="connsiteY36" fmla="*/ 186736 h 2263942"/>
              <a:gd name="connsiteX37" fmla="*/ 1264278 w 1857234"/>
              <a:gd name="connsiteY37" fmla="*/ 62925 h 2263942"/>
              <a:gd name="connsiteX38" fmla="*/ 907620 w 1857234"/>
              <a:gd name="connsiteY38" fmla="*/ 470 h 2263942"/>
              <a:gd name="connsiteX39" fmla="*/ 699128 w 1857234"/>
              <a:gd name="connsiteY39" fmla="*/ 38246 h 2263942"/>
              <a:gd name="connsiteX0" fmla="*/ 699128 w 1857234"/>
              <a:gd name="connsiteY0" fmla="*/ 38246 h 2255841"/>
              <a:gd name="connsiteX1" fmla="*/ 530853 w 1857234"/>
              <a:gd name="connsiteY1" fmla="*/ 109476 h 2255841"/>
              <a:gd name="connsiteX2" fmla="*/ 359403 w 1857234"/>
              <a:gd name="connsiteY2" fmla="*/ 226951 h 2255841"/>
              <a:gd name="connsiteX3" fmla="*/ 194303 w 1857234"/>
              <a:gd name="connsiteY3" fmla="*/ 500001 h 2255841"/>
              <a:gd name="connsiteX4" fmla="*/ 143503 w 1857234"/>
              <a:gd name="connsiteY4" fmla="*/ 690502 h 2255841"/>
              <a:gd name="connsiteX5" fmla="*/ 143503 w 1857234"/>
              <a:gd name="connsiteY5" fmla="*/ 1058801 h 2255841"/>
              <a:gd name="connsiteX6" fmla="*/ 144562 w 1857234"/>
              <a:gd name="connsiteY6" fmla="*/ 1196386 h 2255841"/>
              <a:gd name="connsiteX7" fmla="*/ 92704 w 1857234"/>
              <a:gd name="connsiteY7" fmla="*/ 1145586 h 2255841"/>
              <a:gd name="connsiteX8" fmla="*/ 13329 w 1857234"/>
              <a:gd name="connsiteY8" fmla="*/ 1150878 h 2255841"/>
              <a:gd name="connsiteX9" fmla="*/ 1687 w 1857234"/>
              <a:gd name="connsiteY9" fmla="*/ 1262003 h 2255841"/>
              <a:gd name="connsiteX10" fmla="*/ 31320 w 1857234"/>
              <a:gd name="connsiteY10" fmla="*/ 1405937 h 2255841"/>
              <a:gd name="connsiteX11" fmla="*/ 99053 w 1857234"/>
              <a:gd name="connsiteY11" fmla="*/ 1511770 h 2255841"/>
              <a:gd name="connsiteX12" fmla="*/ 149853 w 1857234"/>
              <a:gd name="connsiteY12" fmla="*/ 1609136 h 2255841"/>
              <a:gd name="connsiteX13" fmla="*/ 213353 w 1857234"/>
              <a:gd name="connsiteY13" fmla="*/ 1626070 h 2255841"/>
              <a:gd name="connsiteX14" fmla="*/ 221820 w 1857234"/>
              <a:gd name="connsiteY14" fmla="*/ 1566803 h 2255841"/>
              <a:gd name="connsiteX15" fmla="*/ 221820 w 1857234"/>
              <a:gd name="connsiteY15" fmla="*/ 1532936 h 2255841"/>
              <a:gd name="connsiteX16" fmla="*/ 348820 w 1857234"/>
              <a:gd name="connsiteY16" fmla="*/ 1761536 h 2255841"/>
              <a:gd name="connsiteX17" fmla="*/ 494956 w 1857234"/>
              <a:gd name="connsiteY17" fmla="*/ 1984524 h 2255841"/>
              <a:gd name="connsiteX18" fmla="*/ 567865 w 1857234"/>
              <a:gd name="connsiteY18" fmla="*/ 2101798 h 2255841"/>
              <a:gd name="connsiteX19" fmla="*/ 868502 w 1857234"/>
              <a:gd name="connsiteY19" fmla="*/ 2239950 h 2255841"/>
              <a:gd name="connsiteX20" fmla="*/ 1132832 w 1857234"/>
              <a:gd name="connsiteY20" fmla="*/ 2232550 h 2255841"/>
              <a:gd name="connsiteX21" fmla="*/ 1370068 w 1857234"/>
              <a:gd name="connsiteY21" fmla="*/ 2058400 h 2255841"/>
              <a:gd name="connsiteX22" fmla="*/ 1538047 w 1857234"/>
              <a:gd name="connsiteY22" fmla="*/ 1897136 h 2255841"/>
              <a:gd name="connsiteX23" fmla="*/ 1635245 w 1857234"/>
              <a:gd name="connsiteY23" fmla="*/ 1744202 h 2255841"/>
              <a:gd name="connsiteX24" fmla="*/ 1686553 w 1857234"/>
              <a:gd name="connsiteY24" fmla="*/ 1524470 h 2255841"/>
              <a:gd name="connsiteX25" fmla="*/ 1678087 w 1857234"/>
              <a:gd name="connsiteY25" fmla="*/ 1456736 h 2255841"/>
              <a:gd name="connsiteX26" fmla="*/ 1737353 w 1857234"/>
              <a:gd name="connsiteY26" fmla="*/ 1549870 h 2255841"/>
              <a:gd name="connsiteX27" fmla="*/ 1788153 w 1857234"/>
              <a:gd name="connsiteY27" fmla="*/ 1524470 h 2255841"/>
              <a:gd name="connsiteX28" fmla="*/ 1810167 w 1857234"/>
              <a:gd name="connsiteY28" fmla="*/ 1405936 h 2255841"/>
              <a:gd name="connsiteX29" fmla="*/ 1849113 w 1857234"/>
              <a:gd name="connsiteY29" fmla="*/ 1309416 h 2255841"/>
              <a:gd name="connsiteX30" fmla="*/ 1855887 w 1857234"/>
              <a:gd name="connsiteY30" fmla="*/ 1211203 h 2255841"/>
              <a:gd name="connsiteX31" fmla="*/ 1830487 w 1857234"/>
              <a:gd name="connsiteY31" fmla="*/ 1092670 h 2255841"/>
              <a:gd name="connsiteX32" fmla="*/ 1754287 w 1857234"/>
              <a:gd name="connsiteY32" fmla="*/ 1118070 h 2255841"/>
              <a:gd name="connsiteX33" fmla="*/ 1720420 w 1857234"/>
              <a:gd name="connsiteY33" fmla="*/ 1164636 h 2255841"/>
              <a:gd name="connsiteX34" fmla="*/ 1686553 w 1857234"/>
              <a:gd name="connsiteY34" fmla="*/ 1236603 h 2255841"/>
              <a:gd name="connsiteX35" fmla="*/ 1703487 w 1857234"/>
              <a:gd name="connsiteY35" fmla="*/ 830203 h 2255841"/>
              <a:gd name="connsiteX36" fmla="*/ 1669620 w 1857234"/>
              <a:gd name="connsiteY36" fmla="*/ 505083 h 2255841"/>
              <a:gd name="connsiteX37" fmla="*/ 1474887 w 1857234"/>
              <a:gd name="connsiteY37" fmla="*/ 186736 h 2255841"/>
              <a:gd name="connsiteX38" fmla="*/ 1264278 w 1857234"/>
              <a:gd name="connsiteY38" fmla="*/ 62925 h 2255841"/>
              <a:gd name="connsiteX39" fmla="*/ 907620 w 1857234"/>
              <a:gd name="connsiteY39" fmla="*/ 470 h 2255841"/>
              <a:gd name="connsiteX40" fmla="*/ 699128 w 1857234"/>
              <a:gd name="connsiteY40" fmla="*/ 38246 h 2255841"/>
              <a:gd name="connsiteX0" fmla="*/ 699128 w 1857234"/>
              <a:gd name="connsiteY0" fmla="*/ 38246 h 2265321"/>
              <a:gd name="connsiteX1" fmla="*/ 530853 w 1857234"/>
              <a:gd name="connsiteY1" fmla="*/ 109476 h 2265321"/>
              <a:gd name="connsiteX2" fmla="*/ 359403 w 1857234"/>
              <a:gd name="connsiteY2" fmla="*/ 226951 h 2265321"/>
              <a:gd name="connsiteX3" fmla="*/ 194303 w 1857234"/>
              <a:gd name="connsiteY3" fmla="*/ 500001 h 2265321"/>
              <a:gd name="connsiteX4" fmla="*/ 143503 w 1857234"/>
              <a:gd name="connsiteY4" fmla="*/ 690502 h 2265321"/>
              <a:gd name="connsiteX5" fmla="*/ 143503 w 1857234"/>
              <a:gd name="connsiteY5" fmla="*/ 1058801 h 2265321"/>
              <a:gd name="connsiteX6" fmla="*/ 144562 w 1857234"/>
              <a:gd name="connsiteY6" fmla="*/ 1196386 h 2265321"/>
              <a:gd name="connsiteX7" fmla="*/ 92704 w 1857234"/>
              <a:gd name="connsiteY7" fmla="*/ 1145586 h 2265321"/>
              <a:gd name="connsiteX8" fmla="*/ 13329 w 1857234"/>
              <a:gd name="connsiteY8" fmla="*/ 1150878 h 2265321"/>
              <a:gd name="connsiteX9" fmla="*/ 1687 w 1857234"/>
              <a:gd name="connsiteY9" fmla="*/ 1262003 h 2265321"/>
              <a:gd name="connsiteX10" fmla="*/ 31320 w 1857234"/>
              <a:gd name="connsiteY10" fmla="*/ 1405937 h 2265321"/>
              <a:gd name="connsiteX11" fmla="*/ 99053 w 1857234"/>
              <a:gd name="connsiteY11" fmla="*/ 1511770 h 2265321"/>
              <a:gd name="connsiteX12" fmla="*/ 149853 w 1857234"/>
              <a:gd name="connsiteY12" fmla="*/ 1609136 h 2265321"/>
              <a:gd name="connsiteX13" fmla="*/ 213353 w 1857234"/>
              <a:gd name="connsiteY13" fmla="*/ 1626070 h 2265321"/>
              <a:gd name="connsiteX14" fmla="*/ 221820 w 1857234"/>
              <a:gd name="connsiteY14" fmla="*/ 1566803 h 2265321"/>
              <a:gd name="connsiteX15" fmla="*/ 221820 w 1857234"/>
              <a:gd name="connsiteY15" fmla="*/ 1532936 h 2265321"/>
              <a:gd name="connsiteX16" fmla="*/ 348820 w 1857234"/>
              <a:gd name="connsiteY16" fmla="*/ 1761536 h 2265321"/>
              <a:gd name="connsiteX17" fmla="*/ 494956 w 1857234"/>
              <a:gd name="connsiteY17" fmla="*/ 1984524 h 2265321"/>
              <a:gd name="connsiteX18" fmla="*/ 567865 w 1857234"/>
              <a:gd name="connsiteY18" fmla="*/ 2101798 h 2265321"/>
              <a:gd name="connsiteX19" fmla="*/ 849730 w 1857234"/>
              <a:gd name="connsiteY19" fmla="*/ 2253876 h 2265321"/>
              <a:gd name="connsiteX20" fmla="*/ 1132832 w 1857234"/>
              <a:gd name="connsiteY20" fmla="*/ 2232550 h 2265321"/>
              <a:gd name="connsiteX21" fmla="*/ 1370068 w 1857234"/>
              <a:gd name="connsiteY21" fmla="*/ 2058400 h 2265321"/>
              <a:gd name="connsiteX22" fmla="*/ 1538047 w 1857234"/>
              <a:gd name="connsiteY22" fmla="*/ 1897136 h 2265321"/>
              <a:gd name="connsiteX23" fmla="*/ 1635245 w 1857234"/>
              <a:gd name="connsiteY23" fmla="*/ 1744202 h 2265321"/>
              <a:gd name="connsiteX24" fmla="*/ 1686553 w 1857234"/>
              <a:gd name="connsiteY24" fmla="*/ 1524470 h 2265321"/>
              <a:gd name="connsiteX25" fmla="*/ 1678087 w 1857234"/>
              <a:gd name="connsiteY25" fmla="*/ 1456736 h 2265321"/>
              <a:gd name="connsiteX26" fmla="*/ 1737353 w 1857234"/>
              <a:gd name="connsiteY26" fmla="*/ 1549870 h 2265321"/>
              <a:gd name="connsiteX27" fmla="*/ 1788153 w 1857234"/>
              <a:gd name="connsiteY27" fmla="*/ 1524470 h 2265321"/>
              <a:gd name="connsiteX28" fmla="*/ 1810167 w 1857234"/>
              <a:gd name="connsiteY28" fmla="*/ 1405936 h 2265321"/>
              <a:gd name="connsiteX29" fmla="*/ 1849113 w 1857234"/>
              <a:gd name="connsiteY29" fmla="*/ 1309416 h 2265321"/>
              <a:gd name="connsiteX30" fmla="*/ 1855887 w 1857234"/>
              <a:gd name="connsiteY30" fmla="*/ 1211203 h 2265321"/>
              <a:gd name="connsiteX31" fmla="*/ 1830487 w 1857234"/>
              <a:gd name="connsiteY31" fmla="*/ 1092670 h 2265321"/>
              <a:gd name="connsiteX32" fmla="*/ 1754287 w 1857234"/>
              <a:gd name="connsiteY32" fmla="*/ 1118070 h 2265321"/>
              <a:gd name="connsiteX33" fmla="*/ 1720420 w 1857234"/>
              <a:gd name="connsiteY33" fmla="*/ 1164636 h 2265321"/>
              <a:gd name="connsiteX34" fmla="*/ 1686553 w 1857234"/>
              <a:gd name="connsiteY34" fmla="*/ 1236603 h 2265321"/>
              <a:gd name="connsiteX35" fmla="*/ 1703487 w 1857234"/>
              <a:gd name="connsiteY35" fmla="*/ 830203 h 2265321"/>
              <a:gd name="connsiteX36" fmla="*/ 1669620 w 1857234"/>
              <a:gd name="connsiteY36" fmla="*/ 505083 h 2265321"/>
              <a:gd name="connsiteX37" fmla="*/ 1474887 w 1857234"/>
              <a:gd name="connsiteY37" fmla="*/ 186736 h 2265321"/>
              <a:gd name="connsiteX38" fmla="*/ 1264278 w 1857234"/>
              <a:gd name="connsiteY38" fmla="*/ 62925 h 2265321"/>
              <a:gd name="connsiteX39" fmla="*/ 907620 w 1857234"/>
              <a:gd name="connsiteY39" fmla="*/ 470 h 2265321"/>
              <a:gd name="connsiteX40" fmla="*/ 699128 w 1857234"/>
              <a:gd name="connsiteY40" fmla="*/ 38246 h 2265321"/>
              <a:gd name="connsiteX0" fmla="*/ 699128 w 1857234"/>
              <a:gd name="connsiteY0" fmla="*/ 38246 h 2265321"/>
              <a:gd name="connsiteX1" fmla="*/ 530853 w 1857234"/>
              <a:gd name="connsiteY1" fmla="*/ 109476 h 2265321"/>
              <a:gd name="connsiteX2" fmla="*/ 359403 w 1857234"/>
              <a:gd name="connsiteY2" fmla="*/ 226951 h 2265321"/>
              <a:gd name="connsiteX3" fmla="*/ 194303 w 1857234"/>
              <a:gd name="connsiteY3" fmla="*/ 500001 h 2265321"/>
              <a:gd name="connsiteX4" fmla="*/ 143503 w 1857234"/>
              <a:gd name="connsiteY4" fmla="*/ 690502 h 2265321"/>
              <a:gd name="connsiteX5" fmla="*/ 143503 w 1857234"/>
              <a:gd name="connsiteY5" fmla="*/ 1058801 h 2265321"/>
              <a:gd name="connsiteX6" fmla="*/ 144562 w 1857234"/>
              <a:gd name="connsiteY6" fmla="*/ 1196386 h 2265321"/>
              <a:gd name="connsiteX7" fmla="*/ 92704 w 1857234"/>
              <a:gd name="connsiteY7" fmla="*/ 1145586 h 2265321"/>
              <a:gd name="connsiteX8" fmla="*/ 13329 w 1857234"/>
              <a:gd name="connsiteY8" fmla="*/ 1150878 h 2265321"/>
              <a:gd name="connsiteX9" fmla="*/ 1687 w 1857234"/>
              <a:gd name="connsiteY9" fmla="*/ 1262003 h 2265321"/>
              <a:gd name="connsiteX10" fmla="*/ 31320 w 1857234"/>
              <a:gd name="connsiteY10" fmla="*/ 1405937 h 2265321"/>
              <a:gd name="connsiteX11" fmla="*/ 99053 w 1857234"/>
              <a:gd name="connsiteY11" fmla="*/ 1511770 h 2265321"/>
              <a:gd name="connsiteX12" fmla="*/ 149853 w 1857234"/>
              <a:gd name="connsiteY12" fmla="*/ 1609136 h 2265321"/>
              <a:gd name="connsiteX13" fmla="*/ 213353 w 1857234"/>
              <a:gd name="connsiteY13" fmla="*/ 1626070 h 2265321"/>
              <a:gd name="connsiteX14" fmla="*/ 221820 w 1857234"/>
              <a:gd name="connsiteY14" fmla="*/ 1566803 h 2265321"/>
              <a:gd name="connsiteX15" fmla="*/ 221820 w 1857234"/>
              <a:gd name="connsiteY15" fmla="*/ 1532936 h 2265321"/>
              <a:gd name="connsiteX16" fmla="*/ 348820 w 1857234"/>
              <a:gd name="connsiteY16" fmla="*/ 1761536 h 2265321"/>
              <a:gd name="connsiteX17" fmla="*/ 424560 w 1857234"/>
              <a:gd name="connsiteY17" fmla="*/ 1933462 h 2265321"/>
              <a:gd name="connsiteX18" fmla="*/ 567865 w 1857234"/>
              <a:gd name="connsiteY18" fmla="*/ 2101798 h 2265321"/>
              <a:gd name="connsiteX19" fmla="*/ 849730 w 1857234"/>
              <a:gd name="connsiteY19" fmla="*/ 2253876 h 2265321"/>
              <a:gd name="connsiteX20" fmla="*/ 1132832 w 1857234"/>
              <a:gd name="connsiteY20" fmla="*/ 2232550 h 2265321"/>
              <a:gd name="connsiteX21" fmla="*/ 1370068 w 1857234"/>
              <a:gd name="connsiteY21" fmla="*/ 2058400 h 2265321"/>
              <a:gd name="connsiteX22" fmla="*/ 1538047 w 1857234"/>
              <a:gd name="connsiteY22" fmla="*/ 1897136 h 2265321"/>
              <a:gd name="connsiteX23" fmla="*/ 1635245 w 1857234"/>
              <a:gd name="connsiteY23" fmla="*/ 1744202 h 2265321"/>
              <a:gd name="connsiteX24" fmla="*/ 1686553 w 1857234"/>
              <a:gd name="connsiteY24" fmla="*/ 1524470 h 2265321"/>
              <a:gd name="connsiteX25" fmla="*/ 1678087 w 1857234"/>
              <a:gd name="connsiteY25" fmla="*/ 1456736 h 2265321"/>
              <a:gd name="connsiteX26" fmla="*/ 1737353 w 1857234"/>
              <a:gd name="connsiteY26" fmla="*/ 1549870 h 2265321"/>
              <a:gd name="connsiteX27" fmla="*/ 1788153 w 1857234"/>
              <a:gd name="connsiteY27" fmla="*/ 1524470 h 2265321"/>
              <a:gd name="connsiteX28" fmla="*/ 1810167 w 1857234"/>
              <a:gd name="connsiteY28" fmla="*/ 1405936 h 2265321"/>
              <a:gd name="connsiteX29" fmla="*/ 1849113 w 1857234"/>
              <a:gd name="connsiteY29" fmla="*/ 1309416 h 2265321"/>
              <a:gd name="connsiteX30" fmla="*/ 1855887 w 1857234"/>
              <a:gd name="connsiteY30" fmla="*/ 1211203 h 2265321"/>
              <a:gd name="connsiteX31" fmla="*/ 1830487 w 1857234"/>
              <a:gd name="connsiteY31" fmla="*/ 1092670 h 2265321"/>
              <a:gd name="connsiteX32" fmla="*/ 1754287 w 1857234"/>
              <a:gd name="connsiteY32" fmla="*/ 1118070 h 2265321"/>
              <a:gd name="connsiteX33" fmla="*/ 1720420 w 1857234"/>
              <a:gd name="connsiteY33" fmla="*/ 1164636 h 2265321"/>
              <a:gd name="connsiteX34" fmla="*/ 1686553 w 1857234"/>
              <a:gd name="connsiteY34" fmla="*/ 1236603 h 2265321"/>
              <a:gd name="connsiteX35" fmla="*/ 1703487 w 1857234"/>
              <a:gd name="connsiteY35" fmla="*/ 830203 h 2265321"/>
              <a:gd name="connsiteX36" fmla="*/ 1669620 w 1857234"/>
              <a:gd name="connsiteY36" fmla="*/ 505083 h 2265321"/>
              <a:gd name="connsiteX37" fmla="*/ 1474887 w 1857234"/>
              <a:gd name="connsiteY37" fmla="*/ 186736 h 2265321"/>
              <a:gd name="connsiteX38" fmla="*/ 1264278 w 1857234"/>
              <a:gd name="connsiteY38" fmla="*/ 62925 h 2265321"/>
              <a:gd name="connsiteX39" fmla="*/ 907620 w 1857234"/>
              <a:gd name="connsiteY39" fmla="*/ 470 h 2265321"/>
              <a:gd name="connsiteX40" fmla="*/ 699128 w 1857234"/>
              <a:gd name="connsiteY40" fmla="*/ 38246 h 2265321"/>
              <a:gd name="connsiteX0" fmla="*/ 699128 w 1857234"/>
              <a:gd name="connsiteY0" fmla="*/ 38246 h 2263952"/>
              <a:gd name="connsiteX1" fmla="*/ 530853 w 1857234"/>
              <a:gd name="connsiteY1" fmla="*/ 109476 h 2263952"/>
              <a:gd name="connsiteX2" fmla="*/ 359403 w 1857234"/>
              <a:gd name="connsiteY2" fmla="*/ 226951 h 2263952"/>
              <a:gd name="connsiteX3" fmla="*/ 194303 w 1857234"/>
              <a:gd name="connsiteY3" fmla="*/ 500001 h 2263952"/>
              <a:gd name="connsiteX4" fmla="*/ 143503 w 1857234"/>
              <a:gd name="connsiteY4" fmla="*/ 690502 h 2263952"/>
              <a:gd name="connsiteX5" fmla="*/ 143503 w 1857234"/>
              <a:gd name="connsiteY5" fmla="*/ 1058801 h 2263952"/>
              <a:gd name="connsiteX6" fmla="*/ 144562 w 1857234"/>
              <a:gd name="connsiteY6" fmla="*/ 1196386 h 2263952"/>
              <a:gd name="connsiteX7" fmla="*/ 92704 w 1857234"/>
              <a:gd name="connsiteY7" fmla="*/ 1145586 h 2263952"/>
              <a:gd name="connsiteX8" fmla="*/ 13329 w 1857234"/>
              <a:gd name="connsiteY8" fmla="*/ 1150878 h 2263952"/>
              <a:gd name="connsiteX9" fmla="*/ 1687 w 1857234"/>
              <a:gd name="connsiteY9" fmla="*/ 1262003 h 2263952"/>
              <a:gd name="connsiteX10" fmla="*/ 31320 w 1857234"/>
              <a:gd name="connsiteY10" fmla="*/ 1405937 h 2263952"/>
              <a:gd name="connsiteX11" fmla="*/ 99053 w 1857234"/>
              <a:gd name="connsiteY11" fmla="*/ 1511770 h 2263952"/>
              <a:gd name="connsiteX12" fmla="*/ 149853 w 1857234"/>
              <a:gd name="connsiteY12" fmla="*/ 1609136 h 2263952"/>
              <a:gd name="connsiteX13" fmla="*/ 213353 w 1857234"/>
              <a:gd name="connsiteY13" fmla="*/ 1626070 h 2263952"/>
              <a:gd name="connsiteX14" fmla="*/ 221820 w 1857234"/>
              <a:gd name="connsiteY14" fmla="*/ 1566803 h 2263952"/>
              <a:gd name="connsiteX15" fmla="*/ 221820 w 1857234"/>
              <a:gd name="connsiteY15" fmla="*/ 1532936 h 2263952"/>
              <a:gd name="connsiteX16" fmla="*/ 348820 w 1857234"/>
              <a:gd name="connsiteY16" fmla="*/ 1761536 h 2263952"/>
              <a:gd name="connsiteX17" fmla="*/ 424560 w 1857234"/>
              <a:gd name="connsiteY17" fmla="*/ 1933462 h 2263952"/>
              <a:gd name="connsiteX18" fmla="*/ 605410 w 1857234"/>
              <a:gd name="connsiteY18" fmla="*/ 2120367 h 2263952"/>
              <a:gd name="connsiteX19" fmla="*/ 849730 w 1857234"/>
              <a:gd name="connsiteY19" fmla="*/ 2253876 h 2263952"/>
              <a:gd name="connsiteX20" fmla="*/ 1132832 w 1857234"/>
              <a:gd name="connsiteY20" fmla="*/ 2232550 h 2263952"/>
              <a:gd name="connsiteX21" fmla="*/ 1370068 w 1857234"/>
              <a:gd name="connsiteY21" fmla="*/ 2058400 h 2263952"/>
              <a:gd name="connsiteX22" fmla="*/ 1538047 w 1857234"/>
              <a:gd name="connsiteY22" fmla="*/ 1897136 h 2263952"/>
              <a:gd name="connsiteX23" fmla="*/ 1635245 w 1857234"/>
              <a:gd name="connsiteY23" fmla="*/ 1744202 h 2263952"/>
              <a:gd name="connsiteX24" fmla="*/ 1686553 w 1857234"/>
              <a:gd name="connsiteY24" fmla="*/ 1524470 h 2263952"/>
              <a:gd name="connsiteX25" fmla="*/ 1678087 w 1857234"/>
              <a:gd name="connsiteY25" fmla="*/ 1456736 h 2263952"/>
              <a:gd name="connsiteX26" fmla="*/ 1737353 w 1857234"/>
              <a:gd name="connsiteY26" fmla="*/ 1549870 h 2263952"/>
              <a:gd name="connsiteX27" fmla="*/ 1788153 w 1857234"/>
              <a:gd name="connsiteY27" fmla="*/ 1524470 h 2263952"/>
              <a:gd name="connsiteX28" fmla="*/ 1810167 w 1857234"/>
              <a:gd name="connsiteY28" fmla="*/ 1405936 h 2263952"/>
              <a:gd name="connsiteX29" fmla="*/ 1849113 w 1857234"/>
              <a:gd name="connsiteY29" fmla="*/ 1309416 h 2263952"/>
              <a:gd name="connsiteX30" fmla="*/ 1855887 w 1857234"/>
              <a:gd name="connsiteY30" fmla="*/ 1211203 h 2263952"/>
              <a:gd name="connsiteX31" fmla="*/ 1830487 w 1857234"/>
              <a:gd name="connsiteY31" fmla="*/ 1092670 h 2263952"/>
              <a:gd name="connsiteX32" fmla="*/ 1754287 w 1857234"/>
              <a:gd name="connsiteY32" fmla="*/ 1118070 h 2263952"/>
              <a:gd name="connsiteX33" fmla="*/ 1720420 w 1857234"/>
              <a:gd name="connsiteY33" fmla="*/ 1164636 h 2263952"/>
              <a:gd name="connsiteX34" fmla="*/ 1686553 w 1857234"/>
              <a:gd name="connsiteY34" fmla="*/ 1236603 h 2263952"/>
              <a:gd name="connsiteX35" fmla="*/ 1703487 w 1857234"/>
              <a:gd name="connsiteY35" fmla="*/ 830203 h 2263952"/>
              <a:gd name="connsiteX36" fmla="*/ 1669620 w 1857234"/>
              <a:gd name="connsiteY36" fmla="*/ 505083 h 2263952"/>
              <a:gd name="connsiteX37" fmla="*/ 1474887 w 1857234"/>
              <a:gd name="connsiteY37" fmla="*/ 186736 h 2263952"/>
              <a:gd name="connsiteX38" fmla="*/ 1264278 w 1857234"/>
              <a:gd name="connsiteY38" fmla="*/ 62925 h 2263952"/>
              <a:gd name="connsiteX39" fmla="*/ 907620 w 1857234"/>
              <a:gd name="connsiteY39" fmla="*/ 470 h 2263952"/>
              <a:gd name="connsiteX40" fmla="*/ 699128 w 1857234"/>
              <a:gd name="connsiteY40" fmla="*/ 38246 h 2263952"/>
              <a:gd name="connsiteX0" fmla="*/ 699128 w 1857234"/>
              <a:gd name="connsiteY0" fmla="*/ 38246 h 2254628"/>
              <a:gd name="connsiteX1" fmla="*/ 530853 w 1857234"/>
              <a:gd name="connsiteY1" fmla="*/ 109476 h 2254628"/>
              <a:gd name="connsiteX2" fmla="*/ 359403 w 1857234"/>
              <a:gd name="connsiteY2" fmla="*/ 226951 h 2254628"/>
              <a:gd name="connsiteX3" fmla="*/ 194303 w 1857234"/>
              <a:gd name="connsiteY3" fmla="*/ 500001 h 2254628"/>
              <a:gd name="connsiteX4" fmla="*/ 143503 w 1857234"/>
              <a:gd name="connsiteY4" fmla="*/ 690502 h 2254628"/>
              <a:gd name="connsiteX5" fmla="*/ 143503 w 1857234"/>
              <a:gd name="connsiteY5" fmla="*/ 1058801 h 2254628"/>
              <a:gd name="connsiteX6" fmla="*/ 144562 w 1857234"/>
              <a:gd name="connsiteY6" fmla="*/ 1196386 h 2254628"/>
              <a:gd name="connsiteX7" fmla="*/ 92704 w 1857234"/>
              <a:gd name="connsiteY7" fmla="*/ 1145586 h 2254628"/>
              <a:gd name="connsiteX8" fmla="*/ 13329 w 1857234"/>
              <a:gd name="connsiteY8" fmla="*/ 1150878 h 2254628"/>
              <a:gd name="connsiteX9" fmla="*/ 1687 w 1857234"/>
              <a:gd name="connsiteY9" fmla="*/ 1262003 h 2254628"/>
              <a:gd name="connsiteX10" fmla="*/ 31320 w 1857234"/>
              <a:gd name="connsiteY10" fmla="*/ 1405937 h 2254628"/>
              <a:gd name="connsiteX11" fmla="*/ 99053 w 1857234"/>
              <a:gd name="connsiteY11" fmla="*/ 1511770 h 2254628"/>
              <a:gd name="connsiteX12" fmla="*/ 149853 w 1857234"/>
              <a:gd name="connsiteY12" fmla="*/ 1609136 h 2254628"/>
              <a:gd name="connsiteX13" fmla="*/ 213353 w 1857234"/>
              <a:gd name="connsiteY13" fmla="*/ 1626070 h 2254628"/>
              <a:gd name="connsiteX14" fmla="*/ 221820 w 1857234"/>
              <a:gd name="connsiteY14" fmla="*/ 1566803 h 2254628"/>
              <a:gd name="connsiteX15" fmla="*/ 221820 w 1857234"/>
              <a:gd name="connsiteY15" fmla="*/ 1532936 h 2254628"/>
              <a:gd name="connsiteX16" fmla="*/ 348820 w 1857234"/>
              <a:gd name="connsiteY16" fmla="*/ 1761536 h 2254628"/>
              <a:gd name="connsiteX17" fmla="*/ 424560 w 1857234"/>
              <a:gd name="connsiteY17" fmla="*/ 1933462 h 2254628"/>
              <a:gd name="connsiteX18" fmla="*/ 605410 w 1857234"/>
              <a:gd name="connsiteY18" fmla="*/ 2120367 h 2254628"/>
              <a:gd name="connsiteX19" fmla="*/ 868503 w 1857234"/>
              <a:gd name="connsiteY19" fmla="*/ 2239950 h 2254628"/>
              <a:gd name="connsiteX20" fmla="*/ 1132832 w 1857234"/>
              <a:gd name="connsiteY20" fmla="*/ 2232550 h 2254628"/>
              <a:gd name="connsiteX21" fmla="*/ 1370068 w 1857234"/>
              <a:gd name="connsiteY21" fmla="*/ 2058400 h 2254628"/>
              <a:gd name="connsiteX22" fmla="*/ 1538047 w 1857234"/>
              <a:gd name="connsiteY22" fmla="*/ 1897136 h 2254628"/>
              <a:gd name="connsiteX23" fmla="*/ 1635245 w 1857234"/>
              <a:gd name="connsiteY23" fmla="*/ 1744202 h 2254628"/>
              <a:gd name="connsiteX24" fmla="*/ 1686553 w 1857234"/>
              <a:gd name="connsiteY24" fmla="*/ 1524470 h 2254628"/>
              <a:gd name="connsiteX25" fmla="*/ 1678087 w 1857234"/>
              <a:gd name="connsiteY25" fmla="*/ 1456736 h 2254628"/>
              <a:gd name="connsiteX26" fmla="*/ 1737353 w 1857234"/>
              <a:gd name="connsiteY26" fmla="*/ 1549870 h 2254628"/>
              <a:gd name="connsiteX27" fmla="*/ 1788153 w 1857234"/>
              <a:gd name="connsiteY27" fmla="*/ 1524470 h 2254628"/>
              <a:gd name="connsiteX28" fmla="*/ 1810167 w 1857234"/>
              <a:gd name="connsiteY28" fmla="*/ 1405936 h 2254628"/>
              <a:gd name="connsiteX29" fmla="*/ 1849113 w 1857234"/>
              <a:gd name="connsiteY29" fmla="*/ 1309416 h 2254628"/>
              <a:gd name="connsiteX30" fmla="*/ 1855887 w 1857234"/>
              <a:gd name="connsiteY30" fmla="*/ 1211203 h 2254628"/>
              <a:gd name="connsiteX31" fmla="*/ 1830487 w 1857234"/>
              <a:gd name="connsiteY31" fmla="*/ 1092670 h 2254628"/>
              <a:gd name="connsiteX32" fmla="*/ 1754287 w 1857234"/>
              <a:gd name="connsiteY32" fmla="*/ 1118070 h 2254628"/>
              <a:gd name="connsiteX33" fmla="*/ 1720420 w 1857234"/>
              <a:gd name="connsiteY33" fmla="*/ 1164636 h 2254628"/>
              <a:gd name="connsiteX34" fmla="*/ 1686553 w 1857234"/>
              <a:gd name="connsiteY34" fmla="*/ 1236603 h 2254628"/>
              <a:gd name="connsiteX35" fmla="*/ 1703487 w 1857234"/>
              <a:gd name="connsiteY35" fmla="*/ 830203 h 2254628"/>
              <a:gd name="connsiteX36" fmla="*/ 1669620 w 1857234"/>
              <a:gd name="connsiteY36" fmla="*/ 505083 h 2254628"/>
              <a:gd name="connsiteX37" fmla="*/ 1474887 w 1857234"/>
              <a:gd name="connsiteY37" fmla="*/ 186736 h 2254628"/>
              <a:gd name="connsiteX38" fmla="*/ 1264278 w 1857234"/>
              <a:gd name="connsiteY38" fmla="*/ 62925 h 2254628"/>
              <a:gd name="connsiteX39" fmla="*/ 907620 w 1857234"/>
              <a:gd name="connsiteY39" fmla="*/ 470 h 2254628"/>
              <a:gd name="connsiteX40" fmla="*/ 699128 w 1857234"/>
              <a:gd name="connsiteY40" fmla="*/ 38246 h 2254628"/>
              <a:gd name="connsiteX0" fmla="*/ 699128 w 1857234"/>
              <a:gd name="connsiteY0" fmla="*/ 38246 h 2254628"/>
              <a:gd name="connsiteX1" fmla="*/ 530853 w 1857234"/>
              <a:gd name="connsiteY1" fmla="*/ 109476 h 2254628"/>
              <a:gd name="connsiteX2" fmla="*/ 359403 w 1857234"/>
              <a:gd name="connsiteY2" fmla="*/ 226951 h 2254628"/>
              <a:gd name="connsiteX3" fmla="*/ 194303 w 1857234"/>
              <a:gd name="connsiteY3" fmla="*/ 500001 h 2254628"/>
              <a:gd name="connsiteX4" fmla="*/ 143503 w 1857234"/>
              <a:gd name="connsiteY4" fmla="*/ 690502 h 2254628"/>
              <a:gd name="connsiteX5" fmla="*/ 143503 w 1857234"/>
              <a:gd name="connsiteY5" fmla="*/ 1058801 h 2254628"/>
              <a:gd name="connsiteX6" fmla="*/ 144562 w 1857234"/>
              <a:gd name="connsiteY6" fmla="*/ 1196386 h 2254628"/>
              <a:gd name="connsiteX7" fmla="*/ 92704 w 1857234"/>
              <a:gd name="connsiteY7" fmla="*/ 1145586 h 2254628"/>
              <a:gd name="connsiteX8" fmla="*/ 13329 w 1857234"/>
              <a:gd name="connsiteY8" fmla="*/ 1150878 h 2254628"/>
              <a:gd name="connsiteX9" fmla="*/ 1687 w 1857234"/>
              <a:gd name="connsiteY9" fmla="*/ 1262003 h 2254628"/>
              <a:gd name="connsiteX10" fmla="*/ 31320 w 1857234"/>
              <a:gd name="connsiteY10" fmla="*/ 1405937 h 2254628"/>
              <a:gd name="connsiteX11" fmla="*/ 99053 w 1857234"/>
              <a:gd name="connsiteY11" fmla="*/ 1511770 h 2254628"/>
              <a:gd name="connsiteX12" fmla="*/ 149853 w 1857234"/>
              <a:gd name="connsiteY12" fmla="*/ 1609136 h 2254628"/>
              <a:gd name="connsiteX13" fmla="*/ 213353 w 1857234"/>
              <a:gd name="connsiteY13" fmla="*/ 1626070 h 2254628"/>
              <a:gd name="connsiteX14" fmla="*/ 221820 w 1857234"/>
              <a:gd name="connsiteY14" fmla="*/ 1566803 h 2254628"/>
              <a:gd name="connsiteX15" fmla="*/ 221820 w 1857234"/>
              <a:gd name="connsiteY15" fmla="*/ 1532936 h 2254628"/>
              <a:gd name="connsiteX16" fmla="*/ 334741 w 1857234"/>
              <a:gd name="connsiteY16" fmla="*/ 1789388 h 2254628"/>
              <a:gd name="connsiteX17" fmla="*/ 424560 w 1857234"/>
              <a:gd name="connsiteY17" fmla="*/ 1933462 h 2254628"/>
              <a:gd name="connsiteX18" fmla="*/ 605410 w 1857234"/>
              <a:gd name="connsiteY18" fmla="*/ 2120367 h 2254628"/>
              <a:gd name="connsiteX19" fmla="*/ 868503 w 1857234"/>
              <a:gd name="connsiteY19" fmla="*/ 2239950 h 2254628"/>
              <a:gd name="connsiteX20" fmla="*/ 1132832 w 1857234"/>
              <a:gd name="connsiteY20" fmla="*/ 2232550 h 2254628"/>
              <a:gd name="connsiteX21" fmla="*/ 1370068 w 1857234"/>
              <a:gd name="connsiteY21" fmla="*/ 2058400 h 2254628"/>
              <a:gd name="connsiteX22" fmla="*/ 1538047 w 1857234"/>
              <a:gd name="connsiteY22" fmla="*/ 1897136 h 2254628"/>
              <a:gd name="connsiteX23" fmla="*/ 1635245 w 1857234"/>
              <a:gd name="connsiteY23" fmla="*/ 1744202 h 2254628"/>
              <a:gd name="connsiteX24" fmla="*/ 1686553 w 1857234"/>
              <a:gd name="connsiteY24" fmla="*/ 1524470 h 2254628"/>
              <a:gd name="connsiteX25" fmla="*/ 1678087 w 1857234"/>
              <a:gd name="connsiteY25" fmla="*/ 1456736 h 2254628"/>
              <a:gd name="connsiteX26" fmla="*/ 1737353 w 1857234"/>
              <a:gd name="connsiteY26" fmla="*/ 1549870 h 2254628"/>
              <a:gd name="connsiteX27" fmla="*/ 1788153 w 1857234"/>
              <a:gd name="connsiteY27" fmla="*/ 1524470 h 2254628"/>
              <a:gd name="connsiteX28" fmla="*/ 1810167 w 1857234"/>
              <a:gd name="connsiteY28" fmla="*/ 1405936 h 2254628"/>
              <a:gd name="connsiteX29" fmla="*/ 1849113 w 1857234"/>
              <a:gd name="connsiteY29" fmla="*/ 1309416 h 2254628"/>
              <a:gd name="connsiteX30" fmla="*/ 1855887 w 1857234"/>
              <a:gd name="connsiteY30" fmla="*/ 1211203 h 2254628"/>
              <a:gd name="connsiteX31" fmla="*/ 1830487 w 1857234"/>
              <a:gd name="connsiteY31" fmla="*/ 1092670 h 2254628"/>
              <a:gd name="connsiteX32" fmla="*/ 1754287 w 1857234"/>
              <a:gd name="connsiteY32" fmla="*/ 1118070 h 2254628"/>
              <a:gd name="connsiteX33" fmla="*/ 1720420 w 1857234"/>
              <a:gd name="connsiteY33" fmla="*/ 1164636 h 2254628"/>
              <a:gd name="connsiteX34" fmla="*/ 1686553 w 1857234"/>
              <a:gd name="connsiteY34" fmla="*/ 1236603 h 2254628"/>
              <a:gd name="connsiteX35" fmla="*/ 1703487 w 1857234"/>
              <a:gd name="connsiteY35" fmla="*/ 830203 h 2254628"/>
              <a:gd name="connsiteX36" fmla="*/ 1669620 w 1857234"/>
              <a:gd name="connsiteY36" fmla="*/ 505083 h 2254628"/>
              <a:gd name="connsiteX37" fmla="*/ 1474887 w 1857234"/>
              <a:gd name="connsiteY37" fmla="*/ 186736 h 2254628"/>
              <a:gd name="connsiteX38" fmla="*/ 1264278 w 1857234"/>
              <a:gd name="connsiteY38" fmla="*/ 62925 h 2254628"/>
              <a:gd name="connsiteX39" fmla="*/ 907620 w 1857234"/>
              <a:gd name="connsiteY39" fmla="*/ 470 h 2254628"/>
              <a:gd name="connsiteX40" fmla="*/ 699128 w 1857234"/>
              <a:gd name="connsiteY40" fmla="*/ 38246 h 2254628"/>
              <a:gd name="connsiteX0" fmla="*/ 699128 w 1857234"/>
              <a:gd name="connsiteY0" fmla="*/ 38246 h 2254628"/>
              <a:gd name="connsiteX1" fmla="*/ 530853 w 1857234"/>
              <a:gd name="connsiteY1" fmla="*/ 109476 h 2254628"/>
              <a:gd name="connsiteX2" fmla="*/ 359403 w 1857234"/>
              <a:gd name="connsiteY2" fmla="*/ 226951 h 2254628"/>
              <a:gd name="connsiteX3" fmla="*/ 194303 w 1857234"/>
              <a:gd name="connsiteY3" fmla="*/ 500001 h 2254628"/>
              <a:gd name="connsiteX4" fmla="*/ 143503 w 1857234"/>
              <a:gd name="connsiteY4" fmla="*/ 690502 h 2254628"/>
              <a:gd name="connsiteX5" fmla="*/ 143503 w 1857234"/>
              <a:gd name="connsiteY5" fmla="*/ 1058801 h 2254628"/>
              <a:gd name="connsiteX6" fmla="*/ 144562 w 1857234"/>
              <a:gd name="connsiteY6" fmla="*/ 1196386 h 2254628"/>
              <a:gd name="connsiteX7" fmla="*/ 92704 w 1857234"/>
              <a:gd name="connsiteY7" fmla="*/ 1145586 h 2254628"/>
              <a:gd name="connsiteX8" fmla="*/ 13329 w 1857234"/>
              <a:gd name="connsiteY8" fmla="*/ 1150878 h 2254628"/>
              <a:gd name="connsiteX9" fmla="*/ 1687 w 1857234"/>
              <a:gd name="connsiteY9" fmla="*/ 1262003 h 2254628"/>
              <a:gd name="connsiteX10" fmla="*/ 31320 w 1857234"/>
              <a:gd name="connsiteY10" fmla="*/ 1405937 h 2254628"/>
              <a:gd name="connsiteX11" fmla="*/ 99053 w 1857234"/>
              <a:gd name="connsiteY11" fmla="*/ 1511770 h 2254628"/>
              <a:gd name="connsiteX12" fmla="*/ 149853 w 1857234"/>
              <a:gd name="connsiteY12" fmla="*/ 1609136 h 2254628"/>
              <a:gd name="connsiteX13" fmla="*/ 213353 w 1857234"/>
              <a:gd name="connsiteY13" fmla="*/ 1626070 h 2254628"/>
              <a:gd name="connsiteX14" fmla="*/ 221820 w 1857234"/>
              <a:gd name="connsiteY14" fmla="*/ 1566803 h 2254628"/>
              <a:gd name="connsiteX15" fmla="*/ 221820 w 1857234"/>
              <a:gd name="connsiteY15" fmla="*/ 1532936 h 2254628"/>
              <a:gd name="connsiteX16" fmla="*/ 334741 w 1857234"/>
              <a:gd name="connsiteY16" fmla="*/ 1789388 h 2254628"/>
              <a:gd name="connsiteX17" fmla="*/ 448026 w 1857234"/>
              <a:gd name="connsiteY17" fmla="*/ 1942746 h 2254628"/>
              <a:gd name="connsiteX18" fmla="*/ 605410 w 1857234"/>
              <a:gd name="connsiteY18" fmla="*/ 2120367 h 2254628"/>
              <a:gd name="connsiteX19" fmla="*/ 868503 w 1857234"/>
              <a:gd name="connsiteY19" fmla="*/ 2239950 h 2254628"/>
              <a:gd name="connsiteX20" fmla="*/ 1132832 w 1857234"/>
              <a:gd name="connsiteY20" fmla="*/ 2232550 h 2254628"/>
              <a:gd name="connsiteX21" fmla="*/ 1370068 w 1857234"/>
              <a:gd name="connsiteY21" fmla="*/ 2058400 h 2254628"/>
              <a:gd name="connsiteX22" fmla="*/ 1538047 w 1857234"/>
              <a:gd name="connsiteY22" fmla="*/ 1897136 h 2254628"/>
              <a:gd name="connsiteX23" fmla="*/ 1635245 w 1857234"/>
              <a:gd name="connsiteY23" fmla="*/ 1744202 h 2254628"/>
              <a:gd name="connsiteX24" fmla="*/ 1686553 w 1857234"/>
              <a:gd name="connsiteY24" fmla="*/ 1524470 h 2254628"/>
              <a:gd name="connsiteX25" fmla="*/ 1678087 w 1857234"/>
              <a:gd name="connsiteY25" fmla="*/ 1456736 h 2254628"/>
              <a:gd name="connsiteX26" fmla="*/ 1737353 w 1857234"/>
              <a:gd name="connsiteY26" fmla="*/ 1549870 h 2254628"/>
              <a:gd name="connsiteX27" fmla="*/ 1788153 w 1857234"/>
              <a:gd name="connsiteY27" fmla="*/ 1524470 h 2254628"/>
              <a:gd name="connsiteX28" fmla="*/ 1810167 w 1857234"/>
              <a:gd name="connsiteY28" fmla="*/ 1405936 h 2254628"/>
              <a:gd name="connsiteX29" fmla="*/ 1849113 w 1857234"/>
              <a:gd name="connsiteY29" fmla="*/ 1309416 h 2254628"/>
              <a:gd name="connsiteX30" fmla="*/ 1855887 w 1857234"/>
              <a:gd name="connsiteY30" fmla="*/ 1211203 h 2254628"/>
              <a:gd name="connsiteX31" fmla="*/ 1830487 w 1857234"/>
              <a:gd name="connsiteY31" fmla="*/ 1092670 h 2254628"/>
              <a:gd name="connsiteX32" fmla="*/ 1754287 w 1857234"/>
              <a:gd name="connsiteY32" fmla="*/ 1118070 h 2254628"/>
              <a:gd name="connsiteX33" fmla="*/ 1720420 w 1857234"/>
              <a:gd name="connsiteY33" fmla="*/ 1164636 h 2254628"/>
              <a:gd name="connsiteX34" fmla="*/ 1686553 w 1857234"/>
              <a:gd name="connsiteY34" fmla="*/ 1236603 h 2254628"/>
              <a:gd name="connsiteX35" fmla="*/ 1703487 w 1857234"/>
              <a:gd name="connsiteY35" fmla="*/ 830203 h 2254628"/>
              <a:gd name="connsiteX36" fmla="*/ 1669620 w 1857234"/>
              <a:gd name="connsiteY36" fmla="*/ 505083 h 2254628"/>
              <a:gd name="connsiteX37" fmla="*/ 1474887 w 1857234"/>
              <a:gd name="connsiteY37" fmla="*/ 186736 h 2254628"/>
              <a:gd name="connsiteX38" fmla="*/ 1264278 w 1857234"/>
              <a:gd name="connsiteY38" fmla="*/ 62925 h 2254628"/>
              <a:gd name="connsiteX39" fmla="*/ 907620 w 1857234"/>
              <a:gd name="connsiteY39" fmla="*/ 470 h 2254628"/>
              <a:gd name="connsiteX40" fmla="*/ 699128 w 1857234"/>
              <a:gd name="connsiteY40" fmla="*/ 38246 h 2254628"/>
              <a:gd name="connsiteX0" fmla="*/ 699128 w 1857234"/>
              <a:gd name="connsiteY0" fmla="*/ 38246 h 2254628"/>
              <a:gd name="connsiteX1" fmla="*/ 530853 w 1857234"/>
              <a:gd name="connsiteY1" fmla="*/ 109476 h 2254628"/>
              <a:gd name="connsiteX2" fmla="*/ 359403 w 1857234"/>
              <a:gd name="connsiteY2" fmla="*/ 226951 h 2254628"/>
              <a:gd name="connsiteX3" fmla="*/ 194303 w 1857234"/>
              <a:gd name="connsiteY3" fmla="*/ 500001 h 2254628"/>
              <a:gd name="connsiteX4" fmla="*/ 143503 w 1857234"/>
              <a:gd name="connsiteY4" fmla="*/ 690502 h 2254628"/>
              <a:gd name="connsiteX5" fmla="*/ 143503 w 1857234"/>
              <a:gd name="connsiteY5" fmla="*/ 1058801 h 2254628"/>
              <a:gd name="connsiteX6" fmla="*/ 144562 w 1857234"/>
              <a:gd name="connsiteY6" fmla="*/ 1196386 h 2254628"/>
              <a:gd name="connsiteX7" fmla="*/ 92704 w 1857234"/>
              <a:gd name="connsiteY7" fmla="*/ 1145586 h 2254628"/>
              <a:gd name="connsiteX8" fmla="*/ 13329 w 1857234"/>
              <a:gd name="connsiteY8" fmla="*/ 1150878 h 2254628"/>
              <a:gd name="connsiteX9" fmla="*/ 1687 w 1857234"/>
              <a:gd name="connsiteY9" fmla="*/ 1262003 h 2254628"/>
              <a:gd name="connsiteX10" fmla="*/ 31320 w 1857234"/>
              <a:gd name="connsiteY10" fmla="*/ 1405937 h 2254628"/>
              <a:gd name="connsiteX11" fmla="*/ 99053 w 1857234"/>
              <a:gd name="connsiteY11" fmla="*/ 1511770 h 2254628"/>
              <a:gd name="connsiteX12" fmla="*/ 149853 w 1857234"/>
              <a:gd name="connsiteY12" fmla="*/ 1609136 h 2254628"/>
              <a:gd name="connsiteX13" fmla="*/ 213353 w 1857234"/>
              <a:gd name="connsiteY13" fmla="*/ 1626070 h 2254628"/>
              <a:gd name="connsiteX14" fmla="*/ 221820 w 1857234"/>
              <a:gd name="connsiteY14" fmla="*/ 1566803 h 2254628"/>
              <a:gd name="connsiteX15" fmla="*/ 221820 w 1857234"/>
              <a:gd name="connsiteY15" fmla="*/ 1532936 h 2254628"/>
              <a:gd name="connsiteX16" fmla="*/ 334741 w 1857234"/>
              <a:gd name="connsiteY16" fmla="*/ 1789388 h 2254628"/>
              <a:gd name="connsiteX17" fmla="*/ 448026 w 1857234"/>
              <a:gd name="connsiteY17" fmla="*/ 1942746 h 2254628"/>
              <a:gd name="connsiteX18" fmla="*/ 619489 w 1857234"/>
              <a:gd name="connsiteY18" fmla="*/ 2120367 h 2254628"/>
              <a:gd name="connsiteX19" fmla="*/ 868503 w 1857234"/>
              <a:gd name="connsiteY19" fmla="*/ 2239950 h 2254628"/>
              <a:gd name="connsiteX20" fmla="*/ 1132832 w 1857234"/>
              <a:gd name="connsiteY20" fmla="*/ 2232550 h 2254628"/>
              <a:gd name="connsiteX21" fmla="*/ 1370068 w 1857234"/>
              <a:gd name="connsiteY21" fmla="*/ 2058400 h 2254628"/>
              <a:gd name="connsiteX22" fmla="*/ 1538047 w 1857234"/>
              <a:gd name="connsiteY22" fmla="*/ 1897136 h 2254628"/>
              <a:gd name="connsiteX23" fmla="*/ 1635245 w 1857234"/>
              <a:gd name="connsiteY23" fmla="*/ 1744202 h 2254628"/>
              <a:gd name="connsiteX24" fmla="*/ 1686553 w 1857234"/>
              <a:gd name="connsiteY24" fmla="*/ 1524470 h 2254628"/>
              <a:gd name="connsiteX25" fmla="*/ 1678087 w 1857234"/>
              <a:gd name="connsiteY25" fmla="*/ 1456736 h 2254628"/>
              <a:gd name="connsiteX26" fmla="*/ 1737353 w 1857234"/>
              <a:gd name="connsiteY26" fmla="*/ 1549870 h 2254628"/>
              <a:gd name="connsiteX27" fmla="*/ 1788153 w 1857234"/>
              <a:gd name="connsiteY27" fmla="*/ 1524470 h 2254628"/>
              <a:gd name="connsiteX28" fmla="*/ 1810167 w 1857234"/>
              <a:gd name="connsiteY28" fmla="*/ 1405936 h 2254628"/>
              <a:gd name="connsiteX29" fmla="*/ 1849113 w 1857234"/>
              <a:gd name="connsiteY29" fmla="*/ 1309416 h 2254628"/>
              <a:gd name="connsiteX30" fmla="*/ 1855887 w 1857234"/>
              <a:gd name="connsiteY30" fmla="*/ 1211203 h 2254628"/>
              <a:gd name="connsiteX31" fmla="*/ 1830487 w 1857234"/>
              <a:gd name="connsiteY31" fmla="*/ 1092670 h 2254628"/>
              <a:gd name="connsiteX32" fmla="*/ 1754287 w 1857234"/>
              <a:gd name="connsiteY32" fmla="*/ 1118070 h 2254628"/>
              <a:gd name="connsiteX33" fmla="*/ 1720420 w 1857234"/>
              <a:gd name="connsiteY33" fmla="*/ 1164636 h 2254628"/>
              <a:gd name="connsiteX34" fmla="*/ 1686553 w 1857234"/>
              <a:gd name="connsiteY34" fmla="*/ 1236603 h 2254628"/>
              <a:gd name="connsiteX35" fmla="*/ 1703487 w 1857234"/>
              <a:gd name="connsiteY35" fmla="*/ 830203 h 2254628"/>
              <a:gd name="connsiteX36" fmla="*/ 1669620 w 1857234"/>
              <a:gd name="connsiteY36" fmla="*/ 505083 h 2254628"/>
              <a:gd name="connsiteX37" fmla="*/ 1474887 w 1857234"/>
              <a:gd name="connsiteY37" fmla="*/ 186736 h 2254628"/>
              <a:gd name="connsiteX38" fmla="*/ 1264278 w 1857234"/>
              <a:gd name="connsiteY38" fmla="*/ 62925 h 2254628"/>
              <a:gd name="connsiteX39" fmla="*/ 907620 w 1857234"/>
              <a:gd name="connsiteY39" fmla="*/ 470 h 2254628"/>
              <a:gd name="connsiteX40" fmla="*/ 699128 w 1857234"/>
              <a:gd name="connsiteY40" fmla="*/ 38246 h 2254628"/>
              <a:gd name="connsiteX0" fmla="*/ 699128 w 1857234"/>
              <a:gd name="connsiteY0" fmla="*/ 38246 h 2257482"/>
              <a:gd name="connsiteX1" fmla="*/ 530853 w 1857234"/>
              <a:gd name="connsiteY1" fmla="*/ 109476 h 2257482"/>
              <a:gd name="connsiteX2" fmla="*/ 359403 w 1857234"/>
              <a:gd name="connsiteY2" fmla="*/ 226951 h 2257482"/>
              <a:gd name="connsiteX3" fmla="*/ 194303 w 1857234"/>
              <a:gd name="connsiteY3" fmla="*/ 500001 h 2257482"/>
              <a:gd name="connsiteX4" fmla="*/ 143503 w 1857234"/>
              <a:gd name="connsiteY4" fmla="*/ 690502 h 2257482"/>
              <a:gd name="connsiteX5" fmla="*/ 143503 w 1857234"/>
              <a:gd name="connsiteY5" fmla="*/ 1058801 h 2257482"/>
              <a:gd name="connsiteX6" fmla="*/ 144562 w 1857234"/>
              <a:gd name="connsiteY6" fmla="*/ 1196386 h 2257482"/>
              <a:gd name="connsiteX7" fmla="*/ 92704 w 1857234"/>
              <a:gd name="connsiteY7" fmla="*/ 1145586 h 2257482"/>
              <a:gd name="connsiteX8" fmla="*/ 13329 w 1857234"/>
              <a:gd name="connsiteY8" fmla="*/ 1150878 h 2257482"/>
              <a:gd name="connsiteX9" fmla="*/ 1687 w 1857234"/>
              <a:gd name="connsiteY9" fmla="*/ 1262003 h 2257482"/>
              <a:gd name="connsiteX10" fmla="*/ 31320 w 1857234"/>
              <a:gd name="connsiteY10" fmla="*/ 1405937 h 2257482"/>
              <a:gd name="connsiteX11" fmla="*/ 99053 w 1857234"/>
              <a:gd name="connsiteY11" fmla="*/ 1511770 h 2257482"/>
              <a:gd name="connsiteX12" fmla="*/ 149853 w 1857234"/>
              <a:gd name="connsiteY12" fmla="*/ 1609136 h 2257482"/>
              <a:gd name="connsiteX13" fmla="*/ 213353 w 1857234"/>
              <a:gd name="connsiteY13" fmla="*/ 1626070 h 2257482"/>
              <a:gd name="connsiteX14" fmla="*/ 221820 w 1857234"/>
              <a:gd name="connsiteY14" fmla="*/ 1566803 h 2257482"/>
              <a:gd name="connsiteX15" fmla="*/ 221820 w 1857234"/>
              <a:gd name="connsiteY15" fmla="*/ 1532936 h 2257482"/>
              <a:gd name="connsiteX16" fmla="*/ 334741 w 1857234"/>
              <a:gd name="connsiteY16" fmla="*/ 1789388 h 2257482"/>
              <a:gd name="connsiteX17" fmla="*/ 448026 w 1857234"/>
              <a:gd name="connsiteY17" fmla="*/ 1942746 h 2257482"/>
              <a:gd name="connsiteX18" fmla="*/ 619489 w 1857234"/>
              <a:gd name="connsiteY18" fmla="*/ 2120367 h 2257482"/>
              <a:gd name="connsiteX19" fmla="*/ 868503 w 1857234"/>
              <a:gd name="connsiteY19" fmla="*/ 2244593 h 2257482"/>
              <a:gd name="connsiteX20" fmla="*/ 1132832 w 1857234"/>
              <a:gd name="connsiteY20" fmla="*/ 2232550 h 2257482"/>
              <a:gd name="connsiteX21" fmla="*/ 1370068 w 1857234"/>
              <a:gd name="connsiteY21" fmla="*/ 2058400 h 2257482"/>
              <a:gd name="connsiteX22" fmla="*/ 1538047 w 1857234"/>
              <a:gd name="connsiteY22" fmla="*/ 1897136 h 2257482"/>
              <a:gd name="connsiteX23" fmla="*/ 1635245 w 1857234"/>
              <a:gd name="connsiteY23" fmla="*/ 1744202 h 2257482"/>
              <a:gd name="connsiteX24" fmla="*/ 1686553 w 1857234"/>
              <a:gd name="connsiteY24" fmla="*/ 1524470 h 2257482"/>
              <a:gd name="connsiteX25" fmla="*/ 1678087 w 1857234"/>
              <a:gd name="connsiteY25" fmla="*/ 1456736 h 2257482"/>
              <a:gd name="connsiteX26" fmla="*/ 1737353 w 1857234"/>
              <a:gd name="connsiteY26" fmla="*/ 1549870 h 2257482"/>
              <a:gd name="connsiteX27" fmla="*/ 1788153 w 1857234"/>
              <a:gd name="connsiteY27" fmla="*/ 1524470 h 2257482"/>
              <a:gd name="connsiteX28" fmla="*/ 1810167 w 1857234"/>
              <a:gd name="connsiteY28" fmla="*/ 1405936 h 2257482"/>
              <a:gd name="connsiteX29" fmla="*/ 1849113 w 1857234"/>
              <a:gd name="connsiteY29" fmla="*/ 1309416 h 2257482"/>
              <a:gd name="connsiteX30" fmla="*/ 1855887 w 1857234"/>
              <a:gd name="connsiteY30" fmla="*/ 1211203 h 2257482"/>
              <a:gd name="connsiteX31" fmla="*/ 1830487 w 1857234"/>
              <a:gd name="connsiteY31" fmla="*/ 1092670 h 2257482"/>
              <a:gd name="connsiteX32" fmla="*/ 1754287 w 1857234"/>
              <a:gd name="connsiteY32" fmla="*/ 1118070 h 2257482"/>
              <a:gd name="connsiteX33" fmla="*/ 1720420 w 1857234"/>
              <a:gd name="connsiteY33" fmla="*/ 1164636 h 2257482"/>
              <a:gd name="connsiteX34" fmla="*/ 1686553 w 1857234"/>
              <a:gd name="connsiteY34" fmla="*/ 1236603 h 2257482"/>
              <a:gd name="connsiteX35" fmla="*/ 1703487 w 1857234"/>
              <a:gd name="connsiteY35" fmla="*/ 830203 h 2257482"/>
              <a:gd name="connsiteX36" fmla="*/ 1669620 w 1857234"/>
              <a:gd name="connsiteY36" fmla="*/ 505083 h 2257482"/>
              <a:gd name="connsiteX37" fmla="*/ 1474887 w 1857234"/>
              <a:gd name="connsiteY37" fmla="*/ 186736 h 2257482"/>
              <a:gd name="connsiteX38" fmla="*/ 1264278 w 1857234"/>
              <a:gd name="connsiteY38" fmla="*/ 62925 h 2257482"/>
              <a:gd name="connsiteX39" fmla="*/ 907620 w 1857234"/>
              <a:gd name="connsiteY39" fmla="*/ 470 h 2257482"/>
              <a:gd name="connsiteX40" fmla="*/ 699128 w 1857234"/>
              <a:gd name="connsiteY40" fmla="*/ 38246 h 2257482"/>
              <a:gd name="connsiteX0" fmla="*/ 699128 w 1857234"/>
              <a:gd name="connsiteY0" fmla="*/ 38246 h 2278914"/>
              <a:gd name="connsiteX1" fmla="*/ 530853 w 1857234"/>
              <a:gd name="connsiteY1" fmla="*/ 109476 h 2278914"/>
              <a:gd name="connsiteX2" fmla="*/ 359403 w 1857234"/>
              <a:gd name="connsiteY2" fmla="*/ 226951 h 2278914"/>
              <a:gd name="connsiteX3" fmla="*/ 194303 w 1857234"/>
              <a:gd name="connsiteY3" fmla="*/ 500001 h 2278914"/>
              <a:gd name="connsiteX4" fmla="*/ 143503 w 1857234"/>
              <a:gd name="connsiteY4" fmla="*/ 690502 h 2278914"/>
              <a:gd name="connsiteX5" fmla="*/ 143503 w 1857234"/>
              <a:gd name="connsiteY5" fmla="*/ 1058801 h 2278914"/>
              <a:gd name="connsiteX6" fmla="*/ 144562 w 1857234"/>
              <a:gd name="connsiteY6" fmla="*/ 1196386 h 2278914"/>
              <a:gd name="connsiteX7" fmla="*/ 92704 w 1857234"/>
              <a:gd name="connsiteY7" fmla="*/ 1145586 h 2278914"/>
              <a:gd name="connsiteX8" fmla="*/ 13329 w 1857234"/>
              <a:gd name="connsiteY8" fmla="*/ 1150878 h 2278914"/>
              <a:gd name="connsiteX9" fmla="*/ 1687 w 1857234"/>
              <a:gd name="connsiteY9" fmla="*/ 1262003 h 2278914"/>
              <a:gd name="connsiteX10" fmla="*/ 31320 w 1857234"/>
              <a:gd name="connsiteY10" fmla="*/ 1405937 h 2278914"/>
              <a:gd name="connsiteX11" fmla="*/ 99053 w 1857234"/>
              <a:gd name="connsiteY11" fmla="*/ 1511770 h 2278914"/>
              <a:gd name="connsiteX12" fmla="*/ 149853 w 1857234"/>
              <a:gd name="connsiteY12" fmla="*/ 1609136 h 2278914"/>
              <a:gd name="connsiteX13" fmla="*/ 213353 w 1857234"/>
              <a:gd name="connsiteY13" fmla="*/ 1626070 h 2278914"/>
              <a:gd name="connsiteX14" fmla="*/ 221820 w 1857234"/>
              <a:gd name="connsiteY14" fmla="*/ 1566803 h 2278914"/>
              <a:gd name="connsiteX15" fmla="*/ 221820 w 1857234"/>
              <a:gd name="connsiteY15" fmla="*/ 1532936 h 2278914"/>
              <a:gd name="connsiteX16" fmla="*/ 334741 w 1857234"/>
              <a:gd name="connsiteY16" fmla="*/ 1789388 h 2278914"/>
              <a:gd name="connsiteX17" fmla="*/ 448026 w 1857234"/>
              <a:gd name="connsiteY17" fmla="*/ 1942746 h 2278914"/>
              <a:gd name="connsiteX18" fmla="*/ 619489 w 1857234"/>
              <a:gd name="connsiteY18" fmla="*/ 2120367 h 2278914"/>
              <a:gd name="connsiteX19" fmla="*/ 868503 w 1857234"/>
              <a:gd name="connsiteY19" fmla="*/ 2244593 h 2278914"/>
              <a:gd name="connsiteX20" fmla="*/ 1062435 w 1857234"/>
              <a:gd name="connsiteY20" fmla="*/ 2265044 h 2278914"/>
              <a:gd name="connsiteX21" fmla="*/ 1370068 w 1857234"/>
              <a:gd name="connsiteY21" fmla="*/ 2058400 h 2278914"/>
              <a:gd name="connsiteX22" fmla="*/ 1538047 w 1857234"/>
              <a:gd name="connsiteY22" fmla="*/ 1897136 h 2278914"/>
              <a:gd name="connsiteX23" fmla="*/ 1635245 w 1857234"/>
              <a:gd name="connsiteY23" fmla="*/ 1744202 h 2278914"/>
              <a:gd name="connsiteX24" fmla="*/ 1686553 w 1857234"/>
              <a:gd name="connsiteY24" fmla="*/ 1524470 h 2278914"/>
              <a:gd name="connsiteX25" fmla="*/ 1678087 w 1857234"/>
              <a:gd name="connsiteY25" fmla="*/ 1456736 h 2278914"/>
              <a:gd name="connsiteX26" fmla="*/ 1737353 w 1857234"/>
              <a:gd name="connsiteY26" fmla="*/ 1549870 h 2278914"/>
              <a:gd name="connsiteX27" fmla="*/ 1788153 w 1857234"/>
              <a:gd name="connsiteY27" fmla="*/ 1524470 h 2278914"/>
              <a:gd name="connsiteX28" fmla="*/ 1810167 w 1857234"/>
              <a:gd name="connsiteY28" fmla="*/ 1405936 h 2278914"/>
              <a:gd name="connsiteX29" fmla="*/ 1849113 w 1857234"/>
              <a:gd name="connsiteY29" fmla="*/ 1309416 h 2278914"/>
              <a:gd name="connsiteX30" fmla="*/ 1855887 w 1857234"/>
              <a:gd name="connsiteY30" fmla="*/ 1211203 h 2278914"/>
              <a:gd name="connsiteX31" fmla="*/ 1830487 w 1857234"/>
              <a:gd name="connsiteY31" fmla="*/ 1092670 h 2278914"/>
              <a:gd name="connsiteX32" fmla="*/ 1754287 w 1857234"/>
              <a:gd name="connsiteY32" fmla="*/ 1118070 h 2278914"/>
              <a:gd name="connsiteX33" fmla="*/ 1720420 w 1857234"/>
              <a:gd name="connsiteY33" fmla="*/ 1164636 h 2278914"/>
              <a:gd name="connsiteX34" fmla="*/ 1686553 w 1857234"/>
              <a:gd name="connsiteY34" fmla="*/ 1236603 h 2278914"/>
              <a:gd name="connsiteX35" fmla="*/ 1703487 w 1857234"/>
              <a:gd name="connsiteY35" fmla="*/ 830203 h 2278914"/>
              <a:gd name="connsiteX36" fmla="*/ 1669620 w 1857234"/>
              <a:gd name="connsiteY36" fmla="*/ 505083 h 2278914"/>
              <a:gd name="connsiteX37" fmla="*/ 1474887 w 1857234"/>
              <a:gd name="connsiteY37" fmla="*/ 186736 h 2278914"/>
              <a:gd name="connsiteX38" fmla="*/ 1264278 w 1857234"/>
              <a:gd name="connsiteY38" fmla="*/ 62925 h 2278914"/>
              <a:gd name="connsiteX39" fmla="*/ 907620 w 1857234"/>
              <a:gd name="connsiteY39" fmla="*/ 470 h 2278914"/>
              <a:gd name="connsiteX40" fmla="*/ 699128 w 1857234"/>
              <a:gd name="connsiteY40" fmla="*/ 38246 h 2278914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38047 w 1857234"/>
              <a:gd name="connsiteY22" fmla="*/ 1897136 h 2275138"/>
              <a:gd name="connsiteX23" fmla="*/ 1635245 w 1857234"/>
              <a:gd name="connsiteY23" fmla="*/ 1744202 h 2275138"/>
              <a:gd name="connsiteX24" fmla="*/ 1686553 w 1857234"/>
              <a:gd name="connsiteY24" fmla="*/ 1524470 h 2275138"/>
              <a:gd name="connsiteX25" fmla="*/ 1678087 w 1857234"/>
              <a:gd name="connsiteY25" fmla="*/ 1456736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5245 w 1857234"/>
              <a:gd name="connsiteY23" fmla="*/ 1744202 h 2275138"/>
              <a:gd name="connsiteX24" fmla="*/ 1686553 w 1857234"/>
              <a:gd name="connsiteY24" fmla="*/ 1524470 h 2275138"/>
              <a:gd name="connsiteX25" fmla="*/ 1678087 w 1857234"/>
              <a:gd name="connsiteY25" fmla="*/ 1456736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86553 w 1857234"/>
              <a:gd name="connsiteY24" fmla="*/ 1524470 h 2275138"/>
              <a:gd name="connsiteX25" fmla="*/ 1678087 w 1857234"/>
              <a:gd name="connsiteY25" fmla="*/ 1456736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63088 w 1857234"/>
              <a:gd name="connsiteY24" fmla="*/ 1524470 h 2275138"/>
              <a:gd name="connsiteX25" fmla="*/ 1678087 w 1857234"/>
              <a:gd name="connsiteY25" fmla="*/ 1456736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67781 w 1857234"/>
              <a:gd name="connsiteY24" fmla="*/ 1594101 h 2275138"/>
              <a:gd name="connsiteX25" fmla="*/ 1678087 w 1857234"/>
              <a:gd name="connsiteY25" fmla="*/ 1456736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67781 w 1857234"/>
              <a:gd name="connsiteY24" fmla="*/ 1594101 h 2275138"/>
              <a:gd name="connsiteX25" fmla="*/ 1678087 w 1857234"/>
              <a:gd name="connsiteY25" fmla="*/ 1484588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11275 w 1857234"/>
              <a:gd name="connsiteY16" fmla="*/ 176617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67781 w 1857234"/>
              <a:gd name="connsiteY24" fmla="*/ 1594101 h 2275138"/>
              <a:gd name="connsiteX25" fmla="*/ 1678087 w 1857234"/>
              <a:gd name="connsiteY25" fmla="*/ 1484588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11275 w 1857234"/>
              <a:gd name="connsiteY16" fmla="*/ 176617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67781 w 1857234"/>
              <a:gd name="connsiteY24" fmla="*/ 1594101 h 2275138"/>
              <a:gd name="connsiteX25" fmla="*/ 1678087 w 1857234"/>
              <a:gd name="connsiteY25" fmla="*/ 1484588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297"/>
              <a:gd name="connsiteX1" fmla="*/ 530853 w 1857234"/>
              <a:gd name="connsiteY1" fmla="*/ 109476 h 2275297"/>
              <a:gd name="connsiteX2" fmla="*/ 359403 w 1857234"/>
              <a:gd name="connsiteY2" fmla="*/ 226951 h 2275297"/>
              <a:gd name="connsiteX3" fmla="*/ 194303 w 1857234"/>
              <a:gd name="connsiteY3" fmla="*/ 500001 h 2275297"/>
              <a:gd name="connsiteX4" fmla="*/ 143503 w 1857234"/>
              <a:gd name="connsiteY4" fmla="*/ 690502 h 2275297"/>
              <a:gd name="connsiteX5" fmla="*/ 143503 w 1857234"/>
              <a:gd name="connsiteY5" fmla="*/ 1058801 h 2275297"/>
              <a:gd name="connsiteX6" fmla="*/ 144562 w 1857234"/>
              <a:gd name="connsiteY6" fmla="*/ 1196386 h 2275297"/>
              <a:gd name="connsiteX7" fmla="*/ 92704 w 1857234"/>
              <a:gd name="connsiteY7" fmla="*/ 1145586 h 2275297"/>
              <a:gd name="connsiteX8" fmla="*/ 13329 w 1857234"/>
              <a:gd name="connsiteY8" fmla="*/ 1150878 h 2275297"/>
              <a:gd name="connsiteX9" fmla="*/ 1687 w 1857234"/>
              <a:gd name="connsiteY9" fmla="*/ 1262003 h 2275297"/>
              <a:gd name="connsiteX10" fmla="*/ 31320 w 1857234"/>
              <a:gd name="connsiteY10" fmla="*/ 1405937 h 2275297"/>
              <a:gd name="connsiteX11" fmla="*/ 99053 w 1857234"/>
              <a:gd name="connsiteY11" fmla="*/ 1511770 h 2275297"/>
              <a:gd name="connsiteX12" fmla="*/ 149853 w 1857234"/>
              <a:gd name="connsiteY12" fmla="*/ 1609136 h 2275297"/>
              <a:gd name="connsiteX13" fmla="*/ 213353 w 1857234"/>
              <a:gd name="connsiteY13" fmla="*/ 1626070 h 2275297"/>
              <a:gd name="connsiteX14" fmla="*/ 221820 w 1857234"/>
              <a:gd name="connsiteY14" fmla="*/ 1566803 h 2275297"/>
              <a:gd name="connsiteX15" fmla="*/ 221820 w 1857234"/>
              <a:gd name="connsiteY15" fmla="*/ 1532936 h 2275297"/>
              <a:gd name="connsiteX16" fmla="*/ 311275 w 1857234"/>
              <a:gd name="connsiteY16" fmla="*/ 1766178 h 2275297"/>
              <a:gd name="connsiteX17" fmla="*/ 448026 w 1857234"/>
              <a:gd name="connsiteY17" fmla="*/ 1942746 h 2275297"/>
              <a:gd name="connsiteX18" fmla="*/ 642954 w 1857234"/>
              <a:gd name="connsiteY18" fmla="*/ 2115725 h 2275297"/>
              <a:gd name="connsiteX19" fmla="*/ 868503 w 1857234"/>
              <a:gd name="connsiteY19" fmla="*/ 2244593 h 2275297"/>
              <a:gd name="connsiteX20" fmla="*/ 1062435 w 1857234"/>
              <a:gd name="connsiteY20" fmla="*/ 2265044 h 2275297"/>
              <a:gd name="connsiteX21" fmla="*/ 1304365 w 1857234"/>
              <a:gd name="connsiteY21" fmla="*/ 2109462 h 2275297"/>
              <a:gd name="connsiteX22" fmla="*/ 1519275 w 1857234"/>
              <a:gd name="connsiteY22" fmla="*/ 1901778 h 2275297"/>
              <a:gd name="connsiteX23" fmla="*/ 1630552 w 1857234"/>
              <a:gd name="connsiteY23" fmla="*/ 1734918 h 2275297"/>
              <a:gd name="connsiteX24" fmla="*/ 1667781 w 1857234"/>
              <a:gd name="connsiteY24" fmla="*/ 1594101 h 2275297"/>
              <a:gd name="connsiteX25" fmla="*/ 1678087 w 1857234"/>
              <a:gd name="connsiteY25" fmla="*/ 1484588 h 2275297"/>
              <a:gd name="connsiteX26" fmla="*/ 1737353 w 1857234"/>
              <a:gd name="connsiteY26" fmla="*/ 1549870 h 2275297"/>
              <a:gd name="connsiteX27" fmla="*/ 1788153 w 1857234"/>
              <a:gd name="connsiteY27" fmla="*/ 1524470 h 2275297"/>
              <a:gd name="connsiteX28" fmla="*/ 1810167 w 1857234"/>
              <a:gd name="connsiteY28" fmla="*/ 1405936 h 2275297"/>
              <a:gd name="connsiteX29" fmla="*/ 1849113 w 1857234"/>
              <a:gd name="connsiteY29" fmla="*/ 1309416 h 2275297"/>
              <a:gd name="connsiteX30" fmla="*/ 1855887 w 1857234"/>
              <a:gd name="connsiteY30" fmla="*/ 1211203 h 2275297"/>
              <a:gd name="connsiteX31" fmla="*/ 1830487 w 1857234"/>
              <a:gd name="connsiteY31" fmla="*/ 1092670 h 2275297"/>
              <a:gd name="connsiteX32" fmla="*/ 1754287 w 1857234"/>
              <a:gd name="connsiteY32" fmla="*/ 1118070 h 2275297"/>
              <a:gd name="connsiteX33" fmla="*/ 1720420 w 1857234"/>
              <a:gd name="connsiteY33" fmla="*/ 1164636 h 2275297"/>
              <a:gd name="connsiteX34" fmla="*/ 1686553 w 1857234"/>
              <a:gd name="connsiteY34" fmla="*/ 1236603 h 2275297"/>
              <a:gd name="connsiteX35" fmla="*/ 1703487 w 1857234"/>
              <a:gd name="connsiteY35" fmla="*/ 830203 h 2275297"/>
              <a:gd name="connsiteX36" fmla="*/ 1669620 w 1857234"/>
              <a:gd name="connsiteY36" fmla="*/ 505083 h 2275297"/>
              <a:gd name="connsiteX37" fmla="*/ 1474887 w 1857234"/>
              <a:gd name="connsiteY37" fmla="*/ 186736 h 2275297"/>
              <a:gd name="connsiteX38" fmla="*/ 1264278 w 1857234"/>
              <a:gd name="connsiteY38" fmla="*/ 62925 h 2275297"/>
              <a:gd name="connsiteX39" fmla="*/ 907620 w 1857234"/>
              <a:gd name="connsiteY39" fmla="*/ 470 h 2275297"/>
              <a:gd name="connsiteX40" fmla="*/ 699128 w 1857234"/>
              <a:gd name="connsiteY40" fmla="*/ 38246 h 2275297"/>
              <a:gd name="connsiteX0" fmla="*/ 699128 w 1857234"/>
              <a:gd name="connsiteY0" fmla="*/ 38246 h 2275297"/>
              <a:gd name="connsiteX1" fmla="*/ 530853 w 1857234"/>
              <a:gd name="connsiteY1" fmla="*/ 109476 h 2275297"/>
              <a:gd name="connsiteX2" fmla="*/ 359403 w 1857234"/>
              <a:gd name="connsiteY2" fmla="*/ 226951 h 2275297"/>
              <a:gd name="connsiteX3" fmla="*/ 194303 w 1857234"/>
              <a:gd name="connsiteY3" fmla="*/ 500001 h 2275297"/>
              <a:gd name="connsiteX4" fmla="*/ 143503 w 1857234"/>
              <a:gd name="connsiteY4" fmla="*/ 690502 h 2275297"/>
              <a:gd name="connsiteX5" fmla="*/ 143503 w 1857234"/>
              <a:gd name="connsiteY5" fmla="*/ 1058801 h 2275297"/>
              <a:gd name="connsiteX6" fmla="*/ 144562 w 1857234"/>
              <a:gd name="connsiteY6" fmla="*/ 1196386 h 2275297"/>
              <a:gd name="connsiteX7" fmla="*/ 92704 w 1857234"/>
              <a:gd name="connsiteY7" fmla="*/ 1145586 h 2275297"/>
              <a:gd name="connsiteX8" fmla="*/ 13329 w 1857234"/>
              <a:gd name="connsiteY8" fmla="*/ 1150878 h 2275297"/>
              <a:gd name="connsiteX9" fmla="*/ 1687 w 1857234"/>
              <a:gd name="connsiteY9" fmla="*/ 1262003 h 2275297"/>
              <a:gd name="connsiteX10" fmla="*/ 31320 w 1857234"/>
              <a:gd name="connsiteY10" fmla="*/ 1405937 h 2275297"/>
              <a:gd name="connsiteX11" fmla="*/ 99053 w 1857234"/>
              <a:gd name="connsiteY11" fmla="*/ 1511770 h 2275297"/>
              <a:gd name="connsiteX12" fmla="*/ 149853 w 1857234"/>
              <a:gd name="connsiteY12" fmla="*/ 1609136 h 2275297"/>
              <a:gd name="connsiteX13" fmla="*/ 213353 w 1857234"/>
              <a:gd name="connsiteY13" fmla="*/ 1626070 h 2275297"/>
              <a:gd name="connsiteX14" fmla="*/ 221820 w 1857234"/>
              <a:gd name="connsiteY14" fmla="*/ 1566803 h 2275297"/>
              <a:gd name="connsiteX15" fmla="*/ 221820 w 1857234"/>
              <a:gd name="connsiteY15" fmla="*/ 1532936 h 2275297"/>
              <a:gd name="connsiteX16" fmla="*/ 311275 w 1857234"/>
              <a:gd name="connsiteY16" fmla="*/ 1766178 h 2275297"/>
              <a:gd name="connsiteX17" fmla="*/ 448026 w 1857234"/>
              <a:gd name="connsiteY17" fmla="*/ 1942746 h 2275297"/>
              <a:gd name="connsiteX18" fmla="*/ 642954 w 1857234"/>
              <a:gd name="connsiteY18" fmla="*/ 2115725 h 2275297"/>
              <a:gd name="connsiteX19" fmla="*/ 868503 w 1857234"/>
              <a:gd name="connsiteY19" fmla="*/ 2244593 h 2275297"/>
              <a:gd name="connsiteX20" fmla="*/ 1062435 w 1857234"/>
              <a:gd name="connsiteY20" fmla="*/ 2265044 h 2275297"/>
              <a:gd name="connsiteX21" fmla="*/ 1304365 w 1857234"/>
              <a:gd name="connsiteY21" fmla="*/ 2109462 h 2275297"/>
              <a:gd name="connsiteX22" fmla="*/ 1519275 w 1857234"/>
              <a:gd name="connsiteY22" fmla="*/ 1901778 h 2275297"/>
              <a:gd name="connsiteX23" fmla="*/ 1630552 w 1857234"/>
              <a:gd name="connsiteY23" fmla="*/ 1734918 h 2275297"/>
              <a:gd name="connsiteX24" fmla="*/ 1667781 w 1857234"/>
              <a:gd name="connsiteY24" fmla="*/ 1594101 h 2275297"/>
              <a:gd name="connsiteX25" fmla="*/ 1678087 w 1857234"/>
              <a:gd name="connsiteY25" fmla="*/ 1484588 h 2275297"/>
              <a:gd name="connsiteX26" fmla="*/ 1737353 w 1857234"/>
              <a:gd name="connsiteY26" fmla="*/ 1549870 h 2275297"/>
              <a:gd name="connsiteX27" fmla="*/ 1788153 w 1857234"/>
              <a:gd name="connsiteY27" fmla="*/ 1524470 h 2275297"/>
              <a:gd name="connsiteX28" fmla="*/ 1810167 w 1857234"/>
              <a:gd name="connsiteY28" fmla="*/ 1405936 h 2275297"/>
              <a:gd name="connsiteX29" fmla="*/ 1849113 w 1857234"/>
              <a:gd name="connsiteY29" fmla="*/ 1309416 h 2275297"/>
              <a:gd name="connsiteX30" fmla="*/ 1855887 w 1857234"/>
              <a:gd name="connsiteY30" fmla="*/ 1211203 h 2275297"/>
              <a:gd name="connsiteX31" fmla="*/ 1830487 w 1857234"/>
              <a:gd name="connsiteY31" fmla="*/ 1092670 h 2275297"/>
              <a:gd name="connsiteX32" fmla="*/ 1754287 w 1857234"/>
              <a:gd name="connsiteY32" fmla="*/ 1118070 h 2275297"/>
              <a:gd name="connsiteX33" fmla="*/ 1720420 w 1857234"/>
              <a:gd name="connsiteY33" fmla="*/ 1164636 h 2275297"/>
              <a:gd name="connsiteX34" fmla="*/ 1686553 w 1857234"/>
              <a:gd name="connsiteY34" fmla="*/ 1236603 h 2275297"/>
              <a:gd name="connsiteX35" fmla="*/ 1703487 w 1857234"/>
              <a:gd name="connsiteY35" fmla="*/ 830203 h 2275297"/>
              <a:gd name="connsiteX36" fmla="*/ 1669620 w 1857234"/>
              <a:gd name="connsiteY36" fmla="*/ 505083 h 2275297"/>
              <a:gd name="connsiteX37" fmla="*/ 1474887 w 1857234"/>
              <a:gd name="connsiteY37" fmla="*/ 186736 h 2275297"/>
              <a:gd name="connsiteX38" fmla="*/ 1264278 w 1857234"/>
              <a:gd name="connsiteY38" fmla="*/ 62925 h 2275297"/>
              <a:gd name="connsiteX39" fmla="*/ 907620 w 1857234"/>
              <a:gd name="connsiteY39" fmla="*/ 470 h 2275297"/>
              <a:gd name="connsiteX40" fmla="*/ 699128 w 1857234"/>
              <a:gd name="connsiteY40" fmla="*/ 38246 h 2275297"/>
              <a:gd name="connsiteX0" fmla="*/ 699128 w 1857234"/>
              <a:gd name="connsiteY0" fmla="*/ 38246 h 2275298"/>
              <a:gd name="connsiteX1" fmla="*/ 530853 w 1857234"/>
              <a:gd name="connsiteY1" fmla="*/ 109476 h 2275298"/>
              <a:gd name="connsiteX2" fmla="*/ 359403 w 1857234"/>
              <a:gd name="connsiteY2" fmla="*/ 226951 h 2275298"/>
              <a:gd name="connsiteX3" fmla="*/ 194303 w 1857234"/>
              <a:gd name="connsiteY3" fmla="*/ 500001 h 2275298"/>
              <a:gd name="connsiteX4" fmla="*/ 143503 w 1857234"/>
              <a:gd name="connsiteY4" fmla="*/ 690502 h 2275298"/>
              <a:gd name="connsiteX5" fmla="*/ 143503 w 1857234"/>
              <a:gd name="connsiteY5" fmla="*/ 1058801 h 2275298"/>
              <a:gd name="connsiteX6" fmla="*/ 144562 w 1857234"/>
              <a:gd name="connsiteY6" fmla="*/ 1196386 h 2275298"/>
              <a:gd name="connsiteX7" fmla="*/ 92704 w 1857234"/>
              <a:gd name="connsiteY7" fmla="*/ 1145586 h 2275298"/>
              <a:gd name="connsiteX8" fmla="*/ 13329 w 1857234"/>
              <a:gd name="connsiteY8" fmla="*/ 1150878 h 2275298"/>
              <a:gd name="connsiteX9" fmla="*/ 1687 w 1857234"/>
              <a:gd name="connsiteY9" fmla="*/ 1262003 h 2275298"/>
              <a:gd name="connsiteX10" fmla="*/ 31320 w 1857234"/>
              <a:gd name="connsiteY10" fmla="*/ 1405937 h 2275298"/>
              <a:gd name="connsiteX11" fmla="*/ 99053 w 1857234"/>
              <a:gd name="connsiteY11" fmla="*/ 1511770 h 2275298"/>
              <a:gd name="connsiteX12" fmla="*/ 149853 w 1857234"/>
              <a:gd name="connsiteY12" fmla="*/ 1609136 h 2275298"/>
              <a:gd name="connsiteX13" fmla="*/ 213353 w 1857234"/>
              <a:gd name="connsiteY13" fmla="*/ 1626070 h 2275298"/>
              <a:gd name="connsiteX14" fmla="*/ 221820 w 1857234"/>
              <a:gd name="connsiteY14" fmla="*/ 1566803 h 2275298"/>
              <a:gd name="connsiteX15" fmla="*/ 221820 w 1857234"/>
              <a:gd name="connsiteY15" fmla="*/ 1532936 h 2275298"/>
              <a:gd name="connsiteX16" fmla="*/ 311275 w 1857234"/>
              <a:gd name="connsiteY16" fmla="*/ 1766178 h 2275298"/>
              <a:gd name="connsiteX17" fmla="*/ 448026 w 1857234"/>
              <a:gd name="connsiteY17" fmla="*/ 1942746 h 2275298"/>
              <a:gd name="connsiteX18" fmla="*/ 642954 w 1857234"/>
              <a:gd name="connsiteY18" fmla="*/ 2115725 h 2275298"/>
              <a:gd name="connsiteX19" fmla="*/ 868503 w 1857234"/>
              <a:gd name="connsiteY19" fmla="*/ 2244593 h 2275298"/>
              <a:gd name="connsiteX20" fmla="*/ 1015504 w 1857234"/>
              <a:gd name="connsiteY20" fmla="*/ 2265044 h 2275298"/>
              <a:gd name="connsiteX21" fmla="*/ 1304365 w 1857234"/>
              <a:gd name="connsiteY21" fmla="*/ 2109462 h 2275298"/>
              <a:gd name="connsiteX22" fmla="*/ 1519275 w 1857234"/>
              <a:gd name="connsiteY22" fmla="*/ 1901778 h 2275298"/>
              <a:gd name="connsiteX23" fmla="*/ 1630552 w 1857234"/>
              <a:gd name="connsiteY23" fmla="*/ 1734918 h 2275298"/>
              <a:gd name="connsiteX24" fmla="*/ 1667781 w 1857234"/>
              <a:gd name="connsiteY24" fmla="*/ 1594101 h 2275298"/>
              <a:gd name="connsiteX25" fmla="*/ 1678087 w 1857234"/>
              <a:gd name="connsiteY25" fmla="*/ 1484588 h 2275298"/>
              <a:gd name="connsiteX26" fmla="*/ 1737353 w 1857234"/>
              <a:gd name="connsiteY26" fmla="*/ 1549870 h 2275298"/>
              <a:gd name="connsiteX27" fmla="*/ 1788153 w 1857234"/>
              <a:gd name="connsiteY27" fmla="*/ 1524470 h 2275298"/>
              <a:gd name="connsiteX28" fmla="*/ 1810167 w 1857234"/>
              <a:gd name="connsiteY28" fmla="*/ 1405936 h 2275298"/>
              <a:gd name="connsiteX29" fmla="*/ 1849113 w 1857234"/>
              <a:gd name="connsiteY29" fmla="*/ 1309416 h 2275298"/>
              <a:gd name="connsiteX30" fmla="*/ 1855887 w 1857234"/>
              <a:gd name="connsiteY30" fmla="*/ 1211203 h 2275298"/>
              <a:gd name="connsiteX31" fmla="*/ 1830487 w 1857234"/>
              <a:gd name="connsiteY31" fmla="*/ 1092670 h 2275298"/>
              <a:gd name="connsiteX32" fmla="*/ 1754287 w 1857234"/>
              <a:gd name="connsiteY32" fmla="*/ 1118070 h 2275298"/>
              <a:gd name="connsiteX33" fmla="*/ 1720420 w 1857234"/>
              <a:gd name="connsiteY33" fmla="*/ 1164636 h 2275298"/>
              <a:gd name="connsiteX34" fmla="*/ 1686553 w 1857234"/>
              <a:gd name="connsiteY34" fmla="*/ 1236603 h 2275298"/>
              <a:gd name="connsiteX35" fmla="*/ 1703487 w 1857234"/>
              <a:gd name="connsiteY35" fmla="*/ 830203 h 2275298"/>
              <a:gd name="connsiteX36" fmla="*/ 1669620 w 1857234"/>
              <a:gd name="connsiteY36" fmla="*/ 505083 h 2275298"/>
              <a:gd name="connsiteX37" fmla="*/ 1474887 w 1857234"/>
              <a:gd name="connsiteY37" fmla="*/ 186736 h 2275298"/>
              <a:gd name="connsiteX38" fmla="*/ 1264278 w 1857234"/>
              <a:gd name="connsiteY38" fmla="*/ 62925 h 2275298"/>
              <a:gd name="connsiteX39" fmla="*/ 907620 w 1857234"/>
              <a:gd name="connsiteY39" fmla="*/ 470 h 2275298"/>
              <a:gd name="connsiteX40" fmla="*/ 699128 w 1857234"/>
              <a:gd name="connsiteY40" fmla="*/ 38246 h 2275298"/>
              <a:gd name="connsiteX0" fmla="*/ 699128 w 1857234"/>
              <a:gd name="connsiteY0" fmla="*/ 38246 h 2277359"/>
              <a:gd name="connsiteX1" fmla="*/ 530853 w 1857234"/>
              <a:gd name="connsiteY1" fmla="*/ 109476 h 2277359"/>
              <a:gd name="connsiteX2" fmla="*/ 359403 w 1857234"/>
              <a:gd name="connsiteY2" fmla="*/ 226951 h 2277359"/>
              <a:gd name="connsiteX3" fmla="*/ 194303 w 1857234"/>
              <a:gd name="connsiteY3" fmla="*/ 500001 h 2277359"/>
              <a:gd name="connsiteX4" fmla="*/ 143503 w 1857234"/>
              <a:gd name="connsiteY4" fmla="*/ 690502 h 2277359"/>
              <a:gd name="connsiteX5" fmla="*/ 143503 w 1857234"/>
              <a:gd name="connsiteY5" fmla="*/ 1058801 h 2277359"/>
              <a:gd name="connsiteX6" fmla="*/ 144562 w 1857234"/>
              <a:gd name="connsiteY6" fmla="*/ 1196386 h 2277359"/>
              <a:gd name="connsiteX7" fmla="*/ 92704 w 1857234"/>
              <a:gd name="connsiteY7" fmla="*/ 1145586 h 2277359"/>
              <a:gd name="connsiteX8" fmla="*/ 13329 w 1857234"/>
              <a:gd name="connsiteY8" fmla="*/ 1150878 h 2277359"/>
              <a:gd name="connsiteX9" fmla="*/ 1687 w 1857234"/>
              <a:gd name="connsiteY9" fmla="*/ 1262003 h 2277359"/>
              <a:gd name="connsiteX10" fmla="*/ 31320 w 1857234"/>
              <a:gd name="connsiteY10" fmla="*/ 1405937 h 2277359"/>
              <a:gd name="connsiteX11" fmla="*/ 99053 w 1857234"/>
              <a:gd name="connsiteY11" fmla="*/ 1511770 h 2277359"/>
              <a:gd name="connsiteX12" fmla="*/ 149853 w 1857234"/>
              <a:gd name="connsiteY12" fmla="*/ 1609136 h 2277359"/>
              <a:gd name="connsiteX13" fmla="*/ 213353 w 1857234"/>
              <a:gd name="connsiteY13" fmla="*/ 1626070 h 2277359"/>
              <a:gd name="connsiteX14" fmla="*/ 221820 w 1857234"/>
              <a:gd name="connsiteY14" fmla="*/ 1566803 h 2277359"/>
              <a:gd name="connsiteX15" fmla="*/ 221820 w 1857234"/>
              <a:gd name="connsiteY15" fmla="*/ 1532936 h 2277359"/>
              <a:gd name="connsiteX16" fmla="*/ 311275 w 1857234"/>
              <a:gd name="connsiteY16" fmla="*/ 1766178 h 2277359"/>
              <a:gd name="connsiteX17" fmla="*/ 448026 w 1857234"/>
              <a:gd name="connsiteY17" fmla="*/ 1942746 h 2277359"/>
              <a:gd name="connsiteX18" fmla="*/ 642954 w 1857234"/>
              <a:gd name="connsiteY18" fmla="*/ 2115725 h 2277359"/>
              <a:gd name="connsiteX19" fmla="*/ 868503 w 1857234"/>
              <a:gd name="connsiteY19" fmla="*/ 2244593 h 2277359"/>
              <a:gd name="connsiteX20" fmla="*/ 1015504 w 1857234"/>
              <a:gd name="connsiteY20" fmla="*/ 2265044 h 2277359"/>
              <a:gd name="connsiteX21" fmla="*/ 1304365 w 1857234"/>
              <a:gd name="connsiteY21" fmla="*/ 2109462 h 2277359"/>
              <a:gd name="connsiteX22" fmla="*/ 1519275 w 1857234"/>
              <a:gd name="connsiteY22" fmla="*/ 1901778 h 2277359"/>
              <a:gd name="connsiteX23" fmla="*/ 1630552 w 1857234"/>
              <a:gd name="connsiteY23" fmla="*/ 1734918 h 2277359"/>
              <a:gd name="connsiteX24" fmla="*/ 1667781 w 1857234"/>
              <a:gd name="connsiteY24" fmla="*/ 1594101 h 2277359"/>
              <a:gd name="connsiteX25" fmla="*/ 1678087 w 1857234"/>
              <a:gd name="connsiteY25" fmla="*/ 1484588 h 2277359"/>
              <a:gd name="connsiteX26" fmla="*/ 1737353 w 1857234"/>
              <a:gd name="connsiteY26" fmla="*/ 1549870 h 2277359"/>
              <a:gd name="connsiteX27" fmla="*/ 1788153 w 1857234"/>
              <a:gd name="connsiteY27" fmla="*/ 1524470 h 2277359"/>
              <a:gd name="connsiteX28" fmla="*/ 1810167 w 1857234"/>
              <a:gd name="connsiteY28" fmla="*/ 1405936 h 2277359"/>
              <a:gd name="connsiteX29" fmla="*/ 1849113 w 1857234"/>
              <a:gd name="connsiteY29" fmla="*/ 1309416 h 2277359"/>
              <a:gd name="connsiteX30" fmla="*/ 1855887 w 1857234"/>
              <a:gd name="connsiteY30" fmla="*/ 1211203 h 2277359"/>
              <a:gd name="connsiteX31" fmla="*/ 1830487 w 1857234"/>
              <a:gd name="connsiteY31" fmla="*/ 1092670 h 2277359"/>
              <a:gd name="connsiteX32" fmla="*/ 1754287 w 1857234"/>
              <a:gd name="connsiteY32" fmla="*/ 1118070 h 2277359"/>
              <a:gd name="connsiteX33" fmla="*/ 1720420 w 1857234"/>
              <a:gd name="connsiteY33" fmla="*/ 1164636 h 2277359"/>
              <a:gd name="connsiteX34" fmla="*/ 1686553 w 1857234"/>
              <a:gd name="connsiteY34" fmla="*/ 1236603 h 2277359"/>
              <a:gd name="connsiteX35" fmla="*/ 1703487 w 1857234"/>
              <a:gd name="connsiteY35" fmla="*/ 830203 h 2277359"/>
              <a:gd name="connsiteX36" fmla="*/ 1669620 w 1857234"/>
              <a:gd name="connsiteY36" fmla="*/ 505083 h 2277359"/>
              <a:gd name="connsiteX37" fmla="*/ 1474887 w 1857234"/>
              <a:gd name="connsiteY37" fmla="*/ 186736 h 2277359"/>
              <a:gd name="connsiteX38" fmla="*/ 1264278 w 1857234"/>
              <a:gd name="connsiteY38" fmla="*/ 62925 h 2277359"/>
              <a:gd name="connsiteX39" fmla="*/ 907620 w 1857234"/>
              <a:gd name="connsiteY39" fmla="*/ 470 h 2277359"/>
              <a:gd name="connsiteX40" fmla="*/ 699128 w 1857234"/>
              <a:gd name="connsiteY40" fmla="*/ 38246 h 2277359"/>
              <a:gd name="connsiteX0" fmla="*/ 699128 w 1857234"/>
              <a:gd name="connsiteY0" fmla="*/ 38246 h 2277359"/>
              <a:gd name="connsiteX1" fmla="*/ 530853 w 1857234"/>
              <a:gd name="connsiteY1" fmla="*/ 109476 h 2277359"/>
              <a:gd name="connsiteX2" fmla="*/ 359403 w 1857234"/>
              <a:gd name="connsiteY2" fmla="*/ 226951 h 2277359"/>
              <a:gd name="connsiteX3" fmla="*/ 194303 w 1857234"/>
              <a:gd name="connsiteY3" fmla="*/ 500001 h 2277359"/>
              <a:gd name="connsiteX4" fmla="*/ 143503 w 1857234"/>
              <a:gd name="connsiteY4" fmla="*/ 690502 h 2277359"/>
              <a:gd name="connsiteX5" fmla="*/ 143503 w 1857234"/>
              <a:gd name="connsiteY5" fmla="*/ 1058801 h 2277359"/>
              <a:gd name="connsiteX6" fmla="*/ 144562 w 1857234"/>
              <a:gd name="connsiteY6" fmla="*/ 1196386 h 2277359"/>
              <a:gd name="connsiteX7" fmla="*/ 92704 w 1857234"/>
              <a:gd name="connsiteY7" fmla="*/ 1145586 h 2277359"/>
              <a:gd name="connsiteX8" fmla="*/ 13329 w 1857234"/>
              <a:gd name="connsiteY8" fmla="*/ 1150878 h 2277359"/>
              <a:gd name="connsiteX9" fmla="*/ 1687 w 1857234"/>
              <a:gd name="connsiteY9" fmla="*/ 1262003 h 2277359"/>
              <a:gd name="connsiteX10" fmla="*/ 31320 w 1857234"/>
              <a:gd name="connsiteY10" fmla="*/ 1405937 h 2277359"/>
              <a:gd name="connsiteX11" fmla="*/ 99053 w 1857234"/>
              <a:gd name="connsiteY11" fmla="*/ 1511770 h 2277359"/>
              <a:gd name="connsiteX12" fmla="*/ 149853 w 1857234"/>
              <a:gd name="connsiteY12" fmla="*/ 1609136 h 2277359"/>
              <a:gd name="connsiteX13" fmla="*/ 213353 w 1857234"/>
              <a:gd name="connsiteY13" fmla="*/ 1626070 h 2277359"/>
              <a:gd name="connsiteX14" fmla="*/ 221820 w 1857234"/>
              <a:gd name="connsiteY14" fmla="*/ 1566803 h 2277359"/>
              <a:gd name="connsiteX15" fmla="*/ 221820 w 1857234"/>
              <a:gd name="connsiteY15" fmla="*/ 1532936 h 2277359"/>
              <a:gd name="connsiteX16" fmla="*/ 311275 w 1857234"/>
              <a:gd name="connsiteY16" fmla="*/ 1766178 h 2277359"/>
              <a:gd name="connsiteX17" fmla="*/ 448026 w 1857234"/>
              <a:gd name="connsiteY17" fmla="*/ 1942746 h 2277359"/>
              <a:gd name="connsiteX18" fmla="*/ 642954 w 1857234"/>
              <a:gd name="connsiteY18" fmla="*/ 2115725 h 2277359"/>
              <a:gd name="connsiteX19" fmla="*/ 868503 w 1857234"/>
              <a:gd name="connsiteY19" fmla="*/ 2244593 h 2277359"/>
              <a:gd name="connsiteX20" fmla="*/ 1015504 w 1857234"/>
              <a:gd name="connsiteY20" fmla="*/ 2265044 h 2277359"/>
              <a:gd name="connsiteX21" fmla="*/ 1304365 w 1857234"/>
              <a:gd name="connsiteY21" fmla="*/ 2109462 h 2277359"/>
              <a:gd name="connsiteX22" fmla="*/ 1519275 w 1857234"/>
              <a:gd name="connsiteY22" fmla="*/ 1901778 h 2277359"/>
              <a:gd name="connsiteX23" fmla="*/ 1630552 w 1857234"/>
              <a:gd name="connsiteY23" fmla="*/ 1734918 h 2277359"/>
              <a:gd name="connsiteX24" fmla="*/ 1667781 w 1857234"/>
              <a:gd name="connsiteY24" fmla="*/ 1594101 h 2277359"/>
              <a:gd name="connsiteX25" fmla="*/ 1678087 w 1857234"/>
              <a:gd name="connsiteY25" fmla="*/ 1484588 h 2277359"/>
              <a:gd name="connsiteX26" fmla="*/ 1737353 w 1857234"/>
              <a:gd name="connsiteY26" fmla="*/ 1549870 h 2277359"/>
              <a:gd name="connsiteX27" fmla="*/ 1788153 w 1857234"/>
              <a:gd name="connsiteY27" fmla="*/ 1524470 h 2277359"/>
              <a:gd name="connsiteX28" fmla="*/ 1810167 w 1857234"/>
              <a:gd name="connsiteY28" fmla="*/ 1405936 h 2277359"/>
              <a:gd name="connsiteX29" fmla="*/ 1849113 w 1857234"/>
              <a:gd name="connsiteY29" fmla="*/ 1309416 h 2277359"/>
              <a:gd name="connsiteX30" fmla="*/ 1855887 w 1857234"/>
              <a:gd name="connsiteY30" fmla="*/ 1211203 h 2277359"/>
              <a:gd name="connsiteX31" fmla="*/ 1830487 w 1857234"/>
              <a:gd name="connsiteY31" fmla="*/ 1092670 h 2277359"/>
              <a:gd name="connsiteX32" fmla="*/ 1754287 w 1857234"/>
              <a:gd name="connsiteY32" fmla="*/ 1118070 h 2277359"/>
              <a:gd name="connsiteX33" fmla="*/ 1720420 w 1857234"/>
              <a:gd name="connsiteY33" fmla="*/ 1164636 h 2277359"/>
              <a:gd name="connsiteX34" fmla="*/ 1686553 w 1857234"/>
              <a:gd name="connsiteY34" fmla="*/ 1236603 h 2277359"/>
              <a:gd name="connsiteX35" fmla="*/ 1703487 w 1857234"/>
              <a:gd name="connsiteY35" fmla="*/ 830203 h 2277359"/>
              <a:gd name="connsiteX36" fmla="*/ 1669620 w 1857234"/>
              <a:gd name="connsiteY36" fmla="*/ 505083 h 2277359"/>
              <a:gd name="connsiteX37" fmla="*/ 1474887 w 1857234"/>
              <a:gd name="connsiteY37" fmla="*/ 186736 h 2277359"/>
              <a:gd name="connsiteX38" fmla="*/ 1264278 w 1857234"/>
              <a:gd name="connsiteY38" fmla="*/ 62925 h 2277359"/>
              <a:gd name="connsiteX39" fmla="*/ 907620 w 1857234"/>
              <a:gd name="connsiteY39" fmla="*/ 470 h 2277359"/>
              <a:gd name="connsiteX40" fmla="*/ 699128 w 1857234"/>
              <a:gd name="connsiteY40" fmla="*/ 38246 h 2277359"/>
              <a:gd name="connsiteX0" fmla="*/ 699128 w 1857234"/>
              <a:gd name="connsiteY0" fmla="*/ 38246 h 2283078"/>
              <a:gd name="connsiteX1" fmla="*/ 530853 w 1857234"/>
              <a:gd name="connsiteY1" fmla="*/ 109476 h 2283078"/>
              <a:gd name="connsiteX2" fmla="*/ 359403 w 1857234"/>
              <a:gd name="connsiteY2" fmla="*/ 226951 h 2283078"/>
              <a:gd name="connsiteX3" fmla="*/ 194303 w 1857234"/>
              <a:gd name="connsiteY3" fmla="*/ 500001 h 2283078"/>
              <a:gd name="connsiteX4" fmla="*/ 143503 w 1857234"/>
              <a:gd name="connsiteY4" fmla="*/ 690502 h 2283078"/>
              <a:gd name="connsiteX5" fmla="*/ 143503 w 1857234"/>
              <a:gd name="connsiteY5" fmla="*/ 1058801 h 2283078"/>
              <a:gd name="connsiteX6" fmla="*/ 144562 w 1857234"/>
              <a:gd name="connsiteY6" fmla="*/ 1196386 h 2283078"/>
              <a:gd name="connsiteX7" fmla="*/ 92704 w 1857234"/>
              <a:gd name="connsiteY7" fmla="*/ 1145586 h 2283078"/>
              <a:gd name="connsiteX8" fmla="*/ 13329 w 1857234"/>
              <a:gd name="connsiteY8" fmla="*/ 1150878 h 2283078"/>
              <a:gd name="connsiteX9" fmla="*/ 1687 w 1857234"/>
              <a:gd name="connsiteY9" fmla="*/ 1262003 h 2283078"/>
              <a:gd name="connsiteX10" fmla="*/ 31320 w 1857234"/>
              <a:gd name="connsiteY10" fmla="*/ 1405937 h 2283078"/>
              <a:gd name="connsiteX11" fmla="*/ 99053 w 1857234"/>
              <a:gd name="connsiteY11" fmla="*/ 1511770 h 2283078"/>
              <a:gd name="connsiteX12" fmla="*/ 149853 w 1857234"/>
              <a:gd name="connsiteY12" fmla="*/ 1609136 h 2283078"/>
              <a:gd name="connsiteX13" fmla="*/ 213353 w 1857234"/>
              <a:gd name="connsiteY13" fmla="*/ 1626070 h 2283078"/>
              <a:gd name="connsiteX14" fmla="*/ 221820 w 1857234"/>
              <a:gd name="connsiteY14" fmla="*/ 1566803 h 2283078"/>
              <a:gd name="connsiteX15" fmla="*/ 221820 w 1857234"/>
              <a:gd name="connsiteY15" fmla="*/ 1532936 h 2283078"/>
              <a:gd name="connsiteX16" fmla="*/ 311275 w 1857234"/>
              <a:gd name="connsiteY16" fmla="*/ 1766178 h 2283078"/>
              <a:gd name="connsiteX17" fmla="*/ 448026 w 1857234"/>
              <a:gd name="connsiteY17" fmla="*/ 1942746 h 2283078"/>
              <a:gd name="connsiteX18" fmla="*/ 642954 w 1857234"/>
              <a:gd name="connsiteY18" fmla="*/ 2115725 h 2283078"/>
              <a:gd name="connsiteX19" fmla="*/ 817318 w 1857234"/>
              <a:gd name="connsiteY19" fmla="*/ 2263161 h 2283078"/>
              <a:gd name="connsiteX20" fmla="*/ 1015504 w 1857234"/>
              <a:gd name="connsiteY20" fmla="*/ 2265044 h 2283078"/>
              <a:gd name="connsiteX21" fmla="*/ 1304365 w 1857234"/>
              <a:gd name="connsiteY21" fmla="*/ 2109462 h 2283078"/>
              <a:gd name="connsiteX22" fmla="*/ 1519275 w 1857234"/>
              <a:gd name="connsiteY22" fmla="*/ 1901778 h 2283078"/>
              <a:gd name="connsiteX23" fmla="*/ 1630552 w 1857234"/>
              <a:gd name="connsiteY23" fmla="*/ 1734918 h 2283078"/>
              <a:gd name="connsiteX24" fmla="*/ 1667781 w 1857234"/>
              <a:gd name="connsiteY24" fmla="*/ 1594101 h 2283078"/>
              <a:gd name="connsiteX25" fmla="*/ 1678087 w 1857234"/>
              <a:gd name="connsiteY25" fmla="*/ 1484588 h 2283078"/>
              <a:gd name="connsiteX26" fmla="*/ 1737353 w 1857234"/>
              <a:gd name="connsiteY26" fmla="*/ 1549870 h 2283078"/>
              <a:gd name="connsiteX27" fmla="*/ 1788153 w 1857234"/>
              <a:gd name="connsiteY27" fmla="*/ 1524470 h 2283078"/>
              <a:gd name="connsiteX28" fmla="*/ 1810167 w 1857234"/>
              <a:gd name="connsiteY28" fmla="*/ 1405936 h 2283078"/>
              <a:gd name="connsiteX29" fmla="*/ 1849113 w 1857234"/>
              <a:gd name="connsiteY29" fmla="*/ 1309416 h 2283078"/>
              <a:gd name="connsiteX30" fmla="*/ 1855887 w 1857234"/>
              <a:gd name="connsiteY30" fmla="*/ 1211203 h 2283078"/>
              <a:gd name="connsiteX31" fmla="*/ 1830487 w 1857234"/>
              <a:gd name="connsiteY31" fmla="*/ 1092670 h 2283078"/>
              <a:gd name="connsiteX32" fmla="*/ 1754287 w 1857234"/>
              <a:gd name="connsiteY32" fmla="*/ 1118070 h 2283078"/>
              <a:gd name="connsiteX33" fmla="*/ 1720420 w 1857234"/>
              <a:gd name="connsiteY33" fmla="*/ 1164636 h 2283078"/>
              <a:gd name="connsiteX34" fmla="*/ 1686553 w 1857234"/>
              <a:gd name="connsiteY34" fmla="*/ 1236603 h 2283078"/>
              <a:gd name="connsiteX35" fmla="*/ 1703487 w 1857234"/>
              <a:gd name="connsiteY35" fmla="*/ 830203 h 2283078"/>
              <a:gd name="connsiteX36" fmla="*/ 1669620 w 1857234"/>
              <a:gd name="connsiteY36" fmla="*/ 505083 h 2283078"/>
              <a:gd name="connsiteX37" fmla="*/ 1474887 w 1857234"/>
              <a:gd name="connsiteY37" fmla="*/ 186736 h 2283078"/>
              <a:gd name="connsiteX38" fmla="*/ 1264278 w 1857234"/>
              <a:gd name="connsiteY38" fmla="*/ 62925 h 2283078"/>
              <a:gd name="connsiteX39" fmla="*/ 907620 w 1857234"/>
              <a:gd name="connsiteY39" fmla="*/ 470 h 2283078"/>
              <a:gd name="connsiteX40" fmla="*/ 699128 w 1857234"/>
              <a:gd name="connsiteY40" fmla="*/ 38246 h 2283078"/>
              <a:gd name="connsiteX0" fmla="*/ 699128 w 1857234"/>
              <a:gd name="connsiteY0" fmla="*/ 38246 h 2280460"/>
              <a:gd name="connsiteX1" fmla="*/ 530853 w 1857234"/>
              <a:gd name="connsiteY1" fmla="*/ 109476 h 2280460"/>
              <a:gd name="connsiteX2" fmla="*/ 359403 w 1857234"/>
              <a:gd name="connsiteY2" fmla="*/ 226951 h 2280460"/>
              <a:gd name="connsiteX3" fmla="*/ 194303 w 1857234"/>
              <a:gd name="connsiteY3" fmla="*/ 500001 h 2280460"/>
              <a:gd name="connsiteX4" fmla="*/ 143503 w 1857234"/>
              <a:gd name="connsiteY4" fmla="*/ 690502 h 2280460"/>
              <a:gd name="connsiteX5" fmla="*/ 143503 w 1857234"/>
              <a:gd name="connsiteY5" fmla="*/ 1058801 h 2280460"/>
              <a:gd name="connsiteX6" fmla="*/ 144562 w 1857234"/>
              <a:gd name="connsiteY6" fmla="*/ 1196386 h 2280460"/>
              <a:gd name="connsiteX7" fmla="*/ 92704 w 1857234"/>
              <a:gd name="connsiteY7" fmla="*/ 1145586 h 2280460"/>
              <a:gd name="connsiteX8" fmla="*/ 13329 w 1857234"/>
              <a:gd name="connsiteY8" fmla="*/ 1150878 h 2280460"/>
              <a:gd name="connsiteX9" fmla="*/ 1687 w 1857234"/>
              <a:gd name="connsiteY9" fmla="*/ 1262003 h 2280460"/>
              <a:gd name="connsiteX10" fmla="*/ 31320 w 1857234"/>
              <a:gd name="connsiteY10" fmla="*/ 1405937 h 2280460"/>
              <a:gd name="connsiteX11" fmla="*/ 99053 w 1857234"/>
              <a:gd name="connsiteY11" fmla="*/ 1511770 h 2280460"/>
              <a:gd name="connsiteX12" fmla="*/ 149853 w 1857234"/>
              <a:gd name="connsiteY12" fmla="*/ 1609136 h 2280460"/>
              <a:gd name="connsiteX13" fmla="*/ 213353 w 1857234"/>
              <a:gd name="connsiteY13" fmla="*/ 1626070 h 2280460"/>
              <a:gd name="connsiteX14" fmla="*/ 221820 w 1857234"/>
              <a:gd name="connsiteY14" fmla="*/ 1566803 h 2280460"/>
              <a:gd name="connsiteX15" fmla="*/ 221820 w 1857234"/>
              <a:gd name="connsiteY15" fmla="*/ 1532936 h 2280460"/>
              <a:gd name="connsiteX16" fmla="*/ 311275 w 1857234"/>
              <a:gd name="connsiteY16" fmla="*/ 1766178 h 2280460"/>
              <a:gd name="connsiteX17" fmla="*/ 448026 w 1857234"/>
              <a:gd name="connsiteY17" fmla="*/ 1942746 h 2280460"/>
              <a:gd name="connsiteX18" fmla="*/ 642954 w 1857234"/>
              <a:gd name="connsiteY18" fmla="*/ 2115725 h 2280460"/>
              <a:gd name="connsiteX19" fmla="*/ 817318 w 1857234"/>
              <a:gd name="connsiteY19" fmla="*/ 2263161 h 2280460"/>
              <a:gd name="connsiteX20" fmla="*/ 1085302 w 1857234"/>
              <a:gd name="connsiteY20" fmla="*/ 2260402 h 2280460"/>
              <a:gd name="connsiteX21" fmla="*/ 1304365 w 1857234"/>
              <a:gd name="connsiteY21" fmla="*/ 2109462 h 2280460"/>
              <a:gd name="connsiteX22" fmla="*/ 1519275 w 1857234"/>
              <a:gd name="connsiteY22" fmla="*/ 1901778 h 2280460"/>
              <a:gd name="connsiteX23" fmla="*/ 1630552 w 1857234"/>
              <a:gd name="connsiteY23" fmla="*/ 1734918 h 2280460"/>
              <a:gd name="connsiteX24" fmla="*/ 1667781 w 1857234"/>
              <a:gd name="connsiteY24" fmla="*/ 1594101 h 2280460"/>
              <a:gd name="connsiteX25" fmla="*/ 1678087 w 1857234"/>
              <a:gd name="connsiteY25" fmla="*/ 1484588 h 2280460"/>
              <a:gd name="connsiteX26" fmla="*/ 1737353 w 1857234"/>
              <a:gd name="connsiteY26" fmla="*/ 1549870 h 2280460"/>
              <a:gd name="connsiteX27" fmla="*/ 1788153 w 1857234"/>
              <a:gd name="connsiteY27" fmla="*/ 1524470 h 2280460"/>
              <a:gd name="connsiteX28" fmla="*/ 1810167 w 1857234"/>
              <a:gd name="connsiteY28" fmla="*/ 1405936 h 2280460"/>
              <a:gd name="connsiteX29" fmla="*/ 1849113 w 1857234"/>
              <a:gd name="connsiteY29" fmla="*/ 1309416 h 2280460"/>
              <a:gd name="connsiteX30" fmla="*/ 1855887 w 1857234"/>
              <a:gd name="connsiteY30" fmla="*/ 1211203 h 2280460"/>
              <a:gd name="connsiteX31" fmla="*/ 1830487 w 1857234"/>
              <a:gd name="connsiteY31" fmla="*/ 1092670 h 2280460"/>
              <a:gd name="connsiteX32" fmla="*/ 1754287 w 1857234"/>
              <a:gd name="connsiteY32" fmla="*/ 1118070 h 2280460"/>
              <a:gd name="connsiteX33" fmla="*/ 1720420 w 1857234"/>
              <a:gd name="connsiteY33" fmla="*/ 1164636 h 2280460"/>
              <a:gd name="connsiteX34" fmla="*/ 1686553 w 1857234"/>
              <a:gd name="connsiteY34" fmla="*/ 1236603 h 2280460"/>
              <a:gd name="connsiteX35" fmla="*/ 1703487 w 1857234"/>
              <a:gd name="connsiteY35" fmla="*/ 830203 h 2280460"/>
              <a:gd name="connsiteX36" fmla="*/ 1669620 w 1857234"/>
              <a:gd name="connsiteY36" fmla="*/ 505083 h 2280460"/>
              <a:gd name="connsiteX37" fmla="*/ 1474887 w 1857234"/>
              <a:gd name="connsiteY37" fmla="*/ 186736 h 2280460"/>
              <a:gd name="connsiteX38" fmla="*/ 1264278 w 1857234"/>
              <a:gd name="connsiteY38" fmla="*/ 62925 h 2280460"/>
              <a:gd name="connsiteX39" fmla="*/ 907620 w 1857234"/>
              <a:gd name="connsiteY39" fmla="*/ 470 h 2280460"/>
              <a:gd name="connsiteX40" fmla="*/ 699128 w 1857234"/>
              <a:gd name="connsiteY40" fmla="*/ 38246 h 2280460"/>
              <a:gd name="connsiteX0" fmla="*/ 699128 w 1857234"/>
              <a:gd name="connsiteY0" fmla="*/ 38246 h 2273485"/>
              <a:gd name="connsiteX1" fmla="*/ 530853 w 1857234"/>
              <a:gd name="connsiteY1" fmla="*/ 109476 h 2273485"/>
              <a:gd name="connsiteX2" fmla="*/ 359403 w 1857234"/>
              <a:gd name="connsiteY2" fmla="*/ 226951 h 2273485"/>
              <a:gd name="connsiteX3" fmla="*/ 194303 w 1857234"/>
              <a:gd name="connsiteY3" fmla="*/ 500001 h 2273485"/>
              <a:gd name="connsiteX4" fmla="*/ 143503 w 1857234"/>
              <a:gd name="connsiteY4" fmla="*/ 690502 h 2273485"/>
              <a:gd name="connsiteX5" fmla="*/ 143503 w 1857234"/>
              <a:gd name="connsiteY5" fmla="*/ 1058801 h 2273485"/>
              <a:gd name="connsiteX6" fmla="*/ 144562 w 1857234"/>
              <a:gd name="connsiteY6" fmla="*/ 1196386 h 2273485"/>
              <a:gd name="connsiteX7" fmla="*/ 92704 w 1857234"/>
              <a:gd name="connsiteY7" fmla="*/ 1145586 h 2273485"/>
              <a:gd name="connsiteX8" fmla="*/ 13329 w 1857234"/>
              <a:gd name="connsiteY8" fmla="*/ 1150878 h 2273485"/>
              <a:gd name="connsiteX9" fmla="*/ 1687 w 1857234"/>
              <a:gd name="connsiteY9" fmla="*/ 1262003 h 2273485"/>
              <a:gd name="connsiteX10" fmla="*/ 31320 w 1857234"/>
              <a:gd name="connsiteY10" fmla="*/ 1405937 h 2273485"/>
              <a:gd name="connsiteX11" fmla="*/ 99053 w 1857234"/>
              <a:gd name="connsiteY11" fmla="*/ 1511770 h 2273485"/>
              <a:gd name="connsiteX12" fmla="*/ 149853 w 1857234"/>
              <a:gd name="connsiteY12" fmla="*/ 1609136 h 2273485"/>
              <a:gd name="connsiteX13" fmla="*/ 213353 w 1857234"/>
              <a:gd name="connsiteY13" fmla="*/ 1626070 h 2273485"/>
              <a:gd name="connsiteX14" fmla="*/ 221820 w 1857234"/>
              <a:gd name="connsiteY14" fmla="*/ 1566803 h 2273485"/>
              <a:gd name="connsiteX15" fmla="*/ 221820 w 1857234"/>
              <a:gd name="connsiteY15" fmla="*/ 1532936 h 2273485"/>
              <a:gd name="connsiteX16" fmla="*/ 311275 w 1857234"/>
              <a:gd name="connsiteY16" fmla="*/ 1766178 h 2273485"/>
              <a:gd name="connsiteX17" fmla="*/ 448026 w 1857234"/>
              <a:gd name="connsiteY17" fmla="*/ 1942746 h 2273485"/>
              <a:gd name="connsiteX18" fmla="*/ 642954 w 1857234"/>
              <a:gd name="connsiteY18" fmla="*/ 2115725 h 2273485"/>
              <a:gd name="connsiteX19" fmla="*/ 817318 w 1857234"/>
              <a:gd name="connsiteY19" fmla="*/ 2249235 h 2273485"/>
              <a:gd name="connsiteX20" fmla="*/ 1085302 w 1857234"/>
              <a:gd name="connsiteY20" fmla="*/ 2260402 h 2273485"/>
              <a:gd name="connsiteX21" fmla="*/ 1304365 w 1857234"/>
              <a:gd name="connsiteY21" fmla="*/ 2109462 h 2273485"/>
              <a:gd name="connsiteX22" fmla="*/ 1519275 w 1857234"/>
              <a:gd name="connsiteY22" fmla="*/ 1901778 h 2273485"/>
              <a:gd name="connsiteX23" fmla="*/ 1630552 w 1857234"/>
              <a:gd name="connsiteY23" fmla="*/ 1734918 h 2273485"/>
              <a:gd name="connsiteX24" fmla="*/ 1667781 w 1857234"/>
              <a:gd name="connsiteY24" fmla="*/ 1594101 h 2273485"/>
              <a:gd name="connsiteX25" fmla="*/ 1678087 w 1857234"/>
              <a:gd name="connsiteY25" fmla="*/ 1484588 h 2273485"/>
              <a:gd name="connsiteX26" fmla="*/ 1737353 w 1857234"/>
              <a:gd name="connsiteY26" fmla="*/ 1549870 h 2273485"/>
              <a:gd name="connsiteX27" fmla="*/ 1788153 w 1857234"/>
              <a:gd name="connsiteY27" fmla="*/ 1524470 h 2273485"/>
              <a:gd name="connsiteX28" fmla="*/ 1810167 w 1857234"/>
              <a:gd name="connsiteY28" fmla="*/ 1405936 h 2273485"/>
              <a:gd name="connsiteX29" fmla="*/ 1849113 w 1857234"/>
              <a:gd name="connsiteY29" fmla="*/ 1309416 h 2273485"/>
              <a:gd name="connsiteX30" fmla="*/ 1855887 w 1857234"/>
              <a:gd name="connsiteY30" fmla="*/ 1211203 h 2273485"/>
              <a:gd name="connsiteX31" fmla="*/ 1830487 w 1857234"/>
              <a:gd name="connsiteY31" fmla="*/ 1092670 h 2273485"/>
              <a:gd name="connsiteX32" fmla="*/ 1754287 w 1857234"/>
              <a:gd name="connsiteY32" fmla="*/ 1118070 h 2273485"/>
              <a:gd name="connsiteX33" fmla="*/ 1720420 w 1857234"/>
              <a:gd name="connsiteY33" fmla="*/ 1164636 h 2273485"/>
              <a:gd name="connsiteX34" fmla="*/ 1686553 w 1857234"/>
              <a:gd name="connsiteY34" fmla="*/ 1236603 h 2273485"/>
              <a:gd name="connsiteX35" fmla="*/ 1703487 w 1857234"/>
              <a:gd name="connsiteY35" fmla="*/ 830203 h 2273485"/>
              <a:gd name="connsiteX36" fmla="*/ 1669620 w 1857234"/>
              <a:gd name="connsiteY36" fmla="*/ 505083 h 2273485"/>
              <a:gd name="connsiteX37" fmla="*/ 1474887 w 1857234"/>
              <a:gd name="connsiteY37" fmla="*/ 186736 h 2273485"/>
              <a:gd name="connsiteX38" fmla="*/ 1264278 w 1857234"/>
              <a:gd name="connsiteY38" fmla="*/ 62925 h 2273485"/>
              <a:gd name="connsiteX39" fmla="*/ 907620 w 1857234"/>
              <a:gd name="connsiteY39" fmla="*/ 470 h 2273485"/>
              <a:gd name="connsiteX40" fmla="*/ 699128 w 1857234"/>
              <a:gd name="connsiteY40" fmla="*/ 38246 h 2273485"/>
              <a:gd name="connsiteX0" fmla="*/ 699128 w 1857234"/>
              <a:gd name="connsiteY0" fmla="*/ 38246 h 2264613"/>
              <a:gd name="connsiteX1" fmla="*/ 530853 w 1857234"/>
              <a:gd name="connsiteY1" fmla="*/ 109476 h 2264613"/>
              <a:gd name="connsiteX2" fmla="*/ 359403 w 1857234"/>
              <a:gd name="connsiteY2" fmla="*/ 226951 h 2264613"/>
              <a:gd name="connsiteX3" fmla="*/ 194303 w 1857234"/>
              <a:gd name="connsiteY3" fmla="*/ 500001 h 2264613"/>
              <a:gd name="connsiteX4" fmla="*/ 143503 w 1857234"/>
              <a:gd name="connsiteY4" fmla="*/ 690502 h 2264613"/>
              <a:gd name="connsiteX5" fmla="*/ 143503 w 1857234"/>
              <a:gd name="connsiteY5" fmla="*/ 1058801 h 2264613"/>
              <a:gd name="connsiteX6" fmla="*/ 144562 w 1857234"/>
              <a:gd name="connsiteY6" fmla="*/ 1196386 h 2264613"/>
              <a:gd name="connsiteX7" fmla="*/ 92704 w 1857234"/>
              <a:gd name="connsiteY7" fmla="*/ 1145586 h 2264613"/>
              <a:gd name="connsiteX8" fmla="*/ 13329 w 1857234"/>
              <a:gd name="connsiteY8" fmla="*/ 1150878 h 2264613"/>
              <a:gd name="connsiteX9" fmla="*/ 1687 w 1857234"/>
              <a:gd name="connsiteY9" fmla="*/ 1262003 h 2264613"/>
              <a:gd name="connsiteX10" fmla="*/ 31320 w 1857234"/>
              <a:gd name="connsiteY10" fmla="*/ 1405937 h 2264613"/>
              <a:gd name="connsiteX11" fmla="*/ 99053 w 1857234"/>
              <a:gd name="connsiteY11" fmla="*/ 1511770 h 2264613"/>
              <a:gd name="connsiteX12" fmla="*/ 149853 w 1857234"/>
              <a:gd name="connsiteY12" fmla="*/ 1609136 h 2264613"/>
              <a:gd name="connsiteX13" fmla="*/ 213353 w 1857234"/>
              <a:gd name="connsiteY13" fmla="*/ 1626070 h 2264613"/>
              <a:gd name="connsiteX14" fmla="*/ 221820 w 1857234"/>
              <a:gd name="connsiteY14" fmla="*/ 1566803 h 2264613"/>
              <a:gd name="connsiteX15" fmla="*/ 221820 w 1857234"/>
              <a:gd name="connsiteY15" fmla="*/ 1532936 h 2264613"/>
              <a:gd name="connsiteX16" fmla="*/ 311275 w 1857234"/>
              <a:gd name="connsiteY16" fmla="*/ 1766178 h 2264613"/>
              <a:gd name="connsiteX17" fmla="*/ 448026 w 1857234"/>
              <a:gd name="connsiteY17" fmla="*/ 1942746 h 2264613"/>
              <a:gd name="connsiteX18" fmla="*/ 642954 w 1857234"/>
              <a:gd name="connsiteY18" fmla="*/ 2115725 h 2264613"/>
              <a:gd name="connsiteX19" fmla="*/ 817318 w 1857234"/>
              <a:gd name="connsiteY19" fmla="*/ 2249235 h 2264613"/>
              <a:gd name="connsiteX20" fmla="*/ 1085302 w 1857234"/>
              <a:gd name="connsiteY20" fmla="*/ 2260402 h 2264613"/>
              <a:gd name="connsiteX21" fmla="*/ 1135990 w 1857234"/>
              <a:gd name="connsiteY21" fmla="*/ 2237196 h 2264613"/>
              <a:gd name="connsiteX22" fmla="*/ 1304365 w 1857234"/>
              <a:gd name="connsiteY22" fmla="*/ 2109462 h 2264613"/>
              <a:gd name="connsiteX23" fmla="*/ 1519275 w 1857234"/>
              <a:gd name="connsiteY23" fmla="*/ 1901778 h 2264613"/>
              <a:gd name="connsiteX24" fmla="*/ 1630552 w 1857234"/>
              <a:gd name="connsiteY24" fmla="*/ 1734918 h 2264613"/>
              <a:gd name="connsiteX25" fmla="*/ 1667781 w 1857234"/>
              <a:gd name="connsiteY25" fmla="*/ 1594101 h 2264613"/>
              <a:gd name="connsiteX26" fmla="*/ 1678087 w 1857234"/>
              <a:gd name="connsiteY26" fmla="*/ 1484588 h 2264613"/>
              <a:gd name="connsiteX27" fmla="*/ 1737353 w 1857234"/>
              <a:gd name="connsiteY27" fmla="*/ 1549870 h 2264613"/>
              <a:gd name="connsiteX28" fmla="*/ 1788153 w 1857234"/>
              <a:gd name="connsiteY28" fmla="*/ 1524470 h 2264613"/>
              <a:gd name="connsiteX29" fmla="*/ 1810167 w 1857234"/>
              <a:gd name="connsiteY29" fmla="*/ 1405936 h 2264613"/>
              <a:gd name="connsiteX30" fmla="*/ 1849113 w 1857234"/>
              <a:gd name="connsiteY30" fmla="*/ 1309416 h 2264613"/>
              <a:gd name="connsiteX31" fmla="*/ 1855887 w 1857234"/>
              <a:gd name="connsiteY31" fmla="*/ 1211203 h 2264613"/>
              <a:gd name="connsiteX32" fmla="*/ 1830487 w 1857234"/>
              <a:gd name="connsiteY32" fmla="*/ 1092670 h 2264613"/>
              <a:gd name="connsiteX33" fmla="*/ 1754287 w 1857234"/>
              <a:gd name="connsiteY33" fmla="*/ 1118070 h 2264613"/>
              <a:gd name="connsiteX34" fmla="*/ 1720420 w 1857234"/>
              <a:gd name="connsiteY34" fmla="*/ 1164636 h 2264613"/>
              <a:gd name="connsiteX35" fmla="*/ 1686553 w 1857234"/>
              <a:gd name="connsiteY35" fmla="*/ 1236603 h 2264613"/>
              <a:gd name="connsiteX36" fmla="*/ 1703487 w 1857234"/>
              <a:gd name="connsiteY36" fmla="*/ 830203 h 2264613"/>
              <a:gd name="connsiteX37" fmla="*/ 1669620 w 1857234"/>
              <a:gd name="connsiteY37" fmla="*/ 505083 h 2264613"/>
              <a:gd name="connsiteX38" fmla="*/ 1474887 w 1857234"/>
              <a:gd name="connsiteY38" fmla="*/ 186736 h 2264613"/>
              <a:gd name="connsiteX39" fmla="*/ 1264278 w 1857234"/>
              <a:gd name="connsiteY39" fmla="*/ 62925 h 2264613"/>
              <a:gd name="connsiteX40" fmla="*/ 907620 w 1857234"/>
              <a:gd name="connsiteY40" fmla="*/ 470 h 2264613"/>
              <a:gd name="connsiteX41" fmla="*/ 699128 w 1857234"/>
              <a:gd name="connsiteY41" fmla="*/ 38246 h 2264613"/>
              <a:gd name="connsiteX0" fmla="*/ 699128 w 1857234"/>
              <a:gd name="connsiteY0" fmla="*/ 38246 h 2260791"/>
              <a:gd name="connsiteX1" fmla="*/ 530853 w 1857234"/>
              <a:gd name="connsiteY1" fmla="*/ 109476 h 2260791"/>
              <a:gd name="connsiteX2" fmla="*/ 359403 w 1857234"/>
              <a:gd name="connsiteY2" fmla="*/ 226951 h 2260791"/>
              <a:gd name="connsiteX3" fmla="*/ 194303 w 1857234"/>
              <a:gd name="connsiteY3" fmla="*/ 500001 h 2260791"/>
              <a:gd name="connsiteX4" fmla="*/ 143503 w 1857234"/>
              <a:gd name="connsiteY4" fmla="*/ 690502 h 2260791"/>
              <a:gd name="connsiteX5" fmla="*/ 143503 w 1857234"/>
              <a:gd name="connsiteY5" fmla="*/ 1058801 h 2260791"/>
              <a:gd name="connsiteX6" fmla="*/ 144562 w 1857234"/>
              <a:gd name="connsiteY6" fmla="*/ 1196386 h 2260791"/>
              <a:gd name="connsiteX7" fmla="*/ 92704 w 1857234"/>
              <a:gd name="connsiteY7" fmla="*/ 1145586 h 2260791"/>
              <a:gd name="connsiteX8" fmla="*/ 13329 w 1857234"/>
              <a:gd name="connsiteY8" fmla="*/ 1150878 h 2260791"/>
              <a:gd name="connsiteX9" fmla="*/ 1687 w 1857234"/>
              <a:gd name="connsiteY9" fmla="*/ 1262003 h 2260791"/>
              <a:gd name="connsiteX10" fmla="*/ 31320 w 1857234"/>
              <a:gd name="connsiteY10" fmla="*/ 1405937 h 2260791"/>
              <a:gd name="connsiteX11" fmla="*/ 99053 w 1857234"/>
              <a:gd name="connsiteY11" fmla="*/ 1511770 h 2260791"/>
              <a:gd name="connsiteX12" fmla="*/ 149853 w 1857234"/>
              <a:gd name="connsiteY12" fmla="*/ 1609136 h 2260791"/>
              <a:gd name="connsiteX13" fmla="*/ 213353 w 1857234"/>
              <a:gd name="connsiteY13" fmla="*/ 1626070 h 2260791"/>
              <a:gd name="connsiteX14" fmla="*/ 221820 w 1857234"/>
              <a:gd name="connsiteY14" fmla="*/ 1566803 h 2260791"/>
              <a:gd name="connsiteX15" fmla="*/ 221820 w 1857234"/>
              <a:gd name="connsiteY15" fmla="*/ 1532936 h 2260791"/>
              <a:gd name="connsiteX16" fmla="*/ 311275 w 1857234"/>
              <a:gd name="connsiteY16" fmla="*/ 1766178 h 2260791"/>
              <a:gd name="connsiteX17" fmla="*/ 448026 w 1857234"/>
              <a:gd name="connsiteY17" fmla="*/ 1942746 h 2260791"/>
              <a:gd name="connsiteX18" fmla="*/ 642954 w 1857234"/>
              <a:gd name="connsiteY18" fmla="*/ 2115725 h 2260791"/>
              <a:gd name="connsiteX19" fmla="*/ 812665 w 1857234"/>
              <a:gd name="connsiteY19" fmla="*/ 2239951 h 2260791"/>
              <a:gd name="connsiteX20" fmla="*/ 1085302 w 1857234"/>
              <a:gd name="connsiteY20" fmla="*/ 2260402 h 2260791"/>
              <a:gd name="connsiteX21" fmla="*/ 1135990 w 1857234"/>
              <a:gd name="connsiteY21" fmla="*/ 2237196 h 2260791"/>
              <a:gd name="connsiteX22" fmla="*/ 1304365 w 1857234"/>
              <a:gd name="connsiteY22" fmla="*/ 2109462 h 2260791"/>
              <a:gd name="connsiteX23" fmla="*/ 1519275 w 1857234"/>
              <a:gd name="connsiteY23" fmla="*/ 1901778 h 2260791"/>
              <a:gd name="connsiteX24" fmla="*/ 1630552 w 1857234"/>
              <a:gd name="connsiteY24" fmla="*/ 1734918 h 2260791"/>
              <a:gd name="connsiteX25" fmla="*/ 1667781 w 1857234"/>
              <a:gd name="connsiteY25" fmla="*/ 1594101 h 2260791"/>
              <a:gd name="connsiteX26" fmla="*/ 1678087 w 1857234"/>
              <a:gd name="connsiteY26" fmla="*/ 1484588 h 2260791"/>
              <a:gd name="connsiteX27" fmla="*/ 1737353 w 1857234"/>
              <a:gd name="connsiteY27" fmla="*/ 1549870 h 2260791"/>
              <a:gd name="connsiteX28" fmla="*/ 1788153 w 1857234"/>
              <a:gd name="connsiteY28" fmla="*/ 1524470 h 2260791"/>
              <a:gd name="connsiteX29" fmla="*/ 1810167 w 1857234"/>
              <a:gd name="connsiteY29" fmla="*/ 1405936 h 2260791"/>
              <a:gd name="connsiteX30" fmla="*/ 1849113 w 1857234"/>
              <a:gd name="connsiteY30" fmla="*/ 1309416 h 2260791"/>
              <a:gd name="connsiteX31" fmla="*/ 1855887 w 1857234"/>
              <a:gd name="connsiteY31" fmla="*/ 1211203 h 2260791"/>
              <a:gd name="connsiteX32" fmla="*/ 1830487 w 1857234"/>
              <a:gd name="connsiteY32" fmla="*/ 1092670 h 2260791"/>
              <a:gd name="connsiteX33" fmla="*/ 1754287 w 1857234"/>
              <a:gd name="connsiteY33" fmla="*/ 1118070 h 2260791"/>
              <a:gd name="connsiteX34" fmla="*/ 1720420 w 1857234"/>
              <a:gd name="connsiteY34" fmla="*/ 1164636 h 2260791"/>
              <a:gd name="connsiteX35" fmla="*/ 1686553 w 1857234"/>
              <a:gd name="connsiteY35" fmla="*/ 1236603 h 2260791"/>
              <a:gd name="connsiteX36" fmla="*/ 1703487 w 1857234"/>
              <a:gd name="connsiteY36" fmla="*/ 830203 h 2260791"/>
              <a:gd name="connsiteX37" fmla="*/ 1669620 w 1857234"/>
              <a:gd name="connsiteY37" fmla="*/ 505083 h 2260791"/>
              <a:gd name="connsiteX38" fmla="*/ 1474887 w 1857234"/>
              <a:gd name="connsiteY38" fmla="*/ 186736 h 2260791"/>
              <a:gd name="connsiteX39" fmla="*/ 1264278 w 1857234"/>
              <a:gd name="connsiteY39" fmla="*/ 62925 h 2260791"/>
              <a:gd name="connsiteX40" fmla="*/ 907620 w 1857234"/>
              <a:gd name="connsiteY40" fmla="*/ 470 h 2260791"/>
              <a:gd name="connsiteX41" fmla="*/ 699128 w 1857234"/>
              <a:gd name="connsiteY41" fmla="*/ 38246 h 2260791"/>
              <a:gd name="connsiteX0" fmla="*/ 699128 w 1857234"/>
              <a:gd name="connsiteY0" fmla="*/ 38246 h 2249919"/>
              <a:gd name="connsiteX1" fmla="*/ 530853 w 1857234"/>
              <a:gd name="connsiteY1" fmla="*/ 109476 h 2249919"/>
              <a:gd name="connsiteX2" fmla="*/ 359403 w 1857234"/>
              <a:gd name="connsiteY2" fmla="*/ 226951 h 2249919"/>
              <a:gd name="connsiteX3" fmla="*/ 194303 w 1857234"/>
              <a:gd name="connsiteY3" fmla="*/ 500001 h 2249919"/>
              <a:gd name="connsiteX4" fmla="*/ 143503 w 1857234"/>
              <a:gd name="connsiteY4" fmla="*/ 690502 h 2249919"/>
              <a:gd name="connsiteX5" fmla="*/ 143503 w 1857234"/>
              <a:gd name="connsiteY5" fmla="*/ 1058801 h 2249919"/>
              <a:gd name="connsiteX6" fmla="*/ 144562 w 1857234"/>
              <a:gd name="connsiteY6" fmla="*/ 1196386 h 2249919"/>
              <a:gd name="connsiteX7" fmla="*/ 92704 w 1857234"/>
              <a:gd name="connsiteY7" fmla="*/ 1145586 h 2249919"/>
              <a:gd name="connsiteX8" fmla="*/ 13329 w 1857234"/>
              <a:gd name="connsiteY8" fmla="*/ 1150878 h 2249919"/>
              <a:gd name="connsiteX9" fmla="*/ 1687 w 1857234"/>
              <a:gd name="connsiteY9" fmla="*/ 1262003 h 2249919"/>
              <a:gd name="connsiteX10" fmla="*/ 31320 w 1857234"/>
              <a:gd name="connsiteY10" fmla="*/ 1405937 h 2249919"/>
              <a:gd name="connsiteX11" fmla="*/ 99053 w 1857234"/>
              <a:gd name="connsiteY11" fmla="*/ 1511770 h 2249919"/>
              <a:gd name="connsiteX12" fmla="*/ 149853 w 1857234"/>
              <a:gd name="connsiteY12" fmla="*/ 1609136 h 2249919"/>
              <a:gd name="connsiteX13" fmla="*/ 213353 w 1857234"/>
              <a:gd name="connsiteY13" fmla="*/ 1626070 h 2249919"/>
              <a:gd name="connsiteX14" fmla="*/ 221820 w 1857234"/>
              <a:gd name="connsiteY14" fmla="*/ 1566803 h 2249919"/>
              <a:gd name="connsiteX15" fmla="*/ 221820 w 1857234"/>
              <a:gd name="connsiteY15" fmla="*/ 1532936 h 2249919"/>
              <a:gd name="connsiteX16" fmla="*/ 311275 w 1857234"/>
              <a:gd name="connsiteY16" fmla="*/ 1766178 h 2249919"/>
              <a:gd name="connsiteX17" fmla="*/ 448026 w 1857234"/>
              <a:gd name="connsiteY17" fmla="*/ 1942746 h 2249919"/>
              <a:gd name="connsiteX18" fmla="*/ 642954 w 1857234"/>
              <a:gd name="connsiteY18" fmla="*/ 2115725 h 2249919"/>
              <a:gd name="connsiteX19" fmla="*/ 812665 w 1857234"/>
              <a:gd name="connsiteY19" fmla="*/ 2239951 h 2249919"/>
              <a:gd name="connsiteX20" fmla="*/ 1108568 w 1857234"/>
              <a:gd name="connsiteY20" fmla="*/ 2241834 h 2249919"/>
              <a:gd name="connsiteX21" fmla="*/ 1135990 w 1857234"/>
              <a:gd name="connsiteY21" fmla="*/ 2237196 h 2249919"/>
              <a:gd name="connsiteX22" fmla="*/ 1304365 w 1857234"/>
              <a:gd name="connsiteY22" fmla="*/ 2109462 h 2249919"/>
              <a:gd name="connsiteX23" fmla="*/ 1519275 w 1857234"/>
              <a:gd name="connsiteY23" fmla="*/ 1901778 h 2249919"/>
              <a:gd name="connsiteX24" fmla="*/ 1630552 w 1857234"/>
              <a:gd name="connsiteY24" fmla="*/ 1734918 h 2249919"/>
              <a:gd name="connsiteX25" fmla="*/ 1667781 w 1857234"/>
              <a:gd name="connsiteY25" fmla="*/ 1594101 h 2249919"/>
              <a:gd name="connsiteX26" fmla="*/ 1678087 w 1857234"/>
              <a:gd name="connsiteY26" fmla="*/ 1484588 h 2249919"/>
              <a:gd name="connsiteX27" fmla="*/ 1737353 w 1857234"/>
              <a:gd name="connsiteY27" fmla="*/ 1549870 h 2249919"/>
              <a:gd name="connsiteX28" fmla="*/ 1788153 w 1857234"/>
              <a:gd name="connsiteY28" fmla="*/ 1524470 h 2249919"/>
              <a:gd name="connsiteX29" fmla="*/ 1810167 w 1857234"/>
              <a:gd name="connsiteY29" fmla="*/ 1405936 h 2249919"/>
              <a:gd name="connsiteX30" fmla="*/ 1849113 w 1857234"/>
              <a:gd name="connsiteY30" fmla="*/ 1309416 h 2249919"/>
              <a:gd name="connsiteX31" fmla="*/ 1855887 w 1857234"/>
              <a:gd name="connsiteY31" fmla="*/ 1211203 h 2249919"/>
              <a:gd name="connsiteX32" fmla="*/ 1830487 w 1857234"/>
              <a:gd name="connsiteY32" fmla="*/ 1092670 h 2249919"/>
              <a:gd name="connsiteX33" fmla="*/ 1754287 w 1857234"/>
              <a:gd name="connsiteY33" fmla="*/ 1118070 h 2249919"/>
              <a:gd name="connsiteX34" fmla="*/ 1720420 w 1857234"/>
              <a:gd name="connsiteY34" fmla="*/ 1164636 h 2249919"/>
              <a:gd name="connsiteX35" fmla="*/ 1686553 w 1857234"/>
              <a:gd name="connsiteY35" fmla="*/ 1236603 h 2249919"/>
              <a:gd name="connsiteX36" fmla="*/ 1703487 w 1857234"/>
              <a:gd name="connsiteY36" fmla="*/ 830203 h 2249919"/>
              <a:gd name="connsiteX37" fmla="*/ 1669620 w 1857234"/>
              <a:gd name="connsiteY37" fmla="*/ 505083 h 2249919"/>
              <a:gd name="connsiteX38" fmla="*/ 1474887 w 1857234"/>
              <a:gd name="connsiteY38" fmla="*/ 186736 h 2249919"/>
              <a:gd name="connsiteX39" fmla="*/ 1264278 w 1857234"/>
              <a:gd name="connsiteY39" fmla="*/ 62925 h 2249919"/>
              <a:gd name="connsiteX40" fmla="*/ 907620 w 1857234"/>
              <a:gd name="connsiteY40" fmla="*/ 470 h 2249919"/>
              <a:gd name="connsiteX41" fmla="*/ 699128 w 1857234"/>
              <a:gd name="connsiteY41" fmla="*/ 38246 h 2249919"/>
              <a:gd name="connsiteX0" fmla="*/ 699128 w 1857234"/>
              <a:gd name="connsiteY0" fmla="*/ 38246 h 2260616"/>
              <a:gd name="connsiteX1" fmla="*/ 530853 w 1857234"/>
              <a:gd name="connsiteY1" fmla="*/ 109476 h 2260616"/>
              <a:gd name="connsiteX2" fmla="*/ 359403 w 1857234"/>
              <a:gd name="connsiteY2" fmla="*/ 226951 h 2260616"/>
              <a:gd name="connsiteX3" fmla="*/ 194303 w 1857234"/>
              <a:gd name="connsiteY3" fmla="*/ 500001 h 2260616"/>
              <a:gd name="connsiteX4" fmla="*/ 143503 w 1857234"/>
              <a:gd name="connsiteY4" fmla="*/ 690502 h 2260616"/>
              <a:gd name="connsiteX5" fmla="*/ 143503 w 1857234"/>
              <a:gd name="connsiteY5" fmla="*/ 1058801 h 2260616"/>
              <a:gd name="connsiteX6" fmla="*/ 144562 w 1857234"/>
              <a:gd name="connsiteY6" fmla="*/ 1196386 h 2260616"/>
              <a:gd name="connsiteX7" fmla="*/ 92704 w 1857234"/>
              <a:gd name="connsiteY7" fmla="*/ 1145586 h 2260616"/>
              <a:gd name="connsiteX8" fmla="*/ 13329 w 1857234"/>
              <a:gd name="connsiteY8" fmla="*/ 1150878 h 2260616"/>
              <a:gd name="connsiteX9" fmla="*/ 1687 w 1857234"/>
              <a:gd name="connsiteY9" fmla="*/ 1262003 h 2260616"/>
              <a:gd name="connsiteX10" fmla="*/ 31320 w 1857234"/>
              <a:gd name="connsiteY10" fmla="*/ 1405937 h 2260616"/>
              <a:gd name="connsiteX11" fmla="*/ 99053 w 1857234"/>
              <a:gd name="connsiteY11" fmla="*/ 1511770 h 2260616"/>
              <a:gd name="connsiteX12" fmla="*/ 149853 w 1857234"/>
              <a:gd name="connsiteY12" fmla="*/ 1609136 h 2260616"/>
              <a:gd name="connsiteX13" fmla="*/ 213353 w 1857234"/>
              <a:gd name="connsiteY13" fmla="*/ 1626070 h 2260616"/>
              <a:gd name="connsiteX14" fmla="*/ 221820 w 1857234"/>
              <a:gd name="connsiteY14" fmla="*/ 1566803 h 2260616"/>
              <a:gd name="connsiteX15" fmla="*/ 221820 w 1857234"/>
              <a:gd name="connsiteY15" fmla="*/ 1532936 h 2260616"/>
              <a:gd name="connsiteX16" fmla="*/ 311275 w 1857234"/>
              <a:gd name="connsiteY16" fmla="*/ 1766178 h 2260616"/>
              <a:gd name="connsiteX17" fmla="*/ 448026 w 1857234"/>
              <a:gd name="connsiteY17" fmla="*/ 1942746 h 2260616"/>
              <a:gd name="connsiteX18" fmla="*/ 642954 w 1857234"/>
              <a:gd name="connsiteY18" fmla="*/ 2115725 h 2260616"/>
              <a:gd name="connsiteX19" fmla="*/ 812665 w 1857234"/>
              <a:gd name="connsiteY19" fmla="*/ 2239951 h 2260616"/>
              <a:gd name="connsiteX20" fmla="*/ 1108568 w 1857234"/>
              <a:gd name="connsiteY20" fmla="*/ 2241834 h 2260616"/>
              <a:gd name="connsiteX21" fmla="*/ 1163909 w 1857234"/>
              <a:gd name="connsiteY21" fmla="*/ 2251122 h 2260616"/>
              <a:gd name="connsiteX22" fmla="*/ 1304365 w 1857234"/>
              <a:gd name="connsiteY22" fmla="*/ 2109462 h 2260616"/>
              <a:gd name="connsiteX23" fmla="*/ 1519275 w 1857234"/>
              <a:gd name="connsiteY23" fmla="*/ 1901778 h 2260616"/>
              <a:gd name="connsiteX24" fmla="*/ 1630552 w 1857234"/>
              <a:gd name="connsiteY24" fmla="*/ 1734918 h 2260616"/>
              <a:gd name="connsiteX25" fmla="*/ 1667781 w 1857234"/>
              <a:gd name="connsiteY25" fmla="*/ 1594101 h 2260616"/>
              <a:gd name="connsiteX26" fmla="*/ 1678087 w 1857234"/>
              <a:gd name="connsiteY26" fmla="*/ 1484588 h 2260616"/>
              <a:gd name="connsiteX27" fmla="*/ 1737353 w 1857234"/>
              <a:gd name="connsiteY27" fmla="*/ 1549870 h 2260616"/>
              <a:gd name="connsiteX28" fmla="*/ 1788153 w 1857234"/>
              <a:gd name="connsiteY28" fmla="*/ 1524470 h 2260616"/>
              <a:gd name="connsiteX29" fmla="*/ 1810167 w 1857234"/>
              <a:gd name="connsiteY29" fmla="*/ 1405936 h 2260616"/>
              <a:gd name="connsiteX30" fmla="*/ 1849113 w 1857234"/>
              <a:gd name="connsiteY30" fmla="*/ 1309416 h 2260616"/>
              <a:gd name="connsiteX31" fmla="*/ 1855887 w 1857234"/>
              <a:gd name="connsiteY31" fmla="*/ 1211203 h 2260616"/>
              <a:gd name="connsiteX32" fmla="*/ 1830487 w 1857234"/>
              <a:gd name="connsiteY32" fmla="*/ 1092670 h 2260616"/>
              <a:gd name="connsiteX33" fmla="*/ 1754287 w 1857234"/>
              <a:gd name="connsiteY33" fmla="*/ 1118070 h 2260616"/>
              <a:gd name="connsiteX34" fmla="*/ 1720420 w 1857234"/>
              <a:gd name="connsiteY34" fmla="*/ 1164636 h 2260616"/>
              <a:gd name="connsiteX35" fmla="*/ 1686553 w 1857234"/>
              <a:gd name="connsiteY35" fmla="*/ 1236603 h 2260616"/>
              <a:gd name="connsiteX36" fmla="*/ 1703487 w 1857234"/>
              <a:gd name="connsiteY36" fmla="*/ 830203 h 2260616"/>
              <a:gd name="connsiteX37" fmla="*/ 1669620 w 1857234"/>
              <a:gd name="connsiteY37" fmla="*/ 505083 h 2260616"/>
              <a:gd name="connsiteX38" fmla="*/ 1474887 w 1857234"/>
              <a:gd name="connsiteY38" fmla="*/ 186736 h 2260616"/>
              <a:gd name="connsiteX39" fmla="*/ 1264278 w 1857234"/>
              <a:gd name="connsiteY39" fmla="*/ 62925 h 2260616"/>
              <a:gd name="connsiteX40" fmla="*/ 907620 w 1857234"/>
              <a:gd name="connsiteY40" fmla="*/ 470 h 2260616"/>
              <a:gd name="connsiteX41" fmla="*/ 699128 w 1857234"/>
              <a:gd name="connsiteY41" fmla="*/ 38246 h 2260616"/>
              <a:gd name="connsiteX0" fmla="*/ 699128 w 1857234"/>
              <a:gd name="connsiteY0" fmla="*/ 38246 h 2252593"/>
              <a:gd name="connsiteX1" fmla="*/ 530853 w 1857234"/>
              <a:gd name="connsiteY1" fmla="*/ 109476 h 2252593"/>
              <a:gd name="connsiteX2" fmla="*/ 359403 w 1857234"/>
              <a:gd name="connsiteY2" fmla="*/ 226951 h 2252593"/>
              <a:gd name="connsiteX3" fmla="*/ 194303 w 1857234"/>
              <a:gd name="connsiteY3" fmla="*/ 500001 h 2252593"/>
              <a:gd name="connsiteX4" fmla="*/ 143503 w 1857234"/>
              <a:gd name="connsiteY4" fmla="*/ 690502 h 2252593"/>
              <a:gd name="connsiteX5" fmla="*/ 143503 w 1857234"/>
              <a:gd name="connsiteY5" fmla="*/ 1058801 h 2252593"/>
              <a:gd name="connsiteX6" fmla="*/ 144562 w 1857234"/>
              <a:gd name="connsiteY6" fmla="*/ 1196386 h 2252593"/>
              <a:gd name="connsiteX7" fmla="*/ 92704 w 1857234"/>
              <a:gd name="connsiteY7" fmla="*/ 1145586 h 2252593"/>
              <a:gd name="connsiteX8" fmla="*/ 13329 w 1857234"/>
              <a:gd name="connsiteY8" fmla="*/ 1150878 h 2252593"/>
              <a:gd name="connsiteX9" fmla="*/ 1687 w 1857234"/>
              <a:gd name="connsiteY9" fmla="*/ 1262003 h 2252593"/>
              <a:gd name="connsiteX10" fmla="*/ 31320 w 1857234"/>
              <a:gd name="connsiteY10" fmla="*/ 1405937 h 2252593"/>
              <a:gd name="connsiteX11" fmla="*/ 99053 w 1857234"/>
              <a:gd name="connsiteY11" fmla="*/ 1511770 h 2252593"/>
              <a:gd name="connsiteX12" fmla="*/ 149853 w 1857234"/>
              <a:gd name="connsiteY12" fmla="*/ 1609136 h 2252593"/>
              <a:gd name="connsiteX13" fmla="*/ 213353 w 1857234"/>
              <a:gd name="connsiteY13" fmla="*/ 1626070 h 2252593"/>
              <a:gd name="connsiteX14" fmla="*/ 221820 w 1857234"/>
              <a:gd name="connsiteY14" fmla="*/ 1566803 h 2252593"/>
              <a:gd name="connsiteX15" fmla="*/ 221820 w 1857234"/>
              <a:gd name="connsiteY15" fmla="*/ 1532936 h 2252593"/>
              <a:gd name="connsiteX16" fmla="*/ 311275 w 1857234"/>
              <a:gd name="connsiteY16" fmla="*/ 1766178 h 2252593"/>
              <a:gd name="connsiteX17" fmla="*/ 448026 w 1857234"/>
              <a:gd name="connsiteY17" fmla="*/ 1942746 h 2252593"/>
              <a:gd name="connsiteX18" fmla="*/ 642954 w 1857234"/>
              <a:gd name="connsiteY18" fmla="*/ 2115725 h 2252593"/>
              <a:gd name="connsiteX19" fmla="*/ 812665 w 1857234"/>
              <a:gd name="connsiteY19" fmla="*/ 2239951 h 2252593"/>
              <a:gd name="connsiteX20" fmla="*/ 1108568 w 1857234"/>
              <a:gd name="connsiteY20" fmla="*/ 2241834 h 2252593"/>
              <a:gd name="connsiteX21" fmla="*/ 1219747 w 1857234"/>
              <a:gd name="connsiteY21" fmla="*/ 2181492 h 2252593"/>
              <a:gd name="connsiteX22" fmla="*/ 1304365 w 1857234"/>
              <a:gd name="connsiteY22" fmla="*/ 2109462 h 2252593"/>
              <a:gd name="connsiteX23" fmla="*/ 1519275 w 1857234"/>
              <a:gd name="connsiteY23" fmla="*/ 1901778 h 2252593"/>
              <a:gd name="connsiteX24" fmla="*/ 1630552 w 1857234"/>
              <a:gd name="connsiteY24" fmla="*/ 1734918 h 2252593"/>
              <a:gd name="connsiteX25" fmla="*/ 1667781 w 1857234"/>
              <a:gd name="connsiteY25" fmla="*/ 1594101 h 2252593"/>
              <a:gd name="connsiteX26" fmla="*/ 1678087 w 1857234"/>
              <a:gd name="connsiteY26" fmla="*/ 1484588 h 2252593"/>
              <a:gd name="connsiteX27" fmla="*/ 1737353 w 1857234"/>
              <a:gd name="connsiteY27" fmla="*/ 1549870 h 2252593"/>
              <a:gd name="connsiteX28" fmla="*/ 1788153 w 1857234"/>
              <a:gd name="connsiteY28" fmla="*/ 1524470 h 2252593"/>
              <a:gd name="connsiteX29" fmla="*/ 1810167 w 1857234"/>
              <a:gd name="connsiteY29" fmla="*/ 1405936 h 2252593"/>
              <a:gd name="connsiteX30" fmla="*/ 1849113 w 1857234"/>
              <a:gd name="connsiteY30" fmla="*/ 1309416 h 2252593"/>
              <a:gd name="connsiteX31" fmla="*/ 1855887 w 1857234"/>
              <a:gd name="connsiteY31" fmla="*/ 1211203 h 2252593"/>
              <a:gd name="connsiteX32" fmla="*/ 1830487 w 1857234"/>
              <a:gd name="connsiteY32" fmla="*/ 1092670 h 2252593"/>
              <a:gd name="connsiteX33" fmla="*/ 1754287 w 1857234"/>
              <a:gd name="connsiteY33" fmla="*/ 1118070 h 2252593"/>
              <a:gd name="connsiteX34" fmla="*/ 1720420 w 1857234"/>
              <a:gd name="connsiteY34" fmla="*/ 1164636 h 2252593"/>
              <a:gd name="connsiteX35" fmla="*/ 1686553 w 1857234"/>
              <a:gd name="connsiteY35" fmla="*/ 1236603 h 2252593"/>
              <a:gd name="connsiteX36" fmla="*/ 1703487 w 1857234"/>
              <a:gd name="connsiteY36" fmla="*/ 830203 h 2252593"/>
              <a:gd name="connsiteX37" fmla="*/ 1669620 w 1857234"/>
              <a:gd name="connsiteY37" fmla="*/ 505083 h 2252593"/>
              <a:gd name="connsiteX38" fmla="*/ 1474887 w 1857234"/>
              <a:gd name="connsiteY38" fmla="*/ 186736 h 2252593"/>
              <a:gd name="connsiteX39" fmla="*/ 1264278 w 1857234"/>
              <a:gd name="connsiteY39" fmla="*/ 62925 h 2252593"/>
              <a:gd name="connsiteX40" fmla="*/ 907620 w 1857234"/>
              <a:gd name="connsiteY40" fmla="*/ 470 h 2252593"/>
              <a:gd name="connsiteX41" fmla="*/ 699128 w 1857234"/>
              <a:gd name="connsiteY41" fmla="*/ 38246 h 2252593"/>
              <a:gd name="connsiteX0" fmla="*/ 699128 w 1857234"/>
              <a:gd name="connsiteY0" fmla="*/ 38246 h 2264838"/>
              <a:gd name="connsiteX1" fmla="*/ 530853 w 1857234"/>
              <a:gd name="connsiteY1" fmla="*/ 109476 h 2264838"/>
              <a:gd name="connsiteX2" fmla="*/ 359403 w 1857234"/>
              <a:gd name="connsiteY2" fmla="*/ 226951 h 2264838"/>
              <a:gd name="connsiteX3" fmla="*/ 194303 w 1857234"/>
              <a:gd name="connsiteY3" fmla="*/ 500001 h 2264838"/>
              <a:gd name="connsiteX4" fmla="*/ 143503 w 1857234"/>
              <a:gd name="connsiteY4" fmla="*/ 690502 h 2264838"/>
              <a:gd name="connsiteX5" fmla="*/ 143503 w 1857234"/>
              <a:gd name="connsiteY5" fmla="*/ 1058801 h 2264838"/>
              <a:gd name="connsiteX6" fmla="*/ 144562 w 1857234"/>
              <a:gd name="connsiteY6" fmla="*/ 1196386 h 2264838"/>
              <a:gd name="connsiteX7" fmla="*/ 92704 w 1857234"/>
              <a:gd name="connsiteY7" fmla="*/ 1145586 h 2264838"/>
              <a:gd name="connsiteX8" fmla="*/ 13329 w 1857234"/>
              <a:gd name="connsiteY8" fmla="*/ 1150878 h 2264838"/>
              <a:gd name="connsiteX9" fmla="*/ 1687 w 1857234"/>
              <a:gd name="connsiteY9" fmla="*/ 1262003 h 2264838"/>
              <a:gd name="connsiteX10" fmla="*/ 31320 w 1857234"/>
              <a:gd name="connsiteY10" fmla="*/ 1405937 h 2264838"/>
              <a:gd name="connsiteX11" fmla="*/ 99053 w 1857234"/>
              <a:gd name="connsiteY11" fmla="*/ 1511770 h 2264838"/>
              <a:gd name="connsiteX12" fmla="*/ 149853 w 1857234"/>
              <a:gd name="connsiteY12" fmla="*/ 1609136 h 2264838"/>
              <a:gd name="connsiteX13" fmla="*/ 213353 w 1857234"/>
              <a:gd name="connsiteY13" fmla="*/ 1626070 h 2264838"/>
              <a:gd name="connsiteX14" fmla="*/ 221820 w 1857234"/>
              <a:gd name="connsiteY14" fmla="*/ 1566803 h 2264838"/>
              <a:gd name="connsiteX15" fmla="*/ 221820 w 1857234"/>
              <a:gd name="connsiteY15" fmla="*/ 1532936 h 2264838"/>
              <a:gd name="connsiteX16" fmla="*/ 311275 w 1857234"/>
              <a:gd name="connsiteY16" fmla="*/ 1766178 h 2264838"/>
              <a:gd name="connsiteX17" fmla="*/ 448026 w 1857234"/>
              <a:gd name="connsiteY17" fmla="*/ 1942746 h 2264838"/>
              <a:gd name="connsiteX18" fmla="*/ 642954 w 1857234"/>
              <a:gd name="connsiteY18" fmla="*/ 2115725 h 2264838"/>
              <a:gd name="connsiteX19" fmla="*/ 812665 w 1857234"/>
              <a:gd name="connsiteY19" fmla="*/ 2239951 h 2264838"/>
              <a:gd name="connsiteX20" fmla="*/ 1108568 w 1857234"/>
              <a:gd name="connsiteY20" fmla="*/ 2260402 h 2264838"/>
              <a:gd name="connsiteX21" fmla="*/ 1219747 w 1857234"/>
              <a:gd name="connsiteY21" fmla="*/ 2181492 h 2264838"/>
              <a:gd name="connsiteX22" fmla="*/ 1304365 w 1857234"/>
              <a:gd name="connsiteY22" fmla="*/ 2109462 h 2264838"/>
              <a:gd name="connsiteX23" fmla="*/ 1519275 w 1857234"/>
              <a:gd name="connsiteY23" fmla="*/ 1901778 h 2264838"/>
              <a:gd name="connsiteX24" fmla="*/ 1630552 w 1857234"/>
              <a:gd name="connsiteY24" fmla="*/ 1734918 h 2264838"/>
              <a:gd name="connsiteX25" fmla="*/ 1667781 w 1857234"/>
              <a:gd name="connsiteY25" fmla="*/ 1594101 h 2264838"/>
              <a:gd name="connsiteX26" fmla="*/ 1678087 w 1857234"/>
              <a:gd name="connsiteY26" fmla="*/ 1484588 h 2264838"/>
              <a:gd name="connsiteX27" fmla="*/ 1737353 w 1857234"/>
              <a:gd name="connsiteY27" fmla="*/ 1549870 h 2264838"/>
              <a:gd name="connsiteX28" fmla="*/ 1788153 w 1857234"/>
              <a:gd name="connsiteY28" fmla="*/ 1524470 h 2264838"/>
              <a:gd name="connsiteX29" fmla="*/ 1810167 w 1857234"/>
              <a:gd name="connsiteY29" fmla="*/ 1405936 h 2264838"/>
              <a:gd name="connsiteX30" fmla="*/ 1849113 w 1857234"/>
              <a:gd name="connsiteY30" fmla="*/ 1309416 h 2264838"/>
              <a:gd name="connsiteX31" fmla="*/ 1855887 w 1857234"/>
              <a:gd name="connsiteY31" fmla="*/ 1211203 h 2264838"/>
              <a:gd name="connsiteX32" fmla="*/ 1830487 w 1857234"/>
              <a:gd name="connsiteY32" fmla="*/ 1092670 h 2264838"/>
              <a:gd name="connsiteX33" fmla="*/ 1754287 w 1857234"/>
              <a:gd name="connsiteY33" fmla="*/ 1118070 h 2264838"/>
              <a:gd name="connsiteX34" fmla="*/ 1720420 w 1857234"/>
              <a:gd name="connsiteY34" fmla="*/ 1164636 h 2264838"/>
              <a:gd name="connsiteX35" fmla="*/ 1686553 w 1857234"/>
              <a:gd name="connsiteY35" fmla="*/ 1236603 h 2264838"/>
              <a:gd name="connsiteX36" fmla="*/ 1703487 w 1857234"/>
              <a:gd name="connsiteY36" fmla="*/ 830203 h 2264838"/>
              <a:gd name="connsiteX37" fmla="*/ 1669620 w 1857234"/>
              <a:gd name="connsiteY37" fmla="*/ 505083 h 2264838"/>
              <a:gd name="connsiteX38" fmla="*/ 1474887 w 1857234"/>
              <a:gd name="connsiteY38" fmla="*/ 186736 h 2264838"/>
              <a:gd name="connsiteX39" fmla="*/ 1264278 w 1857234"/>
              <a:gd name="connsiteY39" fmla="*/ 62925 h 2264838"/>
              <a:gd name="connsiteX40" fmla="*/ 907620 w 1857234"/>
              <a:gd name="connsiteY40" fmla="*/ 470 h 2264838"/>
              <a:gd name="connsiteX41" fmla="*/ 699128 w 1857234"/>
              <a:gd name="connsiteY41" fmla="*/ 38246 h 2264838"/>
              <a:gd name="connsiteX0" fmla="*/ 699128 w 1857234"/>
              <a:gd name="connsiteY0" fmla="*/ 38246 h 2264838"/>
              <a:gd name="connsiteX1" fmla="*/ 530853 w 1857234"/>
              <a:gd name="connsiteY1" fmla="*/ 109476 h 2264838"/>
              <a:gd name="connsiteX2" fmla="*/ 359403 w 1857234"/>
              <a:gd name="connsiteY2" fmla="*/ 226951 h 2264838"/>
              <a:gd name="connsiteX3" fmla="*/ 194303 w 1857234"/>
              <a:gd name="connsiteY3" fmla="*/ 500001 h 2264838"/>
              <a:gd name="connsiteX4" fmla="*/ 143503 w 1857234"/>
              <a:gd name="connsiteY4" fmla="*/ 690502 h 2264838"/>
              <a:gd name="connsiteX5" fmla="*/ 143503 w 1857234"/>
              <a:gd name="connsiteY5" fmla="*/ 1058801 h 2264838"/>
              <a:gd name="connsiteX6" fmla="*/ 144562 w 1857234"/>
              <a:gd name="connsiteY6" fmla="*/ 1196386 h 2264838"/>
              <a:gd name="connsiteX7" fmla="*/ 92704 w 1857234"/>
              <a:gd name="connsiteY7" fmla="*/ 1145586 h 2264838"/>
              <a:gd name="connsiteX8" fmla="*/ 13329 w 1857234"/>
              <a:gd name="connsiteY8" fmla="*/ 1150878 h 2264838"/>
              <a:gd name="connsiteX9" fmla="*/ 1687 w 1857234"/>
              <a:gd name="connsiteY9" fmla="*/ 1262003 h 2264838"/>
              <a:gd name="connsiteX10" fmla="*/ 31320 w 1857234"/>
              <a:gd name="connsiteY10" fmla="*/ 1405937 h 2264838"/>
              <a:gd name="connsiteX11" fmla="*/ 99053 w 1857234"/>
              <a:gd name="connsiteY11" fmla="*/ 1511770 h 2264838"/>
              <a:gd name="connsiteX12" fmla="*/ 149853 w 1857234"/>
              <a:gd name="connsiteY12" fmla="*/ 1609136 h 2264838"/>
              <a:gd name="connsiteX13" fmla="*/ 213353 w 1857234"/>
              <a:gd name="connsiteY13" fmla="*/ 1626070 h 2264838"/>
              <a:gd name="connsiteX14" fmla="*/ 221820 w 1857234"/>
              <a:gd name="connsiteY14" fmla="*/ 1566803 h 2264838"/>
              <a:gd name="connsiteX15" fmla="*/ 221820 w 1857234"/>
              <a:gd name="connsiteY15" fmla="*/ 1532936 h 2264838"/>
              <a:gd name="connsiteX16" fmla="*/ 311275 w 1857234"/>
              <a:gd name="connsiteY16" fmla="*/ 1766178 h 2264838"/>
              <a:gd name="connsiteX17" fmla="*/ 448026 w 1857234"/>
              <a:gd name="connsiteY17" fmla="*/ 1942746 h 2264838"/>
              <a:gd name="connsiteX18" fmla="*/ 642954 w 1857234"/>
              <a:gd name="connsiteY18" fmla="*/ 2115725 h 2264838"/>
              <a:gd name="connsiteX19" fmla="*/ 812665 w 1857234"/>
              <a:gd name="connsiteY19" fmla="*/ 2239951 h 2264838"/>
              <a:gd name="connsiteX20" fmla="*/ 1141140 w 1857234"/>
              <a:gd name="connsiteY20" fmla="*/ 2260402 h 2264838"/>
              <a:gd name="connsiteX21" fmla="*/ 1219747 w 1857234"/>
              <a:gd name="connsiteY21" fmla="*/ 2181492 h 2264838"/>
              <a:gd name="connsiteX22" fmla="*/ 1304365 w 1857234"/>
              <a:gd name="connsiteY22" fmla="*/ 2109462 h 2264838"/>
              <a:gd name="connsiteX23" fmla="*/ 1519275 w 1857234"/>
              <a:gd name="connsiteY23" fmla="*/ 1901778 h 2264838"/>
              <a:gd name="connsiteX24" fmla="*/ 1630552 w 1857234"/>
              <a:gd name="connsiteY24" fmla="*/ 1734918 h 2264838"/>
              <a:gd name="connsiteX25" fmla="*/ 1667781 w 1857234"/>
              <a:gd name="connsiteY25" fmla="*/ 1594101 h 2264838"/>
              <a:gd name="connsiteX26" fmla="*/ 1678087 w 1857234"/>
              <a:gd name="connsiteY26" fmla="*/ 1484588 h 2264838"/>
              <a:gd name="connsiteX27" fmla="*/ 1737353 w 1857234"/>
              <a:gd name="connsiteY27" fmla="*/ 1549870 h 2264838"/>
              <a:gd name="connsiteX28" fmla="*/ 1788153 w 1857234"/>
              <a:gd name="connsiteY28" fmla="*/ 1524470 h 2264838"/>
              <a:gd name="connsiteX29" fmla="*/ 1810167 w 1857234"/>
              <a:gd name="connsiteY29" fmla="*/ 1405936 h 2264838"/>
              <a:gd name="connsiteX30" fmla="*/ 1849113 w 1857234"/>
              <a:gd name="connsiteY30" fmla="*/ 1309416 h 2264838"/>
              <a:gd name="connsiteX31" fmla="*/ 1855887 w 1857234"/>
              <a:gd name="connsiteY31" fmla="*/ 1211203 h 2264838"/>
              <a:gd name="connsiteX32" fmla="*/ 1830487 w 1857234"/>
              <a:gd name="connsiteY32" fmla="*/ 1092670 h 2264838"/>
              <a:gd name="connsiteX33" fmla="*/ 1754287 w 1857234"/>
              <a:gd name="connsiteY33" fmla="*/ 1118070 h 2264838"/>
              <a:gd name="connsiteX34" fmla="*/ 1720420 w 1857234"/>
              <a:gd name="connsiteY34" fmla="*/ 1164636 h 2264838"/>
              <a:gd name="connsiteX35" fmla="*/ 1686553 w 1857234"/>
              <a:gd name="connsiteY35" fmla="*/ 1236603 h 2264838"/>
              <a:gd name="connsiteX36" fmla="*/ 1703487 w 1857234"/>
              <a:gd name="connsiteY36" fmla="*/ 830203 h 2264838"/>
              <a:gd name="connsiteX37" fmla="*/ 1669620 w 1857234"/>
              <a:gd name="connsiteY37" fmla="*/ 505083 h 2264838"/>
              <a:gd name="connsiteX38" fmla="*/ 1474887 w 1857234"/>
              <a:gd name="connsiteY38" fmla="*/ 186736 h 2264838"/>
              <a:gd name="connsiteX39" fmla="*/ 1264278 w 1857234"/>
              <a:gd name="connsiteY39" fmla="*/ 62925 h 2264838"/>
              <a:gd name="connsiteX40" fmla="*/ 907620 w 1857234"/>
              <a:gd name="connsiteY40" fmla="*/ 470 h 2264838"/>
              <a:gd name="connsiteX41" fmla="*/ 699128 w 1857234"/>
              <a:gd name="connsiteY41" fmla="*/ 38246 h 2264838"/>
              <a:gd name="connsiteX0" fmla="*/ 699128 w 1857234"/>
              <a:gd name="connsiteY0" fmla="*/ 38246 h 2264838"/>
              <a:gd name="connsiteX1" fmla="*/ 530853 w 1857234"/>
              <a:gd name="connsiteY1" fmla="*/ 109476 h 2264838"/>
              <a:gd name="connsiteX2" fmla="*/ 359403 w 1857234"/>
              <a:gd name="connsiteY2" fmla="*/ 226951 h 2264838"/>
              <a:gd name="connsiteX3" fmla="*/ 194303 w 1857234"/>
              <a:gd name="connsiteY3" fmla="*/ 500001 h 2264838"/>
              <a:gd name="connsiteX4" fmla="*/ 143503 w 1857234"/>
              <a:gd name="connsiteY4" fmla="*/ 690502 h 2264838"/>
              <a:gd name="connsiteX5" fmla="*/ 143503 w 1857234"/>
              <a:gd name="connsiteY5" fmla="*/ 1058801 h 2264838"/>
              <a:gd name="connsiteX6" fmla="*/ 144562 w 1857234"/>
              <a:gd name="connsiteY6" fmla="*/ 1196386 h 2264838"/>
              <a:gd name="connsiteX7" fmla="*/ 92704 w 1857234"/>
              <a:gd name="connsiteY7" fmla="*/ 1145586 h 2264838"/>
              <a:gd name="connsiteX8" fmla="*/ 13329 w 1857234"/>
              <a:gd name="connsiteY8" fmla="*/ 1150878 h 2264838"/>
              <a:gd name="connsiteX9" fmla="*/ 1687 w 1857234"/>
              <a:gd name="connsiteY9" fmla="*/ 1262003 h 2264838"/>
              <a:gd name="connsiteX10" fmla="*/ 31320 w 1857234"/>
              <a:gd name="connsiteY10" fmla="*/ 1405937 h 2264838"/>
              <a:gd name="connsiteX11" fmla="*/ 99053 w 1857234"/>
              <a:gd name="connsiteY11" fmla="*/ 1511770 h 2264838"/>
              <a:gd name="connsiteX12" fmla="*/ 149853 w 1857234"/>
              <a:gd name="connsiteY12" fmla="*/ 1609136 h 2264838"/>
              <a:gd name="connsiteX13" fmla="*/ 213353 w 1857234"/>
              <a:gd name="connsiteY13" fmla="*/ 1626070 h 2264838"/>
              <a:gd name="connsiteX14" fmla="*/ 221820 w 1857234"/>
              <a:gd name="connsiteY14" fmla="*/ 1566803 h 2264838"/>
              <a:gd name="connsiteX15" fmla="*/ 221820 w 1857234"/>
              <a:gd name="connsiteY15" fmla="*/ 1532936 h 2264838"/>
              <a:gd name="connsiteX16" fmla="*/ 311275 w 1857234"/>
              <a:gd name="connsiteY16" fmla="*/ 1766178 h 2264838"/>
              <a:gd name="connsiteX17" fmla="*/ 448026 w 1857234"/>
              <a:gd name="connsiteY17" fmla="*/ 1942746 h 2264838"/>
              <a:gd name="connsiteX18" fmla="*/ 642954 w 1857234"/>
              <a:gd name="connsiteY18" fmla="*/ 2115725 h 2264838"/>
              <a:gd name="connsiteX19" fmla="*/ 812665 w 1857234"/>
              <a:gd name="connsiteY19" fmla="*/ 2239951 h 2264838"/>
              <a:gd name="connsiteX20" fmla="*/ 1131834 w 1857234"/>
              <a:gd name="connsiteY20" fmla="*/ 2260402 h 2264838"/>
              <a:gd name="connsiteX21" fmla="*/ 1219747 w 1857234"/>
              <a:gd name="connsiteY21" fmla="*/ 2181492 h 2264838"/>
              <a:gd name="connsiteX22" fmla="*/ 1304365 w 1857234"/>
              <a:gd name="connsiteY22" fmla="*/ 2109462 h 2264838"/>
              <a:gd name="connsiteX23" fmla="*/ 1519275 w 1857234"/>
              <a:gd name="connsiteY23" fmla="*/ 1901778 h 2264838"/>
              <a:gd name="connsiteX24" fmla="*/ 1630552 w 1857234"/>
              <a:gd name="connsiteY24" fmla="*/ 1734918 h 2264838"/>
              <a:gd name="connsiteX25" fmla="*/ 1667781 w 1857234"/>
              <a:gd name="connsiteY25" fmla="*/ 1594101 h 2264838"/>
              <a:gd name="connsiteX26" fmla="*/ 1678087 w 1857234"/>
              <a:gd name="connsiteY26" fmla="*/ 1484588 h 2264838"/>
              <a:gd name="connsiteX27" fmla="*/ 1737353 w 1857234"/>
              <a:gd name="connsiteY27" fmla="*/ 1549870 h 2264838"/>
              <a:gd name="connsiteX28" fmla="*/ 1788153 w 1857234"/>
              <a:gd name="connsiteY28" fmla="*/ 1524470 h 2264838"/>
              <a:gd name="connsiteX29" fmla="*/ 1810167 w 1857234"/>
              <a:gd name="connsiteY29" fmla="*/ 1405936 h 2264838"/>
              <a:gd name="connsiteX30" fmla="*/ 1849113 w 1857234"/>
              <a:gd name="connsiteY30" fmla="*/ 1309416 h 2264838"/>
              <a:gd name="connsiteX31" fmla="*/ 1855887 w 1857234"/>
              <a:gd name="connsiteY31" fmla="*/ 1211203 h 2264838"/>
              <a:gd name="connsiteX32" fmla="*/ 1830487 w 1857234"/>
              <a:gd name="connsiteY32" fmla="*/ 1092670 h 2264838"/>
              <a:gd name="connsiteX33" fmla="*/ 1754287 w 1857234"/>
              <a:gd name="connsiteY33" fmla="*/ 1118070 h 2264838"/>
              <a:gd name="connsiteX34" fmla="*/ 1720420 w 1857234"/>
              <a:gd name="connsiteY34" fmla="*/ 1164636 h 2264838"/>
              <a:gd name="connsiteX35" fmla="*/ 1686553 w 1857234"/>
              <a:gd name="connsiteY35" fmla="*/ 1236603 h 2264838"/>
              <a:gd name="connsiteX36" fmla="*/ 1703487 w 1857234"/>
              <a:gd name="connsiteY36" fmla="*/ 830203 h 2264838"/>
              <a:gd name="connsiteX37" fmla="*/ 1669620 w 1857234"/>
              <a:gd name="connsiteY37" fmla="*/ 505083 h 2264838"/>
              <a:gd name="connsiteX38" fmla="*/ 1474887 w 1857234"/>
              <a:gd name="connsiteY38" fmla="*/ 186736 h 2264838"/>
              <a:gd name="connsiteX39" fmla="*/ 1264278 w 1857234"/>
              <a:gd name="connsiteY39" fmla="*/ 62925 h 2264838"/>
              <a:gd name="connsiteX40" fmla="*/ 907620 w 1857234"/>
              <a:gd name="connsiteY40" fmla="*/ 470 h 2264838"/>
              <a:gd name="connsiteX41" fmla="*/ 699128 w 1857234"/>
              <a:gd name="connsiteY41" fmla="*/ 38246 h 2264838"/>
              <a:gd name="connsiteX0" fmla="*/ 699128 w 1857234"/>
              <a:gd name="connsiteY0" fmla="*/ 38246 h 2264838"/>
              <a:gd name="connsiteX1" fmla="*/ 530853 w 1857234"/>
              <a:gd name="connsiteY1" fmla="*/ 109476 h 2264838"/>
              <a:gd name="connsiteX2" fmla="*/ 359403 w 1857234"/>
              <a:gd name="connsiteY2" fmla="*/ 226951 h 2264838"/>
              <a:gd name="connsiteX3" fmla="*/ 194303 w 1857234"/>
              <a:gd name="connsiteY3" fmla="*/ 500001 h 2264838"/>
              <a:gd name="connsiteX4" fmla="*/ 143503 w 1857234"/>
              <a:gd name="connsiteY4" fmla="*/ 690502 h 2264838"/>
              <a:gd name="connsiteX5" fmla="*/ 143503 w 1857234"/>
              <a:gd name="connsiteY5" fmla="*/ 1058801 h 2264838"/>
              <a:gd name="connsiteX6" fmla="*/ 144562 w 1857234"/>
              <a:gd name="connsiteY6" fmla="*/ 1196386 h 2264838"/>
              <a:gd name="connsiteX7" fmla="*/ 92704 w 1857234"/>
              <a:gd name="connsiteY7" fmla="*/ 1145586 h 2264838"/>
              <a:gd name="connsiteX8" fmla="*/ 13329 w 1857234"/>
              <a:gd name="connsiteY8" fmla="*/ 1150878 h 2264838"/>
              <a:gd name="connsiteX9" fmla="*/ 1687 w 1857234"/>
              <a:gd name="connsiteY9" fmla="*/ 1262003 h 2264838"/>
              <a:gd name="connsiteX10" fmla="*/ 31320 w 1857234"/>
              <a:gd name="connsiteY10" fmla="*/ 1405937 h 2264838"/>
              <a:gd name="connsiteX11" fmla="*/ 99053 w 1857234"/>
              <a:gd name="connsiteY11" fmla="*/ 1511770 h 2264838"/>
              <a:gd name="connsiteX12" fmla="*/ 149853 w 1857234"/>
              <a:gd name="connsiteY12" fmla="*/ 1609136 h 2264838"/>
              <a:gd name="connsiteX13" fmla="*/ 213353 w 1857234"/>
              <a:gd name="connsiteY13" fmla="*/ 1626070 h 2264838"/>
              <a:gd name="connsiteX14" fmla="*/ 221820 w 1857234"/>
              <a:gd name="connsiteY14" fmla="*/ 1566803 h 2264838"/>
              <a:gd name="connsiteX15" fmla="*/ 221820 w 1857234"/>
              <a:gd name="connsiteY15" fmla="*/ 1532936 h 2264838"/>
              <a:gd name="connsiteX16" fmla="*/ 301968 w 1857234"/>
              <a:gd name="connsiteY16" fmla="*/ 1803314 h 2264838"/>
              <a:gd name="connsiteX17" fmla="*/ 448026 w 1857234"/>
              <a:gd name="connsiteY17" fmla="*/ 1942746 h 2264838"/>
              <a:gd name="connsiteX18" fmla="*/ 642954 w 1857234"/>
              <a:gd name="connsiteY18" fmla="*/ 2115725 h 2264838"/>
              <a:gd name="connsiteX19" fmla="*/ 812665 w 1857234"/>
              <a:gd name="connsiteY19" fmla="*/ 2239951 h 2264838"/>
              <a:gd name="connsiteX20" fmla="*/ 1131834 w 1857234"/>
              <a:gd name="connsiteY20" fmla="*/ 2260402 h 2264838"/>
              <a:gd name="connsiteX21" fmla="*/ 1219747 w 1857234"/>
              <a:gd name="connsiteY21" fmla="*/ 2181492 h 2264838"/>
              <a:gd name="connsiteX22" fmla="*/ 1304365 w 1857234"/>
              <a:gd name="connsiteY22" fmla="*/ 2109462 h 2264838"/>
              <a:gd name="connsiteX23" fmla="*/ 1519275 w 1857234"/>
              <a:gd name="connsiteY23" fmla="*/ 1901778 h 2264838"/>
              <a:gd name="connsiteX24" fmla="*/ 1630552 w 1857234"/>
              <a:gd name="connsiteY24" fmla="*/ 1734918 h 2264838"/>
              <a:gd name="connsiteX25" fmla="*/ 1667781 w 1857234"/>
              <a:gd name="connsiteY25" fmla="*/ 1594101 h 2264838"/>
              <a:gd name="connsiteX26" fmla="*/ 1678087 w 1857234"/>
              <a:gd name="connsiteY26" fmla="*/ 1484588 h 2264838"/>
              <a:gd name="connsiteX27" fmla="*/ 1737353 w 1857234"/>
              <a:gd name="connsiteY27" fmla="*/ 1549870 h 2264838"/>
              <a:gd name="connsiteX28" fmla="*/ 1788153 w 1857234"/>
              <a:gd name="connsiteY28" fmla="*/ 1524470 h 2264838"/>
              <a:gd name="connsiteX29" fmla="*/ 1810167 w 1857234"/>
              <a:gd name="connsiteY29" fmla="*/ 1405936 h 2264838"/>
              <a:gd name="connsiteX30" fmla="*/ 1849113 w 1857234"/>
              <a:gd name="connsiteY30" fmla="*/ 1309416 h 2264838"/>
              <a:gd name="connsiteX31" fmla="*/ 1855887 w 1857234"/>
              <a:gd name="connsiteY31" fmla="*/ 1211203 h 2264838"/>
              <a:gd name="connsiteX32" fmla="*/ 1830487 w 1857234"/>
              <a:gd name="connsiteY32" fmla="*/ 1092670 h 2264838"/>
              <a:gd name="connsiteX33" fmla="*/ 1754287 w 1857234"/>
              <a:gd name="connsiteY33" fmla="*/ 1118070 h 2264838"/>
              <a:gd name="connsiteX34" fmla="*/ 1720420 w 1857234"/>
              <a:gd name="connsiteY34" fmla="*/ 1164636 h 2264838"/>
              <a:gd name="connsiteX35" fmla="*/ 1686553 w 1857234"/>
              <a:gd name="connsiteY35" fmla="*/ 1236603 h 2264838"/>
              <a:gd name="connsiteX36" fmla="*/ 1703487 w 1857234"/>
              <a:gd name="connsiteY36" fmla="*/ 830203 h 2264838"/>
              <a:gd name="connsiteX37" fmla="*/ 1669620 w 1857234"/>
              <a:gd name="connsiteY37" fmla="*/ 505083 h 2264838"/>
              <a:gd name="connsiteX38" fmla="*/ 1474887 w 1857234"/>
              <a:gd name="connsiteY38" fmla="*/ 186736 h 2264838"/>
              <a:gd name="connsiteX39" fmla="*/ 1264278 w 1857234"/>
              <a:gd name="connsiteY39" fmla="*/ 62925 h 2264838"/>
              <a:gd name="connsiteX40" fmla="*/ 907620 w 1857234"/>
              <a:gd name="connsiteY40" fmla="*/ 470 h 2264838"/>
              <a:gd name="connsiteX41" fmla="*/ 699128 w 1857234"/>
              <a:gd name="connsiteY41" fmla="*/ 38246 h 2264838"/>
              <a:gd name="connsiteX0" fmla="*/ 699128 w 1857234"/>
              <a:gd name="connsiteY0" fmla="*/ 38246 h 2264838"/>
              <a:gd name="connsiteX1" fmla="*/ 530853 w 1857234"/>
              <a:gd name="connsiteY1" fmla="*/ 109476 h 2264838"/>
              <a:gd name="connsiteX2" fmla="*/ 359403 w 1857234"/>
              <a:gd name="connsiteY2" fmla="*/ 226951 h 2264838"/>
              <a:gd name="connsiteX3" fmla="*/ 194303 w 1857234"/>
              <a:gd name="connsiteY3" fmla="*/ 500001 h 2264838"/>
              <a:gd name="connsiteX4" fmla="*/ 143503 w 1857234"/>
              <a:gd name="connsiteY4" fmla="*/ 690502 h 2264838"/>
              <a:gd name="connsiteX5" fmla="*/ 143503 w 1857234"/>
              <a:gd name="connsiteY5" fmla="*/ 1058801 h 2264838"/>
              <a:gd name="connsiteX6" fmla="*/ 144562 w 1857234"/>
              <a:gd name="connsiteY6" fmla="*/ 1196386 h 2264838"/>
              <a:gd name="connsiteX7" fmla="*/ 92704 w 1857234"/>
              <a:gd name="connsiteY7" fmla="*/ 1145586 h 2264838"/>
              <a:gd name="connsiteX8" fmla="*/ 13329 w 1857234"/>
              <a:gd name="connsiteY8" fmla="*/ 1150878 h 2264838"/>
              <a:gd name="connsiteX9" fmla="*/ 1687 w 1857234"/>
              <a:gd name="connsiteY9" fmla="*/ 1262003 h 2264838"/>
              <a:gd name="connsiteX10" fmla="*/ 31320 w 1857234"/>
              <a:gd name="connsiteY10" fmla="*/ 1405937 h 2264838"/>
              <a:gd name="connsiteX11" fmla="*/ 99053 w 1857234"/>
              <a:gd name="connsiteY11" fmla="*/ 1511770 h 2264838"/>
              <a:gd name="connsiteX12" fmla="*/ 149853 w 1857234"/>
              <a:gd name="connsiteY12" fmla="*/ 1609136 h 2264838"/>
              <a:gd name="connsiteX13" fmla="*/ 213353 w 1857234"/>
              <a:gd name="connsiteY13" fmla="*/ 1626070 h 2264838"/>
              <a:gd name="connsiteX14" fmla="*/ 221820 w 1857234"/>
              <a:gd name="connsiteY14" fmla="*/ 1566803 h 2264838"/>
              <a:gd name="connsiteX15" fmla="*/ 221820 w 1857234"/>
              <a:gd name="connsiteY15" fmla="*/ 1532936 h 2264838"/>
              <a:gd name="connsiteX16" fmla="*/ 301968 w 1857234"/>
              <a:gd name="connsiteY16" fmla="*/ 1803314 h 2264838"/>
              <a:gd name="connsiteX17" fmla="*/ 443372 w 1857234"/>
              <a:gd name="connsiteY17" fmla="*/ 1961314 h 2264838"/>
              <a:gd name="connsiteX18" fmla="*/ 642954 w 1857234"/>
              <a:gd name="connsiteY18" fmla="*/ 2115725 h 2264838"/>
              <a:gd name="connsiteX19" fmla="*/ 812665 w 1857234"/>
              <a:gd name="connsiteY19" fmla="*/ 2239951 h 2264838"/>
              <a:gd name="connsiteX20" fmla="*/ 1131834 w 1857234"/>
              <a:gd name="connsiteY20" fmla="*/ 2260402 h 2264838"/>
              <a:gd name="connsiteX21" fmla="*/ 1219747 w 1857234"/>
              <a:gd name="connsiteY21" fmla="*/ 2181492 h 2264838"/>
              <a:gd name="connsiteX22" fmla="*/ 1304365 w 1857234"/>
              <a:gd name="connsiteY22" fmla="*/ 2109462 h 2264838"/>
              <a:gd name="connsiteX23" fmla="*/ 1519275 w 1857234"/>
              <a:gd name="connsiteY23" fmla="*/ 1901778 h 2264838"/>
              <a:gd name="connsiteX24" fmla="*/ 1630552 w 1857234"/>
              <a:gd name="connsiteY24" fmla="*/ 1734918 h 2264838"/>
              <a:gd name="connsiteX25" fmla="*/ 1667781 w 1857234"/>
              <a:gd name="connsiteY25" fmla="*/ 1594101 h 2264838"/>
              <a:gd name="connsiteX26" fmla="*/ 1678087 w 1857234"/>
              <a:gd name="connsiteY26" fmla="*/ 1484588 h 2264838"/>
              <a:gd name="connsiteX27" fmla="*/ 1737353 w 1857234"/>
              <a:gd name="connsiteY27" fmla="*/ 1549870 h 2264838"/>
              <a:gd name="connsiteX28" fmla="*/ 1788153 w 1857234"/>
              <a:gd name="connsiteY28" fmla="*/ 1524470 h 2264838"/>
              <a:gd name="connsiteX29" fmla="*/ 1810167 w 1857234"/>
              <a:gd name="connsiteY29" fmla="*/ 1405936 h 2264838"/>
              <a:gd name="connsiteX30" fmla="*/ 1849113 w 1857234"/>
              <a:gd name="connsiteY30" fmla="*/ 1309416 h 2264838"/>
              <a:gd name="connsiteX31" fmla="*/ 1855887 w 1857234"/>
              <a:gd name="connsiteY31" fmla="*/ 1211203 h 2264838"/>
              <a:gd name="connsiteX32" fmla="*/ 1830487 w 1857234"/>
              <a:gd name="connsiteY32" fmla="*/ 1092670 h 2264838"/>
              <a:gd name="connsiteX33" fmla="*/ 1754287 w 1857234"/>
              <a:gd name="connsiteY33" fmla="*/ 1118070 h 2264838"/>
              <a:gd name="connsiteX34" fmla="*/ 1720420 w 1857234"/>
              <a:gd name="connsiteY34" fmla="*/ 1164636 h 2264838"/>
              <a:gd name="connsiteX35" fmla="*/ 1686553 w 1857234"/>
              <a:gd name="connsiteY35" fmla="*/ 1236603 h 2264838"/>
              <a:gd name="connsiteX36" fmla="*/ 1703487 w 1857234"/>
              <a:gd name="connsiteY36" fmla="*/ 830203 h 2264838"/>
              <a:gd name="connsiteX37" fmla="*/ 1669620 w 1857234"/>
              <a:gd name="connsiteY37" fmla="*/ 505083 h 2264838"/>
              <a:gd name="connsiteX38" fmla="*/ 1474887 w 1857234"/>
              <a:gd name="connsiteY38" fmla="*/ 186736 h 2264838"/>
              <a:gd name="connsiteX39" fmla="*/ 1264278 w 1857234"/>
              <a:gd name="connsiteY39" fmla="*/ 62925 h 2264838"/>
              <a:gd name="connsiteX40" fmla="*/ 907620 w 1857234"/>
              <a:gd name="connsiteY40" fmla="*/ 470 h 2264838"/>
              <a:gd name="connsiteX41" fmla="*/ 699128 w 1857234"/>
              <a:gd name="connsiteY41" fmla="*/ 38246 h 2264838"/>
              <a:gd name="connsiteX0" fmla="*/ 699128 w 1857234"/>
              <a:gd name="connsiteY0" fmla="*/ 38246 h 2264173"/>
              <a:gd name="connsiteX1" fmla="*/ 530853 w 1857234"/>
              <a:gd name="connsiteY1" fmla="*/ 109476 h 2264173"/>
              <a:gd name="connsiteX2" fmla="*/ 359403 w 1857234"/>
              <a:gd name="connsiteY2" fmla="*/ 226951 h 2264173"/>
              <a:gd name="connsiteX3" fmla="*/ 194303 w 1857234"/>
              <a:gd name="connsiteY3" fmla="*/ 500001 h 2264173"/>
              <a:gd name="connsiteX4" fmla="*/ 143503 w 1857234"/>
              <a:gd name="connsiteY4" fmla="*/ 690502 h 2264173"/>
              <a:gd name="connsiteX5" fmla="*/ 143503 w 1857234"/>
              <a:gd name="connsiteY5" fmla="*/ 1058801 h 2264173"/>
              <a:gd name="connsiteX6" fmla="*/ 144562 w 1857234"/>
              <a:gd name="connsiteY6" fmla="*/ 1196386 h 2264173"/>
              <a:gd name="connsiteX7" fmla="*/ 92704 w 1857234"/>
              <a:gd name="connsiteY7" fmla="*/ 1145586 h 2264173"/>
              <a:gd name="connsiteX8" fmla="*/ 13329 w 1857234"/>
              <a:gd name="connsiteY8" fmla="*/ 1150878 h 2264173"/>
              <a:gd name="connsiteX9" fmla="*/ 1687 w 1857234"/>
              <a:gd name="connsiteY9" fmla="*/ 1262003 h 2264173"/>
              <a:gd name="connsiteX10" fmla="*/ 31320 w 1857234"/>
              <a:gd name="connsiteY10" fmla="*/ 1405937 h 2264173"/>
              <a:gd name="connsiteX11" fmla="*/ 99053 w 1857234"/>
              <a:gd name="connsiteY11" fmla="*/ 1511770 h 2264173"/>
              <a:gd name="connsiteX12" fmla="*/ 149853 w 1857234"/>
              <a:gd name="connsiteY12" fmla="*/ 1609136 h 2264173"/>
              <a:gd name="connsiteX13" fmla="*/ 213353 w 1857234"/>
              <a:gd name="connsiteY13" fmla="*/ 1626070 h 2264173"/>
              <a:gd name="connsiteX14" fmla="*/ 221820 w 1857234"/>
              <a:gd name="connsiteY14" fmla="*/ 1566803 h 2264173"/>
              <a:gd name="connsiteX15" fmla="*/ 221820 w 1857234"/>
              <a:gd name="connsiteY15" fmla="*/ 1532936 h 2264173"/>
              <a:gd name="connsiteX16" fmla="*/ 301968 w 1857234"/>
              <a:gd name="connsiteY16" fmla="*/ 1803314 h 2264173"/>
              <a:gd name="connsiteX17" fmla="*/ 443372 w 1857234"/>
              <a:gd name="connsiteY17" fmla="*/ 1961314 h 2264173"/>
              <a:gd name="connsiteX18" fmla="*/ 647608 w 1857234"/>
              <a:gd name="connsiteY18" fmla="*/ 2138936 h 2264173"/>
              <a:gd name="connsiteX19" fmla="*/ 812665 w 1857234"/>
              <a:gd name="connsiteY19" fmla="*/ 2239951 h 2264173"/>
              <a:gd name="connsiteX20" fmla="*/ 1131834 w 1857234"/>
              <a:gd name="connsiteY20" fmla="*/ 2260402 h 2264173"/>
              <a:gd name="connsiteX21" fmla="*/ 1219747 w 1857234"/>
              <a:gd name="connsiteY21" fmla="*/ 2181492 h 2264173"/>
              <a:gd name="connsiteX22" fmla="*/ 1304365 w 1857234"/>
              <a:gd name="connsiteY22" fmla="*/ 2109462 h 2264173"/>
              <a:gd name="connsiteX23" fmla="*/ 1519275 w 1857234"/>
              <a:gd name="connsiteY23" fmla="*/ 1901778 h 2264173"/>
              <a:gd name="connsiteX24" fmla="*/ 1630552 w 1857234"/>
              <a:gd name="connsiteY24" fmla="*/ 1734918 h 2264173"/>
              <a:gd name="connsiteX25" fmla="*/ 1667781 w 1857234"/>
              <a:gd name="connsiteY25" fmla="*/ 1594101 h 2264173"/>
              <a:gd name="connsiteX26" fmla="*/ 1678087 w 1857234"/>
              <a:gd name="connsiteY26" fmla="*/ 1484588 h 2264173"/>
              <a:gd name="connsiteX27" fmla="*/ 1737353 w 1857234"/>
              <a:gd name="connsiteY27" fmla="*/ 1549870 h 2264173"/>
              <a:gd name="connsiteX28" fmla="*/ 1788153 w 1857234"/>
              <a:gd name="connsiteY28" fmla="*/ 1524470 h 2264173"/>
              <a:gd name="connsiteX29" fmla="*/ 1810167 w 1857234"/>
              <a:gd name="connsiteY29" fmla="*/ 1405936 h 2264173"/>
              <a:gd name="connsiteX30" fmla="*/ 1849113 w 1857234"/>
              <a:gd name="connsiteY30" fmla="*/ 1309416 h 2264173"/>
              <a:gd name="connsiteX31" fmla="*/ 1855887 w 1857234"/>
              <a:gd name="connsiteY31" fmla="*/ 1211203 h 2264173"/>
              <a:gd name="connsiteX32" fmla="*/ 1830487 w 1857234"/>
              <a:gd name="connsiteY32" fmla="*/ 1092670 h 2264173"/>
              <a:gd name="connsiteX33" fmla="*/ 1754287 w 1857234"/>
              <a:gd name="connsiteY33" fmla="*/ 1118070 h 2264173"/>
              <a:gd name="connsiteX34" fmla="*/ 1720420 w 1857234"/>
              <a:gd name="connsiteY34" fmla="*/ 1164636 h 2264173"/>
              <a:gd name="connsiteX35" fmla="*/ 1686553 w 1857234"/>
              <a:gd name="connsiteY35" fmla="*/ 1236603 h 2264173"/>
              <a:gd name="connsiteX36" fmla="*/ 1703487 w 1857234"/>
              <a:gd name="connsiteY36" fmla="*/ 830203 h 2264173"/>
              <a:gd name="connsiteX37" fmla="*/ 1669620 w 1857234"/>
              <a:gd name="connsiteY37" fmla="*/ 505083 h 2264173"/>
              <a:gd name="connsiteX38" fmla="*/ 1474887 w 1857234"/>
              <a:gd name="connsiteY38" fmla="*/ 186736 h 2264173"/>
              <a:gd name="connsiteX39" fmla="*/ 1264278 w 1857234"/>
              <a:gd name="connsiteY39" fmla="*/ 62925 h 2264173"/>
              <a:gd name="connsiteX40" fmla="*/ 907620 w 1857234"/>
              <a:gd name="connsiteY40" fmla="*/ 470 h 2264173"/>
              <a:gd name="connsiteX41" fmla="*/ 699128 w 1857234"/>
              <a:gd name="connsiteY41" fmla="*/ 38246 h 2264173"/>
              <a:gd name="connsiteX0" fmla="*/ 699128 w 1857234"/>
              <a:gd name="connsiteY0" fmla="*/ 38246 h 2264173"/>
              <a:gd name="connsiteX1" fmla="*/ 530853 w 1857234"/>
              <a:gd name="connsiteY1" fmla="*/ 109476 h 2264173"/>
              <a:gd name="connsiteX2" fmla="*/ 359403 w 1857234"/>
              <a:gd name="connsiteY2" fmla="*/ 226951 h 2264173"/>
              <a:gd name="connsiteX3" fmla="*/ 194303 w 1857234"/>
              <a:gd name="connsiteY3" fmla="*/ 500001 h 2264173"/>
              <a:gd name="connsiteX4" fmla="*/ 143503 w 1857234"/>
              <a:gd name="connsiteY4" fmla="*/ 690502 h 2264173"/>
              <a:gd name="connsiteX5" fmla="*/ 143503 w 1857234"/>
              <a:gd name="connsiteY5" fmla="*/ 1058801 h 2264173"/>
              <a:gd name="connsiteX6" fmla="*/ 144562 w 1857234"/>
              <a:gd name="connsiteY6" fmla="*/ 1196386 h 2264173"/>
              <a:gd name="connsiteX7" fmla="*/ 92704 w 1857234"/>
              <a:gd name="connsiteY7" fmla="*/ 1145586 h 2264173"/>
              <a:gd name="connsiteX8" fmla="*/ 13329 w 1857234"/>
              <a:gd name="connsiteY8" fmla="*/ 1150878 h 2264173"/>
              <a:gd name="connsiteX9" fmla="*/ 1687 w 1857234"/>
              <a:gd name="connsiteY9" fmla="*/ 1262003 h 2264173"/>
              <a:gd name="connsiteX10" fmla="*/ 31320 w 1857234"/>
              <a:gd name="connsiteY10" fmla="*/ 1405937 h 2264173"/>
              <a:gd name="connsiteX11" fmla="*/ 99053 w 1857234"/>
              <a:gd name="connsiteY11" fmla="*/ 1511770 h 2264173"/>
              <a:gd name="connsiteX12" fmla="*/ 149853 w 1857234"/>
              <a:gd name="connsiteY12" fmla="*/ 1609136 h 2264173"/>
              <a:gd name="connsiteX13" fmla="*/ 213353 w 1857234"/>
              <a:gd name="connsiteY13" fmla="*/ 1626070 h 2264173"/>
              <a:gd name="connsiteX14" fmla="*/ 221820 w 1857234"/>
              <a:gd name="connsiteY14" fmla="*/ 1566803 h 2264173"/>
              <a:gd name="connsiteX15" fmla="*/ 221820 w 1857234"/>
              <a:gd name="connsiteY15" fmla="*/ 1532936 h 2264173"/>
              <a:gd name="connsiteX16" fmla="*/ 301968 w 1857234"/>
              <a:gd name="connsiteY16" fmla="*/ 1803314 h 2264173"/>
              <a:gd name="connsiteX17" fmla="*/ 443372 w 1857234"/>
              <a:gd name="connsiteY17" fmla="*/ 1961314 h 2264173"/>
              <a:gd name="connsiteX18" fmla="*/ 647608 w 1857234"/>
              <a:gd name="connsiteY18" fmla="*/ 2138936 h 2264173"/>
              <a:gd name="connsiteX19" fmla="*/ 812665 w 1857234"/>
              <a:gd name="connsiteY19" fmla="*/ 2239951 h 2264173"/>
              <a:gd name="connsiteX20" fmla="*/ 1131834 w 1857234"/>
              <a:gd name="connsiteY20" fmla="*/ 2260402 h 2264173"/>
              <a:gd name="connsiteX21" fmla="*/ 1219747 w 1857234"/>
              <a:gd name="connsiteY21" fmla="*/ 2181492 h 2264173"/>
              <a:gd name="connsiteX22" fmla="*/ 1304365 w 1857234"/>
              <a:gd name="connsiteY22" fmla="*/ 2109462 h 2264173"/>
              <a:gd name="connsiteX23" fmla="*/ 1519275 w 1857234"/>
              <a:gd name="connsiteY23" fmla="*/ 1901778 h 2264173"/>
              <a:gd name="connsiteX24" fmla="*/ 1649165 w 1857234"/>
              <a:gd name="connsiteY24" fmla="*/ 1767412 h 2264173"/>
              <a:gd name="connsiteX25" fmla="*/ 1667781 w 1857234"/>
              <a:gd name="connsiteY25" fmla="*/ 1594101 h 2264173"/>
              <a:gd name="connsiteX26" fmla="*/ 1678087 w 1857234"/>
              <a:gd name="connsiteY26" fmla="*/ 1484588 h 2264173"/>
              <a:gd name="connsiteX27" fmla="*/ 1737353 w 1857234"/>
              <a:gd name="connsiteY27" fmla="*/ 1549870 h 2264173"/>
              <a:gd name="connsiteX28" fmla="*/ 1788153 w 1857234"/>
              <a:gd name="connsiteY28" fmla="*/ 1524470 h 2264173"/>
              <a:gd name="connsiteX29" fmla="*/ 1810167 w 1857234"/>
              <a:gd name="connsiteY29" fmla="*/ 1405936 h 2264173"/>
              <a:gd name="connsiteX30" fmla="*/ 1849113 w 1857234"/>
              <a:gd name="connsiteY30" fmla="*/ 1309416 h 2264173"/>
              <a:gd name="connsiteX31" fmla="*/ 1855887 w 1857234"/>
              <a:gd name="connsiteY31" fmla="*/ 1211203 h 2264173"/>
              <a:gd name="connsiteX32" fmla="*/ 1830487 w 1857234"/>
              <a:gd name="connsiteY32" fmla="*/ 1092670 h 2264173"/>
              <a:gd name="connsiteX33" fmla="*/ 1754287 w 1857234"/>
              <a:gd name="connsiteY33" fmla="*/ 1118070 h 2264173"/>
              <a:gd name="connsiteX34" fmla="*/ 1720420 w 1857234"/>
              <a:gd name="connsiteY34" fmla="*/ 1164636 h 2264173"/>
              <a:gd name="connsiteX35" fmla="*/ 1686553 w 1857234"/>
              <a:gd name="connsiteY35" fmla="*/ 1236603 h 2264173"/>
              <a:gd name="connsiteX36" fmla="*/ 1703487 w 1857234"/>
              <a:gd name="connsiteY36" fmla="*/ 830203 h 2264173"/>
              <a:gd name="connsiteX37" fmla="*/ 1669620 w 1857234"/>
              <a:gd name="connsiteY37" fmla="*/ 505083 h 2264173"/>
              <a:gd name="connsiteX38" fmla="*/ 1474887 w 1857234"/>
              <a:gd name="connsiteY38" fmla="*/ 186736 h 2264173"/>
              <a:gd name="connsiteX39" fmla="*/ 1264278 w 1857234"/>
              <a:gd name="connsiteY39" fmla="*/ 62925 h 2264173"/>
              <a:gd name="connsiteX40" fmla="*/ 907620 w 1857234"/>
              <a:gd name="connsiteY40" fmla="*/ 470 h 2264173"/>
              <a:gd name="connsiteX41" fmla="*/ 699128 w 1857234"/>
              <a:gd name="connsiteY41" fmla="*/ 38246 h 2264173"/>
              <a:gd name="connsiteX0" fmla="*/ 699128 w 1857234"/>
              <a:gd name="connsiteY0" fmla="*/ 38246 h 2263842"/>
              <a:gd name="connsiteX1" fmla="*/ 530853 w 1857234"/>
              <a:gd name="connsiteY1" fmla="*/ 109476 h 2263842"/>
              <a:gd name="connsiteX2" fmla="*/ 359403 w 1857234"/>
              <a:gd name="connsiteY2" fmla="*/ 226951 h 2263842"/>
              <a:gd name="connsiteX3" fmla="*/ 194303 w 1857234"/>
              <a:gd name="connsiteY3" fmla="*/ 500001 h 2263842"/>
              <a:gd name="connsiteX4" fmla="*/ 143503 w 1857234"/>
              <a:gd name="connsiteY4" fmla="*/ 690502 h 2263842"/>
              <a:gd name="connsiteX5" fmla="*/ 143503 w 1857234"/>
              <a:gd name="connsiteY5" fmla="*/ 1058801 h 2263842"/>
              <a:gd name="connsiteX6" fmla="*/ 144562 w 1857234"/>
              <a:gd name="connsiteY6" fmla="*/ 1196386 h 2263842"/>
              <a:gd name="connsiteX7" fmla="*/ 92704 w 1857234"/>
              <a:gd name="connsiteY7" fmla="*/ 1145586 h 2263842"/>
              <a:gd name="connsiteX8" fmla="*/ 13329 w 1857234"/>
              <a:gd name="connsiteY8" fmla="*/ 1150878 h 2263842"/>
              <a:gd name="connsiteX9" fmla="*/ 1687 w 1857234"/>
              <a:gd name="connsiteY9" fmla="*/ 1262003 h 2263842"/>
              <a:gd name="connsiteX10" fmla="*/ 31320 w 1857234"/>
              <a:gd name="connsiteY10" fmla="*/ 1405937 h 2263842"/>
              <a:gd name="connsiteX11" fmla="*/ 99053 w 1857234"/>
              <a:gd name="connsiteY11" fmla="*/ 1511770 h 2263842"/>
              <a:gd name="connsiteX12" fmla="*/ 149853 w 1857234"/>
              <a:gd name="connsiteY12" fmla="*/ 1609136 h 2263842"/>
              <a:gd name="connsiteX13" fmla="*/ 213353 w 1857234"/>
              <a:gd name="connsiteY13" fmla="*/ 1626070 h 2263842"/>
              <a:gd name="connsiteX14" fmla="*/ 221820 w 1857234"/>
              <a:gd name="connsiteY14" fmla="*/ 1566803 h 2263842"/>
              <a:gd name="connsiteX15" fmla="*/ 221820 w 1857234"/>
              <a:gd name="connsiteY15" fmla="*/ 1532936 h 2263842"/>
              <a:gd name="connsiteX16" fmla="*/ 301968 w 1857234"/>
              <a:gd name="connsiteY16" fmla="*/ 1803314 h 2263842"/>
              <a:gd name="connsiteX17" fmla="*/ 443372 w 1857234"/>
              <a:gd name="connsiteY17" fmla="*/ 1961314 h 2263842"/>
              <a:gd name="connsiteX18" fmla="*/ 647608 w 1857234"/>
              <a:gd name="connsiteY18" fmla="*/ 2138936 h 2263842"/>
              <a:gd name="connsiteX19" fmla="*/ 812665 w 1857234"/>
              <a:gd name="connsiteY19" fmla="*/ 2239951 h 2263842"/>
              <a:gd name="connsiteX20" fmla="*/ 1131834 w 1857234"/>
              <a:gd name="connsiteY20" fmla="*/ 2260402 h 2263842"/>
              <a:gd name="connsiteX21" fmla="*/ 1252319 w 1857234"/>
              <a:gd name="connsiteY21" fmla="*/ 2186134 h 2263842"/>
              <a:gd name="connsiteX22" fmla="*/ 1304365 w 1857234"/>
              <a:gd name="connsiteY22" fmla="*/ 2109462 h 2263842"/>
              <a:gd name="connsiteX23" fmla="*/ 1519275 w 1857234"/>
              <a:gd name="connsiteY23" fmla="*/ 1901778 h 2263842"/>
              <a:gd name="connsiteX24" fmla="*/ 1649165 w 1857234"/>
              <a:gd name="connsiteY24" fmla="*/ 1767412 h 2263842"/>
              <a:gd name="connsiteX25" fmla="*/ 1667781 w 1857234"/>
              <a:gd name="connsiteY25" fmla="*/ 1594101 h 2263842"/>
              <a:gd name="connsiteX26" fmla="*/ 1678087 w 1857234"/>
              <a:gd name="connsiteY26" fmla="*/ 1484588 h 2263842"/>
              <a:gd name="connsiteX27" fmla="*/ 1737353 w 1857234"/>
              <a:gd name="connsiteY27" fmla="*/ 1549870 h 2263842"/>
              <a:gd name="connsiteX28" fmla="*/ 1788153 w 1857234"/>
              <a:gd name="connsiteY28" fmla="*/ 1524470 h 2263842"/>
              <a:gd name="connsiteX29" fmla="*/ 1810167 w 1857234"/>
              <a:gd name="connsiteY29" fmla="*/ 1405936 h 2263842"/>
              <a:gd name="connsiteX30" fmla="*/ 1849113 w 1857234"/>
              <a:gd name="connsiteY30" fmla="*/ 1309416 h 2263842"/>
              <a:gd name="connsiteX31" fmla="*/ 1855887 w 1857234"/>
              <a:gd name="connsiteY31" fmla="*/ 1211203 h 2263842"/>
              <a:gd name="connsiteX32" fmla="*/ 1830487 w 1857234"/>
              <a:gd name="connsiteY32" fmla="*/ 1092670 h 2263842"/>
              <a:gd name="connsiteX33" fmla="*/ 1754287 w 1857234"/>
              <a:gd name="connsiteY33" fmla="*/ 1118070 h 2263842"/>
              <a:gd name="connsiteX34" fmla="*/ 1720420 w 1857234"/>
              <a:gd name="connsiteY34" fmla="*/ 1164636 h 2263842"/>
              <a:gd name="connsiteX35" fmla="*/ 1686553 w 1857234"/>
              <a:gd name="connsiteY35" fmla="*/ 1236603 h 2263842"/>
              <a:gd name="connsiteX36" fmla="*/ 1703487 w 1857234"/>
              <a:gd name="connsiteY36" fmla="*/ 830203 h 2263842"/>
              <a:gd name="connsiteX37" fmla="*/ 1669620 w 1857234"/>
              <a:gd name="connsiteY37" fmla="*/ 505083 h 2263842"/>
              <a:gd name="connsiteX38" fmla="*/ 1474887 w 1857234"/>
              <a:gd name="connsiteY38" fmla="*/ 186736 h 2263842"/>
              <a:gd name="connsiteX39" fmla="*/ 1264278 w 1857234"/>
              <a:gd name="connsiteY39" fmla="*/ 62925 h 2263842"/>
              <a:gd name="connsiteX40" fmla="*/ 907620 w 1857234"/>
              <a:gd name="connsiteY40" fmla="*/ 470 h 2263842"/>
              <a:gd name="connsiteX41" fmla="*/ 699128 w 1857234"/>
              <a:gd name="connsiteY41" fmla="*/ 38246 h 2263842"/>
              <a:gd name="connsiteX0" fmla="*/ 699128 w 1857234"/>
              <a:gd name="connsiteY0" fmla="*/ 38246 h 2263842"/>
              <a:gd name="connsiteX1" fmla="*/ 530853 w 1857234"/>
              <a:gd name="connsiteY1" fmla="*/ 109476 h 2263842"/>
              <a:gd name="connsiteX2" fmla="*/ 359403 w 1857234"/>
              <a:gd name="connsiteY2" fmla="*/ 226951 h 2263842"/>
              <a:gd name="connsiteX3" fmla="*/ 194303 w 1857234"/>
              <a:gd name="connsiteY3" fmla="*/ 500001 h 2263842"/>
              <a:gd name="connsiteX4" fmla="*/ 143503 w 1857234"/>
              <a:gd name="connsiteY4" fmla="*/ 690502 h 2263842"/>
              <a:gd name="connsiteX5" fmla="*/ 143503 w 1857234"/>
              <a:gd name="connsiteY5" fmla="*/ 1058801 h 2263842"/>
              <a:gd name="connsiteX6" fmla="*/ 144562 w 1857234"/>
              <a:gd name="connsiteY6" fmla="*/ 1196386 h 2263842"/>
              <a:gd name="connsiteX7" fmla="*/ 92704 w 1857234"/>
              <a:gd name="connsiteY7" fmla="*/ 1145586 h 2263842"/>
              <a:gd name="connsiteX8" fmla="*/ 13329 w 1857234"/>
              <a:gd name="connsiteY8" fmla="*/ 1150878 h 2263842"/>
              <a:gd name="connsiteX9" fmla="*/ 1687 w 1857234"/>
              <a:gd name="connsiteY9" fmla="*/ 1262003 h 2263842"/>
              <a:gd name="connsiteX10" fmla="*/ 31320 w 1857234"/>
              <a:gd name="connsiteY10" fmla="*/ 1405937 h 2263842"/>
              <a:gd name="connsiteX11" fmla="*/ 99053 w 1857234"/>
              <a:gd name="connsiteY11" fmla="*/ 1511770 h 2263842"/>
              <a:gd name="connsiteX12" fmla="*/ 149853 w 1857234"/>
              <a:gd name="connsiteY12" fmla="*/ 1609136 h 2263842"/>
              <a:gd name="connsiteX13" fmla="*/ 213353 w 1857234"/>
              <a:gd name="connsiteY13" fmla="*/ 1626070 h 2263842"/>
              <a:gd name="connsiteX14" fmla="*/ 221820 w 1857234"/>
              <a:gd name="connsiteY14" fmla="*/ 1566803 h 2263842"/>
              <a:gd name="connsiteX15" fmla="*/ 221820 w 1857234"/>
              <a:gd name="connsiteY15" fmla="*/ 1532936 h 2263842"/>
              <a:gd name="connsiteX16" fmla="*/ 301968 w 1857234"/>
              <a:gd name="connsiteY16" fmla="*/ 1803314 h 2263842"/>
              <a:gd name="connsiteX17" fmla="*/ 443372 w 1857234"/>
              <a:gd name="connsiteY17" fmla="*/ 1961314 h 2263842"/>
              <a:gd name="connsiteX18" fmla="*/ 647608 w 1857234"/>
              <a:gd name="connsiteY18" fmla="*/ 2138936 h 2263842"/>
              <a:gd name="connsiteX19" fmla="*/ 812665 w 1857234"/>
              <a:gd name="connsiteY19" fmla="*/ 2239951 h 2263842"/>
              <a:gd name="connsiteX20" fmla="*/ 1131834 w 1857234"/>
              <a:gd name="connsiteY20" fmla="*/ 2260402 h 2263842"/>
              <a:gd name="connsiteX21" fmla="*/ 1252319 w 1857234"/>
              <a:gd name="connsiteY21" fmla="*/ 2186134 h 2263842"/>
              <a:gd name="connsiteX22" fmla="*/ 1324044 w 1857234"/>
              <a:gd name="connsiteY22" fmla="*/ 2095439 h 2263842"/>
              <a:gd name="connsiteX23" fmla="*/ 1519275 w 1857234"/>
              <a:gd name="connsiteY23" fmla="*/ 1901778 h 2263842"/>
              <a:gd name="connsiteX24" fmla="*/ 1649165 w 1857234"/>
              <a:gd name="connsiteY24" fmla="*/ 1767412 h 2263842"/>
              <a:gd name="connsiteX25" fmla="*/ 1667781 w 1857234"/>
              <a:gd name="connsiteY25" fmla="*/ 1594101 h 2263842"/>
              <a:gd name="connsiteX26" fmla="*/ 1678087 w 1857234"/>
              <a:gd name="connsiteY26" fmla="*/ 1484588 h 2263842"/>
              <a:gd name="connsiteX27" fmla="*/ 1737353 w 1857234"/>
              <a:gd name="connsiteY27" fmla="*/ 1549870 h 2263842"/>
              <a:gd name="connsiteX28" fmla="*/ 1788153 w 1857234"/>
              <a:gd name="connsiteY28" fmla="*/ 1524470 h 2263842"/>
              <a:gd name="connsiteX29" fmla="*/ 1810167 w 1857234"/>
              <a:gd name="connsiteY29" fmla="*/ 1405936 h 2263842"/>
              <a:gd name="connsiteX30" fmla="*/ 1849113 w 1857234"/>
              <a:gd name="connsiteY30" fmla="*/ 1309416 h 2263842"/>
              <a:gd name="connsiteX31" fmla="*/ 1855887 w 1857234"/>
              <a:gd name="connsiteY31" fmla="*/ 1211203 h 2263842"/>
              <a:gd name="connsiteX32" fmla="*/ 1830487 w 1857234"/>
              <a:gd name="connsiteY32" fmla="*/ 1092670 h 2263842"/>
              <a:gd name="connsiteX33" fmla="*/ 1754287 w 1857234"/>
              <a:gd name="connsiteY33" fmla="*/ 1118070 h 2263842"/>
              <a:gd name="connsiteX34" fmla="*/ 1720420 w 1857234"/>
              <a:gd name="connsiteY34" fmla="*/ 1164636 h 2263842"/>
              <a:gd name="connsiteX35" fmla="*/ 1686553 w 1857234"/>
              <a:gd name="connsiteY35" fmla="*/ 1236603 h 2263842"/>
              <a:gd name="connsiteX36" fmla="*/ 1703487 w 1857234"/>
              <a:gd name="connsiteY36" fmla="*/ 830203 h 2263842"/>
              <a:gd name="connsiteX37" fmla="*/ 1669620 w 1857234"/>
              <a:gd name="connsiteY37" fmla="*/ 505083 h 2263842"/>
              <a:gd name="connsiteX38" fmla="*/ 1474887 w 1857234"/>
              <a:gd name="connsiteY38" fmla="*/ 186736 h 2263842"/>
              <a:gd name="connsiteX39" fmla="*/ 1264278 w 1857234"/>
              <a:gd name="connsiteY39" fmla="*/ 62925 h 2263842"/>
              <a:gd name="connsiteX40" fmla="*/ 907620 w 1857234"/>
              <a:gd name="connsiteY40" fmla="*/ 470 h 2263842"/>
              <a:gd name="connsiteX41" fmla="*/ 699128 w 1857234"/>
              <a:gd name="connsiteY41" fmla="*/ 38246 h 2263842"/>
              <a:gd name="connsiteX0" fmla="*/ 699128 w 1857234"/>
              <a:gd name="connsiteY0" fmla="*/ 38246 h 2263842"/>
              <a:gd name="connsiteX1" fmla="*/ 530853 w 1857234"/>
              <a:gd name="connsiteY1" fmla="*/ 109476 h 2263842"/>
              <a:gd name="connsiteX2" fmla="*/ 359403 w 1857234"/>
              <a:gd name="connsiteY2" fmla="*/ 226951 h 2263842"/>
              <a:gd name="connsiteX3" fmla="*/ 194303 w 1857234"/>
              <a:gd name="connsiteY3" fmla="*/ 500001 h 2263842"/>
              <a:gd name="connsiteX4" fmla="*/ 143503 w 1857234"/>
              <a:gd name="connsiteY4" fmla="*/ 690502 h 2263842"/>
              <a:gd name="connsiteX5" fmla="*/ 143503 w 1857234"/>
              <a:gd name="connsiteY5" fmla="*/ 1058801 h 2263842"/>
              <a:gd name="connsiteX6" fmla="*/ 144562 w 1857234"/>
              <a:gd name="connsiteY6" fmla="*/ 1196386 h 2263842"/>
              <a:gd name="connsiteX7" fmla="*/ 92704 w 1857234"/>
              <a:gd name="connsiteY7" fmla="*/ 1145586 h 2263842"/>
              <a:gd name="connsiteX8" fmla="*/ 13329 w 1857234"/>
              <a:gd name="connsiteY8" fmla="*/ 1150878 h 2263842"/>
              <a:gd name="connsiteX9" fmla="*/ 1687 w 1857234"/>
              <a:gd name="connsiteY9" fmla="*/ 1262003 h 2263842"/>
              <a:gd name="connsiteX10" fmla="*/ 31320 w 1857234"/>
              <a:gd name="connsiteY10" fmla="*/ 1405937 h 2263842"/>
              <a:gd name="connsiteX11" fmla="*/ 99053 w 1857234"/>
              <a:gd name="connsiteY11" fmla="*/ 1511770 h 2263842"/>
              <a:gd name="connsiteX12" fmla="*/ 149853 w 1857234"/>
              <a:gd name="connsiteY12" fmla="*/ 1609136 h 2263842"/>
              <a:gd name="connsiteX13" fmla="*/ 213353 w 1857234"/>
              <a:gd name="connsiteY13" fmla="*/ 1626070 h 2263842"/>
              <a:gd name="connsiteX14" fmla="*/ 221820 w 1857234"/>
              <a:gd name="connsiteY14" fmla="*/ 1566803 h 2263842"/>
              <a:gd name="connsiteX15" fmla="*/ 221820 w 1857234"/>
              <a:gd name="connsiteY15" fmla="*/ 1532936 h 2263842"/>
              <a:gd name="connsiteX16" fmla="*/ 301968 w 1857234"/>
              <a:gd name="connsiteY16" fmla="*/ 1803314 h 2263842"/>
              <a:gd name="connsiteX17" fmla="*/ 443372 w 1857234"/>
              <a:gd name="connsiteY17" fmla="*/ 1961314 h 2263842"/>
              <a:gd name="connsiteX18" fmla="*/ 647608 w 1857234"/>
              <a:gd name="connsiteY18" fmla="*/ 2138936 h 2263842"/>
              <a:gd name="connsiteX19" fmla="*/ 812665 w 1857234"/>
              <a:gd name="connsiteY19" fmla="*/ 2239951 h 2263842"/>
              <a:gd name="connsiteX20" fmla="*/ 1131834 w 1857234"/>
              <a:gd name="connsiteY20" fmla="*/ 2260402 h 2263842"/>
              <a:gd name="connsiteX21" fmla="*/ 1252319 w 1857234"/>
              <a:gd name="connsiteY21" fmla="*/ 2186134 h 2263842"/>
              <a:gd name="connsiteX22" fmla="*/ 1377459 w 1857234"/>
              <a:gd name="connsiteY22" fmla="*/ 2070198 h 2263842"/>
              <a:gd name="connsiteX23" fmla="*/ 1519275 w 1857234"/>
              <a:gd name="connsiteY23" fmla="*/ 1901778 h 2263842"/>
              <a:gd name="connsiteX24" fmla="*/ 1649165 w 1857234"/>
              <a:gd name="connsiteY24" fmla="*/ 1767412 h 2263842"/>
              <a:gd name="connsiteX25" fmla="*/ 1667781 w 1857234"/>
              <a:gd name="connsiteY25" fmla="*/ 1594101 h 2263842"/>
              <a:gd name="connsiteX26" fmla="*/ 1678087 w 1857234"/>
              <a:gd name="connsiteY26" fmla="*/ 1484588 h 2263842"/>
              <a:gd name="connsiteX27" fmla="*/ 1737353 w 1857234"/>
              <a:gd name="connsiteY27" fmla="*/ 1549870 h 2263842"/>
              <a:gd name="connsiteX28" fmla="*/ 1788153 w 1857234"/>
              <a:gd name="connsiteY28" fmla="*/ 1524470 h 2263842"/>
              <a:gd name="connsiteX29" fmla="*/ 1810167 w 1857234"/>
              <a:gd name="connsiteY29" fmla="*/ 1405936 h 2263842"/>
              <a:gd name="connsiteX30" fmla="*/ 1849113 w 1857234"/>
              <a:gd name="connsiteY30" fmla="*/ 1309416 h 2263842"/>
              <a:gd name="connsiteX31" fmla="*/ 1855887 w 1857234"/>
              <a:gd name="connsiteY31" fmla="*/ 1211203 h 2263842"/>
              <a:gd name="connsiteX32" fmla="*/ 1830487 w 1857234"/>
              <a:gd name="connsiteY32" fmla="*/ 1092670 h 2263842"/>
              <a:gd name="connsiteX33" fmla="*/ 1754287 w 1857234"/>
              <a:gd name="connsiteY33" fmla="*/ 1118070 h 2263842"/>
              <a:gd name="connsiteX34" fmla="*/ 1720420 w 1857234"/>
              <a:gd name="connsiteY34" fmla="*/ 1164636 h 2263842"/>
              <a:gd name="connsiteX35" fmla="*/ 1686553 w 1857234"/>
              <a:gd name="connsiteY35" fmla="*/ 1236603 h 2263842"/>
              <a:gd name="connsiteX36" fmla="*/ 1703487 w 1857234"/>
              <a:gd name="connsiteY36" fmla="*/ 830203 h 2263842"/>
              <a:gd name="connsiteX37" fmla="*/ 1669620 w 1857234"/>
              <a:gd name="connsiteY37" fmla="*/ 505083 h 2263842"/>
              <a:gd name="connsiteX38" fmla="*/ 1474887 w 1857234"/>
              <a:gd name="connsiteY38" fmla="*/ 186736 h 2263842"/>
              <a:gd name="connsiteX39" fmla="*/ 1264278 w 1857234"/>
              <a:gd name="connsiteY39" fmla="*/ 62925 h 2263842"/>
              <a:gd name="connsiteX40" fmla="*/ 907620 w 1857234"/>
              <a:gd name="connsiteY40" fmla="*/ 470 h 2263842"/>
              <a:gd name="connsiteX41" fmla="*/ 699128 w 1857234"/>
              <a:gd name="connsiteY41" fmla="*/ 38246 h 2263842"/>
              <a:gd name="connsiteX0" fmla="*/ 699128 w 1857234"/>
              <a:gd name="connsiteY0" fmla="*/ 38246 h 2263842"/>
              <a:gd name="connsiteX1" fmla="*/ 530853 w 1857234"/>
              <a:gd name="connsiteY1" fmla="*/ 109476 h 2263842"/>
              <a:gd name="connsiteX2" fmla="*/ 359403 w 1857234"/>
              <a:gd name="connsiteY2" fmla="*/ 226951 h 2263842"/>
              <a:gd name="connsiteX3" fmla="*/ 194303 w 1857234"/>
              <a:gd name="connsiteY3" fmla="*/ 500001 h 2263842"/>
              <a:gd name="connsiteX4" fmla="*/ 143503 w 1857234"/>
              <a:gd name="connsiteY4" fmla="*/ 690502 h 2263842"/>
              <a:gd name="connsiteX5" fmla="*/ 143503 w 1857234"/>
              <a:gd name="connsiteY5" fmla="*/ 1058801 h 2263842"/>
              <a:gd name="connsiteX6" fmla="*/ 144562 w 1857234"/>
              <a:gd name="connsiteY6" fmla="*/ 1196386 h 2263842"/>
              <a:gd name="connsiteX7" fmla="*/ 92704 w 1857234"/>
              <a:gd name="connsiteY7" fmla="*/ 1145586 h 2263842"/>
              <a:gd name="connsiteX8" fmla="*/ 13329 w 1857234"/>
              <a:gd name="connsiteY8" fmla="*/ 1150878 h 2263842"/>
              <a:gd name="connsiteX9" fmla="*/ 1687 w 1857234"/>
              <a:gd name="connsiteY9" fmla="*/ 1262003 h 2263842"/>
              <a:gd name="connsiteX10" fmla="*/ 31320 w 1857234"/>
              <a:gd name="connsiteY10" fmla="*/ 1405937 h 2263842"/>
              <a:gd name="connsiteX11" fmla="*/ 99053 w 1857234"/>
              <a:gd name="connsiteY11" fmla="*/ 1511770 h 2263842"/>
              <a:gd name="connsiteX12" fmla="*/ 149853 w 1857234"/>
              <a:gd name="connsiteY12" fmla="*/ 1609136 h 2263842"/>
              <a:gd name="connsiteX13" fmla="*/ 213353 w 1857234"/>
              <a:gd name="connsiteY13" fmla="*/ 1626070 h 2263842"/>
              <a:gd name="connsiteX14" fmla="*/ 221820 w 1857234"/>
              <a:gd name="connsiteY14" fmla="*/ 1566803 h 2263842"/>
              <a:gd name="connsiteX15" fmla="*/ 221820 w 1857234"/>
              <a:gd name="connsiteY15" fmla="*/ 1532936 h 2263842"/>
              <a:gd name="connsiteX16" fmla="*/ 301968 w 1857234"/>
              <a:gd name="connsiteY16" fmla="*/ 1803314 h 2263842"/>
              <a:gd name="connsiteX17" fmla="*/ 443372 w 1857234"/>
              <a:gd name="connsiteY17" fmla="*/ 1961314 h 2263842"/>
              <a:gd name="connsiteX18" fmla="*/ 647608 w 1857234"/>
              <a:gd name="connsiteY18" fmla="*/ 2138936 h 2263842"/>
              <a:gd name="connsiteX19" fmla="*/ 812665 w 1857234"/>
              <a:gd name="connsiteY19" fmla="*/ 2239951 h 2263842"/>
              <a:gd name="connsiteX20" fmla="*/ 1131834 w 1857234"/>
              <a:gd name="connsiteY20" fmla="*/ 2260402 h 2263842"/>
              <a:gd name="connsiteX21" fmla="*/ 1252319 w 1857234"/>
              <a:gd name="connsiteY21" fmla="*/ 2186134 h 2263842"/>
              <a:gd name="connsiteX22" fmla="*/ 1377459 w 1857234"/>
              <a:gd name="connsiteY22" fmla="*/ 2070198 h 2263842"/>
              <a:gd name="connsiteX23" fmla="*/ 1538954 w 1857234"/>
              <a:gd name="connsiteY23" fmla="*/ 1904583 h 2263842"/>
              <a:gd name="connsiteX24" fmla="*/ 1649165 w 1857234"/>
              <a:gd name="connsiteY24" fmla="*/ 1767412 h 2263842"/>
              <a:gd name="connsiteX25" fmla="*/ 1667781 w 1857234"/>
              <a:gd name="connsiteY25" fmla="*/ 1594101 h 2263842"/>
              <a:gd name="connsiteX26" fmla="*/ 1678087 w 1857234"/>
              <a:gd name="connsiteY26" fmla="*/ 1484588 h 2263842"/>
              <a:gd name="connsiteX27" fmla="*/ 1737353 w 1857234"/>
              <a:gd name="connsiteY27" fmla="*/ 1549870 h 2263842"/>
              <a:gd name="connsiteX28" fmla="*/ 1788153 w 1857234"/>
              <a:gd name="connsiteY28" fmla="*/ 1524470 h 2263842"/>
              <a:gd name="connsiteX29" fmla="*/ 1810167 w 1857234"/>
              <a:gd name="connsiteY29" fmla="*/ 1405936 h 2263842"/>
              <a:gd name="connsiteX30" fmla="*/ 1849113 w 1857234"/>
              <a:gd name="connsiteY30" fmla="*/ 1309416 h 2263842"/>
              <a:gd name="connsiteX31" fmla="*/ 1855887 w 1857234"/>
              <a:gd name="connsiteY31" fmla="*/ 1211203 h 2263842"/>
              <a:gd name="connsiteX32" fmla="*/ 1830487 w 1857234"/>
              <a:gd name="connsiteY32" fmla="*/ 1092670 h 2263842"/>
              <a:gd name="connsiteX33" fmla="*/ 1754287 w 1857234"/>
              <a:gd name="connsiteY33" fmla="*/ 1118070 h 2263842"/>
              <a:gd name="connsiteX34" fmla="*/ 1720420 w 1857234"/>
              <a:gd name="connsiteY34" fmla="*/ 1164636 h 2263842"/>
              <a:gd name="connsiteX35" fmla="*/ 1686553 w 1857234"/>
              <a:gd name="connsiteY35" fmla="*/ 1236603 h 2263842"/>
              <a:gd name="connsiteX36" fmla="*/ 1703487 w 1857234"/>
              <a:gd name="connsiteY36" fmla="*/ 830203 h 2263842"/>
              <a:gd name="connsiteX37" fmla="*/ 1669620 w 1857234"/>
              <a:gd name="connsiteY37" fmla="*/ 505083 h 2263842"/>
              <a:gd name="connsiteX38" fmla="*/ 1474887 w 1857234"/>
              <a:gd name="connsiteY38" fmla="*/ 186736 h 2263842"/>
              <a:gd name="connsiteX39" fmla="*/ 1264278 w 1857234"/>
              <a:gd name="connsiteY39" fmla="*/ 62925 h 2263842"/>
              <a:gd name="connsiteX40" fmla="*/ 907620 w 1857234"/>
              <a:gd name="connsiteY40" fmla="*/ 470 h 2263842"/>
              <a:gd name="connsiteX41" fmla="*/ 699128 w 1857234"/>
              <a:gd name="connsiteY41" fmla="*/ 38246 h 2263842"/>
              <a:gd name="connsiteX0" fmla="*/ 699128 w 1857234"/>
              <a:gd name="connsiteY0" fmla="*/ 38246 h 2261482"/>
              <a:gd name="connsiteX1" fmla="*/ 530853 w 1857234"/>
              <a:gd name="connsiteY1" fmla="*/ 109476 h 2261482"/>
              <a:gd name="connsiteX2" fmla="*/ 359403 w 1857234"/>
              <a:gd name="connsiteY2" fmla="*/ 226951 h 2261482"/>
              <a:gd name="connsiteX3" fmla="*/ 194303 w 1857234"/>
              <a:gd name="connsiteY3" fmla="*/ 500001 h 2261482"/>
              <a:gd name="connsiteX4" fmla="*/ 143503 w 1857234"/>
              <a:gd name="connsiteY4" fmla="*/ 690502 h 2261482"/>
              <a:gd name="connsiteX5" fmla="*/ 143503 w 1857234"/>
              <a:gd name="connsiteY5" fmla="*/ 1058801 h 2261482"/>
              <a:gd name="connsiteX6" fmla="*/ 144562 w 1857234"/>
              <a:gd name="connsiteY6" fmla="*/ 1196386 h 2261482"/>
              <a:gd name="connsiteX7" fmla="*/ 92704 w 1857234"/>
              <a:gd name="connsiteY7" fmla="*/ 1145586 h 2261482"/>
              <a:gd name="connsiteX8" fmla="*/ 13329 w 1857234"/>
              <a:gd name="connsiteY8" fmla="*/ 1150878 h 2261482"/>
              <a:gd name="connsiteX9" fmla="*/ 1687 w 1857234"/>
              <a:gd name="connsiteY9" fmla="*/ 1262003 h 2261482"/>
              <a:gd name="connsiteX10" fmla="*/ 31320 w 1857234"/>
              <a:gd name="connsiteY10" fmla="*/ 1405937 h 2261482"/>
              <a:gd name="connsiteX11" fmla="*/ 99053 w 1857234"/>
              <a:gd name="connsiteY11" fmla="*/ 1511770 h 2261482"/>
              <a:gd name="connsiteX12" fmla="*/ 149853 w 1857234"/>
              <a:gd name="connsiteY12" fmla="*/ 1609136 h 2261482"/>
              <a:gd name="connsiteX13" fmla="*/ 213353 w 1857234"/>
              <a:gd name="connsiteY13" fmla="*/ 1626070 h 2261482"/>
              <a:gd name="connsiteX14" fmla="*/ 221820 w 1857234"/>
              <a:gd name="connsiteY14" fmla="*/ 1566803 h 2261482"/>
              <a:gd name="connsiteX15" fmla="*/ 221820 w 1857234"/>
              <a:gd name="connsiteY15" fmla="*/ 1532936 h 2261482"/>
              <a:gd name="connsiteX16" fmla="*/ 301968 w 1857234"/>
              <a:gd name="connsiteY16" fmla="*/ 1803314 h 2261482"/>
              <a:gd name="connsiteX17" fmla="*/ 443372 w 1857234"/>
              <a:gd name="connsiteY17" fmla="*/ 1961314 h 2261482"/>
              <a:gd name="connsiteX18" fmla="*/ 647608 w 1857234"/>
              <a:gd name="connsiteY18" fmla="*/ 2138936 h 2261482"/>
              <a:gd name="connsiteX19" fmla="*/ 812665 w 1857234"/>
              <a:gd name="connsiteY19" fmla="*/ 2239951 h 2261482"/>
              <a:gd name="connsiteX20" fmla="*/ 1095287 w 1857234"/>
              <a:gd name="connsiteY20" fmla="*/ 2257597 h 2261482"/>
              <a:gd name="connsiteX21" fmla="*/ 1252319 w 1857234"/>
              <a:gd name="connsiteY21" fmla="*/ 2186134 h 2261482"/>
              <a:gd name="connsiteX22" fmla="*/ 1377459 w 1857234"/>
              <a:gd name="connsiteY22" fmla="*/ 2070198 h 2261482"/>
              <a:gd name="connsiteX23" fmla="*/ 1538954 w 1857234"/>
              <a:gd name="connsiteY23" fmla="*/ 1904583 h 2261482"/>
              <a:gd name="connsiteX24" fmla="*/ 1649165 w 1857234"/>
              <a:gd name="connsiteY24" fmla="*/ 1767412 h 2261482"/>
              <a:gd name="connsiteX25" fmla="*/ 1667781 w 1857234"/>
              <a:gd name="connsiteY25" fmla="*/ 1594101 h 2261482"/>
              <a:gd name="connsiteX26" fmla="*/ 1678087 w 1857234"/>
              <a:gd name="connsiteY26" fmla="*/ 1484588 h 2261482"/>
              <a:gd name="connsiteX27" fmla="*/ 1737353 w 1857234"/>
              <a:gd name="connsiteY27" fmla="*/ 1549870 h 2261482"/>
              <a:gd name="connsiteX28" fmla="*/ 1788153 w 1857234"/>
              <a:gd name="connsiteY28" fmla="*/ 1524470 h 2261482"/>
              <a:gd name="connsiteX29" fmla="*/ 1810167 w 1857234"/>
              <a:gd name="connsiteY29" fmla="*/ 1405936 h 2261482"/>
              <a:gd name="connsiteX30" fmla="*/ 1849113 w 1857234"/>
              <a:gd name="connsiteY30" fmla="*/ 1309416 h 2261482"/>
              <a:gd name="connsiteX31" fmla="*/ 1855887 w 1857234"/>
              <a:gd name="connsiteY31" fmla="*/ 1211203 h 2261482"/>
              <a:gd name="connsiteX32" fmla="*/ 1830487 w 1857234"/>
              <a:gd name="connsiteY32" fmla="*/ 1092670 h 2261482"/>
              <a:gd name="connsiteX33" fmla="*/ 1754287 w 1857234"/>
              <a:gd name="connsiteY33" fmla="*/ 1118070 h 2261482"/>
              <a:gd name="connsiteX34" fmla="*/ 1720420 w 1857234"/>
              <a:gd name="connsiteY34" fmla="*/ 1164636 h 2261482"/>
              <a:gd name="connsiteX35" fmla="*/ 1686553 w 1857234"/>
              <a:gd name="connsiteY35" fmla="*/ 1236603 h 2261482"/>
              <a:gd name="connsiteX36" fmla="*/ 1703487 w 1857234"/>
              <a:gd name="connsiteY36" fmla="*/ 830203 h 2261482"/>
              <a:gd name="connsiteX37" fmla="*/ 1669620 w 1857234"/>
              <a:gd name="connsiteY37" fmla="*/ 505083 h 2261482"/>
              <a:gd name="connsiteX38" fmla="*/ 1474887 w 1857234"/>
              <a:gd name="connsiteY38" fmla="*/ 186736 h 2261482"/>
              <a:gd name="connsiteX39" fmla="*/ 1264278 w 1857234"/>
              <a:gd name="connsiteY39" fmla="*/ 62925 h 2261482"/>
              <a:gd name="connsiteX40" fmla="*/ 907620 w 1857234"/>
              <a:gd name="connsiteY40" fmla="*/ 470 h 2261482"/>
              <a:gd name="connsiteX41" fmla="*/ 699128 w 1857234"/>
              <a:gd name="connsiteY41" fmla="*/ 38246 h 2261482"/>
              <a:gd name="connsiteX0" fmla="*/ 699128 w 1857234"/>
              <a:gd name="connsiteY0" fmla="*/ 38246 h 2262304"/>
              <a:gd name="connsiteX1" fmla="*/ 530853 w 1857234"/>
              <a:gd name="connsiteY1" fmla="*/ 109476 h 2262304"/>
              <a:gd name="connsiteX2" fmla="*/ 359403 w 1857234"/>
              <a:gd name="connsiteY2" fmla="*/ 226951 h 2262304"/>
              <a:gd name="connsiteX3" fmla="*/ 194303 w 1857234"/>
              <a:gd name="connsiteY3" fmla="*/ 500001 h 2262304"/>
              <a:gd name="connsiteX4" fmla="*/ 143503 w 1857234"/>
              <a:gd name="connsiteY4" fmla="*/ 690502 h 2262304"/>
              <a:gd name="connsiteX5" fmla="*/ 143503 w 1857234"/>
              <a:gd name="connsiteY5" fmla="*/ 1058801 h 2262304"/>
              <a:gd name="connsiteX6" fmla="*/ 144562 w 1857234"/>
              <a:gd name="connsiteY6" fmla="*/ 1196386 h 2262304"/>
              <a:gd name="connsiteX7" fmla="*/ 92704 w 1857234"/>
              <a:gd name="connsiteY7" fmla="*/ 1145586 h 2262304"/>
              <a:gd name="connsiteX8" fmla="*/ 13329 w 1857234"/>
              <a:gd name="connsiteY8" fmla="*/ 1150878 h 2262304"/>
              <a:gd name="connsiteX9" fmla="*/ 1687 w 1857234"/>
              <a:gd name="connsiteY9" fmla="*/ 1262003 h 2262304"/>
              <a:gd name="connsiteX10" fmla="*/ 31320 w 1857234"/>
              <a:gd name="connsiteY10" fmla="*/ 1405937 h 2262304"/>
              <a:gd name="connsiteX11" fmla="*/ 99053 w 1857234"/>
              <a:gd name="connsiteY11" fmla="*/ 1511770 h 2262304"/>
              <a:gd name="connsiteX12" fmla="*/ 149853 w 1857234"/>
              <a:gd name="connsiteY12" fmla="*/ 1609136 h 2262304"/>
              <a:gd name="connsiteX13" fmla="*/ 213353 w 1857234"/>
              <a:gd name="connsiteY13" fmla="*/ 1626070 h 2262304"/>
              <a:gd name="connsiteX14" fmla="*/ 221820 w 1857234"/>
              <a:gd name="connsiteY14" fmla="*/ 1566803 h 2262304"/>
              <a:gd name="connsiteX15" fmla="*/ 221820 w 1857234"/>
              <a:gd name="connsiteY15" fmla="*/ 1532936 h 2262304"/>
              <a:gd name="connsiteX16" fmla="*/ 301968 w 1857234"/>
              <a:gd name="connsiteY16" fmla="*/ 1803314 h 2262304"/>
              <a:gd name="connsiteX17" fmla="*/ 443372 w 1857234"/>
              <a:gd name="connsiteY17" fmla="*/ 1961314 h 2262304"/>
              <a:gd name="connsiteX18" fmla="*/ 647608 w 1857234"/>
              <a:gd name="connsiteY18" fmla="*/ 2138936 h 2262304"/>
              <a:gd name="connsiteX19" fmla="*/ 812665 w 1857234"/>
              <a:gd name="connsiteY19" fmla="*/ 2239951 h 2262304"/>
              <a:gd name="connsiteX20" fmla="*/ 1095287 w 1857234"/>
              <a:gd name="connsiteY20" fmla="*/ 2257597 h 2262304"/>
              <a:gd name="connsiteX21" fmla="*/ 1252319 w 1857234"/>
              <a:gd name="connsiteY21" fmla="*/ 2174916 h 2262304"/>
              <a:gd name="connsiteX22" fmla="*/ 1377459 w 1857234"/>
              <a:gd name="connsiteY22" fmla="*/ 2070198 h 2262304"/>
              <a:gd name="connsiteX23" fmla="*/ 1538954 w 1857234"/>
              <a:gd name="connsiteY23" fmla="*/ 1904583 h 2262304"/>
              <a:gd name="connsiteX24" fmla="*/ 1649165 w 1857234"/>
              <a:gd name="connsiteY24" fmla="*/ 1767412 h 2262304"/>
              <a:gd name="connsiteX25" fmla="*/ 1667781 w 1857234"/>
              <a:gd name="connsiteY25" fmla="*/ 1594101 h 2262304"/>
              <a:gd name="connsiteX26" fmla="*/ 1678087 w 1857234"/>
              <a:gd name="connsiteY26" fmla="*/ 1484588 h 2262304"/>
              <a:gd name="connsiteX27" fmla="*/ 1737353 w 1857234"/>
              <a:gd name="connsiteY27" fmla="*/ 1549870 h 2262304"/>
              <a:gd name="connsiteX28" fmla="*/ 1788153 w 1857234"/>
              <a:gd name="connsiteY28" fmla="*/ 1524470 h 2262304"/>
              <a:gd name="connsiteX29" fmla="*/ 1810167 w 1857234"/>
              <a:gd name="connsiteY29" fmla="*/ 1405936 h 2262304"/>
              <a:gd name="connsiteX30" fmla="*/ 1849113 w 1857234"/>
              <a:gd name="connsiteY30" fmla="*/ 1309416 h 2262304"/>
              <a:gd name="connsiteX31" fmla="*/ 1855887 w 1857234"/>
              <a:gd name="connsiteY31" fmla="*/ 1211203 h 2262304"/>
              <a:gd name="connsiteX32" fmla="*/ 1830487 w 1857234"/>
              <a:gd name="connsiteY32" fmla="*/ 1092670 h 2262304"/>
              <a:gd name="connsiteX33" fmla="*/ 1754287 w 1857234"/>
              <a:gd name="connsiteY33" fmla="*/ 1118070 h 2262304"/>
              <a:gd name="connsiteX34" fmla="*/ 1720420 w 1857234"/>
              <a:gd name="connsiteY34" fmla="*/ 1164636 h 2262304"/>
              <a:gd name="connsiteX35" fmla="*/ 1686553 w 1857234"/>
              <a:gd name="connsiteY35" fmla="*/ 1236603 h 2262304"/>
              <a:gd name="connsiteX36" fmla="*/ 1703487 w 1857234"/>
              <a:gd name="connsiteY36" fmla="*/ 830203 h 2262304"/>
              <a:gd name="connsiteX37" fmla="*/ 1669620 w 1857234"/>
              <a:gd name="connsiteY37" fmla="*/ 505083 h 2262304"/>
              <a:gd name="connsiteX38" fmla="*/ 1474887 w 1857234"/>
              <a:gd name="connsiteY38" fmla="*/ 186736 h 2262304"/>
              <a:gd name="connsiteX39" fmla="*/ 1264278 w 1857234"/>
              <a:gd name="connsiteY39" fmla="*/ 62925 h 2262304"/>
              <a:gd name="connsiteX40" fmla="*/ 907620 w 1857234"/>
              <a:gd name="connsiteY40" fmla="*/ 470 h 2262304"/>
              <a:gd name="connsiteX41" fmla="*/ 699128 w 1857234"/>
              <a:gd name="connsiteY41" fmla="*/ 38246 h 2262304"/>
              <a:gd name="connsiteX0" fmla="*/ 699128 w 1857234"/>
              <a:gd name="connsiteY0" fmla="*/ 38246 h 2249517"/>
              <a:gd name="connsiteX1" fmla="*/ 530853 w 1857234"/>
              <a:gd name="connsiteY1" fmla="*/ 109476 h 2249517"/>
              <a:gd name="connsiteX2" fmla="*/ 359403 w 1857234"/>
              <a:gd name="connsiteY2" fmla="*/ 226951 h 2249517"/>
              <a:gd name="connsiteX3" fmla="*/ 194303 w 1857234"/>
              <a:gd name="connsiteY3" fmla="*/ 500001 h 2249517"/>
              <a:gd name="connsiteX4" fmla="*/ 143503 w 1857234"/>
              <a:gd name="connsiteY4" fmla="*/ 690502 h 2249517"/>
              <a:gd name="connsiteX5" fmla="*/ 143503 w 1857234"/>
              <a:gd name="connsiteY5" fmla="*/ 1058801 h 2249517"/>
              <a:gd name="connsiteX6" fmla="*/ 144562 w 1857234"/>
              <a:gd name="connsiteY6" fmla="*/ 1196386 h 2249517"/>
              <a:gd name="connsiteX7" fmla="*/ 92704 w 1857234"/>
              <a:gd name="connsiteY7" fmla="*/ 1145586 h 2249517"/>
              <a:gd name="connsiteX8" fmla="*/ 13329 w 1857234"/>
              <a:gd name="connsiteY8" fmla="*/ 1150878 h 2249517"/>
              <a:gd name="connsiteX9" fmla="*/ 1687 w 1857234"/>
              <a:gd name="connsiteY9" fmla="*/ 1262003 h 2249517"/>
              <a:gd name="connsiteX10" fmla="*/ 31320 w 1857234"/>
              <a:gd name="connsiteY10" fmla="*/ 1405937 h 2249517"/>
              <a:gd name="connsiteX11" fmla="*/ 99053 w 1857234"/>
              <a:gd name="connsiteY11" fmla="*/ 1511770 h 2249517"/>
              <a:gd name="connsiteX12" fmla="*/ 149853 w 1857234"/>
              <a:gd name="connsiteY12" fmla="*/ 1609136 h 2249517"/>
              <a:gd name="connsiteX13" fmla="*/ 213353 w 1857234"/>
              <a:gd name="connsiteY13" fmla="*/ 1626070 h 2249517"/>
              <a:gd name="connsiteX14" fmla="*/ 221820 w 1857234"/>
              <a:gd name="connsiteY14" fmla="*/ 1566803 h 2249517"/>
              <a:gd name="connsiteX15" fmla="*/ 221820 w 1857234"/>
              <a:gd name="connsiteY15" fmla="*/ 1532936 h 2249517"/>
              <a:gd name="connsiteX16" fmla="*/ 301968 w 1857234"/>
              <a:gd name="connsiteY16" fmla="*/ 1803314 h 2249517"/>
              <a:gd name="connsiteX17" fmla="*/ 443372 w 1857234"/>
              <a:gd name="connsiteY17" fmla="*/ 1961314 h 2249517"/>
              <a:gd name="connsiteX18" fmla="*/ 647608 w 1857234"/>
              <a:gd name="connsiteY18" fmla="*/ 2138936 h 2249517"/>
              <a:gd name="connsiteX19" fmla="*/ 812665 w 1857234"/>
              <a:gd name="connsiteY19" fmla="*/ 2239951 h 2249517"/>
              <a:gd name="connsiteX20" fmla="*/ 1112155 w 1857234"/>
              <a:gd name="connsiteY20" fmla="*/ 2237965 h 2249517"/>
              <a:gd name="connsiteX21" fmla="*/ 1252319 w 1857234"/>
              <a:gd name="connsiteY21" fmla="*/ 2174916 h 2249517"/>
              <a:gd name="connsiteX22" fmla="*/ 1377459 w 1857234"/>
              <a:gd name="connsiteY22" fmla="*/ 2070198 h 2249517"/>
              <a:gd name="connsiteX23" fmla="*/ 1538954 w 1857234"/>
              <a:gd name="connsiteY23" fmla="*/ 1904583 h 2249517"/>
              <a:gd name="connsiteX24" fmla="*/ 1649165 w 1857234"/>
              <a:gd name="connsiteY24" fmla="*/ 1767412 h 2249517"/>
              <a:gd name="connsiteX25" fmla="*/ 1667781 w 1857234"/>
              <a:gd name="connsiteY25" fmla="*/ 1594101 h 2249517"/>
              <a:gd name="connsiteX26" fmla="*/ 1678087 w 1857234"/>
              <a:gd name="connsiteY26" fmla="*/ 1484588 h 2249517"/>
              <a:gd name="connsiteX27" fmla="*/ 1737353 w 1857234"/>
              <a:gd name="connsiteY27" fmla="*/ 1549870 h 2249517"/>
              <a:gd name="connsiteX28" fmla="*/ 1788153 w 1857234"/>
              <a:gd name="connsiteY28" fmla="*/ 1524470 h 2249517"/>
              <a:gd name="connsiteX29" fmla="*/ 1810167 w 1857234"/>
              <a:gd name="connsiteY29" fmla="*/ 1405936 h 2249517"/>
              <a:gd name="connsiteX30" fmla="*/ 1849113 w 1857234"/>
              <a:gd name="connsiteY30" fmla="*/ 1309416 h 2249517"/>
              <a:gd name="connsiteX31" fmla="*/ 1855887 w 1857234"/>
              <a:gd name="connsiteY31" fmla="*/ 1211203 h 2249517"/>
              <a:gd name="connsiteX32" fmla="*/ 1830487 w 1857234"/>
              <a:gd name="connsiteY32" fmla="*/ 1092670 h 2249517"/>
              <a:gd name="connsiteX33" fmla="*/ 1754287 w 1857234"/>
              <a:gd name="connsiteY33" fmla="*/ 1118070 h 2249517"/>
              <a:gd name="connsiteX34" fmla="*/ 1720420 w 1857234"/>
              <a:gd name="connsiteY34" fmla="*/ 1164636 h 2249517"/>
              <a:gd name="connsiteX35" fmla="*/ 1686553 w 1857234"/>
              <a:gd name="connsiteY35" fmla="*/ 1236603 h 2249517"/>
              <a:gd name="connsiteX36" fmla="*/ 1703487 w 1857234"/>
              <a:gd name="connsiteY36" fmla="*/ 830203 h 2249517"/>
              <a:gd name="connsiteX37" fmla="*/ 1669620 w 1857234"/>
              <a:gd name="connsiteY37" fmla="*/ 505083 h 2249517"/>
              <a:gd name="connsiteX38" fmla="*/ 1474887 w 1857234"/>
              <a:gd name="connsiteY38" fmla="*/ 186736 h 2249517"/>
              <a:gd name="connsiteX39" fmla="*/ 1264278 w 1857234"/>
              <a:gd name="connsiteY39" fmla="*/ 62925 h 2249517"/>
              <a:gd name="connsiteX40" fmla="*/ 907620 w 1857234"/>
              <a:gd name="connsiteY40" fmla="*/ 470 h 2249517"/>
              <a:gd name="connsiteX41" fmla="*/ 699128 w 1857234"/>
              <a:gd name="connsiteY41" fmla="*/ 38246 h 2249517"/>
              <a:gd name="connsiteX0" fmla="*/ 699128 w 1857234"/>
              <a:gd name="connsiteY0" fmla="*/ 38246 h 2249517"/>
              <a:gd name="connsiteX1" fmla="*/ 530853 w 1857234"/>
              <a:gd name="connsiteY1" fmla="*/ 109476 h 2249517"/>
              <a:gd name="connsiteX2" fmla="*/ 359403 w 1857234"/>
              <a:gd name="connsiteY2" fmla="*/ 226951 h 2249517"/>
              <a:gd name="connsiteX3" fmla="*/ 194303 w 1857234"/>
              <a:gd name="connsiteY3" fmla="*/ 500001 h 2249517"/>
              <a:gd name="connsiteX4" fmla="*/ 143503 w 1857234"/>
              <a:gd name="connsiteY4" fmla="*/ 690502 h 2249517"/>
              <a:gd name="connsiteX5" fmla="*/ 143503 w 1857234"/>
              <a:gd name="connsiteY5" fmla="*/ 1058801 h 2249517"/>
              <a:gd name="connsiteX6" fmla="*/ 144562 w 1857234"/>
              <a:gd name="connsiteY6" fmla="*/ 1196386 h 2249517"/>
              <a:gd name="connsiteX7" fmla="*/ 92704 w 1857234"/>
              <a:gd name="connsiteY7" fmla="*/ 1145586 h 2249517"/>
              <a:gd name="connsiteX8" fmla="*/ 13329 w 1857234"/>
              <a:gd name="connsiteY8" fmla="*/ 1150878 h 2249517"/>
              <a:gd name="connsiteX9" fmla="*/ 1687 w 1857234"/>
              <a:gd name="connsiteY9" fmla="*/ 1262003 h 2249517"/>
              <a:gd name="connsiteX10" fmla="*/ 31320 w 1857234"/>
              <a:gd name="connsiteY10" fmla="*/ 1405937 h 2249517"/>
              <a:gd name="connsiteX11" fmla="*/ 99053 w 1857234"/>
              <a:gd name="connsiteY11" fmla="*/ 1511770 h 2249517"/>
              <a:gd name="connsiteX12" fmla="*/ 149853 w 1857234"/>
              <a:gd name="connsiteY12" fmla="*/ 1609136 h 2249517"/>
              <a:gd name="connsiteX13" fmla="*/ 213353 w 1857234"/>
              <a:gd name="connsiteY13" fmla="*/ 1626070 h 2249517"/>
              <a:gd name="connsiteX14" fmla="*/ 221820 w 1857234"/>
              <a:gd name="connsiteY14" fmla="*/ 1566803 h 2249517"/>
              <a:gd name="connsiteX15" fmla="*/ 221820 w 1857234"/>
              <a:gd name="connsiteY15" fmla="*/ 1532936 h 2249517"/>
              <a:gd name="connsiteX16" fmla="*/ 301968 w 1857234"/>
              <a:gd name="connsiteY16" fmla="*/ 1803314 h 2249517"/>
              <a:gd name="connsiteX17" fmla="*/ 443372 w 1857234"/>
              <a:gd name="connsiteY17" fmla="*/ 1961314 h 2249517"/>
              <a:gd name="connsiteX18" fmla="*/ 647608 w 1857234"/>
              <a:gd name="connsiteY18" fmla="*/ 2138936 h 2249517"/>
              <a:gd name="connsiteX19" fmla="*/ 812665 w 1857234"/>
              <a:gd name="connsiteY19" fmla="*/ 2239951 h 2249517"/>
              <a:gd name="connsiteX20" fmla="*/ 1112155 w 1857234"/>
              <a:gd name="connsiteY20" fmla="*/ 2237965 h 2249517"/>
              <a:gd name="connsiteX21" fmla="*/ 1252319 w 1857234"/>
              <a:gd name="connsiteY21" fmla="*/ 2174916 h 2249517"/>
              <a:gd name="connsiteX22" fmla="*/ 1377459 w 1857234"/>
              <a:gd name="connsiteY22" fmla="*/ 2070198 h 2249517"/>
              <a:gd name="connsiteX23" fmla="*/ 1538954 w 1857234"/>
              <a:gd name="connsiteY23" fmla="*/ 1904583 h 2249517"/>
              <a:gd name="connsiteX24" fmla="*/ 1649165 w 1857234"/>
              <a:gd name="connsiteY24" fmla="*/ 1767412 h 2249517"/>
              <a:gd name="connsiteX25" fmla="*/ 1667781 w 1857234"/>
              <a:gd name="connsiteY25" fmla="*/ 1594101 h 2249517"/>
              <a:gd name="connsiteX26" fmla="*/ 1678087 w 1857234"/>
              <a:gd name="connsiteY26" fmla="*/ 1484588 h 2249517"/>
              <a:gd name="connsiteX27" fmla="*/ 1737353 w 1857234"/>
              <a:gd name="connsiteY27" fmla="*/ 1549870 h 2249517"/>
              <a:gd name="connsiteX28" fmla="*/ 1788153 w 1857234"/>
              <a:gd name="connsiteY28" fmla="*/ 1524470 h 2249517"/>
              <a:gd name="connsiteX29" fmla="*/ 1810167 w 1857234"/>
              <a:gd name="connsiteY29" fmla="*/ 1405936 h 2249517"/>
              <a:gd name="connsiteX30" fmla="*/ 1849113 w 1857234"/>
              <a:gd name="connsiteY30" fmla="*/ 1309416 h 2249517"/>
              <a:gd name="connsiteX31" fmla="*/ 1855887 w 1857234"/>
              <a:gd name="connsiteY31" fmla="*/ 1211203 h 2249517"/>
              <a:gd name="connsiteX32" fmla="*/ 1830487 w 1857234"/>
              <a:gd name="connsiteY32" fmla="*/ 1092670 h 2249517"/>
              <a:gd name="connsiteX33" fmla="*/ 1754287 w 1857234"/>
              <a:gd name="connsiteY33" fmla="*/ 1118070 h 2249517"/>
              <a:gd name="connsiteX34" fmla="*/ 1720420 w 1857234"/>
              <a:gd name="connsiteY34" fmla="*/ 1164636 h 2249517"/>
              <a:gd name="connsiteX35" fmla="*/ 1686553 w 1857234"/>
              <a:gd name="connsiteY35" fmla="*/ 1236603 h 2249517"/>
              <a:gd name="connsiteX36" fmla="*/ 1703487 w 1857234"/>
              <a:gd name="connsiteY36" fmla="*/ 830203 h 2249517"/>
              <a:gd name="connsiteX37" fmla="*/ 1669620 w 1857234"/>
              <a:gd name="connsiteY37" fmla="*/ 505083 h 2249517"/>
              <a:gd name="connsiteX38" fmla="*/ 1474887 w 1857234"/>
              <a:gd name="connsiteY38" fmla="*/ 186736 h 2249517"/>
              <a:gd name="connsiteX39" fmla="*/ 1264278 w 1857234"/>
              <a:gd name="connsiteY39" fmla="*/ 62925 h 2249517"/>
              <a:gd name="connsiteX40" fmla="*/ 907620 w 1857234"/>
              <a:gd name="connsiteY40" fmla="*/ 470 h 2249517"/>
              <a:gd name="connsiteX41" fmla="*/ 699128 w 1857234"/>
              <a:gd name="connsiteY41" fmla="*/ 38246 h 2249517"/>
              <a:gd name="connsiteX0" fmla="*/ 699128 w 1857234"/>
              <a:gd name="connsiteY0" fmla="*/ 38246 h 2250445"/>
              <a:gd name="connsiteX1" fmla="*/ 530853 w 1857234"/>
              <a:gd name="connsiteY1" fmla="*/ 109476 h 2250445"/>
              <a:gd name="connsiteX2" fmla="*/ 359403 w 1857234"/>
              <a:gd name="connsiteY2" fmla="*/ 226951 h 2250445"/>
              <a:gd name="connsiteX3" fmla="*/ 194303 w 1857234"/>
              <a:gd name="connsiteY3" fmla="*/ 500001 h 2250445"/>
              <a:gd name="connsiteX4" fmla="*/ 143503 w 1857234"/>
              <a:gd name="connsiteY4" fmla="*/ 690502 h 2250445"/>
              <a:gd name="connsiteX5" fmla="*/ 143503 w 1857234"/>
              <a:gd name="connsiteY5" fmla="*/ 1058801 h 2250445"/>
              <a:gd name="connsiteX6" fmla="*/ 144562 w 1857234"/>
              <a:gd name="connsiteY6" fmla="*/ 1196386 h 2250445"/>
              <a:gd name="connsiteX7" fmla="*/ 92704 w 1857234"/>
              <a:gd name="connsiteY7" fmla="*/ 1145586 h 2250445"/>
              <a:gd name="connsiteX8" fmla="*/ 13329 w 1857234"/>
              <a:gd name="connsiteY8" fmla="*/ 1150878 h 2250445"/>
              <a:gd name="connsiteX9" fmla="*/ 1687 w 1857234"/>
              <a:gd name="connsiteY9" fmla="*/ 1262003 h 2250445"/>
              <a:gd name="connsiteX10" fmla="*/ 31320 w 1857234"/>
              <a:gd name="connsiteY10" fmla="*/ 1405937 h 2250445"/>
              <a:gd name="connsiteX11" fmla="*/ 99053 w 1857234"/>
              <a:gd name="connsiteY11" fmla="*/ 1511770 h 2250445"/>
              <a:gd name="connsiteX12" fmla="*/ 149853 w 1857234"/>
              <a:gd name="connsiteY12" fmla="*/ 1609136 h 2250445"/>
              <a:gd name="connsiteX13" fmla="*/ 213353 w 1857234"/>
              <a:gd name="connsiteY13" fmla="*/ 1626070 h 2250445"/>
              <a:gd name="connsiteX14" fmla="*/ 221820 w 1857234"/>
              <a:gd name="connsiteY14" fmla="*/ 1566803 h 2250445"/>
              <a:gd name="connsiteX15" fmla="*/ 221820 w 1857234"/>
              <a:gd name="connsiteY15" fmla="*/ 1532936 h 2250445"/>
              <a:gd name="connsiteX16" fmla="*/ 301968 w 1857234"/>
              <a:gd name="connsiteY16" fmla="*/ 1803314 h 2250445"/>
              <a:gd name="connsiteX17" fmla="*/ 443372 w 1857234"/>
              <a:gd name="connsiteY17" fmla="*/ 1961314 h 2250445"/>
              <a:gd name="connsiteX18" fmla="*/ 647608 w 1857234"/>
              <a:gd name="connsiteY18" fmla="*/ 2138936 h 2250445"/>
              <a:gd name="connsiteX19" fmla="*/ 812665 w 1857234"/>
              <a:gd name="connsiteY19" fmla="*/ 2239951 h 2250445"/>
              <a:gd name="connsiteX20" fmla="*/ 864941 w 1857234"/>
              <a:gd name="connsiteY20" fmla="*/ 2247060 h 2250445"/>
              <a:gd name="connsiteX21" fmla="*/ 1112155 w 1857234"/>
              <a:gd name="connsiteY21" fmla="*/ 2237965 h 2250445"/>
              <a:gd name="connsiteX22" fmla="*/ 1252319 w 1857234"/>
              <a:gd name="connsiteY22" fmla="*/ 2174916 h 2250445"/>
              <a:gd name="connsiteX23" fmla="*/ 1377459 w 1857234"/>
              <a:gd name="connsiteY23" fmla="*/ 2070198 h 2250445"/>
              <a:gd name="connsiteX24" fmla="*/ 1538954 w 1857234"/>
              <a:gd name="connsiteY24" fmla="*/ 1904583 h 2250445"/>
              <a:gd name="connsiteX25" fmla="*/ 1649165 w 1857234"/>
              <a:gd name="connsiteY25" fmla="*/ 1767412 h 2250445"/>
              <a:gd name="connsiteX26" fmla="*/ 1667781 w 1857234"/>
              <a:gd name="connsiteY26" fmla="*/ 1594101 h 2250445"/>
              <a:gd name="connsiteX27" fmla="*/ 1678087 w 1857234"/>
              <a:gd name="connsiteY27" fmla="*/ 1484588 h 2250445"/>
              <a:gd name="connsiteX28" fmla="*/ 1737353 w 1857234"/>
              <a:gd name="connsiteY28" fmla="*/ 1549870 h 2250445"/>
              <a:gd name="connsiteX29" fmla="*/ 1788153 w 1857234"/>
              <a:gd name="connsiteY29" fmla="*/ 1524470 h 2250445"/>
              <a:gd name="connsiteX30" fmla="*/ 1810167 w 1857234"/>
              <a:gd name="connsiteY30" fmla="*/ 1405936 h 2250445"/>
              <a:gd name="connsiteX31" fmla="*/ 1849113 w 1857234"/>
              <a:gd name="connsiteY31" fmla="*/ 1309416 h 2250445"/>
              <a:gd name="connsiteX32" fmla="*/ 1855887 w 1857234"/>
              <a:gd name="connsiteY32" fmla="*/ 1211203 h 2250445"/>
              <a:gd name="connsiteX33" fmla="*/ 1830487 w 1857234"/>
              <a:gd name="connsiteY33" fmla="*/ 1092670 h 2250445"/>
              <a:gd name="connsiteX34" fmla="*/ 1754287 w 1857234"/>
              <a:gd name="connsiteY34" fmla="*/ 1118070 h 2250445"/>
              <a:gd name="connsiteX35" fmla="*/ 1720420 w 1857234"/>
              <a:gd name="connsiteY35" fmla="*/ 1164636 h 2250445"/>
              <a:gd name="connsiteX36" fmla="*/ 1686553 w 1857234"/>
              <a:gd name="connsiteY36" fmla="*/ 1236603 h 2250445"/>
              <a:gd name="connsiteX37" fmla="*/ 1703487 w 1857234"/>
              <a:gd name="connsiteY37" fmla="*/ 830203 h 2250445"/>
              <a:gd name="connsiteX38" fmla="*/ 1669620 w 1857234"/>
              <a:gd name="connsiteY38" fmla="*/ 505083 h 2250445"/>
              <a:gd name="connsiteX39" fmla="*/ 1474887 w 1857234"/>
              <a:gd name="connsiteY39" fmla="*/ 186736 h 2250445"/>
              <a:gd name="connsiteX40" fmla="*/ 1264278 w 1857234"/>
              <a:gd name="connsiteY40" fmla="*/ 62925 h 2250445"/>
              <a:gd name="connsiteX41" fmla="*/ 907620 w 1857234"/>
              <a:gd name="connsiteY41" fmla="*/ 470 h 2250445"/>
              <a:gd name="connsiteX42" fmla="*/ 699128 w 1857234"/>
              <a:gd name="connsiteY42" fmla="*/ 38246 h 2250445"/>
              <a:gd name="connsiteX0" fmla="*/ 699128 w 1857234"/>
              <a:gd name="connsiteY0" fmla="*/ 38246 h 2253795"/>
              <a:gd name="connsiteX1" fmla="*/ 530853 w 1857234"/>
              <a:gd name="connsiteY1" fmla="*/ 109476 h 2253795"/>
              <a:gd name="connsiteX2" fmla="*/ 359403 w 1857234"/>
              <a:gd name="connsiteY2" fmla="*/ 226951 h 2253795"/>
              <a:gd name="connsiteX3" fmla="*/ 194303 w 1857234"/>
              <a:gd name="connsiteY3" fmla="*/ 500001 h 2253795"/>
              <a:gd name="connsiteX4" fmla="*/ 143503 w 1857234"/>
              <a:gd name="connsiteY4" fmla="*/ 690502 h 2253795"/>
              <a:gd name="connsiteX5" fmla="*/ 143503 w 1857234"/>
              <a:gd name="connsiteY5" fmla="*/ 1058801 h 2253795"/>
              <a:gd name="connsiteX6" fmla="*/ 144562 w 1857234"/>
              <a:gd name="connsiteY6" fmla="*/ 1196386 h 2253795"/>
              <a:gd name="connsiteX7" fmla="*/ 92704 w 1857234"/>
              <a:gd name="connsiteY7" fmla="*/ 1145586 h 2253795"/>
              <a:gd name="connsiteX8" fmla="*/ 13329 w 1857234"/>
              <a:gd name="connsiteY8" fmla="*/ 1150878 h 2253795"/>
              <a:gd name="connsiteX9" fmla="*/ 1687 w 1857234"/>
              <a:gd name="connsiteY9" fmla="*/ 1262003 h 2253795"/>
              <a:gd name="connsiteX10" fmla="*/ 31320 w 1857234"/>
              <a:gd name="connsiteY10" fmla="*/ 1405937 h 2253795"/>
              <a:gd name="connsiteX11" fmla="*/ 99053 w 1857234"/>
              <a:gd name="connsiteY11" fmla="*/ 1511770 h 2253795"/>
              <a:gd name="connsiteX12" fmla="*/ 149853 w 1857234"/>
              <a:gd name="connsiteY12" fmla="*/ 1609136 h 2253795"/>
              <a:gd name="connsiteX13" fmla="*/ 213353 w 1857234"/>
              <a:gd name="connsiteY13" fmla="*/ 1626070 h 2253795"/>
              <a:gd name="connsiteX14" fmla="*/ 221820 w 1857234"/>
              <a:gd name="connsiteY14" fmla="*/ 1566803 h 2253795"/>
              <a:gd name="connsiteX15" fmla="*/ 221820 w 1857234"/>
              <a:gd name="connsiteY15" fmla="*/ 1532936 h 2253795"/>
              <a:gd name="connsiteX16" fmla="*/ 301968 w 1857234"/>
              <a:gd name="connsiteY16" fmla="*/ 1803314 h 2253795"/>
              <a:gd name="connsiteX17" fmla="*/ 443372 w 1857234"/>
              <a:gd name="connsiteY17" fmla="*/ 1961314 h 2253795"/>
              <a:gd name="connsiteX18" fmla="*/ 647608 w 1857234"/>
              <a:gd name="connsiteY18" fmla="*/ 2138936 h 2253795"/>
              <a:gd name="connsiteX19" fmla="*/ 812665 w 1857234"/>
              <a:gd name="connsiteY19" fmla="*/ 2239951 h 2253795"/>
              <a:gd name="connsiteX20" fmla="*/ 890243 w 1857234"/>
              <a:gd name="connsiteY20" fmla="*/ 2252669 h 2253795"/>
              <a:gd name="connsiteX21" fmla="*/ 1112155 w 1857234"/>
              <a:gd name="connsiteY21" fmla="*/ 2237965 h 2253795"/>
              <a:gd name="connsiteX22" fmla="*/ 1252319 w 1857234"/>
              <a:gd name="connsiteY22" fmla="*/ 2174916 h 2253795"/>
              <a:gd name="connsiteX23" fmla="*/ 1377459 w 1857234"/>
              <a:gd name="connsiteY23" fmla="*/ 2070198 h 2253795"/>
              <a:gd name="connsiteX24" fmla="*/ 1538954 w 1857234"/>
              <a:gd name="connsiteY24" fmla="*/ 1904583 h 2253795"/>
              <a:gd name="connsiteX25" fmla="*/ 1649165 w 1857234"/>
              <a:gd name="connsiteY25" fmla="*/ 1767412 h 2253795"/>
              <a:gd name="connsiteX26" fmla="*/ 1667781 w 1857234"/>
              <a:gd name="connsiteY26" fmla="*/ 1594101 h 2253795"/>
              <a:gd name="connsiteX27" fmla="*/ 1678087 w 1857234"/>
              <a:gd name="connsiteY27" fmla="*/ 1484588 h 2253795"/>
              <a:gd name="connsiteX28" fmla="*/ 1737353 w 1857234"/>
              <a:gd name="connsiteY28" fmla="*/ 1549870 h 2253795"/>
              <a:gd name="connsiteX29" fmla="*/ 1788153 w 1857234"/>
              <a:gd name="connsiteY29" fmla="*/ 1524470 h 2253795"/>
              <a:gd name="connsiteX30" fmla="*/ 1810167 w 1857234"/>
              <a:gd name="connsiteY30" fmla="*/ 1405936 h 2253795"/>
              <a:gd name="connsiteX31" fmla="*/ 1849113 w 1857234"/>
              <a:gd name="connsiteY31" fmla="*/ 1309416 h 2253795"/>
              <a:gd name="connsiteX32" fmla="*/ 1855887 w 1857234"/>
              <a:gd name="connsiteY32" fmla="*/ 1211203 h 2253795"/>
              <a:gd name="connsiteX33" fmla="*/ 1830487 w 1857234"/>
              <a:gd name="connsiteY33" fmla="*/ 1092670 h 2253795"/>
              <a:gd name="connsiteX34" fmla="*/ 1754287 w 1857234"/>
              <a:gd name="connsiteY34" fmla="*/ 1118070 h 2253795"/>
              <a:gd name="connsiteX35" fmla="*/ 1720420 w 1857234"/>
              <a:gd name="connsiteY35" fmla="*/ 1164636 h 2253795"/>
              <a:gd name="connsiteX36" fmla="*/ 1686553 w 1857234"/>
              <a:gd name="connsiteY36" fmla="*/ 1236603 h 2253795"/>
              <a:gd name="connsiteX37" fmla="*/ 1703487 w 1857234"/>
              <a:gd name="connsiteY37" fmla="*/ 830203 h 2253795"/>
              <a:gd name="connsiteX38" fmla="*/ 1669620 w 1857234"/>
              <a:gd name="connsiteY38" fmla="*/ 505083 h 2253795"/>
              <a:gd name="connsiteX39" fmla="*/ 1474887 w 1857234"/>
              <a:gd name="connsiteY39" fmla="*/ 186736 h 2253795"/>
              <a:gd name="connsiteX40" fmla="*/ 1264278 w 1857234"/>
              <a:gd name="connsiteY40" fmla="*/ 62925 h 2253795"/>
              <a:gd name="connsiteX41" fmla="*/ 907620 w 1857234"/>
              <a:gd name="connsiteY41" fmla="*/ 470 h 2253795"/>
              <a:gd name="connsiteX42" fmla="*/ 699128 w 1857234"/>
              <a:gd name="connsiteY42" fmla="*/ 38246 h 2253795"/>
              <a:gd name="connsiteX0" fmla="*/ 699128 w 1857234"/>
              <a:gd name="connsiteY0" fmla="*/ 38246 h 2261125"/>
              <a:gd name="connsiteX1" fmla="*/ 530853 w 1857234"/>
              <a:gd name="connsiteY1" fmla="*/ 109476 h 2261125"/>
              <a:gd name="connsiteX2" fmla="*/ 359403 w 1857234"/>
              <a:gd name="connsiteY2" fmla="*/ 226951 h 2261125"/>
              <a:gd name="connsiteX3" fmla="*/ 194303 w 1857234"/>
              <a:gd name="connsiteY3" fmla="*/ 500001 h 2261125"/>
              <a:gd name="connsiteX4" fmla="*/ 143503 w 1857234"/>
              <a:gd name="connsiteY4" fmla="*/ 690502 h 2261125"/>
              <a:gd name="connsiteX5" fmla="*/ 143503 w 1857234"/>
              <a:gd name="connsiteY5" fmla="*/ 1058801 h 2261125"/>
              <a:gd name="connsiteX6" fmla="*/ 144562 w 1857234"/>
              <a:gd name="connsiteY6" fmla="*/ 1196386 h 2261125"/>
              <a:gd name="connsiteX7" fmla="*/ 92704 w 1857234"/>
              <a:gd name="connsiteY7" fmla="*/ 1145586 h 2261125"/>
              <a:gd name="connsiteX8" fmla="*/ 13329 w 1857234"/>
              <a:gd name="connsiteY8" fmla="*/ 1150878 h 2261125"/>
              <a:gd name="connsiteX9" fmla="*/ 1687 w 1857234"/>
              <a:gd name="connsiteY9" fmla="*/ 1262003 h 2261125"/>
              <a:gd name="connsiteX10" fmla="*/ 31320 w 1857234"/>
              <a:gd name="connsiteY10" fmla="*/ 1405937 h 2261125"/>
              <a:gd name="connsiteX11" fmla="*/ 99053 w 1857234"/>
              <a:gd name="connsiteY11" fmla="*/ 1511770 h 2261125"/>
              <a:gd name="connsiteX12" fmla="*/ 149853 w 1857234"/>
              <a:gd name="connsiteY12" fmla="*/ 1609136 h 2261125"/>
              <a:gd name="connsiteX13" fmla="*/ 213353 w 1857234"/>
              <a:gd name="connsiteY13" fmla="*/ 1626070 h 2261125"/>
              <a:gd name="connsiteX14" fmla="*/ 221820 w 1857234"/>
              <a:gd name="connsiteY14" fmla="*/ 1566803 h 2261125"/>
              <a:gd name="connsiteX15" fmla="*/ 221820 w 1857234"/>
              <a:gd name="connsiteY15" fmla="*/ 1532936 h 2261125"/>
              <a:gd name="connsiteX16" fmla="*/ 301968 w 1857234"/>
              <a:gd name="connsiteY16" fmla="*/ 1803314 h 2261125"/>
              <a:gd name="connsiteX17" fmla="*/ 443372 w 1857234"/>
              <a:gd name="connsiteY17" fmla="*/ 1961314 h 2261125"/>
              <a:gd name="connsiteX18" fmla="*/ 647608 w 1857234"/>
              <a:gd name="connsiteY18" fmla="*/ 2138936 h 2261125"/>
              <a:gd name="connsiteX19" fmla="*/ 812665 w 1857234"/>
              <a:gd name="connsiteY19" fmla="*/ 2239951 h 2261125"/>
              <a:gd name="connsiteX20" fmla="*/ 960526 w 1857234"/>
              <a:gd name="connsiteY20" fmla="*/ 2261083 h 2261125"/>
              <a:gd name="connsiteX21" fmla="*/ 1112155 w 1857234"/>
              <a:gd name="connsiteY21" fmla="*/ 2237965 h 2261125"/>
              <a:gd name="connsiteX22" fmla="*/ 1252319 w 1857234"/>
              <a:gd name="connsiteY22" fmla="*/ 2174916 h 2261125"/>
              <a:gd name="connsiteX23" fmla="*/ 1377459 w 1857234"/>
              <a:gd name="connsiteY23" fmla="*/ 2070198 h 2261125"/>
              <a:gd name="connsiteX24" fmla="*/ 1538954 w 1857234"/>
              <a:gd name="connsiteY24" fmla="*/ 1904583 h 2261125"/>
              <a:gd name="connsiteX25" fmla="*/ 1649165 w 1857234"/>
              <a:gd name="connsiteY25" fmla="*/ 1767412 h 2261125"/>
              <a:gd name="connsiteX26" fmla="*/ 1667781 w 1857234"/>
              <a:gd name="connsiteY26" fmla="*/ 1594101 h 2261125"/>
              <a:gd name="connsiteX27" fmla="*/ 1678087 w 1857234"/>
              <a:gd name="connsiteY27" fmla="*/ 1484588 h 2261125"/>
              <a:gd name="connsiteX28" fmla="*/ 1737353 w 1857234"/>
              <a:gd name="connsiteY28" fmla="*/ 1549870 h 2261125"/>
              <a:gd name="connsiteX29" fmla="*/ 1788153 w 1857234"/>
              <a:gd name="connsiteY29" fmla="*/ 1524470 h 2261125"/>
              <a:gd name="connsiteX30" fmla="*/ 1810167 w 1857234"/>
              <a:gd name="connsiteY30" fmla="*/ 1405936 h 2261125"/>
              <a:gd name="connsiteX31" fmla="*/ 1849113 w 1857234"/>
              <a:gd name="connsiteY31" fmla="*/ 1309416 h 2261125"/>
              <a:gd name="connsiteX32" fmla="*/ 1855887 w 1857234"/>
              <a:gd name="connsiteY32" fmla="*/ 1211203 h 2261125"/>
              <a:gd name="connsiteX33" fmla="*/ 1830487 w 1857234"/>
              <a:gd name="connsiteY33" fmla="*/ 1092670 h 2261125"/>
              <a:gd name="connsiteX34" fmla="*/ 1754287 w 1857234"/>
              <a:gd name="connsiteY34" fmla="*/ 1118070 h 2261125"/>
              <a:gd name="connsiteX35" fmla="*/ 1720420 w 1857234"/>
              <a:gd name="connsiteY35" fmla="*/ 1164636 h 2261125"/>
              <a:gd name="connsiteX36" fmla="*/ 1686553 w 1857234"/>
              <a:gd name="connsiteY36" fmla="*/ 1236603 h 2261125"/>
              <a:gd name="connsiteX37" fmla="*/ 1703487 w 1857234"/>
              <a:gd name="connsiteY37" fmla="*/ 830203 h 2261125"/>
              <a:gd name="connsiteX38" fmla="*/ 1669620 w 1857234"/>
              <a:gd name="connsiteY38" fmla="*/ 505083 h 2261125"/>
              <a:gd name="connsiteX39" fmla="*/ 1474887 w 1857234"/>
              <a:gd name="connsiteY39" fmla="*/ 186736 h 2261125"/>
              <a:gd name="connsiteX40" fmla="*/ 1264278 w 1857234"/>
              <a:gd name="connsiteY40" fmla="*/ 62925 h 2261125"/>
              <a:gd name="connsiteX41" fmla="*/ 907620 w 1857234"/>
              <a:gd name="connsiteY41" fmla="*/ 470 h 2261125"/>
              <a:gd name="connsiteX42" fmla="*/ 699128 w 1857234"/>
              <a:gd name="connsiteY42" fmla="*/ 38246 h 2261125"/>
              <a:gd name="connsiteX0" fmla="*/ 699128 w 1857234"/>
              <a:gd name="connsiteY0" fmla="*/ 38246 h 2261125"/>
              <a:gd name="connsiteX1" fmla="*/ 530853 w 1857234"/>
              <a:gd name="connsiteY1" fmla="*/ 109476 h 2261125"/>
              <a:gd name="connsiteX2" fmla="*/ 359403 w 1857234"/>
              <a:gd name="connsiteY2" fmla="*/ 226951 h 2261125"/>
              <a:gd name="connsiteX3" fmla="*/ 194303 w 1857234"/>
              <a:gd name="connsiteY3" fmla="*/ 500001 h 2261125"/>
              <a:gd name="connsiteX4" fmla="*/ 143503 w 1857234"/>
              <a:gd name="connsiteY4" fmla="*/ 690502 h 2261125"/>
              <a:gd name="connsiteX5" fmla="*/ 143503 w 1857234"/>
              <a:gd name="connsiteY5" fmla="*/ 1058801 h 2261125"/>
              <a:gd name="connsiteX6" fmla="*/ 144562 w 1857234"/>
              <a:gd name="connsiteY6" fmla="*/ 1196386 h 2261125"/>
              <a:gd name="connsiteX7" fmla="*/ 92704 w 1857234"/>
              <a:gd name="connsiteY7" fmla="*/ 1145586 h 2261125"/>
              <a:gd name="connsiteX8" fmla="*/ 13329 w 1857234"/>
              <a:gd name="connsiteY8" fmla="*/ 1150878 h 2261125"/>
              <a:gd name="connsiteX9" fmla="*/ 1687 w 1857234"/>
              <a:gd name="connsiteY9" fmla="*/ 1262003 h 2261125"/>
              <a:gd name="connsiteX10" fmla="*/ 31320 w 1857234"/>
              <a:gd name="connsiteY10" fmla="*/ 1405937 h 2261125"/>
              <a:gd name="connsiteX11" fmla="*/ 99053 w 1857234"/>
              <a:gd name="connsiteY11" fmla="*/ 1511770 h 2261125"/>
              <a:gd name="connsiteX12" fmla="*/ 149853 w 1857234"/>
              <a:gd name="connsiteY12" fmla="*/ 1609136 h 2261125"/>
              <a:gd name="connsiteX13" fmla="*/ 213353 w 1857234"/>
              <a:gd name="connsiteY13" fmla="*/ 1626070 h 2261125"/>
              <a:gd name="connsiteX14" fmla="*/ 221820 w 1857234"/>
              <a:gd name="connsiteY14" fmla="*/ 1566803 h 2261125"/>
              <a:gd name="connsiteX15" fmla="*/ 221820 w 1857234"/>
              <a:gd name="connsiteY15" fmla="*/ 1532936 h 2261125"/>
              <a:gd name="connsiteX16" fmla="*/ 301968 w 1857234"/>
              <a:gd name="connsiteY16" fmla="*/ 1803314 h 2261125"/>
              <a:gd name="connsiteX17" fmla="*/ 443372 w 1857234"/>
              <a:gd name="connsiteY17" fmla="*/ 1961314 h 2261125"/>
              <a:gd name="connsiteX18" fmla="*/ 647608 w 1857234"/>
              <a:gd name="connsiteY18" fmla="*/ 2138936 h 2261125"/>
              <a:gd name="connsiteX19" fmla="*/ 812665 w 1857234"/>
              <a:gd name="connsiteY19" fmla="*/ 2239951 h 2261125"/>
              <a:gd name="connsiteX20" fmla="*/ 960526 w 1857234"/>
              <a:gd name="connsiteY20" fmla="*/ 2261083 h 2261125"/>
              <a:gd name="connsiteX21" fmla="*/ 1112155 w 1857234"/>
              <a:gd name="connsiteY21" fmla="*/ 2237965 h 2261125"/>
              <a:gd name="connsiteX22" fmla="*/ 1252319 w 1857234"/>
              <a:gd name="connsiteY22" fmla="*/ 2174916 h 2261125"/>
              <a:gd name="connsiteX23" fmla="*/ 1377459 w 1857234"/>
              <a:gd name="connsiteY23" fmla="*/ 2070198 h 2261125"/>
              <a:gd name="connsiteX24" fmla="*/ 1538954 w 1857234"/>
              <a:gd name="connsiteY24" fmla="*/ 1904583 h 2261125"/>
              <a:gd name="connsiteX25" fmla="*/ 1649165 w 1857234"/>
              <a:gd name="connsiteY25" fmla="*/ 1767412 h 2261125"/>
              <a:gd name="connsiteX26" fmla="*/ 1667781 w 1857234"/>
              <a:gd name="connsiteY26" fmla="*/ 1594101 h 2261125"/>
              <a:gd name="connsiteX27" fmla="*/ 1678087 w 1857234"/>
              <a:gd name="connsiteY27" fmla="*/ 1484588 h 2261125"/>
              <a:gd name="connsiteX28" fmla="*/ 1737353 w 1857234"/>
              <a:gd name="connsiteY28" fmla="*/ 1549870 h 2261125"/>
              <a:gd name="connsiteX29" fmla="*/ 1788153 w 1857234"/>
              <a:gd name="connsiteY29" fmla="*/ 1524470 h 2261125"/>
              <a:gd name="connsiteX30" fmla="*/ 1810167 w 1857234"/>
              <a:gd name="connsiteY30" fmla="*/ 1405936 h 2261125"/>
              <a:gd name="connsiteX31" fmla="*/ 1849113 w 1857234"/>
              <a:gd name="connsiteY31" fmla="*/ 1309416 h 2261125"/>
              <a:gd name="connsiteX32" fmla="*/ 1855887 w 1857234"/>
              <a:gd name="connsiteY32" fmla="*/ 1211203 h 2261125"/>
              <a:gd name="connsiteX33" fmla="*/ 1830487 w 1857234"/>
              <a:gd name="connsiteY33" fmla="*/ 1092670 h 2261125"/>
              <a:gd name="connsiteX34" fmla="*/ 1754287 w 1857234"/>
              <a:gd name="connsiteY34" fmla="*/ 1118070 h 2261125"/>
              <a:gd name="connsiteX35" fmla="*/ 1720420 w 1857234"/>
              <a:gd name="connsiteY35" fmla="*/ 1164636 h 2261125"/>
              <a:gd name="connsiteX36" fmla="*/ 1686553 w 1857234"/>
              <a:gd name="connsiteY36" fmla="*/ 1236603 h 2261125"/>
              <a:gd name="connsiteX37" fmla="*/ 1703487 w 1857234"/>
              <a:gd name="connsiteY37" fmla="*/ 830203 h 2261125"/>
              <a:gd name="connsiteX38" fmla="*/ 1669620 w 1857234"/>
              <a:gd name="connsiteY38" fmla="*/ 505083 h 2261125"/>
              <a:gd name="connsiteX39" fmla="*/ 1474887 w 1857234"/>
              <a:gd name="connsiteY39" fmla="*/ 186736 h 2261125"/>
              <a:gd name="connsiteX40" fmla="*/ 1264278 w 1857234"/>
              <a:gd name="connsiteY40" fmla="*/ 62925 h 2261125"/>
              <a:gd name="connsiteX41" fmla="*/ 907620 w 1857234"/>
              <a:gd name="connsiteY41" fmla="*/ 470 h 2261125"/>
              <a:gd name="connsiteX42" fmla="*/ 699128 w 1857234"/>
              <a:gd name="connsiteY42" fmla="*/ 38246 h 2261125"/>
              <a:gd name="connsiteX0" fmla="*/ 699128 w 1857234"/>
              <a:gd name="connsiteY0" fmla="*/ 38246 h 2261125"/>
              <a:gd name="connsiteX1" fmla="*/ 530853 w 1857234"/>
              <a:gd name="connsiteY1" fmla="*/ 109476 h 2261125"/>
              <a:gd name="connsiteX2" fmla="*/ 359403 w 1857234"/>
              <a:gd name="connsiteY2" fmla="*/ 226951 h 2261125"/>
              <a:gd name="connsiteX3" fmla="*/ 194303 w 1857234"/>
              <a:gd name="connsiteY3" fmla="*/ 500001 h 2261125"/>
              <a:gd name="connsiteX4" fmla="*/ 143503 w 1857234"/>
              <a:gd name="connsiteY4" fmla="*/ 690502 h 2261125"/>
              <a:gd name="connsiteX5" fmla="*/ 143503 w 1857234"/>
              <a:gd name="connsiteY5" fmla="*/ 1058801 h 2261125"/>
              <a:gd name="connsiteX6" fmla="*/ 144562 w 1857234"/>
              <a:gd name="connsiteY6" fmla="*/ 1196386 h 2261125"/>
              <a:gd name="connsiteX7" fmla="*/ 92704 w 1857234"/>
              <a:gd name="connsiteY7" fmla="*/ 1145586 h 2261125"/>
              <a:gd name="connsiteX8" fmla="*/ 13329 w 1857234"/>
              <a:gd name="connsiteY8" fmla="*/ 1150878 h 2261125"/>
              <a:gd name="connsiteX9" fmla="*/ 1687 w 1857234"/>
              <a:gd name="connsiteY9" fmla="*/ 1262003 h 2261125"/>
              <a:gd name="connsiteX10" fmla="*/ 31320 w 1857234"/>
              <a:gd name="connsiteY10" fmla="*/ 1405937 h 2261125"/>
              <a:gd name="connsiteX11" fmla="*/ 99053 w 1857234"/>
              <a:gd name="connsiteY11" fmla="*/ 1511770 h 2261125"/>
              <a:gd name="connsiteX12" fmla="*/ 149853 w 1857234"/>
              <a:gd name="connsiteY12" fmla="*/ 1609136 h 2261125"/>
              <a:gd name="connsiteX13" fmla="*/ 213353 w 1857234"/>
              <a:gd name="connsiteY13" fmla="*/ 1626070 h 2261125"/>
              <a:gd name="connsiteX14" fmla="*/ 221820 w 1857234"/>
              <a:gd name="connsiteY14" fmla="*/ 1566803 h 2261125"/>
              <a:gd name="connsiteX15" fmla="*/ 221820 w 1857234"/>
              <a:gd name="connsiteY15" fmla="*/ 1532936 h 2261125"/>
              <a:gd name="connsiteX16" fmla="*/ 301968 w 1857234"/>
              <a:gd name="connsiteY16" fmla="*/ 1803314 h 2261125"/>
              <a:gd name="connsiteX17" fmla="*/ 443372 w 1857234"/>
              <a:gd name="connsiteY17" fmla="*/ 1961314 h 2261125"/>
              <a:gd name="connsiteX18" fmla="*/ 647608 w 1857234"/>
              <a:gd name="connsiteY18" fmla="*/ 2138936 h 2261125"/>
              <a:gd name="connsiteX19" fmla="*/ 812665 w 1857234"/>
              <a:gd name="connsiteY19" fmla="*/ 2239951 h 2261125"/>
              <a:gd name="connsiteX20" fmla="*/ 960526 w 1857234"/>
              <a:gd name="connsiteY20" fmla="*/ 2261083 h 2261125"/>
              <a:gd name="connsiteX21" fmla="*/ 1123400 w 1857234"/>
              <a:gd name="connsiteY21" fmla="*/ 2246379 h 2261125"/>
              <a:gd name="connsiteX22" fmla="*/ 1252319 w 1857234"/>
              <a:gd name="connsiteY22" fmla="*/ 2174916 h 2261125"/>
              <a:gd name="connsiteX23" fmla="*/ 1377459 w 1857234"/>
              <a:gd name="connsiteY23" fmla="*/ 2070198 h 2261125"/>
              <a:gd name="connsiteX24" fmla="*/ 1538954 w 1857234"/>
              <a:gd name="connsiteY24" fmla="*/ 1904583 h 2261125"/>
              <a:gd name="connsiteX25" fmla="*/ 1649165 w 1857234"/>
              <a:gd name="connsiteY25" fmla="*/ 1767412 h 2261125"/>
              <a:gd name="connsiteX26" fmla="*/ 1667781 w 1857234"/>
              <a:gd name="connsiteY26" fmla="*/ 1594101 h 2261125"/>
              <a:gd name="connsiteX27" fmla="*/ 1678087 w 1857234"/>
              <a:gd name="connsiteY27" fmla="*/ 1484588 h 2261125"/>
              <a:gd name="connsiteX28" fmla="*/ 1737353 w 1857234"/>
              <a:gd name="connsiteY28" fmla="*/ 1549870 h 2261125"/>
              <a:gd name="connsiteX29" fmla="*/ 1788153 w 1857234"/>
              <a:gd name="connsiteY29" fmla="*/ 1524470 h 2261125"/>
              <a:gd name="connsiteX30" fmla="*/ 1810167 w 1857234"/>
              <a:gd name="connsiteY30" fmla="*/ 1405936 h 2261125"/>
              <a:gd name="connsiteX31" fmla="*/ 1849113 w 1857234"/>
              <a:gd name="connsiteY31" fmla="*/ 1309416 h 2261125"/>
              <a:gd name="connsiteX32" fmla="*/ 1855887 w 1857234"/>
              <a:gd name="connsiteY32" fmla="*/ 1211203 h 2261125"/>
              <a:gd name="connsiteX33" fmla="*/ 1830487 w 1857234"/>
              <a:gd name="connsiteY33" fmla="*/ 1092670 h 2261125"/>
              <a:gd name="connsiteX34" fmla="*/ 1754287 w 1857234"/>
              <a:gd name="connsiteY34" fmla="*/ 1118070 h 2261125"/>
              <a:gd name="connsiteX35" fmla="*/ 1720420 w 1857234"/>
              <a:gd name="connsiteY35" fmla="*/ 1164636 h 2261125"/>
              <a:gd name="connsiteX36" fmla="*/ 1686553 w 1857234"/>
              <a:gd name="connsiteY36" fmla="*/ 1236603 h 2261125"/>
              <a:gd name="connsiteX37" fmla="*/ 1703487 w 1857234"/>
              <a:gd name="connsiteY37" fmla="*/ 830203 h 2261125"/>
              <a:gd name="connsiteX38" fmla="*/ 1669620 w 1857234"/>
              <a:gd name="connsiteY38" fmla="*/ 505083 h 2261125"/>
              <a:gd name="connsiteX39" fmla="*/ 1474887 w 1857234"/>
              <a:gd name="connsiteY39" fmla="*/ 186736 h 2261125"/>
              <a:gd name="connsiteX40" fmla="*/ 1264278 w 1857234"/>
              <a:gd name="connsiteY40" fmla="*/ 62925 h 2261125"/>
              <a:gd name="connsiteX41" fmla="*/ 907620 w 1857234"/>
              <a:gd name="connsiteY41" fmla="*/ 470 h 2261125"/>
              <a:gd name="connsiteX42" fmla="*/ 699128 w 1857234"/>
              <a:gd name="connsiteY42" fmla="*/ 38246 h 2261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857234" h="2261125">
                <a:moveTo>
                  <a:pt x="699128" y="38246"/>
                </a:moveTo>
                <a:cubicBezTo>
                  <a:pt x="636334" y="56414"/>
                  <a:pt x="587474" y="78025"/>
                  <a:pt x="530853" y="109476"/>
                </a:cubicBezTo>
                <a:cubicBezTo>
                  <a:pt x="474232" y="140927"/>
                  <a:pt x="415495" y="161864"/>
                  <a:pt x="359403" y="226951"/>
                </a:cubicBezTo>
                <a:cubicBezTo>
                  <a:pt x="303311" y="292038"/>
                  <a:pt x="230286" y="422743"/>
                  <a:pt x="194303" y="500001"/>
                </a:cubicBezTo>
                <a:cubicBezTo>
                  <a:pt x="158320" y="577259"/>
                  <a:pt x="137506" y="617653"/>
                  <a:pt x="143503" y="690502"/>
                </a:cubicBezTo>
                <a:cubicBezTo>
                  <a:pt x="149500" y="763351"/>
                  <a:pt x="143327" y="974487"/>
                  <a:pt x="143503" y="1058801"/>
                </a:cubicBezTo>
                <a:cubicBezTo>
                  <a:pt x="143679" y="1143115"/>
                  <a:pt x="153028" y="1181922"/>
                  <a:pt x="144562" y="1196386"/>
                </a:cubicBezTo>
                <a:cubicBezTo>
                  <a:pt x="136096" y="1210850"/>
                  <a:pt x="114576" y="1153171"/>
                  <a:pt x="92704" y="1145586"/>
                </a:cubicBezTo>
                <a:cubicBezTo>
                  <a:pt x="70832" y="1138001"/>
                  <a:pt x="28498" y="1131475"/>
                  <a:pt x="13329" y="1150878"/>
                </a:cubicBezTo>
                <a:cubicBezTo>
                  <a:pt x="-1840" y="1170281"/>
                  <a:pt x="-1311" y="1219493"/>
                  <a:pt x="1687" y="1262003"/>
                </a:cubicBezTo>
                <a:cubicBezTo>
                  <a:pt x="4685" y="1304513"/>
                  <a:pt x="15092" y="1364309"/>
                  <a:pt x="31320" y="1405937"/>
                </a:cubicBezTo>
                <a:cubicBezTo>
                  <a:pt x="47548" y="1447565"/>
                  <a:pt x="79298" y="1477904"/>
                  <a:pt x="99053" y="1511770"/>
                </a:cubicBezTo>
                <a:cubicBezTo>
                  <a:pt x="118808" y="1545636"/>
                  <a:pt x="130803" y="1590086"/>
                  <a:pt x="149853" y="1609136"/>
                </a:cubicBezTo>
                <a:cubicBezTo>
                  <a:pt x="168903" y="1628186"/>
                  <a:pt x="201359" y="1633125"/>
                  <a:pt x="213353" y="1626070"/>
                </a:cubicBezTo>
                <a:cubicBezTo>
                  <a:pt x="225347" y="1619015"/>
                  <a:pt x="221820" y="1566803"/>
                  <a:pt x="221820" y="1566803"/>
                </a:cubicBezTo>
                <a:cubicBezTo>
                  <a:pt x="223231" y="1551281"/>
                  <a:pt x="208462" y="1493518"/>
                  <a:pt x="221820" y="1532936"/>
                </a:cubicBezTo>
                <a:cubicBezTo>
                  <a:pt x="235178" y="1572355"/>
                  <a:pt x="265043" y="1731918"/>
                  <a:pt x="301968" y="1803314"/>
                </a:cubicBezTo>
                <a:cubicBezTo>
                  <a:pt x="338893" y="1874710"/>
                  <a:pt x="385765" y="1905377"/>
                  <a:pt x="443372" y="1961314"/>
                </a:cubicBezTo>
                <a:cubicBezTo>
                  <a:pt x="500979" y="2017251"/>
                  <a:pt x="585350" y="2096365"/>
                  <a:pt x="647608" y="2138936"/>
                </a:cubicBezTo>
                <a:cubicBezTo>
                  <a:pt x="709866" y="2181507"/>
                  <a:pt x="760512" y="2219593"/>
                  <a:pt x="812665" y="2239951"/>
                </a:cubicBezTo>
                <a:cubicBezTo>
                  <a:pt x="864818" y="2260309"/>
                  <a:pt x="910611" y="2261414"/>
                  <a:pt x="960526" y="2261083"/>
                </a:cubicBezTo>
                <a:cubicBezTo>
                  <a:pt x="1044177" y="2257948"/>
                  <a:pt x="1074768" y="2260740"/>
                  <a:pt x="1123400" y="2246379"/>
                </a:cubicBezTo>
                <a:cubicBezTo>
                  <a:pt x="1172032" y="2232018"/>
                  <a:pt x="1215809" y="2200073"/>
                  <a:pt x="1252319" y="2174916"/>
                </a:cubicBezTo>
                <a:cubicBezTo>
                  <a:pt x="1288829" y="2149759"/>
                  <a:pt x="1313578" y="2126101"/>
                  <a:pt x="1377459" y="2070198"/>
                </a:cubicBezTo>
                <a:cubicBezTo>
                  <a:pt x="1441340" y="2014295"/>
                  <a:pt x="1493670" y="1955047"/>
                  <a:pt x="1538954" y="1904583"/>
                </a:cubicBezTo>
                <a:cubicBezTo>
                  <a:pt x="1584238" y="1854119"/>
                  <a:pt x="1629409" y="1822163"/>
                  <a:pt x="1649165" y="1767412"/>
                </a:cubicBezTo>
                <a:cubicBezTo>
                  <a:pt x="1668921" y="1712661"/>
                  <a:pt x="1662961" y="1641238"/>
                  <a:pt x="1667781" y="1594101"/>
                </a:cubicBezTo>
                <a:cubicBezTo>
                  <a:pt x="1672601" y="1546964"/>
                  <a:pt x="1666492" y="1491960"/>
                  <a:pt x="1678087" y="1484588"/>
                </a:cubicBezTo>
                <a:cubicBezTo>
                  <a:pt x="1689682" y="1477216"/>
                  <a:pt x="1719009" y="1543223"/>
                  <a:pt x="1737353" y="1549870"/>
                </a:cubicBezTo>
                <a:cubicBezTo>
                  <a:pt x="1755697" y="1556517"/>
                  <a:pt x="1776017" y="1548459"/>
                  <a:pt x="1788153" y="1524470"/>
                </a:cubicBezTo>
                <a:cubicBezTo>
                  <a:pt x="1800289" y="1500481"/>
                  <a:pt x="1800007" y="1441778"/>
                  <a:pt x="1810167" y="1405936"/>
                </a:cubicBezTo>
                <a:cubicBezTo>
                  <a:pt x="1820327" y="1370094"/>
                  <a:pt x="1841493" y="1341871"/>
                  <a:pt x="1849113" y="1309416"/>
                </a:cubicBezTo>
                <a:cubicBezTo>
                  <a:pt x="1856733" y="1276961"/>
                  <a:pt x="1858991" y="1247327"/>
                  <a:pt x="1855887" y="1211203"/>
                </a:cubicBezTo>
                <a:cubicBezTo>
                  <a:pt x="1852783" y="1175079"/>
                  <a:pt x="1847420" y="1108192"/>
                  <a:pt x="1830487" y="1092670"/>
                </a:cubicBezTo>
                <a:cubicBezTo>
                  <a:pt x="1813554" y="1077148"/>
                  <a:pt x="1772632" y="1106076"/>
                  <a:pt x="1754287" y="1118070"/>
                </a:cubicBezTo>
                <a:cubicBezTo>
                  <a:pt x="1735943" y="1130064"/>
                  <a:pt x="1731709" y="1144881"/>
                  <a:pt x="1720420" y="1164636"/>
                </a:cubicBezTo>
                <a:cubicBezTo>
                  <a:pt x="1709131" y="1184391"/>
                  <a:pt x="1689375" y="1292342"/>
                  <a:pt x="1686553" y="1236603"/>
                </a:cubicBezTo>
                <a:cubicBezTo>
                  <a:pt x="1683731" y="1180864"/>
                  <a:pt x="1706309" y="952123"/>
                  <a:pt x="1703487" y="830203"/>
                </a:cubicBezTo>
                <a:cubicBezTo>
                  <a:pt x="1700665" y="708283"/>
                  <a:pt x="1707720" y="612328"/>
                  <a:pt x="1669620" y="505083"/>
                </a:cubicBezTo>
                <a:cubicBezTo>
                  <a:pt x="1631520" y="397839"/>
                  <a:pt x="1542444" y="260429"/>
                  <a:pt x="1474887" y="186736"/>
                </a:cubicBezTo>
                <a:cubicBezTo>
                  <a:pt x="1407330" y="113043"/>
                  <a:pt x="1358822" y="93969"/>
                  <a:pt x="1264278" y="62925"/>
                </a:cubicBezTo>
                <a:cubicBezTo>
                  <a:pt x="1169734" y="31881"/>
                  <a:pt x="1001812" y="4583"/>
                  <a:pt x="907620" y="470"/>
                </a:cubicBezTo>
                <a:cubicBezTo>
                  <a:pt x="813428" y="-3643"/>
                  <a:pt x="761922" y="20078"/>
                  <a:pt x="699128" y="38246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50000"/>
              </a:schemeClr>
            </a:solidFill>
          </a:ln>
          <a:effectLst>
            <a:outerShdw blurRad="50800" dist="38100" dir="5400000" algn="t" rotWithShape="0">
              <a:srgbClr val="F6C3A0">
                <a:alpha val="3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4AFCEDC-086A-4DAE-810D-C8F1186F535A}"/>
              </a:ext>
            </a:extLst>
          </p:cNvPr>
          <p:cNvGrpSpPr/>
          <p:nvPr/>
        </p:nvGrpSpPr>
        <p:grpSpPr>
          <a:xfrm>
            <a:off x="2119247" y="2359426"/>
            <a:ext cx="1017912" cy="801054"/>
            <a:chOff x="1817287" y="2345741"/>
            <a:chExt cx="1042380" cy="811008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BC903AA-11B9-45BA-BE99-5886D24D100E}"/>
                </a:ext>
              </a:extLst>
            </p:cNvPr>
            <p:cNvSpPr/>
            <p:nvPr/>
          </p:nvSpPr>
          <p:spPr>
            <a:xfrm rot="454907">
              <a:off x="1817287" y="2345741"/>
              <a:ext cx="1042380" cy="272859"/>
            </a:xfrm>
            <a:custGeom>
              <a:avLst/>
              <a:gdLst>
                <a:gd name="connsiteX0" fmla="*/ 1577 w 380133"/>
                <a:gd name="connsiteY0" fmla="*/ 100504 h 105028"/>
                <a:gd name="connsiteX1" fmla="*/ 108257 w 380133"/>
                <a:gd name="connsiteY1" fmla="*/ 9064 h 105028"/>
                <a:gd name="connsiteX2" fmla="*/ 204777 w 380133"/>
                <a:gd name="connsiteY2" fmla="*/ 9064 h 105028"/>
                <a:gd name="connsiteX3" fmla="*/ 352097 w 380133"/>
                <a:gd name="connsiteY3" fmla="*/ 59864 h 105028"/>
                <a:gd name="connsiteX4" fmla="*/ 372417 w 380133"/>
                <a:gd name="connsiteY4" fmla="*/ 80184 h 105028"/>
                <a:gd name="connsiteX5" fmla="*/ 260657 w 380133"/>
                <a:gd name="connsiteY5" fmla="*/ 64944 h 105028"/>
                <a:gd name="connsiteX6" fmla="*/ 179377 w 380133"/>
                <a:gd name="connsiteY6" fmla="*/ 34464 h 105028"/>
                <a:gd name="connsiteX7" fmla="*/ 52377 w 380133"/>
                <a:gd name="connsiteY7" fmla="*/ 85264 h 105028"/>
                <a:gd name="connsiteX8" fmla="*/ 1577 w 380133"/>
                <a:gd name="connsiteY8" fmla="*/ 100504 h 105028"/>
                <a:gd name="connsiteX0" fmla="*/ 1558 w 380114"/>
                <a:gd name="connsiteY0" fmla="*/ 100504 h 104508"/>
                <a:gd name="connsiteX1" fmla="*/ 108238 w 380114"/>
                <a:gd name="connsiteY1" fmla="*/ 9064 h 104508"/>
                <a:gd name="connsiteX2" fmla="*/ 204758 w 380114"/>
                <a:gd name="connsiteY2" fmla="*/ 9064 h 104508"/>
                <a:gd name="connsiteX3" fmla="*/ 352078 w 380114"/>
                <a:gd name="connsiteY3" fmla="*/ 59864 h 104508"/>
                <a:gd name="connsiteX4" fmla="*/ 372398 w 380114"/>
                <a:gd name="connsiteY4" fmla="*/ 80184 h 104508"/>
                <a:gd name="connsiteX5" fmla="*/ 260638 w 380114"/>
                <a:gd name="connsiteY5" fmla="*/ 64944 h 104508"/>
                <a:gd name="connsiteX6" fmla="*/ 155692 w 380114"/>
                <a:gd name="connsiteY6" fmla="*/ 58570 h 104508"/>
                <a:gd name="connsiteX7" fmla="*/ 52358 w 380114"/>
                <a:gd name="connsiteY7" fmla="*/ 85264 h 104508"/>
                <a:gd name="connsiteX8" fmla="*/ 1558 w 380114"/>
                <a:gd name="connsiteY8" fmla="*/ 100504 h 1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0114" h="104508">
                  <a:moveTo>
                    <a:pt x="1558" y="100504"/>
                  </a:moveTo>
                  <a:cubicBezTo>
                    <a:pt x="10871" y="87804"/>
                    <a:pt x="74371" y="24304"/>
                    <a:pt x="108238" y="9064"/>
                  </a:cubicBezTo>
                  <a:cubicBezTo>
                    <a:pt x="142105" y="-6176"/>
                    <a:pt x="164118" y="597"/>
                    <a:pt x="204758" y="9064"/>
                  </a:cubicBezTo>
                  <a:cubicBezTo>
                    <a:pt x="245398" y="17531"/>
                    <a:pt x="324138" y="48011"/>
                    <a:pt x="352078" y="59864"/>
                  </a:cubicBezTo>
                  <a:cubicBezTo>
                    <a:pt x="380018" y="71717"/>
                    <a:pt x="387638" y="79337"/>
                    <a:pt x="372398" y="80184"/>
                  </a:cubicBezTo>
                  <a:cubicBezTo>
                    <a:pt x="357158" y="81031"/>
                    <a:pt x="296756" y="68546"/>
                    <a:pt x="260638" y="64944"/>
                  </a:cubicBezTo>
                  <a:cubicBezTo>
                    <a:pt x="224520" y="61342"/>
                    <a:pt x="190405" y="55183"/>
                    <a:pt x="155692" y="58570"/>
                  </a:cubicBezTo>
                  <a:cubicBezTo>
                    <a:pt x="120979" y="61957"/>
                    <a:pt x="78047" y="78275"/>
                    <a:pt x="52358" y="85264"/>
                  </a:cubicBezTo>
                  <a:cubicBezTo>
                    <a:pt x="26669" y="92253"/>
                    <a:pt x="-7755" y="113204"/>
                    <a:pt x="1558" y="10050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41E7D00B-8AA5-4EC1-AAFA-FB675F6B3AE8}"/>
                </a:ext>
              </a:extLst>
            </p:cNvPr>
            <p:cNvSpPr/>
            <p:nvPr/>
          </p:nvSpPr>
          <p:spPr>
            <a:xfrm rot="230838">
              <a:off x="1922275" y="2774802"/>
              <a:ext cx="706787" cy="180669"/>
            </a:xfrm>
            <a:custGeom>
              <a:avLst/>
              <a:gdLst>
                <a:gd name="connsiteX0" fmla="*/ 285750 w 285750"/>
                <a:gd name="connsiteY0" fmla="*/ 65818 h 84868"/>
                <a:gd name="connsiteX1" fmla="*/ 219075 w 285750"/>
                <a:gd name="connsiteY1" fmla="*/ 18193 h 84868"/>
                <a:gd name="connsiteX2" fmla="*/ 122238 w 285750"/>
                <a:gd name="connsiteY2" fmla="*/ 3906 h 84868"/>
                <a:gd name="connsiteX3" fmla="*/ 0 w 285750"/>
                <a:gd name="connsiteY3" fmla="*/ 84868 h 84868"/>
                <a:gd name="connsiteX0" fmla="*/ 285750 w 285750"/>
                <a:gd name="connsiteY0" fmla="*/ 54112 h 73162"/>
                <a:gd name="connsiteX1" fmla="*/ 219075 w 285750"/>
                <a:gd name="connsiteY1" fmla="*/ 6487 h 73162"/>
                <a:gd name="connsiteX2" fmla="*/ 106957 w 285750"/>
                <a:gd name="connsiteY2" fmla="*/ 7664 h 73162"/>
                <a:gd name="connsiteX3" fmla="*/ 0 w 285750"/>
                <a:gd name="connsiteY3" fmla="*/ 73162 h 73162"/>
                <a:gd name="connsiteX0" fmla="*/ 285750 w 285750"/>
                <a:gd name="connsiteY0" fmla="*/ 54112 h 73162"/>
                <a:gd name="connsiteX1" fmla="*/ 219075 w 285750"/>
                <a:gd name="connsiteY1" fmla="*/ 6487 h 73162"/>
                <a:gd name="connsiteX2" fmla="*/ 106957 w 285750"/>
                <a:gd name="connsiteY2" fmla="*/ 7664 h 73162"/>
                <a:gd name="connsiteX3" fmla="*/ 0 w 285750"/>
                <a:gd name="connsiteY3" fmla="*/ 73162 h 7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0" h="73162">
                  <a:moveTo>
                    <a:pt x="285750" y="54112"/>
                  </a:moveTo>
                  <a:cubicBezTo>
                    <a:pt x="266038" y="35459"/>
                    <a:pt x="248874" y="14228"/>
                    <a:pt x="219075" y="6487"/>
                  </a:cubicBezTo>
                  <a:cubicBezTo>
                    <a:pt x="189276" y="-1254"/>
                    <a:pt x="143469" y="-3448"/>
                    <a:pt x="106957" y="7664"/>
                  </a:cubicBezTo>
                  <a:cubicBezTo>
                    <a:pt x="70445" y="18776"/>
                    <a:pt x="42863" y="38237"/>
                    <a:pt x="0" y="73162"/>
                  </a:cubicBezTo>
                </a:path>
              </a:pathLst>
            </a:custGeom>
            <a:noFill/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BDE361D-AFCF-4F4B-9E00-10F37B944436}"/>
                </a:ext>
              </a:extLst>
            </p:cNvPr>
            <p:cNvSpPr/>
            <p:nvPr/>
          </p:nvSpPr>
          <p:spPr>
            <a:xfrm rot="171542">
              <a:off x="1939546" y="2848866"/>
              <a:ext cx="715280" cy="307883"/>
            </a:xfrm>
            <a:custGeom>
              <a:avLst/>
              <a:gdLst>
                <a:gd name="connsiteX0" fmla="*/ 96 w 293337"/>
                <a:gd name="connsiteY0" fmla="*/ 72084 h 113549"/>
                <a:gd name="connsiteX1" fmla="*/ 55659 w 293337"/>
                <a:gd name="connsiteY1" fmla="*/ 35571 h 113549"/>
                <a:gd name="connsiteX2" fmla="*/ 123921 w 293337"/>
                <a:gd name="connsiteY2" fmla="*/ 2234 h 113549"/>
                <a:gd name="connsiteX3" fmla="*/ 217584 w 293337"/>
                <a:gd name="connsiteY3" fmla="*/ 6996 h 113549"/>
                <a:gd name="connsiteX4" fmla="*/ 274734 w 293337"/>
                <a:gd name="connsiteY4" fmla="*/ 38746 h 113549"/>
                <a:gd name="connsiteX5" fmla="*/ 285846 w 293337"/>
                <a:gd name="connsiteY5" fmla="*/ 48271 h 113549"/>
                <a:gd name="connsiteX6" fmla="*/ 289021 w 293337"/>
                <a:gd name="connsiteY6" fmla="*/ 49859 h 113549"/>
                <a:gd name="connsiteX7" fmla="*/ 223934 w 293337"/>
                <a:gd name="connsiteY7" fmla="*/ 102246 h 113549"/>
                <a:gd name="connsiteX8" fmla="*/ 127096 w 293337"/>
                <a:gd name="connsiteY8" fmla="*/ 113359 h 113549"/>
                <a:gd name="connsiteX9" fmla="*/ 44546 w 293337"/>
                <a:gd name="connsiteY9" fmla="*/ 97484 h 113549"/>
                <a:gd name="connsiteX10" fmla="*/ 96 w 293337"/>
                <a:gd name="connsiteY10" fmla="*/ 72084 h 113549"/>
                <a:gd name="connsiteX0" fmla="*/ 96 w 300145"/>
                <a:gd name="connsiteY0" fmla="*/ 72084 h 113464"/>
                <a:gd name="connsiteX1" fmla="*/ 55659 w 300145"/>
                <a:gd name="connsiteY1" fmla="*/ 35571 h 113464"/>
                <a:gd name="connsiteX2" fmla="*/ 123921 w 300145"/>
                <a:gd name="connsiteY2" fmla="*/ 2234 h 113464"/>
                <a:gd name="connsiteX3" fmla="*/ 217584 w 300145"/>
                <a:gd name="connsiteY3" fmla="*/ 6996 h 113464"/>
                <a:gd name="connsiteX4" fmla="*/ 274734 w 300145"/>
                <a:gd name="connsiteY4" fmla="*/ 38746 h 113464"/>
                <a:gd name="connsiteX5" fmla="*/ 285846 w 300145"/>
                <a:gd name="connsiteY5" fmla="*/ 48271 h 113464"/>
                <a:gd name="connsiteX6" fmla="*/ 296959 w 300145"/>
                <a:gd name="connsiteY6" fmla="*/ 64146 h 113464"/>
                <a:gd name="connsiteX7" fmla="*/ 223934 w 300145"/>
                <a:gd name="connsiteY7" fmla="*/ 102246 h 113464"/>
                <a:gd name="connsiteX8" fmla="*/ 127096 w 300145"/>
                <a:gd name="connsiteY8" fmla="*/ 113359 h 113464"/>
                <a:gd name="connsiteX9" fmla="*/ 44546 w 300145"/>
                <a:gd name="connsiteY9" fmla="*/ 97484 h 113464"/>
                <a:gd name="connsiteX10" fmla="*/ 96 w 300145"/>
                <a:gd name="connsiteY10" fmla="*/ 72084 h 113464"/>
                <a:gd name="connsiteX0" fmla="*/ 711 w 300760"/>
                <a:gd name="connsiteY0" fmla="*/ 72084 h 113464"/>
                <a:gd name="connsiteX1" fmla="*/ 56274 w 300760"/>
                <a:gd name="connsiteY1" fmla="*/ 35571 h 113464"/>
                <a:gd name="connsiteX2" fmla="*/ 124536 w 300760"/>
                <a:gd name="connsiteY2" fmla="*/ 2234 h 113464"/>
                <a:gd name="connsiteX3" fmla="*/ 218199 w 300760"/>
                <a:gd name="connsiteY3" fmla="*/ 6996 h 113464"/>
                <a:gd name="connsiteX4" fmla="*/ 275349 w 300760"/>
                <a:gd name="connsiteY4" fmla="*/ 38746 h 113464"/>
                <a:gd name="connsiteX5" fmla="*/ 286461 w 300760"/>
                <a:gd name="connsiteY5" fmla="*/ 48271 h 113464"/>
                <a:gd name="connsiteX6" fmla="*/ 297574 w 300760"/>
                <a:gd name="connsiteY6" fmla="*/ 64146 h 113464"/>
                <a:gd name="connsiteX7" fmla="*/ 224549 w 300760"/>
                <a:gd name="connsiteY7" fmla="*/ 102246 h 113464"/>
                <a:gd name="connsiteX8" fmla="*/ 127711 w 300760"/>
                <a:gd name="connsiteY8" fmla="*/ 113359 h 113464"/>
                <a:gd name="connsiteX9" fmla="*/ 45161 w 300760"/>
                <a:gd name="connsiteY9" fmla="*/ 97484 h 113464"/>
                <a:gd name="connsiteX10" fmla="*/ 26111 w 300760"/>
                <a:gd name="connsiteY10" fmla="*/ 87959 h 113464"/>
                <a:gd name="connsiteX11" fmla="*/ 711 w 300760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44830 w 300429"/>
                <a:gd name="connsiteY9" fmla="*/ 97484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67055 w 300429"/>
                <a:gd name="connsiteY9" fmla="*/ 100659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67055 w 300429"/>
                <a:gd name="connsiteY9" fmla="*/ 100659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1609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298047"/>
                <a:gd name="connsiteY0" fmla="*/ 72084 h 118178"/>
                <a:gd name="connsiteX1" fmla="*/ 55943 w 298047"/>
                <a:gd name="connsiteY1" fmla="*/ 35571 h 118178"/>
                <a:gd name="connsiteX2" fmla="*/ 124205 w 298047"/>
                <a:gd name="connsiteY2" fmla="*/ 2234 h 118178"/>
                <a:gd name="connsiteX3" fmla="*/ 217868 w 298047"/>
                <a:gd name="connsiteY3" fmla="*/ 6996 h 118178"/>
                <a:gd name="connsiteX4" fmla="*/ 275018 w 298047"/>
                <a:gd name="connsiteY4" fmla="*/ 38746 h 118178"/>
                <a:gd name="connsiteX5" fmla="*/ 263905 w 298047"/>
                <a:gd name="connsiteY5" fmla="*/ 33983 h 118178"/>
                <a:gd name="connsiteX6" fmla="*/ 297243 w 298047"/>
                <a:gd name="connsiteY6" fmla="*/ 64146 h 118178"/>
                <a:gd name="connsiteX7" fmla="*/ 224218 w 298047"/>
                <a:gd name="connsiteY7" fmla="*/ 102246 h 118178"/>
                <a:gd name="connsiteX8" fmla="*/ 152780 w 298047"/>
                <a:gd name="connsiteY8" fmla="*/ 118122 h 118178"/>
                <a:gd name="connsiteX9" fmla="*/ 67055 w 298047"/>
                <a:gd name="connsiteY9" fmla="*/ 100659 h 118178"/>
                <a:gd name="connsiteX10" fmla="*/ 32130 w 298047"/>
                <a:gd name="connsiteY10" fmla="*/ 89546 h 118178"/>
                <a:gd name="connsiteX11" fmla="*/ 380 w 298047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6683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6683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298047"/>
                <a:gd name="connsiteY0" fmla="*/ 72084 h 118178"/>
                <a:gd name="connsiteX1" fmla="*/ 55943 w 298047"/>
                <a:gd name="connsiteY1" fmla="*/ 35571 h 118178"/>
                <a:gd name="connsiteX2" fmla="*/ 124205 w 298047"/>
                <a:gd name="connsiteY2" fmla="*/ 2234 h 118178"/>
                <a:gd name="connsiteX3" fmla="*/ 217868 w 298047"/>
                <a:gd name="connsiteY3" fmla="*/ 6996 h 118178"/>
                <a:gd name="connsiteX4" fmla="*/ 275018 w 298047"/>
                <a:gd name="connsiteY4" fmla="*/ 38746 h 118178"/>
                <a:gd name="connsiteX5" fmla="*/ 263905 w 298047"/>
                <a:gd name="connsiteY5" fmla="*/ 29220 h 118178"/>
                <a:gd name="connsiteX6" fmla="*/ 297243 w 298047"/>
                <a:gd name="connsiteY6" fmla="*/ 64146 h 118178"/>
                <a:gd name="connsiteX7" fmla="*/ 224218 w 298047"/>
                <a:gd name="connsiteY7" fmla="*/ 102246 h 118178"/>
                <a:gd name="connsiteX8" fmla="*/ 152780 w 298047"/>
                <a:gd name="connsiteY8" fmla="*/ 118122 h 118178"/>
                <a:gd name="connsiteX9" fmla="*/ 67055 w 298047"/>
                <a:gd name="connsiteY9" fmla="*/ 100659 h 118178"/>
                <a:gd name="connsiteX10" fmla="*/ 32130 w 298047"/>
                <a:gd name="connsiteY10" fmla="*/ 89546 h 118178"/>
                <a:gd name="connsiteX11" fmla="*/ 380 w 298047"/>
                <a:gd name="connsiteY11" fmla="*/ 72084 h 118178"/>
                <a:gd name="connsiteX0" fmla="*/ 380 w 297469"/>
                <a:gd name="connsiteY0" fmla="*/ 72084 h 118178"/>
                <a:gd name="connsiteX1" fmla="*/ 55943 w 297469"/>
                <a:gd name="connsiteY1" fmla="*/ 35571 h 118178"/>
                <a:gd name="connsiteX2" fmla="*/ 124205 w 297469"/>
                <a:gd name="connsiteY2" fmla="*/ 2234 h 118178"/>
                <a:gd name="connsiteX3" fmla="*/ 217868 w 297469"/>
                <a:gd name="connsiteY3" fmla="*/ 6996 h 118178"/>
                <a:gd name="connsiteX4" fmla="*/ 275018 w 297469"/>
                <a:gd name="connsiteY4" fmla="*/ 38746 h 118178"/>
                <a:gd name="connsiteX5" fmla="*/ 248030 w 297469"/>
                <a:gd name="connsiteY5" fmla="*/ 19695 h 118178"/>
                <a:gd name="connsiteX6" fmla="*/ 297243 w 297469"/>
                <a:gd name="connsiteY6" fmla="*/ 64146 h 118178"/>
                <a:gd name="connsiteX7" fmla="*/ 224218 w 297469"/>
                <a:gd name="connsiteY7" fmla="*/ 102246 h 118178"/>
                <a:gd name="connsiteX8" fmla="*/ 152780 w 297469"/>
                <a:gd name="connsiteY8" fmla="*/ 118122 h 118178"/>
                <a:gd name="connsiteX9" fmla="*/ 67055 w 297469"/>
                <a:gd name="connsiteY9" fmla="*/ 100659 h 118178"/>
                <a:gd name="connsiteX10" fmla="*/ 32130 w 297469"/>
                <a:gd name="connsiteY10" fmla="*/ 89546 h 118178"/>
                <a:gd name="connsiteX11" fmla="*/ 380 w 297469"/>
                <a:gd name="connsiteY11" fmla="*/ 72084 h 118178"/>
                <a:gd name="connsiteX0" fmla="*/ 380 w 297467"/>
                <a:gd name="connsiteY0" fmla="*/ 72142 h 118236"/>
                <a:gd name="connsiteX1" fmla="*/ 55943 w 297467"/>
                <a:gd name="connsiteY1" fmla="*/ 35629 h 118236"/>
                <a:gd name="connsiteX2" fmla="*/ 124205 w 297467"/>
                <a:gd name="connsiteY2" fmla="*/ 2292 h 118236"/>
                <a:gd name="connsiteX3" fmla="*/ 217868 w 297467"/>
                <a:gd name="connsiteY3" fmla="*/ 7054 h 118236"/>
                <a:gd name="connsiteX4" fmla="*/ 278193 w 297467"/>
                <a:gd name="connsiteY4" fmla="*/ 40391 h 118236"/>
                <a:gd name="connsiteX5" fmla="*/ 248030 w 297467"/>
                <a:gd name="connsiteY5" fmla="*/ 19753 h 118236"/>
                <a:gd name="connsiteX6" fmla="*/ 297243 w 297467"/>
                <a:gd name="connsiteY6" fmla="*/ 64204 h 118236"/>
                <a:gd name="connsiteX7" fmla="*/ 224218 w 297467"/>
                <a:gd name="connsiteY7" fmla="*/ 102304 h 118236"/>
                <a:gd name="connsiteX8" fmla="*/ 152780 w 297467"/>
                <a:gd name="connsiteY8" fmla="*/ 118180 h 118236"/>
                <a:gd name="connsiteX9" fmla="*/ 67055 w 297467"/>
                <a:gd name="connsiteY9" fmla="*/ 100717 h 118236"/>
                <a:gd name="connsiteX10" fmla="*/ 32130 w 297467"/>
                <a:gd name="connsiteY10" fmla="*/ 89604 h 118236"/>
                <a:gd name="connsiteX11" fmla="*/ 380 w 297467"/>
                <a:gd name="connsiteY11" fmla="*/ 72142 h 118236"/>
                <a:gd name="connsiteX0" fmla="*/ 380 w 297467"/>
                <a:gd name="connsiteY0" fmla="*/ 72142 h 118236"/>
                <a:gd name="connsiteX1" fmla="*/ 55943 w 297467"/>
                <a:gd name="connsiteY1" fmla="*/ 35629 h 118236"/>
                <a:gd name="connsiteX2" fmla="*/ 124205 w 297467"/>
                <a:gd name="connsiteY2" fmla="*/ 2292 h 118236"/>
                <a:gd name="connsiteX3" fmla="*/ 217868 w 297467"/>
                <a:gd name="connsiteY3" fmla="*/ 7054 h 118236"/>
                <a:gd name="connsiteX4" fmla="*/ 278193 w 297467"/>
                <a:gd name="connsiteY4" fmla="*/ 40391 h 118236"/>
                <a:gd name="connsiteX5" fmla="*/ 248030 w 297467"/>
                <a:gd name="connsiteY5" fmla="*/ 19753 h 118236"/>
                <a:gd name="connsiteX6" fmla="*/ 297243 w 297467"/>
                <a:gd name="connsiteY6" fmla="*/ 64204 h 118236"/>
                <a:gd name="connsiteX7" fmla="*/ 224218 w 297467"/>
                <a:gd name="connsiteY7" fmla="*/ 102304 h 118236"/>
                <a:gd name="connsiteX8" fmla="*/ 152780 w 297467"/>
                <a:gd name="connsiteY8" fmla="*/ 118180 h 118236"/>
                <a:gd name="connsiteX9" fmla="*/ 67055 w 297467"/>
                <a:gd name="connsiteY9" fmla="*/ 100717 h 118236"/>
                <a:gd name="connsiteX10" fmla="*/ 32130 w 297467"/>
                <a:gd name="connsiteY10" fmla="*/ 89604 h 118236"/>
                <a:gd name="connsiteX11" fmla="*/ 380 w 297467"/>
                <a:gd name="connsiteY11" fmla="*/ 72142 h 118236"/>
                <a:gd name="connsiteX0" fmla="*/ 380 w 297467"/>
                <a:gd name="connsiteY0" fmla="*/ 76481 h 122575"/>
                <a:gd name="connsiteX1" fmla="*/ 55943 w 297467"/>
                <a:gd name="connsiteY1" fmla="*/ 39968 h 122575"/>
                <a:gd name="connsiteX2" fmla="*/ 124205 w 297467"/>
                <a:gd name="connsiteY2" fmla="*/ 6631 h 122575"/>
                <a:gd name="connsiteX3" fmla="*/ 170243 w 297467"/>
                <a:gd name="connsiteY3" fmla="*/ 281 h 122575"/>
                <a:gd name="connsiteX4" fmla="*/ 217868 w 297467"/>
                <a:gd name="connsiteY4" fmla="*/ 11393 h 122575"/>
                <a:gd name="connsiteX5" fmla="*/ 278193 w 297467"/>
                <a:gd name="connsiteY5" fmla="*/ 44730 h 122575"/>
                <a:gd name="connsiteX6" fmla="*/ 248030 w 297467"/>
                <a:gd name="connsiteY6" fmla="*/ 24092 h 122575"/>
                <a:gd name="connsiteX7" fmla="*/ 297243 w 297467"/>
                <a:gd name="connsiteY7" fmla="*/ 68543 h 122575"/>
                <a:gd name="connsiteX8" fmla="*/ 224218 w 297467"/>
                <a:gd name="connsiteY8" fmla="*/ 106643 h 122575"/>
                <a:gd name="connsiteX9" fmla="*/ 152780 w 297467"/>
                <a:gd name="connsiteY9" fmla="*/ 122519 h 122575"/>
                <a:gd name="connsiteX10" fmla="*/ 67055 w 297467"/>
                <a:gd name="connsiteY10" fmla="*/ 105056 h 122575"/>
                <a:gd name="connsiteX11" fmla="*/ 32130 w 297467"/>
                <a:gd name="connsiteY11" fmla="*/ 93943 h 122575"/>
                <a:gd name="connsiteX12" fmla="*/ 380 w 297467"/>
                <a:gd name="connsiteY12" fmla="*/ 76481 h 122575"/>
                <a:gd name="connsiteX0" fmla="*/ 380 w 297467"/>
                <a:gd name="connsiteY0" fmla="*/ 76293 h 122387"/>
                <a:gd name="connsiteX1" fmla="*/ 55943 w 297467"/>
                <a:gd name="connsiteY1" fmla="*/ 39780 h 122387"/>
                <a:gd name="connsiteX2" fmla="*/ 79755 w 297467"/>
                <a:gd name="connsiteY2" fmla="*/ 15969 h 122387"/>
                <a:gd name="connsiteX3" fmla="*/ 124205 w 297467"/>
                <a:gd name="connsiteY3" fmla="*/ 6443 h 122387"/>
                <a:gd name="connsiteX4" fmla="*/ 170243 w 297467"/>
                <a:gd name="connsiteY4" fmla="*/ 93 h 122387"/>
                <a:gd name="connsiteX5" fmla="*/ 217868 w 297467"/>
                <a:gd name="connsiteY5" fmla="*/ 11205 h 122387"/>
                <a:gd name="connsiteX6" fmla="*/ 278193 w 297467"/>
                <a:gd name="connsiteY6" fmla="*/ 44542 h 122387"/>
                <a:gd name="connsiteX7" fmla="*/ 248030 w 297467"/>
                <a:gd name="connsiteY7" fmla="*/ 23904 h 122387"/>
                <a:gd name="connsiteX8" fmla="*/ 297243 w 297467"/>
                <a:gd name="connsiteY8" fmla="*/ 68355 h 122387"/>
                <a:gd name="connsiteX9" fmla="*/ 224218 w 297467"/>
                <a:gd name="connsiteY9" fmla="*/ 106455 h 122387"/>
                <a:gd name="connsiteX10" fmla="*/ 152780 w 297467"/>
                <a:gd name="connsiteY10" fmla="*/ 122331 h 122387"/>
                <a:gd name="connsiteX11" fmla="*/ 67055 w 297467"/>
                <a:gd name="connsiteY11" fmla="*/ 104868 h 122387"/>
                <a:gd name="connsiteX12" fmla="*/ 32130 w 297467"/>
                <a:gd name="connsiteY12" fmla="*/ 93755 h 122387"/>
                <a:gd name="connsiteX13" fmla="*/ 380 w 297467"/>
                <a:gd name="connsiteY13" fmla="*/ 76293 h 122387"/>
                <a:gd name="connsiteX0" fmla="*/ 380 w 297467"/>
                <a:gd name="connsiteY0" fmla="*/ 76293 h 122387"/>
                <a:gd name="connsiteX1" fmla="*/ 55943 w 297467"/>
                <a:gd name="connsiteY1" fmla="*/ 39780 h 122387"/>
                <a:gd name="connsiteX2" fmla="*/ 79755 w 297467"/>
                <a:gd name="connsiteY2" fmla="*/ 15969 h 122387"/>
                <a:gd name="connsiteX3" fmla="*/ 124205 w 297467"/>
                <a:gd name="connsiteY3" fmla="*/ 6443 h 122387"/>
                <a:gd name="connsiteX4" fmla="*/ 170243 w 297467"/>
                <a:gd name="connsiteY4" fmla="*/ 93 h 122387"/>
                <a:gd name="connsiteX5" fmla="*/ 217868 w 297467"/>
                <a:gd name="connsiteY5" fmla="*/ 11205 h 122387"/>
                <a:gd name="connsiteX6" fmla="*/ 278193 w 297467"/>
                <a:gd name="connsiteY6" fmla="*/ 44542 h 122387"/>
                <a:gd name="connsiteX7" fmla="*/ 248030 w 297467"/>
                <a:gd name="connsiteY7" fmla="*/ 23904 h 122387"/>
                <a:gd name="connsiteX8" fmla="*/ 297243 w 297467"/>
                <a:gd name="connsiteY8" fmla="*/ 68355 h 122387"/>
                <a:gd name="connsiteX9" fmla="*/ 224218 w 297467"/>
                <a:gd name="connsiteY9" fmla="*/ 106455 h 122387"/>
                <a:gd name="connsiteX10" fmla="*/ 152780 w 297467"/>
                <a:gd name="connsiteY10" fmla="*/ 122331 h 122387"/>
                <a:gd name="connsiteX11" fmla="*/ 67055 w 297467"/>
                <a:gd name="connsiteY11" fmla="*/ 104868 h 122387"/>
                <a:gd name="connsiteX12" fmla="*/ 32130 w 297467"/>
                <a:gd name="connsiteY12" fmla="*/ 93755 h 122387"/>
                <a:gd name="connsiteX13" fmla="*/ 380 w 297467"/>
                <a:gd name="connsiteY13" fmla="*/ 76293 h 122387"/>
                <a:gd name="connsiteX0" fmla="*/ 380 w 297467"/>
                <a:gd name="connsiteY0" fmla="*/ 77573 h 123667"/>
                <a:gd name="connsiteX1" fmla="*/ 55943 w 297467"/>
                <a:gd name="connsiteY1" fmla="*/ 41060 h 123667"/>
                <a:gd name="connsiteX2" fmla="*/ 79755 w 297467"/>
                <a:gd name="connsiteY2" fmla="*/ 17249 h 123667"/>
                <a:gd name="connsiteX3" fmla="*/ 122617 w 297467"/>
                <a:gd name="connsiteY3" fmla="*/ 1373 h 123667"/>
                <a:gd name="connsiteX4" fmla="*/ 170243 w 297467"/>
                <a:gd name="connsiteY4" fmla="*/ 1373 h 123667"/>
                <a:gd name="connsiteX5" fmla="*/ 217868 w 297467"/>
                <a:gd name="connsiteY5" fmla="*/ 12485 h 123667"/>
                <a:gd name="connsiteX6" fmla="*/ 278193 w 297467"/>
                <a:gd name="connsiteY6" fmla="*/ 45822 h 123667"/>
                <a:gd name="connsiteX7" fmla="*/ 248030 w 297467"/>
                <a:gd name="connsiteY7" fmla="*/ 25184 h 123667"/>
                <a:gd name="connsiteX8" fmla="*/ 297243 w 297467"/>
                <a:gd name="connsiteY8" fmla="*/ 69635 h 123667"/>
                <a:gd name="connsiteX9" fmla="*/ 224218 w 297467"/>
                <a:gd name="connsiteY9" fmla="*/ 107735 h 123667"/>
                <a:gd name="connsiteX10" fmla="*/ 152780 w 297467"/>
                <a:gd name="connsiteY10" fmla="*/ 123611 h 123667"/>
                <a:gd name="connsiteX11" fmla="*/ 67055 w 297467"/>
                <a:gd name="connsiteY11" fmla="*/ 106148 h 123667"/>
                <a:gd name="connsiteX12" fmla="*/ 32130 w 297467"/>
                <a:gd name="connsiteY12" fmla="*/ 95035 h 123667"/>
                <a:gd name="connsiteX13" fmla="*/ 380 w 297467"/>
                <a:gd name="connsiteY13" fmla="*/ 77573 h 123667"/>
                <a:gd name="connsiteX0" fmla="*/ 336 w 297423"/>
                <a:gd name="connsiteY0" fmla="*/ 77573 h 123667"/>
                <a:gd name="connsiteX1" fmla="*/ 54312 w 297423"/>
                <a:gd name="connsiteY1" fmla="*/ 37885 h 123667"/>
                <a:gd name="connsiteX2" fmla="*/ 79711 w 297423"/>
                <a:gd name="connsiteY2" fmla="*/ 17249 h 123667"/>
                <a:gd name="connsiteX3" fmla="*/ 122573 w 297423"/>
                <a:gd name="connsiteY3" fmla="*/ 1373 h 123667"/>
                <a:gd name="connsiteX4" fmla="*/ 170199 w 297423"/>
                <a:gd name="connsiteY4" fmla="*/ 1373 h 123667"/>
                <a:gd name="connsiteX5" fmla="*/ 217824 w 297423"/>
                <a:gd name="connsiteY5" fmla="*/ 12485 h 123667"/>
                <a:gd name="connsiteX6" fmla="*/ 278149 w 297423"/>
                <a:gd name="connsiteY6" fmla="*/ 45822 h 123667"/>
                <a:gd name="connsiteX7" fmla="*/ 247986 w 297423"/>
                <a:gd name="connsiteY7" fmla="*/ 25184 h 123667"/>
                <a:gd name="connsiteX8" fmla="*/ 297199 w 297423"/>
                <a:gd name="connsiteY8" fmla="*/ 69635 h 123667"/>
                <a:gd name="connsiteX9" fmla="*/ 224174 w 297423"/>
                <a:gd name="connsiteY9" fmla="*/ 107735 h 123667"/>
                <a:gd name="connsiteX10" fmla="*/ 152736 w 297423"/>
                <a:gd name="connsiteY10" fmla="*/ 123611 h 123667"/>
                <a:gd name="connsiteX11" fmla="*/ 67011 w 297423"/>
                <a:gd name="connsiteY11" fmla="*/ 106148 h 123667"/>
                <a:gd name="connsiteX12" fmla="*/ 32086 w 297423"/>
                <a:gd name="connsiteY12" fmla="*/ 95035 h 123667"/>
                <a:gd name="connsiteX13" fmla="*/ 336 w 297423"/>
                <a:gd name="connsiteY13" fmla="*/ 77573 h 123667"/>
                <a:gd name="connsiteX0" fmla="*/ 336 w 297423"/>
                <a:gd name="connsiteY0" fmla="*/ 77573 h 123667"/>
                <a:gd name="connsiteX1" fmla="*/ 54312 w 297423"/>
                <a:gd name="connsiteY1" fmla="*/ 37885 h 123667"/>
                <a:gd name="connsiteX2" fmla="*/ 79711 w 297423"/>
                <a:gd name="connsiteY2" fmla="*/ 17249 h 123667"/>
                <a:gd name="connsiteX3" fmla="*/ 122573 w 297423"/>
                <a:gd name="connsiteY3" fmla="*/ 1373 h 123667"/>
                <a:gd name="connsiteX4" fmla="*/ 170199 w 297423"/>
                <a:gd name="connsiteY4" fmla="*/ 1373 h 123667"/>
                <a:gd name="connsiteX5" fmla="*/ 217824 w 297423"/>
                <a:gd name="connsiteY5" fmla="*/ 12485 h 123667"/>
                <a:gd name="connsiteX6" fmla="*/ 278149 w 297423"/>
                <a:gd name="connsiteY6" fmla="*/ 45822 h 123667"/>
                <a:gd name="connsiteX7" fmla="*/ 247986 w 297423"/>
                <a:gd name="connsiteY7" fmla="*/ 25184 h 123667"/>
                <a:gd name="connsiteX8" fmla="*/ 297199 w 297423"/>
                <a:gd name="connsiteY8" fmla="*/ 69635 h 123667"/>
                <a:gd name="connsiteX9" fmla="*/ 224174 w 297423"/>
                <a:gd name="connsiteY9" fmla="*/ 107735 h 123667"/>
                <a:gd name="connsiteX10" fmla="*/ 152736 w 297423"/>
                <a:gd name="connsiteY10" fmla="*/ 123611 h 123667"/>
                <a:gd name="connsiteX11" fmla="*/ 67011 w 297423"/>
                <a:gd name="connsiteY11" fmla="*/ 106148 h 123667"/>
                <a:gd name="connsiteX12" fmla="*/ 32086 w 297423"/>
                <a:gd name="connsiteY12" fmla="*/ 95035 h 123667"/>
                <a:gd name="connsiteX13" fmla="*/ 336 w 297423"/>
                <a:gd name="connsiteY13" fmla="*/ 77573 h 123667"/>
                <a:gd name="connsiteX0" fmla="*/ 336 w 297423"/>
                <a:gd name="connsiteY0" fmla="*/ 78504 h 124598"/>
                <a:gd name="connsiteX1" fmla="*/ 54312 w 297423"/>
                <a:gd name="connsiteY1" fmla="*/ 38816 h 124598"/>
                <a:gd name="connsiteX2" fmla="*/ 57486 w 297423"/>
                <a:gd name="connsiteY2" fmla="*/ 30880 h 124598"/>
                <a:gd name="connsiteX3" fmla="*/ 122573 w 297423"/>
                <a:gd name="connsiteY3" fmla="*/ 2304 h 124598"/>
                <a:gd name="connsiteX4" fmla="*/ 170199 w 297423"/>
                <a:gd name="connsiteY4" fmla="*/ 2304 h 124598"/>
                <a:gd name="connsiteX5" fmla="*/ 217824 w 297423"/>
                <a:gd name="connsiteY5" fmla="*/ 13416 h 124598"/>
                <a:gd name="connsiteX6" fmla="*/ 278149 w 297423"/>
                <a:gd name="connsiteY6" fmla="*/ 46753 h 124598"/>
                <a:gd name="connsiteX7" fmla="*/ 247986 w 297423"/>
                <a:gd name="connsiteY7" fmla="*/ 26115 h 124598"/>
                <a:gd name="connsiteX8" fmla="*/ 297199 w 297423"/>
                <a:gd name="connsiteY8" fmla="*/ 70566 h 124598"/>
                <a:gd name="connsiteX9" fmla="*/ 224174 w 297423"/>
                <a:gd name="connsiteY9" fmla="*/ 108666 h 124598"/>
                <a:gd name="connsiteX10" fmla="*/ 152736 w 297423"/>
                <a:gd name="connsiteY10" fmla="*/ 124542 h 124598"/>
                <a:gd name="connsiteX11" fmla="*/ 67011 w 297423"/>
                <a:gd name="connsiteY11" fmla="*/ 107079 h 124598"/>
                <a:gd name="connsiteX12" fmla="*/ 32086 w 297423"/>
                <a:gd name="connsiteY12" fmla="*/ 95966 h 124598"/>
                <a:gd name="connsiteX13" fmla="*/ 336 w 297423"/>
                <a:gd name="connsiteY13" fmla="*/ 78504 h 124598"/>
                <a:gd name="connsiteX0" fmla="*/ 336 w 297423"/>
                <a:gd name="connsiteY0" fmla="*/ 80615 h 126709"/>
                <a:gd name="connsiteX1" fmla="*/ 54312 w 297423"/>
                <a:gd name="connsiteY1" fmla="*/ 40927 h 126709"/>
                <a:gd name="connsiteX2" fmla="*/ 57486 w 297423"/>
                <a:gd name="connsiteY2" fmla="*/ 32991 h 126709"/>
                <a:gd name="connsiteX3" fmla="*/ 122573 w 297423"/>
                <a:gd name="connsiteY3" fmla="*/ 4415 h 126709"/>
                <a:gd name="connsiteX4" fmla="*/ 170199 w 297423"/>
                <a:gd name="connsiteY4" fmla="*/ 4415 h 126709"/>
                <a:gd name="connsiteX5" fmla="*/ 217824 w 297423"/>
                <a:gd name="connsiteY5" fmla="*/ 15527 h 126709"/>
                <a:gd name="connsiteX6" fmla="*/ 278149 w 297423"/>
                <a:gd name="connsiteY6" fmla="*/ 48864 h 126709"/>
                <a:gd name="connsiteX7" fmla="*/ 247986 w 297423"/>
                <a:gd name="connsiteY7" fmla="*/ 28226 h 126709"/>
                <a:gd name="connsiteX8" fmla="*/ 297199 w 297423"/>
                <a:gd name="connsiteY8" fmla="*/ 72677 h 126709"/>
                <a:gd name="connsiteX9" fmla="*/ 224174 w 297423"/>
                <a:gd name="connsiteY9" fmla="*/ 110777 h 126709"/>
                <a:gd name="connsiteX10" fmla="*/ 152736 w 297423"/>
                <a:gd name="connsiteY10" fmla="*/ 126653 h 126709"/>
                <a:gd name="connsiteX11" fmla="*/ 67011 w 297423"/>
                <a:gd name="connsiteY11" fmla="*/ 109190 h 126709"/>
                <a:gd name="connsiteX12" fmla="*/ 32086 w 297423"/>
                <a:gd name="connsiteY12" fmla="*/ 98077 h 126709"/>
                <a:gd name="connsiteX13" fmla="*/ 336 w 297423"/>
                <a:gd name="connsiteY13" fmla="*/ 80615 h 126709"/>
                <a:gd name="connsiteX0" fmla="*/ 336 w 297423"/>
                <a:gd name="connsiteY0" fmla="*/ 81014 h 127108"/>
                <a:gd name="connsiteX1" fmla="*/ 54312 w 297423"/>
                <a:gd name="connsiteY1" fmla="*/ 41326 h 127108"/>
                <a:gd name="connsiteX2" fmla="*/ 57486 w 297423"/>
                <a:gd name="connsiteY2" fmla="*/ 33390 h 127108"/>
                <a:gd name="connsiteX3" fmla="*/ 122573 w 297423"/>
                <a:gd name="connsiteY3" fmla="*/ 4814 h 127108"/>
                <a:gd name="connsiteX4" fmla="*/ 170199 w 297423"/>
                <a:gd name="connsiteY4" fmla="*/ 4814 h 127108"/>
                <a:gd name="connsiteX5" fmla="*/ 217824 w 297423"/>
                <a:gd name="connsiteY5" fmla="*/ 15926 h 127108"/>
                <a:gd name="connsiteX6" fmla="*/ 278149 w 297423"/>
                <a:gd name="connsiteY6" fmla="*/ 49263 h 127108"/>
                <a:gd name="connsiteX7" fmla="*/ 247986 w 297423"/>
                <a:gd name="connsiteY7" fmla="*/ 28625 h 127108"/>
                <a:gd name="connsiteX8" fmla="*/ 297199 w 297423"/>
                <a:gd name="connsiteY8" fmla="*/ 73076 h 127108"/>
                <a:gd name="connsiteX9" fmla="*/ 224174 w 297423"/>
                <a:gd name="connsiteY9" fmla="*/ 111176 h 127108"/>
                <a:gd name="connsiteX10" fmla="*/ 152736 w 297423"/>
                <a:gd name="connsiteY10" fmla="*/ 127052 h 127108"/>
                <a:gd name="connsiteX11" fmla="*/ 67011 w 297423"/>
                <a:gd name="connsiteY11" fmla="*/ 109589 h 127108"/>
                <a:gd name="connsiteX12" fmla="*/ 32086 w 297423"/>
                <a:gd name="connsiteY12" fmla="*/ 98476 h 127108"/>
                <a:gd name="connsiteX13" fmla="*/ 336 w 297423"/>
                <a:gd name="connsiteY13" fmla="*/ 81014 h 127108"/>
                <a:gd name="connsiteX0" fmla="*/ 336 w 297423"/>
                <a:gd name="connsiteY0" fmla="*/ 78190 h 124284"/>
                <a:gd name="connsiteX1" fmla="*/ 54312 w 297423"/>
                <a:gd name="connsiteY1" fmla="*/ 38502 h 124284"/>
                <a:gd name="connsiteX2" fmla="*/ 79711 w 297423"/>
                <a:gd name="connsiteY2" fmla="*/ 19453 h 124284"/>
                <a:gd name="connsiteX3" fmla="*/ 122573 w 297423"/>
                <a:gd name="connsiteY3" fmla="*/ 1990 h 124284"/>
                <a:gd name="connsiteX4" fmla="*/ 170199 w 297423"/>
                <a:gd name="connsiteY4" fmla="*/ 1990 h 124284"/>
                <a:gd name="connsiteX5" fmla="*/ 217824 w 297423"/>
                <a:gd name="connsiteY5" fmla="*/ 13102 h 124284"/>
                <a:gd name="connsiteX6" fmla="*/ 278149 w 297423"/>
                <a:gd name="connsiteY6" fmla="*/ 46439 h 124284"/>
                <a:gd name="connsiteX7" fmla="*/ 247986 w 297423"/>
                <a:gd name="connsiteY7" fmla="*/ 25801 h 124284"/>
                <a:gd name="connsiteX8" fmla="*/ 297199 w 297423"/>
                <a:gd name="connsiteY8" fmla="*/ 70252 h 124284"/>
                <a:gd name="connsiteX9" fmla="*/ 224174 w 297423"/>
                <a:gd name="connsiteY9" fmla="*/ 108352 h 124284"/>
                <a:gd name="connsiteX10" fmla="*/ 152736 w 297423"/>
                <a:gd name="connsiteY10" fmla="*/ 124228 h 124284"/>
                <a:gd name="connsiteX11" fmla="*/ 67011 w 297423"/>
                <a:gd name="connsiteY11" fmla="*/ 106765 h 124284"/>
                <a:gd name="connsiteX12" fmla="*/ 32086 w 297423"/>
                <a:gd name="connsiteY12" fmla="*/ 95652 h 124284"/>
                <a:gd name="connsiteX13" fmla="*/ 336 w 297423"/>
                <a:gd name="connsiteY13" fmla="*/ 78190 h 124284"/>
                <a:gd name="connsiteX0" fmla="*/ 94 w 297181"/>
                <a:gd name="connsiteY0" fmla="*/ 78190 h 124284"/>
                <a:gd name="connsiteX1" fmla="*/ 42958 w 297181"/>
                <a:gd name="connsiteY1" fmla="*/ 40089 h 124284"/>
                <a:gd name="connsiteX2" fmla="*/ 79469 w 297181"/>
                <a:gd name="connsiteY2" fmla="*/ 19453 h 124284"/>
                <a:gd name="connsiteX3" fmla="*/ 122331 w 297181"/>
                <a:gd name="connsiteY3" fmla="*/ 1990 h 124284"/>
                <a:gd name="connsiteX4" fmla="*/ 169957 w 297181"/>
                <a:gd name="connsiteY4" fmla="*/ 1990 h 124284"/>
                <a:gd name="connsiteX5" fmla="*/ 217582 w 297181"/>
                <a:gd name="connsiteY5" fmla="*/ 13102 h 124284"/>
                <a:gd name="connsiteX6" fmla="*/ 277907 w 297181"/>
                <a:gd name="connsiteY6" fmla="*/ 46439 h 124284"/>
                <a:gd name="connsiteX7" fmla="*/ 247744 w 297181"/>
                <a:gd name="connsiteY7" fmla="*/ 25801 h 124284"/>
                <a:gd name="connsiteX8" fmla="*/ 296957 w 297181"/>
                <a:gd name="connsiteY8" fmla="*/ 70252 h 124284"/>
                <a:gd name="connsiteX9" fmla="*/ 223932 w 297181"/>
                <a:gd name="connsiteY9" fmla="*/ 108352 h 124284"/>
                <a:gd name="connsiteX10" fmla="*/ 152494 w 297181"/>
                <a:gd name="connsiteY10" fmla="*/ 124228 h 124284"/>
                <a:gd name="connsiteX11" fmla="*/ 66769 w 297181"/>
                <a:gd name="connsiteY11" fmla="*/ 106765 h 124284"/>
                <a:gd name="connsiteX12" fmla="*/ 31844 w 297181"/>
                <a:gd name="connsiteY12" fmla="*/ 95652 h 124284"/>
                <a:gd name="connsiteX13" fmla="*/ 94 w 297181"/>
                <a:gd name="connsiteY13" fmla="*/ 78190 h 124284"/>
                <a:gd name="connsiteX0" fmla="*/ 94 w 297181"/>
                <a:gd name="connsiteY0" fmla="*/ 79199 h 125293"/>
                <a:gd name="connsiteX1" fmla="*/ 42958 w 297181"/>
                <a:gd name="connsiteY1" fmla="*/ 41098 h 125293"/>
                <a:gd name="connsiteX2" fmla="*/ 79469 w 297181"/>
                <a:gd name="connsiteY2" fmla="*/ 20462 h 125293"/>
                <a:gd name="connsiteX3" fmla="*/ 135031 w 297181"/>
                <a:gd name="connsiteY3" fmla="*/ 1412 h 125293"/>
                <a:gd name="connsiteX4" fmla="*/ 169957 w 297181"/>
                <a:gd name="connsiteY4" fmla="*/ 2999 h 125293"/>
                <a:gd name="connsiteX5" fmla="*/ 217582 w 297181"/>
                <a:gd name="connsiteY5" fmla="*/ 14111 h 125293"/>
                <a:gd name="connsiteX6" fmla="*/ 277907 w 297181"/>
                <a:gd name="connsiteY6" fmla="*/ 47448 h 125293"/>
                <a:gd name="connsiteX7" fmla="*/ 247744 w 297181"/>
                <a:gd name="connsiteY7" fmla="*/ 26810 h 125293"/>
                <a:gd name="connsiteX8" fmla="*/ 296957 w 297181"/>
                <a:gd name="connsiteY8" fmla="*/ 71261 h 125293"/>
                <a:gd name="connsiteX9" fmla="*/ 223932 w 297181"/>
                <a:gd name="connsiteY9" fmla="*/ 109361 h 125293"/>
                <a:gd name="connsiteX10" fmla="*/ 152494 w 297181"/>
                <a:gd name="connsiteY10" fmla="*/ 125237 h 125293"/>
                <a:gd name="connsiteX11" fmla="*/ 66769 w 297181"/>
                <a:gd name="connsiteY11" fmla="*/ 107774 h 125293"/>
                <a:gd name="connsiteX12" fmla="*/ 31844 w 297181"/>
                <a:gd name="connsiteY12" fmla="*/ 96661 h 125293"/>
                <a:gd name="connsiteX13" fmla="*/ 94 w 297181"/>
                <a:gd name="connsiteY13" fmla="*/ 79199 h 125293"/>
                <a:gd name="connsiteX0" fmla="*/ 94 w 297181"/>
                <a:gd name="connsiteY0" fmla="*/ 79200 h 125294"/>
                <a:gd name="connsiteX1" fmla="*/ 42958 w 297181"/>
                <a:gd name="connsiteY1" fmla="*/ 41099 h 125294"/>
                <a:gd name="connsiteX2" fmla="*/ 79469 w 297181"/>
                <a:gd name="connsiteY2" fmla="*/ 20463 h 125294"/>
                <a:gd name="connsiteX3" fmla="*/ 135031 w 297181"/>
                <a:gd name="connsiteY3" fmla="*/ 1413 h 125294"/>
                <a:gd name="connsiteX4" fmla="*/ 182657 w 297181"/>
                <a:gd name="connsiteY4" fmla="*/ 3000 h 125294"/>
                <a:gd name="connsiteX5" fmla="*/ 217582 w 297181"/>
                <a:gd name="connsiteY5" fmla="*/ 14112 h 125294"/>
                <a:gd name="connsiteX6" fmla="*/ 277907 w 297181"/>
                <a:gd name="connsiteY6" fmla="*/ 47449 h 125294"/>
                <a:gd name="connsiteX7" fmla="*/ 247744 w 297181"/>
                <a:gd name="connsiteY7" fmla="*/ 26811 h 125294"/>
                <a:gd name="connsiteX8" fmla="*/ 296957 w 297181"/>
                <a:gd name="connsiteY8" fmla="*/ 71262 h 125294"/>
                <a:gd name="connsiteX9" fmla="*/ 223932 w 297181"/>
                <a:gd name="connsiteY9" fmla="*/ 109362 h 125294"/>
                <a:gd name="connsiteX10" fmla="*/ 152494 w 297181"/>
                <a:gd name="connsiteY10" fmla="*/ 125238 h 125294"/>
                <a:gd name="connsiteX11" fmla="*/ 66769 w 297181"/>
                <a:gd name="connsiteY11" fmla="*/ 107775 h 125294"/>
                <a:gd name="connsiteX12" fmla="*/ 31844 w 297181"/>
                <a:gd name="connsiteY12" fmla="*/ 96662 h 125294"/>
                <a:gd name="connsiteX13" fmla="*/ 94 w 297181"/>
                <a:gd name="connsiteY13" fmla="*/ 79200 h 125294"/>
                <a:gd name="connsiteX0" fmla="*/ 94 w 297181"/>
                <a:gd name="connsiteY0" fmla="*/ 79200 h 125294"/>
                <a:gd name="connsiteX1" fmla="*/ 42958 w 297181"/>
                <a:gd name="connsiteY1" fmla="*/ 41099 h 125294"/>
                <a:gd name="connsiteX2" fmla="*/ 79469 w 297181"/>
                <a:gd name="connsiteY2" fmla="*/ 20463 h 125294"/>
                <a:gd name="connsiteX3" fmla="*/ 135031 w 297181"/>
                <a:gd name="connsiteY3" fmla="*/ 1413 h 125294"/>
                <a:gd name="connsiteX4" fmla="*/ 182657 w 297181"/>
                <a:gd name="connsiteY4" fmla="*/ 3000 h 125294"/>
                <a:gd name="connsiteX5" fmla="*/ 222345 w 297181"/>
                <a:gd name="connsiteY5" fmla="*/ 14112 h 125294"/>
                <a:gd name="connsiteX6" fmla="*/ 277907 w 297181"/>
                <a:gd name="connsiteY6" fmla="*/ 47449 h 125294"/>
                <a:gd name="connsiteX7" fmla="*/ 247744 w 297181"/>
                <a:gd name="connsiteY7" fmla="*/ 26811 h 125294"/>
                <a:gd name="connsiteX8" fmla="*/ 296957 w 297181"/>
                <a:gd name="connsiteY8" fmla="*/ 71262 h 125294"/>
                <a:gd name="connsiteX9" fmla="*/ 223932 w 297181"/>
                <a:gd name="connsiteY9" fmla="*/ 109362 h 125294"/>
                <a:gd name="connsiteX10" fmla="*/ 152494 w 297181"/>
                <a:gd name="connsiteY10" fmla="*/ 125238 h 125294"/>
                <a:gd name="connsiteX11" fmla="*/ 66769 w 297181"/>
                <a:gd name="connsiteY11" fmla="*/ 107775 h 125294"/>
                <a:gd name="connsiteX12" fmla="*/ 31844 w 297181"/>
                <a:gd name="connsiteY12" fmla="*/ 96662 h 125294"/>
                <a:gd name="connsiteX13" fmla="*/ 94 w 297181"/>
                <a:gd name="connsiteY13" fmla="*/ 79200 h 125294"/>
                <a:gd name="connsiteX0" fmla="*/ 28 w 297115"/>
                <a:gd name="connsiteY0" fmla="*/ 79200 h 125294"/>
                <a:gd name="connsiteX1" fmla="*/ 42892 w 297115"/>
                <a:gd name="connsiteY1" fmla="*/ 41099 h 125294"/>
                <a:gd name="connsiteX2" fmla="*/ 79403 w 297115"/>
                <a:gd name="connsiteY2" fmla="*/ 20463 h 125294"/>
                <a:gd name="connsiteX3" fmla="*/ 134965 w 297115"/>
                <a:gd name="connsiteY3" fmla="*/ 1413 h 125294"/>
                <a:gd name="connsiteX4" fmla="*/ 182591 w 297115"/>
                <a:gd name="connsiteY4" fmla="*/ 3000 h 125294"/>
                <a:gd name="connsiteX5" fmla="*/ 222279 w 297115"/>
                <a:gd name="connsiteY5" fmla="*/ 14112 h 125294"/>
                <a:gd name="connsiteX6" fmla="*/ 277841 w 297115"/>
                <a:gd name="connsiteY6" fmla="*/ 47449 h 125294"/>
                <a:gd name="connsiteX7" fmla="*/ 247678 w 297115"/>
                <a:gd name="connsiteY7" fmla="*/ 26811 h 125294"/>
                <a:gd name="connsiteX8" fmla="*/ 296891 w 297115"/>
                <a:gd name="connsiteY8" fmla="*/ 71262 h 125294"/>
                <a:gd name="connsiteX9" fmla="*/ 223866 w 297115"/>
                <a:gd name="connsiteY9" fmla="*/ 109362 h 125294"/>
                <a:gd name="connsiteX10" fmla="*/ 152428 w 297115"/>
                <a:gd name="connsiteY10" fmla="*/ 125238 h 125294"/>
                <a:gd name="connsiteX11" fmla="*/ 66703 w 297115"/>
                <a:gd name="connsiteY11" fmla="*/ 107775 h 125294"/>
                <a:gd name="connsiteX12" fmla="*/ 36541 w 297115"/>
                <a:gd name="connsiteY12" fmla="*/ 90312 h 125294"/>
                <a:gd name="connsiteX13" fmla="*/ 28 w 297115"/>
                <a:gd name="connsiteY13" fmla="*/ 79200 h 125294"/>
                <a:gd name="connsiteX0" fmla="*/ 345 w 297432"/>
                <a:gd name="connsiteY0" fmla="*/ 79200 h 125294"/>
                <a:gd name="connsiteX1" fmla="*/ 43209 w 297432"/>
                <a:gd name="connsiteY1" fmla="*/ 41099 h 125294"/>
                <a:gd name="connsiteX2" fmla="*/ 79720 w 297432"/>
                <a:gd name="connsiteY2" fmla="*/ 20463 h 125294"/>
                <a:gd name="connsiteX3" fmla="*/ 135282 w 297432"/>
                <a:gd name="connsiteY3" fmla="*/ 1413 h 125294"/>
                <a:gd name="connsiteX4" fmla="*/ 182908 w 297432"/>
                <a:gd name="connsiteY4" fmla="*/ 3000 h 125294"/>
                <a:gd name="connsiteX5" fmla="*/ 222596 w 297432"/>
                <a:gd name="connsiteY5" fmla="*/ 14112 h 125294"/>
                <a:gd name="connsiteX6" fmla="*/ 278158 w 297432"/>
                <a:gd name="connsiteY6" fmla="*/ 47449 h 125294"/>
                <a:gd name="connsiteX7" fmla="*/ 247995 w 297432"/>
                <a:gd name="connsiteY7" fmla="*/ 26811 h 125294"/>
                <a:gd name="connsiteX8" fmla="*/ 297208 w 297432"/>
                <a:gd name="connsiteY8" fmla="*/ 71262 h 125294"/>
                <a:gd name="connsiteX9" fmla="*/ 224183 w 297432"/>
                <a:gd name="connsiteY9" fmla="*/ 109362 h 125294"/>
                <a:gd name="connsiteX10" fmla="*/ 152745 w 297432"/>
                <a:gd name="connsiteY10" fmla="*/ 125238 h 125294"/>
                <a:gd name="connsiteX11" fmla="*/ 67020 w 297432"/>
                <a:gd name="connsiteY11" fmla="*/ 107775 h 125294"/>
                <a:gd name="connsiteX12" fmla="*/ 24158 w 297432"/>
                <a:gd name="connsiteY12" fmla="*/ 88724 h 125294"/>
                <a:gd name="connsiteX13" fmla="*/ 345 w 297432"/>
                <a:gd name="connsiteY13" fmla="*/ 79200 h 125294"/>
                <a:gd name="connsiteX0" fmla="*/ 345 w 297432"/>
                <a:gd name="connsiteY0" fmla="*/ 79200 h 125294"/>
                <a:gd name="connsiteX1" fmla="*/ 43209 w 297432"/>
                <a:gd name="connsiteY1" fmla="*/ 41099 h 125294"/>
                <a:gd name="connsiteX2" fmla="*/ 79720 w 297432"/>
                <a:gd name="connsiteY2" fmla="*/ 20463 h 125294"/>
                <a:gd name="connsiteX3" fmla="*/ 135282 w 297432"/>
                <a:gd name="connsiteY3" fmla="*/ 1413 h 125294"/>
                <a:gd name="connsiteX4" fmla="*/ 182908 w 297432"/>
                <a:gd name="connsiteY4" fmla="*/ 3000 h 125294"/>
                <a:gd name="connsiteX5" fmla="*/ 222596 w 297432"/>
                <a:gd name="connsiteY5" fmla="*/ 14112 h 125294"/>
                <a:gd name="connsiteX6" fmla="*/ 278158 w 297432"/>
                <a:gd name="connsiteY6" fmla="*/ 47449 h 125294"/>
                <a:gd name="connsiteX7" fmla="*/ 247995 w 297432"/>
                <a:gd name="connsiteY7" fmla="*/ 26811 h 125294"/>
                <a:gd name="connsiteX8" fmla="*/ 297208 w 297432"/>
                <a:gd name="connsiteY8" fmla="*/ 71262 h 125294"/>
                <a:gd name="connsiteX9" fmla="*/ 224183 w 297432"/>
                <a:gd name="connsiteY9" fmla="*/ 109362 h 125294"/>
                <a:gd name="connsiteX10" fmla="*/ 152745 w 297432"/>
                <a:gd name="connsiteY10" fmla="*/ 125238 h 125294"/>
                <a:gd name="connsiteX11" fmla="*/ 82895 w 297432"/>
                <a:gd name="connsiteY11" fmla="*/ 112538 h 125294"/>
                <a:gd name="connsiteX12" fmla="*/ 24158 w 297432"/>
                <a:gd name="connsiteY12" fmla="*/ 88724 h 125294"/>
                <a:gd name="connsiteX13" fmla="*/ 345 w 297432"/>
                <a:gd name="connsiteY13" fmla="*/ 79200 h 125294"/>
                <a:gd name="connsiteX0" fmla="*/ 345 w 297432"/>
                <a:gd name="connsiteY0" fmla="*/ 79200 h 123717"/>
                <a:gd name="connsiteX1" fmla="*/ 43209 w 297432"/>
                <a:gd name="connsiteY1" fmla="*/ 41099 h 123717"/>
                <a:gd name="connsiteX2" fmla="*/ 79720 w 297432"/>
                <a:gd name="connsiteY2" fmla="*/ 20463 h 123717"/>
                <a:gd name="connsiteX3" fmla="*/ 135282 w 297432"/>
                <a:gd name="connsiteY3" fmla="*/ 1413 h 123717"/>
                <a:gd name="connsiteX4" fmla="*/ 182908 w 297432"/>
                <a:gd name="connsiteY4" fmla="*/ 3000 h 123717"/>
                <a:gd name="connsiteX5" fmla="*/ 222596 w 297432"/>
                <a:gd name="connsiteY5" fmla="*/ 14112 h 123717"/>
                <a:gd name="connsiteX6" fmla="*/ 278158 w 297432"/>
                <a:gd name="connsiteY6" fmla="*/ 47449 h 123717"/>
                <a:gd name="connsiteX7" fmla="*/ 247995 w 297432"/>
                <a:gd name="connsiteY7" fmla="*/ 26811 h 123717"/>
                <a:gd name="connsiteX8" fmla="*/ 297208 w 297432"/>
                <a:gd name="connsiteY8" fmla="*/ 71262 h 123717"/>
                <a:gd name="connsiteX9" fmla="*/ 224183 w 297432"/>
                <a:gd name="connsiteY9" fmla="*/ 109362 h 123717"/>
                <a:gd name="connsiteX10" fmla="*/ 168620 w 297432"/>
                <a:gd name="connsiteY10" fmla="*/ 123650 h 123717"/>
                <a:gd name="connsiteX11" fmla="*/ 82895 w 297432"/>
                <a:gd name="connsiteY11" fmla="*/ 112538 h 123717"/>
                <a:gd name="connsiteX12" fmla="*/ 24158 w 297432"/>
                <a:gd name="connsiteY12" fmla="*/ 88724 h 123717"/>
                <a:gd name="connsiteX13" fmla="*/ 345 w 297432"/>
                <a:gd name="connsiteY13" fmla="*/ 79200 h 123717"/>
                <a:gd name="connsiteX0" fmla="*/ 345 w 297292"/>
                <a:gd name="connsiteY0" fmla="*/ 79200 h 123690"/>
                <a:gd name="connsiteX1" fmla="*/ 43209 w 297292"/>
                <a:gd name="connsiteY1" fmla="*/ 41099 h 123690"/>
                <a:gd name="connsiteX2" fmla="*/ 79720 w 297292"/>
                <a:gd name="connsiteY2" fmla="*/ 20463 h 123690"/>
                <a:gd name="connsiteX3" fmla="*/ 135282 w 297292"/>
                <a:gd name="connsiteY3" fmla="*/ 1413 h 123690"/>
                <a:gd name="connsiteX4" fmla="*/ 182908 w 297292"/>
                <a:gd name="connsiteY4" fmla="*/ 3000 h 123690"/>
                <a:gd name="connsiteX5" fmla="*/ 222596 w 297292"/>
                <a:gd name="connsiteY5" fmla="*/ 14112 h 123690"/>
                <a:gd name="connsiteX6" fmla="*/ 278158 w 297292"/>
                <a:gd name="connsiteY6" fmla="*/ 47449 h 123690"/>
                <a:gd name="connsiteX7" fmla="*/ 247995 w 297292"/>
                <a:gd name="connsiteY7" fmla="*/ 26811 h 123690"/>
                <a:gd name="connsiteX8" fmla="*/ 297208 w 297292"/>
                <a:gd name="connsiteY8" fmla="*/ 71262 h 123690"/>
                <a:gd name="connsiteX9" fmla="*/ 233708 w 297292"/>
                <a:gd name="connsiteY9" fmla="*/ 104600 h 123690"/>
                <a:gd name="connsiteX10" fmla="*/ 168620 w 297292"/>
                <a:gd name="connsiteY10" fmla="*/ 123650 h 123690"/>
                <a:gd name="connsiteX11" fmla="*/ 82895 w 297292"/>
                <a:gd name="connsiteY11" fmla="*/ 112538 h 123690"/>
                <a:gd name="connsiteX12" fmla="*/ 24158 w 297292"/>
                <a:gd name="connsiteY12" fmla="*/ 88724 h 123690"/>
                <a:gd name="connsiteX13" fmla="*/ 345 w 297292"/>
                <a:gd name="connsiteY13" fmla="*/ 79200 h 123690"/>
                <a:gd name="connsiteX0" fmla="*/ 345 w 298292"/>
                <a:gd name="connsiteY0" fmla="*/ 79200 h 123686"/>
                <a:gd name="connsiteX1" fmla="*/ 43209 w 298292"/>
                <a:gd name="connsiteY1" fmla="*/ 41099 h 123686"/>
                <a:gd name="connsiteX2" fmla="*/ 79720 w 298292"/>
                <a:gd name="connsiteY2" fmla="*/ 20463 h 123686"/>
                <a:gd name="connsiteX3" fmla="*/ 135282 w 298292"/>
                <a:gd name="connsiteY3" fmla="*/ 1413 h 123686"/>
                <a:gd name="connsiteX4" fmla="*/ 182908 w 298292"/>
                <a:gd name="connsiteY4" fmla="*/ 3000 h 123686"/>
                <a:gd name="connsiteX5" fmla="*/ 222596 w 298292"/>
                <a:gd name="connsiteY5" fmla="*/ 14112 h 123686"/>
                <a:gd name="connsiteX6" fmla="*/ 278158 w 298292"/>
                <a:gd name="connsiteY6" fmla="*/ 47449 h 123686"/>
                <a:gd name="connsiteX7" fmla="*/ 247995 w 298292"/>
                <a:gd name="connsiteY7" fmla="*/ 26811 h 123686"/>
                <a:gd name="connsiteX8" fmla="*/ 297208 w 298292"/>
                <a:gd name="connsiteY8" fmla="*/ 71262 h 123686"/>
                <a:gd name="connsiteX9" fmla="*/ 278158 w 298292"/>
                <a:gd name="connsiteY9" fmla="*/ 79204 h 123686"/>
                <a:gd name="connsiteX10" fmla="*/ 233708 w 298292"/>
                <a:gd name="connsiteY10" fmla="*/ 104600 h 123686"/>
                <a:gd name="connsiteX11" fmla="*/ 168620 w 298292"/>
                <a:gd name="connsiteY11" fmla="*/ 123650 h 123686"/>
                <a:gd name="connsiteX12" fmla="*/ 82895 w 298292"/>
                <a:gd name="connsiteY12" fmla="*/ 112538 h 123686"/>
                <a:gd name="connsiteX13" fmla="*/ 24158 w 298292"/>
                <a:gd name="connsiteY13" fmla="*/ 88724 h 123686"/>
                <a:gd name="connsiteX14" fmla="*/ 345 w 298292"/>
                <a:gd name="connsiteY14" fmla="*/ 79200 h 123686"/>
                <a:gd name="connsiteX0" fmla="*/ 345 w 298292"/>
                <a:gd name="connsiteY0" fmla="*/ 79200 h 123686"/>
                <a:gd name="connsiteX1" fmla="*/ 43209 w 298292"/>
                <a:gd name="connsiteY1" fmla="*/ 41099 h 123686"/>
                <a:gd name="connsiteX2" fmla="*/ 79720 w 298292"/>
                <a:gd name="connsiteY2" fmla="*/ 20463 h 123686"/>
                <a:gd name="connsiteX3" fmla="*/ 135282 w 298292"/>
                <a:gd name="connsiteY3" fmla="*/ 1413 h 123686"/>
                <a:gd name="connsiteX4" fmla="*/ 182908 w 298292"/>
                <a:gd name="connsiteY4" fmla="*/ 3000 h 123686"/>
                <a:gd name="connsiteX5" fmla="*/ 222596 w 298292"/>
                <a:gd name="connsiteY5" fmla="*/ 14112 h 123686"/>
                <a:gd name="connsiteX6" fmla="*/ 225771 w 298292"/>
                <a:gd name="connsiteY6" fmla="*/ 15699 h 123686"/>
                <a:gd name="connsiteX7" fmla="*/ 247995 w 298292"/>
                <a:gd name="connsiteY7" fmla="*/ 26811 h 123686"/>
                <a:gd name="connsiteX8" fmla="*/ 297208 w 298292"/>
                <a:gd name="connsiteY8" fmla="*/ 71262 h 123686"/>
                <a:gd name="connsiteX9" fmla="*/ 278158 w 298292"/>
                <a:gd name="connsiteY9" fmla="*/ 79204 h 123686"/>
                <a:gd name="connsiteX10" fmla="*/ 233708 w 298292"/>
                <a:gd name="connsiteY10" fmla="*/ 104600 h 123686"/>
                <a:gd name="connsiteX11" fmla="*/ 168620 w 298292"/>
                <a:gd name="connsiteY11" fmla="*/ 123650 h 123686"/>
                <a:gd name="connsiteX12" fmla="*/ 82895 w 298292"/>
                <a:gd name="connsiteY12" fmla="*/ 112538 h 123686"/>
                <a:gd name="connsiteX13" fmla="*/ 24158 w 298292"/>
                <a:gd name="connsiteY13" fmla="*/ 88724 h 123686"/>
                <a:gd name="connsiteX14" fmla="*/ 345 w 298292"/>
                <a:gd name="connsiteY14" fmla="*/ 79200 h 123686"/>
                <a:gd name="connsiteX0" fmla="*/ 345 w 297711"/>
                <a:gd name="connsiteY0" fmla="*/ 79200 h 123686"/>
                <a:gd name="connsiteX1" fmla="*/ 43209 w 297711"/>
                <a:gd name="connsiteY1" fmla="*/ 41099 h 123686"/>
                <a:gd name="connsiteX2" fmla="*/ 79720 w 297711"/>
                <a:gd name="connsiteY2" fmla="*/ 20463 h 123686"/>
                <a:gd name="connsiteX3" fmla="*/ 135282 w 297711"/>
                <a:gd name="connsiteY3" fmla="*/ 1413 h 123686"/>
                <a:gd name="connsiteX4" fmla="*/ 182908 w 297711"/>
                <a:gd name="connsiteY4" fmla="*/ 3000 h 123686"/>
                <a:gd name="connsiteX5" fmla="*/ 222596 w 297711"/>
                <a:gd name="connsiteY5" fmla="*/ 14112 h 123686"/>
                <a:gd name="connsiteX6" fmla="*/ 225771 w 297711"/>
                <a:gd name="connsiteY6" fmla="*/ 15699 h 123686"/>
                <a:gd name="connsiteX7" fmla="*/ 286095 w 297711"/>
                <a:gd name="connsiteY7" fmla="*/ 47448 h 123686"/>
                <a:gd name="connsiteX8" fmla="*/ 297208 w 297711"/>
                <a:gd name="connsiteY8" fmla="*/ 71262 h 123686"/>
                <a:gd name="connsiteX9" fmla="*/ 278158 w 297711"/>
                <a:gd name="connsiteY9" fmla="*/ 79204 h 123686"/>
                <a:gd name="connsiteX10" fmla="*/ 233708 w 297711"/>
                <a:gd name="connsiteY10" fmla="*/ 104600 h 123686"/>
                <a:gd name="connsiteX11" fmla="*/ 168620 w 297711"/>
                <a:gd name="connsiteY11" fmla="*/ 123650 h 123686"/>
                <a:gd name="connsiteX12" fmla="*/ 82895 w 297711"/>
                <a:gd name="connsiteY12" fmla="*/ 112538 h 123686"/>
                <a:gd name="connsiteX13" fmla="*/ 24158 w 297711"/>
                <a:gd name="connsiteY13" fmla="*/ 88724 h 123686"/>
                <a:gd name="connsiteX14" fmla="*/ 345 w 297711"/>
                <a:gd name="connsiteY14" fmla="*/ 79200 h 123686"/>
                <a:gd name="connsiteX0" fmla="*/ 345 w 297980"/>
                <a:gd name="connsiteY0" fmla="*/ 79200 h 123686"/>
                <a:gd name="connsiteX1" fmla="*/ 43209 w 297980"/>
                <a:gd name="connsiteY1" fmla="*/ 41099 h 123686"/>
                <a:gd name="connsiteX2" fmla="*/ 79720 w 297980"/>
                <a:gd name="connsiteY2" fmla="*/ 20463 h 123686"/>
                <a:gd name="connsiteX3" fmla="*/ 135282 w 297980"/>
                <a:gd name="connsiteY3" fmla="*/ 1413 h 123686"/>
                <a:gd name="connsiteX4" fmla="*/ 182908 w 297980"/>
                <a:gd name="connsiteY4" fmla="*/ 3000 h 123686"/>
                <a:gd name="connsiteX5" fmla="*/ 222596 w 297980"/>
                <a:gd name="connsiteY5" fmla="*/ 14112 h 123686"/>
                <a:gd name="connsiteX6" fmla="*/ 225771 w 297980"/>
                <a:gd name="connsiteY6" fmla="*/ 15699 h 123686"/>
                <a:gd name="connsiteX7" fmla="*/ 286095 w 297980"/>
                <a:gd name="connsiteY7" fmla="*/ 47448 h 123686"/>
                <a:gd name="connsiteX8" fmla="*/ 297208 w 297980"/>
                <a:gd name="connsiteY8" fmla="*/ 71262 h 123686"/>
                <a:gd name="connsiteX9" fmla="*/ 278158 w 297980"/>
                <a:gd name="connsiteY9" fmla="*/ 79204 h 123686"/>
                <a:gd name="connsiteX10" fmla="*/ 233708 w 297980"/>
                <a:gd name="connsiteY10" fmla="*/ 104600 h 123686"/>
                <a:gd name="connsiteX11" fmla="*/ 168620 w 297980"/>
                <a:gd name="connsiteY11" fmla="*/ 123650 h 123686"/>
                <a:gd name="connsiteX12" fmla="*/ 82895 w 297980"/>
                <a:gd name="connsiteY12" fmla="*/ 112538 h 123686"/>
                <a:gd name="connsiteX13" fmla="*/ 24158 w 297980"/>
                <a:gd name="connsiteY13" fmla="*/ 88724 h 123686"/>
                <a:gd name="connsiteX14" fmla="*/ 345 w 297980"/>
                <a:gd name="connsiteY14" fmla="*/ 79200 h 123686"/>
                <a:gd name="connsiteX0" fmla="*/ 345 w 297469"/>
                <a:gd name="connsiteY0" fmla="*/ 79200 h 123686"/>
                <a:gd name="connsiteX1" fmla="*/ 43209 w 297469"/>
                <a:gd name="connsiteY1" fmla="*/ 41099 h 123686"/>
                <a:gd name="connsiteX2" fmla="*/ 79720 w 297469"/>
                <a:gd name="connsiteY2" fmla="*/ 20463 h 123686"/>
                <a:gd name="connsiteX3" fmla="*/ 135282 w 297469"/>
                <a:gd name="connsiteY3" fmla="*/ 1413 h 123686"/>
                <a:gd name="connsiteX4" fmla="*/ 182908 w 297469"/>
                <a:gd name="connsiteY4" fmla="*/ 3000 h 123686"/>
                <a:gd name="connsiteX5" fmla="*/ 222596 w 297469"/>
                <a:gd name="connsiteY5" fmla="*/ 14112 h 123686"/>
                <a:gd name="connsiteX6" fmla="*/ 244821 w 297469"/>
                <a:gd name="connsiteY6" fmla="*/ 22049 h 123686"/>
                <a:gd name="connsiteX7" fmla="*/ 286095 w 297469"/>
                <a:gd name="connsiteY7" fmla="*/ 47448 h 123686"/>
                <a:gd name="connsiteX8" fmla="*/ 297208 w 297469"/>
                <a:gd name="connsiteY8" fmla="*/ 71262 h 123686"/>
                <a:gd name="connsiteX9" fmla="*/ 278158 w 297469"/>
                <a:gd name="connsiteY9" fmla="*/ 79204 h 123686"/>
                <a:gd name="connsiteX10" fmla="*/ 233708 w 297469"/>
                <a:gd name="connsiteY10" fmla="*/ 104600 h 123686"/>
                <a:gd name="connsiteX11" fmla="*/ 168620 w 297469"/>
                <a:gd name="connsiteY11" fmla="*/ 123650 h 123686"/>
                <a:gd name="connsiteX12" fmla="*/ 82895 w 297469"/>
                <a:gd name="connsiteY12" fmla="*/ 112538 h 123686"/>
                <a:gd name="connsiteX13" fmla="*/ 24158 w 297469"/>
                <a:gd name="connsiteY13" fmla="*/ 88724 h 123686"/>
                <a:gd name="connsiteX14" fmla="*/ 345 w 297469"/>
                <a:gd name="connsiteY14" fmla="*/ 79200 h 123686"/>
                <a:gd name="connsiteX0" fmla="*/ 345 w 297469"/>
                <a:gd name="connsiteY0" fmla="*/ 79200 h 123686"/>
                <a:gd name="connsiteX1" fmla="*/ 43209 w 297469"/>
                <a:gd name="connsiteY1" fmla="*/ 41099 h 123686"/>
                <a:gd name="connsiteX2" fmla="*/ 79720 w 297469"/>
                <a:gd name="connsiteY2" fmla="*/ 20463 h 123686"/>
                <a:gd name="connsiteX3" fmla="*/ 135282 w 297469"/>
                <a:gd name="connsiteY3" fmla="*/ 1413 h 123686"/>
                <a:gd name="connsiteX4" fmla="*/ 182908 w 297469"/>
                <a:gd name="connsiteY4" fmla="*/ 3000 h 123686"/>
                <a:gd name="connsiteX5" fmla="*/ 214659 w 297469"/>
                <a:gd name="connsiteY5" fmla="*/ 9350 h 123686"/>
                <a:gd name="connsiteX6" fmla="*/ 244821 w 297469"/>
                <a:gd name="connsiteY6" fmla="*/ 22049 h 123686"/>
                <a:gd name="connsiteX7" fmla="*/ 286095 w 297469"/>
                <a:gd name="connsiteY7" fmla="*/ 47448 h 123686"/>
                <a:gd name="connsiteX8" fmla="*/ 297208 w 297469"/>
                <a:gd name="connsiteY8" fmla="*/ 71262 h 123686"/>
                <a:gd name="connsiteX9" fmla="*/ 278158 w 297469"/>
                <a:gd name="connsiteY9" fmla="*/ 79204 h 123686"/>
                <a:gd name="connsiteX10" fmla="*/ 233708 w 297469"/>
                <a:gd name="connsiteY10" fmla="*/ 104600 h 123686"/>
                <a:gd name="connsiteX11" fmla="*/ 168620 w 297469"/>
                <a:gd name="connsiteY11" fmla="*/ 123650 h 123686"/>
                <a:gd name="connsiteX12" fmla="*/ 82895 w 297469"/>
                <a:gd name="connsiteY12" fmla="*/ 112538 h 123686"/>
                <a:gd name="connsiteX13" fmla="*/ 24158 w 297469"/>
                <a:gd name="connsiteY13" fmla="*/ 88724 h 123686"/>
                <a:gd name="connsiteX14" fmla="*/ 345 w 297469"/>
                <a:gd name="connsiteY14" fmla="*/ 79200 h 123686"/>
                <a:gd name="connsiteX0" fmla="*/ 345 w 302119"/>
                <a:gd name="connsiteY0" fmla="*/ 79200 h 123686"/>
                <a:gd name="connsiteX1" fmla="*/ 43209 w 302119"/>
                <a:gd name="connsiteY1" fmla="*/ 41099 h 123686"/>
                <a:gd name="connsiteX2" fmla="*/ 79720 w 302119"/>
                <a:gd name="connsiteY2" fmla="*/ 20463 h 123686"/>
                <a:gd name="connsiteX3" fmla="*/ 135282 w 302119"/>
                <a:gd name="connsiteY3" fmla="*/ 1413 h 123686"/>
                <a:gd name="connsiteX4" fmla="*/ 182908 w 302119"/>
                <a:gd name="connsiteY4" fmla="*/ 3000 h 123686"/>
                <a:gd name="connsiteX5" fmla="*/ 214659 w 302119"/>
                <a:gd name="connsiteY5" fmla="*/ 9350 h 123686"/>
                <a:gd name="connsiteX6" fmla="*/ 244821 w 302119"/>
                <a:gd name="connsiteY6" fmla="*/ 22049 h 123686"/>
                <a:gd name="connsiteX7" fmla="*/ 286095 w 302119"/>
                <a:gd name="connsiteY7" fmla="*/ 47448 h 123686"/>
                <a:gd name="connsiteX8" fmla="*/ 301971 w 302119"/>
                <a:gd name="connsiteY8" fmla="*/ 77612 h 123686"/>
                <a:gd name="connsiteX9" fmla="*/ 278158 w 302119"/>
                <a:gd name="connsiteY9" fmla="*/ 79204 h 123686"/>
                <a:gd name="connsiteX10" fmla="*/ 233708 w 302119"/>
                <a:gd name="connsiteY10" fmla="*/ 104600 h 123686"/>
                <a:gd name="connsiteX11" fmla="*/ 168620 w 302119"/>
                <a:gd name="connsiteY11" fmla="*/ 123650 h 123686"/>
                <a:gd name="connsiteX12" fmla="*/ 82895 w 302119"/>
                <a:gd name="connsiteY12" fmla="*/ 112538 h 123686"/>
                <a:gd name="connsiteX13" fmla="*/ 24158 w 302119"/>
                <a:gd name="connsiteY13" fmla="*/ 88724 h 123686"/>
                <a:gd name="connsiteX14" fmla="*/ 345 w 302119"/>
                <a:gd name="connsiteY14" fmla="*/ 79200 h 123686"/>
                <a:gd name="connsiteX0" fmla="*/ 345 w 302119"/>
                <a:gd name="connsiteY0" fmla="*/ 79200 h 123686"/>
                <a:gd name="connsiteX1" fmla="*/ 43209 w 302119"/>
                <a:gd name="connsiteY1" fmla="*/ 41099 h 123686"/>
                <a:gd name="connsiteX2" fmla="*/ 79720 w 302119"/>
                <a:gd name="connsiteY2" fmla="*/ 20463 h 123686"/>
                <a:gd name="connsiteX3" fmla="*/ 135282 w 302119"/>
                <a:gd name="connsiteY3" fmla="*/ 1413 h 123686"/>
                <a:gd name="connsiteX4" fmla="*/ 182908 w 302119"/>
                <a:gd name="connsiteY4" fmla="*/ 3000 h 123686"/>
                <a:gd name="connsiteX5" fmla="*/ 222597 w 302119"/>
                <a:gd name="connsiteY5" fmla="*/ 10937 h 123686"/>
                <a:gd name="connsiteX6" fmla="*/ 244821 w 302119"/>
                <a:gd name="connsiteY6" fmla="*/ 22049 h 123686"/>
                <a:gd name="connsiteX7" fmla="*/ 286095 w 302119"/>
                <a:gd name="connsiteY7" fmla="*/ 47448 h 123686"/>
                <a:gd name="connsiteX8" fmla="*/ 301971 w 302119"/>
                <a:gd name="connsiteY8" fmla="*/ 77612 h 123686"/>
                <a:gd name="connsiteX9" fmla="*/ 278158 w 302119"/>
                <a:gd name="connsiteY9" fmla="*/ 79204 h 123686"/>
                <a:gd name="connsiteX10" fmla="*/ 233708 w 302119"/>
                <a:gd name="connsiteY10" fmla="*/ 104600 h 123686"/>
                <a:gd name="connsiteX11" fmla="*/ 168620 w 302119"/>
                <a:gd name="connsiteY11" fmla="*/ 123650 h 123686"/>
                <a:gd name="connsiteX12" fmla="*/ 82895 w 302119"/>
                <a:gd name="connsiteY12" fmla="*/ 112538 h 123686"/>
                <a:gd name="connsiteX13" fmla="*/ 24158 w 302119"/>
                <a:gd name="connsiteY13" fmla="*/ 88724 h 123686"/>
                <a:gd name="connsiteX14" fmla="*/ 345 w 302119"/>
                <a:gd name="connsiteY14" fmla="*/ 79200 h 123686"/>
                <a:gd name="connsiteX0" fmla="*/ 345 w 302119"/>
                <a:gd name="connsiteY0" fmla="*/ 83370 h 127856"/>
                <a:gd name="connsiteX1" fmla="*/ 43209 w 302119"/>
                <a:gd name="connsiteY1" fmla="*/ 45269 h 127856"/>
                <a:gd name="connsiteX2" fmla="*/ 79720 w 302119"/>
                <a:gd name="connsiteY2" fmla="*/ 24633 h 127856"/>
                <a:gd name="connsiteX3" fmla="*/ 135282 w 302119"/>
                <a:gd name="connsiteY3" fmla="*/ 5583 h 127856"/>
                <a:gd name="connsiteX4" fmla="*/ 178146 w 302119"/>
                <a:gd name="connsiteY4" fmla="*/ 820 h 127856"/>
                <a:gd name="connsiteX5" fmla="*/ 222597 w 302119"/>
                <a:gd name="connsiteY5" fmla="*/ 15107 h 127856"/>
                <a:gd name="connsiteX6" fmla="*/ 244821 w 302119"/>
                <a:gd name="connsiteY6" fmla="*/ 26219 h 127856"/>
                <a:gd name="connsiteX7" fmla="*/ 286095 w 302119"/>
                <a:gd name="connsiteY7" fmla="*/ 51618 h 127856"/>
                <a:gd name="connsiteX8" fmla="*/ 301971 w 302119"/>
                <a:gd name="connsiteY8" fmla="*/ 81782 h 127856"/>
                <a:gd name="connsiteX9" fmla="*/ 278158 w 302119"/>
                <a:gd name="connsiteY9" fmla="*/ 83374 h 127856"/>
                <a:gd name="connsiteX10" fmla="*/ 233708 w 302119"/>
                <a:gd name="connsiteY10" fmla="*/ 108770 h 127856"/>
                <a:gd name="connsiteX11" fmla="*/ 168620 w 302119"/>
                <a:gd name="connsiteY11" fmla="*/ 127820 h 127856"/>
                <a:gd name="connsiteX12" fmla="*/ 82895 w 302119"/>
                <a:gd name="connsiteY12" fmla="*/ 116708 h 127856"/>
                <a:gd name="connsiteX13" fmla="*/ 24158 w 302119"/>
                <a:gd name="connsiteY13" fmla="*/ 92894 h 127856"/>
                <a:gd name="connsiteX14" fmla="*/ 345 w 302119"/>
                <a:gd name="connsiteY14" fmla="*/ 83370 h 127856"/>
                <a:gd name="connsiteX0" fmla="*/ 345 w 302119"/>
                <a:gd name="connsiteY0" fmla="*/ 83370 h 127856"/>
                <a:gd name="connsiteX1" fmla="*/ 43209 w 302119"/>
                <a:gd name="connsiteY1" fmla="*/ 45269 h 127856"/>
                <a:gd name="connsiteX2" fmla="*/ 79720 w 302119"/>
                <a:gd name="connsiteY2" fmla="*/ 24633 h 127856"/>
                <a:gd name="connsiteX3" fmla="*/ 135282 w 302119"/>
                <a:gd name="connsiteY3" fmla="*/ 5583 h 127856"/>
                <a:gd name="connsiteX4" fmla="*/ 178146 w 302119"/>
                <a:gd name="connsiteY4" fmla="*/ 820 h 127856"/>
                <a:gd name="connsiteX5" fmla="*/ 227360 w 302119"/>
                <a:gd name="connsiteY5" fmla="*/ 10344 h 127856"/>
                <a:gd name="connsiteX6" fmla="*/ 244821 w 302119"/>
                <a:gd name="connsiteY6" fmla="*/ 26219 h 127856"/>
                <a:gd name="connsiteX7" fmla="*/ 286095 w 302119"/>
                <a:gd name="connsiteY7" fmla="*/ 51618 h 127856"/>
                <a:gd name="connsiteX8" fmla="*/ 301971 w 302119"/>
                <a:gd name="connsiteY8" fmla="*/ 81782 h 127856"/>
                <a:gd name="connsiteX9" fmla="*/ 278158 w 302119"/>
                <a:gd name="connsiteY9" fmla="*/ 83374 h 127856"/>
                <a:gd name="connsiteX10" fmla="*/ 233708 w 302119"/>
                <a:gd name="connsiteY10" fmla="*/ 108770 h 127856"/>
                <a:gd name="connsiteX11" fmla="*/ 168620 w 302119"/>
                <a:gd name="connsiteY11" fmla="*/ 127820 h 127856"/>
                <a:gd name="connsiteX12" fmla="*/ 82895 w 302119"/>
                <a:gd name="connsiteY12" fmla="*/ 116708 h 127856"/>
                <a:gd name="connsiteX13" fmla="*/ 24158 w 302119"/>
                <a:gd name="connsiteY13" fmla="*/ 92894 h 127856"/>
                <a:gd name="connsiteX14" fmla="*/ 345 w 302119"/>
                <a:gd name="connsiteY14" fmla="*/ 83370 h 127856"/>
                <a:gd name="connsiteX0" fmla="*/ 345 w 302108"/>
                <a:gd name="connsiteY0" fmla="*/ 83370 h 127856"/>
                <a:gd name="connsiteX1" fmla="*/ 43209 w 302108"/>
                <a:gd name="connsiteY1" fmla="*/ 45269 h 127856"/>
                <a:gd name="connsiteX2" fmla="*/ 79720 w 302108"/>
                <a:gd name="connsiteY2" fmla="*/ 24633 h 127856"/>
                <a:gd name="connsiteX3" fmla="*/ 135282 w 302108"/>
                <a:gd name="connsiteY3" fmla="*/ 5583 h 127856"/>
                <a:gd name="connsiteX4" fmla="*/ 178146 w 302108"/>
                <a:gd name="connsiteY4" fmla="*/ 820 h 127856"/>
                <a:gd name="connsiteX5" fmla="*/ 227360 w 302108"/>
                <a:gd name="connsiteY5" fmla="*/ 10344 h 127856"/>
                <a:gd name="connsiteX6" fmla="*/ 249583 w 302108"/>
                <a:gd name="connsiteY6" fmla="*/ 26219 h 127856"/>
                <a:gd name="connsiteX7" fmla="*/ 286095 w 302108"/>
                <a:gd name="connsiteY7" fmla="*/ 51618 h 127856"/>
                <a:gd name="connsiteX8" fmla="*/ 301971 w 302108"/>
                <a:gd name="connsiteY8" fmla="*/ 81782 h 127856"/>
                <a:gd name="connsiteX9" fmla="*/ 278158 w 302108"/>
                <a:gd name="connsiteY9" fmla="*/ 83374 h 127856"/>
                <a:gd name="connsiteX10" fmla="*/ 233708 w 302108"/>
                <a:gd name="connsiteY10" fmla="*/ 108770 h 127856"/>
                <a:gd name="connsiteX11" fmla="*/ 168620 w 302108"/>
                <a:gd name="connsiteY11" fmla="*/ 127820 h 127856"/>
                <a:gd name="connsiteX12" fmla="*/ 82895 w 302108"/>
                <a:gd name="connsiteY12" fmla="*/ 116708 h 127856"/>
                <a:gd name="connsiteX13" fmla="*/ 24158 w 302108"/>
                <a:gd name="connsiteY13" fmla="*/ 92894 h 127856"/>
                <a:gd name="connsiteX14" fmla="*/ 345 w 302108"/>
                <a:gd name="connsiteY14" fmla="*/ 83370 h 127856"/>
                <a:gd name="connsiteX0" fmla="*/ 345 w 300542"/>
                <a:gd name="connsiteY0" fmla="*/ 83370 h 127856"/>
                <a:gd name="connsiteX1" fmla="*/ 43209 w 300542"/>
                <a:gd name="connsiteY1" fmla="*/ 45269 h 127856"/>
                <a:gd name="connsiteX2" fmla="*/ 79720 w 300542"/>
                <a:gd name="connsiteY2" fmla="*/ 24633 h 127856"/>
                <a:gd name="connsiteX3" fmla="*/ 135282 w 300542"/>
                <a:gd name="connsiteY3" fmla="*/ 5583 h 127856"/>
                <a:gd name="connsiteX4" fmla="*/ 178146 w 300542"/>
                <a:gd name="connsiteY4" fmla="*/ 820 h 127856"/>
                <a:gd name="connsiteX5" fmla="*/ 227360 w 300542"/>
                <a:gd name="connsiteY5" fmla="*/ 10344 h 127856"/>
                <a:gd name="connsiteX6" fmla="*/ 249583 w 300542"/>
                <a:gd name="connsiteY6" fmla="*/ 26219 h 127856"/>
                <a:gd name="connsiteX7" fmla="*/ 286095 w 300542"/>
                <a:gd name="connsiteY7" fmla="*/ 51618 h 127856"/>
                <a:gd name="connsiteX8" fmla="*/ 300384 w 300542"/>
                <a:gd name="connsiteY8" fmla="*/ 77020 h 127856"/>
                <a:gd name="connsiteX9" fmla="*/ 278158 w 300542"/>
                <a:gd name="connsiteY9" fmla="*/ 83374 h 127856"/>
                <a:gd name="connsiteX10" fmla="*/ 233708 w 300542"/>
                <a:gd name="connsiteY10" fmla="*/ 108770 h 127856"/>
                <a:gd name="connsiteX11" fmla="*/ 168620 w 300542"/>
                <a:gd name="connsiteY11" fmla="*/ 127820 h 127856"/>
                <a:gd name="connsiteX12" fmla="*/ 82895 w 300542"/>
                <a:gd name="connsiteY12" fmla="*/ 116708 h 127856"/>
                <a:gd name="connsiteX13" fmla="*/ 24158 w 300542"/>
                <a:gd name="connsiteY13" fmla="*/ 92894 h 127856"/>
                <a:gd name="connsiteX14" fmla="*/ 345 w 300542"/>
                <a:gd name="connsiteY14" fmla="*/ 83370 h 127856"/>
                <a:gd name="connsiteX0" fmla="*/ 345 w 300429"/>
                <a:gd name="connsiteY0" fmla="*/ 83370 h 127856"/>
                <a:gd name="connsiteX1" fmla="*/ 43209 w 300429"/>
                <a:gd name="connsiteY1" fmla="*/ 45269 h 127856"/>
                <a:gd name="connsiteX2" fmla="*/ 79720 w 300429"/>
                <a:gd name="connsiteY2" fmla="*/ 24633 h 127856"/>
                <a:gd name="connsiteX3" fmla="*/ 135282 w 300429"/>
                <a:gd name="connsiteY3" fmla="*/ 5583 h 127856"/>
                <a:gd name="connsiteX4" fmla="*/ 178146 w 300429"/>
                <a:gd name="connsiteY4" fmla="*/ 820 h 127856"/>
                <a:gd name="connsiteX5" fmla="*/ 227360 w 300429"/>
                <a:gd name="connsiteY5" fmla="*/ 10344 h 127856"/>
                <a:gd name="connsiteX6" fmla="*/ 249583 w 300429"/>
                <a:gd name="connsiteY6" fmla="*/ 26219 h 127856"/>
                <a:gd name="connsiteX7" fmla="*/ 282920 w 300429"/>
                <a:gd name="connsiteY7" fmla="*/ 46856 h 127856"/>
                <a:gd name="connsiteX8" fmla="*/ 300384 w 300429"/>
                <a:gd name="connsiteY8" fmla="*/ 77020 h 127856"/>
                <a:gd name="connsiteX9" fmla="*/ 278158 w 300429"/>
                <a:gd name="connsiteY9" fmla="*/ 83374 h 127856"/>
                <a:gd name="connsiteX10" fmla="*/ 233708 w 300429"/>
                <a:gd name="connsiteY10" fmla="*/ 108770 h 127856"/>
                <a:gd name="connsiteX11" fmla="*/ 168620 w 300429"/>
                <a:gd name="connsiteY11" fmla="*/ 127820 h 127856"/>
                <a:gd name="connsiteX12" fmla="*/ 82895 w 300429"/>
                <a:gd name="connsiteY12" fmla="*/ 116708 h 127856"/>
                <a:gd name="connsiteX13" fmla="*/ 24158 w 300429"/>
                <a:gd name="connsiteY13" fmla="*/ 92894 h 127856"/>
                <a:gd name="connsiteX14" fmla="*/ 345 w 300429"/>
                <a:gd name="connsiteY14" fmla="*/ 83370 h 127856"/>
                <a:gd name="connsiteX0" fmla="*/ 345 w 300429"/>
                <a:gd name="connsiteY0" fmla="*/ 83370 h 127856"/>
                <a:gd name="connsiteX1" fmla="*/ 43209 w 300429"/>
                <a:gd name="connsiteY1" fmla="*/ 45269 h 127856"/>
                <a:gd name="connsiteX2" fmla="*/ 79720 w 300429"/>
                <a:gd name="connsiteY2" fmla="*/ 24633 h 127856"/>
                <a:gd name="connsiteX3" fmla="*/ 135282 w 300429"/>
                <a:gd name="connsiteY3" fmla="*/ 5583 h 127856"/>
                <a:gd name="connsiteX4" fmla="*/ 178146 w 300429"/>
                <a:gd name="connsiteY4" fmla="*/ 820 h 127856"/>
                <a:gd name="connsiteX5" fmla="*/ 227360 w 300429"/>
                <a:gd name="connsiteY5" fmla="*/ 10344 h 127856"/>
                <a:gd name="connsiteX6" fmla="*/ 249583 w 300429"/>
                <a:gd name="connsiteY6" fmla="*/ 23044 h 127856"/>
                <a:gd name="connsiteX7" fmla="*/ 282920 w 300429"/>
                <a:gd name="connsiteY7" fmla="*/ 46856 h 127856"/>
                <a:gd name="connsiteX8" fmla="*/ 300384 w 300429"/>
                <a:gd name="connsiteY8" fmla="*/ 77020 h 127856"/>
                <a:gd name="connsiteX9" fmla="*/ 278158 w 300429"/>
                <a:gd name="connsiteY9" fmla="*/ 83374 h 127856"/>
                <a:gd name="connsiteX10" fmla="*/ 233708 w 300429"/>
                <a:gd name="connsiteY10" fmla="*/ 108770 h 127856"/>
                <a:gd name="connsiteX11" fmla="*/ 168620 w 300429"/>
                <a:gd name="connsiteY11" fmla="*/ 127820 h 127856"/>
                <a:gd name="connsiteX12" fmla="*/ 82895 w 300429"/>
                <a:gd name="connsiteY12" fmla="*/ 116708 h 127856"/>
                <a:gd name="connsiteX13" fmla="*/ 24158 w 300429"/>
                <a:gd name="connsiteY13" fmla="*/ 92894 h 127856"/>
                <a:gd name="connsiteX14" fmla="*/ 345 w 300429"/>
                <a:gd name="connsiteY14" fmla="*/ 83370 h 127856"/>
                <a:gd name="connsiteX0" fmla="*/ 345 w 300429"/>
                <a:gd name="connsiteY0" fmla="*/ 83250 h 127736"/>
                <a:gd name="connsiteX1" fmla="*/ 43209 w 300429"/>
                <a:gd name="connsiteY1" fmla="*/ 45149 h 127736"/>
                <a:gd name="connsiteX2" fmla="*/ 81307 w 300429"/>
                <a:gd name="connsiteY2" fmla="*/ 18163 h 127736"/>
                <a:gd name="connsiteX3" fmla="*/ 135282 w 300429"/>
                <a:gd name="connsiteY3" fmla="*/ 5463 h 127736"/>
                <a:gd name="connsiteX4" fmla="*/ 178146 w 300429"/>
                <a:gd name="connsiteY4" fmla="*/ 700 h 127736"/>
                <a:gd name="connsiteX5" fmla="*/ 227360 w 300429"/>
                <a:gd name="connsiteY5" fmla="*/ 10224 h 127736"/>
                <a:gd name="connsiteX6" fmla="*/ 249583 w 300429"/>
                <a:gd name="connsiteY6" fmla="*/ 22924 h 127736"/>
                <a:gd name="connsiteX7" fmla="*/ 282920 w 300429"/>
                <a:gd name="connsiteY7" fmla="*/ 46736 h 127736"/>
                <a:gd name="connsiteX8" fmla="*/ 300384 w 300429"/>
                <a:gd name="connsiteY8" fmla="*/ 76900 h 127736"/>
                <a:gd name="connsiteX9" fmla="*/ 278158 w 300429"/>
                <a:gd name="connsiteY9" fmla="*/ 83254 h 127736"/>
                <a:gd name="connsiteX10" fmla="*/ 233708 w 300429"/>
                <a:gd name="connsiteY10" fmla="*/ 108650 h 127736"/>
                <a:gd name="connsiteX11" fmla="*/ 168620 w 300429"/>
                <a:gd name="connsiteY11" fmla="*/ 127700 h 127736"/>
                <a:gd name="connsiteX12" fmla="*/ 82895 w 300429"/>
                <a:gd name="connsiteY12" fmla="*/ 116588 h 127736"/>
                <a:gd name="connsiteX13" fmla="*/ 24158 w 300429"/>
                <a:gd name="connsiteY13" fmla="*/ 92774 h 127736"/>
                <a:gd name="connsiteX14" fmla="*/ 345 w 300429"/>
                <a:gd name="connsiteY14" fmla="*/ 83250 h 127736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509 h 127995"/>
                <a:gd name="connsiteX1" fmla="*/ 43209 w 300429"/>
                <a:gd name="connsiteY1" fmla="*/ 45408 h 127995"/>
                <a:gd name="connsiteX2" fmla="*/ 81307 w 300429"/>
                <a:gd name="connsiteY2" fmla="*/ 18422 h 127995"/>
                <a:gd name="connsiteX3" fmla="*/ 135282 w 300429"/>
                <a:gd name="connsiteY3" fmla="*/ 2547 h 127995"/>
                <a:gd name="connsiteX4" fmla="*/ 178146 w 300429"/>
                <a:gd name="connsiteY4" fmla="*/ 959 h 127995"/>
                <a:gd name="connsiteX5" fmla="*/ 227360 w 300429"/>
                <a:gd name="connsiteY5" fmla="*/ 10483 h 127995"/>
                <a:gd name="connsiteX6" fmla="*/ 249583 w 300429"/>
                <a:gd name="connsiteY6" fmla="*/ 23183 h 127995"/>
                <a:gd name="connsiteX7" fmla="*/ 282920 w 300429"/>
                <a:gd name="connsiteY7" fmla="*/ 46995 h 127995"/>
                <a:gd name="connsiteX8" fmla="*/ 300384 w 300429"/>
                <a:gd name="connsiteY8" fmla="*/ 77159 h 127995"/>
                <a:gd name="connsiteX9" fmla="*/ 278158 w 300429"/>
                <a:gd name="connsiteY9" fmla="*/ 83513 h 127995"/>
                <a:gd name="connsiteX10" fmla="*/ 233708 w 300429"/>
                <a:gd name="connsiteY10" fmla="*/ 108909 h 127995"/>
                <a:gd name="connsiteX11" fmla="*/ 168620 w 300429"/>
                <a:gd name="connsiteY11" fmla="*/ 127959 h 127995"/>
                <a:gd name="connsiteX12" fmla="*/ 82895 w 300429"/>
                <a:gd name="connsiteY12" fmla="*/ 116847 h 127995"/>
                <a:gd name="connsiteX13" fmla="*/ 24158 w 300429"/>
                <a:gd name="connsiteY13" fmla="*/ 93033 h 127995"/>
                <a:gd name="connsiteX14" fmla="*/ 345 w 300429"/>
                <a:gd name="connsiteY14" fmla="*/ 83509 h 127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0429" h="127995">
                  <a:moveTo>
                    <a:pt x="345" y="83509"/>
                  </a:moveTo>
                  <a:cubicBezTo>
                    <a:pt x="3520" y="75572"/>
                    <a:pt x="29715" y="56256"/>
                    <a:pt x="43209" y="45408"/>
                  </a:cubicBezTo>
                  <a:cubicBezTo>
                    <a:pt x="56703" y="34560"/>
                    <a:pt x="42942" y="41440"/>
                    <a:pt x="81307" y="18422"/>
                  </a:cubicBezTo>
                  <a:cubicBezTo>
                    <a:pt x="124434" y="-3009"/>
                    <a:pt x="122317" y="3869"/>
                    <a:pt x="135282" y="2547"/>
                  </a:cubicBezTo>
                  <a:cubicBezTo>
                    <a:pt x="148247" y="1225"/>
                    <a:pt x="126024" y="-1423"/>
                    <a:pt x="178146" y="959"/>
                  </a:cubicBezTo>
                  <a:cubicBezTo>
                    <a:pt x="193756" y="1753"/>
                    <a:pt x="215454" y="6779"/>
                    <a:pt x="227360" y="10483"/>
                  </a:cubicBezTo>
                  <a:cubicBezTo>
                    <a:pt x="239266" y="14187"/>
                    <a:pt x="240323" y="17098"/>
                    <a:pt x="249583" y="23183"/>
                  </a:cubicBezTo>
                  <a:cubicBezTo>
                    <a:pt x="258843" y="29268"/>
                    <a:pt x="274453" y="37999"/>
                    <a:pt x="282920" y="46995"/>
                  </a:cubicBezTo>
                  <a:cubicBezTo>
                    <a:pt x="291387" y="55991"/>
                    <a:pt x="301178" y="71073"/>
                    <a:pt x="300384" y="77159"/>
                  </a:cubicBezTo>
                  <a:cubicBezTo>
                    <a:pt x="299590" y="83245"/>
                    <a:pt x="288741" y="77957"/>
                    <a:pt x="278158" y="83513"/>
                  </a:cubicBezTo>
                  <a:cubicBezTo>
                    <a:pt x="267575" y="89069"/>
                    <a:pt x="251964" y="101501"/>
                    <a:pt x="233708" y="108909"/>
                  </a:cubicBezTo>
                  <a:cubicBezTo>
                    <a:pt x="215452" y="116317"/>
                    <a:pt x="198518" y="128753"/>
                    <a:pt x="168620" y="127959"/>
                  </a:cubicBezTo>
                  <a:cubicBezTo>
                    <a:pt x="138722" y="127165"/>
                    <a:pt x="106972" y="122668"/>
                    <a:pt x="82895" y="116847"/>
                  </a:cubicBezTo>
                  <a:cubicBezTo>
                    <a:pt x="58818" y="111026"/>
                    <a:pt x="31566" y="97266"/>
                    <a:pt x="24158" y="93033"/>
                  </a:cubicBezTo>
                  <a:cubicBezTo>
                    <a:pt x="16750" y="88800"/>
                    <a:pt x="-2830" y="91447"/>
                    <a:pt x="345" y="83509"/>
                  </a:cubicBez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4081DED-4BE3-409D-A99F-9908F5866870}"/>
                </a:ext>
              </a:extLst>
            </p:cNvPr>
            <p:cNvSpPr/>
            <p:nvPr/>
          </p:nvSpPr>
          <p:spPr>
            <a:xfrm rot="227284">
              <a:off x="2177061" y="2876778"/>
              <a:ext cx="272201" cy="244928"/>
            </a:xfrm>
            <a:custGeom>
              <a:avLst/>
              <a:gdLst>
                <a:gd name="connsiteX0" fmla="*/ 13527 w 147543"/>
                <a:gd name="connsiteY0" fmla="*/ 8840 h 124154"/>
                <a:gd name="connsiteX1" fmla="*/ 827 w 147543"/>
                <a:gd name="connsiteY1" fmla="*/ 58053 h 124154"/>
                <a:gd name="connsiteX2" fmla="*/ 19877 w 147543"/>
                <a:gd name="connsiteY2" fmla="*/ 118378 h 124154"/>
                <a:gd name="connsiteX3" fmla="*/ 78615 w 147543"/>
                <a:gd name="connsiteY3" fmla="*/ 121553 h 124154"/>
                <a:gd name="connsiteX4" fmla="*/ 126240 w 147543"/>
                <a:gd name="connsiteY4" fmla="*/ 116790 h 124154"/>
                <a:gd name="connsiteX5" fmla="*/ 143702 w 147543"/>
                <a:gd name="connsiteY5" fmla="*/ 91390 h 124154"/>
                <a:gd name="connsiteX6" fmla="*/ 146877 w 147543"/>
                <a:gd name="connsiteY6" fmla="*/ 37415 h 124154"/>
                <a:gd name="connsiteX7" fmla="*/ 134177 w 147543"/>
                <a:gd name="connsiteY7" fmla="*/ 8840 h 124154"/>
                <a:gd name="connsiteX8" fmla="*/ 99252 w 147543"/>
                <a:gd name="connsiteY8" fmla="*/ 903 h 124154"/>
                <a:gd name="connsiteX9" fmla="*/ 13527 w 147543"/>
                <a:gd name="connsiteY9" fmla="*/ 8840 h 124154"/>
                <a:gd name="connsiteX0" fmla="*/ 13527 w 147543"/>
                <a:gd name="connsiteY0" fmla="*/ 8840 h 137082"/>
                <a:gd name="connsiteX1" fmla="*/ 827 w 147543"/>
                <a:gd name="connsiteY1" fmla="*/ 58053 h 137082"/>
                <a:gd name="connsiteX2" fmla="*/ 19877 w 147543"/>
                <a:gd name="connsiteY2" fmla="*/ 118378 h 137082"/>
                <a:gd name="connsiteX3" fmla="*/ 84762 w 147543"/>
                <a:gd name="connsiteY3" fmla="*/ 137074 h 137082"/>
                <a:gd name="connsiteX4" fmla="*/ 126240 w 147543"/>
                <a:gd name="connsiteY4" fmla="*/ 116790 h 137082"/>
                <a:gd name="connsiteX5" fmla="*/ 143702 w 147543"/>
                <a:gd name="connsiteY5" fmla="*/ 91390 h 137082"/>
                <a:gd name="connsiteX6" fmla="*/ 146877 w 147543"/>
                <a:gd name="connsiteY6" fmla="*/ 37415 h 137082"/>
                <a:gd name="connsiteX7" fmla="*/ 134177 w 147543"/>
                <a:gd name="connsiteY7" fmla="*/ 8840 h 137082"/>
                <a:gd name="connsiteX8" fmla="*/ 99252 w 147543"/>
                <a:gd name="connsiteY8" fmla="*/ 903 h 137082"/>
                <a:gd name="connsiteX9" fmla="*/ 13527 w 147543"/>
                <a:gd name="connsiteY9" fmla="*/ 8840 h 137082"/>
                <a:gd name="connsiteX0" fmla="*/ 13527 w 147543"/>
                <a:gd name="connsiteY0" fmla="*/ 4221 h 141776"/>
                <a:gd name="connsiteX1" fmla="*/ 827 w 147543"/>
                <a:gd name="connsiteY1" fmla="*/ 62747 h 141776"/>
                <a:gd name="connsiteX2" fmla="*/ 19877 w 147543"/>
                <a:gd name="connsiteY2" fmla="*/ 123072 h 141776"/>
                <a:gd name="connsiteX3" fmla="*/ 84762 w 147543"/>
                <a:gd name="connsiteY3" fmla="*/ 141768 h 141776"/>
                <a:gd name="connsiteX4" fmla="*/ 126240 w 147543"/>
                <a:gd name="connsiteY4" fmla="*/ 121484 h 141776"/>
                <a:gd name="connsiteX5" fmla="*/ 143702 w 147543"/>
                <a:gd name="connsiteY5" fmla="*/ 96084 h 141776"/>
                <a:gd name="connsiteX6" fmla="*/ 146877 w 147543"/>
                <a:gd name="connsiteY6" fmla="*/ 42109 h 141776"/>
                <a:gd name="connsiteX7" fmla="*/ 134177 w 147543"/>
                <a:gd name="connsiteY7" fmla="*/ 13534 h 141776"/>
                <a:gd name="connsiteX8" fmla="*/ 99252 w 147543"/>
                <a:gd name="connsiteY8" fmla="*/ 5597 h 141776"/>
                <a:gd name="connsiteX9" fmla="*/ 13527 w 147543"/>
                <a:gd name="connsiteY9" fmla="*/ 4221 h 141776"/>
                <a:gd name="connsiteX0" fmla="*/ 21951 w 146745"/>
                <a:gd name="connsiteY0" fmla="*/ 11110 h 136249"/>
                <a:gd name="connsiteX1" fmla="*/ 29 w 146745"/>
                <a:gd name="connsiteY1" fmla="*/ 57220 h 136249"/>
                <a:gd name="connsiteX2" fmla="*/ 19079 w 146745"/>
                <a:gd name="connsiteY2" fmla="*/ 117545 h 136249"/>
                <a:gd name="connsiteX3" fmla="*/ 83964 w 146745"/>
                <a:gd name="connsiteY3" fmla="*/ 136241 h 136249"/>
                <a:gd name="connsiteX4" fmla="*/ 125442 w 146745"/>
                <a:gd name="connsiteY4" fmla="*/ 115957 h 136249"/>
                <a:gd name="connsiteX5" fmla="*/ 142904 w 146745"/>
                <a:gd name="connsiteY5" fmla="*/ 90557 h 136249"/>
                <a:gd name="connsiteX6" fmla="*/ 146079 w 146745"/>
                <a:gd name="connsiteY6" fmla="*/ 36582 h 136249"/>
                <a:gd name="connsiteX7" fmla="*/ 133379 w 146745"/>
                <a:gd name="connsiteY7" fmla="*/ 8007 h 136249"/>
                <a:gd name="connsiteX8" fmla="*/ 98454 w 146745"/>
                <a:gd name="connsiteY8" fmla="*/ 70 h 136249"/>
                <a:gd name="connsiteX9" fmla="*/ 21951 w 146745"/>
                <a:gd name="connsiteY9" fmla="*/ 11110 h 136249"/>
                <a:gd name="connsiteX0" fmla="*/ 18850 w 146718"/>
                <a:gd name="connsiteY0" fmla="*/ 5021 h 139471"/>
                <a:gd name="connsiteX1" fmla="*/ 2 w 146718"/>
                <a:gd name="connsiteY1" fmla="*/ 60442 h 139471"/>
                <a:gd name="connsiteX2" fmla="*/ 19052 w 146718"/>
                <a:gd name="connsiteY2" fmla="*/ 120767 h 139471"/>
                <a:gd name="connsiteX3" fmla="*/ 83937 w 146718"/>
                <a:gd name="connsiteY3" fmla="*/ 139463 h 139471"/>
                <a:gd name="connsiteX4" fmla="*/ 125415 w 146718"/>
                <a:gd name="connsiteY4" fmla="*/ 119179 h 139471"/>
                <a:gd name="connsiteX5" fmla="*/ 142877 w 146718"/>
                <a:gd name="connsiteY5" fmla="*/ 93779 h 139471"/>
                <a:gd name="connsiteX6" fmla="*/ 146052 w 146718"/>
                <a:gd name="connsiteY6" fmla="*/ 39804 h 139471"/>
                <a:gd name="connsiteX7" fmla="*/ 133352 w 146718"/>
                <a:gd name="connsiteY7" fmla="*/ 11229 h 139471"/>
                <a:gd name="connsiteX8" fmla="*/ 98427 w 146718"/>
                <a:gd name="connsiteY8" fmla="*/ 3292 h 139471"/>
                <a:gd name="connsiteX9" fmla="*/ 18850 w 146718"/>
                <a:gd name="connsiteY9" fmla="*/ 5021 h 139471"/>
                <a:gd name="connsiteX0" fmla="*/ 18848 w 146493"/>
                <a:gd name="connsiteY0" fmla="*/ 4734 h 139184"/>
                <a:gd name="connsiteX1" fmla="*/ 0 w 146493"/>
                <a:gd name="connsiteY1" fmla="*/ 60155 h 139184"/>
                <a:gd name="connsiteX2" fmla="*/ 19050 w 146493"/>
                <a:gd name="connsiteY2" fmla="*/ 120480 h 139184"/>
                <a:gd name="connsiteX3" fmla="*/ 83935 w 146493"/>
                <a:gd name="connsiteY3" fmla="*/ 139176 h 139184"/>
                <a:gd name="connsiteX4" fmla="*/ 125413 w 146493"/>
                <a:gd name="connsiteY4" fmla="*/ 118892 h 139184"/>
                <a:gd name="connsiteX5" fmla="*/ 142875 w 146493"/>
                <a:gd name="connsiteY5" fmla="*/ 93492 h 139184"/>
                <a:gd name="connsiteX6" fmla="*/ 146050 w 146493"/>
                <a:gd name="connsiteY6" fmla="*/ 39517 h 139184"/>
                <a:gd name="connsiteX7" fmla="*/ 136423 w 146493"/>
                <a:gd name="connsiteY7" fmla="*/ 4734 h 139184"/>
                <a:gd name="connsiteX8" fmla="*/ 98425 w 146493"/>
                <a:gd name="connsiteY8" fmla="*/ 3005 h 139184"/>
                <a:gd name="connsiteX9" fmla="*/ 18848 w 146493"/>
                <a:gd name="connsiteY9" fmla="*/ 4734 h 139184"/>
                <a:gd name="connsiteX0" fmla="*/ 18848 w 146493"/>
                <a:gd name="connsiteY0" fmla="*/ 4734 h 139786"/>
                <a:gd name="connsiteX1" fmla="*/ 0 w 146493"/>
                <a:gd name="connsiteY1" fmla="*/ 60155 h 139786"/>
                <a:gd name="connsiteX2" fmla="*/ 19050 w 146493"/>
                <a:gd name="connsiteY2" fmla="*/ 120480 h 139786"/>
                <a:gd name="connsiteX3" fmla="*/ 83935 w 146493"/>
                <a:gd name="connsiteY3" fmla="*/ 139176 h 139786"/>
                <a:gd name="connsiteX4" fmla="*/ 125413 w 146493"/>
                <a:gd name="connsiteY4" fmla="*/ 131307 h 139786"/>
                <a:gd name="connsiteX5" fmla="*/ 142875 w 146493"/>
                <a:gd name="connsiteY5" fmla="*/ 93492 h 139786"/>
                <a:gd name="connsiteX6" fmla="*/ 146050 w 146493"/>
                <a:gd name="connsiteY6" fmla="*/ 39517 h 139786"/>
                <a:gd name="connsiteX7" fmla="*/ 136423 w 146493"/>
                <a:gd name="connsiteY7" fmla="*/ 4734 h 139786"/>
                <a:gd name="connsiteX8" fmla="*/ 98425 w 146493"/>
                <a:gd name="connsiteY8" fmla="*/ 3005 h 139786"/>
                <a:gd name="connsiteX9" fmla="*/ 18848 w 146493"/>
                <a:gd name="connsiteY9" fmla="*/ 4734 h 139786"/>
                <a:gd name="connsiteX0" fmla="*/ 21485 w 149130"/>
                <a:gd name="connsiteY0" fmla="*/ 4734 h 139569"/>
                <a:gd name="connsiteX1" fmla="*/ 2637 w 149130"/>
                <a:gd name="connsiteY1" fmla="*/ 60155 h 139569"/>
                <a:gd name="connsiteX2" fmla="*/ 9393 w 149130"/>
                <a:gd name="connsiteY2" fmla="*/ 129793 h 139569"/>
                <a:gd name="connsiteX3" fmla="*/ 86572 w 149130"/>
                <a:gd name="connsiteY3" fmla="*/ 139176 h 139569"/>
                <a:gd name="connsiteX4" fmla="*/ 128050 w 149130"/>
                <a:gd name="connsiteY4" fmla="*/ 131307 h 139569"/>
                <a:gd name="connsiteX5" fmla="*/ 145512 w 149130"/>
                <a:gd name="connsiteY5" fmla="*/ 93492 h 139569"/>
                <a:gd name="connsiteX6" fmla="*/ 148687 w 149130"/>
                <a:gd name="connsiteY6" fmla="*/ 39517 h 139569"/>
                <a:gd name="connsiteX7" fmla="*/ 139060 w 149130"/>
                <a:gd name="connsiteY7" fmla="*/ 4734 h 139569"/>
                <a:gd name="connsiteX8" fmla="*/ 101062 w 149130"/>
                <a:gd name="connsiteY8" fmla="*/ 3005 h 139569"/>
                <a:gd name="connsiteX9" fmla="*/ 21485 w 149130"/>
                <a:gd name="connsiteY9" fmla="*/ 4734 h 139569"/>
                <a:gd name="connsiteX0" fmla="*/ 25946 w 153591"/>
                <a:gd name="connsiteY0" fmla="*/ 4734 h 139569"/>
                <a:gd name="connsiteX1" fmla="*/ 951 w 153591"/>
                <a:gd name="connsiteY1" fmla="*/ 60155 h 139569"/>
                <a:gd name="connsiteX2" fmla="*/ 13854 w 153591"/>
                <a:gd name="connsiteY2" fmla="*/ 129793 h 139569"/>
                <a:gd name="connsiteX3" fmla="*/ 91033 w 153591"/>
                <a:gd name="connsiteY3" fmla="*/ 139176 h 139569"/>
                <a:gd name="connsiteX4" fmla="*/ 132511 w 153591"/>
                <a:gd name="connsiteY4" fmla="*/ 131307 h 139569"/>
                <a:gd name="connsiteX5" fmla="*/ 149973 w 153591"/>
                <a:gd name="connsiteY5" fmla="*/ 93492 h 139569"/>
                <a:gd name="connsiteX6" fmla="*/ 153148 w 153591"/>
                <a:gd name="connsiteY6" fmla="*/ 39517 h 139569"/>
                <a:gd name="connsiteX7" fmla="*/ 143521 w 153591"/>
                <a:gd name="connsiteY7" fmla="*/ 4734 h 139569"/>
                <a:gd name="connsiteX8" fmla="*/ 105523 w 153591"/>
                <a:gd name="connsiteY8" fmla="*/ 3005 h 139569"/>
                <a:gd name="connsiteX9" fmla="*/ 25946 w 153591"/>
                <a:gd name="connsiteY9" fmla="*/ 4734 h 139569"/>
                <a:gd name="connsiteX0" fmla="*/ 25948 w 156424"/>
                <a:gd name="connsiteY0" fmla="*/ 4734 h 139569"/>
                <a:gd name="connsiteX1" fmla="*/ 953 w 156424"/>
                <a:gd name="connsiteY1" fmla="*/ 60155 h 139569"/>
                <a:gd name="connsiteX2" fmla="*/ 13856 w 156424"/>
                <a:gd name="connsiteY2" fmla="*/ 129793 h 139569"/>
                <a:gd name="connsiteX3" fmla="*/ 91035 w 156424"/>
                <a:gd name="connsiteY3" fmla="*/ 139176 h 139569"/>
                <a:gd name="connsiteX4" fmla="*/ 132513 w 156424"/>
                <a:gd name="connsiteY4" fmla="*/ 131307 h 139569"/>
                <a:gd name="connsiteX5" fmla="*/ 149975 w 156424"/>
                <a:gd name="connsiteY5" fmla="*/ 93492 h 139569"/>
                <a:gd name="connsiteX6" fmla="*/ 156222 w 156424"/>
                <a:gd name="connsiteY6" fmla="*/ 58139 h 139569"/>
                <a:gd name="connsiteX7" fmla="*/ 143523 w 156424"/>
                <a:gd name="connsiteY7" fmla="*/ 4734 h 139569"/>
                <a:gd name="connsiteX8" fmla="*/ 105525 w 156424"/>
                <a:gd name="connsiteY8" fmla="*/ 3005 h 139569"/>
                <a:gd name="connsiteX9" fmla="*/ 25948 w 156424"/>
                <a:gd name="connsiteY9" fmla="*/ 4734 h 139569"/>
                <a:gd name="connsiteX0" fmla="*/ 26319 w 156795"/>
                <a:gd name="connsiteY0" fmla="*/ 4734 h 139491"/>
                <a:gd name="connsiteX1" fmla="*/ 1324 w 156795"/>
                <a:gd name="connsiteY1" fmla="*/ 60155 h 139491"/>
                <a:gd name="connsiteX2" fmla="*/ 12923 w 156795"/>
                <a:gd name="connsiteY2" fmla="*/ 125021 h 139491"/>
                <a:gd name="connsiteX3" fmla="*/ 91406 w 156795"/>
                <a:gd name="connsiteY3" fmla="*/ 139176 h 139491"/>
                <a:gd name="connsiteX4" fmla="*/ 132884 w 156795"/>
                <a:gd name="connsiteY4" fmla="*/ 131307 h 139491"/>
                <a:gd name="connsiteX5" fmla="*/ 150346 w 156795"/>
                <a:gd name="connsiteY5" fmla="*/ 93492 h 139491"/>
                <a:gd name="connsiteX6" fmla="*/ 156593 w 156795"/>
                <a:gd name="connsiteY6" fmla="*/ 58139 h 139491"/>
                <a:gd name="connsiteX7" fmla="*/ 143894 w 156795"/>
                <a:gd name="connsiteY7" fmla="*/ 4734 h 139491"/>
                <a:gd name="connsiteX8" fmla="*/ 105896 w 156795"/>
                <a:gd name="connsiteY8" fmla="*/ 3005 h 139491"/>
                <a:gd name="connsiteX9" fmla="*/ 26319 w 156795"/>
                <a:gd name="connsiteY9" fmla="*/ 4734 h 139491"/>
                <a:gd name="connsiteX0" fmla="*/ 25999 w 156475"/>
                <a:gd name="connsiteY0" fmla="*/ 4734 h 139491"/>
                <a:gd name="connsiteX1" fmla="*/ 1004 w 156475"/>
                <a:gd name="connsiteY1" fmla="*/ 60155 h 139491"/>
                <a:gd name="connsiteX2" fmla="*/ 12603 w 156475"/>
                <a:gd name="connsiteY2" fmla="*/ 125021 h 139491"/>
                <a:gd name="connsiteX3" fmla="*/ 80658 w 156475"/>
                <a:gd name="connsiteY3" fmla="*/ 139176 h 139491"/>
                <a:gd name="connsiteX4" fmla="*/ 132564 w 156475"/>
                <a:gd name="connsiteY4" fmla="*/ 131307 h 139491"/>
                <a:gd name="connsiteX5" fmla="*/ 150026 w 156475"/>
                <a:gd name="connsiteY5" fmla="*/ 93492 h 139491"/>
                <a:gd name="connsiteX6" fmla="*/ 156273 w 156475"/>
                <a:gd name="connsiteY6" fmla="*/ 58139 h 139491"/>
                <a:gd name="connsiteX7" fmla="*/ 143574 w 156475"/>
                <a:gd name="connsiteY7" fmla="*/ 4734 h 139491"/>
                <a:gd name="connsiteX8" fmla="*/ 105576 w 156475"/>
                <a:gd name="connsiteY8" fmla="*/ 3005 h 139491"/>
                <a:gd name="connsiteX9" fmla="*/ 25999 w 156475"/>
                <a:gd name="connsiteY9" fmla="*/ 4734 h 139491"/>
                <a:gd name="connsiteX0" fmla="*/ 25999 w 156466"/>
                <a:gd name="connsiteY0" fmla="*/ 4734 h 139208"/>
                <a:gd name="connsiteX1" fmla="*/ 1004 w 156466"/>
                <a:gd name="connsiteY1" fmla="*/ 60155 h 139208"/>
                <a:gd name="connsiteX2" fmla="*/ 12603 w 156466"/>
                <a:gd name="connsiteY2" fmla="*/ 125021 h 139208"/>
                <a:gd name="connsiteX3" fmla="*/ 80658 w 156466"/>
                <a:gd name="connsiteY3" fmla="*/ 139176 h 139208"/>
                <a:gd name="connsiteX4" fmla="*/ 133867 w 156466"/>
                <a:gd name="connsiteY4" fmla="*/ 127728 h 139208"/>
                <a:gd name="connsiteX5" fmla="*/ 150026 w 156466"/>
                <a:gd name="connsiteY5" fmla="*/ 93492 h 139208"/>
                <a:gd name="connsiteX6" fmla="*/ 156273 w 156466"/>
                <a:gd name="connsiteY6" fmla="*/ 58139 h 139208"/>
                <a:gd name="connsiteX7" fmla="*/ 143574 w 156466"/>
                <a:gd name="connsiteY7" fmla="*/ 4734 h 139208"/>
                <a:gd name="connsiteX8" fmla="*/ 105576 w 156466"/>
                <a:gd name="connsiteY8" fmla="*/ 3005 h 139208"/>
                <a:gd name="connsiteX9" fmla="*/ 25999 w 156466"/>
                <a:gd name="connsiteY9" fmla="*/ 4734 h 139208"/>
                <a:gd name="connsiteX0" fmla="*/ 25999 w 156466"/>
                <a:gd name="connsiteY0" fmla="*/ 10093 h 144567"/>
                <a:gd name="connsiteX1" fmla="*/ 1004 w 156466"/>
                <a:gd name="connsiteY1" fmla="*/ 65514 h 144567"/>
                <a:gd name="connsiteX2" fmla="*/ 12603 w 156466"/>
                <a:gd name="connsiteY2" fmla="*/ 130380 h 144567"/>
                <a:gd name="connsiteX3" fmla="*/ 80658 w 156466"/>
                <a:gd name="connsiteY3" fmla="*/ 144535 h 144567"/>
                <a:gd name="connsiteX4" fmla="*/ 133867 w 156466"/>
                <a:gd name="connsiteY4" fmla="*/ 133087 h 144567"/>
                <a:gd name="connsiteX5" fmla="*/ 150026 w 156466"/>
                <a:gd name="connsiteY5" fmla="*/ 98851 h 144567"/>
                <a:gd name="connsiteX6" fmla="*/ 156273 w 156466"/>
                <a:gd name="connsiteY6" fmla="*/ 63498 h 144567"/>
                <a:gd name="connsiteX7" fmla="*/ 143574 w 156466"/>
                <a:gd name="connsiteY7" fmla="*/ 10093 h 144567"/>
                <a:gd name="connsiteX8" fmla="*/ 89934 w 156466"/>
                <a:gd name="connsiteY8" fmla="*/ 14 h 144567"/>
                <a:gd name="connsiteX9" fmla="*/ 25999 w 156466"/>
                <a:gd name="connsiteY9" fmla="*/ 10093 h 144567"/>
                <a:gd name="connsiteX0" fmla="*/ 25999 w 156530"/>
                <a:gd name="connsiteY0" fmla="*/ 10232 h 144706"/>
                <a:gd name="connsiteX1" fmla="*/ 1004 w 156530"/>
                <a:gd name="connsiteY1" fmla="*/ 65653 h 144706"/>
                <a:gd name="connsiteX2" fmla="*/ 12603 w 156530"/>
                <a:gd name="connsiteY2" fmla="*/ 130519 h 144706"/>
                <a:gd name="connsiteX3" fmla="*/ 80658 w 156530"/>
                <a:gd name="connsiteY3" fmla="*/ 144674 h 144706"/>
                <a:gd name="connsiteX4" fmla="*/ 133867 w 156530"/>
                <a:gd name="connsiteY4" fmla="*/ 133226 h 144706"/>
                <a:gd name="connsiteX5" fmla="*/ 150026 w 156530"/>
                <a:gd name="connsiteY5" fmla="*/ 98990 h 144706"/>
                <a:gd name="connsiteX6" fmla="*/ 156273 w 156530"/>
                <a:gd name="connsiteY6" fmla="*/ 63637 h 144706"/>
                <a:gd name="connsiteX7" fmla="*/ 142270 w 156530"/>
                <a:gd name="connsiteY7" fmla="*/ 12618 h 144706"/>
                <a:gd name="connsiteX8" fmla="*/ 89934 w 156530"/>
                <a:gd name="connsiteY8" fmla="*/ 153 h 144706"/>
                <a:gd name="connsiteX9" fmla="*/ 25999 w 156530"/>
                <a:gd name="connsiteY9" fmla="*/ 10232 h 144706"/>
                <a:gd name="connsiteX0" fmla="*/ 25999 w 156530"/>
                <a:gd name="connsiteY0" fmla="*/ 10232 h 144706"/>
                <a:gd name="connsiteX1" fmla="*/ 1004 w 156530"/>
                <a:gd name="connsiteY1" fmla="*/ 65653 h 144706"/>
                <a:gd name="connsiteX2" fmla="*/ 12603 w 156530"/>
                <a:gd name="connsiteY2" fmla="*/ 130519 h 144706"/>
                <a:gd name="connsiteX3" fmla="*/ 80658 w 156530"/>
                <a:gd name="connsiteY3" fmla="*/ 144674 h 144706"/>
                <a:gd name="connsiteX4" fmla="*/ 133867 w 156530"/>
                <a:gd name="connsiteY4" fmla="*/ 133226 h 144706"/>
                <a:gd name="connsiteX5" fmla="*/ 150026 w 156530"/>
                <a:gd name="connsiteY5" fmla="*/ 98990 h 144706"/>
                <a:gd name="connsiteX6" fmla="*/ 156273 w 156530"/>
                <a:gd name="connsiteY6" fmla="*/ 63637 h 144706"/>
                <a:gd name="connsiteX7" fmla="*/ 142270 w 156530"/>
                <a:gd name="connsiteY7" fmla="*/ 12618 h 144706"/>
                <a:gd name="connsiteX8" fmla="*/ 89934 w 156530"/>
                <a:gd name="connsiteY8" fmla="*/ 153 h 144706"/>
                <a:gd name="connsiteX9" fmla="*/ 25999 w 156530"/>
                <a:gd name="connsiteY9" fmla="*/ 10232 h 144706"/>
                <a:gd name="connsiteX0" fmla="*/ 25999 w 156961"/>
                <a:gd name="connsiteY0" fmla="*/ 10232 h 144702"/>
                <a:gd name="connsiteX1" fmla="*/ 1004 w 156961"/>
                <a:gd name="connsiteY1" fmla="*/ 65653 h 144702"/>
                <a:gd name="connsiteX2" fmla="*/ 12603 w 156961"/>
                <a:gd name="connsiteY2" fmla="*/ 130519 h 144702"/>
                <a:gd name="connsiteX3" fmla="*/ 80658 w 156961"/>
                <a:gd name="connsiteY3" fmla="*/ 144674 h 144702"/>
                <a:gd name="connsiteX4" fmla="*/ 133867 w 156961"/>
                <a:gd name="connsiteY4" fmla="*/ 133226 h 144702"/>
                <a:gd name="connsiteX5" fmla="*/ 152633 w 156961"/>
                <a:gd name="connsiteY5" fmla="*/ 102569 h 144702"/>
                <a:gd name="connsiteX6" fmla="*/ 156273 w 156961"/>
                <a:gd name="connsiteY6" fmla="*/ 63637 h 144702"/>
                <a:gd name="connsiteX7" fmla="*/ 142270 w 156961"/>
                <a:gd name="connsiteY7" fmla="*/ 12618 h 144702"/>
                <a:gd name="connsiteX8" fmla="*/ 89934 w 156961"/>
                <a:gd name="connsiteY8" fmla="*/ 153 h 144702"/>
                <a:gd name="connsiteX9" fmla="*/ 25999 w 156961"/>
                <a:gd name="connsiteY9" fmla="*/ 10232 h 144702"/>
                <a:gd name="connsiteX0" fmla="*/ 25999 w 157373"/>
                <a:gd name="connsiteY0" fmla="*/ 10232 h 144706"/>
                <a:gd name="connsiteX1" fmla="*/ 1004 w 157373"/>
                <a:gd name="connsiteY1" fmla="*/ 65653 h 144706"/>
                <a:gd name="connsiteX2" fmla="*/ 12603 w 157373"/>
                <a:gd name="connsiteY2" fmla="*/ 130519 h 144706"/>
                <a:gd name="connsiteX3" fmla="*/ 80658 w 157373"/>
                <a:gd name="connsiteY3" fmla="*/ 144674 h 144706"/>
                <a:gd name="connsiteX4" fmla="*/ 133867 w 157373"/>
                <a:gd name="connsiteY4" fmla="*/ 133226 h 144706"/>
                <a:gd name="connsiteX5" fmla="*/ 153937 w 157373"/>
                <a:gd name="connsiteY5" fmla="*/ 98990 h 144706"/>
                <a:gd name="connsiteX6" fmla="*/ 156273 w 157373"/>
                <a:gd name="connsiteY6" fmla="*/ 63637 h 144706"/>
                <a:gd name="connsiteX7" fmla="*/ 142270 w 157373"/>
                <a:gd name="connsiteY7" fmla="*/ 12618 h 144706"/>
                <a:gd name="connsiteX8" fmla="*/ 89934 w 157373"/>
                <a:gd name="connsiteY8" fmla="*/ 153 h 144706"/>
                <a:gd name="connsiteX9" fmla="*/ 25999 w 157373"/>
                <a:gd name="connsiteY9" fmla="*/ 10232 h 144706"/>
                <a:gd name="connsiteX0" fmla="*/ 25999 w 157688"/>
                <a:gd name="connsiteY0" fmla="*/ 10232 h 144706"/>
                <a:gd name="connsiteX1" fmla="*/ 1004 w 157688"/>
                <a:gd name="connsiteY1" fmla="*/ 65653 h 144706"/>
                <a:gd name="connsiteX2" fmla="*/ 12603 w 157688"/>
                <a:gd name="connsiteY2" fmla="*/ 130519 h 144706"/>
                <a:gd name="connsiteX3" fmla="*/ 80658 w 157688"/>
                <a:gd name="connsiteY3" fmla="*/ 144674 h 144706"/>
                <a:gd name="connsiteX4" fmla="*/ 127350 w 157688"/>
                <a:gd name="connsiteY4" fmla="*/ 133226 h 144706"/>
                <a:gd name="connsiteX5" fmla="*/ 153937 w 157688"/>
                <a:gd name="connsiteY5" fmla="*/ 98990 h 144706"/>
                <a:gd name="connsiteX6" fmla="*/ 156273 w 157688"/>
                <a:gd name="connsiteY6" fmla="*/ 63637 h 144706"/>
                <a:gd name="connsiteX7" fmla="*/ 142270 w 157688"/>
                <a:gd name="connsiteY7" fmla="*/ 12618 h 144706"/>
                <a:gd name="connsiteX8" fmla="*/ 89934 w 157688"/>
                <a:gd name="connsiteY8" fmla="*/ 153 h 144706"/>
                <a:gd name="connsiteX9" fmla="*/ 25999 w 157688"/>
                <a:gd name="connsiteY9" fmla="*/ 10232 h 144706"/>
                <a:gd name="connsiteX0" fmla="*/ 25999 w 157688"/>
                <a:gd name="connsiteY0" fmla="*/ 10232 h 144966"/>
                <a:gd name="connsiteX1" fmla="*/ 1004 w 157688"/>
                <a:gd name="connsiteY1" fmla="*/ 65653 h 144966"/>
                <a:gd name="connsiteX2" fmla="*/ 12603 w 157688"/>
                <a:gd name="connsiteY2" fmla="*/ 123361 h 144966"/>
                <a:gd name="connsiteX3" fmla="*/ 80658 w 157688"/>
                <a:gd name="connsiteY3" fmla="*/ 144674 h 144966"/>
                <a:gd name="connsiteX4" fmla="*/ 127350 w 157688"/>
                <a:gd name="connsiteY4" fmla="*/ 133226 h 144966"/>
                <a:gd name="connsiteX5" fmla="*/ 153937 w 157688"/>
                <a:gd name="connsiteY5" fmla="*/ 98990 h 144966"/>
                <a:gd name="connsiteX6" fmla="*/ 156273 w 157688"/>
                <a:gd name="connsiteY6" fmla="*/ 63637 h 144966"/>
                <a:gd name="connsiteX7" fmla="*/ 142270 w 157688"/>
                <a:gd name="connsiteY7" fmla="*/ 12618 h 144966"/>
                <a:gd name="connsiteX8" fmla="*/ 89934 w 157688"/>
                <a:gd name="connsiteY8" fmla="*/ 153 h 144966"/>
                <a:gd name="connsiteX9" fmla="*/ 25999 w 157688"/>
                <a:gd name="connsiteY9" fmla="*/ 10232 h 144966"/>
                <a:gd name="connsiteX0" fmla="*/ 25999 w 157688"/>
                <a:gd name="connsiteY0" fmla="*/ 10232 h 144966"/>
                <a:gd name="connsiteX1" fmla="*/ 1004 w 157688"/>
                <a:gd name="connsiteY1" fmla="*/ 65653 h 144966"/>
                <a:gd name="connsiteX2" fmla="*/ 12603 w 157688"/>
                <a:gd name="connsiteY2" fmla="*/ 123361 h 144966"/>
                <a:gd name="connsiteX3" fmla="*/ 80658 w 157688"/>
                <a:gd name="connsiteY3" fmla="*/ 144674 h 144966"/>
                <a:gd name="connsiteX4" fmla="*/ 127350 w 157688"/>
                <a:gd name="connsiteY4" fmla="*/ 133226 h 144966"/>
                <a:gd name="connsiteX5" fmla="*/ 153937 w 157688"/>
                <a:gd name="connsiteY5" fmla="*/ 98990 h 144966"/>
                <a:gd name="connsiteX6" fmla="*/ 156273 w 157688"/>
                <a:gd name="connsiteY6" fmla="*/ 63637 h 144966"/>
                <a:gd name="connsiteX7" fmla="*/ 142270 w 157688"/>
                <a:gd name="connsiteY7" fmla="*/ 12618 h 144966"/>
                <a:gd name="connsiteX8" fmla="*/ 89934 w 157688"/>
                <a:gd name="connsiteY8" fmla="*/ 153 h 144966"/>
                <a:gd name="connsiteX9" fmla="*/ 25999 w 157688"/>
                <a:gd name="connsiteY9" fmla="*/ 10232 h 144966"/>
                <a:gd name="connsiteX0" fmla="*/ 25932 w 157621"/>
                <a:gd name="connsiteY0" fmla="*/ 10232 h 140513"/>
                <a:gd name="connsiteX1" fmla="*/ 937 w 157621"/>
                <a:gd name="connsiteY1" fmla="*/ 65653 h 140513"/>
                <a:gd name="connsiteX2" fmla="*/ 12536 w 157621"/>
                <a:gd name="connsiteY2" fmla="*/ 123361 h 140513"/>
                <a:gd name="connsiteX3" fmla="*/ 77984 w 157621"/>
                <a:gd name="connsiteY3" fmla="*/ 139903 h 140513"/>
                <a:gd name="connsiteX4" fmla="*/ 127283 w 157621"/>
                <a:gd name="connsiteY4" fmla="*/ 133226 h 140513"/>
                <a:gd name="connsiteX5" fmla="*/ 153870 w 157621"/>
                <a:gd name="connsiteY5" fmla="*/ 98990 h 140513"/>
                <a:gd name="connsiteX6" fmla="*/ 156206 w 157621"/>
                <a:gd name="connsiteY6" fmla="*/ 63637 h 140513"/>
                <a:gd name="connsiteX7" fmla="*/ 142203 w 157621"/>
                <a:gd name="connsiteY7" fmla="*/ 12618 h 140513"/>
                <a:gd name="connsiteX8" fmla="*/ 89867 w 157621"/>
                <a:gd name="connsiteY8" fmla="*/ 153 h 140513"/>
                <a:gd name="connsiteX9" fmla="*/ 25932 w 157621"/>
                <a:gd name="connsiteY9" fmla="*/ 10232 h 140513"/>
                <a:gd name="connsiteX0" fmla="*/ 25932 w 157621"/>
                <a:gd name="connsiteY0" fmla="*/ 10232 h 140152"/>
                <a:gd name="connsiteX1" fmla="*/ 937 w 157621"/>
                <a:gd name="connsiteY1" fmla="*/ 65653 h 140152"/>
                <a:gd name="connsiteX2" fmla="*/ 12536 w 157621"/>
                <a:gd name="connsiteY2" fmla="*/ 123361 h 140152"/>
                <a:gd name="connsiteX3" fmla="*/ 77984 w 157621"/>
                <a:gd name="connsiteY3" fmla="*/ 139903 h 140152"/>
                <a:gd name="connsiteX4" fmla="*/ 127283 w 157621"/>
                <a:gd name="connsiteY4" fmla="*/ 130841 h 140152"/>
                <a:gd name="connsiteX5" fmla="*/ 153870 w 157621"/>
                <a:gd name="connsiteY5" fmla="*/ 98990 h 140152"/>
                <a:gd name="connsiteX6" fmla="*/ 156206 w 157621"/>
                <a:gd name="connsiteY6" fmla="*/ 63637 h 140152"/>
                <a:gd name="connsiteX7" fmla="*/ 142203 w 157621"/>
                <a:gd name="connsiteY7" fmla="*/ 12618 h 140152"/>
                <a:gd name="connsiteX8" fmla="*/ 89867 w 157621"/>
                <a:gd name="connsiteY8" fmla="*/ 153 h 140152"/>
                <a:gd name="connsiteX9" fmla="*/ 25932 w 157621"/>
                <a:gd name="connsiteY9" fmla="*/ 10232 h 140152"/>
                <a:gd name="connsiteX0" fmla="*/ 25932 w 157620"/>
                <a:gd name="connsiteY0" fmla="*/ 10232 h 140152"/>
                <a:gd name="connsiteX1" fmla="*/ 937 w 157620"/>
                <a:gd name="connsiteY1" fmla="*/ 65653 h 140152"/>
                <a:gd name="connsiteX2" fmla="*/ 12536 w 157620"/>
                <a:gd name="connsiteY2" fmla="*/ 123361 h 140152"/>
                <a:gd name="connsiteX3" fmla="*/ 77984 w 157620"/>
                <a:gd name="connsiteY3" fmla="*/ 139903 h 140152"/>
                <a:gd name="connsiteX4" fmla="*/ 127283 w 157620"/>
                <a:gd name="connsiteY4" fmla="*/ 130841 h 140152"/>
                <a:gd name="connsiteX5" fmla="*/ 153870 w 157620"/>
                <a:gd name="connsiteY5" fmla="*/ 98990 h 140152"/>
                <a:gd name="connsiteX6" fmla="*/ 156206 w 157620"/>
                <a:gd name="connsiteY6" fmla="*/ 60059 h 140152"/>
                <a:gd name="connsiteX7" fmla="*/ 142203 w 157620"/>
                <a:gd name="connsiteY7" fmla="*/ 12618 h 140152"/>
                <a:gd name="connsiteX8" fmla="*/ 89867 w 157620"/>
                <a:gd name="connsiteY8" fmla="*/ 153 h 140152"/>
                <a:gd name="connsiteX9" fmla="*/ 25932 w 157620"/>
                <a:gd name="connsiteY9" fmla="*/ 10232 h 140152"/>
                <a:gd name="connsiteX0" fmla="*/ 25932 w 159605"/>
                <a:gd name="connsiteY0" fmla="*/ 10232 h 140152"/>
                <a:gd name="connsiteX1" fmla="*/ 937 w 159605"/>
                <a:gd name="connsiteY1" fmla="*/ 65653 h 140152"/>
                <a:gd name="connsiteX2" fmla="*/ 12536 w 159605"/>
                <a:gd name="connsiteY2" fmla="*/ 123361 h 140152"/>
                <a:gd name="connsiteX3" fmla="*/ 77984 w 159605"/>
                <a:gd name="connsiteY3" fmla="*/ 139903 h 140152"/>
                <a:gd name="connsiteX4" fmla="*/ 127283 w 159605"/>
                <a:gd name="connsiteY4" fmla="*/ 130841 h 140152"/>
                <a:gd name="connsiteX5" fmla="*/ 153870 w 159605"/>
                <a:gd name="connsiteY5" fmla="*/ 98990 h 140152"/>
                <a:gd name="connsiteX6" fmla="*/ 158813 w 159605"/>
                <a:gd name="connsiteY6" fmla="*/ 60059 h 140152"/>
                <a:gd name="connsiteX7" fmla="*/ 142203 w 159605"/>
                <a:gd name="connsiteY7" fmla="*/ 12618 h 140152"/>
                <a:gd name="connsiteX8" fmla="*/ 89867 w 159605"/>
                <a:gd name="connsiteY8" fmla="*/ 153 h 140152"/>
                <a:gd name="connsiteX9" fmla="*/ 25932 w 159605"/>
                <a:gd name="connsiteY9" fmla="*/ 10232 h 140152"/>
                <a:gd name="connsiteX0" fmla="*/ 25932 w 158846"/>
                <a:gd name="connsiteY0" fmla="*/ 10232 h 140152"/>
                <a:gd name="connsiteX1" fmla="*/ 937 w 158846"/>
                <a:gd name="connsiteY1" fmla="*/ 65653 h 140152"/>
                <a:gd name="connsiteX2" fmla="*/ 12536 w 158846"/>
                <a:gd name="connsiteY2" fmla="*/ 123361 h 140152"/>
                <a:gd name="connsiteX3" fmla="*/ 77984 w 158846"/>
                <a:gd name="connsiteY3" fmla="*/ 139903 h 140152"/>
                <a:gd name="connsiteX4" fmla="*/ 127283 w 158846"/>
                <a:gd name="connsiteY4" fmla="*/ 130841 h 140152"/>
                <a:gd name="connsiteX5" fmla="*/ 153870 w 158846"/>
                <a:gd name="connsiteY5" fmla="*/ 98990 h 140152"/>
                <a:gd name="connsiteX6" fmla="*/ 158813 w 158846"/>
                <a:gd name="connsiteY6" fmla="*/ 60059 h 140152"/>
                <a:gd name="connsiteX7" fmla="*/ 142203 w 158846"/>
                <a:gd name="connsiteY7" fmla="*/ 12618 h 140152"/>
                <a:gd name="connsiteX8" fmla="*/ 89867 w 158846"/>
                <a:gd name="connsiteY8" fmla="*/ 153 h 140152"/>
                <a:gd name="connsiteX9" fmla="*/ 25932 w 158846"/>
                <a:gd name="connsiteY9" fmla="*/ 10232 h 140152"/>
                <a:gd name="connsiteX0" fmla="*/ 29469 w 162383"/>
                <a:gd name="connsiteY0" fmla="*/ 10152 h 140072"/>
                <a:gd name="connsiteX1" fmla="*/ 563 w 162383"/>
                <a:gd name="connsiteY1" fmla="*/ 57223 h 140072"/>
                <a:gd name="connsiteX2" fmla="*/ 16073 w 162383"/>
                <a:gd name="connsiteY2" fmla="*/ 123281 h 140072"/>
                <a:gd name="connsiteX3" fmla="*/ 81521 w 162383"/>
                <a:gd name="connsiteY3" fmla="*/ 139823 h 140072"/>
                <a:gd name="connsiteX4" fmla="*/ 130820 w 162383"/>
                <a:gd name="connsiteY4" fmla="*/ 130761 h 140072"/>
                <a:gd name="connsiteX5" fmla="*/ 157407 w 162383"/>
                <a:gd name="connsiteY5" fmla="*/ 98910 h 140072"/>
                <a:gd name="connsiteX6" fmla="*/ 162350 w 162383"/>
                <a:gd name="connsiteY6" fmla="*/ 59979 h 140072"/>
                <a:gd name="connsiteX7" fmla="*/ 145740 w 162383"/>
                <a:gd name="connsiteY7" fmla="*/ 12538 h 140072"/>
                <a:gd name="connsiteX8" fmla="*/ 93404 w 162383"/>
                <a:gd name="connsiteY8" fmla="*/ 73 h 140072"/>
                <a:gd name="connsiteX9" fmla="*/ 29469 w 162383"/>
                <a:gd name="connsiteY9" fmla="*/ 10152 h 140072"/>
                <a:gd name="connsiteX0" fmla="*/ 29319 w 162233"/>
                <a:gd name="connsiteY0" fmla="*/ 10152 h 140334"/>
                <a:gd name="connsiteX1" fmla="*/ 413 w 162233"/>
                <a:gd name="connsiteY1" fmla="*/ 57223 h 140334"/>
                <a:gd name="connsiteX2" fmla="*/ 17227 w 162233"/>
                <a:gd name="connsiteY2" fmla="*/ 118510 h 140334"/>
                <a:gd name="connsiteX3" fmla="*/ 81371 w 162233"/>
                <a:gd name="connsiteY3" fmla="*/ 139823 h 140334"/>
                <a:gd name="connsiteX4" fmla="*/ 130670 w 162233"/>
                <a:gd name="connsiteY4" fmla="*/ 130761 h 140334"/>
                <a:gd name="connsiteX5" fmla="*/ 157257 w 162233"/>
                <a:gd name="connsiteY5" fmla="*/ 98910 h 140334"/>
                <a:gd name="connsiteX6" fmla="*/ 162200 w 162233"/>
                <a:gd name="connsiteY6" fmla="*/ 59979 h 140334"/>
                <a:gd name="connsiteX7" fmla="*/ 145590 w 162233"/>
                <a:gd name="connsiteY7" fmla="*/ 12538 h 140334"/>
                <a:gd name="connsiteX8" fmla="*/ 93254 w 162233"/>
                <a:gd name="connsiteY8" fmla="*/ 73 h 140334"/>
                <a:gd name="connsiteX9" fmla="*/ 29319 w 162233"/>
                <a:gd name="connsiteY9" fmla="*/ 10152 h 140334"/>
                <a:gd name="connsiteX0" fmla="*/ 29319 w 167435"/>
                <a:gd name="connsiteY0" fmla="*/ 10152 h 140334"/>
                <a:gd name="connsiteX1" fmla="*/ 413 w 167435"/>
                <a:gd name="connsiteY1" fmla="*/ 57223 h 140334"/>
                <a:gd name="connsiteX2" fmla="*/ 17227 w 167435"/>
                <a:gd name="connsiteY2" fmla="*/ 118510 h 140334"/>
                <a:gd name="connsiteX3" fmla="*/ 81371 w 167435"/>
                <a:gd name="connsiteY3" fmla="*/ 139823 h 140334"/>
                <a:gd name="connsiteX4" fmla="*/ 130670 w 167435"/>
                <a:gd name="connsiteY4" fmla="*/ 130761 h 140334"/>
                <a:gd name="connsiteX5" fmla="*/ 157257 w 167435"/>
                <a:gd name="connsiteY5" fmla="*/ 98910 h 140334"/>
                <a:gd name="connsiteX6" fmla="*/ 167414 w 167435"/>
                <a:gd name="connsiteY6" fmla="*/ 58786 h 140334"/>
                <a:gd name="connsiteX7" fmla="*/ 145590 w 167435"/>
                <a:gd name="connsiteY7" fmla="*/ 12538 h 140334"/>
                <a:gd name="connsiteX8" fmla="*/ 93254 w 167435"/>
                <a:gd name="connsiteY8" fmla="*/ 73 h 140334"/>
                <a:gd name="connsiteX9" fmla="*/ 29319 w 167435"/>
                <a:gd name="connsiteY9" fmla="*/ 10152 h 140334"/>
                <a:gd name="connsiteX0" fmla="*/ 29319 w 167678"/>
                <a:gd name="connsiteY0" fmla="*/ 10152 h 140294"/>
                <a:gd name="connsiteX1" fmla="*/ 413 w 167678"/>
                <a:gd name="connsiteY1" fmla="*/ 57223 h 140294"/>
                <a:gd name="connsiteX2" fmla="*/ 17227 w 167678"/>
                <a:gd name="connsiteY2" fmla="*/ 118510 h 140294"/>
                <a:gd name="connsiteX3" fmla="*/ 81371 w 167678"/>
                <a:gd name="connsiteY3" fmla="*/ 139823 h 140294"/>
                <a:gd name="connsiteX4" fmla="*/ 130670 w 167678"/>
                <a:gd name="connsiteY4" fmla="*/ 130761 h 140294"/>
                <a:gd name="connsiteX5" fmla="*/ 155953 w 167678"/>
                <a:gd name="connsiteY5" fmla="*/ 102489 h 140294"/>
                <a:gd name="connsiteX6" fmla="*/ 167414 w 167678"/>
                <a:gd name="connsiteY6" fmla="*/ 58786 h 140294"/>
                <a:gd name="connsiteX7" fmla="*/ 145590 w 167678"/>
                <a:gd name="connsiteY7" fmla="*/ 12538 h 140294"/>
                <a:gd name="connsiteX8" fmla="*/ 93254 w 167678"/>
                <a:gd name="connsiteY8" fmla="*/ 73 h 140294"/>
                <a:gd name="connsiteX9" fmla="*/ 29319 w 167678"/>
                <a:gd name="connsiteY9" fmla="*/ 10152 h 140294"/>
                <a:gd name="connsiteX0" fmla="*/ 29319 w 167678"/>
                <a:gd name="connsiteY0" fmla="*/ 10540 h 140682"/>
                <a:gd name="connsiteX1" fmla="*/ 413 w 167678"/>
                <a:gd name="connsiteY1" fmla="*/ 57611 h 140682"/>
                <a:gd name="connsiteX2" fmla="*/ 17227 w 167678"/>
                <a:gd name="connsiteY2" fmla="*/ 118898 h 140682"/>
                <a:gd name="connsiteX3" fmla="*/ 81371 w 167678"/>
                <a:gd name="connsiteY3" fmla="*/ 140211 h 140682"/>
                <a:gd name="connsiteX4" fmla="*/ 130670 w 167678"/>
                <a:gd name="connsiteY4" fmla="*/ 131149 h 140682"/>
                <a:gd name="connsiteX5" fmla="*/ 155953 w 167678"/>
                <a:gd name="connsiteY5" fmla="*/ 102877 h 140682"/>
                <a:gd name="connsiteX6" fmla="*/ 167414 w 167678"/>
                <a:gd name="connsiteY6" fmla="*/ 59174 h 140682"/>
                <a:gd name="connsiteX7" fmla="*/ 145590 w 167678"/>
                <a:gd name="connsiteY7" fmla="*/ 12926 h 140682"/>
                <a:gd name="connsiteX8" fmla="*/ 93254 w 167678"/>
                <a:gd name="connsiteY8" fmla="*/ 461 h 140682"/>
                <a:gd name="connsiteX9" fmla="*/ 64636 w 167678"/>
                <a:gd name="connsiteY9" fmla="*/ 3421 h 140682"/>
                <a:gd name="connsiteX10" fmla="*/ 29319 w 167678"/>
                <a:gd name="connsiteY10" fmla="*/ 10540 h 140682"/>
                <a:gd name="connsiteX0" fmla="*/ 29319 w 167678"/>
                <a:gd name="connsiteY0" fmla="*/ 10540 h 140682"/>
                <a:gd name="connsiteX1" fmla="*/ 413 w 167678"/>
                <a:gd name="connsiteY1" fmla="*/ 57611 h 140682"/>
                <a:gd name="connsiteX2" fmla="*/ 17227 w 167678"/>
                <a:gd name="connsiteY2" fmla="*/ 118898 h 140682"/>
                <a:gd name="connsiteX3" fmla="*/ 81371 w 167678"/>
                <a:gd name="connsiteY3" fmla="*/ 140211 h 140682"/>
                <a:gd name="connsiteX4" fmla="*/ 130670 w 167678"/>
                <a:gd name="connsiteY4" fmla="*/ 131149 h 140682"/>
                <a:gd name="connsiteX5" fmla="*/ 155953 w 167678"/>
                <a:gd name="connsiteY5" fmla="*/ 102877 h 140682"/>
                <a:gd name="connsiteX6" fmla="*/ 167414 w 167678"/>
                <a:gd name="connsiteY6" fmla="*/ 59174 h 140682"/>
                <a:gd name="connsiteX7" fmla="*/ 145590 w 167678"/>
                <a:gd name="connsiteY7" fmla="*/ 12926 h 140682"/>
                <a:gd name="connsiteX8" fmla="*/ 102379 w 167678"/>
                <a:gd name="connsiteY8" fmla="*/ 461 h 140682"/>
                <a:gd name="connsiteX9" fmla="*/ 64636 w 167678"/>
                <a:gd name="connsiteY9" fmla="*/ 3421 h 140682"/>
                <a:gd name="connsiteX10" fmla="*/ 29319 w 167678"/>
                <a:gd name="connsiteY10" fmla="*/ 10540 h 140682"/>
                <a:gd name="connsiteX0" fmla="*/ 29319 w 167678"/>
                <a:gd name="connsiteY0" fmla="*/ 9523 h 139665"/>
                <a:gd name="connsiteX1" fmla="*/ 413 w 167678"/>
                <a:gd name="connsiteY1" fmla="*/ 56594 h 139665"/>
                <a:gd name="connsiteX2" fmla="*/ 17227 w 167678"/>
                <a:gd name="connsiteY2" fmla="*/ 117881 h 139665"/>
                <a:gd name="connsiteX3" fmla="*/ 81371 w 167678"/>
                <a:gd name="connsiteY3" fmla="*/ 139194 h 139665"/>
                <a:gd name="connsiteX4" fmla="*/ 130670 w 167678"/>
                <a:gd name="connsiteY4" fmla="*/ 130132 h 139665"/>
                <a:gd name="connsiteX5" fmla="*/ 155953 w 167678"/>
                <a:gd name="connsiteY5" fmla="*/ 101860 h 139665"/>
                <a:gd name="connsiteX6" fmla="*/ 167414 w 167678"/>
                <a:gd name="connsiteY6" fmla="*/ 58157 h 139665"/>
                <a:gd name="connsiteX7" fmla="*/ 145590 w 167678"/>
                <a:gd name="connsiteY7" fmla="*/ 11909 h 139665"/>
                <a:gd name="connsiteX8" fmla="*/ 110200 w 167678"/>
                <a:gd name="connsiteY8" fmla="*/ 637 h 139665"/>
                <a:gd name="connsiteX9" fmla="*/ 64636 w 167678"/>
                <a:gd name="connsiteY9" fmla="*/ 2404 h 139665"/>
                <a:gd name="connsiteX10" fmla="*/ 29319 w 167678"/>
                <a:gd name="connsiteY10" fmla="*/ 9523 h 139665"/>
                <a:gd name="connsiteX0" fmla="*/ 29319 w 167678"/>
                <a:gd name="connsiteY0" fmla="*/ 9436 h 139578"/>
                <a:gd name="connsiteX1" fmla="*/ 413 w 167678"/>
                <a:gd name="connsiteY1" fmla="*/ 56507 h 139578"/>
                <a:gd name="connsiteX2" fmla="*/ 17227 w 167678"/>
                <a:gd name="connsiteY2" fmla="*/ 117794 h 139578"/>
                <a:gd name="connsiteX3" fmla="*/ 81371 w 167678"/>
                <a:gd name="connsiteY3" fmla="*/ 139107 h 139578"/>
                <a:gd name="connsiteX4" fmla="*/ 130670 w 167678"/>
                <a:gd name="connsiteY4" fmla="*/ 130045 h 139578"/>
                <a:gd name="connsiteX5" fmla="*/ 155953 w 167678"/>
                <a:gd name="connsiteY5" fmla="*/ 101773 h 139578"/>
                <a:gd name="connsiteX6" fmla="*/ 167414 w 167678"/>
                <a:gd name="connsiteY6" fmla="*/ 58070 h 139578"/>
                <a:gd name="connsiteX7" fmla="*/ 145590 w 167678"/>
                <a:gd name="connsiteY7" fmla="*/ 10629 h 139578"/>
                <a:gd name="connsiteX8" fmla="*/ 110200 w 167678"/>
                <a:gd name="connsiteY8" fmla="*/ 550 h 139578"/>
                <a:gd name="connsiteX9" fmla="*/ 64636 w 167678"/>
                <a:gd name="connsiteY9" fmla="*/ 2317 h 139578"/>
                <a:gd name="connsiteX10" fmla="*/ 29319 w 167678"/>
                <a:gd name="connsiteY10" fmla="*/ 9436 h 139578"/>
                <a:gd name="connsiteX0" fmla="*/ 29319 w 167678"/>
                <a:gd name="connsiteY0" fmla="*/ 9854 h 139996"/>
                <a:gd name="connsiteX1" fmla="*/ 413 w 167678"/>
                <a:gd name="connsiteY1" fmla="*/ 56925 h 139996"/>
                <a:gd name="connsiteX2" fmla="*/ 17227 w 167678"/>
                <a:gd name="connsiteY2" fmla="*/ 118212 h 139996"/>
                <a:gd name="connsiteX3" fmla="*/ 81371 w 167678"/>
                <a:gd name="connsiteY3" fmla="*/ 139525 h 139996"/>
                <a:gd name="connsiteX4" fmla="*/ 130670 w 167678"/>
                <a:gd name="connsiteY4" fmla="*/ 130463 h 139996"/>
                <a:gd name="connsiteX5" fmla="*/ 155953 w 167678"/>
                <a:gd name="connsiteY5" fmla="*/ 102191 h 139996"/>
                <a:gd name="connsiteX6" fmla="*/ 167414 w 167678"/>
                <a:gd name="connsiteY6" fmla="*/ 58488 h 139996"/>
                <a:gd name="connsiteX7" fmla="*/ 145590 w 167678"/>
                <a:gd name="connsiteY7" fmla="*/ 11047 h 139996"/>
                <a:gd name="connsiteX8" fmla="*/ 110200 w 167678"/>
                <a:gd name="connsiteY8" fmla="*/ 968 h 139996"/>
                <a:gd name="connsiteX9" fmla="*/ 59422 w 167678"/>
                <a:gd name="connsiteY9" fmla="*/ 1542 h 139996"/>
                <a:gd name="connsiteX10" fmla="*/ 29319 w 167678"/>
                <a:gd name="connsiteY10" fmla="*/ 9854 h 139996"/>
                <a:gd name="connsiteX0" fmla="*/ 29203 w 167562"/>
                <a:gd name="connsiteY0" fmla="*/ 9854 h 140203"/>
                <a:gd name="connsiteX1" fmla="*/ 297 w 167562"/>
                <a:gd name="connsiteY1" fmla="*/ 56925 h 140203"/>
                <a:gd name="connsiteX2" fmla="*/ 18415 w 167562"/>
                <a:gd name="connsiteY2" fmla="*/ 114633 h 140203"/>
                <a:gd name="connsiteX3" fmla="*/ 81255 w 167562"/>
                <a:gd name="connsiteY3" fmla="*/ 139525 h 140203"/>
                <a:gd name="connsiteX4" fmla="*/ 130554 w 167562"/>
                <a:gd name="connsiteY4" fmla="*/ 130463 h 140203"/>
                <a:gd name="connsiteX5" fmla="*/ 155837 w 167562"/>
                <a:gd name="connsiteY5" fmla="*/ 102191 h 140203"/>
                <a:gd name="connsiteX6" fmla="*/ 167298 w 167562"/>
                <a:gd name="connsiteY6" fmla="*/ 58488 h 140203"/>
                <a:gd name="connsiteX7" fmla="*/ 145474 w 167562"/>
                <a:gd name="connsiteY7" fmla="*/ 11047 h 140203"/>
                <a:gd name="connsiteX8" fmla="*/ 110084 w 167562"/>
                <a:gd name="connsiteY8" fmla="*/ 968 h 140203"/>
                <a:gd name="connsiteX9" fmla="*/ 59306 w 167562"/>
                <a:gd name="connsiteY9" fmla="*/ 1542 h 140203"/>
                <a:gd name="connsiteX10" fmla="*/ 29203 w 167562"/>
                <a:gd name="connsiteY10" fmla="*/ 9854 h 140203"/>
                <a:gd name="connsiteX0" fmla="*/ 29165 w 167524"/>
                <a:gd name="connsiteY0" fmla="*/ 9854 h 138033"/>
                <a:gd name="connsiteX1" fmla="*/ 259 w 167524"/>
                <a:gd name="connsiteY1" fmla="*/ 56925 h 138033"/>
                <a:gd name="connsiteX2" fmla="*/ 18377 w 167524"/>
                <a:gd name="connsiteY2" fmla="*/ 114633 h 138033"/>
                <a:gd name="connsiteX3" fmla="*/ 73396 w 167524"/>
                <a:gd name="connsiteY3" fmla="*/ 137139 h 138033"/>
                <a:gd name="connsiteX4" fmla="*/ 130516 w 167524"/>
                <a:gd name="connsiteY4" fmla="*/ 130463 h 138033"/>
                <a:gd name="connsiteX5" fmla="*/ 155799 w 167524"/>
                <a:gd name="connsiteY5" fmla="*/ 102191 h 138033"/>
                <a:gd name="connsiteX6" fmla="*/ 167260 w 167524"/>
                <a:gd name="connsiteY6" fmla="*/ 58488 h 138033"/>
                <a:gd name="connsiteX7" fmla="*/ 145436 w 167524"/>
                <a:gd name="connsiteY7" fmla="*/ 11047 h 138033"/>
                <a:gd name="connsiteX8" fmla="*/ 110046 w 167524"/>
                <a:gd name="connsiteY8" fmla="*/ 968 h 138033"/>
                <a:gd name="connsiteX9" fmla="*/ 59268 w 167524"/>
                <a:gd name="connsiteY9" fmla="*/ 1542 h 138033"/>
                <a:gd name="connsiteX10" fmla="*/ 29165 w 167524"/>
                <a:gd name="connsiteY10" fmla="*/ 9854 h 138033"/>
                <a:gd name="connsiteX0" fmla="*/ 29165 w 167524"/>
                <a:gd name="connsiteY0" fmla="*/ 9854 h 138033"/>
                <a:gd name="connsiteX1" fmla="*/ 259 w 167524"/>
                <a:gd name="connsiteY1" fmla="*/ 56925 h 138033"/>
                <a:gd name="connsiteX2" fmla="*/ 18377 w 167524"/>
                <a:gd name="connsiteY2" fmla="*/ 114633 h 138033"/>
                <a:gd name="connsiteX3" fmla="*/ 73396 w 167524"/>
                <a:gd name="connsiteY3" fmla="*/ 137139 h 138033"/>
                <a:gd name="connsiteX4" fmla="*/ 130516 w 167524"/>
                <a:gd name="connsiteY4" fmla="*/ 130463 h 138033"/>
                <a:gd name="connsiteX5" fmla="*/ 155799 w 167524"/>
                <a:gd name="connsiteY5" fmla="*/ 102191 h 138033"/>
                <a:gd name="connsiteX6" fmla="*/ 167260 w 167524"/>
                <a:gd name="connsiteY6" fmla="*/ 58488 h 138033"/>
                <a:gd name="connsiteX7" fmla="*/ 145436 w 167524"/>
                <a:gd name="connsiteY7" fmla="*/ 11047 h 138033"/>
                <a:gd name="connsiteX8" fmla="*/ 110046 w 167524"/>
                <a:gd name="connsiteY8" fmla="*/ 968 h 138033"/>
                <a:gd name="connsiteX9" fmla="*/ 59268 w 167524"/>
                <a:gd name="connsiteY9" fmla="*/ 1542 h 138033"/>
                <a:gd name="connsiteX10" fmla="*/ 29165 w 167524"/>
                <a:gd name="connsiteY10" fmla="*/ 9854 h 138033"/>
                <a:gd name="connsiteX0" fmla="*/ 29165 w 167633"/>
                <a:gd name="connsiteY0" fmla="*/ 9854 h 138033"/>
                <a:gd name="connsiteX1" fmla="*/ 259 w 167633"/>
                <a:gd name="connsiteY1" fmla="*/ 56925 h 138033"/>
                <a:gd name="connsiteX2" fmla="*/ 18377 w 167633"/>
                <a:gd name="connsiteY2" fmla="*/ 114633 h 138033"/>
                <a:gd name="connsiteX3" fmla="*/ 73396 w 167633"/>
                <a:gd name="connsiteY3" fmla="*/ 137139 h 138033"/>
                <a:gd name="connsiteX4" fmla="*/ 130516 w 167633"/>
                <a:gd name="connsiteY4" fmla="*/ 130463 h 138033"/>
                <a:gd name="connsiteX5" fmla="*/ 157102 w 167633"/>
                <a:gd name="connsiteY5" fmla="*/ 102191 h 138033"/>
                <a:gd name="connsiteX6" fmla="*/ 167260 w 167633"/>
                <a:gd name="connsiteY6" fmla="*/ 58488 h 138033"/>
                <a:gd name="connsiteX7" fmla="*/ 145436 w 167633"/>
                <a:gd name="connsiteY7" fmla="*/ 11047 h 138033"/>
                <a:gd name="connsiteX8" fmla="*/ 110046 w 167633"/>
                <a:gd name="connsiteY8" fmla="*/ 968 h 138033"/>
                <a:gd name="connsiteX9" fmla="*/ 59268 w 167633"/>
                <a:gd name="connsiteY9" fmla="*/ 1542 h 138033"/>
                <a:gd name="connsiteX10" fmla="*/ 29165 w 167633"/>
                <a:gd name="connsiteY10" fmla="*/ 9854 h 13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33" h="138033">
                  <a:moveTo>
                    <a:pt x="29165" y="9854"/>
                  </a:moveTo>
                  <a:cubicBezTo>
                    <a:pt x="19330" y="19084"/>
                    <a:pt x="2057" y="39462"/>
                    <a:pt x="259" y="56925"/>
                  </a:cubicBezTo>
                  <a:cubicBezTo>
                    <a:pt x="-1539" y="74388"/>
                    <a:pt x="6188" y="101264"/>
                    <a:pt x="18377" y="114633"/>
                  </a:cubicBezTo>
                  <a:cubicBezTo>
                    <a:pt x="30567" y="128002"/>
                    <a:pt x="54706" y="134501"/>
                    <a:pt x="73396" y="137139"/>
                  </a:cubicBezTo>
                  <a:cubicBezTo>
                    <a:pt x="92086" y="139777"/>
                    <a:pt x="116565" y="136288"/>
                    <a:pt x="130516" y="130463"/>
                  </a:cubicBezTo>
                  <a:cubicBezTo>
                    <a:pt x="144467" y="124638"/>
                    <a:pt x="150978" y="114187"/>
                    <a:pt x="157102" y="102191"/>
                  </a:cubicBezTo>
                  <a:cubicBezTo>
                    <a:pt x="163226" y="90195"/>
                    <a:pt x="169204" y="73679"/>
                    <a:pt x="167260" y="58488"/>
                  </a:cubicBezTo>
                  <a:cubicBezTo>
                    <a:pt x="165316" y="43297"/>
                    <a:pt x="153373" y="17132"/>
                    <a:pt x="145436" y="11047"/>
                  </a:cubicBezTo>
                  <a:cubicBezTo>
                    <a:pt x="137499" y="4962"/>
                    <a:pt x="124407" y="2552"/>
                    <a:pt x="110046" y="968"/>
                  </a:cubicBezTo>
                  <a:cubicBezTo>
                    <a:pt x="95685" y="-616"/>
                    <a:pt x="69924" y="-138"/>
                    <a:pt x="59268" y="1542"/>
                  </a:cubicBezTo>
                  <a:cubicBezTo>
                    <a:pt x="48612" y="3222"/>
                    <a:pt x="39000" y="624"/>
                    <a:pt x="29165" y="985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57150">
              <a:gradFill flip="none" rotWithShape="1">
                <a:gsLst>
                  <a:gs pos="81000">
                    <a:srgbClr val="321704"/>
                  </a:gs>
                  <a:gs pos="50000">
                    <a:schemeClr val="accent2">
                      <a:lumMod val="50000"/>
                    </a:schemeClr>
                  </a:gs>
                  <a:gs pos="21000">
                    <a:schemeClr val="accent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F33BE19-C4E2-4837-A7DE-5E8C6603857F}"/>
                </a:ext>
              </a:extLst>
            </p:cNvPr>
            <p:cNvSpPr/>
            <p:nvPr/>
          </p:nvSpPr>
          <p:spPr>
            <a:xfrm>
              <a:off x="2290837" y="2978304"/>
              <a:ext cx="47641" cy="4596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711E35E-E021-4DE8-81DD-13F4D8BDFC90}"/>
                </a:ext>
              </a:extLst>
            </p:cNvPr>
            <p:cNvSpPr/>
            <p:nvPr/>
          </p:nvSpPr>
          <p:spPr>
            <a:xfrm>
              <a:off x="2314657" y="2924795"/>
              <a:ext cx="47641" cy="45961"/>
            </a:xfrm>
            <a:prstGeom prst="ellipse">
              <a:avLst/>
            </a:prstGeom>
            <a:gradFill>
              <a:gsLst>
                <a:gs pos="81000">
                  <a:schemeClr val="accent1">
                    <a:lumMod val="40000"/>
                    <a:lumOff val="60000"/>
                  </a:schemeClr>
                </a:gs>
                <a:gs pos="50000">
                  <a:schemeClr val="accent1">
                    <a:lumMod val="20000"/>
                    <a:lumOff val="80000"/>
                  </a:schemeClr>
                </a:gs>
                <a:gs pos="21000">
                  <a:schemeClr val="bg1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1E06E0E-7ECD-46EE-B65F-0FFB75E304D2}"/>
              </a:ext>
            </a:extLst>
          </p:cNvPr>
          <p:cNvGrpSpPr/>
          <p:nvPr/>
        </p:nvGrpSpPr>
        <p:grpSpPr>
          <a:xfrm>
            <a:off x="3707434" y="2376301"/>
            <a:ext cx="1012313" cy="806361"/>
            <a:chOff x="3517993" y="2378465"/>
            <a:chExt cx="1036646" cy="816381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F0244BE-E231-40B7-B0BE-65AA930FCDF3}"/>
                </a:ext>
              </a:extLst>
            </p:cNvPr>
            <p:cNvSpPr/>
            <p:nvPr/>
          </p:nvSpPr>
          <p:spPr>
            <a:xfrm rot="21289200" flipH="1">
              <a:off x="3517993" y="2378465"/>
              <a:ext cx="1036646" cy="281935"/>
            </a:xfrm>
            <a:custGeom>
              <a:avLst/>
              <a:gdLst>
                <a:gd name="connsiteX0" fmla="*/ 1577 w 380133"/>
                <a:gd name="connsiteY0" fmla="*/ 100504 h 105028"/>
                <a:gd name="connsiteX1" fmla="*/ 108257 w 380133"/>
                <a:gd name="connsiteY1" fmla="*/ 9064 h 105028"/>
                <a:gd name="connsiteX2" fmla="*/ 204777 w 380133"/>
                <a:gd name="connsiteY2" fmla="*/ 9064 h 105028"/>
                <a:gd name="connsiteX3" fmla="*/ 352097 w 380133"/>
                <a:gd name="connsiteY3" fmla="*/ 59864 h 105028"/>
                <a:gd name="connsiteX4" fmla="*/ 372417 w 380133"/>
                <a:gd name="connsiteY4" fmla="*/ 80184 h 105028"/>
                <a:gd name="connsiteX5" fmla="*/ 260657 w 380133"/>
                <a:gd name="connsiteY5" fmla="*/ 64944 h 105028"/>
                <a:gd name="connsiteX6" fmla="*/ 179377 w 380133"/>
                <a:gd name="connsiteY6" fmla="*/ 34464 h 105028"/>
                <a:gd name="connsiteX7" fmla="*/ 52377 w 380133"/>
                <a:gd name="connsiteY7" fmla="*/ 85264 h 105028"/>
                <a:gd name="connsiteX8" fmla="*/ 1577 w 380133"/>
                <a:gd name="connsiteY8" fmla="*/ 100504 h 105028"/>
                <a:gd name="connsiteX0" fmla="*/ 1558 w 380114"/>
                <a:gd name="connsiteY0" fmla="*/ 100504 h 104508"/>
                <a:gd name="connsiteX1" fmla="*/ 108238 w 380114"/>
                <a:gd name="connsiteY1" fmla="*/ 9064 h 104508"/>
                <a:gd name="connsiteX2" fmla="*/ 204758 w 380114"/>
                <a:gd name="connsiteY2" fmla="*/ 9064 h 104508"/>
                <a:gd name="connsiteX3" fmla="*/ 352078 w 380114"/>
                <a:gd name="connsiteY3" fmla="*/ 59864 h 104508"/>
                <a:gd name="connsiteX4" fmla="*/ 372398 w 380114"/>
                <a:gd name="connsiteY4" fmla="*/ 80184 h 104508"/>
                <a:gd name="connsiteX5" fmla="*/ 260638 w 380114"/>
                <a:gd name="connsiteY5" fmla="*/ 64944 h 104508"/>
                <a:gd name="connsiteX6" fmla="*/ 155692 w 380114"/>
                <a:gd name="connsiteY6" fmla="*/ 58570 h 104508"/>
                <a:gd name="connsiteX7" fmla="*/ 52358 w 380114"/>
                <a:gd name="connsiteY7" fmla="*/ 85264 h 104508"/>
                <a:gd name="connsiteX8" fmla="*/ 1558 w 380114"/>
                <a:gd name="connsiteY8" fmla="*/ 100504 h 1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0114" h="104508">
                  <a:moveTo>
                    <a:pt x="1558" y="100504"/>
                  </a:moveTo>
                  <a:cubicBezTo>
                    <a:pt x="10871" y="87804"/>
                    <a:pt x="74371" y="24304"/>
                    <a:pt x="108238" y="9064"/>
                  </a:cubicBezTo>
                  <a:cubicBezTo>
                    <a:pt x="142105" y="-6176"/>
                    <a:pt x="164118" y="597"/>
                    <a:pt x="204758" y="9064"/>
                  </a:cubicBezTo>
                  <a:cubicBezTo>
                    <a:pt x="245398" y="17531"/>
                    <a:pt x="324138" y="48011"/>
                    <a:pt x="352078" y="59864"/>
                  </a:cubicBezTo>
                  <a:cubicBezTo>
                    <a:pt x="380018" y="71717"/>
                    <a:pt x="387638" y="79337"/>
                    <a:pt x="372398" y="80184"/>
                  </a:cubicBezTo>
                  <a:cubicBezTo>
                    <a:pt x="357158" y="81031"/>
                    <a:pt x="296756" y="68546"/>
                    <a:pt x="260638" y="64944"/>
                  </a:cubicBezTo>
                  <a:cubicBezTo>
                    <a:pt x="224520" y="61342"/>
                    <a:pt x="190405" y="55183"/>
                    <a:pt x="155692" y="58570"/>
                  </a:cubicBezTo>
                  <a:cubicBezTo>
                    <a:pt x="120979" y="61957"/>
                    <a:pt x="78047" y="78275"/>
                    <a:pt x="52358" y="85264"/>
                  </a:cubicBezTo>
                  <a:cubicBezTo>
                    <a:pt x="26669" y="92253"/>
                    <a:pt x="-7755" y="113204"/>
                    <a:pt x="1558" y="10050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6A51A35-6A26-440E-A844-E209DB54C330}"/>
                </a:ext>
              </a:extLst>
            </p:cNvPr>
            <p:cNvSpPr/>
            <p:nvPr/>
          </p:nvSpPr>
          <p:spPr>
            <a:xfrm rot="21084791" flipH="1">
              <a:off x="3703457" y="2812899"/>
              <a:ext cx="706787" cy="180669"/>
            </a:xfrm>
            <a:custGeom>
              <a:avLst/>
              <a:gdLst>
                <a:gd name="connsiteX0" fmla="*/ 285750 w 285750"/>
                <a:gd name="connsiteY0" fmla="*/ 65818 h 84868"/>
                <a:gd name="connsiteX1" fmla="*/ 219075 w 285750"/>
                <a:gd name="connsiteY1" fmla="*/ 18193 h 84868"/>
                <a:gd name="connsiteX2" fmla="*/ 122238 w 285750"/>
                <a:gd name="connsiteY2" fmla="*/ 3906 h 84868"/>
                <a:gd name="connsiteX3" fmla="*/ 0 w 285750"/>
                <a:gd name="connsiteY3" fmla="*/ 84868 h 84868"/>
                <a:gd name="connsiteX0" fmla="*/ 285750 w 285750"/>
                <a:gd name="connsiteY0" fmla="*/ 54112 h 73162"/>
                <a:gd name="connsiteX1" fmla="*/ 219075 w 285750"/>
                <a:gd name="connsiteY1" fmla="*/ 6487 h 73162"/>
                <a:gd name="connsiteX2" fmla="*/ 106957 w 285750"/>
                <a:gd name="connsiteY2" fmla="*/ 7664 h 73162"/>
                <a:gd name="connsiteX3" fmla="*/ 0 w 285750"/>
                <a:gd name="connsiteY3" fmla="*/ 73162 h 73162"/>
                <a:gd name="connsiteX0" fmla="*/ 285750 w 285750"/>
                <a:gd name="connsiteY0" fmla="*/ 54112 h 73162"/>
                <a:gd name="connsiteX1" fmla="*/ 219075 w 285750"/>
                <a:gd name="connsiteY1" fmla="*/ 6487 h 73162"/>
                <a:gd name="connsiteX2" fmla="*/ 106957 w 285750"/>
                <a:gd name="connsiteY2" fmla="*/ 7664 h 73162"/>
                <a:gd name="connsiteX3" fmla="*/ 0 w 285750"/>
                <a:gd name="connsiteY3" fmla="*/ 73162 h 7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0" h="73162">
                  <a:moveTo>
                    <a:pt x="285750" y="54112"/>
                  </a:moveTo>
                  <a:cubicBezTo>
                    <a:pt x="266038" y="35459"/>
                    <a:pt x="248874" y="14228"/>
                    <a:pt x="219075" y="6487"/>
                  </a:cubicBezTo>
                  <a:cubicBezTo>
                    <a:pt x="189276" y="-1254"/>
                    <a:pt x="143469" y="-3448"/>
                    <a:pt x="106957" y="7664"/>
                  </a:cubicBezTo>
                  <a:cubicBezTo>
                    <a:pt x="70445" y="18776"/>
                    <a:pt x="42863" y="38237"/>
                    <a:pt x="0" y="73162"/>
                  </a:cubicBezTo>
                </a:path>
              </a:pathLst>
            </a:custGeom>
            <a:noFill/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1939B30-BCD5-48B9-AEE5-88B4595713EF}"/>
                </a:ext>
              </a:extLst>
            </p:cNvPr>
            <p:cNvSpPr/>
            <p:nvPr/>
          </p:nvSpPr>
          <p:spPr>
            <a:xfrm rot="21437140" flipH="1">
              <a:off x="3720728" y="2886963"/>
              <a:ext cx="715280" cy="307883"/>
            </a:xfrm>
            <a:custGeom>
              <a:avLst/>
              <a:gdLst>
                <a:gd name="connsiteX0" fmla="*/ 96 w 293337"/>
                <a:gd name="connsiteY0" fmla="*/ 72084 h 113549"/>
                <a:gd name="connsiteX1" fmla="*/ 55659 w 293337"/>
                <a:gd name="connsiteY1" fmla="*/ 35571 h 113549"/>
                <a:gd name="connsiteX2" fmla="*/ 123921 w 293337"/>
                <a:gd name="connsiteY2" fmla="*/ 2234 h 113549"/>
                <a:gd name="connsiteX3" fmla="*/ 217584 w 293337"/>
                <a:gd name="connsiteY3" fmla="*/ 6996 h 113549"/>
                <a:gd name="connsiteX4" fmla="*/ 274734 w 293337"/>
                <a:gd name="connsiteY4" fmla="*/ 38746 h 113549"/>
                <a:gd name="connsiteX5" fmla="*/ 285846 w 293337"/>
                <a:gd name="connsiteY5" fmla="*/ 48271 h 113549"/>
                <a:gd name="connsiteX6" fmla="*/ 289021 w 293337"/>
                <a:gd name="connsiteY6" fmla="*/ 49859 h 113549"/>
                <a:gd name="connsiteX7" fmla="*/ 223934 w 293337"/>
                <a:gd name="connsiteY7" fmla="*/ 102246 h 113549"/>
                <a:gd name="connsiteX8" fmla="*/ 127096 w 293337"/>
                <a:gd name="connsiteY8" fmla="*/ 113359 h 113549"/>
                <a:gd name="connsiteX9" fmla="*/ 44546 w 293337"/>
                <a:gd name="connsiteY9" fmla="*/ 97484 h 113549"/>
                <a:gd name="connsiteX10" fmla="*/ 96 w 293337"/>
                <a:gd name="connsiteY10" fmla="*/ 72084 h 113549"/>
                <a:gd name="connsiteX0" fmla="*/ 96 w 300145"/>
                <a:gd name="connsiteY0" fmla="*/ 72084 h 113464"/>
                <a:gd name="connsiteX1" fmla="*/ 55659 w 300145"/>
                <a:gd name="connsiteY1" fmla="*/ 35571 h 113464"/>
                <a:gd name="connsiteX2" fmla="*/ 123921 w 300145"/>
                <a:gd name="connsiteY2" fmla="*/ 2234 h 113464"/>
                <a:gd name="connsiteX3" fmla="*/ 217584 w 300145"/>
                <a:gd name="connsiteY3" fmla="*/ 6996 h 113464"/>
                <a:gd name="connsiteX4" fmla="*/ 274734 w 300145"/>
                <a:gd name="connsiteY4" fmla="*/ 38746 h 113464"/>
                <a:gd name="connsiteX5" fmla="*/ 285846 w 300145"/>
                <a:gd name="connsiteY5" fmla="*/ 48271 h 113464"/>
                <a:gd name="connsiteX6" fmla="*/ 296959 w 300145"/>
                <a:gd name="connsiteY6" fmla="*/ 64146 h 113464"/>
                <a:gd name="connsiteX7" fmla="*/ 223934 w 300145"/>
                <a:gd name="connsiteY7" fmla="*/ 102246 h 113464"/>
                <a:gd name="connsiteX8" fmla="*/ 127096 w 300145"/>
                <a:gd name="connsiteY8" fmla="*/ 113359 h 113464"/>
                <a:gd name="connsiteX9" fmla="*/ 44546 w 300145"/>
                <a:gd name="connsiteY9" fmla="*/ 97484 h 113464"/>
                <a:gd name="connsiteX10" fmla="*/ 96 w 300145"/>
                <a:gd name="connsiteY10" fmla="*/ 72084 h 113464"/>
                <a:gd name="connsiteX0" fmla="*/ 711 w 300760"/>
                <a:gd name="connsiteY0" fmla="*/ 72084 h 113464"/>
                <a:gd name="connsiteX1" fmla="*/ 56274 w 300760"/>
                <a:gd name="connsiteY1" fmla="*/ 35571 h 113464"/>
                <a:gd name="connsiteX2" fmla="*/ 124536 w 300760"/>
                <a:gd name="connsiteY2" fmla="*/ 2234 h 113464"/>
                <a:gd name="connsiteX3" fmla="*/ 218199 w 300760"/>
                <a:gd name="connsiteY3" fmla="*/ 6996 h 113464"/>
                <a:gd name="connsiteX4" fmla="*/ 275349 w 300760"/>
                <a:gd name="connsiteY4" fmla="*/ 38746 h 113464"/>
                <a:gd name="connsiteX5" fmla="*/ 286461 w 300760"/>
                <a:gd name="connsiteY5" fmla="*/ 48271 h 113464"/>
                <a:gd name="connsiteX6" fmla="*/ 297574 w 300760"/>
                <a:gd name="connsiteY6" fmla="*/ 64146 h 113464"/>
                <a:gd name="connsiteX7" fmla="*/ 224549 w 300760"/>
                <a:gd name="connsiteY7" fmla="*/ 102246 h 113464"/>
                <a:gd name="connsiteX8" fmla="*/ 127711 w 300760"/>
                <a:gd name="connsiteY8" fmla="*/ 113359 h 113464"/>
                <a:gd name="connsiteX9" fmla="*/ 45161 w 300760"/>
                <a:gd name="connsiteY9" fmla="*/ 97484 h 113464"/>
                <a:gd name="connsiteX10" fmla="*/ 26111 w 300760"/>
                <a:gd name="connsiteY10" fmla="*/ 87959 h 113464"/>
                <a:gd name="connsiteX11" fmla="*/ 711 w 300760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44830 w 300429"/>
                <a:gd name="connsiteY9" fmla="*/ 97484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67055 w 300429"/>
                <a:gd name="connsiteY9" fmla="*/ 100659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67055 w 300429"/>
                <a:gd name="connsiteY9" fmla="*/ 100659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1609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298047"/>
                <a:gd name="connsiteY0" fmla="*/ 72084 h 118178"/>
                <a:gd name="connsiteX1" fmla="*/ 55943 w 298047"/>
                <a:gd name="connsiteY1" fmla="*/ 35571 h 118178"/>
                <a:gd name="connsiteX2" fmla="*/ 124205 w 298047"/>
                <a:gd name="connsiteY2" fmla="*/ 2234 h 118178"/>
                <a:gd name="connsiteX3" fmla="*/ 217868 w 298047"/>
                <a:gd name="connsiteY3" fmla="*/ 6996 h 118178"/>
                <a:gd name="connsiteX4" fmla="*/ 275018 w 298047"/>
                <a:gd name="connsiteY4" fmla="*/ 38746 h 118178"/>
                <a:gd name="connsiteX5" fmla="*/ 263905 w 298047"/>
                <a:gd name="connsiteY5" fmla="*/ 33983 h 118178"/>
                <a:gd name="connsiteX6" fmla="*/ 297243 w 298047"/>
                <a:gd name="connsiteY6" fmla="*/ 64146 h 118178"/>
                <a:gd name="connsiteX7" fmla="*/ 224218 w 298047"/>
                <a:gd name="connsiteY7" fmla="*/ 102246 h 118178"/>
                <a:gd name="connsiteX8" fmla="*/ 152780 w 298047"/>
                <a:gd name="connsiteY8" fmla="*/ 118122 h 118178"/>
                <a:gd name="connsiteX9" fmla="*/ 67055 w 298047"/>
                <a:gd name="connsiteY9" fmla="*/ 100659 h 118178"/>
                <a:gd name="connsiteX10" fmla="*/ 32130 w 298047"/>
                <a:gd name="connsiteY10" fmla="*/ 89546 h 118178"/>
                <a:gd name="connsiteX11" fmla="*/ 380 w 298047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6683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6683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298047"/>
                <a:gd name="connsiteY0" fmla="*/ 72084 h 118178"/>
                <a:gd name="connsiteX1" fmla="*/ 55943 w 298047"/>
                <a:gd name="connsiteY1" fmla="*/ 35571 h 118178"/>
                <a:gd name="connsiteX2" fmla="*/ 124205 w 298047"/>
                <a:gd name="connsiteY2" fmla="*/ 2234 h 118178"/>
                <a:gd name="connsiteX3" fmla="*/ 217868 w 298047"/>
                <a:gd name="connsiteY3" fmla="*/ 6996 h 118178"/>
                <a:gd name="connsiteX4" fmla="*/ 275018 w 298047"/>
                <a:gd name="connsiteY4" fmla="*/ 38746 h 118178"/>
                <a:gd name="connsiteX5" fmla="*/ 263905 w 298047"/>
                <a:gd name="connsiteY5" fmla="*/ 29220 h 118178"/>
                <a:gd name="connsiteX6" fmla="*/ 297243 w 298047"/>
                <a:gd name="connsiteY6" fmla="*/ 64146 h 118178"/>
                <a:gd name="connsiteX7" fmla="*/ 224218 w 298047"/>
                <a:gd name="connsiteY7" fmla="*/ 102246 h 118178"/>
                <a:gd name="connsiteX8" fmla="*/ 152780 w 298047"/>
                <a:gd name="connsiteY8" fmla="*/ 118122 h 118178"/>
                <a:gd name="connsiteX9" fmla="*/ 67055 w 298047"/>
                <a:gd name="connsiteY9" fmla="*/ 100659 h 118178"/>
                <a:gd name="connsiteX10" fmla="*/ 32130 w 298047"/>
                <a:gd name="connsiteY10" fmla="*/ 89546 h 118178"/>
                <a:gd name="connsiteX11" fmla="*/ 380 w 298047"/>
                <a:gd name="connsiteY11" fmla="*/ 72084 h 118178"/>
                <a:gd name="connsiteX0" fmla="*/ 380 w 297469"/>
                <a:gd name="connsiteY0" fmla="*/ 72084 h 118178"/>
                <a:gd name="connsiteX1" fmla="*/ 55943 w 297469"/>
                <a:gd name="connsiteY1" fmla="*/ 35571 h 118178"/>
                <a:gd name="connsiteX2" fmla="*/ 124205 w 297469"/>
                <a:gd name="connsiteY2" fmla="*/ 2234 h 118178"/>
                <a:gd name="connsiteX3" fmla="*/ 217868 w 297469"/>
                <a:gd name="connsiteY3" fmla="*/ 6996 h 118178"/>
                <a:gd name="connsiteX4" fmla="*/ 275018 w 297469"/>
                <a:gd name="connsiteY4" fmla="*/ 38746 h 118178"/>
                <a:gd name="connsiteX5" fmla="*/ 248030 w 297469"/>
                <a:gd name="connsiteY5" fmla="*/ 19695 h 118178"/>
                <a:gd name="connsiteX6" fmla="*/ 297243 w 297469"/>
                <a:gd name="connsiteY6" fmla="*/ 64146 h 118178"/>
                <a:gd name="connsiteX7" fmla="*/ 224218 w 297469"/>
                <a:gd name="connsiteY7" fmla="*/ 102246 h 118178"/>
                <a:gd name="connsiteX8" fmla="*/ 152780 w 297469"/>
                <a:gd name="connsiteY8" fmla="*/ 118122 h 118178"/>
                <a:gd name="connsiteX9" fmla="*/ 67055 w 297469"/>
                <a:gd name="connsiteY9" fmla="*/ 100659 h 118178"/>
                <a:gd name="connsiteX10" fmla="*/ 32130 w 297469"/>
                <a:gd name="connsiteY10" fmla="*/ 89546 h 118178"/>
                <a:gd name="connsiteX11" fmla="*/ 380 w 297469"/>
                <a:gd name="connsiteY11" fmla="*/ 72084 h 118178"/>
                <a:gd name="connsiteX0" fmla="*/ 380 w 297467"/>
                <a:gd name="connsiteY0" fmla="*/ 72142 h 118236"/>
                <a:gd name="connsiteX1" fmla="*/ 55943 w 297467"/>
                <a:gd name="connsiteY1" fmla="*/ 35629 h 118236"/>
                <a:gd name="connsiteX2" fmla="*/ 124205 w 297467"/>
                <a:gd name="connsiteY2" fmla="*/ 2292 h 118236"/>
                <a:gd name="connsiteX3" fmla="*/ 217868 w 297467"/>
                <a:gd name="connsiteY3" fmla="*/ 7054 h 118236"/>
                <a:gd name="connsiteX4" fmla="*/ 278193 w 297467"/>
                <a:gd name="connsiteY4" fmla="*/ 40391 h 118236"/>
                <a:gd name="connsiteX5" fmla="*/ 248030 w 297467"/>
                <a:gd name="connsiteY5" fmla="*/ 19753 h 118236"/>
                <a:gd name="connsiteX6" fmla="*/ 297243 w 297467"/>
                <a:gd name="connsiteY6" fmla="*/ 64204 h 118236"/>
                <a:gd name="connsiteX7" fmla="*/ 224218 w 297467"/>
                <a:gd name="connsiteY7" fmla="*/ 102304 h 118236"/>
                <a:gd name="connsiteX8" fmla="*/ 152780 w 297467"/>
                <a:gd name="connsiteY8" fmla="*/ 118180 h 118236"/>
                <a:gd name="connsiteX9" fmla="*/ 67055 w 297467"/>
                <a:gd name="connsiteY9" fmla="*/ 100717 h 118236"/>
                <a:gd name="connsiteX10" fmla="*/ 32130 w 297467"/>
                <a:gd name="connsiteY10" fmla="*/ 89604 h 118236"/>
                <a:gd name="connsiteX11" fmla="*/ 380 w 297467"/>
                <a:gd name="connsiteY11" fmla="*/ 72142 h 118236"/>
                <a:gd name="connsiteX0" fmla="*/ 380 w 297467"/>
                <a:gd name="connsiteY0" fmla="*/ 72142 h 118236"/>
                <a:gd name="connsiteX1" fmla="*/ 55943 w 297467"/>
                <a:gd name="connsiteY1" fmla="*/ 35629 h 118236"/>
                <a:gd name="connsiteX2" fmla="*/ 124205 w 297467"/>
                <a:gd name="connsiteY2" fmla="*/ 2292 h 118236"/>
                <a:gd name="connsiteX3" fmla="*/ 217868 w 297467"/>
                <a:gd name="connsiteY3" fmla="*/ 7054 h 118236"/>
                <a:gd name="connsiteX4" fmla="*/ 278193 w 297467"/>
                <a:gd name="connsiteY4" fmla="*/ 40391 h 118236"/>
                <a:gd name="connsiteX5" fmla="*/ 248030 w 297467"/>
                <a:gd name="connsiteY5" fmla="*/ 19753 h 118236"/>
                <a:gd name="connsiteX6" fmla="*/ 297243 w 297467"/>
                <a:gd name="connsiteY6" fmla="*/ 64204 h 118236"/>
                <a:gd name="connsiteX7" fmla="*/ 224218 w 297467"/>
                <a:gd name="connsiteY7" fmla="*/ 102304 h 118236"/>
                <a:gd name="connsiteX8" fmla="*/ 152780 w 297467"/>
                <a:gd name="connsiteY8" fmla="*/ 118180 h 118236"/>
                <a:gd name="connsiteX9" fmla="*/ 67055 w 297467"/>
                <a:gd name="connsiteY9" fmla="*/ 100717 h 118236"/>
                <a:gd name="connsiteX10" fmla="*/ 32130 w 297467"/>
                <a:gd name="connsiteY10" fmla="*/ 89604 h 118236"/>
                <a:gd name="connsiteX11" fmla="*/ 380 w 297467"/>
                <a:gd name="connsiteY11" fmla="*/ 72142 h 118236"/>
                <a:gd name="connsiteX0" fmla="*/ 380 w 297467"/>
                <a:gd name="connsiteY0" fmla="*/ 76481 h 122575"/>
                <a:gd name="connsiteX1" fmla="*/ 55943 w 297467"/>
                <a:gd name="connsiteY1" fmla="*/ 39968 h 122575"/>
                <a:gd name="connsiteX2" fmla="*/ 124205 w 297467"/>
                <a:gd name="connsiteY2" fmla="*/ 6631 h 122575"/>
                <a:gd name="connsiteX3" fmla="*/ 170243 w 297467"/>
                <a:gd name="connsiteY3" fmla="*/ 281 h 122575"/>
                <a:gd name="connsiteX4" fmla="*/ 217868 w 297467"/>
                <a:gd name="connsiteY4" fmla="*/ 11393 h 122575"/>
                <a:gd name="connsiteX5" fmla="*/ 278193 w 297467"/>
                <a:gd name="connsiteY5" fmla="*/ 44730 h 122575"/>
                <a:gd name="connsiteX6" fmla="*/ 248030 w 297467"/>
                <a:gd name="connsiteY6" fmla="*/ 24092 h 122575"/>
                <a:gd name="connsiteX7" fmla="*/ 297243 w 297467"/>
                <a:gd name="connsiteY7" fmla="*/ 68543 h 122575"/>
                <a:gd name="connsiteX8" fmla="*/ 224218 w 297467"/>
                <a:gd name="connsiteY8" fmla="*/ 106643 h 122575"/>
                <a:gd name="connsiteX9" fmla="*/ 152780 w 297467"/>
                <a:gd name="connsiteY9" fmla="*/ 122519 h 122575"/>
                <a:gd name="connsiteX10" fmla="*/ 67055 w 297467"/>
                <a:gd name="connsiteY10" fmla="*/ 105056 h 122575"/>
                <a:gd name="connsiteX11" fmla="*/ 32130 w 297467"/>
                <a:gd name="connsiteY11" fmla="*/ 93943 h 122575"/>
                <a:gd name="connsiteX12" fmla="*/ 380 w 297467"/>
                <a:gd name="connsiteY12" fmla="*/ 76481 h 122575"/>
                <a:gd name="connsiteX0" fmla="*/ 380 w 297467"/>
                <a:gd name="connsiteY0" fmla="*/ 76293 h 122387"/>
                <a:gd name="connsiteX1" fmla="*/ 55943 w 297467"/>
                <a:gd name="connsiteY1" fmla="*/ 39780 h 122387"/>
                <a:gd name="connsiteX2" fmla="*/ 79755 w 297467"/>
                <a:gd name="connsiteY2" fmla="*/ 15969 h 122387"/>
                <a:gd name="connsiteX3" fmla="*/ 124205 w 297467"/>
                <a:gd name="connsiteY3" fmla="*/ 6443 h 122387"/>
                <a:gd name="connsiteX4" fmla="*/ 170243 w 297467"/>
                <a:gd name="connsiteY4" fmla="*/ 93 h 122387"/>
                <a:gd name="connsiteX5" fmla="*/ 217868 w 297467"/>
                <a:gd name="connsiteY5" fmla="*/ 11205 h 122387"/>
                <a:gd name="connsiteX6" fmla="*/ 278193 w 297467"/>
                <a:gd name="connsiteY6" fmla="*/ 44542 h 122387"/>
                <a:gd name="connsiteX7" fmla="*/ 248030 w 297467"/>
                <a:gd name="connsiteY7" fmla="*/ 23904 h 122387"/>
                <a:gd name="connsiteX8" fmla="*/ 297243 w 297467"/>
                <a:gd name="connsiteY8" fmla="*/ 68355 h 122387"/>
                <a:gd name="connsiteX9" fmla="*/ 224218 w 297467"/>
                <a:gd name="connsiteY9" fmla="*/ 106455 h 122387"/>
                <a:gd name="connsiteX10" fmla="*/ 152780 w 297467"/>
                <a:gd name="connsiteY10" fmla="*/ 122331 h 122387"/>
                <a:gd name="connsiteX11" fmla="*/ 67055 w 297467"/>
                <a:gd name="connsiteY11" fmla="*/ 104868 h 122387"/>
                <a:gd name="connsiteX12" fmla="*/ 32130 w 297467"/>
                <a:gd name="connsiteY12" fmla="*/ 93755 h 122387"/>
                <a:gd name="connsiteX13" fmla="*/ 380 w 297467"/>
                <a:gd name="connsiteY13" fmla="*/ 76293 h 122387"/>
                <a:gd name="connsiteX0" fmla="*/ 380 w 297467"/>
                <a:gd name="connsiteY0" fmla="*/ 76293 h 122387"/>
                <a:gd name="connsiteX1" fmla="*/ 55943 w 297467"/>
                <a:gd name="connsiteY1" fmla="*/ 39780 h 122387"/>
                <a:gd name="connsiteX2" fmla="*/ 79755 w 297467"/>
                <a:gd name="connsiteY2" fmla="*/ 15969 h 122387"/>
                <a:gd name="connsiteX3" fmla="*/ 124205 w 297467"/>
                <a:gd name="connsiteY3" fmla="*/ 6443 h 122387"/>
                <a:gd name="connsiteX4" fmla="*/ 170243 w 297467"/>
                <a:gd name="connsiteY4" fmla="*/ 93 h 122387"/>
                <a:gd name="connsiteX5" fmla="*/ 217868 w 297467"/>
                <a:gd name="connsiteY5" fmla="*/ 11205 h 122387"/>
                <a:gd name="connsiteX6" fmla="*/ 278193 w 297467"/>
                <a:gd name="connsiteY6" fmla="*/ 44542 h 122387"/>
                <a:gd name="connsiteX7" fmla="*/ 248030 w 297467"/>
                <a:gd name="connsiteY7" fmla="*/ 23904 h 122387"/>
                <a:gd name="connsiteX8" fmla="*/ 297243 w 297467"/>
                <a:gd name="connsiteY8" fmla="*/ 68355 h 122387"/>
                <a:gd name="connsiteX9" fmla="*/ 224218 w 297467"/>
                <a:gd name="connsiteY9" fmla="*/ 106455 h 122387"/>
                <a:gd name="connsiteX10" fmla="*/ 152780 w 297467"/>
                <a:gd name="connsiteY10" fmla="*/ 122331 h 122387"/>
                <a:gd name="connsiteX11" fmla="*/ 67055 w 297467"/>
                <a:gd name="connsiteY11" fmla="*/ 104868 h 122387"/>
                <a:gd name="connsiteX12" fmla="*/ 32130 w 297467"/>
                <a:gd name="connsiteY12" fmla="*/ 93755 h 122387"/>
                <a:gd name="connsiteX13" fmla="*/ 380 w 297467"/>
                <a:gd name="connsiteY13" fmla="*/ 76293 h 122387"/>
                <a:gd name="connsiteX0" fmla="*/ 380 w 297467"/>
                <a:gd name="connsiteY0" fmla="*/ 77573 h 123667"/>
                <a:gd name="connsiteX1" fmla="*/ 55943 w 297467"/>
                <a:gd name="connsiteY1" fmla="*/ 41060 h 123667"/>
                <a:gd name="connsiteX2" fmla="*/ 79755 w 297467"/>
                <a:gd name="connsiteY2" fmla="*/ 17249 h 123667"/>
                <a:gd name="connsiteX3" fmla="*/ 122617 w 297467"/>
                <a:gd name="connsiteY3" fmla="*/ 1373 h 123667"/>
                <a:gd name="connsiteX4" fmla="*/ 170243 w 297467"/>
                <a:gd name="connsiteY4" fmla="*/ 1373 h 123667"/>
                <a:gd name="connsiteX5" fmla="*/ 217868 w 297467"/>
                <a:gd name="connsiteY5" fmla="*/ 12485 h 123667"/>
                <a:gd name="connsiteX6" fmla="*/ 278193 w 297467"/>
                <a:gd name="connsiteY6" fmla="*/ 45822 h 123667"/>
                <a:gd name="connsiteX7" fmla="*/ 248030 w 297467"/>
                <a:gd name="connsiteY7" fmla="*/ 25184 h 123667"/>
                <a:gd name="connsiteX8" fmla="*/ 297243 w 297467"/>
                <a:gd name="connsiteY8" fmla="*/ 69635 h 123667"/>
                <a:gd name="connsiteX9" fmla="*/ 224218 w 297467"/>
                <a:gd name="connsiteY9" fmla="*/ 107735 h 123667"/>
                <a:gd name="connsiteX10" fmla="*/ 152780 w 297467"/>
                <a:gd name="connsiteY10" fmla="*/ 123611 h 123667"/>
                <a:gd name="connsiteX11" fmla="*/ 67055 w 297467"/>
                <a:gd name="connsiteY11" fmla="*/ 106148 h 123667"/>
                <a:gd name="connsiteX12" fmla="*/ 32130 w 297467"/>
                <a:gd name="connsiteY12" fmla="*/ 95035 h 123667"/>
                <a:gd name="connsiteX13" fmla="*/ 380 w 297467"/>
                <a:gd name="connsiteY13" fmla="*/ 77573 h 123667"/>
                <a:gd name="connsiteX0" fmla="*/ 336 w 297423"/>
                <a:gd name="connsiteY0" fmla="*/ 77573 h 123667"/>
                <a:gd name="connsiteX1" fmla="*/ 54312 w 297423"/>
                <a:gd name="connsiteY1" fmla="*/ 37885 h 123667"/>
                <a:gd name="connsiteX2" fmla="*/ 79711 w 297423"/>
                <a:gd name="connsiteY2" fmla="*/ 17249 h 123667"/>
                <a:gd name="connsiteX3" fmla="*/ 122573 w 297423"/>
                <a:gd name="connsiteY3" fmla="*/ 1373 h 123667"/>
                <a:gd name="connsiteX4" fmla="*/ 170199 w 297423"/>
                <a:gd name="connsiteY4" fmla="*/ 1373 h 123667"/>
                <a:gd name="connsiteX5" fmla="*/ 217824 w 297423"/>
                <a:gd name="connsiteY5" fmla="*/ 12485 h 123667"/>
                <a:gd name="connsiteX6" fmla="*/ 278149 w 297423"/>
                <a:gd name="connsiteY6" fmla="*/ 45822 h 123667"/>
                <a:gd name="connsiteX7" fmla="*/ 247986 w 297423"/>
                <a:gd name="connsiteY7" fmla="*/ 25184 h 123667"/>
                <a:gd name="connsiteX8" fmla="*/ 297199 w 297423"/>
                <a:gd name="connsiteY8" fmla="*/ 69635 h 123667"/>
                <a:gd name="connsiteX9" fmla="*/ 224174 w 297423"/>
                <a:gd name="connsiteY9" fmla="*/ 107735 h 123667"/>
                <a:gd name="connsiteX10" fmla="*/ 152736 w 297423"/>
                <a:gd name="connsiteY10" fmla="*/ 123611 h 123667"/>
                <a:gd name="connsiteX11" fmla="*/ 67011 w 297423"/>
                <a:gd name="connsiteY11" fmla="*/ 106148 h 123667"/>
                <a:gd name="connsiteX12" fmla="*/ 32086 w 297423"/>
                <a:gd name="connsiteY12" fmla="*/ 95035 h 123667"/>
                <a:gd name="connsiteX13" fmla="*/ 336 w 297423"/>
                <a:gd name="connsiteY13" fmla="*/ 77573 h 123667"/>
                <a:gd name="connsiteX0" fmla="*/ 336 w 297423"/>
                <a:gd name="connsiteY0" fmla="*/ 77573 h 123667"/>
                <a:gd name="connsiteX1" fmla="*/ 54312 w 297423"/>
                <a:gd name="connsiteY1" fmla="*/ 37885 h 123667"/>
                <a:gd name="connsiteX2" fmla="*/ 79711 w 297423"/>
                <a:gd name="connsiteY2" fmla="*/ 17249 h 123667"/>
                <a:gd name="connsiteX3" fmla="*/ 122573 w 297423"/>
                <a:gd name="connsiteY3" fmla="*/ 1373 h 123667"/>
                <a:gd name="connsiteX4" fmla="*/ 170199 w 297423"/>
                <a:gd name="connsiteY4" fmla="*/ 1373 h 123667"/>
                <a:gd name="connsiteX5" fmla="*/ 217824 w 297423"/>
                <a:gd name="connsiteY5" fmla="*/ 12485 h 123667"/>
                <a:gd name="connsiteX6" fmla="*/ 278149 w 297423"/>
                <a:gd name="connsiteY6" fmla="*/ 45822 h 123667"/>
                <a:gd name="connsiteX7" fmla="*/ 247986 w 297423"/>
                <a:gd name="connsiteY7" fmla="*/ 25184 h 123667"/>
                <a:gd name="connsiteX8" fmla="*/ 297199 w 297423"/>
                <a:gd name="connsiteY8" fmla="*/ 69635 h 123667"/>
                <a:gd name="connsiteX9" fmla="*/ 224174 w 297423"/>
                <a:gd name="connsiteY9" fmla="*/ 107735 h 123667"/>
                <a:gd name="connsiteX10" fmla="*/ 152736 w 297423"/>
                <a:gd name="connsiteY10" fmla="*/ 123611 h 123667"/>
                <a:gd name="connsiteX11" fmla="*/ 67011 w 297423"/>
                <a:gd name="connsiteY11" fmla="*/ 106148 h 123667"/>
                <a:gd name="connsiteX12" fmla="*/ 32086 w 297423"/>
                <a:gd name="connsiteY12" fmla="*/ 95035 h 123667"/>
                <a:gd name="connsiteX13" fmla="*/ 336 w 297423"/>
                <a:gd name="connsiteY13" fmla="*/ 77573 h 123667"/>
                <a:gd name="connsiteX0" fmla="*/ 336 w 297423"/>
                <a:gd name="connsiteY0" fmla="*/ 78504 h 124598"/>
                <a:gd name="connsiteX1" fmla="*/ 54312 w 297423"/>
                <a:gd name="connsiteY1" fmla="*/ 38816 h 124598"/>
                <a:gd name="connsiteX2" fmla="*/ 57486 w 297423"/>
                <a:gd name="connsiteY2" fmla="*/ 30880 h 124598"/>
                <a:gd name="connsiteX3" fmla="*/ 122573 w 297423"/>
                <a:gd name="connsiteY3" fmla="*/ 2304 h 124598"/>
                <a:gd name="connsiteX4" fmla="*/ 170199 w 297423"/>
                <a:gd name="connsiteY4" fmla="*/ 2304 h 124598"/>
                <a:gd name="connsiteX5" fmla="*/ 217824 w 297423"/>
                <a:gd name="connsiteY5" fmla="*/ 13416 h 124598"/>
                <a:gd name="connsiteX6" fmla="*/ 278149 w 297423"/>
                <a:gd name="connsiteY6" fmla="*/ 46753 h 124598"/>
                <a:gd name="connsiteX7" fmla="*/ 247986 w 297423"/>
                <a:gd name="connsiteY7" fmla="*/ 26115 h 124598"/>
                <a:gd name="connsiteX8" fmla="*/ 297199 w 297423"/>
                <a:gd name="connsiteY8" fmla="*/ 70566 h 124598"/>
                <a:gd name="connsiteX9" fmla="*/ 224174 w 297423"/>
                <a:gd name="connsiteY9" fmla="*/ 108666 h 124598"/>
                <a:gd name="connsiteX10" fmla="*/ 152736 w 297423"/>
                <a:gd name="connsiteY10" fmla="*/ 124542 h 124598"/>
                <a:gd name="connsiteX11" fmla="*/ 67011 w 297423"/>
                <a:gd name="connsiteY11" fmla="*/ 107079 h 124598"/>
                <a:gd name="connsiteX12" fmla="*/ 32086 w 297423"/>
                <a:gd name="connsiteY12" fmla="*/ 95966 h 124598"/>
                <a:gd name="connsiteX13" fmla="*/ 336 w 297423"/>
                <a:gd name="connsiteY13" fmla="*/ 78504 h 124598"/>
                <a:gd name="connsiteX0" fmla="*/ 336 w 297423"/>
                <a:gd name="connsiteY0" fmla="*/ 80615 h 126709"/>
                <a:gd name="connsiteX1" fmla="*/ 54312 w 297423"/>
                <a:gd name="connsiteY1" fmla="*/ 40927 h 126709"/>
                <a:gd name="connsiteX2" fmla="*/ 57486 w 297423"/>
                <a:gd name="connsiteY2" fmla="*/ 32991 h 126709"/>
                <a:gd name="connsiteX3" fmla="*/ 122573 w 297423"/>
                <a:gd name="connsiteY3" fmla="*/ 4415 h 126709"/>
                <a:gd name="connsiteX4" fmla="*/ 170199 w 297423"/>
                <a:gd name="connsiteY4" fmla="*/ 4415 h 126709"/>
                <a:gd name="connsiteX5" fmla="*/ 217824 w 297423"/>
                <a:gd name="connsiteY5" fmla="*/ 15527 h 126709"/>
                <a:gd name="connsiteX6" fmla="*/ 278149 w 297423"/>
                <a:gd name="connsiteY6" fmla="*/ 48864 h 126709"/>
                <a:gd name="connsiteX7" fmla="*/ 247986 w 297423"/>
                <a:gd name="connsiteY7" fmla="*/ 28226 h 126709"/>
                <a:gd name="connsiteX8" fmla="*/ 297199 w 297423"/>
                <a:gd name="connsiteY8" fmla="*/ 72677 h 126709"/>
                <a:gd name="connsiteX9" fmla="*/ 224174 w 297423"/>
                <a:gd name="connsiteY9" fmla="*/ 110777 h 126709"/>
                <a:gd name="connsiteX10" fmla="*/ 152736 w 297423"/>
                <a:gd name="connsiteY10" fmla="*/ 126653 h 126709"/>
                <a:gd name="connsiteX11" fmla="*/ 67011 w 297423"/>
                <a:gd name="connsiteY11" fmla="*/ 109190 h 126709"/>
                <a:gd name="connsiteX12" fmla="*/ 32086 w 297423"/>
                <a:gd name="connsiteY12" fmla="*/ 98077 h 126709"/>
                <a:gd name="connsiteX13" fmla="*/ 336 w 297423"/>
                <a:gd name="connsiteY13" fmla="*/ 80615 h 126709"/>
                <a:gd name="connsiteX0" fmla="*/ 336 w 297423"/>
                <a:gd name="connsiteY0" fmla="*/ 81014 h 127108"/>
                <a:gd name="connsiteX1" fmla="*/ 54312 w 297423"/>
                <a:gd name="connsiteY1" fmla="*/ 41326 h 127108"/>
                <a:gd name="connsiteX2" fmla="*/ 57486 w 297423"/>
                <a:gd name="connsiteY2" fmla="*/ 33390 h 127108"/>
                <a:gd name="connsiteX3" fmla="*/ 122573 w 297423"/>
                <a:gd name="connsiteY3" fmla="*/ 4814 h 127108"/>
                <a:gd name="connsiteX4" fmla="*/ 170199 w 297423"/>
                <a:gd name="connsiteY4" fmla="*/ 4814 h 127108"/>
                <a:gd name="connsiteX5" fmla="*/ 217824 w 297423"/>
                <a:gd name="connsiteY5" fmla="*/ 15926 h 127108"/>
                <a:gd name="connsiteX6" fmla="*/ 278149 w 297423"/>
                <a:gd name="connsiteY6" fmla="*/ 49263 h 127108"/>
                <a:gd name="connsiteX7" fmla="*/ 247986 w 297423"/>
                <a:gd name="connsiteY7" fmla="*/ 28625 h 127108"/>
                <a:gd name="connsiteX8" fmla="*/ 297199 w 297423"/>
                <a:gd name="connsiteY8" fmla="*/ 73076 h 127108"/>
                <a:gd name="connsiteX9" fmla="*/ 224174 w 297423"/>
                <a:gd name="connsiteY9" fmla="*/ 111176 h 127108"/>
                <a:gd name="connsiteX10" fmla="*/ 152736 w 297423"/>
                <a:gd name="connsiteY10" fmla="*/ 127052 h 127108"/>
                <a:gd name="connsiteX11" fmla="*/ 67011 w 297423"/>
                <a:gd name="connsiteY11" fmla="*/ 109589 h 127108"/>
                <a:gd name="connsiteX12" fmla="*/ 32086 w 297423"/>
                <a:gd name="connsiteY12" fmla="*/ 98476 h 127108"/>
                <a:gd name="connsiteX13" fmla="*/ 336 w 297423"/>
                <a:gd name="connsiteY13" fmla="*/ 81014 h 127108"/>
                <a:gd name="connsiteX0" fmla="*/ 336 w 297423"/>
                <a:gd name="connsiteY0" fmla="*/ 78190 h 124284"/>
                <a:gd name="connsiteX1" fmla="*/ 54312 w 297423"/>
                <a:gd name="connsiteY1" fmla="*/ 38502 h 124284"/>
                <a:gd name="connsiteX2" fmla="*/ 79711 w 297423"/>
                <a:gd name="connsiteY2" fmla="*/ 19453 h 124284"/>
                <a:gd name="connsiteX3" fmla="*/ 122573 w 297423"/>
                <a:gd name="connsiteY3" fmla="*/ 1990 h 124284"/>
                <a:gd name="connsiteX4" fmla="*/ 170199 w 297423"/>
                <a:gd name="connsiteY4" fmla="*/ 1990 h 124284"/>
                <a:gd name="connsiteX5" fmla="*/ 217824 w 297423"/>
                <a:gd name="connsiteY5" fmla="*/ 13102 h 124284"/>
                <a:gd name="connsiteX6" fmla="*/ 278149 w 297423"/>
                <a:gd name="connsiteY6" fmla="*/ 46439 h 124284"/>
                <a:gd name="connsiteX7" fmla="*/ 247986 w 297423"/>
                <a:gd name="connsiteY7" fmla="*/ 25801 h 124284"/>
                <a:gd name="connsiteX8" fmla="*/ 297199 w 297423"/>
                <a:gd name="connsiteY8" fmla="*/ 70252 h 124284"/>
                <a:gd name="connsiteX9" fmla="*/ 224174 w 297423"/>
                <a:gd name="connsiteY9" fmla="*/ 108352 h 124284"/>
                <a:gd name="connsiteX10" fmla="*/ 152736 w 297423"/>
                <a:gd name="connsiteY10" fmla="*/ 124228 h 124284"/>
                <a:gd name="connsiteX11" fmla="*/ 67011 w 297423"/>
                <a:gd name="connsiteY11" fmla="*/ 106765 h 124284"/>
                <a:gd name="connsiteX12" fmla="*/ 32086 w 297423"/>
                <a:gd name="connsiteY12" fmla="*/ 95652 h 124284"/>
                <a:gd name="connsiteX13" fmla="*/ 336 w 297423"/>
                <a:gd name="connsiteY13" fmla="*/ 78190 h 124284"/>
                <a:gd name="connsiteX0" fmla="*/ 94 w 297181"/>
                <a:gd name="connsiteY0" fmla="*/ 78190 h 124284"/>
                <a:gd name="connsiteX1" fmla="*/ 42958 w 297181"/>
                <a:gd name="connsiteY1" fmla="*/ 40089 h 124284"/>
                <a:gd name="connsiteX2" fmla="*/ 79469 w 297181"/>
                <a:gd name="connsiteY2" fmla="*/ 19453 h 124284"/>
                <a:gd name="connsiteX3" fmla="*/ 122331 w 297181"/>
                <a:gd name="connsiteY3" fmla="*/ 1990 h 124284"/>
                <a:gd name="connsiteX4" fmla="*/ 169957 w 297181"/>
                <a:gd name="connsiteY4" fmla="*/ 1990 h 124284"/>
                <a:gd name="connsiteX5" fmla="*/ 217582 w 297181"/>
                <a:gd name="connsiteY5" fmla="*/ 13102 h 124284"/>
                <a:gd name="connsiteX6" fmla="*/ 277907 w 297181"/>
                <a:gd name="connsiteY6" fmla="*/ 46439 h 124284"/>
                <a:gd name="connsiteX7" fmla="*/ 247744 w 297181"/>
                <a:gd name="connsiteY7" fmla="*/ 25801 h 124284"/>
                <a:gd name="connsiteX8" fmla="*/ 296957 w 297181"/>
                <a:gd name="connsiteY8" fmla="*/ 70252 h 124284"/>
                <a:gd name="connsiteX9" fmla="*/ 223932 w 297181"/>
                <a:gd name="connsiteY9" fmla="*/ 108352 h 124284"/>
                <a:gd name="connsiteX10" fmla="*/ 152494 w 297181"/>
                <a:gd name="connsiteY10" fmla="*/ 124228 h 124284"/>
                <a:gd name="connsiteX11" fmla="*/ 66769 w 297181"/>
                <a:gd name="connsiteY11" fmla="*/ 106765 h 124284"/>
                <a:gd name="connsiteX12" fmla="*/ 31844 w 297181"/>
                <a:gd name="connsiteY12" fmla="*/ 95652 h 124284"/>
                <a:gd name="connsiteX13" fmla="*/ 94 w 297181"/>
                <a:gd name="connsiteY13" fmla="*/ 78190 h 124284"/>
                <a:gd name="connsiteX0" fmla="*/ 94 w 297181"/>
                <a:gd name="connsiteY0" fmla="*/ 79199 h 125293"/>
                <a:gd name="connsiteX1" fmla="*/ 42958 w 297181"/>
                <a:gd name="connsiteY1" fmla="*/ 41098 h 125293"/>
                <a:gd name="connsiteX2" fmla="*/ 79469 w 297181"/>
                <a:gd name="connsiteY2" fmla="*/ 20462 h 125293"/>
                <a:gd name="connsiteX3" fmla="*/ 135031 w 297181"/>
                <a:gd name="connsiteY3" fmla="*/ 1412 h 125293"/>
                <a:gd name="connsiteX4" fmla="*/ 169957 w 297181"/>
                <a:gd name="connsiteY4" fmla="*/ 2999 h 125293"/>
                <a:gd name="connsiteX5" fmla="*/ 217582 w 297181"/>
                <a:gd name="connsiteY5" fmla="*/ 14111 h 125293"/>
                <a:gd name="connsiteX6" fmla="*/ 277907 w 297181"/>
                <a:gd name="connsiteY6" fmla="*/ 47448 h 125293"/>
                <a:gd name="connsiteX7" fmla="*/ 247744 w 297181"/>
                <a:gd name="connsiteY7" fmla="*/ 26810 h 125293"/>
                <a:gd name="connsiteX8" fmla="*/ 296957 w 297181"/>
                <a:gd name="connsiteY8" fmla="*/ 71261 h 125293"/>
                <a:gd name="connsiteX9" fmla="*/ 223932 w 297181"/>
                <a:gd name="connsiteY9" fmla="*/ 109361 h 125293"/>
                <a:gd name="connsiteX10" fmla="*/ 152494 w 297181"/>
                <a:gd name="connsiteY10" fmla="*/ 125237 h 125293"/>
                <a:gd name="connsiteX11" fmla="*/ 66769 w 297181"/>
                <a:gd name="connsiteY11" fmla="*/ 107774 h 125293"/>
                <a:gd name="connsiteX12" fmla="*/ 31844 w 297181"/>
                <a:gd name="connsiteY12" fmla="*/ 96661 h 125293"/>
                <a:gd name="connsiteX13" fmla="*/ 94 w 297181"/>
                <a:gd name="connsiteY13" fmla="*/ 79199 h 125293"/>
                <a:gd name="connsiteX0" fmla="*/ 94 w 297181"/>
                <a:gd name="connsiteY0" fmla="*/ 79200 h 125294"/>
                <a:gd name="connsiteX1" fmla="*/ 42958 w 297181"/>
                <a:gd name="connsiteY1" fmla="*/ 41099 h 125294"/>
                <a:gd name="connsiteX2" fmla="*/ 79469 w 297181"/>
                <a:gd name="connsiteY2" fmla="*/ 20463 h 125294"/>
                <a:gd name="connsiteX3" fmla="*/ 135031 w 297181"/>
                <a:gd name="connsiteY3" fmla="*/ 1413 h 125294"/>
                <a:gd name="connsiteX4" fmla="*/ 182657 w 297181"/>
                <a:gd name="connsiteY4" fmla="*/ 3000 h 125294"/>
                <a:gd name="connsiteX5" fmla="*/ 217582 w 297181"/>
                <a:gd name="connsiteY5" fmla="*/ 14112 h 125294"/>
                <a:gd name="connsiteX6" fmla="*/ 277907 w 297181"/>
                <a:gd name="connsiteY6" fmla="*/ 47449 h 125294"/>
                <a:gd name="connsiteX7" fmla="*/ 247744 w 297181"/>
                <a:gd name="connsiteY7" fmla="*/ 26811 h 125294"/>
                <a:gd name="connsiteX8" fmla="*/ 296957 w 297181"/>
                <a:gd name="connsiteY8" fmla="*/ 71262 h 125294"/>
                <a:gd name="connsiteX9" fmla="*/ 223932 w 297181"/>
                <a:gd name="connsiteY9" fmla="*/ 109362 h 125294"/>
                <a:gd name="connsiteX10" fmla="*/ 152494 w 297181"/>
                <a:gd name="connsiteY10" fmla="*/ 125238 h 125294"/>
                <a:gd name="connsiteX11" fmla="*/ 66769 w 297181"/>
                <a:gd name="connsiteY11" fmla="*/ 107775 h 125294"/>
                <a:gd name="connsiteX12" fmla="*/ 31844 w 297181"/>
                <a:gd name="connsiteY12" fmla="*/ 96662 h 125294"/>
                <a:gd name="connsiteX13" fmla="*/ 94 w 297181"/>
                <a:gd name="connsiteY13" fmla="*/ 79200 h 125294"/>
                <a:gd name="connsiteX0" fmla="*/ 94 w 297181"/>
                <a:gd name="connsiteY0" fmla="*/ 79200 h 125294"/>
                <a:gd name="connsiteX1" fmla="*/ 42958 w 297181"/>
                <a:gd name="connsiteY1" fmla="*/ 41099 h 125294"/>
                <a:gd name="connsiteX2" fmla="*/ 79469 w 297181"/>
                <a:gd name="connsiteY2" fmla="*/ 20463 h 125294"/>
                <a:gd name="connsiteX3" fmla="*/ 135031 w 297181"/>
                <a:gd name="connsiteY3" fmla="*/ 1413 h 125294"/>
                <a:gd name="connsiteX4" fmla="*/ 182657 w 297181"/>
                <a:gd name="connsiteY4" fmla="*/ 3000 h 125294"/>
                <a:gd name="connsiteX5" fmla="*/ 222345 w 297181"/>
                <a:gd name="connsiteY5" fmla="*/ 14112 h 125294"/>
                <a:gd name="connsiteX6" fmla="*/ 277907 w 297181"/>
                <a:gd name="connsiteY6" fmla="*/ 47449 h 125294"/>
                <a:gd name="connsiteX7" fmla="*/ 247744 w 297181"/>
                <a:gd name="connsiteY7" fmla="*/ 26811 h 125294"/>
                <a:gd name="connsiteX8" fmla="*/ 296957 w 297181"/>
                <a:gd name="connsiteY8" fmla="*/ 71262 h 125294"/>
                <a:gd name="connsiteX9" fmla="*/ 223932 w 297181"/>
                <a:gd name="connsiteY9" fmla="*/ 109362 h 125294"/>
                <a:gd name="connsiteX10" fmla="*/ 152494 w 297181"/>
                <a:gd name="connsiteY10" fmla="*/ 125238 h 125294"/>
                <a:gd name="connsiteX11" fmla="*/ 66769 w 297181"/>
                <a:gd name="connsiteY11" fmla="*/ 107775 h 125294"/>
                <a:gd name="connsiteX12" fmla="*/ 31844 w 297181"/>
                <a:gd name="connsiteY12" fmla="*/ 96662 h 125294"/>
                <a:gd name="connsiteX13" fmla="*/ 94 w 297181"/>
                <a:gd name="connsiteY13" fmla="*/ 79200 h 125294"/>
                <a:gd name="connsiteX0" fmla="*/ 28 w 297115"/>
                <a:gd name="connsiteY0" fmla="*/ 79200 h 125294"/>
                <a:gd name="connsiteX1" fmla="*/ 42892 w 297115"/>
                <a:gd name="connsiteY1" fmla="*/ 41099 h 125294"/>
                <a:gd name="connsiteX2" fmla="*/ 79403 w 297115"/>
                <a:gd name="connsiteY2" fmla="*/ 20463 h 125294"/>
                <a:gd name="connsiteX3" fmla="*/ 134965 w 297115"/>
                <a:gd name="connsiteY3" fmla="*/ 1413 h 125294"/>
                <a:gd name="connsiteX4" fmla="*/ 182591 w 297115"/>
                <a:gd name="connsiteY4" fmla="*/ 3000 h 125294"/>
                <a:gd name="connsiteX5" fmla="*/ 222279 w 297115"/>
                <a:gd name="connsiteY5" fmla="*/ 14112 h 125294"/>
                <a:gd name="connsiteX6" fmla="*/ 277841 w 297115"/>
                <a:gd name="connsiteY6" fmla="*/ 47449 h 125294"/>
                <a:gd name="connsiteX7" fmla="*/ 247678 w 297115"/>
                <a:gd name="connsiteY7" fmla="*/ 26811 h 125294"/>
                <a:gd name="connsiteX8" fmla="*/ 296891 w 297115"/>
                <a:gd name="connsiteY8" fmla="*/ 71262 h 125294"/>
                <a:gd name="connsiteX9" fmla="*/ 223866 w 297115"/>
                <a:gd name="connsiteY9" fmla="*/ 109362 h 125294"/>
                <a:gd name="connsiteX10" fmla="*/ 152428 w 297115"/>
                <a:gd name="connsiteY10" fmla="*/ 125238 h 125294"/>
                <a:gd name="connsiteX11" fmla="*/ 66703 w 297115"/>
                <a:gd name="connsiteY11" fmla="*/ 107775 h 125294"/>
                <a:gd name="connsiteX12" fmla="*/ 36541 w 297115"/>
                <a:gd name="connsiteY12" fmla="*/ 90312 h 125294"/>
                <a:gd name="connsiteX13" fmla="*/ 28 w 297115"/>
                <a:gd name="connsiteY13" fmla="*/ 79200 h 125294"/>
                <a:gd name="connsiteX0" fmla="*/ 345 w 297432"/>
                <a:gd name="connsiteY0" fmla="*/ 79200 h 125294"/>
                <a:gd name="connsiteX1" fmla="*/ 43209 w 297432"/>
                <a:gd name="connsiteY1" fmla="*/ 41099 h 125294"/>
                <a:gd name="connsiteX2" fmla="*/ 79720 w 297432"/>
                <a:gd name="connsiteY2" fmla="*/ 20463 h 125294"/>
                <a:gd name="connsiteX3" fmla="*/ 135282 w 297432"/>
                <a:gd name="connsiteY3" fmla="*/ 1413 h 125294"/>
                <a:gd name="connsiteX4" fmla="*/ 182908 w 297432"/>
                <a:gd name="connsiteY4" fmla="*/ 3000 h 125294"/>
                <a:gd name="connsiteX5" fmla="*/ 222596 w 297432"/>
                <a:gd name="connsiteY5" fmla="*/ 14112 h 125294"/>
                <a:gd name="connsiteX6" fmla="*/ 278158 w 297432"/>
                <a:gd name="connsiteY6" fmla="*/ 47449 h 125294"/>
                <a:gd name="connsiteX7" fmla="*/ 247995 w 297432"/>
                <a:gd name="connsiteY7" fmla="*/ 26811 h 125294"/>
                <a:gd name="connsiteX8" fmla="*/ 297208 w 297432"/>
                <a:gd name="connsiteY8" fmla="*/ 71262 h 125294"/>
                <a:gd name="connsiteX9" fmla="*/ 224183 w 297432"/>
                <a:gd name="connsiteY9" fmla="*/ 109362 h 125294"/>
                <a:gd name="connsiteX10" fmla="*/ 152745 w 297432"/>
                <a:gd name="connsiteY10" fmla="*/ 125238 h 125294"/>
                <a:gd name="connsiteX11" fmla="*/ 67020 w 297432"/>
                <a:gd name="connsiteY11" fmla="*/ 107775 h 125294"/>
                <a:gd name="connsiteX12" fmla="*/ 24158 w 297432"/>
                <a:gd name="connsiteY12" fmla="*/ 88724 h 125294"/>
                <a:gd name="connsiteX13" fmla="*/ 345 w 297432"/>
                <a:gd name="connsiteY13" fmla="*/ 79200 h 125294"/>
                <a:gd name="connsiteX0" fmla="*/ 345 w 297432"/>
                <a:gd name="connsiteY0" fmla="*/ 79200 h 125294"/>
                <a:gd name="connsiteX1" fmla="*/ 43209 w 297432"/>
                <a:gd name="connsiteY1" fmla="*/ 41099 h 125294"/>
                <a:gd name="connsiteX2" fmla="*/ 79720 w 297432"/>
                <a:gd name="connsiteY2" fmla="*/ 20463 h 125294"/>
                <a:gd name="connsiteX3" fmla="*/ 135282 w 297432"/>
                <a:gd name="connsiteY3" fmla="*/ 1413 h 125294"/>
                <a:gd name="connsiteX4" fmla="*/ 182908 w 297432"/>
                <a:gd name="connsiteY4" fmla="*/ 3000 h 125294"/>
                <a:gd name="connsiteX5" fmla="*/ 222596 w 297432"/>
                <a:gd name="connsiteY5" fmla="*/ 14112 h 125294"/>
                <a:gd name="connsiteX6" fmla="*/ 278158 w 297432"/>
                <a:gd name="connsiteY6" fmla="*/ 47449 h 125294"/>
                <a:gd name="connsiteX7" fmla="*/ 247995 w 297432"/>
                <a:gd name="connsiteY7" fmla="*/ 26811 h 125294"/>
                <a:gd name="connsiteX8" fmla="*/ 297208 w 297432"/>
                <a:gd name="connsiteY8" fmla="*/ 71262 h 125294"/>
                <a:gd name="connsiteX9" fmla="*/ 224183 w 297432"/>
                <a:gd name="connsiteY9" fmla="*/ 109362 h 125294"/>
                <a:gd name="connsiteX10" fmla="*/ 152745 w 297432"/>
                <a:gd name="connsiteY10" fmla="*/ 125238 h 125294"/>
                <a:gd name="connsiteX11" fmla="*/ 82895 w 297432"/>
                <a:gd name="connsiteY11" fmla="*/ 112538 h 125294"/>
                <a:gd name="connsiteX12" fmla="*/ 24158 w 297432"/>
                <a:gd name="connsiteY12" fmla="*/ 88724 h 125294"/>
                <a:gd name="connsiteX13" fmla="*/ 345 w 297432"/>
                <a:gd name="connsiteY13" fmla="*/ 79200 h 125294"/>
                <a:gd name="connsiteX0" fmla="*/ 345 w 297432"/>
                <a:gd name="connsiteY0" fmla="*/ 79200 h 123717"/>
                <a:gd name="connsiteX1" fmla="*/ 43209 w 297432"/>
                <a:gd name="connsiteY1" fmla="*/ 41099 h 123717"/>
                <a:gd name="connsiteX2" fmla="*/ 79720 w 297432"/>
                <a:gd name="connsiteY2" fmla="*/ 20463 h 123717"/>
                <a:gd name="connsiteX3" fmla="*/ 135282 w 297432"/>
                <a:gd name="connsiteY3" fmla="*/ 1413 h 123717"/>
                <a:gd name="connsiteX4" fmla="*/ 182908 w 297432"/>
                <a:gd name="connsiteY4" fmla="*/ 3000 h 123717"/>
                <a:gd name="connsiteX5" fmla="*/ 222596 w 297432"/>
                <a:gd name="connsiteY5" fmla="*/ 14112 h 123717"/>
                <a:gd name="connsiteX6" fmla="*/ 278158 w 297432"/>
                <a:gd name="connsiteY6" fmla="*/ 47449 h 123717"/>
                <a:gd name="connsiteX7" fmla="*/ 247995 w 297432"/>
                <a:gd name="connsiteY7" fmla="*/ 26811 h 123717"/>
                <a:gd name="connsiteX8" fmla="*/ 297208 w 297432"/>
                <a:gd name="connsiteY8" fmla="*/ 71262 h 123717"/>
                <a:gd name="connsiteX9" fmla="*/ 224183 w 297432"/>
                <a:gd name="connsiteY9" fmla="*/ 109362 h 123717"/>
                <a:gd name="connsiteX10" fmla="*/ 168620 w 297432"/>
                <a:gd name="connsiteY10" fmla="*/ 123650 h 123717"/>
                <a:gd name="connsiteX11" fmla="*/ 82895 w 297432"/>
                <a:gd name="connsiteY11" fmla="*/ 112538 h 123717"/>
                <a:gd name="connsiteX12" fmla="*/ 24158 w 297432"/>
                <a:gd name="connsiteY12" fmla="*/ 88724 h 123717"/>
                <a:gd name="connsiteX13" fmla="*/ 345 w 297432"/>
                <a:gd name="connsiteY13" fmla="*/ 79200 h 123717"/>
                <a:gd name="connsiteX0" fmla="*/ 345 w 297292"/>
                <a:gd name="connsiteY0" fmla="*/ 79200 h 123690"/>
                <a:gd name="connsiteX1" fmla="*/ 43209 w 297292"/>
                <a:gd name="connsiteY1" fmla="*/ 41099 h 123690"/>
                <a:gd name="connsiteX2" fmla="*/ 79720 w 297292"/>
                <a:gd name="connsiteY2" fmla="*/ 20463 h 123690"/>
                <a:gd name="connsiteX3" fmla="*/ 135282 w 297292"/>
                <a:gd name="connsiteY3" fmla="*/ 1413 h 123690"/>
                <a:gd name="connsiteX4" fmla="*/ 182908 w 297292"/>
                <a:gd name="connsiteY4" fmla="*/ 3000 h 123690"/>
                <a:gd name="connsiteX5" fmla="*/ 222596 w 297292"/>
                <a:gd name="connsiteY5" fmla="*/ 14112 h 123690"/>
                <a:gd name="connsiteX6" fmla="*/ 278158 w 297292"/>
                <a:gd name="connsiteY6" fmla="*/ 47449 h 123690"/>
                <a:gd name="connsiteX7" fmla="*/ 247995 w 297292"/>
                <a:gd name="connsiteY7" fmla="*/ 26811 h 123690"/>
                <a:gd name="connsiteX8" fmla="*/ 297208 w 297292"/>
                <a:gd name="connsiteY8" fmla="*/ 71262 h 123690"/>
                <a:gd name="connsiteX9" fmla="*/ 233708 w 297292"/>
                <a:gd name="connsiteY9" fmla="*/ 104600 h 123690"/>
                <a:gd name="connsiteX10" fmla="*/ 168620 w 297292"/>
                <a:gd name="connsiteY10" fmla="*/ 123650 h 123690"/>
                <a:gd name="connsiteX11" fmla="*/ 82895 w 297292"/>
                <a:gd name="connsiteY11" fmla="*/ 112538 h 123690"/>
                <a:gd name="connsiteX12" fmla="*/ 24158 w 297292"/>
                <a:gd name="connsiteY12" fmla="*/ 88724 h 123690"/>
                <a:gd name="connsiteX13" fmla="*/ 345 w 297292"/>
                <a:gd name="connsiteY13" fmla="*/ 79200 h 123690"/>
                <a:gd name="connsiteX0" fmla="*/ 345 w 298292"/>
                <a:gd name="connsiteY0" fmla="*/ 79200 h 123686"/>
                <a:gd name="connsiteX1" fmla="*/ 43209 w 298292"/>
                <a:gd name="connsiteY1" fmla="*/ 41099 h 123686"/>
                <a:gd name="connsiteX2" fmla="*/ 79720 w 298292"/>
                <a:gd name="connsiteY2" fmla="*/ 20463 h 123686"/>
                <a:gd name="connsiteX3" fmla="*/ 135282 w 298292"/>
                <a:gd name="connsiteY3" fmla="*/ 1413 h 123686"/>
                <a:gd name="connsiteX4" fmla="*/ 182908 w 298292"/>
                <a:gd name="connsiteY4" fmla="*/ 3000 h 123686"/>
                <a:gd name="connsiteX5" fmla="*/ 222596 w 298292"/>
                <a:gd name="connsiteY5" fmla="*/ 14112 h 123686"/>
                <a:gd name="connsiteX6" fmla="*/ 278158 w 298292"/>
                <a:gd name="connsiteY6" fmla="*/ 47449 h 123686"/>
                <a:gd name="connsiteX7" fmla="*/ 247995 w 298292"/>
                <a:gd name="connsiteY7" fmla="*/ 26811 h 123686"/>
                <a:gd name="connsiteX8" fmla="*/ 297208 w 298292"/>
                <a:gd name="connsiteY8" fmla="*/ 71262 h 123686"/>
                <a:gd name="connsiteX9" fmla="*/ 278158 w 298292"/>
                <a:gd name="connsiteY9" fmla="*/ 79204 h 123686"/>
                <a:gd name="connsiteX10" fmla="*/ 233708 w 298292"/>
                <a:gd name="connsiteY10" fmla="*/ 104600 h 123686"/>
                <a:gd name="connsiteX11" fmla="*/ 168620 w 298292"/>
                <a:gd name="connsiteY11" fmla="*/ 123650 h 123686"/>
                <a:gd name="connsiteX12" fmla="*/ 82895 w 298292"/>
                <a:gd name="connsiteY12" fmla="*/ 112538 h 123686"/>
                <a:gd name="connsiteX13" fmla="*/ 24158 w 298292"/>
                <a:gd name="connsiteY13" fmla="*/ 88724 h 123686"/>
                <a:gd name="connsiteX14" fmla="*/ 345 w 298292"/>
                <a:gd name="connsiteY14" fmla="*/ 79200 h 123686"/>
                <a:gd name="connsiteX0" fmla="*/ 345 w 298292"/>
                <a:gd name="connsiteY0" fmla="*/ 79200 h 123686"/>
                <a:gd name="connsiteX1" fmla="*/ 43209 w 298292"/>
                <a:gd name="connsiteY1" fmla="*/ 41099 h 123686"/>
                <a:gd name="connsiteX2" fmla="*/ 79720 w 298292"/>
                <a:gd name="connsiteY2" fmla="*/ 20463 h 123686"/>
                <a:gd name="connsiteX3" fmla="*/ 135282 w 298292"/>
                <a:gd name="connsiteY3" fmla="*/ 1413 h 123686"/>
                <a:gd name="connsiteX4" fmla="*/ 182908 w 298292"/>
                <a:gd name="connsiteY4" fmla="*/ 3000 h 123686"/>
                <a:gd name="connsiteX5" fmla="*/ 222596 w 298292"/>
                <a:gd name="connsiteY5" fmla="*/ 14112 h 123686"/>
                <a:gd name="connsiteX6" fmla="*/ 225771 w 298292"/>
                <a:gd name="connsiteY6" fmla="*/ 15699 h 123686"/>
                <a:gd name="connsiteX7" fmla="*/ 247995 w 298292"/>
                <a:gd name="connsiteY7" fmla="*/ 26811 h 123686"/>
                <a:gd name="connsiteX8" fmla="*/ 297208 w 298292"/>
                <a:gd name="connsiteY8" fmla="*/ 71262 h 123686"/>
                <a:gd name="connsiteX9" fmla="*/ 278158 w 298292"/>
                <a:gd name="connsiteY9" fmla="*/ 79204 h 123686"/>
                <a:gd name="connsiteX10" fmla="*/ 233708 w 298292"/>
                <a:gd name="connsiteY10" fmla="*/ 104600 h 123686"/>
                <a:gd name="connsiteX11" fmla="*/ 168620 w 298292"/>
                <a:gd name="connsiteY11" fmla="*/ 123650 h 123686"/>
                <a:gd name="connsiteX12" fmla="*/ 82895 w 298292"/>
                <a:gd name="connsiteY12" fmla="*/ 112538 h 123686"/>
                <a:gd name="connsiteX13" fmla="*/ 24158 w 298292"/>
                <a:gd name="connsiteY13" fmla="*/ 88724 h 123686"/>
                <a:gd name="connsiteX14" fmla="*/ 345 w 298292"/>
                <a:gd name="connsiteY14" fmla="*/ 79200 h 123686"/>
                <a:gd name="connsiteX0" fmla="*/ 345 w 297711"/>
                <a:gd name="connsiteY0" fmla="*/ 79200 h 123686"/>
                <a:gd name="connsiteX1" fmla="*/ 43209 w 297711"/>
                <a:gd name="connsiteY1" fmla="*/ 41099 h 123686"/>
                <a:gd name="connsiteX2" fmla="*/ 79720 w 297711"/>
                <a:gd name="connsiteY2" fmla="*/ 20463 h 123686"/>
                <a:gd name="connsiteX3" fmla="*/ 135282 w 297711"/>
                <a:gd name="connsiteY3" fmla="*/ 1413 h 123686"/>
                <a:gd name="connsiteX4" fmla="*/ 182908 w 297711"/>
                <a:gd name="connsiteY4" fmla="*/ 3000 h 123686"/>
                <a:gd name="connsiteX5" fmla="*/ 222596 w 297711"/>
                <a:gd name="connsiteY5" fmla="*/ 14112 h 123686"/>
                <a:gd name="connsiteX6" fmla="*/ 225771 w 297711"/>
                <a:gd name="connsiteY6" fmla="*/ 15699 h 123686"/>
                <a:gd name="connsiteX7" fmla="*/ 286095 w 297711"/>
                <a:gd name="connsiteY7" fmla="*/ 47448 h 123686"/>
                <a:gd name="connsiteX8" fmla="*/ 297208 w 297711"/>
                <a:gd name="connsiteY8" fmla="*/ 71262 h 123686"/>
                <a:gd name="connsiteX9" fmla="*/ 278158 w 297711"/>
                <a:gd name="connsiteY9" fmla="*/ 79204 h 123686"/>
                <a:gd name="connsiteX10" fmla="*/ 233708 w 297711"/>
                <a:gd name="connsiteY10" fmla="*/ 104600 h 123686"/>
                <a:gd name="connsiteX11" fmla="*/ 168620 w 297711"/>
                <a:gd name="connsiteY11" fmla="*/ 123650 h 123686"/>
                <a:gd name="connsiteX12" fmla="*/ 82895 w 297711"/>
                <a:gd name="connsiteY12" fmla="*/ 112538 h 123686"/>
                <a:gd name="connsiteX13" fmla="*/ 24158 w 297711"/>
                <a:gd name="connsiteY13" fmla="*/ 88724 h 123686"/>
                <a:gd name="connsiteX14" fmla="*/ 345 w 297711"/>
                <a:gd name="connsiteY14" fmla="*/ 79200 h 123686"/>
                <a:gd name="connsiteX0" fmla="*/ 345 w 297980"/>
                <a:gd name="connsiteY0" fmla="*/ 79200 h 123686"/>
                <a:gd name="connsiteX1" fmla="*/ 43209 w 297980"/>
                <a:gd name="connsiteY1" fmla="*/ 41099 h 123686"/>
                <a:gd name="connsiteX2" fmla="*/ 79720 w 297980"/>
                <a:gd name="connsiteY2" fmla="*/ 20463 h 123686"/>
                <a:gd name="connsiteX3" fmla="*/ 135282 w 297980"/>
                <a:gd name="connsiteY3" fmla="*/ 1413 h 123686"/>
                <a:gd name="connsiteX4" fmla="*/ 182908 w 297980"/>
                <a:gd name="connsiteY4" fmla="*/ 3000 h 123686"/>
                <a:gd name="connsiteX5" fmla="*/ 222596 w 297980"/>
                <a:gd name="connsiteY5" fmla="*/ 14112 h 123686"/>
                <a:gd name="connsiteX6" fmla="*/ 225771 w 297980"/>
                <a:gd name="connsiteY6" fmla="*/ 15699 h 123686"/>
                <a:gd name="connsiteX7" fmla="*/ 286095 w 297980"/>
                <a:gd name="connsiteY7" fmla="*/ 47448 h 123686"/>
                <a:gd name="connsiteX8" fmla="*/ 297208 w 297980"/>
                <a:gd name="connsiteY8" fmla="*/ 71262 h 123686"/>
                <a:gd name="connsiteX9" fmla="*/ 278158 w 297980"/>
                <a:gd name="connsiteY9" fmla="*/ 79204 h 123686"/>
                <a:gd name="connsiteX10" fmla="*/ 233708 w 297980"/>
                <a:gd name="connsiteY10" fmla="*/ 104600 h 123686"/>
                <a:gd name="connsiteX11" fmla="*/ 168620 w 297980"/>
                <a:gd name="connsiteY11" fmla="*/ 123650 h 123686"/>
                <a:gd name="connsiteX12" fmla="*/ 82895 w 297980"/>
                <a:gd name="connsiteY12" fmla="*/ 112538 h 123686"/>
                <a:gd name="connsiteX13" fmla="*/ 24158 w 297980"/>
                <a:gd name="connsiteY13" fmla="*/ 88724 h 123686"/>
                <a:gd name="connsiteX14" fmla="*/ 345 w 297980"/>
                <a:gd name="connsiteY14" fmla="*/ 79200 h 123686"/>
                <a:gd name="connsiteX0" fmla="*/ 345 w 297469"/>
                <a:gd name="connsiteY0" fmla="*/ 79200 h 123686"/>
                <a:gd name="connsiteX1" fmla="*/ 43209 w 297469"/>
                <a:gd name="connsiteY1" fmla="*/ 41099 h 123686"/>
                <a:gd name="connsiteX2" fmla="*/ 79720 w 297469"/>
                <a:gd name="connsiteY2" fmla="*/ 20463 h 123686"/>
                <a:gd name="connsiteX3" fmla="*/ 135282 w 297469"/>
                <a:gd name="connsiteY3" fmla="*/ 1413 h 123686"/>
                <a:gd name="connsiteX4" fmla="*/ 182908 w 297469"/>
                <a:gd name="connsiteY4" fmla="*/ 3000 h 123686"/>
                <a:gd name="connsiteX5" fmla="*/ 222596 w 297469"/>
                <a:gd name="connsiteY5" fmla="*/ 14112 h 123686"/>
                <a:gd name="connsiteX6" fmla="*/ 244821 w 297469"/>
                <a:gd name="connsiteY6" fmla="*/ 22049 h 123686"/>
                <a:gd name="connsiteX7" fmla="*/ 286095 w 297469"/>
                <a:gd name="connsiteY7" fmla="*/ 47448 h 123686"/>
                <a:gd name="connsiteX8" fmla="*/ 297208 w 297469"/>
                <a:gd name="connsiteY8" fmla="*/ 71262 h 123686"/>
                <a:gd name="connsiteX9" fmla="*/ 278158 w 297469"/>
                <a:gd name="connsiteY9" fmla="*/ 79204 h 123686"/>
                <a:gd name="connsiteX10" fmla="*/ 233708 w 297469"/>
                <a:gd name="connsiteY10" fmla="*/ 104600 h 123686"/>
                <a:gd name="connsiteX11" fmla="*/ 168620 w 297469"/>
                <a:gd name="connsiteY11" fmla="*/ 123650 h 123686"/>
                <a:gd name="connsiteX12" fmla="*/ 82895 w 297469"/>
                <a:gd name="connsiteY12" fmla="*/ 112538 h 123686"/>
                <a:gd name="connsiteX13" fmla="*/ 24158 w 297469"/>
                <a:gd name="connsiteY13" fmla="*/ 88724 h 123686"/>
                <a:gd name="connsiteX14" fmla="*/ 345 w 297469"/>
                <a:gd name="connsiteY14" fmla="*/ 79200 h 123686"/>
                <a:gd name="connsiteX0" fmla="*/ 345 w 297469"/>
                <a:gd name="connsiteY0" fmla="*/ 79200 h 123686"/>
                <a:gd name="connsiteX1" fmla="*/ 43209 w 297469"/>
                <a:gd name="connsiteY1" fmla="*/ 41099 h 123686"/>
                <a:gd name="connsiteX2" fmla="*/ 79720 w 297469"/>
                <a:gd name="connsiteY2" fmla="*/ 20463 h 123686"/>
                <a:gd name="connsiteX3" fmla="*/ 135282 w 297469"/>
                <a:gd name="connsiteY3" fmla="*/ 1413 h 123686"/>
                <a:gd name="connsiteX4" fmla="*/ 182908 w 297469"/>
                <a:gd name="connsiteY4" fmla="*/ 3000 h 123686"/>
                <a:gd name="connsiteX5" fmla="*/ 214659 w 297469"/>
                <a:gd name="connsiteY5" fmla="*/ 9350 h 123686"/>
                <a:gd name="connsiteX6" fmla="*/ 244821 w 297469"/>
                <a:gd name="connsiteY6" fmla="*/ 22049 h 123686"/>
                <a:gd name="connsiteX7" fmla="*/ 286095 w 297469"/>
                <a:gd name="connsiteY7" fmla="*/ 47448 h 123686"/>
                <a:gd name="connsiteX8" fmla="*/ 297208 w 297469"/>
                <a:gd name="connsiteY8" fmla="*/ 71262 h 123686"/>
                <a:gd name="connsiteX9" fmla="*/ 278158 w 297469"/>
                <a:gd name="connsiteY9" fmla="*/ 79204 h 123686"/>
                <a:gd name="connsiteX10" fmla="*/ 233708 w 297469"/>
                <a:gd name="connsiteY10" fmla="*/ 104600 h 123686"/>
                <a:gd name="connsiteX11" fmla="*/ 168620 w 297469"/>
                <a:gd name="connsiteY11" fmla="*/ 123650 h 123686"/>
                <a:gd name="connsiteX12" fmla="*/ 82895 w 297469"/>
                <a:gd name="connsiteY12" fmla="*/ 112538 h 123686"/>
                <a:gd name="connsiteX13" fmla="*/ 24158 w 297469"/>
                <a:gd name="connsiteY13" fmla="*/ 88724 h 123686"/>
                <a:gd name="connsiteX14" fmla="*/ 345 w 297469"/>
                <a:gd name="connsiteY14" fmla="*/ 79200 h 123686"/>
                <a:gd name="connsiteX0" fmla="*/ 345 w 302119"/>
                <a:gd name="connsiteY0" fmla="*/ 79200 h 123686"/>
                <a:gd name="connsiteX1" fmla="*/ 43209 w 302119"/>
                <a:gd name="connsiteY1" fmla="*/ 41099 h 123686"/>
                <a:gd name="connsiteX2" fmla="*/ 79720 w 302119"/>
                <a:gd name="connsiteY2" fmla="*/ 20463 h 123686"/>
                <a:gd name="connsiteX3" fmla="*/ 135282 w 302119"/>
                <a:gd name="connsiteY3" fmla="*/ 1413 h 123686"/>
                <a:gd name="connsiteX4" fmla="*/ 182908 w 302119"/>
                <a:gd name="connsiteY4" fmla="*/ 3000 h 123686"/>
                <a:gd name="connsiteX5" fmla="*/ 214659 w 302119"/>
                <a:gd name="connsiteY5" fmla="*/ 9350 h 123686"/>
                <a:gd name="connsiteX6" fmla="*/ 244821 w 302119"/>
                <a:gd name="connsiteY6" fmla="*/ 22049 h 123686"/>
                <a:gd name="connsiteX7" fmla="*/ 286095 w 302119"/>
                <a:gd name="connsiteY7" fmla="*/ 47448 h 123686"/>
                <a:gd name="connsiteX8" fmla="*/ 301971 w 302119"/>
                <a:gd name="connsiteY8" fmla="*/ 77612 h 123686"/>
                <a:gd name="connsiteX9" fmla="*/ 278158 w 302119"/>
                <a:gd name="connsiteY9" fmla="*/ 79204 h 123686"/>
                <a:gd name="connsiteX10" fmla="*/ 233708 w 302119"/>
                <a:gd name="connsiteY10" fmla="*/ 104600 h 123686"/>
                <a:gd name="connsiteX11" fmla="*/ 168620 w 302119"/>
                <a:gd name="connsiteY11" fmla="*/ 123650 h 123686"/>
                <a:gd name="connsiteX12" fmla="*/ 82895 w 302119"/>
                <a:gd name="connsiteY12" fmla="*/ 112538 h 123686"/>
                <a:gd name="connsiteX13" fmla="*/ 24158 w 302119"/>
                <a:gd name="connsiteY13" fmla="*/ 88724 h 123686"/>
                <a:gd name="connsiteX14" fmla="*/ 345 w 302119"/>
                <a:gd name="connsiteY14" fmla="*/ 79200 h 123686"/>
                <a:gd name="connsiteX0" fmla="*/ 345 w 302119"/>
                <a:gd name="connsiteY0" fmla="*/ 79200 h 123686"/>
                <a:gd name="connsiteX1" fmla="*/ 43209 w 302119"/>
                <a:gd name="connsiteY1" fmla="*/ 41099 h 123686"/>
                <a:gd name="connsiteX2" fmla="*/ 79720 w 302119"/>
                <a:gd name="connsiteY2" fmla="*/ 20463 h 123686"/>
                <a:gd name="connsiteX3" fmla="*/ 135282 w 302119"/>
                <a:gd name="connsiteY3" fmla="*/ 1413 h 123686"/>
                <a:gd name="connsiteX4" fmla="*/ 182908 w 302119"/>
                <a:gd name="connsiteY4" fmla="*/ 3000 h 123686"/>
                <a:gd name="connsiteX5" fmla="*/ 222597 w 302119"/>
                <a:gd name="connsiteY5" fmla="*/ 10937 h 123686"/>
                <a:gd name="connsiteX6" fmla="*/ 244821 w 302119"/>
                <a:gd name="connsiteY6" fmla="*/ 22049 h 123686"/>
                <a:gd name="connsiteX7" fmla="*/ 286095 w 302119"/>
                <a:gd name="connsiteY7" fmla="*/ 47448 h 123686"/>
                <a:gd name="connsiteX8" fmla="*/ 301971 w 302119"/>
                <a:gd name="connsiteY8" fmla="*/ 77612 h 123686"/>
                <a:gd name="connsiteX9" fmla="*/ 278158 w 302119"/>
                <a:gd name="connsiteY9" fmla="*/ 79204 h 123686"/>
                <a:gd name="connsiteX10" fmla="*/ 233708 w 302119"/>
                <a:gd name="connsiteY10" fmla="*/ 104600 h 123686"/>
                <a:gd name="connsiteX11" fmla="*/ 168620 w 302119"/>
                <a:gd name="connsiteY11" fmla="*/ 123650 h 123686"/>
                <a:gd name="connsiteX12" fmla="*/ 82895 w 302119"/>
                <a:gd name="connsiteY12" fmla="*/ 112538 h 123686"/>
                <a:gd name="connsiteX13" fmla="*/ 24158 w 302119"/>
                <a:gd name="connsiteY13" fmla="*/ 88724 h 123686"/>
                <a:gd name="connsiteX14" fmla="*/ 345 w 302119"/>
                <a:gd name="connsiteY14" fmla="*/ 79200 h 123686"/>
                <a:gd name="connsiteX0" fmla="*/ 345 w 302119"/>
                <a:gd name="connsiteY0" fmla="*/ 83370 h 127856"/>
                <a:gd name="connsiteX1" fmla="*/ 43209 w 302119"/>
                <a:gd name="connsiteY1" fmla="*/ 45269 h 127856"/>
                <a:gd name="connsiteX2" fmla="*/ 79720 w 302119"/>
                <a:gd name="connsiteY2" fmla="*/ 24633 h 127856"/>
                <a:gd name="connsiteX3" fmla="*/ 135282 w 302119"/>
                <a:gd name="connsiteY3" fmla="*/ 5583 h 127856"/>
                <a:gd name="connsiteX4" fmla="*/ 178146 w 302119"/>
                <a:gd name="connsiteY4" fmla="*/ 820 h 127856"/>
                <a:gd name="connsiteX5" fmla="*/ 222597 w 302119"/>
                <a:gd name="connsiteY5" fmla="*/ 15107 h 127856"/>
                <a:gd name="connsiteX6" fmla="*/ 244821 w 302119"/>
                <a:gd name="connsiteY6" fmla="*/ 26219 h 127856"/>
                <a:gd name="connsiteX7" fmla="*/ 286095 w 302119"/>
                <a:gd name="connsiteY7" fmla="*/ 51618 h 127856"/>
                <a:gd name="connsiteX8" fmla="*/ 301971 w 302119"/>
                <a:gd name="connsiteY8" fmla="*/ 81782 h 127856"/>
                <a:gd name="connsiteX9" fmla="*/ 278158 w 302119"/>
                <a:gd name="connsiteY9" fmla="*/ 83374 h 127856"/>
                <a:gd name="connsiteX10" fmla="*/ 233708 w 302119"/>
                <a:gd name="connsiteY10" fmla="*/ 108770 h 127856"/>
                <a:gd name="connsiteX11" fmla="*/ 168620 w 302119"/>
                <a:gd name="connsiteY11" fmla="*/ 127820 h 127856"/>
                <a:gd name="connsiteX12" fmla="*/ 82895 w 302119"/>
                <a:gd name="connsiteY12" fmla="*/ 116708 h 127856"/>
                <a:gd name="connsiteX13" fmla="*/ 24158 w 302119"/>
                <a:gd name="connsiteY13" fmla="*/ 92894 h 127856"/>
                <a:gd name="connsiteX14" fmla="*/ 345 w 302119"/>
                <a:gd name="connsiteY14" fmla="*/ 83370 h 127856"/>
                <a:gd name="connsiteX0" fmla="*/ 345 w 302119"/>
                <a:gd name="connsiteY0" fmla="*/ 83370 h 127856"/>
                <a:gd name="connsiteX1" fmla="*/ 43209 w 302119"/>
                <a:gd name="connsiteY1" fmla="*/ 45269 h 127856"/>
                <a:gd name="connsiteX2" fmla="*/ 79720 w 302119"/>
                <a:gd name="connsiteY2" fmla="*/ 24633 h 127856"/>
                <a:gd name="connsiteX3" fmla="*/ 135282 w 302119"/>
                <a:gd name="connsiteY3" fmla="*/ 5583 h 127856"/>
                <a:gd name="connsiteX4" fmla="*/ 178146 w 302119"/>
                <a:gd name="connsiteY4" fmla="*/ 820 h 127856"/>
                <a:gd name="connsiteX5" fmla="*/ 227360 w 302119"/>
                <a:gd name="connsiteY5" fmla="*/ 10344 h 127856"/>
                <a:gd name="connsiteX6" fmla="*/ 244821 w 302119"/>
                <a:gd name="connsiteY6" fmla="*/ 26219 h 127856"/>
                <a:gd name="connsiteX7" fmla="*/ 286095 w 302119"/>
                <a:gd name="connsiteY7" fmla="*/ 51618 h 127856"/>
                <a:gd name="connsiteX8" fmla="*/ 301971 w 302119"/>
                <a:gd name="connsiteY8" fmla="*/ 81782 h 127856"/>
                <a:gd name="connsiteX9" fmla="*/ 278158 w 302119"/>
                <a:gd name="connsiteY9" fmla="*/ 83374 h 127856"/>
                <a:gd name="connsiteX10" fmla="*/ 233708 w 302119"/>
                <a:gd name="connsiteY10" fmla="*/ 108770 h 127856"/>
                <a:gd name="connsiteX11" fmla="*/ 168620 w 302119"/>
                <a:gd name="connsiteY11" fmla="*/ 127820 h 127856"/>
                <a:gd name="connsiteX12" fmla="*/ 82895 w 302119"/>
                <a:gd name="connsiteY12" fmla="*/ 116708 h 127856"/>
                <a:gd name="connsiteX13" fmla="*/ 24158 w 302119"/>
                <a:gd name="connsiteY13" fmla="*/ 92894 h 127856"/>
                <a:gd name="connsiteX14" fmla="*/ 345 w 302119"/>
                <a:gd name="connsiteY14" fmla="*/ 83370 h 127856"/>
                <a:gd name="connsiteX0" fmla="*/ 345 w 302108"/>
                <a:gd name="connsiteY0" fmla="*/ 83370 h 127856"/>
                <a:gd name="connsiteX1" fmla="*/ 43209 w 302108"/>
                <a:gd name="connsiteY1" fmla="*/ 45269 h 127856"/>
                <a:gd name="connsiteX2" fmla="*/ 79720 w 302108"/>
                <a:gd name="connsiteY2" fmla="*/ 24633 h 127856"/>
                <a:gd name="connsiteX3" fmla="*/ 135282 w 302108"/>
                <a:gd name="connsiteY3" fmla="*/ 5583 h 127856"/>
                <a:gd name="connsiteX4" fmla="*/ 178146 w 302108"/>
                <a:gd name="connsiteY4" fmla="*/ 820 h 127856"/>
                <a:gd name="connsiteX5" fmla="*/ 227360 w 302108"/>
                <a:gd name="connsiteY5" fmla="*/ 10344 h 127856"/>
                <a:gd name="connsiteX6" fmla="*/ 249583 w 302108"/>
                <a:gd name="connsiteY6" fmla="*/ 26219 h 127856"/>
                <a:gd name="connsiteX7" fmla="*/ 286095 w 302108"/>
                <a:gd name="connsiteY7" fmla="*/ 51618 h 127856"/>
                <a:gd name="connsiteX8" fmla="*/ 301971 w 302108"/>
                <a:gd name="connsiteY8" fmla="*/ 81782 h 127856"/>
                <a:gd name="connsiteX9" fmla="*/ 278158 w 302108"/>
                <a:gd name="connsiteY9" fmla="*/ 83374 h 127856"/>
                <a:gd name="connsiteX10" fmla="*/ 233708 w 302108"/>
                <a:gd name="connsiteY10" fmla="*/ 108770 h 127856"/>
                <a:gd name="connsiteX11" fmla="*/ 168620 w 302108"/>
                <a:gd name="connsiteY11" fmla="*/ 127820 h 127856"/>
                <a:gd name="connsiteX12" fmla="*/ 82895 w 302108"/>
                <a:gd name="connsiteY12" fmla="*/ 116708 h 127856"/>
                <a:gd name="connsiteX13" fmla="*/ 24158 w 302108"/>
                <a:gd name="connsiteY13" fmla="*/ 92894 h 127856"/>
                <a:gd name="connsiteX14" fmla="*/ 345 w 302108"/>
                <a:gd name="connsiteY14" fmla="*/ 83370 h 127856"/>
                <a:gd name="connsiteX0" fmla="*/ 345 w 300542"/>
                <a:gd name="connsiteY0" fmla="*/ 83370 h 127856"/>
                <a:gd name="connsiteX1" fmla="*/ 43209 w 300542"/>
                <a:gd name="connsiteY1" fmla="*/ 45269 h 127856"/>
                <a:gd name="connsiteX2" fmla="*/ 79720 w 300542"/>
                <a:gd name="connsiteY2" fmla="*/ 24633 h 127856"/>
                <a:gd name="connsiteX3" fmla="*/ 135282 w 300542"/>
                <a:gd name="connsiteY3" fmla="*/ 5583 h 127856"/>
                <a:gd name="connsiteX4" fmla="*/ 178146 w 300542"/>
                <a:gd name="connsiteY4" fmla="*/ 820 h 127856"/>
                <a:gd name="connsiteX5" fmla="*/ 227360 w 300542"/>
                <a:gd name="connsiteY5" fmla="*/ 10344 h 127856"/>
                <a:gd name="connsiteX6" fmla="*/ 249583 w 300542"/>
                <a:gd name="connsiteY6" fmla="*/ 26219 h 127856"/>
                <a:gd name="connsiteX7" fmla="*/ 286095 w 300542"/>
                <a:gd name="connsiteY7" fmla="*/ 51618 h 127856"/>
                <a:gd name="connsiteX8" fmla="*/ 300384 w 300542"/>
                <a:gd name="connsiteY8" fmla="*/ 77020 h 127856"/>
                <a:gd name="connsiteX9" fmla="*/ 278158 w 300542"/>
                <a:gd name="connsiteY9" fmla="*/ 83374 h 127856"/>
                <a:gd name="connsiteX10" fmla="*/ 233708 w 300542"/>
                <a:gd name="connsiteY10" fmla="*/ 108770 h 127856"/>
                <a:gd name="connsiteX11" fmla="*/ 168620 w 300542"/>
                <a:gd name="connsiteY11" fmla="*/ 127820 h 127856"/>
                <a:gd name="connsiteX12" fmla="*/ 82895 w 300542"/>
                <a:gd name="connsiteY12" fmla="*/ 116708 h 127856"/>
                <a:gd name="connsiteX13" fmla="*/ 24158 w 300542"/>
                <a:gd name="connsiteY13" fmla="*/ 92894 h 127856"/>
                <a:gd name="connsiteX14" fmla="*/ 345 w 300542"/>
                <a:gd name="connsiteY14" fmla="*/ 83370 h 127856"/>
                <a:gd name="connsiteX0" fmla="*/ 345 w 300429"/>
                <a:gd name="connsiteY0" fmla="*/ 83370 h 127856"/>
                <a:gd name="connsiteX1" fmla="*/ 43209 w 300429"/>
                <a:gd name="connsiteY1" fmla="*/ 45269 h 127856"/>
                <a:gd name="connsiteX2" fmla="*/ 79720 w 300429"/>
                <a:gd name="connsiteY2" fmla="*/ 24633 h 127856"/>
                <a:gd name="connsiteX3" fmla="*/ 135282 w 300429"/>
                <a:gd name="connsiteY3" fmla="*/ 5583 h 127856"/>
                <a:gd name="connsiteX4" fmla="*/ 178146 w 300429"/>
                <a:gd name="connsiteY4" fmla="*/ 820 h 127856"/>
                <a:gd name="connsiteX5" fmla="*/ 227360 w 300429"/>
                <a:gd name="connsiteY5" fmla="*/ 10344 h 127856"/>
                <a:gd name="connsiteX6" fmla="*/ 249583 w 300429"/>
                <a:gd name="connsiteY6" fmla="*/ 26219 h 127856"/>
                <a:gd name="connsiteX7" fmla="*/ 282920 w 300429"/>
                <a:gd name="connsiteY7" fmla="*/ 46856 h 127856"/>
                <a:gd name="connsiteX8" fmla="*/ 300384 w 300429"/>
                <a:gd name="connsiteY8" fmla="*/ 77020 h 127856"/>
                <a:gd name="connsiteX9" fmla="*/ 278158 w 300429"/>
                <a:gd name="connsiteY9" fmla="*/ 83374 h 127856"/>
                <a:gd name="connsiteX10" fmla="*/ 233708 w 300429"/>
                <a:gd name="connsiteY10" fmla="*/ 108770 h 127856"/>
                <a:gd name="connsiteX11" fmla="*/ 168620 w 300429"/>
                <a:gd name="connsiteY11" fmla="*/ 127820 h 127856"/>
                <a:gd name="connsiteX12" fmla="*/ 82895 w 300429"/>
                <a:gd name="connsiteY12" fmla="*/ 116708 h 127856"/>
                <a:gd name="connsiteX13" fmla="*/ 24158 w 300429"/>
                <a:gd name="connsiteY13" fmla="*/ 92894 h 127856"/>
                <a:gd name="connsiteX14" fmla="*/ 345 w 300429"/>
                <a:gd name="connsiteY14" fmla="*/ 83370 h 127856"/>
                <a:gd name="connsiteX0" fmla="*/ 345 w 300429"/>
                <a:gd name="connsiteY0" fmla="*/ 83370 h 127856"/>
                <a:gd name="connsiteX1" fmla="*/ 43209 w 300429"/>
                <a:gd name="connsiteY1" fmla="*/ 45269 h 127856"/>
                <a:gd name="connsiteX2" fmla="*/ 79720 w 300429"/>
                <a:gd name="connsiteY2" fmla="*/ 24633 h 127856"/>
                <a:gd name="connsiteX3" fmla="*/ 135282 w 300429"/>
                <a:gd name="connsiteY3" fmla="*/ 5583 h 127856"/>
                <a:gd name="connsiteX4" fmla="*/ 178146 w 300429"/>
                <a:gd name="connsiteY4" fmla="*/ 820 h 127856"/>
                <a:gd name="connsiteX5" fmla="*/ 227360 w 300429"/>
                <a:gd name="connsiteY5" fmla="*/ 10344 h 127856"/>
                <a:gd name="connsiteX6" fmla="*/ 249583 w 300429"/>
                <a:gd name="connsiteY6" fmla="*/ 23044 h 127856"/>
                <a:gd name="connsiteX7" fmla="*/ 282920 w 300429"/>
                <a:gd name="connsiteY7" fmla="*/ 46856 h 127856"/>
                <a:gd name="connsiteX8" fmla="*/ 300384 w 300429"/>
                <a:gd name="connsiteY8" fmla="*/ 77020 h 127856"/>
                <a:gd name="connsiteX9" fmla="*/ 278158 w 300429"/>
                <a:gd name="connsiteY9" fmla="*/ 83374 h 127856"/>
                <a:gd name="connsiteX10" fmla="*/ 233708 w 300429"/>
                <a:gd name="connsiteY10" fmla="*/ 108770 h 127856"/>
                <a:gd name="connsiteX11" fmla="*/ 168620 w 300429"/>
                <a:gd name="connsiteY11" fmla="*/ 127820 h 127856"/>
                <a:gd name="connsiteX12" fmla="*/ 82895 w 300429"/>
                <a:gd name="connsiteY12" fmla="*/ 116708 h 127856"/>
                <a:gd name="connsiteX13" fmla="*/ 24158 w 300429"/>
                <a:gd name="connsiteY13" fmla="*/ 92894 h 127856"/>
                <a:gd name="connsiteX14" fmla="*/ 345 w 300429"/>
                <a:gd name="connsiteY14" fmla="*/ 83370 h 127856"/>
                <a:gd name="connsiteX0" fmla="*/ 345 w 300429"/>
                <a:gd name="connsiteY0" fmla="*/ 83250 h 127736"/>
                <a:gd name="connsiteX1" fmla="*/ 43209 w 300429"/>
                <a:gd name="connsiteY1" fmla="*/ 45149 h 127736"/>
                <a:gd name="connsiteX2" fmla="*/ 81307 w 300429"/>
                <a:gd name="connsiteY2" fmla="*/ 18163 h 127736"/>
                <a:gd name="connsiteX3" fmla="*/ 135282 w 300429"/>
                <a:gd name="connsiteY3" fmla="*/ 5463 h 127736"/>
                <a:gd name="connsiteX4" fmla="*/ 178146 w 300429"/>
                <a:gd name="connsiteY4" fmla="*/ 700 h 127736"/>
                <a:gd name="connsiteX5" fmla="*/ 227360 w 300429"/>
                <a:gd name="connsiteY5" fmla="*/ 10224 h 127736"/>
                <a:gd name="connsiteX6" fmla="*/ 249583 w 300429"/>
                <a:gd name="connsiteY6" fmla="*/ 22924 h 127736"/>
                <a:gd name="connsiteX7" fmla="*/ 282920 w 300429"/>
                <a:gd name="connsiteY7" fmla="*/ 46736 h 127736"/>
                <a:gd name="connsiteX8" fmla="*/ 300384 w 300429"/>
                <a:gd name="connsiteY8" fmla="*/ 76900 h 127736"/>
                <a:gd name="connsiteX9" fmla="*/ 278158 w 300429"/>
                <a:gd name="connsiteY9" fmla="*/ 83254 h 127736"/>
                <a:gd name="connsiteX10" fmla="*/ 233708 w 300429"/>
                <a:gd name="connsiteY10" fmla="*/ 108650 h 127736"/>
                <a:gd name="connsiteX11" fmla="*/ 168620 w 300429"/>
                <a:gd name="connsiteY11" fmla="*/ 127700 h 127736"/>
                <a:gd name="connsiteX12" fmla="*/ 82895 w 300429"/>
                <a:gd name="connsiteY12" fmla="*/ 116588 h 127736"/>
                <a:gd name="connsiteX13" fmla="*/ 24158 w 300429"/>
                <a:gd name="connsiteY13" fmla="*/ 92774 h 127736"/>
                <a:gd name="connsiteX14" fmla="*/ 345 w 300429"/>
                <a:gd name="connsiteY14" fmla="*/ 83250 h 127736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509 h 127995"/>
                <a:gd name="connsiteX1" fmla="*/ 43209 w 300429"/>
                <a:gd name="connsiteY1" fmla="*/ 45408 h 127995"/>
                <a:gd name="connsiteX2" fmla="*/ 81307 w 300429"/>
                <a:gd name="connsiteY2" fmla="*/ 18422 h 127995"/>
                <a:gd name="connsiteX3" fmla="*/ 135282 w 300429"/>
                <a:gd name="connsiteY3" fmla="*/ 2547 h 127995"/>
                <a:gd name="connsiteX4" fmla="*/ 178146 w 300429"/>
                <a:gd name="connsiteY4" fmla="*/ 959 h 127995"/>
                <a:gd name="connsiteX5" fmla="*/ 227360 w 300429"/>
                <a:gd name="connsiteY5" fmla="*/ 10483 h 127995"/>
                <a:gd name="connsiteX6" fmla="*/ 249583 w 300429"/>
                <a:gd name="connsiteY6" fmla="*/ 23183 h 127995"/>
                <a:gd name="connsiteX7" fmla="*/ 282920 w 300429"/>
                <a:gd name="connsiteY7" fmla="*/ 46995 h 127995"/>
                <a:gd name="connsiteX8" fmla="*/ 300384 w 300429"/>
                <a:gd name="connsiteY8" fmla="*/ 77159 h 127995"/>
                <a:gd name="connsiteX9" fmla="*/ 278158 w 300429"/>
                <a:gd name="connsiteY9" fmla="*/ 83513 h 127995"/>
                <a:gd name="connsiteX10" fmla="*/ 233708 w 300429"/>
                <a:gd name="connsiteY10" fmla="*/ 108909 h 127995"/>
                <a:gd name="connsiteX11" fmla="*/ 168620 w 300429"/>
                <a:gd name="connsiteY11" fmla="*/ 127959 h 127995"/>
                <a:gd name="connsiteX12" fmla="*/ 82895 w 300429"/>
                <a:gd name="connsiteY12" fmla="*/ 116847 h 127995"/>
                <a:gd name="connsiteX13" fmla="*/ 24158 w 300429"/>
                <a:gd name="connsiteY13" fmla="*/ 93033 h 127995"/>
                <a:gd name="connsiteX14" fmla="*/ 345 w 300429"/>
                <a:gd name="connsiteY14" fmla="*/ 83509 h 127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0429" h="127995">
                  <a:moveTo>
                    <a:pt x="345" y="83509"/>
                  </a:moveTo>
                  <a:cubicBezTo>
                    <a:pt x="3520" y="75572"/>
                    <a:pt x="29715" y="56256"/>
                    <a:pt x="43209" y="45408"/>
                  </a:cubicBezTo>
                  <a:cubicBezTo>
                    <a:pt x="56703" y="34560"/>
                    <a:pt x="42942" y="41440"/>
                    <a:pt x="81307" y="18422"/>
                  </a:cubicBezTo>
                  <a:cubicBezTo>
                    <a:pt x="124434" y="-3009"/>
                    <a:pt x="122317" y="3869"/>
                    <a:pt x="135282" y="2547"/>
                  </a:cubicBezTo>
                  <a:cubicBezTo>
                    <a:pt x="148247" y="1225"/>
                    <a:pt x="126024" y="-1423"/>
                    <a:pt x="178146" y="959"/>
                  </a:cubicBezTo>
                  <a:cubicBezTo>
                    <a:pt x="193756" y="1753"/>
                    <a:pt x="215454" y="6779"/>
                    <a:pt x="227360" y="10483"/>
                  </a:cubicBezTo>
                  <a:cubicBezTo>
                    <a:pt x="239266" y="14187"/>
                    <a:pt x="240323" y="17098"/>
                    <a:pt x="249583" y="23183"/>
                  </a:cubicBezTo>
                  <a:cubicBezTo>
                    <a:pt x="258843" y="29268"/>
                    <a:pt x="274453" y="37999"/>
                    <a:pt x="282920" y="46995"/>
                  </a:cubicBezTo>
                  <a:cubicBezTo>
                    <a:pt x="291387" y="55991"/>
                    <a:pt x="301178" y="71073"/>
                    <a:pt x="300384" y="77159"/>
                  </a:cubicBezTo>
                  <a:cubicBezTo>
                    <a:pt x="299590" y="83245"/>
                    <a:pt x="288741" y="77957"/>
                    <a:pt x="278158" y="83513"/>
                  </a:cubicBezTo>
                  <a:cubicBezTo>
                    <a:pt x="267575" y="89069"/>
                    <a:pt x="251964" y="101501"/>
                    <a:pt x="233708" y="108909"/>
                  </a:cubicBezTo>
                  <a:cubicBezTo>
                    <a:pt x="215452" y="116317"/>
                    <a:pt x="198518" y="128753"/>
                    <a:pt x="168620" y="127959"/>
                  </a:cubicBezTo>
                  <a:cubicBezTo>
                    <a:pt x="138722" y="127165"/>
                    <a:pt x="106972" y="122668"/>
                    <a:pt x="82895" y="116847"/>
                  </a:cubicBezTo>
                  <a:cubicBezTo>
                    <a:pt x="58818" y="111026"/>
                    <a:pt x="31566" y="97266"/>
                    <a:pt x="24158" y="93033"/>
                  </a:cubicBezTo>
                  <a:cubicBezTo>
                    <a:pt x="16750" y="88800"/>
                    <a:pt x="-2830" y="91447"/>
                    <a:pt x="345" y="83509"/>
                  </a:cubicBez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FCF7254-4DDF-4B16-9120-1A96E114B5A4}"/>
                </a:ext>
              </a:extLst>
            </p:cNvPr>
            <p:cNvSpPr/>
            <p:nvPr/>
          </p:nvSpPr>
          <p:spPr>
            <a:xfrm flipH="1">
              <a:off x="3935918" y="2911732"/>
              <a:ext cx="272201" cy="244928"/>
            </a:xfrm>
            <a:custGeom>
              <a:avLst/>
              <a:gdLst>
                <a:gd name="connsiteX0" fmla="*/ 13527 w 147543"/>
                <a:gd name="connsiteY0" fmla="*/ 8840 h 124154"/>
                <a:gd name="connsiteX1" fmla="*/ 827 w 147543"/>
                <a:gd name="connsiteY1" fmla="*/ 58053 h 124154"/>
                <a:gd name="connsiteX2" fmla="*/ 19877 w 147543"/>
                <a:gd name="connsiteY2" fmla="*/ 118378 h 124154"/>
                <a:gd name="connsiteX3" fmla="*/ 78615 w 147543"/>
                <a:gd name="connsiteY3" fmla="*/ 121553 h 124154"/>
                <a:gd name="connsiteX4" fmla="*/ 126240 w 147543"/>
                <a:gd name="connsiteY4" fmla="*/ 116790 h 124154"/>
                <a:gd name="connsiteX5" fmla="*/ 143702 w 147543"/>
                <a:gd name="connsiteY5" fmla="*/ 91390 h 124154"/>
                <a:gd name="connsiteX6" fmla="*/ 146877 w 147543"/>
                <a:gd name="connsiteY6" fmla="*/ 37415 h 124154"/>
                <a:gd name="connsiteX7" fmla="*/ 134177 w 147543"/>
                <a:gd name="connsiteY7" fmla="*/ 8840 h 124154"/>
                <a:gd name="connsiteX8" fmla="*/ 99252 w 147543"/>
                <a:gd name="connsiteY8" fmla="*/ 903 h 124154"/>
                <a:gd name="connsiteX9" fmla="*/ 13527 w 147543"/>
                <a:gd name="connsiteY9" fmla="*/ 8840 h 124154"/>
                <a:gd name="connsiteX0" fmla="*/ 13527 w 147543"/>
                <a:gd name="connsiteY0" fmla="*/ 8840 h 137082"/>
                <a:gd name="connsiteX1" fmla="*/ 827 w 147543"/>
                <a:gd name="connsiteY1" fmla="*/ 58053 h 137082"/>
                <a:gd name="connsiteX2" fmla="*/ 19877 w 147543"/>
                <a:gd name="connsiteY2" fmla="*/ 118378 h 137082"/>
                <a:gd name="connsiteX3" fmla="*/ 84762 w 147543"/>
                <a:gd name="connsiteY3" fmla="*/ 137074 h 137082"/>
                <a:gd name="connsiteX4" fmla="*/ 126240 w 147543"/>
                <a:gd name="connsiteY4" fmla="*/ 116790 h 137082"/>
                <a:gd name="connsiteX5" fmla="*/ 143702 w 147543"/>
                <a:gd name="connsiteY5" fmla="*/ 91390 h 137082"/>
                <a:gd name="connsiteX6" fmla="*/ 146877 w 147543"/>
                <a:gd name="connsiteY6" fmla="*/ 37415 h 137082"/>
                <a:gd name="connsiteX7" fmla="*/ 134177 w 147543"/>
                <a:gd name="connsiteY7" fmla="*/ 8840 h 137082"/>
                <a:gd name="connsiteX8" fmla="*/ 99252 w 147543"/>
                <a:gd name="connsiteY8" fmla="*/ 903 h 137082"/>
                <a:gd name="connsiteX9" fmla="*/ 13527 w 147543"/>
                <a:gd name="connsiteY9" fmla="*/ 8840 h 137082"/>
                <a:gd name="connsiteX0" fmla="*/ 13527 w 147543"/>
                <a:gd name="connsiteY0" fmla="*/ 4221 h 141776"/>
                <a:gd name="connsiteX1" fmla="*/ 827 w 147543"/>
                <a:gd name="connsiteY1" fmla="*/ 62747 h 141776"/>
                <a:gd name="connsiteX2" fmla="*/ 19877 w 147543"/>
                <a:gd name="connsiteY2" fmla="*/ 123072 h 141776"/>
                <a:gd name="connsiteX3" fmla="*/ 84762 w 147543"/>
                <a:gd name="connsiteY3" fmla="*/ 141768 h 141776"/>
                <a:gd name="connsiteX4" fmla="*/ 126240 w 147543"/>
                <a:gd name="connsiteY4" fmla="*/ 121484 h 141776"/>
                <a:gd name="connsiteX5" fmla="*/ 143702 w 147543"/>
                <a:gd name="connsiteY5" fmla="*/ 96084 h 141776"/>
                <a:gd name="connsiteX6" fmla="*/ 146877 w 147543"/>
                <a:gd name="connsiteY6" fmla="*/ 42109 h 141776"/>
                <a:gd name="connsiteX7" fmla="*/ 134177 w 147543"/>
                <a:gd name="connsiteY7" fmla="*/ 13534 h 141776"/>
                <a:gd name="connsiteX8" fmla="*/ 99252 w 147543"/>
                <a:gd name="connsiteY8" fmla="*/ 5597 h 141776"/>
                <a:gd name="connsiteX9" fmla="*/ 13527 w 147543"/>
                <a:gd name="connsiteY9" fmla="*/ 4221 h 141776"/>
                <a:gd name="connsiteX0" fmla="*/ 21951 w 146745"/>
                <a:gd name="connsiteY0" fmla="*/ 11110 h 136249"/>
                <a:gd name="connsiteX1" fmla="*/ 29 w 146745"/>
                <a:gd name="connsiteY1" fmla="*/ 57220 h 136249"/>
                <a:gd name="connsiteX2" fmla="*/ 19079 w 146745"/>
                <a:gd name="connsiteY2" fmla="*/ 117545 h 136249"/>
                <a:gd name="connsiteX3" fmla="*/ 83964 w 146745"/>
                <a:gd name="connsiteY3" fmla="*/ 136241 h 136249"/>
                <a:gd name="connsiteX4" fmla="*/ 125442 w 146745"/>
                <a:gd name="connsiteY4" fmla="*/ 115957 h 136249"/>
                <a:gd name="connsiteX5" fmla="*/ 142904 w 146745"/>
                <a:gd name="connsiteY5" fmla="*/ 90557 h 136249"/>
                <a:gd name="connsiteX6" fmla="*/ 146079 w 146745"/>
                <a:gd name="connsiteY6" fmla="*/ 36582 h 136249"/>
                <a:gd name="connsiteX7" fmla="*/ 133379 w 146745"/>
                <a:gd name="connsiteY7" fmla="*/ 8007 h 136249"/>
                <a:gd name="connsiteX8" fmla="*/ 98454 w 146745"/>
                <a:gd name="connsiteY8" fmla="*/ 70 h 136249"/>
                <a:gd name="connsiteX9" fmla="*/ 21951 w 146745"/>
                <a:gd name="connsiteY9" fmla="*/ 11110 h 136249"/>
                <a:gd name="connsiteX0" fmla="*/ 18850 w 146718"/>
                <a:gd name="connsiteY0" fmla="*/ 5021 h 139471"/>
                <a:gd name="connsiteX1" fmla="*/ 2 w 146718"/>
                <a:gd name="connsiteY1" fmla="*/ 60442 h 139471"/>
                <a:gd name="connsiteX2" fmla="*/ 19052 w 146718"/>
                <a:gd name="connsiteY2" fmla="*/ 120767 h 139471"/>
                <a:gd name="connsiteX3" fmla="*/ 83937 w 146718"/>
                <a:gd name="connsiteY3" fmla="*/ 139463 h 139471"/>
                <a:gd name="connsiteX4" fmla="*/ 125415 w 146718"/>
                <a:gd name="connsiteY4" fmla="*/ 119179 h 139471"/>
                <a:gd name="connsiteX5" fmla="*/ 142877 w 146718"/>
                <a:gd name="connsiteY5" fmla="*/ 93779 h 139471"/>
                <a:gd name="connsiteX6" fmla="*/ 146052 w 146718"/>
                <a:gd name="connsiteY6" fmla="*/ 39804 h 139471"/>
                <a:gd name="connsiteX7" fmla="*/ 133352 w 146718"/>
                <a:gd name="connsiteY7" fmla="*/ 11229 h 139471"/>
                <a:gd name="connsiteX8" fmla="*/ 98427 w 146718"/>
                <a:gd name="connsiteY8" fmla="*/ 3292 h 139471"/>
                <a:gd name="connsiteX9" fmla="*/ 18850 w 146718"/>
                <a:gd name="connsiteY9" fmla="*/ 5021 h 139471"/>
                <a:gd name="connsiteX0" fmla="*/ 18848 w 146493"/>
                <a:gd name="connsiteY0" fmla="*/ 4734 h 139184"/>
                <a:gd name="connsiteX1" fmla="*/ 0 w 146493"/>
                <a:gd name="connsiteY1" fmla="*/ 60155 h 139184"/>
                <a:gd name="connsiteX2" fmla="*/ 19050 w 146493"/>
                <a:gd name="connsiteY2" fmla="*/ 120480 h 139184"/>
                <a:gd name="connsiteX3" fmla="*/ 83935 w 146493"/>
                <a:gd name="connsiteY3" fmla="*/ 139176 h 139184"/>
                <a:gd name="connsiteX4" fmla="*/ 125413 w 146493"/>
                <a:gd name="connsiteY4" fmla="*/ 118892 h 139184"/>
                <a:gd name="connsiteX5" fmla="*/ 142875 w 146493"/>
                <a:gd name="connsiteY5" fmla="*/ 93492 h 139184"/>
                <a:gd name="connsiteX6" fmla="*/ 146050 w 146493"/>
                <a:gd name="connsiteY6" fmla="*/ 39517 h 139184"/>
                <a:gd name="connsiteX7" fmla="*/ 136423 w 146493"/>
                <a:gd name="connsiteY7" fmla="*/ 4734 h 139184"/>
                <a:gd name="connsiteX8" fmla="*/ 98425 w 146493"/>
                <a:gd name="connsiteY8" fmla="*/ 3005 h 139184"/>
                <a:gd name="connsiteX9" fmla="*/ 18848 w 146493"/>
                <a:gd name="connsiteY9" fmla="*/ 4734 h 139184"/>
                <a:gd name="connsiteX0" fmla="*/ 18848 w 146493"/>
                <a:gd name="connsiteY0" fmla="*/ 4734 h 139786"/>
                <a:gd name="connsiteX1" fmla="*/ 0 w 146493"/>
                <a:gd name="connsiteY1" fmla="*/ 60155 h 139786"/>
                <a:gd name="connsiteX2" fmla="*/ 19050 w 146493"/>
                <a:gd name="connsiteY2" fmla="*/ 120480 h 139786"/>
                <a:gd name="connsiteX3" fmla="*/ 83935 w 146493"/>
                <a:gd name="connsiteY3" fmla="*/ 139176 h 139786"/>
                <a:gd name="connsiteX4" fmla="*/ 125413 w 146493"/>
                <a:gd name="connsiteY4" fmla="*/ 131307 h 139786"/>
                <a:gd name="connsiteX5" fmla="*/ 142875 w 146493"/>
                <a:gd name="connsiteY5" fmla="*/ 93492 h 139786"/>
                <a:gd name="connsiteX6" fmla="*/ 146050 w 146493"/>
                <a:gd name="connsiteY6" fmla="*/ 39517 h 139786"/>
                <a:gd name="connsiteX7" fmla="*/ 136423 w 146493"/>
                <a:gd name="connsiteY7" fmla="*/ 4734 h 139786"/>
                <a:gd name="connsiteX8" fmla="*/ 98425 w 146493"/>
                <a:gd name="connsiteY8" fmla="*/ 3005 h 139786"/>
                <a:gd name="connsiteX9" fmla="*/ 18848 w 146493"/>
                <a:gd name="connsiteY9" fmla="*/ 4734 h 139786"/>
                <a:gd name="connsiteX0" fmla="*/ 21485 w 149130"/>
                <a:gd name="connsiteY0" fmla="*/ 4734 h 139569"/>
                <a:gd name="connsiteX1" fmla="*/ 2637 w 149130"/>
                <a:gd name="connsiteY1" fmla="*/ 60155 h 139569"/>
                <a:gd name="connsiteX2" fmla="*/ 9393 w 149130"/>
                <a:gd name="connsiteY2" fmla="*/ 129793 h 139569"/>
                <a:gd name="connsiteX3" fmla="*/ 86572 w 149130"/>
                <a:gd name="connsiteY3" fmla="*/ 139176 h 139569"/>
                <a:gd name="connsiteX4" fmla="*/ 128050 w 149130"/>
                <a:gd name="connsiteY4" fmla="*/ 131307 h 139569"/>
                <a:gd name="connsiteX5" fmla="*/ 145512 w 149130"/>
                <a:gd name="connsiteY5" fmla="*/ 93492 h 139569"/>
                <a:gd name="connsiteX6" fmla="*/ 148687 w 149130"/>
                <a:gd name="connsiteY6" fmla="*/ 39517 h 139569"/>
                <a:gd name="connsiteX7" fmla="*/ 139060 w 149130"/>
                <a:gd name="connsiteY7" fmla="*/ 4734 h 139569"/>
                <a:gd name="connsiteX8" fmla="*/ 101062 w 149130"/>
                <a:gd name="connsiteY8" fmla="*/ 3005 h 139569"/>
                <a:gd name="connsiteX9" fmla="*/ 21485 w 149130"/>
                <a:gd name="connsiteY9" fmla="*/ 4734 h 139569"/>
                <a:gd name="connsiteX0" fmla="*/ 25946 w 153591"/>
                <a:gd name="connsiteY0" fmla="*/ 4734 h 139569"/>
                <a:gd name="connsiteX1" fmla="*/ 951 w 153591"/>
                <a:gd name="connsiteY1" fmla="*/ 60155 h 139569"/>
                <a:gd name="connsiteX2" fmla="*/ 13854 w 153591"/>
                <a:gd name="connsiteY2" fmla="*/ 129793 h 139569"/>
                <a:gd name="connsiteX3" fmla="*/ 91033 w 153591"/>
                <a:gd name="connsiteY3" fmla="*/ 139176 h 139569"/>
                <a:gd name="connsiteX4" fmla="*/ 132511 w 153591"/>
                <a:gd name="connsiteY4" fmla="*/ 131307 h 139569"/>
                <a:gd name="connsiteX5" fmla="*/ 149973 w 153591"/>
                <a:gd name="connsiteY5" fmla="*/ 93492 h 139569"/>
                <a:gd name="connsiteX6" fmla="*/ 153148 w 153591"/>
                <a:gd name="connsiteY6" fmla="*/ 39517 h 139569"/>
                <a:gd name="connsiteX7" fmla="*/ 143521 w 153591"/>
                <a:gd name="connsiteY7" fmla="*/ 4734 h 139569"/>
                <a:gd name="connsiteX8" fmla="*/ 105523 w 153591"/>
                <a:gd name="connsiteY8" fmla="*/ 3005 h 139569"/>
                <a:gd name="connsiteX9" fmla="*/ 25946 w 153591"/>
                <a:gd name="connsiteY9" fmla="*/ 4734 h 139569"/>
                <a:gd name="connsiteX0" fmla="*/ 25948 w 156424"/>
                <a:gd name="connsiteY0" fmla="*/ 4734 h 139569"/>
                <a:gd name="connsiteX1" fmla="*/ 953 w 156424"/>
                <a:gd name="connsiteY1" fmla="*/ 60155 h 139569"/>
                <a:gd name="connsiteX2" fmla="*/ 13856 w 156424"/>
                <a:gd name="connsiteY2" fmla="*/ 129793 h 139569"/>
                <a:gd name="connsiteX3" fmla="*/ 91035 w 156424"/>
                <a:gd name="connsiteY3" fmla="*/ 139176 h 139569"/>
                <a:gd name="connsiteX4" fmla="*/ 132513 w 156424"/>
                <a:gd name="connsiteY4" fmla="*/ 131307 h 139569"/>
                <a:gd name="connsiteX5" fmla="*/ 149975 w 156424"/>
                <a:gd name="connsiteY5" fmla="*/ 93492 h 139569"/>
                <a:gd name="connsiteX6" fmla="*/ 156222 w 156424"/>
                <a:gd name="connsiteY6" fmla="*/ 58139 h 139569"/>
                <a:gd name="connsiteX7" fmla="*/ 143523 w 156424"/>
                <a:gd name="connsiteY7" fmla="*/ 4734 h 139569"/>
                <a:gd name="connsiteX8" fmla="*/ 105525 w 156424"/>
                <a:gd name="connsiteY8" fmla="*/ 3005 h 139569"/>
                <a:gd name="connsiteX9" fmla="*/ 25948 w 156424"/>
                <a:gd name="connsiteY9" fmla="*/ 4734 h 139569"/>
                <a:gd name="connsiteX0" fmla="*/ 26319 w 156795"/>
                <a:gd name="connsiteY0" fmla="*/ 4734 h 139491"/>
                <a:gd name="connsiteX1" fmla="*/ 1324 w 156795"/>
                <a:gd name="connsiteY1" fmla="*/ 60155 h 139491"/>
                <a:gd name="connsiteX2" fmla="*/ 12923 w 156795"/>
                <a:gd name="connsiteY2" fmla="*/ 125021 h 139491"/>
                <a:gd name="connsiteX3" fmla="*/ 91406 w 156795"/>
                <a:gd name="connsiteY3" fmla="*/ 139176 h 139491"/>
                <a:gd name="connsiteX4" fmla="*/ 132884 w 156795"/>
                <a:gd name="connsiteY4" fmla="*/ 131307 h 139491"/>
                <a:gd name="connsiteX5" fmla="*/ 150346 w 156795"/>
                <a:gd name="connsiteY5" fmla="*/ 93492 h 139491"/>
                <a:gd name="connsiteX6" fmla="*/ 156593 w 156795"/>
                <a:gd name="connsiteY6" fmla="*/ 58139 h 139491"/>
                <a:gd name="connsiteX7" fmla="*/ 143894 w 156795"/>
                <a:gd name="connsiteY7" fmla="*/ 4734 h 139491"/>
                <a:gd name="connsiteX8" fmla="*/ 105896 w 156795"/>
                <a:gd name="connsiteY8" fmla="*/ 3005 h 139491"/>
                <a:gd name="connsiteX9" fmla="*/ 26319 w 156795"/>
                <a:gd name="connsiteY9" fmla="*/ 4734 h 139491"/>
                <a:gd name="connsiteX0" fmla="*/ 25999 w 156475"/>
                <a:gd name="connsiteY0" fmla="*/ 4734 h 139491"/>
                <a:gd name="connsiteX1" fmla="*/ 1004 w 156475"/>
                <a:gd name="connsiteY1" fmla="*/ 60155 h 139491"/>
                <a:gd name="connsiteX2" fmla="*/ 12603 w 156475"/>
                <a:gd name="connsiteY2" fmla="*/ 125021 h 139491"/>
                <a:gd name="connsiteX3" fmla="*/ 80658 w 156475"/>
                <a:gd name="connsiteY3" fmla="*/ 139176 h 139491"/>
                <a:gd name="connsiteX4" fmla="*/ 132564 w 156475"/>
                <a:gd name="connsiteY4" fmla="*/ 131307 h 139491"/>
                <a:gd name="connsiteX5" fmla="*/ 150026 w 156475"/>
                <a:gd name="connsiteY5" fmla="*/ 93492 h 139491"/>
                <a:gd name="connsiteX6" fmla="*/ 156273 w 156475"/>
                <a:gd name="connsiteY6" fmla="*/ 58139 h 139491"/>
                <a:gd name="connsiteX7" fmla="*/ 143574 w 156475"/>
                <a:gd name="connsiteY7" fmla="*/ 4734 h 139491"/>
                <a:gd name="connsiteX8" fmla="*/ 105576 w 156475"/>
                <a:gd name="connsiteY8" fmla="*/ 3005 h 139491"/>
                <a:gd name="connsiteX9" fmla="*/ 25999 w 156475"/>
                <a:gd name="connsiteY9" fmla="*/ 4734 h 139491"/>
                <a:gd name="connsiteX0" fmla="*/ 25999 w 156466"/>
                <a:gd name="connsiteY0" fmla="*/ 4734 h 139208"/>
                <a:gd name="connsiteX1" fmla="*/ 1004 w 156466"/>
                <a:gd name="connsiteY1" fmla="*/ 60155 h 139208"/>
                <a:gd name="connsiteX2" fmla="*/ 12603 w 156466"/>
                <a:gd name="connsiteY2" fmla="*/ 125021 h 139208"/>
                <a:gd name="connsiteX3" fmla="*/ 80658 w 156466"/>
                <a:gd name="connsiteY3" fmla="*/ 139176 h 139208"/>
                <a:gd name="connsiteX4" fmla="*/ 133867 w 156466"/>
                <a:gd name="connsiteY4" fmla="*/ 127728 h 139208"/>
                <a:gd name="connsiteX5" fmla="*/ 150026 w 156466"/>
                <a:gd name="connsiteY5" fmla="*/ 93492 h 139208"/>
                <a:gd name="connsiteX6" fmla="*/ 156273 w 156466"/>
                <a:gd name="connsiteY6" fmla="*/ 58139 h 139208"/>
                <a:gd name="connsiteX7" fmla="*/ 143574 w 156466"/>
                <a:gd name="connsiteY7" fmla="*/ 4734 h 139208"/>
                <a:gd name="connsiteX8" fmla="*/ 105576 w 156466"/>
                <a:gd name="connsiteY8" fmla="*/ 3005 h 139208"/>
                <a:gd name="connsiteX9" fmla="*/ 25999 w 156466"/>
                <a:gd name="connsiteY9" fmla="*/ 4734 h 139208"/>
                <a:gd name="connsiteX0" fmla="*/ 25999 w 156466"/>
                <a:gd name="connsiteY0" fmla="*/ 10093 h 144567"/>
                <a:gd name="connsiteX1" fmla="*/ 1004 w 156466"/>
                <a:gd name="connsiteY1" fmla="*/ 65514 h 144567"/>
                <a:gd name="connsiteX2" fmla="*/ 12603 w 156466"/>
                <a:gd name="connsiteY2" fmla="*/ 130380 h 144567"/>
                <a:gd name="connsiteX3" fmla="*/ 80658 w 156466"/>
                <a:gd name="connsiteY3" fmla="*/ 144535 h 144567"/>
                <a:gd name="connsiteX4" fmla="*/ 133867 w 156466"/>
                <a:gd name="connsiteY4" fmla="*/ 133087 h 144567"/>
                <a:gd name="connsiteX5" fmla="*/ 150026 w 156466"/>
                <a:gd name="connsiteY5" fmla="*/ 98851 h 144567"/>
                <a:gd name="connsiteX6" fmla="*/ 156273 w 156466"/>
                <a:gd name="connsiteY6" fmla="*/ 63498 h 144567"/>
                <a:gd name="connsiteX7" fmla="*/ 143574 w 156466"/>
                <a:gd name="connsiteY7" fmla="*/ 10093 h 144567"/>
                <a:gd name="connsiteX8" fmla="*/ 89934 w 156466"/>
                <a:gd name="connsiteY8" fmla="*/ 14 h 144567"/>
                <a:gd name="connsiteX9" fmla="*/ 25999 w 156466"/>
                <a:gd name="connsiteY9" fmla="*/ 10093 h 144567"/>
                <a:gd name="connsiteX0" fmla="*/ 25999 w 156530"/>
                <a:gd name="connsiteY0" fmla="*/ 10232 h 144706"/>
                <a:gd name="connsiteX1" fmla="*/ 1004 w 156530"/>
                <a:gd name="connsiteY1" fmla="*/ 65653 h 144706"/>
                <a:gd name="connsiteX2" fmla="*/ 12603 w 156530"/>
                <a:gd name="connsiteY2" fmla="*/ 130519 h 144706"/>
                <a:gd name="connsiteX3" fmla="*/ 80658 w 156530"/>
                <a:gd name="connsiteY3" fmla="*/ 144674 h 144706"/>
                <a:gd name="connsiteX4" fmla="*/ 133867 w 156530"/>
                <a:gd name="connsiteY4" fmla="*/ 133226 h 144706"/>
                <a:gd name="connsiteX5" fmla="*/ 150026 w 156530"/>
                <a:gd name="connsiteY5" fmla="*/ 98990 h 144706"/>
                <a:gd name="connsiteX6" fmla="*/ 156273 w 156530"/>
                <a:gd name="connsiteY6" fmla="*/ 63637 h 144706"/>
                <a:gd name="connsiteX7" fmla="*/ 142270 w 156530"/>
                <a:gd name="connsiteY7" fmla="*/ 12618 h 144706"/>
                <a:gd name="connsiteX8" fmla="*/ 89934 w 156530"/>
                <a:gd name="connsiteY8" fmla="*/ 153 h 144706"/>
                <a:gd name="connsiteX9" fmla="*/ 25999 w 156530"/>
                <a:gd name="connsiteY9" fmla="*/ 10232 h 144706"/>
                <a:gd name="connsiteX0" fmla="*/ 25999 w 156530"/>
                <a:gd name="connsiteY0" fmla="*/ 10232 h 144706"/>
                <a:gd name="connsiteX1" fmla="*/ 1004 w 156530"/>
                <a:gd name="connsiteY1" fmla="*/ 65653 h 144706"/>
                <a:gd name="connsiteX2" fmla="*/ 12603 w 156530"/>
                <a:gd name="connsiteY2" fmla="*/ 130519 h 144706"/>
                <a:gd name="connsiteX3" fmla="*/ 80658 w 156530"/>
                <a:gd name="connsiteY3" fmla="*/ 144674 h 144706"/>
                <a:gd name="connsiteX4" fmla="*/ 133867 w 156530"/>
                <a:gd name="connsiteY4" fmla="*/ 133226 h 144706"/>
                <a:gd name="connsiteX5" fmla="*/ 150026 w 156530"/>
                <a:gd name="connsiteY5" fmla="*/ 98990 h 144706"/>
                <a:gd name="connsiteX6" fmla="*/ 156273 w 156530"/>
                <a:gd name="connsiteY6" fmla="*/ 63637 h 144706"/>
                <a:gd name="connsiteX7" fmla="*/ 142270 w 156530"/>
                <a:gd name="connsiteY7" fmla="*/ 12618 h 144706"/>
                <a:gd name="connsiteX8" fmla="*/ 89934 w 156530"/>
                <a:gd name="connsiteY8" fmla="*/ 153 h 144706"/>
                <a:gd name="connsiteX9" fmla="*/ 25999 w 156530"/>
                <a:gd name="connsiteY9" fmla="*/ 10232 h 144706"/>
                <a:gd name="connsiteX0" fmla="*/ 25999 w 156961"/>
                <a:gd name="connsiteY0" fmla="*/ 10232 h 144702"/>
                <a:gd name="connsiteX1" fmla="*/ 1004 w 156961"/>
                <a:gd name="connsiteY1" fmla="*/ 65653 h 144702"/>
                <a:gd name="connsiteX2" fmla="*/ 12603 w 156961"/>
                <a:gd name="connsiteY2" fmla="*/ 130519 h 144702"/>
                <a:gd name="connsiteX3" fmla="*/ 80658 w 156961"/>
                <a:gd name="connsiteY3" fmla="*/ 144674 h 144702"/>
                <a:gd name="connsiteX4" fmla="*/ 133867 w 156961"/>
                <a:gd name="connsiteY4" fmla="*/ 133226 h 144702"/>
                <a:gd name="connsiteX5" fmla="*/ 152633 w 156961"/>
                <a:gd name="connsiteY5" fmla="*/ 102569 h 144702"/>
                <a:gd name="connsiteX6" fmla="*/ 156273 w 156961"/>
                <a:gd name="connsiteY6" fmla="*/ 63637 h 144702"/>
                <a:gd name="connsiteX7" fmla="*/ 142270 w 156961"/>
                <a:gd name="connsiteY7" fmla="*/ 12618 h 144702"/>
                <a:gd name="connsiteX8" fmla="*/ 89934 w 156961"/>
                <a:gd name="connsiteY8" fmla="*/ 153 h 144702"/>
                <a:gd name="connsiteX9" fmla="*/ 25999 w 156961"/>
                <a:gd name="connsiteY9" fmla="*/ 10232 h 144702"/>
                <a:gd name="connsiteX0" fmla="*/ 25999 w 157373"/>
                <a:gd name="connsiteY0" fmla="*/ 10232 h 144706"/>
                <a:gd name="connsiteX1" fmla="*/ 1004 w 157373"/>
                <a:gd name="connsiteY1" fmla="*/ 65653 h 144706"/>
                <a:gd name="connsiteX2" fmla="*/ 12603 w 157373"/>
                <a:gd name="connsiteY2" fmla="*/ 130519 h 144706"/>
                <a:gd name="connsiteX3" fmla="*/ 80658 w 157373"/>
                <a:gd name="connsiteY3" fmla="*/ 144674 h 144706"/>
                <a:gd name="connsiteX4" fmla="*/ 133867 w 157373"/>
                <a:gd name="connsiteY4" fmla="*/ 133226 h 144706"/>
                <a:gd name="connsiteX5" fmla="*/ 153937 w 157373"/>
                <a:gd name="connsiteY5" fmla="*/ 98990 h 144706"/>
                <a:gd name="connsiteX6" fmla="*/ 156273 w 157373"/>
                <a:gd name="connsiteY6" fmla="*/ 63637 h 144706"/>
                <a:gd name="connsiteX7" fmla="*/ 142270 w 157373"/>
                <a:gd name="connsiteY7" fmla="*/ 12618 h 144706"/>
                <a:gd name="connsiteX8" fmla="*/ 89934 w 157373"/>
                <a:gd name="connsiteY8" fmla="*/ 153 h 144706"/>
                <a:gd name="connsiteX9" fmla="*/ 25999 w 157373"/>
                <a:gd name="connsiteY9" fmla="*/ 10232 h 144706"/>
                <a:gd name="connsiteX0" fmla="*/ 25999 w 157688"/>
                <a:gd name="connsiteY0" fmla="*/ 10232 h 144706"/>
                <a:gd name="connsiteX1" fmla="*/ 1004 w 157688"/>
                <a:gd name="connsiteY1" fmla="*/ 65653 h 144706"/>
                <a:gd name="connsiteX2" fmla="*/ 12603 w 157688"/>
                <a:gd name="connsiteY2" fmla="*/ 130519 h 144706"/>
                <a:gd name="connsiteX3" fmla="*/ 80658 w 157688"/>
                <a:gd name="connsiteY3" fmla="*/ 144674 h 144706"/>
                <a:gd name="connsiteX4" fmla="*/ 127350 w 157688"/>
                <a:gd name="connsiteY4" fmla="*/ 133226 h 144706"/>
                <a:gd name="connsiteX5" fmla="*/ 153937 w 157688"/>
                <a:gd name="connsiteY5" fmla="*/ 98990 h 144706"/>
                <a:gd name="connsiteX6" fmla="*/ 156273 w 157688"/>
                <a:gd name="connsiteY6" fmla="*/ 63637 h 144706"/>
                <a:gd name="connsiteX7" fmla="*/ 142270 w 157688"/>
                <a:gd name="connsiteY7" fmla="*/ 12618 h 144706"/>
                <a:gd name="connsiteX8" fmla="*/ 89934 w 157688"/>
                <a:gd name="connsiteY8" fmla="*/ 153 h 144706"/>
                <a:gd name="connsiteX9" fmla="*/ 25999 w 157688"/>
                <a:gd name="connsiteY9" fmla="*/ 10232 h 144706"/>
                <a:gd name="connsiteX0" fmla="*/ 25999 w 157688"/>
                <a:gd name="connsiteY0" fmla="*/ 10232 h 144966"/>
                <a:gd name="connsiteX1" fmla="*/ 1004 w 157688"/>
                <a:gd name="connsiteY1" fmla="*/ 65653 h 144966"/>
                <a:gd name="connsiteX2" fmla="*/ 12603 w 157688"/>
                <a:gd name="connsiteY2" fmla="*/ 123361 h 144966"/>
                <a:gd name="connsiteX3" fmla="*/ 80658 w 157688"/>
                <a:gd name="connsiteY3" fmla="*/ 144674 h 144966"/>
                <a:gd name="connsiteX4" fmla="*/ 127350 w 157688"/>
                <a:gd name="connsiteY4" fmla="*/ 133226 h 144966"/>
                <a:gd name="connsiteX5" fmla="*/ 153937 w 157688"/>
                <a:gd name="connsiteY5" fmla="*/ 98990 h 144966"/>
                <a:gd name="connsiteX6" fmla="*/ 156273 w 157688"/>
                <a:gd name="connsiteY6" fmla="*/ 63637 h 144966"/>
                <a:gd name="connsiteX7" fmla="*/ 142270 w 157688"/>
                <a:gd name="connsiteY7" fmla="*/ 12618 h 144966"/>
                <a:gd name="connsiteX8" fmla="*/ 89934 w 157688"/>
                <a:gd name="connsiteY8" fmla="*/ 153 h 144966"/>
                <a:gd name="connsiteX9" fmla="*/ 25999 w 157688"/>
                <a:gd name="connsiteY9" fmla="*/ 10232 h 144966"/>
                <a:gd name="connsiteX0" fmla="*/ 25999 w 157688"/>
                <a:gd name="connsiteY0" fmla="*/ 10232 h 144966"/>
                <a:gd name="connsiteX1" fmla="*/ 1004 w 157688"/>
                <a:gd name="connsiteY1" fmla="*/ 65653 h 144966"/>
                <a:gd name="connsiteX2" fmla="*/ 12603 w 157688"/>
                <a:gd name="connsiteY2" fmla="*/ 123361 h 144966"/>
                <a:gd name="connsiteX3" fmla="*/ 80658 w 157688"/>
                <a:gd name="connsiteY3" fmla="*/ 144674 h 144966"/>
                <a:gd name="connsiteX4" fmla="*/ 127350 w 157688"/>
                <a:gd name="connsiteY4" fmla="*/ 133226 h 144966"/>
                <a:gd name="connsiteX5" fmla="*/ 153937 w 157688"/>
                <a:gd name="connsiteY5" fmla="*/ 98990 h 144966"/>
                <a:gd name="connsiteX6" fmla="*/ 156273 w 157688"/>
                <a:gd name="connsiteY6" fmla="*/ 63637 h 144966"/>
                <a:gd name="connsiteX7" fmla="*/ 142270 w 157688"/>
                <a:gd name="connsiteY7" fmla="*/ 12618 h 144966"/>
                <a:gd name="connsiteX8" fmla="*/ 89934 w 157688"/>
                <a:gd name="connsiteY8" fmla="*/ 153 h 144966"/>
                <a:gd name="connsiteX9" fmla="*/ 25999 w 157688"/>
                <a:gd name="connsiteY9" fmla="*/ 10232 h 144966"/>
                <a:gd name="connsiteX0" fmla="*/ 25932 w 157621"/>
                <a:gd name="connsiteY0" fmla="*/ 10232 h 140513"/>
                <a:gd name="connsiteX1" fmla="*/ 937 w 157621"/>
                <a:gd name="connsiteY1" fmla="*/ 65653 h 140513"/>
                <a:gd name="connsiteX2" fmla="*/ 12536 w 157621"/>
                <a:gd name="connsiteY2" fmla="*/ 123361 h 140513"/>
                <a:gd name="connsiteX3" fmla="*/ 77984 w 157621"/>
                <a:gd name="connsiteY3" fmla="*/ 139903 h 140513"/>
                <a:gd name="connsiteX4" fmla="*/ 127283 w 157621"/>
                <a:gd name="connsiteY4" fmla="*/ 133226 h 140513"/>
                <a:gd name="connsiteX5" fmla="*/ 153870 w 157621"/>
                <a:gd name="connsiteY5" fmla="*/ 98990 h 140513"/>
                <a:gd name="connsiteX6" fmla="*/ 156206 w 157621"/>
                <a:gd name="connsiteY6" fmla="*/ 63637 h 140513"/>
                <a:gd name="connsiteX7" fmla="*/ 142203 w 157621"/>
                <a:gd name="connsiteY7" fmla="*/ 12618 h 140513"/>
                <a:gd name="connsiteX8" fmla="*/ 89867 w 157621"/>
                <a:gd name="connsiteY8" fmla="*/ 153 h 140513"/>
                <a:gd name="connsiteX9" fmla="*/ 25932 w 157621"/>
                <a:gd name="connsiteY9" fmla="*/ 10232 h 140513"/>
                <a:gd name="connsiteX0" fmla="*/ 25932 w 157621"/>
                <a:gd name="connsiteY0" fmla="*/ 10232 h 140152"/>
                <a:gd name="connsiteX1" fmla="*/ 937 w 157621"/>
                <a:gd name="connsiteY1" fmla="*/ 65653 h 140152"/>
                <a:gd name="connsiteX2" fmla="*/ 12536 w 157621"/>
                <a:gd name="connsiteY2" fmla="*/ 123361 h 140152"/>
                <a:gd name="connsiteX3" fmla="*/ 77984 w 157621"/>
                <a:gd name="connsiteY3" fmla="*/ 139903 h 140152"/>
                <a:gd name="connsiteX4" fmla="*/ 127283 w 157621"/>
                <a:gd name="connsiteY4" fmla="*/ 130841 h 140152"/>
                <a:gd name="connsiteX5" fmla="*/ 153870 w 157621"/>
                <a:gd name="connsiteY5" fmla="*/ 98990 h 140152"/>
                <a:gd name="connsiteX6" fmla="*/ 156206 w 157621"/>
                <a:gd name="connsiteY6" fmla="*/ 63637 h 140152"/>
                <a:gd name="connsiteX7" fmla="*/ 142203 w 157621"/>
                <a:gd name="connsiteY7" fmla="*/ 12618 h 140152"/>
                <a:gd name="connsiteX8" fmla="*/ 89867 w 157621"/>
                <a:gd name="connsiteY8" fmla="*/ 153 h 140152"/>
                <a:gd name="connsiteX9" fmla="*/ 25932 w 157621"/>
                <a:gd name="connsiteY9" fmla="*/ 10232 h 140152"/>
                <a:gd name="connsiteX0" fmla="*/ 25932 w 157620"/>
                <a:gd name="connsiteY0" fmla="*/ 10232 h 140152"/>
                <a:gd name="connsiteX1" fmla="*/ 937 w 157620"/>
                <a:gd name="connsiteY1" fmla="*/ 65653 h 140152"/>
                <a:gd name="connsiteX2" fmla="*/ 12536 w 157620"/>
                <a:gd name="connsiteY2" fmla="*/ 123361 h 140152"/>
                <a:gd name="connsiteX3" fmla="*/ 77984 w 157620"/>
                <a:gd name="connsiteY3" fmla="*/ 139903 h 140152"/>
                <a:gd name="connsiteX4" fmla="*/ 127283 w 157620"/>
                <a:gd name="connsiteY4" fmla="*/ 130841 h 140152"/>
                <a:gd name="connsiteX5" fmla="*/ 153870 w 157620"/>
                <a:gd name="connsiteY5" fmla="*/ 98990 h 140152"/>
                <a:gd name="connsiteX6" fmla="*/ 156206 w 157620"/>
                <a:gd name="connsiteY6" fmla="*/ 60059 h 140152"/>
                <a:gd name="connsiteX7" fmla="*/ 142203 w 157620"/>
                <a:gd name="connsiteY7" fmla="*/ 12618 h 140152"/>
                <a:gd name="connsiteX8" fmla="*/ 89867 w 157620"/>
                <a:gd name="connsiteY8" fmla="*/ 153 h 140152"/>
                <a:gd name="connsiteX9" fmla="*/ 25932 w 157620"/>
                <a:gd name="connsiteY9" fmla="*/ 10232 h 140152"/>
                <a:gd name="connsiteX0" fmla="*/ 25932 w 159605"/>
                <a:gd name="connsiteY0" fmla="*/ 10232 h 140152"/>
                <a:gd name="connsiteX1" fmla="*/ 937 w 159605"/>
                <a:gd name="connsiteY1" fmla="*/ 65653 h 140152"/>
                <a:gd name="connsiteX2" fmla="*/ 12536 w 159605"/>
                <a:gd name="connsiteY2" fmla="*/ 123361 h 140152"/>
                <a:gd name="connsiteX3" fmla="*/ 77984 w 159605"/>
                <a:gd name="connsiteY3" fmla="*/ 139903 h 140152"/>
                <a:gd name="connsiteX4" fmla="*/ 127283 w 159605"/>
                <a:gd name="connsiteY4" fmla="*/ 130841 h 140152"/>
                <a:gd name="connsiteX5" fmla="*/ 153870 w 159605"/>
                <a:gd name="connsiteY5" fmla="*/ 98990 h 140152"/>
                <a:gd name="connsiteX6" fmla="*/ 158813 w 159605"/>
                <a:gd name="connsiteY6" fmla="*/ 60059 h 140152"/>
                <a:gd name="connsiteX7" fmla="*/ 142203 w 159605"/>
                <a:gd name="connsiteY7" fmla="*/ 12618 h 140152"/>
                <a:gd name="connsiteX8" fmla="*/ 89867 w 159605"/>
                <a:gd name="connsiteY8" fmla="*/ 153 h 140152"/>
                <a:gd name="connsiteX9" fmla="*/ 25932 w 159605"/>
                <a:gd name="connsiteY9" fmla="*/ 10232 h 140152"/>
                <a:gd name="connsiteX0" fmla="*/ 25932 w 158846"/>
                <a:gd name="connsiteY0" fmla="*/ 10232 h 140152"/>
                <a:gd name="connsiteX1" fmla="*/ 937 w 158846"/>
                <a:gd name="connsiteY1" fmla="*/ 65653 h 140152"/>
                <a:gd name="connsiteX2" fmla="*/ 12536 w 158846"/>
                <a:gd name="connsiteY2" fmla="*/ 123361 h 140152"/>
                <a:gd name="connsiteX3" fmla="*/ 77984 w 158846"/>
                <a:gd name="connsiteY3" fmla="*/ 139903 h 140152"/>
                <a:gd name="connsiteX4" fmla="*/ 127283 w 158846"/>
                <a:gd name="connsiteY4" fmla="*/ 130841 h 140152"/>
                <a:gd name="connsiteX5" fmla="*/ 153870 w 158846"/>
                <a:gd name="connsiteY5" fmla="*/ 98990 h 140152"/>
                <a:gd name="connsiteX6" fmla="*/ 158813 w 158846"/>
                <a:gd name="connsiteY6" fmla="*/ 60059 h 140152"/>
                <a:gd name="connsiteX7" fmla="*/ 142203 w 158846"/>
                <a:gd name="connsiteY7" fmla="*/ 12618 h 140152"/>
                <a:gd name="connsiteX8" fmla="*/ 89867 w 158846"/>
                <a:gd name="connsiteY8" fmla="*/ 153 h 140152"/>
                <a:gd name="connsiteX9" fmla="*/ 25932 w 158846"/>
                <a:gd name="connsiteY9" fmla="*/ 10232 h 140152"/>
                <a:gd name="connsiteX0" fmla="*/ 29469 w 162383"/>
                <a:gd name="connsiteY0" fmla="*/ 10152 h 140072"/>
                <a:gd name="connsiteX1" fmla="*/ 563 w 162383"/>
                <a:gd name="connsiteY1" fmla="*/ 57223 h 140072"/>
                <a:gd name="connsiteX2" fmla="*/ 16073 w 162383"/>
                <a:gd name="connsiteY2" fmla="*/ 123281 h 140072"/>
                <a:gd name="connsiteX3" fmla="*/ 81521 w 162383"/>
                <a:gd name="connsiteY3" fmla="*/ 139823 h 140072"/>
                <a:gd name="connsiteX4" fmla="*/ 130820 w 162383"/>
                <a:gd name="connsiteY4" fmla="*/ 130761 h 140072"/>
                <a:gd name="connsiteX5" fmla="*/ 157407 w 162383"/>
                <a:gd name="connsiteY5" fmla="*/ 98910 h 140072"/>
                <a:gd name="connsiteX6" fmla="*/ 162350 w 162383"/>
                <a:gd name="connsiteY6" fmla="*/ 59979 h 140072"/>
                <a:gd name="connsiteX7" fmla="*/ 145740 w 162383"/>
                <a:gd name="connsiteY7" fmla="*/ 12538 h 140072"/>
                <a:gd name="connsiteX8" fmla="*/ 93404 w 162383"/>
                <a:gd name="connsiteY8" fmla="*/ 73 h 140072"/>
                <a:gd name="connsiteX9" fmla="*/ 29469 w 162383"/>
                <a:gd name="connsiteY9" fmla="*/ 10152 h 140072"/>
                <a:gd name="connsiteX0" fmla="*/ 29319 w 162233"/>
                <a:gd name="connsiteY0" fmla="*/ 10152 h 140334"/>
                <a:gd name="connsiteX1" fmla="*/ 413 w 162233"/>
                <a:gd name="connsiteY1" fmla="*/ 57223 h 140334"/>
                <a:gd name="connsiteX2" fmla="*/ 17227 w 162233"/>
                <a:gd name="connsiteY2" fmla="*/ 118510 h 140334"/>
                <a:gd name="connsiteX3" fmla="*/ 81371 w 162233"/>
                <a:gd name="connsiteY3" fmla="*/ 139823 h 140334"/>
                <a:gd name="connsiteX4" fmla="*/ 130670 w 162233"/>
                <a:gd name="connsiteY4" fmla="*/ 130761 h 140334"/>
                <a:gd name="connsiteX5" fmla="*/ 157257 w 162233"/>
                <a:gd name="connsiteY5" fmla="*/ 98910 h 140334"/>
                <a:gd name="connsiteX6" fmla="*/ 162200 w 162233"/>
                <a:gd name="connsiteY6" fmla="*/ 59979 h 140334"/>
                <a:gd name="connsiteX7" fmla="*/ 145590 w 162233"/>
                <a:gd name="connsiteY7" fmla="*/ 12538 h 140334"/>
                <a:gd name="connsiteX8" fmla="*/ 93254 w 162233"/>
                <a:gd name="connsiteY8" fmla="*/ 73 h 140334"/>
                <a:gd name="connsiteX9" fmla="*/ 29319 w 162233"/>
                <a:gd name="connsiteY9" fmla="*/ 10152 h 140334"/>
                <a:gd name="connsiteX0" fmla="*/ 29319 w 167435"/>
                <a:gd name="connsiteY0" fmla="*/ 10152 h 140334"/>
                <a:gd name="connsiteX1" fmla="*/ 413 w 167435"/>
                <a:gd name="connsiteY1" fmla="*/ 57223 h 140334"/>
                <a:gd name="connsiteX2" fmla="*/ 17227 w 167435"/>
                <a:gd name="connsiteY2" fmla="*/ 118510 h 140334"/>
                <a:gd name="connsiteX3" fmla="*/ 81371 w 167435"/>
                <a:gd name="connsiteY3" fmla="*/ 139823 h 140334"/>
                <a:gd name="connsiteX4" fmla="*/ 130670 w 167435"/>
                <a:gd name="connsiteY4" fmla="*/ 130761 h 140334"/>
                <a:gd name="connsiteX5" fmla="*/ 157257 w 167435"/>
                <a:gd name="connsiteY5" fmla="*/ 98910 h 140334"/>
                <a:gd name="connsiteX6" fmla="*/ 167414 w 167435"/>
                <a:gd name="connsiteY6" fmla="*/ 58786 h 140334"/>
                <a:gd name="connsiteX7" fmla="*/ 145590 w 167435"/>
                <a:gd name="connsiteY7" fmla="*/ 12538 h 140334"/>
                <a:gd name="connsiteX8" fmla="*/ 93254 w 167435"/>
                <a:gd name="connsiteY8" fmla="*/ 73 h 140334"/>
                <a:gd name="connsiteX9" fmla="*/ 29319 w 167435"/>
                <a:gd name="connsiteY9" fmla="*/ 10152 h 140334"/>
                <a:gd name="connsiteX0" fmla="*/ 29319 w 167678"/>
                <a:gd name="connsiteY0" fmla="*/ 10152 h 140294"/>
                <a:gd name="connsiteX1" fmla="*/ 413 w 167678"/>
                <a:gd name="connsiteY1" fmla="*/ 57223 h 140294"/>
                <a:gd name="connsiteX2" fmla="*/ 17227 w 167678"/>
                <a:gd name="connsiteY2" fmla="*/ 118510 h 140294"/>
                <a:gd name="connsiteX3" fmla="*/ 81371 w 167678"/>
                <a:gd name="connsiteY3" fmla="*/ 139823 h 140294"/>
                <a:gd name="connsiteX4" fmla="*/ 130670 w 167678"/>
                <a:gd name="connsiteY4" fmla="*/ 130761 h 140294"/>
                <a:gd name="connsiteX5" fmla="*/ 155953 w 167678"/>
                <a:gd name="connsiteY5" fmla="*/ 102489 h 140294"/>
                <a:gd name="connsiteX6" fmla="*/ 167414 w 167678"/>
                <a:gd name="connsiteY6" fmla="*/ 58786 h 140294"/>
                <a:gd name="connsiteX7" fmla="*/ 145590 w 167678"/>
                <a:gd name="connsiteY7" fmla="*/ 12538 h 140294"/>
                <a:gd name="connsiteX8" fmla="*/ 93254 w 167678"/>
                <a:gd name="connsiteY8" fmla="*/ 73 h 140294"/>
                <a:gd name="connsiteX9" fmla="*/ 29319 w 167678"/>
                <a:gd name="connsiteY9" fmla="*/ 10152 h 140294"/>
                <a:gd name="connsiteX0" fmla="*/ 29319 w 167678"/>
                <a:gd name="connsiteY0" fmla="*/ 10540 h 140682"/>
                <a:gd name="connsiteX1" fmla="*/ 413 w 167678"/>
                <a:gd name="connsiteY1" fmla="*/ 57611 h 140682"/>
                <a:gd name="connsiteX2" fmla="*/ 17227 w 167678"/>
                <a:gd name="connsiteY2" fmla="*/ 118898 h 140682"/>
                <a:gd name="connsiteX3" fmla="*/ 81371 w 167678"/>
                <a:gd name="connsiteY3" fmla="*/ 140211 h 140682"/>
                <a:gd name="connsiteX4" fmla="*/ 130670 w 167678"/>
                <a:gd name="connsiteY4" fmla="*/ 131149 h 140682"/>
                <a:gd name="connsiteX5" fmla="*/ 155953 w 167678"/>
                <a:gd name="connsiteY5" fmla="*/ 102877 h 140682"/>
                <a:gd name="connsiteX6" fmla="*/ 167414 w 167678"/>
                <a:gd name="connsiteY6" fmla="*/ 59174 h 140682"/>
                <a:gd name="connsiteX7" fmla="*/ 145590 w 167678"/>
                <a:gd name="connsiteY7" fmla="*/ 12926 h 140682"/>
                <a:gd name="connsiteX8" fmla="*/ 93254 w 167678"/>
                <a:gd name="connsiteY8" fmla="*/ 461 h 140682"/>
                <a:gd name="connsiteX9" fmla="*/ 64636 w 167678"/>
                <a:gd name="connsiteY9" fmla="*/ 3421 h 140682"/>
                <a:gd name="connsiteX10" fmla="*/ 29319 w 167678"/>
                <a:gd name="connsiteY10" fmla="*/ 10540 h 140682"/>
                <a:gd name="connsiteX0" fmla="*/ 29319 w 167678"/>
                <a:gd name="connsiteY0" fmla="*/ 10540 h 140682"/>
                <a:gd name="connsiteX1" fmla="*/ 413 w 167678"/>
                <a:gd name="connsiteY1" fmla="*/ 57611 h 140682"/>
                <a:gd name="connsiteX2" fmla="*/ 17227 w 167678"/>
                <a:gd name="connsiteY2" fmla="*/ 118898 h 140682"/>
                <a:gd name="connsiteX3" fmla="*/ 81371 w 167678"/>
                <a:gd name="connsiteY3" fmla="*/ 140211 h 140682"/>
                <a:gd name="connsiteX4" fmla="*/ 130670 w 167678"/>
                <a:gd name="connsiteY4" fmla="*/ 131149 h 140682"/>
                <a:gd name="connsiteX5" fmla="*/ 155953 w 167678"/>
                <a:gd name="connsiteY5" fmla="*/ 102877 h 140682"/>
                <a:gd name="connsiteX6" fmla="*/ 167414 w 167678"/>
                <a:gd name="connsiteY6" fmla="*/ 59174 h 140682"/>
                <a:gd name="connsiteX7" fmla="*/ 145590 w 167678"/>
                <a:gd name="connsiteY7" fmla="*/ 12926 h 140682"/>
                <a:gd name="connsiteX8" fmla="*/ 102379 w 167678"/>
                <a:gd name="connsiteY8" fmla="*/ 461 h 140682"/>
                <a:gd name="connsiteX9" fmla="*/ 64636 w 167678"/>
                <a:gd name="connsiteY9" fmla="*/ 3421 h 140682"/>
                <a:gd name="connsiteX10" fmla="*/ 29319 w 167678"/>
                <a:gd name="connsiteY10" fmla="*/ 10540 h 140682"/>
                <a:gd name="connsiteX0" fmla="*/ 29319 w 167678"/>
                <a:gd name="connsiteY0" fmla="*/ 9523 h 139665"/>
                <a:gd name="connsiteX1" fmla="*/ 413 w 167678"/>
                <a:gd name="connsiteY1" fmla="*/ 56594 h 139665"/>
                <a:gd name="connsiteX2" fmla="*/ 17227 w 167678"/>
                <a:gd name="connsiteY2" fmla="*/ 117881 h 139665"/>
                <a:gd name="connsiteX3" fmla="*/ 81371 w 167678"/>
                <a:gd name="connsiteY3" fmla="*/ 139194 h 139665"/>
                <a:gd name="connsiteX4" fmla="*/ 130670 w 167678"/>
                <a:gd name="connsiteY4" fmla="*/ 130132 h 139665"/>
                <a:gd name="connsiteX5" fmla="*/ 155953 w 167678"/>
                <a:gd name="connsiteY5" fmla="*/ 101860 h 139665"/>
                <a:gd name="connsiteX6" fmla="*/ 167414 w 167678"/>
                <a:gd name="connsiteY6" fmla="*/ 58157 h 139665"/>
                <a:gd name="connsiteX7" fmla="*/ 145590 w 167678"/>
                <a:gd name="connsiteY7" fmla="*/ 11909 h 139665"/>
                <a:gd name="connsiteX8" fmla="*/ 110200 w 167678"/>
                <a:gd name="connsiteY8" fmla="*/ 637 h 139665"/>
                <a:gd name="connsiteX9" fmla="*/ 64636 w 167678"/>
                <a:gd name="connsiteY9" fmla="*/ 2404 h 139665"/>
                <a:gd name="connsiteX10" fmla="*/ 29319 w 167678"/>
                <a:gd name="connsiteY10" fmla="*/ 9523 h 139665"/>
                <a:gd name="connsiteX0" fmla="*/ 29319 w 167678"/>
                <a:gd name="connsiteY0" fmla="*/ 9436 h 139578"/>
                <a:gd name="connsiteX1" fmla="*/ 413 w 167678"/>
                <a:gd name="connsiteY1" fmla="*/ 56507 h 139578"/>
                <a:gd name="connsiteX2" fmla="*/ 17227 w 167678"/>
                <a:gd name="connsiteY2" fmla="*/ 117794 h 139578"/>
                <a:gd name="connsiteX3" fmla="*/ 81371 w 167678"/>
                <a:gd name="connsiteY3" fmla="*/ 139107 h 139578"/>
                <a:gd name="connsiteX4" fmla="*/ 130670 w 167678"/>
                <a:gd name="connsiteY4" fmla="*/ 130045 h 139578"/>
                <a:gd name="connsiteX5" fmla="*/ 155953 w 167678"/>
                <a:gd name="connsiteY5" fmla="*/ 101773 h 139578"/>
                <a:gd name="connsiteX6" fmla="*/ 167414 w 167678"/>
                <a:gd name="connsiteY6" fmla="*/ 58070 h 139578"/>
                <a:gd name="connsiteX7" fmla="*/ 145590 w 167678"/>
                <a:gd name="connsiteY7" fmla="*/ 10629 h 139578"/>
                <a:gd name="connsiteX8" fmla="*/ 110200 w 167678"/>
                <a:gd name="connsiteY8" fmla="*/ 550 h 139578"/>
                <a:gd name="connsiteX9" fmla="*/ 64636 w 167678"/>
                <a:gd name="connsiteY9" fmla="*/ 2317 h 139578"/>
                <a:gd name="connsiteX10" fmla="*/ 29319 w 167678"/>
                <a:gd name="connsiteY10" fmla="*/ 9436 h 139578"/>
                <a:gd name="connsiteX0" fmla="*/ 29319 w 167678"/>
                <a:gd name="connsiteY0" fmla="*/ 9854 h 139996"/>
                <a:gd name="connsiteX1" fmla="*/ 413 w 167678"/>
                <a:gd name="connsiteY1" fmla="*/ 56925 h 139996"/>
                <a:gd name="connsiteX2" fmla="*/ 17227 w 167678"/>
                <a:gd name="connsiteY2" fmla="*/ 118212 h 139996"/>
                <a:gd name="connsiteX3" fmla="*/ 81371 w 167678"/>
                <a:gd name="connsiteY3" fmla="*/ 139525 h 139996"/>
                <a:gd name="connsiteX4" fmla="*/ 130670 w 167678"/>
                <a:gd name="connsiteY4" fmla="*/ 130463 h 139996"/>
                <a:gd name="connsiteX5" fmla="*/ 155953 w 167678"/>
                <a:gd name="connsiteY5" fmla="*/ 102191 h 139996"/>
                <a:gd name="connsiteX6" fmla="*/ 167414 w 167678"/>
                <a:gd name="connsiteY6" fmla="*/ 58488 h 139996"/>
                <a:gd name="connsiteX7" fmla="*/ 145590 w 167678"/>
                <a:gd name="connsiteY7" fmla="*/ 11047 h 139996"/>
                <a:gd name="connsiteX8" fmla="*/ 110200 w 167678"/>
                <a:gd name="connsiteY8" fmla="*/ 968 h 139996"/>
                <a:gd name="connsiteX9" fmla="*/ 59422 w 167678"/>
                <a:gd name="connsiteY9" fmla="*/ 1542 h 139996"/>
                <a:gd name="connsiteX10" fmla="*/ 29319 w 167678"/>
                <a:gd name="connsiteY10" fmla="*/ 9854 h 139996"/>
                <a:gd name="connsiteX0" fmla="*/ 29203 w 167562"/>
                <a:gd name="connsiteY0" fmla="*/ 9854 h 140203"/>
                <a:gd name="connsiteX1" fmla="*/ 297 w 167562"/>
                <a:gd name="connsiteY1" fmla="*/ 56925 h 140203"/>
                <a:gd name="connsiteX2" fmla="*/ 18415 w 167562"/>
                <a:gd name="connsiteY2" fmla="*/ 114633 h 140203"/>
                <a:gd name="connsiteX3" fmla="*/ 81255 w 167562"/>
                <a:gd name="connsiteY3" fmla="*/ 139525 h 140203"/>
                <a:gd name="connsiteX4" fmla="*/ 130554 w 167562"/>
                <a:gd name="connsiteY4" fmla="*/ 130463 h 140203"/>
                <a:gd name="connsiteX5" fmla="*/ 155837 w 167562"/>
                <a:gd name="connsiteY5" fmla="*/ 102191 h 140203"/>
                <a:gd name="connsiteX6" fmla="*/ 167298 w 167562"/>
                <a:gd name="connsiteY6" fmla="*/ 58488 h 140203"/>
                <a:gd name="connsiteX7" fmla="*/ 145474 w 167562"/>
                <a:gd name="connsiteY7" fmla="*/ 11047 h 140203"/>
                <a:gd name="connsiteX8" fmla="*/ 110084 w 167562"/>
                <a:gd name="connsiteY8" fmla="*/ 968 h 140203"/>
                <a:gd name="connsiteX9" fmla="*/ 59306 w 167562"/>
                <a:gd name="connsiteY9" fmla="*/ 1542 h 140203"/>
                <a:gd name="connsiteX10" fmla="*/ 29203 w 167562"/>
                <a:gd name="connsiteY10" fmla="*/ 9854 h 140203"/>
                <a:gd name="connsiteX0" fmla="*/ 29165 w 167524"/>
                <a:gd name="connsiteY0" fmla="*/ 9854 h 138033"/>
                <a:gd name="connsiteX1" fmla="*/ 259 w 167524"/>
                <a:gd name="connsiteY1" fmla="*/ 56925 h 138033"/>
                <a:gd name="connsiteX2" fmla="*/ 18377 w 167524"/>
                <a:gd name="connsiteY2" fmla="*/ 114633 h 138033"/>
                <a:gd name="connsiteX3" fmla="*/ 73396 w 167524"/>
                <a:gd name="connsiteY3" fmla="*/ 137139 h 138033"/>
                <a:gd name="connsiteX4" fmla="*/ 130516 w 167524"/>
                <a:gd name="connsiteY4" fmla="*/ 130463 h 138033"/>
                <a:gd name="connsiteX5" fmla="*/ 155799 w 167524"/>
                <a:gd name="connsiteY5" fmla="*/ 102191 h 138033"/>
                <a:gd name="connsiteX6" fmla="*/ 167260 w 167524"/>
                <a:gd name="connsiteY6" fmla="*/ 58488 h 138033"/>
                <a:gd name="connsiteX7" fmla="*/ 145436 w 167524"/>
                <a:gd name="connsiteY7" fmla="*/ 11047 h 138033"/>
                <a:gd name="connsiteX8" fmla="*/ 110046 w 167524"/>
                <a:gd name="connsiteY8" fmla="*/ 968 h 138033"/>
                <a:gd name="connsiteX9" fmla="*/ 59268 w 167524"/>
                <a:gd name="connsiteY9" fmla="*/ 1542 h 138033"/>
                <a:gd name="connsiteX10" fmla="*/ 29165 w 167524"/>
                <a:gd name="connsiteY10" fmla="*/ 9854 h 138033"/>
                <a:gd name="connsiteX0" fmla="*/ 29165 w 167524"/>
                <a:gd name="connsiteY0" fmla="*/ 9854 h 138033"/>
                <a:gd name="connsiteX1" fmla="*/ 259 w 167524"/>
                <a:gd name="connsiteY1" fmla="*/ 56925 h 138033"/>
                <a:gd name="connsiteX2" fmla="*/ 18377 w 167524"/>
                <a:gd name="connsiteY2" fmla="*/ 114633 h 138033"/>
                <a:gd name="connsiteX3" fmla="*/ 73396 w 167524"/>
                <a:gd name="connsiteY3" fmla="*/ 137139 h 138033"/>
                <a:gd name="connsiteX4" fmla="*/ 130516 w 167524"/>
                <a:gd name="connsiteY4" fmla="*/ 130463 h 138033"/>
                <a:gd name="connsiteX5" fmla="*/ 155799 w 167524"/>
                <a:gd name="connsiteY5" fmla="*/ 102191 h 138033"/>
                <a:gd name="connsiteX6" fmla="*/ 167260 w 167524"/>
                <a:gd name="connsiteY6" fmla="*/ 58488 h 138033"/>
                <a:gd name="connsiteX7" fmla="*/ 145436 w 167524"/>
                <a:gd name="connsiteY7" fmla="*/ 11047 h 138033"/>
                <a:gd name="connsiteX8" fmla="*/ 110046 w 167524"/>
                <a:gd name="connsiteY8" fmla="*/ 968 h 138033"/>
                <a:gd name="connsiteX9" fmla="*/ 59268 w 167524"/>
                <a:gd name="connsiteY9" fmla="*/ 1542 h 138033"/>
                <a:gd name="connsiteX10" fmla="*/ 29165 w 167524"/>
                <a:gd name="connsiteY10" fmla="*/ 9854 h 138033"/>
                <a:gd name="connsiteX0" fmla="*/ 29165 w 167633"/>
                <a:gd name="connsiteY0" fmla="*/ 9854 h 138033"/>
                <a:gd name="connsiteX1" fmla="*/ 259 w 167633"/>
                <a:gd name="connsiteY1" fmla="*/ 56925 h 138033"/>
                <a:gd name="connsiteX2" fmla="*/ 18377 w 167633"/>
                <a:gd name="connsiteY2" fmla="*/ 114633 h 138033"/>
                <a:gd name="connsiteX3" fmla="*/ 73396 w 167633"/>
                <a:gd name="connsiteY3" fmla="*/ 137139 h 138033"/>
                <a:gd name="connsiteX4" fmla="*/ 130516 w 167633"/>
                <a:gd name="connsiteY4" fmla="*/ 130463 h 138033"/>
                <a:gd name="connsiteX5" fmla="*/ 157102 w 167633"/>
                <a:gd name="connsiteY5" fmla="*/ 102191 h 138033"/>
                <a:gd name="connsiteX6" fmla="*/ 167260 w 167633"/>
                <a:gd name="connsiteY6" fmla="*/ 58488 h 138033"/>
                <a:gd name="connsiteX7" fmla="*/ 145436 w 167633"/>
                <a:gd name="connsiteY7" fmla="*/ 11047 h 138033"/>
                <a:gd name="connsiteX8" fmla="*/ 110046 w 167633"/>
                <a:gd name="connsiteY8" fmla="*/ 968 h 138033"/>
                <a:gd name="connsiteX9" fmla="*/ 59268 w 167633"/>
                <a:gd name="connsiteY9" fmla="*/ 1542 h 138033"/>
                <a:gd name="connsiteX10" fmla="*/ 29165 w 167633"/>
                <a:gd name="connsiteY10" fmla="*/ 9854 h 13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33" h="138033">
                  <a:moveTo>
                    <a:pt x="29165" y="9854"/>
                  </a:moveTo>
                  <a:cubicBezTo>
                    <a:pt x="19330" y="19084"/>
                    <a:pt x="2057" y="39462"/>
                    <a:pt x="259" y="56925"/>
                  </a:cubicBezTo>
                  <a:cubicBezTo>
                    <a:pt x="-1539" y="74388"/>
                    <a:pt x="6188" y="101264"/>
                    <a:pt x="18377" y="114633"/>
                  </a:cubicBezTo>
                  <a:cubicBezTo>
                    <a:pt x="30567" y="128002"/>
                    <a:pt x="54706" y="134501"/>
                    <a:pt x="73396" y="137139"/>
                  </a:cubicBezTo>
                  <a:cubicBezTo>
                    <a:pt x="92086" y="139777"/>
                    <a:pt x="116565" y="136288"/>
                    <a:pt x="130516" y="130463"/>
                  </a:cubicBezTo>
                  <a:cubicBezTo>
                    <a:pt x="144467" y="124638"/>
                    <a:pt x="150978" y="114187"/>
                    <a:pt x="157102" y="102191"/>
                  </a:cubicBezTo>
                  <a:cubicBezTo>
                    <a:pt x="163226" y="90195"/>
                    <a:pt x="169204" y="73679"/>
                    <a:pt x="167260" y="58488"/>
                  </a:cubicBezTo>
                  <a:cubicBezTo>
                    <a:pt x="165316" y="43297"/>
                    <a:pt x="153373" y="17132"/>
                    <a:pt x="145436" y="11047"/>
                  </a:cubicBezTo>
                  <a:cubicBezTo>
                    <a:pt x="137499" y="4962"/>
                    <a:pt x="124407" y="2552"/>
                    <a:pt x="110046" y="968"/>
                  </a:cubicBezTo>
                  <a:cubicBezTo>
                    <a:pt x="95685" y="-616"/>
                    <a:pt x="69924" y="-138"/>
                    <a:pt x="59268" y="1542"/>
                  </a:cubicBezTo>
                  <a:cubicBezTo>
                    <a:pt x="48612" y="3222"/>
                    <a:pt x="39000" y="624"/>
                    <a:pt x="29165" y="985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57150">
              <a:gradFill flip="none" rotWithShape="1">
                <a:gsLst>
                  <a:gs pos="81000">
                    <a:srgbClr val="321704"/>
                  </a:gs>
                  <a:gs pos="50000">
                    <a:schemeClr val="accent2">
                      <a:lumMod val="50000"/>
                    </a:schemeClr>
                  </a:gs>
                  <a:gs pos="21000">
                    <a:schemeClr val="accent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97A9C65-F48E-451A-B47C-F6530BFE5AE4}"/>
                </a:ext>
              </a:extLst>
            </p:cNvPr>
            <p:cNvSpPr/>
            <p:nvPr/>
          </p:nvSpPr>
          <p:spPr>
            <a:xfrm flipH="1">
              <a:off x="4046619" y="3016401"/>
              <a:ext cx="47641" cy="4596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CFC0AF5-29A7-48F0-B6ED-12C2861B850B}"/>
                </a:ext>
              </a:extLst>
            </p:cNvPr>
            <p:cNvSpPr/>
            <p:nvPr/>
          </p:nvSpPr>
          <p:spPr>
            <a:xfrm flipH="1">
              <a:off x="4095839" y="2962892"/>
              <a:ext cx="47641" cy="45961"/>
            </a:xfrm>
            <a:prstGeom prst="ellipse">
              <a:avLst/>
            </a:prstGeom>
            <a:gradFill>
              <a:gsLst>
                <a:gs pos="81000">
                  <a:schemeClr val="accent1">
                    <a:lumMod val="40000"/>
                    <a:lumOff val="60000"/>
                  </a:schemeClr>
                </a:gs>
                <a:gs pos="50000">
                  <a:schemeClr val="accent1">
                    <a:lumMod val="20000"/>
                    <a:lumOff val="80000"/>
                  </a:schemeClr>
                </a:gs>
                <a:gs pos="21000">
                  <a:schemeClr val="bg1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0BEA9054-02CE-48EF-BDE7-A26CC3FC8C34}"/>
              </a:ext>
            </a:extLst>
          </p:cNvPr>
          <p:cNvSpPr/>
          <p:nvPr/>
        </p:nvSpPr>
        <p:spPr>
          <a:xfrm>
            <a:off x="1461898" y="324340"/>
            <a:ext cx="3807807" cy="2786464"/>
          </a:xfrm>
          <a:custGeom>
            <a:avLst/>
            <a:gdLst>
              <a:gd name="connsiteX0" fmla="*/ 140679 w 3772635"/>
              <a:gd name="connsiteY0" fmla="*/ 2890354 h 3029576"/>
              <a:gd name="connsiteX1" fmla="*/ 256293 w 3772635"/>
              <a:gd name="connsiteY1" fmla="*/ 2837802 h 3029576"/>
              <a:gd name="connsiteX2" fmla="*/ 287824 w 3772635"/>
              <a:gd name="connsiteY2" fmla="*/ 2301774 h 3029576"/>
              <a:gd name="connsiteX3" fmla="*/ 350886 w 3772635"/>
              <a:gd name="connsiteY3" fmla="*/ 1692174 h 3029576"/>
              <a:gd name="connsiteX4" fmla="*/ 739769 w 3772635"/>
              <a:gd name="connsiteY4" fmla="*/ 1376864 h 3029576"/>
              <a:gd name="connsiteX5" fmla="*/ 886914 w 3772635"/>
              <a:gd name="connsiteY5" fmla="*/ 1082574 h 3029576"/>
              <a:gd name="connsiteX6" fmla="*/ 1275796 w 3772635"/>
              <a:gd name="connsiteY6" fmla="*/ 725223 h 3029576"/>
              <a:gd name="connsiteX7" fmla="*/ 1328348 w 3772635"/>
              <a:gd name="connsiteY7" fmla="*/ 578078 h 3029576"/>
              <a:gd name="connsiteX8" fmla="*/ 1422941 w 3772635"/>
              <a:gd name="connsiteY8" fmla="*/ 777774 h 3029576"/>
              <a:gd name="connsiteX9" fmla="*/ 1738252 w 3772635"/>
              <a:gd name="connsiteY9" fmla="*/ 935429 h 3029576"/>
              <a:gd name="connsiteX10" fmla="*/ 2169176 w 3772635"/>
              <a:gd name="connsiteY10" fmla="*/ 1114105 h 3029576"/>
              <a:gd name="connsiteX11" fmla="*/ 2295300 w 3772635"/>
              <a:gd name="connsiteY11" fmla="*/ 1103595 h 3029576"/>
              <a:gd name="connsiteX12" fmla="*/ 2589589 w 3772635"/>
              <a:gd name="connsiteY12" fmla="*/ 1313802 h 3029576"/>
              <a:gd name="connsiteX13" fmla="*/ 2915410 w 3772635"/>
              <a:gd name="connsiteY13" fmla="*/ 1587071 h 3029576"/>
              <a:gd name="connsiteX14" fmla="*/ 3251741 w 3772635"/>
              <a:gd name="connsiteY14" fmla="*/ 1692174 h 3029576"/>
              <a:gd name="connsiteX15" fmla="*/ 3556541 w 3772635"/>
              <a:gd name="connsiteY15" fmla="*/ 2165140 h 3029576"/>
              <a:gd name="connsiteX16" fmla="*/ 3609093 w 3772635"/>
              <a:gd name="connsiteY16" fmla="*/ 2627595 h 3029576"/>
              <a:gd name="connsiteX17" fmla="*/ 3588072 w 3772635"/>
              <a:gd name="connsiteY17" fmla="*/ 2900864 h 3029576"/>
              <a:gd name="connsiteX18" fmla="*/ 3630114 w 3772635"/>
              <a:gd name="connsiteY18" fmla="*/ 3016478 h 3029576"/>
              <a:gd name="connsiteX19" fmla="*/ 3724707 w 3772635"/>
              <a:gd name="connsiteY19" fmla="*/ 2606574 h 3029576"/>
              <a:gd name="connsiteX20" fmla="*/ 3766748 w 3772635"/>
              <a:gd name="connsiteY20" fmla="*/ 1923402 h 3029576"/>
              <a:gd name="connsiteX21" fmla="*/ 3598583 w 3772635"/>
              <a:gd name="connsiteY21" fmla="*/ 777774 h 3029576"/>
              <a:gd name="connsiteX22" fmla="*/ 2715714 w 3772635"/>
              <a:gd name="connsiteY22" fmla="*/ 126133 h 3029576"/>
              <a:gd name="connsiteX23" fmla="*/ 1937948 w 3772635"/>
              <a:gd name="connsiteY23" fmla="*/ 9 h 3029576"/>
              <a:gd name="connsiteX24" fmla="*/ 1181203 w 3772635"/>
              <a:gd name="connsiteY24" fmla="*/ 126133 h 3029576"/>
              <a:gd name="connsiteX25" fmla="*/ 1076100 w 3772635"/>
              <a:gd name="connsiteY25" fmla="*/ 52560 h 3029576"/>
              <a:gd name="connsiteX26" fmla="*/ 1044569 w 3772635"/>
              <a:gd name="connsiteY26" fmla="*/ 189195 h 3029576"/>
              <a:gd name="connsiteX27" fmla="*/ 960486 w 3772635"/>
              <a:gd name="connsiteY27" fmla="*/ 136643 h 3029576"/>
              <a:gd name="connsiteX28" fmla="*/ 960486 w 3772635"/>
              <a:gd name="connsiteY28" fmla="*/ 241747 h 3029576"/>
              <a:gd name="connsiteX29" fmla="*/ 781810 w 3772635"/>
              <a:gd name="connsiteY29" fmla="*/ 388892 h 3029576"/>
              <a:gd name="connsiteX30" fmla="*/ 466500 w 3772635"/>
              <a:gd name="connsiteY30" fmla="*/ 578078 h 3029576"/>
              <a:gd name="connsiteX31" fmla="*/ 67107 w 3772635"/>
              <a:gd name="connsiteY31" fmla="*/ 1240229 h 3029576"/>
              <a:gd name="connsiteX32" fmla="*/ 4045 w 3772635"/>
              <a:gd name="connsiteY32" fmla="*/ 2091567 h 3029576"/>
              <a:gd name="connsiteX33" fmla="*/ 140679 w 3772635"/>
              <a:gd name="connsiteY33" fmla="*/ 2890354 h 3029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772635" h="3029576">
                <a:moveTo>
                  <a:pt x="140679" y="2890354"/>
                </a:moveTo>
                <a:cubicBezTo>
                  <a:pt x="182720" y="3014726"/>
                  <a:pt x="231769" y="2935899"/>
                  <a:pt x="256293" y="2837802"/>
                </a:cubicBezTo>
                <a:cubicBezTo>
                  <a:pt x="280817" y="2739705"/>
                  <a:pt x="272059" y="2492712"/>
                  <a:pt x="287824" y="2301774"/>
                </a:cubicBezTo>
                <a:cubicBezTo>
                  <a:pt x="303589" y="2110836"/>
                  <a:pt x="275562" y="1846326"/>
                  <a:pt x="350886" y="1692174"/>
                </a:cubicBezTo>
                <a:cubicBezTo>
                  <a:pt x="426210" y="1538022"/>
                  <a:pt x="650431" y="1478464"/>
                  <a:pt x="739769" y="1376864"/>
                </a:cubicBezTo>
                <a:cubicBezTo>
                  <a:pt x="829107" y="1275264"/>
                  <a:pt x="797576" y="1191181"/>
                  <a:pt x="886914" y="1082574"/>
                </a:cubicBezTo>
                <a:cubicBezTo>
                  <a:pt x="976252" y="973967"/>
                  <a:pt x="1202224" y="809306"/>
                  <a:pt x="1275796" y="725223"/>
                </a:cubicBezTo>
                <a:cubicBezTo>
                  <a:pt x="1349368" y="641140"/>
                  <a:pt x="1303824" y="569320"/>
                  <a:pt x="1328348" y="578078"/>
                </a:cubicBezTo>
                <a:cubicBezTo>
                  <a:pt x="1352872" y="586836"/>
                  <a:pt x="1354624" y="718215"/>
                  <a:pt x="1422941" y="777774"/>
                </a:cubicBezTo>
                <a:cubicBezTo>
                  <a:pt x="1491258" y="837332"/>
                  <a:pt x="1613880" y="879374"/>
                  <a:pt x="1738252" y="935429"/>
                </a:cubicBezTo>
                <a:cubicBezTo>
                  <a:pt x="1862624" y="991484"/>
                  <a:pt x="2076335" y="1086077"/>
                  <a:pt x="2169176" y="1114105"/>
                </a:cubicBezTo>
                <a:cubicBezTo>
                  <a:pt x="2262017" y="1142133"/>
                  <a:pt x="2225231" y="1070312"/>
                  <a:pt x="2295300" y="1103595"/>
                </a:cubicBezTo>
                <a:cubicBezTo>
                  <a:pt x="2365369" y="1136878"/>
                  <a:pt x="2486237" y="1233223"/>
                  <a:pt x="2589589" y="1313802"/>
                </a:cubicBezTo>
                <a:cubicBezTo>
                  <a:pt x="2692941" y="1394381"/>
                  <a:pt x="2805051" y="1524009"/>
                  <a:pt x="2915410" y="1587071"/>
                </a:cubicBezTo>
                <a:cubicBezTo>
                  <a:pt x="3025769" y="1650133"/>
                  <a:pt x="3144886" y="1595829"/>
                  <a:pt x="3251741" y="1692174"/>
                </a:cubicBezTo>
                <a:cubicBezTo>
                  <a:pt x="3358596" y="1788519"/>
                  <a:pt x="3496982" y="2009236"/>
                  <a:pt x="3556541" y="2165140"/>
                </a:cubicBezTo>
                <a:cubicBezTo>
                  <a:pt x="3616100" y="2321043"/>
                  <a:pt x="3603838" y="2504974"/>
                  <a:pt x="3609093" y="2627595"/>
                </a:cubicBezTo>
                <a:cubicBezTo>
                  <a:pt x="3614348" y="2750216"/>
                  <a:pt x="3584569" y="2836050"/>
                  <a:pt x="3588072" y="2900864"/>
                </a:cubicBezTo>
                <a:cubicBezTo>
                  <a:pt x="3591575" y="2965678"/>
                  <a:pt x="3607342" y="3065526"/>
                  <a:pt x="3630114" y="3016478"/>
                </a:cubicBezTo>
                <a:cubicBezTo>
                  <a:pt x="3652886" y="2967430"/>
                  <a:pt x="3701935" y="2788753"/>
                  <a:pt x="3724707" y="2606574"/>
                </a:cubicBezTo>
                <a:cubicBezTo>
                  <a:pt x="3747479" y="2424395"/>
                  <a:pt x="3787769" y="2228202"/>
                  <a:pt x="3766748" y="1923402"/>
                </a:cubicBezTo>
                <a:cubicBezTo>
                  <a:pt x="3745727" y="1618602"/>
                  <a:pt x="3773755" y="1077319"/>
                  <a:pt x="3598583" y="777774"/>
                </a:cubicBezTo>
                <a:cubicBezTo>
                  <a:pt x="3423411" y="478229"/>
                  <a:pt x="2992486" y="255760"/>
                  <a:pt x="2715714" y="126133"/>
                </a:cubicBezTo>
                <a:cubicBezTo>
                  <a:pt x="2438942" y="-3494"/>
                  <a:pt x="2193700" y="9"/>
                  <a:pt x="1937948" y="9"/>
                </a:cubicBezTo>
                <a:cubicBezTo>
                  <a:pt x="1682196" y="9"/>
                  <a:pt x="1324844" y="117375"/>
                  <a:pt x="1181203" y="126133"/>
                </a:cubicBezTo>
                <a:cubicBezTo>
                  <a:pt x="1037562" y="134891"/>
                  <a:pt x="1098872" y="42050"/>
                  <a:pt x="1076100" y="52560"/>
                </a:cubicBezTo>
                <a:cubicBezTo>
                  <a:pt x="1053328" y="63070"/>
                  <a:pt x="1063838" y="175181"/>
                  <a:pt x="1044569" y="189195"/>
                </a:cubicBezTo>
                <a:cubicBezTo>
                  <a:pt x="1025300" y="203209"/>
                  <a:pt x="974500" y="127884"/>
                  <a:pt x="960486" y="136643"/>
                </a:cubicBezTo>
                <a:cubicBezTo>
                  <a:pt x="946472" y="145402"/>
                  <a:pt x="990265" y="199705"/>
                  <a:pt x="960486" y="241747"/>
                </a:cubicBezTo>
                <a:cubicBezTo>
                  <a:pt x="930707" y="283788"/>
                  <a:pt x="864141" y="332837"/>
                  <a:pt x="781810" y="388892"/>
                </a:cubicBezTo>
                <a:cubicBezTo>
                  <a:pt x="699479" y="444947"/>
                  <a:pt x="585617" y="436189"/>
                  <a:pt x="466500" y="578078"/>
                </a:cubicBezTo>
                <a:cubicBezTo>
                  <a:pt x="347383" y="719967"/>
                  <a:pt x="144183" y="987981"/>
                  <a:pt x="67107" y="1240229"/>
                </a:cubicBezTo>
                <a:cubicBezTo>
                  <a:pt x="-9969" y="1492477"/>
                  <a:pt x="-2962" y="1816546"/>
                  <a:pt x="4045" y="2091567"/>
                </a:cubicBezTo>
                <a:cubicBezTo>
                  <a:pt x="11052" y="2366588"/>
                  <a:pt x="98638" y="2765982"/>
                  <a:pt x="140679" y="289035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9C177D86-684F-4383-8B78-441FD0A97F77}"/>
                  </a:ext>
                </a:extLst>
              </p14:cNvPr>
              <p14:cNvContentPartPr/>
              <p14:nvPr/>
            </p14:nvContentPartPr>
            <p14:xfrm>
              <a:off x="1471081" y="3560782"/>
              <a:ext cx="72185" cy="73013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9C177D86-684F-4383-8B78-441FD0A97F77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466771" y="3556487"/>
                <a:ext cx="80086" cy="808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A5C14399-2B04-473A-A92C-520481F22180}"/>
                  </a:ext>
                </a:extLst>
              </p14:cNvPr>
              <p14:cNvContentPartPr/>
              <p14:nvPr/>
            </p14:nvContentPartPr>
            <p14:xfrm>
              <a:off x="2258348" y="4990221"/>
              <a:ext cx="45719" cy="45804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A5C14399-2B04-473A-A92C-520481F22180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-2147483648" y="-2147483648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023A701-2025-40AC-9804-C4B38939ED1E}"/>
                  </a:ext>
                </a:extLst>
              </p14:cNvPr>
              <p14:cNvContentPartPr/>
              <p14:nvPr/>
            </p14:nvContentPartPr>
            <p14:xfrm>
              <a:off x="4841974" y="3791244"/>
              <a:ext cx="45719" cy="45804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023A701-2025-40AC-9804-C4B38939ED1E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-2147483648" y="-2147483648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65808D91-9D7E-45B0-AD87-4140E241471F}"/>
                  </a:ext>
                </a:extLst>
              </p14:cNvPr>
              <p14:cNvContentPartPr/>
              <p14:nvPr/>
            </p14:nvContentPartPr>
            <p14:xfrm>
              <a:off x="5262454" y="3223644"/>
              <a:ext cx="45719" cy="45804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65808D91-9D7E-45B0-AD87-4140E241471F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-2147483648" y="-2147483648"/>
                <a:ext cx="0" cy="0"/>
              </a:xfrm>
              <a:prstGeom prst="rect">
                <a:avLst/>
              </a:prstGeom>
            </p:spPr>
          </p:pic>
        </mc:Fallback>
      </mc:AlternateContent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75E399F1-022E-4AEB-82FC-4BA87FD75339}"/>
              </a:ext>
            </a:extLst>
          </p:cNvPr>
          <p:cNvSpPr/>
          <p:nvPr/>
        </p:nvSpPr>
        <p:spPr>
          <a:xfrm>
            <a:off x="3302453" y="4184618"/>
            <a:ext cx="260212" cy="379775"/>
          </a:xfrm>
          <a:custGeom>
            <a:avLst/>
            <a:gdLst>
              <a:gd name="connsiteX0" fmla="*/ 8665 w 151422"/>
              <a:gd name="connsiteY0" fmla="*/ 19082 h 323971"/>
              <a:gd name="connsiteX1" fmla="*/ 27715 w 151422"/>
              <a:gd name="connsiteY1" fmla="*/ 184182 h 323971"/>
              <a:gd name="connsiteX2" fmla="*/ 2315 w 151422"/>
              <a:gd name="connsiteY2" fmla="*/ 266732 h 323971"/>
              <a:gd name="connsiteX3" fmla="*/ 97565 w 151422"/>
              <a:gd name="connsiteY3" fmla="*/ 323882 h 323971"/>
              <a:gd name="connsiteX4" fmla="*/ 142015 w 151422"/>
              <a:gd name="connsiteY4" fmla="*/ 254032 h 323971"/>
              <a:gd name="connsiteX5" fmla="*/ 148365 w 151422"/>
              <a:gd name="connsiteY5" fmla="*/ 165132 h 323971"/>
              <a:gd name="connsiteX6" fmla="*/ 103915 w 151422"/>
              <a:gd name="connsiteY6" fmla="*/ 165132 h 323971"/>
              <a:gd name="connsiteX7" fmla="*/ 122965 w 151422"/>
              <a:gd name="connsiteY7" fmla="*/ 19082 h 323971"/>
              <a:gd name="connsiteX8" fmla="*/ 8665 w 151422"/>
              <a:gd name="connsiteY8" fmla="*/ 19082 h 323971"/>
              <a:gd name="connsiteX0" fmla="*/ 8665 w 149776"/>
              <a:gd name="connsiteY0" fmla="*/ 19273 h 324162"/>
              <a:gd name="connsiteX1" fmla="*/ 27715 w 149776"/>
              <a:gd name="connsiteY1" fmla="*/ 184373 h 324162"/>
              <a:gd name="connsiteX2" fmla="*/ 2315 w 149776"/>
              <a:gd name="connsiteY2" fmla="*/ 266923 h 324162"/>
              <a:gd name="connsiteX3" fmla="*/ 97565 w 149776"/>
              <a:gd name="connsiteY3" fmla="*/ 324073 h 324162"/>
              <a:gd name="connsiteX4" fmla="*/ 142015 w 149776"/>
              <a:gd name="connsiteY4" fmla="*/ 254223 h 324162"/>
              <a:gd name="connsiteX5" fmla="*/ 148365 w 149776"/>
              <a:gd name="connsiteY5" fmla="*/ 165323 h 324162"/>
              <a:gd name="connsiteX6" fmla="*/ 126140 w 149776"/>
              <a:gd name="connsiteY6" fmla="*/ 162148 h 324162"/>
              <a:gd name="connsiteX7" fmla="*/ 122965 w 149776"/>
              <a:gd name="connsiteY7" fmla="*/ 19273 h 324162"/>
              <a:gd name="connsiteX8" fmla="*/ 8665 w 149776"/>
              <a:gd name="connsiteY8" fmla="*/ 19273 h 324162"/>
              <a:gd name="connsiteX0" fmla="*/ 8665 w 172412"/>
              <a:gd name="connsiteY0" fmla="*/ 19273 h 324162"/>
              <a:gd name="connsiteX1" fmla="*/ 27715 w 172412"/>
              <a:gd name="connsiteY1" fmla="*/ 184373 h 324162"/>
              <a:gd name="connsiteX2" fmla="*/ 2315 w 172412"/>
              <a:gd name="connsiteY2" fmla="*/ 266923 h 324162"/>
              <a:gd name="connsiteX3" fmla="*/ 97565 w 172412"/>
              <a:gd name="connsiteY3" fmla="*/ 324073 h 324162"/>
              <a:gd name="connsiteX4" fmla="*/ 142015 w 172412"/>
              <a:gd name="connsiteY4" fmla="*/ 254223 h 324162"/>
              <a:gd name="connsiteX5" fmla="*/ 172178 w 172412"/>
              <a:gd name="connsiteY5" fmla="*/ 230411 h 324162"/>
              <a:gd name="connsiteX6" fmla="*/ 126140 w 172412"/>
              <a:gd name="connsiteY6" fmla="*/ 162148 h 324162"/>
              <a:gd name="connsiteX7" fmla="*/ 122965 w 172412"/>
              <a:gd name="connsiteY7" fmla="*/ 19273 h 324162"/>
              <a:gd name="connsiteX8" fmla="*/ 8665 w 172412"/>
              <a:gd name="connsiteY8" fmla="*/ 19273 h 324162"/>
              <a:gd name="connsiteX0" fmla="*/ 8665 w 173404"/>
              <a:gd name="connsiteY0" fmla="*/ 19273 h 324085"/>
              <a:gd name="connsiteX1" fmla="*/ 27715 w 173404"/>
              <a:gd name="connsiteY1" fmla="*/ 184373 h 324085"/>
              <a:gd name="connsiteX2" fmla="*/ 2315 w 173404"/>
              <a:gd name="connsiteY2" fmla="*/ 266923 h 324085"/>
              <a:gd name="connsiteX3" fmla="*/ 97565 w 173404"/>
              <a:gd name="connsiteY3" fmla="*/ 324073 h 324085"/>
              <a:gd name="connsiteX4" fmla="*/ 154715 w 173404"/>
              <a:gd name="connsiteY4" fmla="*/ 271685 h 324085"/>
              <a:gd name="connsiteX5" fmla="*/ 172178 w 173404"/>
              <a:gd name="connsiteY5" fmla="*/ 230411 h 324085"/>
              <a:gd name="connsiteX6" fmla="*/ 126140 w 173404"/>
              <a:gd name="connsiteY6" fmla="*/ 162148 h 324085"/>
              <a:gd name="connsiteX7" fmla="*/ 122965 w 173404"/>
              <a:gd name="connsiteY7" fmla="*/ 19273 h 324085"/>
              <a:gd name="connsiteX8" fmla="*/ 8665 w 173404"/>
              <a:gd name="connsiteY8" fmla="*/ 19273 h 324085"/>
              <a:gd name="connsiteX0" fmla="*/ 8190 w 173062"/>
              <a:gd name="connsiteY0" fmla="*/ 19273 h 328847"/>
              <a:gd name="connsiteX1" fmla="*/ 27240 w 173062"/>
              <a:gd name="connsiteY1" fmla="*/ 184373 h 328847"/>
              <a:gd name="connsiteX2" fmla="*/ 1840 w 173062"/>
              <a:gd name="connsiteY2" fmla="*/ 266923 h 328847"/>
              <a:gd name="connsiteX3" fmla="*/ 87565 w 173062"/>
              <a:gd name="connsiteY3" fmla="*/ 328836 h 328847"/>
              <a:gd name="connsiteX4" fmla="*/ 154240 w 173062"/>
              <a:gd name="connsiteY4" fmla="*/ 271685 h 328847"/>
              <a:gd name="connsiteX5" fmla="*/ 171703 w 173062"/>
              <a:gd name="connsiteY5" fmla="*/ 230411 h 328847"/>
              <a:gd name="connsiteX6" fmla="*/ 125665 w 173062"/>
              <a:gd name="connsiteY6" fmla="*/ 162148 h 328847"/>
              <a:gd name="connsiteX7" fmla="*/ 122490 w 173062"/>
              <a:gd name="connsiteY7" fmla="*/ 19273 h 328847"/>
              <a:gd name="connsiteX8" fmla="*/ 8190 w 173062"/>
              <a:gd name="connsiteY8" fmla="*/ 19273 h 328847"/>
              <a:gd name="connsiteX0" fmla="*/ 8190 w 172630"/>
              <a:gd name="connsiteY0" fmla="*/ 19273 h 328989"/>
              <a:gd name="connsiteX1" fmla="*/ 27240 w 172630"/>
              <a:gd name="connsiteY1" fmla="*/ 184373 h 328989"/>
              <a:gd name="connsiteX2" fmla="*/ 1840 w 172630"/>
              <a:gd name="connsiteY2" fmla="*/ 266923 h 328989"/>
              <a:gd name="connsiteX3" fmla="*/ 87565 w 172630"/>
              <a:gd name="connsiteY3" fmla="*/ 328836 h 328989"/>
              <a:gd name="connsiteX4" fmla="*/ 151065 w 172630"/>
              <a:gd name="connsiteY4" fmla="*/ 282797 h 328989"/>
              <a:gd name="connsiteX5" fmla="*/ 171703 w 172630"/>
              <a:gd name="connsiteY5" fmla="*/ 230411 h 328989"/>
              <a:gd name="connsiteX6" fmla="*/ 125665 w 172630"/>
              <a:gd name="connsiteY6" fmla="*/ 162148 h 328989"/>
              <a:gd name="connsiteX7" fmla="*/ 122490 w 172630"/>
              <a:gd name="connsiteY7" fmla="*/ 19273 h 328989"/>
              <a:gd name="connsiteX8" fmla="*/ 8190 w 172630"/>
              <a:gd name="connsiteY8" fmla="*/ 19273 h 328989"/>
              <a:gd name="connsiteX0" fmla="*/ 8190 w 164001"/>
              <a:gd name="connsiteY0" fmla="*/ 19273 h 328979"/>
              <a:gd name="connsiteX1" fmla="*/ 27240 w 164001"/>
              <a:gd name="connsiteY1" fmla="*/ 184373 h 328979"/>
              <a:gd name="connsiteX2" fmla="*/ 1840 w 164001"/>
              <a:gd name="connsiteY2" fmla="*/ 266923 h 328979"/>
              <a:gd name="connsiteX3" fmla="*/ 87565 w 164001"/>
              <a:gd name="connsiteY3" fmla="*/ 328836 h 328979"/>
              <a:gd name="connsiteX4" fmla="*/ 151065 w 164001"/>
              <a:gd name="connsiteY4" fmla="*/ 282797 h 328979"/>
              <a:gd name="connsiteX5" fmla="*/ 162178 w 164001"/>
              <a:gd name="connsiteY5" fmla="*/ 244698 h 328979"/>
              <a:gd name="connsiteX6" fmla="*/ 125665 w 164001"/>
              <a:gd name="connsiteY6" fmla="*/ 162148 h 328979"/>
              <a:gd name="connsiteX7" fmla="*/ 122490 w 164001"/>
              <a:gd name="connsiteY7" fmla="*/ 19273 h 328979"/>
              <a:gd name="connsiteX8" fmla="*/ 8190 w 164001"/>
              <a:gd name="connsiteY8" fmla="*/ 19273 h 328979"/>
              <a:gd name="connsiteX0" fmla="*/ 8190 w 164117"/>
              <a:gd name="connsiteY0" fmla="*/ 20836 h 330542"/>
              <a:gd name="connsiteX1" fmla="*/ 27240 w 164117"/>
              <a:gd name="connsiteY1" fmla="*/ 185936 h 330542"/>
              <a:gd name="connsiteX2" fmla="*/ 1840 w 164117"/>
              <a:gd name="connsiteY2" fmla="*/ 268486 h 330542"/>
              <a:gd name="connsiteX3" fmla="*/ 87565 w 164117"/>
              <a:gd name="connsiteY3" fmla="*/ 330399 h 330542"/>
              <a:gd name="connsiteX4" fmla="*/ 151065 w 164117"/>
              <a:gd name="connsiteY4" fmla="*/ 284360 h 330542"/>
              <a:gd name="connsiteX5" fmla="*/ 162178 w 164117"/>
              <a:gd name="connsiteY5" fmla="*/ 246261 h 330542"/>
              <a:gd name="connsiteX6" fmla="*/ 124078 w 164117"/>
              <a:gd name="connsiteY6" fmla="*/ 189111 h 330542"/>
              <a:gd name="connsiteX7" fmla="*/ 122490 w 164117"/>
              <a:gd name="connsiteY7" fmla="*/ 20836 h 330542"/>
              <a:gd name="connsiteX8" fmla="*/ 8190 w 164117"/>
              <a:gd name="connsiteY8" fmla="*/ 20836 h 330542"/>
              <a:gd name="connsiteX0" fmla="*/ 8190 w 164117"/>
              <a:gd name="connsiteY0" fmla="*/ 6507 h 316213"/>
              <a:gd name="connsiteX1" fmla="*/ 27240 w 164117"/>
              <a:gd name="connsiteY1" fmla="*/ 171607 h 316213"/>
              <a:gd name="connsiteX2" fmla="*/ 1840 w 164117"/>
              <a:gd name="connsiteY2" fmla="*/ 254157 h 316213"/>
              <a:gd name="connsiteX3" fmla="*/ 87565 w 164117"/>
              <a:gd name="connsiteY3" fmla="*/ 316070 h 316213"/>
              <a:gd name="connsiteX4" fmla="*/ 151065 w 164117"/>
              <a:gd name="connsiteY4" fmla="*/ 270031 h 316213"/>
              <a:gd name="connsiteX5" fmla="*/ 162178 w 164117"/>
              <a:gd name="connsiteY5" fmla="*/ 231932 h 316213"/>
              <a:gd name="connsiteX6" fmla="*/ 124078 w 164117"/>
              <a:gd name="connsiteY6" fmla="*/ 174782 h 316213"/>
              <a:gd name="connsiteX7" fmla="*/ 122490 w 164117"/>
              <a:gd name="connsiteY7" fmla="*/ 6507 h 316213"/>
              <a:gd name="connsiteX8" fmla="*/ 74865 w 164117"/>
              <a:gd name="connsiteY8" fmla="*/ 31908 h 316213"/>
              <a:gd name="connsiteX9" fmla="*/ 8190 w 164117"/>
              <a:gd name="connsiteY9" fmla="*/ 6507 h 316213"/>
              <a:gd name="connsiteX0" fmla="*/ 8190 w 164117"/>
              <a:gd name="connsiteY0" fmla="*/ 6307 h 316013"/>
              <a:gd name="connsiteX1" fmla="*/ 27240 w 164117"/>
              <a:gd name="connsiteY1" fmla="*/ 171407 h 316013"/>
              <a:gd name="connsiteX2" fmla="*/ 1840 w 164117"/>
              <a:gd name="connsiteY2" fmla="*/ 253957 h 316013"/>
              <a:gd name="connsiteX3" fmla="*/ 87565 w 164117"/>
              <a:gd name="connsiteY3" fmla="*/ 315870 h 316013"/>
              <a:gd name="connsiteX4" fmla="*/ 151065 w 164117"/>
              <a:gd name="connsiteY4" fmla="*/ 269831 h 316013"/>
              <a:gd name="connsiteX5" fmla="*/ 162178 w 164117"/>
              <a:gd name="connsiteY5" fmla="*/ 231732 h 316013"/>
              <a:gd name="connsiteX6" fmla="*/ 124078 w 164117"/>
              <a:gd name="connsiteY6" fmla="*/ 174582 h 316013"/>
              <a:gd name="connsiteX7" fmla="*/ 143128 w 164117"/>
              <a:gd name="connsiteY7" fmla="*/ 23769 h 316013"/>
              <a:gd name="connsiteX8" fmla="*/ 74865 w 164117"/>
              <a:gd name="connsiteY8" fmla="*/ 31708 h 316013"/>
              <a:gd name="connsiteX9" fmla="*/ 8190 w 164117"/>
              <a:gd name="connsiteY9" fmla="*/ 6307 h 316013"/>
              <a:gd name="connsiteX0" fmla="*/ 9787 w 164127"/>
              <a:gd name="connsiteY0" fmla="*/ 8349 h 302180"/>
              <a:gd name="connsiteX1" fmla="*/ 27250 w 164127"/>
              <a:gd name="connsiteY1" fmla="*/ 157574 h 302180"/>
              <a:gd name="connsiteX2" fmla="*/ 1850 w 164127"/>
              <a:gd name="connsiteY2" fmla="*/ 240124 h 302180"/>
              <a:gd name="connsiteX3" fmla="*/ 87575 w 164127"/>
              <a:gd name="connsiteY3" fmla="*/ 302037 h 302180"/>
              <a:gd name="connsiteX4" fmla="*/ 151075 w 164127"/>
              <a:gd name="connsiteY4" fmla="*/ 255998 h 302180"/>
              <a:gd name="connsiteX5" fmla="*/ 162188 w 164127"/>
              <a:gd name="connsiteY5" fmla="*/ 217899 h 302180"/>
              <a:gd name="connsiteX6" fmla="*/ 124088 w 164127"/>
              <a:gd name="connsiteY6" fmla="*/ 160749 h 302180"/>
              <a:gd name="connsiteX7" fmla="*/ 143138 w 164127"/>
              <a:gd name="connsiteY7" fmla="*/ 9936 h 302180"/>
              <a:gd name="connsiteX8" fmla="*/ 74875 w 164127"/>
              <a:gd name="connsiteY8" fmla="*/ 17875 h 302180"/>
              <a:gd name="connsiteX9" fmla="*/ 9787 w 164127"/>
              <a:gd name="connsiteY9" fmla="*/ 8349 h 302180"/>
              <a:gd name="connsiteX0" fmla="*/ 9387 w 163727"/>
              <a:gd name="connsiteY0" fmla="*/ 8349 h 302180"/>
              <a:gd name="connsiteX1" fmla="*/ 31612 w 163727"/>
              <a:gd name="connsiteY1" fmla="*/ 157574 h 302180"/>
              <a:gd name="connsiteX2" fmla="*/ 1450 w 163727"/>
              <a:gd name="connsiteY2" fmla="*/ 240124 h 302180"/>
              <a:gd name="connsiteX3" fmla="*/ 87175 w 163727"/>
              <a:gd name="connsiteY3" fmla="*/ 302037 h 302180"/>
              <a:gd name="connsiteX4" fmla="*/ 150675 w 163727"/>
              <a:gd name="connsiteY4" fmla="*/ 255998 h 302180"/>
              <a:gd name="connsiteX5" fmla="*/ 161788 w 163727"/>
              <a:gd name="connsiteY5" fmla="*/ 217899 h 302180"/>
              <a:gd name="connsiteX6" fmla="*/ 123688 w 163727"/>
              <a:gd name="connsiteY6" fmla="*/ 160749 h 302180"/>
              <a:gd name="connsiteX7" fmla="*/ 142738 w 163727"/>
              <a:gd name="connsiteY7" fmla="*/ 9936 h 302180"/>
              <a:gd name="connsiteX8" fmla="*/ 74475 w 163727"/>
              <a:gd name="connsiteY8" fmla="*/ 17875 h 302180"/>
              <a:gd name="connsiteX9" fmla="*/ 9387 w 163727"/>
              <a:gd name="connsiteY9" fmla="*/ 8349 h 302180"/>
              <a:gd name="connsiteX0" fmla="*/ 9387 w 163842"/>
              <a:gd name="connsiteY0" fmla="*/ 8349 h 302180"/>
              <a:gd name="connsiteX1" fmla="*/ 31612 w 163842"/>
              <a:gd name="connsiteY1" fmla="*/ 157574 h 302180"/>
              <a:gd name="connsiteX2" fmla="*/ 1450 w 163842"/>
              <a:gd name="connsiteY2" fmla="*/ 240124 h 302180"/>
              <a:gd name="connsiteX3" fmla="*/ 87175 w 163842"/>
              <a:gd name="connsiteY3" fmla="*/ 302037 h 302180"/>
              <a:gd name="connsiteX4" fmla="*/ 150675 w 163842"/>
              <a:gd name="connsiteY4" fmla="*/ 255998 h 302180"/>
              <a:gd name="connsiteX5" fmla="*/ 161788 w 163842"/>
              <a:gd name="connsiteY5" fmla="*/ 217899 h 302180"/>
              <a:gd name="connsiteX6" fmla="*/ 122101 w 163842"/>
              <a:gd name="connsiteY6" fmla="*/ 159162 h 302180"/>
              <a:gd name="connsiteX7" fmla="*/ 142738 w 163842"/>
              <a:gd name="connsiteY7" fmla="*/ 9936 h 302180"/>
              <a:gd name="connsiteX8" fmla="*/ 74475 w 163842"/>
              <a:gd name="connsiteY8" fmla="*/ 17875 h 302180"/>
              <a:gd name="connsiteX9" fmla="*/ 9387 w 163842"/>
              <a:gd name="connsiteY9" fmla="*/ 8349 h 302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3842" h="302180">
                <a:moveTo>
                  <a:pt x="9387" y="8349"/>
                </a:moveTo>
                <a:cubicBezTo>
                  <a:pt x="2243" y="31632"/>
                  <a:pt x="32935" y="118945"/>
                  <a:pt x="31612" y="157574"/>
                </a:cubicBezTo>
                <a:cubicBezTo>
                  <a:pt x="30289" y="196203"/>
                  <a:pt x="-7810" y="216047"/>
                  <a:pt x="1450" y="240124"/>
                </a:cubicBezTo>
                <a:cubicBezTo>
                  <a:pt x="10710" y="264201"/>
                  <a:pt x="62304" y="299391"/>
                  <a:pt x="87175" y="302037"/>
                </a:cubicBezTo>
                <a:cubicBezTo>
                  <a:pt x="112046" y="304683"/>
                  <a:pt x="138240" y="270021"/>
                  <a:pt x="150675" y="255998"/>
                </a:cubicBezTo>
                <a:cubicBezTo>
                  <a:pt x="163110" y="241975"/>
                  <a:pt x="166550" y="234038"/>
                  <a:pt x="161788" y="217899"/>
                </a:cubicBezTo>
                <a:cubicBezTo>
                  <a:pt x="157026" y="201760"/>
                  <a:pt x="126334" y="183504"/>
                  <a:pt x="122101" y="159162"/>
                </a:cubicBezTo>
                <a:cubicBezTo>
                  <a:pt x="117868" y="134820"/>
                  <a:pt x="150676" y="33484"/>
                  <a:pt x="142738" y="9936"/>
                </a:cubicBezTo>
                <a:cubicBezTo>
                  <a:pt x="134800" y="-13612"/>
                  <a:pt x="93525" y="17875"/>
                  <a:pt x="74475" y="17875"/>
                </a:cubicBezTo>
                <a:cubicBezTo>
                  <a:pt x="55425" y="17875"/>
                  <a:pt x="16531" y="-14934"/>
                  <a:pt x="9387" y="8349"/>
                </a:cubicBezTo>
                <a:close/>
              </a:path>
            </a:pathLst>
          </a:custGeom>
          <a:gradFill flip="none" rotWithShape="1">
            <a:gsLst>
              <a:gs pos="72000">
                <a:srgbClr val="F9D1B5"/>
              </a:gs>
              <a:gs pos="96000">
                <a:srgbClr val="FCE4D4"/>
              </a:gs>
              <a:gs pos="5000">
                <a:schemeClr val="accent2">
                  <a:lumMod val="20000"/>
                  <a:lumOff val="80000"/>
                </a:schemeClr>
              </a:gs>
              <a:gs pos="50000">
                <a:srgbClr val="F6C3A0"/>
              </a:gs>
              <a:gs pos="24000">
                <a:srgbClr val="FAD6BE"/>
              </a:gs>
            </a:gsLst>
            <a:lin ang="0" scaled="1"/>
            <a:tileRect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42EC32F-59AD-4FD3-BDA2-42CBED1511ED}"/>
              </a:ext>
            </a:extLst>
          </p:cNvPr>
          <p:cNvGrpSpPr/>
          <p:nvPr/>
        </p:nvGrpSpPr>
        <p:grpSpPr>
          <a:xfrm>
            <a:off x="2918270" y="4489721"/>
            <a:ext cx="1069502" cy="414981"/>
            <a:chOff x="2663271" y="4649378"/>
            <a:chExt cx="1095210" cy="420138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01FB051-6656-47F2-9EB2-A196FCDFE92D}"/>
                </a:ext>
              </a:extLst>
            </p:cNvPr>
            <p:cNvSpPr/>
            <p:nvPr/>
          </p:nvSpPr>
          <p:spPr>
            <a:xfrm rot="156258">
              <a:off x="2664085" y="4748039"/>
              <a:ext cx="1074621" cy="321477"/>
            </a:xfrm>
            <a:custGeom>
              <a:avLst/>
              <a:gdLst>
                <a:gd name="connsiteX0" fmla="*/ 7239 w 1109882"/>
                <a:gd name="connsiteY0" fmla="*/ 95032 h 333200"/>
                <a:gd name="connsiteX1" fmla="*/ 396705 w 1109882"/>
                <a:gd name="connsiteY1" fmla="*/ 315166 h 333200"/>
                <a:gd name="connsiteX2" fmla="*/ 777705 w 1109882"/>
                <a:gd name="connsiteY2" fmla="*/ 306699 h 333200"/>
                <a:gd name="connsiteX3" fmla="*/ 997839 w 1109882"/>
                <a:gd name="connsiteY3" fmla="*/ 196632 h 333200"/>
                <a:gd name="connsiteX4" fmla="*/ 1099439 w 1109882"/>
                <a:gd name="connsiteY4" fmla="*/ 1899 h 333200"/>
                <a:gd name="connsiteX5" fmla="*/ 752305 w 1109882"/>
                <a:gd name="connsiteY5" fmla="*/ 95032 h 333200"/>
                <a:gd name="connsiteX6" fmla="*/ 7239 w 1109882"/>
                <a:gd name="connsiteY6" fmla="*/ 95032 h 333200"/>
                <a:gd name="connsiteX0" fmla="*/ 7239 w 1109882"/>
                <a:gd name="connsiteY0" fmla="*/ 61189 h 335712"/>
                <a:gd name="connsiteX1" fmla="*/ 396705 w 1109882"/>
                <a:gd name="connsiteY1" fmla="*/ 315190 h 335712"/>
                <a:gd name="connsiteX2" fmla="*/ 777705 w 1109882"/>
                <a:gd name="connsiteY2" fmla="*/ 306723 h 335712"/>
                <a:gd name="connsiteX3" fmla="*/ 997839 w 1109882"/>
                <a:gd name="connsiteY3" fmla="*/ 196656 h 335712"/>
                <a:gd name="connsiteX4" fmla="*/ 1099439 w 1109882"/>
                <a:gd name="connsiteY4" fmla="*/ 1923 h 335712"/>
                <a:gd name="connsiteX5" fmla="*/ 752305 w 1109882"/>
                <a:gd name="connsiteY5" fmla="*/ 95056 h 335712"/>
                <a:gd name="connsiteX6" fmla="*/ 7239 w 1109882"/>
                <a:gd name="connsiteY6" fmla="*/ 61189 h 335712"/>
                <a:gd name="connsiteX0" fmla="*/ 628 w 1103271"/>
                <a:gd name="connsiteY0" fmla="*/ 61751 h 336274"/>
                <a:gd name="connsiteX1" fmla="*/ 390094 w 1103271"/>
                <a:gd name="connsiteY1" fmla="*/ 315752 h 336274"/>
                <a:gd name="connsiteX2" fmla="*/ 771094 w 1103271"/>
                <a:gd name="connsiteY2" fmla="*/ 307285 h 336274"/>
                <a:gd name="connsiteX3" fmla="*/ 991228 w 1103271"/>
                <a:gd name="connsiteY3" fmla="*/ 197218 h 336274"/>
                <a:gd name="connsiteX4" fmla="*/ 1092828 w 1103271"/>
                <a:gd name="connsiteY4" fmla="*/ 2485 h 336274"/>
                <a:gd name="connsiteX5" fmla="*/ 483227 w 1103271"/>
                <a:gd name="connsiteY5" fmla="*/ 70218 h 336274"/>
                <a:gd name="connsiteX6" fmla="*/ 628 w 1103271"/>
                <a:gd name="connsiteY6" fmla="*/ 61751 h 336274"/>
                <a:gd name="connsiteX0" fmla="*/ 628 w 1103271"/>
                <a:gd name="connsiteY0" fmla="*/ 60847 h 335370"/>
                <a:gd name="connsiteX1" fmla="*/ 390094 w 1103271"/>
                <a:gd name="connsiteY1" fmla="*/ 314848 h 335370"/>
                <a:gd name="connsiteX2" fmla="*/ 771094 w 1103271"/>
                <a:gd name="connsiteY2" fmla="*/ 306381 h 335370"/>
                <a:gd name="connsiteX3" fmla="*/ 991228 w 1103271"/>
                <a:gd name="connsiteY3" fmla="*/ 196314 h 335370"/>
                <a:gd name="connsiteX4" fmla="*/ 1092828 w 1103271"/>
                <a:gd name="connsiteY4" fmla="*/ 1581 h 335370"/>
                <a:gd name="connsiteX5" fmla="*/ 483227 w 1103271"/>
                <a:gd name="connsiteY5" fmla="*/ 69314 h 335370"/>
                <a:gd name="connsiteX6" fmla="*/ 628 w 1103271"/>
                <a:gd name="connsiteY6" fmla="*/ 60847 h 335370"/>
                <a:gd name="connsiteX0" fmla="*/ 990 w 1103633"/>
                <a:gd name="connsiteY0" fmla="*/ 60531 h 335054"/>
                <a:gd name="connsiteX1" fmla="*/ 390456 w 1103633"/>
                <a:gd name="connsiteY1" fmla="*/ 314532 h 335054"/>
                <a:gd name="connsiteX2" fmla="*/ 771456 w 1103633"/>
                <a:gd name="connsiteY2" fmla="*/ 306065 h 335054"/>
                <a:gd name="connsiteX3" fmla="*/ 991590 w 1103633"/>
                <a:gd name="connsiteY3" fmla="*/ 195998 h 335054"/>
                <a:gd name="connsiteX4" fmla="*/ 1093190 w 1103633"/>
                <a:gd name="connsiteY4" fmla="*/ 1265 h 335054"/>
                <a:gd name="connsiteX5" fmla="*/ 508989 w 1103633"/>
                <a:gd name="connsiteY5" fmla="*/ 102865 h 335054"/>
                <a:gd name="connsiteX6" fmla="*/ 990 w 1103633"/>
                <a:gd name="connsiteY6" fmla="*/ 60531 h 335054"/>
                <a:gd name="connsiteX0" fmla="*/ 990 w 1103633"/>
                <a:gd name="connsiteY0" fmla="*/ 60939 h 335462"/>
                <a:gd name="connsiteX1" fmla="*/ 390456 w 1103633"/>
                <a:gd name="connsiteY1" fmla="*/ 314940 h 335462"/>
                <a:gd name="connsiteX2" fmla="*/ 771456 w 1103633"/>
                <a:gd name="connsiteY2" fmla="*/ 306473 h 335462"/>
                <a:gd name="connsiteX3" fmla="*/ 991590 w 1103633"/>
                <a:gd name="connsiteY3" fmla="*/ 196406 h 335462"/>
                <a:gd name="connsiteX4" fmla="*/ 1093190 w 1103633"/>
                <a:gd name="connsiteY4" fmla="*/ 1673 h 335462"/>
                <a:gd name="connsiteX5" fmla="*/ 508989 w 1103633"/>
                <a:gd name="connsiteY5" fmla="*/ 103273 h 335462"/>
                <a:gd name="connsiteX6" fmla="*/ 990 w 1103633"/>
                <a:gd name="connsiteY6" fmla="*/ 60939 h 335462"/>
                <a:gd name="connsiteX0" fmla="*/ 990 w 1098903"/>
                <a:gd name="connsiteY0" fmla="*/ 60939 h 334756"/>
                <a:gd name="connsiteX1" fmla="*/ 390456 w 1098903"/>
                <a:gd name="connsiteY1" fmla="*/ 314940 h 334756"/>
                <a:gd name="connsiteX2" fmla="*/ 771456 w 1098903"/>
                <a:gd name="connsiteY2" fmla="*/ 306473 h 334756"/>
                <a:gd name="connsiteX3" fmla="*/ 889990 w 1098903"/>
                <a:gd name="connsiteY3" fmla="*/ 213339 h 334756"/>
                <a:gd name="connsiteX4" fmla="*/ 1093190 w 1098903"/>
                <a:gd name="connsiteY4" fmla="*/ 1673 h 334756"/>
                <a:gd name="connsiteX5" fmla="*/ 508989 w 1098903"/>
                <a:gd name="connsiteY5" fmla="*/ 103273 h 334756"/>
                <a:gd name="connsiteX6" fmla="*/ 990 w 1098903"/>
                <a:gd name="connsiteY6" fmla="*/ 60939 h 334756"/>
                <a:gd name="connsiteX0" fmla="*/ 1780 w 1099693"/>
                <a:gd name="connsiteY0" fmla="*/ 60939 h 323037"/>
                <a:gd name="connsiteX1" fmla="*/ 357380 w 1099693"/>
                <a:gd name="connsiteY1" fmla="*/ 298006 h 323037"/>
                <a:gd name="connsiteX2" fmla="*/ 772246 w 1099693"/>
                <a:gd name="connsiteY2" fmla="*/ 306473 h 323037"/>
                <a:gd name="connsiteX3" fmla="*/ 890780 w 1099693"/>
                <a:gd name="connsiteY3" fmla="*/ 213339 h 323037"/>
                <a:gd name="connsiteX4" fmla="*/ 1093980 w 1099693"/>
                <a:gd name="connsiteY4" fmla="*/ 1673 h 323037"/>
                <a:gd name="connsiteX5" fmla="*/ 509779 w 1099693"/>
                <a:gd name="connsiteY5" fmla="*/ 103273 h 323037"/>
                <a:gd name="connsiteX6" fmla="*/ 1780 w 1099693"/>
                <a:gd name="connsiteY6" fmla="*/ 60939 h 323037"/>
                <a:gd name="connsiteX0" fmla="*/ 1506 w 1099419"/>
                <a:gd name="connsiteY0" fmla="*/ 60939 h 337361"/>
                <a:gd name="connsiteX1" fmla="*/ 357106 w 1099419"/>
                <a:gd name="connsiteY1" fmla="*/ 298006 h 337361"/>
                <a:gd name="connsiteX2" fmla="*/ 771972 w 1099419"/>
                <a:gd name="connsiteY2" fmla="*/ 306473 h 337361"/>
                <a:gd name="connsiteX3" fmla="*/ 890506 w 1099419"/>
                <a:gd name="connsiteY3" fmla="*/ 213339 h 337361"/>
                <a:gd name="connsiteX4" fmla="*/ 1093706 w 1099419"/>
                <a:gd name="connsiteY4" fmla="*/ 1673 h 337361"/>
                <a:gd name="connsiteX5" fmla="*/ 509505 w 1099419"/>
                <a:gd name="connsiteY5" fmla="*/ 103273 h 337361"/>
                <a:gd name="connsiteX6" fmla="*/ 1506 w 1099419"/>
                <a:gd name="connsiteY6" fmla="*/ 60939 h 337361"/>
                <a:gd name="connsiteX0" fmla="*/ 1318 w 1099231"/>
                <a:gd name="connsiteY0" fmla="*/ 60939 h 326221"/>
                <a:gd name="connsiteX1" fmla="*/ 365385 w 1099231"/>
                <a:gd name="connsiteY1" fmla="*/ 281073 h 326221"/>
                <a:gd name="connsiteX2" fmla="*/ 771784 w 1099231"/>
                <a:gd name="connsiteY2" fmla="*/ 306473 h 326221"/>
                <a:gd name="connsiteX3" fmla="*/ 890318 w 1099231"/>
                <a:gd name="connsiteY3" fmla="*/ 213339 h 326221"/>
                <a:gd name="connsiteX4" fmla="*/ 1093518 w 1099231"/>
                <a:gd name="connsiteY4" fmla="*/ 1673 h 326221"/>
                <a:gd name="connsiteX5" fmla="*/ 509317 w 1099231"/>
                <a:gd name="connsiteY5" fmla="*/ 103273 h 326221"/>
                <a:gd name="connsiteX6" fmla="*/ 1318 w 1099231"/>
                <a:gd name="connsiteY6" fmla="*/ 60939 h 326221"/>
                <a:gd name="connsiteX0" fmla="*/ 1439 w 1099970"/>
                <a:gd name="connsiteY0" fmla="*/ 60939 h 314201"/>
                <a:gd name="connsiteX1" fmla="*/ 365506 w 1099970"/>
                <a:gd name="connsiteY1" fmla="*/ 281073 h 314201"/>
                <a:gd name="connsiteX2" fmla="*/ 636439 w 1099970"/>
                <a:gd name="connsiteY2" fmla="*/ 306473 h 314201"/>
                <a:gd name="connsiteX3" fmla="*/ 890439 w 1099970"/>
                <a:gd name="connsiteY3" fmla="*/ 213339 h 314201"/>
                <a:gd name="connsiteX4" fmla="*/ 1093639 w 1099970"/>
                <a:gd name="connsiteY4" fmla="*/ 1673 h 314201"/>
                <a:gd name="connsiteX5" fmla="*/ 509438 w 1099970"/>
                <a:gd name="connsiteY5" fmla="*/ 103273 h 314201"/>
                <a:gd name="connsiteX6" fmla="*/ 1439 w 1099970"/>
                <a:gd name="connsiteY6" fmla="*/ 60939 h 314201"/>
                <a:gd name="connsiteX0" fmla="*/ 1439 w 1099261"/>
                <a:gd name="connsiteY0" fmla="*/ 60939 h 314201"/>
                <a:gd name="connsiteX1" fmla="*/ 365506 w 1099261"/>
                <a:gd name="connsiteY1" fmla="*/ 281073 h 314201"/>
                <a:gd name="connsiteX2" fmla="*/ 636439 w 1099261"/>
                <a:gd name="connsiteY2" fmla="*/ 306473 h 314201"/>
                <a:gd name="connsiteX3" fmla="*/ 865039 w 1099261"/>
                <a:gd name="connsiteY3" fmla="*/ 213339 h 314201"/>
                <a:gd name="connsiteX4" fmla="*/ 1093639 w 1099261"/>
                <a:gd name="connsiteY4" fmla="*/ 1673 h 314201"/>
                <a:gd name="connsiteX5" fmla="*/ 509438 w 1099261"/>
                <a:gd name="connsiteY5" fmla="*/ 103273 h 314201"/>
                <a:gd name="connsiteX6" fmla="*/ 1439 w 1099261"/>
                <a:gd name="connsiteY6" fmla="*/ 60939 h 314201"/>
                <a:gd name="connsiteX0" fmla="*/ 1439 w 1074445"/>
                <a:gd name="connsiteY0" fmla="*/ 44359 h 297621"/>
                <a:gd name="connsiteX1" fmla="*/ 365506 w 1074445"/>
                <a:gd name="connsiteY1" fmla="*/ 264493 h 297621"/>
                <a:gd name="connsiteX2" fmla="*/ 636439 w 1074445"/>
                <a:gd name="connsiteY2" fmla="*/ 289893 h 297621"/>
                <a:gd name="connsiteX3" fmla="*/ 865039 w 1074445"/>
                <a:gd name="connsiteY3" fmla="*/ 196759 h 297621"/>
                <a:gd name="connsiteX4" fmla="*/ 1068239 w 1074445"/>
                <a:gd name="connsiteY4" fmla="*/ 2027 h 297621"/>
                <a:gd name="connsiteX5" fmla="*/ 509438 w 1074445"/>
                <a:gd name="connsiteY5" fmla="*/ 86693 h 297621"/>
                <a:gd name="connsiteX6" fmla="*/ 1439 w 1074445"/>
                <a:gd name="connsiteY6" fmla="*/ 44359 h 297621"/>
                <a:gd name="connsiteX0" fmla="*/ 337 w 1073343"/>
                <a:gd name="connsiteY0" fmla="*/ 44445 h 297707"/>
                <a:gd name="connsiteX1" fmla="*/ 364404 w 1073343"/>
                <a:gd name="connsiteY1" fmla="*/ 264579 h 297707"/>
                <a:gd name="connsiteX2" fmla="*/ 635337 w 1073343"/>
                <a:gd name="connsiteY2" fmla="*/ 289979 h 297707"/>
                <a:gd name="connsiteX3" fmla="*/ 863937 w 1073343"/>
                <a:gd name="connsiteY3" fmla="*/ 196845 h 297707"/>
                <a:gd name="connsiteX4" fmla="*/ 1067137 w 1073343"/>
                <a:gd name="connsiteY4" fmla="*/ 2113 h 297707"/>
                <a:gd name="connsiteX5" fmla="*/ 508336 w 1073343"/>
                <a:gd name="connsiteY5" fmla="*/ 86779 h 297707"/>
                <a:gd name="connsiteX6" fmla="*/ 302734 w 1073343"/>
                <a:gd name="connsiteY6" fmla="*/ 71491 h 297707"/>
                <a:gd name="connsiteX7" fmla="*/ 337 w 1073343"/>
                <a:gd name="connsiteY7" fmla="*/ 44445 h 297707"/>
                <a:gd name="connsiteX0" fmla="*/ 337 w 1073343"/>
                <a:gd name="connsiteY0" fmla="*/ 44636 h 297898"/>
                <a:gd name="connsiteX1" fmla="*/ 364404 w 1073343"/>
                <a:gd name="connsiteY1" fmla="*/ 264770 h 297898"/>
                <a:gd name="connsiteX2" fmla="*/ 635337 w 1073343"/>
                <a:gd name="connsiteY2" fmla="*/ 290170 h 297898"/>
                <a:gd name="connsiteX3" fmla="*/ 863937 w 1073343"/>
                <a:gd name="connsiteY3" fmla="*/ 197036 h 297898"/>
                <a:gd name="connsiteX4" fmla="*/ 1067137 w 1073343"/>
                <a:gd name="connsiteY4" fmla="*/ 2304 h 297898"/>
                <a:gd name="connsiteX5" fmla="*/ 677669 w 1073343"/>
                <a:gd name="connsiteY5" fmla="*/ 78503 h 297898"/>
                <a:gd name="connsiteX6" fmla="*/ 302734 w 1073343"/>
                <a:gd name="connsiteY6" fmla="*/ 71682 h 297898"/>
                <a:gd name="connsiteX7" fmla="*/ 337 w 1073343"/>
                <a:gd name="connsiteY7" fmla="*/ 44636 h 297898"/>
                <a:gd name="connsiteX0" fmla="*/ 337 w 1073343"/>
                <a:gd name="connsiteY0" fmla="*/ 45827 h 299089"/>
                <a:gd name="connsiteX1" fmla="*/ 364404 w 1073343"/>
                <a:gd name="connsiteY1" fmla="*/ 265961 h 299089"/>
                <a:gd name="connsiteX2" fmla="*/ 635337 w 1073343"/>
                <a:gd name="connsiteY2" fmla="*/ 291361 h 299089"/>
                <a:gd name="connsiteX3" fmla="*/ 863937 w 1073343"/>
                <a:gd name="connsiteY3" fmla="*/ 198227 h 299089"/>
                <a:gd name="connsiteX4" fmla="*/ 1067137 w 1073343"/>
                <a:gd name="connsiteY4" fmla="*/ 3495 h 299089"/>
                <a:gd name="connsiteX5" fmla="*/ 677669 w 1073343"/>
                <a:gd name="connsiteY5" fmla="*/ 79694 h 299089"/>
                <a:gd name="connsiteX6" fmla="*/ 302734 w 1073343"/>
                <a:gd name="connsiteY6" fmla="*/ 72873 h 299089"/>
                <a:gd name="connsiteX7" fmla="*/ 337 w 1073343"/>
                <a:gd name="connsiteY7" fmla="*/ 45827 h 299089"/>
                <a:gd name="connsiteX0" fmla="*/ 337 w 1073343"/>
                <a:gd name="connsiteY0" fmla="*/ 44856 h 298118"/>
                <a:gd name="connsiteX1" fmla="*/ 364404 w 1073343"/>
                <a:gd name="connsiteY1" fmla="*/ 264990 h 298118"/>
                <a:gd name="connsiteX2" fmla="*/ 635337 w 1073343"/>
                <a:gd name="connsiteY2" fmla="*/ 290390 h 298118"/>
                <a:gd name="connsiteX3" fmla="*/ 863937 w 1073343"/>
                <a:gd name="connsiteY3" fmla="*/ 197256 h 298118"/>
                <a:gd name="connsiteX4" fmla="*/ 1067137 w 1073343"/>
                <a:gd name="connsiteY4" fmla="*/ 2524 h 298118"/>
                <a:gd name="connsiteX5" fmla="*/ 677669 w 1073343"/>
                <a:gd name="connsiteY5" fmla="*/ 78723 h 298118"/>
                <a:gd name="connsiteX6" fmla="*/ 302734 w 1073343"/>
                <a:gd name="connsiteY6" fmla="*/ 71902 h 298118"/>
                <a:gd name="connsiteX7" fmla="*/ 337 w 1073343"/>
                <a:gd name="connsiteY7" fmla="*/ 44856 h 298118"/>
                <a:gd name="connsiteX0" fmla="*/ 337 w 1073343"/>
                <a:gd name="connsiteY0" fmla="*/ 44540 h 297802"/>
                <a:gd name="connsiteX1" fmla="*/ 364404 w 1073343"/>
                <a:gd name="connsiteY1" fmla="*/ 264674 h 297802"/>
                <a:gd name="connsiteX2" fmla="*/ 635337 w 1073343"/>
                <a:gd name="connsiteY2" fmla="*/ 290074 h 297802"/>
                <a:gd name="connsiteX3" fmla="*/ 863937 w 1073343"/>
                <a:gd name="connsiteY3" fmla="*/ 196940 h 297802"/>
                <a:gd name="connsiteX4" fmla="*/ 1067137 w 1073343"/>
                <a:gd name="connsiteY4" fmla="*/ 2208 h 297802"/>
                <a:gd name="connsiteX5" fmla="*/ 677669 w 1073343"/>
                <a:gd name="connsiteY5" fmla="*/ 78407 h 297802"/>
                <a:gd name="connsiteX6" fmla="*/ 302734 w 1073343"/>
                <a:gd name="connsiteY6" fmla="*/ 46186 h 297802"/>
                <a:gd name="connsiteX7" fmla="*/ 337 w 1073343"/>
                <a:gd name="connsiteY7" fmla="*/ 44540 h 297802"/>
                <a:gd name="connsiteX0" fmla="*/ 337 w 1073343"/>
                <a:gd name="connsiteY0" fmla="*/ 45706 h 298968"/>
                <a:gd name="connsiteX1" fmla="*/ 364404 w 1073343"/>
                <a:gd name="connsiteY1" fmla="*/ 265840 h 298968"/>
                <a:gd name="connsiteX2" fmla="*/ 635337 w 1073343"/>
                <a:gd name="connsiteY2" fmla="*/ 291240 h 298968"/>
                <a:gd name="connsiteX3" fmla="*/ 863937 w 1073343"/>
                <a:gd name="connsiteY3" fmla="*/ 198106 h 298968"/>
                <a:gd name="connsiteX4" fmla="*/ 1067137 w 1073343"/>
                <a:gd name="connsiteY4" fmla="*/ 3374 h 298968"/>
                <a:gd name="connsiteX5" fmla="*/ 677669 w 1073343"/>
                <a:gd name="connsiteY5" fmla="*/ 45706 h 298968"/>
                <a:gd name="connsiteX6" fmla="*/ 302734 w 1073343"/>
                <a:gd name="connsiteY6" fmla="*/ 47352 h 298968"/>
                <a:gd name="connsiteX7" fmla="*/ 337 w 1073343"/>
                <a:gd name="connsiteY7" fmla="*/ 45706 h 298968"/>
                <a:gd name="connsiteX0" fmla="*/ 337 w 1073343"/>
                <a:gd name="connsiteY0" fmla="*/ 45706 h 298968"/>
                <a:gd name="connsiteX1" fmla="*/ 364404 w 1073343"/>
                <a:gd name="connsiteY1" fmla="*/ 265840 h 298968"/>
                <a:gd name="connsiteX2" fmla="*/ 635337 w 1073343"/>
                <a:gd name="connsiteY2" fmla="*/ 291240 h 298968"/>
                <a:gd name="connsiteX3" fmla="*/ 863937 w 1073343"/>
                <a:gd name="connsiteY3" fmla="*/ 198106 h 298968"/>
                <a:gd name="connsiteX4" fmla="*/ 1067137 w 1073343"/>
                <a:gd name="connsiteY4" fmla="*/ 3374 h 298968"/>
                <a:gd name="connsiteX5" fmla="*/ 677669 w 1073343"/>
                <a:gd name="connsiteY5" fmla="*/ 45706 h 298968"/>
                <a:gd name="connsiteX6" fmla="*/ 302734 w 1073343"/>
                <a:gd name="connsiteY6" fmla="*/ 47352 h 298968"/>
                <a:gd name="connsiteX7" fmla="*/ 337 w 1073343"/>
                <a:gd name="connsiteY7" fmla="*/ 45706 h 298968"/>
                <a:gd name="connsiteX0" fmla="*/ 337 w 1073302"/>
                <a:gd name="connsiteY0" fmla="*/ 45706 h 298968"/>
                <a:gd name="connsiteX1" fmla="*/ 364404 w 1073302"/>
                <a:gd name="connsiteY1" fmla="*/ 265840 h 298968"/>
                <a:gd name="connsiteX2" fmla="*/ 643804 w 1073302"/>
                <a:gd name="connsiteY2" fmla="*/ 291240 h 298968"/>
                <a:gd name="connsiteX3" fmla="*/ 863937 w 1073302"/>
                <a:gd name="connsiteY3" fmla="*/ 198106 h 298968"/>
                <a:gd name="connsiteX4" fmla="*/ 1067137 w 1073302"/>
                <a:gd name="connsiteY4" fmla="*/ 3374 h 298968"/>
                <a:gd name="connsiteX5" fmla="*/ 677669 w 1073302"/>
                <a:gd name="connsiteY5" fmla="*/ 45706 h 298968"/>
                <a:gd name="connsiteX6" fmla="*/ 302734 w 1073302"/>
                <a:gd name="connsiteY6" fmla="*/ 47352 h 298968"/>
                <a:gd name="connsiteX7" fmla="*/ 337 w 1073302"/>
                <a:gd name="connsiteY7" fmla="*/ 45706 h 298968"/>
                <a:gd name="connsiteX0" fmla="*/ 337 w 1073565"/>
                <a:gd name="connsiteY0" fmla="*/ 45706 h 299583"/>
                <a:gd name="connsiteX1" fmla="*/ 364404 w 1073565"/>
                <a:gd name="connsiteY1" fmla="*/ 265840 h 299583"/>
                <a:gd name="connsiteX2" fmla="*/ 643804 w 1073565"/>
                <a:gd name="connsiteY2" fmla="*/ 291240 h 299583"/>
                <a:gd name="connsiteX3" fmla="*/ 872404 w 1073565"/>
                <a:gd name="connsiteY3" fmla="*/ 189639 h 299583"/>
                <a:gd name="connsiteX4" fmla="*/ 1067137 w 1073565"/>
                <a:gd name="connsiteY4" fmla="*/ 3374 h 299583"/>
                <a:gd name="connsiteX5" fmla="*/ 677669 w 1073565"/>
                <a:gd name="connsiteY5" fmla="*/ 45706 h 299583"/>
                <a:gd name="connsiteX6" fmla="*/ 302734 w 1073565"/>
                <a:gd name="connsiteY6" fmla="*/ 47352 h 299583"/>
                <a:gd name="connsiteX7" fmla="*/ 337 w 1073565"/>
                <a:gd name="connsiteY7" fmla="*/ 45706 h 299583"/>
                <a:gd name="connsiteX0" fmla="*/ 337 w 1072441"/>
                <a:gd name="connsiteY0" fmla="*/ 70239 h 324116"/>
                <a:gd name="connsiteX1" fmla="*/ 364404 w 1072441"/>
                <a:gd name="connsiteY1" fmla="*/ 290373 h 324116"/>
                <a:gd name="connsiteX2" fmla="*/ 643804 w 1072441"/>
                <a:gd name="connsiteY2" fmla="*/ 315773 h 324116"/>
                <a:gd name="connsiteX3" fmla="*/ 872404 w 1072441"/>
                <a:gd name="connsiteY3" fmla="*/ 214172 h 324116"/>
                <a:gd name="connsiteX4" fmla="*/ 1065982 w 1072441"/>
                <a:gd name="connsiteY4" fmla="*/ 2533 h 324116"/>
                <a:gd name="connsiteX5" fmla="*/ 677669 w 1072441"/>
                <a:gd name="connsiteY5" fmla="*/ 70239 h 324116"/>
                <a:gd name="connsiteX6" fmla="*/ 302734 w 1072441"/>
                <a:gd name="connsiteY6" fmla="*/ 71885 h 324116"/>
                <a:gd name="connsiteX7" fmla="*/ 337 w 1072441"/>
                <a:gd name="connsiteY7" fmla="*/ 70239 h 324116"/>
                <a:gd name="connsiteX0" fmla="*/ 352 w 1072456"/>
                <a:gd name="connsiteY0" fmla="*/ 70239 h 344380"/>
                <a:gd name="connsiteX1" fmla="*/ 365958 w 1072456"/>
                <a:gd name="connsiteY1" fmla="*/ 324206 h 344380"/>
                <a:gd name="connsiteX2" fmla="*/ 643819 w 1072456"/>
                <a:gd name="connsiteY2" fmla="*/ 315773 h 344380"/>
                <a:gd name="connsiteX3" fmla="*/ 872419 w 1072456"/>
                <a:gd name="connsiteY3" fmla="*/ 214172 h 344380"/>
                <a:gd name="connsiteX4" fmla="*/ 1065997 w 1072456"/>
                <a:gd name="connsiteY4" fmla="*/ 2533 h 344380"/>
                <a:gd name="connsiteX5" fmla="*/ 677684 w 1072456"/>
                <a:gd name="connsiteY5" fmla="*/ 70239 h 344380"/>
                <a:gd name="connsiteX6" fmla="*/ 302749 w 1072456"/>
                <a:gd name="connsiteY6" fmla="*/ 71885 h 344380"/>
                <a:gd name="connsiteX7" fmla="*/ 352 w 1072456"/>
                <a:gd name="connsiteY7" fmla="*/ 70239 h 344380"/>
                <a:gd name="connsiteX0" fmla="*/ 352 w 1072456"/>
                <a:gd name="connsiteY0" fmla="*/ 70239 h 344380"/>
                <a:gd name="connsiteX1" fmla="*/ 365958 w 1072456"/>
                <a:gd name="connsiteY1" fmla="*/ 324206 h 344380"/>
                <a:gd name="connsiteX2" fmla="*/ 643819 w 1072456"/>
                <a:gd name="connsiteY2" fmla="*/ 315773 h 344380"/>
                <a:gd name="connsiteX3" fmla="*/ 872419 w 1072456"/>
                <a:gd name="connsiteY3" fmla="*/ 214172 h 344380"/>
                <a:gd name="connsiteX4" fmla="*/ 1065997 w 1072456"/>
                <a:gd name="connsiteY4" fmla="*/ 2533 h 344380"/>
                <a:gd name="connsiteX5" fmla="*/ 677684 w 1072456"/>
                <a:gd name="connsiteY5" fmla="*/ 70239 h 344380"/>
                <a:gd name="connsiteX6" fmla="*/ 302749 w 1072456"/>
                <a:gd name="connsiteY6" fmla="*/ 71885 h 344380"/>
                <a:gd name="connsiteX7" fmla="*/ 352 w 1072456"/>
                <a:gd name="connsiteY7" fmla="*/ 70239 h 344380"/>
                <a:gd name="connsiteX0" fmla="*/ 352 w 1072158"/>
                <a:gd name="connsiteY0" fmla="*/ 70239 h 346645"/>
                <a:gd name="connsiteX1" fmla="*/ 365958 w 1072158"/>
                <a:gd name="connsiteY1" fmla="*/ 324206 h 346645"/>
                <a:gd name="connsiteX2" fmla="*/ 703408 w 1072158"/>
                <a:gd name="connsiteY2" fmla="*/ 321538 h 346645"/>
                <a:gd name="connsiteX3" fmla="*/ 872419 w 1072158"/>
                <a:gd name="connsiteY3" fmla="*/ 214172 h 346645"/>
                <a:gd name="connsiteX4" fmla="*/ 1065997 w 1072158"/>
                <a:gd name="connsiteY4" fmla="*/ 2533 h 346645"/>
                <a:gd name="connsiteX5" fmla="*/ 677684 w 1072158"/>
                <a:gd name="connsiteY5" fmla="*/ 70239 h 346645"/>
                <a:gd name="connsiteX6" fmla="*/ 302749 w 1072158"/>
                <a:gd name="connsiteY6" fmla="*/ 71885 h 346645"/>
                <a:gd name="connsiteX7" fmla="*/ 352 w 1072158"/>
                <a:gd name="connsiteY7" fmla="*/ 70239 h 346645"/>
                <a:gd name="connsiteX0" fmla="*/ 352 w 1072124"/>
                <a:gd name="connsiteY0" fmla="*/ 70239 h 347876"/>
                <a:gd name="connsiteX1" fmla="*/ 365958 w 1072124"/>
                <a:gd name="connsiteY1" fmla="*/ 324206 h 347876"/>
                <a:gd name="connsiteX2" fmla="*/ 703408 w 1072124"/>
                <a:gd name="connsiteY2" fmla="*/ 321538 h 347876"/>
                <a:gd name="connsiteX3" fmla="*/ 871265 w 1072124"/>
                <a:gd name="connsiteY3" fmla="*/ 188799 h 347876"/>
                <a:gd name="connsiteX4" fmla="*/ 1065997 w 1072124"/>
                <a:gd name="connsiteY4" fmla="*/ 2533 h 347876"/>
                <a:gd name="connsiteX5" fmla="*/ 677684 w 1072124"/>
                <a:gd name="connsiteY5" fmla="*/ 70239 h 347876"/>
                <a:gd name="connsiteX6" fmla="*/ 302749 w 1072124"/>
                <a:gd name="connsiteY6" fmla="*/ 71885 h 347876"/>
                <a:gd name="connsiteX7" fmla="*/ 352 w 1072124"/>
                <a:gd name="connsiteY7" fmla="*/ 70239 h 347876"/>
                <a:gd name="connsiteX0" fmla="*/ 352 w 1072124"/>
                <a:gd name="connsiteY0" fmla="*/ 70239 h 347876"/>
                <a:gd name="connsiteX1" fmla="*/ 365958 w 1072124"/>
                <a:gd name="connsiteY1" fmla="*/ 324206 h 347876"/>
                <a:gd name="connsiteX2" fmla="*/ 703408 w 1072124"/>
                <a:gd name="connsiteY2" fmla="*/ 321538 h 347876"/>
                <a:gd name="connsiteX3" fmla="*/ 871265 w 1072124"/>
                <a:gd name="connsiteY3" fmla="*/ 188799 h 347876"/>
                <a:gd name="connsiteX4" fmla="*/ 1065997 w 1072124"/>
                <a:gd name="connsiteY4" fmla="*/ 2533 h 347876"/>
                <a:gd name="connsiteX5" fmla="*/ 677684 w 1072124"/>
                <a:gd name="connsiteY5" fmla="*/ 70239 h 347876"/>
                <a:gd name="connsiteX6" fmla="*/ 302749 w 1072124"/>
                <a:gd name="connsiteY6" fmla="*/ 71885 h 347876"/>
                <a:gd name="connsiteX7" fmla="*/ 352 w 1072124"/>
                <a:gd name="connsiteY7" fmla="*/ 70239 h 347876"/>
                <a:gd name="connsiteX0" fmla="*/ 2884 w 1074656"/>
                <a:gd name="connsiteY0" fmla="*/ 70239 h 339176"/>
                <a:gd name="connsiteX1" fmla="*/ 165023 w 1074656"/>
                <a:gd name="connsiteY1" fmla="*/ 196513 h 339176"/>
                <a:gd name="connsiteX2" fmla="*/ 368490 w 1074656"/>
                <a:gd name="connsiteY2" fmla="*/ 324206 h 339176"/>
                <a:gd name="connsiteX3" fmla="*/ 705940 w 1074656"/>
                <a:gd name="connsiteY3" fmla="*/ 321538 h 339176"/>
                <a:gd name="connsiteX4" fmla="*/ 873797 w 1074656"/>
                <a:gd name="connsiteY4" fmla="*/ 188799 h 339176"/>
                <a:gd name="connsiteX5" fmla="*/ 1068529 w 1074656"/>
                <a:gd name="connsiteY5" fmla="*/ 2533 h 339176"/>
                <a:gd name="connsiteX6" fmla="*/ 680216 w 1074656"/>
                <a:gd name="connsiteY6" fmla="*/ 70239 h 339176"/>
                <a:gd name="connsiteX7" fmla="*/ 305281 w 1074656"/>
                <a:gd name="connsiteY7" fmla="*/ 71885 h 339176"/>
                <a:gd name="connsiteX8" fmla="*/ 2884 w 1074656"/>
                <a:gd name="connsiteY8" fmla="*/ 70239 h 339176"/>
                <a:gd name="connsiteX0" fmla="*/ 2884 w 1074656"/>
                <a:gd name="connsiteY0" fmla="*/ 70239 h 334002"/>
                <a:gd name="connsiteX1" fmla="*/ 165023 w 1074656"/>
                <a:gd name="connsiteY1" fmla="*/ 196513 h 334002"/>
                <a:gd name="connsiteX2" fmla="*/ 401936 w 1074656"/>
                <a:gd name="connsiteY2" fmla="*/ 314209 h 334002"/>
                <a:gd name="connsiteX3" fmla="*/ 705940 w 1074656"/>
                <a:gd name="connsiteY3" fmla="*/ 321538 h 334002"/>
                <a:gd name="connsiteX4" fmla="*/ 873797 w 1074656"/>
                <a:gd name="connsiteY4" fmla="*/ 188799 h 334002"/>
                <a:gd name="connsiteX5" fmla="*/ 1068529 w 1074656"/>
                <a:gd name="connsiteY5" fmla="*/ 2533 h 334002"/>
                <a:gd name="connsiteX6" fmla="*/ 680216 w 1074656"/>
                <a:gd name="connsiteY6" fmla="*/ 70239 h 334002"/>
                <a:gd name="connsiteX7" fmla="*/ 305281 w 1074656"/>
                <a:gd name="connsiteY7" fmla="*/ 71885 h 334002"/>
                <a:gd name="connsiteX8" fmla="*/ 2884 w 1074656"/>
                <a:gd name="connsiteY8" fmla="*/ 70239 h 334002"/>
                <a:gd name="connsiteX0" fmla="*/ 2884 w 1074663"/>
                <a:gd name="connsiteY0" fmla="*/ 70239 h 319427"/>
                <a:gd name="connsiteX1" fmla="*/ 165023 w 1074663"/>
                <a:gd name="connsiteY1" fmla="*/ 196513 h 319427"/>
                <a:gd name="connsiteX2" fmla="*/ 401936 w 1074663"/>
                <a:gd name="connsiteY2" fmla="*/ 314209 h 319427"/>
                <a:gd name="connsiteX3" fmla="*/ 704401 w 1074663"/>
                <a:gd name="connsiteY3" fmla="*/ 287706 h 319427"/>
                <a:gd name="connsiteX4" fmla="*/ 873797 w 1074663"/>
                <a:gd name="connsiteY4" fmla="*/ 188799 h 319427"/>
                <a:gd name="connsiteX5" fmla="*/ 1068529 w 1074663"/>
                <a:gd name="connsiteY5" fmla="*/ 2533 h 319427"/>
                <a:gd name="connsiteX6" fmla="*/ 680216 w 1074663"/>
                <a:gd name="connsiteY6" fmla="*/ 70239 h 319427"/>
                <a:gd name="connsiteX7" fmla="*/ 305281 w 1074663"/>
                <a:gd name="connsiteY7" fmla="*/ 71885 h 319427"/>
                <a:gd name="connsiteX8" fmla="*/ 2884 w 1074663"/>
                <a:gd name="connsiteY8" fmla="*/ 70239 h 319427"/>
                <a:gd name="connsiteX0" fmla="*/ 2884 w 1074621"/>
                <a:gd name="connsiteY0" fmla="*/ 70239 h 321477"/>
                <a:gd name="connsiteX1" fmla="*/ 165023 w 1074621"/>
                <a:gd name="connsiteY1" fmla="*/ 196513 h 321477"/>
                <a:gd name="connsiteX2" fmla="*/ 401936 w 1074621"/>
                <a:gd name="connsiteY2" fmla="*/ 314209 h 321477"/>
                <a:gd name="connsiteX3" fmla="*/ 713243 w 1074621"/>
                <a:gd name="connsiteY3" fmla="*/ 295780 h 321477"/>
                <a:gd name="connsiteX4" fmla="*/ 873797 w 1074621"/>
                <a:gd name="connsiteY4" fmla="*/ 188799 h 321477"/>
                <a:gd name="connsiteX5" fmla="*/ 1068529 w 1074621"/>
                <a:gd name="connsiteY5" fmla="*/ 2533 h 321477"/>
                <a:gd name="connsiteX6" fmla="*/ 680216 w 1074621"/>
                <a:gd name="connsiteY6" fmla="*/ 70239 h 321477"/>
                <a:gd name="connsiteX7" fmla="*/ 305281 w 1074621"/>
                <a:gd name="connsiteY7" fmla="*/ 71885 h 321477"/>
                <a:gd name="connsiteX8" fmla="*/ 2884 w 1074621"/>
                <a:gd name="connsiteY8" fmla="*/ 70239 h 32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4621" h="321477">
                  <a:moveTo>
                    <a:pt x="2884" y="70239"/>
                  </a:moveTo>
                  <a:cubicBezTo>
                    <a:pt x="-20492" y="91010"/>
                    <a:pt x="104089" y="154185"/>
                    <a:pt x="165023" y="196513"/>
                  </a:cubicBezTo>
                  <a:cubicBezTo>
                    <a:pt x="225957" y="238841"/>
                    <a:pt x="310566" y="297665"/>
                    <a:pt x="401936" y="314209"/>
                  </a:cubicBezTo>
                  <a:cubicBezTo>
                    <a:pt x="493306" y="330753"/>
                    <a:pt x="634600" y="316682"/>
                    <a:pt x="713243" y="295780"/>
                  </a:cubicBezTo>
                  <a:cubicBezTo>
                    <a:pt x="791886" y="274878"/>
                    <a:pt x="814583" y="237673"/>
                    <a:pt x="873797" y="188799"/>
                  </a:cubicBezTo>
                  <a:cubicBezTo>
                    <a:pt x="933011" y="139925"/>
                    <a:pt x="1109451" y="19466"/>
                    <a:pt x="1068529" y="2533"/>
                  </a:cubicBezTo>
                  <a:cubicBezTo>
                    <a:pt x="1027607" y="-14400"/>
                    <a:pt x="807424" y="58680"/>
                    <a:pt x="680216" y="70239"/>
                  </a:cubicBezTo>
                  <a:cubicBezTo>
                    <a:pt x="553008" y="81798"/>
                    <a:pt x="389948" y="78941"/>
                    <a:pt x="305281" y="71885"/>
                  </a:cubicBezTo>
                  <a:cubicBezTo>
                    <a:pt x="220614" y="64829"/>
                    <a:pt x="26260" y="49468"/>
                    <a:pt x="2884" y="7023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8B7AE"/>
                </a:gs>
                <a:gs pos="61000">
                  <a:srgbClr val="F48C8C"/>
                </a:gs>
              </a:gsLst>
              <a:lin ang="16200000" scaled="1"/>
              <a:tileRect/>
            </a:gradFill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05BE012-8424-4E32-894E-CE2B39CF1B01}"/>
                </a:ext>
              </a:extLst>
            </p:cNvPr>
            <p:cNvSpPr/>
            <p:nvPr/>
          </p:nvSpPr>
          <p:spPr>
            <a:xfrm rot="169825">
              <a:off x="2663271" y="4649378"/>
              <a:ext cx="1095210" cy="205641"/>
            </a:xfrm>
            <a:custGeom>
              <a:avLst/>
              <a:gdLst>
                <a:gd name="connsiteX0" fmla="*/ 5466 w 1323291"/>
                <a:gd name="connsiteY0" fmla="*/ 178072 h 203580"/>
                <a:gd name="connsiteX1" fmla="*/ 344133 w 1323291"/>
                <a:gd name="connsiteY1" fmla="*/ 127272 h 203580"/>
                <a:gd name="connsiteX2" fmla="*/ 538866 w 1323291"/>
                <a:gd name="connsiteY2" fmla="*/ 25672 h 203580"/>
                <a:gd name="connsiteX3" fmla="*/ 674333 w 1323291"/>
                <a:gd name="connsiteY3" fmla="*/ 68005 h 203580"/>
                <a:gd name="connsiteX4" fmla="*/ 784400 w 1323291"/>
                <a:gd name="connsiteY4" fmla="*/ 272 h 203580"/>
                <a:gd name="connsiteX5" fmla="*/ 962200 w 1323291"/>
                <a:gd name="connsiteY5" fmla="*/ 42605 h 203580"/>
                <a:gd name="connsiteX6" fmla="*/ 1267000 w 1323291"/>
                <a:gd name="connsiteY6" fmla="*/ 110338 h 203580"/>
                <a:gd name="connsiteX7" fmla="*/ 1283933 w 1323291"/>
                <a:gd name="connsiteY7" fmla="*/ 118805 h 203580"/>
                <a:gd name="connsiteX8" fmla="*/ 852133 w 1323291"/>
                <a:gd name="connsiteY8" fmla="*/ 169605 h 203580"/>
                <a:gd name="connsiteX9" fmla="*/ 801333 w 1323291"/>
                <a:gd name="connsiteY9" fmla="*/ 186538 h 203580"/>
                <a:gd name="connsiteX10" fmla="*/ 716666 w 1323291"/>
                <a:gd name="connsiteY10" fmla="*/ 203472 h 203580"/>
                <a:gd name="connsiteX11" fmla="*/ 640466 w 1323291"/>
                <a:gd name="connsiteY11" fmla="*/ 178072 h 203580"/>
                <a:gd name="connsiteX12" fmla="*/ 5466 w 1323291"/>
                <a:gd name="connsiteY12" fmla="*/ 178072 h 203580"/>
                <a:gd name="connsiteX0" fmla="*/ 3686 w 1321511"/>
                <a:gd name="connsiteY0" fmla="*/ 178072 h 203580"/>
                <a:gd name="connsiteX1" fmla="*/ 342353 w 1321511"/>
                <a:gd name="connsiteY1" fmla="*/ 127272 h 203580"/>
                <a:gd name="connsiteX2" fmla="*/ 537086 w 1321511"/>
                <a:gd name="connsiteY2" fmla="*/ 25672 h 203580"/>
                <a:gd name="connsiteX3" fmla="*/ 672553 w 1321511"/>
                <a:gd name="connsiteY3" fmla="*/ 68005 h 203580"/>
                <a:gd name="connsiteX4" fmla="*/ 782620 w 1321511"/>
                <a:gd name="connsiteY4" fmla="*/ 272 h 203580"/>
                <a:gd name="connsiteX5" fmla="*/ 960420 w 1321511"/>
                <a:gd name="connsiteY5" fmla="*/ 42605 h 203580"/>
                <a:gd name="connsiteX6" fmla="*/ 1265220 w 1321511"/>
                <a:gd name="connsiteY6" fmla="*/ 110338 h 203580"/>
                <a:gd name="connsiteX7" fmla="*/ 1282153 w 1321511"/>
                <a:gd name="connsiteY7" fmla="*/ 118805 h 203580"/>
                <a:gd name="connsiteX8" fmla="*/ 850353 w 1321511"/>
                <a:gd name="connsiteY8" fmla="*/ 169605 h 203580"/>
                <a:gd name="connsiteX9" fmla="*/ 799553 w 1321511"/>
                <a:gd name="connsiteY9" fmla="*/ 186538 h 203580"/>
                <a:gd name="connsiteX10" fmla="*/ 714886 w 1321511"/>
                <a:gd name="connsiteY10" fmla="*/ 203472 h 203580"/>
                <a:gd name="connsiteX11" fmla="*/ 579420 w 1321511"/>
                <a:gd name="connsiteY11" fmla="*/ 195005 h 203580"/>
                <a:gd name="connsiteX12" fmla="*/ 3686 w 1321511"/>
                <a:gd name="connsiteY12" fmla="*/ 178072 h 203580"/>
                <a:gd name="connsiteX0" fmla="*/ 3686 w 1318487"/>
                <a:gd name="connsiteY0" fmla="*/ 178072 h 203570"/>
                <a:gd name="connsiteX1" fmla="*/ 342353 w 1318487"/>
                <a:gd name="connsiteY1" fmla="*/ 127272 h 203570"/>
                <a:gd name="connsiteX2" fmla="*/ 537086 w 1318487"/>
                <a:gd name="connsiteY2" fmla="*/ 25672 h 203570"/>
                <a:gd name="connsiteX3" fmla="*/ 672553 w 1318487"/>
                <a:gd name="connsiteY3" fmla="*/ 68005 h 203570"/>
                <a:gd name="connsiteX4" fmla="*/ 782620 w 1318487"/>
                <a:gd name="connsiteY4" fmla="*/ 272 h 203570"/>
                <a:gd name="connsiteX5" fmla="*/ 960420 w 1318487"/>
                <a:gd name="connsiteY5" fmla="*/ 42605 h 203570"/>
                <a:gd name="connsiteX6" fmla="*/ 1265220 w 1318487"/>
                <a:gd name="connsiteY6" fmla="*/ 110338 h 203570"/>
                <a:gd name="connsiteX7" fmla="*/ 1282153 w 1318487"/>
                <a:gd name="connsiteY7" fmla="*/ 118805 h 203570"/>
                <a:gd name="connsiteX8" fmla="*/ 892686 w 1318487"/>
                <a:gd name="connsiteY8" fmla="*/ 178072 h 203570"/>
                <a:gd name="connsiteX9" fmla="*/ 799553 w 1318487"/>
                <a:gd name="connsiteY9" fmla="*/ 186538 h 203570"/>
                <a:gd name="connsiteX10" fmla="*/ 714886 w 1318487"/>
                <a:gd name="connsiteY10" fmla="*/ 203472 h 203570"/>
                <a:gd name="connsiteX11" fmla="*/ 579420 w 1318487"/>
                <a:gd name="connsiteY11" fmla="*/ 195005 h 203570"/>
                <a:gd name="connsiteX12" fmla="*/ 3686 w 1318487"/>
                <a:gd name="connsiteY12" fmla="*/ 178072 h 203570"/>
                <a:gd name="connsiteX0" fmla="*/ 3686 w 1318487"/>
                <a:gd name="connsiteY0" fmla="*/ 178072 h 212006"/>
                <a:gd name="connsiteX1" fmla="*/ 342353 w 1318487"/>
                <a:gd name="connsiteY1" fmla="*/ 127272 h 212006"/>
                <a:gd name="connsiteX2" fmla="*/ 537086 w 1318487"/>
                <a:gd name="connsiteY2" fmla="*/ 25672 h 212006"/>
                <a:gd name="connsiteX3" fmla="*/ 672553 w 1318487"/>
                <a:gd name="connsiteY3" fmla="*/ 68005 h 212006"/>
                <a:gd name="connsiteX4" fmla="*/ 782620 w 1318487"/>
                <a:gd name="connsiteY4" fmla="*/ 272 h 212006"/>
                <a:gd name="connsiteX5" fmla="*/ 960420 w 1318487"/>
                <a:gd name="connsiteY5" fmla="*/ 42605 h 212006"/>
                <a:gd name="connsiteX6" fmla="*/ 1265220 w 1318487"/>
                <a:gd name="connsiteY6" fmla="*/ 110338 h 212006"/>
                <a:gd name="connsiteX7" fmla="*/ 1282153 w 1318487"/>
                <a:gd name="connsiteY7" fmla="*/ 118805 h 212006"/>
                <a:gd name="connsiteX8" fmla="*/ 892686 w 1318487"/>
                <a:gd name="connsiteY8" fmla="*/ 178072 h 212006"/>
                <a:gd name="connsiteX9" fmla="*/ 799553 w 1318487"/>
                <a:gd name="connsiteY9" fmla="*/ 186538 h 212006"/>
                <a:gd name="connsiteX10" fmla="*/ 697952 w 1318487"/>
                <a:gd name="connsiteY10" fmla="*/ 211939 h 212006"/>
                <a:gd name="connsiteX11" fmla="*/ 579420 w 1318487"/>
                <a:gd name="connsiteY11" fmla="*/ 195005 h 212006"/>
                <a:gd name="connsiteX12" fmla="*/ 3686 w 1318487"/>
                <a:gd name="connsiteY12" fmla="*/ 178072 h 212006"/>
                <a:gd name="connsiteX0" fmla="*/ 1325 w 1316126"/>
                <a:gd name="connsiteY0" fmla="*/ 178072 h 214161"/>
                <a:gd name="connsiteX1" fmla="*/ 339992 w 1316126"/>
                <a:gd name="connsiteY1" fmla="*/ 127272 h 214161"/>
                <a:gd name="connsiteX2" fmla="*/ 534725 w 1316126"/>
                <a:gd name="connsiteY2" fmla="*/ 25672 h 214161"/>
                <a:gd name="connsiteX3" fmla="*/ 670192 w 1316126"/>
                <a:gd name="connsiteY3" fmla="*/ 68005 h 214161"/>
                <a:gd name="connsiteX4" fmla="*/ 780259 w 1316126"/>
                <a:gd name="connsiteY4" fmla="*/ 272 h 214161"/>
                <a:gd name="connsiteX5" fmla="*/ 958059 w 1316126"/>
                <a:gd name="connsiteY5" fmla="*/ 42605 h 214161"/>
                <a:gd name="connsiteX6" fmla="*/ 1262859 w 1316126"/>
                <a:gd name="connsiteY6" fmla="*/ 110338 h 214161"/>
                <a:gd name="connsiteX7" fmla="*/ 1279792 w 1316126"/>
                <a:gd name="connsiteY7" fmla="*/ 118805 h 214161"/>
                <a:gd name="connsiteX8" fmla="*/ 890325 w 1316126"/>
                <a:gd name="connsiteY8" fmla="*/ 178072 h 214161"/>
                <a:gd name="connsiteX9" fmla="*/ 797192 w 1316126"/>
                <a:gd name="connsiteY9" fmla="*/ 186538 h 214161"/>
                <a:gd name="connsiteX10" fmla="*/ 695591 w 1316126"/>
                <a:gd name="connsiteY10" fmla="*/ 211939 h 214161"/>
                <a:gd name="connsiteX11" fmla="*/ 475459 w 1316126"/>
                <a:gd name="connsiteY11" fmla="*/ 211938 h 214161"/>
                <a:gd name="connsiteX12" fmla="*/ 1325 w 1316126"/>
                <a:gd name="connsiteY12" fmla="*/ 178072 h 214161"/>
                <a:gd name="connsiteX0" fmla="*/ 3571 w 1318372"/>
                <a:gd name="connsiteY0" fmla="*/ 178072 h 214161"/>
                <a:gd name="connsiteX1" fmla="*/ 274505 w 1318372"/>
                <a:gd name="connsiteY1" fmla="*/ 101872 h 214161"/>
                <a:gd name="connsiteX2" fmla="*/ 536971 w 1318372"/>
                <a:gd name="connsiteY2" fmla="*/ 25672 h 214161"/>
                <a:gd name="connsiteX3" fmla="*/ 672438 w 1318372"/>
                <a:gd name="connsiteY3" fmla="*/ 68005 h 214161"/>
                <a:gd name="connsiteX4" fmla="*/ 782505 w 1318372"/>
                <a:gd name="connsiteY4" fmla="*/ 272 h 214161"/>
                <a:gd name="connsiteX5" fmla="*/ 960305 w 1318372"/>
                <a:gd name="connsiteY5" fmla="*/ 42605 h 214161"/>
                <a:gd name="connsiteX6" fmla="*/ 1265105 w 1318372"/>
                <a:gd name="connsiteY6" fmla="*/ 110338 h 214161"/>
                <a:gd name="connsiteX7" fmla="*/ 1282038 w 1318372"/>
                <a:gd name="connsiteY7" fmla="*/ 118805 h 214161"/>
                <a:gd name="connsiteX8" fmla="*/ 892571 w 1318372"/>
                <a:gd name="connsiteY8" fmla="*/ 178072 h 214161"/>
                <a:gd name="connsiteX9" fmla="*/ 799438 w 1318372"/>
                <a:gd name="connsiteY9" fmla="*/ 186538 h 214161"/>
                <a:gd name="connsiteX10" fmla="*/ 697837 w 1318372"/>
                <a:gd name="connsiteY10" fmla="*/ 211939 h 214161"/>
                <a:gd name="connsiteX11" fmla="*/ 477705 w 1318372"/>
                <a:gd name="connsiteY11" fmla="*/ 211938 h 214161"/>
                <a:gd name="connsiteX12" fmla="*/ 3571 w 1318372"/>
                <a:gd name="connsiteY12" fmla="*/ 178072 h 214161"/>
                <a:gd name="connsiteX0" fmla="*/ 3571 w 1266951"/>
                <a:gd name="connsiteY0" fmla="*/ 178072 h 214161"/>
                <a:gd name="connsiteX1" fmla="*/ 274505 w 1266951"/>
                <a:gd name="connsiteY1" fmla="*/ 101872 h 214161"/>
                <a:gd name="connsiteX2" fmla="*/ 536971 w 1266951"/>
                <a:gd name="connsiteY2" fmla="*/ 25672 h 214161"/>
                <a:gd name="connsiteX3" fmla="*/ 672438 w 1266951"/>
                <a:gd name="connsiteY3" fmla="*/ 68005 h 214161"/>
                <a:gd name="connsiteX4" fmla="*/ 782505 w 1266951"/>
                <a:gd name="connsiteY4" fmla="*/ 272 h 214161"/>
                <a:gd name="connsiteX5" fmla="*/ 960305 w 1266951"/>
                <a:gd name="connsiteY5" fmla="*/ 42605 h 214161"/>
                <a:gd name="connsiteX6" fmla="*/ 1265105 w 1266951"/>
                <a:gd name="connsiteY6" fmla="*/ 110338 h 214161"/>
                <a:gd name="connsiteX7" fmla="*/ 1078838 w 1266951"/>
                <a:gd name="connsiteY7" fmla="*/ 203472 h 214161"/>
                <a:gd name="connsiteX8" fmla="*/ 892571 w 1266951"/>
                <a:gd name="connsiteY8" fmla="*/ 178072 h 214161"/>
                <a:gd name="connsiteX9" fmla="*/ 799438 w 1266951"/>
                <a:gd name="connsiteY9" fmla="*/ 186538 h 214161"/>
                <a:gd name="connsiteX10" fmla="*/ 697837 w 1266951"/>
                <a:gd name="connsiteY10" fmla="*/ 211939 h 214161"/>
                <a:gd name="connsiteX11" fmla="*/ 477705 w 1266951"/>
                <a:gd name="connsiteY11" fmla="*/ 211938 h 214161"/>
                <a:gd name="connsiteX12" fmla="*/ 3571 w 1266951"/>
                <a:gd name="connsiteY12" fmla="*/ 178072 h 214161"/>
                <a:gd name="connsiteX0" fmla="*/ 3571 w 1317363"/>
                <a:gd name="connsiteY0" fmla="*/ 178177 h 214266"/>
                <a:gd name="connsiteX1" fmla="*/ 274505 w 1317363"/>
                <a:gd name="connsiteY1" fmla="*/ 101977 h 214266"/>
                <a:gd name="connsiteX2" fmla="*/ 536971 w 1317363"/>
                <a:gd name="connsiteY2" fmla="*/ 25777 h 214266"/>
                <a:gd name="connsiteX3" fmla="*/ 672438 w 1317363"/>
                <a:gd name="connsiteY3" fmla="*/ 68110 h 214266"/>
                <a:gd name="connsiteX4" fmla="*/ 782505 w 1317363"/>
                <a:gd name="connsiteY4" fmla="*/ 377 h 214266"/>
                <a:gd name="connsiteX5" fmla="*/ 960305 w 1317363"/>
                <a:gd name="connsiteY5" fmla="*/ 42710 h 214266"/>
                <a:gd name="connsiteX6" fmla="*/ 1315905 w 1317363"/>
                <a:gd name="connsiteY6" fmla="*/ 85043 h 214266"/>
                <a:gd name="connsiteX7" fmla="*/ 1078838 w 1317363"/>
                <a:gd name="connsiteY7" fmla="*/ 203577 h 214266"/>
                <a:gd name="connsiteX8" fmla="*/ 892571 w 1317363"/>
                <a:gd name="connsiteY8" fmla="*/ 178177 h 214266"/>
                <a:gd name="connsiteX9" fmla="*/ 799438 w 1317363"/>
                <a:gd name="connsiteY9" fmla="*/ 186643 h 214266"/>
                <a:gd name="connsiteX10" fmla="*/ 697837 w 1317363"/>
                <a:gd name="connsiteY10" fmla="*/ 212044 h 214266"/>
                <a:gd name="connsiteX11" fmla="*/ 477705 w 1317363"/>
                <a:gd name="connsiteY11" fmla="*/ 212043 h 214266"/>
                <a:gd name="connsiteX12" fmla="*/ 3571 w 1317363"/>
                <a:gd name="connsiteY12" fmla="*/ 178177 h 214266"/>
                <a:gd name="connsiteX0" fmla="*/ 3571 w 1317126"/>
                <a:gd name="connsiteY0" fmla="*/ 178177 h 214266"/>
                <a:gd name="connsiteX1" fmla="*/ 274505 w 1317126"/>
                <a:gd name="connsiteY1" fmla="*/ 101977 h 214266"/>
                <a:gd name="connsiteX2" fmla="*/ 536971 w 1317126"/>
                <a:gd name="connsiteY2" fmla="*/ 25777 h 214266"/>
                <a:gd name="connsiteX3" fmla="*/ 672438 w 1317126"/>
                <a:gd name="connsiteY3" fmla="*/ 68110 h 214266"/>
                <a:gd name="connsiteX4" fmla="*/ 782505 w 1317126"/>
                <a:gd name="connsiteY4" fmla="*/ 377 h 214266"/>
                <a:gd name="connsiteX5" fmla="*/ 960305 w 1317126"/>
                <a:gd name="connsiteY5" fmla="*/ 42710 h 214266"/>
                <a:gd name="connsiteX6" fmla="*/ 1315905 w 1317126"/>
                <a:gd name="connsiteY6" fmla="*/ 85043 h 214266"/>
                <a:gd name="connsiteX7" fmla="*/ 1070371 w 1317126"/>
                <a:gd name="connsiteY7" fmla="*/ 161243 h 214266"/>
                <a:gd name="connsiteX8" fmla="*/ 892571 w 1317126"/>
                <a:gd name="connsiteY8" fmla="*/ 178177 h 214266"/>
                <a:gd name="connsiteX9" fmla="*/ 799438 w 1317126"/>
                <a:gd name="connsiteY9" fmla="*/ 186643 h 214266"/>
                <a:gd name="connsiteX10" fmla="*/ 697837 w 1317126"/>
                <a:gd name="connsiteY10" fmla="*/ 212044 h 214266"/>
                <a:gd name="connsiteX11" fmla="*/ 477705 w 1317126"/>
                <a:gd name="connsiteY11" fmla="*/ 212043 h 214266"/>
                <a:gd name="connsiteX12" fmla="*/ 3571 w 1317126"/>
                <a:gd name="connsiteY12" fmla="*/ 178177 h 214266"/>
                <a:gd name="connsiteX0" fmla="*/ 3571 w 1315905"/>
                <a:gd name="connsiteY0" fmla="*/ 177944 h 214033"/>
                <a:gd name="connsiteX1" fmla="*/ 274505 w 1315905"/>
                <a:gd name="connsiteY1" fmla="*/ 101744 h 214033"/>
                <a:gd name="connsiteX2" fmla="*/ 536971 w 1315905"/>
                <a:gd name="connsiteY2" fmla="*/ 25544 h 214033"/>
                <a:gd name="connsiteX3" fmla="*/ 672438 w 1315905"/>
                <a:gd name="connsiteY3" fmla="*/ 67877 h 214033"/>
                <a:gd name="connsiteX4" fmla="*/ 782505 w 1315905"/>
                <a:gd name="connsiteY4" fmla="*/ 144 h 214033"/>
                <a:gd name="connsiteX5" fmla="*/ 1070371 w 1315905"/>
                <a:gd name="connsiteY5" fmla="*/ 50944 h 214033"/>
                <a:gd name="connsiteX6" fmla="*/ 1315905 w 1315905"/>
                <a:gd name="connsiteY6" fmla="*/ 84810 h 214033"/>
                <a:gd name="connsiteX7" fmla="*/ 1070371 w 1315905"/>
                <a:gd name="connsiteY7" fmla="*/ 161010 h 214033"/>
                <a:gd name="connsiteX8" fmla="*/ 892571 w 1315905"/>
                <a:gd name="connsiteY8" fmla="*/ 177944 h 214033"/>
                <a:gd name="connsiteX9" fmla="*/ 799438 w 1315905"/>
                <a:gd name="connsiteY9" fmla="*/ 186410 h 214033"/>
                <a:gd name="connsiteX10" fmla="*/ 697837 w 1315905"/>
                <a:gd name="connsiteY10" fmla="*/ 211811 h 214033"/>
                <a:gd name="connsiteX11" fmla="*/ 477705 w 1315905"/>
                <a:gd name="connsiteY11" fmla="*/ 211810 h 214033"/>
                <a:gd name="connsiteX12" fmla="*/ 3571 w 1315905"/>
                <a:gd name="connsiteY12" fmla="*/ 177944 h 214033"/>
                <a:gd name="connsiteX0" fmla="*/ 3718 w 1316052"/>
                <a:gd name="connsiteY0" fmla="*/ 177944 h 214033"/>
                <a:gd name="connsiteX1" fmla="*/ 274652 w 1316052"/>
                <a:gd name="connsiteY1" fmla="*/ 101744 h 214033"/>
                <a:gd name="connsiteX2" fmla="*/ 596384 w 1316052"/>
                <a:gd name="connsiteY2" fmla="*/ 17077 h 214033"/>
                <a:gd name="connsiteX3" fmla="*/ 672585 w 1316052"/>
                <a:gd name="connsiteY3" fmla="*/ 67877 h 214033"/>
                <a:gd name="connsiteX4" fmla="*/ 782652 w 1316052"/>
                <a:gd name="connsiteY4" fmla="*/ 144 h 214033"/>
                <a:gd name="connsiteX5" fmla="*/ 1070518 w 1316052"/>
                <a:gd name="connsiteY5" fmla="*/ 50944 h 214033"/>
                <a:gd name="connsiteX6" fmla="*/ 1316052 w 1316052"/>
                <a:gd name="connsiteY6" fmla="*/ 84810 h 214033"/>
                <a:gd name="connsiteX7" fmla="*/ 1070518 w 1316052"/>
                <a:gd name="connsiteY7" fmla="*/ 161010 h 214033"/>
                <a:gd name="connsiteX8" fmla="*/ 892718 w 1316052"/>
                <a:gd name="connsiteY8" fmla="*/ 177944 h 214033"/>
                <a:gd name="connsiteX9" fmla="*/ 799585 w 1316052"/>
                <a:gd name="connsiteY9" fmla="*/ 186410 h 214033"/>
                <a:gd name="connsiteX10" fmla="*/ 697984 w 1316052"/>
                <a:gd name="connsiteY10" fmla="*/ 211811 h 214033"/>
                <a:gd name="connsiteX11" fmla="*/ 477852 w 1316052"/>
                <a:gd name="connsiteY11" fmla="*/ 211810 h 214033"/>
                <a:gd name="connsiteX12" fmla="*/ 3718 w 1316052"/>
                <a:gd name="connsiteY12" fmla="*/ 177944 h 214033"/>
                <a:gd name="connsiteX0" fmla="*/ 3718 w 1316052"/>
                <a:gd name="connsiteY0" fmla="*/ 177839 h 213928"/>
                <a:gd name="connsiteX1" fmla="*/ 274652 w 1316052"/>
                <a:gd name="connsiteY1" fmla="*/ 101639 h 213928"/>
                <a:gd name="connsiteX2" fmla="*/ 596384 w 1316052"/>
                <a:gd name="connsiteY2" fmla="*/ 16972 h 213928"/>
                <a:gd name="connsiteX3" fmla="*/ 714919 w 1316052"/>
                <a:gd name="connsiteY3" fmla="*/ 59305 h 213928"/>
                <a:gd name="connsiteX4" fmla="*/ 782652 w 1316052"/>
                <a:gd name="connsiteY4" fmla="*/ 39 h 213928"/>
                <a:gd name="connsiteX5" fmla="*/ 1070518 w 1316052"/>
                <a:gd name="connsiteY5" fmla="*/ 50839 h 213928"/>
                <a:gd name="connsiteX6" fmla="*/ 1316052 w 1316052"/>
                <a:gd name="connsiteY6" fmla="*/ 84705 h 213928"/>
                <a:gd name="connsiteX7" fmla="*/ 1070518 w 1316052"/>
                <a:gd name="connsiteY7" fmla="*/ 160905 h 213928"/>
                <a:gd name="connsiteX8" fmla="*/ 892718 w 1316052"/>
                <a:gd name="connsiteY8" fmla="*/ 177839 h 213928"/>
                <a:gd name="connsiteX9" fmla="*/ 799585 w 1316052"/>
                <a:gd name="connsiteY9" fmla="*/ 186305 h 213928"/>
                <a:gd name="connsiteX10" fmla="*/ 697984 w 1316052"/>
                <a:gd name="connsiteY10" fmla="*/ 211706 h 213928"/>
                <a:gd name="connsiteX11" fmla="*/ 477852 w 1316052"/>
                <a:gd name="connsiteY11" fmla="*/ 211705 h 213928"/>
                <a:gd name="connsiteX12" fmla="*/ 3718 w 1316052"/>
                <a:gd name="connsiteY12" fmla="*/ 177839 h 213928"/>
                <a:gd name="connsiteX0" fmla="*/ 3718 w 1316052"/>
                <a:gd name="connsiteY0" fmla="*/ 177839 h 213928"/>
                <a:gd name="connsiteX1" fmla="*/ 274652 w 1316052"/>
                <a:gd name="connsiteY1" fmla="*/ 101639 h 213928"/>
                <a:gd name="connsiteX2" fmla="*/ 596384 w 1316052"/>
                <a:gd name="connsiteY2" fmla="*/ 16972 h 213928"/>
                <a:gd name="connsiteX3" fmla="*/ 714919 w 1316052"/>
                <a:gd name="connsiteY3" fmla="*/ 59305 h 213928"/>
                <a:gd name="connsiteX4" fmla="*/ 799585 w 1316052"/>
                <a:gd name="connsiteY4" fmla="*/ 39 h 213928"/>
                <a:gd name="connsiteX5" fmla="*/ 1070518 w 1316052"/>
                <a:gd name="connsiteY5" fmla="*/ 50839 h 213928"/>
                <a:gd name="connsiteX6" fmla="*/ 1316052 w 1316052"/>
                <a:gd name="connsiteY6" fmla="*/ 84705 h 213928"/>
                <a:gd name="connsiteX7" fmla="*/ 1070518 w 1316052"/>
                <a:gd name="connsiteY7" fmla="*/ 160905 h 213928"/>
                <a:gd name="connsiteX8" fmla="*/ 892718 w 1316052"/>
                <a:gd name="connsiteY8" fmla="*/ 177839 h 213928"/>
                <a:gd name="connsiteX9" fmla="*/ 799585 w 1316052"/>
                <a:gd name="connsiteY9" fmla="*/ 186305 h 213928"/>
                <a:gd name="connsiteX10" fmla="*/ 697984 w 1316052"/>
                <a:gd name="connsiteY10" fmla="*/ 211706 h 213928"/>
                <a:gd name="connsiteX11" fmla="*/ 477852 w 1316052"/>
                <a:gd name="connsiteY11" fmla="*/ 211705 h 213928"/>
                <a:gd name="connsiteX12" fmla="*/ 3718 w 1316052"/>
                <a:gd name="connsiteY12" fmla="*/ 177839 h 213928"/>
                <a:gd name="connsiteX0" fmla="*/ 8077 w 1168011"/>
                <a:gd name="connsiteY0" fmla="*/ 152439 h 215798"/>
                <a:gd name="connsiteX1" fmla="*/ 126611 w 1168011"/>
                <a:gd name="connsiteY1" fmla="*/ 101639 h 215798"/>
                <a:gd name="connsiteX2" fmla="*/ 448343 w 1168011"/>
                <a:gd name="connsiteY2" fmla="*/ 16972 h 215798"/>
                <a:gd name="connsiteX3" fmla="*/ 566878 w 1168011"/>
                <a:gd name="connsiteY3" fmla="*/ 59305 h 215798"/>
                <a:gd name="connsiteX4" fmla="*/ 651544 w 1168011"/>
                <a:gd name="connsiteY4" fmla="*/ 39 h 215798"/>
                <a:gd name="connsiteX5" fmla="*/ 922477 w 1168011"/>
                <a:gd name="connsiteY5" fmla="*/ 50839 h 215798"/>
                <a:gd name="connsiteX6" fmla="*/ 1168011 w 1168011"/>
                <a:gd name="connsiteY6" fmla="*/ 84705 h 215798"/>
                <a:gd name="connsiteX7" fmla="*/ 922477 w 1168011"/>
                <a:gd name="connsiteY7" fmla="*/ 160905 h 215798"/>
                <a:gd name="connsiteX8" fmla="*/ 744677 w 1168011"/>
                <a:gd name="connsiteY8" fmla="*/ 177839 h 215798"/>
                <a:gd name="connsiteX9" fmla="*/ 651544 w 1168011"/>
                <a:gd name="connsiteY9" fmla="*/ 186305 h 215798"/>
                <a:gd name="connsiteX10" fmla="*/ 549943 w 1168011"/>
                <a:gd name="connsiteY10" fmla="*/ 211706 h 215798"/>
                <a:gd name="connsiteX11" fmla="*/ 329811 w 1168011"/>
                <a:gd name="connsiteY11" fmla="*/ 211705 h 215798"/>
                <a:gd name="connsiteX12" fmla="*/ 8077 w 1168011"/>
                <a:gd name="connsiteY12" fmla="*/ 152439 h 215798"/>
                <a:gd name="connsiteX0" fmla="*/ 2506 w 1162440"/>
                <a:gd name="connsiteY0" fmla="*/ 152439 h 215798"/>
                <a:gd name="connsiteX1" fmla="*/ 188774 w 1162440"/>
                <a:gd name="connsiteY1" fmla="*/ 93172 h 215798"/>
                <a:gd name="connsiteX2" fmla="*/ 442772 w 1162440"/>
                <a:gd name="connsiteY2" fmla="*/ 16972 h 215798"/>
                <a:gd name="connsiteX3" fmla="*/ 561307 w 1162440"/>
                <a:gd name="connsiteY3" fmla="*/ 59305 h 215798"/>
                <a:gd name="connsiteX4" fmla="*/ 645973 w 1162440"/>
                <a:gd name="connsiteY4" fmla="*/ 39 h 215798"/>
                <a:gd name="connsiteX5" fmla="*/ 916906 w 1162440"/>
                <a:gd name="connsiteY5" fmla="*/ 50839 h 215798"/>
                <a:gd name="connsiteX6" fmla="*/ 1162440 w 1162440"/>
                <a:gd name="connsiteY6" fmla="*/ 84705 h 215798"/>
                <a:gd name="connsiteX7" fmla="*/ 916906 w 1162440"/>
                <a:gd name="connsiteY7" fmla="*/ 160905 h 215798"/>
                <a:gd name="connsiteX8" fmla="*/ 739106 w 1162440"/>
                <a:gd name="connsiteY8" fmla="*/ 177839 h 215798"/>
                <a:gd name="connsiteX9" fmla="*/ 645973 w 1162440"/>
                <a:gd name="connsiteY9" fmla="*/ 186305 h 215798"/>
                <a:gd name="connsiteX10" fmla="*/ 544372 w 1162440"/>
                <a:gd name="connsiteY10" fmla="*/ 211706 h 215798"/>
                <a:gd name="connsiteX11" fmla="*/ 324240 w 1162440"/>
                <a:gd name="connsiteY11" fmla="*/ 211705 h 215798"/>
                <a:gd name="connsiteX12" fmla="*/ 2506 w 1162440"/>
                <a:gd name="connsiteY12" fmla="*/ 152439 h 215798"/>
                <a:gd name="connsiteX0" fmla="*/ 2506 w 1120107"/>
                <a:gd name="connsiteY0" fmla="*/ 152439 h 215798"/>
                <a:gd name="connsiteX1" fmla="*/ 188774 w 1120107"/>
                <a:gd name="connsiteY1" fmla="*/ 93172 h 215798"/>
                <a:gd name="connsiteX2" fmla="*/ 442772 w 1120107"/>
                <a:gd name="connsiteY2" fmla="*/ 16972 h 215798"/>
                <a:gd name="connsiteX3" fmla="*/ 561307 w 1120107"/>
                <a:gd name="connsiteY3" fmla="*/ 59305 h 215798"/>
                <a:gd name="connsiteX4" fmla="*/ 645973 w 1120107"/>
                <a:gd name="connsiteY4" fmla="*/ 39 h 215798"/>
                <a:gd name="connsiteX5" fmla="*/ 916906 w 1120107"/>
                <a:gd name="connsiteY5" fmla="*/ 50839 h 215798"/>
                <a:gd name="connsiteX6" fmla="*/ 1120107 w 1120107"/>
                <a:gd name="connsiteY6" fmla="*/ 93172 h 215798"/>
                <a:gd name="connsiteX7" fmla="*/ 916906 w 1120107"/>
                <a:gd name="connsiteY7" fmla="*/ 160905 h 215798"/>
                <a:gd name="connsiteX8" fmla="*/ 739106 w 1120107"/>
                <a:gd name="connsiteY8" fmla="*/ 177839 h 215798"/>
                <a:gd name="connsiteX9" fmla="*/ 645973 w 1120107"/>
                <a:gd name="connsiteY9" fmla="*/ 186305 h 215798"/>
                <a:gd name="connsiteX10" fmla="*/ 544372 w 1120107"/>
                <a:gd name="connsiteY10" fmla="*/ 211706 h 215798"/>
                <a:gd name="connsiteX11" fmla="*/ 324240 w 1120107"/>
                <a:gd name="connsiteY11" fmla="*/ 211705 h 215798"/>
                <a:gd name="connsiteX12" fmla="*/ 2506 w 1120107"/>
                <a:gd name="connsiteY12" fmla="*/ 152439 h 215798"/>
                <a:gd name="connsiteX0" fmla="*/ 4320 w 1121921"/>
                <a:gd name="connsiteY0" fmla="*/ 152439 h 211773"/>
                <a:gd name="connsiteX1" fmla="*/ 190588 w 1121921"/>
                <a:gd name="connsiteY1" fmla="*/ 93172 h 211773"/>
                <a:gd name="connsiteX2" fmla="*/ 444586 w 1121921"/>
                <a:gd name="connsiteY2" fmla="*/ 16972 h 211773"/>
                <a:gd name="connsiteX3" fmla="*/ 563121 w 1121921"/>
                <a:gd name="connsiteY3" fmla="*/ 59305 h 211773"/>
                <a:gd name="connsiteX4" fmla="*/ 647787 w 1121921"/>
                <a:gd name="connsiteY4" fmla="*/ 39 h 211773"/>
                <a:gd name="connsiteX5" fmla="*/ 918720 w 1121921"/>
                <a:gd name="connsiteY5" fmla="*/ 50839 h 211773"/>
                <a:gd name="connsiteX6" fmla="*/ 1121921 w 1121921"/>
                <a:gd name="connsiteY6" fmla="*/ 93172 h 211773"/>
                <a:gd name="connsiteX7" fmla="*/ 918720 w 1121921"/>
                <a:gd name="connsiteY7" fmla="*/ 160905 h 211773"/>
                <a:gd name="connsiteX8" fmla="*/ 740920 w 1121921"/>
                <a:gd name="connsiteY8" fmla="*/ 177839 h 211773"/>
                <a:gd name="connsiteX9" fmla="*/ 647787 w 1121921"/>
                <a:gd name="connsiteY9" fmla="*/ 186305 h 211773"/>
                <a:gd name="connsiteX10" fmla="*/ 546186 w 1121921"/>
                <a:gd name="connsiteY10" fmla="*/ 211706 h 211773"/>
                <a:gd name="connsiteX11" fmla="*/ 376854 w 1121921"/>
                <a:gd name="connsiteY11" fmla="*/ 177838 h 211773"/>
                <a:gd name="connsiteX12" fmla="*/ 4320 w 1121921"/>
                <a:gd name="connsiteY12" fmla="*/ 152439 h 211773"/>
                <a:gd name="connsiteX0" fmla="*/ 4320 w 1122023"/>
                <a:gd name="connsiteY0" fmla="*/ 152439 h 211773"/>
                <a:gd name="connsiteX1" fmla="*/ 190588 w 1122023"/>
                <a:gd name="connsiteY1" fmla="*/ 93172 h 211773"/>
                <a:gd name="connsiteX2" fmla="*/ 444586 w 1122023"/>
                <a:gd name="connsiteY2" fmla="*/ 16972 h 211773"/>
                <a:gd name="connsiteX3" fmla="*/ 563121 w 1122023"/>
                <a:gd name="connsiteY3" fmla="*/ 59305 h 211773"/>
                <a:gd name="connsiteX4" fmla="*/ 647787 w 1122023"/>
                <a:gd name="connsiteY4" fmla="*/ 39 h 211773"/>
                <a:gd name="connsiteX5" fmla="*/ 918720 w 1122023"/>
                <a:gd name="connsiteY5" fmla="*/ 50839 h 211773"/>
                <a:gd name="connsiteX6" fmla="*/ 1121921 w 1122023"/>
                <a:gd name="connsiteY6" fmla="*/ 93172 h 211773"/>
                <a:gd name="connsiteX7" fmla="*/ 893320 w 1122023"/>
                <a:gd name="connsiteY7" fmla="*/ 152439 h 211773"/>
                <a:gd name="connsiteX8" fmla="*/ 740920 w 1122023"/>
                <a:gd name="connsiteY8" fmla="*/ 177839 h 211773"/>
                <a:gd name="connsiteX9" fmla="*/ 647787 w 1122023"/>
                <a:gd name="connsiteY9" fmla="*/ 186305 h 211773"/>
                <a:gd name="connsiteX10" fmla="*/ 546186 w 1122023"/>
                <a:gd name="connsiteY10" fmla="*/ 211706 h 211773"/>
                <a:gd name="connsiteX11" fmla="*/ 376854 w 1122023"/>
                <a:gd name="connsiteY11" fmla="*/ 177838 h 211773"/>
                <a:gd name="connsiteX12" fmla="*/ 4320 w 1122023"/>
                <a:gd name="connsiteY12" fmla="*/ 152439 h 211773"/>
                <a:gd name="connsiteX0" fmla="*/ 4320 w 1122023"/>
                <a:gd name="connsiteY0" fmla="*/ 152443 h 211777"/>
                <a:gd name="connsiteX1" fmla="*/ 190588 w 1122023"/>
                <a:gd name="connsiteY1" fmla="*/ 93176 h 211777"/>
                <a:gd name="connsiteX2" fmla="*/ 444586 w 1122023"/>
                <a:gd name="connsiteY2" fmla="*/ 16976 h 211777"/>
                <a:gd name="connsiteX3" fmla="*/ 554664 w 1122023"/>
                <a:gd name="connsiteY3" fmla="*/ 59727 h 211777"/>
                <a:gd name="connsiteX4" fmla="*/ 647787 w 1122023"/>
                <a:gd name="connsiteY4" fmla="*/ 43 h 211777"/>
                <a:gd name="connsiteX5" fmla="*/ 918720 w 1122023"/>
                <a:gd name="connsiteY5" fmla="*/ 50843 h 211777"/>
                <a:gd name="connsiteX6" fmla="*/ 1121921 w 1122023"/>
                <a:gd name="connsiteY6" fmla="*/ 93176 h 211777"/>
                <a:gd name="connsiteX7" fmla="*/ 893320 w 1122023"/>
                <a:gd name="connsiteY7" fmla="*/ 152443 h 211777"/>
                <a:gd name="connsiteX8" fmla="*/ 740920 w 1122023"/>
                <a:gd name="connsiteY8" fmla="*/ 177843 h 211777"/>
                <a:gd name="connsiteX9" fmla="*/ 647787 w 1122023"/>
                <a:gd name="connsiteY9" fmla="*/ 186309 h 211777"/>
                <a:gd name="connsiteX10" fmla="*/ 546186 w 1122023"/>
                <a:gd name="connsiteY10" fmla="*/ 211710 h 211777"/>
                <a:gd name="connsiteX11" fmla="*/ 376854 w 1122023"/>
                <a:gd name="connsiteY11" fmla="*/ 177842 h 211777"/>
                <a:gd name="connsiteX12" fmla="*/ 4320 w 1122023"/>
                <a:gd name="connsiteY12" fmla="*/ 152443 h 211777"/>
                <a:gd name="connsiteX0" fmla="*/ 4286 w 1123581"/>
                <a:gd name="connsiteY0" fmla="*/ 163117 h 211777"/>
                <a:gd name="connsiteX1" fmla="*/ 192146 w 1123581"/>
                <a:gd name="connsiteY1" fmla="*/ 93176 h 211777"/>
                <a:gd name="connsiteX2" fmla="*/ 446144 w 1123581"/>
                <a:gd name="connsiteY2" fmla="*/ 16976 h 211777"/>
                <a:gd name="connsiteX3" fmla="*/ 556222 w 1123581"/>
                <a:gd name="connsiteY3" fmla="*/ 59727 h 211777"/>
                <a:gd name="connsiteX4" fmla="*/ 649345 w 1123581"/>
                <a:gd name="connsiteY4" fmla="*/ 43 h 211777"/>
                <a:gd name="connsiteX5" fmla="*/ 920278 w 1123581"/>
                <a:gd name="connsiteY5" fmla="*/ 50843 h 211777"/>
                <a:gd name="connsiteX6" fmla="*/ 1123479 w 1123581"/>
                <a:gd name="connsiteY6" fmla="*/ 93176 h 211777"/>
                <a:gd name="connsiteX7" fmla="*/ 894878 w 1123581"/>
                <a:gd name="connsiteY7" fmla="*/ 152443 h 211777"/>
                <a:gd name="connsiteX8" fmla="*/ 742478 w 1123581"/>
                <a:gd name="connsiteY8" fmla="*/ 177843 h 211777"/>
                <a:gd name="connsiteX9" fmla="*/ 649345 w 1123581"/>
                <a:gd name="connsiteY9" fmla="*/ 186309 h 211777"/>
                <a:gd name="connsiteX10" fmla="*/ 547744 w 1123581"/>
                <a:gd name="connsiteY10" fmla="*/ 211710 h 211777"/>
                <a:gd name="connsiteX11" fmla="*/ 378412 w 1123581"/>
                <a:gd name="connsiteY11" fmla="*/ 177842 h 211777"/>
                <a:gd name="connsiteX12" fmla="*/ 4286 w 1123581"/>
                <a:gd name="connsiteY12" fmla="*/ 163117 h 211777"/>
                <a:gd name="connsiteX0" fmla="*/ 4286 w 1115966"/>
                <a:gd name="connsiteY0" fmla="*/ 163121 h 211781"/>
                <a:gd name="connsiteX1" fmla="*/ 192146 w 1115966"/>
                <a:gd name="connsiteY1" fmla="*/ 93180 h 211781"/>
                <a:gd name="connsiteX2" fmla="*/ 446144 w 1115966"/>
                <a:gd name="connsiteY2" fmla="*/ 16980 h 211781"/>
                <a:gd name="connsiteX3" fmla="*/ 556222 w 1115966"/>
                <a:gd name="connsiteY3" fmla="*/ 59731 h 211781"/>
                <a:gd name="connsiteX4" fmla="*/ 649345 w 1115966"/>
                <a:gd name="connsiteY4" fmla="*/ 47 h 211781"/>
                <a:gd name="connsiteX5" fmla="*/ 920278 w 1115966"/>
                <a:gd name="connsiteY5" fmla="*/ 50847 h 211781"/>
                <a:gd name="connsiteX6" fmla="*/ 1115859 w 1115966"/>
                <a:gd name="connsiteY6" fmla="*/ 110510 h 211781"/>
                <a:gd name="connsiteX7" fmla="*/ 894878 w 1115966"/>
                <a:gd name="connsiteY7" fmla="*/ 152447 h 211781"/>
                <a:gd name="connsiteX8" fmla="*/ 742478 w 1115966"/>
                <a:gd name="connsiteY8" fmla="*/ 177847 h 211781"/>
                <a:gd name="connsiteX9" fmla="*/ 649345 w 1115966"/>
                <a:gd name="connsiteY9" fmla="*/ 186313 h 211781"/>
                <a:gd name="connsiteX10" fmla="*/ 547744 w 1115966"/>
                <a:gd name="connsiteY10" fmla="*/ 211714 h 211781"/>
                <a:gd name="connsiteX11" fmla="*/ 378412 w 1115966"/>
                <a:gd name="connsiteY11" fmla="*/ 177846 h 211781"/>
                <a:gd name="connsiteX12" fmla="*/ 4286 w 1115966"/>
                <a:gd name="connsiteY12" fmla="*/ 163121 h 211781"/>
                <a:gd name="connsiteX0" fmla="*/ 4286 w 1115966"/>
                <a:gd name="connsiteY0" fmla="*/ 163121 h 214435"/>
                <a:gd name="connsiteX1" fmla="*/ 192146 w 1115966"/>
                <a:gd name="connsiteY1" fmla="*/ 93180 h 214435"/>
                <a:gd name="connsiteX2" fmla="*/ 446144 w 1115966"/>
                <a:gd name="connsiteY2" fmla="*/ 16980 h 214435"/>
                <a:gd name="connsiteX3" fmla="*/ 556222 w 1115966"/>
                <a:gd name="connsiteY3" fmla="*/ 59731 h 214435"/>
                <a:gd name="connsiteX4" fmla="*/ 649345 w 1115966"/>
                <a:gd name="connsiteY4" fmla="*/ 47 h 214435"/>
                <a:gd name="connsiteX5" fmla="*/ 920278 w 1115966"/>
                <a:gd name="connsiteY5" fmla="*/ 50847 h 214435"/>
                <a:gd name="connsiteX6" fmla="*/ 1115859 w 1115966"/>
                <a:gd name="connsiteY6" fmla="*/ 110510 h 214435"/>
                <a:gd name="connsiteX7" fmla="*/ 894878 w 1115966"/>
                <a:gd name="connsiteY7" fmla="*/ 152447 h 214435"/>
                <a:gd name="connsiteX8" fmla="*/ 742478 w 1115966"/>
                <a:gd name="connsiteY8" fmla="*/ 177847 h 214435"/>
                <a:gd name="connsiteX9" fmla="*/ 649345 w 1115966"/>
                <a:gd name="connsiteY9" fmla="*/ 186313 h 214435"/>
                <a:gd name="connsiteX10" fmla="*/ 579665 w 1115966"/>
                <a:gd name="connsiteY10" fmla="*/ 214374 h 214435"/>
                <a:gd name="connsiteX11" fmla="*/ 378412 w 1115966"/>
                <a:gd name="connsiteY11" fmla="*/ 177846 h 214435"/>
                <a:gd name="connsiteX12" fmla="*/ 4286 w 1115966"/>
                <a:gd name="connsiteY12" fmla="*/ 163121 h 214435"/>
                <a:gd name="connsiteX0" fmla="*/ 4286 w 1115966"/>
                <a:gd name="connsiteY0" fmla="*/ 163121 h 214416"/>
                <a:gd name="connsiteX1" fmla="*/ 192146 w 1115966"/>
                <a:gd name="connsiteY1" fmla="*/ 93180 h 214416"/>
                <a:gd name="connsiteX2" fmla="*/ 446144 w 1115966"/>
                <a:gd name="connsiteY2" fmla="*/ 16980 h 214416"/>
                <a:gd name="connsiteX3" fmla="*/ 556222 w 1115966"/>
                <a:gd name="connsiteY3" fmla="*/ 59731 h 214416"/>
                <a:gd name="connsiteX4" fmla="*/ 649345 w 1115966"/>
                <a:gd name="connsiteY4" fmla="*/ 47 h 214416"/>
                <a:gd name="connsiteX5" fmla="*/ 920278 w 1115966"/>
                <a:gd name="connsiteY5" fmla="*/ 50847 h 214416"/>
                <a:gd name="connsiteX6" fmla="*/ 1115859 w 1115966"/>
                <a:gd name="connsiteY6" fmla="*/ 110510 h 214416"/>
                <a:gd name="connsiteX7" fmla="*/ 894878 w 1115966"/>
                <a:gd name="connsiteY7" fmla="*/ 152447 h 214416"/>
                <a:gd name="connsiteX8" fmla="*/ 742478 w 1115966"/>
                <a:gd name="connsiteY8" fmla="*/ 177847 h 214416"/>
                <a:gd name="connsiteX9" fmla="*/ 648823 w 1115966"/>
                <a:gd name="connsiteY9" fmla="*/ 175742 h 214416"/>
                <a:gd name="connsiteX10" fmla="*/ 579665 w 1115966"/>
                <a:gd name="connsiteY10" fmla="*/ 214374 h 214416"/>
                <a:gd name="connsiteX11" fmla="*/ 378412 w 1115966"/>
                <a:gd name="connsiteY11" fmla="*/ 177846 h 214416"/>
                <a:gd name="connsiteX12" fmla="*/ 4286 w 1115966"/>
                <a:gd name="connsiteY12" fmla="*/ 163121 h 214416"/>
                <a:gd name="connsiteX0" fmla="*/ 4286 w 1115966"/>
                <a:gd name="connsiteY0" fmla="*/ 163121 h 214429"/>
                <a:gd name="connsiteX1" fmla="*/ 192146 w 1115966"/>
                <a:gd name="connsiteY1" fmla="*/ 93180 h 214429"/>
                <a:gd name="connsiteX2" fmla="*/ 446144 w 1115966"/>
                <a:gd name="connsiteY2" fmla="*/ 16980 h 214429"/>
                <a:gd name="connsiteX3" fmla="*/ 556222 w 1115966"/>
                <a:gd name="connsiteY3" fmla="*/ 59731 h 214429"/>
                <a:gd name="connsiteX4" fmla="*/ 649345 w 1115966"/>
                <a:gd name="connsiteY4" fmla="*/ 47 h 214429"/>
                <a:gd name="connsiteX5" fmla="*/ 920278 w 1115966"/>
                <a:gd name="connsiteY5" fmla="*/ 50847 h 214429"/>
                <a:gd name="connsiteX6" fmla="*/ 1115859 w 1115966"/>
                <a:gd name="connsiteY6" fmla="*/ 110510 h 214429"/>
                <a:gd name="connsiteX7" fmla="*/ 894878 w 1115966"/>
                <a:gd name="connsiteY7" fmla="*/ 152447 h 214429"/>
                <a:gd name="connsiteX8" fmla="*/ 742478 w 1115966"/>
                <a:gd name="connsiteY8" fmla="*/ 177847 h 214429"/>
                <a:gd name="connsiteX9" fmla="*/ 661925 w 1115966"/>
                <a:gd name="connsiteY9" fmla="*/ 183572 h 214429"/>
                <a:gd name="connsiteX10" fmla="*/ 579665 w 1115966"/>
                <a:gd name="connsiteY10" fmla="*/ 214374 h 214429"/>
                <a:gd name="connsiteX11" fmla="*/ 378412 w 1115966"/>
                <a:gd name="connsiteY11" fmla="*/ 177846 h 214429"/>
                <a:gd name="connsiteX12" fmla="*/ 4286 w 1115966"/>
                <a:gd name="connsiteY12" fmla="*/ 163121 h 214429"/>
                <a:gd name="connsiteX0" fmla="*/ 4286 w 1115966"/>
                <a:gd name="connsiteY0" fmla="*/ 163121 h 214434"/>
                <a:gd name="connsiteX1" fmla="*/ 192146 w 1115966"/>
                <a:gd name="connsiteY1" fmla="*/ 93180 h 214434"/>
                <a:gd name="connsiteX2" fmla="*/ 446144 w 1115966"/>
                <a:gd name="connsiteY2" fmla="*/ 16980 h 214434"/>
                <a:gd name="connsiteX3" fmla="*/ 556222 w 1115966"/>
                <a:gd name="connsiteY3" fmla="*/ 59731 h 214434"/>
                <a:gd name="connsiteX4" fmla="*/ 649345 w 1115966"/>
                <a:gd name="connsiteY4" fmla="*/ 47 h 214434"/>
                <a:gd name="connsiteX5" fmla="*/ 920278 w 1115966"/>
                <a:gd name="connsiteY5" fmla="*/ 50847 h 214434"/>
                <a:gd name="connsiteX6" fmla="*/ 1115859 w 1115966"/>
                <a:gd name="connsiteY6" fmla="*/ 110510 h 214434"/>
                <a:gd name="connsiteX7" fmla="*/ 894878 w 1115966"/>
                <a:gd name="connsiteY7" fmla="*/ 152447 h 214434"/>
                <a:gd name="connsiteX8" fmla="*/ 777791 w 1115966"/>
                <a:gd name="connsiteY8" fmla="*/ 163385 h 214434"/>
                <a:gd name="connsiteX9" fmla="*/ 661925 w 1115966"/>
                <a:gd name="connsiteY9" fmla="*/ 183572 h 214434"/>
                <a:gd name="connsiteX10" fmla="*/ 579665 w 1115966"/>
                <a:gd name="connsiteY10" fmla="*/ 214374 h 214434"/>
                <a:gd name="connsiteX11" fmla="*/ 378412 w 1115966"/>
                <a:gd name="connsiteY11" fmla="*/ 177846 h 214434"/>
                <a:gd name="connsiteX12" fmla="*/ 4286 w 1115966"/>
                <a:gd name="connsiteY12" fmla="*/ 163121 h 214434"/>
                <a:gd name="connsiteX0" fmla="*/ 4286 w 1115966"/>
                <a:gd name="connsiteY0" fmla="*/ 163121 h 214434"/>
                <a:gd name="connsiteX1" fmla="*/ 192146 w 1115966"/>
                <a:gd name="connsiteY1" fmla="*/ 93180 h 214434"/>
                <a:gd name="connsiteX2" fmla="*/ 446144 w 1115966"/>
                <a:gd name="connsiteY2" fmla="*/ 16980 h 214434"/>
                <a:gd name="connsiteX3" fmla="*/ 556222 w 1115966"/>
                <a:gd name="connsiteY3" fmla="*/ 59731 h 214434"/>
                <a:gd name="connsiteX4" fmla="*/ 649345 w 1115966"/>
                <a:gd name="connsiteY4" fmla="*/ 47 h 214434"/>
                <a:gd name="connsiteX5" fmla="*/ 920278 w 1115966"/>
                <a:gd name="connsiteY5" fmla="*/ 50847 h 214434"/>
                <a:gd name="connsiteX6" fmla="*/ 1115859 w 1115966"/>
                <a:gd name="connsiteY6" fmla="*/ 110510 h 214434"/>
                <a:gd name="connsiteX7" fmla="*/ 894878 w 1115966"/>
                <a:gd name="connsiteY7" fmla="*/ 152447 h 214434"/>
                <a:gd name="connsiteX8" fmla="*/ 777791 w 1115966"/>
                <a:gd name="connsiteY8" fmla="*/ 163385 h 214434"/>
                <a:gd name="connsiteX9" fmla="*/ 661925 w 1115966"/>
                <a:gd name="connsiteY9" fmla="*/ 183572 h 214434"/>
                <a:gd name="connsiteX10" fmla="*/ 579665 w 1115966"/>
                <a:gd name="connsiteY10" fmla="*/ 214374 h 214434"/>
                <a:gd name="connsiteX11" fmla="*/ 378412 w 1115966"/>
                <a:gd name="connsiteY11" fmla="*/ 177846 h 214434"/>
                <a:gd name="connsiteX12" fmla="*/ 4286 w 1115966"/>
                <a:gd name="connsiteY12" fmla="*/ 163121 h 214434"/>
                <a:gd name="connsiteX0" fmla="*/ 4286 w 1115966"/>
                <a:gd name="connsiteY0" fmla="*/ 163121 h 214480"/>
                <a:gd name="connsiteX1" fmla="*/ 192146 w 1115966"/>
                <a:gd name="connsiteY1" fmla="*/ 93180 h 214480"/>
                <a:gd name="connsiteX2" fmla="*/ 446144 w 1115966"/>
                <a:gd name="connsiteY2" fmla="*/ 16980 h 214480"/>
                <a:gd name="connsiteX3" fmla="*/ 556222 w 1115966"/>
                <a:gd name="connsiteY3" fmla="*/ 59731 h 214480"/>
                <a:gd name="connsiteX4" fmla="*/ 649345 w 1115966"/>
                <a:gd name="connsiteY4" fmla="*/ 47 h 214480"/>
                <a:gd name="connsiteX5" fmla="*/ 920278 w 1115966"/>
                <a:gd name="connsiteY5" fmla="*/ 50847 h 214480"/>
                <a:gd name="connsiteX6" fmla="*/ 1115859 w 1115966"/>
                <a:gd name="connsiteY6" fmla="*/ 110510 h 214480"/>
                <a:gd name="connsiteX7" fmla="*/ 894878 w 1115966"/>
                <a:gd name="connsiteY7" fmla="*/ 152447 h 214480"/>
                <a:gd name="connsiteX8" fmla="*/ 777791 w 1115966"/>
                <a:gd name="connsiteY8" fmla="*/ 163385 h 214480"/>
                <a:gd name="connsiteX9" fmla="*/ 661925 w 1115966"/>
                <a:gd name="connsiteY9" fmla="*/ 183572 h 214480"/>
                <a:gd name="connsiteX10" fmla="*/ 579665 w 1115966"/>
                <a:gd name="connsiteY10" fmla="*/ 214374 h 214480"/>
                <a:gd name="connsiteX11" fmla="*/ 502731 w 1115966"/>
                <a:gd name="connsiteY11" fmla="*/ 187142 h 214480"/>
                <a:gd name="connsiteX12" fmla="*/ 378412 w 1115966"/>
                <a:gd name="connsiteY12" fmla="*/ 177846 h 214480"/>
                <a:gd name="connsiteX13" fmla="*/ 4286 w 1115966"/>
                <a:gd name="connsiteY13" fmla="*/ 163121 h 214480"/>
                <a:gd name="connsiteX0" fmla="*/ 4286 w 1115966"/>
                <a:gd name="connsiteY0" fmla="*/ 163121 h 210587"/>
                <a:gd name="connsiteX1" fmla="*/ 192146 w 1115966"/>
                <a:gd name="connsiteY1" fmla="*/ 93180 h 210587"/>
                <a:gd name="connsiteX2" fmla="*/ 446144 w 1115966"/>
                <a:gd name="connsiteY2" fmla="*/ 16980 h 210587"/>
                <a:gd name="connsiteX3" fmla="*/ 556222 w 1115966"/>
                <a:gd name="connsiteY3" fmla="*/ 59731 h 210587"/>
                <a:gd name="connsiteX4" fmla="*/ 649345 w 1115966"/>
                <a:gd name="connsiteY4" fmla="*/ 47 h 210587"/>
                <a:gd name="connsiteX5" fmla="*/ 920278 w 1115966"/>
                <a:gd name="connsiteY5" fmla="*/ 50847 h 210587"/>
                <a:gd name="connsiteX6" fmla="*/ 1115859 w 1115966"/>
                <a:gd name="connsiteY6" fmla="*/ 110510 h 210587"/>
                <a:gd name="connsiteX7" fmla="*/ 894878 w 1115966"/>
                <a:gd name="connsiteY7" fmla="*/ 152447 h 210587"/>
                <a:gd name="connsiteX8" fmla="*/ 777791 w 1115966"/>
                <a:gd name="connsiteY8" fmla="*/ 163385 h 210587"/>
                <a:gd name="connsiteX9" fmla="*/ 661925 w 1115966"/>
                <a:gd name="connsiteY9" fmla="*/ 183572 h 210587"/>
                <a:gd name="connsiteX10" fmla="*/ 573114 w 1115966"/>
                <a:gd name="connsiteY10" fmla="*/ 210460 h 210587"/>
                <a:gd name="connsiteX11" fmla="*/ 502731 w 1115966"/>
                <a:gd name="connsiteY11" fmla="*/ 187142 h 210587"/>
                <a:gd name="connsiteX12" fmla="*/ 378412 w 1115966"/>
                <a:gd name="connsiteY12" fmla="*/ 177846 h 210587"/>
                <a:gd name="connsiteX13" fmla="*/ 4286 w 1115966"/>
                <a:gd name="connsiteY13" fmla="*/ 163121 h 210587"/>
                <a:gd name="connsiteX0" fmla="*/ 4286 w 1115966"/>
                <a:gd name="connsiteY0" fmla="*/ 163121 h 210587"/>
                <a:gd name="connsiteX1" fmla="*/ 192146 w 1115966"/>
                <a:gd name="connsiteY1" fmla="*/ 93180 h 210587"/>
                <a:gd name="connsiteX2" fmla="*/ 446144 w 1115966"/>
                <a:gd name="connsiteY2" fmla="*/ 16980 h 210587"/>
                <a:gd name="connsiteX3" fmla="*/ 556222 w 1115966"/>
                <a:gd name="connsiteY3" fmla="*/ 59731 h 210587"/>
                <a:gd name="connsiteX4" fmla="*/ 649345 w 1115966"/>
                <a:gd name="connsiteY4" fmla="*/ 47 h 210587"/>
                <a:gd name="connsiteX5" fmla="*/ 920278 w 1115966"/>
                <a:gd name="connsiteY5" fmla="*/ 50847 h 210587"/>
                <a:gd name="connsiteX6" fmla="*/ 1115859 w 1115966"/>
                <a:gd name="connsiteY6" fmla="*/ 110510 h 210587"/>
                <a:gd name="connsiteX7" fmla="*/ 894878 w 1115966"/>
                <a:gd name="connsiteY7" fmla="*/ 152447 h 210587"/>
                <a:gd name="connsiteX8" fmla="*/ 777791 w 1115966"/>
                <a:gd name="connsiteY8" fmla="*/ 163385 h 210587"/>
                <a:gd name="connsiteX9" fmla="*/ 642793 w 1115966"/>
                <a:gd name="connsiteY9" fmla="*/ 182399 h 210587"/>
                <a:gd name="connsiteX10" fmla="*/ 573114 w 1115966"/>
                <a:gd name="connsiteY10" fmla="*/ 210460 h 210587"/>
                <a:gd name="connsiteX11" fmla="*/ 502731 w 1115966"/>
                <a:gd name="connsiteY11" fmla="*/ 187142 h 210587"/>
                <a:gd name="connsiteX12" fmla="*/ 378412 w 1115966"/>
                <a:gd name="connsiteY12" fmla="*/ 177846 h 210587"/>
                <a:gd name="connsiteX13" fmla="*/ 4286 w 1115966"/>
                <a:gd name="connsiteY13" fmla="*/ 163121 h 210587"/>
                <a:gd name="connsiteX0" fmla="*/ 3585 w 1115265"/>
                <a:gd name="connsiteY0" fmla="*/ 163121 h 210587"/>
                <a:gd name="connsiteX1" fmla="*/ 191445 w 1115265"/>
                <a:gd name="connsiteY1" fmla="*/ 93180 h 210587"/>
                <a:gd name="connsiteX2" fmla="*/ 445443 w 1115265"/>
                <a:gd name="connsiteY2" fmla="*/ 16980 h 210587"/>
                <a:gd name="connsiteX3" fmla="*/ 555521 w 1115265"/>
                <a:gd name="connsiteY3" fmla="*/ 59731 h 210587"/>
                <a:gd name="connsiteX4" fmla="*/ 648644 w 1115265"/>
                <a:gd name="connsiteY4" fmla="*/ 47 h 210587"/>
                <a:gd name="connsiteX5" fmla="*/ 919577 w 1115265"/>
                <a:gd name="connsiteY5" fmla="*/ 50847 h 210587"/>
                <a:gd name="connsiteX6" fmla="*/ 1115158 w 1115265"/>
                <a:gd name="connsiteY6" fmla="*/ 110510 h 210587"/>
                <a:gd name="connsiteX7" fmla="*/ 894177 w 1115265"/>
                <a:gd name="connsiteY7" fmla="*/ 152447 h 210587"/>
                <a:gd name="connsiteX8" fmla="*/ 777090 w 1115265"/>
                <a:gd name="connsiteY8" fmla="*/ 163385 h 210587"/>
                <a:gd name="connsiteX9" fmla="*/ 642092 w 1115265"/>
                <a:gd name="connsiteY9" fmla="*/ 182399 h 210587"/>
                <a:gd name="connsiteX10" fmla="*/ 572413 w 1115265"/>
                <a:gd name="connsiteY10" fmla="*/ 210460 h 210587"/>
                <a:gd name="connsiteX11" fmla="*/ 502030 w 1115265"/>
                <a:gd name="connsiteY11" fmla="*/ 187142 h 210587"/>
                <a:gd name="connsiteX12" fmla="*/ 358998 w 1115265"/>
                <a:gd name="connsiteY12" fmla="*/ 185129 h 210587"/>
                <a:gd name="connsiteX13" fmla="*/ 3585 w 1115265"/>
                <a:gd name="connsiteY13" fmla="*/ 163121 h 210587"/>
                <a:gd name="connsiteX0" fmla="*/ 3984 w 1095800"/>
                <a:gd name="connsiteY0" fmla="*/ 179092 h 210587"/>
                <a:gd name="connsiteX1" fmla="*/ 171980 w 1095800"/>
                <a:gd name="connsiteY1" fmla="*/ 93180 h 210587"/>
                <a:gd name="connsiteX2" fmla="*/ 425978 w 1095800"/>
                <a:gd name="connsiteY2" fmla="*/ 16980 h 210587"/>
                <a:gd name="connsiteX3" fmla="*/ 536056 w 1095800"/>
                <a:gd name="connsiteY3" fmla="*/ 59731 h 210587"/>
                <a:gd name="connsiteX4" fmla="*/ 629179 w 1095800"/>
                <a:gd name="connsiteY4" fmla="*/ 47 h 210587"/>
                <a:gd name="connsiteX5" fmla="*/ 900112 w 1095800"/>
                <a:gd name="connsiteY5" fmla="*/ 50847 h 210587"/>
                <a:gd name="connsiteX6" fmla="*/ 1095693 w 1095800"/>
                <a:gd name="connsiteY6" fmla="*/ 110510 h 210587"/>
                <a:gd name="connsiteX7" fmla="*/ 874712 w 1095800"/>
                <a:gd name="connsiteY7" fmla="*/ 152447 h 210587"/>
                <a:gd name="connsiteX8" fmla="*/ 757625 w 1095800"/>
                <a:gd name="connsiteY8" fmla="*/ 163385 h 210587"/>
                <a:gd name="connsiteX9" fmla="*/ 622627 w 1095800"/>
                <a:gd name="connsiteY9" fmla="*/ 182399 h 210587"/>
                <a:gd name="connsiteX10" fmla="*/ 552948 w 1095800"/>
                <a:gd name="connsiteY10" fmla="*/ 210460 h 210587"/>
                <a:gd name="connsiteX11" fmla="*/ 482565 w 1095800"/>
                <a:gd name="connsiteY11" fmla="*/ 187142 h 210587"/>
                <a:gd name="connsiteX12" fmla="*/ 339533 w 1095800"/>
                <a:gd name="connsiteY12" fmla="*/ 185129 h 210587"/>
                <a:gd name="connsiteX13" fmla="*/ 3984 w 1095800"/>
                <a:gd name="connsiteY13" fmla="*/ 179092 h 210587"/>
                <a:gd name="connsiteX0" fmla="*/ 4085 w 1095901"/>
                <a:gd name="connsiteY0" fmla="*/ 179092 h 210587"/>
                <a:gd name="connsiteX1" fmla="*/ 172081 w 1095901"/>
                <a:gd name="connsiteY1" fmla="*/ 93180 h 210587"/>
                <a:gd name="connsiteX2" fmla="*/ 449229 w 1095901"/>
                <a:gd name="connsiteY2" fmla="*/ 13716 h 210587"/>
                <a:gd name="connsiteX3" fmla="*/ 536157 w 1095901"/>
                <a:gd name="connsiteY3" fmla="*/ 59731 h 210587"/>
                <a:gd name="connsiteX4" fmla="*/ 629280 w 1095901"/>
                <a:gd name="connsiteY4" fmla="*/ 47 h 210587"/>
                <a:gd name="connsiteX5" fmla="*/ 900213 w 1095901"/>
                <a:gd name="connsiteY5" fmla="*/ 50847 h 210587"/>
                <a:gd name="connsiteX6" fmla="*/ 1095794 w 1095901"/>
                <a:gd name="connsiteY6" fmla="*/ 110510 h 210587"/>
                <a:gd name="connsiteX7" fmla="*/ 874813 w 1095901"/>
                <a:gd name="connsiteY7" fmla="*/ 152447 h 210587"/>
                <a:gd name="connsiteX8" fmla="*/ 757726 w 1095901"/>
                <a:gd name="connsiteY8" fmla="*/ 163385 h 210587"/>
                <a:gd name="connsiteX9" fmla="*/ 622728 w 1095901"/>
                <a:gd name="connsiteY9" fmla="*/ 182399 h 210587"/>
                <a:gd name="connsiteX10" fmla="*/ 553049 w 1095901"/>
                <a:gd name="connsiteY10" fmla="*/ 210460 h 210587"/>
                <a:gd name="connsiteX11" fmla="*/ 482666 w 1095901"/>
                <a:gd name="connsiteY11" fmla="*/ 187142 h 210587"/>
                <a:gd name="connsiteX12" fmla="*/ 339634 w 1095901"/>
                <a:gd name="connsiteY12" fmla="*/ 185129 h 210587"/>
                <a:gd name="connsiteX13" fmla="*/ 4085 w 1095901"/>
                <a:gd name="connsiteY13" fmla="*/ 179092 h 210587"/>
                <a:gd name="connsiteX0" fmla="*/ 4085 w 1095904"/>
                <a:gd name="connsiteY0" fmla="*/ 173618 h 205113"/>
                <a:gd name="connsiteX1" fmla="*/ 172081 w 1095904"/>
                <a:gd name="connsiteY1" fmla="*/ 87706 h 205113"/>
                <a:gd name="connsiteX2" fmla="*/ 449229 w 1095904"/>
                <a:gd name="connsiteY2" fmla="*/ 8242 h 205113"/>
                <a:gd name="connsiteX3" fmla="*/ 536157 w 1095904"/>
                <a:gd name="connsiteY3" fmla="*/ 54257 h 205113"/>
                <a:gd name="connsiteX4" fmla="*/ 604120 w 1095904"/>
                <a:gd name="connsiteY4" fmla="*/ 55 h 205113"/>
                <a:gd name="connsiteX5" fmla="*/ 900213 w 1095904"/>
                <a:gd name="connsiteY5" fmla="*/ 45373 h 205113"/>
                <a:gd name="connsiteX6" fmla="*/ 1095794 w 1095904"/>
                <a:gd name="connsiteY6" fmla="*/ 105036 h 205113"/>
                <a:gd name="connsiteX7" fmla="*/ 874813 w 1095904"/>
                <a:gd name="connsiteY7" fmla="*/ 146973 h 205113"/>
                <a:gd name="connsiteX8" fmla="*/ 757726 w 1095904"/>
                <a:gd name="connsiteY8" fmla="*/ 157911 h 205113"/>
                <a:gd name="connsiteX9" fmla="*/ 622728 w 1095904"/>
                <a:gd name="connsiteY9" fmla="*/ 176925 h 205113"/>
                <a:gd name="connsiteX10" fmla="*/ 553049 w 1095904"/>
                <a:gd name="connsiteY10" fmla="*/ 204986 h 205113"/>
                <a:gd name="connsiteX11" fmla="*/ 482666 w 1095904"/>
                <a:gd name="connsiteY11" fmla="*/ 181668 h 205113"/>
                <a:gd name="connsiteX12" fmla="*/ 339634 w 1095904"/>
                <a:gd name="connsiteY12" fmla="*/ 179655 h 205113"/>
                <a:gd name="connsiteX13" fmla="*/ 4085 w 1095904"/>
                <a:gd name="connsiteY13" fmla="*/ 173618 h 205113"/>
                <a:gd name="connsiteX0" fmla="*/ 4085 w 1095886"/>
                <a:gd name="connsiteY0" fmla="*/ 174649 h 206144"/>
                <a:gd name="connsiteX1" fmla="*/ 172081 w 1095886"/>
                <a:gd name="connsiteY1" fmla="*/ 88737 h 206144"/>
                <a:gd name="connsiteX2" fmla="*/ 449229 w 1095886"/>
                <a:gd name="connsiteY2" fmla="*/ 9273 h 206144"/>
                <a:gd name="connsiteX3" fmla="*/ 536157 w 1095886"/>
                <a:gd name="connsiteY3" fmla="*/ 55288 h 206144"/>
                <a:gd name="connsiteX4" fmla="*/ 604120 w 1095886"/>
                <a:gd name="connsiteY4" fmla="*/ 1086 h 206144"/>
                <a:gd name="connsiteX5" fmla="*/ 750180 w 1095886"/>
                <a:gd name="connsiteY5" fmla="*/ 21124 h 206144"/>
                <a:gd name="connsiteX6" fmla="*/ 900213 w 1095886"/>
                <a:gd name="connsiteY6" fmla="*/ 46404 h 206144"/>
                <a:gd name="connsiteX7" fmla="*/ 1095794 w 1095886"/>
                <a:gd name="connsiteY7" fmla="*/ 106067 h 206144"/>
                <a:gd name="connsiteX8" fmla="*/ 874813 w 1095886"/>
                <a:gd name="connsiteY8" fmla="*/ 148004 h 206144"/>
                <a:gd name="connsiteX9" fmla="*/ 757726 w 1095886"/>
                <a:gd name="connsiteY9" fmla="*/ 158942 h 206144"/>
                <a:gd name="connsiteX10" fmla="*/ 622728 w 1095886"/>
                <a:gd name="connsiteY10" fmla="*/ 177956 h 206144"/>
                <a:gd name="connsiteX11" fmla="*/ 553049 w 1095886"/>
                <a:gd name="connsiteY11" fmla="*/ 206017 h 206144"/>
                <a:gd name="connsiteX12" fmla="*/ 482666 w 1095886"/>
                <a:gd name="connsiteY12" fmla="*/ 182699 h 206144"/>
                <a:gd name="connsiteX13" fmla="*/ 339634 w 1095886"/>
                <a:gd name="connsiteY13" fmla="*/ 180686 h 206144"/>
                <a:gd name="connsiteX14" fmla="*/ 4085 w 1095886"/>
                <a:gd name="connsiteY14" fmla="*/ 174649 h 206144"/>
                <a:gd name="connsiteX0" fmla="*/ 4085 w 1097480"/>
                <a:gd name="connsiteY0" fmla="*/ 174649 h 206144"/>
                <a:gd name="connsiteX1" fmla="*/ 172081 w 1097480"/>
                <a:gd name="connsiteY1" fmla="*/ 88737 h 206144"/>
                <a:gd name="connsiteX2" fmla="*/ 449229 w 1097480"/>
                <a:gd name="connsiteY2" fmla="*/ 9273 h 206144"/>
                <a:gd name="connsiteX3" fmla="*/ 536157 w 1097480"/>
                <a:gd name="connsiteY3" fmla="*/ 55288 h 206144"/>
                <a:gd name="connsiteX4" fmla="*/ 604120 w 1097480"/>
                <a:gd name="connsiteY4" fmla="*/ 1086 h 206144"/>
                <a:gd name="connsiteX5" fmla="*/ 750180 w 1097480"/>
                <a:gd name="connsiteY5" fmla="*/ 21124 h 206144"/>
                <a:gd name="connsiteX6" fmla="*/ 900213 w 1097480"/>
                <a:gd name="connsiteY6" fmla="*/ 46404 h 206144"/>
                <a:gd name="connsiteX7" fmla="*/ 972763 w 1097480"/>
                <a:gd name="connsiteY7" fmla="*/ 65219 h 206144"/>
                <a:gd name="connsiteX8" fmla="*/ 1095794 w 1097480"/>
                <a:gd name="connsiteY8" fmla="*/ 106067 h 206144"/>
                <a:gd name="connsiteX9" fmla="*/ 874813 w 1097480"/>
                <a:gd name="connsiteY9" fmla="*/ 148004 h 206144"/>
                <a:gd name="connsiteX10" fmla="*/ 757726 w 1097480"/>
                <a:gd name="connsiteY10" fmla="*/ 158942 h 206144"/>
                <a:gd name="connsiteX11" fmla="*/ 622728 w 1097480"/>
                <a:gd name="connsiteY11" fmla="*/ 177956 h 206144"/>
                <a:gd name="connsiteX12" fmla="*/ 553049 w 1097480"/>
                <a:gd name="connsiteY12" fmla="*/ 206017 h 206144"/>
                <a:gd name="connsiteX13" fmla="*/ 482666 w 1097480"/>
                <a:gd name="connsiteY13" fmla="*/ 182699 h 206144"/>
                <a:gd name="connsiteX14" fmla="*/ 339634 w 1097480"/>
                <a:gd name="connsiteY14" fmla="*/ 180686 h 206144"/>
                <a:gd name="connsiteX15" fmla="*/ 4085 w 1097480"/>
                <a:gd name="connsiteY15" fmla="*/ 174649 h 206144"/>
                <a:gd name="connsiteX0" fmla="*/ 4085 w 1097480"/>
                <a:gd name="connsiteY0" fmla="*/ 174649 h 206144"/>
                <a:gd name="connsiteX1" fmla="*/ 172081 w 1097480"/>
                <a:gd name="connsiteY1" fmla="*/ 88737 h 206144"/>
                <a:gd name="connsiteX2" fmla="*/ 449229 w 1097480"/>
                <a:gd name="connsiteY2" fmla="*/ 9273 h 206144"/>
                <a:gd name="connsiteX3" fmla="*/ 536157 w 1097480"/>
                <a:gd name="connsiteY3" fmla="*/ 55288 h 206144"/>
                <a:gd name="connsiteX4" fmla="*/ 604120 w 1097480"/>
                <a:gd name="connsiteY4" fmla="*/ 1086 h 206144"/>
                <a:gd name="connsiteX5" fmla="*/ 750180 w 1097480"/>
                <a:gd name="connsiteY5" fmla="*/ 21124 h 206144"/>
                <a:gd name="connsiteX6" fmla="*/ 894289 w 1097480"/>
                <a:gd name="connsiteY6" fmla="*/ 55175 h 206144"/>
                <a:gd name="connsiteX7" fmla="*/ 972763 w 1097480"/>
                <a:gd name="connsiteY7" fmla="*/ 65219 h 206144"/>
                <a:gd name="connsiteX8" fmla="*/ 1095794 w 1097480"/>
                <a:gd name="connsiteY8" fmla="*/ 106067 h 206144"/>
                <a:gd name="connsiteX9" fmla="*/ 874813 w 1097480"/>
                <a:gd name="connsiteY9" fmla="*/ 148004 h 206144"/>
                <a:gd name="connsiteX10" fmla="*/ 757726 w 1097480"/>
                <a:gd name="connsiteY10" fmla="*/ 158942 h 206144"/>
                <a:gd name="connsiteX11" fmla="*/ 622728 w 1097480"/>
                <a:gd name="connsiteY11" fmla="*/ 177956 h 206144"/>
                <a:gd name="connsiteX12" fmla="*/ 553049 w 1097480"/>
                <a:gd name="connsiteY12" fmla="*/ 206017 h 206144"/>
                <a:gd name="connsiteX13" fmla="*/ 482666 w 1097480"/>
                <a:gd name="connsiteY13" fmla="*/ 182699 h 206144"/>
                <a:gd name="connsiteX14" fmla="*/ 339634 w 1097480"/>
                <a:gd name="connsiteY14" fmla="*/ 180686 h 206144"/>
                <a:gd name="connsiteX15" fmla="*/ 4085 w 1097480"/>
                <a:gd name="connsiteY15" fmla="*/ 174649 h 206144"/>
                <a:gd name="connsiteX0" fmla="*/ 4085 w 1098026"/>
                <a:gd name="connsiteY0" fmla="*/ 174649 h 206144"/>
                <a:gd name="connsiteX1" fmla="*/ 172081 w 1098026"/>
                <a:gd name="connsiteY1" fmla="*/ 88737 h 206144"/>
                <a:gd name="connsiteX2" fmla="*/ 449229 w 1098026"/>
                <a:gd name="connsiteY2" fmla="*/ 9273 h 206144"/>
                <a:gd name="connsiteX3" fmla="*/ 536157 w 1098026"/>
                <a:gd name="connsiteY3" fmla="*/ 55288 h 206144"/>
                <a:gd name="connsiteX4" fmla="*/ 604120 w 1098026"/>
                <a:gd name="connsiteY4" fmla="*/ 1086 h 206144"/>
                <a:gd name="connsiteX5" fmla="*/ 750180 w 1098026"/>
                <a:gd name="connsiteY5" fmla="*/ 21124 h 206144"/>
                <a:gd name="connsiteX6" fmla="*/ 894289 w 1098026"/>
                <a:gd name="connsiteY6" fmla="*/ 55175 h 206144"/>
                <a:gd name="connsiteX7" fmla="*/ 983752 w 1098026"/>
                <a:gd name="connsiteY7" fmla="*/ 73153 h 206144"/>
                <a:gd name="connsiteX8" fmla="*/ 1095794 w 1098026"/>
                <a:gd name="connsiteY8" fmla="*/ 106067 h 206144"/>
                <a:gd name="connsiteX9" fmla="*/ 874813 w 1098026"/>
                <a:gd name="connsiteY9" fmla="*/ 148004 h 206144"/>
                <a:gd name="connsiteX10" fmla="*/ 757726 w 1098026"/>
                <a:gd name="connsiteY10" fmla="*/ 158942 h 206144"/>
                <a:gd name="connsiteX11" fmla="*/ 622728 w 1098026"/>
                <a:gd name="connsiteY11" fmla="*/ 177956 h 206144"/>
                <a:gd name="connsiteX12" fmla="*/ 553049 w 1098026"/>
                <a:gd name="connsiteY12" fmla="*/ 206017 h 206144"/>
                <a:gd name="connsiteX13" fmla="*/ 482666 w 1098026"/>
                <a:gd name="connsiteY13" fmla="*/ 182699 h 206144"/>
                <a:gd name="connsiteX14" fmla="*/ 339634 w 1098026"/>
                <a:gd name="connsiteY14" fmla="*/ 180686 h 206144"/>
                <a:gd name="connsiteX15" fmla="*/ 4085 w 1098026"/>
                <a:gd name="connsiteY15" fmla="*/ 174649 h 206144"/>
                <a:gd name="connsiteX0" fmla="*/ 4085 w 1098294"/>
                <a:gd name="connsiteY0" fmla="*/ 174649 h 206144"/>
                <a:gd name="connsiteX1" fmla="*/ 172081 w 1098294"/>
                <a:gd name="connsiteY1" fmla="*/ 88737 h 206144"/>
                <a:gd name="connsiteX2" fmla="*/ 449229 w 1098294"/>
                <a:gd name="connsiteY2" fmla="*/ 9273 h 206144"/>
                <a:gd name="connsiteX3" fmla="*/ 536157 w 1098294"/>
                <a:gd name="connsiteY3" fmla="*/ 55288 h 206144"/>
                <a:gd name="connsiteX4" fmla="*/ 604120 w 1098294"/>
                <a:gd name="connsiteY4" fmla="*/ 1086 h 206144"/>
                <a:gd name="connsiteX5" fmla="*/ 750180 w 1098294"/>
                <a:gd name="connsiteY5" fmla="*/ 21124 h 206144"/>
                <a:gd name="connsiteX6" fmla="*/ 894289 w 1098294"/>
                <a:gd name="connsiteY6" fmla="*/ 55175 h 206144"/>
                <a:gd name="connsiteX7" fmla="*/ 988399 w 1098294"/>
                <a:gd name="connsiteY7" fmla="*/ 81399 h 206144"/>
                <a:gd name="connsiteX8" fmla="*/ 1095794 w 1098294"/>
                <a:gd name="connsiteY8" fmla="*/ 106067 h 206144"/>
                <a:gd name="connsiteX9" fmla="*/ 874813 w 1098294"/>
                <a:gd name="connsiteY9" fmla="*/ 148004 h 206144"/>
                <a:gd name="connsiteX10" fmla="*/ 757726 w 1098294"/>
                <a:gd name="connsiteY10" fmla="*/ 158942 h 206144"/>
                <a:gd name="connsiteX11" fmla="*/ 622728 w 1098294"/>
                <a:gd name="connsiteY11" fmla="*/ 177956 h 206144"/>
                <a:gd name="connsiteX12" fmla="*/ 553049 w 1098294"/>
                <a:gd name="connsiteY12" fmla="*/ 206017 h 206144"/>
                <a:gd name="connsiteX13" fmla="*/ 482666 w 1098294"/>
                <a:gd name="connsiteY13" fmla="*/ 182699 h 206144"/>
                <a:gd name="connsiteX14" fmla="*/ 339634 w 1098294"/>
                <a:gd name="connsiteY14" fmla="*/ 180686 h 206144"/>
                <a:gd name="connsiteX15" fmla="*/ 4085 w 1098294"/>
                <a:gd name="connsiteY15" fmla="*/ 174649 h 206144"/>
                <a:gd name="connsiteX0" fmla="*/ 4085 w 1098294"/>
                <a:gd name="connsiteY0" fmla="*/ 174649 h 206144"/>
                <a:gd name="connsiteX1" fmla="*/ 172081 w 1098294"/>
                <a:gd name="connsiteY1" fmla="*/ 88737 h 206144"/>
                <a:gd name="connsiteX2" fmla="*/ 449229 w 1098294"/>
                <a:gd name="connsiteY2" fmla="*/ 9273 h 206144"/>
                <a:gd name="connsiteX3" fmla="*/ 536157 w 1098294"/>
                <a:gd name="connsiteY3" fmla="*/ 55288 h 206144"/>
                <a:gd name="connsiteX4" fmla="*/ 604120 w 1098294"/>
                <a:gd name="connsiteY4" fmla="*/ 1086 h 206144"/>
                <a:gd name="connsiteX5" fmla="*/ 750180 w 1098294"/>
                <a:gd name="connsiteY5" fmla="*/ 21124 h 206144"/>
                <a:gd name="connsiteX6" fmla="*/ 887947 w 1098294"/>
                <a:gd name="connsiteY6" fmla="*/ 55488 h 206144"/>
                <a:gd name="connsiteX7" fmla="*/ 988399 w 1098294"/>
                <a:gd name="connsiteY7" fmla="*/ 81399 h 206144"/>
                <a:gd name="connsiteX8" fmla="*/ 1095794 w 1098294"/>
                <a:gd name="connsiteY8" fmla="*/ 106067 h 206144"/>
                <a:gd name="connsiteX9" fmla="*/ 874813 w 1098294"/>
                <a:gd name="connsiteY9" fmla="*/ 148004 h 206144"/>
                <a:gd name="connsiteX10" fmla="*/ 757726 w 1098294"/>
                <a:gd name="connsiteY10" fmla="*/ 158942 h 206144"/>
                <a:gd name="connsiteX11" fmla="*/ 622728 w 1098294"/>
                <a:gd name="connsiteY11" fmla="*/ 177956 h 206144"/>
                <a:gd name="connsiteX12" fmla="*/ 553049 w 1098294"/>
                <a:gd name="connsiteY12" fmla="*/ 206017 h 206144"/>
                <a:gd name="connsiteX13" fmla="*/ 482666 w 1098294"/>
                <a:gd name="connsiteY13" fmla="*/ 182699 h 206144"/>
                <a:gd name="connsiteX14" fmla="*/ 339634 w 1098294"/>
                <a:gd name="connsiteY14" fmla="*/ 180686 h 206144"/>
                <a:gd name="connsiteX15" fmla="*/ 4085 w 1098294"/>
                <a:gd name="connsiteY15" fmla="*/ 174649 h 206144"/>
                <a:gd name="connsiteX0" fmla="*/ 4085 w 1098294"/>
                <a:gd name="connsiteY0" fmla="*/ 174649 h 206144"/>
                <a:gd name="connsiteX1" fmla="*/ 172081 w 1098294"/>
                <a:gd name="connsiteY1" fmla="*/ 88737 h 206144"/>
                <a:gd name="connsiteX2" fmla="*/ 449229 w 1098294"/>
                <a:gd name="connsiteY2" fmla="*/ 9273 h 206144"/>
                <a:gd name="connsiteX3" fmla="*/ 536157 w 1098294"/>
                <a:gd name="connsiteY3" fmla="*/ 55288 h 206144"/>
                <a:gd name="connsiteX4" fmla="*/ 604120 w 1098294"/>
                <a:gd name="connsiteY4" fmla="*/ 1086 h 206144"/>
                <a:gd name="connsiteX5" fmla="*/ 750180 w 1098294"/>
                <a:gd name="connsiteY5" fmla="*/ 21124 h 206144"/>
                <a:gd name="connsiteX6" fmla="*/ 887947 w 1098294"/>
                <a:gd name="connsiteY6" fmla="*/ 55488 h 206144"/>
                <a:gd name="connsiteX7" fmla="*/ 988399 w 1098294"/>
                <a:gd name="connsiteY7" fmla="*/ 81399 h 206144"/>
                <a:gd name="connsiteX8" fmla="*/ 1095794 w 1098294"/>
                <a:gd name="connsiteY8" fmla="*/ 106067 h 206144"/>
                <a:gd name="connsiteX9" fmla="*/ 874813 w 1098294"/>
                <a:gd name="connsiteY9" fmla="*/ 148004 h 206144"/>
                <a:gd name="connsiteX10" fmla="*/ 757726 w 1098294"/>
                <a:gd name="connsiteY10" fmla="*/ 158942 h 206144"/>
                <a:gd name="connsiteX11" fmla="*/ 622728 w 1098294"/>
                <a:gd name="connsiteY11" fmla="*/ 177956 h 206144"/>
                <a:gd name="connsiteX12" fmla="*/ 553049 w 1098294"/>
                <a:gd name="connsiteY12" fmla="*/ 206017 h 206144"/>
                <a:gd name="connsiteX13" fmla="*/ 482666 w 1098294"/>
                <a:gd name="connsiteY13" fmla="*/ 182699 h 206144"/>
                <a:gd name="connsiteX14" fmla="*/ 339634 w 1098294"/>
                <a:gd name="connsiteY14" fmla="*/ 180686 h 206144"/>
                <a:gd name="connsiteX15" fmla="*/ 4085 w 1098294"/>
                <a:gd name="connsiteY15" fmla="*/ 174649 h 206144"/>
                <a:gd name="connsiteX0" fmla="*/ 4085 w 1098294"/>
                <a:gd name="connsiteY0" fmla="*/ 174649 h 206144"/>
                <a:gd name="connsiteX1" fmla="*/ 172081 w 1098294"/>
                <a:gd name="connsiteY1" fmla="*/ 88737 h 206144"/>
                <a:gd name="connsiteX2" fmla="*/ 449229 w 1098294"/>
                <a:gd name="connsiteY2" fmla="*/ 9273 h 206144"/>
                <a:gd name="connsiteX3" fmla="*/ 536157 w 1098294"/>
                <a:gd name="connsiteY3" fmla="*/ 55288 h 206144"/>
                <a:gd name="connsiteX4" fmla="*/ 604120 w 1098294"/>
                <a:gd name="connsiteY4" fmla="*/ 1086 h 206144"/>
                <a:gd name="connsiteX5" fmla="*/ 750180 w 1098294"/>
                <a:gd name="connsiteY5" fmla="*/ 21124 h 206144"/>
                <a:gd name="connsiteX6" fmla="*/ 883928 w 1098294"/>
                <a:gd name="connsiteY6" fmla="*/ 59926 h 206144"/>
                <a:gd name="connsiteX7" fmla="*/ 988399 w 1098294"/>
                <a:gd name="connsiteY7" fmla="*/ 81399 h 206144"/>
                <a:gd name="connsiteX8" fmla="*/ 1095794 w 1098294"/>
                <a:gd name="connsiteY8" fmla="*/ 106067 h 206144"/>
                <a:gd name="connsiteX9" fmla="*/ 874813 w 1098294"/>
                <a:gd name="connsiteY9" fmla="*/ 148004 h 206144"/>
                <a:gd name="connsiteX10" fmla="*/ 757726 w 1098294"/>
                <a:gd name="connsiteY10" fmla="*/ 158942 h 206144"/>
                <a:gd name="connsiteX11" fmla="*/ 622728 w 1098294"/>
                <a:gd name="connsiteY11" fmla="*/ 177956 h 206144"/>
                <a:gd name="connsiteX12" fmla="*/ 553049 w 1098294"/>
                <a:gd name="connsiteY12" fmla="*/ 206017 h 206144"/>
                <a:gd name="connsiteX13" fmla="*/ 482666 w 1098294"/>
                <a:gd name="connsiteY13" fmla="*/ 182699 h 206144"/>
                <a:gd name="connsiteX14" fmla="*/ 339634 w 1098294"/>
                <a:gd name="connsiteY14" fmla="*/ 180686 h 206144"/>
                <a:gd name="connsiteX15" fmla="*/ 4085 w 1098294"/>
                <a:gd name="connsiteY15" fmla="*/ 174649 h 206144"/>
                <a:gd name="connsiteX0" fmla="*/ 4085 w 1098294"/>
                <a:gd name="connsiteY0" fmla="*/ 174034 h 205529"/>
                <a:gd name="connsiteX1" fmla="*/ 172081 w 1098294"/>
                <a:gd name="connsiteY1" fmla="*/ 88122 h 205529"/>
                <a:gd name="connsiteX2" fmla="*/ 449229 w 1098294"/>
                <a:gd name="connsiteY2" fmla="*/ 8658 h 205529"/>
                <a:gd name="connsiteX3" fmla="*/ 536157 w 1098294"/>
                <a:gd name="connsiteY3" fmla="*/ 54673 h 205529"/>
                <a:gd name="connsiteX4" fmla="*/ 604120 w 1098294"/>
                <a:gd name="connsiteY4" fmla="*/ 471 h 205529"/>
                <a:gd name="connsiteX5" fmla="*/ 744258 w 1098294"/>
                <a:gd name="connsiteY5" fmla="*/ 29279 h 205529"/>
                <a:gd name="connsiteX6" fmla="*/ 883928 w 1098294"/>
                <a:gd name="connsiteY6" fmla="*/ 59311 h 205529"/>
                <a:gd name="connsiteX7" fmla="*/ 988399 w 1098294"/>
                <a:gd name="connsiteY7" fmla="*/ 80784 h 205529"/>
                <a:gd name="connsiteX8" fmla="*/ 1095794 w 1098294"/>
                <a:gd name="connsiteY8" fmla="*/ 105452 h 205529"/>
                <a:gd name="connsiteX9" fmla="*/ 874813 w 1098294"/>
                <a:gd name="connsiteY9" fmla="*/ 147389 h 205529"/>
                <a:gd name="connsiteX10" fmla="*/ 757726 w 1098294"/>
                <a:gd name="connsiteY10" fmla="*/ 158327 h 205529"/>
                <a:gd name="connsiteX11" fmla="*/ 622728 w 1098294"/>
                <a:gd name="connsiteY11" fmla="*/ 177341 h 205529"/>
                <a:gd name="connsiteX12" fmla="*/ 553049 w 1098294"/>
                <a:gd name="connsiteY12" fmla="*/ 205402 h 205529"/>
                <a:gd name="connsiteX13" fmla="*/ 482666 w 1098294"/>
                <a:gd name="connsiteY13" fmla="*/ 182084 h 205529"/>
                <a:gd name="connsiteX14" fmla="*/ 339634 w 1098294"/>
                <a:gd name="connsiteY14" fmla="*/ 180071 h 205529"/>
                <a:gd name="connsiteX15" fmla="*/ 4085 w 1098294"/>
                <a:gd name="connsiteY15" fmla="*/ 174034 h 205529"/>
                <a:gd name="connsiteX0" fmla="*/ 4085 w 1098294"/>
                <a:gd name="connsiteY0" fmla="*/ 174146 h 205641"/>
                <a:gd name="connsiteX1" fmla="*/ 172081 w 1098294"/>
                <a:gd name="connsiteY1" fmla="*/ 88234 h 205641"/>
                <a:gd name="connsiteX2" fmla="*/ 449229 w 1098294"/>
                <a:gd name="connsiteY2" fmla="*/ 8770 h 205641"/>
                <a:gd name="connsiteX3" fmla="*/ 536157 w 1098294"/>
                <a:gd name="connsiteY3" fmla="*/ 54785 h 205641"/>
                <a:gd name="connsiteX4" fmla="*/ 604120 w 1098294"/>
                <a:gd name="connsiteY4" fmla="*/ 583 h 205641"/>
                <a:gd name="connsiteX5" fmla="*/ 744153 w 1098294"/>
                <a:gd name="connsiteY5" fmla="*/ 27276 h 205641"/>
                <a:gd name="connsiteX6" fmla="*/ 883928 w 1098294"/>
                <a:gd name="connsiteY6" fmla="*/ 59423 h 205641"/>
                <a:gd name="connsiteX7" fmla="*/ 988399 w 1098294"/>
                <a:gd name="connsiteY7" fmla="*/ 80896 h 205641"/>
                <a:gd name="connsiteX8" fmla="*/ 1095794 w 1098294"/>
                <a:gd name="connsiteY8" fmla="*/ 105564 h 205641"/>
                <a:gd name="connsiteX9" fmla="*/ 874813 w 1098294"/>
                <a:gd name="connsiteY9" fmla="*/ 147501 h 205641"/>
                <a:gd name="connsiteX10" fmla="*/ 757726 w 1098294"/>
                <a:gd name="connsiteY10" fmla="*/ 158439 h 205641"/>
                <a:gd name="connsiteX11" fmla="*/ 622728 w 1098294"/>
                <a:gd name="connsiteY11" fmla="*/ 177453 h 205641"/>
                <a:gd name="connsiteX12" fmla="*/ 553049 w 1098294"/>
                <a:gd name="connsiteY12" fmla="*/ 205514 h 205641"/>
                <a:gd name="connsiteX13" fmla="*/ 482666 w 1098294"/>
                <a:gd name="connsiteY13" fmla="*/ 182196 h 205641"/>
                <a:gd name="connsiteX14" fmla="*/ 339634 w 1098294"/>
                <a:gd name="connsiteY14" fmla="*/ 180183 h 205641"/>
                <a:gd name="connsiteX15" fmla="*/ 4085 w 1098294"/>
                <a:gd name="connsiteY15" fmla="*/ 174146 h 205641"/>
                <a:gd name="connsiteX0" fmla="*/ 3585 w 1097794"/>
                <a:gd name="connsiteY0" fmla="*/ 174146 h 205641"/>
                <a:gd name="connsiteX1" fmla="*/ 171581 w 1097794"/>
                <a:gd name="connsiteY1" fmla="*/ 88234 h 205641"/>
                <a:gd name="connsiteX2" fmla="*/ 322635 w 1097794"/>
                <a:gd name="connsiteY2" fmla="*/ 41735 h 205641"/>
                <a:gd name="connsiteX3" fmla="*/ 448729 w 1097794"/>
                <a:gd name="connsiteY3" fmla="*/ 8770 h 205641"/>
                <a:gd name="connsiteX4" fmla="*/ 535657 w 1097794"/>
                <a:gd name="connsiteY4" fmla="*/ 54785 h 205641"/>
                <a:gd name="connsiteX5" fmla="*/ 603620 w 1097794"/>
                <a:gd name="connsiteY5" fmla="*/ 583 h 205641"/>
                <a:gd name="connsiteX6" fmla="*/ 743653 w 1097794"/>
                <a:gd name="connsiteY6" fmla="*/ 27276 h 205641"/>
                <a:gd name="connsiteX7" fmla="*/ 883428 w 1097794"/>
                <a:gd name="connsiteY7" fmla="*/ 59423 h 205641"/>
                <a:gd name="connsiteX8" fmla="*/ 987899 w 1097794"/>
                <a:gd name="connsiteY8" fmla="*/ 80896 h 205641"/>
                <a:gd name="connsiteX9" fmla="*/ 1095294 w 1097794"/>
                <a:gd name="connsiteY9" fmla="*/ 105564 h 205641"/>
                <a:gd name="connsiteX10" fmla="*/ 874313 w 1097794"/>
                <a:gd name="connsiteY10" fmla="*/ 147501 h 205641"/>
                <a:gd name="connsiteX11" fmla="*/ 757226 w 1097794"/>
                <a:gd name="connsiteY11" fmla="*/ 158439 h 205641"/>
                <a:gd name="connsiteX12" fmla="*/ 622228 w 1097794"/>
                <a:gd name="connsiteY12" fmla="*/ 177453 h 205641"/>
                <a:gd name="connsiteX13" fmla="*/ 552549 w 1097794"/>
                <a:gd name="connsiteY13" fmla="*/ 205514 h 205641"/>
                <a:gd name="connsiteX14" fmla="*/ 482166 w 1097794"/>
                <a:gd name="connsiteY14" fmla="*/ 182196 h 205641"/>
                <a:gd name="connsiteX15" fmla="*/ 339134 w 1097794"/>
                <a:gd name="connsiteY15" fmla="*/ 180183 h 205641"/>
                <a:gd name="connsiteX16" fmla="*/ 3585 w 1097794"/>
                <a:gd name="connsiteY16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78022 w 1104235"/>
                <a:gd name="connsiteY2" fmla="*/ 88234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86792 w 1104235"/>
                <a:gd name="connsiteY2" fmla="*/ 94158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86792 w 1104235"/>
                <a:gd name="connsiteY2" fmla="*/ 94158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86792 w 1104235"/>
                <a:gd name="connsiteY2" fmla="*/ 94158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86792 w 1104235"/>
                <a:gd name="connsiteY2" fmla="*/ 94158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86792 w 1104235"/>
                <a:gd name="connsiteY2" fmla="*/ 94158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214171 w 1104235"/>
                <a:gd name="connsiteY2" fmla="*/ 90684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214171 w 1104235"/>
                <a:gd name="connsiteY2" fmla="*/ 90684 h 205641"/>
                <a:gd name="connsiteX3" fmla="*/ 337532 w 1104235"/>
                <a:gd name="connsiteY3" fmla="*/ 41317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214171 w 1104235"/>
                <a:gd name="connsiteY2" fmla="*/ 90684 h 205641"/>
                <a:gd name="connsiteX3" fmla="*/ 337532 w 1104235"/>
                <a:gd name="connsiteY3" fmla="*/ 41317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214171 w 1104235"/>
                <a:gd name="connsiteY2" fmla="*/ 90684 h 205641"/>
                <a:gd name="connsiteX3" fmla="*/ 350216 w 1104235"/>
                <a:gd name="connsiteY3" fmla="*/ 40690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980 w 1096189"/>
                <a:gd name="connsiteY0" fmla="*/ 174146 h 205641"/>
                <a:gd name="connsiteX1" fmla="*/ 87910 w 1096189"/>
                <a:gd name="connsiteY1" fmla="*/ 127434 h 205641"/>
                <a:gd name="connsiteX2" fmla="*/ 206125 w 1096189"/>
                <a:gd name="connsiteY2" fmla="*/ 90684 h 205641"/>
                <a:gd name="connsiteX3" fmla="*/ 342170 w 1096189"/>
                <a:gd name="connsiteY3" fmla="*/ 40690 h 205641"/>
                <a:gd name="connsiteX4" fmla="*/ 447124 w 1096189"/>
                <a:gd name="connsiteY4" fmla="*/ 8770 h 205641"/>
                <a:gd name="connsiteX5" fmla="*/ 534052 w 1096189"/>
                <a:gd name="connsiteY5" fmla="*/ 54785 h 205641"/>
                <a:gd name="connsiteX6" fmla="*/ 602015 w 1096189"/>
                <a:gd name="connsiteY6" fmla="*/ 583 h 205641"/>
                <a:gd name="connsiteX7" fmla="*/ 742048 w 1096189"/>
                <a:gd name="connsiteY7" fmla="*/ 27276 h 205641"/>
                <a:gd name="connsiteX8" fmla="*/ 881823 w 1096189"/>
                <a:gd name="connsiteY8" fmla="*/ 59423 h 205641"/>
                <a:gd name="connsiteX9" fmla="*/ 986294 w 1096189"/>
                <a:gd name="connsiteY9" fmla="*/ 80896 h 205641"/>
                <a:gd name="connsiteX10" fmla="*/ 1093689 w 1096189"/>
                <a:gd name="connsiteY10" fmla="*/ 105564 h 205641"/>
                <a:gd name="connsiteX11" fmla="*/ 872708 w 1096189"/>
                <a:gd name="connsiteY11" fmla="*/ 147501 h 205641"/>
                <a:gd name="connsiteX12" fmla="*/ 755621 w 1096189"/>
                <a:gd name="connsiteY12" fmla="*/ 158439 h 205641"/>
                <a:gd name="connsiteX13" fmla="*/ 620623 w 1096189"/>
                <a:gd name="connsiteY13" fmla="*/ 177453 h 205641"/>
                <a:gd name="connsiteX14" fmla="*/ 550944 w 1096189"/>
                <a:gd name="connsiteY14" fmla="*/ 205514 h 205641"/>
                <a:gd name="connsiteX15" fmla="*/ 480561 w 1096189"/>
                <a:gd name="connsiteY15" fmla="*/ 182196 h 205641"/>
                <a:gd name="connsiteX16" fmla="*/ 337529 w 1096189"/>
                <a:gd name="connsiteY16" fmla="*/ 180183 h 205641"/>
                <a:gd name="connsiteX17" fmla="*/ 177097 w 1096189"/>
                <a:gd name="connsiteY17" fmla="*/ 173887 h 205641"/>
                <a:gd name="connsiteX18" fmla="*/ 1980 w 1096189"/>
                <a:gd name="connsiteY18" fmla="*/ 174146 h 205641"/>
                <a:gd name="connsiteX0" fmla="*/ 1913 w 1096122"/>
                <a:gd name="connsiteY0" fmla="*/ 174146 h 205641"/>
                <a:gd name="connsiteX1" fmla="*/ 87843 w 1096122"/>
                <a:gd name="connsiteY1" fmla="*/ 127434 h 205641"/>
                <a:gd name="connsiteX2" fmla="*/ 206058 w 1096122"/>
                <a:gd name="connsiteY2" fmla="*/ 90684 h 205641"/>
                <a:gd name="connsiteX3" fmla="*/ 342103 w 1096122"/>
                <a:gd name="connsiteY3" fmla="*/ 40690 h 205641"/>
                <a:gd name="connsiteX4" fmla="*/ 447057 w 1096122"/>
                <a:gd name="connsiteY4" fmla="*/ 8770 h 205641"/>
                <a:gd name="connsiteX5" fmla="*/ 533985 w 1096122"/>
                <a:gd name="connsiteY5" fmla="*/ 54785 h 205641"/>
                <a:gd name="connsiteX6" fmla="*/ 601948 w 1096122"/>
                <a:gd name="connsiteY6" fmla="*/ 583 h 205641"/>
                <a:gd name="connsiteX7" fmla="*/ 741981 w 1096122"/>
                <a:gd name="connsiteY7" fmla="*/ 27276 h 205641"/>
                <a:gd name="connsiteX8" fmla="*/ 881756 w 1096122"/>
                <a:gd name="connsiteY8" fmla="*/ 59423 h 205641"/>
                <a:gd name="connsiteX9" fmla="*/ 986227 w 1096122"/>
                <a:gd name="connsiteY9" fmla="*/ 80896 h 205641"/>
                <a:gd name="connsiteX10" fmla="*/ 1093622 w 1096122"/>
                <a:gd name="connsiteY10" fmla="*/ 105564 h 205641"/>
                <a:gd name="connsiteX11" fmla="*/ 872641 w 1096122"/>
                <a:gd name="connsiteY11" fmla="*/ 147501 h 205641"/>
                <a:gd name="connsiteX12" fmla="*/ 755554 w 1096122"/>
                <a:gd name="connsiteY12" fmla="*/ 158439 h 205641"/>
                <a:gd name="connsiteX13" fmla="*/ 620556 w 1096122"/>
                <a:gd name="connsiteY13" fmla="*/ 177453 h 205641"/>
                <a:gd name="connsiteX14" fmla="*/ 550877 w 1096122"/>
                <a:gd name="connsiteY14" fmla="*/ 205514 h 205641"/>
                <a:gd name="connsiteX15" fmla="*/ 480494 w 1096122"/>
                <a:gd name="connsiteY15" fmla="*/ 182196 h 205641"/>
                <a:gd name="connsiteX16" fmla="*/ 337462 w 1096122"/>
                <a:gd name="connsiteY16" fmla="*/ 180183 h 205641"/>
                <a:gd name="connsiteX17" fmla="*/ 175229 w 1096122"/>
                <a:gd name="connsiteY17" fmla="*/ 180334 h 205641"/>
                <a:gd name="connsiteX18" fmla="*/ 1913 w 1096122"/>
                <a:gd name="connsiteY18" fmla="*/ 174146 h 205641"/>
                <a:gd name="connsiteX0" fmla="*/ 1001 w 1095210"/>
                <a:gd name="connsiteY0" fmla="*/ 174146 h 205641"/>
                <a:gd name="connsiteX1" fmla="*/ 106167 w 1095210"/>
                <a:gd name="connsiteY1" fmla="*/ 130721 h 205641"/>
                <a:gd name="connsiteX2" fmla="*/ 205146 w 1095210"/>
                <a:gd name="connsiteY2" fmla="*/ 90684 h 205641"/>
                <a:gd name="connsiteX3" fmla="*/ 341191 w 1095210"/>
                <a:gd name="connsiteY3" fmla="*/ 40690 h 205641"/>
                <a:gd name="connsiteX4" fmla="*/ 446145 w 1095210"/>
                <a:gd name="connsiteY4" fmla="*/ 8770 h 205641"/>
                <a:gd name="connsiteX5" fmla="*/ 533073 w 1095210"/>
                <a:gd name="connsiteY5" fmla="*/ 54785 h 205641"/>
                <a:gd name="connsiteX6" fmla="*/ 601036 w 1095210"/>
                <a:gd name="connsiteY6" fmla="*/ 583 h 205641"/>
                <a:gd name="connsiteX7" fmla="*/ 741069 w 1095210"/>
                <a:gd name="connsiteY7" fmla="*/ 27276 h 205641"/>
                <a:gd name="connsiteX8" fmla="*/ 880844 w 1095210"/>
                <a:gd name="connsiteY8" fmla="*/ 59423 h 205641"/>
                <a:gd name="connsiteX9" fmla="*/ 985315 w 1095210"/>
                <a:gd name="connsiteY9" fmla="*/ 80896 h 205641"/>
                <a:gd name="connsiteX10" fmla="*/ 1092710 w 1095210"/>
                <a:gd name="connsiteY10" fmla="*/ 105564 h 205641"/>
                <a:gd name="connsiteX11" fmla="*/ 871729 w 1095210"/>
                <a:gd name="connsiteY11" fmla="*/ 147501 h 205641"/>
                <a:gd name="connsiteX12" fmla="*/ 754642 w 1095210"/>
                <a:gd name="connsiteY12" fmla="*/ 158439 h 205641"/>
                <a:gd name="connsiteX13" fmla="*/ 619644 w 1095210"/>
                <a:gd name="connsiteY13" fmla="*/ 177453 h 205641"/>
                <a:gd name="connsiteX14" fmla="*/ 549965 w 1095210"/>
                <a:gd name="connsiteY14" fmla="*/ 205514 h 205641"/>
                <a:gd name="connsiteX15" fmla="*/ 479582 w 1095210"/>
                <a:gd name="connsiteY15" fmla="*/ 182196 h 205641"/>
                <a:gd name="connsiteX16" fmla="*/ 336550 w 1095210"/>
                <a:gd name="connsiteY16" fmla="*/ 180183 h 205641"/>
                <a:gd name="connsiteX17" fmla="*/ 174317 w 1095210"/>
                <a:gd name="connsiteY17" fmla="*/ 180334 h 205641"/>
                <a:gd name="connsiteX18" fmla="*/ 1001 w 1095210"/>
                <a:gd name="connsiteY18" fmla="*/ 174146 h 205641"/>
                <a:gd name="connsiteX0" fmla="*/ 1001 w 1095210"/>
                <a:gd name="connsiteY0" fmla="*/ 174146 h 205641"/>
                <a:gd name="connsiteX1" fmla="*/ 106167 w 1095210"/>
                <a:gd name="connsiteY1" fmla="*/ 130721 h 205641"/>
                <a:gd name="connsiteX2" fmla="*/ 217830 w 1095210"/>
                <a:gd name="connsiteY2" fmla="*/ 90056 h 205641"/>
                <a:gd name="connsiteX3" fmla="*/ 341191 w 1095210"/>
                <a:gd name="connsiteY3" fmla="*/ 40690 h 205641"/>
                <a:gd name="connsiteX4" fmla="*/ 446145 w 1095210"/>
                <a:gd name="connsiteY4" fmla="*/ 8770 h 205641"/>
                <a:gd name="connsiteX5" fmla="*/ 533073 w 1095210"/>
                <a:gd name="connsiteY5" fmla="*/ 54785 h 205641"/>
                <a:gd name="connsiteX6" fmla="*/ 601036 w 1095210"/>
                <a:gd name="connsiteY6" fmla="*/ 583 h 205641"/>
                <a:gd name="connsiteX7" fmla="*/ 741069 w 1095210"/>
                <a:gd name="connsiteY7" fmla="*/ 27276 h 205641"/>
                <a:gd name="connsiteX8" fmla="*/ 880844 w 1095210"/>
                <a:gd name="connsiteY8" fmla="*/ 59423 h 205641"/>
                <a:gd name="connsiteX9" fmla="*/ 985315 w 1095210"/>
                <a:gd name="connsiteY9" fmla="*/ 80896 h 205641"/>
                <a:gd name="connsiteX10" fmla="*/ 1092710 w 1095210"/>
                <a:gd name="connsiteY10" fmla="*/ 105564 h 205641"/>
                <a:gd name="connsiteX11" fmla="*/ 871729 w 1095210"/>
                <a:gd name="connsiteY11" fmla="*/ 147501 h 205641"/>
                <a:gd name="connsiteX12" fmla="*/ 754642 w 1095210"/>
                <a:gd name="connsiteY12" fmla="*/ 158439 h 205641"/>
                <a:gd name="connsiteX13" fmla="*/ 619644 w 1095210"/>
                <a:gd name="connsiteY13" fmla="*/ 177453 h 205641"/>
                <a:gd name="connsiteX14" fmla="*/ 549965 w 1095210"/>
                <a:gd name="connsiteY14" fmla="*/ 205514 h 205641"/>
                <a:gd name="connsiteX15" fmla="*/ 479582 w 1095210"/>
                <a:gd name="connsiteY15" fmla="*/ 182196 h 205641"/>
                <a:gd name="connsiteX16" fmla="*/ 336550 w 1095210"/>
                <a:gd name="connsiteY16" fmla="*/ 180183 h 205641"/>
                <a:gd name="connsiteX17" fmla="*/ 174317 w 1095210"/>
                <a:gd name="connsiteY17" fmla="*/ 180334 h 205641"/>
                <a:gd name="connsiteX18" fmla="*/ 1001 w 1095210"/>
                <a:gd name="connsiteY18" fmla="*/ 174146 h 205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95210" h="205641">
                  <a:moveTo>
                    <a:pt x="1001" y="174146"/>
                  </a:moveTo>
                  <a:cubicBezTo>
                    <a:pt x="-10357" y="165877"/>
                    <a:pt x="78168" y="145040"/>
                    <a:pt x="106167" y="130721"/>
                  </a:cubicBezTo>
                  <a:cubicBezTo>
                    <a:pt x="134166" y="116402"/>
                    <a:pt x="178659" y="105061"/>
                    <a:pt x="217830" y="90056"/>
                  </a:cubicBezTo>
                  <a:cubicBezTo>
                    <a:pt x="257001" y="75051"/>
                    <a:pt x="301656" y="59963"/>
                    <a:pt x="341191" y="40690"/>
                  </a:cubicBezTo>
                  <a:cubicBezTo>
                    <a:pt x="387382" y="27446"/>
                    <a:pt x="414165" y="6421"/>
                    <a:pt x="446145" y="8770"/>
                  </a:cubicBezTo>
                  <a:cubicBezTo>
                    <a:pt x="478125" y="11119"/>
                    <a:pt x="507258" y="56149"/>
                    <a:pt x="533073" y="54785"/>
                  </a:cubicBezTo>
                  <a:cubicBezTo>
                    <a:pt x="558888" y="53421"/>
                    <a:pt x="566370" y="5168"/>
                    <a:pt x="601036" y="583"/>
                  </a:cubicBezTo>
                  <a:cubicBezTo>
                    <a:pt x="635702" y="-4002"/>
                    <a:pt x="691720" y="19723"/>
                    <a:pt x="741069" y="27276"/>
                  </a:cubicBezTo>
                  <a:cubicBezTo>
                    <a:pt x="790418" y="34829"/>
                    <a:pt x="840136" y="50486"/>
                    <a:pt x="880844" y="59423"/>
                  </a:cubicBezTo>
                  <a:cubicBezTo>
                    <a:pt x="921552" y="68360"/>
                    <a:pt x="952718" y="70952"/>
                    <a:pt x="985315" y="80896"/>
                  </a:cubicBezTo>
                  <a:cubicBezTo>
                    <a:pt x="1017912" y="90840"/>
                    <a:pt x="1111641" y="94463"/>
                    <a:pt x="1092710" y="105564"/>
                  </a:cubicBezTo>
                  <a:cubicBezTo>
                    <a:pt x="1073779" y="116665"/>
                    <a:pt x="928074" y="138689"/>
                    <a:pt x="871729" y="147501"/>
                  </a:cubicBezTo>
                  <a:cubicBezTo>
                    <a:pt x="815384" y="156313"/>
                    <a:pt x="796656" y="153447"/>
                    <a:pt x="754642" y="158439"/>
                  </a:cubicBezTo>
                  <a:cubicBezTo>
                    <a:pt x="712628" y="163431"/>
                    <a:pt x="653757" y="169607"/>
                    <a:pt x="619644" y="177453"/>
                  </a:cubicBezTo>
                  <a:cubicBezTo>
                    <a:pt x="585531" y="185299"/>
                    <a:pt x="580673" y="203653"/>
                    <a:pt x="549965" y="205514"/>
                  </a:cubicBezTo>
                  <a:cubicBezTo>
                    <a:pt x="519257" y="207375"/>
                    <a:pt x="513124" y="188284"/>
                    <a:pt x="479582" y="182196"/>
                  </a:cubicBezTo>
                  <a:cubicBezTo>
                    <a:pt x="446040" y="176108"/>
                    <a:pt x="387427" y="180493"/>
                    <a:pt x="336550" y="180183"/>
                  </a:cubicBezTo>
                  <a:cubicBezTo>
                    <a:pt x="285673" y="179873"/>
                    <a:pt x="228464" y="181693"/>
                    <a:pt x="174317" y="180334"/>
                  </a:cubicBezTo>
                  <a:cubicBezTo>
                    <a:pt x="115945" y="180420"/>
                    <a:pt x="12359" y="182415"/>
                    <a:pt x="1001" y="174146"/>
                  </a:cubicBezTo>
                  <a:close/>
                </a:path>
              </a:pathLst>
            </a:custGeom>
            <a:gradFill>
              <a:gsLst>
                <a:gs pos="89000">
                  <a:srgbClr val="F7C6BF"/>
                </a:gs>
                <a:gs pos="52000">
                  <a:srgbClr val="F7A8A5"/>
                </a:gs>
                <a:gs pos="33000">
                  <a:srgbClr val="F6A4A4"/>
                </a:gs>
              </a:gsLst>
              <a:lin ang="16200000" scaled="1"/>
            </a:gradFill>
            <a:ln>
              <a:solidFill>
                <a:srgbClr val="FF65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1371774F-4EEE-4BAF-9548-EF38AE5572D1}"/>
              </a:ext>
            </a:extLst>
          </p:cNvPr>
          <p:cNvSpPr txBox="1"/>
          <p:nvPr/>
        </p:nvSpPr>
        <p:spPr>
          <a:xfrm>
            <a:off x="2706528" y="3425663"/>
            <a:ext cx="532987" cy="27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0B0F0"/>
                </a:solidFill>
              </a:rPr>
              <a:t>PEEP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7A53A8A-05B1-46DB-B6EB-A31F713C3390}"/>
              </a:ext>
            </a:extLst>
          </p:cNvPr>
          <p:cNvSpPr txBox="1"/>
          <p:nvPr/>
        </p:nvSpPr>
        <p:spPr>
          <a:xfrm>
            <a:off x="3538680" y="97493"/>
            <a:ext cx="5437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High Flow Nasal Cannula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2962A6C-86B0-439B-A9E7-4177FF642CC5}"/>
              </a:ext>
            </a:extLst>
          </p:cNvPr>
          <p:cNvSpPr/>
          <p:nvPr/>
        </p:nvSpPr>
        <p:spPr>
          <a:xfrm flipH="1">
            <a:off x="6150625" y="4668388"/>
            <a:ext cx="6020296" cy="1015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33363" indent="-174625">
              <a:buFont typeface="Arial" panose="020B0604020202020204" pitchFamily="34" charset="0"/>
              <a:buChar char="•"/>
            </a:pPr>
            <a:r>
              <a:rPr lang="en-US" sz="2000" dirty="0"/>
              <a:t>Adjustable FiO</a:t>
            </a:r>
            <a:r>
              <a:rPr lang="en-US" sz="2000" baseline="-25000" dirty="0"/>
              <a:t>2</a:t>
            </a:r>
            <a:r>
              <a:rPr lang="en-US" sz="2000" dirty="0"/>
              <a:t> and flow rate.</a:t>
            </a:r>
          </a:p>
          <a:p>
            <a:pPr marL="233363" indent="-174625">
              <a:buFont typeface="Arial" panose="020B0604020202020204" pitchFamily="34" charset="0"/>
              <a:buChar char="•"/>
            </a:pPr>
            <a:r>
              <a:rPr lang="en-US" sz="2000" dirty="0"/>
              <a:t>Maximum flow rate is ~ 60 L/min and maximum effective FiO</a:t>
            </a:r>
            <a:r>
              <a:rPr lang="en-US" sz="2000" baseline="-25000" dirty="0"/>
              <a:t>2</a:t>
            </a:r>
            <a:r>
              <a:rPr lang="en-US" sz="2000" dirty="0"/>
              <a:t> is near 100%. 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2B612C3-5A50-4C59-A631-669E37D83712}"/>
              </a:ext>
            </a:extLst>
          </p:cNvPr>
          <p:cNvGrpSpPr/>
          <p:nvPr/>
        </p:nvGrpSpPr>
        <p:grpSpPr>
          <a:xfrm>
            <a:off x="2480010" y="3714695"/>
            <a:ext cx="1946378" cy="768082"/>
            <a:chOff x="2073302" y="3714694"/>
            <a:chExt cx="1993165" cy="777627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816978A7-BFED-4DEC-AEFA-3888E6E2EB7B}"/>
                </a:ext>
              </a:extLst>
            </p:cNvPr>
            <p:cNvGrpSpPr/>
            <p:nvPr/>
          </p:nvGrpSpPr>
          <p:grpSpPr>
            <a:xfrm>
              <a:off x="2073302" y="3876362"/>
              <a:ext cx="1993165" cy="615959"/>
              <a:chOff x="2203931" y="4036019"/>
              <a:chExt cx="1993165" cy="615959"/>
            </a:xfrm>
          </p:grpSpPr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6B9C268F-B40D-49B1-9EF9-E65B73128A24}"/>
                  </a:ext>
                </a:extLst>
              </p:cNvPr>
              <p:cNvSpPr/>
              <p:nvPr/>
            </p:nvSpPr>
            <p:spPr>
              <a:xfrm>
                <a:off x="2203931" y="4036019"/>
                <a:ext cx="1993165" cy="587108"/>
              </a:xfrm>
              <a:custGeom>
                <a:avLst/>
                <a:gdLst>
                  <a:gd name="connsiteX0" fmla="*/ 63359 w 3912681"/>
                  <a:gd name="connsiteY0" fmla="*/ 39711 h 1526339"/>
                  <a:gd name="connsiteX1" fmla="*/ 435892 w 3912681"/>
                  <a:gd name="connsiteY1" fmla="*/ 361444 h 1526339"/>
                  <a:gd name="connsiteX2" fmla="*/ 1028559 w 3912681"/>
                  <a:gd name="connsiteY2" fmla="*/ 903311 h 1526339"/>
                  <a:gd name="connsiteX3" fmla="*/ 1705892 w 3912681"/>
                  <a:gd name="connsiteY3" fmla="*/ 1377444 h 1526339"/>
                  <a:gd name="connsiteX4" fmla="*/ 1731292 w 3912681"/>
                  <a:gd name="connsiteY4" fmla="*/ 1199644 h 1526339"/>
                  <a:gd name="connsiteX5" fmla="*/ 1849825 w 3912681"/>
                  <a:gd name="connsiteY5" fmla="*/ 1148844 h 1526339"/>
                  <a:gd name="connsiteX6" fmla="*/ 1866759 w 3912681"/>
                  <a:gd name="connsiteY6" fmla="*/ 1352044 h 1526339"/>
                  <a:gd name="connsiteX7" fmla="*/ 2264692 w 3912681"/>
                  <a:gd name="connsiteY7" fmla="*/ 1436711 h 1526339"/>
                  <a:gd name="connsiteX8" fmla="*/ 2273159 w 3912681"/>
                  <a:gd name="connsiteY8" fmla="*/ 1157311 h 1526339"/>
                  <a:gd name="connsiteX9" fmla="*/ 2383225 w 3912681"/>
                  <a:gd name="connsiteY9" fmla="*/ 1148844 h 1526339"/>
                  <a:gd name="connsiteX10" fmla="*/ 2366292 w 3912681"/>
                  <a:gd name="connsiteY10" fmla="*/ 1385911 h 1526339"/>
                  <a:gd name="connsiteX11" fmla="*/ 2882759 w 3912681"/>
                  <a:gd name="connsiteY11" fmla="*/ 1275844 h 1526339"/>
                  <a:gd name="connsiteX12" fmla="*/ 3712492 w 3912681"/>
                  <a:gd name="connsiteY12" fmla="*/ 293711 h 1526339"/>
                  <a:gd name="connsiteX13" fmla="*/ 3822559 w 3912681"/>
                  <a:gd name="connsiteY13" fmla="*/ 22778 h 1526339"/>
                  <a:gd name="connsiteX14" fmla="*/ 3907225 w 3912681"/>
                  <a:gd name="connsiteY14" fmla="*/ 73578 h 1526339"/>
                  <a:gd name="connsiteX15" fmla="*/ 3661692 w 3912681"/>
                  <a:gd name="connsiteY15" fmla="*/ 539244 h 1526339"/>
                  <a:gd name="connsiteX16" fmla="*/ 2891225 w 3912681"/>
                  <a:gd name="connsiteY16" fmla="*/ 1377444 h 1526339"/>
                  <a:gd name="connsiteX17" fmla="*/ 2332425 w 3912681"/>
                  <a:gd name="connsiteY17" fmla="*/ 1479044 h 1526339"/>
                  <a:gd name="connsiteX18" fmla="*/ 1680492 w 3912681"/>
                  <a:gd name="connsiteY18" fmla="*/ 1470578 h 1526339"/>
                  <a:gd name="connsiteX19" fmla="*/ 791492 w 3912681"/>
                  <a:gd name="connsiteY19" fmla="*/ 810178 h 1526339"/>
                  <a:gd name="connsiteX20" fmla="*/ 181892 w 3912681"/>
                  <a:gd name="connsiteY20" fmla="*/ 225978 h 1526339"/>
                  <a:gd name="connsiteX21" fmla="*/ 12559 w 3912681"/>
                  <a:gd name="connsiteY21" fmla="*/ 124378 h 1526339"/>
                  <a:gd name="connsiteX22" fmla="*/ 63359 w 3912681"/>
                  <a:gd name="connsiteY22" fmla="*/ 39711 h 1526339"/>
                  <a:gd name="connsiteX0" fmla="*/ 43658 w 3892980"/>
                  <a:gd name="connsiteY0" fmla="*/ 39711 h 1526339"/>
                  <a:gd name="connsiteX1" fmla="*/ 416191 w 3892980"/>
                  <a:gd name="connsiteY1" fmla="*/ 361444 h 1526339"/>
                  <a:gd name="connsiteX2" fmla="*/ 1008858 w 3892980"/>
                  <a:gd name="connsiteY2" fmla="*/ 903311 h 1526339"/>
                  <a:gd name="connsiteX3" fmla="*/ 1686191 w 3892980"/>
                  <a:gd name="connsiteY3" fmla="*/ 1377444 h 1526339"/>
                  <a:gd name="connsiteX4" fmla="*/ 1711591 w 3892980"/>
                  <a:gd name="connsiteY4" fmla="*/ 1199644 h 1526339"/>
                  <a:gd name="connsiteX5" fmla="*/ 1830124 w 3892980"/>
                  <a:gd name="connsiteY5" fmla="*/ 1148844 h 1526339"/>
                  <a:gd name="connsiteX6" fmla="*/ 1847058 w 3892980"/>
                  <a:gd name="connsiteY6" fmla="*/ 1352044 h 1526339"/>
                  <a:gd name="connsiteX7" fmla="*/ 2244991 w 3892980"/>
                  <a:gd name="connsiteY7" fmla="*/ 1436711 h 1526339"/>
                  <a:gd name="connsiteX8" fmla="*/ 2253458 w 3892980"/>
                  <a:gd name="connsiteY8" fmla="*/ 1157311 h 1526339"/>
                  <a:gd name="connsiteX9" fmla="*/ 2363524 w 3892980"/>
                  <a:gd name="connsiteY9" fmla="*/ 1148844 h 1526339"/>
                  <a:gd name="connsiteX10" fmla="*/ 2346591 w 3892980"/>
                  <a:gd name="connsiteY10" fmla="*/ 1385911 h 1526339"/>
                  <a:gd name="connsiteX11" fmla="*/ 2863058 w 3892980"/>
                  <a:gd name="connsiteY11" fmla="*/ 1275844 h 1526339"/>
                  <a:gd name="connsiteX12" fmla="*/ 3692791 w 3892980"/>
                  <a:gd name="connsiteY12" fmla="*/ 293711 h 1526339"/>
                  <a:gd name="connsiteX13" fmla="*/ 3802858 w 3892980"/>
                  <a:gd name="connsiteY13" fmla="*/ 22778 h 1526339"/>
                  <a:gd name="connsiteX14" fmla="*/ 3887524 w 3892980"/>
                  <a:gd name="connsiteY14" fmla="*/ 73578 h 1526339"/>
                  <a:gd name="connsiteX15" fmla="*/ 3641991 w 3892980"/>
                  <a:gd name="connsiteY15" fmla="*/ 539244 h 1526339"/>
                  <a:gd name="connsiteX16" fmla="*/ 2871524 w 3892980"/>
                  <a:gd name="connsiteY16" fmla="*/ 1377444 h 1526339"/>
                  <a:gd name="connsiteX17" fmla="*/ 2312724 w 3892980"/>
                  <a:gd name="connsiteY17" fmla="*/ 1479044 h 1526339"/>
                  <a:gd name="connsiteX18" fmla="*/ 1660791 w 3892980"/>
                  <a:gd name="connsiteY18" fmla="*/ 1470578 h 1526339"/>
                  <a:gd name="connsiteX19" fmla="*/ 771791 w 3892980"/>
                  <a:gd name="connsiteY19" fmla="*/ 810178 h 1526339"/>
                  <a:gd name="connsiteX20" fmla="*/ 162191 w 3892980"/>
                  <a:gd name="connsiteY20" fmla="*/ 225978 h 1526339"/>
                  <a:gd name="connsiteX21" fmla="*/ 22491 w 3892980"/>
                  <a:gd name="connsiteY21" fmla="*/ 137078 h 1526339"/>
                  <a:gd name="connsiteX22" fmla="*/ 43658 w 3892980"/>
                  <a:gd name="connsiteY22" fmla="*/ 39711 h 1526339"/>
                  <a:gd name="connsiteX0" fmla="*/ 64905 w 3876127"/>
                  <a:gd name="connsiteY0" fmla="*/ 18544 h 1526339"/>
                  <a:gd name="connsiteX1" fmla="*/ 399338 w 3876127"/>
                  <a:gd name="connsiteY1" fmla="*/ 361444 h 1526339"/>
                  <a:gd name="connsiteX2" fmla="*/ 992005 w 3876127"/>
                  <a:gd name="connsiteY2" fmla="*/ 903311 h 1526339"/>
                  <a:gd name="connsiteX3" fmla="*/ 1669338 w 3876127"/>
                  <a:gd name="connsiteY3" fmla="*/ 1377444 h 1526339"/>
                  <a:gd name="connsiteX4" fmla="*/ 1694738 w 3876127"/>
                  <a:gd name="connsiteY4" fmla="*/ 1199644 h 1526339"/>
                  <a:gd name="connsiteX5" fmla="*/ 1813271 w 3876127"/>
                  <a:gd name="connsiteY5" fmla="*/ 1148844 h 1526339"/>
                  <a:gd name="connsiteX6" fmla="*/ 1830205 w 3876127"/>
                  <a:gd name="connsiteY6" fmla="*/ 1352044 h 1526339"/>
                  <a:gd name="connsiteX7" fmla="*/ 2228138 w 3876127"/>
                  <a:gd name="connsiteY7" fmla="*/ 1436711 h 1526339"/>
                  <a:gd name="connsiteX8" fmla="*/ 2236605 w 3876127"/>
                  <a:gd name="connsiteY8" fmla="*/ 1157311 h 1526339"/>
                  <a:gd name="connsiteX9" fmla="*/ 2346671 w 3876127"/>
                  <a:gd name="connsiteY9" fmla="*/ 1148844 h 1526339"/>
                  <a:gd name="connsiteX10" fmla="*/ 2329738 w 3876127"/>
                  <a:gd name="connsiteY10" fmla="*/ 1385911 h 1526339"/>
                  <a:gd name="connsiteX11" fmla="*/ 2846205 w 3876127"/>
                  <a:gd name="connsiteY11" fmla="*/ 1275844 h 1526339"/>
                  <a:gd name="connsiteX12" fmla="*/ 3675938 w 3876127"/>
                  <a:gd name="connsiteY12" fmla="*/ 293711 h 1526339"/>
                  <a:gd name="connsiteX13" fmla="*/ 3786005 w 3876127"/>
                  <a:gd name="connsiteY13" fmla="*/ 22778 h 1526339"/>
                  <a:gd name="connsiteX14" fmla="*/ 3870671 w 3876127"/>
                  <a:gd name="connsiteY14" fmla="*/ 73578 h 1526339"/>
                  <a:gd name="connsiteX15" fmla="*/ 3625138 w 3876127"/>
                  <a:gd name="connsiteY15" fmla="*/ 539244 h 1526339"/>
                  <a:gd name="connsiteX16" fmla="*/ 2854671 w 3876127"/>
                  <a:gd name="connsiteY16" fmla="*/ 1377444 h 1526339"/>
                  <a:gd name="connsiteX17" fmla="*/ 2295871 w 3876127"/>
                  <a:gd name="connsiteY17" fmla="*/ 1479044 h 1526339"/>
                  <a:gd name="connsiteX18" fmla="*/ 1643938 w 3876127"/>
                  <a:gd name="connsiteY18" fmla="*/ 1470578 h 1526339"/>
                  <a:gd name="connsiteX19" fmla="*/ 754938 w 3876127"/>
                  <a:gd name="connsiteY19" fmla="*/ 810178 h 1526339"/>
                  <a:gd name="connsiteX20" fmla="*/ 145338 w 3876127"/>
                  <a:gd name="connsiteY20" fmla="*/ 225978 h 1526339"/>
                  <a:gd name="connsiteX21" fmla="*/ 5638 w 3876127"/>
                  <a:gd name="connsiteY21" fmla="*/ 137078 h 1526339"/>
                  <a:gd name="connsiteX22" fmla="*/ 64905 w 3876127"/>
                  <a:gd name="connsiteY22" fmla="*/ 18544 h 1526339"/>
                  <a:gd name="connsiteX0" fmla="*/ 54569 w 3865791"/>
                  <a:gd name="connsiteY0" fmla="*/ 18544 h 1526339"/>
                  <a:gd name="connsiteX1" fmla="*/ 389002 w 3865791"/>
                  <a:gd name="connsiteY1" fmla="*/ 361444 h 1526339"/>
                  <a:gd name="connsiteX2" fmla="*/ 981669 w 3865791"/>
                  <a:gd name="connsiteY2" fmla="*/ 903311 h 1526339"/>
                  <a:gd name="connsiteX3" fmla="*/ 1659002 w 3865791"/>
                  <a:gd name="connsiteY3" fmla="*/ 1377444 h 1526339"/>
                  <a:gd name="connsiteX4" fmla="*/ 1684402 w 3865791"/>
                  <a:gd name="connsiteY4" fmla="*/ 1199644 h 1526339"/>
                  <a:gd name="connsiteX5" fmla="*/ 1802935 w 3865791"/>
                  <a:gd name="connsiteY5" fmla="*/ 1148844 h 1526339"/>
                  <a:gd name="connsiteX6" fmla="*/ 1819869 w 3865791"/>
                  <a:gd name="connsiteY6" fmla="*/ 1352044 h 1526339"/>
                  <a:gd name="connsiteX7" fmla="*/ 2217802 w 3865791"/>
                  <a:gd name="connsiteY7" fmla="*/ 1436711 h 1526339"/>
                  <a:gd name="connsiteX8" fmla="*/ 2226269 w 3865791"/>
                  <a:gd name="connsiteY8" fmla="*/ 1157311 h 1526339"/>
                  <a:gd name="connsiteX9" fmla="*/ 2336335 w 3865791"/>
                  <a:gd name="connsiteY9" fmla="*/ 1148844 h 1526339"/>
                  <a:gd name="connsiteX10" fmla="*/ 2319402 w 3865791"/>
                  <a:gd name="connsiteY10" fmla="*/ 1385911 h 1526339"/>
                  <a:gd name="connsiteX11" fmla="*/ 2835869 w 3865791"/>
                  <a:gd name="connsiteY11" fmla="*/ 1275844 h 1526339"/>
                  <a:gd name="connsiteX12" fmla="*/ 3665602 w 3865791"/>
                  <a:gd name="connsiteY12" fmla="*/ 293711 h 1526339"/>
                  <a:gd name="connsiteX13" fmla="*/ 3775669 w 3865791"/>
                  <a:gd name="connsiteY13" fmla="*/ 22778 h 1526339"/>
                  <a:gd name="connsiteX14" fmla="*/ 3860335 w 3865791"/>
                  <a:gd name="connsiteY14" fmla="*/ 73578 h 1526339"/>
                  <a:gd name="connsiteX15" fmla="*/ 3614802 w 3865791"/>
                  <a:gd name="connsiteY15" fmla="*/ 539244 h 1526339"/>
                  <a:gd name="connsiteX16" fmla="*/ 2844335 w 3865791"/>
                  <a:gd name="connsiteY16" fmla="*/ 1377444 h 1526339"/>
                  <a:gd name="connsiteX17" fmla="*/ 2285535 w 3865791"/>
                  <a:gd name="connsiteY17" fmla="*/ 1479044 h 1526339"/>
                  <a:gd name="connsiteX18" fmla="*/ 1633602 w 3865791"/>
                  <a:gd name="connsiteY18" fmla="*/ 1470578 h 1526339"/>
                  <a:gd name="connsiteX19" fmla="*/ 744602 w 3865791"/>
                  <a:gd name="connsiteY19" fmla="*/ 810178 h 1526339"/>
                  <a:gd name="connsiteX20" fmla="*/ 135002 w 3865791"/>
                  <a:gd name="connsiteY20" fmla="*/ 225978 h 1526339"/>
                  <a:gd name="connsiteX21" fmla="*/ 8002 w 3865791"/>
                  <a:gd name="connsiteY21" fmla="*/ 111678 h 1526339"/>
                  <a:gd name="connsiteX22" fmla="*/ 54569 w 3865791"/>
                  <a:gd name="connsiteY22" fmla="*/ 18544 h 1526339"/>
                  <a:gd name="connsiteX0" fmla="*/ 31567 w 3842789"/>
                  <a:gd name="connsiteY0" fmla="*/ 18544 h 1526339"/>
                  <a:gd name="connsiteX1" fmla="*/ 366000 w 3842789"/>
                  <a:gd name="connsiteY1" fmla="*/ 361444 h 1526339"/>
                  <a:gd name="connsiteX2" fmla="*/ 958667 w 3842789"/>
                  <a:gd name="connsiteY2" fmla="*/ 903311 h 1526339"/>
                  <a:gd name="connsiteX3" fmla="*/ 1636000 w 3842789"/>
                  <a:gd name="connsiteY3" fmla="*/ 1377444 h 1526339"/>
                  <a:gd name="connsiteX4" fmla="*/ 1661400 w 3842789"/>
                  <a:gd name="connsiteY4" fmla="*/ 1199644 h 1526339"/>
                  <a:gd name="connsiteX5" fmla="*/ 1779933 w 3842789"/>
                  <a:gd name="connsiteY5" fmla="*/ 1148844 h 1526339"/>
                  <a:gd name="connsiteX6" fmla="*/ 1796867 w 3842789"/>
                  <a:gd name="connsiteY6" fmla="*/ 1352044 h 1526339"/>
                  <a:gd name="connsiteX7" fmla="*/ 2194800 w 3842789"/>
                  <a:gd name="connsiteY7" fmla="*/ 1436711 h 1526339"/>
                  <a:gd name="connsiteX8" fmla="*/ 2203267 w 3842789"/>
                  <a:gd name="connsiteY8" fmla="*/ 1157311 h 1526339"/>
                  <a:gd name="connsiteX9" fmla="*/ 2313333 w 3842789"/>
                  <a:gd name="connsiteY9" fmla="*/ 1148844 h 1526339"/>
                  <a:gd name="connsiteX10" fmla="*/ 2296400 w 3842789"/>
                  <a:gd name="connsiteY10" fmla="*/ 1385911 h 1526339"/>
                  <a:gd name="connsiteX11" fmla="*/ 2812867 w 3842789"/>
                  <a:gd name="connsiteY11" fmla="*/ 1275844 h 1526339"/>
                  <a:gd name="connsiteX12" fmla="*/ 3642600 w 3842789"/>
                  <a:gd name="connsiteY12" fmla="*/ 293711 h 1526339"/>
                  <a:gd name="connsiteX13" fmla="*/ 3752667 w 3842789"/>
                  <a:gd name="connsiteY13" fmla="*/ 22778 h 1526339"/>
                  <a:gd name="connsiteX14" fmla="*/ 3837333 w 3842789"/>
                  <a:gd name="connsiteY14" fmla="*/ 73578 h 1526339"/>
                  <a:gd name="connsiteX15" fmla="*/ 3591800 w 3842789"/>
                  <a:gd name="connsiteY15" fmla="*/ 539244 h 1526339"/>
                  <a:gd name="connsiteX16" fmla="*/ 2821333 w 3842789"/>
                  <a:gd name="connsiteY16" fmla="*/ 1377444 h 1526339"/>
                  <a:gd name="connsiteX17" fmla="*/ 2262533 w 3842789"/>
                  <a:gd name="connsiteY17" fmla="*/ 1479044 h 1526339"/>
                  <a:gd name="connsiteX18" fmla="*/ 1610600 w 3842789"/>
                  <a:gd name="connsiteY18" fmla="*/ 1470578 h 1526339"/>
                  <a:gd name="connsiteX19" fmla="*/ 721600 w 3842789"/>
                  <a:gd name="connsiteY19" fmla="*/ 810178 h 1526339"/>
                  <a:gd name="connsiteX20" fmla="*/ 112000 w 3842789"/>
                  <a:gd name="connsiteY20" fmla="*/ 225978 h 1526339"/>
                  <a:gd name="connsiteX21" fmla="*/ 23100 w 3842789"/>
                  <a:gd name="connsiteY21" fmla="*/ 120145 h 1526339"/>
                  <a:gd name="connsiteX22" fmla="*/ 31567 w 3842789"/>
                  <a:gd name="connsiteY22" fmla="*/ 18544 h 1526339"/>
                  <a:gd name="connsiteX0" fmla="*/ 31998 w 3843220"/>
                  <a:gd name="connsiteY0" fmla="*/ 18544 h 1526339"/>
                  <a:gd name="connsiteX1" fmla="*/ 366431 w 3843220"/>
                  <a:gd name="connsiteY1" fmla="*/ 361444 h 1526339"/>
                  <a:gd name="connsiteX2" fmla="*/ 959098 w 3843220"/>
                  <a:gd name="connsiteY2" fmla="*/ 903311 h 1526339"/>
                  <a:gd name="connsiteX3" fmla="*/ 1636431 w 3843220"/>
                  <a:gd name="connsiteY3" fmla="*/ 1377444 h 1526339"/>
                  <a:gd name="connsiteX4" fmla="*/ 1661831 w 3843220"/>
                  <a:gd name="connsiteY4" fmla="*/ 1199644 h 1526339"/>
                  <a:gd name="connsiteX5" fmla="*/ 1780364 w 3843220"/>
                  <a:gd name="connsiteY5" fmla="*/ 1148844 h 1526339"/>
                  <a:gd name="connsiteX6" fmla="*/ 1797298 w 3843220"/>
                  <a:gd name="connsiteY6" fmla="*/ 1352044 h 1526339"/>
                  <a:gd name="connsiteX7" fmla="*/ 2195231 w 3843220"/>
                  <a:gd name="connsiteY7" fmla="*/ 1436711 h 1526339"/>
                  <a:gd name="connsiteX8" fmla="*/ 2203698 w 3843220"/>
                  <a:gd name="connsiteY8" fmla="*/ 1157311 h 1526339"/>
                  <a:gd name="connsiteX9" fmla="*/ 2313764 w 3843220"/>
                  <a:gd name="connsiteY9" fmla="*/ 1148844 h 1526339"/>
                  <a:gd name="connsiteX10" fmla="*/ 2296831 w 3843220"/>
                  <a:gd name="connsiteY10" fmla="*/ 1385911 h 1526339"/>
                  <a:gd name="connsiteX11" fmla="*/ 2813298 w 3843220"/>
                  <a:gd name="connsiteY11" fmla="*/ 1275844 h 1526339"/>
                  <a:gd name="connsiteX12" fmla="*/ 3643031 w 3843220"/>
                  <a:gd name="connsiteY12" fmla="*/ 293711 h 1526339"/>
                  <a:gd name="connsiteX13" fmla="*/ 3753098 w 3843220"/>
                  <a:gd name="connsiteY13" fmla="*/ 22778 h 1526339"/>
                  <a:gd name="connsiteX14" fmla="*/ 3837764 w 3843220"/>
                  <a:gd name="connsiteY14" fmla="*/ 73578 h 1526339"/>
                  <a:gd name="connsiteX15" fmla="*/ 3592231 w 3843220"/>
                  <a:gd name="connsiteY15" fmla="*/ 539244 h 1526339"/>
                  <a:gd name="connsiteX16" fmla="*/ 2821764 w 3843220"/>
                  <a:gd name="connsiteY16" fmla="*/ 1377444 h 1526339"/>
                  <a:gd name="connsiteX17" fmla="*/ 2262964 w 3843220"/>
                  <a:gd name="connsiteY17" fmla="*/ 1479044 h 1526339"/>
                  <a:gd name="connsiteX18" fmla="*/ 1611031 w 3843220"/>
                  <a:gd name="connsiteY18" fmla="*/ 1470578 h 1526339"/>
                  <a:gd name="connsiteX19" fmla="*/ 722031 w 3843220"/>
                  <a:gd name="connsiteY19" fmla="*/ 810178 h 1526339"/>
                  <a:gd name="connsiteX20" fmla="*/ 120898 w 3843220"/>
                  <a:gd name="connsiteY20" fmla="*/ 276778 h 1526339"/>
                  <a:gd name="connsiteX21" fmla="*/ 23531 w 3843220"/>
                  <a:gd name="connsiteY21" fmla="*/ 120145 h 1526339"/>
                  <a:gd name="connsiteX22" fmla="*/ 31998 w 3843220"/>
                  <a:gd name="connsiteY22" fmla="*/ 18544 h 1526339"/>
                  <a:gd name="connsiteX0" fmla="*/ 47414 w 3858636"/>
                  <a:gd name="connsiteY0" fmla="*/ 18544 h 1526339"/>
                  <a:gd name="connsiteX1" fmla="*/ 381847 w 3858636"/>
                  <a:gd name="connsiteY1" fmla="*/ 361444 h 1526339"/>
                  <a:gd name="connsiteX2" fmla="*/ 974514 w 3858636"/>
                  <a:gd name="connsiteY2" fmla="*/ 903311 h 1526339"/>
                  <a:gd name="connsiteX3" fmla="*/ 1651847 w 3858636"/>
                  <a:gd name="connsiteY3" fmla="*/ 1377444 h 1526339"/>
                  <a:gd name="connsiteX4" fmla="*/ 1677247 w 3858636"/>
                  <a:gd name="connsiteY4" fmla="*/ 1199644 h 1526339"/>
                  <a:gd name="connsiteX5" fmla="*/ 1795780 w 3858636"/>
                  <a:gd name="connsiteY5" fmla="*/ 1148844 h 1526339"/>
                  <a:gd name="connsiteX6" fmla="*/ 1812714 w 3858636"/>
                  <a:gd name="connsiteY6" fmla="*/ 1352044 h 1526339"/>
                  <a:gd name="connsiteX7" fmla="*/ 2210647 w 3858636"/>
                  <a:gd name="connsiteY7" fmla="*/ 1436711 h 1526339"/>
                  <a:gd name="connsiteX8" fmla="*/ 2219114 w 3858636"/>
                  <a:gd name="connsiteY8" fmla="*/ 1157311 h 1526339"/>
                  <a:gd name="connsiteX9" fmla="*/ 2329180 w 3858636"/>
                  <a:gd name="connsiteY9" fmla="*/ 1148844 h 1526339"/>
                  <a:gd name="connsiteX10" fmla="*/ 2312247 w 3858636"/>
                  <a:gd name="connsiteY10" fmla="*/ 1385911 h 1526339"/>
                  <a:gd name="connsiteX11" fmla="*/ 2828714 w 3858636"/>
                  <a:gd name="connsiteY11" fmla="*/ 1275844 h 1526339"/>
                  <a:gd name="connsiteX12" fmla="*/ 3658447 w 3858636"/>
                  <a:gd name="connsiteY12" fmla="*/ 293711 h 1526339"/>
                  <a:gd name="connsiteX13" fmla="*/ 3768514 w 3858636"/>
                  <a:gd name="connsiteY13" fmla="*/ 22778 h 1526339"/>
                  <a:gd name="connsiteX14" fmla="*/ 3853180 w 3858636"/>
                  <a:gd name="connsiteY14" fmla="*/ 73578 h 1526339"/>
                  <a:gd name="connsiteX15" fmla="*/ 3607647 w 3858636"/>
                  <a:gd name="connsiteY15" fmla="*/ 539244 h 1526339"/>
                  <a:gd name="connsiteX16" fmla="*/ 2837180 w 3858636"/>
                  <a:gd name="connsiteY16" fmla="*/ 1377444 h 1526339"/>
                  <a:gd name="connsiteX17" fmla="*/ 2278380 w 3858636"/>
                  <a:gd name="connsiteY17" fmla="*/ 1479044 h 1526339"/>
                  <a:gd name="connsiteX18" fmla="*/ 1626447 w 3858636"/>
                  <a:gd name="connsiteY18" fmla="*/ 1470578 h 1526339"/>
                  <a:gd name="connsiteX19" fmla="*/ 737447 w 3858636"/>
                  <a:gd name="connsiteY19" fmla="*/ 810178 h 1526339"/>
                  <a:gd name="connsiteX20" fmla="*/ 64348 w 3858636"/>
                  <a:gd name="connsiteY20" fmla="*/ 170945 h 1526339"/>
                  <a:gd name="connsiteX21" fmla="*/ 38947 w 3858636"/>
                  <a:gd name="connsiteY21" fmla="*/ 120145 h 1526339"/>
                  <a:gd name="connsiteX22" fmla="*/ 47414 w 3858636"/>
                  <a:gd name="connsiteY22" fmla="*/ 18544 h 1526339"/>
                  <a:gd name="connsiteX0" fmla="*/ 53357 w 3864579"/>
                  <a:gd name="connsiteY0" fmla="*/ 18544 h 1526339"/>
                  <a:gd name="connsiteX1" fmla="*/ 387790 w 3864579"/>
                  <a:gd name="connsiteY1" fmla="*/ 361444 h 1526339"/>
                  <a:gd name="connsiteX2" fmla="*/ 980457 w 3864579"/>
                  <a:gd name="connsiteY2" fmla="*/ 903311 h 1526339"/>
                  <a:gd name="connsiteX3" fmla="*/ 1657790 w 3864579"/>
                  <a:gd name="connsiteY3" fmla="*/ 1377444 h 1526339"/>
                  <a:gd name="connsiteX4" fmla="*/ 1683190 w 3864579"/>
                  <a:gd name="connsiteY4" fmla="*/ 1199644 h 1526339"/>
                  <a:gd name="connsiteX5" fmla="*/ 1801723 w 3864579"/>
                  <a:gd name="connsiteY5" fmla="*/ 1148844 h 1526339"/>
                  <a:gd name="connsiteX6" fmla="*/ 1818657 w 3864579"/>
                  <a:gd name="connsiteY6" fmla="*/ 1352044 h 1526339"/>
                  <a:gd name="connsiteX7" fmla="*/ 2216590 w 3864579"/>
                  <a:gd name="connsiteY7" fmla="*/ 1436711 h 1526339"/>
                  <a:gd name="connsiteX8" fmla="*/ 2225057 w 3864579"/>
                  <a:gd name="connsiteY8" fmla="*/ 1157311 h 1526339"/>
                  <a:gd name="connsiteX9" fmla="*/ 2335123 w 3864579"/>
                  <a:gd name="connsiteY9" fmla="*/ 1148844 h 1526339"/>
                  <a:gd name="connsiteX10" fmla="*/ 2318190 w 3864579"/>
                  <a:gd name="connsiteY10" fmla="*/ 1385911 h 1526339"/>
                  <a:gd name="connsiteX11" fmla="*/ 2834657 w 3864579"/>
                  <a:gd name="connsiteY11" fmla="*/ 1275844 h 1526339"/>
                  <a:gd name="connsiteX12" fmla="*/ 3664390 w 3864579"/>
                  <a:gd name="connsiteY12" fmla="*/ 293711 h 1526339"/>
                  <a:gd name="connsiteX13" fmla="*/ 3774457 w 3864579"/>
                  <a:gd name="connsiteY13" fmla="*/ 22778 h 1526339"/>
                  <a:gd name="connsiteX14" fmla="*/ 3859123 w 3864579"/>
                  <a:gd name="connsiteY14" fmla="*/ 73578 h 1526339"/>
                  <a:gd name="connsiteX15" fmla="*/ 3613590 w 3864579"/>
                  <a:gd name="connsiteY15" fmla="*/ 539244 h 1526339"/>
                  <a:gd name="connsiteX16" fmla="*/ 2843123 w 3864579"/>
                  <a:gd name="connsiteY16" fmla="*/ 1377444 h 1526339"/>
                  <a:gd name="connsiteX17" fmla="*/ 2284323 w 3864579"/>
                  <a:gd name="connsiteY17" fmla="*/ 1479044 h 1526339"/>
                  <a:gd name="connsiteX18" fmla="*/ 1632390 w 3864579"/>
                  <a:gd name="connsiteY18" fmla="*/ 1470578 h 1526339"/>
                  <a:gd name="connsiteX19" fmla="*/ 743390 w 3864579"/>
                  <a:gd name="connsiteY19" fmla="*/ 810178 h 1526339"/>
                  <a:gd name="connsiteX20" fmla="*/ 70291 w 3864579"/>
                  <a:gd name="connsiteY20" fmla="*/ 170945 h 1526339"/>
                  <a:gd name="connsiteX21" fmla="*/ 27957 w 3864579"/>
                  <a:gd name="connsiteY21" fmla="*/ 103211 h 1526339"/>
                  <a:gd name="connsiteX22" fmla="*/ 53357 w 3864579"/>
                  <a:gd name="connsiteY22" fmla="*/ 18544 h 1526339"/>
                  <a:gd name="connsiteX0" fmla="*/ 60465 w 3871687"/>
                  <a:gd name="connsiteY0" fmla="*/ 18544 h 1526339"/>
                  <a:gd name="connsiteX1" fmla="*/ 394898 w 3871687"/>
                  <a:gd name="connsiteY1" fmla="*/ 361444 h 1526339"/>
                  <a:gd name="connsiteX2" fmla="*/ 987565 w 3871687"/>
                  <a:gd name="connsiteY2" fmla="*/ 903311 h 1526339"/>
                  <a:gd name="connsiteX3" fmla="*/ 1664898 w 3871687"/>
                  <a:gd name="connsiteY3" fmla="*/ 1377444 h 1526339"/>
                  <a:gd name="connsiteX4" fmla="*/ 1690298 w 3871687"/>
                  <a:gd name="connsiteY4" fmla="*/ 1199644 h 1526339"/>
                  <a:gd name="connsiteX5" fmla="*/ 1808831 w 3871687"/>
                  <a:gd name="connsiteY5" fmla="*/ 1148844 h 1526339"/>
                  <a:gd name="connsiteX6" fmla="*/ 1825765 w 3871687"/>
                  <a:gd name="connsiteY6" fmla="*/ 1352044 h 1526339"/>
                  <a:gd name="connsiteX7" fmla="*/ 2223698 w 3871687"/>
                  <a:gd name="connsiteY7" fmla="*/ 1436711 h 1526339"/>
                  <a:gd name="connsiteX8" fmla="*/ 2232165 w 3871687"/>
                  <a:gd name="connsiteY8" fmla="*/ 1157311 h 1526339"/>
                  <a:gd name="connsiteX9" fmla="*/ 2342231 w 3871687"/>
                  <a:gd name="connsiteY9" fmla="*/ 1148844 h 1526339"/>
                  <a:gd name="connsiteX10" fmla="*/ 2325298 w 3871687"/>
                  <a:gd name="connsiteY10" fmla="*/ 1385911 h 1526339"/>
                  <a:gd name="connsiteX11" fmla="*/ 2841765 w 3871687"/>
                  <a:gd name="connsiteY11" fmla="*/ 1275844 h 1526339"/>
                  <a:gd name="connsiteX12" fmla="*/ 3671498 w 3871687"/>
                  <a:gd name="connsiteY12" fmla="*/ 293711 h 1526339"/>
                  <a:gd name="connsiteX13" fmla="*/ 3781565 w 3871687"/>
                  <a:gd name="connsiteY13" fmla="*/ 22778 h 1526339"/>
                  <a:gd name="connsiteX14" fmla="*/ 3866231 w 3871687"/>
                  <a:gd name="connsiteY14" fmla="*/ 73578 h 1526339"/>
                  <a:gd name="connsiteX15" fmla="*/ 3620698 w 3871687"/>
                  <a:gd name="connsiteY15" fmla="*/ 539244 h 1526339"/>
                  <a:gd name="connsiteX16" fmla="*/ 2850231 w 3871687"/>
                  <a:gd name="connsiteY16" fmla="*/ 1377444 h 1526339"/>
                  <a:gd name="connsiteX17" fmla="*/ 2291431 w 3871687"/>
                  <a:gd name="connsiteY17" fmla="*/ 1479044 h 1526339"/>
                  <a:gd name="connsiteX18" fmla="*/ 1639498 w 3871687"/>
                  <a:gd name="connsiteY18" fmla="*/ 1470578 h 1526339"/>
                  <a:gd name="connsiteX19" fmla="*/ 750498 w 3871687"/>
                  <a:gd name="connsiteY19" fmla="*/ 810178 h 1526339"/>
                  <a:gd name="connsiteX20" fmla="*/ 77399 w 3871687"/>
                  <a:gd name="connsiteY20" fmla="*/ 170945 h 1526339"/>
                  <a:gd name="connsiteX21" fmla="*/ 18132 w 3871687"/>
                  <a:gd name="connsiteY21" fmla="*/ 98978 h 1526339"/>
                  <a:gd name="connsiteX22" fmla="*/ 60465 w 3871687"/>
                  <a:gd name="connsiteY22" fmla="*/ 18544 h 1526339"/>
                  <a:gd name="connsiteX0" fmla="*/ 51028 w 3862250"/>
                  <a:gd name="connsiteY0" fmla="*/ 18544 h 1526339"/>
                  <a:gd name="connsiteX1" fmla="*/ 385461 w 3862250"/>
                  <a:gd name="connsiteY1" fmla="*/ 361444 h 1526339"/>
                  <a:gd name="connsiteX2" fmla="*/ 978128 w 3862250"/>
                  <a:gd name="connsiteY2" fmla="*/ 903311 h 1526339"/>
                  <a:gd name="connsiteX3" fmla="*/ 1655461 w 3862250"/>
                  <a:gd name="connsiteY3" fmla="*/ 1377444 h 1526339"/>
                  <a:gd name="connsiteX4" fmla="*/ 1680861 w 3862250"/>
                  <a:gd name="connsiteY4" fmla="*/ 1199644 h 1526339"/>
                  <a:gd name="connsiteX5" fmla="*/ 1799394 w 3862250"/>
                  <a:gd name="connsiteY5" fmla="*/ 1148844 h 1526339"/>
                  <a:gd name="connsiteX6" fmla="*/ 1816328 w 3862250"/>
                  <a:gd name="connsiteY6" fmla="*/ 1352044 h 1526339"/>
                  <a:gd name="connsiteX7" fmla="*/ 2214261 w 3862250"/>
                  <a:gd name="connsiteY7" fmla="*/ 1436711 h 1526339"/>
                  <a:gd name="connsiteX8" fmla="*/ 2222728 w 3862250"/>
                  <a:gd name="connsiteY8" fmla="*/ 1157311 h 1526339"/>
                  <a:gd name="connsiteX9" fmla="*/ 2332794 w 3862250"/>
                  <a:gd name="connsiteY9" fmla="*/ 1148844 h 1526339"/>
                  <a:gd name="connsiteX10" fmla="*/ 2315861 w 3862250"/>
                  <a:gd name="connsiteY10" fmla="*/ 1385911 h 1526339"/>
                  <a:gd name="connsiteX11" fmla="*/ 2832328 w 3862250"/>
                  <a:gd name="connsiteY11" fmla="*/ 1275844 h 1526339"/>
                  <a:gd name="connsiteX12" fmla="*/ 3662061 w 3862250"/>
                  <a:gd name="connsiteY12" fmla="*/ 293711 h 1526339"/>
                  <a:gd name="connsiteX13" fmla="*/ 3772128 w 3862250"/>
                  <a:gd name="connsiteY13" fmla="*/ 22778 h 1526339"/>
                  <a:gd name="connsiteX14" fmla="*/ 3856794 w 3862250"/>
                  <a:gd name="connsiteY14" fmla="*/ 73578 h 1526339"/>
                  <a:gd name="connsiteX15" fmla="*/ 3611261 w 3862250"/>
                  <a:gd name="connsiteY15" fmla="*/ 539244 h 1526339"/>
                  <a:gd name="connsiteX16" fmla="*/ 2840794 w 3862250"/>
                  <a:gd name="connsiteY16" fmla="*/ 1377444 h 1526339"/>
                  <a:gd name="connsiteX17" fmla="*/ 2281994 w 3862250"/>
                  <a:gd name="connsiteY17" fmla="*/ 1479044 h 1526339"/>
                  <a:gd name="connsiteX18" fmla="*/ 1630061 w 3862250"/>
                  <a:gd name="connsiteY18" fmla="*/ 1470578 h 1526339"/>
                  <a:gd name="connsiteX19" fmla="*/ 741061 w 3862250"/>
                  <a:gd name="connsiteY19" fmla="*/ 810178 h 1526339"/>
                  <a:gd name="connsiteX20" fmla="*/ 84895 w 3862250"/>
                  <a:gd name="connsiteY20" fmla="*/ 183645 h 1526339"/>
                  <a:gd name="connsiteX21" fmla="*/ 8695 w 3862250"/>
                  <a:gd name="connsiteY21" fmla="*/ 98978 h 1526339"/>
                  <a:gd name="connsiteX22" fmla="*/ 51028 w 3862250"/>
                  <a:gd name="connsiteY22" fmla="*/ 18544 h 1526339"/>
                  <a:gd name="connsiteX0" fmla="*/ 49217 w 3860439"/>
                  <a:gd name="connsiteY0" fmla="*/ 18544 h 1526339"/>
                  <a:gd name="connsiteX1" fmla="*/ 383650 w 3860439"/>
                  <a:gd name="connsiteY1" fmla="*/ 361444 h 1526339"/>
                  <a:gd name="connsiteX2" fmla="*/ 976317 w 3860439"/>
                  <a:gd name="connsiteY2" fmla="*/ 903311 h 1526339"/>
                  <a:gd name="connsiteX3" fmla="*/ 1653650 w 3860439"/>
                  <a:gd name="connsiteY3" fmla="*/ 1377444 h 1526339"/>
                  <a:gd name="connsiteX4" fmla="*/ 1679050 w 3860439"/>
                  <a:gd name="connsiteY4" fmla="*/ 1199644 h 1526339"/>
                  <a:gd name="connsiteX5" fmla="*/ 1797583 w 3860439"/>
                  <a:gd name="connsiteY5" fmla="*/ 1148844 h 1526339"/>
                  <a:gd name="connsiteX6" fmla="*/ 1814517 w 3860439"/>
                  <a:gd name="connsiteY6" fmla="*/ 1352044 h 1526339"/>
                  <a:gd name="connsiteX7" fmla="*/ 2212450 w 3860439"/>
                  <a:gd name="connsiteY7" fmla="*/ 1436711 h 1526339"/>
                  <a:gd name="connsiteX8" fmla="*/ 2220917 w 3860439"/>
                  <a:gd name="connsiteY8" fmla="*/ 1157311 h 1526339"/>
                  <a:gd name="connsiteX9" fmla="*/ 2330983 w 3860439"/>
                  <a:gd name="connsiteY9" fmla="*/ 1148844 h 1526339"/>
                  <a:gd name="connsiteX10" fmla="*/ 2314050 w 3860439"/>
                  <a:gd name="connsiteY10" fmla="*/ 1385911 h 1526339"/>
                  <a:gd name="connsiteX11" fmla="*/ 2830517 w 3860439"/>
                  <a:gd name="connsiteY11" fmla="*/ 1275844 h 1526339"/>
                  <a:gd name="connsiteX12" fmla="*/ 3660250 w 3860439"/>
                  <a:gd name="connsiteY12" fmla="*/ 293711 h 1526339"/>
                  <a:gd name="connsiteX13" fmla="*/ 3770317 w 3860439"/>
                  <a:gd name="connsiteY13" fmla="*/ 22778 h 1526339"/>
                  <a:gd name="connsiteX14" fmla="*/ 3854983 w 3860439"/>
                  <a:gd name="connsiteY14" fmla="*/ 73578 h 1526339"/>
                  <a:gd name="connsiteX15" fmla="*/ 3609450 w 3860439"/>
                  <a:gd name="connsiteY15" fmla="*/ 539244 h 1526339"/>
                  <a:gd name="connsiteX16" fmla="*/ 2838983 w 3860439"/>
                  <a:gd name="connsiteY16" fmla="*/ 1377444 h 1526339"/>
                  <a:gd name="connsiteX17" fmla="*/ 2280183 w 3860439"/>
                  <a:gd name="connsiteY17" fmla="*/ 1479044 h 1526339"/>
                  <a:gd name="connsiteX18" fmla="*/ 1628250 w 3860439"/>
                  <a:gd name="connsiteY18" fmla="*/ 1470578 h 1526339"/>
                  <a:gd name="connsiteX19" fmla="*/ 739250 w 3860439"/>
                  <a:gd name="connsiteY19" fmla="*/ 810178 h 1526339"/>
                  <a:gd name="connsiteX20" fmla="*/ 100017 w 3860439"/>
                  <a:gd name="connsiteY20" fmla="*/ 179412 h 1526339"/>
                  <a:gd name="connsiteX21" fmla="*/ 6884 w 3860439"/>
                  <a:gd name="connsiteY21" fmla="*/ 98978 h 1526339"/>
                  <a:gd name="connsiteX22" fmla="*/ 49217 w 3860439"/>
                  <a:gd name="connsiteY22" fmla="*/ 18544 h 1526339"/>
                  <a:gd name="connsiteX0" fmla="*/ 44136 w 3855358"/>
                  <a:gd name="connsiteY0" fmla="*/ 18544 h 1526339"/>
                  <a:gd name="connsiteX1" fmla="*/ 171135 w 3855358"/>
                  <a:gd name="connsiteY1" fmla="*/ 132844 h 1526339"/>
                  <a:gd name="connsiteX2" fmla="*/ 378569 w 3855358"/>
                  <a:gd name="connsiteY2" fmla="*/ 361444 h 1526339"/>
                  <a:gd name="connsiteX3" fmla="*/ 971236 w 3855358"/>
                  <a:gd name="connsiteY3" fmla="*/ 903311 h 1526339"/>
                  <a:gd name="connsiteX4" fmla="*/ 1648569 w 3855358"/>
                  <a:gd name="connsiteY4" fmla="*/ 1377444 h 1526339"/>
                  <a:gd name="connsiteX5" fmla="*/ 1673969 w 3855358"/>
                  <a:gd name="connsiteY5" fmla="*/ 1199644 h 1526339"/>
                  <a:gd name="connsiteX6" fmla="*/ 1792502 w 3855358"/>
                  <a:gd name="connsiteY6" fmla="*/ 1148844 h 1526339"/>
                  <a:gd name="connsiteX7" fmla="*/ 1809436 w 3855358"/>
                  <a:gd name="connsiteY7" fmla="*/ 1352044 h 1526339"/>
                  <a:gd name="connsiteX8" fmla="*/ 2207369 w 3855358"/>
                  <a:gd name="connsiteY8" fmla="*/ 1436711 h 1526339"/>
                  <a:gd name="connsiteX9" fmla="*/ 2215836 w 3855358"/>
                  <a:gd name="connsiteY9" fmla="*/ 1157311 h 1526339"/>
                  <a:gd name="connsiteX10" fmla="*/ 2325902 w 3855358"/>
                  <a:gd name="connsiteY10" fmla="*/ 1148844 h 1526339"/>
                  <a:gd name="connsiteX11" fmla="*/ 2308969 w 3855358"/>
                  <a:gd name="connsiteY11" fmla="*/ 1385911 h 1526339"/>
                  <a:gd name="connsiteX12" fmla="*/ 2825436 w 3855358"/>
                  <a:gd name="connsiteY12" fmla="*/ 1275844 h 1526339"/>
                  <a:gd name="connsiteX13" fmla="*/ 3655169 w 3855358"/>
                  <a:gd name="connsiteY13" fmla="*/ 293711 h 1526339"/>
                  <a:gd name="connsiteX14" fmla="*/ 3765236 w 3855358"/>
                  <a:gd name="connsiteY14" fmla="*/ 22778 h 1526339"/>
                  <a:gd name="connsiteX15" fmla="*/ 3849902 w 3855358"/>
                  <a:gd name="connsiteY15" fmla="*/ 73578 h 1526339"/>
                  <a:gd name="connsiteX16" fmla="*/ 3604369 w 3855358"/>
                  <a:gd name="connsiteY16" fmla="*/ 539244 h 1526339"/>
                  <a:gd name="connsiteX17" fmla="*/ 2833902 w 3855358"/>
                  <a:gd name="connsiteY17" fmla="*/ 1377444 h 1526339"/>
                  <a:gd name="connsiteX18" fmla="*/ 2275102 w 3855358"/>
                  <a:gd name="connsiteY18" fmla="*/ 1479044 h 1526339"/>
                  <a:gd name="connsiteX19" fmla="*/ 1623169 w 3855358"/>
                  <a:gd name="connsiteY19" fmla="*/ 1470578 h 1526339"/>
                  <a:gd name="connsiteX20" fmla="*/ 734169 w 3855358"/>
                  <a:gd name="connsiteY20" fmla="*/ 810178 h 1526339"/>
                  <a:gd name="connsiteX21" fmla="*/ 94936 w 3855358"/>
                  <a:gd name="connsiteY21" fmla="*/ 179412 h 1526339"/>
                  <a:gd name="connsiteX22" fmla="*/ 1803 w 3855358"/>
                  <a:gd name="connsiteY22" fmla="*/ 98978 h 1526339"/>
                  <a:gd name="connsiteX23" fmla="*/ 44136 w 3855358"/>
                  <a:gd name="connsiteY23" fmla="*/ 18544 h 1526339"/>
                  <a:gd name="connsiteX0" fmla="*/ 44214 w 3855436"/>
                  <a:gd name="connsiteY0" fmla="*/ 18544 h 1526339"/>
                  <a:gd name="connsiteX1" fmla="*/ 179679 w 3855436"/>
                  <a:gd name="connsiteY1" fmla="*/ 128611 h 1526339"/>
                  <a:gd name="connsiteX2" fmla="*/ 378647 w 3855436"/>
                  <a:gd name="connsiteY2" fmla="*/ 361444 h 1526339"/>
                  <a:gd name="connsiteX3" fmla="*/ 971314 w 3855436"/>
                  <a:gd name="connsiteY3" fmla="*/ 903311 h 1526339"/>
                  <a:gd name="connsiteX4" fmla="*/ 1648647 w 3855436"/>
                  <a:gd name="connsiteY4" fmla="*/ 1377444 h 1526339"/>
                  <a:gd name="connsiteX5" fmla="*/ 1674047 w 3855436"/>
                  <a:gd name="connsiteY5" fmla="*/ 1199644 h 1526339"/>
                  <a:gd name="connsiteX6" fmla="*/ 1792580 w 3855436"/>
                  <a:gd name="connsiteY6" fmla="*/ 1148844 h 1526339"/>
                  <a:gd name="connsiteX7" fmla="*/ 1809514 w 3855436"/>
                  <a:gd name="connsiteY7" fmla="*/ 1352044 h 1526339"/>
                  <a:gd name="connsiteX8" fmla="*/ 2207447 w 3855436"/>
                  <a:gd name="connsiteY8" fmla="*/ 1436711 h 1526339"/>
                  <a:gd name="connsiteX9" fmla="*/ 2215914 w 3855436"/>
                  <a:gd name="connsiteY9" fmla="*/ 1157311 h 1526339"/>
                  <a:gd name="connsiteX10" fmla="*/ 2325980 w 3855436"/>
                  <a:gd name="connsiteY10" fmla="*/ 1148844 h 1526339"/>
                  <a:gd name="connsiteX11" fmla="*/ 2309047 w 3855436"/>
                  <a:gd name="connsiteY11" fmla="*/ 1385911 h 1526339"/>
                  <a:gd name="connsiteX12" fmla="*/ 2825514 w 3855436"/>
                  <a:gd name="connsiteY12" fmla="*/ 1275844 h 1526339"/>
                  <a:gd name="connsiteX13" fmla="*/ 3655247 w 3855436"/>
                  <a:gd name="connsiteY13" fmla="*/ 293711 h 1526339"/>
                  <a:gd name="connsiteX14" fmla="*/ 3765314 w 3855436"/>
                  <a:gd name="connsiteY14" fmla="*/ 22778 h 1526339"/>
                  <a:gd name="connsiteX15" fmla="*/ 3849980 w 3855436"/>
                  <a:gd name="connsiteY15" fmla="*/ 73578 h 1526339"/>
                  <a:gd name="connsiteX16" fmla="*/ 3604447 w 3855436"/>
                  <a:gd name="connsiteY16" fmla="*/ 539244 h 1526339"/>
                  <a:gd name="connsiteX17" fmla="*/ 2833980 w 3855436"/>
                  <a:gd name="connsiteY17" fmla="*/ 1377444 h 1526339"/>
                  <a:gd name="connsiteX18" fmla="*/ 2275180 w 3855436"/>
                  <a:gd name="connsiteY18" fmla="*/ 1479044 h 1526339"/>
                  <a:gd name="connsiteX19" fmla="*/ 1623247 w 3855436"/>
                  <a:gd name="connsiteY19" fmla="*/ 1470578 h 1526339"/>
                  <a:gd name="connsiteX20" fmla="*/ 734247 w 3855436"/>
                  <a:gd name="connsiteY20" fmla="*/ 810178 h 1526339"/>
                  <a:gd name="connsiteX21" fmla="*/ 95014 w 3855436"/>
                  <a:gd name="connsiteY21" fmla="*/ 179412 h 1526339"/>
                  <a:gd name="connsiteX22" fmla="*/ 1881 w 3855436"/>
                  <a:gd name="connsiteY22" fmla="*/ 98978 h 1526339"/>
                  <a:gd name="connsiteX23" fmla="*/ 44214 w 3855436"/>
                  <a:gd name="connsiteY23" fmla="*/ 18544 h 1526339"/>
                  <a:gd name="connsiteX0" fmla="*/ 44214 w 3855436"/>
                  <a:gd name="connsiteY0" fmla="*/ 18544 h 1526339"/>
                  <a:gd name="connsiteX1" fmla="*/ 179679 w 3855436"/>
                  <a:gd name="connsiteY1" fmla="*/ 128611 h 1526339"/>
                  <a:gd name="connsiteX2" fmla="*/ 404047 w 3855436"/>
                  <a:gd name="connsiteY2" fmla="*/ 336044 h 1526339"/>
                  <a:gd name="connsiteX3" fmla="*/ 971314 w 3855436"/>
                  <a:gd name="connsiteY3" fmla="*/ 903311 h 1526339"/>
                  <a:gd name="connsiteX4" fmla="*/ 1648647 w 3855436"/>
                  <a:gd name="connsiteY4" fmla="*/ 1377444 h 1526339"/>
                  <a:gd name="connsiteX5" fmla="*/ 1674047 w 3855436"/>
                  <a:gd name="connsiteY5" fmla="*/ 1199644 h 1526339"/>
                  <a:gd name="connsiteX6" fmla="*/ 1792580 w 3855436"/>
                  <a:gd name="connsiteY6" fmla="*/ 1148844 h 1526339"/>
                  <a:gd name="connsiteX7" fmla="*/ 1809514 w 3855436"/>
                  <a:gd name="connsiteY7" fmla="*/ 1352044 h 1526339"/>
                  <a:gd name="connsiteX8" fmla="*/ 2207447 w 3855436"/>
                  <a:gd name="connsiteY8" fmla="*/ 1436711 h 1526339"/>
                  <a:gd name="connsiteX9" fmla="*/ 2215914 w 3855436"/>
                  <a:gd name="connsiteY9" fmla="*/ 1157311 h 1526339"/>
                  <a:gd name="connsiteX10" fmla="*/ 2325980 w 3855436"/>
                  <a:gd name="connsiteY10" fmla="*/ 1148844 h 1526339"/>
                  <a:gd name="connsiteX11" fmla="*/ 2309047 w 3855436"/>
                  <a:gd name="connsiteY11" fmla="*/ 1385911 h 1526339"/>
                  <a:gd name="connsiteX12" fmla="*/ 2825514 w 3855436"/>
                  <a:gd name="connsiteY12" fmla="*/ 1275844 h 1526339"/>
                  <a:gd name="connsiteX13" fmla="*/ 3655247 w 3855436"/>
                  <a:gd name="connsiteY13" fmla="*/ 293711 h 1526339"/>
                  <a:gd name="connsiteX14" fmla="*/ 3765314 w 3855436"/>
                  <a:gd name="connsiteY14" fmla="*/ 22778 h 1526339"/>
                  <a:gd name="connsiteX15" fmla="*/ 3849980 w 3855436"/>
                  <a:gd name="connsiteY15" fmla="*/ 73578 h 1526339"/>
                  <a:gd name="connsiteX16" fmla="*/ 3604447 w 3855436"/>
                  <a:gd name="connsiteY16" fmla="*/ 539244 h 1526339"/>
                  <a:gd name="connsiteX17" fmla="*/ 2833980 w 3855436"/>
                  <a:gd name="connsiteY17" fmla="*/ 1377444 h 1526339"/>
                  <a:gd name="connsiteX18" fmla="*/ 2275180 w 3855436"/>
                  <a:gd name="connsiteY18" fmla="*/ 1479044 h 1526339"/>
                  <a:gd name="connsiteX19" fmla="*/ 1623247 w 3855436"/>
                  <a:gd name="connsiteY19" fmla="*/ 1470578 h 1526339"/>
                  <a:gd name="connsiteX20" fmla="*/ 734247 w 3855436"/>
                  <a:gd name="connsiteY20" fmla="*/ 810178 h 1526339"/>
                  <a:gd name="connsiteX21" fmla="*/ 95014 w 3855436"/>
                  <a:gd name="connsiteY21" fmla="*/ 179412 h 1526339"/>
                  <a:gd name="connsiteX22" fmla="*/ 1881 w 3855436"/>
                  <a:gd name="connsiteY22" fmla="*/ 98978 h 1526339"/>
                  <a:gd name="connsiteX23" fmla="*/ 44214 w 3855436"/>
                  <a:gd name="connsiteY23" fmla="*/ 18544 h 1526339"/>
                  <a:gd name="connsiteX0" fmla="*/ 44214 w 3855436"/>
                  <a:gd name="connsiteY0" fmla="*/ 18544 h 1526339"/>
                  <a:gd name="connsiteX1" fmla="*/ 179679 w 3855436"/>
                  <a:gd name="connsiteY1" fmla="*/ 128611 h 1526339"/>
                  <a:gd name="connsiteX2" fmla="*/ 404047 w 3855436"/>
                  <a:gd name="connsiteY2" fmla="*/ 336044 h 1526339"/>
                  <a:gd name="connsiteX3" fmla="*/ 967081 w 3855436"/>
                  <a:gd name="connsiteY3" fmla="*/ 886378 h 1526339"/>
                  <a:gd name="connsiteX4" fmla="*/ 1648647 w 3855436"/>
                  <a:gd name="connsiteY4" fmla="*/ 1377444 h 1526339"/>
                  <a:gd name="connsiteX5" fmla="*/ 1674047 w 3855436"/>
                  <a:gd name="connsiteY5" fmla="*/ 1199644 h 1526339"/>
                  <a:gd name="connsiteX6" fmla="*/ 1792580 w 3855436"/>
                  <a:gd name="connsiteY6" fmla="*/ 1148844 h 1526339"/>
                  <a:gd name="connsiteX7" fmla="*/ 1809514 w 3855436"/>
                  <a:gd name="connsiteY7" fmla="*/ 1352044 h 1526339"/>
                  <a:gd name="connsiteX8" fmla="*/ 2207447 w 3855436"/>
                  <a:gd name="connsiteY8" fmla="*/ 1436711 h 1526339"/>
                  <a:gd name="connsiteX9" fmla="*/ 2215914 w 3855436"/>
                  <a:gd name="connsiteY9" fmla="*/ 1157311 h 1526339"/>
                  <a:gd name="connsiteX10" fmla="*/ 2325980 w 3855436"/>
                  <a:gd name="connsiteY10" fmla="*/ 1148844 h 1526339"/>
                  <a:gd name="connsiteX11" fmla="*/ 2309047 w 3855436"/>
                  <a:gd name="connsiteY11" fmla="*/ 1385911 h 1526339"/>
                  <a:gd name="connsiteX12" fmla="*/ 2825514 w 3855436"/>
                  <a:gd name="connsiteY12" fmla="*/ 1275844 h 1526339"/>
                  <a:gd name="connsiteX13" fmla="*/ 3655247 w 3855436"/>
                  <a:gd name="connsiteY13" fmla="*/ 293711 h 1526339"/>
                  <a:gd name="connsiteX14" fmla="*/ 3765314 w 3855436"/>
                  <a:gd name="connsiteY14" fmla="*/ 22778 h 1526339"/>
                  <a:gd name="connsiteX15" fmla="*/ 3849980 w 3855436"/>
                  <a:gd name="connsiteY15" fmla="*/ 73578 h 1526339"/>
                  <a:gd name="connsiteX16" fmla="*/ 3604447 w 3855436"/>
                  <a:gd name="connsiteY16" fmla="*/ 539244 h 1526339"/>
                  <a:gd name="connsiteX17" fmla="*/ 2833980 w 3855436"/>
                  <a:gd name="connsiteY17" fmla="*/ 1377444 h 1526339"/>
                  <a:gd name="connsiteX18" fmla="*/ 2275180 w 3855436"/>
                  <a:gd name="connsiteY18" fmla="*/ 1479044 h 1526339"/>
                  <a:gd name="connsiteX19" fmla="*/ 1623247 w 3855436"/>
                  <a:gd name="connsiteY19" fmla="*/ 1470578 h 1526339"/>
                  <a:gd name="connsiteX20" fmla="*/ 734247 w 3855436"/>
                  <a:gd name="connsiteY20" fmla="*/ 810178 h 1526339"/>
                  <a:gd name="connsiteX21" fmla="*/ 95014 w 3855436"/>
                  <a:gd name="connsiteY21" fmla="*/ 179412 h 1526339"/>
                  <a:gd name="connsiteX22" fmla="*/ 1881 w 3855436"/>
                  <a:gd name="connsiteY22" fmla="*/ 98978 h 1526339"/>
                  <a:gd name="connsiteX23" fmla="*/ 44214 w 3855436"/>
                  <a:gd name="connsiteY23" fmla="*/ 18544 h 1526339"/>
                  <a:gd name="connsiteX0" fmla="*/ 44214 w 3855436"/>
                  <a:gd name="connsiteY0" fmla="*/ 18544 h 1526339"/>
                  <a:gd name="connsiteX1" fmla="*/ 179679 w 3855436"/>
                  <a:gd name="connsiteY1" fmla="*/ 128611 h 1526339"/>
                  <a:gd name="connsiteX2" fmla="*/ 404047 w 3855436"/>
                  <a:gd name="connsiteY2" fmla="*/ 336044 h 1526339"/>
                  <a:gd name="connsiteX3" fmla="*/ 933214 w 3855436"/>
                  <a:gd name="connsiteY3" fmla="*/ 856745 h 1526339"/>
                  <a:gd name="connsiteX4" fmla="*/ 1648647 w 3855436"/>
                  <a:gd name="connsiteY4" fmla="*/ 1377444 h 1526339"/>
                  <a:gd name="connsiteX5" fmla="*/ 1674047 w 3855436"/>
                  <a:gd name="connsiteY5" fmla="*/ 1199644 h 1526339"/>
                  <a:gd name="connsiteX6" fmla="*/ 1792580 w 3855436"/>
                  <a:gd name="connsiteY6" fmla="*/ 1148844 h 1526339"/>
                  <a:gd name="connsiteX7" fmla="*/ 1809514 w 3855436"/>
                  <a:gd name="connsiteY7" fmla="*/ 1352044 h 1526339"/>
                  <a:gd name="connsiteX8" fmla="*/ 2207447 w 3855436"/>
                  <a:gd name="connsiteY8" fmla="*/ 1436711 h 1526339"/>
                  <a:gd name="connsiteX9" fmla="*/ 2215914 w 3855436"/>
                  <a:gd name="connsiteY9" fmla="*/ 1157311 h 1526339"/>
                  <a:gd name="connsiteX10" fmla="*/ 2325980 w 3855436"/>
                  <a:gd name="connsiteY10" fmla="*/ 1148844 h 1526339"/>
                  <a:gd name="connsiteX11" fmla="*/ 2309047 w 3855436"/>
                  <a:gd name="connsiteY11" fmla="*/ 1385911 h 1526339"/>
                  <a:gd name="connsiteX12" fmla="*/ 2825514 w 3855436"/>
                  <a:gd name="connsiteY12" fmla="*/ 1275844 h 1526339"/>
                  <a:gd name="connsiteX13" fmla="*/ 3655247 w 3855436"/>
                  <a:gd name="connsiteY13" fmla="*/ 293711 h 1526339"/>
                  <a:gd name="connsiteX14" fmla="*/ 3765314 w 3855436"/>
                  <a:gd name="connsiteY14" fmla="*/ 22778 h 1526339"/>
                  <a:gd name="connsiteX15" fmla="*/ 3849980 w 3855436"/>
                  <a:gd name="connsiteY15" fmla="*/ 73578 h 1526339"/>
                  <a:gd name="connsiteX16" fmla="*/ 3604447 w 3855436"/>
                  <a:gd name="connsiteY16" fmla="*/ 539244 h 1526339"/>
                  <a:gd name="connsiteX17" fmla="*/ 2833980 w 3855436"/>
                  <a:gd name="connsiteY17" fmla="*/ 1377444 h 1526339"/>
                  <a:gd name="connsiteX18" fmla="*/ 2275180 w 3855436"/>
                  <a:gd name="connsiteY18" fmla="*/ 1479044 h 1526339"/>
                  <a:gd name="connsiteX19" fmla="*/ 1623247 w 3855436"/>
                  <a:gd name="connsiteY19" fmla="*/ 1470578 h 1526339"/>
                  <a:gd name="connsiteX20" fmla="*/ 734247 w 3855436"/>
                  <a:gd name="connsiteY20" fmla="*/ 810178 h 1526339"/>
                  <a:gd name="connsiteX21" fmla="*/ 95014 w 3855436"/>
                  <a:gd name="connsiteY21" fmla="*/ 179412 h 1526339"/>
                  <a:gd name="connsiteX22" fmla="*/ 1881 w 3855436"/>
                  <a:gd name="connsiteY22" fmla="*/ 98978 h 1526339"/>
                  <a:gd name="connsiteX23" fmla="*/ 44214 w 3855436"/>
                  <a:gd name="connsiteY23" fmla="*/ 18544 h 1526339"/>
                  <a:gd name="connsiteX0" fmla="*/ 44214 w 3855436"/>
                  <a:gd name="connsiteY0" fmla="*/ 18544 h 1526339"/>
                  <a:gd name="connsiteX1" fmla="*/ 179679 w 3855436"/>
                  <a:gd name="connsiteY1" fmla="*/ 128611 h 1526339"/>
                  <a:gd name="connsiteX2" fmla="*/ 404047 w 3855436"/>
                  <a:gd name="connsiteY2" fmla="*/ 336044 h 1526339"/>
                  <a:gd name="connsiteX3" fmla="*/ 933214 w 3855436"/>
                  <a:gd name="connsiteY3" fmla="*/ 856745 h 1526339"/>
                  <a:gd name="connsiteX4" fmla="*/ 1238012 w 3855436"/>
                  <a:gd name="connsiteY4" fmla="*/ 1051478 h 1526339"/>
                  <a:gd name="connsiteX5" fmla="*/ 1648647 w 3855436"/>
                  <a:gd name="connsiteY5" fmla="*/ 1377444 h 1526339"/>
                  <a:gd name="connsiteX6" fmla="*/ 1674047 w 3855436"/>
                  <a:gd name="connsiteY6" fmla="*/ 1199644 h 1526339"/>
                  <a:gd name="connsiteX7" fmla="*/ 1792580 w 3855436"/>
                  <a:gd name="connsiteY7" fmla="*/ 1148844 h 1526339"/>
                  <a:gd name="connsiteX8" fmla="*/ 1809514 w 3855436"/>
                  <a:gd name="connsiteY8" fmla="*/ 1352044 h 1526339"/>
                  <a:gd name="connsiteX9" fmla="*/ 2207447 w 3855436"/>
                  <a:gd name="connsiteY9" fmla="*/ 1436711 h 1526339"/>
                  <a:gd name="connsiteX10" fmla="*/ 2215914 w 3855436"/>
                  <a:gd name="connsiteY10" fmla="*/ 1157311 h 1526339"/>
                  <a:gd name="connsiteX11" fmla="*/ 2325980 w 3855436"/>
                  <a:gd name="connsiteY11" fmla="*/ 1148844 h 1526339"/>
                  <a:gd name="connsiteX12" fmla="*/ 2309047 w 3855436"/>
                  <a:gd name="connsiteY12" fmla="*/ 1385911 h 1526339"/>
                  <a:gd name="connsiteX13" fmla="*/ 2825514 w 3855436"/>
                  <a:gd name="connsiteY13" fmla="*/ 1275844 h 1526339"/>
                  <a:gd name="connsiteX14" fmla="*/ 3655247 w 3855436"/>
                  <a:gd name="connsiteY14" fmla="*/ 293711 h 1526339"/>
                  <a:gd name="connsiteX15" fmla="*/ 3765314 w 3855436"/>
                  <a:gd name="connsiteY15" fmla="*/ 22778 h 1526339"/>
                  <a:gd name="connsiteX16" fmla="*/ 3849980 w 3855436"/>
                  <a:gd name="connsiteY16" fmla="*/ 73578 h 1526339"/>
                  <a:gd name="connsiteX17" fmla="*/ 3604447 w 3855436"/>
                  <a:gd name="connsiteY17" fmla="*/ 539244 h 1526339"/>
                  <a:gd name="connsiteX18" fmla="*/ 2833980 w 3855436"/>
                  <a:gd name="connsiteY18" fmla="*/ 1377444 h 1526339"/>
                  <a:gd name="connsiteX19" fmla="*/ 2275180 w 3855436"/>
                  <a:gd name="connsiteY19" fmla="*/ 1479044 h 1526339"/>
                  <a:gd name="connsiteX20" fmla="*/ 1623247 w 3855436"/>
                  <a:gd name="connsiteY20" fmla="*/ 1470578 h 1526339"/>
                  <a:gd name="connsiteX21" fmla="*/ 734247 w 3855436"/>
                  <a:gd name="connsiteY21" fmla="*/ 810178 h 1526339"/>
                  <a:gd name="connsiteX22" fmla="*/ 95014 w 3855436"/>
                  <a:gd name="connsiteY22" fmla="*/ 179412 h 1526339"/>
                  <a:gd name="connsiteX23" fmla="*/ 1881 w 3855436"/>
                  <a:gd name="connsiteY23" fmla="*/ 98978 h 1526339"/>
                  <a:gd name="connsiteX24" fmla="*/ 44214 w 3855436"/>
                  <a:gd name="connsiteY24" fmla="*/ 18544 h 1526339"/>
                  <a:gd name="connsiteX0" fmla="*/ 44214 w 3855436"/>
                  <a:gd name="connsiteY0" fmla="*/ 18544 h 1526339"/>
                  <a:gd name="connsiteX1" fmla="*/ 179679 w 3855436"/>
                  <a:gd name="connsiteY1" fmla="*/ 128611 h 1526339"/>
                  <a:gd name="connsiteX2" fmla="*/ 404047 w 3855436"/>
                  <a:gd name="connsiteY2" fmla="*/ 336044 h 1526339"/>
                  <a:gd name="connsiteX3" fmla="*/ 933214 w 3855436"/>
                  <a:gd name="connsiteY3" fmla="*/ 856745 h 1526339"/>
                  <a:gd name="connsiteX4" fmla="*/ 1242245 w 3855436"/>
                  <a:gd name="connsiteY4" fmla="*/ 1038778 h 1526339"/>
                  <a:gd name="connsiteX5" fmla="*/ 1648647 w 3855436"/>
                  <a:gd name="connsiteY5" fmla="*/ 1377444 h 1526339"/>
                  <a:gd name="connsiteX6" fmla="*/ 1674047 w 3855436"/>
                  <a:gd name="connsiteY6" fmla="*/ 1199644 h 1526339"/>
                  <a:gd name="connsiteX7" fmla="*/ 1792580 w 3855436"/>
                  <a:gd name="connsiteY7" fmla="*/ 1148844 h 1526339"/>
                  <a:gd name="connsiteX8" fmla="*/ 1809514 w 3855436"/>
                  <a:gd name="connsiteY8" fmla="*/ 1352044 h 1526339"/>
                  <a:gd name="connsiteX9" fmla="*/ 2207447 w 3855436"/>
                  <a:gd name="connsiteY9" fmla="*/ 1436711 h 1526339"/>
                  <a:gd name="connsiteX10" fmla="*/ 2215914 w 3855436"/>
                  <a:gd name="connsiteY10" fmla="*/ 1157311 h 1526339"/>
                  <a:gd name="connsiteX11" fmla="*/ 2325980 w 3855436"/>
                  <a:gd name="connsiteY11" fmla="*/ 1148844 h 1526339"/>
                  <a:gd name="connsiteX12" fmla="*/ 2309047 w 3855436"/>
                  <a:gd name="connsiteY12" fmla="*/ 1385911 h 1526339"/>
                  <a:gd name="connsiteX13" fmla="*/ 2825514 w 3855436"/>
                  <a:gd name="connsiteY13" fmla="*/ 1275844 h 1526339"/>
                  <a:gd name="connsiteX14" fmla="*/ 3655247 w 3855436"/>
                  <a:gd name="connsiteY14" fmla="*/ 293711 h 1526339"/>
                  <a:gd name="connsiteX15" fmla="*/ 3765314 w 3855436"/>
                  <a:gd name="connsiteY15" fmla="*/ 22778 h 1526339"/>
                  <a:gd name="connsiteX16" fmla="*/ 3849980 w 3855436"/>
                  <a:gd name="connsiteY16" fmla="*/ 73578 h 1526339"/>
                  <a:gd name="connsiteX17" fmla="*/ 3604447 w 3855436"/>
                  <a:gd name="connsiteY17" fmla="*/ 539244 h 1526339"/>
                  <a:gd name="connsiteX18" fmla="*/ 2833980 w 3855436"/>
                  <a:gd name="connsiteY18" fmla="*/ 1377444 h 1526339"/>
                  <a:gd name="connsiteX19" fmla="*/ 2275180 w 3855436"/>
                  <a:gd name="connsiteY19" fmla="*/ 1479044 h 1526339"/>
                  <a:gd name="connsiteX20" fmla="*/ 1623247 w 3855436"/>
                  <a:gd name="connsiteY20" fmla="*/ 1470578 h 1526339"/>
                  <a:gd name="connsiteX21" fmla="*/ 734247 w 3855436"/>
                  <a:gd name="connsiteY21" fmla="*/ 810178 h 1526339"/>
                  <a:gd name="connsiteX22" fmla="*/ 95014 w 3855436"/>
                  <a:gd name="connsiteY22" fmla="*/ 179412 h 1526339"/>
                  <a:gd name="connsiteX23" fmla="*/ 1881 w 3855436"/>
                  <a:gd name="connsiteY23" fmla="*/ 98978 h 1526339"/>
                  <a:gd name="connsiteX24" fmla="*/ 44214 w 3855436"/>
                  <a:gd name="connsiteY24" fmla="*/ 18544 h 1526339"/>
                  <a:gd name="connsiteX0" fmla="*/ 44214 w 3855436"/>
                  <a:gd name="connsiteY0" fmla="*/ 18544 h 1526339"/>
                  <a:gd name="connsiteX1" fmla="*/ 179679 w 3855436"/>
                  <a:gd name="connsiteY1" fmla="*/ 128611 h 1526339"/>
                  <a:gd name="connsiteX2" fmla="*/ 404047 w 3855436"/>
                  <a:gd name="connsiteY2" fmla="*/ 336044 h 1526339"/>
                  <a:gd name="connsiteX3" fmla="*/ 933214 w 3855436"/>
                  <a:gd name="connsiteY3" fmla="*/ 856745 h 1526339"/>
                  <a:gd name="connsiteX4" fmla="*/ 1377711 w 3855436"/>
                  <a:gd name="connsiteY4" fmla="*/ 1127678 h 1526339"/>
                  <a:gd name="connsiteX5" fmla="*/ 1648647 w 3855436"/>
                  <a:gd name="connsiteY5" fmla="*/ 1377444 h 1526339"/>
                  <a:gd name="connsiteX6" fmla="*/ 1674047 w 3855436"/>
                  <a:gd name="connsiteY6" fmla="*/ 1199644 h 1526339"/>
                  <a:gd name="connsiteX7" fmla="*/ 1792580 w 3855436"/>
                  <a:gd name="connsiteY7" fmla="*/ 1148844 h 1526339"/>
                  <a:gd name="connsiteX8" fmla="*/ 1809514 w 3855436"/>
                  <a:gd name="connsiteY8" fmla="*/ 1352044 h 1526339"/>
                  <a:gd name="connsiteX9" fmla="*/ 2207447 w 3855436"/>
                  <a:gd name="connsiteY9" fmla="*/ 1436711 h 1526339"/>
                  <a:gd name="connsiteX10" fmla="*/ 2215914 w 3855436"/>
                  <a:gd name="connsiteY10" fmla="*/ 1157311 h 1526339"/>
                  <a:gd name="connsiteX11" fmla="*/ 2325980 w 3855436"/>
                  <a:gd name="connsiteY11" fmla="*/ 1148844 h 1526339"/>
                  <a:gd name="connsiteX12" fmla="*/ 2309047 w 3855436"/>
                  <a:gd name="connsiteY12" fmla="*/ 1385911 h 1526339"/>
                  <a:gd name="connsiteX13" fmla="*/ 2825514 w 3855436"/>
                  <a:gd name="connsiteY13" fmla="*/ 1275844 h 1526339"/>
                  <a:gd name="connsiteX14" fmla="*/ 3655247 w 3855436"/>
                  <a:gd name="connsiteY14" fmla="*/ 293711 h 1526339"/>
                  <a:gd name="connsiteX15" fmla="*/ 3765314 w 3855436"/>
                  <a:gd name="connsiteY15" fmla="*/ 22778 h 1526339"/>
                  <a:gd name="connsiteX16" fmla="*/ 3849980 w 3855436"/>
                  <a:gd name="connsiteY16" fmla="*/ 73578 h 1526339"/>
                  <a:gd name="connsiteX17" fmla="*/ 3604447 w 3855436"/>
                  <a:gd name="connsiteY17" fmla="*/ 539244 h 1526339"/>
                  <a:gd name="connsiteX18" fmla="*/ 2833980 w 3855436"/>
                  <a:gd name="connsiteY18" fmla="*/ 1377444 h 1526339"/>
                  <a:gd name="connsiteX19" fmla="*/ 2275180 w 3855436"/>
                  <a:gd name="connsiteY19" fmla="*/ 1479044 h 1526339"/>
                  <a:gd name="connsiteX20" fmla="*/ 1623247 w 3855436"/>
                  <a:gd name="connsiteY20" fmla="*/ 1470578 h 1526339"/>
                  <a:gd name="connsiteX21" fmla="*/ 734247 w 3855436"/>
                  <a:gd name="connsiteY21" fmla="*/ 810178 h 1526339"/>
                  <a:gd name="connsiteX22" fmla="*/ 95014 w 3855436"/>
                  <a:gd name="connsiteY22" fmla="*/ 179412 h 1526339"/>
                  <a:gd name="connsiteX23" fmla="*/ 1881 w 3855436"/>
                  <a:gd name="connsiteY23" fmla="*/ 98978 h 1526339"/>
                  <a:gd name="connsiteX24" fmla="*/ 44214 w 3855436"/>
                  <a:gd name="connsiteY24" fmla="*/ 18544 h 1526339"/>
                  <a:gd name="connsiteX0" fmla="*/ 44686 w 3855908"/>
                  <a:gd name="connsiteY0" fmla="*/ 18544 h 1526339"/>
                  <a:gd name="connsiteX1" fmla="*/ 180151 w 3855908"/>
                  <a:gd name="connsiteY1" fmla="*/ 128611 h 1526339"/>
                  <a:gd name="connsiteX2" fmla="*/ 404519 w 3855908"/>
                  <a:gd name="connsiteY2" fmla="*/ 336044 h 1526339"/>
                  <a:gd name="connsiteX3" fmla="*/ 933686 w 3855908"/>
                  <a:gd name="connsiteY3" fmla="*/ 856745 h 1526339"/>
                  <a:gd name="connsiteX4" fmla="*/ 1378183 w 3855908"/>
                  <a:gd name="connsiteY4" fmla="*/ 1127678 h 1526339"/>
                  <a:gd name="connsiteX5" fmla="*/ 1649119 w 3855908"/>
                  <a:gd name="connsiteY5" fmla="*/ 1377444 h 1526339"/>
                  <a:gd name="connsiteX6" fmla="*/ 1674519 w 3855908"/>
                  <a:gd name="connsiteY6" fmla="*/ 1199644 h 1526339"/>
                  <a:gd name="connsiteX7" fmla="*/ 1793052 w 3855908"/>
                  <a:gd name="connsiteY7" fmla="*/ 1148844 h 1526339"/>
                  <a:gd name="connsiteX8" fmla="*/ 1809986 w 3855908"/>
                  <a:gd name="connsiteY8" fmla="*/ 1352044 h 1526339"/>
                  <a:gd name="connsiteX9" fmla="*/ 2207919 w 3855908"/>
                  <a:gd name="connsiteY9" fmla="*/ 1436711 h 1526339"/>
                  <a:gd name="connsiteX10" fmla="*/ 2216386 w 3855908"/>
                  <a:gd name="connsiteY10" fmla="*/ 1157311 h 1526339"/>
                  <a:gd name="connsiteX11" fmla="*/ 2326452 w 3855908"/>
                  <a:gd name="connsiteY11" fmla="*/ 1148844 h 1526339"/>
                  <a:gd name="connsiteX12" fmla="*/ 2309519 w 3855908"/>
                  <a:gd name="connsiteY12" fmla="*/ 1385911 h 1526339"/>
                  <a:gd name="connsiteX13" fmla="*/ 2825986 w 3855908"/>
                  <a:gd name="connsiteY13" fmla="*/ 1275844 h 1526339"/>
                  <a:gd name="connsiteX14" fmla="*/ 3655719 w 3855908"/>
                  <a:gd name="connsiteY14" fmla="*/ 293711 h 1526339"/>
                  <a:gd name="connsiteX15" fmla="*/ 3765786 w 3855908"/>
                  <a:gd name="connsiteY15" fmla="*/ 22778 h 1526339"/>
                  <a:gd name="connsiteX16" fmla="*/ 3850452 w 3855908"/>
                  <a:gd name="connsiteY16" fmla="*/ 73578 h 1526339"/>
                  <a:gd name="connsiteX17" fmla="*/ 3604919 w 3855908"/>
                  <a:gd name="connsiteY17" fmla="*/ 539244 h 1526339"/>
                  <a:gd name="connsiteX18" fmla="*/ 2834452 w 3855908"/>
                  <a:gd name="connsiteY18" fmla="*/ 1377444 h 1526339"/>
                  <a:gd name="connsiteX19" fmla="*/ 2275652 w 3855908"/>
                  <a:gd name="connsiteY19" fmla="*/ 1479044 h 1526339"/>
                  <a:gd name="connsiteX20" fmla="*/ 1623719 w 3855908"/>
                  <a:gd name="connsiteY20" fmla="*/ 1470578 h 1526339"/>
                  <a:gd name="connsiteX21" fmla="*/ 734719 w 3855908"/>
                  <a:gd name="connsiteY21" fmla="*/ 810178 h 1526339"/>
                  <a:gd name="connsiteX22" fmla="*/ 103952 w 3855908"/>
                  <a:gd name="connsiteY22" fmla="*/ 179412 h 1526339"/>
                  <a:gd name="connsiteX23" fmla="*/ 2353 w 3855908"/>
                  <a:gd name="connsiteY23" fmla="*/ 98978 h 1526339"/>
                  <a:gd name="connsiteX24" fmla="*/ 44686 w 3855908"/>
                  <a:gd name="connsiteY24" fmla="*/ 18544 h 1526339"/>
                  <a:gd name="connsiteX0" fmla="*/ 45429 w 3856651"/>
                  <a:gd name="connsiteY0" fmla="*/ 18544 h 1526339"/>
                  <a:gd name="connsiteX1" fmla="*/ 180894 w 3856651"/>
                  <a:gd name="connsiteY1" fmla="*/ 128611 h 1526339"/>
                  <a:gd name="connsiteX2" fmla="*/ 405262 w 3856651"/>
                  <a:gd name="connsiteY2" fmla="*/ 336044 h 1526339"/>
                  <a:gd name="connsiteX3" fmla="*/ 934429 w 3856651"/>
                  <a:gd name="connsiteY3" fmla="*/ 856745 h 1526339"/>
                  <a:gd name="connsiteX4" fmla="*/ 1378926 w 3856651"/>
                  <a:gd name="connsiteY4" fmla="*/ 1127678 h 1526339"/>
                  <a:gd name="connsiteX5" fmla="*/ 1649862 w 3856651"/>
                  <a:gd name="connsiteY5" fmla="*/ 1377444 h 1526339"/>
                  <a:gd name="connsiteX6" fmla="*/ 1675262 w 3856651"/>
                  <a:gd name="connsiteY6" fmla="*/ 1199644 h 1526339"/>
                  <a:gd name="connsiteX7" fmla="*/ 1793795 w 3856651"/>
                  <a:gd name="connsiteY7" fmla="*/ 1148844 h 1526339"/>
                  <a:gd name="connsiteX8" fmla="*/ 1810729 w 3856651"/>
                  <a:gd name="connsiteY8" fmla="*/ 1352044 h 1526339"/>
                  <a:gd name="connsiteX9" fmla="*/ 2208662 w 3856651"/>
                  <a:gd name="connsiteY9" fmla="*/ 1436711 h 1526339"/>
                  <a:gd name="connsiteX10" fmla="*/ 2217129 w 3856651"/>
                  <a:gd name="connsiteY10" fmla="*/ 1157311 h 1526339"/>
                  <a:gd name="connsiteX11" fmla="*/ 2327195 w 3856651"/>
                  <a:gd name="connsiteY11" fmla="*/ 1148844 h 1526339"/>
                  <a:gd name="connsiteX12" fmla="*/ 2310262 w 3856651"/>
                  <a:gd name="connsiteY12" fmla="*/ 1385911 h 1526339"/>
                  <a:gd name="connsiteX13" fmla="*/ 2826729 w 3856651"/>
                  <a:gd name="connsiteY13" fmla="*/ 1275844 h 1526339"/>
                  <a:gd name="connsiteX14" fmla="*/ 3656462 w 3856651"/>
                  <a:gd name="connsiteY14" fmla="*/ 293711 h 1526339"/>
                  <a:gd name="connsiteX15" fmla="*/ 3766529 w 3856651"/>
                  <a:gd name="connsiteY15" fmla="*/ 22778 h 1526339"/>
                  <a:gd name="connsiteX16" fmla="*/ 3851195 w 3856651"/>
                  <a:gd name="connsiteY16" fmla="*/ 73578 h 1526339"/>
                  <a:gd name="connsiteX17" fmla="*/ 3605662 w 3856651"/>
                  <a:gd name="connsiteY17" fmla="*/ 539244 h 1526339"/>
                  <a:gd name="connsiteX18" fmla="*/ 2835195 w 3856651"/>
                  <a:gd name="connsiteY18" fmla="*/ 1377444 h 1526339"/>
                  <a:gd name="connsiteX19" fmla="*/ 2276395 w 3856651"/>
                  <a:gd name="connsiteY19" fmla="*/ 1479044 h 1526339"/>
                  <a:gd name="connsiteX20" fmla="*/ 1624462 w 3856651"/>
                  <a:gd name="connsiteY20" fmla="*/ 1470578 h 1526339"/>
                  <a:gd name="connsiteX21" fmla="*/ 735462 w 3856651"/>
                  <a:gd name="connsiteY21" fmla="*/ 810178 h 1526339"/>
                  <a:gd name="connsiteX22" fmla="*/ 117395 w 3856651"/>
                  <a:gd name="connsiteY22" fmla="*/ 179412 h 1526339"/>
                  <a:gd name="connsiteX23" fmla="*/ 3096 w 3856651"/>
                  <a:gd name="connsiteY23" fmla="*/ 98978 h 1526339"/>
                  <a:gd name="connsiteX24" fmla="*/ 45429 w 3856651"/>
                  <a:gd name="connsiteY24" fmla="*/ 18544 h 1526339"/>
                  <a:gd name="connsiteX0" fmla="*/ 45429 w 3856651"/>
                  <a:gd name="connsiteY0" fmla="*/ 18544 h 1526339"/>
                  <a:gd name="connsiteX1" fmla="*/ 180894 w 3856651"/>
                  <a:gd name="connsiteY1" fmla="*/ 128611 h 1526339"/>
                  <a:gd name="connsiteX2" fmla="*/ 405262 w 3856651"/>
                  <a:gd name="connsiteY2" fmla="*/ 336044 h 1526339"/>
                  <a:gd name="connsiteX3" fmla="*/ 934429 w 3856651"/>
                  <a:gd name="connsiteY3" fmla="*/ 856745 h 1526339"/>
                  <a:gd name="connsiteX4" fmla="*/ 1378926 w 3856651"/>
                  <a:gd name="connsiteY4" fmla="*/ 1127678 h 1526339"/>
                  <a:gd name="connsiteX5" fmla="*/ 1649862 w 3856651"/>
                  <a:gd name="connsiteY5" fmla="*/ 1377444 h 1526339"/>
                  <a:gd name="connsiteX6" fmla="*/ 1675262 w 3856651"/>
                  <a:gd name="connsiteY6" fmla="*/ 1199644 h 1526339"/>
                  <a:gd name="connsiteX7" fmla="*/ 1793795 w 3856651"/>
                  <a:gd name="connsiteY7" fmla="*/ 1148844 h 1526339"/>
                  <a:gd name="connsiteX8" fmla="*/ 1810729 w 3856651"/>
                  <a:gd name="connsiteY8" fmla="*/ 1352044 h 1526339"/>
                  <a:gd name="connsiteX9" fmla="*/ 2208662 w 3856651"/>
                  <a:gd name="connsiteY9" fmla="*/ 1436711 h 1526339"/>
                  <a:gd name="connsiteX10" fmla="*/ 2217129 w 3856651"/>
                  <a:gd name="connsiteY10" fmla="*/ 1157311 h 1526339"/>
                  <a:gd name="connsiteX11" fmla="*/ 2327195 w 3856651"/>
                  <a:gd name="connsiteY11" fmla="*/ 1148844 h 1526339"/>
                  <a:gd name="connsiteX12" fmla="*/ 2310262 w 3856651"/>
                  <a:gd name="connsiteY12" fmla="*/ 1385911 h 1526339"/>
                  <a:gd name="connsiteX13" fmla="*/ 2826729 w 3856651"/>
                  <a:gd name="connsiteY13" fmla="*/ 1275844 h 1526339"/>
                  <a:gd name="connsiteX14" fmla="*/ 3656462 w 3856651"/>
                  <a:gd name="connsiteY14" fmla="*/ 293711 h 1526339"/>
                  <a:gd name="connsiteX15" fmla="*/ 3766529 w 3856651"/>
                  <a:gd name="connsiteY15" fmla="*/ 22778 h 1526339"/>
                  <a:gd name="connsiteX16" fmla="*/ 3851195 w 3856651"/>
                  <a:gd name="connsiteY16" fmla="*/ 73578 h 1526339"/>
                  <a:gd name="connsiteX17" fmla="*/ 3605662 w 3856651"/>
                  <a:gd name="connsiteY17" fmla="*/ 539244 h 1526339"/>
                  <a:gd name="connsiteX18" fmla="*/ 2835195 w 3856651"/>
                  <a:gd name="connsiteY18" fmla="*/ 1377444 h 1526339"/>
                  <a:gd name="connsiteX19" fmla="*/ 2276395 w 3856651"/>
                  <a:gd name="connsiteY19" fmla="*/ 1479044 h 1526339"/>
                  <a:gd name="connsiteX20" fmla="*/ 1624462 w 3856651"/>
                  <a:gd name="connsiteY20" fmla="*/ 1470578 h 1526339"/>
                  <a:gd name="connsiteX21" fmla="*/ 735462 w 3856651"/>
                  <a:gd name="connsiteY21" fmla="*/ 810178 h 1526339"/>
                  <a:gd name="connsiteX22" fmla="*/ 451828 w 3856651"/>
                  <a:gd name="connsiteY22" fmla="*/ 471511 h 1526339"/>
                  <a:gd name="connsiteX23" fmla="*/ 117395 w 3856651"/>
                  <a:gd name="connsiteY23" fmla="*/ 179412 h 1526339"/>
                  <a:gd name="connsiteX24" fmla="*/ 3096 w 3856651"/>
                  <a:gd name="connsiteY24" fmla="*/ 98978 h 1526339"/>
                  <a:gd name="connsiteX25" fmla="*/ 45429 w 3856651"/>
                  <a:gd name="connsiteY25" fmla="*/ 18544 h 1526339"/>
                  <a:gd name="connsiteX0" fmla="*/ 45429 w 3856651"/>
                  <a:gd name="connsiteY0" fmla="*/ 18544 h 1527268"/>
                  <a:gd name="connsiteX1" fmla="*/ 180894 w 3856651"/>
                  <a:gd name="connsiteY1" fmla="*/ 128611 h 1527268"/>
                  <a:gd name="connsiteX2" fmla="*/ 405262 w 3856651"/>
                  <a:gd name="connsiteY2" fmla="*/ 336044 h 1527268"/>
                  <a:gd name="connsiteX3" fmla="*/ 934429 w 3856651"/>
                  <a:gd name="connsiteY3" fmla="*/ 856745 h 1527268"/>
                  <a:gd name="connsiteX4" fmla="*/ 1378926 w 3856651"/>
                  <a:gd name="connsiteY4" fmla="*/ 1127678 h 1527268"/>
                  <a:gd name="connsiteX5" fmla="*/ 1649862 w 3856651"/>
                  <a:gd name="connsiteY5" fmla="*/ 1377444 h 1527268"/>
                  <a:gd name="connsiteX6" fmla="*/ 1675262 w 3856651"/>
                  <a:gd name="connsiteY6" fmla="*/ 1199644 h 1527268"/>
                  <a:gd name="connsiteX7" fmla="*/ 1793795 w 3856651"/>
                  <a:gd name="connsiteY7" fmla="*/ 1148844 h 1527268"/>
                  <a:gd name="connsiteX8" fmla="*/ 1810729 w 3856651"/>
                  <a:gd name="connsiteY8" fmla="*/ 1352044 h 1527268"/>
                  <a:gd name="connsiteX9" fmla="*/ 2208662 w 3856651"/>
                  <a:gd name="connsiteY9" fmla="*/ 1436711 h 1527268"/>
                  <a:gd name="connsiteX10" fmla="*/ 2217129 w 3856651"/>
                  <a:gd name="connsiteY10" fmla="*/ 1157311 h 1527268"/>
                  <a:gd name="connsiteX11" fmla="*/ 2327195 w 3856651"/>
                  <a:gd name="connsiteY11" fmla="*/ 1148844 h 1527268"/>
                  <a:gd name="connsiteX12" fmla="*/ 2310262 w 3856651"/>
                  <a:gd name="connsiteY12" fmla="*/ 1385911 h 1527268"/>
                  <a:gd name="connsiteX13" fmla="*/ 2826729 w 3856651"/>
                  <a:gd name="connsiteY13" fmla="*/ 1275844 h 1527268"/>
                  <a:gd name="connsiteX14" fmla="*/ 3656462 w 3856651"/>
                  <a:gd name="connsiteY14" fmla="*/ 293711 h 1527268"/>
                  <a:gd name="connsiteX15" fmla="*/ 3766529 w 3856651"/>
                  <a:gd name="connsiteY15" fmla="*/ 22778 h 1527268"/>
                  <a:gd name="connsiteX16" fmla="*/ 3851195 w 3856651"/>
                  <a:gd name="connsiteY16" fmla="*/ 73578 h 1527268"/>
                  <a:gd name="connsiteX17" fmla="*/ 3605662 w 3856651"/>
                  <a:gd name="connsiteY17" fmla="*/ 539244 h 1527268"/>
                  <a:gd name="connsiteX18" fmla="*/ 2835195 w 3856651"/>
                  <a:gd name="connsiteY18" fmla="*/ 1377444 h 1527268"/>
                  <a:gd name="connsiteX19" fmla="*/ 2276395 w 3856651"/>
                  <a:gd name="connsiteY19" fmla="*/ 1479044 h 1527268"/>
                  <a:gd name="connsiteX20" fmla="*/ 1624462 w 3856651"/>
                  <a:gd name="connsiteY20" fmla="*/ 1470578 h 1527268"/>
                  <a:gd name="connsiteX21" fmla="*/ 782029 w 3856651"/>
                  <a:gd name="connsiteY21" fmla="*/ 797478 h 1527268"/>
                  <a:gd name="connsiteX22" fmla="*/ 451828 w 3856651"/>
                  <a:gd name="connsiteY22" fmla="*/ 471511 h 1527268"/>
                  <a:gd name="connsiteX23" fmla="*/ 117395 w 3856651"/>
                  <a:gd name="connsiteY23" fmla="*/ 179412 h 1527268"/>
                  <a:gd name="connsiteX24" fmla="*/ 3096 w 3856651"/>
                  <a:gd name="connsiteY24" fmla="*/ 98978 h 1527268"/>
                  <a:gd name="connsiteX25" fmla="*/ 45429 w 3856651"/>
                  <a:gd name="connsiteY25" fmla="*/ 18544 h 1527268"/>
                  <a:gd name="connsiteX0" fmla="*/ 45429 w 3856651"/>
                  <a:gd name="connsiteY0" fmla="*/ 18544 h 1506091"/>
                  <a:gd name="connsiteX1" fmla="*/ 180894 w 3856651"/>
                  <a:gd name="connsiteY1" fmla="*/ 128611 h 1506091"/>
                  <a:gd name="connsiteX2" fmla="*/ 405262 w 3856651"/>
                  <a:gd name="connsiteY2" fmla="*/ 336044 h 1506091"/>
                  <a:gd name="connsiteX3" fmla="*/ 934429 w 3856651"/>
                  <a:gd name="connsiteY3" fmla="*/ 856745 h 1506091"/>
                  <a:gd name="connsiteX4" fmla="*/ 1378926 w 3856651"/>
                  <a:gd name="connsiteY4" fmla="*/ 1127678 h 1506091"/>
                  <a:gd name="connsiteX5" fmla="*/ 1649862 w 3856651"/>
                  <a:gd name="connsiteY5" fmla="*/ 1377444 h 1506091"/>
                  <a:gd name="connsiteX6" fmla="*/ 1675262 w 3856651"/>
                  <a:gd name="connsiteY6" fmla="*/ 1199644 h 1506091"/>
                  <a:gd name="connsiteX7" fmla="*/ 1793795 w 3856651"/>
                  <a:gd name="connsiteY7" fmla="*/ 1148844 h 1506091"/>
                  <a:gd name="connsiteX8" fmla="*/ 1810729 w 3856651"/>
                  <a:gd name="connsiteY8" fmla="*/ 1352044 h 1506091"/>
                  <a:gd name="connsiteX9" fmla="*/ 2208662 w 3856651"/>
                  <a:gd name="connsiteY9" fmla="*/ 1436711 h 1506091"/>
                  <a:gd name="connsiteX10" fmla="*/ 2217129 w 3856651"/>
                  <a:gd name="connsiteY10" fmla="*/ 1157311 h 1506091"/>
                  <a:gd name="connsiteX11" fmla="*/ 2327195 w 3856651"/>
                  <a:gd name="connsiteY11" fmla="*/ 1148844 h 1506091"/>
                  <a:gd name="connsiteX12" fmla="*/ 2310262 w 3856651"/>
                  <a:gd name="connsiteY12" fmla="*/ 1385911 h 1506091"/>
                  <a:gd name="connsiteX13" fmla="*/ 2826729 w 3856651"/>
                  <a:gd name="connsiteY13" fmla="*/ 1275844 h 1506091"/>
                  <a:gd name="connsiteX14" fmla="*/ 3656462 w 3856651"/>
                  <a:gd name="connsiteY14" fmla="*/ 293711 h 1506091"/>
                  <a:gd name="connsiteX15" fmla="*/ 3766529 w 3856651"/>
                  <a:gd name="connsiteY15" fmla="*/ 22778 h 1506091"/>
                  <a:gd name="connsiteX16" fmla="*/ 3851195 w 3856651"/>
                  <a:gd name="connsiteY16" fmla="*/ 73578 h 1506091"/>
                  <a:gd name="connsiteX17" fmla="*/ 3605662 w 3856651"/>
                  <a:gd name="connsiteY17" fmla="*/ 539244 h 1506091"/>
                  <a:gd name="connsiteX18" fmla="*/ 2835195 w 3856651"/>
                  <a:gd name="connsiteY18" fmla="*/ 1377444 h 1506091"/>
                  <a:gd name="connsiteX19" fmla="*/ 2276395 w 3856651"/>
                  <a:gd name="connsiteY19" fmla="*/ 1479044 h 1506091"/>
                  <a:gd name="connsiteX20" fmla="*/ 1624462 w 3856651"/>
                  <a:gd name="connsiteY20" fmla="*/ 1470578 h 1506091"/>
                  <a:gd name="connsiteX21" fmla="*/ 1163028 w 3856651"/>
                  <a:gd name="connsiteY21" fmla="*/ 1089577 h 1506091"/>
                  <a:gd name="connsiteX22" fmla="*/ 782029 w 3856651"/>
                  <a:gd name="connsiteY22" fmla="*/ 797478 h 1506091"/>
                  <a:gd name="connsiteX23" fmla="*/ 451828 w 3856651"/>
                  <a:gd name="connsiteY23" fmla="*/ 471511 h 1506091"/>
                  <a:gd name="connsiteX24" fmla="*/ 117395 w 3856651"/>
                  <a:gd name="connsiteY24" fmla="*/ 179412 h 1506091"/>
                  <a:gd name="connsiteX25" fmla="*/ 3096 w 3856651"/>
                  <a:gd name="connsiteY25" fmla="*/ 98978 h 1506091"/>
                  <a:gd name="connsiteX26" fmla="*/ 45429 w 3856651"/>
                  <a:gd name="connsiteY26" fmla="*/ 18544 h 1506091"/>
                  <a:gd name="connsiteX0" fmla="*/ 45429 w 3856651"/>
                  <a:gd name="connsiteY0" fmla="*/ 18544 h 1506091"/>
                  <a:gd name="connsiteX1" fmla="*/ 180894 w 3856651"/>
                  <a:gd name="connsiteY1" fmla="*/ 128611 h 1506091"/>
                  <a:gd name="connsiteX2" fmla="*/ 405262 w 3856651"/>
                  <a:gd name="connsiteY2" fmla="*/ 336044 h 1506091"/>
                  <a:gd name="connsiteX3" fmla="*/ 934429 w 3856651"/>
                  <a:gd name="connsiteY3" fmla="*/ 856745 h 1506091"/>
                  <a:gd name="connsiteX4" fmla="*/ 1378926 w 3856651"/>
                  <a:gd name="connsiteY4" fmla="*/ 1127678 h 1506091"/>
                  <a:gd name="connsiteX5" fmla="*/ 1649862 w 3856651"/>
                  <a:gd name="connsiteY5" fmla="*/ 1377444 h 1506091"/>
                  <a:gd name="connsiteX6" fmla="*/ 1675262 w 3856651"/>
                  <a:gd name="connsiteY6" fmla="*/ 1199644 h 1506091"/>
                  <a:gd name="connsiteX7" fmla="*/ 1793795 w 3856651"/>
                  <a:gd name="connsiteY7" fmla="*/ 1148844 h 1506091"/>
                  <a:gd name="connsiteX8" fmla="*/ 1810729 w 3856651"/>
                  <a:gd name="connsiteY8" fmla="*/ 1352044 h 1506091"/>
                  <a:gd name="connsiteX9" fmla="*/ 2208662 w 3856651"/>
                  <a:gd name="connsiteY9" fmla="*/ 1436711 h 1506091"/>
                  <a:gd name="connsiteX10" fmla="*/ 2217129 w 3856651"/>
                  <a:gd name="connsiteY10" fmla="*/ 1157311 h 1506091"/>
                  <a:gd name="connsiteX11" fmla="*/ 2327195 w 3856651"/>
                  <a:gd name="connsiteY11" fmla="*/ 1148844 h 1506091"/>
                  <a:gd name="connsiteX12" fmla="*/ 2310262 w 3856651"/>
                  <a:gd name="connsiteY12" fmla="*/ 1385911 h 1506091"/>
                  <a:gd name="connsiteX13" fmla="*/ 2826729 w 3856651"/>
                  <a:gd name="connsiteY13" fmla="*/ 1275844 h 1506091"/>
                  <a:gd name="connsiteX14" fmla="*/ 3656462 w 3856651"/>
                  <a:gd name="connsiteY14" fmla="*/ 293711 h 1506091"/>
                  <a:gd name="connsiteX15" fmla="*/ 3766529 w 3856651"/>
                  <a:gd name="connsiteY15" fmla="*/ 22778 h 1506091"/>
                  <a:gd name="connsiteX16" fmla="*/ 3851195 w 3856651"/>
                  <a:gd name="connsiteY16" fmla="*/ 73578 h 1506091"/>
                  <a:gd name="connsiteX17" fmla="*/ 3605662 w 3856651"/>
                  <a:gd name="connsiteY17" fmla="*/ 539244 h 1506091"/>
                  <a:gd name="connsiteX18" fmla="*/ 2835195 w 3856651"/>
                  <a:gd name="connsiteY18" fmla="*/ 1377444 h 1506091"/>
                  <a:gd name="connsiteX19" fmla="*/ 2276395 w 3856651"/>
                  <a:gd name="connsiteY19" fmla="*/ 1479044 h 1506091"/>
                  <a:gd name="connsiteX20" fmla="*/ 1624462 w 3856651"/>
                  <a:gd name="connsiteY20" fmla="*/ 1470578 h 1506091"/>
                  <a:gd name="connsiteX21" fmla="*/ 1163028 w 3856651"/>
                  <a:gd name="connsiteY21" fmla="*/ 1089577 h 1506091"/>
                  <a:gd name="connsiteX22" fmla="*/ 782029 w 3856651"/>
                  <a:gd name="connsiteY22" fmla="*/ 797478 h 1506091"/>
                  <a:gd name="connsiteX23" fmla="*/ 451828 w 3856651"/>
                  <a:gd name="connsiteY23" fmla="*/ 471511 h 1506091"/>
                  <a:gd name="connsiteX24" fmla="*/ 117395 w 3856651"/>
                  <a:gd name="connsiteY24" fmla="*/ 179412 h 1506091"/>
                  <a:gd name="connsiteX25" fmla="*/ 3096 w 3856651"/>
                  <a:gd name="connsiteY25" fmla="*/ 98978 h 1506091"/>
                  <a:gd name="connsiteX26" fmla="*/ 45429 w 3856651"/>
                  <a:gd name="connsiteY26" fmla="*/ 18544 h 1506091"/>
                  <a:gd name="connsiteX0" fmla="*/ 45429 w 3856651"/>
                  <a:gd name="connsiteY0" fmla="*/ 18544 h 1506091"/>
                  <a:gd name="connsiteX1" fmla="*/ 180894 w 3856651"/>
                  <a:gd name="connsiteY1" fmla="*/ 128611 h 1506091"/>
                  <a:gd name="connsiteX2" fmla="*/ 405262 w 3856651"/>
                  <a:gd name="connsiteY2" fmla="*/ 336044 h 1506091"/>
                  <a:gd name="connsiteX3" fmla="*/ 934429 w 3856651"/>
                  <a:gd name="connsiteY3" fmla="*/ 856745 h 1506091"/>
                  <a:gd name="connsiteX4" fmla="*/ 1378926 w 3856651"/>
                  <a:gd name="connsiteY4" fmla="*/ 1127678 h 1506091"/>
                  <a:gd name="connsiteX5" fmla="*/ 1649862 w 3856651"/>
                  <a:gd name="connsiteY5" fmla="*/ 1377444 h 1506091"/>
                  <a:gd name="connsiteX6" fmla="*/ 1675262 w 3856651"/>
                  <a:gd name="connsiteY6" fmla="*/ 1199644 h 1506091"/>
                  <a:gd name="connsiteX7" fmla="*/ 1793795 w 3856651"/>
                  <a:gd name="connsiteY7" fmla="*/ 1148844 h 1506091"/>
                  <a:gd name="connsiteX8" fmla="*/ 1810729 w 3856651"/>
                  <a:gd name="connsiteY8" fmla="*/ 1352044 h 1506091"/>
                  <a:gd name="connsiteX9" fmla="*/ 2208662 w 3856651"/>
                  <a:gd name="connsiteY9" fmla="*/ 1436711 h 1506091"/>
                  <a:gd name="connsiteX10" fmla="*/ 2217129 w 3856651"/>
                  <a:gd name="connsiteY10" fmla="*/ 1157311 h 1506091"/>
                  <a:gd name="connsiteX11" fmla="*/ 2327195 w 3856651"/>
                  <a:gd name="connsiteY11" fmla="*/ 1148844 h 1506091"/>
                  <a:gd name="connsiteX12" fmla="*/ 2310262 w 3856651"/>
                  <a:gd name="connsiteY12" fmla="*/ 1385911 h 1506091"/>
                  <a:gd name="connsiteX13" fmla="*/ 2826729 w 3856651"/>
                  <a:gd name="connsiteY13" fmla="*/ 1275844 h 1506091"/>
                  <a:gd name="connsiteX14" fmla="*/ 3656462 w 3856651"/>
                  <a:gd name="connsiteY14" fmla="*/ 293711 h 1506091"/>
                  <a:gd name="connsiteX15" fmla="*/ 3766529 w 3856651"/>
                  <a:gd name="connsiteY15" fmla="*/ 22778 h 1506091"/>
                  <a:gd name="connsiteX16" fmla="*/ 3851195 w 3856651"/>
                  <a:gd name="connsiteY16" fmla="*/ 73578 h 1506091"/>
                  <a:gd name="connsiteX17" fmla="*/ 3605662 w 3856651"/>
                  <a:gd name="connsiteY17" fmla="*/ 539244 h 1506091"/>
                  <a:gd name="connsiteX18" fmla="*/ 2835195 w 3856651"/>
                  <a:gd name="connsiteY18" fmla="*/ 1377444 h 1506091"/>
                  <a:gd name="connsiteX19" fmla="*/ 2276395 w 3856651"/>
                  <a:gd name="connsiteY19" fmla="*/ 1479044 h 1506091"/>
                  <a:gd name="connsiteX20" fmla="*/ 1624462 w 3856651"/>
                  <a:gd name="connsiteY20" fmla="*/ 1470578 h 1506091"/>
                  <a:gd name="connsiteX21" fmla="*/ 1163028 w 3856651"/>
                  <a:gd name="connsiteY21" fmla="*/ 1089577 h 1506091"/>
                  <a:gd name="connsiteX22" fmla="*/ 782029 w 3856651"/>
                  <a:gd name="connsiteY22" fmla="*/ 797478 h 1506091"/>
                  <a:gd name="connsiteX23" fmla="*/ 451828 w 3856651"/>
                  <a:gd name="connsiteY23" fmla="*/ 471511 h 1506091"/>
                  <a:gd name="connsiteX24" fmla="*/ 117395 w 3856651"/>
                  <a:gd name="connsiteY24" fmla="*/ 179412 h 1506091"/>
                  <a:gd name="connsiteX25" fmla="*/ 3096 w 3856651"/>
                  <a:gd name="connsiteY25" fmla="*/ 98978 h 1506091"/>
                  <a:gd name="connsiteX26" fmla="*/ 45429 w 3856651"/>
                  <a:gd name="connsiteY26" fmla="*/ 18544 h 1506091"/>
                  <a:gd name="connsiteX0" fmla="*/ 45429 w 3856651"/>
                  <a:gd name="connsiteY0" fmla="*/ 18544 h 1506091"/>
                  <a:gd name="connsiteX1" fmla="*/ 180894 w 3856651"/>
                  <a:gd name="connsiteY1" fmla="*/ 128611 h 1506091"/>
                  <a:gd name="connsiteX2" fmla="*/ 405262 w 3856651"/>
                  <a:gd name="connsiteY2" fmla="*/ 336044 h 1506091"/>
                  <a:gd name="connsiteX3" fmla="*/ 934429 w 3856651"/>
                  <a:gd name="connsiteY3" fmla="*/ 856745 h 1506091"/>
                  <a:gd name="connsiteX4" fmla="*/ 1378926 w 3856651"/>
                  <a:gd name="connsiteY4" fmla="*/ 1127678 h 1506091"/>
                  <a:gd name="connsiteX5" fmla="*/ 1649862 w 3856651"/>
                  <a:gd name="connsiteY5" fmla="*/ 1377444 h 1506091"/>
                  <a:gd name="connsiteX6" fmla="*/ 1675262 w 3856651"/>
                  <a:gd name="connsiteY6" fmla="*/ 1199644 h 1506091"/>
                  <a:gd name="connsiteX7" fmla="*/ 1793795 w 3856651"/>
                  <a:gd name="connsiteY7" fmla="*/ 1148844 h 1506091"/>
                  <a:gd name="connsiteX8" fmla="*/ 1810729 w 3856651"/>
                  <a:gd name="connsiteY8" fmla="*/ 1352044 h 1506091"/>
                  <a:gd name="connsiteX9" fmla="*/ 2208662 w 3856651"/>
                  <a:gd name="connsiteY9" fmla="*/ 1436711 h 1506091"/>
                  <a:gd name="connsiteX10" fmla="*/ 2217129 w 3856651"/>
                  <a:gd name="connsiteY10" fmla="*/ 1157311 h 1506091"/>
                  <a:gd name="connsiteX11" fmla="*/ 2327195 w 3856651"/>
                  <a:gd name="connsiteY11" fmla="*/ 1148844 h 1506091"/>
                  <a:gd name="connsiteX12" fmla="*/ 2310262 w 3856651"/>
                  <a:gd name="connsiteY12" fmla="*/ 1385911 h 1506091"/>
                  <a:gd name="connsiteX13" fmla="*/ 2826729 w 3856651"/>
                  <a:gd name="connsiteY13" fmla="*/ 1275844 h 1506091"/>
                  <a:gd name="connsiteX14" fmla="*/ 3656462 w 3856651"/>
                  <a:gd name="connsiteY14" fmla="*/ 293711 h 1506091"/>
                  <a:gd name="connsiteX15" fmla="*/ 3766529 w 3856651"/>
                  <a:gd name="connsiteY15" fmla="*/ 22778 h 1506091"/>
                  <a:gd name="connsiteX16" fmla="*/ 3851195 w 3856651"/>
                  <a:gd name="connsiteY16" fmla="*/ 73578 h 1506091"/>
                  <a:gd name="connsiteX17" fmla="*/ 3605662 w 3856651"/>
                  <a:gd name="connsiteY17" fmla="*/ 539244 h 1506091"/>
                  <a:gd name="connsiteX18" fmla="*/ 2835195 w 3856651"/>
                  <a:gd name="connsiteY18" fmla="*/ 1377444 h 1506091"/>
                  <a:gd name="connsiteX19" fmla="*/ 2276395 w 3856651"/>
                  <a:gd name="connsiteY19" fmla="*/ 1479044 h 1506091"/>
                  <a:gd name="connsiteX20" fmla="*/ 1624462 w 3856651"/>
                  <a:gd name="connsiteY20" fmla="*/ 1470578 h 1506091"/>
                  <a:gd name="connsiteX21" fmla="*/ 1163028 w 3856651"/>
                  <a:gd name="connsiteY21" fmla="*/ 1089577 h 1506091"/>
                  <a:gd name="connsiteX22" fmla="*/ 782029 w 3856651"/>
                  <a:gd name="connsiteY22" fmla="*/ 797478 h 1506091"/>
                  <a:gd name="connsiteX23" fmla="*/ 451828 w 3856651"/>
                  <a:gd name="connsiteY23" fmla="*/ 471511 h 1506091"/>
                  <a:gd name="connsiteX24" fmla="*/ 117395 w 3856651"/>
                  <a:gd name="connsiteY24" fmla="*/ 179412 h 1506091"/>
                  <a:gd name="connsiteX25" fmla="*/ 3096 w 3856651"/>
                  <a:gd name="connsiteY25" fmla="*/ 98978 h 1506091"/>
                  <a:gd name="connsiteX26" fmla="*/ 45429 w 3856651"/>
                  <a:gd name="connsiteY26" fmla="*/ 18544 h 1506091"/>
                  <a:gd name="connsiteX0" fmla="*/ 45429 w 3856651"/>
                  <a:gd name="connsiteY0" fmla="*/ 18544 h 1506091"/>
                  <a:gd name="connsiteX1" fmla="*/ 180894 w 3856651"/>
                  <a:gd name="connsiteY1" fmla="*/ 128611 h 1506091"/>
                  <a:gd name="connsiteX2" fmla="*/ 405262 w 3856651"/>
                  <a:gd name="connsiteY2" fmla="*/ 336044 h 1506091"/>
                  <a:gd name="connsiteX3" fmla="*/ 934429 w 3856651"/>
                  <a:gd name="connsiteY3" fmla="*/ 856745 h 1506091"/>
                  <a:gd name="connsiteX4" fmla="*/ 1378926 w 3856651"/>
                  <a:gd name="connsiteY4" fmla="*/ 1127678 h 1506091"/>
                  <a:gd name="connsiteX5" fmla="*/ 1649862 w 3856651"/>
                  <a:gd name="connsiteY5" fmla="*/ 1377444 h 1506091"/>
                  <a:gd name="connsiteX6" fmla="*/ 1675262 w 3856651"/>
                  <a:gd name="connsiteY6" fmla="*/ 1199644 h 1506091"/>
                  <a:gd name="connsiteX7" fmla="*/ 1793795 w 3856651"/>
                  <a:gd name="connsiteY7" fmla="*/ 1148844 h 1506091"/>
                  <a:gd name="connsiteX8" fmla="*/ 1810729 w 3856651"/>
                  <a:gd name="connsiteY8" fmla="*/ 1352044 h 1506091"/>
                  <a:gd name="connsiteX9" fmla="*/ 2208662 w 3856651"/>
                  <a:gd name="connsiteY9" fmla="*/ 1436711 h 1506091"/>
                  <a:gd name="connsiteX10" fmla="*/ 2217129 w 3856651"/>
                  <a:gd name="connsiteY10" fmla="*/ 1157311 h 1506091"/>
                  <a:gd name="connsiteX11" fmla="*/ 2327195 w 3856651"/>
                  <a:gd name="connsiteY11" fmla="*/ 1148844 h 1506091"/>
                  <a:gd name="connsiteX12" fmla="*/ 2310262 w 3856651"/>
                  <a:gd name="connsiteY12" fmla="*/ 1385911 h 1506091"/>
                  <a:gd name="connsiteX13" fmla="*/ 2826729 w 3856651"/>
                  <a:gd name="connsiteY13" fmla="*/ 1275844 h 1506091"/>
                  <a:gd name="connsiteX14" fmla="*/ 3656462 w 3856651"/>
                  <a:gd name="connsiteY14" fmla="*/ 293711 h 1506091"/>
                  <a:gd name="connsiteX15" fmla="*/ 3766529 w 3856651"/>
                  <a:gd name="connsiteY15" fmla="*/ 22778 h 1506091"/>
                  <a:gd name="connsiteX16" fmla="*/ 3851195 w 3856651"/>
                  <a:gd name="connsiteY16" fmla="*/ 73578 h 1506091"/>
                  <a:gd name="connsiteX17" fmla="*/ 3605662 w 3856651"/>
                  <a:gd name="connsiteY17" fmla="*/ 539244 h 1506091"/>
                  <a:gd name="connsiteX18" fmla="*/ 2835195 w 3856651"/>
                  <a:gd name="connsiteY18" fmla="*/ 1377444 h 1506091"/>
                  <a:gd name="connsiteX19" fmla="*/ 2276395 w 3856651"/>
                  <a:gd name="connsiteY19" fmla="*/ 1479044 h 1506091"/>
                  <a:gd name="connsiteX20" fmla="*/ 1624462 w 3856651"/>
                  <a:gd name="connsiteY20" fmla="*/ 1470578 h 1506091"/>
                  <a:gd name="connsiteX21" fmla="*/ 1163028 w 3856651"/>
                  <a:gd name="connsiteY21" fmla="*/ 1089577 h 1506091"/>
                  <a:gd name="connsiteX22" fmla="*/ 782029 w 3856651"/>
                  <a:gd name="connsiteY22" fmla="*/ 797478 h 1506091"/>
                  <a:gd name="connsiteX23" fmla="*/ 451828 w 3856651"/>
                  <a:gd name="connsiteY23" fmla="*/ 471511 h 1506091"/>
                  <a:gd name="connsiteX24" fmla="*/ 117395 w 3856651"/>
                  <a:gd name="connsiteY24" fmla="*/ 179412 h 1506091"/>
                  <a:gd name="connsiteX25" fmla="*/ 3096 w 3856651"/>
                  <a:gd name="connsiteY25" fmla="*/ 98978 h 1506091"/>
                  <a:gd name="connsiteX26" fmla="*/ 45429 w 3856651"/>
                  <a:gd name="connsiteY26" fmla="*/ 18544 h 1506091"/>
                  <a:gd name="connsiteX0" fmla="*/ 45429 w 3856651"/>
                  <a:gd name="connsiteY0" fmla="*/ 18544 h 1494697"/>
                  <a:gd name="connsiteX1" fmla="*/ 180894 w 3856651"/>
                  <a:gd name="connsiteY1" fmla="*/ 128611 h 1494697"/>
                  <a:gd name="connsiteX2" fmla="*/ 405262 w 3856651"/>
                  <a:gd name="connsiteY2" fmla="*/ 336044 h 1494697"/>
                  <a:gd name="connsiteX3" fmla="*/ 934429 w 3856651"/>
                  <a:gd name="connsiteY3" fmla="*/ 856745 h 1494697"/>
                  <a:gd name="connsiteX4" fmla="*/ 1378926 w 3856651"/>
                  <a:gd name="connsiteY4" fmla="*/ 1127678 h 1494697"/>
                  <a:gd name="connsiteX5" fmla="*/ 1649862 w 3856651"/>
                  <a:gd name="connsiteY5" fmla="*/ 1377444 h 1494697"/>
                  <a:gd name="connsiteX6" fmla="*/ 1675262 w 3856651"/>
                  <a:gd name="connsiteY6" fmla="*/ 1199644 h 1494697"/>
                  <a:gd name="connsiteX7" fmla="*/ 1793795 w 3856651"/>
                  <a:gd name="connsiteY7" fmla="*/ 1148844 h 1494697"/>
                  <a:gd name="connsiteX8" fmla="*/ 1810729 w 3856651"/>
                  <a:gd name="connsiteY8" fmla="*/ 1352044 h 1494697"/>
                  <a:gd name="connsiteX9" fmla="*/ 2208662 w 3856651"/>
                  <a:gd name="connsiteY9" fmla="*/ 1436711 h 1494697"/>
                  <a:gd name="connsiteX10" fmla="*/ 2217129 w 3856651"/>
                  <a:gd name="connsiteY10" fmla="*/ 1157311 h 1494697"/>
                  <a:gd name="connsiteX11" fmla="*/ 2327195 w 3856651"/>
                  <a:gd name="connsiteY11" fmla="*/ 1148844 h 1494697"/>
                  <a:gd name="connsiteX12" fmla="*/ 2310262 w 3856651"/>
                  <a:gd name="connsiteY12" fmla="*/ 1385911 h 1494697"/>
                  <a:gd name="connsiteX13" fmla="*/ 2826729 w 3856651"/>
                  <a:gd name="connsiteY13" fmla="*/ 1275844 h 1494697"/>
                  <a:gd name="connsiteX14" fmla="*/ 3656462 w 3856651"/>
                  <a:gd name="connsiteY14" fmla="*/ 293711 h 1494697"/>
                  <a:gd name="connsiteX15" fmla="*/ 3766529 w 3856651"/>
                  <a:gd name="connsiteY15" fmla="*/ 22778 h 1494697"/>
                  <a:gd name="connsiteX16" fmla="*/ 3851195 w 3856651"/>
                  <a:gd name="connsiteY16" fmla="*/ 73578 h 1494697"/>
                  <a:gd name="connsiteX17" fmla="*/ 3605662 w 3856651"/>
                  <a:gd name="connsiteY17" fmla="*/ 539244 h 1494697"/>
                  <a:gd name="connsiteX18" fmla="*/ 2835195 w 3856651"/>
                  <a:gd name="connsiteY18" fmla="*/ 1377444 h 1494697"/>
                  <a:gd name="connsiteX19" fmla="*/ 2276395 w 3856651"/>
                  <a:gd name="connsiteY19" fmla="*/ 1479044 h 1494697"/>
                  <a:gd name="connsiteX20" fmla="*/ 1624462 w 3856651"/>
                  <a:gd name="connsiteY20" fmla="*/ 1470578 h 1494697"/>
                  <a:gd name="connsiteX21" fmla="*/ 1429728 w 3856651"/>
                  <a:gd name="connsiteY21" fmla="*/ 1254678 h 1494697"/>
                  <a:gd name="connsiteX22" fmla="*/ 1163028 w 3856651"/>
                  <a:gd name="connsiteY22" fmla="*/ 1089577 h 1494697"/>
                  <a:gd name="connsiteX23" fmla="*/ 782029 w 3856651"/>
                  <a:gd name="connsiteY23" fmla="*/ 797478 h 1494697"/>
                  <a:gd name="connsiteX24" fmla="*/ 451828 w 3856651"/>
                  <a:gd name="connsiteY24" fmla="*/ 471511 h 1494697"/>
                  <a:gd name="connsiteX25" fmla="*/ 117395 w 3856651"/>
                  <a:gd name="connsiteY25" fmla="*/ 179412 h 1494697"/>
                  <a:gd name="connsiteX26" fmla="*/ 3096 w 3856651"/>
                  <a:gd name="connsiteY26" fmla="*/ 98978 h 1494697"/>
                  <a:gd name="connsiteX27" fmla="*/ 45429 w 3856651"/>
                  <a:gd name="connsiteY27" fmla="*/ 18544 h 1494697"/>
                  <a:gd name="connsiteX0" fmla="*/ 45429 w 3856651"/>
                  <a:gd name="connsiteY0" fmla="*/ 18544 h 1494697"/>
                  <a:gd name="connsiteX1" fmla="*/ 180894 w 3856651"/>
                  <a:gd name="connsiteY1" fmla="*/ 128611 h 1494697"/>
                  <a:gd name="connsiteX2" fmla="*/ 405262 w 3856651"/>
                  <a:gd name="connsiteY2" fmla="*/ 336044 h 1494697"/>
                  <a:gd name="connsiteX3" fmla="*/ 934429 w 3856651"/>
                  <a:gd name="connsiteY3" fmla="*/ 856745 h 1494697"/>
                  <a:gd name="connsiteX4" fmla="*/ 1290026 w 3856651"/>
                  <a:gd name="connsiteY4" fmla="*/ 1081111 h 1494697"/>
                  <a:gd name="connsiteX5" fmla="*/ 1649862 w 3856651"/>
                  <a:gd name="connsiteY5" fmla="*/ 1377444 h 1494697"/>
                  <a:gd name="connsiteX6" fmla="*/ 1675262 w 3856651"/>
                  <a:gd name="connsiteY6" fmla="*/ 1199644 h 1494697"/>
                  <a:gd name="connsiteX7" fmla="*/ 1793795 w 3856651"/>
                  <a:gd name="connsiteY7" fmla="*/ 1148844 h 1494697"/>
                  <a:gd name="connsiteX8" fmla="*/ 1810729 w 3856651"/>
                  <a:gd name="connsiteY8" fmla="*/ 1352044 h 1494697"/>
                  <a:gd name="connsiteX9" fmla="*/ 2208662 w 3856651"/>
                  <a:gd name="connsiteY9" fmla="*/ 1436711 h 1494697"/>
                  <a:gd name="connsiteX10" fmla="*/ 2217129 w 3856651"/>
                  <a:gd name="connsiteY10" fmla="*/ 1157311 h 1494697"/>
                  <a:gd name="connsiteX11" fmla="*/ 2327195 w 3856651"/>
                  <a:gd name="connsiteY11" fmla="*/ 1148844 h 1494697"/>
                  <a:gd name="connsiteX12" fmla="*/ 2310262 w 3856651"/>
                  <a:gd name="connsiteY12" fmla="*/ 1385911 h 1494697"/>
                  <a:gd name="connsiteX13" fmla="*/ 2826729 w 3856651"/>
                  <a:gd name="connsiteY13" fmla="*/ 1275844 h 1494697"/>
                  <a:gd name="connsiteX14" fmla="*/ 3656462 w 3856651"/>
                  <a:gd name="connsiteY14" fmla="*/ 293711 h 1494697"/>
                  <a:gd name="connsiteX15" fmla="*/ 3766529 w 3856651"/>
                  <a:gd name="connsiteY15" fmla="*/ 22778 h 1494697"/>
                  <a:gd name="connsiteX16" fmla="*/ 3851195 w 3856651"/>
                  <a:gd name="connsiteY16" fmla="*/ 73578 h 1494697"/>
                  <a:gd name="connsiteX17" fmla="*/ 3605662 w 3856651"/>
                  <a:gd name="connsiteY17" fmla="*/ 539244 h 1494697"/>
                  <a:gd name="connsiteX18" fmla="*/ 2835195 w 3856651"/>
                  <a:gd name="connsiteY18" fmla="*/ 1377444 h 1494697"/>
                  <a:gd name="connsiteX19" fmla="*/ 2276395 w 3856651"/>
                  <a:gd name="connsiteY19" fmla="*/ 1479044 h 1494697"/>
                  <a:gd name="connsiteX20" fmla="*/ 1624462 w 3856651"/>
                  <a:gd name="connsiteY20" fmla="*/ 1470578 h 1494697"/>
                  <a:gd name="connsiteX21" fmla="*/ 1429728 w 3856651"/>
                  <a:gd name="connsiteY21" fmla="*/ 1254678 h 1494697"/>
                  <a:gd name="connsiteX22" fmla="*/ 1163028 w 3856651"/>
                  <a:gd name="connsiteY22" fmla="*/ 1089577 h 1494697"/>
                  <a:gd name="connsiteX23" fmla="*/ 782029 w 3856651"/>
                  <a:gd name="connsiteY23" fmla="*/ 797478 h 1494697"/>
                  <a:gd name="connsiteX24" fmla="*/ 451828 w 3856651"/>
                  <a:gd name="connsiteY24" fmla="*/ 471511 h 1494697"/>
                  <a:gd name="connsiteX25" fmla="*/ 117395 w 3856651"/>
                  <a:gd name="connsiteY25" fmla="*/ 179412 h 1494697"/>
                  <a:gd name="connsiteX26" fmla="*/ 3096 w 3856651"/>
                  <a:gd name="connsiteY26" fmla="*/ 98978 h 1494697"/>
                  <a:gd name="connsiteX27" fmla="*/ 45429 w 3856651"/>
                  <a:gd name="connsiteY27" fmla="*/ 18544 h 1494697"/>
                  <a:gd name="connsiteX0" fmla="*/ 45429 w 3856651"/>
                  <a:gd name="connsiteY0" fmla="*/ 18544 h 1494147"/>
                  <a:gd name="connsiteX1" fmla="*/ 180894 w 3856651"/>
                  <a:gd name="connsiteY1" fmla="*/ 128611 h 1494147"/>
                  <a:gd name="connsiteX2" fmla="*/ 405262 w 3856651"/>
                  <a:gd name="connsiteY2" fmla="*/ 336044 h 1494147"/>
                  <a:gd name="connsiteX3" fmla="*/ 934429 w 3856651"/>
                  <a:gd name="connsiteY3" fmla="*/ 856745 h 1494147"/>
                  <a:gd name="connsiteX4" fmla="*/ 1290026 w 3856651"/>
                  <a:gd name="connsiteY4" fmla="*/ 1081111 h 1494147"/>
                  <a:gd name="connsiteX5" fmla="*/ 1649862 w 3856651"/>
                  <a:gd name="connsiteY5" fmla="*/ 1377444 h 1494147"/>
                  <a:gd name="connsiteX6" fmla="*/ 1675262 w 3856651"/>
                  <a:gd name="connsiteY6" fmla="*/ 1199644 h 1494147"/>
                  <a:gd name="connsiteX7" fmla="*/ 1793795 w 3856651"/>
                  <a:gd name="connsiteY7" fmla="*/ 1148844 h 1494147"/>
                  <a:gd name="connsiteX8" fmla="*/ 1810729 w 3856651"/>
                  <a:gd name="connsiteY8" fmla="*/ 1352044 h 1494147"/>
                  <a:gd name="connsiteX9" fmla="*/ 2208662 w 3856651"/>
                  <a:gd name="connsiteY9" fmla="*/ 1436711 h 1494147"/>
                  <a:gd name="connsiteX10" fmla="*/ 2217129 w 3856651"/>
                  <a:gd name="connsiteY10" fmla="*/ 1157311 h 1494147"/>
                  <a:gd name="connsiteX11" fmla="*/ 2327195 w 3856651"/>
                  <a:gd name="connsiteY11" fmla="*/ 1148844 h 1494147"/>
                  <a:gd name="connsiteX12" fmla="*/ 2310262 w 3856651"/>
                  <a:gd name="connsiteY12" fmla="*/ 1385911 h 1494147"/>
                  <a:gd name="connsiteX13" fmla="*/ 2826729 w 3856651"/>
                  <a:gd name="connsiteY13" fmla="*/ 1275844 h 1494147"/>
                  <a:gd name="connsiteX14" fmla="*/ 3656462 w 3856651"/>
                  <a:gd name="connsiteY14" fmla="*/ 293711 h 1494147"/>
                  <a:gd name="connsiteX15" fmla="*/ 3766529 w 3856651"/>
                  <a:gd name="connsiteY15" fmla="*/ 22778 h 1494147"/>
                  <a:gd name="connsiteX16" fmla="*/ 3851195 w 3856651"/>
                  <a:gd name="connsiteY16" fmla="*/ 73578 h 1494147"/>
                  <a:gd name="connsiteX17" fmla="*/ 3605662 w 3856651"/>
                  <a:gd name="connsiteY17" fmla="*/ 539244 h 1494147"/>
                  <a:gd name="connsiteX18" fmla="*/ 2835195 w 3856651"/>
                  <a:gd name="connsiteY18" fmla="*/ 1377444 h 1494147"/>
                  <a:gd name="connsiteX19" fmla="*/ 2276395 w 3856651"/>
                  <a:gd name="connsiteY19" fmla="*/ 1479044 h 1494147"/>
                  <a:gd name="connsiteX20" fmla="*/ 1624462 w 3856651"/>
                  <a:gd name="connsiteY20" fmla="*/ 1470578 h 1494147"/>
                  <a:gd name="connsiteX21" fmla="*/ 1404328 w 3856651"/>
                  <a:gd name="connsiteY21" fmla="*/ 1263144 h 1494147"/>
                  <a:gd name="connsiteX22" fmla="*/ 1163028 w 3856651"/>
                  <a:gd name="connsiteY22" fmla="*/ 1089577 h 1494147"/>
                  <a:gd name="connsiteX23" fmla="*/ 782029 w 3856651"/>
                  <a:gd name="connsiteY23" fmla="*/ 797478 h 1494147"/>
                  <a:gd name="connsiteX24" fmla="*/ 451828 w 3856651"/>
                  <a:gd name="connsiteY24" fmla="*/ 471511 h 1494147"/>
                  <a:gd name="connsiteX25" fmla="*/ 117395 w 3856651"/>
                  <a:gd name="connsiteY25" fmla="*/ 179412 h 1494147"/>
                  <a:gd name="connsiteX26" fmla="*/ 3096 w 3856651"/>
                  <a:gd name="connsiteY26" fmla="*/ 98978 h 1494147"/>
                  <a:gd name="connsiteX27" fmla="*/ 45429 w 3856651"/>
                  <a:gd name="connsiteY27" fmla="*/ 18544 h 1494147"/>
                  <a:gd name="connsiteX0" fmla="*/ 45429 w 3856651"/>
                  <a:gd name="connsiteY0" fmla="*/ 18544 h 1494147"/>
                  <a:gd name="connsiteX1" fmla="*/ 180894 w 3856651"/>
                  <a:gd name="connsiteY1" fmla="*/ 128611 h 1494147"/>
                  <a:gd name="connsiteX2" fmla="*/ 405262 w 3856651"/>
                  <a:gd name="connsiteY2" fmla="*/ 336044 h 1494147"/>
                  <a:gd name="connsiteX3" fmla="*/ 934429 w 3856651"/>
                  <a:gd name="connsiteY3" fmla="*/ 856745 h 1494147"/>
                  <a:gd name="connsiteX4" fmla="*/ 1294259 w 3856651"/>
                  <a:gd name="connsiteY4" fmla="*/ 1102278 h 1494147"/>
                  <a:gd name="connsiteX5" fmla="*/ 1649862 w 3856651"/>
                  <a:gd name="connsiteY5" fmla="*/ 1377444 h 1494147"/>
                  <a:gd name="connsiteX6" fmla="*/ 1675262 w 3856651"/>
                  <a:gd name="connsiteY6" fmla="*/ 1199644 h 1494147"/>
                  <a:gd name="connsiteX7" fmla="*/ 1793795 w 3856651"/>
                  <a:gd name="connsiteY7" fmla="*/ 1148844 h 1494147"/>
                  <a:gd name="connsiteX8" fmla="*/ 1810729 w 3856651"/>
                  <a:gd name="connsiteY8" fmla="*/ 1352044 h 1494147"/>
                  <a:gd name="connsiteX9" fmla="*/ 2208662 w 3856651"/>
                  <a:gd name="connsiteY9" fmla="*/ 1436711 h 1494147"/>
                  <a:gd name="connsiteX10" fmla="*/ 2217129 w 3856651"/>
                  <a:gd name="connsiteY10" fmla="*/ 1157311 h 1494147"/>
                  <a:gd name="connsiteX11" fmla="*/ 2327195 w 3856651"/>
                  <a:gd name="connsiteY11" fmla="*/ 1148844 h 1494147"/>
                  <a:gd name="connsiteX12" fmla="*/ 2310262 w 3856651"/>
                  <a:gd name="connsiteY12" fmla="*/ 1385911 h 1494147"/>
                  <a:gd name="connsiteX13" fmla="*/ 2826729 w 3856651"/>
                  <a:gd name="connsiteY13" fmla="*/ 1275844 h 1494147"/>
                  <a:gd name="connsiteX14" fmla="*/ 3656462 w 3856651"/>
                  <a:gd name="connsiteY14" fmla="*/ 293711 h 1494147"/>
                  <a:gd name="connsiteX15" fmla="*/ 3766529 w 3856651"/>
                  <a:gd name="connsiteY15" fmla="*/ 22778 h 1494147"/>
                  <a:gd name="connsiteX16" fmla="*/ 3851195 w 3856651"/>
                  <a:gd name="connsiteY16" fmla="*/ 73578 h 1494147"/>
                  <a:gd name="connsiteX17" fmla="*/ 3605662 w 3856651"/>
                  <a:gd name="connsiteY17" fmla="*/ 539244 h 1494147"/>
                  <a:gd name="connsiteX18" fmla="*/ 2835195 w 3856651"/>
                  <a:gd name="connsiteY18" fmla="*/ 1377444 h 1494147"/>
                  <a:gd name="connsiteX19" fmla="*/ 2276395 w 3856651"/>
                  <a:gd name="connsiteY19" fmla="*/ 1479044 h 1494147"/>
                  <a:gd name="connsiteX20" fmla="*/ 1624462 w 3856651"/>
                  <a:gd name="connsiteY20" fmla="*/ 1470578 h 1494147"/>
                  <a:gd name="connsiteX21" fmla="*/ 1404328 w 3856651"/>
                  <a:gd name="connsiteY21" fmla="*/ 1263144 h 1494147"/>
                  <a:gd name="connsiteX22" fmla="*/ 1163028 w 3856651"/>
                  <a:gd name="connsiteY22" fmla="*/ 1089577 h 1494147"/>
                  <a:gd name="connsiteX23" fmla="*/ 782029 w 3856651"/>
                  <a:gd name="connsiteY23" fmla="*/ 797478 h 1494147"/>
                  <a:gd name="connsiteX24" fmla="*/ 451828 w 3856651"/>
                  <a:gd name="connsiteY24" fmla="*/ 471511 h 1494147"/>
                  <a:gd name="connsiteX25" fmla="*/ 117395 w 3856651"/>
                  <a:gd name="connsiteY25" fmla="*/ 179412 h 1494147"/>
                  <a:gd name="connsiteX26" fmla="*/ 3096 w 3856651"/>
                  <a:gd name="connsiteY26" fmla="*/ 98978 h 1494147"/>
                  <a:gd name="connsiteX27" fmla="*/ 45429 w 3856651"/>
                  <a:gd name="connsiteY27" fmla="*/ 18544 h 1494147"/>
                  <a:gd name="connsiteX0" fmla="*/ 45429 w 3856651"/>
                  <a:gd name="connsiteY0" fmla="*/ 18544 h 1486579"/>
                  <a:gd name="connsiteX1" fmla="*/ 180894 w 3856651"/>
                  <a:gd name="connsiteY1" fmla="*/ 128611 h 1486579"/>
                  <a:gd name="connsiteX2" fmla="*/ 405262 w 3856651"/>
                  <a:gd name="connsiteY2" fmla="*/ 336044 h 1486579"/>
                  <a:gd name="connsiteX3" fmla="*/ 934429 w 3856651"/>
                  <a:gd name="connsiteY3" fmla="*/ 856745 h 1486579"/>
                  <a:gd name="connsiteX4" fmla="*/ 1294259 w 3856651"/>
                  <a:gd name="connsiteY4" fmla="*/ 1102278 h 1486579"/>
                  <a:gd name="connsiteX5" fmla="*/ 1649862 w 3856651"/>
                  <a:gd name="connsiteY5" fmla="*/ 1377444 h 1486579"/>
                  <a:gd name="connsiteX6" fmla="*/ 1675262 w 3856651"/>
                  <a:gd name="connsiteY6" fmla="*/ 1199644 h 1486579"/>
                  <a:gd name="connsiteX7" fmla="*/ 1793795 w 3856651"/>
                  <a:gd name="connsiteY7" fmla="*/ 1148844 h 1486579"/>
                  <a:gd name="connsiteX8" fmla="*/ 1810729 w 3856651"/>
                  <a:gd name="connsiteY8" fmla="*/ 1352044 h 1486579"/>
                  <a:gd name="connsiteX9" fmla="*/ 2208662 w 3856651"/>
                  <a:gd name="connsiteY9" fmla="*/ 1436711 h 1486579"/>
                  <a:gd name="connsiteX10" fmla="*/ 2217129 w 3856651"/>
                  <a:gd name="connsiteY10" fmla="*/ 1157311 h 1486579"/>
                  <a:gd name="connsiteX11" fmla="*/ 2327195 w 3856651"/>
                  <a:gd name="connsiteY11" fmla="*/ 1148844 h 1486579"/>
                  <a:gd name="connsiteX12" fmla="*/ 2310262 w 3856651"/>
                  <a:gd name="connsiteY12" fmla="*/ 1385911 h 1486579"/>
                  <a:gd name="connsiteX13" fmla="*/ 2826729 w 3856651"/>
                  <a:gd name="connsiteY13" fmla="*/ 1275844 h 1486579"/>
                  <a:gd name="connsiteX14" fmla="*/ 3656462 w 3856651"/>
                  <a:gd name="connsiteY14" fmla="*/ 293711 h 1486579"/>
                  <a:gd name="connsiteX15" fmla="*/ 3766529 w 3856651"/>
                  <a:gd name="connsiteY15" fmla="*/ 22778 h 1486579"/>
                  <a:gd name="connsiteX16" fmla="*/ 3851195 w 3856651"/>
                  <a:gd name="connsiteY16" fmla="*/ 73578 h 1486579"/>
                  <a:gd name="connsiteX17" fmla="*/ 3605662 w 3856651"/>
                  <a:gd name="connsiteY17" fmla="*/ 539244 h 1486579"/>
                  <a:gd name="connsiteX18" fmla="*/ 2835195 w 3856651"/>
                  <a:gd name="connsiteY18" fmla="*/ 1377444 h 1486579"/>
                  <a:gd name="connsiteX19" fmla="*/ 2276395 w 3856651"/>
                  <a:gd name="connsiteY19" fmla="*/ 1479044 h 1486579"/>
                  <a:gd name="connsiteX20" fmla="*/ 1624462 w 3856651"/>
                  <a:gd name="connsiteY20" fmla="*/ 1470578 h 1486579"/>
                  <a:gd name="connsiteX21" fmla="*/ 1552494 w 3856651"/>
                  <a:gd name="connsiteY21" fmla="*/ 1402844 h 1486579"/>
                  <a:gd name="connsiteX22" fmla="*/ 1404328 w 3856651"/>
                  <a:gd name="connsiteY22" fmla="*/ 1263144 h 1486579"/>
                  <a:gd name="connsiteX23" fmla="*/ 1163028 w 3856651"/>
                  <a:gd name="connsiteY23" fmla="*/ 1089577 h 1486579"/>
                  <a:gd name="connsiteX24" fmla="*/ 782029 w 3856651"/>
                  <a:gd name="connsiteY24" fmla="*/ 797478 h 1486579"/>
                  <a:gd name="connsiteX25" fmla="*/ 451828 w 3856651"/>
                  <a:gd name="connsiteY25" fmla="*/ 471511 h 1486579"/>
                  <a:gd name="connsiteX26" fmla="*/ 117395 w 3856651"/>
                  <a:gd name="connsiteY26" fmla="*/ 179412 h 1486579"/>
                  <a:gd name="connsiteX27" fmla="*/ 3096 w 3856651"/>
                  <a:gd name="connsiteY27" fmla="*/ 98978 h 1486579"/>
                  <a:gd name="connsiteX28" fmla="*/ 45429 w 3856651"/>
                  <a:gd name="connsiteY28" fmla="*/ 18544 h 1486579"/>
                  <a:gd name="connsiteX0" fmla="*/ 45429 w 3856651"/>
                  <a:gd name="connsiteY0" fmla="*/ 18544 h 1486579"/>
                  <a:gd name="connsiteX1" fmla="*/ 180894 w 3856651"/>
                  <a:gd name="connsiteY1" fmla="*/ 128611 h 1486579"/>
                  <a:gd name="connsiteX2" fmla="*/ 405262 w 3856651"/>
                  <a:gd name="connsiteY2" fmla="*/ 336044 h 1486579"/>
                  <a:gd name="connsiteX3" fmla="*/ 934429 w 3856651"/>
                  <a:gd name="connsiteY3" fmla="*/ 856745 h 1486579"/>
                  <a:gd name="connsiteX4" fmla="*/ 1294259 w 3856651"/>
                  <a:gd name="connsiteY4" fmla="*/ 1102278 h 1486579"/>
                  <a:gd name="connsiteX5" fmla="*/ 1649862 w 3856651"/>
                  <a:gd name="connsiteY5" fmla="*/ 1377444 h 1486579"/>
                  <a:gd name="connsiteX6" fmla="*/ 1675262 w 3856651"/>
                  <a:gd name="connsiteY6" fmla="*/ 1199644 h 1486579"/>
                  <a:gd name="connsiteX7" fmla="*/ 1793795 w 3856651"/>
                  <a:gd name="connsiteY7" fmla="*/ 1148844 h 1486579"/>
                  <a:gd name="connsiteX8" fmla="*/ 1810729 w 3856651"/>
                  <a:gd name="connsiteY8" fmla="*/ 1352044 h 1486579"/>
                  <a:gd name="connsiteX9" fmla="*/ 2208662 w 3856651"/>
                  <a:gd name="connsiteY9" fmla="*/ 1436711 h 1486579"/>
                  <a:gd name="connsiteX10" fmla="*/ 2217129 w 3856651"/>
                  <a:gd name="connsiteY10" fmla="*/ 1157311 h 1486579"/>
                  <a:gd name="connsiteX11" fmla="*/ 2327195 w 3856651"/>
                  <a:gd name="connsiteY11" fmla="*/ 1148844 h 1486579"/>
                  <a:gd name="connsiteX12" fmla="*/ 2310262 w 3856651"/>
                  <a:gd name="connsiteY12" fmla="*/ 1385911 h 1486579"/>
                  <a:gd name="connsiteX13" fmla="*/ 2826729 w 3856651"/>
                  <a:gd name="connsiteY13" fmla="*/ 1275844 h 1486579"/>
                  <a:gd name="connsiteX14" fmla="*/ 3656462 w 3856651"/>
                  <a:gd name="connsiteY14" fmla="*/ 293711 h 1486579"/>
                  <a:gd name="connsiteX15" fmla="*/ 3766529 w 3856651"/>
                  <a:gd name="connsiteY15" fmla="*/ 22778 h 1486579"/>
                  <a:gd name="connsiteX16" fmla="*/ 3851195 w 3856651"/>
                  <a:gd name="connsiteY16" fmla="*/ 73578 h 1486579"/>
                  <a:gd name="connsiteX17" fmla="*/ 3605662 w 3856651"/>
                  <a:gd name="connsiteY17" fmla="*/ 539244 h 1486579"/>
                  <a:gd name="connsiteX18" fmla="*/ 2835195 w 3856651"/>
                  <a:gd name="connsiteY18" fmla="*/ 1377444 h 1486579"/>
                  <a:gd name="connsiteX19" fmla="*/ 2276395 w 3856651"/>
                  <a:gd name="connsiteY19" fmla="*/ 1479044 h 1486579"/>
                  <a:gd name="connsiteX20" fmla="*/ 1717596 w 3856651"/>
                  <a:gd name="connsiteY20" fmla="*/ 1470578 h 1486579"/>
                  <a:gd name="connsiteX21" fmla="*/ 1552494 w 3856651"/>
                  <a:gd name="connsiteY21" fmla="*/ 1402844 h 1486579"/>
                  <a:gd name="connsiteX22" fmla="*/ 1404328 w 3856651"/>
                  <a:gd name="connsiteY22" fmla="*/ 1263144 h 1486579"/>
                  <a:gd name="connsiteX23" fmla="*/ 1163028 w 3856651"/>
                  <a:gd name="connsiteY23" fmla="*/ 1089577 h 1486579"/>
                  <a:gd name="connsiteX24" fmla="*/ 782029 w 3856651"/>
                  <a:gd name="connsiteY24" fmla="*/ 797478 h 1486579"/>
                  <a:gd name="connsiteX25" fmla="*/ 451828 w 3856651"/>
                  <a:gd name="connsiteY25" fmla="*/ 471511 h 1486579"/>
                  <a:gd name="connsiteX26" fmla="*/ 117395 w 3856651"/>
                  <a:gd name="connsiteY26" fmla="*/ 179412 h 1486579"/>
                  <a:gd name="connsiteX27" fmla="*/ 3096 w 3856651"/>
                  <a:gd name="connsiteY27" fmla="*/ 98978 h 1486579"/>
                  <a:gd name="connsiteX28" fmla="*/ 45429 w 3856651"/>
                  <a:gd name="connsiteY28" fmla="*/ 18544 h 1486579"/>
                  <a:gd name="connsiteX0" fmla="*/ 45429 w 3856651"/>
                  <a:gd name="connsiteY0" fmla="*/ 18544 h 1486579"/>
                  <a:gd name="connsiteX1" fmla="*/ 180894 w 3856651"/>
                  <a:gd name="connsiteY1" fmla="*/ 128611 h 1486579"/>
                  <a:gd name="connsiteX2" fmla="*/ 405262 w 3856651"/>
                  <a:gd name="connsiteY2" fmla="*/ 336044 h 1486579"/>
                  <a:gd name="connsiteX3" fmla="*/ 934429 w 3856651"/>
                  <a:gd name="connsiteY3" fmla="*/ 839812 h 1486579"/>
                  <a:gd name="connsiteX4" fmla="*/ 1294259 w 3856651"/>
                  <a:gd name="connsiteY4" fmla="*/ 1102278 h 1486579"/>
                  <a:gd name="connsiteX5" fmla="*/ 1649862 w 3856651"/>
                  <a:gd name="connsiteY5" fmla="*/ 1377444 h 1486579"/>
                  <a:gd name="connsiteX6" fmla="*/ 1675262 w 3856651"/>
                  <a:gd name="connsiteY6" fmla="*/ 1199644 h 1486579"/>
                  <a:gd name="connsiteX7" fmla="*/ 1793795 w 3856651"/>
                  <a:gd name="connsiteY7" fmla="*/ 1148844 h 1486579"/>
                  <a:gd name="connsiteX8" fmla="*/ 1810729 w 3856651"/>
                  <a:gd name="connsiteY8" fmla="*/ 1352044 h 1486579"/>
                  <a:gd name="connsiteX9" fmla="*/ 2208662 w 3856651"/>
                  <a:gd name="connsiteY9" fmla="*/ 1436711 h 1486579"/>
                  <a:gd name="connsiteX10" fmla="*/ 2217129 w 3856651"/>
                  <a:gd name="connsiteY10" fmla="*/ 1157311 h 1486579"/>
                  <a:gd name="connsiteX11" fmla="*/ 2327195 w 3856651"/>
                  <a:gd name="connsiteY11" fmla="*/ 1148844 h 1486579"/>
                  <a:gd name="connsiteX12" fmla="*/ 2310262 w 3856651"/>
                  <a:gd name="connsiteY12" fmla="*/ 1385911 h 1486579"/>
                  <a:gd name="connsiteX13" fmla="*/ 2826729 w 3856651"/>
                  <a:gd name="connsiteY13" fmla="*/ 1275844 h 1486579"/>
                  <a:gd name="connsiteX14" fmla="*/ 3656462 w 3856651"/>
                  <a:gd name="connsiteY14" fmla="*/ 293711 h 1486579"/>
                  <a:gd name="connsiteX15" fmla="*/ 3766529 w 3856651"/>
                  <a:gd name="connsiteY15" fmla="*/ 22778 h 1486579"/>
                  <a:gd name="connsiteX16" fmla="*/ 3851195 w 3856651"/>
                  <a:gd name="connsiteY16" fmla="*/ 73578 h 1486579"/>
                  <a:gd name="connsiteX17" fmla="*/ 3605662 w 3856651"/>
                  <a:gd name="connsiteY17" fmla="*/ 539244 h 1486579"/>
                  <a:gd name="connsiteX18" fmla="*/ 2835195 w 3856651"/>
                  <a:gd name="connsiteY18" fmla="*/ 1377444 h 1486579"/>
                  <a:gd name="connsiteX19" fmla="*/ 2276395 w 3856651"/>
                  <a:gd name="connsiteY19" fmla="*/ 1479044 h 1486579"/>
                  <a:gd name="connsiteX20" fmla="*/ 1717596 w 3856651"/>
                  <a:gd name="connsiteY20" fmla="*/ 1470578 h 1486579"/>
                  <a:gd name="connsiteX21" fmla="*/ 1552494 w 3856651"/>
                  <a:gd name="connsiteY21" fmla="*/ 1402844 h 1486579"/>
                  <a:gd name="connsiteX22" fmla="*/ 1404328 w 3856651"/>
                  <a:gd name="connsiteY22" fmla="*/ 1263144 h 1486579"/>
                  <a:gd name="connsiteX23" fmla="*/ 1163028 w 3856651"/>
                  <a:gd name="connsiteY23" fmla="*/ 1089577 h 1486579"/>
                  <a:gd name="connsiteX24" fmla="*/ 782029 w 3856651"/>
                  <a:gd name="connsiteY24" fmla="*/ 797478 h 1486579"/>
                  <a:gd name="connsiteX25" fmla="*/ 451828 w 3856651"/>
                  <a:gd name="connsiteY25" fmla="*/ 471511 h 1486579"/>
                  <a:gd name="connsiteX26" fmla="*/ 117395 w 3856651"/>
                  <a:gd name="connsiteY26" fmla="*/ 179412 h 1486579"/>
                  <a:gd name="connsiteX27" fmla="*/ 3096 w 3856651"/>
                  <a:gd name="connsiteY27" fmla="*/ 98978 h 1486579"/>
                  <a:gd name="connsiteX28" fmla="*/ 45429 w 3856651"/>
                  <a:gd name="connsiteY28" fmla="*/ 18544 h 1486579"/>
                  <a:gd name="connsiteX0" fmla="*/ 45429 w 3856651"/>
                  <a:gd name="connsiteY0" fmla="*/ 18544 h 1486579"/>
                  <a:gd name="connsiteX1" fmla="*/ 180894 w 3856651"/>
                  <a:gd name="connsiteY1" fmla="*/ 128611 h 1486579"/>
                  <a:gd name="connsiteX2" fmla="*/ 405262 w 3856651"/>
                  <a:gd name="connsiteY2" fmla="*/ 336044 h 1486579"/>
                  <a:gd name="connsiteX3" fmla="*/ 934429 w 3856651"/>
                  <a:gd name="connsiteY3" fmla="*/ 839812 h 1486579"/>
                  <a:gd name="connsiteX4" fmla="*/ 1294259 w 3856651"/>
                  <a:gd name="connsiteY4" fmla="*/ 1102278 h 1486579"/>
                  <a:gd name="connsiteX5" fmla="*/ 1649862 w 3856651"/>
                  <a:gd name="connsiteY5" fmla="*/ 1377444 h 1486579"/>
                  <a:gd name="connsiteX6" fmla="*/ 1675262 w 3856651"/>
                  <a:gd name="connsiteY6" fmla="*/ 1199644 h 1486579"/>
                  <a:gd name="connsiteX7" fmla="*/ 1793795 w 3856651"/>
                  <a:gd name="connsiteY7" fmla="*/ 1148844 h 1486579"/>
                  <a:gd name="connsiteX8" fmla="*/ 1810729 w 3856651"/>
                  <a:gd name="connsiteY8" fmla="*/ 1352044 h 1486579"/>
                  <a:gd name="connsiteX9" fmla="*/ 2208662 w 3856651"/>
                  <a:gd name="connsiteY9" fmla="*/ 1436711 h 1486579"/>
                  <a:gd name="connsiteX10" fmla="*/ 2217129 w 3856651"/>
                  <a:gd name="connsiteY10" fmla="*/ 1157311 h 1486579"/>
                  <a:gd name="connsiteX11" fmla="*/ 2327195 w 3856651"/>
                  <a:gd name="connsiteY11" fmla="*/ 1148844 h 1486579"/>
                  <a:gd name="connsiteX12" fmla="*/ 2310262 w 3856651"/>
                  <a:gd name="connsiteY12" fmla="*/ 1385911 h 1486579"/>
                  <a:gd name="connsiteX13" fmla="*/ 2826729 w 3856651"/>
                  <a:gd name="connsiteY13" fmla="*/ 1275844 h 1486579"/>
                  <a:gd name="connsiteX14" fmla="*/ 3656462 w 3856651"/>
                  <a:gd name="connsiteY14" fmla="*/ 293711 h 1486579"/>
                  <a:gd name="connsiteX15" fmla="*/ 3766529 w 3856651"/>
                  <a:gd name="connsiteY15" fmla="*/ 22778 h 1486579"/>
                  <a:gd name="connsiteX16" fmla="*/ 3851195 w 3856651"/>
                  <a:gd name="connsiteY16" fmla="*/ 73578 h 1486579"/>
                  <a:gd name="connsiteX17" fmla="*/ 3605662 w 3856651"/>
                  <a:gd name="connsiteY17" fmla="*/ 539244 h 1486579"/>
                  <a:gd name="connsiteX18" fmla="*/ 2835195 w 3856651"/>
                  <a:gd name="connsiteY18" fmla="*/ 1377444 h 1486579"/>
                  <a:gd name="connsiteX19" fmla="*/ 2276395 w 3856651"/>
                  <a:gd name="connsiteY19" fmla="*/ 1479044 h 1486579"/>
                  <a:gd name="connsiteX20" fmla="*/ 1717596 w 3856651"/>
                  <a:gd name="connsiteY20" fmla="*/ 1470578 h 1486579"/>
                  <a:gd name="connsiteX21" fmla="*/ 1552494 w 3856651"/>
                  <a:gd name="connsiteY21" fmla="*/ 1402844 h 1486579"/>
                  <a:gd name="connsiteX22" fmla="*/ 1404328 w 3856651"/>
                  <a:gd name="connsiteY22" fmla="*/ 1263144 h 1486579"/>
                  <a:gd name="connsiteX23" fmla="*/ 1163028 w 3856651"/>
                  <a:gd name="connsiteY23" fmla="*/ 1089577 h 1486579"/>
                  <a:gd name="connsiteX24" fmla="*/ 803196 w 3856651"/>
                  <a:gd name="connsiteY24" fmla="*/ 793245 h 1486579"/>
                  <a:gd name="connsiteX25" fmla="*/ 451828 w 3856651"/>
                  <a:gd name="connsiteY25" fmla="*/ 471511 h 1486579"/>
                  <a:gd name="connsiteX26" fmla="*/ 117395 w 3856651"/>
                  <a:gd name="connsiteY26" fmla="*/ 179412 h 1486579"/>
                  <a:gd name="connsiteX27" fmla="*/ 3096 w 3856651"/>
                  <a:gd name="connsiteY27" fmla="*/ 98978 h 1486579"/>
                  <a:gd name="connsiteX28" fmla="*/ 45429 w 3856651"/>
                  <a:gd name="connsiteY28" fmla="*/ 18544 h 1486579"/>
                  <a:gd name="connsiteX0" fmla="*/ 45429 w 3856651"/>
                  <a:gd name="connsiteY0" fmla="*/ 18544 h 1486579"/>
                  <a:gd name="connsiteX1" fmla="*/ 180894 w 3856651"/>
                  <a:gd name="connsiteY1" fmla="*/ 128611 h 1486579"/>
                  <a:gd name="connsiteX2" fmla="*/ 405262 w 3856651"/>
                  <a:gd name="connsiteY2" fmla="*/ 336044 h 1486579"/>
                  <a:gd name="connsiteX3" fmla="*/ 934429 w 3856651"/>
                  <a:gd name="connsiteY3" fmla="*/ 839812 h 1486579"/>
                  <a:gd name="connsiteX4" fmla="*/ 1294259 w 3856651"/>
                  <a:gd name="connsiteY4" fmla="*/ 1102278 h 1486579"/>
                  <a:gd name="connsiteX5" fmla="*/ 1649862 w 3856651"/>
                  <a:gd name="connsiteY5" fmla="*/ 1377444 h 1486579"/>
                  <a:gd name="connsiteX6" fmla="*/ 1675262 w 3856651"/>
                  <a:gd name="connsiteY6" fmla="*/ 1199644 h 1486579"/>
                  <a:gd name="connsiteX7" fmla="*/ 1793795 w 3856651"/>
                  <a:gd name="connsiteY7" fmla="*/ 1148844 h 1486579"/>
                  <a:gd name="connsiteX8" fmla="*/ 1810729 w 3856651"/>
                  <a:gd name="connsiteY8" fmla="*/ 1352044 h 1486579"/>
                  <a:gd name="connsiteX9" fmla="*/ 2208662 w 3856651"/>
                  <a:gd name="connsiteY9" fmla="*/ 1436711 h 1486579"/>
                  <a:gd name="connsiteX10" fmla="*/ 2217129 w 3856651"/>
                  <a:gd name="connsiteY10" fmla="*/ 1157311 h 1486579"/>
                  <a:gd name="connsiteX11" fmla="*/ 2327195 w 3856651"/>
                  <a:gd name="connsiteY11" fmla="*/ 1148844 h 1486579"/>
                  <a:gd name="connsiteX12" fmla="*/ 2310262 w 3856651"/>
                  <a:gd name="connsiteY12" fmla="*/ 1385911 h 1486579"/>
                  <a:gd name="connsiteX13" fmla="*/ 2826729 w 3856651"/>
                  <a:gd name="connsiteY13" fmla="*/ 1275844 h 1486579"/>
                  <a:gd name="connsiteX14" fmla="*/ 3656462 w 3856651"/>
                  <a:gd name="connsiteY14" fmla="*/ 293711 h 1486579"/>
                  <a:gd name="connsiteX15" fmla="*/ 3766529 w 3856651"/>
                  <a:gd name="connsiteY15" fmla="*/ 22778 h 1486579"/>
                  <a:gd name="connsiteX16" fmla="*/ 3851195 w 3856651"/>
                  <a:gd name="connsiteY16" fmla="*/ 73578 h 1486579"/>
                  <a:gd name="connsiteX17" fmla="*/ 3605662 w 3856651"/>
                  <a:gd name="connsiteY17" fmla="*/ 539244 h 1486579"/>
                  <a:gd name="connsiteX18" fmla="*/ 2835195 w 3856651"/>
                  <a:gd name="connsiteY18" fmla="*/ 1377444 h 1486579"/>
                  <a:gd name="connsiteX19" fmla="*/ 2276395 w 3856651"/>
                  <a:gd name="connsiteY19" fmla="*/ 1479044 h 1486579"/>
                  <a:gd name="connsiteX20" fmla="*/ 1717596 w 3856651"/>
                  <a:gd name="connsiteY20" fmla="*/ 1470578 h 1486579"/>
                  <a:gd name="connsiteX21" fmla="*/ 1552494 w 3856651"/>
                  <a:gd name="connsiteY21" fmla="*/ 1402844 h 1486579"/>
                  <a:gd name="connsiteX22" fmla="*/ 1404328 w 3856651"/>
                  <a:gd name="connsiteY22" fmla="*/ 1263144 h 1486579"/>
                  <a:gd name="connsiteX23" fmla="*/ 1116462 w 3856651"/>
                  <a:gd name="connsiteY23" fmla="*/ 1068410 h 1486579"/>
                  <a:gd name="connsiteX24" fmla="*/ 803196 w 3856651"/>
                  <a:gd name="connsiteY24" fmla="*/ 793245 h 1486579"/>
                  <a:gd name="connsiteX25" fmla="*/ 451828 w 3856651"/>
                  <a:gd name="connsiteY25" fmla="*/ 471511 h 1486579"/>
                  <a:gd name="connsiteX26" fmla="*/ 117395 w 3856651"/>
                  <a:gd name="connsiteY26" fmla="*/ 179412 h 1486579"/>
                  <a:gd name="connsiteX27" fmla="*/ 3096 w 3856651"/>
                  <a:gd name="connsiteY27" fmla="*/ 98978 h 1486579"/>
                  <a:gd name="connsiteX28" fmla="*/ 45429 w 3856651"/>
                  <a:gd name="connsiteY28" fmla="*/ 18544 h 1486579"/>
                  <a:gd name="connsiteX0" fmla="*/ 45429 w 3856651"/>
                  <a:gd name="connsiteY0" fmla="*/ 18544 h 1486579"/>
                  <a:gd name="connsiteX1" fmla="*/ 180894 w 3856651"/>
                  <a:gd name="connsiteY1" fmla="*/ 128611 h 1486579"/>
                  <a:gd name="connsiteX2" fmla="*/ 405262 w 3856651"/>
                  <a:gd name="connsiteY2" fmla="*/ 336044 h 1486579"/>
                  <a:gd name="connsiteX3" fmla="*/ 934429 w 3856651"/>
                  <a:gd name="connsiteY3" fmla="*/ 839812 h 1486579"/>
                  <a:gd name="connsiteX4" fmla="*/ 1294259 w 3856651"/>
                  <a:gd name="connsiteY4" fmla="*/ 1102278 h 1486579"/>
                  <a:gd name="connsiteX5" fmla="*/ 1649862 w 3856651"/>
                  <a:gd name="connsiteY5" fmla="*/ 1377444 h 1486579"/>
                  <a:gd name="connsiteX6" fmla="*/ 1675262 w 3856651"/>
                  <a:gd name="connsiteY6" fmla="*/ 1199644 h 1486579"/>
                  <a:gd name="connsiteX7" fmla="*/ 1793795 w 3856651"/>
                  <a:gd name="connsiteY7" fmla="*/ 1148844 h 1486579"/>
                  <a:gd name="connsiteX8" fmla="*/ 1810729 w 3856651"/>
                  <a:gd name="connsiteY8" fmla="*/ 1352044 h 1486579"/>
                  <a:gd name="connsiteX9" fmla="*/ 2208662 w 3856651"/>
                  <a:gd name="connsiteY9" fmla="*/ 1436711 h 1486579"/>
                  <a:gd name="connsiteX10" fmla="*/ 2217129 w 3856651"/>
                  <a:gd name="connsiteY10" fmla="*/ 1157311 h 1486579"/>
                  <a:gd name="connsiteX11" fmla="*/ 2327195 w 3856651"/>
                  <a:gd name="connsiteY11" fmla="*/ 1148844 h 1486579"/>
                  <a:gd name="connsiteX12" fmla="*/ 2310262 w 3856651"/>
                  <a:gd name="connsiteY12" fmla="*/ 1385911 h 1486579"/>
                  <a:gd name="connsiteX13" fmla="*/ 2826729 w 3856651"/>
                  <a:gd name="connsiteY13" fmla="*/ 1275844 h 1486579"/>
                  <a:gd name="connsiteX14" fmla="*/ 3656462 w 3856651"/>
                  <a:gd name="connsiteY14" fmla="*/ 293711 h 1486579"/>
                  <a:gd name="connsiteX15" fmla="*/ 3766529 w 3856651"/>
                  <a:gd name="connsiteY15" fmla="*/ 22778 h 1486579"/>
                  <a:gd name="connsiteX16" fmla="*/ 3851195 w 3856651"/>
                  <a:gd name="connsiteY16" fmla="*/ 73578 h 1486579"/>
                  <a:gd name="connsiteX17" fmla="*/ 3605662 w 3856651"/>
                  <a:gd name="connsiteY17" fmla="*/ 539244 h 1486579"/>
                  <a:gd name="connsiteX18" fmla="*/ 2835195 w 3856651"/>
                  <a:gd name="connsiteY18" fmla="*/ 1377444 h 1486579"/>
                  <a:gd name="connsiteX19" fmla="*/ 2276395 w 3856651"/>
                  <a:gd name="connsiteY19" fmla="*/ 1479044 h 1486579"/>
                  <a:gd name="connsiteX20" fmla="*/ 1717596 w 3856651"/>
                  <a:gd name="connsiteY20" fmla="*/ 1470578 h 1486579"/>
                  <a:gd name="connsiteX21" fmla="*/ 1552494 w 3856651"/>
                  <a:gd name="connsiteY21" fmla="*/ 1402844 h 1486579"/>
                  <a:gd name="connsiteX22" fmla="*/ 1404328 w 3856651"/>
                  <a:gd name="connsiteY22" fmla="*/ 1263144 h 1486579"/>
                  <a:gd name="connsiteX23" fmla="*/ 1129162 w 3856651"/>
                  <a:gd name="connsiteY23" fmla="*/ 1055710 h 1486579"/>
                  <a:gd name="connsiteX24" fmla="*/ 803196 w 3856651"/>
                  <a:gd name="connsiteY24" fmla="*/ 793245 h 1486579"/>
                  <a:gd name="connsiteX25" fmla="*/ 451828 w 3856651"/>
                  <a:gd name="connsiteY25" fmla="*/ 471511 h 1486579"/>
                  <a:gd name="connsiteX26" fmla="*/ 117395 w 3856651"/>
                  <a:gd name="connsiteY26" fmla="*/ 179412 h 1486579"/>
                  <a:gd name="connsiteX27" fmla="*/ 3096 w 3856651"/>
                  <a:gd name="connsiteY27" fmla="*/ 98978 h 1486579"/>
                  <a:gd name="connsiteX28" fmla="*/ 45429 w 3856651"/>
                  <a:gd name="connsiteY28" fmla="*/ 18544 h 1486579"/>
                  <a:gd name="connsiteX0" fmla="*/ 45429 w 3856651"/>
                  <a:gd name="connsiteY0" fmla="*/ 18544 h 1486579"/>
                  <a:gd name="connsiteX1" fmla="*/ 180894 w 3856651"/>
                  <a:gd name="connsiteY1" fmla="*/ 128611 h 1486579"/>
                  <a:gd name="connsiteX2" fmla="*/ 405262 w 3856651"/>
                  <a:gd name="connsiteY2" fmla="*/ 336044 h 1486579"/>
                  <a:gd name="connsiteX3" fmla="*/ 934429 w 3856651"/>
                  <a:gd name="connsiteY3" fmla="*/ 839812 h 1486579"/>
                  <a:gd name="connsiteX4" fmla="*/ 1294259 w 3856651"/>
                  <a:gd name="connsiteY4" fmla="*/ 1102278 h 1486579"/>
                  <a:gd name="connsiteX5" fmla="*/ 1649862 w 3856651"/>
                  <a:gd name="connsiteY5" fmla="*/ 1377444 h 1486579"/>
                  <a:gd name="connsiteX6" fmla="*/ 1675262 w 3856651"/>
                  <a:gd name="connsiteY6" fmla="*/ 1199644 h 1486579"/>
                  <a:gd name="connsiteX7" fmla="*/ 1793795 w 3856651"/>
                  <a:gd name="connsiteY7" fmla="*/ 1148844 h 1486579"/>
                  <a:gd name="connsiteX8" fmla="*/ 1810729 w 3856651"/>
                  <a:gd name="connsiteY8" fmla="*/ 1352044 h 1486579"/>
                  <a:gd name="connsiteX9" fmla="*/ 2208662 w 3856651"/>
                  <a:gd name="connsiteY9" fmla="*/ 1436711 h 1486579"/>
                  <a:gd name="connsiteX10" fmla="*/ 2217129 w 3856651"/>
                  <a:gd name="connsiteY10" fmla="*/ 1157311 h 1486579"/>
                  <a:gd name="connsiteX11" fmla="*/ 2327195 w 3856651"/>
                  <a:gd name="connsiteY11" fmla="*/ 1148844 h 1486579"/>
                  <a:gd name="connsiteX12" fmla="*/ 2310262 w 3856651"/>
                  <a:gd name="connsiteY12" fmla="*/ 1385911 h 1486579"/>
                  <a:gd name="connsiteX13" fmla="*/ 2826729 w 3856651"/>
                  <a:gd name="connsiteY13" fmla="*/ 1275844 h 1486579"/>
                  <a:gd name="connsiteX14" fmla="*/ 3656462 w 3856651"/>
                  <a:gd name="connsiteY14" fmla="*/ 293711 h 1486579"/>
                  <a:gd name="connsiteX15" fmla="*/ 3766529 w 3856651"/>
                  <a:gd name="connsiteY15" fmla="*/ 22778 h 1486579"/>
                  <a:gd name="connsiteX16" fmla="*/ 3851195 w 3856651"/>
                  <a:gd name="connsiteY16" fmla="*/ 73578 h 1486579"/>
                  <a:gd name="connsiteX17" fmla="*/ 3605662 w 3856651"/>
                  <a:gd name="connsiteY17" fmla="*/ 539244 h 1486579"/>
                  <a:gd name="connsiteX18" fmla="*/ 2835195 w 3856651"/>
                  <a:gd name="connsiteY18" fmla="*/ 1377444 h 1486579"/>
                  <a:gd name="connsiteX19" fmla="*/ 2276395 w 3856651"/>
                  <a:gd name="connsiteY19" fmla="*/ 1479044 h 1486579"/>
                  <a:gd name="connsiteX20" fmla="*/ 1717596 w 3856651"/>
                  <a:gd name="connsiteY20" fmla="*/ 1470578 h 1486579"/>
                  <a:gd name="connsiteX21" fmla="*/ 1552494 w 3856651"/>
                  <a:gd name="connsiteY21" fmla="*/ 1402844 h 1486579"/>
                  <a:gd name="connsiteX22" fmla="*/ 1404328 w 3856651"/>
                  <a:gd name="connsiteY22" fmla="*/ 1263144 h 1486579"/>
                  <a:gd name="connsiteX23" fmla="*/ 1133395 w 3856651"/>
                  <a:gd name="connsiteY23" fmla="*/ 1064176 h 1486579"/>
                  <a:gd name="connsiteX24" fmla="*/ 803196 w 3856651"/>
                  <a:gd name="connsiteY24" fmla="*/ 793245 h 1486579"/>
                  <a:gd name="connsiteX25" fmla="*/ 451828 w 3856651"/>
                  <a:gd name="connsiteY25" fmla="*/ 471511 h 1486579"/>
                  <a:gd name="connsiteX26" fmla="*/ 117395 w 3856651"/>
                  <a:gd name="connsiteY26" fmla="*/ 179412 h 1486579"/>
                  <a:gd name="connsiteX27" fmla="*/ 3096 w 3856651"/>
                  <a:gd name="connsiteY27" fmla="*/ 98978 h 1486579"/>
                  <a:gd name="connsiteX28" fmla="*/ 45429 w 3856651"/>
                  <a:gd name="connsiteY28" fmla="*/ 18544 h 1486579"/>
                  <a:gd name="connsiteX0" fmla="*/ 45429 w 3856651"/>
                  <a:gd name="connsiteY0" fmla="*/ 18544 h 1486579"/>
                  <a:gd name="connsiteX1" fmla="*/ 180894 w 3856651"/>
                  <a:gd name="connsiteY1" fmla="*/ 128611 h 1486579"/>
                  <a:gd name="connsiteX2" fmla="*/ 405262 w 3856651"/>
                  <a:gd name="connsiteY2" fmla="*/ 336044 h 1486579"/>
                  <a:gd name="connsiteX3" fmla="*/ 959829 w 3856651"/>
                  <a:gd name="connsiteY3" fmla="*/ 844046 h 1486579"/>
                  <a:gd name="connsiteX4" fmla="*/ 1294259 w 3856651"/>
                  <a:gd name="connsiteY4" fmla="*/ 1102278 h 1486579"/>
                  <a:gd name="connsiteX5" fmla="*/ 1649862 w 3856651"/>
                  <a:gd name="connsiteY5" fmla="*/ 1377444 h 1486579"/>
                  <a:gd name="connsiteX6" fmla="*/ 1675262 w 3856651"/>
                  <a:gd name="connsiteY6" fmla="*/ 1199644 h 1486579"/>
                  <a:gd name="connsiteX7" fmla="*/ 1793795 w 3856651"/>
                  <a:gd name="connsiteY7" fmla="*/ 1148844 h 1486579"/>
                  <a:gd name="connsiteX8" fmla="*/ 1810729 w 3856651"/>
                  <a:gd name="connsiteY8" fmla="*/ 1352044 h 1486579"/>
                  <a:gd name="connsiteX9" fmla="*/ 2208662 w 3856651"/>
                  <a:gd name="connsiteY9" fmla="*/ 1436711 h 1486579"/>
                  <a:gd name="connsiteX10" fmla="*/ 2217129 w 3856651"/>
                  <a:gd name="connsiteY10" fmla="*/ 1157311 h 1486579"/>
                  <a:gd name="connsiteX11" fmla="*/ 2327195 w 3856651"/>
                  <a:gd name="connsiteY11" fmla="*/ 1148844 h 1486579"/>
                  <a:gd name="connsiteX12" fmla="*/ 2310262 w 3856651"/>
                  <a:gd name="connsiteY12" fmla="*/ 1385911 h 1486579"/>
                  <a:gd name="connsiteX13" fmla="*/ 2826729 w 3856651"/>
                  <a:gd name="connsiteY13" fmla="*/ 1275844 h 1486579"/>
                  <a:gd name="connsiteX14" fmla="*/ 3656462 w 3856651"/>
                  <a:gd name="connsiteY14" fmla="*/ 293711 h 1486579"/>
                  <a:gd name="connsiteX15" fmla="*/ 3766529 w 3856651"/>
                  <a:gd name="connsiteY15" fmla="*/ 22778 h 1486579"/>
                  <a:gd name="connsiteX16" fmla="*/ 3851195 w 3856651"/>
                  <a:gd name="connsiteY16" fmla="*/ 73578 h 1486579"/>
                  <a:gd name="connsiteX17" fmla="*/ 3605662 w 3856651"/>
                  <a:gd name="connsiteY17" fmla="*/ 539244 h 1486579"/>
                  <a:gd name="connsiteX18" fmla="*/ 2835195 w 3856651"/>
                  <a:gd name="connsiteY18" fmla="*/ 1377444 h 1486579"/>
                  <a:gd name="connsiteX19" fmla="*/ 2276395 w 3856651"/>
                  <a:gd name="connsiteY19" fmla="*/ 1479044 h 1486579"/>
                  <a:gd name="connsiteX20" fmla="*/ 1717596 w 3856651"/>
                  <a:gd name="connsiteY20" fmla="*/ 1470578 h 1486579"/>
                  <a:gd name="connsiteX21" fmla="*/ 1552494 w 3856651"/>
                  <a:gd name="connsiteY21" fmla="*/ 1402844 h 1486579"/>
                  <a:gd name="connsiteX22" fmla="*/ 1404328 w 3856651"/>
                  <a:gd name="connsiteY22" fmla="*/ 1263144 h 1486579"/>
                  <a:gd name="connsiteX23" fmla="*/ 1133395 w 3856651"/>
                  <a:gd name="connsiteY23" fmla="*/ 1064176 h 1486579"/>
                  <a:gd name="connsiteX24" fmla="*/ 803196 w 3856651"/>
                  <a:gd name="connsiteY24" fmla="*/ 793245 h 1486579"/>
                  <a:gd name="connsiteX25" fmla="*/ 451828 w 3856651"/>
                  <a:gd name="connsiteY25" fmla="*/ 471511 h 1486579"/>
                  <a:gd name="connsiteX26" fmla="*/ 117395 w 3856651"/>
                  <a:gd name="connsiteY26" fmla="*/ 179412 h 1486579"/>
                  <a:gd name="connsiteX27" fmla="*/ 3096 w 3856651"/>
                  <a:gd name="connsiteY27" fmla="*/ 98978 h 1486579"/>
                  <a:gd name="connsiteX28" fmla="*/ 45429 w 3856651"/>
                  <a:gd name="connsiteY28" fmla="*/ 18544 h 1486579"/>
                  <a:gd name="connsiteX0" fmla="*/ 38422 w 3858110"/>
                  <a:gd name="connsiteY0" fmla="*/ 39711 h 1486579"/>
                  <a:gd name="connsiteX1" fmla="*/ 182353 w 3858110"/>
                  <a:gd name="connsiteY1" fmla="*/ 128611 h 1486579"/>
                  <a:gd name="connsiteX2" fmla="*/ 406721 w 3858110"/>
                  <a:gd name="connsiteY2" fmla="*/ 336044 h 1486579"/>
                  <a:gd name="connsiteX3" fmla="*/ 961288 w 3858110"/>
                  <a:gd name="connsiteY3" fmla="*/ 844046 h 1486579"/>
                  <a:gd name="connsiteX4" fmla="*/ 1295718 w 3858110"/>
                  <a:gd name="connsiteY4" fmla="*/ 1102278 h 1486579"/>
                  <a:gd name="connsiteX5" fmla="*/ 1651321 w 3858110"/>
                  <a:gd name="connsiteY5" fmla="*/ 1377444 h 1486579"/>
                  <a:gd name="connsiteX6" fmla="*/ 1676721 w 3858110"/>
                  <a:gd name="connsiteY6" fmla="*/ 1199644 h 1486579"/>
                  <a:gd name="connsiteX7" fmla="*/ 1795254 w 3858110"/>
                  <a:gd name="connsiteY7" fmla="*/ 1148844 h 1486579"/>
                  <a:gd name="connsiteX8" fmla="*/ 1812188 w 3858110"/>
                  <a:gd name="connsiteY8" fmla="*/ 1352044 h 1486579"/>
                  <a:gd name="connsiteX9" fmla="*/ 2210121 w 3858110"/>
                  <a:gd name="connsiteY9" fmla="*/ 1436711 h 1486579"/>
                  <a:gd name="connsiteX10" fmla="*/ 2218588 w 3858110"/>
                  <a:gd name="connsiteY10" fmla="*/ 1157311 h 1486579"/>
                  <a:gd name="connsiteX11" fmla="*/ 2328654 w 3858110"/>
                  <a:gd name="connsiteY11" fmla="*/ 1148844 h 1486579"/>
                  <a:gd name="connsiteX12" fmla="*/ 2311721 w 3858110"/>
                  <a:gd name="connsiteY12" fmla="*/ 1385911 h 1486579"/>
                  <a:gd name="connsiteX13" fmla="*/ 2828188 w 3858110"/>
                  <a:gd name="connsiteY13" fmla="*/ 1275844 h 1486579"/>
                  <a:gd name="connsiteX14" fmla="*/ 3657921 w 3858110"/>
                  <a:gd name="connsiteY14" fmla="*/ 293711 h 1486579"/>
                  <a:gd name="connsiteX15" fmla="*/ 3767988 w 3858110"/>
                  <a:gd name="connsiteY15" fmla="*/ 22778 h 1486579"/>
                  <a:gd name="connsiteX16" fmla="*/ 3852654 w 3858110"/>
                  <a:gd name="connsiteY16" fmla="*/ 73578 h 1486579"/>
                  <a:gd name="connsiteX17" fmla="*/ 3607121 w 3858110"/>
                  <a:gd name="connsiteY17" fmla="*/ 539244 h 1486579"/>
                  <a:gd name="connsiteX18" fmla="*/ 2836654 w 3858110"/>
                  <a:gd name="connsiteY18" fmla="*/ 1377444 h 1486579"/>
                  <a:gd name="connsiteX19" fmla="*/ 2277854 w 3858110"/>
                  <a:gd name="connsiteY19" fmla="*/ 1479044 h 1486579"/>
                  <a:gd name="connsiteX20" fmla="*/ 1719055 w 3858110"/>
                  <a:gd name="connsiteY20" fmla="*/ 1470578 h 1486579"/>
                  <a:gd name="connsiteX21" fmla="*/ 1553953 w 3858110"/>
                  <a:gd name="connsiteY21" fmla="*/ 1402844 h 1486579"/>
                  <a:gd name="connsiteX22" fmla="*/ 1405787 w 3858110"/>
                  <a:gd name="connsiteY22" fmla="*/ 1263144 h 1486579"/>
                  <a:gd name="connsiteX23" fmla="*/ 1134854 w 3858110"/>
                  <a:gd name="connsiteY23" fmla="*/ 1064176 h 1486579"/>
                  <a:gd name="connsiteX24" fmla="*/ 804655 w 3858110"/>
                  <a:gd name="connsiteY24" fmla="*/ 793245 h 1486579"/>
                  <a:gd name="connsiteX25" fmla="*/ 453287 w 3858110"/>
                  <a:gd name="connsiteY25" fmla="*/ 471511 h 1486579"/>
                  <a:gd name="connsiteX26" fmla="*/ 118854 w 3858110"/>
                  <a:gd name="connsiteY26" fmla="*/ 179412 h 1486579"/>
                  <a:gd name="connsiteX27" fmla="*/ 4555 w 3858110"/>
                  <a:gd name="connsiteY27" fmla="*/ 98978 h 1486579"/>
                  <a:gd name="connsiteX28" fmla="*/ 38422 w 3858110"/>
                  <a:gd name="connsiteY28" fmla="*/ 39711 h 1486579"/>
                  <a:gd name="connsiteX0" fmla="*/ 38697 w 3858385"/>
                  <a:gd name="connsiteY0" fmla="*/ 39711 h 1486579"/>
                  <a:gd name="connsiteX1" fmla="*/ 195328 w 3858385"/>
                  <a:gd name="connsiteY1" fmla="*/ 137077 h 1486579"/>
                  <a:gd name="connsiteX2" fmla="*/ 406996 w 3858385"/>
                  <a:gd name="connsiteY2" fmla="*/ 336044 h 1486579"/>
                  <a:gd name="connsiteX3" fmla="*/ 961563 w 3858385"/>
                  <a:gd name="connsiteY3" fmla="*/ 844046 h 1486579"/>
                  <a:gd name="connsiteX4" fmla="*/ 1295993 w 3858385"/>
                  <a:gd name="connsiteY4" fmla="*/ 1102278 h 1486579"/>
                  <a:gd name="connsiteX5" fmla="*/ 1651596 w 3858385"/>
                  <a:gd name="connsiteY5" fmla="*/ 1377444 h 1486579"/>
                  <a:gd name="connsiteX6" fmla="*/ 1676996 w 3858385"/>
                  <a:gd name="connsiteY6" fmla="*/ 1199644 h 1486579"/>
                  <a:gd name="connsiteX7" fmla="*/ 1795529 w 3858385"/>
                  <a:gd name="connsiteY7" fmla="*/ 1148844 h 1486579"/>
                  <a:gd name="connsiteX8" fmla="*/ 1812463 w 3858385"/>
                  <a:gd name="connsiteY8" fmla="*/ 1352044 h 1486579"/>
                  <a:gd name="connsiteX9" fmla="*/ 2210396 w 3858385"/>
                  <a:gd name="connsiteY9" fmla="*/ 1436711 h 1486579"/>
                  <a:gd name="connsiteX10" fmla="*/ 2218863 w 3858385"/>
                  <a:gd name="connsiteY10" fmla="*/ 1157311 h 1486579"/>
                  <a:gd name="connsiteX11" fmla="*/ 2328929 w 3858385"/>
                  <a:gd name="connsiteY11" fmla="*/ 1148844 h 1486579"/>
                  <a:gd name="connsiteX12" fmla="*/ 2311996 w 3858385"/>
                  <a:gd name="connsiteY12" fmla="*/ 1385911 h 1486579"/>
                  <a:gd name="connsiteX13" fmla="*/ 2828463 w 3858385"/>
                  <a:gd name="connsiteY13" fmla="*/ 1275844 h 1486579"/>
                  <a:gd name="connsiteX14" fmla="*/ 3658196 w 3858385"/>
                  <a:gd name="connsiteY14" fmla="*/ 293711 h 1486579"/>
                  <a:gd name="connsiteX15" fmla="*/ 3768263 w 3858385"/>
                  <a:gd name="connsiteY15" fmla="*/ 22778 h 1486579"/>
                  <a:gd name="connsiteX16" fmla="*/ 3852929 w 3858385"/>
                  <a:gd name="connsiteY16" fmla="*/ 73578 h 1486579"/>
                  <a:gd name="connsiteX17" fmla="*/ 3607396 w 3858385"/>
                  <a:gd name="connsiteY17" fmla="*/ 539244 h 1486579"/>
                  <a:gd name="connsiteX18" fmla="*/ 2836929 w 3858385"/>
                  <a:gd name="connsiteY18" fmla="*/ 1377444 h 1486579"/>
                  <a:gd name="connsiteX19" fmla="*/ 2278129 w 3858385"/>
                  <a:gd name="connsiteY19" fmla="*/ 1479044 h 1486579"/>
                  <a:gd name="connsiteX20" fmla="*/ 1719330 w 3858385"/>
                  <a:gd name="connsiteY20" fmla="*/ 1470578 h 1486579"/>
                  <a:gd name="connsiteX21" fmla="*/ 1554228 w 3858385"/>
                  <a:gd name="connsiteY21" fmla="*/ 1402844 h 1486579"/>
                  <a:gd name="connsiteX22" fmla="*/ 1406062 w 3858385"/>
                  <a:gd name="connsiteY22" fmla="*/ 1263144 h 1486579"/>
                  <a:gd name="connsiteX23" fmla="*/ 1135129 w 3858385"/>
                  <a:gd name="connsiteY23" fmla="*/ 1064176 h 1486579"/>
                  <a:gd name="connsiteX24" fmla="*/ 804930 w 3858385"/>
                  <a:gd name="connsiteY24" fmla="*/ 793245 h 1486579"/>
                  <a:gd name="connsiteX25" fmla="*/ 453562 w 3858385"/>
                  <a:gd name="connsiteY25" fmla="*/ 471511 h 1486579"/>
                  <a:gd name="connsiteX26" fmla="*/ 119129 w 3858385"/>
                  <a:gd name="connsiteY26" fmla="*/ 179412 h 1486579"/>
                  <a:gd name="connsiteX27" fmla="*/ 4830 w 3858385"/>
                  <a:gd name="connsiteY27" fmla="*/ 98978 h 1486579"/>
                  <a:gd name="connsiteX28" fmla="*/ 38697 w 3858385"/>
                  <a:gd name="connsiteY28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06902 w 3858291"/>
                  <a:gd name="connsiteY2" fmla="*/ 336044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51502 w 3858291"/>
                  <a:gd name="connsiteY5" fmla="*/ 1377444 h 1486579"/>
                  <a:gd name="connsiteX6" fmla="*/ 1676902 w 3858291"/>
                  <a:gd name="connsiteY6" fmla="*/ 1199644 h 1486579"/>
                  <a:gd name="connsiteX7" fmla="*/ 1795435 w 3858291"/>
                  <a:gd name="connsiteY7" fmla="*/ 1148844 h 1486579"/>
                  <a:gd name="connsiteX8" fmla="*/ 1812369 w 3858291"/>
                  <a:gd name="connsiteY8" fmla="*/ 1352044 h 1486579"/>
                  <a:gd name="connsiteX9" fmla="*/ 2210302 w 3858291"/>
                  <a:gd name="connsiteY9" fmla="*/ 1436711 h 1486579"/>
                  <a:gd name="connsiteX10" fmla="*/ 2218769 w 3858291"/>
                  <a:gd name="connsiteY10" fmla="*/ 1157311 h 1486579"/>
                  <a:gd name="connsiteX11" fmla="*/ 2328835 w 3858291"/>
                  <a:gd name="connsiteY11" fmla="*/ 1148844 h 1486579"/>
                  <a:gd name="connsiteX12" fmla="*/ 2311902 w 3858291"/>
                  <a:gd name="connsiteY12" fmla="*/ 1385911 h 1486579"/>
                  <a:gd name="connsiteX13" fmla="*/ 2828369 w 3858291"/>
                  <a:gd name="connsiteY13" fmla="*/ 1275844 h 1486579"/>
                  <a:gd name="connsiteX14" fmla="*/ 3658102 w 3858291"/>
                  <a:gd name="connsiteY14" fmla="*/ 293711 h 1486579"/>
                  <a:gd name="connsiteX15" fmla="*/ 3768169 w 3858291"/>
                  <a:gd name="connsiteY15" fmla="*/ 22778 h 1486579"/>
                  <a:gd name="connsiteX16" fmla="*/ 3852835 w 3858291"/>
                  <a:gd name="connsiteY16" fmla="*/ 73578 h 1486579"/>
                  <a:gd name="connsiteX17" fmla="*/ 3607302 w 3858291"/>
                  <a:gd name="connsiteY17" fmla="*/ 539244 h 1486579"/>
                  <a:gd name="connsiteX18" fmla="*/ 2836835 w 3858291"/>
                  <a:gd name="connsiteY18" fmla="*/ 1377444 h 1486579"/>
                  <a:gd name="connsiteX19" fmla="*/ 2278035 w 3858291"/>
                  <a:gd name="connsiteY19" fmla="*/ 1479044 h 1486579"/>
                  <a:gd name="connsiteX20" fmla="*/ 1719236 w 3858291"/>
                  <a:gd name="connsiteY20" fmla="*/ 1470578 h 1486579"/>
                  <a:gd name="connsiteX21" fmla="*/ 1554134 w 3858291"/>
                  <a:gd name="connsiteY21" fmla="*/ 1402844 h 1486579"/>
                  <a:gd name="connsiteX22" fmla="*/ 1405968 w 3858291"/>
                  <a:gd name="connsiteY22" fmla="*/ 1263144 h 1486579"/>
                  <a:gd name="connsiteX23" fmla="*/ 1135035 w 3858291"/>
                  <a:gd name="connsiteY23" fmla="*/ 1064176 h 1486579"/>
                  <a:gd name="connsiteX24" fmla="*/ 804836 w 3858291"/>
                  <a:gd name="connsiteY24" fmla="*/ 793245 h 1486579"/>
                  <a:gd name="connsiteX25" fmla="*/ 453468 w 3858291"/>
                  <a:gd name="connsiteY25" fmla="*/ 471511 h 1486579"/>
                  <a:gd name="connsiteX26" fmla="*/ 119035 w 3858291"/>
                  <a:gd name="connsiteY26" fmla="*/ 179412 h 1486579"/>
                  <a:gd name="connsiteX27" fmla="*/ 4736 w 3858291"/>
                  <a:gd name="connsiteY27" fmla="*/ 98978 h 1486579"/>
                  <a:gd name="connsiteX28" fmla="*/ 38603 w 3858291"/>
                  <a:gd name="connsiteY28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51502 w 3858291"/>
                  <a:gd name="connsiteY5" fmla="*/ 1377444 h 1486579"/>
                  <a:gd name="connsiteX6" fmla="*/ 1676902 w 3858291"/>
                  <a:gd name="connsiteY6" fmla="*/ 1199644 h 1486579"/>
                  <a:gd name="connsiteX7" fmla="*/ 1795435 w 3858291"/>
                  <a:gd name="connsiteY7" fmla="*/ 1148844 h 1486579"/>
                  <a:gd name="connsiteX8" fmla="*/ 1812369 w 3858291"/>
                  <a:gd name="connsiteY8" fmla="*/ 1352044 h 1486579"/>
                  <a:gd name="connsiteX9" fmla="*/ 2210302 w 3858291"/>
                  <a:gd name="connsiteY9" fmla="*/ 1436711 h 1486579"/>
                  <a:gd name="connsiteX10" fmla="*/ 2218769 w 3858291"/>
                  <a:gd name="connsiteY10" fmla="*/ 1157311 h 1486579"/>
                  <a:gd name="connsiteX11" fmla="*/ 2328835 w 3858291"/>
                  <a:gd name="connsiteY11" fmla="*/ 1148844 h 1486579"/>
                  <a:gd name="connsiteX12" fmla="*/ 2311902 w 3858291"/>
                  <a:gd name="connsiteY12" fmla="*/ 1385911 h 1486579"/>
                  <a:gd name="connsiteX13" fmla="*/ 2828369 w 3858291"/>
                  <a:gd name="connsiteY13" fmla="*/ 1275844 h 1486579"/>
                  <a:gd name="connsiteX14" fmla="*/ 3658102 w 3858291"/>
                  <a:gd name="connsiteY14" fmla="*/ 293711 h 1486579"/>
                  <a:gd name="connsiteX15" fmla="*/ 3768169 w 3858291"/>
                  <a:gd name="connsiteY15" fmla="*/ 22778 h 1486579"/>
                  <a:gd name="connsiteX16" fmla="*/ 3852835 w 3858291"/>
                  <a:gd name="connsiteY16" fmla="*/ 73578 h 1486579"/>
                  <a:gd name="connsiteX17" fmla="*/ 3607302 w 3858291"/>
                  <a:gd name="connsiteY17" fmla="*/ 539244 h 1486579"/>
                  <a:gd name="connsiteX18" fmla="*/ 2836835 w 3858291"/>
                  <a:gd name="connsiteY18" fmla="*/ 1377444 h 1486579"/>
                  <a:gd name="connsiteX19" fmla="*/ 2278035 w 3858291"/>
                  <a:gd name="connsiteY19" fmla="*/ 1479044 h 1486579"/>
                  <a:gd name="connsiteX20" fmla="*/ 1719236 w 3858291"/>
                  <a:gd name="connsiteY20" fmla="*/ 1470578 h 1486579"/>
                  <a:gd name="connsiteX21" fmla="*/ 1554134 w 3858291"/>
                  <a:gd name="connsiteY21" fmla="*/ 1402844 h 1486579"/>
                  <a:gd name="connsiteX22" fmla="*/ 1405968 w 3858291"/>
                  <a:gd name="connsiteY22" fmla="*/ 1263144 h 1486579"/>
                  <a:gd name="connsiteX23" fmla="*/ 1135035 w 3858291"/>
                  <a:gd name="connsiteY23" fmla="*/ 1064176 h 1486579"/>
                  <a:gd name="connsiteX24" fmla="*/ 804836 w 3858291"/>
                  <a:gd name="connsiteY24" fmla="*/ 793245 h 1486579"/>
                  <a:gd name="connsiteX25" fmla="*/ 453468 w 3858291"/>
                  <a:gd name="connsiteY25" fmla="*/ 471511 h 1486579"/>
                  <a:gd name="connsiteX26" fmla="*/ 119035 w 3858291"/>
                  <a:gd name="connsiteY26" fmla="*/ 179412 h 1486579"/>
                  <a:gd name="connsiteX27" fmla="*/ 4736 w 3858291"/>
                  <a:gd name="connsiteY27" fmla="*/ 98978 h 1486579"/>
                  <a:gd name="connsiteX28" fmla="*/ 38603 w 3858291"/>
                  <a:gd name="connsiteY28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51502 w 3858291"/>
                  <a:gd name="connsiteY5" fmla="*/ 1377444 h 1486579"/>
                  <a:gd name="connsiteX6" fmla="*/ 1676902 w 3858291"/>
                  <a:gd name="connsiteY6" fmla="*/ 1199644 h 1486579"/>
                  <a:gd name="connsiteX7" fmla="*/ 1795435 w 3858291"/>
                  <a:gd name="connsiteY7" fmla="*/ 1148844 h 1486579"/>
                  <a:gd name="connsiteX8" fmla="*/ 1812369 w 3858291"/>
                  <a:gd name="connsiteY8" fmla="*/ 1352044 h 1486579"/>
                  <a:gd name="connsiteX9" fmla="*/ 2210302 w 3858291"/>
                  <a:gd name="connsiteY9" fmla="*/ 1436711 h 1486579"/>
                  <a:gd name="connsiteX10" fmla="*/ 2218769 w 3858291"/>
                  <a:gd name="connsiteY10" fmla="*/ 1157311 h 1486579"/>
                  <a:gd name="connsiteX11" fmla="*/ 2328835 w 3858291"/>
                  <a:gd name="connsiteY11" fmla="*/ 1148844 h 1486579"/>
                  <a:gd name="connsiteX12" fmla="*/ 2311902 w 3858291"/>
                  <a:gd name="connsiteY12" fmla="*/ 1385911 h 1486579"/>
                  <a:gd name="connsiteX13" fmla="*/ 2828369 w 3858291"/>
                  <a:gd name="connsiteY13" fmla="*/ 1275844 h 1486579"/>
                  <a:gd name="connsiteX14" fmla="*/ 3658102 w 3858291"/>
                  <a:gd name="connsiteY14" fmla="*/ 293711 h 1486579"/>
                  <a:gd name="connsiteX15" fmla="*/ 3768169 w 3858291"/>
                  <a:gd name="connsiteY15" fmla="*/ 22778 h 1486579"/>
                  <a:gd name="connsiteX16" fmla="*/ 3852835 w 3858291"/>
                  <a:gd name="connsiteY16" fmla="*/ 73578 h 1486579"/>
                  <a:gd name="connsiteX17" fmla="*/ 3607302 w 3858291"/>
                  <a:gd name="connsiteY17" fmla="*/ 539244 h 1486579"/>
                  <a:gd name="connsiteX18" fmla="*/ 2836835 w 3858291"/>
                  <a:gd name="connsiteY18" fmla="*/ 1377444 h 1486579"/>
                  <a:gd name="connsiteX19" fmla="*/ 2278035 w 3858291"/>
                  <a:gd name="connsiteY19" fmla="*/ 1479044 h 1486579"/>
                  <a:gd name="connsiteX20" fmla="*/ 1719236 w 3858291"/>
                  <a:gd name="connsiteY20" fmla="*/ 1470578 h 1486579"/>
                  <a:gd name="connsiteX21" fmla="*/ 1554134 w 3858291"/>
                  <a:gd name="connsiteY21" fmla="*/ 1402844 h 1486579"/>
                  <a:gd name="connsiteX22" fmla="*/ 1401735 w 3858291"/>
                  <a:gd name="connsiteY22" fmla="*/ 1267378 h 1486579"/>
                  <a:gd name="connsiteX23" fmla="*/ 1135035 w 3858291"/>
                  <a:gd name="connsiteY23" fmla="*/ 1064176 h 1486579"/>
                  <a:gd name="connsiteX24" fmla="*/ 804836 w 3858291"/>
                  <a:gd name="connsiteY24" fmla="*/ 793245 h 1486579"/>
                  <a:gd name="connsiteX25" fmla="*/ 453468 w 3858291"/>
                  <a:gd name="connsiteY25" fmla="*/ 471511 h 1486579"/>
                  <a:gd name="connsiteX26" fmla="*/ 119035 w 3858291"/>
                  <a:gd name="connsiteY26" fmla="*/ 179412 h 1486579"/>
                  <a:gd name="connsiteX27" fmla="*/ 4736 w 3858291"/>
                  <a:gd name="connsiteY27" fmla="*/ 98978 h 1486579"/>
                  <a:gd name="connsiteX28" fmla="*/ 38603 w 3858291"/>
                  <a:gd name="connsiteY28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64202 w 3858291"/>
                  <a:gd name="connsiteY5" fmla="*/ 1368978 h 1486579"/>
                  <a:gd name="connsiteX6" fmla="*/ 1676902 w 3858291"/>
                  <a:gd name="connsiteY6" fmla="*/ 1199644 h 1486579"/>
                  <a:gd name="connsiteX7" fmla="*/ 1795435 w 3858291"/>
                  <a:gd name="connsiteY7" fmla="*/ 1148844 h 1486579"/>
                  <a:gd name="connsiteX8" fmla="*/ 1812369 w 3858291"/>
                  <a:gd name="connsiteY8" fmla="*/ 1352044 h 1486579"/>
                  <a:gd name="connsiteX9" fmla="*/ 2210302 w 3858291"/>
                  <a:gd name="connsiteY9" fmla="*/ 1436711 h 1486579"/>
                  <a:gd name="connsiteX10" fmla="*/ 2218769 w 3858291"/>
                  <a:gd name="connsiteY10" fmla="*/ 1157311 h 1486579"/>
                  <a:gd name="connsiteX11" fmla="*/ 2328835 w 3858291"/>
                  <a:gd name="connsiteY11" fmla="*/ 1148844 h 1486579"/>
                  <a:gd name="connsiteX12" fmla="*/ 2311902 w 3858291"/>
                  <a:gd name="connsiteY12" fmla="*/ 1385911 h 1486579"/>
                  <a:gd name="connsiteX13" fmla="*/ 2828369 w 3858291"/>
                  <a:gd name="connsiteY13" fmla="*/ 1275844 h 1486579"/>
                  <a:gd name="connsiteX14" fmla="*/ 3658102 w 3858291"/>
                  <a:gd name="connsiteY14" fmla="*/ 293711 h 1486579"/>
                  <a:gd name="connsiteX15" fmla="*/ 3768169 w 3858291"/>
                  <a:gd name="connsiteY15" fmla="*/ 22778 h 1486579"/>
                  <a:gd name="connsiteX16" fmla="*/ 3852835 w 3858291"/>
                  <a:gd name="connsiteY16" fmla="*/ 73578 h 1486579"/>
                  <a:gd name="connsiteX17" fmla="*/ 3607302 w 3858291"/>
                  <a:gd name="connsiteY17" fmla="*/ 539244 h 1486579"/>
                  <a:gd name="connsiteX18" fmla="*/ 2836835 w 3858291"/>
                  <a:gd name="connsiteY18" fmla="*/ 1377444 h 1486579"/>
                  <a:gd name="connsiteX19" fmla="*/ 2278035 w 3858291"/>
                  <a:gd name="connsiteY19" fmla="*/ 1479044 h 1486579"/>
                  <a:gd name="connsiteX20" fmla="*/ 1719236 w 3858291"/>
                  <a:gd name="connsiteY20" fmla="*/ 1470578 h 1486579"/>
                  <a:gd name="connsiteX21" fmla="*/ 1554134 w 3858291"/>
                  <a:gd name="connsiteY21" fmla="*/ 1402844 h 1486579"/>
                  <a:gd name="connsiteX22" fmla="*/ 1401735 w 3858291"/>
                  <a:gd name="connsiteY22" fmla="*/ 1267378 h 1486579"/>
                  <a:gd name="connsiteX23" fmla="*/ 1135035 w 3858291"/>
                  <a:gd name="connsiteY23" fmla="*/ 1064176 h 1486579"/>
                  <a:gd name="connsiteX24" fmla="*/ 804836 w 3858291"/>
                  <a:gd name="connsiteY24" fmla="*/ 793245 h 1486579"/>
                  <a:gd name="connsiteX25" fmla="*/ 453468 w 3858291"/>
                  <a:gd name="connsiteY25" fmla="*/ 471511 h 1486579"/>
                  <a:gd name="connsiteX26" fmla="*/ 119035 w 3858291"/>
                  <a:gd name="connsiteY26" fmla="*/ 179412 h 1486579"/>
                  <a:gd name="connsiteX27" fmla="*/ 4736 w 3858291"/>
                  <a:gd name="connsiteY27" fmla="*/ 98978 h 1486579"/>
                  <a:gd name="connsiteX28" fmla="*/ 38603 w 3858291"/>
                  <a:gd name="connsiteY28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64202 w 3858291"/>
                  <a:gd name="connsiteY5" fmla="*/ 1377445 h 1486579"/>
                  <a:gd name="connsiteX6" fmla="*/ 1676902 w 3858291"/>
                  <a:gd name="connsiteY6" fmla="*/ 1199644 h 1486579"/>
                  <a:gd name="connsiteX7" fmla="*/ 1795435 w 3858291"/>
                  <a:gd name="connsiteY7" fmla="*/ 1148844 h 1486579"/>
                  <a:gd name="connsiteX8" fmla="*/ 1812369 w 3858291"/>
                  <a:gd name="connsiteY8" fmla="*/ 1352044 h 1486579"/>
                  <a:gd name="connsiteX9" fmla="*/ 2210302 w 3858291"/>
                  <a:gd name="connsiteY9" fmla="*/ 1436711 h 1486579"/>
                  <a:gd name="connsiteX10" fmla="*/ 2218769 w 3858291"/>
                  <a:gd name="connsiteY10" fmla="*/ 1157311 h 1486579"/>
                  <a:gd name="connsiteX11" fmla="*/ 2328835 w 3858291"/>
                  <a:gd name="connsiteY11" fmla="*/ 1148844 h 1486579"/>
                  <a:gd name="connsiteX12" fmla="*/ 2311902 w 3858291"/>
                  <a:gd name="connsiteY12" fmla="*/ 1385911 h 1486579"/>
                  <a:gd name="connsiteX13" fmla="*/ 2828369 w 3858291"/>
                  <a:gd name="connsiteY13" fmla="*/ 1275844 h 1486579"/>
                  <a:gd name="connsiteX14" fmla="*/ 3658102 w 3858291"/>
                  <a:gd name="connsiteY14" fmla="*/ 293711 h 1486579"/>
                  <a:gd name="connsiteX15" fmla="*/ 3768169 w 3858291"/>
                  <a:gd name="connsiteY15" fmla="*/ 22778 h 1486579"/>
                  <a:gd name="connsiteX16" fmla="*/ 3852835 w 3858291"/>
                  <a:gd name="connsiteY16" fmla="*/ 73578 h 1486579"/>
                  <a:gd name="connsiteX17" fmla="*/ 3607302 w 3858291"/>
                  <a:gd name="connsiteY17" fmla="*/ 539244 h 1486579"/>
                  <a:gd name="connsiteX18" fmla="*/ 2836835 w 3858291"/>
                  <a:gd name="connsiteY18" fmla="*/ 1377444 h 1486579"/>
                  <a:gd name="connsiteX19" fmla="*/ 2278035 w 3858291"/>
                  <a:gd name="connsiteY19" fmla="*/ 1479044 h 1486579"/>
                  <a:gd name="connsiteX20" fmla="*/ 1719236 w 3858291"/>
                  <a:gd name="connsiteY20" fmla="*/ 1470578 h 1486579"/>
                  <a:gd name="connsiteX21" fmla="*/ 1554134 w 3858291"/>
                  <a:gd name="connsiteY21" fmla="*/ 1402844 h 1486579"/>
                  <a:gd name="connsiteX22" fmla="*/ 1401735 w 3858291"/>
                  <a:gd name="connsiteY22" fmla="*/ 1267378 h 1486579"/>
                  <a:gd name="connsiteX23" fmla="*/ 1135035 w 3858291"/>
                  <a:gd name="connsiteY23" fmla="*/ 1064176 h 1486579"/>
                  <a:gd name="connsiteX24" fmla="*/ 804836 w 3858291"/>
                  <a:gd name="connsiteY24" fmla="*/ 793245 h 1486579"/>
                  <a:gd name="connsiteX25" fmla="*/ 453468 w 3858291"/>
                  <a:gd name="connsiteY25" fmla="*/ 471511 h 1486579"/>
                  <a:gd name="connsiteX26" fmla="*/ 119035 w 3858291"/>
                  <a:gd name="connsiteY26" fmla="*/ 179412 h 1486579"/>
                  <a:gd name="connsiteX27" fmla="*/ 4736 w 3858291"/>
                  <a:gd name="connsiteY27" fmla="*/ 98978 h 1486579"/>
                  <a:gd name="connsiteX28" fmla="*/ 38603 w 3858291"/>
                  <a:gd name="connsiteY28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59968 w 3858291"/>
                  <a:gd name="connsiteY5" fmla="*/ 1385912 h 1486579"/>
                  <a:gd name="connsiteX6" fmla="*/ 1676902 w 3858291"/>
                  <a:gd name="connsiteY6" fmla="*/ 1199644 h 1486579"/>
                  <a:gd name="connsiteX7" fmla="*/ 1795435 w 3858291"/>
                  <a:gd name="connsiteY7" fmla="*/ 1148844 h 1486579"/>
                  <a:gd name="connsiteX8" fmla="*/ 1812369 w 3858291"/>
                  <a:gd name="connsiteY8" fmla="*/ 1352044 h 1486579"/>
                  <a:gd name="connsiteX9" fmla="*/ 2210302 w 3858291"/>
                  <a:gd name="connsiteY9" fmla="*/ 1436711 h 1486579"/>
                  <a:gd name="connsiteX10" fmla="*/ 2218769 w 3858291"/>
                  <a:gd name="connsiteY10" fmla="*/ 1157311 h 1486579"/>
                  <a:gd name="connsiteX11" fmla="*/ 2328835 w 3858291"/>
                  <a:gd name="connsiteY11" fmla="*/ 1148844 h 1486579"/>
                  <a:gd name="connsiteX12" fmla="*/ 2311902 w 3858291"/>
                  <a:gd name="connsiteY12" fmla="*/ 1385911 h 1486579"/>
                  <a:gd name="connsiteX13" fmla="*/ 2828369 w 3858291"/>
                  <a:gd name="connsiteY13" fmla="*/ 1275844 h 1486579"/>
                  <a:gd name="connsiteX14" fmla="*/ 3658102 w 3858291"/>
                  <a:gd name="connsiteY14" fmla="*/ 293711 h 1486579"/>
                  <a:gd name="connsiteX15" fmla="*/ 3768169 w 3858291"/>
                  <a:gd name="connsiteY15" fmla="*/ 22778 h 1486579"/>
                  <a:gd name="connsiteX16" fmla="*/ 3852835 w 3858291"/>
                  <a:gd name="connsiteY16" fmla="*/ 73578 h 1486579"/>
                  <a:gd name="connsiteX17" fmla="*/ 3607302 w 3858291"/>
                  <a:gd name="connsiteY17" fmla="*/ 539244 h 1486579"/>
                  <a:gd name="connsiteX18" fmla="*/ 2836835 w 3858291"/>
                  <a:gd name="connsiteY18" fmla="*/ 1377444 h 1486579"/>
                  <a:gd name="connsiteX19" fmla="*/ 2278035 w 3858291"/>
                  <a:gd name="connsiteY19" fmla="*/ 1479044 h 1486579"/>
                  <a:gd name="connsiteX20" fmla="*/ 1719236 w 3858291"/>
                  <a:gd name="connsiteY20" fmla="*/ 1470578 h 1486579"/>
                  <a:gd name="connsiteX21" fmla="*/ 1554134 w 3858291"/>
                  <a:gd name="connsiteY21" fmla="*/ 1402844 h 1486579"/>
                  <a:gd name="connsiteX22" fmla="*/ 1401735 w 3858291"/>
                  <a:gd name="connsiteY22" fmla="*/ 1267378 h 1486579"/>
                  <a:gd name="connsiteX23" fmla="*/ 1135035 w 3858291"/>
                  <a:gd name="connsiteY23" fmla="*/ 1064176 h 1486579"/>
                  <a:gd name="connsiteX24" fmla="*/ 804836 w 3858291"/>
                  <a:gd name="connsiteY24" fmla="*/ 793245 h 1486579"/>
                  <a:gd name="connsiteX25" fmla="*/ 453468 w 3858291"/>
                  <a:gd name="connsiteY25" fmla="*/ 471511 h 1486579"/>
                  <a:gd name="connsiteX26" fmla="*/ 119035 w 3858291"/>
                  <a:gd name="connsiteY26" fmla="*/ 179412 h 1486579"/>
                  <a:gd name="connsiteX27" fmla="*/ 4736 w 3858291"/>
                  <a:gd name="connsiteY27" fmla="*/ 98978 h 1486579"/>
                  <a:gd name="connsiteX28" fmla="*/ 38603 w 3858291"/>
                  <a:gd name="connsiteY28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59968 w 3858291"/>
                  <a:gd name="connsiteY5" fmla="*/ 1385912 h 1486579"/>
                  <a:gd name="connsiteX6" fmla="*/ 1685369 w 3858291"/>
                  <a:gd name="connsiteY6" fmla="*/ 1174244 h 1486579"/>
                  <a:gd name="connsiteX7" fmla="*/ 1795435 w 3858291"/>
                  <a:gd name="connsiteY7" fmla="*/ 1148844 h 1486579"/>
                  <a:gd name="connsiteX8" fmla="*/ 1812369 w 3858291"/>
                  <a:gd name="connsiteY8" fmla="*/ 1352044 h 1486579"/>
                  <a:gd name="connsiteX9" fmla="*/ 2210302 w 3858291"/>
                  <a:gd name="connsiteY9" fmla="*/ 1436711 h 1486579"/>
                  <a:gd name="connsiteX10" fmla="*/ 2218769 w 3858291"/>
                  <a:gd name="connsiteY10" fmla="*/ 1157311 h 1486579"/>
                  <a:gd name="connsiteX11" fmla="*/ 2328835 w 3858291"/>
                  <a:gd name="connsiteY11" fmla="*/ 1148844 h 1486579"/>
                  <a:gd name="connsiteX12" fmla="*/ 2311902 w 3858291"/>
                  <a:gd name="connsiteY12" fmla="*/ 1385911 h 1486579"/>
                  <a:gd name="connsiteX13" fmla="*/ 2828369 w 3858291"/>
                  <a:gd name="connsiteY13" fmla="*/ 1275844 h 1486579"/>
                  <a:gd name="connsiteX14" fmla="*/ 3658102 w 3858291"/>
                  <a:gd name="connsiteY14" fmla="*/ 293711 h 1486579"/>
                  <a:gd name="connsiteX15" fmla="*/ 3768169 w 3858291"/>
                  <a:gd name="connsiteY15" fmla="*/ 22778 h 1486579"/>
                  <a:gd name="connsiteX16" fmla="*/ 3852835 w 3858291"/>
                  <a:gd name="connsiteY16" fmla="*/ 73578 h 1486579"/>
                  <a:gd name="connsiteX17" fmla="*/ 3607302 w 3858291"/>
                  <a:gd name="connsiteY17" fmla="*/ 539244 h 1486579"/>
                  <a:gd name="connsiteX18" fmla="*/ 2836835 w 3858291"/>
                  <a:gd name="connsiteY18" fmla="*/ 1377444 h 1486579"/>
                  <a:gd name="connsiteX19" fmla="*/ 2278035 w 3858291"/>
                  <a:gd name="connsiteY19" fmla="*/ 1479044 h 1486579"/>
                  <a:gd name="connsiteX20" fmla="*/ 1719236 w 3858291"/>
                  <a:gd name="connsiteY20" fmla="*/ 1470578 h 1486579"/>
                  <a:gd name="connsiteX21" fmla="*/ 1554134 w 3858291"/>
                  <a:gd name="connsiteY21" fmla="*/ 1402844 h 1486579"/>
                  <a:gd name="connsiteX22" fmla="*/ 1401735 w 3858291"/>
                  <a:gd name="connsiteY22" fmla="*/ 1267378 h 1486579"/>
                  <a:gd name="connsiteX23" fmla="*/ 1135035 w 3858291"/>
                  <a:gd name="connsiteY23" fmla="*/ 1064176 h 1486579"/>
                  <a:gd name="connsiteX24" fmla="*/ 804836 w 3858291"/>
                  <a:gd name="connsiteY24" fmla="*/ 793245 h 1486579"/>
                  <a:gd name="connsiteX25" fmla="*/ 453468 w 3858291"/>
                  <a:gd name="connsiteY25" fmla="*/ 471511 h 1486579"/>
                  <a:gd name="connsiteX26" fmla="*/ 119035 w 3858291"/>
                  <a:gd name="connsiteY26" fmla="*/ 179412 h 1486579"/>
                  <a:gd name="connsiteX27" fmla="*/ 4736 w 3858291"/>
                  <a:gd name="connsiteY27" fmla="*/ 98978 h 1486579"/>
                  <a:gd name="connsiteX28" fmla="*/ 38603 w 3858291"/>
                  <a:gd name="connsiteY28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59968 w 3858291"/>
                  <a:gd name="connsiteY5" fmla="*/ 1385912 h 1486579"/>
                  <a:gd name="connsiteX6" fmla="*/ 1685369 w 3858291"/>
                  <a:gd name="connsiteY6" fmla="*/ 1174244 h 1486579"/>
                  <a:gd name="connsiteX7" fmla="*/ 1753102 w 3858291"/>
                  <a:gd name="connsiteY7" fmla="*/ 1153077 h 1486579"/>
                  <a:gd name="connsiteX8" fmla="*/ 1812369 w 3858291"/>
                  <a:gd name="connsiteY8" fmla="*/ 1352044 h 1486579"/>
                  <a:gd name="connsiteX9" fmla="*/ 2210302 w 3858291"/>
                  <a:gd name="connsiteY9" fmla="*/ 1436711 h 1486579"/>
                  <a:gd name="connsiteX10" fmla="*/ 2218769 w 3858291"/>
                  <a:gd name="connsiteY10" fmla="*/ 1157311 h 1486579"/>
                  <a:gd name="connsiteX11" fmla="*/ 2328835 w 3858291"/>
                  <a:gd name="connsiteY11" fmla="*/ 1148844 h 1486579"/>
                  <a:gd name="connsiteX12" fmla="*/ 2311902 w 3858291"/>
                  <a:gd name="connsiteY12" fmla="*/ 1385911 h 1486579"/>
                  <a:gd name="connsiteX13" fmla="*/ 2828369 w 3858291"/>
                  <a:gd name="connsiteY13" fmla="*/ 1275844 h 1486579"/>
                  <a:gd name="connsiteX14" fmla="*/ 3658102 w 3858291"/>
                  <a:gd name="connsiteY14" fmla="*/ 293711 h 1486579"/>
                  <a:gd name="connsiteX15" fmla="*/ 3768169 w 3858291"/>
                  <a:gd name="connsiteY15" fmla="*/ 22778 h 1486579"/>
                  <a:gd name="connsiteX16" fmla="*/ 3852835 w 3858291"/>
                  <a:gd name="connsiteY16" fmla="*/ 73578 h 1486579"/>
                  <a:gd name="connsiteX17" fmla="*/ 3607302 w 3858291"/>
                  <a:gd name="connsiteY17" fmla="*/ 539244 h 1486579"/>
                  <a:gd name="connsiteX18" fmla="*/ 2836835 w 3858291"/>
                  <a:gd name="connsiteY18" fmla="*/ 1377444 h 1486579"/>
                  <a:gd name="connsiteX19" fmla="*/ 2278035 w 3858291"/>
                  <a:gd name="connsiteY19" fmla="*/ 1479044 h 1486579"/>
                  <a:gd name="connsiteX20" fmla="*/ 1719236 w 3858291"/>
                  <a:gd name="connsiteY20" fmla="*/ 1470578 h 1486579"/>
                  <a:gd name="connsiteX21" fmla="*/ 1554134 w 3858291"/>
                  <a:gd name="connsiteY21" fmla="*/ 1402844 h 1486579"/>
                  <a:gd name="connsiteX22" fmla="*/ 1401735 w 3858291"/>
                  <a:gd name="connsiteY22" fmla="*/ 1267378 h 1486579"/>
                  <a:gd name="connsiteX23" fmla="*/ 1135035 w 3858291"/>
                  <a:gd name="connsiteY23" fmla="*/ 1064176 h 1486579"/>
                  <a:gd name="connsiteX24" fmla="*/ 804836 w 3858291"/>
                  <a:gd name="connsiteY24" fmla="*/ 793245 h 1486579"/>
                  <a:gd name="connsiteX25" fmla="*/ 453468 w 3858291"/>
                  <a:gd name="connsiteY25" fmla="*/ 471511 h 1486579"/>
                  <a:gd name="connsiteX26" fmla="*/ 119035 w 3858291"/>
                  <a:gd name="connsiteY26" fmla="*/ 179412 h 1486579"/>
                  <a:gd name="connsiteX27" fmla="*/ 4736 w 3858291"/>
                  <a:gd name="connsiteY27" fmla="*/ 98978 h 1486579"/>
                  <a:gd name="connsiteX28" fmla="*/ 38603 w 3858291"/>
                  <a:gd name="connsiteY28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59968 w 3858291"/>
                  <a:gd name="connsiteY5" fmla="*/ 1385912 h 1486579"/>
                  <a:gd name="connsiteX6" fmla="*/ 1685369 w 3858291"/>
                  <a:gd name="connsiteY6" fmla="*/ 1174244 h 1486579"/>
                  <a:gd name="connsiteX7" fmla="*/ 1765802 w 3858291"/>
                  <a:gd name="connsiteY7" fmla="*/ 1161544 h 1486579"/>
                  <a:gd name="connsiteX8" fmla="*/ 1812369 w 3858291"/>
                  <a:gd name="connsiteY8" fmla="*/ 1352044 h 1486579"/>
                  <a:gd name="connsiteX9" fmla="*/ 2210302 w 3858291"/>
                  <a:gd name="connsiteY9" fmla="*/ 1436711 h 1486579"/>
                  <a:gd name="connsiteX10" fmla="*/ 2218769 w 3858291"/>
                  <a:gd name="connsiteY10" fmla="*/ 1157311 h 1486579"/>
                  <a:gd name="connsiteX11" fmla="*/ 2328835 w 3858291"/>
                  <a:gd name="connsiteY11" fmla="*/ 1148844 h 1486579"/>
                  <a:gd name="connsiteX12" fmla="*/ 2311902 w 3858291"/>
                  <a:gd name="connsiteY12" fmla="*/ 1385911 h 1486579"/>
                  <a:gd name="connsiteX13" fmla="*/ 2828369 w 3858291"/>
                  <a:gd name="connsiteY13" fmla="*/ 1275844 h 1486579"/>
                  <a:gd name="connsiteX14" fmla="*/ 3658102 w 3858291"/>
                  <a:gd name="connsiteY14" fmla="*/ 293711 h 1486579"/>
                  <a:gd name="connsiteX15" fmla="*/ 3768169 w 3858291"/>
                  <a:gd name="connsiteY15" fmla="*/ 22778 h 1486579"/>
                  <a:gd name="connsiteX16" fmla="*/ 3852835 w 3858291"/>
                  <a:gd name="connsiteY16" fmla="*/ 73578 h 1486579"/>
                  <a:gd name="connsiteX17" fmla="*/ 3607302 w 3858291"/>
                  <a:gd name="connsiteY17" fmla="*/ 539244 h 1486579"/>
                  <a:gd name="connsiteX18" fmla="*/ 2836835 w 3858291"/>
                  <a:gd name="connsiteY18" fmla="*/ 1377444 h 1486579"/>
                  <a:gd name="connsiteX19" fmla="*/ 2278035 w 3858291"/>
                  <a:gd name="connsiteY19" fmla="*/ 1479044 h 1486579"/>
                  <a:gd name="connsiteX20" fmla="*/ 1719236 w 3858291"/>
                  <a:gd name="connsiteY20" fmla="*/ 1470578 h 1486579"/>
                  <a:gd name="connsiteX21" fmla="*/ 1554134 w 3858291"/>
                  <a:gd name="connsiteY21" fmla="*/ 1402844 h 1486579"/>
                  <a:gd name="connsiteX22" fmla="*/ 1401735 w 3858291"/>
                  <a:gd name="connsiteY22" fmla="*/ 1267378 h 1486579"/>
                  <a:gd name="connsiteX23" fmla="*/ 1135035 w 3858291"/>
                  <a:gd name="connsiteY23" fmla="*/ 1064176 h 1486579"/>
                  <a:gd name="connsiteX24" fmla="*/ 804836 w 3858291"/>
                  <a:gd name="connsiteY24" fmla="*/ 793245 h 1486579"/>
                  <a:gd name="connsiteX25" fmla="*/ 453468 w 3858291"/>
                  <a:gd name="connsiteY25" fmla="*/ 471511 h 1486579"/>
                  <a:gd name="connsiteX26" fmla="*/ 119035 w 3858291"/>
                  <a:gd name="connsiteY26" fmla="*/ 179412 h 1486579"/>
                  <a:gd name="connsiteX27" fmla="*/ 4736 w 3858291"/>
                  <a:gd name="connsiteY27" fmla="*/ 98978 h 1486579"/>
                  <a:gd name="connsiteX28" fmla="*/ 38603 w 3858291"/>
                  <a:gd name="connsiteY28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59968 w 3858291"/>
                  <a:gd name="connsiteY5" fmla="*/ 1385912 h 1486579"/>
                  <a:gd name="connsiteX6" fmla="*/ 1685369 w 3858291"/>
                  <a:gd name="connsiteY6" fmla="*/ 1174244 h 1486579"/>
                  <a:gd name="connsiteX7" fmla="*/ 1765802 w 3858291"/>
                  <a:gd name="connsiteY7" fmla="*/ 1161544 h 1486579"/>
                  <a:gd name="connsiteX8" fmla="*/ 1812369 w 3858291"/>
                  <a:gd name="connsiteY8" fmla="*/ 1352044 h 1486579"/>
                  <a:gd name="connsiteX9" fmla="*/ 1829302 w 3858291"/>
                  <a:gd name="connsiteY9" fmla="*/ 1390144 h 1486579"/>
                  <a:gd name="connsiteX10" fmla="*/ 2210302 w 3858291"/>
                  <a:gd name="connsiteY10" fmla="*/ 1436711 h 1486579"/>
                  <a:gd name="connsiteX11" fmla="*/ 2218769 w 3858291"/>
                  <a:gd name="connsiteY11" fmla="*/ 1157311 h 1486579"/>
                  <a:gd name="connsiteX12" fmla="*/ 2328835 w 3858291"/>
                  <a:gd name="connsiteY12" fmla="*/ 1148844 h 1486579"/>
                  <a:gd name="connsiteX13" fmla="*/ 2311902 w 3858291"/>
                  <a:gd name="connsiteY13" fmla="*/ 1385911 h 1486579"/>
                  <a:gd name="connsiteX14" fmla="*/ 2828369 w 3858291"/>
                  <a:gd name="connsiteY14" fmla="*/ 1275844 h 1486579"/>
                  <a:gd name="connsiteX15" fmla="*/ 3658102 w 3858291"/>
                  <a:gd name="connsiteY15" fmla="*/ 293711 h 1486579"/>
                  <a:gd name="connsiteX16" fmla="*/ 3768169 w 3858291"/>
                  <a:gd name="connsiteY16" fmla="*/ 22778 h 1486579"/>
                  <a:gd name="connsiteX17" fmla="*/ 3852835 w 3858291"/>
                  <a:gd name="connsiteY17" fmla="*/ 73578 h 1486579"/>
                  <a:gd name="connsiteX18" fmla="*/ 3607302 w 3858291"/>
                  <a:gd name="connsiteY18" fmla="*/ 539244 h 1486579"/>
                  <a:gd name="connsiteX19" fmla="*/ 2836835 w 3858291"/>
                  <a:gd name="connsiteY19" fmla="*/ 1377444 h 1486579"/>
                  <a:gd name="connsiteX20" fmla="*/ 2278035 w 3858291"/>
                  <a:gd name="connsiteY20" fmla="*/ 1479044 h 1486579"/>
                  <a:gd name="connsiteX21" fmla="*/ 1719236 w 3858291"/>
                  <a:gd name="connsiteY21" fmla="*/ 1470578 h 1486579"/>
                  <a:gd name="connsiteX22" fmla="*/ 1554134 w 3858291"/>
                  <a:gd name="connsiteY22" fmla="*/ 1402844 h 1486579"/>
                  <a:gd name="connsiteX23" fmla="*/ 1401735 w 3858291"/>
                  <a:gd name="connsiteY23" fmla="*/ 1267378 h 1486579"/>
                  <a:gd name="connsiteX24" fmla="*/ 1135035 w 3858291"/>
                  <a:gd name="connsiteY24" fmla="*/ 1064176 h 1486579"/>
                  <a:gd name="connsiteX25" fmla="*/ 804836 w 3858291"/>
                  <a:gd name="connsiteY25" fmla="*/ 793245 h 1486579"/>
                  <a:gd name="connsiteX26" fmla="*/ 453468 w 3858291"/>
                  <a:gd name="connsiteY26" fmla="*/ 471511 h 1486579"/>
                  <a:gd name="connsiteX27" fmla="*/ 119035 w 3858291"/>
                  <a:gd name="connsiteY27" fmla="*/ 179412 h 1486579"/>
                  <a:gd name="connsiteX28" fmla="*/ 4736 w 3858291"/>
                  <a:gd name="connsiteY28" fmla="*/ 98978 h 1486579"/>
                  <a:gd name="connsiteX29" fmla="*/ 38603 w 3858291"/>
                  <a:gd name="connsiteY29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59968 w 3858291"/>
                  <a:gd name="connsiteY5" fmla="*/ 1385912 h 1486579"/>
                  <a:gd name="connsiteX6" fmla="*/ 1685369 w 3858291"/>
                  <a:gd name="connsiteY6" fmla="*/ 1174244 h 1486579"/>
                  <a:gd name="connsiteX7" fmla="*/ 1765802 w 3858291"/>
                  <a:gd name="connsiteY7" fmla="*/ 1161544 h 1486579"/>
                  <a:gd name="connsiteX8" fmla="*/ 1778503 w 3858291"/>
                  <a:gd name="connsiteY8" fmla="*/ 1368978 h 1486579"/>
                  <a:gd name="connsiteX9" fmla="*/ 1829302 w 3858291"/>
                  <a:gd name="connsiteY9" fmla="*/ 1390144 h 1486579"/>
                  <a:gd name="connsiteX10" fmla="*/ 2210302 w 3858291"/>
                  <a:gd name="connsiteY10" fmla="*/ 1436711 h 1486579"/>
                  <a:gd name="connsiteX11" fmla="*/ 2218769 w 3858291"/>
                  <a:gd name="connsiteY11" fmla="*/ 1157311 h 1486579"/>
                  <a:gd name="connsiteX12" fmla="*/ 2328835 w 3858291"/>
                  <a:gd name="connsiteY12" fmla="*/ 1148844 h 1486579"/>
                  <a:gd name="connsiteX13" fmla="*/ 2311902 w 3858291"/>
                  <a:gd name="connsiteY13" fmla="*/ 1385911 h 1486579"/>
                  <a:gd name="connsiteX14" fmla="*/ 2828369 w 3858291"/>
                  <a:gd name="connsiteY14" fmla="*/ 1275844 h 1486579"/>
                  <a:gd name="connsiteX15" fmla="*/ 3658102 w 3858291"/>
                  <a:gd name="connsiteY15" fmla="*/ 293711 h 1486579"/>
                  <a:gd name="connsiteX16" fmla="*/ 3768169 w 3858291"/>
                  <a:gd name="connsiteY16" fmla="*/ 22778 h 1486579"/>
                  <a:gd name="connsiteX17" fmla="*/ 3852835 w 3858291"/>
                  <a:gd name="connsiteY17" fmla="*/ 73578 h 1486579"/>
                  <a:gd name="connsiteX18" fmla="*/ 3607302 w 3858291"/>
                  <a:gd name="connsiteY18" fmla="*/ 539244 h 1486579"/>
                  <a:gd name="connsiteX19" fmla="*/ 2836835 w 3858291"/>
                  <a:gd name="connsiteY19" fmla="*/ 1377444 h 1486579"/>
                  <a:gd name="connsiteX20" fmla="*/ 2278035 w 3858291"/>
                  <a:gd name="connsiteY20" fmla="*/ 1479044 h 1486579"/>
                  <a:gd name="connsiteX21" fmla="*/ 1719236 w 3858291"/>
                  <a:gd name="connsiteY21" fmla="*/ 1470578 h 1486579"/>
                  <a:gd name="connsiteX22" fmla="*/ 1554134 w 3858291"/>
                  <a:gd name="connsiteY22" fmla="*/ 1402844 h 1486579"/>
                  <a:gd name="connsiteX23" fmla="*/ 1401735 w 3858291"/>
                  <a:gd name="connsiteY23" fmla="*/ 1267378 h 1486579"/>
                  <a:gd name="connsiteX24" fmla="*/ 1135035 w 3858291"/>
                  <a:gd name="connsiteY24" fmla="*/ 1064176 h 1486579"/>
                  <a:gd name="connsiteX25" fmla="*/ 804836 w 3858291"/>
                  <a:gd name="connsiteY25" fmla="*/ 793245 h 1486579"/>
                  <a:gd name="connsiteX26" fmla="*/ 453468 w 3858291"/>
                  <a:gd name="connsiteY26" fmla="*/ 471511 h 1486579"/>
                  <a:gd name="connsiteX27" fmla="*/ 119035 w 3858291"/>
                  <a:gd name="connsiteY27" fmla="*/ 179412 h 1486579"/>
                  <a:gd name="connsiteX28" fmla="*/ 4736 w 3858291"/>
                  <a:gd name="connsiteY28" fmla="*/ 98978 h 1486579"/>
                  <a:gd name="connsiteX29" fmla="*/ 38603 w 3858291"/>
                  <a:gd name="connsiteY29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59968 w 3858291"/>
                  <a:gd name="connsiteY5" fmla="*/ 1385912 h 1486579"/>
                  <a:gd name="connsiteX6" fmla="*/ 1685369 w 3858291"/>
                  <a:gd name="connsiteY6" fmla="*/ 1174244 h 1486579"/>
                  <a:gd name="connsiteX7" fmla="*/ 1765802 w 3858291"/>
                  <a:gd name="connsiteY7" fmla="*/ 1161544 h 1486579"/>
                  <a:gd name="connsiteX8" fmla="*/ 1782737 w 3858291"/>
                  <a:gd name="connsiteY8" fmla="*/ 1368978 h 1486579"/>
                  <a:gd name="connsiteX9" fmla="*/ 1829302 w 3858291"/>
                  <a:gd name="connsiteY9" fmla="*/ 1390144 h 1486579"/>
                  <a:gd name="connsiteX10" fmla="*/ 2210302 w 3858291"/>
                  <a:gd name="connsiteY10" fmla="*/ 1436711 h 1486579"/>
                  <a:gd name="connsiteX11" fmla="*/ 2218769 w 3858291"/>
                  <a:gd name="connsiteY11" fmla="*/ 1157311 h 1486579"/>
                  <a:gd name="connsiteX12" fmla="*/ 2328835 w 3858291"/>
                  <a:gd name="connsiteY12" fmla="*/ 1148844 h 1486579"/>
                  <a:gd name="connsiteX13" fmla="*/ 2311902 w 3858291"/>
                  <a:gd name="connsiteY13" fmla="*/ 1385911 h 1486579"/>
                  <a:gd name="connsiteX14" fmla="*/ 2828369 w 3858291"/>
                  <a:gd name="connsiteY14" fmla="*/ 1275844 h 1486579"/>
                  <a:gd name="connsiteX15" fmla="*/ 3658102 w 3858291"/>
                  <a:gd name="connsiteY15" fmla="*/ 293711 h 1486579"/>
                  <a:gd name="connsiteX16" fmla="*/ 3768169 w 3858291"/>
                  <a:gd name="connsiteY16" fmla="*/ 22778 h 1486579"/>
                  <a:gd name="connsiteX17" fmla="*/ 3852835 w 3858291"/>
                  <a:gd name="connsiteY17" fmla="*/ 73578 h 1486579"/>
                  <a:gd name="connsiteX18" fmla="*/ 3607302 w 3858291"/>
                  <a:gd name="connsiteY18" fmla="*/ 539244 h 1486579"/>
                  <a:gd name="connsiteX19" fmla="*/ 2836835 w 3858291"/>
                  <a:gd name="connsiteY19" fmla="*/ 1377444 h 1486579"/>
                  <a:gd name="connsiteX20" fmla="*/ 2278035 w 3858291"/>
                  <a:gd name="connsiteY20" fmla="*/ 1479044 h 1486579"/>
                  <a:gd name="connsiteX21" fmla="*/ 1719236 w 3858291"/>
                  <a:gd name="connsiteY21" fmla="*/ 1470578 h 1486579"/>
                  <a:gd name="connsiteX22" fmla="*/ 1554134 w 3858291"/>
                  <a:gd name="connsiteY22" fmla="*/ 1402844 h 1486579"/>
                  <a:gd name="connsiteX23" fmla="*/ 1401735 w 3858291"/>
                  <a:gd name="connsiteY23" fmla="*/ 1267378 h 1486579"/>
                  <a:gd name="connsiteX24" fmla="*/ 1135035 w 3858291"/>
                  <a:gd name="connsiteY24" fmla="*/ 1064176 h 1486579"/>
                  <a:gd name="connsiteX25" fmla="*/ 804836 w 3858291"/>
                  <a:gd name="connsiteY25" fmla="*/ 793245 h 1486579"/>
                  <a:gd name="connsiteX26" fmla="*/ 453468 w 3858291"/>
                  <a:gd name="connsiteY26" fmla="*/ 471511 h 1486579"/>
                  <a:gd name="connsiteX27" fmla="*/ 119035 w 3858291"/>
                  <a:gd name="connsiteY27" fmla="*/ 179412 h 1486579"/>
                  <a:gd name="connsiteX28" fmla="*/ 4736 w 3858291"/>
                  <a:gd name="connsiteY28" fmla="*/ 98978 h 1486579"/>
                  <a:gd name="connsiteX29" fmla="*/ 38603 w 3858291"/>
                  <a:gd name="connsiteY29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72668 w 3858291"/>
                  <a:gd name="connsiteY5" fmla="*/ 1398612 h 1486579"/>
                  <a:gd name="connsiteX6" fmla="*/ 1685369 w 3858291"/>
                  <a:gd name="connsiteY6" fmla="*/ 1174244 h 1486579"/>
                  <a:gd name="connsiteX7" fmla="*/ 1765802 w 3858291"/>
                  <a:gd name="connsiteY7" fmla="*/ 1161544 h 1486579"/>
                  <a:gd name="connsiteX8" fmla="*/ 1782737 w 3858291"/>
                  <a:gd name="connsiteY8" fmla="*/ 1368978 h 1486579"/>
                  <a:gd name="connsiteX9" fmla="*/ 1829302 w 3858291"/>
                  <a:gd name="connsiteY9" fmla="*/ 1390144 h 1486579"/>
                  <a:gd name="connsiteX10" fmla="*/ 2210302 w 3858291"/>
                  <a:gd name="connsiteY10" fmla="*/ 1436711 h 1486579"/>
                  <a:gd name="connsiteX11" fmla="*/ 2218769 w 3858291"/>
                  <a:gd name="connsiteY11" fmla="*/ 1157311 h 1486579"/>
                  <a:gd name="connsiteX12" fmla="*/ 2328835 w 3858291"/>
                  <a:gd name="connsiteY12" fmla="*/ 1148844 h 1486579"/>
                  <a:gd name="connsiteX13" fmla="*/ 2311902 w 3858291"/>
                  <a:gd name="connsiteY13" fmla="*/ 1385911 h 1486579"/>
                  <a:gd name="connsiteX14" fmla="*/ 2828369 w 3858291"/>
                  <a:gd name="connsiteY14" fmla="*/ 1275844 h 1486579"/>
                  <a:gd name="connsiteX15" fmla="*/ 3658102 w 3858291"/>
                  <a:gd name="connsiteY15" fmla="*/ 293711 h 1486579"/>
                  <a:gd name="connsiteX16" fmla="*/ 3768169 w 3858291"/>
                  <a:gd name="connsiteY16" fmla="*/ 22778 h 1486579"/>
                  <a:gd name="connsiteX17" fmla="*/ 3852835 w 3858291"/>
                  <a:gd name="connsiteY17" fmla="*/ 73578 h 1486579"/>
                  <a:gd name="connsiteX18" fmla="*/ 3607302 w 3858291"/>
                  <a:gd name="connsiteY18" fmla="*/ 539244 h 1486579"/>
                  <a:gd name="connsiteX19" fmla="*/ 2836835 w 3858291"/>
                  <a:gd name="connsiteY19" fmla="*/ 1377444 h 1486579"/>
                  <a:gd name="connsiteX20" fmla="*/ 2278035 w 3858291"/>
                  <a:gd name="connsiteY20" fmla="*/ 1479044 h 1486579"/>
                  <a:gd name="connsiteX21" fmla="*/ 1719236 w 3858291"/>
                  <a:gd name="connsiteY21" fmla="*/ 1470578 h 1486579"/>
                  <a:gd name="connsiteX22" fmla="*/ 1554134 w 3858291"/>
                  <a:gd name="connsiteY22" fmla="*/ 1402844 h 1486579"/>
                  <a:gd name="connsiteX23" fmla="*/ 1401735 w 3858291"/>
                  <a:gd name="connsiteY23" fmla="*/ 1267378 h 1486579"/>
                  <a:gd name="connsiteX24" fmla="*/ 1135035 w 3858291"/>
                  <a:gd name="connsiteY24" fmla="*/ 1064176 h 1486579"/>
                  <a:gd name="connsiteX25" fmla="*/ 804836 w 3858291"/>
                  <a:gd name="connsiteY25" fmla="*/ 793245 h 1486579"/>
                  <a:gd name="connsiteX26" fmla="*/ 453468 w 3858291"/>
                  <a:gd name="connsiteY26" fmla="*/ 471511 h 1486579"/>
                  <a:gd name="connsiteX27" fmla="*/ 119035 w 3858291"/>
                  <a:gd name="connsiteY27" fmla="*/ 179412 h 1486579"/>
                  <a:gd name="connsiteX28" fmla="*/ 4736 w 3858291"/>
                  <a:gd name="connsiteY28" fmla="*/ 98978 h 1486579"/>
                  <a:gd name="connsiteX29" fmla="*/ 38603 w 3858291"/>
                  <a:gd name="connsiteY29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43034 w 3858291"/>
                  <a:gd name="connsiteY5" fmla="*/ 1381678 h 1486579"/>
                  <a:gd name="connsiteX6" fmla="*/ 1685369 w 3858291"/>
                  <a:gd name="connsiteY6" fmla="*/ 1174244 h 1486579"/>
                  <a:gd name="connsiteX7" fmla="*/ 1765802 w 3858291"/>
                  <a:gd name="connsiteY7" fmla="*/ 1161544 h 1486579"/>
                  <a:gd name="connsiteX8" fmla="*/ 1782737 w 3858291"/>
                  <a:gd name="connsiteY8" fmla="*/ 1368978 h 1486579"/>
                  <a:gd name="connsiteX9" fmla="*/ 1829302 w 3858291"/>
                  <a:gd name="connsiteY9" fmla="*/ 1390144 h 1486579"/>
                  <a:gd name="connsiteX10" fmla="*/ 2210302 w 3858291"/>
                  <a:gd name="connsiteY10" fmla="*/ 1436711 h 1486579"/>
                  <a:gd name="connsiteX11" fmla="*/ 2218769 w 3858291"/>
                  <a:gd name="connsiteY11" fmla="*/ 1157311 h 1486579"/>
                  <a:gd name="connsiteX12" fmla="*/ 2328835 w 3858291"/>
                  <a:gd name="connsiteY12" fmla="*/ 1148844 h 1486579"/>
                  <a:gd name="connsiteX13" fmla="*/ 2311902 w 3858291"/>
                  <a:gd name="connsiteY13" fmla="*/ 1385911 h 1486579"/>
                  <a:gd name="connsiteX14" fmla="*/ 2828369 w 3858291"/>
                  <a:gd name="connsiteY14" fmla="*/ 1275844 h 1486579"/>
                  <a:gd name="connsiteX15" fmla="*/ 3658102 w 3858291"/>
                  <a:gd name="connsiteY15" fmla="*/ 293711 h 1486579"/>
                  <a:gd name="connsiteX16" fmla="*/ 3768169 w 3858291"/>
                  <a:gd name="connsiteY16" fmla="*/ 22778 h 1486579"/>
                  <a:gd name="connsiteX17" fmla="*/ 3852835 w 3858291"/>
                  <a:gd name="connsiteY17" fmla="*/ 73578 h 1486579"/>
                  <a:gd name="connsiteX18" fmla="*/ 3607302 w 3858291"/>
                  <a:gd name="connsiteY18" fmla="*/ 539244 h 1486579"/>
                  <a:gd name="connsiteX19" fmla="*/ 2836835 w 3858291"/>
                  <a:gd name="connsiteY19" fmla="*/ 1377444 h 1486579"/>
                  <a:gd name="connsiteX20" fmla="*/ 2278035 w 3858291"/>
                  <a:gd name="connsiteY20" fmla="*/ 1479044 h 1486579"/>
                  <a:gd name="connsiteX21" fmla="*/ 1719236 w 3858291"/>
                  <a:gd name="connsiteY21" fmla="*/ 1470578 h 1486579"/>
                  <a:gd name="connsiteX22" fmla="*/ 1554134 w 3858291"/>
                  <a:gd name="connsiteY22" fmla="*/ 1402844 h 1486579"/>
                  <a:gd name="connsiteX23" fmla="*/ 1401735 w 3858291"/>
                  <a:gd name="connsiteY23" fmla="*/ 1267378 h 1486579"/>
                  <a:gd name="connsiteX24" fmla="*/ 1135035 w 3858291"/>
                  <a:gd name="connsiteY24" fmla="*/ 1064176 h 1486579"/>
                  <a:gd name="connsiteX25" fmla="*/ 804836 w 3858291"/>
                  <a:gd name="connsiteY25" fmla="*/ 793245 h 1486579"/>
                  <a:gd name="connsiteX26" fmla="*/ 453468 w 3858291"/>
                  <a:gd name="connsiteY26" fmla="*/ 471511 h 1486579"/>
                  <a:gd name="connsiteX27" fmla="*/ 119035 w 3858291"/>
                  <a:gd name="connsiteY27" fmla="*/ 179412 h 1486579"/>
                  <a:gd name="connsiteX28" fmla="*/ 4736 w 3858291"/>
                  <a:gd name="connsiteY28" fmla="*/ 98978 h 1486579"/>
                  <a:gd name="connsiteX29" fmla="*/ 38603 w 3858291"/>
                  <a:gd name="connsiteY29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51500 w 3858291"/>
                  <a:gd name="connsiteY5" fmla="*/ 1394378 h 1486579"/>
                  <a:gd name="connsiteX6" fmla="*/ 1685369 w 3858291"/>
                  <a:gd name="connsiteY6" fmla="*/ 1174244 h 1486579"/>
                  <a:gd name="connsiteX7" fmla="*/ 1765802 w 3858291"/>
                  <a:gd name="connsiteY7" fmla="*/ 1161544 h 1486579"/>
                  <a:gd name="connsiteX8" fmla="*/ 1782737 w 3858291"/>
                  <a:gd name="connsiteY8" fmla="*/ 1368978 h 1486579"/>
                  <a:gd name="connsiteX9" fmla="*/ 1829302 w 3858291"/>
                  <a:gd name="connsiteY9" fmla="*/ 1390144 h 1486579"/>
                  <a:gd name="connsiteX10" fmla="*/ 2210302 w 3858291"/>
                  <a:gd name="connsiteY10" fmla="*/ 1436711 h 1486579"/>
                  <a:gd name="connsiteX11" fmla="*/ 2218769 w 3858291"/>
                  <a:gd name="connsiteY11" fmla="*/ 1157311 h 1486579"/>
                  <a:gd name="connsiteX12" fmla="*/ 2328835 w 3858291"/>
                  <a:gd name="connsiteY12" fmla="*/ 1148844 h 1486579"/>
                  <a:gd name="connsiteX13" fmla="*/ 2311902 w 3858291"/>
                  <a:gd name="connsiteY13" fmla="*/ 1385911 h 1486579"/>
                  <a:gd name="connsiteX14" fmla="*/ 2828369 w 3858291"/>
                  <a:gd name="connsiteY14" fmla="*/ 1275844 h 1486579"/>
                  <a:gd name="connsiteX15" fmla="*/ 3658102 w 3858291"/>
                  <a:gd name="connsiteY15" fmla="*/ 293711 h 1486579"/>
                  <a:gd name="connsiteX16" fmla="*/ 3768169 w 3858291"/>
                  <a:gd name="connsiteY16" fmla="*/ 22778 h 1486579"/>
                  <a:gd name="connsiteX17" fmla="*/ 3852835 w 3858291"/>
                  <a:gd name="connsiteY17" fmla="*/ 73578 h 1486579"/>
                  <a:gd name="connsiteX18" fmla="*/ 3607302 w 3858291"/>
                  <a:gd name="connsiteY18" fmla="*/ 539244 h 1486579"/>
                  <a:gd name="connsiteX19" fmla="*/ 2836835 w 3858291"/>
                  <a:gd name="connsiteY19" fmla="*/ 1377444 h 1486579"/>
                  <a:gd name="connsiteX20" fmla="*/ 2278035 w 3858291"/>
                  <a:gd name="connsiteY20" fmla="*/ 1479044 h 1486579"/>
                  <a:gd name="connsiteX21" fmla="*/ 1719236 w 3858291"/>
                  <a:gd name="connsiteY21" fmla="*/ 1470578 h 1486579"/>
                  <a:gd name="connsiteX22" fmla="*/ 1554134 w 3858291"/>
                  <a:gd name="connsiteY22" fmla="*/ 1402844 h 1486579"/>
                  <a:gd name="connsiteX23" fmla="*/ 1401735 w 3858291"/>
                  <a:gd name="connsiteY23" fmla="*/ 1267378 h 1486579"/>
                  <a:gd name="connsiteX24" fmla="*/ 1135035 w 3858291"/>
                  <a:gd name="connsiteY24" fmla="*/ 1064176 h 1486579"/>
                  <a:gd name="connsiteX25" fmla="*/ 804836 w 3858291"/>
                  <a:gd name="connsiteY25" fmla="*/ 793245 h 1486579"/>
                  <a:gd name="connsiteX26" fmla="*/ 453468 w 3858291"/>
                  <a:gd name="connsiteY26" fmla="*/ 471511 h 1486579"/>
                  <a:gd name="connsiteX27" fmla="*/ 119035 w 3858291"/>
                  <a:gd name="connsiteY27" fmla="*/ 179412 h 1486579"/>
                  <a:gd name="connsiteX28" fmla="*/ 4736 w 3858291"/>
                  <a:gd name="connsiteY28" fmla="*/ 98978 h 1486579"/>
                  <a:gd name="connsiteX29" fmla="*/ 38603 w 3858291"/>
                  <a:gd name="connsiteY29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51500 w 3858291"/>
                  <a:gd name="connsiteY5" fmla="*/ 1394378 h 1486579"/>
                  <a:gd name="connsiteX6" fmla="*/ 1693835 w 3858291"/>
                  <a:gd name="connsiteY6" fmla="*/ 1364744 h 1486579"/>
                  <a:gd name="connsiteX7" fmla="*/ 1685369 w 3858291"/>
                  <a:gd name="connsiteY7" fmla="*/ 1174244 h 1486579"/>
                  <a:gd name="connsiteX8" fmla="*/ 1765802 w 3858291"/>
                  <a:gd name="connsiteY8" fmla="*/ 1161544 h 1486579"/>
                  <a:gd name="connsiteX9" fmla="*/ 1782737 w 3858291"/>
                  <a:gd name="connsiteY9" fmla="*/ 1368978 h 1486579"/>
                  <a:gd name="connsiteX10" fmla="*/ 1829302 w 3858291"/>
                  <a:gd name="connsiteY10" fmla="*/ 1390144 h 1486579"/>
                  <a:gd name="connsiteX11" fmla="*/ 2210302 w 3858291"/>
                  <a:gd name="connsiteY11" fmla="*/ 1436711 h 1486579"/>
                  <a:gd name="connsiteX12" fmla="*/ 2218769 w 3858291"/>
                  <a:gd name="connsiteY12" fmla="*/ 1157311 h 1486579"/>
                  <a:gd name="connsiteX13" fmla="*/ 2328835 w 3858291"/>
                  <a:gd name="connsiteY13" fmla="*/ 1148844 h 1486579"/>
                  <a:gd name="connsiteX14" fmla="*/ 2311902 w 3858291"/>
                  <a:gd name="connsiteY14" fmla="*/ 1385911 h 1486579"/>
                  <a:gd name="connsiteX15" fmla="*/ 2828369 w 3858291"/>
                  <a:gd name="connsiteY15" fmla="*/ 1275844 h 1486579"/>
                  <a:gd name="connsiteX16" fmla="*/ 3658102 w 3858291"/>
                  <a:gd name="connsiteY16" fmla="*/ 293711 h 1486579"/>
                  <a:gd name="connsiteX17" fmla="*/ 3768169 w 3858291"/>
                  <a:gd name="connsiteY17" fmla="*/ 22778 h 1486579"/>
                  <a:gd name="connsiteX18" fmla="*/ 3852835 w 3858291"/>
                  <a:gd name="connsiteY18" fmla="*/ 73578 h 1486579"/>
                  <a:gd name="connsiteX19" fmla="*/ 3607302 w 3858291"/>
                  <a:gd name="connsiteY19" fmla="*/ 539244 h 1486579"/>
                  <a:gd name="connsiteX20" fmla="*/ 2836835 w 3858291"/>
                  <a:gd name="connsiteY20" fmla="*/ 1377444 h 1486579"/>
                  <a:gd name="connsiteX21" fmla="*/ 2278035 w 3858291"/>
                  <a:gd name="connsiteY21" fmla="*/ 1479044 h 1486579"/>
                  <a:gd name="connsiteX22" fmla="*/ 1719236 w 3858291"/>
                  <a:gd name="connsiteY22" fmla="*/ 1470578 h 1486579"/>
                  <a:gd name="connsiteX23" fmla="*/ 1554134 w 3858291"/>
                  <a:gd name="connsiteY23" fmla="*/ 1402844 h 1486579"/>
                  <a:gd name="connsiteX24" fmla="*/ 1401735 w 3858291"/>
                  <a:gd name="connsiteY24" fmla="*/ 1267378 h 1486579"/>
                  <a:gd name="connsiteX25" fmla="*/ 1135035 w 3858291"/>
                  <a:gd name="connsiteY25" fmla="*/ 1064176 h 1486579"/>
                  <a:gd name="connsiteX26" fmla="*/ 804836 w 3858291"/>
                  <a:gd name="connsiteY26" fmla="*/ 793245 h 1486579"/>
                  <a:gd name="connsiteX27" fmla="*/ 453468 w 3858291"/>
                  <a:gd name="connsiteY27" fmla="*/ 471511 h 1486579"/>
                  <a:gd name="connsiteX28" fmla="*/ 119035 w 3858291"/>
                  <a:gd name="connsiteY28" fmla="*/ 179412 h 1486579"/>
                  <a:gd name="connsiteX29" fmla="*/ 4736 w 3858291"/>
                  <a:gd name="connsiteY29" fmla="*/ 98978 h 1486579"/>
                  <a:gd name="connsiteX30" fmla="*/ 38603 w 3858291"/>
                  <a:gd name="connsiteY30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30334 w 3858291"/>
                  <a:gd name="connsiteY5" fmla="*/ 1368978 h 1486579"/>
                  <a:gd name="connsiteX6" fmla="*/ 1693835 w 3858291"/>
                  <a:gd name="connsiteY6" fmla="*/ 1364744 h 1486579"/>
                  <a:gd name="connsiteX7" fmla="*/ 1685369 w 3858291"/>
                  <a:gd name="connsiteY7" fmla="*/ 1174244 h 1486579"/>
                  <a:gd name="connsiteX8" fmla="*/ 1765802 w 3858291"/>
                  <a:gd name="connsiteY8" fmla="*/ 1161544 h 1486579"/>
                  <a:gd name="connsiteX9" fmla="*/ 1782737 w 3858291"/>
                  <a:gd name="connsiteY9" fmla="*/ 1368978 h 1486579"/>
                  <a:gd name="connsiteX10" fmla="*/ 1829302 w 3858291"/>
                  <a:gd name="connsiteY10" fmla="*/ 1390144 h 1486579"/>
                  <a:gd name="connsiteX11" fmla="*/ 2210302 w 3858291"/>
                  <a:gd name="connsiteY11" fmla="*/ 1436711 h 1486579"/>
                  <a:gd name="connsiteX12" fmla="*/ 2218769 w 3858291"/>
                  <a:gd name="connsiteY12" fmla="*/ 1157311 h 1486579"/>
                  <a:gd name="connsiteX13" fmla="*/ 2328835 w 3858291"/>
                  <a:gd name="connsiteY13" fmla="*/ 1148844 h 1486579"/>
                  <a:gd name="connsiteX14" fmla="*/ 2311902 w 3858291"/>
                  <a:gd name="connsiteY14" fmla="*/ 1385911 h 1486579"/>
                  <a:gd name="connsiteX15" fmla="*/ 2828369 w 3858291"/>
                  <a:gd name="connsiteY15" fmla="*/ 1275844 h 1486579"/>
                  <a:gd name="connsiteX16" fmla="*/ 3658102 w 3858291"/>
                  <a:gd name="connsiteY16" fmla="*/ 293711 h 1486579"/>
                  <a:gd name="connsiteX17" fmla="*/ 3768169 w 3858291"/>
                  <a:gd name="connsiteY17" fmla="*/ 22778 h 1486579"/>
                  <a:gd name="connsiteX18" fmla="*/ 3852835 w 3858291"/>
                  <a:gd name="connsiteY18" fmla="*/ 73578 h 1486579"/>
                  <a:gd name="connsiteX19" fmla="*/ 3607302 w 3858291"/>
                  <a:gd name="connsiteY19" fmla="*/ 539244 h 1486579"/>
                  <a:gd name="connsiteX20" fmla="*/ 2836835 w 3858291"/>
                  <a:gd name="connsiteY20" fmla="*/ 1377444 h 1486579"/>
                  <a:gd name="connsiteX21" fmla="*/ 2278035 w 3858291"/>
                  <a:gd name="connsiteY21" fmla="*/ 1479044 h 1486579"/>
                  <a:gd name="connsiteX22" fmla="*/ 1719236 w 3858291"/>
                  <a:gd name="connsiteY22" fmla="*/ 1470578 h 1486579"/>
                  <a:gd name="connsiteX23" fmla="*/ 1554134 w 3858291"/>
                  <a:gd name="connsiteY23" fmla="*/ 1402844 h 1486579"/>
                  <a:gd name="connsiteX24" fmla="*/ 1401735 w 3858291"/>
                  <a:gd name="connsiteY24" fmla="*/ 1267378 h 1486579"/>
                  <a:gd name="connsiteX25" fmla="*/ 1135035 w 3858291"/>
                  <a:gd name="connsiteY25" fmla="*/ 1064176 h 1486579"/>
                  <a:gd name="connsiteX26" fmla="*/ 804836 w 3858291"/>
                  <a:gd name="connsiteY26" fmla="*/ 793245 h 1486579"/>
                  <a:gd name="connsiteX27" fmla="*/ 453468 w 3858291"/>
                  <a:gd name="connsiteY27" fmla="*/ 471511 h 1486579"/>
                  <a:gd name="connsiteX28" fmla="*/ 119035 w 3858291"/>
                  <a:gd name="connsiteY28" fmla="*/ 179412 h 1486579"/>
                  <a:gd name="connsiteX29" fmla="*/ 4736 w 3858291"/>
                  <a:gd name="connsiteY29" fmla="*/ 98978 h 1486579"/>
                  <a:gd name="connsiteX30" fmla="*/ 38603 w 3858291"/>
                  <a:gd name="connsiteY30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30334 w 3858291"/>
                  <a:gd name="connsiteY5" fmla="*/ 1368978 h 1486579"/>
                  <a:gd name="connsiteX6" fmla="*/ 1693835 w 3858291"/>
                  <a:gd name="connsiteY6" fmla="*/ 1364744 h 1486579"/>
                  <a:gd name="connsiteX7" fmla="*/ 1685369 w 3858291"/>
                  <a:gd name="connsiteY7" fmla="*/ 1174244 h 1486579"/>
                  <a:gd name="connsiteX8" fmla="*/ 1765802 w 3858291"/>
                  <a:gd name="connsiteY8" fmla="*/ 1161544 h 1486579"/>
                  <a:gd name="connsiteX9" fmla="*/ 1782737 w 3858291"/>
                  <a:gd name="connsiteY9" fmla="*/ 1368978 h 1486579"/>
                  <a:gd name="connsiteX10" fmla="*/ 1829302 w 3858291"/>
                  <a:gd name="connsiteY10" fmla="*/ 1390144 h 1486579"/>
                  <a:gd name="connsiteX11" fmla="*/ 2210302 w 3858291"/>
                  <a:gd name="connsiteY11" fmla="*/ 1436711 h 1486579"/>
                  <a:gd name="connsiteX12" fmla="*/ 2218769 w 3858291"/>
                  <a:gd name="connsiteY12" fmla="*/ 1157311 h 1486579"/>
                  <a:gd name="connsiteX13" fmla="*/ 2328835 w 3858291"/>
                  <a:gd name="connsiteY13" fmla="*/ 1148844 h 1486579"/>
                  <a:gd name="connsiteX14" fmla="*/ 2311902 w 3858291"/>
                  <a:gd name="connsiteY14" fmla="*/ 1385911 h 1486579"/>
                  <a:gd name="connsiteX15" fmla="*/ 2828369 w 3858291"/>
                  <a:gd name="connsiteY15" fmla="*/ 1275844 h 1486579"/>
                  <a:gd name="connsiteX16" fmla="*/ 3658102 w 3858291"/>
                  <a:gd name="connsiteY16" fmla="*/ 293711 h 1486579"/>
                  <a:gd name="connsiteX17" fmla="*/ 3768169 w 3858291"/>
                  <a:gd name="connsiteY17" fmla="*/ 22778 h 1486579"/>
                  <a:gd name="connsiteX18" fmla="*/ 3852835 w 3858291"/>
                  <a:gd name="connsiteY18" fmla="*/ 73578 h 1486579"/>
                  <a:gd name="connsiteX19" fmla="*/ 3607302 w 3858291"/>
                  <a:gd name="connsiteY19" fmla="*/ 539244 h 1486579"/>
                  <a:gd name="connsiteX20" fmla="*/ 2836835 w 3858291"/>
                  <a:gd name="connsiteY20" fmla="*/ 1377444 h 1486579"/>
                  <a:gd name="connsiteX21" fmla="*/ 2278035 w 3858291"/>
                  <a:gd name="connsiteY21" fmla="*/ 1479044 h 1486579"/>
                  <a:gd name="connsiteX22" fmla="*/ 1719236 w 3858291"/>
                  <a:gd name="connsiteY22" fmla="*/ 1470578 h 1486579"/>
                  <a:gd name="connsiteX23" fmla="*/ 1554134 w 3858291"/>
                  <a:gd name="connsiteY23" fmla="*/ 1402844 h 1486579"/>
                  <a:gd name="connsiteX24" fmla="*/ 1401735 w 3858291"/>
                  <a:gd name="connsiteY24" fmla="*/ 1267378 h 1486579"/>
                  <a:gd name="connsiteX25" fmla="*/ 1135035 w 3858291"/>
                  <a:gd name="connsiteY25" fmla="*/ 1064176 h 1486579"/>
                  <a:gd name="connsiteX26" fmla="*/ 804836 w 3858291"/>
                  <a:gd name="connsiteY26" fmla="*/ 793245 h 1486579"/>
                  <a:gd name="connsiteX27" fmla="*/ 453468 w 3858291"/>
                  <a:gd name="connsiteY27" fmla="*/ 471511 h 1486579"/>
                  <a:gd name="connsiteX28" fmla="*/ 119035 w 3858291"/>
                  <a:gd name="connsiteY28" fmla="*/ 179412 h 1486579"/>
                  <a:gd name="connsiteX29" fmla="*/ 4736 w 3858291"/>
                  <a:gd name="connsiteY29" fmla="*/ 98978 h 1486579"/>
                  <a:gd name="connsiteX30" fmla="*/ 38603 w 3858291"/>
                  <a:gd name="connsiteY30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30334 w 3858291"/>
                  <a:gd name="connsiteY5" fmla="*/ 1368978 h 1486579"/>
                  <a:gd name="connsiteX6" fmla="*/ 1693835 w 3858291"/>
                  <a:gd name="connsiteY6" fmla="*/ 1364744 h 1486579"/>
                  <a:gd name="connsiteX7" fmla="*/ 1685369 w 3858291"/>
                  <a:gd name="connsiteY7" fmla="*/ 1174244 h 1486579"/>
                  <a:gd name="connsiteX8" fmla="*/ 1765802 w 3858291"/>
                  <a:gd name="connsiteY8" fmla="*/ 1161544 h 1486579"/>
                  <a:gd name="connsiteX9" fmla="*/ 1782737 w 3858291"/>
                  <a:gd name="connsiteY9" fmla="*/ 1368978 h 1486579"/>
                  <a:gd name="connsiteX10" fmla="*/ 1829302 w 3858291"/>
                  <a:gd name="connsiteY10" fmla="*/ 1390144 h 1486579"/>
                  <a:gd name="connsiteX11" fmla="*/ 2210302 w 3858291"/>
                  <a:gd name="connsiteY11" fmla="*/ 1436711 h 1486579"/>
                  <a:gd name="connsiteX12" fmla="*/ 2218769 w 3858291"/>
                  <a:gd name="connsiteY12" fmla="*/ 1157311 h 1486579"/>
                  <a:gd name="connsiteX13" fmla="*/ 2328835 w 3858291"/>
                  <a:gd name="connsiteY13" fmla="*/ 1148844 h 1486579"/>
                  <a:gd name="connsiteX14" fmla="*/ 2311902 w 3858291"/>
                  <a:gd name="connsiteY14" fmla="*/ 1385911 h 1486579"/>
                  <a:gd name="connsiteX15" fmla="*/ 2828369 w 3858291"/>
                  <a:gd name="connsiteY15" fmla="*/ 1275844 h 1486579"/>
                  <a:gd name="connsiteX16" fmla="*/ 3658102 w 3858291"/>
                  <a:gd name="connsiteY16" fmla="*/ 293711 h 1486579"/>
                  <a:gd name="connsiteX17" fmla="*/ 3768169 w 3858291"/>
                  <a:gd name="connsiteY17" fmla="*/ 22778 h 1486579"/>
                  <a:gd name="connsiteX18" fmla="*/ 3852835 w 3858291"/>
                  <a:gd name="connsiteY18" fmla="*/ 73578 h 1486579"/>
                  <a:gd name="connsiteX19" fmla="*/ 3607302 w 3858291"/>
                  <a:gd name="connsiteY19" fmla="*/ 539244 h 1486579"/>
                  <a:gd name="connsiteX20" fmla="*/ 2836835 w 3858291"/>
                  <a:gd name="connsiteY20" fmla="*/ 1377444 h 1486579"/>
                  <a:gd name="connsiteX21" fmla="*/ 2278035 w 3858291"/>
                  <a:gd name="connsiteY21" fmla="*/ 1479044 h 1486579"/>
                  <a:gd name="connsiteX22" fmla="*/ 1719236 w 3858291"/>
                  <a:gd name="connsiteY22" fmla="*/ 1470578 h 1486579"/>
                  <a:gd name="connsiteX23" fmla="*/ 1554134 w 3858291"/>
                  <a:gd name="connsiteY23" fmla="*/ 1402844 h 1486579"/>
                  <a:gd name="connsiteX24" fmla="*/ 1401735 w 3858291"/>
                  <a:gd name="connsiteY24" fmla="*/ 1267378 h 1486579"/>
                  <a:gd name="connsiteX25" fmla="*/ 1135035 w 3858291"/>
                  <a:gd name="connsiteY25" fmla="*/ 1064176 h 1486579"/>
                  <a:gd name="connsiteX26" fmla="*/ 804836 w 3858291"/>
                  <a:gd name="connsiteY26" fmla="*/ 793245 h 1486579"/>
                  <a:gd name="connsiteX27" fmla="*/ 453468 w 3858291"/>
                  <a:gd name="connsiteY27" fmla="*/ 471511 h 1486579"/>
                  <a:gd name="connsiteX28" fmla="*/ 119035 w 3858291"/>
                  <a:gd name="connsiteY28" fmla="*/ 179412 h 1486579"/>
                  <a:gd name="connsiteX29" fmla="*/ 4736 w 3858291"/>
                  <a:gd name="connsiteY29" fmla="*/ 98978 h 1486579"/>
                  <a:gd name="connsiteX30" fmla="*/ 38603 w 3858291"/>
                  <a:gd name="connsiteY30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30334 w 3858291"/>
                  <a:gd name="connsiteY5" fmla="*/ 1368978 h 1486579"/>
                  <a:gd name="connsiteX6" fmla="*/ 1693835 w 3858291"/>
                  <a:gd name="connsiteY6" fmla="*/ 1364744 h 1486579"/>
                  <a:gd name="connsiteX7" fmla="*/ 1685369 w 3858291"/>
                  <a:gd name="connsiteY7" fmla="*/ 1174244 h 1486579"/>
                  <a:gd name="connsiteX8" fmla="*/ 1765802 w 3858291"/>
                  <a:gd name="connsiteY8" fmla="*/ 1161544 h 1486579"/>
                  <a:gd name="connsiteX9" fmla="*/ 1782737 w 3858291"/>
                  <a:gd name="connsiteY9" fmla="*/ 1385911 h 1486579"/>
                  <a:gd name="connsiteX10" fmla="*/ 1829302 w 3858291"/>
                  <a:gd name="connsiteY10" fmla="*/ 1390144 h 1486579"/>
                  <a:gd name="connsiteX11" fmla="*/ 2210302 w 3858291"/>
                  <a:gd name="connsiteY11" fmla="*/ 1436711 h 1486579"/>
                  <a:gd name="connsiteX12" fmla="*/ 2218769 w 3858291"/>
                  <a:gd name="connsiteY12" fmla="*/ 1157311 h 1486579"/>
                  <a:gd name="connsiteX13" fmla="*/ 2328835 w 3858291"/>
                  <a:gd name="connsiteY13" fmla="*/ 1148844 h 1486579"/>
                  <a:gd name="connsiteX14" fmla="*/ 2311902 w 3858291"/>
                  <a:gd name="connsiteY14" fmla="*/ 1385911 h 1486579"/>
                  <a:gd name="connsiteX15" fmla="*/ 2828369 w 3858291"/>
                  <a:gd name="connsiteY15" fmla="*/ 1275844 h 1486579"/>
                  <a:gd name="connsiteX16" fmla="*/ 3658102 w 3858291"/>
                  <a:gd name="connsiteY16" fmla="*/ 293711 h 1486579"/>
                  <a:gd name="connsiteX17" fmla="*/ 3768169 w 3858291"/>
                  <a:gd name="connsiteY17" fmla="*/ 22778 h 1486579"/>
                  <a:gd name="connsiteX18" fmla="*/ 3852835 w 3858291"/>
                  <a:gd name="connsiteY18" fmla="*/ 73578 h 1486579"/>
                  <a:gd name="connsiteX19" fmla="*/ 3607302 w 3858291"/>
                  <a:gd name="connsiteY19" fmla="*/ 539244 h 1486579"/>
                  <a:gd name="connsiteX20" fmla="*/ 2836835 w 3858291"/>
                  <a:gd name="connsiteY20" fmla="*/ 1377444 h 1486579"/>
                  <a:gd name="connsiteX21" fmla="*/ 2278035 w 3858291"/>
                  <a:gd name="connsiteY21" fmla="*/ 1479044 h 1486579"/>
                  <a:gd name="connsiteX22" fmla="*/ 1719236 w 3858291"/>
                  <a:gd name="connsiteY22" fmla="*/ 1470578 h 1486579"/>
                  <a:gd name="connsiteX23" fmla="*/ 1554134 w 3858291"/>
                  <a:gd name="connsiteY23" fmla="*/ 1402844 h 1486579"/>
                  <a:gd name="connsiteX24" fmla="*/ 1401735 w 3858291"/>
                  <a:gd name="connsiteY24" fmla="*/ 1267378 h 1486579"/>
                  <a:gd name="connsiteX25" fmla="*/ 1135035 w 3858291"/>
                  <a:gd name="connsiteY25" fmla="*/ 1064176 h 1486579"/>
                  <a:gd name="connsiteX26" fmla="*/ 804836 w 3858291"/>
                  <a:gd name="connsiteY26" fmla="*/ 793245 h 1486579"/>
                  <a:gd name="connsiteX27" fmla="*/ 453468 w 3858291"/>
                  <a:gd name="connsiteY27" fmla="*/ 471511 h 1486579"/>
                  <a:gd name="connsiteX28" fmla="*/ 119035 w 3858291"/>
                  <a:gd name="connsiteY28" fmla="*/ 179412 h 1486579"/>
                  <a:gd name="connsiteX29" fmla="*/ 4736 w 3858291"/>
                  <a:gd name="connsiteY29" fmla="*/ 98978 h 1486579"/>
                  <a:gd name="connsiteX30" fmla="*/ 38603 w 3858291"/>
                  <a:gd name="connsiteY30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30334 w 3858291"/>
                  <a:gd name="connsiteY5" fmla="*/ 1368978 h 1486579"/>
                  <a:gd name="connsiteX6" fmla="*/ 1693835 w 3858291"/>
                  <a:gd name="connsiteY6" fmla="*/ 1364744 h 1486579"/>
                  <a:gd name="connsiteX7" fmla="*/ 1685369 w 3858291"/>
                  <a:gd name="connsiteY7" fmla="*/ 1174244 h 1486579"/>
                  <a:gd name="connsiteX8" fmla="*/ 1765802 w 3858291"/>
                  <a:gd name="connsiteY8" fmla="*/ 1161544 h 1486579"/>
                  <a:gd name="connsiteX9" fmla="*/ 1782737 w 3858291"/>
                  <a:gd name="connsiteY9" fmla="*/ 1385911 h 1486579"/>
                  <a:gd name="connsiteX10" fmla="*/ 1833536 w 3858291"/>
                  <a:gd name="connsiteY10" fmla="*/ 1394377 h 1486579"/>
                  <a:gd name="connsiteX11" fmla="*/ 2210302 w 3858291"/>
                  <a:gd name="connsiteY11" fmla="*/ 1436711 h 1486579"/>
                  <a:gd name="connsiteX12" fmla="*/ 2218769 w 3858291"/>
                  <a:gd name="connsiteY12" fmla="*/ 1157311 h 1486579"/>
                  <a:gd name="connsiteX13" fmla="*/ 2328835 w 3858291"/>
                  <a:gd name="connsiteY13" fmla="*/ 1148844 h 1486579"/>
                  <a:gd name="connsiteX14" fmla="*/ 2311902 w 3858291"/>
                  <a:gd name="connsiteY14" fmla="*/ 1385911 h 1486579"/>
                  <a:gd name="connsiteX15" fmla="*/ 2828369 w 3858291"/>
                  <a:gd name="connsiteY15" fmla="*/ 1275844 h 1486579"/>
                  <a:gd name="connsiteX16" fmla="*/ 3658102 w 3858291"/>
                  <a:gd name="connsiteY16" fmla="*/ 293711 h 1486579"/>
                  <a:gd name="connsiteX17" fmla="*/ 3768169 w 3858291"/>
                  <a:gd name="connsiteY17" fmla="*/ 22778 h 1486579"/>
                  <a:gd name="connsiteX18" fmla="*/ 3852835 w 3858291"/>
                  <a:gd name="connsiteY18" fmla="*/ 73578 h 1486579"/>
                  <a:gd name="connsiteX19" fmla="*/ 3607302 w 3858291"/>
                  <a:gd name="connsiteY19" fmla="*/ 539244 h 1486579"/>
                  <a:gd name="connsiteX20" fmla="*/ 2836835 w 3858291"/>
                  <a:gd name="connsiteY20" fmla="*/ 1377444 h 1486579"/>
                  <a:gd name="connsiteX21" fmla="*/ 2278035 w 3858291"/>
                  <a:gd name="connsiteY21" fmla="*/ 1479044 h 1486579"/>
                  <a:gd name="connsiteX22" fmla="*/ 1719236 w 3858291"/>
                  <a:gd name="connsiteY22" fmla="*/ 1470578 h 1486579"/>
                  <a:gd name="connsiteX23" fmla="*/ 1554134 w 3858291"/>
                  <a:gd name="connsiteY23" fmla="*/ 1402844 h 1486579"/>
                  <a:gd name="connsiteX24" fmla="*/ 1401735 w 3858291"/>
                  <a:gd name="connsiteY24" fmla="*/ 1267378 h 1486579"/>
                  <a:gd name="connsiteX25" fmla="*/ 1135035 w 3858291"/>
                  <a:gd name="connsiteY25" fmla="*/ 1064176 h 1486579"/>
                  <a:gd name="connsiteX26" fmla="*/ 804836 w 3858291"/>
                  <a:gd name="connsiteY26" fmla="*/ 793245 h 1486579"/>
                  <a:gd name="connsiteX27" fmla="*/ 453468 w 3858291"/>
                  <a:gd name="connsiteY27" fmla="*/ 471511 h 1486579"/>
                  <a:gd name="connsiteX28" fmla="*/ 119035 w 3858291"/>
                  <a:gd name="connsiteY28" fmla="*/ 179412 h 1486579"/>
                  <a:gd name="connsiteX29" fmla="*/ 4736 w 3858291"/>
                  <a:gd name="connsiteY29" fmla="*/ 98978 h 1486579"/>
                  <a:gd name="connsiteX30" fmla="*/ 38603 w 3858291"/>
                  <a:gd name="connsiteY30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30334 w 3858291"/>
                  <a:gd name="connsiteY5" fmla="*/ 1368978 h 1486579"/>
                  <a:gd name="connsiteX6" fmla="*/ 1693835 w 3858291"/>
                  <a:gd name="connsiteY6" fmla="*/ 1364744 h 1486579"/>
                  <a:gd name="connsiteX7" fmla="*/ 1685369 w 3858291"/>
                  <a:gd name="connsiteY7" fmla="*/ 1174244 h 1486579"/>
                  <a:gd name="connsiteX8" fmla="*/ 1765802 w 3858291"/>
                  <a:gd name="connsiteY8" fmla="*/ 1161544 h 1486579"/>
                  <a:gd name="connsiteX9" fmla="*/ 1782737 w 3858291"/>
                  <a:gd name="connsiteY9" fmla="*/ 1385911 h 1486579"/>
                  <a:gd name="connsiteX10" fmla="*/ 1833536 w 3858291"/>
                  <a:gd name="connsiteY10" fmla="*/ 1394377 h 1486579"/>
                  <a:gd name="connsiteX11" fmla="*/ 2197602 w 3858291"/>
                  <a:gd name="connsiteY11" fmla="*/ 1419777 h 1486579"/>
                  <a:gd name="connsiteX12" fmla="*/ 2218769 w 3858291"/>
                  <a:gd name="connsiteY12" fmla="*/ 1157311 h 1486579"/>
                  <a:gd name="connsiteX13" fmla="*/ 2328835 w 3858291"/>
                  <a:gd name="connsiteY13" fmla="*/ 1148844 h 1486579"/>
                  <a:gd name="connsiteX14" fmla="*/ 2311902 w 3858291"/>
                  <a:gd name="connsiteY14" fmla="*/ 1385911 h 1486579"/>
                  <a:gd name="connsiteX15" fmla="*/ 2828369 w 3858291"/>
                  <a:gd name="connsiteY15" fmla="*/ 1275844 h 1486579"/>
                  <a:gd name="connsiteX16" fmla="*/ 3658102 w 3858291"/>
                  <a:gd name="connsiteY16" fmla="*/ 293711 h 1486579"/>
                  <a:gd name="connsiteX17" fmla="*/ 3768169 w 3858291"/>
                  <a:gd name="connsiteY17" fmla="*/ 22778 h 1486579"/>
                  <a:gd name="connsiteX18" fmla="*/ 3852835 w 3858291"/>
                  <a:gd name="connsiteY18" fmla="*/ 73578 h 1486579"/>
                  <a:gd name="connsiteX19" fmla="*/ 3607302 w 3858291"/>
                  <a:gd name="connsiteY19" fmla="*/ 539244 h 1486579"/>
                  <a:gd name="connsiteX20" fmla="*/ 2836835 w 3858291"/>
                  <a:gd name="connsiteY20" fmla="*/ 1377444 h 1486579"/>
                  <a:gd name="connsiteX21" fmla="*/ 2278035 w 3858291"/>
                  <a:gd name="connsiteY21" fmla="*/ 1479044 h 1486579"/>
                  <a:gd name="connsiteX22" fmla="*/ 1719236 w 3858291"/>
                  <a:gd name="connsiteY22" fmla="*/ 1470578 h 1486579"/>
                  <a:gd name="connsiteX23" fmla="*/ 1554134 w 3858291"/>
                  <a:gd name="connsiteY23" fmla="*/ 1402844 h 1486579"/>
                  <a:gd name="connsiteX24" fmla="*/ 1401735 w 3858291"/>
                  <a:gd name="connsiteY24" fmla="*/ 1267378 h 1486579"/>
                  <a:gd name="connsiteX25" fmla="*/ 1135035 w 3858291"/>
                  <a:gd name="connsiteY25" fmla="*/ 1064176 h 1486579"/>
                  <a:gd name="connsiteX26" fmla="*/ 804836 w 3858291"/>
                  <a:gd name="connsiteY26" fmla="*/ 793245 h 1486579"/>
                  <a:gd name="connsiteX27" fmla="*/ 453468 w 3858291"/>
                  <a:gd name="connsiteY27" fmla="*/ 471511 h 1486579"/>
                  <a:gd name="connsiteX28" fmla="*/ 119035 w 3858291"/>
                  <a:gd name="connsiteY28" fmla="*/ 179412 h 1486579"/>
                  <a:gd name="connsiteX29" fmla="*/ 4736 w 3858291"/>
                  <a:gd name="connsiteY29" fmla="*/ 98978 h 1486579"/>
                  <a:gd name="connsiteX30" fmla="*/ 38603 w 3858291"/>
                  <a:gd name="connsiteY30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30334 w 3858291"/>
                  <a:gd name="connsiteY5" fmla="*/ 1368978 h 1486579"/>
                  <a:gd name="connsiteX6" fmla="*/ 1693835 w 3858291"/>
                  <a:gd name="connsiteY6" fmla="*/ 1364744 h 1486579"/>
                  <a:gd name="connsiteX7" fmla="*/ 1685369 w 3858291"/>
                  <a:gd name="connsiteY7" fmla="*/ 1174244 h 1486579"/>
                  <a:gd name="connsiteX8" fmla="*/ 1765802 w 3858291"/>
                  <a:gd name="connsiteY8" fmla="*/ 1161544 h 1486579"/>
                  <a:gd name="connsiteX9" fmla="*/ 1782737 w 3858291"/>
                  <a:gd name="connsiteY9" fmla="*/ 1385911 h 1486579"/>
                  <a:gd name="connsiteX10" fmla="*/ 1833536 w 3858291"/>
                  <a:gd name="connsiteY10" fmla="*/ 1394377 h 1486579"/>
                  <a:gd name="connsiteX11" fmla="*/ 2197602 w 3858291"/>
                  <a:gd name="connsiteY11" fmla="*/ 1419777 h 1486579"/>
                  <a:gd name="connsiteX12" fmla="*/ 2218769 w 3858291"/>
                  <a:gd name="connsiteY12" fmla="*/ 1157311 h 1486579"/>
                  <a:gd name="connsiteX13" fmla="*/ 2328835 w 3858291"/>
                  <a:gd name="connsiteY13" fmla="*/ 1148844 h 1486579"/>
                  <a:gd name="connsiteX14" fmla="*/ 2311902 w 3858291"/>
                  <a:gd name="connsiteY14" fmla="*/ 1385911 h 1486579"/>
                  <a:gd name="connsiteX15" fmla="*/ 2828369 w 3858291"/>
                  <a:gd name="connsiteY15" fmla="*/ 1275844 h 1486579"/>
                  <a:gd name="connsiteX16" fmla="*/ 3658102 w 3858291"/>
                  <a:gd name="connsiteY16" fmla="*/ 293711 h 1486579"/>
                  <a:gd name="connsiteX17" fmla="*/ 3768169 w 3858291"/>
                  <a:gd name="connsiteY17" fmla="*/ 22778 h 1486579"/>
                  <a:gd name="connsiteX18" fmla="*/ 3852835 w 3858291"/>
                  <a:gd name="connsiteY18" fmla="*/ 73578 h 1486579"/>
                  <a:gd name="connsiteX19" fmla="*/ 3607302 w 3858291"/>
                  <a:gd name="connsiteY19" fmla="*/ 539244 h 1486579"/>
                  <a:gd name="connsiteX20" fmla="*/ 2836835 w 3858291"/>
                  <a:gd name="connsiteY20" fmla="*/ 1377444 h 1486579"/>
                  <a:gd name="connsiteX21" fmla="*/ 2278035 w 3858291"/>
                  <a:gd name="connsiteY21" fmla="*/ 1479044 h 1486579"/>
                  <a:gd name="connsiteX22" fmla="*/ 1719236 w 3858291"/>
                  <a:gd name="connsiteY22" fmla="*/ 1470578 h 1486579"/>
                  <a:gd name="connsiteX23" fmla="*/ 1554134 w 3858291"/>
                  <a:gd name="connsiteY23" fmla="*/ 1402844 h 1486579"/>
                  <a:gd name="connsiteX24" fmla="*/ 1401735 w 3858291"/>
                  <a:gd name="connsiteY24" fmla="*/ 1267378 h 1486579"/>
                  <a:gd name="connsiteX25" fmla="*/ 1135035 w 3858291"/>
                  <a:gd name="connsiteY25" fmla="*/ 1064176 h 1486579"/>
                  <a:gd name="connsiteX26" fmla="*/ 804836 w 3858291"/>
                  <a:gd name="connsiteY26" fmla="*/ 793245 h 1486579"/>
                  <a:gd name="connsiteX27" fmla="*/ 453468 w 3858291"/>
                  <a:gd name="connsiteY27" fmla="*/ 471511 h 1486579"/>
                  <a:gd name="connsiteX28" fmla="*/ 119035 w 3858291"/>
                  <a:gd name="connsiteY28" fmla="*/ 179412 h 1486579"/>
                  <a:gd name="connsiteX29" fmla="*/ 4736 w 3858291"/>
                  <a:gd name="connsiteY29" fmla="*/ 98978 h 1486579"/>
                  <a:gd name="connsiteX30" fmla="*/ 38603 w 3858291"/>
                  <a:gd name="connsiteY30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30334 w 3858291"/>
                  <a:gd name="connsiteY5" fmla="*/ 1368978 h 1486579"/>
                  <a:gd name="connsiteX6" fmla="*/ 1693835 w 3858291"/>
                  <a:gd name="connsiteY6" fmla="*/ 1364744 h 1486579"/>
                  <a:gd name="connsiteX7" fmla="*/ 1685369 w 3858291"/>
                  <a:gd name="connsiteY7" fmla="*/ 1174244 h 1486579"/>
                  <a:gd name="connsiteX8" fmla="*/ 1765802 w 3858291"/>
                  <a:gd name="connsiteY8" fmla="*/ 1161544 h 1486579"/>
                  <a:gd name="connsiteX9" fmla="*/ 1782737 w 3858291"/>
                  <a:gd name="connsiteY9" fmla="*/ 1385911 h 1486579"/>
                  <a:gd name="connsiteX10" fmla="*/ 1833536 w 3858291"/>
                  <a:gd name="connsiteY10" fmla="*/ 1394377 h 1486579"/>
                  <a:gd name="connsiteX11" fmla="*/ 2197602 w 3858291"/>
                  <a:gd name="connsiteY11" fmla="*/ 1419777 h 1486579"/>
                  <a:gd name="connsiteX12" fmla="*/ 2218769 w 3858291"/>
                  <a:gd name="connsiteY12" fmla="*/ 1157311 h 1486579"/>
                  <a:gd name="connsiteX13" fmla="*/ 2328835 w 3858291"/>
                  <a:gd name="connsiteY13" fmla="*/ 1148844 h 1486579"/>
                  <a:gd name="connsiteX14" fmla="*/ 2311902 w 3858291"/>
                  <a:gd name="connsiteY14" fmla="*/ 1385911 h 1486579"/>
                  <a:gd name="connsiteX15" fmla="*/ 2828369 w 3858291"/>
                  <a:gd name="connsiteY15" fmla="*/ 1275844 h 1486579"/>
                  <a:gd name="connsiteX16" fmla="*/ 3658102 w 3858291"/>
                  <a:gd name="connsiteY16" fmla="*/ 293711 h 1486579"/>
                  <a:gd name="connsiteX17" fmla="*/ 3768169 w 3858291"/>
                  <a:gd name="connsiteY17" fmla="*/ 22778 h 1486579"/>
                  <a:gd name="connsiteX18" fmla="*/ 3852835 w 3858291"/>
                  <a:gd name="connsiteY18" fmla="*/ 73578 h 1486579"/>
                  <a:gd name="connsiteX19" fmla="*/ 3607302 w 3858291"/>
                  <a:gd name="connsiteY19" fmla="*/ 539244 h 1486579"/>
                  <a:gd name="connsiteX20" fmla="*/ 2836835 w 3858291"/>
                  <a:gd name="connsiteY20" fmla="*/ 1377444 h 1486579"/>
                  <a:gd name="connsiteX21" fmla="*/ 2278035 w 3858291"/>
                  <a:gd name="connsiteY21" fmla="*/ 1479044 h 1486579"/>
                  <a:gd name="connsiteX22" fmla="*/ 1719236 w 3858291"/>
                  <a:gd name="connsiteY22" fmla="*/ 1470578 h 1486579"/>
                  <a:gd name="connsiteX23" fmla="*/ 1554134 w 3858291"/>
                  <a:gd name="connsiteY23" fmla="*/ 1402844 h 1486579"/>
                  <a:gd name="connsiteX24" fmla="*/ 1401735 w 3858291"/>
                  <a:gd name="connsiteY24" fmla="*/ 1267378 h 1486579"/>
                  <a:gd name="connsiteX25" fmla="*/ 1135035 w 3858291"/>
                  <a:gd name="connsiteY25" fmla="*/ 1064176 h 1486579"/>
                  <a:gd name="connsiteX26" fmla="*/ 804836 w 3858291"/>
                  <a:gd name="connsiteY26" fmla="*/ 793245 h 1486579"/>
                  <a:gd name="connsiteX27" fmla="*/ 453468 w 3858291"/>
                  <a:gd name="connsiteY27" fmla="*/ 471511 h 1486579"/>
                  <a:gd name="connsiteX28" fmla="*/ 119035 w 3858291"/>
                  <a:gd name="connsiteY28" fmla="*/ 179412 h 1486579"/>
                  <a:gd name="connsiteX29" fmla="*/ 4736 w 3858291"/>
                  <a:gd name="connsiteY29" fmla="*/ 98978 h 1486579"/>
                  <a:gd name="connsiteX30" fmla="*/ 38603 w 3858291"/>
                  <a:gd name="connsiteY30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30334 w 3858291"/>
                  <a:gd name="connsiteY5" fmla="*/ 1368978 h 1486579"/>
                  <a:gd name="connsiteX6" fmla="*/ 1693835 w 3858291"/>
                  <a:gd name="connsiteY6" fmla="*/ 1364744 h 1486579"/>
                  <a:gd name="connsiteX7" fmla="*/ 1685369 w 3858291"/>
                  <a:gd name="connsiteY7" fmla="*/ 1174244 h 1486579"/>
                  <a:gd name="connsiteX8" fmla="*/ 1765802 w 3858291"/>
                  <a:gd name="connsiteY8" fmla="*/ 1161544 h 1486579"/>
                  <a:gd name="connsiteX9" fmla="*/ 1782737 w 3858291"/>
                  <a:gd name="connsiteY9" fmla="*/ 1385911 h 1486579"/>
                  <a:gd name="connsiteX10" fmla="*/ 1833536 w 3858291"/>
                  <a:gd name="connsiteY10" fmla="*/ 1394377 h 1486579"/>
                  <a:gd name="connsiteX11" fmla="*/ 2146802 w 3858291"/>
                  <a:gd name="connsiteY11" fmla="*/ 1415544 h 1486579"/>
                  <a:gd name="connsiteX12" fmla="*/ 2218769 w 3858291"/>
                  <a:gd name="connsiteY12" fmla="*/ 1157311 h 1486579"/>
                  <a:gd name="connsiteX13" fmla="*/ 2328835 w 3858291"/>
                  <a:gd name="connsiteY13" fmla="*/ 1148844 h 1486579"/>
                  <a:gd name="connsiteX14" fmla="*/ 2311902 w 3858291"/>
                  <a:gd name="connsiteY14" fmla="*/ 1385911 h 1486579"/>
                  <a:gd name="connsiteX15" fmla="*/ 2828369 w 3858291"/>
                  <a:gd name="connsiteY15" fmla="*/ 1275844 h 1486579"/>
                  <a:gd name="connsiteX16" fmla="*/ 3658102 w 3858291"/>
                  <a:gd name="connsiteY16" fmla="*/ 293711 h 1486579"/>
                  <a:gd name="connsiteX17" fmla="*/ 3768169 w 3858291"/>
                  <a:gd name="connsiteY17" fmla="*/ 22778 h 1486579"/>
                  <a:gd name="connsiteX18" fmla="*/ 3852835 w 3858291"/>
                  <a:gd name="connsiteY18" fmla="*/ 73578 h 1486579"/>
                  <a:gd name="connsiteX19" fmla="*/ 3607302 w 3858291"/>
                  <a:gd name="connsiteY19" fmla="*/ 539244 h 1486579"/>
                  <a:gd name="connsiteX20" fmla="*/ 2836835 w 3858291"/>
                  <a:gd name="connsiteY20" fmla="*/ 1377444 h 1486579"/>
                  <a:gd name="connsiteX21" fmla="*/ 2278035 w 3858291"/>
                  <a:gd name="connsiteY21" fmla="*/ 1479044 h 1486579"/>
                  <a:gd name="connsiteX22" fmla="*/ 1719236 w 3858291"/>
                  <a:gd name="connsiteY22" fmla="*/ 1470578 h 1486579"/>
                  <a:gd name="connsiteX23" fmla="*/ 1554134 w 3858291"/>
                  <a:gd name="connsiteY23" fmla="*/ 1402844 h 1486579"/>
                  <a:gd name="connsiteX24" fmla="*/ 1401735 w 3858291"/>
                  <a:gd name="connsiteY24" fmla="*/ 1267378 h 1486579"/>
                  <a:gd name="connsiteX25" fmla="*/ 1135035 w 3858291"/>
                  <a:gd name="connsiteY25" fmla="*/ 1064176 h 1486579"/>
                  <a:gd name="connsiteX26" fmla="*/ 804836 w 3858291"/>
                  <a:gd name="connsiteY26" fmla="*/ 793245 h 1486579"/>
                  <a:gd name="connsiteX27" fmla="*/ 453468 w 3858291"/>
                  <a:gd name="connsiteY27" fmla="*/ 471511 h 1486579"/>
                  <a:gd name="connsiteX28" fmla="*/ 119035 w 3858291"/>
                  <a:gd name="connsiteY28" fmla="*/ 179412 h 1486579"/>
                  <a:gd name="connsiteX29" fmla="*/ 4736 w 3858291"/>
                  <a:gd name="connsiteY29" fmla="*/ 98978 h 1486579"/>
                  <a:gd name="connsiteX30" fmla="*/ 38603 w 3858291"/>
                  <a:gd name="connsiteY30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30334 w 3858291"/>
                  <a:gd name="connsiteY5" fmla="*/ 1368978 h 1486579"/>
                  <a:gd name="connsiteX6" fmla="*/ 1693835 w 3858291"/>
                  <a:gd name="connsiteY6" fmla="*/ 1364744 h 1486579"/>
                  <a:gd name="connsiteX7" fmla="*/ 1685369 w 3858291"/>
                  <a:gd name="connsiteY7" fmla="*/ 1174244 h 1486579"/>
                  <a:gd name="connsiteX8" fmla="*/ 1765802 w 3858291"/>
                  <a:gd name="connsiteY8" fmla="*/ 1161544 h 1486579"/>
                  <a:gd name="connsiteX9" fmla="*/ 1782737 w 3858291"/>
                  <a:gd name="connsiteY9" fmla="*/ 1385911 h 1486579"/>
                  <a:gd name="connsiteX10" fmla="*/ 1833536 w 3858291"/>
                  <a:gd name="connsiteY10" fmla="*/ 1394377 h 1486579"/>
                  <a:gd name="connsiteX11" fmla="*/ 2146802 w 3858291"/>
                  <a:gd name="connsiteY11" fmla="*/ 1415544 h 1486579"/>
                  <a:gd name="connsiteX12" fmla="*/ 2218769 w 3858291"/>
                  <a:gd name="connsiteY12" fmla="*/ 1157311 h 1486579"/>
                  <a:gd name="connsiteX13" fmla="*/ 2328835 w 3858291"/>
                  <a:gd name="connsiteY13" fmla="*/ 1148844 h 1486579"/>
                  <a:gd name="connsiteX14" fmla="*/ 2311902 w 3858291"/>
                  <a:gd name="connsiteY14" fmla="*/ 1385911 h 1486579"/>
                  <a:gd name="connsiteX15" fmla="*/ 2828369 w 3858291"/>
                  <a:gd name="connsiteY15" fmla="*/ 1275844 h 1486579"/>
                  <a:gd name="connsiteX16" fmla="*/ 3658102 w 3858291"/>
                  <a:gd name="connsiteY16" fmla="*/ 293711 h 1486579"/>
                  <a:gd name="connsiteX17" fmla="*/ 3768169 w 3858291"/>
                  <a:gd name="connsiteY17" fmla="*/ 22778 h 1486579"/>
                  <a:gd name="connsiteX18" fmla="*/ 3852835 w 3858291"/>
                  <a:gd name="connsiteY18" fmla="*/ 73578 h 1486579"/>
                  <a:gd name="connsiteX19" fmla="*/ 3607302 w 3858291"/>
                  <a:gd name="connsiteY19" fmla="*/ 539244 h 1486579"/>
                  <a:gd name="connsiteX20" fmla="*/ 2836835 w 3858291"/>
                  <a:gd name="connsiteY20" fmla="*/ 1377444 h 1486579"/>
                  <a:gd name="connsiteX21" fmla="*/ 2278035 w 3858291"/>
                  <a:gd name="connsiteY21" fmla="*/ 1479044 h 1486579"/>
                  <a:gd name="connsiteX22" fmla="*/ 1719236 w 3858291"/>
                  <a:gd name="connsiteY22" fmla="*/ 1470578 h 1486579"/>
                  <a:gd name="connsiteX23" fmla="*/ 1554134 w 3858291"/>
                  <a:gd name="connsiteY23" fmla="*/ 1402844 h 1486579"/>
                  <a:gd name="connsiteX24" fmla="*/ 1401735 w 3858291"/>
                  <a:gd name="connsiteY24" fmla="*/ 1267378 h 1486579"/>
                  <a:gd name="connsiteX25" fmla="*/ 1135035 w 3858291"/>
                  <a:gd name="connsiteY25" fmla="*/ 1064176 h 1486579"/>
                  <a:gd name="connsiteX26" fmla="*/ 804836 w 3858291"/>
                  <a:gd name="connsiteY26" fmla="*/ 793245 h 1486579"/>
                  <a:gd name="connsiteX27" fmla="*/ 453468 w 3858291"/>
                  <a:gd name="connsiteY27" fmla="*/ 471511 h 1486579"/>
                  <a:gd name="connsiteX28" fmla="*/ 119035 w 3858291"/>
                  <a:gd name="connsiteY28" fmla="*/ 179412 h 1486579"/>
                  <a:gd name="connsiteX29" fmla="*/ 4736 w 3858291"/>
                  <a:gd name="connsiteY29" fmla="*/ 98978 h 1486579"/>
                  <a:gd name="connsiteX30" fmla="*/ 38603 w 3858291"/>
                  <a:gd name="connsiteY30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30334 w 3858291"/>
                  <a:gd name="connsiteY5" fmla="*/ 1368978 h 1486579"/>
                  <a:gd name="connsiteX6" fmla="*/ 1693835 w 3858291"/>
                  <a:gd name="connsiteY6" fmla="*/ 1364744 h 1486579"/>
                  <a:gd name="connsiteX7" fmla="*/ 1685369 w 3858291"/>
                  <a:gd name="connsiteY7" fmla="*/ 1174244 h 1486579"/>
                  <a:gd name="connsiteX8" fmla="*/ 1765802 w 3858291"/>
                  <a:gd name="connsiteY8" fmla="*/ 1161544 h 1486579"/>
                  <a:gd name="connsiteX9" fmla="*/ 1782737 w 3858291"/>
                  <a:gd name="connsiteY9" fmla="*/ 1385911 h 1486579"/>
                  <a:gd name="connsiteX10" fmla="*/ 1833536 w 3858291"/>
                  <a:gd name="connsiteY10" fmla="*/ 1394377 h 1486579"/>
                  <a:gd name="connsiteX11" fmla="*/ 2146802 w 3858291"/>
                  <a:gd name="connsiteY11" fmla="*/ 1415544 h 1486579"/>
                  <a:gd name="connsiteX12" fmla="*/ 2206069 w 3858291"/>
                  <a:gd name="connsiteY12" fmla="*/ 1360511 h 1486579"/>
                  <a:gd name="connsiteX13" fmla="*/ 2218769 w 3858291"/>
                  <a:gd name="connsiteY13" fmla="*/ 1157311 h 1486579"/>
                  <a:gd name="connsiteX14" fmla="*/ 2328835 w 3858291"/>
                  <a:gd name="connsiteY14" fmla="*/ 1148844 h 1486579"/>
                  <a:gd name="connsiteX15" fmla="*/ 2311902 w 3858291"/>
                  <a:gd name="connsiteY15" fmla="*/ 1385911 h 1486579"/>
                  <a:gd name="connsiteX16" fmla="*/ 2828369 w 3858291"/>
                  <a:gd name="connsiteY16" fmla="*/ 1275844 h 1486579"/>
                  <a:gd name="connsiteX17" fmla="*/ 3658102 w 3858291"/>
                  <a:gd name="connsiteY17" fmla="*/ 293711 h 1486579"/>
                  <a:gd name="connsiteX18" fmla="*/ 3768169 w 3858291"/>
                  <a:gd name="connsiteY18" fmla="*/ 22778 h 1486579"/>
                  <a:gd name="connsiteX19" fmla="*/ 3852835 w 3858291"/>
                  <a:gd name="connsiteY19" fmla="*/ 73578 h 1486579"/>
                  <a:gd name="connsiteX20" fmla="*/ 3607302 w 3858291"/>
                  <a:gd name="connsiteY20" fmla="*/ 539244 h 1486579"/>
                  <a:gd name="connsiteX21" fmla="*/ 2836835 w 3858291"/>
                  <a:gd name="connsiteY21" fmla="*/ 1377444 h 1486579"/>
                  <a:gd name="connsiteX22" fmla="*/ 2278035 w 3858291"/>
                  <a:gd name="connsiteY22" fmla="*/ 1479044 h 1486579"/>
                  <a:gd name="connsiteX23" fmla="*/ 1719236 w 3858291"/>
                  <a:gd name="connsiteY23" fmla="*/ 1470578 h 1486579"/>
                  <a:gd name="connsiteX24" fmla="*/ 1554134 w 3858291"/>
                  <a:gd name="connsiteY24" fmla="*/ 1402844 h 1486579"/>
                  <a:gd name="connsiteX25" fmla="*/ 1401735 w 3858291"/>
                  <a:gd name="connsiteY25" fmla="*/ 1267378 h 1486579"/>
                  <a:gd name="connsiteX26" fmla="*/ 1135035 w 3858291"/>
                  <a:gd name="connsiteY26" fmla="*/ 1064176 h 1486579"/>
                  <a:gd name="connsiteX27" fmla="*/ 804836 w 3858291"/>
                  <a:gd name="connsiteY27" fmla="*/ 793245 h 1486579"/>
                  <a:gd name="connsiteX28" fmla="*/ 453468 w 3858291"/>
                  <a:gd name="connsiteY28" fmla="*/ 471511 h 1486579"/>
                  <a:gd name="connsiteX29" fmla="*/ 119035 w 3858291"/>
                  <a:gd name="connsiteY29" fmla="*/ 179412 h 1486579"/>
                  <a:gd name="connsiteX30" fmla="*/ 4736 w 3858291"/>
                  <a:gd name="connsiteY30" fmla="*/ 98978 h 1486579"/>
                  <a:gd name="connsiteX31" fmla="*/ 38603 w 3858291"/>
                  <a:gd name="connsiteY31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30334 w 3858291"/>
                  <a:gd name="connsiteY5" fmla="*/ 1368978 h 1486579"/>
                  <a:gd name="connsiteX6" fmla="*/ 1693835 w 3858291"/>
                  <a:gd name="connsiteY6" fmla="*/ 1364744 h 1486579"/>
                  <a:gd name="connsiteX7" fmla="*/ 1685369 w 3858291"/>
                  <a:gd name="connsiteY7" fmla="*/ 1174244 h 1486579"/>
                  <a:gd name="connsiteX8" fmla="*/ 1765802 w 3858291"/>
                  <a:gd name="connsiteY8" fmla="*/ 1161544 h 1486579"/>
                  <a:gd name="connsiteX9" fmla="*/ 1782737 w 3858291"/>
                  <a:gd name="connsiteY9" fmla="*/ 1385911 h 1486579"/>
                  <a:gd name="connsiteX10" fmla="*/ 1829303 w 3858291"/>
                  <a:gd name="connsiteY10" fmla="*/ 1407077 h 1486579"/>
                  <a:gd name="connsiteX11" fmla="*/ 2146802 w 3858291"/>
                  <a:gd name="connsiteY11" fmla="*/ 1415544 h 1486579"/>
                  <a:gd name="connsiteX12" fmla="*/ 2206069 w 3858291"/>
                  <a:gd name="connsiteY12" fmla="*/ 1360511 h 1486579"/>
                  <a:gd name="connsiteX13" fmla="*/ 2218769 w 3858291"/>
                  <a:gd name="connsiteY13" fmla="*/ 1157311 h 1486579"/>
                  <a:gd name="connsiteX14" fmla="*/ 2328835 w 3858291"/>
                  <a:gd name="connsiteY14" fmla="*/ 1148844 h 1486579"/>
                  <a:gd name="connsiteX15" fmla="*/ 2311902 w 3858291"/>
                  <a:gd name="connsiteY15" fmla="*/ 1385911 h 1486579"/>
                  <a:gd name="connsiteX16" fmla="*/ 2828369 w 3858291"/>
                  <a:gd name="connsiteY16" fmla="*/ 1275844 h 1486579"/>
                  <a:gd name="connsiteX17" fmla="*/ 3658102 w 3858291"/>
                  <a:gd name="connsiteY17" fmla="*/ 293711 h 1486579"/>
                  <a:gd name="connsiteX18" fmla="*/ 3768169 w 3858291"/>
                  <a:gd name="connsiteY18" fmla="*/ 22778 h 1486579"/>
                  <a:gd name="connsiteX19" fmla="*/ 3852835 w 3858291"/>
                  <a:gd name="connsiteY19" fmla="*/ 73578 h 1486579"/>
                  <a:gd name="connsiteX20" fmla="*/ 3607302 w 3858291"/>
                  <a:gd name="connsiteY20" fmla="*/ 539244 h 1486579"/>
                  <a:gd name="connsiteX21" fmla="*/ 2836835 w 3858291"/>
                  <a:gd name="connsiteY21" fmla="*/ 1377444 h 1486579"/>
                  <a:gd name="connsiteX22" fmla="*/ 2278035 w 3858291"/>
                  <a:gd name="connsiteY22" fmla="*/ 1479044 h 1486579"/>
                  <a:gd name="connsiteX23" fmla="*/ 1719236 w 3858291"/>
                  <a:gd name="connsiteY23" fmla="*/ 1470578 h 1486579"/>
                  <a:gd name="connsiteX24" fmla="*/ 1554134 w 3858291"/>
                  <a:gd name="connsiteY24" fmla="*/ 1402844 h 1486579"/>
                  <a:gd name="connsiteX25" fmla="*/ 1401735 w 3858291"/>
                  <a:gd name="connsiteY25" fmla="*/ 1267378 h 1486579"/>
                  <a:gd name="connsiteX26" fmla="*/ 1135035 w 3858291"/>
                  <a:gd name="connsiteY26" fmla="*/ 1064176 h 1486579"/>
                  <a:gd name="connsiteX27" fmla="*/ 804836 w 3858291"/>
                  <a:gd name="connsiteY27" fmla="*/ 793245 h 1486579"/>
                  <a:gd name="connsiteX28" fmla="*/ 453468 w 3858291"/>
                  <a:gd name="connsiteY28" fmla="*/ 471511 h 1486579"/>
                  <a:gd name="connsiteX29" fmla="*/ 119035 w 3858291"/>
                  <a:gd name="connsiteY29" fmla="*/ 179412 h 1486579"/>
                  <a:gd name="connsiteX30" fmla="*/ 4736 w 3858291"/>
                  <a:gd name="connsiteY30" fmla="*/ 98978 h 1486579"/>
                  <a:gd name="connsiteX31" fmla="*/ 38603 w 3858291"/>
                  <a:gd name="connsiteY31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30334 w 3858291"/>
                  <a:gd name="connsiteY5" fmla="*/ 1368978 h 1486579"/>
                  <a:gd name="connsiteX6" fmla="*/ 1693835 w 3858291"/>
                  <a:gd name="connsiteY6" fmla="*/ 1364744 h 1486579"/>
                  <a:gd name="connsiteX7" fmla="*/ 1685369 w 3858291"/>
                  <a:gd name="connsiteY7" fmla="*/ 1174244 h 1486579"/>
                  <a:gd name="connsiteX8" fmla="*/ 1765802 w 3858291"/>
                  <a:gd name="connsiteY8" fmla="*/ 1161544 h 1486579"/>
                  <a:gd name="connsiteX9" fmla="*/ 1782737 w 3858291"/>
                  <a:gd name="connsiteY9" fmla="*/ 1385911 h 1486579"/>
                  <a:gd name="connsiteX10" fmla="*/ 1829303 w 3858291"/>
                  <a:gd name="connsiteY10" fmla="*/ 1407077 h 1486579"/>
                  <a:gd name="connsiteX11" fmla="*/ 2146802 w 3858291"/>
                  <a:gd name="connsiteY11" fmla="*/ 1415544 h 1486579"/>
                  <a:gd name="connsiteX12" fmla="*/ 2206069 w 3858291"/>
                  <a:gd name="connsiteY12" fmla="*/ 1360511 h 1486579"/>
                  <a:gd name="connsiteX13" fmla="*/ 2231469 w 3858291"/>
                  <a:gd name="connsiteY13" fmla="*/ 1191178 h 1486579"/>
                  <a:gd name="connsiteX14" fmla="*/ 2328835 w 3858291"/>
                  <a:gd name="connsiteY14" fmla="*/ 1148844 h 1486579"/>
                  <a:gd name="connsiteX15" fmla="*/ 2311902 w 3858291"/>
                  <a:gd name="connsiteY15" fmla="*/ 1385911 h 1486579"/>
                  <a:gd name="connsiteX16" fmla="*/ 2828369 w 3858291"/>
                  <a:gd name="connsiteY16" fmla="*/ 1275844 h 1486579"/>
                  <a:gd name="connsiteX17" fmla="*/ 3658102 w 3858291"/>
                  <a:gd name="connsiteY17" fmla="*/ 293711 h 1486579"/>
                  <a:gd name="connsiteX18" fmla="*/ 3768169 w 3858291"/>
                  <a:gd name="connsiteY18" fmla="*/ 22778 h 1486579"/>
                  <a:gd name="connsiteX19" fmla="*/ 3852835 w 3858291"/>
                  <a:gd name="connsiteY19" fmla="*/ 73578 h 1486579"/>
                  <a:gd name="connsiteX20" fmla="*/ 3607302 w 3858291"/>
                  <a:gd name="connsiteY20" fmla="*/ 539244 h 1486579"/>
                  <a:gd name="connsiteX21" fmla="*/ 2836835 w 3858291"/>
                  <a:gd name="connsiteY21" fmla="*/ 1377444 h 1486579"/>
                  <a:gd name="connsiteX22" fmla="*/ 2278035 w 3858291"/>
                  <a:gd name="connsiteY22" fmla="*/ 1479044 h 1486579"/>
                  <a:gd name="connsiteX23" fmla="*/ 1719236 w 3858291"/>
                  <a:gd name="connsiteY23" fmla="*/ 1470578 h 1486579"/>
                  <a:gd name="connsiteX24" fmla="*/ 1554134 w 3858291"/>
                  <a:gd name="connsiteY24" fmla="*/ 1402844 h 1486579"/>
                  <a:gd name="connsiteX25" fmla="*/ 1401735 w 3858291"/>
                  <a:gd name="connsiteY25" fmla="*/ 1267378 h 1486579"/>
                  <a:gd name="connsiteX26" fmla="*/ 1135035 w 3858291"/>
                  <a:gd name="connsiteY26" fmla="*/ 1064176 h 1486579"/>
                  <a:gd name="connsiteX27" fmla="*/ 804836 w 3858291"/>
                  <a:gd name="connsiteY27" fmla="*/ 793245 h 1486579"/>
                  <a:gd name="connsiteX28" fmla="*/ 453468 w 3858291"/>
                  <a:gd name="connsiteY28" fmla="*/ 471511 h 1486579"/>
                  <a:gd name="connsiteX29" fmla="*/ 119035 w 3858291"/>
                  <a:gd name="connsiteY29" fmla="*/ 179412 h 1486579"/>
                  <a:gd name="connsiteX30" fmla="*/ 4736 w 3858291"/>
                  <a:gd name="connsiteY30" fmla="*/ 98978 h 1486579"/>
                  <a:gd name="connsiteX31" fmla="*/ 38603 w 3858291"/>
                  <a:gd name="connsiteY31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30334 w 3858291"/>
                  <a:gd name="connsiteY5" fmla="*/ 1368978 h 1486579"/>
                  <a:gd name="connsiteX6" fmla="*/ 1693835 w 3858291"/>
                  <a:gd name="connsiteY6" fmla="*/ 1364744 h 1486579"/>
                  <a:gd name="connsiteX7" fmla="*/ 1685369 w 3858291"/>
                  <a:gd name="connsiteY7" fmla="*/ 1174244 h 1486579"/>
                  <a:gd name="connsiteX8" fmla="*/ 1765802 w 3858291"/>
                  <a:gd name="connsiteY8" fmla="*/ 1161544 h 1486579"/>
                  <a:gd name="connsiteX9" fmla="*/ 1782737 w 3858291"/>
                  <a:gd name="connsiteY9" fmla="*/ 1385911 h 1486579"/>
                  <a:gd name="connsiteX10" fmla="*/ 1829303 w 3858291"/>
                  <a:gd name="connsiteY10" fmla="*/ 1407077 h 1486579"/>
                  <a:gd name="connsiteX11" fmla="*/ 2146802 w 3858291"/>
                  <a:gd name="connsiteY11" fmla="*/ 1415544 h 1486579"/>
                  <a:gd name="connsiteX12" fmla="*/ 2206069 w 3858291"/>
                  <a:gd name="connsiteY12" fmla="*/ 1360511 h 1486579"/>
                  <a:gd name="connsiteX13" fmla="*/ 2231469 w 3858291"/>
                  <a:gd name="connsiteY13" fmla="*/ 1191178 h 1486579"/>
                  <a:gd name="connsiteX14" fmla="*/ 2328835 w 3858291"/>
                  <a:gd name="connsiteY14" fmla="*/ 1182711 h 1486579"/>
                  <a:gd name="connsiteX15" fmla="*/ 2311902 w 3858291"/>
                  <a:gd name="connsiteY15" fmla="*/ 1385911 h 1486579"/>
                  <a:gd name="connsiteX16" fmla="*/ 2828369 w 3858291"/>
                  <a:gd name="connsiteY16" fmla="*/ 1275844 h 1486579"/>
                  <a:gd name="connsiteX17" fmla="*/ 3658102 w 3858291"/>
                  <a:gd name="connsiteY17" fmla="*/ 293711 h 1486579"/>
                  <a:gd name="connsiteX18" fmla="*/ 3768169 w 3858291"/>
                  <a:gd name="connsiteY18" fmla="*/ 22778 h 1486579"/>
                  <a:gd name="connsiteX19" fmla="*/ 3852835 w 3858291"/>
                  <a:gd name="connsiteY19" fmla="*/ 73578 h 1486579"/>
                  <a:gd name="connsiteX20" fmla="*/ 3607302 w 3858291"/>
                  <a:gd name="connsiteY20" fmla="*/ 539244 h 1486579"/>
                  <a:gd name="connsiteX21" fmla="*/ 2836835 w 3858291"/>
                  <a:gd name="connsiteY21" fmla="*/ 1377444 h 1486579"/>
                  <a:gd name="connsiteX22" fmla="*/ 2278035 w 3858291"/>
                  <a:gd name="connsiteY22" fmla="*/ 1479044 h 1486579"/>
                  <a:gd name="connsiteX23" fmla="*/ 1719236 w 3858291"/>
                  <a:gd name="connsiteY23" fmla="*/ 1470578 h 1486579"/>
                  <a:gd name="connsiteX24" fmla="*/ 1554134 w 3858291"/>
                  <a:gd name="connsiteY24" fmla="*/ 1402844 h 1486579"/>
                  <a:gd name="connsiteX25" fmla="*/ 1401735 w 3858291"/>
                  <a:gd name="connsiteY25" fmla="*/ 1267378 h 1486579"/>
                  <a:gd name="connsiteX26" fmla="*/ 1135035 w 3858291"/>
                  <a:gd name="connsiteY26" fmla="*/ 1064176 h 1486579"/>
                  <a:gd name="connsiteX27" fmla="*/ 804836 w 3858291"/>
                  <a:gd name="connsiteY27" fmla="*/ 793245 h 1486579"/>
                  <a:gd name="connsiteX28" fmla="*/ 453468 w 3858291"/>
                  <a:gd name="connsiteY28" fmla="*/ 471511 h 1486579"/>
                  <a:gd name="connsiteX29" fmla="*/ 119035 w 3858291"/>
                  <a:gd name="connsiteY29" fmla="*/ 179412 h 1486579"/>
                  <a:gd name="connsiteX30" fmla="*/ 4736 w 3858291"/>
                  <a:gd name="connsiteY30" fmla="*/ 98978 h 1486579"/>
                  <a:gd name="connsiteX31" fmla="*/ 38603 w 3858291"/>
                  <a:gd name="connsiteY31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30334 w 3858291"/>
                  <a:gd name="connsiteY5" fmla="*/ 1368978 h 1486579"/>
                  <a:gd name="connsiteX6" fmla="*/ 1693835 w 3858291"/>
                  <a:gd name="connsiteY6" fmla="*/ 1364744 h 1486579"/>
                  <a:gd name="connsiteX7" fmla="*/ 1685369 w 3858291"/>
                  <a:gd name="connsiteY7" fmla="*/ 1174244 h 1486579"/>
                  <a:gd name="connsiteX8" fmla="*/ 1765802 w 3858291"/>
                  <a:gd name="connsiteY8" fmla="*/ 1161544 h 1486579"/>
                  <a:gd name="connsiteX9" fmla="*/ 1782737 w 3858291"/>
                  <a:gd name="connsiteY9" fmla="*/ 1385911 h 1486579"/>
                  <a:gd name="connsiteX10" fmla="*/ 1829303 w 3858291"/>
                  <a:gd name="connsiteY10" fmla="*/ 1407077 h 1486579"/>
                  <a:gd name="connsiteX11" fmla="*/ 2146802 w 3858291"/>
                  <a:gd name="connsiteY11" fmla="*/ 1415544 h 1486579"/>
                  <a:gd name="connsiteX12" fmla="*/ 2206069 w 3858291"/>
                  <a:gd name="connsiteY12" fmla="*/ 1360511 h 1486579"/>
                  <a:gd name="connsiteX13" fmla="*/ 2231469 w 3858291"/>
                  <a:gd name="connsiteY13" fmla="*/ 1191178 h 1486579"/>
                  <a:gd name="connsiteX14" fmla="*/ 2328835 w 3858291"/>
                  <a:gd name="connsiteY14" fmla="*/ 1182711 h 1486579"/>
                  <a:gd name="connsiteX15" fmla="*/ 2358469 w 3858291"/>
                  <a:gd name="connsiteY15" fmla="*/ 1394377 h 1486579"/>
                  <a:gd name="connsiteX16" fmla="*/ 2828369 w 3858291"/>
                  <a:gd name="connsiteY16" fmla="*/ 1275844 h 1486579"/>
                  <a:gd name="connsiteX17" fmla="*/ 3658102 w 3858291"/>
                  <a:gd name="connsiteY17" fmla="*/ 293711 h 1486579"/>
                  <a:gd name="connsiteX18" fmla="*/ 3768169 w 3858291"/>
                  <a:gd name="connsiteY18" fmla="*/ 22778 h 1486579"/>
                  <a:gd name="connsiteX19" fmla="*/ 3852835 w 3858291"/>
                  <a:gd name="connsiteY19" fmla="*/ 73578 h 1486579"/>
                  <a:gd name="connsiteX20" fmla="*/ 3607302 w 3858291"/>
                  <a:gd name="connsiteY20" fmla="*/ 539244 h 1486579"/>
                  <a:gd name="connsiteX21" fmla="*/ 2836835 w 3858291"/>
                  <a:gd name="connsiteY21" fmla="*/ 1377444 h 1486579"/>
                  <a:gd name="connsiteX22" fmla="*/ 2278035 w 3858291"/>
                  <a:gd name="connsiteY22" fmla="*/ 1479044 h 1486579"/>
                  <a:gd name="connsiteX23" fmla="*/ 1719236 w 3858291"/>
                  <a:gd name="connsiteY23" fmla="*/ 1470578 h 1486579"/>
                  <a:gd name="connsiteX24" fmla="*/ 1554134 w 3858291"/>
                  <a:gd name="connsiteY24" fmla="*/ 1402844 h 1486579"/>
                  <a:gd name="connsiteX25" fmla="*/ 1401735 w 3858291"/>
                  <a:gd name="connsiteY25" fmla="*/ 1267378 h 1486579"/>
                  <a:gd name="connsiteX26" fmla="*/ 1135035 w 3858291"/>
                  <a:gd name="connsiteY26" fmla="*/ 1064176 h 1486579"/>
                  <a:gd name="connsiteX27" fmla="*/ 804836 w 3858291"/>
                  <a:gd name="connsiteY27" fmla="*/ 793245 h 1486579"/>
                  <a:gd name="connsiteX28" fmla="*/ 453468 w 3858291"/>
                  <a:gd name="connsiteY28" fmla="*/ 471511 h 1486579"/>
                  <a:gd name="connsiteX29" fmla="*/ 119035 w 3858291"/>
                  <a:gd name="connsiteY29" fmla="*/ 179412 h 1486579"/>
                  <a:gd name="connsiteX30" fmla="*/ 4736 w 3858291"/>
                  <a:gd name="connsiteY30" fmla="*/ 98978 h 1486579"/>
                  <a:gd name="connsiteX31" fmla="*/ 38603 w 3858291"/>
                  <a:gd name="connsiteY31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30334 w 3858291"/>
                  <a:gd name="connsiteY5" fmla="*/ 1368978 h 1486579"/>
                  <a:gd name="connsiteX6" fmla="*/ 1693835 w 3858291"/>
                  <a:gd name="connsiteY6" fmla="*/ 1364744 h 1486579"/>
                  <a:gd name="connsiteX7" fmla="*/ 1685369 w 3858291"/>
                  <a:gd name="connsiteY7" fmla="*/ 1174244 h 1486579"/>
                  <a:gd name="connsiteX8" fmla="*/ 1765802 w 3858291"/>
                  <a:gd name="connsiteY8" fmla="*/ 1161544 h 1486579"/>
                  <a:gd name="connsiteX9" fmla="*/ 1782737 w 3858291"/>
                  <a:gd name="connsiteY9" fmla="*/ 1385911 h 1486579"/>
                  <a:gd name="connsiteX10" fmla="*/ 1829303 w 3858291"/>
                  <a:gd name="connsiteY10" fmla="*/ 1407077 h 1486579"/>
                  <a:gd name="connsiteX11" fmla="*/ 2146802 w 3858291"/>
                  <a:gd name="connsiteY11" fmla="*/ 1415544 h 1486579"/>
                  <a:gd name="connsiteX12" fmla="*/ 2206069 w 3858291"/>
                  <a:gd name="connsiteY12" fmla="*/ 1360511 h 1486579"/>
                  <a:gd name="connsiteX13" fmla="*/ 2231469 w 3858291"/>
                  <a:gd name="connsiteY13" fmla="*/ 1191178 h 1486579"/>
                  <a:gd name="connsiteX14" fmla="*/ 2328835 w 3858291"/>
                  <a:gd name="connsiteY14" fmla="*/ 1182711 h 1486579"/>
                  <a:gd name="connsiteX15" fmla="*/ 2345769 w 3858291"/>
                  <a:gd name="connsiteY15" fmla="*/ 1402844 h 1486579"/>
                  <a:gd name="connsiteX16" fmla="*/ 2828369 w 3858291"/>
                  <a:gd name="connsiteY16" fmla="*/ 1275844 h 1486579"/>
                  <a:gd name="connsiteX17" fmla="*/ 3658102 w 3858291"/>
                  <a:gd name="connsiteY17" fmla="*/ 293711 h 1486579"/>
                  <a:gd name="connsiteX18" fmla="*/ 3768169 w 3858291"/>
                  <a:gd name="connsiteY18" fmla="*/ 22778 h 1486579"/>
                  <a:gd name="connsiteX19" fmla="*/ 3852835 w 3858291"/>
                  <a:gd name="connsiteY19" fmla="*/ 73578 h 1486579"/>
                  <a:gd name="connsiteX20" fmla="*/ 3607302 w 3858291"/>
                  <a:gd name="connsiteY20" fmla="*/ 539244 h 1486579"/>
                  <a:gd name="connsiteX21" fmla="*/ 2836835 w 3858291"/>
                  <a:gd name="connsiteY21" fmla="*/ 1377444 h 1486579"/>
                  <a:gd name="connsiteX22" fmla="*/ 2278035 w 3858291"/>
                  <a:gd name="connsiteY22" fmla="*/ 1479044 h 1486579"/>
                  <a:gd name="connsiteX23" fmla="*/ 1719236 w 3858291"/>
                  <a:gd name="connsiteY23" fmla="*/ 1470578 h 1486579"/>
                  <a:gd name="connsiteX24" fmla="*/ 1554134 w 3858291"/>
                  <a:gd name="connsiteY24" fmla="*/ 1402844 h 1486579"/>
                  <a:gd name="connsiteX25" fmla="*/ 1401735 w 3858291"/>
                  <a:gd name="connsiteY25" fmla="*/ 1267378 h 1486579"/>
                  <a:gd name="connsiteX26" fmla="*/ 1135035 w 3858291"/>
                  <a:gd name="connsiteY26" fmla="*/ 1064176 h 1486579"/>
                  <a:gd name="connsiteX27" fmla="*/ 804836 w 3858291"/>
                  <a:gd name="connsiteY27" fmla="*/ 793245 h 1486579"/>
                  <a:gd name="connsiteX28" fmla="*/ 453468 w 3858291"/>
                  <a:gd name="connsiteY28" fmla="*/ 471511 h 1486579"/>
                  <a:gd name="connsiteX29" fmla="*/ 119035 w 3858291"/>
                  <a:gd name="connsiteY29" fmla="*/ 179412 h 1486579"/>
                  <a:gd name="connsiteX30" fmla="*/ 4736 w 3858291"/>
                  <a:gd name="connsiteY30" fmla="*/ 98978 h 1486579"/>
                  <a:gd name="connsiteX31" fmla="*/ 38603 w 3858291"/>
                  <a:gd name="connsiteY31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30334 w 3858291"/>
                  <a:gd name="connsiteY5" fmla="*/ 1368978 h 1486579"/>
                  <a:gd name="connsiteX6" fmla="*/ 1693835 w 3858291"/>
                  <a:gd name="connsiteY6" fmla="*/ 1364744 h 1486579"/>
                  <a:gd name="connsiteX7" fmla="*/ 1685369 w 3858291"/>
                  <a:gd name="connsiteY7" fmla="*/ 1174244 h 1486579"/>
                  <a:gd name="connsiteX8" fmla="*/ 1765802 w 3858291"/>
                  <a:gd name="connsiteY8" fmla="*/ 1161544 h 1486579"/>
                  <a:gd name="connsiteX9" fmla="*/ 1782737 w 3858291"/>
                  <a:gd name="connsiteY9" fmla="*/ 1385911 h 1486579"/>
                  <a:gd name="connsiteX10" fmla="*/ 1829303 w 3858291"/>
                  <a:gd name="connsiteY10" fmla="*/ 1407077 h 1486579"/>
                  <a:gd name="connsiteX11" fmla="*/ 2146802 w 3858291"/>
                  <a:gd name="connsiteY11" fmla="*/ 1415544 h 1486579"/>
                  <a:gd name="connsiteX12" fmla="*/ 2206069 w 3858291"/>
                  <a:gd name="connsiteY12" fmla="*/ 1360511 h 1486579"/>
                  <a:gd name="connsiteX13" fmla="*/ 2231469 w 3858291"/>
                  <a:gd name="connsiteY13" fmla="*/ 1191178 h 1486579"/>
                  <a:gd name="connsiteX14" fmla="*/ 2320369 w 3858291"/>
                  <a:gd name="connsiteY14" fmla="*/ 1186944 h 1486579"/>
                  <a:gd name="connsiteX15" fmla="*/ 2345769 w 3858291"/>
                  <a:gd name="connsiteY15" fmla="*/ 1402844 h 1486579"/>
                  <a:gd name="connsiteX16" fmla="*/ 2828369 w 3858291"/>
                  <a:gd name="connsiteY16" fmla="*/ 1275844 h 1486579"/>
                  <a:gd name="connsiteX17" fmla="*/ 3658102 w 3858291"/>
                  <a:gd name="connsiteY17" fmla="*/ 293711 h 1486579"/>
                  <a:gd name="connsiteX18" fmla="*/ 3768169 w 3858291"/>
                  <a:gd name="connsiteY18" fmla="*/ 22778 h 1486579"/>
                  <a:gd name="connsiteX19" fmla="*/ 3852835 w 3858291"/>
                  <a:gd name="connsiteY19" fmla="*/ 73578 h 1486579"/>
                  <a:gd name="connsiteX20" fmla="*/ 3607302 w 3858291"/>
                  <a:gd name="connsiteY20" fmla="*/ 539244 h 1486579"/>
                  <a:gd name="connsiteX21" fmla="*/ 2836835 w 3858291"/>
                  <a:gd name="connsiteY21" fmla="*/ 1377444 h 1486579"/>
                  <a:gd name="connsiteX22" fmla="*/ 2278035 w 3858291"/>
                  <a:gd name="connsiteY22" fmla="*/ 1479044 h 1486579"/>
                  <a:gd name="connsiteX23" fmla="*/ 1719236 w 3858291"/>
                  <a:gd name="connsiteY23" fmla="*/ 1470578 h 1486579"/>
                  <a:gd name="connsiteX24" fmla="*/ 1554134 w 3858291"/>
                  <a:gd name="connsiteY24" fmla="*/ 1402844 h 1486579"/>
                  <a:gd name="connsiteX25" fmla="*/ 1401735 w 3858291"/>
                  <a:gd name="connsiteY25" fmla="*/ 1267378 h 1486579"/>
                  <a:gd name="connsiteX26" fmla="*/ 1135035 w 3858291"/>
                  <a:gd name="connsiteY26" fmla="*/ 1064176 h 1486579"/>
                  <a:gd name="connsiteX27" fmla="*/ 804836 w 3858291"/>
                  <a:gd name="connsiteY27" fmla="*/ 793245 h 1486579"/>
                  <a:gd name="connsiteX28" fmla="*/ 453468 w 3858291"/>
                  <a:gd name="connsiteY28" fmla="*/ 471511 h 1486579"/>
                  <a:gd name="connsiteX29" fmla="*/ 119035 w 3858291"/>
                  <a:gd name="connsiteY29" fmla="*/ 179412 h 1486579"/>
                  <a:gd name="connsiteX30" fmla="*/ 4736 w 3858291"/>
                  <a:gd name="connsiteY30" fmla="*/ 98978 h 1486579"/>
                  <a:gd name="connsiteX31" fmla="*/ 38603 w 3858291"/>
                  <a:gd name="connsiteY31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30334 w 3858291"/>
                  <a:gd name="connsiteY5" fmla="*/ 1368978 h 1486579"/>
                  <a:gd name="connsiteX6" fmla="*/ 1693835 w 3858291"/>
                  <a:gd name="connsiteY6" fmla="*/ 1364744 h 1486579"/>
                  <a:gd name="connsiteX7" fmla="*/ 1685369 w 3858291"/>
                  <a:gd name="connsiteY7" fmla="*/ 1174244 h 1486579"/>
                  <a:gd name="connsiteX8" fmla="*/ 1765802 w 3858291"/>
                  <a:gd name="connsiteY8" fmla="*/ 1161544 h 1486579"/>
                  <a:gd name="connsiteX9" fmla="*/ 1782737 w 3858291"/>
                  <a:gd name="connsiteY9" fmla="*/ 1385911 h 1486579"/>
                  <a:gd name="connsiteX10" fmla="*/ 1829303 w 3858291"/>
                  <a:gd name="connsiteY10" fmla="*/ 1407077 h 1486579"/>
                  <a:gd name="connsiteX11" fmla="*/ 2193369 w 3858291"/>
                  <a:gd name="connsiteY11" fmla="*/ 1415544 h 1486579"/>
                  <a:gd name="connsiteX12" fmla="*/ 2206069 w 3858291"/>
                  <a:gd name="connsiteY12" fmla="*/ 1360511 h 1486579"/>
                  <a:gd name="connsiteX13" fmla="*/ 2231469 w 3858291"/>
                  <a:gd name="connsiteY13" fmla="*/ 1191178 h 1486579"/>
                  <a:gd name="connsiteX14" fmla="*/ 2320369 w 3858291"/>
                  <a:gd name="connsiteY14" fmla="*/ 1186944 h 1486579"/>
                  <a:gd name="connsiteX15" fmla="*/ 2345769 w 3858291"/>
                  <a:gd name="connsiteY15" fmla="*/ 1402844 h 1486579"/>
                  <a:gd name="connsiteX16" fmla="*/ 2828369 w 3858291"/>
                  <a:gd name="connsiteY16" fmla="*/ 1275844 h 1486579"/>
                  <a:gd name="connsiteX17" fmla="*/ 3658102 w 3858291"/>
                  <a:gd name="connsiteY17" fmla="*/ 293711 h 1486579"/>
                  <a:gd name="connsiteX18" fmla="*/ 3768169 w 3858291"/>
                  <a:gd name="connsiteY18" fmla="*/ 22778 h 1486579"/>
                  <a:gd name="connsiteX19" fmla="*/ 3852835 w 3858291"/>
                  <a:gd name="connsiteY19" fmla="*/ 73578 h 1486579"/>
                  <a:gd name="connsiteX20" fmla="*/ 3607302 w 3858291"/>
                  <a:gd name="connsiteY20" fmla="*/ 539244 h 1486579"/>
                  <a:gd name="connsiteX21" fmla="*/ 2836835 w 3858291"/>
                  <a:gd name="connsiteY21" fmla="*/ 1377444 h 1486579"/>
                  <a:gd name="connsiteX22" fmla="*/ 2278035 w 3858291"/>
                  <a:gd name="connsiteY22" fmla="*/ 1479044 h 1486579"/>
                  <a:gd name="connsiteX23" fmla="*/ 1719236 w 3858291"/>
                  <a:gd name="connsiteY23" fmla="*/ 1470578 h 1486579"/>
                  <a:gd name="connsiteX24" fmla="*/ 1554134 w 3858291"/>
                  <a:gd name="connsiteY24" fmla="*/ 1402844 h 1486579"/>
                  <a:gd name="connsiteX25" fmla="*/ 1401735 w 3858291"/>
                  <a:gd name="connsiteY25" fmla="*/ 1267378 h 1486579"/>
                  <a:gd name="connsiteX26" fmla="*/ 1135035 w 3858291"/>
                  <a:gd name="connsiteY26" fmla="*/ 1064176 h 1486579"/>
                  <a:gd name="connsiteX27" fmla="*/ 804836 w 3858291"/>
                  <a:gd name="connsiteY27" fmla="*/ 793245 h 1486579"/>
                  <a:gd name="connsiteX28" fmla="*/ 453468 w 3858291"/>
                  <a:gd name="connsiteY28" fmla="*/ 471511 h 1486579"/>
                  <a:gd name="connsiteX29" fmla="*/ 119035 w 3858291"/>
                  <a:gd name="connsiteY29" fmla="*/ 179412 h 1486579"/>
                  <a:gd name="connsiteX30" fmla="*/ 4736 w 3858291"/>
                  <a:gd name="connsiteY30" fmla="*/ 98978 h 1486579"/>
                  <a:gd name="connsiteX31" fmla="*/ 38603 w 3858291"/>
                  <a:gd name="connsiteY31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30334 w 3858291"/>
                  <a:gd name="connsiteY5" fmla="*/ 1368978 h 1486579"/>
                  <a:gd name="connsiteX6" fmla="*/ 1693835 w 3858291"/>
                  <a:gd name="connsiteY6" fmla="*/ 1364744 h 1486579"/>
                  <a:gd name="connsiteX7" fmla="*/ 1685369 w 3858291"/>
                  <a:gd name="connsiteY7" fmla="*/ 1174244 h 1486579"/>
                  <a:gd name="connsiteX8" fmla="*/ 1765802 w 3858291"/>
                  <a:gd name="connsiteY8" fmla="*/ 1161544 h 1486579"/>
                  <a:gd name="connsiteX9" fmla="*/ 1782737 w 3858291"/>
                  <a:gd name="connsiteY9" fmla="*/ 1385911 h 1486579"/>
                  <a:gd name="connsiteX10" fmla="*/ 1829303 w 3858291"/>
                  <a:gd name="connsiteY10" fmla="*/ 1407077 h 1486579"/>
                  <a:gd name="connsiteX11" fmla="*/ 2193369 w 3858291"/>
                  <a:gd name="connsiteY11" fmla="*/ 1415544 h 1486579"/>
                  <a:gd name="connsiteX12" fmla="*/ 2239936 w 3858291"/>
                  <a:gd name="connsiteY12" fmla="*/ 1356277 h 1486579"/>
                  <a:gd name="connsiteX13" fmla="*/ 2231469 w 3858291"/>
                  <a:gd name="connsiteY13" fmla="*/ 1191178 h 1486579"/>
                  <a:gd name="connsiteX14" fmla="*/ 2320369 w 3858291"/>
                  <a:gd name="connsiteY14" fmla="*/ 1186944 h 1486579"/>
                  <a:gd name="connsiteX15" fmla="*/ 2345769 w 3858291"/>
                  <a:gd name="connsiteY15" fmla="*/ 1402844 h 1486579"/>
                  <a:gd name="connsiteX16" fmla="*/ 2828369 w 3858291"/>
                  <a:gd name="connsiteY16" fmla="*/ 1275844 h 1486579"/>
                  <a:gd name="connsiteX17" fmla="*/ 3658102 w 3858291"/>
                  <a:gd name="connsiteY17" fmla="*/ 293711 h 1486579"/>
                  <a:gd name="connsiteX18" fmla="*/ 3768169 w 3858291"/>
                  <a:gd name="connsiteY18" fmla="*/ 22778 h 1486579"/>
                  <a:gd name="connsiteX19" fmla="*/ 3852835 w 3858291"/>
                  <a:gd name="connsiteY19" fmla="*/ 73578 h 1486579"/>
                  <a:gd name="connsiteX20" fmla="*/ 3607302 w 3858291"/>
                  <a:gd name="connsiteY20" fmla="*/ 539244 h 1486579"/>
                  <a:gd name="connsiteX21" fmla="*/ 2836835 w 3858291"/>
                  <a:gd name="connsiteY21" fmla="*/ 1377444 h 1486579"/>
                  <a:gd name="connsiteX22" fmla="*/ 2278035 w 3858291"/>
                  <a:gd name="connsiteY22" fmla="*/ 1479044 h 1486579"/>
                  <a:gd name="connsiteX23" fmla="*/ 1719236 w 3858291"/>
                  <a:gd name="connsiteY23" fmla="*/ 1470578 h 1486579"/>
                  <a:gd name="connsiteX24" fmla="*/ 1554134 w 3858291"/>
                  <a:gd name="connsiteY24" fmla="*/ 1402844 h 1486579"/>
                  <a:gd name="connsiteX25" fmla="*/ 1401735 w 3858291"/>
                  <a:gd name="connsiteY25" fmla="*/ 1267378 h 1486579"/>
                  <a:gd name="connsiteX26" fmla="*/ 1135035 w 3858291"/>
                  <a:gd name="connsiteY26" fmla="*/ 1064176 h 1486579"/>
                  <a:gd name="connsiteX27" fmla="*/ 804836 w 3858291"/>
                  <a:gd name="connsiteY27" fmla="*/ 793245 h 1486579"/>
                  <a:gd name="connsiteX28" fmla="*/ 453468 w 3858291"/>
                  <a:gd name="connsiteY28" fmla="*/ 471511 h 1486579"/>
                  <a:gd name="connsiteX29" fmla="*/ 119035 w 3858291"/>
                  <a:gd name="connsiteY29" fmla="*/ 179412 h 1486579"/>
                  <a:gd name="connsiteX30" fmla="*/ 4736 w 3858291"/>
                  <a:gd name="connsiteY30" fmla="*/ 98978 h 1486579"/>
                  <a:gd name="connsiteX31" fmla="*/ 38603 w 3858291"/>
                  <a:gd name="connsiteY31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30334 w 3858291"/>
                  <a:gd name="connsiteY5" fmla="*/ 1368978 h 1486579"/>
                  <a:gd name="connsiteX6" fmla="*/ 1693835 w 3858291"/>
                  <a:gd name="connsiteY6" fmla="*/ 1364744 h 1486579"/>
                  <a:gd name="connsiteX7" fmla="*/ 1685369 w 3858291"/>
                  <a:gd name="connsiteY7" fmla="*/ 1174244 h 1486579"/>
                  <a:gd name="connsiteX8" fmla="*/ 1765802 w 3858291"/>
                  <a:gd name="connsiteY8" fmla="*/ 1161544 h 1486579"/>
                  <a:gd name="connsiteX9" fmla="*/ 1782737 w 3858291"/>
                  <a:gd name="connsiteY9" fmla="*/ 1385911 h 1486579"/>
                  <a:gd name="connsiteX10" fmla="*/ 1829303 w 3858291"/>
                  <a:gd name="connsiteY10" fmla="*/ 1407077 h 1486579"/>
                  <a:gd name="connsiteX11" fmla="*/ 2193369 w 3858291"/>
                  <a:gd name="connsiteY11" fmla="*/ 1415544 h 1486579"/>
                  <a:gd name="connsiteX12" fmla="*/ 2239936 w 3858291"/>
                  <a:gd name="connsiteY12" fmla="*/ 1356277 h 1486579"/>
                  <a:gd name="connsiteX13" fmla="*/ 2231469 w 3858291"/>
                  <a:gd name="connsiteY13" fmla="*/ 1191178 h 1486579"/>
                  <a:gd name="connsiteX14" fmla="*/ 2320369 w 3858291"/>
                  <a:gd name="connsiteY14" fmla="*/ 1186944 h 1486579"/>
                  <a:gd name="connsiteX15" fmla="*/ 2345769 w 3858291"/>
                  <a:gd name="connsiteY15" fmla="*/ 1402844 h 1486579"/>
                  <a:gd name="connsiteX16" fmla="*/ 2828369 w 3858291"/>
                  <a:gd name="connsiteY16" fmla="*/ 1275844 h 1486579"/>
                  <a:gd name="connsiteX17" fmla="*/ 3658102 w 3858291"/>
                  <a:gd name="connsiteY17" fmla="*/ 293711 h 1486579"/>
                  <a:gd name="connsiteX18" fmla="*/ 3768169 w 3858291"/>
                  <a:gd name="connsiteY18" fmla="*/ 22778 h 1486579"/>
                  <a:gd name="connsiteX19" fmla="*/ 3852835 w 3858291"/>
                  <a:gd name="connsiteY19" fmla="*/ 73578 h 1486579"/>
                  <a:gd name="connsiteX20" fmla="*/ 3607302 w 3858291"/>
                  <a:gd name="connsiteY20" fmla="*/ 539244 h 1486579"/>
                  <a:gd name="connsiteX21" fmla="*/ 2836835 w 3858291"/>
                  <a:gd name="connsiteY21" fmla="*/ 1377444 h 1486579"/>
                  <a:gd name="connsiteX22" fmla="*/ 2278035 w 3858291"/>
                  <a:gd name="connsiteY22" fmla="*/ 1479044 h 1486579"/>
                  <a:gd name="connsiteX23" fmla="*/ 1719236 w 3858291"/>
                  <a:gd name="connsiteY23" fmla="*/ 1470578 h 1486579"/>
                  <a:gd name="connsiteX24" fmla="*/ 1554134 w 3858291"/>
                  <a:gd name="connsiteY24" fmla="*/ 1402844 h 1486579"/>
                  <a:gd name="connsiteX25" fmla="*/ 1401735 w 3858291"/>
                  <a:gd name="connsiteY25" fmla="*/ 1267378 h 1486579"/>
                  <a:gd name="connsiteX26" fmla="*/ 1135035 w 3858291"/>
                  <a:gd name="connsiteY26" fmla="*/ 1064176 h 1486579"/>
                  <a:gd name="connsiteX27" fmla="*/ 804836 w 3858291"/>
                  <a:gd name="connsiteY27" fmla="*/ 793245 h 1486579"/>
                  <a:gd name="connsiteX28" fmla="*/ 453468 w 3858291"/>
                  <a:gd name="connsiteY28" fmla="*/ 471511 h 1486579"/>
                  <a:gd name="connsiteX29" fmla="*/ 119035 w 3858291"/>
                  <a:gd name="connsiteY29" fmla="*/ 179412 h 1486579"/>
                  <a:gd name="connsiteX30" fmla="*/ 4736 w 3858291"/>
                  <a:gd name="connsiteY30" fmla="*/ 98978 h 1486579"/>
                  <a:gd name="connsiteX31" fmla="*/ 38603 w 3858291"/>
                  <a:gd name="connsiteY31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30334 w 3858291"/>
                  <a:gd name="connsiteY5" fmla="*/ 1368978 h 1486579"/>
                  <a:gd name="connsiteX6" fmla="*/ 1693835 w 3858291"/>
                  <a:gd name="connsiteY6" fmla="*/ 1364744 h 1486579"/>
                  <a:gd name="connsiteX7" fmla="*/ 1685369 w 3858291"/>
                  <a:gd name="connsiteY7" fmla="*/ 1174244 h 1486579"/>
                  <a:gd name="connsiteX8" fmla="*/ 1765802 w 3858291"/>
                  <a:gd name="connsiteY8" fmla="*/ 1161544 h 1486579"/>
                  <a:gd name="connsiteX9" fmla="*/ 1782737 w 3858291"/>
                  <a:gd name="connsiteY9" fmla="*/ 1385911 h 1486579"/>
                  <a:gd name="connsiteX10" fmla="*/ 1829303 w 3858291"/>
                  <a:gd name="connsiteY10" fmla="*/ 1407077 h 1486579"/>
                  <a:gd name="connsiteX11" fmla="*/ 2193369 w 3858291"/>
                  <a:gd name="connsiteY11" fmla="*/ 1415544 h 1486579"/>
                  <a:gd name="connsiteX12" fmla="*/ 2239936 w 3858291"/>
                  <a:gd name="connsiteY12" fmla="*/ 1356277 h 1486579"/>
                  <a:gd name="connsiteX13" fmla="*/ 2252636 w 3858291"/>
                  <a:gd name="connsiteY13" fmla="*/ 1195412 h 1486579"/>
                  <a:gd name="connsiteX14" fmla="*/ 2320369 w 3858291"/>
                  <a:gd name="connsiteY14" fmla="*/ 1186944 h 1486579"/>
                  <a:gd name="connsiteX15" fmla="*/ 2345769 w 3858291"/>
                  <a:gd name="connsiteY15" fmla="*/ 1402844 h 1486579"/>
                  <a:gd name="connsiteX16" fmla="*/ 2828369 w 3858291"/>
                  <a:gd name="connsiteY16" fmla="*/ 1275844 h 1486579"/>
                  <a:gd name="connsiteX17" fmla="*/ 3658102 w 3858291"/>
                  <a:gd name="connsiteY17" fmla="*/ 293711 h 1486579"/>
                  <a:gd name="connsiteX18" fmla="*/ 3768169 w 3858291"/>
                  <a:gd name="connsiteY18" fmla="*/ 22778 h 1486579"/>
                  <a:gd name="connsiteX19" fmla="*/ 3852835 w 3858291"/>
                  <a:gd name="connsiteY19" fmla="*/ 73578 h 1486579"/>
                  <a:gd name="connsiteX20" fmla="*/ 3607302 w 3858291"/>
                  <a:gd name="connsiteY20" fmla="*/ 539244 h 1486579"/>
                  <a:gd name="connsiteX21" fmla="*/ 2836835 w 3858291"/>
                  <a:gd name="connsiteY21" fmla="*/ 1377444 h 1486579"/>
                  <a:gd name="connsiteX22" fmla="*/ 2278035 w 3858291"/>
                  <a:gd name="connsiteY22" fmla="*/ 1479044 h 1486579"/>
                  <a:gd name="connsiteX23" fmla="*/ 1719236 w 3858291"/>
                  <a:gd name="connsiteY23" fmla="*/ 1470578 h 1486579"/>
                  <a:gd name="connsiteX24" fmla="*/ 1554134 w 3858291"/>
                  <a:gd name="connsiteY24" fmla="*/ 1402844 h 1486579"/>
                  <a:gd name="connsiteX25" fmla="*/ 1401735 w 3858291"/>
                  <a:gd name="connsiteY25" fmla="*/ 1267378 h 1486579"/>
                  <a:gd name="connsiteX26" fmla="*/ 1135035 w 3858291"/>
                  <a:gd name="connsiteY26" fmla="*/ 1064176 h 1486579"/>
                  <a:gd name="connsiteX27" fmla="*/ 804836 w 3858291"/>
                  <a:gd name="connsiteY27" fmla="*/ 793245 h 1486579"/>
                  <a:gd name="connsiteX28" fmla="*/ 453468 w 3858291"/>
                  <a:gd name="connsiteY28" fmla="*/ 471511 h 1486579"/>
                  <a:gd name="connsiteX29" fmla="*/ 119035 w 3858291"/>
                  <a:gd name="connsiteY29" fmla="*/ 179412 h 1486579"/>
                  <a:gd name="connsiteX30" fmla="*/ 4736 w 3858291"/>
                  <a:gd name="connsiteY30" fmla="*/ 98978 h 1486579"/>
                  <a:gd name="connsiteX31" fmla="*/ 38603 w 3858291"/>
                  <a:gd name="connsiteY31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30334 w 3858291"/>
                  <a:gd name="connsiteY5" fmla="*/ 1368978 h 1486579"/>
                  <a:gd name="connsiteX6" fmla="*/ 1693835 w 3858291"/>
                  <a:gd name="connsiteY6" fmla="*/ 1364744 h 1486579"/>
                  <a:gd name="connsiteX7" fmla="*/ 1685369 w 3858291"/>
                  <a:gd name="connsiteY7" fmla="*/ 1174244 h 1486579"/>
                  <a:gd name="connsiteX8" fmla="*/ 1765802 w 3858291"/>
                  <a:gd name="connsiteY8" fmla="*/ 1161544 h 1486579"/>
                  <a:gd name="connsiteX9" fmla="*/ 1782737 w 3858291"/>
                  <a:gd name="connsiteY9" fmla="*/ 1385911 h 1486579"/>
                  <a:gd name="connsiteX10" fmla="*/ 1829303 w 3858291"/>
                  <a:gd name="connsiteY10" fmla="*/ 1407077 h 1486579"/>
                  <a:gd name="connsiteX11" fmla="*/ 2193369 w 3858291"/>
                  <a:gd name="connsiteY11" fmla="*/ 1415544 h 1486579"/>
                  <a:gd name="connsiteX12" fmla="*/ 2239936 w 3858291"/>
                  <a:gd name="connsiteY12" fmla="*/ 1356277 h 1486579"/>
                  <a:gd name="connsiteX13" fmla="*/ 2252636 w 3858291"/>
                  <a:gd name="connsiteY13" fmla="*/ 1195412 h 1486579"/>
                  <a:gd name="connsiteX14" fmla="*/ 2337302 w 3858291"/>
                  <a:gd name="connsiteY14" fmla="*/ 1186944 h 1486579"/>
                  <a:gd name="connsiteX15" fmla="*/ 2345769 w 3858291"/>
                  <a:gd name="connsiteY15" fmla="*/ 1402844 h 1486579"/>
                  <a:gd name="connsiteX16" fmla="*/ 2828369 w 3858291"/>
                  <a:gd name="connsiteY16" fmla="*/ 1275844 h 1486579"/>
                  <a:gd name="connsiteX17" fmla="*/ 3658102 w 3858291"/>
                  <a:gd name="connsiteY17" fmla="*/ 293711 h 1486579"/>
                  <a:gd name="connsiteX18" fmla="*/ 3768169 w 3858291"/>
                  <a:gd name="connsiteY18" fmla="*/ 22778 h 1486579"/>
                  <a:gd name="connsiteX19" fmla="*/ 3852835 w 3858291"/>
                  <a:gd name="connsiteY19" fmla="*/ 73578 h 1486579"/>
                  <a:gd name="connsiteX20" fmla="*/ 3607302 w 3858291"/>
                  <a:gd name="connsiteY20" fmla="*/ 539244 h 1486579"/>
                  <a:gd name="connsiteX21" fmla="*/ 2836835 w 3858291"/>
                  <a:gd name="connsiteY21" fmla="*/ 1377444 h 1486579"/>
                  <a:gd name="connsiteX22" fmla="*/ 2278035 w 3858291"/>
                  <a:gd name="connsiteY22" fmla="*/ 1479044 h 1486579"/>
                  <a:gd name="connsiteX23" fmla="*/ 1719236 w 3858291"/>
                  <a:gd name="connsiteY23" fmla="*/ 1470578 h 1486579"/>
                  <a:gd name="connsiteX24" fmla="*/ 1554134 w 3858291"/>
                  <a:gd name="connsiteY24" fmla="*/ 1402844 h 1486579"/>
                  <a:gd name="connsiteX25" fmla="*/ 1401735 w 3858291"/>
                  <a:gd name="connsiteY25" fmla="*/ 1267378 h 1486579"/>
                  <a:gd name="connsiteX26" fmla="*/ 1135035 w 3858291"/>
                  <a:gd name="connsiteY26" fmla="*/ 1064176 h 1486579"/>
                  <a:gd name="connsiteX27" fmla="*/ 804836 w 3858291"/>
                  <a:gd name="connsiteY27" fmla="*/ 793245 h 1486579"/>
                  <a:gd name="connsiteX28" fmla="*/ 453468 w 3858291"/>
                  <a:gd name="connsiteY28" fmla="*/ 471511 h 1486579"/>
                  <a:gd name="connsiteX29" fmla="*/ 119035 w 3858291"/>
                  <a:gd name="connsiteY29" fmla="*/ 179412 h 1486579"/>
                  <a:gd name="connsiteX30" fmla="*/ 4736 w 3858291"/>
                  <a:gd name="connsiteY30" fmla="*/ 98978 h 1486579"/>
                  <a:gd name="connsiteX31" fmla="*/ 38603 w 3858291"/>
                  <a:gd name="connsiteY31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30334 w 3858291"/>
                  <a:gd name="connsiteY5" fmla="*/ 1368978 h 1486579"/>
                  <a:gd name="connsiteX6" fmla="*/ 1693835 w 3858291"/>
                  <a:gd name="connsiteY6" fmla="*/ 1364744 h 1486579"/>
                  <a:gd name="connsiteX7" fmla="*/ 1685369 w 3858291"/>
                  <a:gd name="connsiteY7" fmla="*/ 1174244 h 1486579"/>
                  <a:gd name="connsiteX8" fmla="*/ 1765802 w 3858291"/>
                  <a:gd name="connsiteY8" fmla="*/ 1161544 h 1486579"/>
                  <a:gd name="connsiteX9" fmla="*/ 1782737 w 3858291"/>
                  <a:gd name="connsiteY9" fmla="*/ 1385911 h 1486579"/>
                  <a:gd name="connsiteX10" fmla="*/ 1829303 w 3858291"/>
                  <a:gd name="connsiteY10" fmla="*/ 1407077 h 1486579"/>
                  <a:gd name="connsiteX11" fmla="*/ 2193369 w 3858291"/>
                  <a:gd name="connsiteY11" fmla="*/ 1415544 h 1486579"/>
                  <a:gd name="connsiteX12" fmla="*/ 2239936 w 3858291"/>
                  <a:gd name="connsiteY12" fmla="*/ 1356277 h 1486579"/>
                  <a:gd name="connsiteX13" fmla="*/ 2252636 w 3858291"/>
                  <a:gd name="connsiteY13" fmla="*/ 1195412 h 1486579"/>
                  <a:gd name="connsiteX14" fmla="*/ 2337302 w 3858291"/>
                  <a:gd name="connsiteY14" fmla="*/ 1186944 h 1486579"/>
                  <a:gd name="connsiteX15" fmla="*/ 2379636 w 3858291"/>
                  <a:gd name="connsiteY15" fmla="*/ 1402844 h 1486579"/>
                  <a:gd name="connsiteX16" fmla="*/ 2828369 w 3858291"/>
                  <a:gd name="connsiteY16" fmla="*/ 1275844 h 1486579"/>
                  <a:gd name="connsiteX17" fmla="*/ 3658102 w 3858291"/>
                  <a:gd name="connsiteY17" fmla="*/ 293711 h 1486579"/>
                  <a:gd name="connsiteX18" fmla="*/ 3768169 w 3858291"/>
                  <a:gd name="connsiteY18" fmla="*/ 22778 h 1486579"/>
                  <a:gd name="connsiteX19" fmla="*/ 3852835 w 3858291"/>
                  <a:gd name="connsiteY19" fmla="*/ 73578 h 1486579"/>
                  <a:gd name="connsiteX20" fmla="*/ 3607302 w 3858291"/>
                  <a:gd name="connsiteY20" fmla="*/ 539244 h 1486579"/>
                  <a:gd name="connsiteX21" fmla="*/ 2836835 w 3858291"/>
                  <a:gd name="connsiteY21" fmla="*/ 1377444 h 1486579"/>
                  <a:gd name="connsiteX22" fmla="*/ 2278035 w 3858291"/>
                  <a:gd name="connsiteY22" fmla="*/ 1479044 h 1486579"/>
                  <a:gd name="connsiteX23" fmla="*/ 1719236 w 3858291"/>
                  <a:gd name="connsiteY23" fmla="*/ 1470578 h 1486579"/>
                  <a:gd name="connsiteX24" fmla="*/ 1554134 w 3858291"/>
                  <a:gd name="connsiteY24" fmla="*/ 1402844 h 1486579"/>
                  <a:gd name="connsiteX25" fmla="*/ 1401735 w 3858291"/>
                  <a:gd name="connsiteY25" fmla="*/ 1267378 h 1486579"/>
                  <a:gd name="connsiteX26" fmla="*/ 1135035 w 3858291"/>
                  <a:gd name="connsiteY26" fmla="*/ 1064176 h 1486579"/>
                  <a:gd name="connsiteX27" fmla="*/ 804836 w 3858291"/>
                  <a:gd name="connsiteY27" fmla="*/ 793245 h 1486579"/>
                  <a:gd name="connsiteX28" fmla="*/ 453468 w 3858291"/>
                  <a:gd name="connsiteY28" fmla="*/ 471511 h 1486579"/>
                  <a:gd name="connsiteX29" fmla="*/ 119035 w 3858291"/>
                  <a:gd name="connsiteY29" fmla="*/ 179412 h 1486579"/>
                  <a:gd name="connsiteX30" fmla="*/ 4736 w 3858291"/>
                  <a:gd name="connsiteY30" fmla="*/ 98978 h 1486579"/>
                  <a:gd name="connsiteX31" fmla="*/ 38603 w 3858291"/>
                  <a:gd name="connsiteY31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30334 w 3858291"/>
                  <a:gd name="connsiteY5" fmla="*/ 1368978 h 1486579"/>
                  <a:gd name="connsiteX6" fmla="*/ 1693835 w 3858291"/>
                  <a:gd name="connsiteY6" fmla="*/ 1364744 h 1486579"/>
                  <a:gd name="connsiteX7" fmla="*/ 1685369 w 3858291"/>
                  <a:gd name="connsiteY7" fmla="*/ 1174244 h 1486579"/>
                  <a:gd name="connsiteX8" fmla="*/ 1765802 w 3858291"/>
                  <a:gd name="connsiteY8" fmla="*/ 1161544 h 1486579"/>
                  <a:gd name="connsiteX9" fmla="*/ 1782737 w 3858291"/>
                  <a:gd name="connsiteY9" fmla="*/ 1385911 h 1486579"/>
                  <a:gd name="connsiteX10" fmla="*/ 1829303 w 3858291"/>
                  <a:gd name="connsiteY10" fmla="*/ 1407077 h 1486579"/>
                  <a:gd name="connsiteX11" fmla="*/ 2193369 w 3858291"/>
                  <a:gd name="connsiteY11" fmla="*/ 1415544 h 1486579"/>
                  <a:gd name="connsiteX12" fmla="*/ 2239936 w 3858291"/>
                  <a:gd name="connsiteY12" fmla="*/ 1356277 h 1486579"/>
                  <a:gd name="connsiteX13" fmla="*/ 2252636 w 3858291"/>
                  <a:gd name="connsiteY13" fmla="*/ 1195412 h 1486579"/>
                  <a:gd name="connsiteX14" fmla="*/ 2337302 w 3858291"/>
                  <a:gd name="connsiteY14" fmla="*/ 1186944 h 1486579"/>
                  <a:gd name="connsiteX15" fmla="*/ 2366936 w 3858291"/>
                  <a:gd name="connsiteY15" fmla="*/ 1411311 h 1486579"/>
                  <a:gd name="connsiteX16" fmla="*/ 2828369 w 3858291"/>
                  <a:gd name="connsiteY16" fmla="*/ 1275844 h 1486579"/>
                  <a:gd name="connsiteX17" fmla="*/ 3658102 w 3858291"/>
                  <a:gd name="connsiteY17" fmla="*/ 293711 h 1486579"/>
                  <a:gd name="connsiteX18" fmla="*/ 3768169 w 3858291"/>
                  <a:gd name="connsiteY18" fmla="*/ 22778 h 1486579"/>
                  <a:gd name="connsiteX19" fmla="*/ 3852835 w 3858291"/>
                  <a:gd name="connsiteY19" fmla="*/ 73578 h 1486579"/>
                  <a:gd name="connsiteX20" fmla="*/ 3607302 w 3858291"/>
                  <a:gd name="connsiteY20" fmla="*/ 539244 h 1486579"/>
                  <a:gd name="connsiteX21" fmla="*/ 2836835 w 3858291"/>
                  <a:gd name="connsiteY21" fmla="*/ 1377444 h 1486579"/>
                  <a:gd name="connsiteX22" fmla="*/ 2278035 w 3858291"/>
                  <a:gd name="connsiteY22" fmla="*/ 1479044 h 1486579"/>
                  <a:gd name="connsiteX23" fmla="*/ 1719236 w 3858291"/>
                  <a:gd name="connsiteY23" fmla="*/ 1470578 h 1486579"/>
                  <a:gd name="connsiteX24" fmla="*/ 1554134 w 3858291"/>
                  <a:gd name="connsiteY24" fmla="*/ 1402844 h 1486579"/>
                  <a:gd name="connsiteX25" fmla="*/ 1401735 w 3858291"/>
                  <a:gd name="connsiteY25" fmla="*/ 1267378 h 1486579"/>
                  <a:gd name="connsiteX26" fmla="*/ 1135035 w 3858291"/>
                  <a:gd name="connsiteY26" fmla="*/ 1064176 h 1486579"/>
                  <a:gd name="connsiteX27" fmla="*/ 804836 w 3858291"/>
                  <a:gd name="connsiteY27" fmla="*/ 793245 h 1486579"/>
                  <a:gd name="connsiteX28" fmla="*/ 453468 w 3858291"/>
                  <a:gd name="connsiteY28" fmla="*/ 471511 h 1486579"/>
                  <a:gd name="connsiteX29" fmla="*/ 119035 w 3858291"/>
                  <a:gd name="connsiteY29" fmla="*/ 179412 h 1486579"/>
                  <a:gd name="connsiteX30" fmla="*/ 4736 w 3858291"/>
                  <a:gd name="connsiteY30" fmla="*/ 98978 h 1486579"/>
                  <a:gd name="connsiteX31" fmla="*/ 38603 w 3858291"/>
                  <a:gd name="connsiteY31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30334 w 3858291"/>
                  <a:gd name="connsiteY5" fmla="*/ 1368978 h 1486579"/>
                  <a:gd name="connsiteX6" fmla="*/ 1693835 w 3858291"/>
                  <a:gd name="connsiteY6" fmla="*/ 1364744 h 1486579"/>
                  <a:gd name="connsiteX7" fmla="*/ 1685369 w 3858291"/>
                  <a:gd name="connsiteY7" fmla="*/ 1174244 h 1486579"/>
                  <a:gd name="connsiteX8" fmla="*/ 1765802 w 3858291"/>
                  <a:gd name="connsiteY8" fmla="*/ 1161544 h 1486579"/>
                  <a:gd name="connsiteX9" fmla="*/ 1782737 w 3858291"/>
                  <a:gd name="connsiteY9" fmla="*/ 1385911 h 1486579"/>
                  <a:gd name="connsiteX10" fmla="*/ 1829303 w 3858291"/>
                  <a:gd name="connsiteY10" fmla="*/ 1407077 h 1486579"/>
                  <a:gd name="connsiteX11" fmla="*/ 2193369 w 3858291"/>
                  <a:gd name="connsiteY11" fmla="*/ 1415544 h 1486579"/>
                  <a:gd name="connsiteX12" fmla="*/ 2239936 w 3858291"/>
                  <a:gd name="connsiteY12" fmla="*/ 1356277 h 1486579"/>
                  <a:gd name="connsiteX13" fmla="*/ 2252636 w 3858291"/>
                  <a:gd name="connsiteY13" fmla="*/ 1195412 h 1486579"/>
                  <a:gd name="connsiteX14" fmla="*/ 2337302 w 3858291"/>
                  <a:gd name="connsiteY14" fmla="*/ 1186944 h 1486579"/>
                  <a:gd name="connsiteX15" fmla="*/ 2366936 w 3858291"/>
                  <a:gd name="connsiteY15" fmla="*/ 1411311 h 1486579"/>
                  <a:gd name="connsiteX16" fmla="*/ 2460069 w 3858291"/>
                  <a:gd name="connsiteY16" fmla="*/ 1419778 h 1486579"/>
                  <a:gd name="connsiteX17" fmla="*/ 2828369 w 3858291"/>
                  <a:gd name="connsiteY17" fmla="*/ 1275844 h 1486579"/>
                  <a:gd name="connsiteX18" fmla="*/ 3658102 w 3858291"/>
                  <a:gd name="connsiteY18" fmla="*/ 293711 h 1486579"/>
                  <a:gd name="connsiteX19" fmla="*/ 3768169 w 3858291"/>
                  <a:gd name="connsiteY19" fmla="*/ 22778 h 1486579"/>
                  <a:gd name="connsiteX20" fmla="*/ 3852835 w 3858291"/>
                  <a:gd name="connsiteY20" fmla="*/ 73578 h 1486579"/>
                  <a:gd name="connsiteX21" fmla="*/ 3607302 w 3858291"/>
                  <a:gd name="connsiteY21" fmla="*/ 539244 h 1486579"/>
                  <a:gd name="connsiteX22" fmla="*/ 2836835 w 3858291"/>
                  <a:gd name="connsiteY22" fmla="*/ 1377444 h 1486579"/>
                  <a:gd name="connsiteX23" fmla="*/ 2278035 w 3858291"/>
                  <a:gd name="connsiteY23" fmla="*/ 1479044 h 1486579"/>
                  <a:gd name="connsiteX24" fmla="*/ 1719236 w 3858291"/>
                  <a:gd name="connsiteY24" fmla="*/ 1470578 h 1486579"/>
                  <a:gd name="connsiteX25" fmla="*/ 1554134 w 3858291"/>
                  <a:gd name="connsiteY25" fmla="*/ 1402844 h 1486579"/>
                  <a:gd name="connsiteX26" fmla="*/ 1401735 w 3858291"/>
                  <a:gd name="connsiteY26" fmla="*/ 1267378 h 1486579"/>
                  <a:gd name="connsiteX27" fmla="*/ 1135035 w 3858291"/>
                  <a:gd name="connsiteY27" fmla="*/ 1064176 h 1486579"/>
                  <a:gd name="connsiteX28" fmla="*/ 804836 w 3858291"/>
                  <a:gd name="connsiteY28" fmla="*/ 793245 h 1486579"/>
                  <a:gd name="connsiteX29" fmla="*/ 453468 w 3858291"/>
                  <a:gd name="connsiteY29" fmla="*/ 471511 h 1486579"/>
                  <a:gd name="connsiteX30" fmla="*/ 119035 w 3858291"/>
                  <a:gd name="connsiteY30" fmla="*/ 179412 h 1486579"/>
                  <a:gd name="connsiteX31" fmla="*/ 4736 w 3858291"/>
                  <a:gd name="connsiteY31" fmla="*/ 98978 h 1486579"/>
                  <a:gd name="connsiteX32" fmla="*/ 38603 w 3858291"/>
                  <a:gd name="connsiteY32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30334 w 3858291"/>
                  <a:gd name="connsiteY5" fmla="*/ 1368978 h 1486579"/>
                  <a:gd name="connsiteX6" fmla="*/ 1693835 w 3858291"/>
                  <a:gd name="connsiteY6" fmla="*/ 1364744 h 1486579"/>
                  <a:gd name="connsiteX7" fmla="*/ 1685369 w 3858291"/>
                  <a:gd name="connsiteY7" fmla="*/ 1174244 h 1486579"/>
                  <a:gd name="connsiteX8" fmla="*/ 1765802 w 3858291"/>
                  <a:gd name="connsiteY8" fmla="*/ 1161544 h 1486579"/>
                  <a:gd name="connsiteX9" fmla="*/ 1782737 w 3858291"/>
                  <a:gd name="connsiteY9" fmla="*/ 1385911 h 1486579"/>
                  <a:gd name="connsiteX10" fmla="*/ 1829303 w 3858291"/>
                  <a:gd name="connsiteY10" fmla="*/ 1407077 h 1486579"/>
                  <a:gd name="connsiteX11" fmla="*/ 2193369 w 3858291"/>
                  <a:gd name="connsiteY11" fmla="*/ 1415544 h 1486579"/>
                  <a:gd name="connsiteX12" fmla="*/ 2239936 w 3858291"/>
                  <a:gd name="connsiteY12" fmla="*/ 1356277 h 1486579"/>
                  <a:gd name="connsiteX13" fmla="*/ 2252636 w 3858291"/>
                  <a:gd name="connsiteY13" fmla="*/ 1195412 h 1486579"/>
                  <a:gd name="connsiteX14" fmla="*/ 2337302 w 3858291"/>
                  <a:gd name="connsiteY14" fmla="*/ 1186944 h 1486579"/>
                  <a:gd name="connsiteX15" fmla="*/ 2333069 w 3858291"/>
                  <a:gd name="connsiteY15" fmla="*/ 1390144 h 1486579"/>
                  <a:gd name="connsiteX16" fmla="*/ 2460069 w 3858291"/>
                  <a:gd name="connsiteY16" fmla="*/ 1419778 h 1486579"/>
                  <a:gd name="connsiteX17" fmla="*/ 2828369 w 3858291"/>
                  <a:gd name="connsiteY17" fmla="*/ 1275844 h 1486579"/>
                  <a:gd name="connsiteX18" fmla="*/ 3658102 w 3858291"/>
                  <a:gd name="connsiteY18" fmla="*/ 293711 h 1486579"/>
                  <a:gd name="connsiteX19" fmla="*/ 3768169 w 3858291"/>
                  <a:gd name="connsiteY19" fmla="*/ 22778 h 1486579"/>
                  <a:gd name="connsiteX20" fmla="*/ 3852835 w 3858291"/>
                  <a:gd name="connsiteY20" fmla="*/ 73578 h 1486579"/>
                  <a:gd name="connsiteX21" fmla="*/ 3607302 w 3858291"/>
                  <a:gd name="connsiteY21" fmla="*/ 539244 h 1486579"/>
                  <a:gd name="connsiteX22" fmla="*/ 2836835 w 3858291"/>
                  <a:gd name="connsiteY22" fmla="*/ 1377444 h 1486579"/>
                  <a:gd name="connsiteX23" fmla="*/ 2278035 w 3858291"/>
                  <a:gd name="connsiteY23" fmla="*/ 1479044 h 1486579"/>
                  <a:gd name="connsiteX24" fmla="*/ 1719236 w 3858291"/>
                  <a:gd name="connsiteY24" fmla="*/ 1470578 h 1486579"/>
                  <a:gd name="connsiteX25" fmla="*/ 1554134 w 3858291"/>
                  <a:gd name="connsiteY25" fmla="*/ 1402844 h 1486579"/>
                  <a:gd name="connsiteX26" fmla="*/ 1401735 w 3858291"/>
                  <a:gd name="connsiteY26" fmla="*/ 1267378 h 1486579"/>
                  <a:gd name="connsiteX27" fmla="*/ 1135035 w 3858291"/>
                  <a:gd name="connsiteY27" fmla="*/ 1064176 h 1486579"/>
                  <a:gd name="connsiteX28" fmla="*/ 804836 w 3858291"/>
                  <a:gd name="connsiteY28" fmla="*/ 793245 h 1486579"/>
                  <a:gd name="connsiteX29" fmla="*/ 453468 w 3858291"/>
                  <a:gd name="connsiteY29" fmla="*/ 471511 h 1486579"/>
                  <a:gd name="connsiteX30" fmla="*/ 119035 w 3858291"/>
                  <a:gd name="connsiteY30" fmla="*/ 179412 h 1486579"/>
                  <a:gd name="connsiteX31" fmla="*/ 4736 w 3858291"/>
                  <a:gd name="connsiteY31" fmla="*/ 98978 h 1486579"/>
                  <a:gd name="connsiteX32" fmla="*/ 38603 w 3858291"/>
                  <a:gd name="connsiteY32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30334 w 3858291"/>
                  <a:gd name="connsiteY5" fmla="*/ 1368978 h 1486579"/>
                  <a:gd name="connsiteX6" fmla="*/ 1693835 w 3858291"/>
                  <a:gd name="connsiteY6" fmla="*/ 1364744 h 1486579"/>
                  <a:gd name="connsiteX7" fmla="*/ 1685369 w 3858291"/>
                  <a:gd name="connsiteY7" fmla="*/ 1174244 h 1486579"/>
                  <a:gd name="connsiteX8" fmla="*/ 1765802 w 3858291"/>
                  <a:gd name="connsiteY8" fmla="*/ 1161544 h 1486579"/>
                  <a:gd name="connsiteX9" fmla="*/ 1782737 w 3858291"/>
                  <a:gd name="connsiteY9" fmla="*/ 1385911 h 1486579"/>
                  <a:gd name="connsiteX10" fmla="*/ 1829303 w 3858291"/>
                  <a:gd name="connsiteY10" fmla="*/ 1407077 h 1486579"/>
                  <a:gd name="connsiteX11" fmla="*/ 2193369 w 3858291"/>
                  <a:gd name="connsiteY11" fmla="*/ 1415544 h 1486579"/>
                  <a:gd name="connsiteX12" fmla="*/ 2239936 w 3858291"/>
                  <a:gd name="connsiteY12" fmla="*/ 1356277 h 1486579"/>
                  <a:gd name="connsiteX13" fmla="*/ 2252636 w 3858291"/>
                  <a:gd name="connsiteY13" fmla="*/ 1195412 h 1486579"/>
                  <a:gd name="connsiteX14" fmla="*/ 2311902 w 3858291"/>
                  <a:gd name="connsiteY14" fmla="*/ 1182711 h 1486579"/>
                  <a:gd name="connsiteX15" fmla="*/ 2333069 w 3858291"/>
                  <a:gd name="connsiteY15" fmla="*/ 1390144 h 1486579"/>
                  <a:gd name="connsiteX16" fmla="*/ 2460069 w 3858291"/>
                  <a:gd name="connsiteY16" fmla="*/ 1419778 h 1486579"/>
                  <a:gd name="connsiteX17" fmla="*/ 2828369 w 3858291"/>
                  <a:gd name="connsiteY17" fmla="*/ 1275844 h 1486579"/>
                  <a:gd name="connsiteX18" fmla="*/ 3658102 w 3858291"/>
                  <a:gd name="connsiteY18" fmla="*/ 293711 h 1486579"/>
                  <a:gd name="connsiteX19" fmla="*/ 3768169 w 3858291"/>
                  <a:gd name="connsiteY19" fmla="*/ 22778 h 1486579"/>
                  <a:gd name="connsiteX20" fmla="*/ 3852835 w 3858291"/>
                  <a:gd name="connsiteY20" fmla="*/ 73578 h 1486579"/>
                  <a:gd name="connsiteX21" fmla="*/ 3607302 w 3858291"/>
                  <a:gd name="connsiteY21" fmla="*/ 539244 h 1486579"/>
                  <a:gd name="connsiteX22" fmla="*/ 2836835 w 3858291"/>
                  <a:gd name="connsiteY22" fmla="*/ 1377444 h 1486579"/>
                  <a:gd name="connsiteX23" fmla="*/ 2278035 w 3858291"/>
                  <a:gd name="connsiteY23" fmla="*/ 1479044 h 1486579"/>
                  <a:gd name="connsiteX24" fmla="*/ 1719236 w 3858291"/>
                  <a:gd name="connsiteY24" fmla="*/ 1470578 h 1486579"/>
                  <a:gd name="connsiteX25" fmla="*/ 1554134 w 3858291"/>
                  <a:gd name="connsiteY25" fmla="*/ 1402844 h 1486579"/>
                  <a:gd name="connsiteX26" fmla="*/ 1401735 w 3858291"/>
                  <a:gd name="connsiteY26" fmla="*/ 1267378 h 1486579"/>
                  <a:gd name="connsiteX27" fmla="*/ 1135035 w 3858291"/>
                  <a:gd name="connsiteY27" fmla="*/ 1064176 h 1486579"/>
                  <a:gd name="connsiteX28" fmla="*/ 804836 w 3858291"/>
                  <a:gd name="connsiteY28" fmla="*/ 793245 h 1486579"/>
                  <a:gd name="connsiteX29" fmla="*/ 453468 w 3858291"/>
                  <a:gd name="connsiteY29" fmla="*/ 471511 h 1486579"/>
                  <a:gd name="connsiteX30" fmla="*/ 119035 w 3858291"/>
                  <a:gd name="connsiteY30" fmla="*/ 179412 h 1486579"/>
                  <a:gd name="connsiteX31" fmla="*/ 4736 w 3858291"/>
                  <a:gd name="connsiteY31" fmla="*/ 98978 h 1486579"/>
                  <a:gd name="connsiteX32" fmla="*/ 38603 w 3858291"/>
                  <a:gd name="connsiteY32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961469 w 3858291"/>
                  <a:gd name="connsiteY3" fmla="*/ 844046 h 1486579"/>
                  <a:gd name="connsiteX4" fmla="*/ 1295899 w 3858291"/>
                  <a:gd name="connsiteY4" fmla="*/ 1102278 h 1486579"/>
                  <a:gd name="connsiteX5" fmla="*/ 1630334 w 3858291"/>
                  <a:gd name="connsiteY5" fmla="*/ 1368978 h 1486579"/>
                  <a:gd name="connsiteX6" fmla="*/ 1693835 w 3858291"/>
                  <a:gd name="connsiteY6" fmla="*/ 1364744 h 1486579"/>
                  <a:gd name="connsiteX7" fmla="*/ 1685369 w 3858291"/>
                  <a:gd name="connsiteY7" fmla="*/ 1174244 h 1486579"/>
                  <a:gd name="connsiteX8" fmla="*/ 1765802 w 3858291"/>
                  <a:gd name="connsiteY8" fmla="*/ 1161544 h 1486579"/>
                  <a:gd name="connsiteX9" fmla="*/ 1782737 w 3858291"/>
                  <a:gd name="connsiteY9" fmla="*/ 1385911 h 1486579"/>
                  <a:gd name="connsiteX10" fmla="*/ 1829303 w 3858291"/>
                  <a:gd name="connsiteY10" fmla="*/ 1407077 h 1486579"/>
                  <a:gd name="connsiteX11" fmla="*/ 2193369 w 3858291"/>
                  <a:gd name="connsiteY11" fmla="*/ 1415544 h 1486579"/>
                  <a:gd name="connsiteX12" fmla="*/ 2239936 w 3858291"/>
                  <a:gd name="connsiteY12" fmla="*/ 1356277 h 1486579"/>
                  <a:gd name="connsiteX13" fmla="*/ 2252636 w 3858291"/>
                  <a:gd name="connsiteY13" fmla="*/ 1195412 h 1486579"/>
                  <a:gd name="connsiteX14" fmla="*/ 2311902 w 3858291"/>
                  <a:gd name="connsiteY14" fmla="*/ 1182711 h 1486579"/>
                  <a:gd name="connsiteX15" fmla="*/ 2333069 w 3858291"/>
                  <a:gd name="connsiteY15" fmla="*/ 1390144 h 1486579"/>
                  <a:gd name="connsiteX16" fmla="*/ 2460069 w 3858291"/>
                  <a:gd name="connsiteY16" fmla="*/ 1419778 h 1486579"/>
                  <a:gd name="connsiteX17" fmla="*/ 2828369 w 3858291"/>
                  <a:gd name="connsiteY17" fmla="*/ 1275844 h 1486579"/>
                  <a:gd name="connsiteX18" fmla="*/ 3658102 w 3858291"/>
                  <a:gd name="connsiteY18" fmla="*/ 293711 h 1486579"/>
                  <a:gd name="connsiteX19" fmla="*/ 3768169 w 3858291"/>
                  <a:gd name="connsiteY19" fmla="*/ 22778 h 1486579"/>
                  <a:gd name="connsiteX20" fmla="*/ 3852835 w 3858291"/>
                  <a:gd name="connsiteY20" fmla="*/ 73578 h 1486579"/>
                  <a:gd name="connsiteX21" fmla="*/ 3607302 w 3858291"/>
                  <a:gd name="connsiteY21" fmla="*/ 539244 h 1486579"/>
                  <a:gd name="connsiteX22" fmla="*/ 2836835 w 3858291"/>
                  <a:gd name="connsiteY22" fmla="*/ 1377444 h 1486579"/>
                  <a:gd name="connsiteX23" fmla="*/ 2278035 w 3858291"/>
                  <a:gd name="connsiteY23" fmla="*/ 1479044 h 1486579"/>
                  <a:gd name="connsiteX24" fmla="*/ 1719236 w 3858291"/>
                  <a:gd name="connsiteY24" fmla="*/ 1470578 h 1486579"/>
                  <a:gd name="connsiteX25" fmla="*/ 1554134 w 3858291"/>
                  <a:gd name="connsiteY25" fmla="*/ 1402844 h 1486579"/>
                  <a:gd name="connsiteX26" fmla="*/ 1401735 w 3858291"/>
                  <a:gd name="connsiteY26" fmla="*/ 1267378 h 1486579"/>
                  <a:gd name="connsiteX27" fmla="*/ 1135035 w 3858291"/>
                  <a:gd name="connsiteY27" fmla="*/ 1064176 h 1486579"/>
                  <a:gd name="connsiteX28" fmla="*/ 745569 w 3858291"/>
                  <a:gd name="connsiteY28" fmla="*/ 844045 h 1486579"/>
                  <a:gd name="connsiteX29" fmla="*/ 453468 w 3858291"/>
                  <a:gd name="connsiteY29" fmla="*/ 471511 h 1486579"/>
                  <a:gd name="connsiteX30" fmla="*/ 119035 w 3858291"/>
                  <a:gd name="connsiteY30" fmla="*/ 179412 h 1486579"/>
                  <a:gd name="connsiteX31" fmla="*/ 4736 w 3858291"/>
                  <a:gd name="connsiteY31" fmla="*/ 98978 h 1486579"/>
                  <a:gd name="connsiteX32" fmla="*/ 38603 w 3858291"/>
                  <a:gd name="connsiteY32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766735 w 3858291"/>
                  <a:gd name="connsiteY3" fmla="*/ 759378 h 1486579"/>
                  <a:gd name="connsiteX4" fmla="*/ 961469 w 3858291"/>
                  <a:gd name="connsiteY4" fmla="*/ 844046 h 1486579"/>
                  <a:gd name="connsiteX5" fmla="*/ 1295899 w 3858291"/>
                  <a:gd name="connsiteY5" fmla="*/ 1102278 h 1486579"/>
                  <a:gd name="connsiteX6" fmla="*/ 1630334 w 3858291"/>
                  <a:gd name="connsiteY6" fmla="*/ 1368978 h 1486579"/>
                  <a:gd name="connsiteX7" fmla="*/ 1693835 w 3858291"/>
                  <a:gd name="connsiteY7" fmla="*/ 1364744 h 1486579"/>
                  <a:gd name="connsiteX8" fmla="*/ 1685369 w 3858291"/>
                  <a:gd name="connsiteY8" fmla="*/ 1174244 h 1486579"/>
                  <a:gd name="connsiteX9" fmla="*/ 1765802 w 3858291"/>
                  <a:gd name="connsiteY9" fmla="*/ 1161544 h 1486579"/>
                  <a:gd name="connsiteX10" fmla="*/ 1782737 w 3858291"/>
                  <a:gd name="connsiteY10" fmla="*/ 1385911 h 1486579"/>
                  <a:gd name="connsiteX11" fmla="*/ 1829303 w 3858291"/>
                  <a:gd name="connsiteY11" fmla="*/ 1407077 h 1486579"/>
                  <a:gd name="connsiteX12" fmla="*/ 2193369 w 3858291"/>
                  <a:gd name="connsiteY12" fmla="*/ 1415544 h 1486579"/>
                  <a:gd name="connsiteX13" fmla="*/ 2239936 w 3858291"/>
                  <a:gd name="connsiteY13" fmla="*/ 1356277 h 1486579"/>
                  <a:gd name="connsiteX14" fmla="*/ 2252636 w 3858291"/>
                  <a:gd name="connsiteY14" fmla="*/ 1195412 h 1486579"/>
                  <a:gd name="connsiteX15" fmla="*/ 2311902 w 3858291"/>
                  <a:gd name="connsiteY15" fmla="*/ 1182711 h 1486579"/>
                  <a:gd name="connsiteX16" fmla="*/ 2333069 w 3858291"/>
                  <a:gd name="connsiteY16" fmla="*/ 1390144 h 1486579"/>
                  <a:gd name="connsiteX17" fmla="*/ 2460069 w 3858291"/>
                  <a:gd name="connsiteY17" fmla="*/ 1419778 h 1486579"/>
                  <a:gd name="connsiteX18" fmla="*/ 2828369 w 3858291"/>
                  <a:gd name="connsiteY18" fmla="*/ 1275844 h 1486579"/>
                  <a:gd name="connsiteX19" fmla="*/ 3658102 w 3858291"/>
                  <a:gd name="connsiteY19" fmla="*/ 293711 h 1486579"/>
                  <a:gd name="connsiteX20" fmla="*/ 3768169 w 3858291"/>
                  <a:gd name="connsiteY20" fmla="*/ 22778 h 1486579"/>
                  <a:gd name="connsiteX21" fmla="*/ 3852835 w 3858291"/>
                  <a:gd name="connsiteY21" fmla="*/ 73578 h 1486579"/>
                  <a:gd name="connsiteX22" fmla="*/ 3607302 w 3858291"/>
                  <a:gd name="connsiteY22" fmla="*/ 539244 h 1486579"/>
                  <a:gd name="connsiteX23" fmla="*/ 2836835 w 3858291"/>
                  <a:gd name="connsiteY23" fmla="*/ 1377444 h 1486579"/>
                  <a:gd name="connsiteX24" fmla="*/ 2278035 w 3858291"/>
                  <a:gd name="connsiteY24" fmla="*/ 1479044 h 1486579"/>
                  <a:gd name="connsiteX25" fmla="*/ 1719236 w 3858291"/>
                  <a:gd name="connsiteY25" fmla="*/ 1470578 h 1486579"/>
                  <a:gd name="connsiteX26" fmla="*/ 1554134 w 3858291"/>
                  <a:gd name="connsiteY26" fmla="*/ 1402844 h 1486579"/>
                  <a:gd name="connsiteX27" fmla="*/ 1401735 w 3858291"/>
                  <a:gd name="connsiteY27" fmla="*/ 1267378 h 1486579"/>
                  <a:gd name="connsiteX28" fmla="*/ 1135035 w 3858291"/>
                  <a:gd name="connsiteY28" fmla="*/ 1064176 h 1486579"/>
                  <a:gd name="connsiteX29" fmla="*/ 745569 w 3858291"/>
                  <a:gd name="connsiteY29" fmla="*/ 844045 h 1486579"/>
                  <a:gd name="connsiteX30" fmla="*/ 453468 w 3858291"/>
                  <a:gd name="connsiteY30" fmla="*/ 471511 h 1486579"/>
                  <a:gd name="connsiteX31" fmla="*/ 119035 w 3858291"/>
                  <a:gd name="connsiteY31" fmla="*/ 179412 h 1486579"/>
                  <a:gd name="connsiteX32" fmla="*/ 4736 w 3858291"/>
                  <a:gd name="connsiteY32" fmla="*/ 98978 h 1486579"/>
                  <a:gd name="connsiteX33" fmla="*/ 38603 w 3858291"/>
                  <a:gd name="connsiteY33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766735 w 3858291"/>
                  <a:gd name="connsiteY3" fmla="*/ 759378 h 1486579"/>
                  <a:gd name="connsiteX4" fmla="*/ 969936 w 3858291"/>
                  <a:gd name="connsiteY4" fmla="*/ 894846 h 1486579"/>
                  <a:gd name="connsiteX5" fmla="*/ 1295899 w 3858291"/>
                  <a:gd name="connsiteY5" fmla="*/ 1102278 h 1486579"/>
                  <a:gd name="connsiteX6" fmla="*/ 1630334 w 3858291"/>
                  <a:gd name="connsiteY6" fmla="*/ 1368978 h 1486579"/>
                  <a:gd name="connsiteX7" fmla="*/ 1693835 w 3858291"/>
                  <a:gd name="connsiteY7" fmla="*/ 1364744 h 1486579"/>
                  <a:gd name="connsiteX8" fmla="*/ 1685369 w 3858291"/>
                  <a:gd name="connsiteY8" fmla="*/ 1174244 h 1486579"/>
                  <a:gd name="connsiteX9" fmla="*/ 1765802 w 3858291"/>
                  <a:gd name="connsiteY9" fmla="*/ 1161544 h 1486579"/>
                  <a:gd name="connsiteX10" fmla="*/ 1782737 w 3858291"/>
                  <a:gd name="connsiteY10" fmla="*/ 1385911 h 1486579"/>
                  <a:gd name="connsiteX11" fmla="*/ 1829303 w 3858291"/>
                  <a:gd name="connsiteY11" fmla="*/ 1407077 h 1486579"/>
                  <a:gd name="connsiteX12" fmla="*/ 2193369 w 3858291"/>
                  <a:gd name="connsiteY12" fmla="*/ 1415544 h 1486579"/>
                  <a:gd name="connsiteX13" fmla="*/ 2239936 w 3858291"/>
                  <a:gd name="connsiteY13" fmla="*/ 1356277 h 1486579"/>
                  <a:gd name="connsiteX14" fmla="*/ 2252636 w 3858291"/>
                  <a:gd name="connsiteY14" fmla="*/ 1195412 h 1486579"/>
                  <a:gd name="connsiteX15" fmla="*/ 2311902 w 3858291"/>
                  <a:gd name="connsiteY15" fmla="*/ 1182711 h 1486579"/>
                  <a:gd name="connsiteX16" fmla="*/ 2333069 w 3858291"/>
                  <a:gd name="connsiteY16" fmla="*/ 1390144 h 1486579"/>
                  <a:gd name="connsiteX17" fmla="*/ 2460069 w 3858291"/>
                  <a:gd name="connsiteY17" fmla="*/ 1419778 h 1486579"/>
                  <a:gd name="connsiteX18" fmla="*/ 2828369 w 3858291"/>
                  <a:gd name="connsiteY18" fmla="*/ 1275844 h 1486579"/>
                  <a:gd name="connsiteX19" fmla="*/ 3658102 w 3858291"/>
                  <a:gd name="connsiteY19" fmla="*/ 293711 h 1486579"/>
                  <a:gd name="connsiteX20" fmla="*/ 3768169 w 3858291"/>
                  <a:gd name="connsiteY20" fmla="*/ 22778 h 1486579"/>
                  <a:gd name="connsiteX21" fmla="*/ 3852835 w 3858291"/>
                  <a:gd name="connsiteY21" fmla="*/ 73578 h 1486579"/>
                  <a:gd name="connsiteX22" fmla="*/ 3607302 w 3858291"/>
                  <a:gd name="connsiteY22" fmla="*/ 539244 h 1486579"/>
                  <a:gd name="connsiteX23" fmla="*/ 2836835 w 3858291"/>
                  <a:gd name="connsiteY23" fmla="*/ 1377444 h 1486579"/>
                  <a:gd name="connsiteX24" fmla="*/ 2278035 w 3858291"/>
                  <a:gd name="connsiteY24" fmla="*/ 1479044 h 1486579"/>
                  <a:gd name="connsiteX25" fmla="*/ 1719236 w 3858291"/>
                  <a:gd name="connsiteY25" fmla="*/ 1470578 h 1486579"/>
                  <a:gd name="connsiteX26" fmla="*/ 1554134 w 3858291"/>
                  <a:gd name="connsiteY26" fmla="*/ 1402844 h 1486579"/>
                  <a:gd name="connsiteX27" fmla="*/ 1401735 w 3858291"/>
                  <a:gd name="connsiteY27" fmla="*/ 1267378 h 1486579"/>
                  <a:gd name="connsiteX28" fmla="*/ 1135035 w 3858291"/>
                  <a:gd name="connsiteY28" fmla="*/ 1064176 h 1486579"/>
                  <a:gd name="connsiteX29" fmla="*/ 745569 w 3858291"/>
                  <a:gd name="connsiteY29" fmla="*/ 844045 h 1486579"/>
                  <a:gd name="connsiteX30" fmla="*/ 453468 w 3858291"/>
                  <a:gd name="connsiteY30" fmla="*/ 471511 h 1486579"/>
                  <a:gd name="connsiteX31" fmla="*/ 119035 w 3858291"/>
                  <a:gd name="connsiteY31" fmla="*/ 179412 h 1486579"/>
                  <a:gd name="connsiteX32" fmla="*/ 4736 w 3858291"/>
                  <a:gd name="connsiteY32" fmla="*/ 98978 h 1486579"/>
                  <a:gd name="connsiteX33" fmla="*/ 38603 w 3858291"/>
                  <a:gd name="connsiteY33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766735 w 3858291"/>
                  <a:gd name="connsiteY3" fmla="*/ 780545 h 1486579"/>
                  <a:gd name="connsiteX4" fmla="*/ 969936 w 3858291"/>
                  <a:gd name="connsiteY4" fmla="*/ 894846 h 1486579"/>
                  <a:gd name="connsiteX5" fmla="*/ 1295899 w 3858291"/>
                  <a:gd name="connsiteY5" fmla="*/ 1102278 h 1486579"/>
                  <a:gd name="connsiteX6" fmla="*/ 1630334 w 3858291"/>
                  <a:gd name="connsiteY6" fmla="*/ 1368978 h 1486579"/>
                  <a:gd name="connsiteX7" fmla="*/ 1693835 w 3858291"/>
                  <a:gd name="connsiteY7" fmla="*/ 1364744 h 1486579"/>
                  <a:gd name="connsiteX8" fmla="*/ 1685369 w 3858291"/>
                  <a:gd name="connsiteY8" fmla="*/ 1174244 h 1486579"/>
                  <a:gd name="connsiteX9" fmla="*/ 1765802 w 3858291"/>
                  <a:gd name="connsiteY9" fmla="*/ 1161544 h 1486579"/>
                  <a:gd name="connsiteX10" fmla="*/ 1782737 w 3858291"/>
                  <a:gd name="connsiteY10" fmla="*/ 1385911 h 1486579"/>
                  <a:gd name="connsiteX11" fmla="*/ 1829303 w 3858291"/>
                  <a:gd name="connsiteY11" fmla="*/ 1407077 h 1486579"/>
                  <a:gd name="connsiteX12" fmla="*/ 2193369 w 3858291"/>
                  <a:gd name="connsiteY12" fmla="*/ 1415544 h 1486579"/>
                  <a:gd name="connsiteX13" fmla="*/ 2239936 w 3858291"/>
                  <a:gd name="connsiteY13" fmla="*/ 1356277 h 1486579"/>
                  <a:gd name="connsiteX14" fmla="*/ 2252636 w 3858291"/>
                  <a:gd name="connsiteY14" fmla="*/ 1195412 h 1486579"/>
                  <a:gd name="connsiteX15" fmla="*/ 2311902 w 3858291"/>
                  <a:gd name="connsiteY15" fmla="*/ 1182711 h 1486579"/>
                  <a:gd name="connsiteX16" fmla="*/ 2333069 w 3858291"/>
                  <a:gd name="connsiteY16" fmla="*/ 1390144 h 1486579"/>
                  <a:gd name="connsiteX17" fmla="*/ 2460069 w 3858291"/>
                  <a:gd name="connsiteY17" fmla="*/ 1419778 h 1486579"/>
                  <a:gd name="connsiteX18" fmla="*/ 2828369 w 3858291"/>
                  <a:gd name="connsiteY18" fmla="*/ 1275844 h 1486579"/>
                  <a:gd name="connsiteX19" fmla="*/ 3658102 w 3858291"/>
                  <a:gd name="connsiteY19" fmla="*/ 293711 h 1486579"/>
                  <a:gd name="connsiteX20" fmla="*/ 3768169 w 3858291"/>
                  <a:gd name="connsiteY20" fmla="*/ 22778 h 1486579"/>
                  <a:gd name="connsiteX21" fmla="*/ 3852835 w 3858291"/>
                  <a:gd name="connsiteY21" fmla="*/ 73578 h 1486579"/>
                  <a:gd name="connsiteX22" fmla="*/ 3607302 w 3858291"/>
                  <a:gd name="connsiteY22" fmla="*/ 539244 h 1486579"/>
                  <a:gd name="connsiteX23" fmla="*/ 2836835 w 3858291"/>
                  <a:gd name="connsiteY23" fmla="*/ 1377444 h 1486579"/>
                  <a:gd name="connsiteX24" fmla="*/ 2278035 w 3858291"/>
                  <a:gd name="connsiteY24" fmla="*/ 1479044 h 1486579"/>
                  <a:gd name="connsiteX25" fmla="*/ 1719236 w 3858291"/>
                  <a:gd name="connsiteY25" fmla="*/ 1470578 h 1486579"/>
                  <a:gd name="connsiteX26" fmla="*/ 1554134 w 3858291"/>
                  <a:gd name="connsiteY26" fmla="*/ 1402844 h 1486579"/>
                  <a:gd name="connsiteX27" fmla="*/ 1401735 w 3858291"/>
                  <a:gd name="connsiteY27" fmla="*/ 1267378 h 1486579"/>
                  <a:gd name="connsiteX28" fmla="*/ 1135035 w 3858291"/>
                  <a:gd name="connsiteY28" fmla="*/ 1064176 h 1486579"/>
                  <a:gd name="connsiteX29" fmla="*/ 745569 w 3858291"/>
                  <a:gd name="connsiteY29" fmla="*/ 844045 h 1486579"/>
                  <a:gd name="connsiteX30" fmla="*/ 453468 w 3858291"/>
                  <a:gd name="connsiteY30" fmla="*/ 471511 h 1486579"/>
                  <a:gd name="connsiteX31" fmla="*/ 119035 w 3858291"/>
                  <a:gd name="connsiteY31" fmla="*/ 179412 h 1486579"/>
                  <a:gd name="connsiteX32" fmla="*/ 4736 w 3858291"/>
                  <a:gd name="connsiteY32" fmla="*/ 98978 h 1486579"/>
                  <a:gd name="connsiteX33" fmla="*/ 38603 w 3858291"/>
                  <a:gd name="connsiteY33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804835 w 3858291"/>
                  <a:gd name="connsiteY3" fmla="*/ 805945 h 1486579"/>
                  <a:gd name="connsiteX4" fmla="*/ 969936 w 3858291"/>
                  <a:gd name="connsiteY4" fmla="*/ 894846 h 1486579"/>
                  <a:gd name="connsiteX5" fmla="*/ 1295899 w 3858291"/>
                  <a:gd name="connsiteY5" fmla="*/ 1102278 h 1486579"/>
                  <a:gd name="connsiteX6" fmla="*/ 1630334 w 3858291"/>
                  <a:gd name="connsiteY6" fmla="*/ 1368978 h 1486579"/>
                  <a:gd name="connsiteX7" fmla="*/ 1693835 w 3858291"/>
                  <a:gd name="connsiteY7" fmla="*/ 1364744 h 1486579"/>
                  <a:gd name="connsiteX8" fmla="*/ 1685369 w 3858291"/>
                  <a:gd name="connsiteY8" fmla="*/ 1174244 h 1486579"/>
                  <a:gd name="connsiteX9" fmla="*/ 1765802 w 3858291"/>
                  <a:gd name="connsiteY9" fmla="*/ 1161544 h 1486579"/>
                  <a:gd name="connsiteX10" fmla="*/ 1782737 w 3858291"/>
                  <a:gd name="connsiteY10" fmla="*/ 1385911 h 1486579"/>
                  <a:gd name="connsiteX11" fmla="*/ 1829303 w 3858291"/>
                  <a:gd name="connsiteY11" fmla="*/ 1407077 h 1486579"/>
                  <a:gd name="connsiteX12" fmla="*/ 2193369 w 3858291"/>
                  <a:gd name="connsiteY12" fmla="*/ 1415544 h 1486579"/>
                  <a:gd name="connsiteX13" fmla="*/ 2239936 w 3858291"/>
                  <a:gd name="connsiteY13" fmla="*/ 1356277 h 1486579"/>
                  <a:gd name="connsiteX14" fmla="*/ 2252636 w 3858291"/>
                  <a:gd name="connsiteY14" fmla="*/ 1195412 h 1486579"/>
                  <a:gd name="connsiteX15" fmla="*/ 2311902 w 3858291"/>
                  <a:gd name="connsiteY15" fmla="*/ 1182711 h 1486579"/>
                  <a:gd name="connsiteX16" fmla="*/ 2333069 w 3858291"/>
                  <a:gd name="connsiteY16" fmla="*/ 1390144 h 1486579"/>
                  <a:gd name="connsiteX17" fmla="*/ 2460069 w 3858291"/>
                  <a:gd name="connsiteY17" fmla="*/ 1419778 h 1486579"/>
                  <a:gd name="connsiteX18" fmla="*/ 2828369 w 3858291"/>
                  <a:gd name="connsiteY18" fmla="*/ 1275844 h 1486579"/>
                  <a:gd name="connsiteX19" fmla="*/ 3658102 w 3858291"/>
                  <a:gd name="connsiteY19" fmla="*/ 293711 h 1486579"/>
                  <a:gd name="connsiteX20" fmla="*/ 3768169 w 3858291"/>
                  <a:gd name="connsiteY20" fmla="*/ 22778 h 1486579"/>
                  <a:gd name="connsiteX21" fmla="*/ 3852835 w 3858291"/>
                  <a:gd name="connsiteY21" fmla="*/ 73578 h 1486579"/>
                  <a:gd name="connsiteX22" fmla="*/ 3607302 w 3858291"/>
                  <a:gd name="connsiteY22" fmla="*/ 539244 h 1486579"/>
                  <a:gd name="connsiteX23" fmla="*/ 2836835 w 3858291"/>
                  <a:gd name="connsiteY23" fmla="*/ 1377444 h 1486579"/>
                  <a:gd name="connsiteX24" fmla="*/ 2278035 w 3858291"/>
                  <a:gd name="connsiteY24" fmla="*/ 1479044 h 1486579"/>
                  <a:gd name="connsiteX25" fmla="*/ 1719236 w 3858291"/>
                  <a:gd name="connsiteY25" fmla="*/ 1470578 h 1486579"/>
                  <a:gd name="connsiteX26" fmla="*/ 1554134 w 3858291"/>
                  <a:gd name="connsiteY26" fmla="*/ 1402844 h 1486579"/>
                  <a:gd name="connsiteX27" fmla="*/ 1401735 w 3858291"/>
                  <a:gd name="connsiteY27" fmla="*/ 1267378 h 1486579"/>
                  <a:gd name="connsiteX28" fmla="*/ 1135035 w 3858291"/>
                  <a:gd name="connsiteY28" fmla="*/ 1064176 h 1486579"/>
                  <a:gd name="connsiteX29" fmla="*/ 745569 w 3858291"/>
                  <a:gd name="connsiteY29" fmla="*/ 844045 h 1486579"/>
                  <a:gd name="connsiteX30" fmla="*/ 453468 w 3858291"/>
                  <a:gd name="connsiteY30" fmla="*/ 471511 h 1486579"/>
                  <a:gd name="connsiteX31" fmla="*/ 119035 w 3858291"/>
                  <a:gd name="connsiteY31" fmla="*/ 179412 h 1486579"/>
                  <a:gd name="connsiteX32" fmla="*/ 4736 w 3858291"/>
                  <a:gd name="connsiteY32" fmla="*/ 98978 h 1486579"/>
                  <a:gd name="connsiteX33" fmla="*/ 38603 w 3858291"/>
                  <a:gd name="connsiteY33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19602 w 3858291"/>
                  <a:gd name="connsiteY2" fmla="*/ 365678 h 1486579"/>
                  <a:gd name="connsiteX3" fmla="*/ 567769 w 3858291"/>
                  <a:gd name="connsiteY3" fmla="*/ 496911 h 1486579"/>
                  <a:gd name="connsiteX4" fmla="*/ 804835 w 3858291"/>
                  <a:gd name="connsiteY4" fmla="*/ 805945 h 1486579"/>
                  <a:gd name="connsiteX5" fmla="*/ 969936 w 3858291"/>
                  <a:gd name="connsiteY5" fmla="*/ 894846 h 1486579"/>
                  <a:gd name="connsiteX6" fmla="*/ 1295899 w 3858291"/>
                  <a:gd name="connsiteY6" fmla="*/ 1102278 h 1486579"/>
                  <a:gd name="connsiteX7" fmla="*/ 1630334 w 3858291"/>
                  <a:gd name="connsiteY7" fmla="*/ 1368978 h 1486579"/>
                  <a:gd name="connsiteX8" fmla="*/ 1693835 w 3858291"/>
                  <a:gd name="connsiteY8" fmla="*/ 1364744 h 1486579"/>
                  <a:gd name="connsiteX9" fmla="*/ 1685369 w 3858291"/>
                  <a:gd name="connsiteY9" fmla="*/ 1174244 h 1486579"/>
                  <a:gd name="connsiteX10" fmla="*/ 1765802 w 3858291"/>
                  <a:gd name="connsiteY10" fmla="*/ 1161544 h 1486579"/>
                  <a:gd name="connsiteX11" fmla="*/ 1782737 w 3858291"/>
                  <a:gd name="connsiteY11" fmla="*/ 1385911 h 1486579"/>
                  <a:gd name="connsiteX12" fmla="*/ 1829303 w 3858291"/>
                  <a:gd name="connsiteY12" fmla="*/ 1407077 h 1486579"/>
                  <a:gd name="connsiteX13" fmla="*/ 2193369 w 3858291"/>
                  <a:gd name="connsiteY13" fmla="*/ 1415544 h 1486579"/>
                  <a:gd name="connsiteX14" fmla="*/ 2239936 w 3858291"/>
                  <a:gd name="connsiteY14" fmla="*/ 1356277 h 1486579"/>
                  <a:gd name="connsiteX15" fmla="*/ 2252636 w 3858291"/>
                  <a:gd name="connsiteY15" fmla="*/ 1195412 h 1486579"/>
                  <a:gd name="connsiteX16" fmla="*/ 2311902 w 3858291"/>
                  <a:gd name="connsiteY16" fmla="*/ 1182711 h 1486579"/>
                  <a:gd name="connsiteX17" fmla="*/ 2333069 w 3858291"/>
                  <a:gd name="connsiteY17" fmla="*/ 1390144 h 1486579"/>
                  <a:gd name="connsiteX18" fmla="*/ 2460069 w 3858291"/>
                  <a:gd name="connsiteY18" fmla="*/ 1419778 h 1486579"/>
                  <a:gd name="connsiteX19" fmla="*/ 2828369 w 3858291"/>
                  <a:gd name="connsiteY19" fmla="*/ 1275844 h 1486579"/>
                  <a:gd name="connsiteX20" fmla="*/ 3658102 w 3858291"/>
                  <a:gd name="connsiteY20" fmla="*/ 293711 h 1486579"/>
                  <a:gd name="connsiteX21" fmla="*/ 3768169 w 3858291"/>
                  <a:gd name="connsiteY21" fmla="*/ 22778 h 1486579"/>
                  <a:gd name="connsiteX22" fmla="*/ 3852835 w 3858291"/>
                  <a:gd name="connsiteY22" fmla="*/ 73578 h 1486579"/>
                  <a:gd name="connsiteX23" fmla="*/ 3607302 w 3858291"/>
                  <a:gd name="connsiteY23" fmla="*/ 539244 h 1486579"/>
                  <a:gd name="connsiteX24" fmla="*/ 2836835 w 3858291"/>
                  <a:gd name="connsiteY24" fmla="*/ 1377444 h 1486579"/>
                  <a:gd name="connsiteX25" fmla="*/ 2278035 w 3858291"/>
                  <a:gd name="connsiteY25" fmla="*/ 1479044 h 1486579"/>
                  <a:gd name="connsiteX26" fmla="*/ 1719236 w 3858291"/>
                  <a:gd name="connsiteY26" fmla="*/ 1470578 h 1486579"/>
                  <a:gd name="connsiteX27" fmla="*/ 1554134 w 3858291"/>
                  <a:gd name="connsiteY27" fmla="*/ 1402844 h 1486579"/>
                  <a:gd name="connsiteX28" fmla="*/ 1401735 w 3858291"/>
                  <a:gd name="connsiteY28" fmla="*/ 1267378 h 1486579"/>
                  <a:gd name="connsiteX29" fmla="*/ 1135035 w 3858291"/>
                  <a:gd name="connsiteY29" fmla="*/ 1064176 h 1486579"/>
                  <a:gd name="connsiteX30" fmla="*/ 745569 w 3858291"/>
                  <a:gd name="connsiteY30" fmla="*/ 844045 h 1486579"/>
                  <a:gd name="connsiteX31" fmla="*/ 453468 w 3858291"/>
                  <a:gd name="connsiteY31" fmla="*/ 471511 h 1486579"/>
                  <a:gd name="connsiteX32" fmla="*/ 119035 w 3858291"/>
                  <a:gd name="connsiteY32" fmla="*/ 179412 h 1486579"/>
                  <a:gd name="connsiteX33" fmla="*/ 4736 w 3858291"/>
                  <a:gd name="connsiteY33" fmla="*/ 98978 h 1486579"/>
                  <a:gd name="connsiteX34" fmla="*/ 38603 w 3858291"/>
                  <a:gd name="connsiteY34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32302 w 3858291"/>
                  <a:gd name="connsiteY2" fmla="*/ 365678 h 1486579"/>
                  <a:gd name="connsiteX3" fmla="*/ 567769 w 3858291"/>
                  <a:gd name="connsiteY3" fmla="*/ 496911 h 1486579"/>
                  <a:gd name="connsiteX4" fmla="*/ 804835 w 3858291"/>
                  <a:gd name="connsiteY4" fmla="*/ 805945 h 1486579"/>
                  <a:gd name="connsiteX5" fmla="*/ 969936 w 3858291"/>
                  <a:gd name="connsiteY5" fmla="*/ 894846 h 1486579"/>
                  <a:gd name="connsiteX6" fmla="*/ 1295899 w 3858291"/>
                  <a:gd name="connsiteY6" fmla="*/ 1102278 h 1486579"/>
                  <a:gd name="connsiteX7" fmla="*/ 1630334 w 3858291"/>
                  <a:gd name="connsiteY7" fmla="*/ 1368978 h 1486579"/>
                  <a:gd name="connsiteX8" fmla="*/ 1693835 w 3858291"/>
                  <a:gd name="connsiteY8" fmla="*/ 1364744 h 1486579"/>
                  <a:gd name="connsiteX9" fmla="*/ 1685369 w 3858291"/>
                  <a:gd name="connsiteY9" fmla="*/ 1174244 h 1486579"/>
                  <a:gd name="connsiteX10" fmla="*/ 1765802 w 3858291"/>
                  <a:gd name="connsiteY10" fmla="*/ 1161544 h 1486579"/>
                  <a:gd name="connsiteX11" fmla="*/ 1782737 w 3858291"/>
                  <a:gd name="connsiteY11" fmla="*/ 1385911 h 1486579"/>
                  <a:gd name="connsiteX12" fmla="*/ 1829303 w 3858291"/>
                  <a:gd name="connsiteY12" fmla="*/ 1407077 h 1486579"/>
                  <a:gd name="connsiteX13" fmla="*/ 2193369 w 3858291"/>
                  <a:gd name="connsiteY13" fmla="*/ 1415544 h 1486579"/>
                  <a:gd name="connsiteX14" fmla="*/ 2239936 w 3858291"/>
                  <a:gd name="connsiteY14" fmla="*/ 1356277 h 1486579"/>
                  <a:gd name="connsiteX15" fmla="*/ 2252636 w 3858291"/>
                  <a:gd name="connsiteY15" fmla="*/ 1195412 h 1486579"/>
                  <a:gd name="connsiteX16" fmla="*/ 2311902 w 3858291"/>
                  <a:gd name="connsiteY16" fmla="*/ 1182711 h 1486579"/>
                  <a:gd name="connsiteX17" fmla="*/ 2333069 w 3858291"/>
                  <a:gd name="connsiteY17" fmla="*/ 1390144 h 1486579"/>
                  <a:gd name="connsiteX18" fmla="*/ 2460069 w 3858291"/>
                  <a:gd name="connsiteY18" fmla="*/ 1419778 h 1486579"/>
                  <a:gd name="connsiteX19" fmla="*/ 2828369 w 3858291"/>
                  <a:gd name="connsiteY19" fmla="*/ 1275844 h 1486579"/>
                  <a:gd name="connsiteX20" fmla="*/ 3658102 w 3858291"/>
                  <a:gd name="connsiteY20" fmla="*/ 293711 h 1486579"/>
                  <a:gd name="connsiteX21" fmla="*/ 3768169 w 3858291"/>
                  <a:gd name="connsiteY21" fmla="*/ 22778 h 1486579"/>
                  <a:gd name="connsiteX22" fmla="*/ 3852835 w 3858291"/>
                  <a:gd name="connsiteY22" fmla="*/ 73578 h 1486579"/>
                  <a:gd name="connsiteX23" fmla="*/ 3607302 w 3858291"/>
                  <a:gd name="connsiteY23" fmla="*/ 539244 h 1486579"/>
                  <a:gd name="connsiteX24" fmla="*/ 2836835 w 3858291"/>
                  <a:gd name="connsiteY24" fmla="*/ 1377444 h 1486579"/>
                  <a:gd name="connsiteX25" fmla="*/ 2278035 w 3858291"/>
                  <a:gd name="connsiteY25" fmla="*/ 1479044 h 1486579"/>
                  <a:gd name="connsiteX26" fmla="*/ 1719236 w 3858291"/>
                  <a:gd name="connsiteY26" fmla="*/ 1470578 h 1486579"/>
                  <a:gd name="connsiteX27" fmla="*/ 1554134 w 3858291"/>
                  <a:gd name="connsiteY27" fmla="*/ 1402844 h 1486579"/>
                  <a:gd name="connsiteX28" fmla="*/ 1401735 w 3858291"/>
                  <a:gd name="connsiteY28" fmla="*/ 1267378 h 1486579"/>
                  <a:gd name="connsiteX29" fmla="*/ 1135035 w 3858291"/>
                  <a:gd name="connsiteY29" fmla="*/ 1064176 h 1486579"/>
                  <a:gd name="connsiteX30" fmla="*/ 745569 w 3858291"/>
                  <a:gd name="connsiteY30" fmla="*/ 844045 h 1486579"/>
                  <a:gd name="connsiteX31" fmla="*/ 453468 w 3858291"/>
                  <a:gd name="connsiteY31" fmla="*/ 471511 h 1486579"/>
                  <a:gd name="connsiteX32" fmla="*/ 119035 w 3858291"/>
                  <a:gd name="connsiteY32" fmla="*/ 179412 h 1486579"/>
                  <a:gd name="connsiteX33" fmla="*/ 4736 w 3858291"/>
                  <a:gd name="connsiteY33" fmla="*/ 98978 h 1486579"/>
                  <a:gd name="connsiteX34" fmla="*/ 38603 w 3858291"/>
                  <a:gd name="connsiteY34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32302 w 3858291"/>
                  <a:gd name="connsiteY2" fmla="*/ 365678 h 1486579"/>
                  <a:gd name="connsiteX3" fmla="*/ 567769 w 3858291"/>
                  <a:gd name="connsiteY3" fmla="*/ 496911 h 1486579"/>
                  <a:gd name="connsiteX4" fmla="*/ 804835 w 3858291"/>
                  <a:gd name="connsiteY4" fmla="*/ 805945 h 1486579"/>
                  <a:gd name="connsiteX5" fmla="*/ 969936 w 3858291"/>
                  <a:gd name="connsiteY5" fmla="*/ 894846 h 1486579"/>
                  <a:gd name="connsiteX6" fmla="*/ 1295899 w 3858291"/>
                  <a:gd name="connsiteY6" fmla="*/ 1081112 h 1486579"/>
                  <a:gd name="connsiteX7" fmla="*/ 1630334 w 3858291"/>
                  <a:gd name="connsiteY7" fmla="*/ 1368978 h 1486579"/>
                  <a:gd name="connsiteX8" fmla="*/ 1693835 w 3858291"/>
                  <a:gd name="connsiteY8" fmla="*/ 1364744 h 1486579"/>
                  <a:gd name="connsiteX9" fmla="*/ 1685369 w 3858291"/>
                  <a:gd name="connsiteY9" fmla="*/ 1174244 h 1486579"/>
                  <a:gd name="connsiteX10" fmla="*/ 1765802 w 3858291"/>
                  <a:gd name="connsiteY10" fmla="*/ 1161544 h 1486579"/>
                  <a:gd name="connsiteX11" fmla="*/ 1782737 w 3858291"/>
                  <a:gd name="connsiteY11" fmla="*/ 1385911 h 1486579"/>
                  <a:gd name="connsiteX12" fmla="*/ 1829303 w 3858291"/>
                  <a:gd name="connsiteY12" fmla="*/ 1407077 h 1486579"/>
                  <a:gd name="connsiteX13" fmla="*/ 2193369 w 3858291"/>
                  <a:gd name="connsiteY13" fmla="*/ 1415544 h 1486579"/>
                  <a:gd name="connsiteX14" fmla="*/ 2239936 w 3858291"/>
                  <a:gd name="connsiteY14" fmla="*/ 1356277 h 1486579"/>
                  <a:gd name="connsiteX15" fmla="*/ 2252636 w 3858291"/>
                  <a:gd name="connsiteY15" fmla="*/ 1195412 h 1486579"/>
                  <a:gd name="connsiteX16" fmla="*/ 2311902 w 3858291"/>
                  <a:gd name="connsiteY16" fmla="*/ 1182711 h 1486579"/>
                  <a:gd name="connsiteX17" fmla="*/ 2333069 w 3858291"/>
                  <a:gd name="connsiteY17" fmla="*/ 1390144 h 1486579"/>
                  <a:gd name="connsiteX18" fmla="*/ 2460069 w 3858291"/>
                  <a:gd name="connsiteY18" fmla="*/ 1419778 h 1486579"/>
                  <a:gd name="connsiteX19" fmla="*/ 2828369 w 3858291"/>
                  <a:gd name="connsiteY19" fmla="*/ 1275844 h 1486579"/>
                  <a:gd name="connsiteX20" fmla="*/ 3658102 w 3858291"/>
                  <a:gd name="connsiteY20" fmla="*/ 293711 h 1486579"/>
                  <a:gd name="connsiteX21" fmla="*/ 3768169 w 3858291"/>
                  <a:gd name="connsiteY21" fmla="*/ 22778 h 1486579"/>
                  <a:gd name="connsiteX22" fmla="*/ 3852835 w 3858291"/>
                  <a:gd name="connsiteY22" fmla="*/ 73578 h 1486579"/>
                  <a:gd name="connsiteX23" fmla="*/ 3607302 w 3858291"/>
                  <a:gd name="connsiteY23" fmla="*/ 539244 h 1486579"/>
                  <a:gd name="connsiteX24" fmla="*/ 2836835 w 3858291"/>
                  <a:gd name="connsiteY24" fmla="*/ 1377444 h 1486579"/>
                  <a:gd name="connsiteX25" fmla="*/ 2278035 w 3858291"/>
                  <a:gd name="connsiteY25" fmla="*/ 1479044 h 1486579"/>
                  <a:gd name="connsiteX26" fmla="*/ 1719236 w 3858291"/>
                  <a:gd name="connsiteY26" fmla="*/ 1470578 h 1486579"/>
                  <a:gd name="connsiteX27" fmla="*/ 1554134 w 3858291"/>
                  <a:gd name="connsiteY27" fmla="*/ 1402844 h 1486579"/>
                  <a:gd name="connsiteX28" fmla="*/ 1401735 w 3858291"/>
                  <a:gd name="connsiteY28" fmla="*/ 1267378 h 1486579"/>
                  <a:gd name="connsiteX29" fmla="*/ 1135035 w 3858291"/>
                  <a:gd name="connsiteY29" fmla="*/ 1064176 h 1486579"/>
                  <a:gd name="connsiteX30" fmla="*/ 745569 w 3858291"/>
                  <a:gd name="connsiteY30" fmla="*/ 844045 h 1486579"/>
                  <a:gd name="connsiteX31" fmla="*/ 453468 w 3858291"/>
                  <a:gd name="connsiteY31" fmla="*/ 471511 h 1486579"/>
                  <a:gd name="connsiteX32" fmla="*/ 119035 w 3858291"/>
                  <a:gd name="connsiteY32" fmla="*/ 179412 h 1486579"/>
                  <a:gd name="connsiteX33" fmla="*/ 4736 w 3858291"/>
                  <a:gd name="connsiteY33" fmla="*/ 98978 h 1486579"/>
                  <a:gd name="connsiteX34" fmla="*/ 38603 w 3858291"/>
                  <a:gd name="connsiteY34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32302 w 3858291"/>
                  <a:gd name="connsiteY2" fmla="*/ 365678 h 1486579"/>
                  <a:gd name="connsiteX3" fmla="*/ 567769 w 3858291"/>
                  <a:gd name="connsiteY3" fmla="*/ 496911 h 1486579"/>
                  <a:gd name="connsiteX4" fmla="*/ 804835 w 3858291"/>
                  <a:gd name="connsiteY4" fmla="*/ 805945 h 1486579"/>
                  <a:gd name="connsiteX5" fmla="*/ 969936 w 3858291"/>
                  <a:gd name="connsiteY5" fmla="*/ 894846 h 1486579"/>
                  <a:gd name="connsiteX6" fmla="*/ 1295899 w 3858291"/>
                  <a:gd name="connsiteY6" fmla="*/ 1093812 h 1486579"/>
                  <a:gd name="connsiteX7" fmla="*/ 1630334 w 3858291"/>
                  <a:gd name="connsiteY7" fmla="*/ 1368978 h 1486579"/>
                  <a:gd name="connsiteX8" fmla="*/ 1693835 w 3858291"/>
                  <a:gd name="connsiteY8" fmla="*/ 1364744 h 1486579"/>
                  <a:gd name="connsiteX9" fmla="*/ 1685369 w 3858291"/>
                  <a:gd name="connsiteY9" fmla="*/ 1174244 h 1486579"/>
                  <a:gd name="connsiteX10" fmla="*/ 1765802 w 3858291"/>
                  <a:gd name="connsiteY10" fmla="*/ 1161544 h 1486579"/>
                  <a:gd name="connsiteX11" fmla="*/ 1782737 w 3858291"/>
                  <a:gd name="connsiteY11" fmla="*/ 1385911 h 1486579"/>
                  <a:gd name="connsiteX12" fmla="*/ 1829303 w 3858291"/>
                  <a:gd name="connsiteY12" fmla="*/ 1407077 h 1486579"/>
                  <a:gd name="connsiteX13" fmla="*/ 2193369 w 3858291"/>
                  <a:gd name="connsiteY13" fmla="*/ 1415544 h 1486579"/>
                  <a:gd name="connsiteX14" fmla="*/ 2239936 w 3858291"/>
                  <a:gd name="connsiteY14" fmla="*/ 1356277 h 1486579"/>
                  <a:gd name="connsiteX15" fmla="*/ 2252636 w 3858291"/>
                  <a:gd name="connsiteY15" fmla="*/ 1195412 h 1486579"/>
                  <a:gd name="connsiteX16" fmla="*/ 2311902 w 3858291"/>
                  <a:gd name="connsiteY16" fmla="*/ 1182711 h 1486579"/>
                  <a:gd name="connsiteX17" fmla="*/ 2333069 w 3858291"/>
                  <a:gd name="connsiteY17" fmla="*/ 1390144 h 1486579"/>
                  <a:gd name="connsiteX18" fmla="*/ 2460069 w 3858291"/>
                  <a:gd name="connsiteY18" fmla="*/ 1419778 h 1486579"/>
                  <a:gd name="connsiteX19" fmla="*/ 2828369 w 3858291"/>
                  <a:gd name="connsiteY19" fmla="*/ 1275844 h 1486579"/>
                  <a:gd name="connsiteX20" fmla="*/ 3658102 w 3858291"/>
                  <a:gd name="connsiteY20" fmla="*/ 293711 h 1486579"/>
                  <a:gd name="connsiteX21" fmla="*/ 3768169 w 3858291"/>
                  <a:gd name="connsiteY21" fmla="*/ 22778 h 1486579"/>
                  <a:gd name="connsiteX22" fmla="*/ 3852835 w 3858291"/>
                  <a:gd name="connsiteY22" fmla="*/ 73578 h 1486579"/>
                  <a:gd name="connsiteX23" fmla="*/ 3607302 w 3858291"/>
                  <a:gd name="connsiteY23" fmla="*/ 539244 h 1486579"/>
                  <a:gd name="connsiteX24" fmla="*/ 2836835 w 3858291"/>
                  <a:gd name="connsiteY24" fmla="*/ 1377444 h 1486579"/>
                  <a:gd name="connsiteX25" fmla="*/ 2278035 w 3858291"/>
                  <a:gd name="connsiteY25" fmla="*/ 1479044 h 1486579"/>
                  <a:gd name="connsiteX26" fmla="*/ 1719236 w 3858291"/>
                  <a:gd name="connsiteY26" fmla="*/ 1470578 h 1486579"/>
                  <a:gd name="connsiteX27" fmla="*/ 1554134 w 3858291"/>
                  <a:gd name="connsiteY27" fmla="*/ 1402844 h 1486579"/>
                  <a:gd name="connsiteX28" fmla="*/ 1401735 w 3858291"/>
                  <a:gd name="connsiteY28" fmla="*/ 1267378 h 1486579"/>
                  <a:gd name="connsiteX29" fmla="*/ 1135035 w 3858291"/>
                  <a:gd name="connsiteY29" fmla="*/ 1064176 h 1486579"/>
                  <a:gd name="connsiteX30" fmla="*/ 745569 w 3858291"/>
                  <a:gd name="connsiteY30" fmla="*/ 844045 h 1486579"/>
                  <a:gd name="connsiteX31" fmla="*/ 453468 w 3858291"/>
                  <a:gd name="connsiteY31" fmla="*/ 471511 h 1486579"/>
                  <a:gd name="connsiteX32" fmla="*/ 119035 w 3858291"/>
                  <a:gd name="connsiteY32" fmla="*/ 179412 h 1486579"/>
                  <a:gd name="connsiteX33" fmla="*/ 4736 w 3858291"/>
                  <a:gd name="connsiteY33" fmla="*/ 98978 h 1486579"/>
                  <a:gd name="connsiteX34" fmla="*/ 38603 w 3858291"/>
                  <a:gd name="connsiteY34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32302 w 3858291"/>
                  <a:gd name="connsiteY2" fmla="*/ 365678 h 1486579"/>
                  <a:gd name="connsiteX3" fmla="*/ 567769 w 3858291"/>
                  <a:gd name="connsiteY3" fmla="*/ 496911 h 1486579"/>
                  <a:gd name="connsiteX4" fmla="*/ 804835 w 3858291"/>
                  <a:gd name="connsiteY4" fmla="*/ 805945 h 1486579"/>
                  <a:gd name="connsiteX5" fmla="*/ 969936 w 3858291"/>
                  <a:gd name="connsiteY5" fmla="*/ 894846 h 1486579"/>
                  <a:gd name="connsiteX6" fmla="*/ 1295899 w 3858291"/>
                  <a:gd name="connsiteY6" fmla="*/ 1093812 h 1486579"/>
                  <a:gd name="connsiteX7" fmla="*/ 1630334 w 3858291"/>
                  <a:gd name="connsiteY7" fmla="*/ 1368978 h 1486579"/>
                  <a:gd name="connsiteX8" fmla="*/ 1693835 w 3858291"/>
                  <a:gd name="connsiteY8" fmla="*/ 1364744 h 1486579"/>
                  <a:gd name="connsiteX9" fmla="*/ 1685369 w 3858291"/>
                  <a:gd name="connsiteY9" fmla="*/ 1174244 h 1486579"/>
                  <a:gd name="connsiteX10" fmla="*/ 1765802 w 3858291"/>
                  <a:gd name="connsiteY10" fmla="*/ 1161544 h 1486579"/>
                  <a:gd name="connsiteX11" fmla="*/ 1782737 w 3858291"/>
                  <a:gd name="connsiteY11" fmla="*/ 1385911 h 1486579"/>
                  <a:gd name="connsiteX12" fmla="*/ 1829303 w 3858291"/>
                  <a:gd name="connsiteY12" fmla="*/ 1407077 h 1486579"/>
                  <a:gd name="connsiteX13" fmla="*/ 2193369 w 3858291"/>
                  <a:gd name="connsiteY13" fmla="*/ 1415544 h 1486579"/>
                  <a:gd name="connsiteX14" fmla="*/ 2239936 w 3858291"/>
                  <a:gd name="connsiteY14" fmla="*/ 1356277 h 1486579"/>
                  <a:gd name="connsiteX15" fmla="*/ 2252636 w 3858291"/>
                  <a:gd name="connsiteY15" fmla="*/ 1195412 h 1486579"/>
                  <a:gd name="connsiteX16" fmla="*/ 2311902 w 3858291"/>
                  <a:gd name="connsiteY16" fmla="*/ 1182711 h 1486579"/>
                  <a:gd name="connsiteX17" fmla="*/ 2333069 w 3858291"/>
                  <a:gd name="connsiteY17" fmla="*/ 1390144 h 1486579"/>
                  <a:gd name="connsiteX18" fmla="*/ 2388103 w 3858291"/>
                  <a:gd name="connsiteY18" fmla="*/ 1419778 h 1486579"/>
                  <a:gd name="connsiteX19" fmla="*/ 2828369 w 3858291"/>
                  <a:gd name="connsiteY19" fmla="*/ 1275844 h 1486579"/>
                  <a:gd name="connsiteX20" fmla="*/ 3658102 w 3858291"/>
                  <a:gd name="connsiteY20" fmla="*/ 293711 h 1486579"/>
                  <a:gd name="connsiteX21" fmla="*/ 3768169 w 3858291"/>
                  <a:gd name="connsiteY21" fmla="*/ 22778 h 1486579"/>
                  <a:gd name="connsiteX22" fmla="*/ 3852835 w 3858291"/>
                  <a:gd name="connsiteY22" fmla="*/ 73578 h 1486579"/>
                  <a:gd name="connsiteX23" fmla="*/ 3607302 w 3858291"/>
                  <a:gd name="connsiteY23" fmla="*/ 539244 h 1486579"/>
                  <a:gd name="connsiteX24" fmla="*/ 2836835 w 3858291"/>
                  <a:gd name="connsiteY24" fmla="*/ 1377444 h 1486579"/>
                  <a:gd name="connsiteX25" fmla="*/ 2278035 w 3858291"/>
                  <a:gd name="connsiteY25" fmla="*/ 1479044 h 1486579"/>
                  <a:gd name="connsiteX26" fmla="*/ 1719236 w 3858291"/>
                  <a:gd name="connsiteY26" fmla="*/ 1470578 h 1486579"/>
                  <a:gd name="connsiteX27" fmla="*/ 1554134 w 3858291"/>
                  <a:gd name="connsiteY27" fmla="*/ 1402844 h 1486579"/>
                  <a:gd name="connsiteX28" fmla="*/ 1401735 w 3858291"/>
                  <a:gd name="connsiteY28" fmla="*/ 1267378 h 1486579"/>
                  <a:gd name="connsiteX29" fmla="*/ 1135035 w 3858291"/>
                  <a:gd name="connsiteY29" fmla="*/ 1064176 h 1486579"/>
                  <a:gd name="connsiteX30" fmla="*/ 745569 w 3858291"/>
                  <a:gd name="connsiteY30" fmla="*/ 844045 h 1486579"/>
                  <a:gd name="connsiteX31" fmla="*/ 453468 w 3858291"/>
                  <a:gd name="connsiteY31" fmla="*/ 471511 h 1486579"/>
                  <a:gd name="connsiteX32" fmla="*/ 119035 w 3858291"/>
                  <a:gd name="connsiteY32" fmla="*/ 179412 h 1486579"/>
                  <a:gd name="connsiteX33" fmla="*/ 4736 w 3858291"/>
                  <a:gd name="connsiteY33" fmla="*/ 98978 h 1486579"/>
                  <a:gd name="connsiteX34" fmla="*/ 38603 w 3858291"/>
                  <a:gd name="connsiteY34" fmla="*/ 39711 h 1486579"/>
                  <a:gd name="connsiteX0" fmla="*/ 38603 w 3858291"/>
                  <a:gd name="connsiteY0" fmla="*/ 39711 h 1486579"/>
                  <a:gd name="connsiteX1" fmla="*/ 191000 w 3858291"/>
                  <a:gd name="connsiteY1" fmla="*/ 149777 h 1486579"/>
                  <a:gd name="connsiteX2" fmla="*/ 432302 w 3858291"/>
                  <a:gd name="connsiteY2" fmla="*/ 365678 h 1486579"/>
                  <a:gd name="connsiteX3" fmla="*/ 567769 w 3858291"/>
                  <a:gd name="connsiteY3" fmla="*/ 496911 h 1486579"/>
                  <a:gd name="connsiteX4" fmla="*/ 804835 w 3858291"/>
                  <a:gd name="connsiteY4" fmla="*/ 805945 h 1486579"/>
                  <a:gd name="connsiteX5" fmla="*/ 969936 w 3858291"/>
                  <a:gd name="connsiteY5" fmla="*/ 894846 h 1486579"/>
                  <a:gd name="connsiteX6" fmla="*/ 1295899 w 3858291"/>
                  <a:gd name="connsiteY6" fmla="*/ 1093812 h 1486579"/>
                  <a:gd name="connsiteX7" fmla="*/ 1630334 w 3858291"/>
                  <a:gd name="connsiteY7" fmla="*/ 1368978 h 1486579"/>
                  <a:gd name="connsiteX8" fmla="*/ 1693835 w 3858291"/>
                  <a:gd name="connsiteY8" fmla="*/ 1364744 h 1486579"/>
                  <a:gd name="connsiteX9" fmla="*/ 1685369 w 3858291"/>
                  <a:gd name="connsiteY9" fmla="*/ 1174244 h 1486579"/>
                  <a:gd name="connsiteX10" fmla="*/ 1765802 w 3858291"/>
                  <a:gd name="connsiteY10" fmla="*/ 1161544 h 1486579"/>
                  <a:gd name="connsiteX11" fmla="*/ 1782737 w 3858291"/>
                  <a:gd name="connsiteY11" fmla="*/ 1385911 h 1486579"/>
                  <a:gd name="connsiteX12" fmla="*/ 1829303 w 3858291"/>
                  <a:gd name="connsiteY12" fmla="*/ 1407077 h 1486579"/>
                  <a:gd name="connsiteX13" fmla="*/ 2193369 w 3858291"/>
                  <a:gd name="connsiteY13" fmla="*/ 1415544 h 1486579"/>
                  <a:gd name="connsiteX14" fmla="*/ 2239936 w 3858291"/>
                  <a:gd name="connsiteY14" fmla="*/ 1356277 h 1486579"/>
                  <a:gd name="connsiteX15" fmla="*/ 2252636 w 3858291"/>
                  <a:gd name="connsiteY15" fmla="*/ 1195412 h 1486579"/>
                  <a:gd name="connsiteX16" fmla="*/ 2311902 w 3858291"/>
                  <a:gd name="connsiteY16" fmla="*/ 1182711 h 1486579"/>
                  <a:gd name="connsiteX17" fmla="*/ 2333069 w 3858291"/>
                  <a:gd name="connsiteY17" fmla="*/ 1377444 h 1486579"/>
                  <a:gd name="connsiteX18" fmla="*/ 2388103 w 3858291"/>
                  <a:gd name="connsiteY18" fmla="*/ 1419778 h 1486579"/>
                  <a:gd name="connsiteX19" fmla="*/ 2828369 w 3858291"/>
                  <a:gd name="connsiteY19" fmla="*/ 1275844 h 1486579"/>
                  <a:gd name="connsiteX20" fmla="*/ 3658102 w 3858291"/>
                  <a:gd name="connsiteY20" fmla="*/ 293711 h 1486579"/>
                  <a:gd name="connsiteX21" fmla="*/ 3768169 w 3858291"/>
                  <a:gd name="connsiteY21" fmla="*/ 22778 h 1486579"/>
                  <a:gd name="connsiteX22" fmla="*/ 3852835 w 3858291"/>
                  <a:gd name="connsiteY22" fmla="*/ 73578 h 1486579"/>
                  <a:gd name="connsiteX23" fmla="*/ 3607302 w 3858291"/>
                  <a:gd name="connsiteY23" fmla="*/ 539244 h 1486579"/>
                  <a:gd name="connsiteX24" fmla="*/ 2836835 w 3858291"/>
                  <a:gd name="connsiteY24" fmla="*/ 1377444 h 1486579"/>
                  <a:gd name="connsiteX25" fmla="*/ 2278035 w 3858291"/>
                  <a:gd name="connsiteY25" fmla="*/ 1479044 h 1486579"/>
                  <a:gd name="connsiteX26" fmla="*/ 1719236 w 3858291"/>
                  <a:gd name="connsiteY26" fmla="*/ 1470578 h 1486579"/>
                  <a:gd name="connsiteX27" fmla="*/ 1554134 w 3858291"/>
                  <a:gd name="connsiteY27" fmla="*/ 1402844 h 1486579"/>
                  <a:gd name="connsiteX28" fmla="*/ 1401735 w 3858291"/>
                  <a:gd name="connsiteY28" fmla="*/ 1267378 h 1486579"/>
                  <a:gd name="connsiteX29" fmla="*/ 1135035 w 3858291"/>
                  <a:gd name="connsiteY29" fmla="*/ 1064176 h 1486579"/>
                  <a:gd name="connsiteX30" fmla="*/ 745569 w 3858291"/>
                  <a:gd name="connsiteY30" fmla="*/ 844045 h 1486579"/>
                  <a:gd name="connsiteX31" fmla="*/ 453468 w 3858291"/>
                  <a:gd name="connsiteY31" fmla="*/ 471511 h 1486579"/>
                  <a:gd name="connsiteX32" fmla="*/ 119035 w 3858291"/>
                  <a:gd name="connsiteY32" fmla="*/ 179412 h 1486579"/>
                  <a:gd name="connsiteX33" fmla="*/ 4736 w 3858291"/>
                  <a:gd name="connsiteY33" fmla="*/ 98978 h 1486579"/>
                  <a:gd name="connsiteX34" fmla="*/ 38603 w 3858291"/>
                  <a:gd name="connsiteY34" fmla="*/ 39711 h 1486579"/>
                  <a:gd name="connsiteX0" fmla="*/ 38603 w 3858291"/>
                  <a:gd name="connsiteY0" fmla="*/ 39711 h 1488145"/>
                  <a:gd name="connsiteX1" fmla="*/ 191000 w 3858291"/>
                  <a:gd name="connsiteY1" fmla="*/ 149777 h 1488145"/>
                  <a:gd name="connsiteX2" fmla="*/ 432302 w 3858291"/>
                  <a:gd name="connsiteY2" fmla="*/ 365678 h 1488145"/>
                  <a:gd name="connsiteX3" fmla="*/ 567769 w 3858291"/>
                  <a:gd name="connsiteY3" fmla="*/ 496911 h 1488145"/>
                  <a:gd name="connsiteX4" fmla="*/ 804835 w 3858291"/>
                  <a:gd name="connsiteY4" fmla="*/ 805945 h 1488145"/>
                  <a:gd name="connsiteX5" fmla="*/ 969936 w 3858291"/>
                  <a:gd name="connsiteY5" fmla="*/ 894846 h 1488145"/>
                  <a:gd name="connsiteX6" fmla="*/ 1295899 w 3858291"/>
                  <a:gd name="connsiteY6" fmla="*/ 1093812 h 1488145"/>
                  <a:gd name="connsiteX7" fmla="*/ 1630334 w 3858291"/>
                  <a:gd name="connsiteY7" fmla="*/ 1368978 h 1488145"/>
                  <a:gd name="connsiteX8" fmla="*/ 1693835 w 3858291"/>
                  <a:gd name="connsiteY8" fmla="*/ 1364744 h 1488145"/>
                  <a:gd name="connsiteX9" fmla="*/ 1685369 w 3858291"/>
                  <a:gd name="connsiteY9" fmla="*/ 1174244 h 1488145"/>
                  <a:gd name="connsiteX10" fmla="*/ 1765802 w 3858291"/>
                  <a:gd name="connsiteY10" fmla="*/ 1161544 h 1488145"/>
                  <a:gd name="connsiteX11" fmla="*/ 1782737 w 3858291"/>
                  <a:gd name="connsiteY11" fmla="*/ 1385911 h 1488145"/>
                  <a:gd name="connsiteX12" fmla="*/ 1829303 w 3858291"/>
                  <a:gd name="connsiteY12" fmla="*/ 1407077 h 1488145"/>
                  <a:gd name="connsiteX13" fmla="*/ 2193369 w 3858291"/>
                  <a:gd name="connsiteY13" fmla="*/ 1415544 h 1488145"/>
                  <a:gd name="connsiteX14" fmla="*/ 2239936 w 3858291"/>
                  <a:gd name="connsiteY14" fmla="*/ 1356277 h 1488145"/>
                  <a:gd name="connsiteX15" fmla="*/ 2252636 w 3858291"/>
                  <a:gd name="connsiteY15" fmla="*/ 1195412 h 1488145"/>
                  <a:gd name="connsiteX16" fmla="*/ 2311902 w 3858291"/>
                  <a:gd name="connsiteY16" fmla="*/ 1182711 h 1488145"/>
                  <a:gd name="connsiteX17" fmla="*/ 2333069 w 3858291"/>
                  <a:gd name="connsiteY17" fmla="*/ 1377444 h 1488145"/>
                  <a:gd name="connsiteX18" fmla="*/ 2388103 w 3858291"/>
                  <a:gd name="connsiteY18" fmla="*/ 1419778 h 1488145"/>
                  <a:gd name="connsiteX19" fmla="*/ 2828369 w 3858291"/>
                  <a:gd name="connsiteY19" fmla="*/ 1275844 h 1488145"/>
                  <a:gd name="connsiteX20" fmla="*/ 3658102 w 3858291"/>
                  <a:gd name="connsiteY20" fmla="*/ 293711 h 1488145"/>
                  <a:gd name="connsiteX21" fmla="*/ 3768169 w 3858291"/>
                  <a:gd name="connsiteY21" fmla="*/ 22778 h 1488145"/>
                  <a:gd name="connsiteX22" fmla="*/ 3852835 w 3858291"/>
                  <a:gd name="connsiteY22" fmla="*/ 73578 h 1488145"/>
                  <a:gd name="connsiteX23" fmla="*/ 3607302 w 3858291"/>
                  <a:gd name="connsiteY23" fmla="*/ 539244 h 1488145"/>
                  <a:gd name="connsiteX24" fmla="*/ 2832601 w 3858291"/>
                  <a:gd name="connsiteY24" fmla="*/ 1356278 h 1488145"/>
                  <a:gd name="connsiteX25" fmla="*/ 2278035 w 3858291"/>
                  <a:gd name="connsiteY25" fmla="*/ 1479044 h 1488145"/>
                  <a:gd name="connsiteX26" fmla="*/ 1719236 w 3858291"/>
                  <a:gd name="connsiteY26" fmla="*/ 1470578 h 1488145"/>
                  <a:gd name="connsiteX27" fmla="*/ 1554134 w 3858291"/>
                  <a:gd name="connsiteY27" fmla="*/ 1402844 h 1488145"/>
                  <a:gd name="connsiteX28" fmla="*/ 1401735 w 3858291"/>
                  <a:gd name="connsiteY28" fmla="*/ 1267378 h 1488145"/>
                  <a:gd name="connsiteX29" fmla="*/ 1135035 w 3858291"/>
                  <a:gd name="connsiteY29" fmla="*/ 1064176 h 1488145"/>
                  <a:gd name="connsiteX30" fmla="*/ 745569 w 3858291"/>
                  <a:gd name="connsiteY30" fmla="*/ 844045 h 1488145"/>
                  <a:gd name="connsiteX31" fmla="*/ 453468 w 3858291"/>
                  <a:gd name="connsiteY31" fmla="*/ 471511 h 1488145"/>
                  <a:gd name="connsiteX32" fmla="*/ 119035 w 3858291"/>
                  <a:gd name="connsiteY32" fmla="*/ 179412 h 1488145"/>
                  <a:gd name="connsiteX33" fmla="*/ 4736 w 3858291"/>
                  <a:gd name="connsiteY33" fmla="*/ 98978 h 1488145"/>
                  <a:gd name="connsiteX34" fmla="*/ 38603 w 3858291"/>
                  <a:gd name="connsiteY34" fmla="*/ 39711 h 1488145"/>
                  <a:gd name="connsiteX0" fmla="*/ 38603 w 3858291"/>
                  <a:gd name="connsiteY0" fmla="*/ 39711 h 1488145"/>
                  <a:gd name="connsiteX1" fmla="*/ 191000 w 3858291"/>
                  <a:gd name="connsiteY1" fmla="*/ 149777 h 1488145"/>
                  <a:gd name="connsiteX2" fmla="*/ 432302 w 3858291"/>
                  <a:gd name="connsiteY2" fmla="*/ 365678 h 1488145"/>
                  <a:gd name="connsiteX3" fmla="*/ 567769 w 3858291"/>
                  <a:gd name="connsiteY3" fmla="*/ 496911 h 1488145"/>
                  <a:gd name="connsiteX4" fmla="*/ 804835 w 3858291"/>
                  <a:gd name="connsiteY4" fmla="*/ 805945 h 1488145"/>
                  <a:gd name="connsiteX5" fmla="*/ 969936 w 3858291"/>
                  <a:gd name="connsiteY5" fmla="*/ 894846 h 1488145"/>
                  <a:gd name="connsiteX6" fmla="*/ 1295899 w 3858291"/>
                  <a:gd name="connsiteY6" fmla="*/ 1093812 h 1488145"/>
                  <a:gd name="connsiteX7" fmla="*/ 1630334 w 3858291"/>
                  <a:gd name="connsiteY7" fmla="*/ 1368978 h 1488145"/>
                  <a:gd name="connsiteX8" fmla="*/ 1693835 w 3858291"/>
                  <a:gd name="connsiteY8" fmla="*/ 1364744 h 1488145"/>
                  <a:gd name="connsiteX9" fmla="*/ 1685369 w 3858291"/>
                  <a:gd name="connsiteY9" fmla="*/ 1174244 h 1488145"/>
                  <a:gd name="connsiteX10" fmla="*/ 1765802 w 3858291"/>
                  <a:gd name="connsiteY10" fmla="*/ 1161544 h 1488145"/>
                  <a:gd name="connsiteX11" fmla="*/ 1782737 w 3858291"/>
                  <a:gd name="connsiteY11" fmla="*/ 1385911 h 1488145"/>
                  <a:gd name="connsiteX12" fmla="*/ 1829303 w 3858291"/>
                  <a:gd name="connsiteY12" fmla="*/ 1407077 h 1488145"/>
                  <a:gd name="connsiteX13" fmla="*/ 2193369 w 3858291"/>
                  <a:gd name="connsiteY13" fmla="*/ 1415544 h 1488145"/>
                  <a:gd name="connsiteX14" fmla="*/ 2239936 w 3858291"/>
                  <a:gd name="connsiteY14" fmla="*/ 1356277 h 1488145"/>
                  <a:gd name="connsiteX15" fmla="*/ 2252636 w 3858291"/>
                  <a:gd name="connsiteY15" fmla="*/ 1195412 h 1488145"/>
                  <a:gd name="connsiteX16" fmla="*/ 2311902 w 3858291"/>
                  <a:gd name="connsiteY16" fmla="*/ 1182711 h 1488145"/>
                  <a:gd name="connsiteX17" fmla="*/ 2333069 w 3858291"/>
                  <a:gd name="connsiteY17" fmla="*/ 1377444 h 1488145"/>
                  <a:gd name="connsiteX18" fmla="*/ 2388103 w 3858291"/>
                  <a:gd name="connsiteY18" fmla="*/ 1419778 h 1488145"/>
                  <a:gd name="connsiteX19" fmla="*/ 2828369 w 3858291"/>
                  <a:gd name="connsiteY19" fmla="*/ 1275844 h 1488145"/>
                  <a:gd name="connsiteX20" fmla="*/ 3658102 w 3858291"/>
                  <a:gd name="connsiteY20" fmla="*/ 293711 h 1488145"/>
                  <a:gd name="connsiteX21" fmla="*/ 3768169 w 3858291"/>
                  <a:gd name="connsiteY21" fmla="*/ 22778 h 1488145"/>
                  <a:gd name="connsiteX22" fmla="*/ 3852835 w 3858291"/>
                  <a:gd name="connsiteY22" fmla="*/ 73578 h 1488145"/>
                  <a:gd name="connsiteX23" fmla="*/ 3607302 w 3858291"/>
                  <a:gd name="connsiteY23" fmla="*/ 539244 h 1488145"/>
                  <a:gd name="connsiteX24" fmla="*/ 2832601 w 3858291"/>
                  <a:gd name="connsiteY24" fmla="*/ 1356278 h 1488145"/>
                  <a:gd name="connsiteX25" fmla="*/ 2278035 w 3858291"/>
                  <a:gd name="connsiteY25" fmla="*/ 1479044 h 1488145"/>
                  <a:gd name="connsiteX26" fmla="*/ 1719236 w 3858291"/>
                  <a:gd name="connsiteY26" fmla="*/ 1470578 h 1488145"/>
                  <a:gd name="connsiteX27" fmla="*/ 1554134 w 3858291"/>
                  <a:gd name="connsiteY27" fmla="*/ 1402844 h 1488145"/>
                  <a:gd name="connsiteX28" fmla="*/ 1401735 w 3858291"/>
                  <a:gd name="connsiteY28" fmla="*/ 1267378 h 1488145"/>
                  <a:gd name="connsiteX29" fmla="*/ 1135035 w 3858291"/>
                  <a:gd name="connsiteY29" fmla="*/ 1064176 h 1488145"/>
                  <a:gd name="connsiteX30" fmla="*/ 745569 w 3858291"/>
                  <a:gd name="connsiteY30" fmla="*/ 844045 h 1488145"/>
                  <a:gd name="connsiteX31" fmla="*/ 453468 w 3858291"/>
                  <a:gd name="connsiteY31" fmla="*/ 471511 h 1488145"/>
                  <a:gd name="connsiteX32" fmla="*/ 119035 w 3858291"/>
                  <a:gd name="connsiteY32" fmla="*/ 179412 h 1488145"/>
                  <a:gd name="connsiteX33" fmla="*/ 4736 w 3858291"/>
                  <a:gd name="connsiteY33" fmla="*/ 98978 h 1488145"/>
                  <a:gd name="connsiteX34" fmla="*/ 38603 w 3858291"/>
                  <a:gd name="connsiteY34" fmla="*/ 39711 h 1488145"/>
                  <a:gd name="connsiteX0" fmla="*/ 38603 w 3858291"/>
                  <a:gd name="connsiteY0" fmla="*/ 39711 h 1488145"/>
                  <a:gd name="connsiteX1" fmla="*/ 191000 w 3858291"/>
                  <a:gd name="connsiteY1" fmla="*/ 149777 h 1488145"/>
                  <a:gd name="connsiteX2" fmla="*/ 432302 w 3858291"/>
                  <a:gd name="connsiteY2" fmla="*/ 365678 h 1488145"/>
                  <a:gd name="connsiteX3" fmla="*/ 567769 w 3858291"/>
                  <a:gd name="connsiteY3" fmla="*/ 496911 h 1488145"/>
                  <a:gd name="connsiteX4" fmla="*/ 804835 w 3858291"/>
                  <a:gd name="connsiteY4" fmla="*/ 805945 h 1488145"/>
                  <a:gd name="connsiteX5" fmla="*/ 969936 w 3858291"/>
                  <a:gd name="connsiteY5" fmla="*/ 894846 h 1488145"/>
                  <a:gd name="connsiteX6" fmla="*/ 1295899 w 3858291"/>
                  <a:gd name="connsiteY6" fmla="*/ 1093812 h 1488145"/>
                  <a:gd name="connsiteX7" fmla="*/ 1630334 w 3858291"/>
                  <a:gd name="connsiteY7" fmla="*/ 1368978 h 1488145"/>
                  <a:gd name="connsiteX8" fmla="*/ 1693835 w 3858291"/>
                  <a:gd name="connsiteY8" fmla="*/ 1364744 h 1488145"/>
                  <a:gd name="connsiteX9" fmla="*/ 1685369 w 3858291"/>
                  <a:gd name="connsiteY9" fmla="*/ 1174244 h 1488145"/>
                  <a:gd name="connsiteX10" fmla="*/ 1765802 w 3858291"/>
                  <a:gd name="connsiteY10" fmla="*/ 1161544 h 1488145"/>
                  <a:gd name="connsiteX11" fmla="*/ 1782737 w 3858291"/>
                  <a:gd name="connsiteY11" fmla="*/ 1385911 h 1488145"/>
                  <a:gd name="connsiteX12" fmla="*/ 1829303 w 3858291"/>
                  <a:gd name="connsiteY12" fmla="*/ 1407077 h 1488145"/>
                  <a:gd name="connsiteX13" fmla="*/ 2193369 w 3858291"/>
                  <a:gd name="connsiteY13" fmla="*/ 1415544 h 1488145"/>
                  <a:gd name="connsiteX14" fmla="*/ 2239936 w 3858291"/>
                  <a:gd name="connsiteY14" fmla="*/ 1356277 h 1488145"/>
                  <a:gd name="connsiteX15" fmla="*/ 2252636 w 3858291"/>
                  <a:gd name="connsiteY15" fmla="*/ 1195412 h 1488145"/>
                  <a:gd name="connsiteX16" fmla="*/ 2311902 w 3858291"/>
                  <a:gd name="connsiteY16" fmla="*/ 1182711 h 1488145"/>
                  <a:gd name="connsiteX17" fmla="*/ 2333069 w 3858291"/>
                  <a:gd name="connsiteY17" fmla="*/ 1377444 h 1488145"/>
                  <a:gd name="connsiteX18" fmla="*/ 2388103 w 3858291"/>
                  <a:gd name="connsiteY18" fmla="*/ 1419778 h 1488145"/>
                  <a:gd name="connsiteX19" fmla="*/ 2828369 w 3858291"/>
                  <a:gd name="connsiteY19" fmla="*/ 1275844 h 1488145"/>
                  <a:gd name="connsiteX20" fmla="*/ 3099302 w 3858291"/>
                  <a:gd name="connsiteY20" fmla="*/ 920244 h 1488145"/>
                  <a:gd name="connsiteX21" fmla="*/ 3658102 w 3858291"/>
                  <a:gd name="connsiteY21" fmla="*/ 293711 h 1488145"/>
                  <a:gd name="connsiteX22" fmla="*/ 3768169 w 3858291"/>
                  <a:gd name="connsiteY22" fmla="*/ 22778 h 1488145"/>
                  <a:gd name="connsiteX23" fmla="*/ 3852835 w 3858291"/>
                  <a:gd name="connsiteY23" fmla="*/ 73578 h 1488145"/>
                  <a:gd name="connsiteX24" fmla="*/ 3607302 w 3858291"/>
                  <a:gd name="connsiteY24" fmla="*/ 539244 h 1488145"/>
                  <a:gd name="connsiteX25" fmla="*/ 2832601 w 3858291"/>
                  <a:gd name="connsiteY25" fmla="*/ 1356278 h 1488145"/>
                  <a:gd name="connsiteX26" fmla="*/ 2278035 w 3858291"/>
                  <a:gd name="connsiteY26" fmla="*/ 1479044 h 1488145"/>
                  <a:gd name="connsiteX27" fmla="*/ 1719236 w 3858291"/>
                  <a:gd name="connsiteY27" fmla="*/ 1470578 h 1488145"/>
                  <a:gd name="connsiteX28" fmla="*/ 1554134 w 3858291"/>
                  <a:gd name="connsiteY28" fmla="*/ 1402844 h 1488145"/>
                  <a:gd name="connsiteX29" fmla="*/ 1401735 w 3858291"/>
                  <a:gd name="connsiteY29" fmla="*/ 1267378 h 1488145"/>
                  <a:gd name="connsiteX30" fmla="*/ 1135035 w 3858291"/>
                  <a:gd name="connsiteY30" fmla="*/ 1064176 h 1488145"/>
                  <a:gd name="connsiteX31" fmla="*/ 745569 w 3858291"/>
                  <a:gd name="connsiteY31" fmla="*/ 844045 h 1488145"/>
                  <a:gd name="connsiteX32" fmla="*/ 453468 w 3858291"/>
                  <a:gd name="connsiteY32" fmla="*/ 471511 h 1488145"/>
                  <a:gd name="connsiteX33" fmla="*/ 119035 w 3858291"/>
                  <a:gd name="connsiteY33" fmla="*/ 179412 h 1488145"/>
                  <a:gd name="connsiteX34" fmla="*/ 4736 w 3858291"/>
                  <a:gd name="connsiteY34" fmla="*/ 98978 h 1488145"/>
                  <a:gd name="connsiteX35" fmla="*/ 38603 w 3858291"/>
                  <a:gd name="connsiteY35" fmla="*/ 39711 h 1488145"/>
                  <a:gd name="connsiteX0" fmla="*/ 38603 w 3858291"/>
                  <a:gd name="connsiteY0" fmla="*/ 39711 h 1488145"/>
                  <a:gd name="connsiteX1" fmla="*/ 191000 w 3858291"/>
                  <a:gd name="connsiteY1" fmla="*/ 149777 h 1488145"/>
                  <a:gd name="connsiteX2" fmla="*/ 432302 w 3858291"/>
                  <a:gd name="connsiteY2" fmla="*/ 365678 h 1488145"/>
                  <a:gd name="connsiteX3" fmla="*/ 567769 w 3858291"/>
                  <a:gd name="connsiteY3" fmla="*/ 496911 h 1488145"/>
                  <a:gd name="connsiteX4" fmla="*/ 804835 w 3858291"/>
                  <a:gd name="connsiteY4" fmla="*/ 805945 h 1488145"/>
                  <a:gd name="connsiteX5" fmla="*/ 969936 w 3858291"/>
                  <a:gd name="connsiteY5" fmla="*/ 894846 h 1488145"/>
                  <a:gd name="connsiteX6" fmla="*/ 1295899 w 3858291"/>
                  <a:gd name="connsiteY6" fmla="*/ 1093812 h 1488145"/>
                  <a:gd name="connsiteX7" fmla="*/ 1630334 w 3858291"/>
                  <a:gd name="connsiteY7" fmla="*/ 1368978 h 1488145"/>
                  <a:gd name="connsiteX8" fmla="*/ 1693835 w 3858291"/>
                  <a:gd name="connsiteY8" fmla="*/ 1364744 h 1488145"/>
                  <a:gd name="connsiteX9" fmla="*/ 1685369 w 3858291"/>
                  <a:gd name="connsiteY9" fmla="*/ 1174244 h 1488145"/>
                  <a:gd name="connsiteX10" fmla="*/ 1765802 w 3858291"/>
                  <a:gd name="connsiteY10" fmla="*/ 1161544 h 1488145"/>
                  <a:gd name="connsiteX11" fmla="*/ 1782737 w 3858291"/>
                  <a:gd name="connsiteY11" fmla="*/ 1385911 h 1488145"/>
                  <a:gd name="connsiteX12" fmla="*/ 1829303 w 3858291"/>
                  <a:gd name="connsiteY12" fmla="*/ 1407077 h 1488145"/>
                  <a:gd name="connsiteX13" fmla="*/ 2193369 w 3858291"/>
                  <a:gd name="connsiteY13" fmla="*/ 1415544 h 1488145"/>
                  <a:gd name="connsiteX14" fmla="*/ 2239936 w 3858291"/>
                  <a:gd name="connsiteY14" fmla="*/ 1356277 h 1488145"/>
                  <a:gd name="connsiteX15" fmla="*/ 2252636 w 3858291"/>
                  <a:gd name="connsiteY15" fmla="*/ 1195412 h 1488145"/>
                  <a:gd name="connsiteX16" fmla="*/ 2311902 w 3858291"/>
                  <a:gd name="connsiteY16" fmla="*/ 1182711 h 1488145"/>
                  <a:gd name="connsiteX17" fmla="*/ 2333069 w 3858291"/>
                  <a:gd name="connsiteY17" fmla="*/ 1377444 h 1488145"/>
                  <a:gd name="connsiteX18" fmla="*/ 2388103 w 3858291"/>
                  <a:gd name="connsiteY18" fmla="*/ 1419778 h 1488145"/>
                  <a:gd name="connsiteX19" fmla="*/ 2828369 w 3858291"/>
                  <a:gd name="connsiteY19" fmla="*/ 1275844 h 1488145"/>
                  <a:gd name="connsiteX20" fmla="*/ 3099302 w 3858291"/>
                  <a:gd name="connsiteY20" fmla="*/ 920244 h 1488145"/>
                  <a:gd name="connsiteX21" fmla="*/ 3391402 w 3858291"/>
                  <a:gd name="connsiteY21" fmla="*/ 551944 h 1488145"/>
                  <a:gd name="connsiteX22" fmla="*/ 3658102 w 3858291"/>
                  <a:gd name="connsiteY22" fmla="*/ 293711 h 1488145"/>
                  <a:gd name="connsiteX23" fmla="*/ 3768169 w 3858291"/>
                  <a:gd name="connsiteY23" fmla="*/ 22778 h 1488145"/>
                  <a:gd name="connsiteX24" fmla="*/ 3852835 w 3858291"/>
                  <a:gd name="connsiteY24" fmla="*/ 73578 h 1488145"/>
                  <a:gd name="connsiteX25" fmla="*/ 3607302 w 3858291"/>
                  <a:gd name="connsiteY25" fmla="*/ 539244 h 1488145"/>
                  <a:gd name="connsiteX26" fmla="*/ 2832601 w 3858291"/>
                  <a:gd name="connsiteY26" fmla="*/ 1356278 h 1488145"/>
                  <a:gd name="connsiteX27" fmla="*/ 2278035 w 3858291"/>
                  <a:gd name="connsiteY27" fmla="*/ 1479044 h 1488145"/>
                  <a:gd name="connsiteX28" fmla="*/ 1719236 w 3858291"/>
                  <a:gd name="connsiteY28" fmla="*/ 1470578 h 1488145"/>
                  <a:gd name="connsiteX29" fmla="*/ 1554134 w 3858291"/>
                  <a:gd name="connsiteY29" fmla="*/ 1402844 h 1488145"/>
                  <a:gd name="connsiteX30" fmla="*/ 1401735 w 3858291"/>
                  <a:gd name="connsiteY30" fmla="*/ 1267378 h 1488145"/>
                  <a:gd name="connsiteX31" fmla="*/ 1135035 w 3858291"/>
                  <a:gd name="connsiteY31" fmla="*/ 1064176 h 1488145"/>
                  <a:gd name="connsiteX32" fmla="*/ 745569 w 3858291"/>
                  <a:gd name="connsiteY32" fmla="*/ 844045 h 1488145"/>
                  <a:gd name="connsiteX33" fmla="*/ 453468 w 3858291"/>
                  <a:gd name="connsiteY33" fmla="*/ 471511 h 1488145"/>
                  <a:gd name="connsiteX34" fmla="*/ 119035 w 3858291"/>
                  <a:gd name="connsiteY34" fmla="*/ 179412 h 1488145"/>
                  <a:gd name="connsiteX35" fmla="*/ 4736 w 3858291"/>
                  <a:gd name="connsiteY35" fmla="*/ 98978 h 1488145"/>
                  <a:gd name="connsiteX36" fmla="*/ 38603 w 3858291"/>
                  <a:gd name="connsiteY36" fmla="*/ 39711 h 1488145"/>
                  <a:gd name="connsiteX0" fmla="*/ 38603 w 3858291"/>
                  <a:gd name="connsiteY0" fmla="*/ 39711 h 1488145"/>
                  <a:gd name="connsiteX1" fmla="*/ 191000 w 3858291"/>
                  <a:gd name="connsiteY1" fmla="*/ 149777 h 1488145"/>
                  <a:gd name="connsiteX2" fmla="*/ 432302 w 3858291"/>
                  <a:gd name="connsiteY2" fmla="*/ 365678 h 1488145"/>
                  <a:gd name="connsiteX3" fmla="*/ 567769 w 3858291"/>
                  <a:gd name="connsiteY3" fmla="*/ 496911 h 1488145"/>
                  <a:gd name="connsiteX4" fmla="*/ 804835 w 3858291"/>
                  <a:gd name="connsiteY4" fmla="*/ 805945 h 1488145"/>
                  <a:gd name="connsiteX5" fmla="*/ 969936 w 3858291"/>
                  <a:gd name="connsiteY5" fmla="*/ 894846 h 1488145"/>
                  <a:gd name="connsiteX6" fmla="*/ 1295899 w 3858291"/>
                  <a:gd name="connsiteY6" fmla="*/ 1093812 h 1488145"/>
                  <a:gd name="connsiteX7" fmla="*/ 1630334 w 3858291"/>
                  <a:gd name="connsiteY7" fmla="*/ 1368978 h 1488145"/>
                  <a:gd name="connsiteX8" fmla="*/ 1693835 w 3858291"/>
                  <a:gd name="connsiteY8" fmla="*/ 1364744 h 1488145"/>
                  <a:gd name="connsiteX9" fmla="*/ 1685369 w 3858291"/>
                  <a:gd name="connsiteY9" fmla="*/ 1174244 h 1488145"/>
                  <a:gd name="connsiteX10" fmla="*/ 1765802 w 3858291"/>
                  <a:gd name="connsiteY10" fmla="*/ 1161544 h 1488145"/>
                  <a:gd name="connsiteX11" fmla="*/ 1782737 w 3858291"/>
                  <a:gd name="connsiteY11" fmla="*/ 1385911 h 1488145"/>
                  <a:gd name="connsiteX12" fmla="*/ 1829303 w 3858291"/>
                  <a:gd name="connsiteY12" fmla="*/ 1407077 h 1488145"/>
                  <a:gd name="connsiteX13" fmla="*/ 2193369 w 3858291"/>
                  <a:gd name="connsiteY13" fmla="*/ 1415544 h 1488145"/>
                  <a:gd name="connsiteX14" fmla="*/ 2239936 w 3858291"/>
                  <a:gd name="connsiteY14" fmla="*/ 1356277 h 1488145"/>
                  <a:gd name="connsiteX15" fmla="*/ 2252636 w 3858291"/>
                  <a:gd name="connsiteY15" fmla="*/ 1195412 h 1488145"/>
                  <a:gd name="connsiteX16" fmla="*/ 2311902 w 3858291"/>
                  <a:gd name="connsiteY16" fmla="*/ 1182711 h 1488145"/>
                  <a:gd name="connsiteX17" fmla="*/ 2333069 w 3858291"/>
                  <a:gd name="connsiteY17" fmla="*/ 1377444 h 1488145"/>
                  <a:gd name="connsiteX18" fmla="*/ 2388103 w 3858291"/>
                  <a:gd name="connsiteY18" fmla="*/ 1419778 h 1488145"/>
                  <a:gd name="connsiteX19" fmla="*/ 2828369 w 3858291"/>
                  <a:gd name="connsiteY19" fmla="*/ 1275844 h 1488145"/>
                  <a:gd name="connsiteX20" fmla="*/ 3099302 w 3858291"/>
                  <a:gd name="connsiteY20" fmla="*/ 920244 h 1488145"/>
                  <a:gd name="connsiteX21" fmla="*/ 3391402 w 3858291"/>
                  <a:gd name="connsiteY21" fmla="*/ 551944 h 1488145"/>
                  <a:gd name="connsiteX22" fmla="*/ 3658102 w 3858291"/>
                  <a:gd name="connsiteY22" fmla="*/ 293711 h 1488145"/>
                  <a:gd name="connsiteX23" fmla="*/ 3768169 w 3858291"/>
                  <a:gd name="connsiteY23" fmla="*/ 22778 h 1488145"/>
                  <a:gd name="connsiteX24" fmla="*/ 3852835 w 3858291"/>
                  <a:gd name="connsiteY24" fmla="*/ 73578 h 1488145"/>
                  <a:gd name="connsiteX25" fmla="*/ 3607302 w 3858291"/>
                  <a:gd name="connsiteY25" fmla="*/ 539244 h 1488145"/>
                  <a:gd name="connsiteX26" fmla="*/ 3107769 w 3858291"/>
                  <a:gd name="connsiteY26" fmla="*/ 1021844 h 1488145"/>
                  <a:gd name="connsiteX27" fmla="*/ 2832601 w 3858291"/>
                  <a:gd name="connsiteY27" fmla="*/ 1356278 h 1488145"/>
                  <a:gd name="connsiteX28" fmla="*/ 2278035 w 3858291"/>
                  <a:gd name="connsiteY28" fmla="*/ 1479044 h 1488145"/>
                  <a:gd name="connsiteX29" fmla="*/ 1719236 w 3858291"/>
                  <a:gd name="connsiteY29" fmla="*/ 1470578 h 1488145"/>
                  <a:gd name="connsiteX30" fmla="*/ 1554134 w 3858291"/>
                  <a:gd name="connsiteY30" fmla="*/ 1402844 h 1488145"/>
                  <a:gd name="connsiteX31" fmla="*/ 1401735 w 3858291"/>
                  <a:gd name="connsiteY31" fmla="*/ 1267378 h 1488145"/>
                  <a:gd name="connsiteX32" fmla="*/ 1135035 w 3858291"/>
                  <a:gd name="connsiteY32" fmla="*/ 1064176 h 1488145"/>
                  <a:gd name="connsiteX33" fmla="*/ 745569 w 3858291"/>
                  <a:gd name="connsiteY33" fmla="*/ 844045 h 1488145"/>
                  <a:gd name="connsiteX34" fmla="*/ 453468 w 3858291"/>
                  <a:gd name="connsiteY34" fmla="*/ 471511 h 1488145"/>
                  <a:gd name="connsiteX35" fmla="*/ 119035 w 3858291"/>
                  <a:gd name="connsiteY35" fmla="*/ 179412 h 1488145"/>
                  <a:gd name="connsiteX36" fmla="*/ 4736 w 3858291"/>
                  <a:gd name="connsiteY36" fmla="*/ 98978 h 1488145"/>
                  <a:gd name="connsiteX37" fmla="*/ 38603 w 3858291"/>
                  <a:gd name="connsiteY37" fmla="*/ 39711 h 1488145"/>
                  <a:gd name="connsiteX0" fmla="*/ 38603 w 3858291"/>
                  <a:gd name="connsiteY0" fmla="*/ 39711 h 1488145"/>
                  <a:gd name="connsiteX1" fmla="*/ 191000 w 3858291"/>
                  <a:gd name="connsiteY1" fmla="*/ 149777 h 1488145"/>
                  <a:gd name="connsiteX2" fmla="*/ 432302 w 3858291"/>
                  <a:gd name="connsiteY2" fmla="*/ 365678 h 1488145"/>
                  <a:gd name="connsiteX3" fmla="*/ 567769 w 3858291"/>
                  <a:gd name="connsiteY3" fmla="*/ 496911 h 1488145"/>
                  <a:gd name="connsiteX4" fmla="*/ 804835 w 3858291"/>
                  <a:gd name="connsiteY4" fmla="*/ 805945 h 1488145"/>
                  <a:gd name="connsiteX5" fmla="*/ 969936 w 3858291"/>
                  <a:gd name="connsiteY5" fmla="*/ 894846 h 1488145"/>
                  <a:gd name="connsiteX6" fmla="*/ 1295899 w 3858291"/>
                  <a:gd name="connsiteY6" fmla="*/ 1093812 h 1488145"/>
                  <a:gd name="connsiteX7" fmla="*/ 1630334 w 3858291"/>
                  <a:gd name="connsiteY7" fmla="*/ 1368978 h 1488145"/>
                  <a:gd name="connsiteX8" fmla="*/ 1693835 w 3858291"/>
                  <a:gd name="connsiteY8" fmla="*/ 1364744 h 1488145"/>
                  <a:gd name="connsiteX9" fmla="*/ 1685369 w 3858291"/>
                  <a:gd name="connsiteY9" fmla="*/ 1174244 h 1488145"/>
                  <a:gd name="connsiteX10" fmla="*/ 1765802 w 3858291"/>
                  <a:gd name="connsiteY10" fmla="*/ 1161544 h 1488145"/>
                  <a:gd name="connsiteX11" fmla="*/ 1782737 w 3858291"/>
                  <a:gd name="connsiteY11" fmla="*/ 1385911 h 1488145"/>
                  <a:gd name="connsiteX12" fmla="*/ 1829303 w 3858291"/>
                  <a:gd name="connsiteY12" fmla="*/ 1407077 h 1488145"/>
                  <a:gd name="connsiteX13" fmla="*/ 2193369 w 3858291"/>
                  <a:gd name="connsiteY13" fmla="*/ 1415544 h 1488145"/>
                  <a:gd name="connsiteX14" fmla="*/ 2239936 w 3858291"/>
                  <a:gd name="connsiteY14" fmla="*/ 1356277 h 1488145"/>
                  <a:gd name="connsiteX15" fmla="*/ 2252636 w 3858291"/>
                  <a:gd name="connsiteY15" fmla="*/ 1195412 h 1488145"/>
                  <a:gd name="connsiteX16" fmla="*/ 2311902 w 3858291"/>
                  <a:gd name="connsiteY16" fmla="*/ 1182711 h 1488145"/>
                  <a:gd name="connsiteX17" fmla="*/ 2333069 w 3858291"/>
                  <a:gd name="connsiteY17" fmla="*/ 1377444 h 1488145"/>
                  <a:gd name="connsiteX18" fmla="*/ 2388103 w 3858291"/>
                  <a:gd name="connsiteY18" fmla="*/ 1419778 h 1488145"/>
                  <a:gd name="connsiteX19" fmla="*/ 2828369 w 3858291"/>
                  <a:gd name="connsiteY19" fmla="*/ 1275844 h 1488145"/>
                  <a:gd name="connsiteX20" fmla="*/ 3099302 w 3858291"/>
                  <a:gd name="connsiteY20" fmla="*/ 920244 h 1488145"/>
                  <a:gd name="connsiteX21" fmla="*/ 3391402 w 3858291"/>
                  <a:gd name="connsiteY21" fmla="*/ 551944 h 1488145"/>
                  <a:gd name="connsiteX22" fmla="*/ 3658102 w 3858291"/>
                  <a:gd name="connsiteY22" fmla="*/ 293711 h 1488145"/>
                  <a:gd name="connsiteX23" fmla="*/ 3768169 w 3858291"/>
                  <a:gd name="connsiteY23" fmla="*/ 22778 h 1488145"/>
                  <a:gd name="connsiteX24" fmla="*/ 3852835 w 3858291"/>
                  <a:gd name="connsiteY24" fmla="*/ 73578 h 1488145"/>
                  <a:gd name="connsiteX25" fmla="*/ 3607302 w 3858291"/>
                  <a:gd name="connsiteY25" fmla="*/ 539244 h 1488145"/>
                  <a:gd name="connsiteX26" fmla="*/ 3340602 w 3858291"/>
                  <a:gd name="connsiteY26" fmla="*/ 712811 h 1488145"/>
                  <a:gd name="connsiteX27" fmla="*/ 3107769 w 3858291"/>
                  <a:gd name="connsiteY27" fmla="*/ 1021844 h 1488145"/>
                  <a:gd name="connsiteX28" fmla="*/ 2832601 w 3858291"/>
                  <a:gd name="connsiteY28" fmla="*/ 1356278 h 1488145"/>
                  <a:gd name="connsiteX29" fmla="*/ 2278035 w 3858291"/>
                  <a:gd name="connsiteY29" fmla="*/ 1479044 h 1488145"/>
                  <a:gd name="connsiteX30" fmla="*/ 1719236 w 3858291"/>
                  <a:gd name="connsiteY30" fmla="*/ 1470578 h 1488145"/>
                  <a:gd name="connsiteX31" fmla="*/ 1554134 w 3858291"/>
                  <a:gd name="connsiteY31" fmla="*/ 1402844 h 1488145"/>
                  <a:gd name="connsiteX32" fmla="*/ 1401735 w 3858291"/>
                  <a:gd name="connsiteY32" fmla="*/ 1267378 h 1488145"/>
                  <a:gd name="connsiteX33" fmla="*/ 1135035 w 3858291"/>
                  <a:gd name="connsiteY33" fmla="*/ 1064176 h 1488145"/>
                  <a:gd name="connsiteX34" fmla="*/ 745569 w 3858291"/>
                  <a:gd name="connsiteY34" fmla="*/ 844045 h 1488145"/>
                  <a:gd name="connsiteX35" fmla="*/ 453468 w 3858291"/>
                  <a:gd name="connsiteY35" fmla="*/ 471511 h 1488145"/>
                  <a:gd name="connsiteX36" fmla="*/ 119035 w 3858291"/>
                  <a:gd name="connsiteY36" fmla="*/ 179412 h 1488145"/>
                  <a:gd name="connsiteX37" fmla="*/ 4736 w 3858291"/>
                  <a:gd name="connsiteY37" fmla="*/ 98978 h 1488145"/>
                  <a:gd name="connsiteX38" fmla="*/ 38603 w 3858291"/>
                  <a:gd name="connsiteY38" fmla="*/ 39711 h 1488145"/>
                  <a:gd name="connsiteX0" fmla="*/ 38603 w 3860352"/>
                  <a:gd name="connsiteY0" fmla="*/ 36766 h 1485200"/>
                  <a:gd name="connsiteX1" fmla="*/ 191000 w 3860352"/>
                  <a:gd name="connsiteY1" fmla="*/ 146832 h 1485200"/>
                  <a:gd name="connsiteX2" fmla="*/ 432302 w 3860352"/>
                  <a:gd name="connsiteY2" fmla="*/ 362733 h 1485200"/>
                  <a:gd name="connsiteX3" fmla="*/ 567769 w 3860352"/>
                  <a:gd name="connsiteY3" fmla="*/ 493966 h 1485200"/>
                  <a:gd name="connsiteX4" fmla="*/ 804835 w 3860352"/>
                  <a:gd name="connsiteY4" fmla="*/ 803000 h 1485200"/>
                  <a:gd name="connsiteX5" fmla="*/ 969936 w 3860352"/>
                  <a:gd name="connsiteY5" fmla="*/ 891901 h 1485200"/>
                  <a:gd name="connsiteX6" fmla="*/ 1295899 w 3860352"/>
                  <a:gd name="connsiteY6" fmla="*/ 1090867 h 1485200"/>
                  <a:gd name="connsiteX7" fmla="*/ 1630334 w 3860352"/>
                  <a:gd name="connsiteY7" fmla="*/ 1366033 h 1485200"/>
                  <a:gd name="connsiteX8" fmla="*/ 1693835 w 3860352"/>
                  <a:gd name="connsiteY8" fmla="*/ 1361799 h 1485200"/>
                  <a:gd name="connsiteX9" fmla="*/ 1685369 w 3860352"/>
                  <a:gd name="connsiteY9" fmla="*/ 1171299 h 1485200"/>
                  <a:gd name="connsiteX10" fmla="*/ 1765802 w 3860352"/>
                  <a:gd name="connsiteY10" fmla="*/ 1158599 h 1485200"/>
                  <a:gd name="connsiteX11" fmla="*/ 1782737 w 3860352"/>
                  <a:gd name="connsiteY11" fmla="*/ 1382966 h 1485200"/>
                  <a:gd name="connsiteX12" fmla="*/ 1829303 w 3860352"/>
                  <a:gd name="connsiteY12" fmla="*/ 1404132 h 1485200"/>
                  <a:gd name="connsiteX13" fmla="*/ 2193369 w 3860352"/>
                  <a:gd name="connsiteY13" fmla="*/ 1412599 h 1485200"/>
                  <a:gd name="connsiteX14" fmla="*/ 2239936 w 3860352"/>
                  <a:gd name="connsiteY14" fmla="*/ 1353332 h 1485200"/>
                  <a:gd name="connsiteX15" fmla="*/ 2252636 w 3860352"/>
                  <a:gd name="connsiteY15" fmla="*/ 1192467 h 1485200"/>
                  <a:gd name="connsiteX16" fmla="*/ 2311902 w 3860352"/>
                  <a:gd name="connsiteY16" fmla="*/ 1179766 h 1485200"/>
                  <a:gd name="connsiteX17" fmla="*/ 2333069 w 3860352"/>
                  <a:gd name="connsiteY17" fmla="*/ 1374499 h 1485200"/>
                  <a:gd name="connsiteX18" fmla="*/ 2388103 w 3860352"/>
                  <a:gd name="connsiteY18" fmla="*/ 1416833 h 1485200"/>
                  <a:gd name="connsiteX19" fmla="*/ 2828369 w 3860352"/>
                  <a:gd name="connsiteY19" fmla="*/ 1272899 h 1485200"/>
                  <a:gd name="connsiteX20" fmla="*/ 3099302 w 3860352"/>
                  <a:gd name="connsiteY20" fmla="*/ 917299 h 1485200"/>
                  <a:gd name="connsiteX21" fmla="*/ 3391402 w 3860352"/>
                  <a:gd name="connsiteY21" fmla="*/ 548999 h 1485200"/>
                  <a:gd name="connsiteX22" fmla="*/ 3658102 w 3860352"/>
                  <a:gd name="connsiteY22" fmla="*/ 290766 h 1485200"/>
                  <a:gd name="connsiteX23" fmla="*/ 3768169 w 3860352"/>
                  <a:gd name="connsiteY23" fmla="*/ 19833 h 1485200"/>
                  <a:gd name="connsiteX24" fmla="*/ 3852835 w 3860352"/>
                  <a:gd name="connsiteY24" fmla="*/ 70633 h 1485200"/>
                  <a:gd name="connsiteX25" fmla="*/ 3569202 w 3860352"/>
                  <a:gd name="connsiteY25" fmla="*/ 468566 h 1485200"/>
                  <a:gd name="connsiteX26" fmla="*/ 3340602 w 3860352"/>
                  <a:gd name="connsiteY26" fmla="*/ 709866 h 1485200"/>
                  <a:gd name="connsiteX27" fmla="*/ 3107769 w 3860352"/>
                  <a:gd name="connsiteY27" fmla="*/ 1018899 h 1485200"/>
                  <a:gd name="connsiteX28" fmla="*/ 2832601 w 3860352"/>
                  <a:gd name="connsiteY28" fmla="*/ 1353333 h 1485200"/>
                  <a:gd name="connsiteX29" fmla="*/ 2278035 w 3860352"/>
                  <a:gd name="connsiteY29" fmla="*/ 1476099 h 1485200"/>
                  <a:gd name="connsiteX30" fmla="*/ 1719236 w 3860352"/>
                  <a:gd name="connsiteY30" fmla="*/ 1467633 h 1485200"/>
                  <a:gd name="connsiteX31" fmla="*/ 1554134 w 3860352"/>
                  <a:gd name="connsiteY31" fmla="*/ 1399899 h 1485200"/>
                  <a:gd name="connsiteX32" fmla="*/ 1401735 w 3860352"/>
                  <a:gd name="connsiteY32" fmla="*/ 1264433 h 1485200"/>
                  <a:gd name="connsiteX33" fmla="*/ 1135035 w 3860352"/>
                  <a:gd name="connsiteY33" fmla="*/ 1061231 h 1485200"/>
                  <a:gd name="connsiteX34" fmla="*/ 745569 w 3860352"/>
                  <a:gd name="connsiteY34" fmla="*/ 841100 h 1485200"/>
                  <a:gd name="connsiteX35" fmla="*/ 453468 w 3860352"/>
                  <a:gd name="connsiteY35" fmla="*/ 468566 h 1485200"/>
                  <a:gd name="connsiteX36" fmla="*/ 119035 w 3860352"/>
                  <a:gd name="connsiteY36" fmla="*/ 176467 h 1485200"/>
                  <a:gd name="connsiteX37" fmla="*/ 4736 w 3860352"/>
                  <a:gd name="connsiteY37" fmla="*/ 96033 h 1485200"/>
                  <a:gd name="connsiteX38" fmla="*/ 38603 w 3860352"/>
                  <a:gd name="connsiteY38" fmla="*/ 36766 h 1485200"/>
                  <a:gd name="connsiteX0" fmla="*/ 38603 w 3853219"/>
                  <a:gd name="connsiteY0" fmla="*/ 31208 h 1479642"/>
                  <a:gd name="connsiteX1" fmla="*/ 191000 w 3853219"/>
                  <a:gd name="connsiteY1" fmla="*/ 141274 h 1479642"/>
                  <a:gd name="connsiteX2" fmla="*/ 432302 w 3853219"/>
                  <a:gd name="connsiteY2" fmla="*/ 357175 h 1479642"/>
                  <a:gd name="connsiteX3" fmla="*/ 567769 w 3853219"/>
                  <a:gd name="connsiteY3" fmla="*/ 488408 h 1479642"/>
                  <a:gd name="connsiteX4" fmla="*/ 804835 w 3853219"/>
                  <a:gd name="connsiteY4" fmla="*/ 797442 h 1479642"/>
                  <a:gd name="connsiteX5" fmla="*/ 969936 w 3853219"/>
                  <a:gd name="connsiteY5" fmla="*/ 886343 h 1479642"/>
                  <a:gd name="connsiteX6" fmla="*/ 1295899 w 3853219"/>
                  <a:gd name="connsiteY6" fmla="*/ 1085309 h 1479642"/>
                  <a:gd name="connsiteX7" fmla="*/ 1630334 w 3853219"/>
                  <a:gd name="connsiteY7" fmla="*/ 1360475 h 1479642"/>
                  <a:gd name="connsiteX8" fmla="*/ 1693835 w 3853219"/>
                  <a:gd name="connsiteY8" fmla="*/ 1356241 h 1479642"/>
                  <a:gd name="connsiteX9" fmla="*/ 1685369 w 3853219"/>
                  <a:gd name="connsiteY9" fmla="*/ 1165741 h 1479642"/>
                  <a:gd name="connsiteX10" fmla="*/ 1765802 w 3853219"/>
                  <a:gd name="connsiteY10" fmla="*/ 1153041 h 1479642"/>
                  <a:gd name="connsiteX11" fmla="*/ 1782737 w 3853219"/>
                  <a:gd name="connsiteY11" fmla="*/ 1377408 h 1479642"/>
                  <a:gd name="connsiteX12" fmla="*/ 1829303 w 3853219"/>
                  <a:gd name="connsiteY12" fmla="*/ 1398574 h 1479642"/>
                  <a:gd name="connsiteX13" fmla="*/ 2193369 w 3853219"/>
                  <a:gd name="connsiteY13" fmla="*/ 1407041 h 1479642"/>
                  <a:gd name="connsiteX14" fmla="*/ 2239936 w 3853219"/>
                  <a:gd name="connsiteY14" fmla="*/ 1347774 h 1479642"/>
                  <a:gd name="connsiteX15" fmla="*/ 2252636 w 3853219"/>
                  <a:gd name="connsiteY15" fmla="*/ 1186909 h 1479642"/>
                  <a:gd name="connsiteX16" fmla="*/ 2311902 w 3853219"/>
                  <a:gd name="connsiteY16" fmla="*/ 1174208 h 1479642"/>
                  <a:gd name="connsiteX17" fmla="*/ 2333069 w 3853219"/>
                  <a:gd name="connsiteY17" fmla="*/ 1368941 h 1479642"/>
                  <a:gd name="connsiteX18" fmla="*/ 2388103 w 3853219"/>
                  <a:gd name="connsiteY18" fmla="*/ 1411275 h 1479642"/>
                  <a:gd name="connsiteX19" fmla="*/ 2828369 w 3853219"/>
                  <a:gd name="connsiteY19" fmla="*/ 1267341 h 1479642"/>
                  <a:gd name="connsiteX20" fmla="*/ 3099302 w 3853219"/>
                  <a:gd name="connsiteY20" fmla="*/ 911741 h 1479642"/>
                  <a:gd name="connsiteX21" fmla="*/ 3391402 w 3853219"/>
                  <a:gd name="connsiteY21" fmla="*/ 543441 h 1479642"/>
                  <a:gd name="connsiteX22" fmla="*/ 3658102 w 3853219"/>
                  <a:gd name="connsiteY22" fmla="*/ 285208 h 1479642"/>
                  <a:gd name="connsiteX23" fmla="*/ 3768169 w 3853219"/>
                  <a:gd name="connsiteY23" fmla="*/ 14275 h 1479642"/>
                  <a:gd name="connsiteX24" fmla="*/ 3852835 w 3853219"/>
                  <a:gd name="connsiteY24" fmla="*/ 65075 h 1479642"/>
                  <a:gd name="connsiteX25" fmla="*/ 3734301 w 3853219"/>
                  <a:gd name="connsiteY25" fmla="*/ 297907 h 1479642"/>
                  <a:gd name="connsiteX26" fmla="*/ 3569202 w 3853219"/>
                  <a:gd name="connsiteY26" fmla="*/ 463008 h 1479642"/>
                  <a:gd name="connsiteX27" fmla="*/ 3340602 w 3853219"/>
                  <a:gd name="connsiteY27" fmla="*/ 704308 h 1479642"/>
                  <a:gd name="connsiteX28" fmla="*/ 3107769 w 3853219"/>
                  <a:gd name="connsiteY28" fmla="*/ 1013341 h 1479642"/>
                  <a:gd name="connsiteX29" fmla="*/ 2832601 w 3853219"/>
                  <a:gd name="connsiteY29" fmla="*/ 1347775 h 1479642"/>
                  <a:gd name="connsiteX30" fmla="*/ 2278035 w 3853219"/>
                  <a:gd name="connsiteY30" fmla="*/ 1470541 h 1479642"/>
                  <a:gd name="connsiteX31" fmla="*/ 1719236 w 3853219"/>
                  <a:gd name="connsiteY31" fmla="*/ 1462075 h 1479642"/>
                  <a:gd name="connsiteX32" fmla="*/ 1554134 w 3853219"/>
                  <a:gd name="connsiteY32" fmla="*/ 1394341 h 1479642"/>
                  <a:gd name="connsiteX33" fmla="*/ 1401735 w 3853219"/>
                  <a:gd name="connsiteY33" fmla="*/ 1258875 h 1479642"/>
                  <a:gd name="connsiteX34" fmla="*/ 1135035 w 3853219"/>
                  <a:gd name="connsiteY34" fmla="*/ 1055673 h 1479642"/>
                  <a:gd name="connsiteX35" fmla="*/ 745569 w 3853219"/>
                  <a:gd name="connsiteY35" fmla="*/ 835542 h 1479642"/>
                  <a:gd name="connsiteX36" fmla="*/ 453468 w 3853219"/>
                  <a:gd name="connsiteY36" fmla="*/ 463008 h 1479642"/>
                  <a:gd name="connsiteX37" fmla="*/ 119035 w 3853219"/>
                  <a:gd name="connsiteY37" fmla="*/ 170909 h 1479642"/>
                  <a:gd name="connsiteX38" fmla="*/ 4736 w 3853219"/>
                  <a:gd name="connsiteY38" fmla="*/ 90475 h 1479642"/>
                  <a:gd name="connsiteX39" fmla="*/ 38603 w 3853219"/>
                  <a:gd name="connsiteY39" fmla="*/ 31208 h 1479642"/>
                  <a:gd name="connsiteX0" fmla="*/ 38603 w 3840597"/>
                  <a:gd name="connsiteY0" fmla="*/ 32324 h 1480758"/>
                  <a:gd name="connsiteX1" fmla="*/ 191000 w 3840597"/>
                  <a:gd name="connsiteY1" fmla="*/ 142390 h 1480758"/>
                  <a:gd name="connsiteX2" fmla="*/ 432302 w 3840597"/>
                  <a:gd name="connsiteY2" fmla="*/ 358291 h 1480758"/>
                  <a:gd name="connsiteX3" fmla="*/ 567769 w 3840597"/>
                  <a:gd name="connsiteY3" fmla="*/ 489524 h 1480758"/>
                  <a:gd name="connsiteX4" fmla="*/ 804835 w 3840597"/>
                  <a:gd name="connsiteY4" fmla="*/ 798558 h 1480758"/>
                  <a:gd name="connsiteX5" fmla="*/ 969936 w 3840597"/>
                  <a:gd name="connsiteY5" fmla="*/ 887459 h 1480758"/>
                  <a:gd name="connsiteX6" fmla="*/ 1295899 w 3840597"/>
                  <a:gd name="connsiteY6" fmla="*/ 1086425 h 1480758"/>
                  <a:gd name="connsiteX7" fmla="*/ 1630334 w 3840597"/>
                  <a:gd name="connsiteY7" fmla="*/ 1361591 h 1480758"/>
                  <a:gd name="connsiteX8" fmla="*/ 1693835 w 3840597"/>
                  <a:gd name="connsiteY8" fmla="*/ 1357357 h 1480758"/>
                  <a:gd name="connsiteX9" fmla="*/ 1685369 w 3840597"/>
                  <a:gd name="connsiteY9" fmla="*/ 1166857 h 1480758"/>
                  <a:gd name="connsiteX10" fmla="*/ 1765802 w 3840597"/>
                  <a:gd name="connsiteY10" fmla="*/ 1154157 h 1480758"/>
                  <a:gd name="connsiteX11" fmla="*/ 1782737 w 3840597"/>
                  <a:gd name="connsiteY11" fmla="*/ 1378524 h 1480758"/>
                  <a:gd name="connsiteX12" fmla="*/ 1829303 w 3840597"/>
                  <a:gd name="connsiteY12" fmla="*/ 1399690 h 1480758"/>
                  <a:gd name="connsiteX13" fmla="*/ 2193369 w 3840597"/>
                  <a:gd name="connsiteY13" fmla="*/ 1408157 h 1480758"/>
                  <a:gd name="connsiteX14" fmla="*/ 2239936 w 3840597"/>
                  <a:gd name="connsiteY14" fmla="*/ 1348890 h 1480758"/>
                  <a:gd name="connsiteX15" fmla="*/ 2252636 w 3840597"/>
                  <a:gd name="connsiteY15" fmla="*/ 1188025 h 1480758"/>
                  <a:gd name="connsiteX16" fmla="*/ 2311902 w 3840597"/>
                  <a:gd name="connsiteY16" fmla="*/ 1175324 h 1480758"/>
                  <a:gd name="connsiteX17" fmla="*/ 2333069 w 3840597"/>
                  <a:gd name="connsiteY17" fmla="*/ 1370057 h 1480758"/>
                  <a:gd name="connsiteX18" fmla="*/ 2388103 w 3840597"/>
                  <a:gd name="connsiteY18" fmla="*/ 1412391 h 1480758"/>
                  <a:gd name="connsiteX19" fmla="*/ 2828369 w 3840597"/>
                  <a:gd name="connsiteY19" fmla="*/ 1268457 h 1480758"/>
                  <a:gd name="connsiteX20" fmla="*/ 3099302 w 3840597"/>
                  <a:gd name="connsiteY20" fmla="*/ 912857 h 1480758"/>
                  <a:gd name="connsiteX21" fmla="*/ 3391402 w 3840597"/>
                  <a:gd name="connsiteY21" fmla="*/ 544557 h 1480758"/>
                  <a:gd name="connsiteX22" fmla="*/ 3658102 w 3840597"/>
                  <a:gd name="connsiteY22" fmla="*/ 286324 h 1480758"/>
                  <a:gd name="connsiteX23" fmla="*/ 3768169 w 3840597"/>
                  <a:gd name="connsiteY23" fmla="*/ 15391 h 1480758"/>
                  <a:gd name="connsiteX24" fmla="*/ 3840135 w 3840597"/>
                  <a:gd name="connsiteY24" fmla="*/ 61958 h 1480758"/>
                  <a:gd name="connsiteX25" fmla="*/ 3734301 w 3840597"/>
                  <a:gd name="connsiteY25" fmla="*/ 299023 h 1480758"/>
                  <a:gd name="connsiteX26" fmla="*/ 3569202 w 3840597"/>
                  <a:gd name="connsiteY26" fmla="*/ 464124 h 1480758"/>
                  <a:gd name="connsiteX27" fmla="*/ 3340602 w 3840597"/>
                  <a:gd name="connsiteY27" fmla="*/ 705424 h 1480758"/>
                  <a:gd name="connsiteX28" fmla="*/ 3107769 w 3840597"/>
                  <a:gd name="connsiteY28" fmla="*/ 1014457 h 1480758"/>
                  <a:gd name="connsiteX29" fmla="*/ 2832601 w 3840597"/>
                  <a:gd name="connsiteY29" fmla="*/ 1348891 h 1480758"/>
                  <a:gd name="connsiteX30" fmla="*/ 2278035 w 3840597"/>
                  <a:gd name="connsiteY30" fmla="*/ 1471657 h 1480758"/>
                  <a:gd name="connsiteX31" fmla="*/ 1719236 w 3840597"/>
                  <a:gd name="connsiteY31" fmla="*/ 1463191 h 1480758"/>
                  <a:gd name="connsiteX32" fmla="*/ 1554134 w 3840597"/>
                  <a:gd name="connsiteY32" fmla="*/ 1395457 h 1480758"/>
                  <a:gd name="connsiteX33" fmla="*/ 1401735 w 3840597"/>
                  <a:gd name="connsiteY33" fmla="*/ 1259991 h 1480758"/>
                  <a:gd name="connsiteX34" fmla="*/ 1135035 w 3840597"/>
                  <a:gd name="connsiteY34" fmla="*/ 1056789 h 1480758"/>
                  <a:gd name="connsiteX35" fmla="*/ 745569 w 3840597"/>
                  <a:gd name="connsiteY35" fmla="*/ 836658 h 1480758"/>
                  <a:gd name="connsiteX36" fmla="*/ 453468 w 3840597"/>
                  <a:gd name="connsiteY36" fmla="*/ 464124 h 1480758"/>
                  <a:gd name="connsiteX37" fmla="*/ 119035 w 3840597"/>
                  <a:gd name="connsiteY37" fmla="*/ 172025 h 1480758"/>
                  <a:gd name="connsiteX38" fmla="*/ 4736 w 3840597"/>
                  <a:gd name="connsiteY38" fmla="*/ 91591 h 1480758"/>
                  <a:gd name="connsiteX39" fmla="*/ 38603 w 3840597"/>
                  <a:gd name="connsiteY39" fmla="*/ 32324 h 1480758"/>
                  <a:gd name="connsiteX0" fmla="*/ 38603 w 3841477"/>
                  <a:gd name="connsiteY0" fmla="*/ 15701 h 1464135"/>
                  <a:gd name="connsiteX1" fmla="*/ 191000 w 3841477"/>
                  <a:gd name="connsiteY1" fmla="*/ 125767 h 1464135"/>
                  <a:gd name="connsiteX2" fmla="*/ 432302 w 3841477"/>
                  <a:gd name="connsiteY2" fmla="*/ 341668 h 1464135"/>
                  <a:gd name="connsiteX3" fmla="*/ 567769 w 3841477"/>
                  <a:gd name="connsiteY3" fmla="*/ 472901 h 1464135"/>
                  <a:gd name="connsiteX4" fmla="*/ 804835 w 3841477"/>
                  <a:gd name="connsiteY4" fmla="*/ 781935 h 1464135"/>
                  <a:gd name="connsiteX5" fmla="*/ 969936 w 3841477"/>
                  <a:gd name="connsiteY5" fmla="*/ 870836 h 1464135"/>
                  <a:gd name="connsiteX6" fmla="*/ 1295899 w 3841477"/>
                  <a:gd name="connsiteY6" fmla="*/ 1069802 h 1464135"/>
                  <a:gd name="connsiteX7" fmla="*/ 1630334 w 3841477"/>
                  <a:gd name="connsiteY7" fmla="*/ 1344968 h 1464135"/>
                  <a:gd name="connsiteX8" fmla="*/ 1693835 w 3841477"/>
                  <a:gd name="connsiteY8" fmla="*/ 1340734 h 1464135"/>
                  <a:gd name="connsiteX9" fmla="*/ 1685369 w 3841477"/>
                  <a:gd name="connsiteY9" fmla="*/ 1150234 h 1464135"/>
                  <a:gd name="connsiteX10" fmla="*/ 1765802 w 3841477"/>
                  <a:gd name="connsiteY10" fmla="*/ 1137534 h 1464135"/>
                  <a:gd name="connsiteX11" fmla="*/ 1782737 w 3841477"/>
                  <a:gd name="connsiteY11" fmla="*/ 1361901 h 1464135"/>
                  <a:gd name="connsiteX12" fmla="*/ 1829303 w 3841477"/>
                  <a:gd name="connsiteY12" fmla="*/ 1383067 h 1464135"/>
                  <a:gd name="connsiteX13" fmla="*/ 2193369 w 3841477"/>
                  <a:gd name="connsiteY13" fmla="*/ 1391534 h 1464135"/>
                  <a:gd name="connsiteX14" fmla="*/ 2239936 w 3841477"/>
                  <a:gd name="connsiteY14" fmla="*/ 1332267 h 1464135"/>
                  <a:gd name="connsiteX15" fmla="*/ 2252636 w 3841477"/>
                  <a:gd name="connsiteY15" fmla="*/ 1171402 h 1464135"/>
                  <a:gd name="connsiteX16" fmla="*/ 2311902 w 3841477"/>
                  <a:gd name="connsiteY16" fmla="*/ 1158701 h 1464135"/>
                  <a:gd name="connsiteX17" fmla="*/ 2333069 w 3841477"/>
                  <a:gd name="connsiteY17" fmla="*/ 1353434 h 1464135"/>
                  <a:gd name="connsiteX18" fmla="*/ 2388103 w 3841477"/>
                  <a:gd name="connsiteY18" fmla="*/ 1395768 h 1464135"/>
                  <a:gd name="connsiteX19" fmla="*/ 2828369 w 3841477"/>
                  <a:gd name="connsiteY19" fmla="*/ 1251834 h 1464135"/>
                  <a:gd name="connsiteX20" fmla="*/ 3099302 w 3841477"/>
                  <a:gd name="connsiteY20" fmla="*/ 896234 h 1464135"/>
                  <a:gd name="connsiteX21" fmla="*/ 3391402 w 3841477"/>
                  <a:gd name="connsiteY21" fmla="*/ 527934 h 1464135"/>
                  <a:gd name="connsiteX22" fmla="*/ 3658102 w 3841477"/>
                  <a:gd name="connsiteY22" fmla="*/ 269701 h 1464135"/>
                  <a:gd name="connsiteX23" fmla="*/ 3785103 w 3841477"/>
                  <a:gd name="connsiteY23" fmla="*/ 19934 h 1464135"/>
                  <a:gd name="connsiteX24" fmla="*/ 3840135 w 3841477"/>
                  <a:gd name="connsiteY24" fmla="*/ 45335 h 1464135"/>
                  <a:gd name="connsiteX25" fmla="*/ 3734301 w 3841477"/>
                  <a:gd name="connsiteY25" fmla="*/ 282400 h 1464135"/>
                  <a:gd name="connsiteX26" fmla="*/ 3569202 w 3841477"/>
                  <a:gd name="connsiteY26" fmla="*/ 447501 h 1464135"/>
                  <a:gd name="connsiteX27" fmla="*/ 3340602 w 3841477"/>
                  <a:gd name="connsiteY27" fmla="*/ 688801 h 1464135"/>
                  <a:gd name="connsiteX28" fmla="*/ 3107769 w 3841477"/>
                  <a:gd name="connsiteY28" fmla="*/ 997834 h 1464135"/>
                  <a:gd name="connsiteX29" fmla="*/ 2832601 w 3841477"/>
                  <a:gd name="connsiteY29" fmla="*/ 1332268 h 1464135"/>
                  <a:gd name="connsiteX30" fmla="*/ 2278035 w 3841477"/>
                  <a:gd name="connsiteY30" fmla="*/ 1455034 h 1464135"/>
                  <a:gd name="connsiteX31" fmla="*/ 1719236 w 3841477"/>
                  <a:gd name="connsiteY31" fmla="*/ 1446568 h 1464135"/>
                  <a:gd name="connsiteX32" fmla="*/ 1554134 w 3841477"/>
                  <a:gd name="connsiteY32" fmla="*/ 1378834 h 1464135"/>
                  <a:gd name="connsiteX33" fmla="*/ 1401735 w 3841477"/>
                  <a:gd name="connsiteY33" fmla="*/ 1243368 h 1464135"/>
                  <a:gd name="connsiteX34" fmla="*/ 1135035 w 3841477"/>
                  <a:gd name="connsiteY34" fmla="*/ 1040166 h 1464135"/>
                  <a:gd name="connsiteX35" fmla="*/ 745569 w 3841477"/>
                  <a:gd name="connsiteY35" fmla="*/ 820035 h 1464135"/>
                  <a:gd name="connsiteX36" fmla="*/ 453468 w 3841477"/>
                  <a:gd name="connsiteY36" fmla="*/ 447501 h 1464135"/>
                  <a:gd name="connsiteX37" fmla="*/ 119035 w 3841477"/>
                  <a:gd name="connsiteY37" fmla="*/ 155402 h 1464135"/>
                  <a:gd name="connsiteX38" fmla="*/ 4736 w 3841477"/>
                  <a:gd name="connsiteY38" fmla="*/ 74968 h 1464135"/>
                  <a:gd name="connsiteX39" fmla="*/ 38603 w 3841477"/>
                  <a:gd name="connsiteY39" fmla="*/ 15701 h 1464135"/>
                  <a:gd name="connsiteX0" fmla="*/ 38603 w 3841477"/>
                  <a:gd name="connsiteY0" fmla="*/ 15701 h 1462256"/>
                  <a:gd name="connsiteX1" fmla="*/ 191000 w 3841477"/>
                  <a:gd name="connsiteY1" fmla="*/ 125767 h 1462256"/>
                  <a:gd name="connsiteX2" fmla="*/ 432302 w 3841477"/>
                  <a:gd name="connsiteY2" fmla="*/ 341668 h 1462256"/>
                  <a:gd name="connsiteX3" fmla="*/ 567769 w 3841477"/>
                  <a:gd name="connsiteY3" fmla="*/ 472901 h 1462256"/>
                  <a:gd name="connsiteX4" fmla="*/ 804835 w 3841477"/>
                  <a:gd name="connsiteY4" fmla="*/ 781935 h 1462256"/>
                  <a:gd name="connsiteX5" fmla="*/ 969936 w 3841477"/>
                  <a:gd name="connsiteY5" fmla="*/ 870836 h 1462256"/>
                  <a:gd name="connsiteX6" fmla="*/ 1295899 w 3841477"/>
                  <a:gd name="connsiteY6" fmla="*/ 1069802 h 1462256"/>
                  <a:gd name="connsiteX7" fmla="*/ 1630334 w 3841477"/>
                  <a:gd name="connsiteY7" fmla="*/ 1344968 h 1462256"/>
                  <a:gd name="connsiteX8" fmla="*/ 1693835 w 3841477"/>
                  <a:gd name="connsiteY8" fmla="*/ 1340734 h 1462256"/>
                  <a:gd name="connsiteX9" fmla="*/ 1685369 w 3841477"/>
                  <a:gd name="connsiteY9" fmla="*/ 1150234 h 1462256"/>
                  <a:gd name="connsiteX10" fmla="*/ 1765802 w 3841477"/>
                  <a:gd name="connsiteY10" fmla="*/ 1137534 h 1462256"/>
                  <a:gd name="connsiteX11" fmla="*/ 1782737 w 3841477"/>
                  <a:gd name="connsiteY11" fmla="*/ 1361901 h 1462256"/>
                  <a:gd name="connsiteX12" fmla="*/ 1829303 w 3841477"/>
                  <a:gd name="connsiteY12" fmla="*/ 1383067 h 1462256"/>
                  <a:gd name="connsiteX13" fmla="*/ 2193369 w 3841477"/>
                  <a:gd name="connsiteY13" fmla="*/ 1391534 h 1462256"/>
                  <a:gd name="connsiteX14" fmla="*/ 2239936 w 3841477"/>
                  <a:gd name="connsiteY14" fmla="*/ 1332267 h 1462256"/>
                  <a:gd name="connsiteX15" fmla="*/ 2252636 w 3841477"/>
                  <a:gd name="connsiteY15" fmla="*/ 1171402 h 1462256"/>
                  <a:gd name="connsiteX16" fmla="*/ 2311902 w 3841477"/>
                  <a:gd name="connsiteY16" fmla="*/ 1158701 h 1462256"/>
                  <a:gd name="connsiteX17" fmla="*/ 2333069 w 3841477"/>
                  <a:gd name="connsiteY17" fmla="*/ 1353434 h 1462256"/>
                  <a:gd name="connsiteX18" fmla="*/ 2388103 w 3841477"/>
                  <a:gd name="connsiteY18" fmla="*/ 1395768 h 1462256"/>
                  <a:gd name="connsiteX19" fmla="*/ 2828369 w 3841477"/>
                  <a:gd name="connsiteY19" fmla="*/ 1251834 h 1462256"/>
                  <a:gd name="connsiteX20" fmla="*/ 3099302 w 3841477"/>
                  <a:gd name="connsiteY20" fmla="*/ 896234 h 1462256"/>
                  <a:gd name="connsiteX21" fmla="*/ 3391402 w 3841477"/>
                  <a:gd name="connsiteY21" fmla="*/ 527934 h 1462256"/>
                  <a:gd name="connsiteX22" fmla="*/ 3658102 w 3841477"/>
                  <a:gd name="connsiteY22" fmla="*/ 269701 h 1462256"/>
                  <a:gd name="connsiteX23" fmla="*/ 3785103 w 3841477"/>
                  <a:gd name="connsiteY23" fmla="*/ 19934 h 1462256"/>
                  <a:gd name="connsiteX24" fmla="*/ 3840135 w 3841477"/>
                  <a:gd name="connsiteY24" fmla="*/ 45335 h 1462256"/>
                  <a:gd name="connsiteX25" fmla="*/ 3734301 w 3841477"/>
                  <a:gd name="connsiteY25" fmla="*/ 282400 h 1462256"/>
                  <a:gd name="connsiteX26" fmla="*/ 3569202 w 3841477"/>
                  <a:gd name="connsiteY26" fmla="*/ 447501 h 1462256"/>
                  <a:gd name="connsiteX27" fmla="*/ 3340602 w 3841477"/>
                  <a:gd name="connsiteY27" fmla="*/ 688801 h 1462256"/>
                  <a:gd name="connsiteX28" fmla="*/ 3107769 w 3841477"/>
                  <a:gd name="connsiteY28" fmla="*/ 997834 h 1462256"/>
                  <a:gd name="connsiteX29" fmla="*/ 2786034 w 3841477"/>
                  <a:gd name="connsiteY29" fmla="*/ 1357668 h 1462256"/>
                  <a:gd name="connsiteX30" fmla="*/ 2278035 w 3841477"/>
                  <a:gd name="connsiteY30" fmla="*/ 1455034 h 1462256"/>
                  <a:gd name="connsiteX31" fmla="*/ 1719236 w 3841477"/>
                  <a:gd name="connsiteY31" fmla="*/ 1446568 h 1462256"/>
                  <a:gd name="connsiteX32" fmla="*/ 1554134 w 3841477"/>
                  <a:gd name="connsiteY32" fmla="*/ 1378834 h 1462256"/>
                  <a:gd name="connsiteX33" fmla="*/ 1401735 w 3841477"/>
                  <a:gd name="connsiteY33" fmla="*/ 1243368 h 1462256"/>
                  <a:gd name="connsiteX34" fmla="*/ 1135035 w 3841477"/>
                  <a:gd name="connsiteY34" fmla="*/ 1040166 h 1462256"/>
                  <a:gd name="connsiteX35" fmla="*/ 745569 w 3841477"/>
                  <a:gd name="connsiteY35" fmla="*/ 820035 h 1462256"/>
                  <a:gd name="connsiteX36" fmla="*/ 453468 w 3841477"/>
                  <a:gd name="connsiteY36" fmla="*/ 447501 h 1462256"/>
                  <a:gd name="connsiteX37" fmla="*/ 119035 w 3841477"/>
                  <a:gd name="connsiteY37" fmla="*/ 155402 h 1462256"/>
                  <a:gd name="connsiteX38" fmla="*/ 4736 w 3841477"/>
                  <a:gd name="connsiteY38" fmla="*/ 74968 h 1462256"/>
                  <a:gd name="connsiteX39" fmla="*/ 38603 w 3841477"/>
                  <a:gd name="connsiteY39" fmla="*/ 15701 h 1462256"/>
                  <a:gd name="connsiteX0" fmla="*/ 38603 w 3841477"/>
                  <a:gd name="connsiteY0" fmla="*/ 15701 h 1462256"/>
                  <a:gd name="connsiteX1" fmla="*/ 191000 w 3841477"/>
                  <a:gd name="connsiteY1" fmla="*/ 125767 h 1462256"/>
                  <a:gd name="connsiteX2" fmla="*/ 432302 w 3841477"/>
                  <a:gd name="connsiteY2" fmla="*/ 341668 h 1462256"/>
                  <a:gd name="connsiteX3" fmla="*/ 567769 w 3841477"/>
                  <a:gd name="connsiteY3" fmla="*/ 472901 h 1462256"/>
                  <a:gd name="connsiteX4" fmla="*/ 804835 w 3841477"/>
                  <a:gd name="connsiteY4" fmla="*/ 781935 h 1462256"/>
                  <a:gd name="connsiteX5" fmla="*/ 969936 w 3841477"/>
                  <a:gd name="connsiteY5" fmla="*/ 870836 h 1462256"/>
                  <a:gd name="connsiteX6" fmla="*/ 1295899 w 3841477"/>
                  <a:gd name="connsiteY6" fmla="*/ 1069802 h 1462256"/>
                  <a:gd name="connsiteX7" fmla="*/ 1630334 w 3841477"/>
                  <a:gd name="connsiteY7" fmla="*/ 1344968 h 1462256"/>
                  <a:gd name="connsiteX8" fmla="*/ 1693835 w 3841477"/>
                  <a:gd name="connsiteY8" fmla="*/ 1340734 h 1462256"/>
                  <a:gd name="connsiteX9" fmla="*/ 1685369 w 3841477"/>
                  <a:gd name="connsiteY9" fmla="*/ 1150234 h 1462256"/>
                  <a:gd name="connsiteX10" fmla="*/ 1765802 w 3841477"/>
                  <a:gd name="connsiteY10" fmla="*/ 1137534 h 1462256"/>
                  <a:gd name="connsiteX11" fmla="*/ 1782737 w 3841477"/>
                  <a:gd name="connsiteY11" fmla="*/ 1361901 h 1462256"/>
                  <a:gd name="connsiteX12" fmla="*/ 1829303 w 3841477"/>
                  <a:gd name="connsiteY12" fmla="*/ 1383067 h 1462256"/>
                  <a:gd name="connsiteX13" fmla="*/ 2193369 w 3841477"/>
                  <a:gd name="connsiteY13" fmla="*/ 1391534 h 1462256"/>
                  <a:gd name="connsiteX14" fmla="*/ 2239936 w 3841477"/>
                  <a:gd name="connsiteY14" fmla="*/ 1332267 h 1462256"/>
                  <a:gd name="connsiteX15" fmla="*/ 2252636 w 3841477"/>
                  <a:gd name="connsiteY15" fmla="*/ 1171402 h 1462256"/>
                  <a:gd name="connsiteX16" fmla="*/ 2311902 w 3841477"/>
                  <a:gd name="connsiteY16" fmla="*/ 1158701 h 1462256"/>
                  <a:gd name="connsiteX17" fmla="*/ 2333069 w 3841477"/>
                  <a:gd name="connsiteY17" fmla="*/ 1353434 h 1462256"/>
                  <a:gd name="connsiteX18" fmla="*/ 2388103 w 3841477"/>
                  <a:gd name="connsiteY18" fmla="*/ 1395768 h 1462256"/>
                  <a:gd name="connsiteX19" fmla="*/ 2718302 w 3841477"/>
                  <a:gd name="connsiteY19" fmla="*/ 1294167 h 1462256"/>
                  <a:gd name="connsiteX20" fmla="*/ 3099302 w 3841477"/>
                  <a:gd name="connsiteY20" fmla="*/ 896234 h 1462256"/>
                  <a:gd name="connsiteX21" fmla="*/ 3391402 w 3841477"/>
                  <a:gd name="connsiteY21" fmla="*/ 527934 h 1462256"/>
                  <a:gd name="connsiteX22" fmla="*/ 3658102 w 3841477"/>
                  <a:gd name="connsiteY22" fmla="*/ 269701 h 1462256"/>
                  <a:gd name="connsiteX23" fmla="*/ 3785103 w 3841477"/>
                  <a:gd name="connsiteY23" fmla="*/ 19934 h 1462256"/>
                  <a:gd name="connsiteX24" fmla="*/ 3840135 w 3841477"/>
                  <a:gd name="connsiteY24" fmla="*/ 45335 h 1462256"/>
                  <a:gd name="connsiteX25" fmla="*/ 3734301 w 3841477"/>
                  <a:gd name="connsiteY25" fmla="*/ 282400 h 1462256"/>
                  <a:gd name="connsiteX26" fmla="*/ 3569202 w 3841477"/>
                  <a:gd name="connsiteY26" fmla="*/ 447501 h 1462256"/>
                  <a:gd name="connsiteX27" fmla="*/ 3340602 w 3841477"/>
                  <a:gd name="connsiteY27" fmla="*/ 688801 h 1462256"/>
                  <a:gd name="connsiteX28" fmla="*/ 3107769 w 3841477"/>
                  <a:gd name="connsiteY28" fmla="*/ 997834 h 1462256"/>
                  <a:gd name="connsiteX29" fmla="*/ 2786034 w 3841477"/>
                  <a:gd name="connsiteY29" fmla="*/ 1357668 h 1462256"/>
                  <a:gd name="connsiteX30" fmla="*/ 2278035 w 3841477"/>
                  <a:gd name="connsiteY30" fmla="*/ 1455034 h 1462256"/>
                  <a:gd name="connsiteX31" fmla="*/ 1719236 w 3841477"/>
                  <a:gd name="connsiteY31" fmla="*/ 1446568 h 1462256"/>
                  <a:gd name="connsiteX32" fmla="*/ 1554134 w 3841477"/>
                  <a:gd name="connsiteY32" fmla="*/ 1378834 h 1462256"/>
                  <a:gd name="connsiteX33" fmla="*/ 1401735 w 3841477"/>
                  <a:gd name="connsiteY33" fmla="*/ 1243368 h 1462256"/>
                  <a:gd name="connsiteX34" fmla="*/ 1135035 w 3841477"/>
                  <a:gd name="connsiteY34" fmla="*/ 1040166 h 1462256"/>
                  <a:gd name="connsiteX35" fmla="*/ 745569 w 3841477"/>
                  <a:gd name="connsiteY35" fmla="*/ 820035 h 1462256"/>
                  <a:gd name="connsiteX36" fmla="*/ 453468 w 3841477"/>
                  <a:gd name="connsiteY36" fmla="*/ 447501 h 1462256"/>
                  <a:gd name="connsiteX37" fmla="*/ 119035 w 3841477"/>
                  <a:gd name="connsiteY37" fmla="*/ 155402 h 1462256"/>
                  <a:gd name="connsiteX38" fmla="*/ 4736 w 3841477"/>
                  <a:gd name="connsiteY38" fmla="*/ 74968 h 1462256"/>
                  <a:gd name="connsiteX39" fmla="*/ 38603 w 3841477"/>
                  <a:gd name="connsiteY39" fmla="*/ 15701 h 1462256"/>
                  <a:gd name="connsiteX0" fmla="*/ 38603 w 3841477"/>
                  <a:gd name="connsiteY0" fmla="*/ 15701 h 1462882"/>
                  <a:gd name="connsiteX1" fmla="*/ 191000 w 3841477"/>
                  <a:gd name="connsiteY1" fmla="*/ 125767 h 1462882"/>
                  <a:gd name="connsiteX2" fmla="*/ 432302 w 3841477"/>
                  <a:gd name="connsiteY2" fmla="*/ 341668 h 1462882"/>
                  <a:gd name="connsiteX3" fmla="*/ 567769 w 3841477"/>
                  <a:gd name="connsiteY3" fmla="*/ 472901 h 1462882"/>
                  <a:gd name="connsiteX4" fmla="*/ 804835 w 3841477"/>
                  <a:gd name="connsiteY4" fmla="*/ 781935 h 1462882"/>
                  <a:gd name="connsiteX5" fmla="*/ 969936 w 3841477"/>
                  <a:gd name="connsiteY5" fmla="*/ 870836 h 1462882"/>
                  <a:gd name="connsiteX6" fmla="*/ 1295899 w 3841477"/>
                  <a:gd name="connsiteY6" fmla="*/ 1069802 h 1462882"/>
                  <a:gd name="connsiteX7" fmla="*/ 1630334 w 3841477"/>
                  <a:gd name="connsiteY7" fmla="*/ 1344968 h 1462882"/>
                  <a:gd name="connsiteX8" fmla="*/ 1693835 w 3841477"/>
                  <a:gd name="connsiteY8" fmla="*/ 1340734 h 1462882"/>
                  <a:gd name="connsiteX9" fmla="*/ 1685369 w 3841477"/>
                  <a:gd name="connsiteY9" fmla="*/ 1150234 h 1462882"/>
                  <a:gd name="connsiteX10" fmla="*/ 1765802 w 3841477"/>
                  <a:gd name="connsiteY10" fmla="*/ 1137534 h 1462882"/>
                  <a:gd name="connsiteX11" fmla="*/ 1782737 w 3841477"/>
                  <a:gd name="connsiteY11" fmla="*/ 1361901 h 1462882"/>
                  <a:gd name="connsiteX12" fmla="*/ 1829303 w 3841477"/>
                  <a:gd name="connsiteY12" fmla="*/ 1383067 h 1462882"/>
                  <a:gd name="connsiteX13" fmla="*/ 2193369 w 3841477"/>
                  <a:gd name="connsiteY13" fmla="*/ 1391534 h 1462882"/>
                  <a:gd name="connsiteX14" fmla="*/ 2239936 w 3841477"/>
                  <a:gd name="connsiteY14" fmla="*/ 1332267 h 1462882"/>
                  <a:gd name="connsiteX15" fmla="*/ 2252636 w 3841477"/>
                  <a:gd name="connsiteY15" fmla="*/ 1171402 h 1462882"/>
                  <a:gd name="connsiteX16" fmla="*/ 2311902 w 3841477"/>
                  <a:gd name="connsiteY16" fmla="*/ 1158701 h 1462882"/>
                  <a:gd name="connsiteX17" fmla="*/ 2333069 w 3841477"/>
                  <a:gd name="connsiteY17" fmla="*/ 1353434 h 1462882"/>
                  <a:gd name="connsiteX18" fmla="*/ 2388103 w 3841477"/>
                  <a:gd name="connsiteY18" fmla="*/ 1395768 h 1462882"/>
                  <a:gd name="connsiteX19" fmla="*/ 2718302 w 3841477"/>
                  <a:gd name="connsiteY19" fmla="*/ 1294167 h 1462882"/>
                  <a:gd name="connsiteX20" fmla="*/ 3099302 w 3841477"/>
                  <a:gd name="connsiteY20" fmla="*/ 896234 h 1462882"/>
                  <a:gd name="connsiteX21" fmla="*/ 3391402 w 3841477"/>
                  <a:gd name="connsiteY21" fmla="*/ 527934 h 1462882"/>
                  <a:gd name="connsiteX22" fmla="*/ 3658102 w 3841477"/>
                  <a:gd name="connsiteY22" fmla="*/ 269701 h 1462882"/>
                  <a:gd name="connsiteX23" fmla="*/ 3785103 w 3841477"/>
                  <a:gd name="connsiteY23" fmla="*/ 19934 h 1462882"/>
                  <a:gd name="connsiteX24" fmla="*/ 3840135 w 3841477"/>
                  <a:gd name="connsiteY24" fmla="*/ 45335 h 1462882"/>
                  <a:gd name="connsiteX25" fmla="*/ 3734301 w 3841477"/>
                  <a:gd name="connsiteY25" fmla="*/ 282400 h 1462882"/>
                  <a:gd name="connsiteX26" fmla="*/ 3569202 w 3841477"/>
                  <a:gd name="connsiteY26" fmla="*/ 447501 h 1462882"/>
                  <a:gd name="connsiteX27" fmla="*/ 3340602 w 3841477"/>
                  <a:gd name="connsiteY27" fmla="*/ 688801 h 1462882"/>
                  <a:gd name="connsiteX28" fmla="*/ 3107769 w 3841477"/>
                  <a:gd name="connsiteY28" fmla="*/ 997834 h 1462882"/>
                  <a:gd name="connsiteX29" fmla="*/ 2764867 w 3841477"/>
                  <a:gd name="connsiteY29" fmla="*/ 1349201 h 1462882"/>
                  <a:gd name="connsiteX30" fmla="*/ 2278035 w 3841477"/>
                  <a:gd name="connsiteY30" fmla="*/ 1455034 h 1462882"/>
                  <a:gd name="connsiteX31" fmla="*/ 1719236 w 3841477"/>
                  <a:gd name="connsiteY31" fmla="*/ 1446568 h 1462882"/>
                  <a:gd name="connsiteX32" fmla="*/ 1554134 w 3841477"/>
                  <a:gd name="connsiteY32" fmla="*/ 1378834 h 1462882"/>
                  <a:gd name="connsiteX33" fmla="*/ 1401735 w 3841477"/>
                  <a:gd name="connsiteY33" fmla="*/ 1243368 h 1462882"/>
                  <a:gd name="connsiteX34" fmla="*/ 1135035 w 3841477"/>
                  <a:gd name="connsiteY34" fmla="*/ 1040166 h 1462882"/>
                  <a:gd name="connsiteX35" fmla="*/ 745569 w 3841477"/>
                  <a:gd name="connsiteY35" fmla="*/ 820035 h 1462882"/>
                  <a:gd name="connsiteX36" fmla="*/ 453468 w 3841477"/>
                  <a:gd name="connsiteY36" fmla="*/ 447501 h 1462882"/>
                  <a:gd name="connsiteX37" fmla="*/ 119035 w 3841477"/>
                  <a:gd name="connsiteY37" fmla="*/ 155402 h 1462882"/>
                  <a:gd name="connsiteX38" fmla="*/ 4736 w 3841477"/>
                  <a:gd name="connsiteY38" fmla="*/ 74968 h 1462882"/>
                  <a:gd name="connsiteX39" fmla="*/ 38603 w 3841477"/>
                  <a:gd name="connsiteY39" fmla="*/ 15701 h 1462882"/>
                  <a:gd name="connsiteX0" fmla="*/ 38603 w 3841477"/>
                  <a:gd name="connsiteY0" fmla="*/ 15701 h 1462256"/>
                  <a:gd name="connsiteX1" fmla="*/ 191000 w 3841477"/>
                  <a:gd name="connsiteY1" fmla="*/ 125767 h 1462256"/>
                  <a:gd name="connsiteX2" fmla="*/ 432302 w 3841477"/>
                  <a:gd name="connsiteY2" fmla="*/ 341668 h 1462256"/>
                  <a:gd name="connsiteX3" fmla="*/ 567769 w 3841477"/>
                  <a:gd name="connsiteY3" fmla="*/ 472901 h 1462256"/>
                  <a:gd name="connsiteX4" fmla="*/ 804835 w 3841477"/>
                  <a:gd name="connsiteY4" fmla="*/ 781935 h 1462256"/>
                  <a:gd name="connsiteX5" fmla="*/ 969936 w 3841477"/>
                  <a:gd name="connsiteY5" fmla="*/ 870836 h 1462256"/>
                  <a:gd name="connsiteX6" fmla="*/ 1295899 w 3841477"/>
                  <a:gd name="connsiteY6" fmla="*/ 1069802 h 1462256"/>
                  <a:gd name="connsiteX7" fmla="*/ 1630334 w 3841477"/>
                  <a:gd name="connsiteY7" fmla="*/ 1344968 h 1462256"/>
                  <a:gd name="connsiteX8" fmla="*/ 1693835 w 3841477"/>
                  <a:gd name="connsiteY8" fmla="*/ 1340734 h 1462256"/>
                  <a:gd name="connsiteX9" fmla="*/ 1685369 w 3841477"/>
                  <a:gd name="connsiteY9" fmla="*/ 1150234 h 1462256"/>
                  <a:gd name="connsiteX10" fmla="*/ 1765802 w 3841477"/>
                  <a:gd name="connsiteY10" fmla="*/ 1137534 h 1462256"/>
                  <a:gd name="connsiteX11" fmla="*/ 1782737 w 3841477"/>
                  <a:gd name="connsiteY11" fmla="*/ 1361901 h 1462256"/>
                  <a:gd name="connsiteX12" fmla="*/ 1829303 w 3841477"/>
                  <a:gd name="connsiteY12" fmla="*/ 1383067 h 1462256"/>
                  <a:gd name="connsiteX13" fmla="*/ 2193369 w 3841477"/>
                  <a:gd name="connsiteY13" fmla="*/ 1391534 h 1462256"/>
                  <a:gd name="connsiteX14" fmla="*/ 2239936 w 3841477"/>
                  <a:gd name="connsiteY14" fmla="*/ 1332267 h 1462256"/>
                  <a:gd name="connsiteX15" fmla="*/ 2252636 w 3841477"/>
                  <a:gd name="connsiteY15" fmla="*/ 1171402 h 1462256"/>
                  <a:gd name="connsiteX16" fmla="*/ 2311902 w 3841477"/>
                  <a:gd name="connsiteY16" fmla="*/ 1158701 h 1462256"/>
                  <a:gd name="connsiteX17" fmla="*/ 2333069 w 3841477"/>
                  <a:gd name="connsiteY17" fmla="*/ 1353434 h 1462256"/>
                  <a:gd name="connsiteX18" fmla="*/ 2388103 w 3841477"/>
                  <a:gd name="connsiteY18" fmla="*/ 1395768 h 1462256"/>
                  <a:gd name="connsiteX19" fmla="*/ 2718302 w 3841477"/>
                  <a:gd name="connsiteY19" fmla="*/ 1294167 h 1462256"/>
                  <a:gd name="connsiteX20" fmla="*/ 3099302 w 3841477"/>
                  <a:gd name="connsiteY20" fmla="*/ 896234 h 1462256"/>
                  <a:gd name="connsiteX21" fmla="*/ 3391402 w 3841477"/>
                  <a:gd name="connsiteY21" fmla="*/ 527934 h 1462256"/>
                  <a:gd name="connsiteX22" fmla="*/ 3658102 w 3841477"/>
                  <a:gd name="connsiteY22" fmla="*/ 269701 h 1462256"/>
                  <a:gd name="connsiteX23" fmla="*/ 3785103 w 3841477"/>
                  <a:gd name="connsiteY23" fmla="*/ 19934 h 1462256"/>
                  <a:gd name="connsiteX24" fmla="*/ 3840135 w 3841477"/>
                  <a:gd name="connsiteY24" fmla="*/ 45335 h 1462256"/>
                  <a:gd name="connsiteX25" fmla="*/ 3734301 w 3841477"/>
                  <a:gd name="connsiteY25" fmla="*/ 282400 h 1462256"/>
                  <a:gd name="connsiteX26" fmla="*/ 3569202 w 3841477"/>
                  <a:gd name="connsiteY26" fmla="*/ 447501 h 1462256"/>
                  <a:gd name="connsiteX27" fmla="*/ 3340602 w 3841477"/>
                  <a:gd name="connsiteY27" fmla="*/ 688801 h 1462256"/>
                  <a:gd name="connsiteX28" fmla="*/ 3107769 w 3841477"/>
                  <a:gd name="connsiteY28" fmla="*/ 997834 h 1462256"/>
                  <a:gd name="connsiteX29" fmla="*/ 2752167 w 3841477"/>
                  <a:gd name="connsiteY29" fmla="*/ 1357667 h 1462256"/>
                  <a:gd name="connsiteX30" fmla="*/ 2278035 w 3841477"/>
                  <a:gd name="connsiteY30" fmla="*/ 1455034 h 1462256"/>
                  <a:gd name="connsiteX31" fmla="*/ 1719236 w 3841477"/>
                  <a:gd name="connsiteY31" fmla="*/ 1446568 h 1462256"/>
                  <a:gd name="connsiteX32" fmla="*/ 1554134 w 3841477"/>
                  <a:gd name="connsiteY32" fmla="*/ 1378834 h 1462256"/>
                  <a:gd name="connsiteX33" fmla="*/ 1401735 w 3841477"/>
                  <a:gd name="connsiteY33" fmla="*/ 1243368 h 1462256"/>
                  <a:gd name="connsiteX34" fmla="*/ 1135035 w 3841477"/>
                  <a:gd name="connsiteY34" fmla="*/ 1040166 h 1462256"/>
                  <a:gd name="connsiteX35" fmla="*/ 745569 w 3841477"/>
                  <a:gd name="connsiteY35" fmla="*/ 820035 h 1462256"/>
                  <a:gd name="connsiteX36" fmla="*/ 453468 w 3841477"/>
                  <a:gd name="connsiteY36" fmla="*/ 447501 h 1462256"/>
                  <a:gd name="connsiteX37" fmla="*/ 119035 w 3841477"/>
                  <a:gd name="connsiteY37" fmla="*/ 155402 h 1462256"/>
                  <a:gd name="connsiteX38" fmla="*/ 4736 w 3841477"/>
                  <a:gd name="connsiteY38" fmla="*/ 74968 h 1462256"/>
                  <a:gd name="connsiteX39" fmla="*/ 38603 w 3841477"/>
                  <a:gd name="connsiteY39" fmla="*/ 15701 h 1462256"/>
                  <a:gd name="connsiteX0" fmla="*/ 38603 w 3841477"/>
                  <a:gd name="connsiteY0" fmla="*/ 15701 h 1476600"/>
                  <a:gd name="connsiteX1" fmla="*/ 191000 w 3841477"/>
                  <a:gd name="connsiteY1" fmla="*/ 125767 h 1476600"/>
                  <a:gd name="connsiteX2" fmla="*/ 432302 w 3841477"/>
                  <a:gd name="connsiteY2" fmla="*/ 341668 h 1476600"/>
                  <a:gd name="connsiteX3" fmla="*/ 567769 w 3841477"/>
                  <a:gd name="connsiteY3" fmla="*/ 472901 h 1476600"/>
                  <a:gd name="connsiteX4" fmla="*/ 804835 w 3841477"/>
                  <a:gd name="connsiteY4" fmla="*/ 781935 h 1476600"/>
                  <a:gd name="connsiteX5" fmla="*/ 969936 w 3841477"/>
                  <a:gd name="connsiteY5" fmla="*/ 870836 h 1476600"/>
                  <a:gd name="connsiteX6" fmla="*/ 1295899 w 3841477"/>
                  <a:gd name="connsiteY6" fmla="*/ 1069802 h 1476600"/>
                  <a:gd name="connsiteX7" fmla="*/ 1630334 w 3841477"/>
                  <a:gd name="connsiteY7" fmla="*/ 1344968 h 1476600"/>
                  <a:gd name="connsiteX8" fmla="*/ 1693835 w 3841477"/>
                  <a:gd name="connsiteY8" fmla="*/ 1340734 h 1476600"/>
                  <a:gd name="connsiteX9" fmla="*/ 1685369 w 3841477"/>
                  <a:gd name="connsiteY9" fmla="*/ 1150234 h 1476600"/>
                  <a:gd name="connsiteX10" fmla="*/ 1765802 w 3841477"/>
                  <a:gd name="connsiteY10" fmla="*/ 1137534 h 1476600"/>
                  <a:gd name="connsiteX11" fmla="*/ 1782737 w 3841477"/>
                  <a:gd name="connsiteY11" fmla="*/ 1361901 h 1476600"/>
                  <a:gd name="connsiteX12" fmla="*/ 1829303 w 3841477"/>
                  <a:gd name="connsiteY12" fmla="*/ 1383067 h 1476600"/>
                  <a:gd name="connsiteX13" fmla="*/ 2193369 w 3841477"/>
                  <a:gd name="connsiteY13" fmla="*/ 1391534 h 1476600"/>
                  <a:gd name="connsiteX14" fmla="*/ 2239936 w 3841477"/>
                  <a:gd name="connsiteY14" fmla="*/ 1332267 h 1476600"/>
                  <a:gd name="connsiteX15" fmla="*/ 2252636 w 3841477"/>
                  <a:gd name="connsiteY15" fmla="*/ 1171402 h 1476600"/>
                  <a:gd name="connsiteX16" fmla="*/ 2311902 w 3841477"/>
                  <a:gd name="connsiteY16" fmla="*/ 1158701 h 1476600"/>
                  <a:gd name="connsiteX17" fmla="*/ 2333069 w 3841477"/>
                  <a:gd name="connsiteY17" fmla="*/ 1353434 h 1476600"/>
                  <a:gd name="connsiteX18" fmla="*/ 2388103 w 3841477"/>
                  <a:gd name="connsiteY18" fmla="*/ 1395768 h 1476600"/>
                  <a:gd name="connsiteX19" fmla="*/ 2718302 w 3841477"/>
                  <a:gd name="connsiteY19" fmla="*/ 1294167 h 1476600"/>
                  <a:gd name="connsiteX20" fmla="*/ 3099302 w 3841477"/>
                  <a:gd name="connsiteY20" fmla="*/ 896234 h 1476600"/>
                  <a:gd name="connsiteX21" fmla="*/ 3391402 w 3841477"/>
                  <a:gd name="connsiteY21" fmla="*/ 527934 h 1476600"/>
                  <a:gd name="connsiteX22" fmla="*/ 3658102 w 3841477"/>
                  <a:gd name="connsiteY22" fmla="*/ 269701 h 1476600"/>
                  <a:gd name="connsiteX23" fmla="*/ 3785103 w 3841477"/>
                  <a:gd name="connsiteY23" fmla="*/ 19934 h 1476600"/>
                  <a:gd name="connsiteX24" fmla="*/ 3840135 w 3841477"/>
                  <a:gd name="connsiteY24" fmla="*/ 45335 h 1476600"/>
                  <a:gd name="connsiteX25" fmla="*/ 3734301 w 3841477"/>
                  <a:gd name="connsiteY25" fmla="*/ 282400 h 1476600"/>
                  <a:gd name="connsiteX26" fmla="*/ 3569202 w 3841477"/>
                  <a:gd name="connsiteY26" fmla="*/ 447501 h 1476600"/>
                  <a:gd name="connsiteX27" fmla="*/ 3340602 w 3841477"/>
                  <a:gd name="connsiteY27" fmla="*/ 688801 h 1476600"/>
                  <a:gd name="connsiteX28" fmla="*/ 3107769 w 3841477"/>
                  <a:gd name="connsiteY28" fmla="*/ 997834 h 1476600"/>
                  <a:gd name="connsiteX29" fmla="*/ 2574367 w 3841477"/>
                  <a:gd name="connsiteY29" fmla="*/ 1438100 h 1476600"/>
                  <a:gd name="connsiteX30" fmla="*/ 2278035 w 3841477"/>
                  <a:gd name="connsiteY30" fmla="*/ 1455034 h 1476600"/>
                  <a:gd name="connsiteX31" fmla="*/ 1719236 w 3841477"/>
                  <a:gd name="connsiteY31" fmla="*/ 1446568 h 1476600"/>
                  <a:gd name="connsiteX32" fmla="*/ 1554134 w 3841477"/>
                  <a:gd name="connsiteY32" fmla="*/ 1378834 h 1476600"/>
                  <a:gd name="connsiteX33" fmla="*/ 1401735 w 3841477"/>
                  <a:gd name="connsiteY33" fmla="*/ 1243368 h 1476600"/>
                  <a:gd name="connsiteX34" fmla="*/ 1135035 w 3841477"/>
                  <a:gd name="connsiteY34" fmla="*/ 1040166 h 1476600"/>
                  <a:gd name="connsiteX35" fmla="*/ 745569 w 3841477"/>
                  <a:gd name="connsiteY35" fmla="*/ 820035 h 1476600"/>
                  <a:gd name="connsiteX36" fmla="*/ 453468 w 3841477"/>
                  <a:gd name="connsiteY36" fmla="*/ 447501 h 1476600"/>
                  <a:gd name="connsiteX37" fmla="*/ 119035 w 3841477"/>
                  <a:gd name="connsiteY37" fmla="*/ 155402 h 1476600"/>
                  <a:gd name="connsiteX38" fmla="*/ 4736 w 3841477"/>
                  <a:gd name="connsiteY38" fmla="*/ 74968 h 1476600"/>
                  <a:gd name="connsiteX39" fmla="*/ 38603 w 3841477"/>
                  <a:gd name="connsiteY39" fmla="*/ 15701 h 1476600"/>
                  <a:gd name="connsiteX0" fmla="*/ 38603 w 3841477"/>
                  <a:gd name="connsiteY0" fmla="*/ 15701 h 1476600"/>
                  <a:gd name="connsiteX1" fmla="*/ 191000 w 3841477"/>
                  <a:gd name="connsiteY1" fmla="*/ 125767 h 1476600"/>
                  <a:gd name="connsiteX2" fmla="*/ 432302 w 3841477"/>
                  <a:gd name="connsiteY2" fmla="*/ 341668 h 1476600"/>
                  <a:gd name="connsiteX3" fmla="*/ 567769 w 3841477"/>
                  <a:gd name="connsiteY3" fmla="*/ 472901 h 1476600"/>
                  <a:gd name="connsiteX4" fmla="*/ 804835 w 3841477"/>
                  <a:gd name="connsiteY4" fmla="*/ 781935 h 1476600"/>
                  <a:gd name="connsiteX5" fmla="*/ 969936 w 3841477"/>
                  <a:gd name="connsiteY5" fmla="*/ 870836 h 1476600"/>
                  <a:gd name="connsiteX6" fmla="*/ 1295899 w 3841477"/>
                  <a:gd name="connsiteY6" fmla="*/ 1069802 h 1476600"/>
                  <a:gd name="connsiteX7" fmla="*/ 1630334 w 3841477"/>
                  <a:gd name="connsiteY7" fmla="*/ 1344968 h 1476600"/>
                  <a:gd name="connsiteX8" fmla="*/ 1693835 w 3841477"/>
                  <a:gd name="connsiteY8" fmla="*/ 1340734 h 1476600"/>
                  <a:gd name="connsiteX9" fmla="*/ 1685369 w 3841477"/>
                  <a:gd name="connsiteY9" fmla="*/ 1150234 h 1476600"/>
                  <a:gd name="connsiteX10" fmla="*/ 1765802 w 3841477"/>
                  <a:gd name="connsiteY10" fmla="*/ 1137534 h 1476600"/>
                  <a:gd name="connsiteX11" fmla="*/ 1782737 w 3841477"/>
                  <a:gd name="connsiteY11" fmla="*/ 1361901 h 1476600"/>
                  <a:gd name="connsiteX12" fmla="*/ 1829303 w 3841477"/>
                  <a:gd name="connsiteY12" fmla="*/ 1383067 h 1476600"/>
                  <a:gd name="connsiteX13" fmla="*/ 2193369 w 3841477"/>
                  <a:gd name="connsiteY13" fmla="*/ 1391534 h 1476600"/>
                  <a:gd name="connsiteX14" fmla="*/ 2239936 w 3841477"/>
                  <a:gd name="connsiteY14" fmla="*/ 1332267 h 1476600"/>
                  <a:gd name="connsiteX15" fmla="*/ 2252636 w 3841477"/>
                  <a:gd name="connsiteY15" fmla="*/ 1171402 h 1476600"/>
                  <a:gd name="connsiteX16" fmla="*/ 2311902 w 3841477"/>
                  <a:gd name="connsiteY16" fmla="*/ 1158701 h 1476600"/>
                  <a:gd name="connsiteX17" fmla="*/ 2333069 w 3841477"/>
                  <a:gd name="connsiteY17" fmla="*/ 1353434 h 1476600"/>
                  <a:gd name="connsiteX18" fmla="*/ 2379636 w 3841477"/>
                  <a:gd name="connsiteY18" fmla="*/ 1383068 h 1476600"/>
                  <a:gd name="connsiteX19" fmla="*/ 2718302 w 3841477"/>
                  <a:gd name="connsiteY19" fmla="*/ 1294167 h 1476600"/>
                  <a:gd name="connsiteX20" fmla="*/ 3099302 w 3841477"/>
                  <a:gd name="connsiteY20" fmla="*/ 896234 h 1476600"/>
                  <a:gd name="connsiteX21" fmla="*/ 3391402 w 3841477"/>
                  <a:gd name="connsiteY21" fmla="*/ 527934 h 1476600"/>
                  <a:gd name="connsiteX22" fmla="*/ 3658102 w 3841477"/>
                  <a:gd name="connsiteY22" fmla="*/ 269701 h 1476600"/>
                  <a:gd name="connsiteX23" fmla="*/ 3785103 w 3841477"/>
                  <a:gd name="connsiteY23" fmla="*/ 19934 h 1476600"/>
                  <a:gd name="connsiteX24" fmla="*/ 3840135 w 3841477"/>
                  <a:gd name="connsiteY24" fmla="*/ 45335 h 1476600"/>
                  <a:gd name="connsiteX25" fmla="*/ 3734301 w 3841477"/>
                  <a:gd name="connsiteY25" fmla="*/ 282400 h 1476600"/>
                  <a:gd name="connsiteX26" fmla="*/ 3569202 w 3841477"/>
                  <a:gd name="connsiteY26" fmla="*/ 447501 h 1476600"/>
                  <a:gd name="connsiteX27" fmla="*/ 3340602 w 3841477"/>
                  <a:gd name="connsiteY27" fmla="*/ 688801 h 1476600"/>
                  <a:gd name="connsiteX28" fmla="*/ 3107769 w 3841477"/>
                  <a:gd name="connsiteY28" fmla="*/ 997834 h 1476600"/>
                  <a:gd name="connsiteX29" fmla="*/ 2574367 w 3841477"/>
                  <a:gd name="connsiteY29" fmla="*/ 1438100 h 1476600"/>
                  <a:gd name="connsiteX30" fmla="*/ 2278035 w 3841477"/>
                  <a:gd name="connsiteY30" fmla="*/ 1455034 h 1476600"/>
                  <a:gd name="connsiteX31" fmla="*/ 1719236 w 3841477"/>
                  <a:gd name="connsiteY31" fmla="*/ 1446568 h 1476600"/>
                  <a:gd name="connsiteX32" fmla="*/ 1554134 w 3841477"/>
                  <a:gd name="connsiteY32" fmla="*/ 1378834 h 1476600"/>
                  <a:gd name="connsiteX33" fmla="*/ 1401735 w 3841477"/>
                  <a:gd name="connsiteY33" fmla="*/ 1243368 h 1476600"/>
                  <a:gd name="connsiteX34" fmla="*/ 1135035 w 3841477"/>
                  <a:gd name="connsiteY34" fmla="*/ 1040166 h 1476600"/>
                  <a:gd name="connsiteX35" fmla="*/ 745569 w 3841477"/>
                  <a:gd name="connsiteY35" fmla="*/ 820035 h 1476600"/>
                  <a:gd name="connsiteX36" fmla="*/ 453468 w 3841477"/>
                  <a:gd name="connsiteY36" fmla="*/ 447501 h 1476600"/>
                  <a:gd name="connsiteX37" fmla="*/ 119035 w 3841477"/>
                  <a:gd name="connsiteY37" fmla="*/ 155402 h 1476600"/>
                  <a:gd name="connsiteX38" fmla="*/ 4736 w 3841477"/>
                  <a:gd name="connsiteY38" fmla="*/ 74968 h 1476600"/>
                  <a:gd name="connsiteX39" fmla="*/ 38603 w 3841477"/>
                  <a:gd name="connsiteY39" fmla="*/ 15701 h 1476600"/>
                  <a:gd name="connsiteX0" fmla="*/ 38603 w 3841477"/>
                  <a:gd name="connsiteY0" fmla="*/ 15701 h 1457705"/>
                  <a:gd name="connsiteX1" fmla="*/ 191000 w 3841477"/>
                  <a:gd name="connsiteY1" fmla="*/ 125767 h 1457705"/>
                  <a:gd name="connsiteX2" fmla="*/ 432302 w 3841477"/>
                  <a:gd name="connsiteY2" fmla="*/ 341668 h 1457705"/>
                  <a:gd name="connsiteX3" fmla="*/ 567769 w 3841477"/>
                  <a:gd name="connsiteY3" fmla="*/ 472901 h 1457705"/>
                  <a:gd name="connsiteX4" fmla="*/ 804835 w 3841477"/>
                  <a:gd name="connsiteY4" fmla="*/ 781935 h 1457705"/>
                  <a:gd name="connsiteX5" fmla="*/ 969936 w 3841477"/>
                  <a:gd name="connsiteY5" fmla="*/ 870836 h 1457705"/>
                  <a:gd name="connsiteX6" fmla="*/ 1295899 w 3841477"/>
                  <a:gd name="connsiteY6" fmla="*/ 1069802 h 1457705"/>
                  <a:gd name="connsiteX7" fmla="*/ 1630334 w 3841477"/>
                  <a:gd name="connsiteY7" fmla="*/ 1344968 h 1457705"/>
                  <a:gd name="connsiteX8" fmla="*/ 1693835 w 3841477"/>
                  <a:gd name="connsiteY8" fmla="*/ 1340734 h 1457705"/>
                  <a:gd name="connsiteX9" fmla="*/ 1685369 w 3841477"/>
                  <a:gd name="connsiteY9" fmla="*/ 1150234 h 1457705"/>
                  <a:gd name="connsiteX10" fmla="*/ 1765802 w 3841477"/>
                  <a:gd name="connsiteY10" fmla="*/ 1137534 h 1457705"/>
                  <a:gd name="connsiteX11" fmla="*/ 1782737 w 3841477"/>
                  <a:gd name="connsiteY11" fmla="*/ 1361901 h 1457705"/>
                  <a:gd name="connsiteX12" fmla="*/ 1829303 w 3841477"/>
                  <a:gd name="connsiteY12" fmla="*/ 1383067 h 1457705"/>
                  <a:gd name="connsiteX13" fmla="*/ 2193369 w 3841477"/>
                  <a:gd name="connsiteY13" fmla="*/ 1391534 h 1457705"/>
                  <a:gd name="connsiteX14" fmla="*/ 2239936 w 3841477"/>
                  <a:gd name="connsiteY14" fmla="*/ 1332267 h 1457705"/>
                  <a:gd name="connsiteX15" fmla="*/ 2252636 w 3841477"/>
                  <a:gd name="connsiteY15" fmla="*/ 1171402 h 1457705"/>
                  <a:gd name="connsiteX16" fmla="*/ 2311902 w 3841477"/>
                  <a:gd name="connsiteY16" fmla="*/ 1158701 h 1457705"/>
                  <a:gd name="connsiteX17" fmla="*/ 2333069 w 3841477"/>
                  <a:gd name="connsiteY17" fmla="*/ 1353434 h 1457705"/>
                  <a:gd name="connsiteX18" fmla="*/ 2379636 w 3841477"/>
                  <a:gd name="connsiteY18" fmla="*/ 1383068 h 1457705"/>
                  <a:gd name="connsiteX19" fmla="*/ 2718302 w 3841477"/>
                  <a:gd name="connsiteY19" fmla="*/ 1294167 h 1457705"/>
                  <a:gd name="connsiteX20" fmla="*/ 3099302 w 3841477"/>
                  <a:gd name="connsiteY20" fmla="*/ 896234 h 1457705"/>
                  <a:gd name="connsiteX21" fmla="*/ 3391402 w 3841477"/>
                  <a:gd name="connsiteY21" fmla="*/ 527934 h 1457705"/>
                  <a:gd name="connsiteX22" fmla="*/ 3658102 w 3841477"/>
                  <a:gd name="connsiteY22" fmla="*/ 269701 h 1457705"/>
                  <a:gd name="connsiteX23" fmla="*/ 3785103 w 3841477"/>
                  <a:gd name="connsiteY23" fmla="*/ 19934 h 1457705"/>
                  <a:gd name="connsiteX24" fmla="*/ 3840135 w 3841477"/>
                  <a:gd name="connsiteY24" fmla="*/ 45335 h 1457705"/>
                  <a:gd name="connsiteX25" fmla="*/ 3734301 w 3841477"/>
                  <a:gd name="connsiteY25" fmla="*/ 282400 h 1457705"/>
                  <a:gd name="connsiteX26" fmla="*/ 3569202 w 3841477"/>
                  <a:gd name="connsiteY26" fmla="*/ 447501 h 1457705"/>
                  <a:gd name="connsiteX27" fmla="*/ 3340602 w 3841477"/>
                  <a:gd name="connsiteY27" fmla="*/ 688801 h 1457705"/>
                  <a:gd name="connsiteX28" fmla="*/ 3107769 w 3841477"/>
                  <a:gd name="connsiteY28" fmla="*/ 997834 h 1457705"/>
                  <a:gd name="connsiteX29" fmla="*/ 2591300 w 3841477"/>
                  <a:gd name="connsiteY29" fmla="*/ 1395766 h 1457705"/>
                  <a:gd name="connsiteX30" fmla="*/ 2278035 w 3841477"/>
                  <a:gd name="connsiteY30" fmla="*/ 1455034 h 1457705"/>
                  <a:gd name="connsiteX31" fmla="*/ 1719236 w 3841477"/>
                  <a:gd name="connsiteY31" fmla="*/ 1446568 h 1457705"/>
                  <a:gd name="connsiteX32" fmla="*/ 1554134 w 3841477"/>
                  <a:gd name="connsiteY32" fmla="*/ 1378834 h 1457705"/>
                  <a:gd name="connsiteX33" fmla="*/ 1401735 w 3841477"/>
                  <a:gd name="connsiteY33" fmla="*/ 1243368 h 1457705"/>
                  <a:gd name="connsiteX34" fmla="*/ 1135035 w 3841477"/>
                  <a:gd name="connsiteY34" fmla="*/ 1040166 h 1457705"/>
                  <a:gd name="connsiteX35" fmla="*/ 745569 w 3841477"/>
                  <a:gd name="connsiteY35" fmla="*/ 820035 h 1457705"/>
                  <a:gd name="connsiteX36" fmla="*/ 453468 w 3841477"/>
                  <a:gd name="connsiteY36" fmla="*/ 447501 h 1457705"/>
                  <a:gd name="connsiteX37" fmla="*/ 119035 w 3841477"/>
                  <a:gd name="connsiteY37" fmla="*/ 155402 h 1457705"/>
                  <a:gd name="connsiteX38" fmla="*/ 4736 w 3841477"/>
                  <a:gd name="connsiteY38" fmla="*/ 74968 h 1457705"/>
                  <a:gd name="connsiteX39" fmla="*/ 38603 w 3841477"/>
                  <a:gd name="connsiteY39" fmla="*/ 15701 h 1457705"/>
                  <a:gd name="connsiteX0" fmla="*/ 38603 w 3841477"/>
                  <a:gd name="connsiteY0" fmla="*/ 15701 h 1457705"/>
                  <a:gd name="connsiteX1" fmla="*/ 191000 w 3841477"/>
                  <a:gd name="connsiteY1" fmla="*/ 125767 h 1457705"/>
                  <a:gd name="connsiteX2" fmla="*/ 432302 w 3841477"/>
                  <a:gd name="connsiteY2" fmla="*/ 341668 h 1457705"/>
                  <a:gd name="connsiteX3" fmla="*/ 567769 w 3841477"/>
                  <a:gd name="connsiteY3" fmla="*/ 472901 h 1457705"/>
                  <a:gd name="connsiteX4" fmla="*/ 804835 w 3841477"/>
                  <a:gd name="connsiteY4" fmla="*/ 781935 h 1457705"/>
                  <a:gd name="connsiteX5" fmla="*/ 969936 w 3841477"/>
                  <a:gd name="connsiteY5" fmla="*/ 870836 h 1457705"/>
                  <a:gd name="connsiteX6" fmla="*/ 1295899 w 3841477"/>
                  <a:gd name="connsiteY6" fmla="*/ 1069802 h 1457705"/>
                  <a:gd name="connsiteX7" fmla="*/ 1630334 w 3841477"/>
                  <a:gd name="connsiteY7" fmla="*/ 1344968 h 1457705"/>
                  <a:gd name="connsiteX8" fmla="*/ 1693835 w 3841477"/>
                  <a:gd name="connsiteY8" fmla="*/ 1340734 h 1457705"/>
                  <a:gd name="connsiteX9" fmla="*/ 1685369 w 3841477"/>
                  <a:gd name="connsiteY9" fmla="*/ 1150234 h 1457705"/>
                  <a:gd name="connsiteX10" fmla="*/ 1765802 w 3841477"/>
                  <a:gd name="connsiteY10" fmla="*/ 1137534 h 1457705"/>
                  <a:gd name="connsiteX11" fmla="*/ 1782737 w 3841477"/>
                  <a:gd name="connsiteY11" fmla="*/ 1361901 h 1457705"/>
                  <a:gd name="connsiteX12" fmla="*/ 1829303 w 3841477"/>
                  <a:gd name="connsiteY12" fmla="*/ 1383067 h 1457705"/>
                  <a:gd name="connsiteX13" fmla="*/ 2193369 w 3841477"/>
                  <a:gd name="connsiteY13" fmla="*/ 1391534 h 1457705"/>
                  <a:gd name="connsiteX14" fmla="*/ 2239936 w 3841477"/>
                  <a:gd name="connsiteY14" fmla="*/ 1332267 h 1457705"/>
                  <a:gd name="connsiteX15" fmla="*/ 2252636 w 3841477"/>
                  <a:gd name="connsiteY15" fmla="*/ 1171402 h 1457705"/>
                  <a:gd name="connsiteX16" fmla="*/ 2311902 w 3841477"/>
                  <a:gd name="connsiteY16" fmla="*/ 1158701 h 1457705"/>
                  <a:gd name="connsiteX17" fmla="*/ 2333069 w 3841477"/>
                  <a:gd name="connsiteY17" fmla="*/ 1353434 h 1457705"/>
                  <a:gd name="connsiteX18" fmla="*/ 2379636 w 3841477"/>
                  <a:gd name="connsiteY18" fmla="*/ 1383068 h 1457705"/>
                  <a:gd name="connsiteX19" fmla="*/ 2718302 w 3841477"/>
                  <a:gd name="connsiteY19" fmla="*/ 1294167 h 1457705"/>
                  <a:gd name="connsiteX20" fmla="*/ 3099302 w 3841477"/>
                  <a:gd name="connsiteY20" fmla="*/ 896234 h 1457705"/>
                  <a:gd name="connsiteX21" fmla="*/ 3391402 w 3841477"/>
                  <a:gd name="connsiteY21" fmla="*/ 527934 h 1457705"/>
                  <a:gd name="connsiteX22" fmla="*/ 3658102 w 3841477"/>
                  <a:gd name="connsiteY22" fmla="*/ 269701 h 1457705"/>
                  <a:gd name="connsiteX23" fmla="*/ 3785103 w 3841477"/>
                  <a:gd name="connsiteY23" fmla="*/ 19934 h 1457705"/>
                  <a:gd name="connsiteX24" fmla="*/ 3840135 w 3841477"/>
                  <a:gd name="connsiteY24" fmla="*/ 45335 h 1457705"/>
                  <a:gd name="connsiteX25" fmla="*/ 3734301 w 3841477"/>
                  <a:gd name="connsiteY25" fmla="*/ 282400 h 1457705"/>
                  <a:gd name="connsiteX26" fmla="*/ 3569202 w 3841477"/>
                  <a:gd name="connsiteY26" fmla="*/ 447501 h 1457705"/>
                  <a:gd name="connsiteX27" fmla="*/ 3340602 w 3841477"/>
                  <a:gd name="connsiteY27" fmla="*/ 688801 h 1457705"/>
                  <a:gd name="connsiteX28" fmla="*/ 3107769 w 3841477"/>
                  <a:gd name="connsiteY28" fmla="*/ 997834 h 1457705"/>
                  <a:gd name="connsiteX29" fmla="*/ 2591300 w 3841477"/>
                  <a:gd name="connsiteY29" fmla="*/ 1395766 h 1457705"/>
                  <a:gd name="connsiteX30" fmla="*/ 2278035 w 3841477"/>
                  <a:gd name="connsiteY30" fmla="*/ 1455034 h 1457705"/>
                  <a:gd name="connsiteX31" fmla="*/ 1719236 w 3841477"/>
                  <a:gd name="connsiteY31" fmla="*/ 1446568 h 1457705"/>
                  <a:gd name="connsiteX32" fmla="*/ 1554134 w 3841477"/>
                  <a:gd name="connsiteY32" fmla="*/ 1378834 h 1457705"/>
                  <a:gd name="connsiteX33" fmla="*/ 1401735 w 3841477"/>
                  <a:gd name="connsiteY33" fmla="*/ 1243368 h 1457705"/>
                  <a:gd name="connsiteX34" fmla="*/ 1135035 w 3841477"/>
                  <a:gd name="connsiteY34" fmla="*/ 1040166 h 1457705"/>
                  <a:gd name="connsiteX35" fmla="*/ 745569 w 3841477"/>
                  <a:gd name="connsiteY35" fmla="*/ 820035 h 1457705"/>
                  <a:gd name="connsiteX36" fmla="*/ 453468 w 3841477"/>
                  <a:gd name="connsiteY36" fmla="*/ 447501 h 1457705"/>
                  <a:gd name="connsiteX37" fmla="*/ 119035 w 3841477"/>
                  <a:gd name="connsiteY37" fmla="*/ 155402 h 1457705"/>
                  <a:gd name="connsiteX38" fmla="*/ 4736 w 3841477"/>
                  <a:gd name="connsiteY38" fmla="*/ 74968 h 1457705"/>
                  <a:gd name="connsiteX39" fmla="*/ 38603 w 3841477"/>
                  <a:gd name="connsiteY39" fmla="*/ 15701 h 1457705"/>
                  <a:gd name="connsiteX0" fmla="*/ 38603 w 3841477"/>
                  <a:gd name="connsiteY0" fmla="*/ 15701 h 1457705"/>
                  <a:gd name="connsiteX1" fmla="*/ 191000 w 3841477"/>
                  <a:gd name="connsiteY1" fmla="*/ 125767 h 1457705"/>
                  <a:gd name="connsiteX2" fmla="*/ 432302 w 3841477"/>
                  <a:gd name="connsiteY2" fmla="*/ 341668 h 1457705"/>
                  <a:gd name="connsiteX3" fmla="*/ 567769 w 3841477"/>
                  <a:gd name="connsiteY3" fmla="*/ 472901 h 1457705"/>
                  <a:gd name="connsiteX4" fmla="*/ 804835 w 3841477"/>
                  <a:gd name="connsiteY4" fmla="*/ 781935 h 1457705"/>
                  <a:gd name="connsiteX5" fmla="*/ 969936 w 3841477"/>
                  <a:gd name="connsiteY5" fmla="*/ 870836 h 1457705"/>
                  <a:gd name="connsiteX6" fmla="*/ 1295899 w 3841477"/>
                  <a:gd name="connsiteY6" fmla="*/ 1069802 h 1457705"/>
                  <a:gd name="connsiteX7" fmla="*/ 1630334 w 3841477"/>
                  <a:gd name="connsiteY7" fmla="*/ 1344968 h 1457705"/>
                  <a:gd name="connsiteX8" fmla="*/ 1693835 w 3841477"/>
                  <a:gd name="connsiteY8" fmla="*/ 1340734 h 1457705"/>
                  <a:gd name="connsiteX9" fmla="*/ 1685369 w 3841477"/>
                  <a:gd name="connsiteY9" fmla="*/ 1150234 h 1457705"/>
                  <a:gd name="connsiteX10" fmla="*/ 1765802 w 3841477"/>
                  <a:gd name="connsiteY10" fmla="*/ 1137534 h 1457705"/>
                  <a:gd name="connsiteX11" fmla="*/ 1782737 w 3841477"/>
                  <a:gd name="connsiteY11" fmla="*/ 1361901 h 1457705"/>
                  <a:gd name="connsiteX12" fmla="*/ 1829303 w 3841477"/>
                  <a:gd name="connsiteY12" fmla="*/ 1383067 h 1457705"/>
                  <a:gd name="connsiteX13" fmla="*/ 2193369 w 3841477"/>
                  <a:gd name="connsiteY13" fmla="*/ 1391534 h 1457705"/>
                  <a:gd name="connsiteX14" fmla="*/ 2239936 w 3841477"/>
                  <a:gd name="connsiteY14" fmla="*/ 1332267 h 1457705"/>
                  <a:gd name="connsiteX15" fmla="*/ 2252636 w 3841477"/>
                  <a:gd name="connsiteY15" fmla="*/ 1171402 h 1457705"/>
                  <a:gd name="connsiteX16" fmla="*/ 2311902 w 3841477"/>
                  <a:gd name="connsiteY16" fmla="*/ 1158701 h 1457705"/>
                  <a:gd name="connsiteX17" fmla="*/ 2333069 w 3841477"/>
                  <a:gd name="connsiteY17" fmla="*/ 1353434 h 1457705"/>
                  <a:gd name="connsiteX18" fmla="*/ 2379636 w 3841477"/>
                  <a:gd name="connsiteY18" fmla="*/ 1383068 h 1457705"/>
                  <a:gd name="connsiteX19" fmla="*/ 2718302 w 3841477"/>
                  <a:gd name="connsiteY19" fmla="*/ 1294167 h 1457705"/>
                  <a:gd name="connsiteX20" fmla="*/ 3099302 w 3841477"/>
                  <a:gd name="connsiteY20" fmla="*/ 896234 h 1457705"/>
                  <a:gd name="connsiteX21" fmla="*/ 3391402 w 3841477"/>
                  <a:gd name="connsiteY21" fmla="*/ 527934 h 1457705"/>
                  <a:gd name="connsiteX22" fmla="*/ 3658102 w 3841477"/>
                  <a:gd name="connsiteY22" fmla="*/ 269701 h 1457705"/>
                  <a:gd name="connsiteX23" fmla="*/ 3785103 w 3841477"/>
                  <a:gd name="connsiteY23" fmla="*/ 19934 h 1457705"/>
                  <a:gd name="connsiteX24" fmla="*/ 3840135 w 3841477"/>
                  <a:gd name="connsiteY24" fmla="*/ 45335 h 1457705"/>
                  <a:gd name="connsiteX25" fmla="*/ 3734301 w 3841477"/>
                  <a:gd name="connsiteY25" fmla="*/ 282400 h 1457705"/>
                  <a:gd name="connsiteX26" fmla="*/ 3569202 w 3841477"/>
                  <a:gd name="connsiteY26" fmla="*/ 447501 h 1457705"/>
                  <a:gd name="connsiteX27" fmla="*/ 3340602 w 3841477"/>
                  <a:gd name="connsiteY27" fmla="*/ 688801 h 1457705"/>
                  <a:gd name="connsiteX28" fmla="*/ 3107769 w 3841477"/>
                  <a:gd name="connsiteY28" fmla="*/ 997834 h 1457705"/>
                  <a:gd name="connsiteX29" fmla="*/ 2591300 w 3841477"/>
                  <a:gd name="connsiteY29" fmla="*/ 1395766 h 1457705"/>
                  <a:gd name="connsiteX30" fmla="*/ 2278035 w 3841477"/>
                  <a:gd name="connsiteY30" fmla="*/ 1455034 h 1457705"/>
                  <a:gd name="connsiteX31" fmla="*/ 1719236 w 3841477"/>
                  <a:gd name="connsiteY31" fmla="*/ 1446568 h 1457705"/>
                  <a:gd name="connsiteX32" fmla="*/ 1554134 w 3841477"/>
                  <a:gd name="connsiteY32" fmla="*/ 1378834 h 1457705"/>
                  <a:gd name="connsiteX33" fmla="*/ 1401735 w 3841477"/>
                  <a:gd name="connsiteY33" fmla="*/ 1243368 h 1457705"/>
                  <a:gd name="connsiteX34" fmla="*/ 1135035 w 3841477"/>
                  <a:gd name="connsiteY34" fmla="*/ 1040166 h 1457705"/>
                  <a:gd name="connsiteX35" fmla="*/ 745569 w 3841477"/>
                  <a:gd name="connsiteY35" fmla="*/ 820035 h 1457705"/>
                  <a:gd name="connsiteX36" fmla="*/ 453468 w 3841477"/>
                  <a:gd name="connsiteY36" fmla="*/ 447501 h 1457705"/>
                  <a:gd name="connsiteX37" fmla="*/ 119035 w 3841477"/>
                  <a:gd name="connsiteY37" fmla="*/ 155402 h 1457705"/>
                  <a:gd name="connsiteX38" fmla="*/ 4736 w 3841477"/>
                  <a:gd name="connsiteY38" fmla="*/ 74968 h 1457705"/>
                  <a:gd name="connsiteX39" fmla="*/ 38603 w 3841477"/>
                  <a:gd name="connsiteY39" fmla="*/ 15701 h 1457705"/>
                  <a:gd name="connsiteX0" fmla="*/ 38603 w 3841477"/>
                  <a:gd name="connsiteY0" fmla="*/ 15701 h 1455853"/>
                  <a:gd name="connsiteX1" fmla="*/ 191000 w 3841477"/>
                  <a:gd name="connsiteY1" fmla="*/ 125767 h 1455853"/>
                  <a:gd name="connsiteX2" fmla="*/ 432302 w 3841477"/>
                  <a:gd name="connsiteY2" fmla="*/ 341668 h 1455853"/>
                  <a:gd name="connsiteX3" fmla="*/ 567769 w 3841477"/>
                  <a:gd name="connsiteY3" fmla="*/ 472901 h 1455853"/>
                  <a:gd name="connsiteX4" fmla="*/ 804835 w 3841477"/>
                  <a:gd name="connsiteY4" fmla="*/ 781935 h 1455853"/>
                  <a:gd name="connsiteX5" fmla="*/ 969936 w 3841477"/>
                  <a:gd name="connsiteY5" fmla="*/ 870836 h 1455853"/>
                  <a:gd name="connsiteX6" fmla="*/ 1295899 w 3841477"/>
                  <a:gd name="connsiteY6" fmla="*/ 1069802 h 1455853"/>
                  <a:gd name="connsiteX7" fmla="*/ 1630334 w 3841477"/>
                  <a:gd name="connsiteY7" fmla="*/ 1344968 h 1455853"/>
                  <a:gd name="connsiteX8" fmla="*/ 1693835 w 3841477"/>
                  <a:gd name="connsiteY8" fmla="*/ 1340734 h 1455853"/>
                  <a:gd name="connsiteX9" fmla="*/ 1685369 w 3841477"/>
                  <a:gd name="connsiteY9" fmla="*/ 1150234 h 1455853"/>
                  <a:gd name="connsiteX10" fmla="*/ 1765802 w 3841477"/>
                  <a:gd name="connsiteY10" fmla="*/ 1137534 h 1455853"/>
                  <a:gd name="connsiteX11" fmla="*/ 1782737 w 3841477"/>
                  <a:gd name="connsiteY11" fmla="*/ 1361901 h 1455853"/>
                  <a:gd name="connsiteX12" fmla="*/ 1829303 w 3841477"/>
                  <a:gd name="connsiteY12" fmla="*/ 1383067 h 1455853"/>
                  <a:gd name="connsiteX13" fmla="*/ 2193369 w 3841477"/>
                  <a:gd name="connsiteY13" fmla="*/ 1391534 h 1455853"/>
                  <a:gd name="connsiteX14" fmla="*/ 2239936 w 3841477"/>
                  <a:gd name="connsiteY14" fmla="*/ 1332267 h 1455853"/>
                  <a:gd name="connsiteX15" fmla="*/ 2252636 w 3841477"/>
                  <a:gd name="connsiteY15" fmla="*/ 1171402 h 1455853"/>
                  <a:gd name="connsiteX16" fmla="*/ 2311902 w 3841477"/>
                  <a:gd name="connsiteY16" fmla="*/ 1158701 h 1455853"/>
                  <a:gd name="connsiteX17" fmla="*/ 2333069 w 3841477"/>
                  <a:gd name="connsiteY17" fmla="*/ 1353434 h 1455853"/>
                  <a:gd name="connsiteX18" fmla="*/ 2379636 w 3841477"/>
                  <a:gd name="connsiteY18" fmla="*/ 1383068 h 1455853"/>
                  <a:gd name="connsiteX19" fmla="*/ 2718302 w 3841477"/>
                  <a:gd name="connsiteY19" fmla="*/ 1294167 h 1455853"/>
                  <a:gd name="connsiteX20" fmla="*/ 3099302 w 3841477"/>
                  <a:gd name="connsiteY20" fmla="*/ 896234 h 1455853"/>
                  <a:gd name="connsiteX21" fmla="*/ 3391402 w 3841477"/>
                  <a:gd name="connsiteY21" fmla="*/ 527934 h 1455853"/>
                  <a:gd name="connsiteX22" fmla="*/ 3658102 w 3841477"/>
                  <a:gd name="connsiteY22" fmla="*/ 269701 h 1455853"/>
                  <a:gd name="connsiteX23" fmla="*/ 3785103 w 3841477"/>
                  <a:gd name="connsiteY23" fmla="*/ 19934 h 1455853"/>
                  <a:gd name="connsiteX24" fmla="*/ 3840135 w 3841477"/>
                  <a:gd name="connsiteY24" fmla="*/ 45335 h 1455853"/>
                  <a:gd name="connsiteX25" fmla="*/ 3734301 w 3841477"/>
                  <a:gd name="connsiteY25" fmla="*/ 282400 h 1455853"/>
                  <a:gd name="connsiteX26" fmla="*/ 3569202 w 3841477"/>
                  <a:gd name="connsiteY26" fmla="*/ 447501 h 1455853"/>
                  <a:gd name="connsiteX27" fmla="*/ 3340602 w 3841477"/>
                  <a:gd name="connsiteY27" fmla="*/ 688801 h 1455853"/>
                  <a:gd name="connsiteX28" fmla="*/ 3107769 w 3841477"/>
                  <a:gd name="connsiteY28" fmla="*/ 997834 h 1455853"/>
                  <a:gd name="connsiteX29" fmla="*/ 2565900 w 3841477"/>
                  <a:gd name="connsiteY29" fmla="*/ 1429632 h 1455853"/>
                  <a:gd name="connsiteX30" fmla="*/ 2278035 w 3841477"/>
                  <a:gd name="connsiteY30" fmla="*/ 1455034 h 1455853"/>
                  <a:gd name="connsiteX31" fmla="*/ 1719236 w 3841477"/>
                  <a:gd name="connsiteY31" fmla="*/ 1446568 h 1455853"/>
                  <a:gd name="connsiteX32" fmla="*/ 1554134 w 3841477"/>
                  <a:gd name="connsiteY32" fmla="*/ 1378834 h 1455853"/>
                  <a:gd name="connsiteX33" fmla="*/ 1401735 w 3841477"/>
                  <a:gd name="connsiteY33" fmla="*/ 1243368 h 1455853"/>
                  <a:gd name="connsiteX34" fmla="*/ 1135035 w 3841477"/>
                  <a:gd name="connsiteY34" fmla="*/ 1040166 h 1455853"/>
                  <a:gd name="connsiteX35" fmla="*/ 745569 w 3841477"/>
                  <a:gd name="connsiteY35" fmla="*/ 820035 h 1455853"/>
                  <a:gd name="connsiteX36" fmla="*/ 453468 w 3841477"/>
                  <a:gd name="connsiteY36" fmla="*/ 447501 h 1455853"/>
                  <a:gd name="connsiteX37" fmla="*/ 119035 w 3841477"/>
                  <a:gd name="connsiteY37" fmla="*/ 155402 h 1455853"/>
                  <a:gd name="connsiteX38" fmla="*/ 4736 w 3841477"/>
                  <a:gd name="connsiteY38" fmla="*/ 74968 h 1455853"/>
                  <a:gd name="connsiteX39" fmla="*/ 38603 w 3841477"/>
                  <a:gd name="connsiteY39" fmla="*/ 15701 h 1455853"/>
                  <a:gd name="connsiteX0" fmla="*/ 38603 w 3841477"/>
                  <a:gd name="connsiteY0" fmla="*/ 15701 h 1455853"/>
                  <a:gd name="connsiteX1" fmla="*/ 191000 w 3841477"/>
                  <a:gd name="connsiteY1" fmla="*/ 125767 h 1455853"/>
                  <a:gd name="connsiteX2" fmla="*/ 432302 w 3841477"/>
                  <a:gd name="connsiteY2" fmla="*/ 341668 h 1455853"/>
                  <a:gd name="connsiteX3" fmla="*/ 567769 w 3841477"/>
                  <a:gd name="connsiteY3" fmla="*/ 472901 h 1455853"/>
                  <a:gd name="connsiteX4" fmla="*/ 804835 w 3841477"/>
                  <a:gd name="connsiteY4" fmla="*/ 781935 h 1455853"/>
                  <a:gd name="connsiteX5" fmla="*/ 969936 w 3841477"/>
                  <a:gd name="connsiteY5" fmla="*/ 870836 h 1455853"/>
                  <a:gd name="connsiteX6" fmla="*/ 1295899 w 3841477"/>
                  <a:gd name="connsiteY6" fmla="*/ 1069802 h 1455853"/>
                  <a:gd name="connsiteX7" fmla="*/ 1630334 w 3841477"/>
                  <a:gd name="connsiteY7" fmla="*/ 1344968 h 1455853"/>
                  <a:gd name="connsiteX8" fmla="*/ 1693835 w 3841477"/>
                  <a:gd name="connsiteY8" fmla="*/ 1340734 h 1455853"/>
                  <a:gd name="connsiteX9" fmla="*/ 1685369 w 3841477"/>
                  <a:gd name="connsiteY9" fmla="*/ 1150234 h 1455853"/>
                  <a:gd name="connsiteX10" fmla="*/ 1765802 w 3841477"/>
                  <a:gd name="connsiteY10" fmla="*/ 1137534 h 1455853"/>
                  <a:gd name="connsiteX11" fmla="*/ 1782737 w 3841477"/>
                  <a:gd name="connsiteY11" fmla="*/ 1361901 h 1455853"/>
                  <a:gd name="connsiteX12" fmla="*/ 1829303 w 3841477"/>
                  <a:gd name="connsiteY12" fmla="*/ 1383067 h 1455853"/>
                  <a:gd name="connsiteX13" fmla="*/ 2193369 w 3841477"/>
                  <a:gd name="connsiteY13" fmla="*/ 1391534 h 1455853"/>
                  <a:gd name="connsiteX14" fmla="*/ 2239936 w 3841477"/>
                  <a:gd name="connsiteY14" fmla="*/ 1332267 h 1455853"/>
                  <a:gd name="connsiteX15" fmla="*/ 2252636 w 3841477"/>
                  <a:gd name="connsiteY15" fmla="*/ 1171402 h 1455853"/>
                  <a:gd name="connsiteX16" fmla="*/ 2311902 w 3841477"/>
                  <a:gd name="connsiteY16" fmla="*/ 1158701 h 1455853"/>
                  <a:gd name="connsiteX17" fmla="*/ 2333069 w 3841477"/>
                  <a:gd name="connsiteY17" fmla="*/ 1353434 h 1455853"/>
                  <a:gd name="connsiteX18" fmla="*/ 2379636 w 3841477"/>
                  <a:gd name="connsiteY18" fmla="*/ 1383068 h 1455853"/>
                  <a:gd name="connsiteX19" fmla="*/ 2718302 w 3841477"/>
                  <a:gd name="connsiteY19" fmla="*/ 1294167 h 1455853"/>
                  <a:gd name="connsiteX20" fmla="*/ 3099302 w 3841477"/>
                  <a:gd name="connsiteY20" fmla="*/ 896234 h 1455853"/>
                  <a:gd name="connsiteX21" fmla="*/ 3391402 w 3841477"/>
                  <a:gd name="connsiteY21" fmla="*/ 527934 h 1455853"/>
                  <a:gd name="connsiteX22" fmla="*/ 3658102 w 3841477"/>
                  <a:gd name="connsiteY22" fmla="*/ 269701 h 1455853"/>
                  <a:gd name="connsiteX23" fmla="*/ 3785103 w 3841477"/>
                  <a:gd name="connsiteY23" fmla="*/ 19934 h 1455853"/>
                  <a:gd name="connsiteX24" fmla="*/ 3840135 w 3841477"/>
                  <a:gd name="connsiteY24" fmla="*/ 45335 h 1455853"/>
                  <a:gd name="connsiteX25" fmla="*/ 3734301 w 3841477"/>
                  <a:gd name="connsiteY25" fmla="*/ 282400 h 1455853"/>
                  <a:gd name="connsiteX26" fmla="*/ 3569202 w 3841477"/>
                  <a:gd name="connsiteY26" fmla="*/ 447501 h 1455853"/>
                  <a:gd name="connsiteX27" fmla="*/ 3340602 w 3841477"/>
                  <a:gd name="connsiteY27" fmla="*/ 688801 h 1455853"/>
                  <a:gd name="connsiteX28" fmla="*/ 3107769 w 3841477"/>
                  <a:gd name="connsiteY28" fmla="*/ 997834 h 1455853"/>
                  <a:gd name="connsiteX29" fmla="*/ 2565900 w 3841477"/>
                  <a:gd name="connsiteY29" fmla="*/ 1429632 h 1455853"/>
                  <a:gd name="connsiteX30" fmla="*/ 2278035 w 3841477"/>
                  <a:gd name="connsiteY30" fmla="*/ 1455034 h 1455853"/>
                  <a:gd name="connsiteX31" fmla="*/ 1719236 w 3841477"/>
                  <a:gd name="connsiteY31" fmla="*/ 1446568 h 1455853"/>
                  <a:gd name="connsiteX32" fmla="*/ 1554134 w 3841477"/>
                  <a:gd name="connsiteY32" fmla="*/ 1378834 h 1455853"/>
                  <a:gd name="connsiteX33" fmla="*/ 1401735 w 3841477"/>
                  <a:gd name="connsiteY33" fmla="*/ 1243368 h 1455853"/>
                  <a:gd name="connsiteX34" fmla="*/ 1135035 w 3841477"/>
                  <a:gd name="connsiteY34" fmla="*/ 1040166 h 1455853"/>
                  <a:gd name="connsiteX35" fmla="*/ 745569 w 3841477"/>
                  <a:gd name="connsiteY35" fmla="*/ 820035 h 1455853"/>
                  <a:gd name="connsiteX36" fmla="*/ 453468 w 3841477"/>
                  <a:gd name="connsiteY36" fmla="*/ 447501 h 1455853"/>
                  <a:gd name="connsiteX37" fmla="*/ 119035 w 3841477"/>
                  <a:gd name="connsiteY37" fmla="*/ 155402 h 1455853"/>
                  <a:gd name="connsiteX38" fmla="*/ 4736 w 3841477"/>
                  <a:gd name="connsiteY38" fmla="*/ 74968 h 1455853"/>
                  <a:gd name="connsiteX39" fmla="*/ 38603 w 3841477"/>
                  <a:gd name="connsiteY39" fmla="*/ 15701 h 1455853"/>
                  <a:gd name="connsiteX0" fmla="*/ 38603 w 3841477"/>
                  <a:gd name="connsiteY0" fmla="*/ 15701 h 1455034"/>
                  <a:gd name="connsiteX1" fmla="*/ 191000 w 3841477"/>
                  <a:gd name="connsiteY1" fmla="*/ 125767 h 1455034"/>
                  <a:gd name="connsiteX2" fmla="*/ 432302 w 3841477"/>
                  <a:gd name="connsiteY2" fmla="*/ 341668 h 1455034"/>
                  <a:gd name="connsiteX3" fmla="*/ 567769 w 3841477"/>
                  <a:gd name="connsiteY3" fmla="*/ 472901 h 1455034"/>
                  <a:gd name="connsiteX4" fmla="*/ 804835 w 3841477"/>
                  <a:gd name="connsiteY4" fmla="*/ 781935 h 1455034"/>
                  <a:gd name="connsiteX5" fmla="*/ 969936 w 3841477"/>
                  <a:gd name="connsiteY5" fmla="*/ 870836 h 1455034"/>
                  <a:gd name="connsiteX6" fmla="*/ 1295899 w 3841477"/>
                  <a:gd name="connsiteY6" fmla="*/ 1069802 h 1455034"/>
                  <a:gd name="connsiteX7" fmla="*/ 1630334 w 3841477"/>
                  <a:gd name="connsiteY7" fmla="*/ 1344968 h 1455034"/>
                  <a:gd name="connsiteX8" fmla="*/ 1693835 w 3841477"/>
                  <a:gd name="connsiteY8" fmla="*/ 1340734 h 1455034"/>
                  <a:gd name="connsiteX9" fmla="*/ 1685369 w 3841477"/>
                  <a:gd name="connsiteY9" fmla="*/ 1150234 h 1455034"/>
                  <a:gd name="connsiteX10" fmla="*/ 1765802 w 3841477"/>
                  <a:gd name="connsiteY10" fmla="*/ 1137534 h 1455034"/>
                  <a:gd name="connsiteX11" fmla="*/ 1782737 w 3841477"/>
                  <a:gd name="connsiteY11" fmla="*/ 1361901 h 1455034"/>
                  <a:gd name="connsiteX12" fmla="*/ 1829303 w 3841477"/>
                  <a:gd name="connsiteY12" fmla="*/ 1383067 h 1455034"/>
                  <a:gd name="connsiteX13" fmla="*/ 2193369 w 3841477"/>
                  <a:gd name="connsiteY13" fmla="*/ 1391534 h 1455034"/>
                  <a:gd name="connsiteX14" fmla="*/ 2239936 w 3841477"/>
                  <a:gd name="connsiteY14" fmla="*/ 1332267 h 1455034"/>
                  <a:gd name="connsiteX15" fmla="*/ 2252636 w 3841477"/>
                  <a:gd name="connsiteY15" fmla="*/ 1171402 h 1455034"/>
                  <a:gd name="connsiteX16" fmla="*/ 2311902 w 3841477"/>
                  <a:gd name="connsiteY16" fmla="*/ 1158701 h 1455034"/>
                  <a:gd name="connsiteX17" fmla="*/ 2333069 w 3841477"/>
                  <a:gd name="connsiteY17" fmla="*/ 1353434 h 1455034"/>
                  <a:gd name="connsiteX18" fmla="*/ 2379636 w 3841477"/>
                  <a:gd name="connsiteY18" fmla="*/ 1383068 h 1455034"/>
                  <a:gd name="connsiteX19" fmla="*/ 2718302 w 3841477"/>
                  <a:gd name="connsiteY19" fmla="*/ 1294167 h 1455034"/>
                  <a:gd name="connsiteX20" fmla="*/ 3099302 w 3841477"/>
                  <a:gd name="connsiteY20" fmla="*/ 896234 h 1455034"/>
                  <a:gd name="connsiteX21" fmla="*/ 3391402 w 3841477"/>
                  <a:gd name="connsiteY21" fmla="*/ 527934 h 1455034"/>
                  <a:gd name="connsiteX22" fmla="*/ 3658102 w 3841477"/>
                  <a:gd name="connsiteY22" fmla="*/ 269701 h 1455034"/>
                  <a:gd name="connsiteX23" fmla="*/ 3785103 w 3841477"/>
                  <a:gd name="connsiteY23" fmla="*/ 19934 h 1455034"/>
                  <a:gd name="connsiteX24" fmla="*/ 3840135 w 3841477"/>
                  <a:gd name="connsiteY24" fmla="*/ 45335 h 1455034"/>
                  <a:gd name="connsiteX25" fmla="*/ 3734301 w 3841477"/>
                  <a:gd name="connsiteY25" fmla="*/ 282400 h 1455034"/>
                  <a:gd name="connsiteX26" fmla="*/ 3569202 w 3841477"/>
                  <a:gd name="connsiteY26" fmla="*/ 447501 h 1455034"/>
                  <a:gd name="connsiteX27" fmla="*/ 3340602 w 3841477"/>
                  <a:gd name="connsiteY27" fmla="*/ 688801 h 1455034"/>
                  <a:gd name="connsiteX28" fmla="*/ 3107769 w 3841477"/>
                  <a:gd name="connsiteY28" fmla="*/ 997834 h 1455034"/>
                  <a:gd name="connsiteX29" fmla="*/ 2565900 w 3841477"/>
                  <a:gd name="connsiteY29" fmla="*/ 1429632 h 1455034"/>
                  <a:gd name="connsiteX30" fmla="*/ 2278035 w 3841477"/>
                  <a:gd name="connsiteY30" fmla="*/ 1455034 h 1455034"/>
                  <a:gd name="connsiteX31" fmla="*/ 1719236 w 3841477"/>
                  <a:gd name="connsiteY31" fmla="*/ 1446568 h 1455034"/>
                  <a:gd name="connsiteX32" fmla="*/ 1554134 w 3841477"/>
                  <a:gd name="connsiteY32" fmla="*/ 1378834 h 1455034"/>
                  <a:gd name="connsiteX33" fmla="*/ 1401735 w 3841477"/>
                  <a:gd name="connsiteY33" fmla="*/ 1243368 h 1455034"/>
                  <a:gd name="connsiteX34" fmla="*/ 1135035 w 3841477"/>
                  <a:gd name="connsiteY34" fmla="*/ 1040166 h 1455034"/>
                  <a:gd name="connsiteX35" fmla="*/ 745569 w 3841477"/>
                  <a:gd name="connsiteY35" fmla="*/ 820035 h 1455034"/>
                  <a:gd name="connsiteX36" fmla="*/ 453468 w 3841477"/>
                  <a:gd name="connsiteY36" fmla="*/ 447501 h 1455034"/>
                  <a:gd name="connsiteX37" fmla="*/ 119035 w 3841477"/>
                  <a:gd name="connsiteY37" fmla="*/ 155402 h 1455034"/>
                  <a:gd name="connsiteX38" fmla="*/ 4736 w 3841477"/>
                  <a:gd name="connsiteY38" fmla="*/ 74968 h 1455034"/>
                  <a:gd name="connsiteX39" fmla="*/ 38603 w 3841477"/>
                  <a:gd name="connsiteY39" fmla="*/ 15701 h 1455034"/>
                  <a:gd name="connsiteX0" fmla="*/ 38603 w 3841477"/>
                  <a:gd name="connsiteY0" fmla="*/ 15701 h 1455034"/>
                  <a:gd name="connsiteX1" fmla="*/ 191000 w 3841477"/>
                  <a:gd name="connsiteY1" fmla="*/ 125767 h 1455034"/>
                  <a:gd name="connsiteX2" fmla="*/ 432302 w 3841477"/>
                  <a:gd name="connsiteY2" fmla="*/ 341668 h 1455034"/>
                  <a:gd name="connsiteX3" fmla="*/ 567769 w 3841477"/>
                  <a:gd name="connsiteY3" fmla="*/ 472901 h 1455034"/>
                  <a:gd name="connsiteX4" fmla="*/ 804835 w 3841477"/>
                  <a:gd name="connsiteY4" fmla="*/ 781935 h 1455034"/>
                  <a:gd name="connsiteX5" fmla="*/ 969936 w 3841477"/>
                  <a:gd name="connsiteY5" fmla="*/ 870836 h 1455034"/>
                  <a:gd name="connsiteX6" fmla="*/ 1295899 w 3841477"/>
                  <a:gd name="connsiteY6" fmla="*/ 1069802 h 1455034"/>
                  <a:gd name="connsiteX7" fmla="*/ 1630334 w 3841477"/>
                  <a:gd name="connsiteY7" fmla="*/ 1344968 h 1455034"/>
                  <a:gd name="connsiteX8" fmla="*/ 1693835 w 3841477"/>
                  <a:gd name="connsiteY8" fmla="*/ 1340734 h 1455034"/>
                  <a:gd name="connsiteX9" fmla="*/ 1685369 w 3841477"/>
                  <a:gd name="connsiteY9" fmla="*/ 1150234 h 1455034"/>
                  <a:gd name="connsiteX10" fmla="*/ 1765802 w 3841477"/>
                  <a:gd name="connsiteY10" fmla="*/ 1137534 h 1455034"/>
                  <a:gd name="connsiteX11" fmla="*/ 1782737 w 3841477"/>
                  <a:gd name="connsiteY11" fmla="*/ 1361901 h 1455034"/>
                  <a:gd name="connsiteX12" fmla="*/ 1829303 w 3841477"/>
                  <a:gd name="connsiteY12" fmla="*/ 1383067 h 1455034"/>
                  <a:gd name="connsiteX13" fmla="*/ 2193369 w 3841477"/>
                  <a:gd name="connsiteY13" fmla="*/ 1391534 h 1455034"/>
                  <a:gd name="connsiteX14" fmla="*/ 2239936 w 3841477"/>
                  <a:gd name="connsiteY14" fmla="*/ 1332267 h 1455034"/>
                  <a:gd name="connsiteX15" fmla="*/ 2252636 w 3841477"/>
                  <a:gd name="connsiteY15" fmla="*/ 1171402 h 1455034"/>
                  <a:gd name="connsiteX16" fmla="*/ 2311902 w 3841477"/>
                  <a:gd name="connsiteY16" fmla="*/ 1158701 h 1455034"/>
                  <a:gd name="connsiteX17" fmla="*/ 2333069 w 3841477"/>
                  <a:gd name="connsiteY17" fmla="*/ 1353434 h 1455034"/>
                  <a:gd name="connsiteX18" fmla="*/ 2379636 w 3841477"/>
                  <a:gd name="connsiteY18" fmla="*/ 1383068 h 1455034"/>
                  <a:gd name="connsiteX19" fmla="*/ 2578602 w 3841477"/>
                  <a:gd name="connsiteY19" fmla="*/ 1340733 h 1455034"/>
                  <a:gd name="connsiteX20" fmla="*/ 3099302 w 3841477"/>
                  <a:gd name="connsiteY20" fmla="*/ 896234 h 1455034"/>
                  <a:gd name="connsiteX21" fmla="*/ 3391402 w 3841477"/>
                  <a:gd name="connsiteY21" fmla="*/ 527934 h 1455034"/>
                  <a:gd name="connsiteX22" fmla="*/ 3658102 w 3841477"/>
                  <a:gd name="connsiteY22" fmla="*/ 269701 h 1455034"/>
                  <a:gd name="connsiteX23" fmla="*/ 3785103 w 3841477"/>
                  <a:gd name="connsiteY23" fmla="*/ 19934 h 1455034"/>
                  <a:gd name="connsiteX24" fmla="*/ 3840135 w 3841477"/>
                  <a:gd name="connsiteY24" fmla="*/ 45335 h 1455034"/>
                  <a:gd name="connsiteX25" fmla="*/ 3734301 w 3841477"/>
                  <a:gd name="connsiteY25" fmla="*/ 282400 h 1455034"/>
                  <a:gd name="connsiteX26" fmla="*/ 3569202 w 3841477"/>
                  <a:gd name="connsiteY26" fmla="*/ 447501 h 1455034"/>
                  <a:gd name="connsiteX27" fmla="*/ 3340602 w 3841477"/>
                  <a:gd name="connsiteY27" fmla="*/ 688801 h 1455034"/>
                  <a:gd name="connsiteX28" fmla="*/ 3107769 w 3841477"/>
                  <a:gd name="connsiteY28" fmla="*/ 997834 h 1455034"/>
                  <a:gd name="connsiteX29" fmla="*/ 2565900 w 3841477"/>
                  <a:gd name="connsiteY29" fmla="*/ 1429632 h 1455034"/>
                  <a:gd name="connsiteX30" fmla="*/ 2278035 w 3841477"/>
                  <a:gd name="connsiteY30" fmla="*/ 1455034 h 1455034"/>
                  <a:gd name="connsiteX31" fmla="*/ 1719236 w 3841477"/>
                  <a:gd name="connsiteY31" fmla="*/ 1446568 h 1455034"/>
                  <a:gd name="connsiteX32" fmla="*/ 1554134 w 3841477"/>
                  <a:gd name="connsiteY32" fmla="*/ 1378834 h 1455034"/>
                  <a:gd name="connsiteX33" fmla="*/ 1401735 w 3841477"/>
                  <a:gd name="connsiteY33" fmla="*/ 1243368 h 1455034"/>
                  <a:gd name="connsiteX34" fmla="*/ 1135035 w 3841477"/>
                  <a:gd name="connsiteY34" fmla="*/ 1040166 h 1455034"/>
                  <a:gd name="connsiteX35" fmla="*/ 745569 w 3841477"/>
                  <a:gd name="connsiteY35" fmla="*/ 820035 h 1455034"/>
                  <a:gd name="connsiteX36" fmla="*/ 453468 w 3841477"/>
                  <a:gd name="connsiteY36" fmla="*/ 447501 h 1455034"/>
                  <a:gd name="connsiteX37" fmla="*/ 119035 w 3841477"/>
                  <a:gd name="connsiteY37" fmla="*/ 155402 h 1455034"/>
                  <a:gd name="connsiteX38" fmla="*/ 4736 w 3841477"/>
                  <a:gd name="connsiteY38" fmla="*/ 74968 h 1455034"/>
                  <a:gd name="connsiteX39" fmla="*/ 38603 w 3841477"/>
                  <a:gd name="connsiteY39" fmla="*/ 15701 h 1455034"/>
                  <a:gd name="connsiteX0" fmla="*/ 38603 w 3841477"/>
                  <a:gd name="connsiteY0" fmla="*/ 15701 h 1455034"/>
                  <a:gd name="connsiteX1" fmla="*/ 191000 w 3841477"/>
                  <a:gd name="connsiteY1" fmla="*/ 125767 h 1455034"/>
                  <a:gd name="connsiteX2" fmla="*/ 432302 w 3841477"/>
                  <a:gd name="connsiteY2" fmla="*/ 341668 h 1455034"/>
                  <a:gd name="connsiteX3" fmla="*/ 567769 w 3841477"/>
                  <a:gd name="connsiteY3" fmla="*/ 472901 h 1455034"/>
                  <a:gd name="connsiteX4" fmla="*/ 804835 w 3841477"/>
                  <a:gd name="connsiteY4" fmla="*/ 781935 h 1455034"/>
                  <a:gd name="connsiteX5" fmla="*/ 969936 w 3841477"/>
                  <a:gd name="connsiteY5" fmla="*/ 870836 h 1455034"/>
                  <a:gd name="connsiteX6" fmla="*/ 1295899 w 3841477"/>
                  <a:gd name="connsiteY6" fmla="*/ 1069802 h 1455034"/>
                  <a:gd name="connsiteX7" fmla="*/ 1630334 w 3841477"/>
                  <a:gd name="connsiteY7" fmla="*/ 1344968 h 1455034"/>
                  <a:gd name="connsiteX8" fmla="*/ 1693835 w 3841477"/>
                  <a:gd name="connsiteY8" fmla="*/ 1340734 h 1455034"/>
                  <a:gd name="connsiteX9" fmla="*/ 1685369 w 3841477"/>
                  <a:gd name="connsiteY9" fmla="*/ 1150234 h 1455034"/>
                  <a:gd name="connsiteX10" fmla="*/ 1765802 w 3841477"/>
                  <a:gd name="connsiteY10" fmla="*/ 1137534 h 1455034"/>
                  <a:gd name="connsiteX11" fmla="*/ 1782737 w 3841477"/>
                  <a:gd name="connsiteY11" fmla="*/ 1361901 h 1455034"/>
                  <a:gd name="connsiteX12" fmla="*/ 1829303 w 3841477"/>
                  <a:gd name="connsiteY12" fmla="*/ 1383067 h 1455034"/>
                  <a:gd name="connsiteX13" fmla="*/ 2193369 w 3841477"/>
                  <a:gd name="connsiteY13" fmla="*/ 1391534 h 1455034"/>
                  <a:gd name="connsiteX14" fmla="*/ 2239936 w 3841477"/>
                  <a:gd name="connsiteY14" fmla="*/ 1332267 h 1455034"/>
                  <a:gd name="connsiteX15" fmla="*/ 2252636 w 3841477"/>
                  <a:gd name="connsiteY15" fmla="*/ 1171402 h 1455034"/>
                  <a:gd name="connsiteX16" fmla="*/ 2311902 w 3841477"/>
                  <a:gd name="connsiteY16" fmla="*/ 1158701 h 1455034"/>
                  <a:gd name="connsiteX17" fmla="*/ 2333069 w 3841477"/>
                  <a:gd name="connsiteY17" fmla="*/ 1353434 h 1455034"/>
                  <a:gd name="connsiteX18" fmla="*/ 2379636 w 3841477"/>
                  <a:gd name="connsiteY18" fmla="*/ 1383068 h 1455034"/>
                  <a:gd name="connsiteX19" fmla="*/ 2578602 w 3841477"/>
                  <a:gd name="connsiteY19" fmla="*/ 1340733 h 1455034"/>
                  <a:gd name="connsiteX20" fmla="*/ 3099302 w 3841477"/>
                  <a:gd name="connsiteY20" fmla="*/ 896234 h 1455034"/>
                  <a:gd name="connsiteX21" fmla="*/ 3391402 w 3841477"/>
                  <a:gd name="connsiteY21" fmla="*/ 527934 h 1455034"/>
                  <a:gd name="connsiteX22" fmla="*/ 3658102 w 3841477"/>
                  <a:gd name="connsiteY22" fmla="*/ 269701 h 1455034"/>
                  <a:gd name="connsiteX23" fmla="*/ 3785103 w 3841477"/>
                  <a:gd name="connsiteY23" fmla="*/ 19934 h 1455034"/>
                  <a:gd name="connsiteX24" fmla="*/ 3840135 w 3841477"/>
                  <a:gd name="connsiteY24" fmla="*/ 45335 h 1455034"/>
                  <a:gd name="connsiteX25" fmla="*/ 3734301 w 3841477"/>
                  <a:gd name="connsiteY25" fmla="*/ 282400 h 1455034"/>
                  <a:gd name="connsiteX26" fmla="*/ 3569202 w 3841477"/>
                  <a:gd name="connsiteY26" fmla="*/ 447501 h 1455034"/>
                  <a:gd name="connsiteX27" fmla="*/ 3340602 w 3841477"/>
                  <a:gd name="connsiteY27" fmla="*/ 688801 h 1455034"/>
                  <a:gd name="connsiteX28" fmla="*/ 3107769 w 3841477"/>
                  <a:gd name="connsiteY28" fmla="*/ 997834 h 1455034"/>
                  <a:gd name="connsiteX29" fmla="*/ 2565900 w 3841477"/>
                  <a:gd name="connsiteY29" fmla="*/ 1429632 h 1455034"/>
                  <a:gd name="connsiteX30" fmla="*/ 2278035 w 3841477"/>
                  <a:gd name="connsiteY30" fmla="*/ 1455034 h 1455034"/>
                  <a:gd name="connsiteX31" fmla="*/ 1719236 w 3841477"/>
                  <a:gd name="connsiteY31" fmla="*/ 1446568 h 1455034"/>
                  <a:gd name="connsiteX32" fmla="*/ 1554134 w 3841477"/>
                  <a:gd name="connsiteY32" fmla="*/ 1378834 h 1455034"/>
                  <a:gd name="connsiteX33" fmla="*/ 1401735 w 3841477"/>
                  <a:gd name="connsiteY33" fmla="*/ 1243368 h 1455034"/>
                  <a:gd name="connsiteX34" fmla="*/ 1135035 w 3841477"/>
                  <a:gd name="connsiteY34" fmla="*/ 1040166 h 1455034"/>
                  <a:gd name="connsiteX35" fmla="*/ 745569 w 3841477"/>
                  <a:gd name="connsiteY35" fmla="*/ 820035 h 1455034"/>
                  <a:gd name="connsiteX36" fmla="*/ 453468 w 3841477"/>
                  <a:gd name="connsiteY36" fmla="*/ 447501 h 1455034"/>
                  <a:gd name="connsiteX37" fmla="*/ 119035 w 3841477"/>
                  <a:gd name="connsiteY37" fmla="*/ 155402 h 1455034"/>
                  <a:gd name="connsiteX38" fmla="*/ 4736 w 3841477"/>
                  <a:gd name="connsiteY38" fmla="*/ 74968 h 1455034"/>
                  <a:gd name="connsiteX39" fmla="*/ 38603 w 3841477"/>
                  <a:gd name="connsiteY39" fmla="*/ 15701 h 1455034"/>
                  <a:gd name="connsiteX0" fmla="*/ 38603 w 3841477"/>
                  <a:gd name="connsiteY0" fmla="*/ 15701 h 1455034"/>
                  <a:gd name="connsiteX1" fmla="*/ 191000 w 3841477"/>
                  <a:gd name="connsiteY1" fmla="*/ 125767 h 1455034"/>
                  <a:gd name="connsiteX2" fmla="*/ 432302 w 3841477"/>
                  <a:gd name="connsiteY2" fmla="*/ 341668 h 1455034"/>
                  <a:gd name="connsiteX3" fmla="*/ 567769 w 3841477"/>
                  <a:gd name="connsiteY3" fmla="*/ 472901 h 1455034"/>
                  <a:gd name="connsiteX4" fmla="*/ 804835 w 3841477"/>
                  <a:gd name="connsiteY4" fmla="*/ 781935 h 1455034"/>
                  <a:gd name="connsiteX5" fmla="*/ 969936 w 3841477"/>
                  <a:gd name="connsiteY5" fmla="*/ 870836 h 1455034"/>
                  <a:gd name="connsiteX6" fmla="*/ 1295899 w 3841477"/>
                  <a:gd name="connsiteY6" fmla="*/ 1069802 h 1455034"/>
                  <a:gd name="connsiteX7" fmla="*/ 1630334 w 3841477"/>
                  <a:gd name="connsiteY7" fmla="*/ 1344968 h 1455034"/>
                  <a:gd name="connsiteX8" fmla="*/ 1693835 w 3841477"/>
                  <a:gd name="connsiteY8" fmla="*/ 1340734 h 1455034"/>
                  <a:gd name="connsiteX9" fmla="*/ 1685369 w 3841477"/>
                  <a:gd name="connsiteY9" fmla="*/ 1150234 h 1455034"/>
                  <a:gd name="connsiteX10" fmla="*/ 1765802 w 3841477"/>
                  <a:gd name="connsiteY10" fmla="*/ 1137534 h 1455034"/>
                  <a:gd name="connsiteX11" fmla="*/ 1782737 w 3841477"/>
                  <a:gd name="connsiteY11" fmla="*/ 1361901 h 1455034"/>
                  <a:gd name="connsiteX12" fmla="*/ 1829303 w 3841477"/>
                  <a:gd name="connsiteY12" fmla="*/ 1383067 h 1455034"/>
                  <a:gd name="connsiteX13" fmla="*/ 2193369 w 3841477"/>
                  <a:gd name="connsiteY13" fmla="*/ 1391534 h 1455034"/>
                  <a:gd name="connsiteX14" fmla="*/ 2239936 w 3841477"/>
                  <a:gd name="connsiteY14" fmla="*/ 1332267 h 1455034"/>
                  <a:gd name="connsiteX15" fmla="*/ 2252636 w 3841477"/>
                  <a:gd name="connsiteY15" fmla="*/ 1171402 h 1455034"/>
                  <a:gd name="connsiteX16" fmla="*/ 2311902 w 3841477"/>
                  <a:gd name="connsiteY16" fmla="*/ 1158701 h 1455034"/>
                  <a:gd name="connsiteX17" fmla="*/ 2333069 w 3841477"/>
                  <a:gd name="connsiteY17" fmla="*/ 1353434 h 1455034"/>
                  <a:gd name="connsiteX18" fmla="*/ 2379636 w 3841477"/>
                  <a:gd name="connsiteY18" fmla="*/ 1383068 h 1455034"/>
                  <a:gd name="connsiteX19" fmla="*/ 2578602 w 3841477"/>
                  <a:gd name="connsiteY19" fmla="*/ 1340733 h 1455034"/>
                  <a:gd name="connsiteX20" fmla="*/ 3099302 w 3841477"/>
                  <a:gd name="connsiteY20" fmla="*/ 896234 h 1455034"/>
                  <a:gd name="connsiteX21" fmla="*/ 3391402 w 3841477"/>
                  <a:gd name="connsiteY21" fmla="*/ 527934 h 1455034"/>
                  <a:gd name="connsiteX22" fmla="*/ 3658102 w 3841477"/>
                  <a:gd name="connsiteY22" fmla="*/ 269701 h 1455034"/>
                  <a:gd name="connsiteX23" fmla="*/ 3785103 w 3841477"/>
                  <a:gd name="connsiteY23" fmla="*/ 19934 h 1455034"/>
                  <a:gd name="connsiteX24" fmla="*/ 3840135 w 3841477"/>
                  <a:gd name="connsiteY24" fmla="*/ 45335 h 1455034"/>
                  <a:gd name="connsiteX25" fmla="*/ 3734301 w 3841477"/>
                  <a:gd name="connsiteY25" fmla="*/ 282400 h 1455034"/>
                  <a:gd name="connsiteX26" fmla="*/ 3569202 w 3841477"/>
                  <a:gd name="connsiteY26" fmla="*/ 447501 h 1455034"/>
                  <a:gd name="connsiteX27" fmla="*/ 3340602 w 3841477"/>
                  <a:gd name="connsiteY27" fmla="*/ 688801 h 1455034"/>
                  <a:gd name="connsiteX28" fmla="*/ 3107769 w 3841477"/>
                  <a:gd name="connsiteY28" fmla="*/ 997834 h 1455034"/>
                  <a:gd name="connsiteX29" fmla="*/ 2565900 w 3841477"/>
                  <a:gd name="connsiteY29" fmla="*/ 1429632 h 1455034"/>
                  <a:gd name="connsiteX30" fmla="*/ 2278035 w 3841477"/>
                  <a:gd name="connsiteY30" fmla="*/ 1455034 h 1455034"/>
                  <a:gd name="connsiteX31" fmla="*/ 1719236 w 3841477"/>
                  <a:gd name="connsiteY31" fmla="*/ 1446568 h 1455034"/>
                  <a:gd name="connsiteX32" fmla="*/ 1554134 w 3841477"/>
                  <a:gd name="connsiteY32" fmla="*/ 1378834 h 1455034"/>
                  <a:gd name="connsiteX33" fmla="*/ 1401735 w 3841477"/>
                  <a:gd name="connsiteY33" fmla="*/ 1243368 h 1455034"/>
                  <a:gd name="connsiteX34" fmla="*/ 1135035 w 3841477"/>
                  <a:gd name="connsiteY34" fmla="*/ 1040166 h 1455034"/>
                  <a:gd name="connsiteX35" fmla="*/ 745569 w 3841477"/>
                  <a:gd name="connsiteY35" fmla="*/ 820035 h 1455034"/>
                  <a:gd name="connsiteX36" fmla="*/ 453468 w 3841477"/>
                  <a:gd name="connsiteY36" fmla="*/ 447501 h 1455034"/>
                  <a:gd name="connsiteX37" fmla="*/ 119035 w 3841477"/>
                  <a:gd name="connsiteY37" fmla="*/ 155402 h 1455034"/>
                  <a:gd name="connsiteX38" fmla="*/ 4736 w 3841477"/>
                  <a:gd name="connsiteY38" fmla="*/ 74968 h 1455034"/>
                  <a:gd name="connsiteX39" fmla="*/ 38603 w 3841477"/>
                  <a:gd name="connsiteY39" fmla="*/ 15701 h 1455034"/>
                  <a:gd name="connsiteX0" fmla="*/ 38603 w 3841477"/>
                  <a:gd name="connsiteY0" fmla="*/ 15701 h 1455034"/>
                  <a:gd name="connsiteX1" fmla="*/ 191000 w 3841477"/>
                  <a:gd name="connsiteY1" fmla="*/ 125767 h 1455034"/>
                  <a:gd name="connsiteX2" fmla="*/ 432302 w 3841477"/>
                  <a:gd name="connsiteY2" fmla="*/ 341668 h 1455034"/>
                  <a:gd name="connsiteX3" fmla="*/ 567769 w 3841477"/>
                  <a:gd name="connsiteY3" fmla="*/ 472901 h 1455034"/>
                  <a:gd name="connsiteX4" fmla="*/ 804835 w 3841477"/>
                  <a:gd name="connsiteY4" fmla="*/ 781935 h 1455034"/>
                  <a:gd name="connsiteX5" fmla="*/ 969936 w 3841477"/>
                  <a:gd name="connsiteY5" fmla="*/ 870836 h 1455034"/>
                  <a:gd name="connsiteX6" fmla="*/ 1295899 w 3841477"/>
                  <a:gd name="connsiteY6" fmla="*/ 1069802 h 1455034"/>
                  <a:gd name="connsiteX7" fmla="*/ 1630334 w 3841477"/>
                  <a:gd name="connsiteY7" fmla="*/ 1344968 h 1455034"/>
                  <a:gd name="connsiteX8" fmla="*/ 1693835 w 3841477"/>
                  <a:gd name="connsiteY8" fmla="*/ 1340734 h 1455034"/>
                  <a:gd name="connsiteX9" fmla="*/ 1685369 w 3841477"/>
                  <a:gd name="connsiteY9" fmla="*/ 1150234 h 1455034"/>
                  <a:gd name="connsiteX10" fmla="*/ 1765802 w 3841477"/>
                  <a:gd name="connsiteY10" fmla="*/ 1137534 h 1455034"/>
                  <a:gd name="connsiteX11" fmla="*/ 1782737 w 3841477"/>
                  <a:gd name="connsiteY11" fmla="*/ 1361901 h 1455034"/>
                  <a:gd name="connsiteX12" fmla="*/ 1829303 w 3841477"/>
                  <a:gd name="connsiteY12" fmla="*/ 1383067 h 1455034"/>
                  <a:gd name="connsiteX13" fmla="*/ 2193369 w 3841477"/>
                  <a:gd name="connsiteY13" fmla="*/ 1391534 h 1455034"/>
                  <a:gd name="connsiteX14" fmla="*/ 2239936 w 3841477"/>
                  <a:gd name="connsiteY14" fmla="*/ 1332267 h 1455034"/>
                  <a:gd name="connsiteX15" fmla="*/ 2252636 w 3841477"/>
                  <a:gd name="connsiteY15" fmla="*/ 1171402 h 1455034"/>
                  <a:gd name="connsiteX16" fmla="*/ 2311902 w 3841477"/>
                  <a:gd name="connsiteY16" fmla="*/ 1158701 h 1455034"/>
                  <a:gd name="connsiteX17" fmla="*/ 2333069 w 3841477"/>
                  <a:gd name="connsiteY17" fmla="*/ 1353434 h 1455034"/>
                  <a:gd name="connsiteX18" fmla="*/ 2379636 w 3841477"/>
                  <a:gd name="connsiteY18" fmla="*/ 1383068 h 1455034"/>
                  <a:gd name="connsiteX19" fmla="*/ 2578602 w 3841477"/>
                  <a:gd name="connsiteY19" fmla="*/ 1340733 h 1455034"/>
                  <a:gd name="connsiteX20" fmla="*/ 3099302 w 3841477"/>
                  <a:gd name="connsiteY20" fmla="*/ 896234 h 1455034"/>
                  <a:gd name="connsiteX21" fmla="*/ 3391402 w 3841477"/>
                  <a:gd name="connsiteY21" fmla="*/ 527934 h 1455034"/>
                  <a:gd name="connsiteX22" fmla="*/ 3658102 w 3841477"/>
                  <a:gd name="connsiteY22" fmla="*/ 269701 h 1455034"/>
                  <a:gd name="connsiteX23" fmla="*/ 3785103 w 3841477"/>
                  <a:gd name="connsiteY23" fmla="*/ 19934 h 1455034"/>
                  <a:gd name="connsiteX24" fmla="*/ 3840135 w 3841477"/>
                  <a:gd name="connsiteY24" fmla="*/ 45335 h 1455034"/>
                  <a:gd name="connsiteX25" fmla="*/ 3734301 w 3841477"/>
                  <a:gd name="connsiteY25" fmla="*/ 282400 h 1455034"/>
                  <a:gd name="connsiteX26" fmla="*/ 3569202 w 3841477"/>
                  <a:gd name="connsiteY26" fmla="*/ 447501 h 1455034"/>
                  <a:gd name="connsiteX27" fmla="*/ 3340602 w 3841477"/>
                  <a:gd name="connsiteY27" fmla="*/ 688801 h 1455034"/>
                  <a:gd name="connsiteX28" fmla="*/ 3107769 w 3841477"/>
                  <a:gd name="connsiteY28" fmla="*/ 997834 h 1455034"/>
                  <a:gd name="connsiteX29" fmla="*/ 2565900 w 3841477"/>
                  <a:gd name="connsiteY29" fmla="*/ 1429632 h 1455034"/>
                  <a:gd name="connsiteX30" fmla="*/ 2278035 w 3841477"/>
                  <a:gd name="connsiteY30" fmla="*/ 1455034 h 1455034"/>
                  <a:gd name="connsiteX31" fmla="*/ 1719236 w 3841477"/>
                  <a:gd name="connsiteY31" fmla="*/ 1446568 h 1455034"/>
                  <a:gd name="connsiteX32" fmla="*/ 1554134 w 3841477"/>
                  <a:gd name="connsiteY32" fmla="*/ 1378834 h 1455034"/>
                  <a:gd name="connsiteX33" fmla="*/ 1401735 w 3841477"/>
                  <a:gd name="connsiteY33" fmla="*/ 1243368 h 1455034"/>
                  <a:gd name="connsiteX34" fmla="*/ 1135035 w 3841477"/>
                  <a:gd name="connsiteY34" fmla="*/ 1040166 h 1455034"/>
                  <a:gd name="connsiteX35" fmla="*/ 745569 w 3841477"/>
                  <a:gd name="connsiteY35" fmla="*/ 820035 h 1455034"/>
                  <a:gd name="connsiteX36" fmla="*/ 453468 w 3841477"/>
                  <a:gd name="connsiteY36" fmla="*/ 447501 h 1455034"/>
                  <a:gd name="connsiteX37" fmla="*/ 119035 w 3841477"/>
                  <a:gd name="connsiteY37" fmla="*/ 155402 h 1455034"/>
                  <a:gd name="connsiteX38" fmla="*/ 4736 w 3841477"/>
                  <a:gd name="connsiteY38" fmla="*/ 74968 h 1455034"/>
                  <a:gd name="connsiteX39" fmla="*/ 38603 w 3841477"/>
                  <a:gd name="connsiteY39" fmla="*/ 15701 h 1455034"/>
                  <a:gd name="connsiteX0" fmla="*/ 38603 w 3841477"/>
                  <a:gd name="connsiteY0" fmla="*/ 15701 h 1455034"/>
                  <a:gd name="connsiteX1" fmla="*/ 191000 w 3841477"/>
                  <a:gd name="connsiteY1" fmla="*/ 125767 h 1455034"/>
                  <a:gd name="connsiteX2" fmla="*/ 432302 w 3841477"/>
                  <a:gd name="connsiteY2" fmla="*/ 341668 h 1455034"/>
                  <a:gd name="connsiteX3" fmla="*/ 567769 w 3841477"/>
                  <a:gd name="connsiteY3" fmla="*/ 472901 h 1455034"/>
                  <a:gd name="connsiteX4" fmla="*/ 804835 w 3841477"/>
                  <a:gd name="connsiteY4" fmla="*/ 781935 h 1455034"/>
                  <a:gd name="connsiteX5" fmla="*/ 969936 w 3841477"/>
                  <a:gd name="connsiteY5" fmla="*/ 870836 h 1455034"/>
                  <a:gd name="connsiteX6" fmla="*/ 1295899 w 3841477"/>
                  <a:gd name="connsiteY6" fmla="*/ 1069802 h 1455034"/>
                  <a:gd name="connsiteX7" fmla="*/ 1630334 w 3841477"/>
                  <a:gd name="connsiteY7" fmla="*/ 1344968 h 1455034"/>
                  <a:gd name="connsiteX8" fmla="*/ 1693835 w 3841477"/>
                  <a:gd name="connsiteY8" fmla="*/ 1340734 h 1455034"/>
                  <a:gd name="connsiteX9" fmla="*/ 1685369 w 3841477"/>
                  <a:gd name="connsiteY9" fmla="*/ 1150234 h 1455034"/>
                  <a:gd name="connsiteX10" fmla="*/ 1765802 w 3841477"/>
                  <a:gd name="connsiteY10" fmla="*/ 1137534 h 1455034"/>
                  <a:gd name="connsiteX11" fmla="*/ 1782737 w 3841477"/>
                  <a:gd name="connsiteY11" fmla="*/ 1361901 h 1455034"/>
                  <a:gd name="connsiteX12" fmla="*/ 1829303 w 3841477"/>
                  <a:gd name="connsiteY12" fmla="*/ 1383067 h 1455034"/>
                  <a:gd name="connsiteX13" fmla="*/ 2193369 w 3841477"/>
                  <a:gd name="connsiteY13" fmla="*/ 1391534 h 1455034"/>
                  <a:gd name="connsiteX14" fmla="*/ 2239936 w 3841477"/>
                  <a:gd name="connsiteY14" fmla="*/ 1332267 h 1455034"/>
                  <a:gd name="connsiteX15" fmla="*/ 2252636 w 3841477"/>
                  <a:gd name="connsiteY15" fmla="*/ 1171402 h 1455034"/>
                  <a:gd name="connsiteX16" fmla="*/ 2311902 w 3841477"/>
                  <a:gd name="connsiteY16" fmla="*/ 1158701 h 1455034"/>
                  <a:gd name="connsiteX17" fmla="*/ 2333069 w 3841477"/>
                  <a:gd name="connsiteY17" fmla="*/ 1353434 h 1455034"/>
                  <a:gd name="connsiteX18" fmla="*/ 2379636 w 3841477"/>
                  <a:gd name="connsiteY18" fmla="*/ 1383068 h 1455034"/>
                  <a:gd name="connsiteX19" fmla="*/ 2582835 w 3841477"/>
                  <a:gd name="connsiteY19" fmla="*/ 1349199 h 1455034"/>
                  <a:gd name="connsiteX20" fmla="*/ 3099302 w 3841477"/>
                  <a:gd name="connsiteY20" fmla="*/ 896234 h 1455034"/>
                  <a:gd name="connsiteX21" fmla="*/ 3391402 w 3841477"/>
                  <a:gd name="connsiteY21" fmla="*/ 527934 h 1455034"/>
                  <a:gd name="connsiteX22" fmla="*/ 3658102 w 3841477"/>
                  <a:gd name="connsiteY22" fmla="*/ 269701 h 1455034"/>
                  <a:gd name="connsiteX23" fmla="*/ 3785103 w 3841477"/>
                  <a:gd name="connsiteY23" fmla="*/ 19934 h 1455034"/>
                  <a:gd name="connsiteX24" fmla="*/ 3840135 w 3841477"/>
                  <a:gd name="connsiteY24" fmla="*/ 45335 h 1455034"/>
                  <a:gd name="connsiteX25" fmla="*/ 3734301 w 3841477"/>
                  <a:gd name="connsiteY25" fmla="*/ 282400 h 1455034"/>
                  <a:gd name="connsiteX26" fmla="*/ 3569202 w 3841477"/>
                  <a:gd name="connsiteY26" fmla="*/ 447501 h 1455034"/>
                  <a:gd name="connsiteX27" fmla="*/ 3340602 w 3841477"/>
                  <a:gd name="connsiteY27" fmla="*/ 688801 h 1455034"/>
                  <a:gd name="connsiteX28" fmla="*/ 3107769 w 3841477"/>
                  <a:gd name="connsiteY28" fmla="*/ 997834 h 1455034"/>
                  <a:gd name="connsiteX29" fmla="*/ 2565900 w 3841477"/>
                  <a:gd name="connsiteY29" fmla="*/ 1429632 h 1455034"/>
                  <a:gd name="connsiteX30" fmla="*/ 2278035 w 3841477"/>
                  <a:gd name="connsiteY30" fmla="*/ 1455034 h 1455034"/>
                  <a:gd name="connsiteX31" fmla="*/ 1719236 w 3841477"/>
                  <a:gd name="connsiteY31" fmla="*/ 1446568 h 1455034"/>
                  <a:gd name="connsiteX32" fmla="*/ 1554134 w 3841477"/>
                  <a:gd name="connsiteY32" fmla="*/ 1378834 h 1455034"/>
                  <a:gd name="connsiteX33" fmla="*/ 1401735 w 3841477"/>
                  <a:gd name="connsiteY33" fmla="*/ 1243368 h 1455034"/>
                  <a:gd name="connsiteX34" fmla="*/ 1135035 w 3841477"/>
                  <a:gd name="connsiteY34" fmla="*/ 1040166 h 1455034"/>
                  <a:gd name="connsiteX35" fmla="*/ 745569 w 3841477"/>
                  <a:gd name="connsiteY35" fmla="*/ 820035 h 1455034"/>
                  <a:gd name="connsiteX36" fmla="*/ 453468 w 3841477"/>
                  <a:gd name="connsiteY36" fmla="*/ 447501 h 1455034"/>
                  <a:gd name="connsiteX37" fmla="*/ 119035 w 3841477"/>
                  <a:gd name="connsiteY37" fmla="*/ 155402 h 1455034"/>
                  <a:gd name="connsiteX38" fmla="*/ 4736 w 3841477"/>
                  <a:gd name="connsiteY38" fmla="*/ 74968 h 1455034"/>
                  <a:gd name="connsiteX39" fmla="*/ 38603 w 3841477"/>
                  <a:gd name="connsiteY39" fmla="*/ 15701 h 1455034"/>
                  <a:gd name="connsiteX0" fmla="*/ 38603 w 3841477"/>
                  <a:gd name="connsiteY0" fmla="*/ 15701 h 1455034"/>
                  <a:gd name="connsiteX1" fmla="*/ 191000 w 3841477"/>
                  <a:gd name="connsiteY1" fmla="*/ 125767 h 1455034"/>
                  <a:gd name="connsiteX2" fmla="*/ 432302 w 3841477"/>
                  <a:gd name="connsiteY2" fmla="*/ 341668 h 1455034"/>
                  <a:gd name="connsiteX3" fmla="*/ 567769 w 3841477"/>
                  <a:gd name="connsiteY3" fmla="*/ 472901 h 1455034"/>
                  <a:gd name="connsiteX4" fmla="*/ 804835 w 3841477"/>
                  <a:gd name="connsiteY4" fmla="*/ 781935 h 1455034"/>
                  <a:gd name="connsiteX5" fmla="*/ 969936 w 3841477"/>
                  <a:gd name="connsiteY5" fmla="*/ 870836 h 1455034"/>
                  <a:gd name="connsiteX6" fmla="*/ 1295899 w 3841477"/>
                  <a:gd name="connsiteY6" fmla="*/ 1069802 h 1455034"/>
                  <a:gd name="connsiteX7" fmla="*/ 1630334 w 3841477"/>
                  <a:gd name="connsiteY7" fmla="*/ 1344968 h 1455034"/>
                  <a:gd name="connsiteX8" fmla="*/ 1693835 w 3841477"/>
                  <a:gd name="connsiteY8" fmla="*/ 1340734 h 1455034"/>
                  <a:gd name="connsiteX9" fmla="*/ 1685369 w 3841477"/>
                  <a:gd name="connsiteY9" fmla="*/ 1150234 h 1455034"/>
                  <a:gd name="connsiteX10" fmla="*/ 1765802 w 3841477"/>
                  <a:gd name="connsiteY10" fmla="*/ 1137534 h 1455034"/>
                  <a:gd name="connsiteX11" fmla="*/ 1782737 w 3841477"/>
                  <a:gd name="connsiteY11" fmla="*/ 1361901 h 1455034"/>
                  <a:gd name="connsiteX12" fmla="*/ 1829303 w 3841477"/>
                  <a:gd name="connsiteY12" fmla="*/ 1383067 h 1455034"/>
                  <a:gd name="connsiteX13" fmla="*/ 2193369 w 3841477"/>
                  <a:gd name="connsiteY13" fmla="*/ 1391534 h 1455034"/>
                  <a:gd name="connsiteX14" fmla="*/ 2239936 w 3841477"/>
                  <a:gd name="connsiteY14" fmla="*/ 1332267 h 1455034"/>
                  <a:gd name="connsiteX15" fmla="*/ 2252636 w 3841477"/>
                  <a:gd name="connsiteY15" fmla="*/ 1171402 h 1455034"/>
                  <a:gd name="connsiteX16" fmla="*/ 2311902 w 3841477"/>
                  <a:gd name="connsiteY16" fmla="*/ 1158701 h 1455034"/>
                  <a:gd name="connsiteX17" fmla="*/ 2333069 w 3841477"/>
                  <a:gd name="connsiteY17" fmla="*/ 1353434 h 1455034"/>
                  <a:gd name="connsiteX18" fmla="*/ 2379636 w 3841477"/>
                  <a:gd name="connsiteY18" fmla="*/ 1383068 h 1455034"/>
                  <a:gd name="connsiteX19" fmla="*/ 2582835 w 3841477"/>
                  <a:gd name="connsiteY19" fmla="*/ 1349199 h 1455034"/>
                  <a:gd name="connsiteX20" fmla="*/ 3099302 w 3841477"/>
                  <a:gd name="connsiteY20" fmla="*/ 896234 h 1455034"/>
                  <a:gd name="connsiteX21" fmla="*/ 3391402 w 3841477"/>
                  <a:gd name="connsiteY21" fmla="*/ 527934 h 1455034"/>
                  <a:gd name="connsiteX22" fmla="*/ 3658102 w 3841477"/>
                  <a:gd name="connsiteY22" fmla="*/ 269701 h 1455034"/>
                  <a:gd name="connsiteX23" fmla="*/ 3785103 w 3841477"/>
                  <a:gd name="connsiteY23" fmla="*/ 19934 h 1455034"/>
                  <a:gd name="connsiteX24" fmla="*/ 3840135 w 3841477"/>
                  <a:gd name="connsiteY24" fmla="*/ 45335 h 1455034"/>
                  <a:gd name="connsiteX25" fmla="*/ 3734301 w 3841477"/>
                  <a:gd name="connsiteY25" fmla="*/ 282400 h 1455034"/>
                  <a:gd name="connsiteX26" fmla="*/ 3569202 w 3841477"/>
                  <a:gd name="connsiteY26" fmla="*/ 447501 h 1455034"/>
                  <a:gd name="connsiteX27" fmla="*/ 3340602 w 3841477"/>
                  <a:gd name="connsiteY27" fmla="*/ 688801 h 1455034"/>
                  <a:gd name="connsiteX28" fmla="*/ 3107769 w 3841477"/>
                  <a:gd name="connsiteY28" fmla="*/ 997834 h 1455034"/>
                  <a:gd name="connsiteX29" fmla="*/ 2565900 w 3841477"/>
                  <a:gd name="connsiteY29" fmla="*/ 1429632 h 1455034"/>
                  <a:gd name="connsiteX30" fmla="*/ 2278035 w 3841477"/>
                  <a:gd name="connsiteY30" fmla="*/ 1455034 h 1455034"/>
                  <a:gd name="connsiteX31" fmla="*/ 1719236 w 3841477"/>
                  <a:gd name="connsiteY31" fmla="*/ 1446568 h 1455034"/>
                  <a:gd name="connsiteX32" fmla="*/ 1579534 w 3841477"/>
                  <a:gd name="connsiteY32" fmla="*/ 1374601 h 1455034"/>
                  <a:gd name="connsiteX33" fmla="*/ 1401735 w 3841477"/>
                  <a:gd name="connsiteY33" fmla="*/ 1243368 h 1455034"/>
                  <a:gd name="connsiteX34" fmla="*/ 1135035 w 3841477"/>
                  <a:gd name="connsiteY34" fmla="*/ 1040166 h 1455034"/>
                  <a:gd name="connsiteX35" fmla="*/ 745569 w 3841477"/>
                  <a:gd name="connsiteY35" fmla="*/ 820035 h 1455034"/>
                  <a:gd name="connsiteX36" fmla="*/ 453468 w 3841477"/>
                  <a:gd name="connsiteY36" fmla="*/ 447501 h 1455034"/>
                  <a:gd name="connsiteX37" fmla="*/ 119035 w 3841477"/>
                  <a:gd name="connsiteY37" fmla="*/ 155402 h 1455034"/>
                  <a:gd name="connsiteX38" fmla="*/ 4736 w 3841477"/>
                  <a:gd name="connsiteY38" fmla="*/ 74968 h 1455034"/>
                  <a:gd name="connsiteX39" fmla="*/ 38603 w 3841477"/>
                  <a:gd name="connsiteY39" fmla="*/ 15701 h 1455034"/>
                  <a:gd name="connsiteX0" fmla="*/ 38603 w 3841477"/>
                  <a:gd name="connsiteY0" fmla="*/ 15701 h 1455034"/>
                  <a:gd name="connsiteX1" fmla="*/ 191000 w 3841477"/>
                  <a:gd name="connsiteY1" fmla="*/ 125767 h 1455034"/>
                  <a:gd name="connsiteX2" fmla="*/ 432302 w 3841477"/>
                  <a:gd name="connsiteY2" fmla="*/ 341668 h 1455034"/>
                  <a:gd name="connsiteX3" fmla="*/ 567769 w 3841477"/>
                  <a:gd name="connsiteY3" fmla="*/ 472901 h 1455034"/>
                  <a:gd name="connsiteX4" fmla="*/ 804835 w 3841477"/>
                  <a:gd name="connsiteY4" fmla="*/ 781935 h 1455034"/>
                  <a:gd name="connsiteX5" fmla="*/ 969936 w 3841477"/>
                  <a:gd name="connsiteY5" fmla="*/ 870836 h 1455034"/>
                  <a:gd name="connsiteX6" fmla="*/ 1295899 w 3841477"/>
                  <a:gd name="connsiteY6" fmla="*/ 1069802 h 1455034"/>
                  <a:gd name="connsiteX7" fmla="*/ 1630334 w 3841477"/>
                  <a:gd name="connsiteY7" fmla="*/ 1344968 h 1455034"/>
                  <a:gd name="connsiteX8" fmla="*/ 1693835 w 3841477"/>
                  <a:gd name="connsiteY8" fmla="*/ 1340734 h 1455034"/>
                  <a:gd name="connsiteX9" fmla="*/ 1685369 w 3841477"/>
                  <a:gd name="connsiteY9" fmla="*/ 1150234 h 1455034"/>
                  <a:gd name="connsiteX10" fmla="*/ 1765802 w 3841477"/>
                  <a:gd name="connsiteY10" fmla="*/ 1137534 h 1455034"/>
                  <a:gd name="connsiteX11" fmla="*/ 1782737 w 3841477"/>
                  <a:gd name="connsiteY11" fmla="*/ 1361901 h 1455034"/>
                  <a:gd name="connsiteX12" fmla="*/ 1829303 w 3841477"/>
                  <a:gd name="connsiteY12" fmla="*/ 1383067 h 1455034"/>
                  <a:gd name="connsiteX13" fmla="*/ 2193369 w 3841477"/>
                  <a:gd name="connsiteY13" fmla="*/ 1391534 h 1455034"/>
                  <a:gd name="connsiteX14" fmla="*/ 2239936 w 3841477"/>
                  <a:gd name="connsiteY14" fmla="*/ 1332267 h 1455034"/>
                  <a:gd name="connsiteX15" fmla="*/ 2252636 w 3841477"/>
                  <a:gd name="connsiteY15" fmla="*/ 1171402 h 1455034"/>
                  <a:gd name="connsiteX16" fmla="*/ 2311902 w 3841477"/>
                  <a:gd name="connsiteY16" fmla="*/ 1158701 h 1455034"/>
                  <a:gd name="connsiteX17" fmla="*/ 2333069 w 3841477"/>
                  <a:gd name="connsiteY17" fmla="*/ 1353434 h 1455034"/>
                  <a:gd name="connsiteX18" fmla="*/ 2379636 w 3841477"/>
                  <a:gd name="connsiteY18" fmla="*/ 1383068 h 1455034"/>
                  <a:gd name="connsiteX19" fmla="*/ 2582835 w 3841477"/>
                  <a:gd name="connsiteY19" fmla="*/ 1349199 h 1455034"/>
                  <a:gd name="connsiteX20" fmla="*/ 3099302 w 3841477"/>
                  <a:gd name="connsiteY20" fmla="*/ 896234 h 1455034"/>
                  <a:gd name="connsiteX21" fmla="*/ 3391402 w 3841477"/>
                  <a:gd name="connsiteY21" fmla="*/ 527934 h 1455034"/>
                  <a:gd name="connsiteX22" fmla="*/ 3658102 w 3841477"/>
                  <a:gd name="connsiteY22" fmla="*/ 269701 h 1455034"/>
                  <a:gd name="connsiteX23" fmla="*/ 3785103 w 3841477"/>
                  <a:gd name="connsiteY23" fmla="*/ 19934 h 1455034"/>
                  <a:gd name="connsiteX24" fmla="*/ 3840135 w 3841477"/>
                  <a:gd name="connsiteY24" fmla="*/ 45335 h 1455034"/>
                  <a:gd name="connsiteX25" fmla="*/ 3734301 w 3841477"/>
                  <a:gd name="connsiteY25" fmla="*/ 282400 h 1455034"/>
                  <a:gd name="connsiteX26" fmla="*/ 3569202 w 3841477"/>
                  <a:gd name="connsiteY26" fmla="*/ 447501 h 1455034"/>
                  <a:gd name="connsiteX27" fmla="*/ 3340602 w 3841477"/>
                  <a:gd name="connsiteY27" fmla="*/ 688801 h 1455034"/>
                  <a:gd name="connsiteX28" fmla="*/ 3107769 w 3841477"/>
                  <a:gd name="connsiteY28" fmla="*/ 997834 h 1455034"/>
                  <a:gd name="connsiteX29" fmla="*/ 2565900 w 3841477"/>
                  <a:gd name="connsiteY29" fmla="*/ 1429632 h 1455034"/>
                  <a:gd name="connsiteX30" fmla="*/ 2278035 w 3841477"/>
                  <a:gd name="connsiteY30" fmla="*/ 1455034 h 1455034"/>
                  <a:gd name="connsiteX31" fmla="*/ 1719236 w 3841477"/>
                  <a:gd name="connsiteY31" fmla="*/ 1446568 h 1455034"/>
                  <a:gd name="connsiteX32" fmla="*/ 1579534 w 3841477"/>
                  <a:gd name="connsiteY32" fmla="*/ 1374601 h 1455034"/>
                  <a:gd name="connsiteX33" fmla="*/ 1405969 w 3841477"/>
                  <a:gd name="connsiteY33" fmla="*/ 1222201 h 1455034"/>
                  <a:gd name="connsiteX34" fmla="*/ 1135035 w 3841477"/>
                  <a:gd name="connsiteY34" fmla="*/ 1040166 h 1455034"/>
                  <a:gd name="connsiteX35" fmla="*/ 745569 w 3841477"/>
                  <a:gd name="connsiteY35" fmla="*/ 820035 h 1455034"/>
                  <a:gd name="connsiteX36" fmla="*/ 453468 w 3841477"/>
                  <a:gd name="connsiteY36" fmla="*/ 447501 h 1455034"/>
                  <a:gd name="connsiteX37" fmla="*/ 119035 w 3841477"/>
                  <a:gd name="connsiteY37" fmla="*/ 155402 h 1455034"/>
                  <a:gd name="connsiteX38" fmla="*/ 4736 w 3841477"/>
                  <a:gd name="connsiteY38" fmla="*/ 74968 h 1455034"/>
                  <a:gd name="connsiteX39" fmla="*/ 38603 w 3841477"/>
                  <a:gd name="connsiteY39" fmla="*/ 15701 h 1455034"/>
                  <a:gd name="connsiteX0" fmla="*/ 38603 w 3841477"/>
                  <a:gd name="connsiteY0" fmla="*/ 15701 h 1455034"/>
                  <a:gd name="connsiteX1" fmla="*/ 191000 w 3841477"/>
                  <a:gd name="connsiteY1" fmla="*/ 125767 h 1455034"/>
                  <a:gd name="connsiteX2" fmla="*/ 432302 w 3841477"/>
                  <a:gd name="connsiteY2" fmla="*/ 341668 h 1455034"/>
                  <a:gd name="connsiteX3" fmla="*/ 567769 w 3841477"/>
                  <a:gd name="connsiteY3" fmla="*/ 472901 h 1455034"/>
                  <a:gd name="connsiteX4" fmla="*/ 804835 w 3841477"/>
                  <a:gd name="connsiteY4" fmla="*/ 781935 h 1455034"/>
                  <a:gd name="connsiteX5" fmla="*/ 969936 w 3841477"/>
                  <a:gd name="connsiteY5" fmla="*/ 870836 h 1455034"/>
                  <a:gd name="connsiteX6" fmla="*/ 1295899 w 3841477"/>
                  <a:gd name="connsiteY6" fmla="*/ 1069802 h 1455034"/>
                  <a:gd name="connsiteX7" fmla="*/ 1630334 w 3841477"/>
                  <a:gd name="connsiteY7" fmla="*/ 1344968 h 1455034"/>
                  <a:gd name="connsiteX8" fmla="*/ 1693835 w 3841477"/>
                  <a:gd name="connsiteY8" fmla="*/ 1340734 h 1455034"/>
                  <a:gd name="connsiteX9" fmla="*/ 1685369 w 3841477"/>
                  <a:gd name="connsiteY9" fmla="*/ 1150234 h 1455034"/>
                  <a:gd name="connsiteX10" fmla="*/ 1765802 w 3841477"/>
                  <a:gd name="connsiteY10" fmla="*/ 1137534 h 1455034"/>
                  <a:gd name="connsiteX11" fmla="*/ 1782737 w 3841477"/>
                  <a:gd name="connsiteY11" fmla="*/ 1361901 h 1455034"/>
                  <a:gd name="connsiteX12" fmla="*/ 1829303 w 3841477"/>
                  <a:gd name="connsiteY12" fmla="*/ 1383067 h 1455034"/>
                  <a:gd name="connsiteX13" fmla="*/ 2193369 w 3841477"/>
                  <a:gd name="connsiteY13" fmla="*/ 1391534 h 1455034"/>
                  <a:gd name="connsiteX14" fmla="*/ 2239936 w 3841477"/>
                  <a:gd name="connsiteY14" fmla="*/ 1332267 h 1455034"/>
                  <a:gd name="connsiteX15" fmla="*/ 2252636 w 3841477"/>
                  <a:gd name="connsiteY15" fmla="*/ 1171402 h 1455034"/>
                  <a:gd name="connsiteX16" fmla="*/ 2311902 w 3841477"/>
                  <a:gd name="connsiteY16" fmla="*/ 1158701 h 1455034"/>
                  <a:gd name="connsiteX17" fmla="*/ 2333069 w 3841477"/>
                  <a:gd name="connsiteY17" fmla="*/ 1353434 h 1455034"/>
                  <a:gd name="connsiteX18" fmla="*/ 2379636 w 3841477"/>
                  <a:gd name="connsiteY18" fmla="*/ 1383068 h 1455034"/>
                  <a:gd name="connsiteX19" fmla="*/ 2582835 w 3841477"/>
                  <a:gd name="connsiteY19" fmla="*/ 1349199 h 1455034"/>
                  <a:gd name="connsiteX20" fmla="*/ 3099302 w 3841477"/>
                  <a:gd name="connsiteY20" fmla="*/ 896234 h 1455034"/>
                  <a:gd name="connsiteX21" fmla="*/ 3391402 w 3841477"/>
                  <a:gd name="connsiteY21" fmla="*/ 527934 h 1455034"/>
                  <a:gd name="connsiteX22" fmla="*/ 3658102 w 3841477"/>
                  <a:gd name="connsiteY22" fmla="*/ 269701 h 1455034"/>
                  <a:gd name="connsiteX23" fmla="*/ 3785103 w 3841477"/>
                  <a:gd name="connsiteY23" fmla="*/ 19934 h 1455034"/>
                  <a:gd name="connsiteX24" fmla="*/ 3840135 w 3841477"/>
                  <a:gd name="connsiteY24" fmla="*/ 45335 h 1455034"/>
                  <a:gd name="connsiteX25" fmla="*/ 3734301 w 3841477"/>
                  <a:gd name="connsiteY25" fmla="*/ 282400 h 1455034"/>
                  <a:gd name="connsiteX26" fmla="*/ 3569202 w 3841477"/>
                  <a:gd name="connsiteY26" fmla="*/ 447501 h 1455034"/>
                  <a:gd name="connsiteX27" fmla="*/ 3340602 w 3841477"/>
                  <a:gd name="connsiteY27" fmla="*/ 688801 h 1455034"/>
                  <a:gd name="connsiteX28" fmla="*/ 3107769 w 3841477"/>
                  <a:gd name="connsiteY28" fmla="*/ 997834 h 1455034"/>
                  <a:gd name="connsiteX29" fmla="*/ 2565900 w 3841477"/>
                  <a:gd name="connsiteY29" fmla="*/ 1429632 h 1455034"/>
                  <a:gd name="connsiteX30" fmla="*/ 2278035 w 3841477"/>
                  <a:gd name="connsiteY30" fmla="*/ 1455034 h 1455034"/>
                  <a:gd name="connsiteX31" fmla="*/ 1719236 w 3841477"/>
                  <a:gd name="connsiteY31" fmla="*/ 1446568 h 1455034"/>
                  <a:gd name="connsiteX32" fmla="*/ 1579534 w 3841477"/>
                  <a:gd name="connsiteY32" fmla="*/ 1374601 h 1455034"/>
                  <a:gd name="connsiteX33" fmla="*/ 1405969 w 3841477"/>
                  <a:gd name="connsiteY33" fmla="*/ 1222201 h 1455034"/>
                  <a:gd name="connsiteX34" fmla="*/ 1143502 w 3841477"/>
                  <a:gd name="connsiteY34" fmla="*/ 1035933 h 1455034"/>
                  <a:gd name="connsiteX35" fmla="*/ 745569 w 3841477"/>
                  <a:gd name="connsiteY35" fmla="*/ 820035 h 1455034"/>
                  <a:gd name="connsiteX36" fmla="*/ 453468 w 3841477"/>
                  <a:gd name="connsiteY36" fmla="*/ 447501 h 1455034"/>
                  <a:gd name="connsiteX37" fmla="*/ 119035 w 3841477"/>
                  <a:gd name="connsiteY37" fmla="*/ 155402 h 1455034"/>
                  <a:gd name="connsiteX38" fmla="*/ 4736 w 3841477"/>
                  <a:gd name="connsiteY38" fmla="*/ 74968 h 1455034"/>
                  <a:gd name="connsiteX39" fmla="*/ 38603 w 3841477"/>
                  <a:gd name="connsiteY39" fmla="*/ 15701 h 1455034"/>
                  <a:gd name="connsiteX0" fmla="*/ 38603 w 3841477"/>
                  <a:gd name="connsiteY0" fmla="*/ 15701 h 1455034"/>
                  <a:gd name="connsiteX1" fmla="*/ 191000 w 3841477"/>
                  <a:gd name="connsiteY1" fmla="*/ 125767 h 1455034"/>
                  <a:gd name="connsiteX2" fmla="*/ 432302 w 3841477"/>
                  <a:gd name="connsiteY2" fmla="*/ 341668 h 1455034"/>
                  <a:gd name="connsiteX3" fmla="*/ 567769 w 3841477"/>
                  <a:gd name="connsiteY3" fmla="*/ 472901 h 1455034"/>
                  <a:gd name="connsiteX4" fmla="*/ 804835 w 3841477"/>
                  <a:gd name="connsiteY4" fmla="*/ 781935 h 1455034"/>
                  <a:gd name="connsiteX5" fmla="*/ 969936 w 3841477"/>
                  <a:gd name="connsiteY5" fmla="*/ 870836 h 1455034"/>
                  <a:gd name="connsiteX6" fmla="*/ 1295899 w 3841477"/>
                  <a:gd name="connsiteY6" fmla="*/ 1069802 h 1455034"/>
                  <a:gd name="connsiteX7" fmla="*/ 1630334 w 3841477"/>
                  <a:gd name="connsiteY7" fmla="*/ 1344968 h 1455034"/>
                  <a:gd name="connsiteX8" fmla="*/ 1693835 w 3841477"/>
                  <a:gd name="connsiteY8" fmla="*/ 1340734 h 1455034"/>
                  <a:gd name="connsiteX9" fmla="*/ 1685369 w 3841477"/>
                  <a:gd name="connsiteY9" fmla="*/ 1150234 h 1455034"/>
                  <a:gd name="connsiteX10" fmla="*/ 1765802 w 3841477"/>
                  <a:gd name="connsiteY10" fmla="*/ 1137534 h 1455034"/>
                  <a:gd name="connsiteX11" fmla="*/ 1782737 w 3841477"/>
                  <a:gd name="connsiteY11" fmla="*/ 1361901 h 1455034"/>
                  <a:gd name="connsiteX12" fmla="*/ 1829303 w 3841477"/>
                  <a:gd name="connsiteY12" fmla="*/ 1383067 h 1455034"/>
                  <a:gd name="connsiteX13" fmla="*/ 2193369 w 3841477"/>
                  <a:gd name="connsiteY13" fmla="*/ 1391534 h 1455034"/>
                  <a:gd name="connsiteX14" fmla="*/ 2239936 w 3841477"/>
                  <a:gd name="connsiteY14" fmla="*/ 1332267 h 1455034"/>
                  <a:gd name="connsiteX15" fmla="*/ 2252636 w 3841477"/>
                  <a:gd name="connsiteY15" fmla="*/ 1171402 h 1455034"/>
                  <a:gd name="connsiteX16" fmla="*/ 2311902 w 3841477"/>
                  <a:gd name="connsiteY16" fmla="*/ 1158701 h 1455034"/>
                  <a:gd name="connsiteX17" fmla="*/ 2333069 w 3841477"/>
                  <a:gd name="connsiteY17" fmla="*/ 1353434 h 1455034"/>
                  <a:gd name="connsiteX18" fmla="*/ 2379636 w 3841477"/>
                  <a:gd name="connsiteY18" fmla="*/ 1383068 h 1455034"/>
                  <a:gd name="connsiteX19" fmla="*/ 2582835 w 3841477"/>
                  <a:gd name="connsiteY19" fmla="*/ 1349199 h 1455034"/>
                  <a:gd name="connsiteX20" fmla="*/ 3099302 w 3841477"/>
                  <a:gd name="connsiteY20" fmla="*/ 896234 h 1455034"/>
                  <a:gd name="connsiteX21" fmla="*/ 3391402 w 3841477"/>
                  <a:gd name="connsiteY21" fmla="*/ 527934 h 1455034"/>
                  <a:gd name="connsiteX22" fmla="*/ 3658102 w 3841477"/>
                  <a:gd name="connsiteY22" fmla="*/ 269701 h 1455034"/>
                  <a:gd name="connsiteX23" fmla="*/ 3785103 w 3841477"/>
                  <a:gd name="connsiteY23" fmla="*/ 19934 h 1455034"/>
                  <a:gd name="connsiteX24" fmla="*/ 3840135 w 3841477"/>
                  <a:gd name="connsiteY24" fmla="*/ 45335 h 1455034"/>
                  <a:gd name="connsiteX25" fmla="*/ 3734301 w 3841477"/>
                  <a:gd name="connsiteY25" fmla="*/ 282400 h 1455034"/>
                  <a:gd name="connsiteX26" fmla="*/ 3569202 w 3841477"/>
                  <a:gd name="connsiteY26" fmla="*/ 447501 h 1455034"/>
                  <a:gd name="connsiteX27" fmla="*/ 3340602 w 3841477"/>
                  <a:gd name="connsiteY27" fmla="*/ 688801 h 1455034"/>
                  <a:gd name="connsiteX28" fmla="*/ 3107769 w 3841477"/>
                  <a:gd name="connsiteY28" fmla="*/ 997834 h 1455034"/>
                  <a:gd name="connsiteX29" fmla="*/ 2565900 w 3841477"/>
                  <a:gd name="connsiteY29" fmla="*/ 1429632 h 1455034"/>
                  <a:gd name="connsiteX30" fmla="*/ 2278035 w 3841477"/>
                  <a:gd name="connsiteY30" fmla="*/ 1455034 h 1455034"/>
                  <a:gd name="connsiteX31" fmla="*/ 1719236 w 3841477"/>
                  <a:gd name="connsiteY31" fmla="*/ 1446568 h 1455034"/>
                  <a:gd name="connsiteX32" fmla="*/ 1579534 w 3841477"/>
                  <a:gd name="connsiteY32" fmla="*/ 1374601 h 1455034"/>
                  <a:gd name="connsiteX33" fmla="*/ 1405969 w 3841477"/>
                  <a:gd name="connsiteY33" fmla="*/ 1222201 h 1455034"/>
                  <a:gd name="connsiteX34" fmla="*/ 1143502 w 3841477"/>
                  <a:gd name="connsiteY34" fmla="*/ 1035933 h 1455034"/>
                  <a:gd name="connsiteX35" fmla="*/ 775202 w 3841477"/>
                  <a:gd name="connsiteY35" fmla="*/ 820035 h 1455034"/>
                  <a:gd name="connsiteX36" fmla="*/ 453468 w 3841477"/>
                  <a:gd name="connsiteY36" fmla="*/ 447501 h 1455034"/>
                  <a:gd name="connsiteX37" fmla="*/ 119035 w 3841477"/>
                  <a:gd name="connsiteY37" fmla="*/ 155402 h 1455034"/>
                  <a:gd name="connsiteX38" fmla="*/ 4736 w 3841477"/>
                  <a:gd name="connsiteY38" fmla="*/ 74968 h 1455034"/>
                  <a:gd name="connsiteX39" fmla="*/ 38603 w 3841477"/>
                  <a:gd name="connsiteY39" fmla="*/ 15701 h 1455034"/>
                  <a:gd name="connsiteX0" fmla="*/ 38603 w 3841477"/>
                  <a:gd name="connsiteY0" fmla="*/ 15701 h 1455034"/>
                  <a:gd name="connsiteX1" fmla="*/ 191000 w 3841477"/>
                  <a:gd name="connsiteY1" fmla="*/ 125767 h 1455034"/>
                  <a:gd name="connsiteX2" fmla="*/ 432302 w 3841477"/>
                  <a:gd name="connsiteY2" fmla="*/ 341668 h 1455034"/>
                  <a:gd name="connsiteX3" fmla="*/ 567769 w 3841477"/>
                  <a:gd name="connsiteY3" fmla="*/ 472901 h 1455034"/>
                  <a:gd name="connsiteX4" fmla="*/ 804835 w 3841477"/>
                  <a:gd name="connsiteY4" fmla="*/ 781935 h 1455034"/>
                  <a:gd name="connsiteX5" fmla="*/ 969936 w 3841477"/>
                  <a:gd name="connsiteY5" fmla="*/ 870836 h 1455034"/>
                  <a:gd name="connsiteX6" fmla="*/ 1295899 w 3841477"/>
                  <a:gd name="connsiteY6" fmla="*/ 1069802 h 1455034"/>
                  <a:gd name="connsiteX7" fmla="*/ 1630334 w 3841477"/>
                  <a:gd name="connsiteY7" fmla="*/ 1344968 h 1455034"/>
                  <a:gd name="connsiteX8" fmla="*/ 1693835 w 3841477"/>
                  <a:gd name="connsiteY8" fmla="*/ 1340734 h 1455034"/>
                  <a:gd name="connsiteX9" fmla="*/ 1685369 w 3841477"/>
                  <a:gd name="connsiteY9" fmla="*/ 1150234 h 1455034"/>
                  <a:gd name="connsiteX10" fmla="*/ 1765802 w 3841477"/>
                  <a:gd name="connsiteY10" fmla="*/ 1137534 h 1455034"/>
                  <a:gd name="connsiteX11" fmla="*/ 1782737 w 3841477"/>
                  <a:gd name="connsiteY11" fmla="*/ 1361901 h 1455034"/>
                  <a:gd name="connsiteX12" fmla="*/ 1829303 w 3841477"/>
                  <a:gd name="connsiteY12" fmla="*/ 1383067 h 1455034"/>
                  <a:gd name="connsiteX13" fmla="*/ 2193369 w 3841477"/>
                  <a:gd name="connsiteY13" fmla="*/ 1391534 h 1455034"/>
                  <a:gd name="connsiteX14" fmla="*/ 2239936 w 3841477"/>
                  <a:gd name="connsiteY14" fmla="*/ 1332267 h 1455034"/>
                  <a:gd name="connsiteX15" fmla="*/ 2252636 w 3841477"/>
                  <a:gd name="connsiteY15" fmla="*/ 1171402 h 1455034"/>
                  <a:gd name="connsiteX16" fmla="*/ 2311902 w 3841477"/>
                  <a:gd name="connsiteY16" fmla="*/ 1158701 h 1455034"/>
                  <a:gd name="connsiteX17" fmla="*/ 2333069 w 3841477"/>
                  <a:gd name="connsiteY17" fmla="*/ 1353434 h 1455034"/>
                  <a:gd name="connsiteX18" fmla="*/ 2379636 w 3841477"/>
                  <a:gd name="connsiteY18" fmla="*/ 1383068 h 1455034"/>
                  <a:gd name="connsiteX19" fmla="*/ 2582835 w 3841477"/>
                  <a:gd name="connsiteY19" fmla="*/ 1349199 h 1455034"/>
                  <a:gd name="connsiteX20" fmla="*/ 3099302 w 3841477"/>
                  <a:gd name="connsiteY20" fmla="*/ 896234 h 1455034"/>
                  <a:gd name="connsiteX21" fmla="*/ 3391402 w 3841477"/>
                  <a:gd name="connsiteY21" fmla="*/ 527934 h 1455034"/>
                  <a:gd name="connsiteX22" fmla="*/ 3658102 w 3841477"/>
                  <a:gd name="connsiteY22" fmla="*/ 269701 h 1455034"/>
                  <a:gd name="connsiteX23" fmla="*/ 3785103 w 3841477"/>
                  <a:gd name="connsiteY23" fmla="*/ 19934 h 1455034"/>
                  <a:gd name="connsiteX24" fmla="*/ 3840135 w 3841477"/>
                  <a:gd name="connsiteY24" fmla="*/ 45335 h 1455034"/>
                  <a:gd name="connsiteX25" fmla="*/ 3734301 w 3841477"/>
                  <a:gd name="connsiteY25" fmla="*/ 282400 h 1455034"/>
                  <a:gd name="connsiteX26" fmla="*/ 3569202 w 3841477"/>
                  <a:gd name="connsiteY26" fmla="*/ 447501 h 1455034"/>
                  <a:gd name="connsiteX27" fmla="*/ 3340602 w 3841477"/>
                  <a:gd name="connsiteY27" fmla="*/ 688801 h 1455034"/>
                  <a:gd name="connsiteX28" fmla="*/ 3107769 w 3841477"/>
                  <a:gd name="connsiteY28" fmla="*/ 997834 h 1455034"/>
                  <a:gd name="connsiteX29" fmla="*/ 2565900 w 3841477"/>
                  <a:gd name="connsiteY29" fmla="*/ 1429632 h 1455034"/>
                  <a:gd name="connsiteX30" fmla="*/ 2278035 w 3841477"/>
                  <a:gd name="connsiteY30" fmla="*/ 1455034 h 1455034"/>
                  <a:gd name="connsiteX31" fmla="*/ 1719236 w 3841477"/>
                  <a:gd name="connsiteY31" fmla="*/ 1446568 h 1455034"/>
                  <a:gd name="connsiteX32" fmla="*/ 1579534 w 3841477"/>
                  <a:gd name="connsiteY32" fmla="*/ 1374601 h 1455034"/>
                  <a:gd name="connsiteX33" fmla="*/ 1405969 w 3841477"/>
                  <a:gd name="connsiteY33" fmla="*/ 1222201 h 1455034"/>
                  <a:gd name="connsiteX34" fmla="*/ 1143502 w 3841477"/>
                  <a:gd name="connsiteY34" fmla="*/ 1035933 h 1455034"/>
                  <a:gd name="connsiteX35" fmla="*/ 775202 w 3841477"/>
                  <a:gd name="connsiteY35" fmla="*/ 820035 h 1455034"/>
                  <a:gd name="connsiteX36" fmla="*/ 466168 w 3841477"/>
                  <a:gd name="connsiteY36" fmla="*/ 447501 h 1455034"/>
                  <a:gd name="connsiteX37" fmla="*/ 119035 w 3841477"/>
                  <a:gd name="connsiteY37" fmla="*/ 155402 h 1455034"/>
                  <a:gd name="connsiteX38" fmla="*/ 4736 w 3841477"/>
                  <a:gd name="connsiteY38" fmla="*/ 74968 h 1455034"/>
                  <a:gd name="connsiteX39" fmla="*/ 38603 w 3841477"/>
                  <a:gd name="connsiteY39" fmla="*/ 15701 h 1455034"/>
                  <a:gd name="connsiteX0" fmla="*/ 38603 w 3841477"/>
                  <a:gd name="connsiteY0" fmla="*/ 15701 h 1455034"/>
                  <a:gd name="connsiteX1" fmla="*/ 191000 w 3841477"/>
                  <a:gd name="connsiteY1" fmla="*/ 125767 h 1455034"/>
                  <a:gd name="connsiteX2" fmla="*/ 432302 w 3841477"/>
                  <a:gd name="connsiteY2" fmla="*/ 341668 h 1455034"/>
                  <a:gd name="connsiteX3" fmla="*/ 567769 w 3841477"/>
                  <a:gd name="connsiteY3" fmla="*/ 472901 h 1455034"/>
                  <a:gd name="connsiteX4" fmla="*/ 804835 w 3841477"/>
                  <a:gd name="connsiteY4" fmla="*/ 781935 h 1455034"/>
                  <a:gd name="connsiteX5" fmla="*/ 969936 w 3841477"/>
                  <a:gd name="connsiteY5" fmla="*/ 870836 h 1455034"/>
                  <a:gd name="connsiteX6" fmla="*/ 1295899 w 3841477"/>
                  <a:gd name="connsiteY6" fmla="*/ 1069802 h 1455034"/>
                  <a:gd name="connsiteX7" fmla="*/ 1630334 w 3841477"/>
                  <a:gd name="connsiteY7" fmla="*/ 1344968 h 1455034"/>
                  <a:gd name="connsiteX8" fmla="*/ 1693835 w 3841477"/>
                  <a:gd name="connsiteY8" fmla="*/ 1340734 h 1455034"/>
                  <a:gd name="connsiteX9" fmla="*/ 1685369 w 3841477"/>
                  <a:gd name="connsiteY9" fmla="*/ 1150234 h 1455034"/>
                  <a:gd name="connsiteX10" fmla="*/ 1765802 w 3841477"/>
                  <a:gd name="connsiteY10" fmla="*/ 1137534 h 1455034"/>
                  <a:gd name="connsiteX11" fmla="*/ 1782737 w 3841477"/>
                  <a:gd name="connsiteY11" fmla="*/ 1361901 h 1455034"/>
                  <a:gd name="connsiteX12" fmla="*/ 1829303 w 3841477"/>
                  <a:gd name="connsiteY12" fmla="*/ 1383067 h 1455034"/>
                  <a:gd name="connsiteX13" fmla="*/ 2193369 w 3841477"/>
                  <a:gd name="connsiteY13" fmla="*/ 1391534 h 1455034"/>
                  <a:gd name="connsiteX14" fmla="*/ 2239936 w 3841477"/>
                  <a:gd name="connsiteY14" fmla="*/ 1332267 h 1455034"/>
                  <a:gd name="connsiteX15" fmla="*/ 2252636 w 3841477"/>
                  <a:gd name="connsiteY15" fmla="*/ 1171402 h 1455034"/>
                  <a:gd name="connsiteX16" fmla="*/ 2311902 w 3841477"/>
                  <a:gd name="connsiteY16" fmla="*/ 1158701 h 1455034"/>
                  <a:gd name="connsiteX17" fmla="*/ 2333069 w 3841477"/>
                  <a:gd name="connsiteY17" fmla="*/ 1353434 h 1455034"/>
                  <a:gd name="connsiteX18" fmla="*/ 2379636 w 3841477"/>
                  <a:gd name="connsiteY18" fmla="*/ 1383068 h 1455034"/>
                  <a:gd name="connsiteX19" fmla="*/ 2582835 w 3841477"/>
                  <a:gd name="connsiteY19" fmla="*/ 1349199 h 1455034"/>
                  <a:gd name="connsiteX20" fmla="*/ 3099302 w 3841477"/>
                  <a:gd name="connsiteY20" fmla="*/ 896234 h 1455034"/>
                  <a:gd name="connsiteX21" fmla="*/ 3391402 w 3841477"/>
                  <a:gd name="connsiteY21" fmla="*/ 527934 h 1455034"/>
                  <a:gd name="connsiteX22" fmla="*/ 3658102 w 3841477"/>
                  <a:gd name="connsiteY22" fmla="*/ 269701 h 1455034"/>
                  <a:gd name="connsiteX23" fmla="*/ 3785103 w 3841477"/>
                  <a:gd name="connsiteY23" fmla="*/ 19934 h 1455034"/>
                  <a:gd name="connsiteX24" fmla="*/ 3840135 w 3841477"/>
                  <a:gd name="connsiteY24" fmla="*/ 45335 h 1455034"/>
                  <a:gd name="connsiteX25" fmla="*/ 3734301 w 3841477"/>
                  <a:gd name="connsiteY25" fmla="*/ 282400 h 1455034"/>
                  <a:gd name="connsiteX26" fmla="*/ 3569202 w 3841477"/>
                  <a:gd name="connsiteY26" fmla="*/ 447501 h 1455034"/>
                  <a:gd name="connsiteX27" fmla="*/ 3340602 w 3841477"/>
                  <a:gd name="connsiteY27" fmla="*/ 688801 h 1455034"/>
                  <a:gd name="connsiteX28" fmla="*/ 3107769 w 3841477"/>
                  <a:gd name="connsiteY28" fmla="*/ 997834 h 1455034"/>
                  <a:gd name="connsiteX29" fmla="*/ 2565900 w 3841477"/>
                  <a:gd name="connsiteY29" fmla="*/ 1429632 h 1455034"/>
                  <a:gd name="connsiteX30" fmla="*/ 2278035 w 3841477"/>
                  <a:gd name="connsiteY30" fmla="*/ 1455034 h 1455034"/>
                  <a:gd name="connsiteX31" fmla="*/ 1736169 w 3841477"/>
                  <a:gd name="connsiteY31" fmla="*/ 1446568 h 1455034"/>
                  <a:gd name="connsiteX32" fmla="*/ 1579534 w 3841477"/>
                  <a:gd name="connsiteY32" fmla="*/ 1374601 h 1455034"/>
                  <a:gd name="connsiteX33" fmla="*/ 1405969 w 3841477"/>
                  <a:gd name="connsiteY33" fmla="*/ 1222201 h 1455034"/>
                  <a:gd name="connsiteX34" fmla="*/ 1143502 w 3841477"/>
                  <a:gd name="connsiteY34" fmla="*/ 1035933 h 1455034"/>
                  <a:gd name="connsiteX35" fmla="*/ 775202 w 3841477"/>
                  <a:gd name="connsiteY35" fmla="*/ 820035 h 1455034"/>
                  <a:gd name="connsiteX36" fmla="*/ 466168 w 3841477"/>
                  <a:gd name="connsiteY36" fmla="*/ 447501 h 1455034"/>
                  <a:gd name="connsiteX37" fmla="*/ 119035 w 3841477"/>
                  <a:gd name="connsiteY37" fmla="*/ 155402 h 1455034"/>
                  <a:gd name="connsiteX38" fmla="*/ 4736 w 3841477"/>
                  <a:gd name="connsiteY38" fmla="*/ 74968 h 1455034"/>
                  <a:gd name="connsiteX39" fmla="*/ 38603 w 3841477"/>
                  <a:gd name="connsiteY39" fmla="*/ 15701 h 1455034"/>
                  <a:gd name="connsiteX0" fmla="*/ 38603 w 3841477"/>
                  <a:gd name="connsiteY0" fmla="*/ 15701 h 1474801"/>
                  <a:gd name="connsiteX1" fmla="*/ 191000 w 3841477"/>
                  <a:gd name="connsiteY1" fmla="*/ 125767 h 1474801"/>
                  <a:gd name="connsiteX2" fmla="*/ 432302 w 3841477"/>
                  <a:gd name="connsiteY2" fmla="*/ 341668 h 1474801"/>
                  <a:gd name="connsiteX3" fmla="*/ 567769 w 3841477"/>
                  <a:gd name="connsiteY3" fmla="*/ 472901 h 1474801"/>
                  <a:gd name="connsiteX4" fmla="*/ 804835 w 3841477"/>
                  <a:gd name="connsiteY4" fmla="*/ 781935 h 1474801"/>
                  <a:gd name="connsiteX5" fmla="*/ 969936 w 3841477"/>
                  <a:gd name="connsiteY5" fmla="*/ 870836 h 1474801"/>
                  <a:gd name="connsiteX6" fmla="*/ 1295899 w 3841477"/>
                  <a:gd name="connsiteY6" fmla="*/ 1069802 h 1474801"/>
                  <a:gd name="connsiteX7" fmla="*/ 1630334 w 3841477"/>
                  <a:gd name="connsiteY7" fmla="*/ 1344968 h 1474801"/>
                  <a:gd name="connsiteX8" fmla="*/ 1693835 w 3841477"/>
                  <a:gd name="connsiteY8" fmla="*/ 1340734 h 1474801"/>
                  <a:gd name="connsiteX9" fmla="*/ 1685369 w 3841477"/>
                  <a:gd name="connsiteY9" fmla="*/ 1150234 h 1474801"/>
                  <a:gd name="connsiteX10" fmla="*/ 1765802 w 3841477"/>
                  <a:gd name="connsiteY10" fmla="*/ 1137534 h 1474801"/>
                  <a:gd name="connsiteX11" fmla="*/ 1782737 w 3841477"/>
                  <a:gd name="connsiteY11" fmla="*/ 1361901 h 1474801"/>
                  <a:gd name="connsiteX12" fmla="*/ 1829303 w 3841477"/>
                  <a:gd name="connsiteY12" fmla="*/ 1383067 h 1474801"/>
                  <a:gd name="connsiteX13" fmla="*/ 2193369 w 3841477"/>
                  <a:gd name="connsiteY13" fmla="*/ 1391534 h 1474801"/>
                  <a:gd name="connsiteX14" fmla="*/ 2239936 w 3841477"/>
                  <a:gd name="connsiteY14" fmla="*/ 1332267 h 1474801"/>
                  <a:gd name="connsiteX15" fmla="*/ 2252636 w 3841477"/>
                  <a:gd name="connsiteY15" fmla="*/ 1171402 h 1474801"/>
                  <a:gd name="connsiteX16" fmla="*/ 2311902 w 3841477"/>
                  <a:gd name="connsiteY16" fmla="*/ 1158701 h 1474801"/>
                  <a:gd name="connsiteX17" fmla="*/ 2333069 w 3841477"/>
                  <a:gd name="connsiteY17" fmla="*/ 1353434 h 1474801"/>
                  <a:gd name="connsiteX18" fmla="*/ 2379636 w 3841477"/>
                  <a:gd name="connsiteY18" fmla="*/ 1383068 h 1474801"/>
                  <a:gd name="connsiteX19" fmla="*/ 2582835 w 3841477"/>
                  <a:gd name="connsiteY19" fmla="*/ 1349199 h 1474801"/>
                  <a:gd name="connsiteX20" fmla="*/ 3099302 w 3841477"/>
                  <a:gd name="connsiteY20" fmla="*/ 896234 h 1474801"/>
                  <a:gd name="connsiteX21" fmla="*/ 3391402 w 3841477"/>
                  <a:gd name="connsiteY21" fmla="*/ 527934 h 1474801"/>
                  <a:gd name="connsiteX22" fmla="*/ 3658102 w 3841477"/>
                  <a:gd name="connsiteY22" fmla="*/ 269701 h 1474801"/>
                  <a:gd name="connsiteX23" fmla="*/ 3785103 w 3841477"/>
                  <a:gd name="connsiteY23" fmla="*/ 19934 h 1474801"/>
                  <a:gd name="connsiteX24" fmla="*/ 3840135 w 3841477"/>
                  <a:gd name="connsiteY24" fmla="*/ 45335 h 1474801"/>
                  <a:gd name="connsiteX25" fmla="*/ 3734301 w 3841477"/>
                  <a:gd name="connsiteY25" fmla="*/ 282400 h 1474801"/>
                  <a:gd name="connsiteX26" fmla="*/ 3569202 w 3841477"/>
                  <a:gd name="connsiteY26" fmla="*/ 447501 h 1474801"/>
                  <a:gd name="connsiteX27" fmla="*/ 3340602 w 3841477"/>
                  <a:gd name="connsiteY27" fmla="*/ 688801 h 1474801"/>
                  <a:gd name="connsiteX28" fmla="*/ 3107769 w 3841477"/>
                  <a:gd name="connsiteY28" fmla="*/ 997834 h 1474801"/>
                  <a:gd name="connsiteX29" fmla="*/ 2565900 w 3841477"/>
                  <a:gd name="connsiteY29" fmla="*/ 1429632 h 1474801"/>
                  <a:gd name="connsiteX30" fmla="*/ 2201835 w 3841477"/>
                  <a:gd name="connsiteY30" fmla="*/ 1463500 h 1474801"/>
                  <a:gd name="connsiteX31" fmla="*/ 1736169 w 3841477"/>
                  <a:gd name="connsiteY31" fmla="*/ 1446568 h 1474801"/>
                  <a:gd name="connsiteX32" fmla="*/ 1579534 w 3841477"/>
                  <a:gd name="connsiteY32" fmla="*/ 1374601 h 1474801"/>
                  <a:gd name="connsiteX33" fmla="*/ 1405969 w 3841477"/>
                  <a:gd name="connsiteY33" fmla="*/ 1222201 h 1474801"/>
                  <a:gd name="connsiteX34" fmla="*/ 1143502 w 3841477"/>
                  <a:gd name="connsiteY34" fmla="*/ 1035933 h 1474801"/>
                  <a:gd name="connsiteX35" fmla="*/ 775202 w 3841477"/>
                  <a:gd name="connsiteY35" fmla="*/ 820035 h 1474801"/>
                  <a:gd name="connsiteX36" fmla="*/ 466168 w 3841477"/>
                  <a:gd name="connsiteY36" fmla="*/ 447501 h 1474801"/>
                  <a:gd name="connsiteX37" fmla="*/ 119035 w 3841477"/>
                  <a:gd name="connsiteY37" fmla="*/ 155402 h 1474801"/>
                  <a:gd name="connsiteX38" fmla="*/ 4736 w 3841477"/>
                  <a:gd name="connsiteY38" fmla="*/ 74968 h 1474801"/>
                  <a:gd name="connsiteX39" fmla="*/ 38603 w 3841477"/>
                  <a:gd name="connsiteY39" fmla="*/ 15701 h 1474801"/>
                  <a:gd name="connsiteX0" fmla="*/ 38603 w 3841477"/>
                  <a:gd name="connsiteY0" fmla="*/ 15701 h 1474801"/>
                  <a:gd name="connsiteX1" fmla="*/ 191000 w 3841477"/>
                  <a:gd name="connsiteY1" fmla="*/ 125767 h 1474801"/>
                  <a:gd name="connsiteX2" fmla="*/ 432302 w 3841477"/>
                  <a:gd name="connsiteY2" fmla="*/ 341668 h 1474801"/>
                  <a:gd name="connsiteX3" fmla="*/ 567769 w 3841477"/>
                  <a:gd name="connsiteY3" fmla="*/ 472901 h 1474801"/>
                  <a:gd name="connsiteX4" fmla="*/ 804835 w 3841477"/>
                  <a:gd name="connsiteY4" fmla="*/ 781935 h 1474801"/>
                  <a:gd name="connsiteX5" fmla="*/ 969936 w 3841477"/>
                  <a:gd name="connsiteY5" fmla="*/ 870836 h 1474801"/>
                  <a:gd name="connsiteX6" fmla="*/ 1295899 w 3841477"/>
                  <a:gd name="connsiteY6" fmla="*/ 1069802 h 1474801"/>
                  <a:gd name="connsiteX7" fmla="*/ 1630334 w 3841477"/>
                  <a:gd name="connsiteY7" fmla="*/ 1344968 h 1474801"/>
                  <a:gd name="connsiteX8" fmla="*/ 1693835 w 3841477"/>
                  <a:gd name="connsiteY8" fmla="*/ 1340734 h 1474801"/>
                  <a:gd name="connsiteX9" fmla="*/ 1685369 w 3841477"/>
                  <a:gd name="connsiteY9" fmla="*/ 1150234 h 1474801"/>
                  <a:gd name="connsiteX10" fmla="*/ 1765802 w 3841477"/>
                  <a:gd name="connsiteY10" fmla="*/ 1137534 h 1474801"/>
                  <a:gd name="connsiteX11" fmla="*/ 1782737 w 3841477"/>
                  <a:gd name="connsiteY11" fmla="*/ 1361901 h 1474801"/>
                  <a:gd name="connsiteX12" fmla="*/ 1829303 w 3841477"/>
                  <a:gd name="connsiteY12" fmla="*/ 1383067 h 1474801"/>
                  <a:gd name="connsiteX13" fmla="*/ 2193369 w 3841477"/>
                  <a:gd name="connsiteY13" fmla="*/ 1391534 h 1474801"/>
                  <a:gd name="connsiteX14" fmla="*/ 2239936 w 3841477"/>
                  <a:gd name="connsiteY14" fmla="*/ 1332267 h 1474801"/>
                  <a:gd name="connsiteX15" fmla="*/ 2252636 w 3841477"/>
                  <a:gd name="connsiteY15" fmla="*/ 1171402 h 1474801"/>
                  <a:gd name="connsiteX16" fmla="*/ 2311902 w 3841477"/>
                  <a:gd name="connsiteY16" fmla="*/ 1158701 h 1474801"/>
                  <a:gd name="connsiteX17" fmla="*/ 2333069 w 3841477"/>
                  <a:gd name="connsiteY17" fmla="*/ 1353434 h 1474801"/>
                  <a:gd name="connsiteX18" fmla="*/ 2379636 w 3841477"/>
                  <a:gd name="connsiteY18" fmla="*/ 1383068 h 1474801"/>
                  <a:gd name="connsiteX19" fmla="*/ 2582835 w 3841477"/>
                  <a:gd name="connsiteY19" fmla="*/ 1349199 h 1474801"/>
                  <a:gd name="connsiteX20" fmla="*/ 3099302 w 3841477"/>
                  <a:gd name="connsiteY20" fmla="*/ 896234 h 1474801"/>
                  <a:gd name="connsiteX21" fmla="*/ 3391402 w 3841477"/>
                  <a:gd name="connsiteY21" fmla="*/ 527934 h 1474801"/>
                  <a:gd name="connsiteX22" fmla="*/ 3658102 w 3841477"/>
                  <a:gd name="connsiteY22" fmla="*/ 269701 h 1474801"/>
                  <a:gd name="connsiteX23" fmla="*/ 3785103 w 3841477"/>
                  <a:gd name="connsiteY23" fmla="*/ 19934 h 1474801"/>
                  <a:gd name="connsiteX24" fmla="*/ 3840135 w 3841477"/>
                  <a:gd name="connsiteY24" fmla="*/ 45335 h 1474801"/>
                  <a:gd name="connsiteX25" fmla="*/ 3734301 w 3841477"/>
                  <a:gd name="connsiteY25" fmla="*/ 282400 h 1474801"/>
                  <a:gd name="connsiteX26" fmla="*/ 3569202 w 3841477"/>
                  <a:gd name="connsiteY26" fmla="*/ 447501 h 1474801"/>
                  <a:gd name="connsiteX27" fmla="*/ 3340602 w 3841477"/>
                  <a:gd name="connsiteY27" fmla="*/ 688801 h 1474801"/>
                  <a:gd name="connsiteX28" fmla="*/ 3107769 w 3841477"/>
                  <a:gd name="connsiteY28" fmla="*/ 997834 h 1474801"/>
                  <a:gd name="connsiteX29" fmla="*/ 2565900 w 3841477"/>
                  <a:gd name="connsiteY29" fmla="*/ 1429632 h 1474801"/>
                  <a:gd name="connsiteX30" fmla="*/ 2201835 w 3841477"/>
                  <a:gd name="connsiteY30" fmla="*/ 1463500 h 1474801"/>
                  <a:gd name="connsiteX31" fmla="*/ 1736169 w 3841477"/>
                  <a:gd name="connsiteY31" fmla="*/ 1446568 h 1474801"/>
                  <a:gd name="connsiteX32" fmla="*/ 1579534 w 3841477"/>
                  <a:gd name="connsiteY32" fmla="*/ 1374601 h 1474801"/>
                  <a:gd name="connsiteX33" fmla="*/ 1405969 w 3841477"/>
                  <a:gd name="connsiteY33" fmla="*/ 1222201 h 1474801"/>
                  <a:gd name="connsiteX34" fmla="*/ 1143502 w 3841477"/>
                  <a:gd name="connsiteY34" fmla="*/ 1035933 h 1474801"/>
                  <a:gd name="connsiteX35" fmla="*/ 775202 w 3841477"/>
                  <a:gd name="connsiteY35" fmla="*/ 820035 h 1474801"/>
                  <a:gd name="connsiteX36" fmla="*/ 466168 w 3841477"/>
                  <a:gd name="connsiteY36" fmla="*/ 447501 h 1474801"/>
                  <a:gd name="connsiteX37" fmla="*/ 119035 w 3841477"/>
                  <a:gd name="connsiteY37" fmla="*/ 155402 h 1474801"/>
                  <a:gd name="connsiteX38" fmla="*/ 4736 w 3841477"/>
                  <a:gd name="connsiteY38" fmla="*/ 74968 h 1474801"/>
                  <a:gd name="connsiteX39" fmla="*/ 38603 w 3841477"/>
                  <a:gd name="connsiteY39" fmla="*/ 15701 h 1474801"/>
                  <a:gd name="connsiteX0" fmla="*/ 38603 w 3841477"/>
                  <a:gd name="connsiteY0" fmla="*/ 15701 h 1472711"/>
                  <a:gd name="connsiteX1" fmla="*/ 191000 w 3841477"/>
                  <a:gd name="connsiteY1" fmla="*/ 125767 h 1472711"/>
                  <a:gd name="connsiteX2" fmla="*/ 432302 w 3841477"/>
                  <a:gd name="connsiteY2" fmla="*/ 341668 h 1472711"/>
                  <a:gd name="connsiteX3" fmla="*/ 567769 w 3841477"/>
                  <a:gd name="connsiteY3" fmla="*/ 472901 h 1472711"/>
                  <a:gd name="connsiteX4" fmla="*/ 804835 w 3841477"/>
                  <a:gd name="connsiteY4" fmla="*/ 781935 h 1472711"/>
                  <a:gd name="connsiteX5" fmla="*/ 969936 w 3841477"/>
                  <a:gd name="connsiteY5" fmla="*/ 870836 h 1472711"/>
                  <a:gd name="connsiteX6" fmla="*/ 1295899 w 3841477"/>
                  <a:gd name="connsiteY6" fmla="*/ 1069802 h 1472711"/>
                  <a:gd name="connsiteX7" fmla="*/ 1630334 w 3841477"/>
                  <a:gd name="connsiteY7" fmla="*/ 1344968 h 1472711"/>
                  <a:gd name="connsiteX8" fmla="*/ 1693835 w 3841477"/>
                  <a:gd name="connsiteY8" fmla="*/ 1340734 h 1472711"/>
                  <a:gd name="connsiteX9" fmla="*/ 1685369 w 3841477"/>
                  <a:gd name="connsiteY9" fmla="*/ 1150234 h 1472711"/>
                  <a:gd name="connsiteX10" fmla="*/ 1765802 w 3841477"/>
                  <a:gd name="connsiteY10" fmla="*/ 1137534 h 1472711"/>
                  <a:gd name="connsiteX11" fmla="*/ 1782737 w 3841477"/>
                  <a:gd name="connsiteY11" fmla="*/ 1361901 h 1472711"/>
                  <a:gd name="connsiteX12" fmla="*/ 1829303 w 3841477"/>
                  <a:gd name="connsiteY12" fmla="*/ 1383067 h 1472711"/>
                  <a:gd name="connsiteX13" fmla="*/ 2193369 w 3841477"/>
                  <a:gd name="connsiteY13" fmla="*/ 1391534 h 1472711"/>
                  <a:gd name="connsiteX14" fmla="*/ 2239936 w 3841477"/>
                  <a:gd name="connsiteY14" fmla="*/ 1332267 h 1472711"/>
                  <a:gd name="connsiteX15" fmla="*/ 2252636 w 3841477"/>
                  <a:gd name="connsiteY15" fmla="*/ 1171402 h 1472711"/>
                  <a:gd name="connsiteX16" fmla="*/ 2311902 w 3841477"/>
                  <a:gd name="connsiteY16" fmla="*/ 1158701 h 1472711"/>
                  <a:gd name="connsiteX17" fmla="*/ 2333069 w 3841477"/>
                  <a:gd name="connsiteY17" fmla="*/ 1353434 h 1472711"/>
                  <a:gd name="connsiteX18" fmla="*/ 2379636 w 3841477"/>
                  <a:gd name="connsiteY18" fmla="*/ 1383068 h 1472711"/>
                  <a:gd name="connsiteX19" fmla="*/ 2582835 w 3841477"/>
                  <a:gd name="connsiteY19" fmla="*/ 1349199 h 1472711"/>
                  <a:gd name="connsiteX20" fmla="*/ 3099302 w 3841477"/>
                  <a:gd name="connsiteY20" fmla="*/ 896234 h 1472711"/>
                  <a:gd name="connsiteX21" fmla="*/ 3391402 w 3841477"/>
                  <a:gd name="connsiteY21" fmla="*/ 527934 h 1472711"/>
                  <a:gd name="connsiteX22" fmla="*/ 3658102 w 3841477"/>
                  <a:gd name="connsiteY22" fmla="*/ 269701 h 1472711"/>
                  <a:gd name="connsiteX23" fmla="*/ 3785103 w 3841477"/>
                  <a:gd name="connsiteY23" fmla="*/ 19934 h 1472711"/>
                  <a:gd name="connsiteX24" fmla="*/ 3840135 w 3841477"/>
                  <a:gd name="connsiteY24" fmla="*/ 45335 h 1472711"/>
                  <a:gd name="connsiteX25" fmla="*/ 3734301 w 3841477"/>
                  <a:gd name="connsiteY25" fmla="*/ 282400 h 1472711"/>
                  <a:gd name="connsiteX26" fmla="*/ 3569202 w 3841477"/>
                  <a:gd name="connsiteY26" fmla="*/ 447501 h 1472711"/>
                  <a:gd name="connsiteX27" fmla="*/ 3340602 w 3841477"/>
                  <a:gd name="connsiteY27" fmla="*/ 688801 h 1472711"/>
                  <a:gd name="connsiteX28" fmla="*/ 3107769 w 3841477"/>
                  <a:gd name="connsiteY28" fmla="*/ 997834 h 1472711"/>
                  <a:gd name="connsiteX29" fmla="*/ 2565900 w 3841477"/>
                  <a:gd name="connsiteY29" fmla="*/ 1429632 h 1472711"/>
                  <a:gd name="connsiteX30" fmla="*/ 2121401 w 3841477"/>
                  <a:gd name="connsiteY30" fmla="*/ 1459267 h 1472711"/>
                  <a:gd name="connsiteX31" fmla="*/ 1736169 w 3841477"/>
                  <a:gd name="connsiteY31" fmla="*/ 1446568 h 1472711"/>
                  <a:gd name="connsiteX32" fmla="*/ 1579534 w 3841477"/>
                  <a:gd name="connsiteY32" fmla="*/ 1374601 h 1472711"/>
                  <a:gd name="connsiteX33" fmla="*/ 1405969 w 3841477"/>
                  <a:gd name="connsiteY33" fmla="*/ 1222201 h 1472711"/>
                  <a:gd name="connsiteX34" fmla="*/ 1143502 w 3841477"/>
                  <a:gd name="connsiteY34" fmla="*/ 1035933 h 1472711"/>
                  <a:gd name="connsiteX35" fmla="*/ 775202 w 3841477"/>
                  <a:gd name="connsiteY35" fmla="*/ 820035 h 1472711"/>
                  <a:gd name="connsiteX36" fmla="*/ 466168 w 3841477"/>
                  <a:gd name="connsiteY36" fmla="*/ 447501 h 1472711"/>
                  <a:gd name="connsiteX37" fmla="*/ 119035 w 3841477"/>
                  <a:gd name="connsiteY37" fmla="*/ 155402 h 1472711"/>
                  <a:gd name="connsiteX38" fmla="*/ 4736 w 3841477"/>
                  <a:gd name="connsiteY38" fmla="*/ 74968 h 1472711"/>
                  <a:gd name="connsiteX39" fmla="*/ 38603 w 3841477"/>
                  <a:gd name="connsiteY39" fmla="*/ 15701 h 1472711"/>
                  <a:gd name="connsiteX0" fmla="*/ 38603 w 3841477"/>
                  <a:gd name="connsiteY0" fmla="*/ 15701 h 1472711"/>
                  <a:gd name="connsiteX1" fmla="*/ 191000 w 3841477"/>
                  <a:gd name="connsiteY1" fmla="*/ 125767 h 1472711"/>
                  <a:gd name="connsiteX2" fmla="*/ 432302 w 3841477"/>
                  <a:gd name="connsiteY2" fmla="*/ 341668 h 1472711"/>
                  <a:gd name="connsiteX3" fmla="*/ 567769 w 3841477"/>
                  <a:gd name="connsiteY3" fmla="*/ 472901 h 1472711"/>
                  <a:gd name="connsiteX4" fmla="*/ 804835 w 3841477"/>
                  <a:gd name="connsiteY4" fmla="*/ 781935 h 1472711"/>
                  <a:gd name="connsiteX5" fmla="*/ 969936 w 3841477"/>
                  <a:gd name="connsiteY5" fmla="*/ 870836 h 1472711"/>
                  <a:gd name="connsiteX6" fmla="*/ 1295899 w 3841477"/>
                  <a:gd name="connsiteY6" fmla="*/ 1069802 h 1472711"/>
                  <a:gd name="connsiteX7" fmla="*/ 1630334 w 3841477"/>
                  <a:gd name="connsiteY7" fmla="*/ 1344968 h 1472711"/>
                  <a:gd name="connsiteX8" fmla="*/ 1693835 w 3841477"/>
                  <a:gd name="connsiteY8" fmla="*/ 1340734 h 1472711"/>
                  <a:gd name="connsiteX9" fmla="*/ 1685369 w 3841477"/>
                  <a:gd name="connsiteY9" fmla="*/ 1150234 h 1472711"/>
                  <a:gd name="connsiteX10" fmla="*/ 1765802 w 3841477"/>
                  <a:gd name="connsiteY10" fmla="*/ 1137534 h 1472711"/>
                  <a:gd name="connsiteX11" fmla="*/ 1782737 w 3841477"/>
                  <a:gd name="connsiteY11" fmla="*/ 1361901 h 1472711"/>
                  <a:gd name="connsiteX12" fmla="*/ 1829303 w 3841477"/>
                  <a:gd name="connsiteY12" fmla="*/ 1383067 h 1472711"/>
                  <a:gd name="connsiteX13" fmla="*/ 2193369 w 3841477"/>
                  <a:gd name="connsiteY13" fmla="*/ 1391534 h 1472711"/>
                  <a:gd name="connsiteX14" fmla="*/ 2239936 w 3841477"/>
                  <a:gd name="connsiteY14" fmla="*/ 1332267 h 1472711"/>
                  <a:gd name="connsiteX15" fmla="*/ 2252636 w 3841477"/>
                  <a:gd name="connsiteY15" fmla="*/ 1171402 h 1472711"/>
                  <a:gd name="connsiteX16" fmla="*/ 2311902 w 3841477"/>
                  <a:gd name="connsiteY16" fmla="*/ 1158701 h 1472711"/>
                  <a:gd name="connsiteX17" fmla="*/ 2333069 w 3841477"/>
                  <a:gd name="connsiteY17" fmla="*/ 1353434 h 1472711"/>
                  <a:gd name="connsiteX18" fmla="*/ 2379636 w 3841477"/>
                  <a:gd name="connsiteY18" fmla="*/ 1404235 h 1472711"/>
                  <a:gd name="connsiteX19" fmla="*/ 2582835 w 3841477"/>
                  <a:gd name="connsiteY19" fmla="*/ 1349199 h 1472711"/>
                  <a:gd name="connsiteX20" fmla="*/ 3099302 w 3841477"/>
                  <a:gd name="connsiteY20" fmla="*/ 896234 h 1472711"/>
                  <a:gd name="connsiteX21" fmla="*/ 3391402 w 3841477"/>
                  <a:gd name="connsiteY21" fmla="*/ 527934 h 1472711"/>
                  <a:gd name="connsiteX22" fmla="*/ 3658102 w 3841477"/>
                  <a:gd name="connsiteY22" fmla="*/ 269701 h 1472711"/>
                  <a:gd name="connsiteX23" fmla="*/ 3785103 w 3841477"/>
                  <a:gd name="connsiteY23" fmla="*/ 19934 h 1472711"/>
                  <a:gd name="connsiteX24" fmla="*/ 3840135 w 3841477"/>
                  <a:gd name="connsiteY24" fmla="*/ 45335 h 1472711"/>
                  <a:gd name="connsiteX25" fmla="*/ 3734301 w 3841477"/>
                  <a:gd name="connsiteY25" fmla="*/ 282400 h 1472711"/>
                  <a:gd name="connsiteX26" fmla="*/ 3569202 w 3841477"/>
                  <a:gd name="connsiteY26" fmla="*/ 447501 h 1472711"/>
                  <a:gd name="connsiteX27" fmla="*/ 3340602 w 3841477"/>
                  <a:gd name="connsiteY27" fmla="*/ 688801 h 1472711"/>
                  <a:gd name="connsiteX28" fmla="*/ 3107769 w 3841477"/>
                  <a:gd name="connsiteY28" fmla="*/ 997834 h 1472711"/>
                  <a:gd name="connsiteX29" fmla="*/ 2565900 w 3841477"/>
                  <a:gd name="connsiteY29" fmla="*/ 1429632 h 1472711"/>
                  <a:gd name="connsiteX30" fmla="*/ 2121401 w 3841477"/>
                  <a:gd name="connsiteY30" fmla="*/ 1459267 h 1472711"/>
                  <a:gd name="connsiteX31" fmla="*/ 1736169 w 3841477"/>
                  <a:gd name="connsiteY31" fmla="*/ 1446568 h 1472711"/>
                  <a:gd name="connsiteX32" fmla="*/ 1579534 w 3841477"/>
                  <a:gd name="connsiteY32" fmla="*/ 1374601 h 1472711"/>
                  <a:gd name="connsiteX33" fmla="*/ 1405969 w 3841477"/>
                  <a:gd name="connsiteY33" fmla="*/ 1222201 h 1472711"/>
                  <a:gd name="connsiteX34" fmla="*/ 1143502 w 3841477"/>
                  <a:gd name="connsiteY34" fmla="*/ 1035933 h 1472711"/>
                  <a:gd name="connsiteX35" fmla="*/ 775202 w 3841477"/>
                  <a:gd name="connsiteY35" fmla="*/ 820035 h 1472711"/>
                  <a:gd name="connsiteX36" fmla="*/ 466168 w 3841477"/>
                  <a:gd name="connsiteY36" fmla="*/ 447501 h 1472711"/>
                  <a:gd name="connsiteX37" fmla="*/ 119035 w 3841477"/>
                  <a:gd name="connsiteY37" fmla="*/ 155402 h 1472711"/>
                  <a:gd name="connsiteX38" fmla="*/ 4736 w 3841477"/>
                  <a:gd name="connsiteY38" fmla="*/ 74968 h 1472711"/>
                  <a:gd name="connsiteX39" fmla="*/ 38603 w 3841477"/>
                  <a:gd name="connsiteY39" fmla="*/ 15701 h 1472711"/>
                  <a:gd name="connsiteX0" fmla="*/ 38603 w 3841477"/>
                  <a:gd name="connsiteY0" fmla="*/ 15701 h 1472711"/>
                  <a:gd name="connsiteX1" fmla="*/ 191000 w 3841477"/>
                  <a:gd name="connsiteY1" fmla="*/ 125767 h 1472711"/>
                  <a:gd name="connsiteX2" fmla="*/ 432302 w 3841477"/>
                  <a:gd name="connsiteY2" fmla="*/ 341668 h 1472711"/>
                  <a:gd name="connsiteX3" fmla="*/ 567769 w 3841477"/>
                  <a:gd name="connsiteY3" fmla="*/ 472901 h 1472711"/>
                  <a:gd name="connsiteX4" fmla="*/ 804835 w 3841477"/>
                  <a:gd name="connsiteY4" fmla="*/ 781935 h 1472711"/>
                  <a:gd name="connsiteX5" fmla="*/ 969936 w 3841477"/>
                  <a:gd name="connsiteY5" fmla="*/ 870836 h 1472711"/>
                  <a:gd name="connsiteX6" fmla="*/ 1295899 w 3841477"/>
                  <a:gd name="connsiteY6" fmla="*/ 1069802 h 1472711"/>
                  <a:gd name="connsiteX7" fmla="*/ 1630334 w 3841477"/>
                  <a:gd name="connsiteY7" fmla="*/ 1344968 h 1472711"/>
                  <a:gd name="connsiteX8" fmla="*/ 1693835 w 3841477"/>
                  <a:gd name="connsiteY8" fmla="*/ 1340734 h 1472711"/>
                  <a:gd name="connsiteX9" fmla="*/ 1685369 w 3841477"/>
                  <a:gd name="connsiteY9" fmla="*/ 1150234 h 1472711"/>
                  <a:gd name="connsiteX10" fmla="*/ 1765802 w 3841477"/>
                  <a:gd name="connsiteY10" fmla="*/ 1137534 h 1472711"/>
                  <a:gd name="connsiteX11" fmla="*/ 1782737 w 3841477"/>
                  <a:gd name="connsiteY11" fmla="*/ 1361901 h 1472711"/>
                  <a:gd name="connsiteX12" fmla="*/ 1829303 w 3841477"/>
                  <a:gd name="connsiteY12" fmla="*/ 1383067 h 1472711"/>
                  <a:gd name="connsiteX13" fmla="*/ 2193369 w 3841477"/>
                  <a:gd name="connsiteY13" fmla="*/ 1391534 h 1472711"/>
                  <a:gd name="connsiteX14" fmla="*/ 2239936 w 3841477"/>
                  <a:gd name="connsiteY14" fmla="*/ 1332267 h 1472711"/>
                  <a:gd name="connsiteX15" fmla="*/ 2252636 w 3841477"/>
                  <a:gd name="connsiteY15" fmla="*/ 1171402 h 1472711"/>
                  <a:gd name="connsiteX16" fmla="*/ 2311902 w 3841477"/>
                  <a:gd name="connsiteY16" fmla="*/ 1158701 h 1472711"/>
                  <a:gd name="connsiteX17" fmla="*/ 2333069 w 3841477"/>
                  <a:gd name="connsiteY17" fmla="*/ 1353434 h 1472711"/>
                  <a:gd name="connsiteX18" fmla="*/ 2379636 w 3841477"/>
                  <a:gd name="connsiteY18" fmla="*/ 1404235 h 1472711"/>
                  <a:gd name="connsiteX19" fmla="*/ 2582835 w 3841477"/>
                  <a:gd name="connsiteY19" fmla="*/ 1349199 h 1472711"/>
                  <a:gd name="connsiteX20" fmla="*/ 3099302 w 3841477"/>
                  <a:gd name="connsiteY20" fmla="*/ 896234 h 1472711"/>
                  <a:gd name="connsiteX21" fmla="*/ 3391402 w 3841477"/>
                  <a:gd name="connsiteY21" fmla="*/ 527934 h 1472711"/>
                  <a:gd name="connsiteX22" fmla="*/ 3658102 w 3841477"/>
                  <a:gd name="connsiteY22" fmla="*/ 269701 h 1472711"/>
                  <a:gd name="connsiteX23" fmla="*/ 3785103 w 3841477"/>
                  <a:gd name="connsiteY23" fmla="*/ 19934 h 1472711"/>
                  <a:gd name="connsiteX24" fmla="*/ 3840135 w 3841477"/>
                  <a:gd name="connsiteY24" fmla="*/ 45335 h 1472711"/>
                  <a:gd name="connsiteX25" fmla="*/ 3734301 w 3841477"/>
                  <a:gd name="connsiteY25" fmla="*/ 282400 h 1472711"/>
                  <a:gd name="connsiteX26" fmla="*/ 3569202 w 3841477"/>
                  <a:gd name="connsiteY26" fmla="*/ 447501 h 1472711"/>
                  <a:gd name="connsiteX27" fmla="*/ 3340602 w 3841477"/>
                  <a:gd name="connsiteY27" fmla="*/ 688801 h 1472711"/>
                  <a:gd name="connsiteX28" fmla="*/ 3107769 w 3841477"/>
                  <a:gd name="connsiteY28" fmla="*/ 997834 h 1472711"/>
                  <a:gd name="connsiteX29" fmla="*/ 2565900 w 3841477"/>
                  <a:gd name="connsiteY29" fmla="*/ 1429632 h 1472711"/>
                  <a:gd name="connsiteX30" fmla="*/ 2121401 w 3841477"/>
                  <a:gd name="connsiteY30" fmla="*/ 1459267 h 1472711"/>
                  <a:gd name="connsiteX31" fmla="*/ 1736169 w 3841477"/>
                  <a:gd name="connsiteY31" fmla="*/ 1446568 h 1472711"/>
                  <a:gd name="connsiteX32" fmla="*/ 1579534 w 3841477"/>
                  <a:gd name="connsiteY32" fmla="*/ 1374601 h 1472711"/>
                  <a:gd name="connsiteX33" fmla="*/ 1405969 w 3841477"/>
                  <a:gd name="connsiteY33" fmla="*/ 1222201 h 1472711"/>
                  <a:gd name="connsiteX34" fmla="*/ 1143502 w 3841477"/>
                  <a:gd name="connsiteY34" fmla="*/ 1035933 h 1472711"/>
                  <a:gd name="connsiteX35" fmla="*/ 775202 w 3841477"/>
                  <a:gd name="connsiteY35" fmla="*/ 820035 h 1472711"/>
                  <a:gd name="connsiteX36" fmla="*/ 466168 w 3841477"/>
                  <a:gd name="connsiteY36" fmla="*/ 447501 h 1472711"/>
                  <a:gd name="connsiteX37" fmla="*/ 119035 w 3841477"/>
                  <a:gd name="connsiteY37" fmla="*/ 155402 h 1472711"/>
                  <a:gd name="connsiteX38" fmla="*/ 4736 w 3841477"/>
                  <a:gd name="connsiteY38" fmla="*/ 74968 h 1472711"/>
                  <a:gd name="connsiteX39" fmla="*/ 38603 w 3841477"/>
                  <a:gd name="connsiteY39" fmla="*/ 15701 h 1472711"/>
                  <a:gd name="connsiteX0" fmla="*/ 38603 w 3841477"/>
                  <a:gd name="connsiteY0" fmla="*/ 15701 h 1472711"/>
                  <a:gd name="connsiteX1" fmla="*/ 191000 w 3841477"/>
                  <a:gd name="connsiteY1" fmla="*/ 125767 h 1472711"/>
                  <a:gd name="connsiteX2" fmla="*/ 432302 w 3841477"/>
                  <a:gd name="connsiteY2" fmla="*/ 341668 h 1472711"/>
                  <a:gd name="connsiteX3" fmla="*/ 567769 w 3841477"/>
                  <a:gd name="connsiteY3" fmla="*/ 472901 h 1472711"/>
                  <a:gd name="connsiteX4" fmla="*/ 804835 w 3841477"/>
                  <a:gd name="connsiteY4" fmla="*/ 781935 h 1472711"/>
                  <a:gd name="connsiteX5" fmla="*/ 969936 w 3841477"/>
                  <a:gd name="connsiteY5" fmla="*/ 870836 h 1472711"/>
                  <a:gd name="connsiteX6" fmla="*/ 1295899 w 3841477"/>
                  <a:gd name="connsiteY6" fmla="*/ 1069802 h 1472711"/>
                  <a:gd name="connsiteX7" fmla="*/ 1630334 w 3841477"/>
                  <a:gd name="connsiteY7" fmla="*/ 1344968 h 1472711"/>
                  <a:gd name="connsiteX8" fmla="*/ 1693835 w 3841477"/>
                  <a:gd name="connsiteY8" fmla="*/ 1340734 h 1472711"/>
                  <a:gd name="connsiteX9" fmla="*/ 1685369 w 3841477"/>
                  <a:gd name="connsiteY9" fmla="*/ 1150234 h 1472711"/>
                  <a:gd name="connsiteX10" fmla="*/ 1765802 w 3841477"/>
                  <a:gd name="connsiteY10" fmla="*/ 1137534 h 1472711"/>
                  <a:gd name="connsiteX11" fmla="*/ 1782737 w 3841477"/>
                  <a:gd name="connsiteY11" fmla="*/ 1361901 h 1472711"/>
                  <a:gd name="connsiteX12" fmla="*/ 1829303 w 3841477"/>
                  <a:gd name="connsiteY12" fmla="*/ 1383067 h 1472711"/>
                  <a:gd name="connsiteX13" fmla="*/ 2193369 w 3841477"/>
                  <a:gd name="connsiteY13" fmla="*/ 1391534 h 1472711"/>
                  <a:gd name="connsiteX14" fmla="*/ 2239936 w 3841477"/>
                  <a:gd name="connsiteY14" fmla="*/ 1332267 h 1472711"/>
                  <a:gd name="connsiteX15" fmla="*/ 2252636 w 3841477"/>
                  <a:gd name="connsiteY15" fmla="*/ 1171402 h 1472711"/>
                  <a:gd name="connsiteX16" fmla="*/ 2311902 w 3841477"/>
                  <a:gd name="connsiteY16" fmla="*/ 1158701 h 1472711"/>
                  <a:gd name="connsiteX17" fmla="*/ 2328835 w 3841477"/>
                  <a:gd name="connsiteY17" fmla="*/ 1344968 h 1472711"/>
                  <a:gd name="connsiteX18" fmla="*/ 2379636 w 3841477"/>
                  <a:gd name="connsiteY18" fmla="*/ 1404235 h 1472711"/>
                  <a:gd name="connsiteX19" fmla="*/ 2582835 w 3841477"/>
                  <a:gd name="connsiteY19" fmla="*/ 1349199 h 1472711"/>
                  <a:gd name="connsiteX20" fmla="*/ 3099302 w 3841477"/>
                  <a:gd name="connsiteY20" fmla="*/ 896234 h 1472711"/>
                  <a:gd name="connsiteX21" fmla="*/ 3391402 w 3841477"/>
                  <a:gd name="connsiteY21" fmla="*/ 527934 h 1472711"/>
                  <a:gd name="connsiteX22" fmla="*/ 3658102 w 3841477"/>
                  <a:gd name="connsiteY22" fmla="*/ 269701 h 1472711"/>
                  <a:gd name="connsiteX23" fmla="*/ 3785103 w 3841477"/>
                  <a:gd name="connsiteY23" fmla="*/ 19934 h 1472711"/>
                  <a:gd name="connsiteX24" fmla="*/ 3840135 w 3841477"/>
                  <a:gd name="connsiteY24" fmla="*/ 45335 h 1472711"/>
                  <a:gd name="connsiteX25" fmla="*/ 3734301 w 3841477"/>
                  <a:gd name="connsiteY25" fmla="*/ 282400 h 1472711"/>
                  <a:gd name="connsiteX26" fmla="*/ 3569202 w 3841477"/>
                  <a:gd name="connsiteY26" fmla="*/ 447501 h 1472711"/>
                  <a:gd name="connsiteX27" fmla="*/ 3340602 w 3841477"/>
                  <a:gd name="connsiteY27" fmla="*/ 688801 h 1472711"/>
                  <a:gd name="connsiteX28" fmla="*/ 3107769 w 3841477"/>
                  <a:gd name="connsiteY28" fmla="*/ 997834 h 1472711"/>
                  <a:gd name="connsiteX29" fmla="*/ 2565900 w 3841477"/>
                  <a:gd name="connsiteY29" fmla="*/ 1429632 h 1472711"/>
                  <a:gd name="connsiteX30" fmla="*/ 2121401 w 3841477"/>
                  <a:gd name="connsiteY30" fmla="*/ 1459267 h 1472711"/>
                  <a:gd name="connsiteX31" fmla="*/ 1736169 w 3841477"/>
                  <a:gd name="connsiteY31" fmla="*/ 1446568 h 1472711"/>
                  <a:gd name="connsiteX32" fmla="*/ 1579534 w 3841477"/>
                  <a:gd name="connsiteY32" fmla="*/ 1374601 h 1472711"/>
                  <a:gd name="connsiteX33" fmla="*/ 1405969 w 3841477"/>
                  <a:gd name="connsiteY33" fmla="*/ 1222201 h 1472711"/>
                  <a:gd name="connsiteX34" fmla="*/ 1143502 w 3841477"/>
                  <a:gd name="connsiteY34" fmla="*/ 1035933 h 1472711"/>
                  <a:gd name="connsiteX35" fmla="*/ 775202 w 3841477"/>
                  <a:gd name="connsiteY35" fmla="*/ 820035 h 1472711"/>
                  <a:gd name="connsiteX36" fmla="*/ 466168 w 3841477"/>
                  <a:gd name="connsiteY36" fmla="*/ 447501 h 1472711"/>
                  <a:gd name="connsiteX37" fmla="*/ 119035 w 3841477"/>
                  <a:gd name="connsiteY37" fmla="*/ 155402 h 1472711"/>
                  <a:gd name="connsiteX38" fmla="*/ 4736 w 3841477"/>
                  <a:gd name="connsiteY38" fmla="*/ 74968 h 1472711"/>
                  <a:gd name="connsiteX39" fmla="*/ 38603 w 3841477"/>
                  <a:gd name="connsiteY39" fmla="*/ 15701 h 1472711"/>
                  <a:gd name="connsiteX0" fmla="*/ 38603 w 3841477"/>
                  <a:gd name="connsiteY0" fmla="*/ 15701 h 1472711"/>
                  <a:gd name="connsiteX1" fmla="*/ 191000 w 3841477"/>
                  <a:gd name="connsiteY1" fmla="*/ 125767 h 1472711"/>
                  <a:gd name="connsiteX2" fmla="*/ 432302 w 3841477"/>
                  <a:gd name="connsiteY2" fmla="*/ 341668 h 1472711"/>
                  <a:gd name="connsiteX3" fmla="*/ 567769 w 3841477"/>
                  <a:gd name="connsiteY3" fmla="*/ 472901 h 1472711"/>
                  <a:gd name="connsiteX4" fmla="*/ 804835 w 3841477"/>
                  <a:gd name="connsiteY4" fmla="*/ 781935 h 1472711"/>
                  <a:gd name="connsiteX5" fmla="*/ 969936 w 3841477"/>
                  <a:gd name="connsiteY5" fmla="*/ 870836 h 1472711"/>
                  <a:gd name="connsiteX6" fmla="*/ 1295899 w 3841477"/>
                  <a:gd name="connsiteY6" fmla="*/ 1069802 h 1472711"/>
                  <a:gd name="connsiteX7" fmla="*/ 1630334 w 3841477"/>
                  <a:gd name="connsiteY7" fmla="*/ 1344968 h 1472711"/>
                  <a:gd name="connsiteX8" fmla="*/ 1693835 w 3841477"/>
                  <a:gd name="connsiteY8" fmla="*/ 1340734 h 1472711"/>
                  <a:gd name="connsiteX9" fmla="*/ 1685369 w 3841477"/>
                  <a:gd name="connsiteY9" fmla="*/ 1150234 h 1472711"/>
                  <a:gd name="connsiteX10" fmla="*/ 1765802 w 3841477"/>
                  <a:gd name="connsiteY10" fmla="*/ 1137534 h 1472711"/>
                  <a:gd name="connsiteX11" fmla="*/ 1782737 w 3841477"/>
                  <a:gd name="connsiteY11" fmla="*/ 1361901 h 1472711"/>
                  <a:gd name="connsiteX12" fmla="*/ 1829303 w 3841477"/>
                  <a:gd name="connsiteY12" fmla="*/ 1383067 h 1472711"/>
                  <a:gd name="connsiteX13" fmla="*/ 2193369 w 3841477"/>
                  <a:gd name="connsiteY13" fmla="*/ 1391534 h 1472711"/>
                  <a:gd name="connsiteX14" fmla="*/ 2239936 w 3841477"/>
                  <a:gd name="connsiteY14" fmla="*/ 1332267 h 1472711"/>
                  <a:gd name="connsiteX15" fmla="*/ 2252636 w 3841477"/>
                  <a:gd name="connsiteY15" fmla="*/ 1171402 h 1472711"/>
                  <a:gd name="connsiteX16" fmla="*/ 2311902 w 3841477"/>
                  <a:gd name="connsiteY16" fmla="*/ 1158701 h 1472711"/>
                  <a:gd name="connsiteX17" fmla="*/ 2328835 w 3841477"/>
                  <a:gd name="connsiteY17" fmla="*/ 1344968 h 1472711"/>
                  <a:gd name="connsiteX18" fmla="*/ 2379636 w 3841477"/>
                  <a:gd name="connsiteY18" fmla="*/ 1404235 h 1472711"/>
                  <a:gd name="connsiteX19" fmla="*/ 2582835 w 3841477"/>
                  <a:gd name="connsiteY19" fmla="*/ 1328032 h 1472711"/>
                  <a:gd name="connsiteX20" fmla="*/ 3099302 w 3841477"/>
                  <a:gd name="connsiteY20" fmla="*/ 896234 h 1472711"/>
                  <a:gd name="connsiteX21" fmla="*/ 3391402 w 3841477"/>
                  <a:gd name="connsiteY21" fmla="*/ 527934 h 1472711"/>
                  <a:gd name="connsiteX22" fmla="*/ 3658102 w 3841477"/>
                  <a:gd name="connsiteY22" fmla="*/ 269701 h 1472711"/>
                  <a:gd name="connsiteX23" fmla="*/ 3785103 w 3841477"/>
                  <a:gd name="connsiteY23" fmla="*/ 19934 h 1472711"/>
                  <a:gd name="connsiteX24" fmla="*/ 3840135 w 3841477"/>
                  <a:gd name="connsiteY24" fmla="*/ 45335 h 1472711"/>
                  <a:gd name="connsiteX25" fmla="*/ 3734301 w 3841477"/>
                  <a:gd name="connsiteY25" fmla="*/ 282400 h 1472711"/>
                  <a:gd name="connsiteX26" fmla="*/ 3569202 w 3841477"/>
                  <a:gd name="connsiteY26" fmla="*/ 447501 h 1472711"/>
                  <a:gd name="connsiteX27" fmla="*/ 3340602 w 3841477"/>
                  <a:gd name="connsiteY27" fmla="*/ 688801 h 1472711"/>
                  <a:gd name="connsiteX28" fmla="*/ 3107769 w 3841477"/>
                  <a:gd name="connsiteY28" fmla="*/ 997834 h 1472711"/>
                  <a:gd name="connsiteX29" fmla="*/ 2565900 w 3841477"/>
                  <a:gd name="connsiteY29" fmla="*/ 1429632 h 1472711"/>
                  <a:gd name="connsiteX30" fmla="*/ 2121401 w 3841477"/>
                  <a:gd name="connsiteY30" fmla="*/ 1459267 h 1472711"/>
                  <a:gd name="connsiteX31" fmla="*/ 1736169 w 3841477"/>
                  <a:gd name="connsiteY31" fmla="*/ 1446568 h 1472711"/>
                  <a:gd name="connsiteX32" fmla="*/ 1579534 w 3841477"/>
                  <a:gd name="connsiteY32" fmla="*/ 1374601 h 1472711"/>
                  <a:gd name="connsiteX33" fmla="*/ 1405969 w 3841477"/>
                  <a:gd name="connsiteY33" fmla="*/ 1222201 h 1472711"/>
                  <a:gd name="connsiteX34" fmla="*/ 1143502 w 3841477"/>
                  <a:gd name="connsiteY34" fmla="*/ 1035933 h 1472711"/>
                  <a:gd name="connsiteX35" fmla="*/ 775202 w 3841477"/>
                  <a:gd name="connsiteY35" fmla="*/ 820035 h 1472711"/>
                  <a:gd name="connsiteX36" fmla="*/ 466168 w 3841477"/>
                  <a:gd name="connsiteY36" fmla="*/ 447501 h 1472711"/>
                  <a:gd name="connsiteX37" fmla="*/ 119035 w 3841477"/>
                  <a:gd name="connsiteY37" fmla="*/ 155402 h 1472711"/>
                  <a:gd name="connsiteX38" fmla="*/ 4736 w 3841477"/>
                  <a:gd name="connsiteY38" fmla="*/ 74968 h 1472711"/>
                  <a:gd name="connsiteX39" fmla="*/ 38603 w 3841477"/>
                  <a:gd name="connsiteY39" fmla="*/ 15701 h 1472711"/>
                  <a:gd name="connsiteX0" fmla="*/ 38603 w 3841477"/>
                  <a:gd name="connsiteY0" fmla="*/ 15701 h 1462861"/>
                  <a:gd name="connsiteX1" fmla="*/ 191000 w 3841477"/>
                  <a:gd name="connsiteY1" fmla="*/ 125767 h 1462861"/>
                  <a:gd name="connsiteX2" fmla="*/ 432302 w 3841477"/>
                  <a:gd name="connsiteY2" fmla="*/ 341668 h 1462861"/>
                  <a:gd name="connsiteX3" fmla="*/ 567769 w 3841477"/>
                  <a:gd name="connsiteY3" fmla="*/ 472901 h 1462861"/>
                  <a:gd name="connsiteX4" fmla="*/ 804835 w 3841477"/>
                  <a:gd name="connsiteY4" fmla="*/ 781935 h 1462861"/>
                  <a:gd name="connsiteX5" fmla="*/ 969936 w 3841477"/>
                  <a:gd name="connsiteY5" fmla="*/ 870836 h 1462861"/>
                  <a:gd name="connsiteX6" fmla="*/ 1295899 w 3841477"/>
                  <a:gd name="connsiteY6" fmla="*/ 1069802 h 1462861"/>
                  <a:gd name="connsiteX7" fmla="*/ 1630334 w 3841477"/>
                  <a:gd name="connsiteY7" fmla="*/ 1344968 h 1462861"/>
                  <a:gd name="connsiteX8" fmla="*/ 1693835 w 3841477"/>
                  <a:gd name="connsiteY8" fmla="*/ 1340734 h 1462861"/>
                  <a:gd name="connsiteX9" fmla="*/ 1685369 w 3841477"/>
                  <a:gd name="connsiteY9" fmla="*/ 1150234 h 1462861"/>
                  <a:gd name="connsiteX10" fmla="*/ 1765802 w 3841477"/>
                  <a:gd name="connsiteY10" fmla="*/ 1137534 h 1462861"/>
                  <a:gd name="connsiteX11" fmla="*/ 1782737 w 3841477"/>
                  <a:gd name="connsiteY11" fmla="*/ 1361901 h 1462861"/>
                  <a:gd name="connsiteX12" fmla="*/ 1829303 w 3841477"/>
                  <a:gd name="connsiteY12" fmla="*/ 1383067 h 1462861"/>
                  <a:gd name="connsiteX13" fmla="*/ 2193369 w 3841477"/>
                  <a:gd name="connsiteY13" fmla="*/ 1391534 h 1462861"/>
                  <a:gd name="connsiteX14" fmla="*/ 2239936 w 3841477"/>
                  <a:gd name="connsiteY14" fmla="*/ 1332267 h 1462861"/>
                  <a:gd name="connsiteX15" fmla="*/ 2252636 w 3841477"/>
                  <a:gd name="connsiteY15" fmla="*/ 1171402 h 1462861"/>
                  <a:gd name="connsiteX16" fmla="*/ 2311902 w 3841477"/>
                  <a:gd name="connsiteY16" fmla="*/ 1158701 h 1462861"/>
                  <a:gd name="connsiteX17" fmla="*/ 2328835 w 3841477"/>
                  <a:gd name="connsiteY17" fmla="*/ 1344968 h 1462861"/>
                  <a:gd name="connsiteX18" fmla="*/ 2379636 w 3841477"/>
                  <a:gd name="connsiteY18" fmla="*/ 1404235 h 1462861"/>
                  <a:gd name="connsiteX19" fmla="*/ 2582835 w 3841477"/>
                  <a:gd name="connsiteY19" fmla="*/ 1328032 h 1462861"/>
                  <a:gd name="connsiteX20" fmla="*/ 3099302 w 3841477"/>
                  <a:gd name="connsiteY20" fmla="*/ 896234 h 1462861"/>
                  <a:gd name="connsiteX21" fmla="*/ 3391402 w 3841477"/>
                  <a:gd name="connsiteY21" fmla="*/ 527934 h 1462861"/>
                  <a:gd name="connsiteX22" fmla="*/ 3658102 w 3841477"/>
                  <a:gd name="connsiteY22" fmla="*/ 269701 h 1462861"/>
                  <a:gd name="connsiteX23" fmla="*/ 3785103 w 3841477"/>
                  <a:gd name="connsiteY23" fmla="*/ 19934 h 1462861"/>
                  <a:gd name="connsiteX24" fmla="*/ 3840135 w 3841477"/>
                  <a:gd name="connsiteY24" fmla="*/ 45335 h 1462861"/>
                  <a:gd name="connsiteX25" fmla="*/ 3734301 w 3841477"/>
                  <a:gd name="connsiteY25" fmla="*/ 282400 h 1462861"/>
                  <a:gd name="connsiteX26" fmla="*/ 3569202 w 3841477"/>
                  <a:gd name="connsiteY26" fmla="*/ 447501 h 1462861"/>
                  <a:gd name="connsiteX27" fmla="*/ 3340602 w 3841477"/>
                  <a:gd name="connsiteY27" fmla="*/ 688801 h 1462861"/>
                  <a:gd name="connsiteX28" fmla="*/ 3107769 w 3841477"/>
                  <a:gd name="connsiteY28" fmla="*/ 997834 h 1462861"/>
                  <a:gd name="connsiteX29" fmla="*/ 2565900 w 3841477"/>
                  <a:gd name="connsiteY29" fmla="*/ 1412699 h 1462861"/>
                  <a:gd name="connsiteX30" fmla="*/ 2121401 w 3841477"/>
                  <a:gd name="connsiteY30" fmla="*/ 1459267 h 1462861"/>
                  <a:gd name="connsiteX31" fmla="*/ 1736169 w 3841477"/>
                  <a:gd name="connsiteY31" fmla="*/ 1446568 h 1462861"/>
                  <a:gd name="connsiteX32" fmla="*/ 1579534 w 3841477"/>
                  <a:gd name="connsiteY32" fmla="*/ 1374601 h 1462861"/>
                  <a:gd name="connsiteX33" fmla="*/ 1405969 w 3841477"/>
                  <a:gd name="connsiteY33" fmla="*/ 1222201 h 1462861"/>
                  <a:gd name="connsiteX34" fmla="*/ 1143502 w 3841477"/>
                  <a:gd name="connsiteY34" fmla="*/ 1035933 h 1462861"/>
                  <a:gd name="connsiteX35" fmla="*/ 775202 w 3841477"/>
                  <a:gd name="connsiteY35" fmla="*/ 820035 h 1462861"/>
                  <a:gd name="connsiteX36" fmla="*/ 466168 w 3841477"/>
                  <a:gd name="connsiteY36" fmla="*/ 447501 h 1462861"/>
                  <a:gd name="connsiteX37" fmla="*/ 119035 w 3841477"/>
                  <a:gd name="connsiteY37" fmla="*/ 155402 h 1462861"/>
                  <a:gd name="connsiteX38" fmla="*/ 4736 w 3841477"/>
                  <a:gd name="connsiteY38" fmla="*/ 74968 h 1462861"/>
                  <a:gd name="connsiteX39" fmla="*/ 38603 w 3841477"/>
                  <a:gd name="connsiteY39" fmla="*/ 15701 h 1462861"/>
                  <a:gd name="connsiteX0" fmla="*/ 38603 w 3841477"/>
                  <a:gd name="connsiteY0" fmla="*/ 15701 h 1462861"/>
                  <a:gd name="connsiteX1" fmla="*/ 191000 w 3841477"/>
                  <a:gd name="connsiteY1" fmla="*/ 125767 h 1462861"/>
                  <a:gd name="connsiteX2" fmla="*/ 432302 w 3841477"/>
                  <a:gd name="connsiteY2" fmla="*/ 341668 h 1462861"/>
                  <a:gd name="connsiteX3" fmla="*/ 567769 w 3841477"/>
                  <a:gd name="connsiteY3" fmla="*/ 472901 h 1462861"/>
                  <a:gd name="connsiteX4" fmla="*/ 804835 w 3841477"/>
                  <a:gd name="connsiteY4" fmla="*/ 781935 h 1462861"/>
                  <a:gd name="connsiteX5" fmla="*/ 969936 w 3841477"/>
                  <a:gd name="connsiteY5" fmla="*/ 870836 h 1462861"/>
                  <a:gd name="connsiteX6" fmla="*/ 1295899 w 3841477"/>
                  <a:gd name="connsiteY6" fmla="*/ 1069802 h 1462861"/>
                  <a:gd name="connsiteX7" fmla="*/ 1630334 w 3841477"/>
                  <a:gd name="connsiteY7" fmla="*/ 1344968 h 1462861"/>
                  <a:gd name="connsiteX8" fmla="*/ 1693835 w 3841477"/>
                  <a:gd name="connsiteY8" fmla="*/ 1340734 h 1462861"/>
                  <a:gd name="connsiteX9" fmla="*/ 1685369 w 3841477"/>
                  <a:gd name="connsiteY9" fmla="*/ 1150234 h 1462861"/>
                  <a:gd name="connsiteX10" fmla="*/ 1765802 w 3841477"/>
                  <a:gd name="connsiteY10" fmla="*/ 1137534 h 1462861"/>
                  <a:gd name="connsiteX11" fmla="*/ 1782737 w 3841477"/>
                  <a:gd name="connsiteY11" fmla="*/ 1361901 h 1462861"/>
                  <a:gd name="connsiteX12" fmla="*/ 1829303 w 3841477"/>
                  <a:gd name="connsiteY12" fmla="*/ 1383067 h 1462861"/>
                  <a:gd name="connsiteX13" fmla="*/ 2193369 w 3841477"/>
                  <a:gd name="connsiteY13" fmla="*/ 1391534 h 1462861"/>
                  <a:gd name="connsiteX14" fmla="*/ 2239936 w 3841477"/>
                  <a:gd name="connsiteY14" fmla="*/ 1332267 h 1462861"/>
                  <a:gd name="connsiteX15" fmla="*/ 2252636 w 3841477"/>
                  <a:gd name="connsiteY15" fmla="*/ 1171402 h 1462861"/>
                  <a:gd name="connsiteX16" fmla="*/ 2311902 w 3841477"/>
                  <a:gd name="connsiteY16" fmla="*/ 1158701 h 1462861"/>
                  <a:gd name="connsiteX17" fmla="*/ 2328835 w 3841477"/>
                  <a:gd name="connsiteY17" fmla="*/ 1344968 h 1462861"/>
                  <a:gd name="connsiteX18" fmla="*/ 2379636 w 3841477"/>
                  <a:gd name="connsiteY18" fmla="*/ 1404235 h 1462861"/>
                  <a:gd name="connsiteX19" fmla="*/ 2582835 w 3841477"/>
                  <a:gd name="connsiteY19" fmla="*/ 1328032 h 1462861"/>
                  <a:gd name="connsiteX20" fmla="*/ 3099302 w 3841477"/>
                  <a:gd name="connsiteY20" fmla="*/ 896234 h 1462861"/>
                  <a:gd name="connsiteX21" fmla="*/ 3391402 w 3841477"/>
                  <a:gd name="connsiteY21" fmla="*/ 527934 h 1462861"/>
                  <a:gd name="connsiteX22" fmla="*/ 3658102 w 3841477"/>
                  <a:gd name="connsiteY22" fmla="*/ 269701 h 1462861"/>
                  <a:gd name="connsiteX23" fmla="*/ 3785103 w 3841477"/>
                  <a:gd name="connsiteY23" fmla="*/ 19934 h 1462861"/>
                  <a:gd name="connsiteX24" fmla="*/ 3840135 w 3841477"/>
                  <a:gd name="connsiteY24" fmla="*/ 45335 h 1462861"/>
                  <a:gd name="connsiteX25" fmla="*/ 3734301 w 3841477"/>
                  <a:gd name="connsiteY25" fmla="*/ 282400 h 1462861"/>
                  <a:gd name="connsiteX26" fmla="*/ 3569202 w 3841477"/>
                  <a:gd name="connsiteY26" fmla="*/ 447501 h 1462861"/>
                  <a:gd name="connsiteX27" fmla="*/ 3340602 w 3841477"/>
                  <a:gd name="connsiteY27" fmla="*/ 688801 h 1462861"/>
                  <a:gd name="connsiteX28" fmla="*/ 3107769 w 3841477"/>
                  <a:gd name="connsiteY28" fmla="*/ 997834 h 1462861"/>
                  <a:gd name="connsiteX29" fmla="*/ 2565900 w 3841477"/>
                  <a:gd name="connsiteY29" fmla="*/ 1412699 h 1462861"/>
                  <a:gd name="connsiteX30" fmla="*/ 2121401 w 3841477"/>
                  <a:gd name="connsiteY30" fmla="*/ 1459267 h 1462861"/>
                  <a:gd name="connsiteX31" fmla="*/ 1736169 w 3841477"/>
                  <a:gd name="connsiteY31" fmla="*/ 1446568 h 1462861"/>
                  <a:gd name="connsiteX32" fmla="*/ 1579534 w 3841477"/>
                  <a:gd name="connsiteY32" fmla="*/ 1374601 h 1462861"/>
                  <a:gd name="connsiteX33" fmla="*/ 1405969 w 3841477"/>
                  <a:gd name="connsiteY33" fmla="*/ 1222201 h 1462861"/>
                  <a:gd name="connsiteX34" fmla="*/ 1143502 w 3841477"/>
                  <a:gd name="connsiteY34" fmla="*/ 1035933 h 1462861"/>
                  <a:gd name="connsiteX35" fmla="*/ 775202 w 3841477"/>
                  <a:gd name="connsiteY35" fmla="*/ 820035 h 1462861"/>
                  <a:gd name="connsiteX36" fmla="*/ 466168 w 3841477"/>
                  <a:gd name="connsiteY36" fmla="*/ 447501 h 1462861"/>
                  <a:gd name="connsiteX37" fmla="*/ 119035 w 3841477"/>
                  <a:gd name="connsiteY37" fmla="*/ 155402 h 1462861"/>
                  <a:gd name="connsiteX38" fmla="*/ 4736 w 3841477"/>
                  <a:gd name="connsiteY38" fmla="*/ 74968 h 1462861"/>
                  <a:gd name="connsiteX39" fmla="*/ 38603 w 3841477"/>
                  <a:gd name="connsiteY39" fmla="*/ 15701 h 1462861"/>
                  <a:gd name="connsiteX0" fmla="*/ 38603 w 3841477"/>
                  <a:gd name="connsiteY0" fmla="*/ 15701 h 1462861"/>
                  <a:gd name="connsiteX1" fmla="*/ 191000 w 3841477"/>
                  <a:gd name="connsiteY1" fmla="*/ 125767 h 1462861"/>
                  <a:gd name="connsiteX2" fmla="*/ 432302 w 3841477"/>
                  <a:gd name="connsiteY2" fmla="*/ 341668 h 1462861"/>
                  <a:gd name="connsiteX3" fmla="*/ 567769 w 3841477"/>
                  <a:gd name="connsiteY3" fmla="*/ 472901 h 1462861"/>
                  <a:gd name="connsiteX4" fmla="*/ 804835 w 3841477"/>
                  <a:gd name="connsiteY4" fmla="*/ 781935 h 1462861"/>
                  <a:gd name="connsiteX5" fmla="*/ 969936 w 3841477"/>
                  <a:gd name="connsiteY5" fmla="*/ 870836 h 1462861"/>
                  <a:gd name="connsiteX6" fmla="*/ 1295899 w 3841477"/>
                  <a:gd name="connsiteY6" fmla="*/ 1069802 h 1462861"/>
                  <a:gd name="connsiteX7" fmla="*/ 1630334 w 3841477"/>
                  <a:gd name="connsiteY7" fmla="*/ 1344968 h 1462861"/>
                  <a:gd name="connsiteX8" fmla="*/ 1693835 w 3841477"/>
                  <a:gd name="connsiteY8" fmla="*/ 1340734 h 1462861"/>
                  <a:gd name="connsiteX9" fmla="*/ 1685369 w 3841477"/>
                  <a:gd name="connsiteY9" fmla="*/ 1150234 h 1462861"/>
                  <a:gd name="connsiteX10" fmla="*/ 1765802 w 3841477"/>
                  <a:gd name="connsiteY10" fmla="*/ 1137534 h 1462861"/>
                  <a:gd name="connsiteX11" fmla="*/ 1782737 w 3841477"/>
                  <a:gd name="connsiteY11" fmla="*/ 1361901 h 1462861"/>
                  <a:gd name="connsiteX12" fmla="*/ 1829303 w 3841477"/>
                  <a:gd name="connsiteY12" fmla="*/ 1383067 h 1462861"/>
                  <a:gd name="connsiteX13" fmla="*/ 2193369 w 3841477"/>
                  <a:gd name="connsiteY13" fmla="*/ 1391534 h 1462861"/>
                  <a:gd name="connsiteX14" fmla="*/ 2239936 w 3841477"/>
                  <a:gd name="connsiteY14" fmla="*/ 1332267 h 1462861"/>
                  <a:gd name="connsiteX15" fmla="*/ 2252636 w 3841477"/>
                  <a:gd name="connsiteY15" fmla="*/ 1171402 h 1462861"/>
                  <a:gd name="connsiteX16" fmla="*/ 2311902 w 3841477"/>
                  <a:gd name="connsiteY16" fmla="*/ 1158701 h 1462861"/>
                  <a:gd name="connsiteX17" fmla="*/ 2328835 w 3841477"/>
                  <a:gd name="connsiteY17" fmla="*/ 1344968 h 1462861"/>
                  <a:gd name="connsiteX18" fmla="*/ 2379636 w 3841477"/>
                  <a:gd name="connsiteY18" fmla="*/ 1404235 h 1462861"/>
                  <a:gd name="connsiteX19" fmla="*/ 2582835 w 3841477"/>
                  <a:gd name="connsiteY19" fmla="*/ 1328032 h 1462861"/>
                  <a:gd name="connsiteX20" fmla="*/ 3099302 w 3841477"/>
                  <a:gd name="connsiteY20" fmla="*/ 896234 h 1462861"/>
                  <a:gd name="connsiteX21" fmla="*/ 3391402 w 3841477"/>
                  <a:gd name="connsiteY21" fmla="*/ 527934 h 1462861"/>
                  <a:gd name="connsiteX22" fmla="*/ 3658102 w 3841477"/>
                  <a:gd name="connsiteY22" fmla="*/ 269701 h 1462861"/>
                  <a:gd name="connsiteX23" fmla="*/ 3785103 w 3841477"/>
                  <a:gd name="connsiteY23" fmla="*/ 19934 h 1462861"/>
                  <a:gd name="connsiteX24" fmla="*/ 3840135 w 3841477"/>
                  <a:gd name="connsiteY24" fmla="*/ 45335 h 1462861"/>
                  <a:gd name="connsiteX25" fmla="*/ 3734301 w 3841477"/>
                  <a:gd name="connsiteY25" fmla="*/ 282400 h 1462861"/>
                  <a:gd name="connsiteX26" fmla="*/ 3569202 w 3841477"/>
                  <a:gd name="connsiteY26" fmla="*/ 447501 h 1462861"/>
                  <a:gd name="connsiteX27" fmla="*/ 3340602 w 3841477"/>
                  <a:gd name="connsiteY27" fmla="*/ 688801 h 1462861"/>
                  <a:gd name="connsiteX28" fmla="*/ 3107769 w 3841477"/>
                  <a:gd name="connsiteY28" fmla="*/ 997834 h 1462861"/>
                  <a:gd name="connsiteX29" fmla="*/ 2565900 w 3841477"/>
                  <a:gd name="connsiteY29" fmla="*/ 1412699 h 1462861"/>
                  <a:gd name="connsiteX30" fmla="*/ 2121401 w 3841477"/>
                  <a:gd name="connsiteY30" fmla="*/ 1459267 h 1462861"/>
                  <a:gd name="connsiteX31" fmla="*/ 1736169 w 3841477"/>
                  <a:gd name="connsiteY31" fmla="*/ 1446568 h 1462861"/>
                  <a:gd name="connsiteX32" fmla="*/ 1579534 w 3841477"/>
                  <a:gd name="connsiteY32" fmla="*/ 1374601 h 1462861"/>
                  <a:gd name="connsiteX33" fmla="*/ 1405969 w 3841477"/>
                  <a:gd name="connsiteY33" fmla="*/ 1222201 h 1462861"/>
                  <a:gd name="connsiteX34" fmla="*/ 1143502 w 3841477"/>
                  <a:gd name="connsiteY34" fmla="*/ 1035933 h 1462861"/>
                  <a:gd name="connsiteX35" fmla="*/ 775202 w 3841477"/>
                  <a:gd name="connsiteY35" fmla="*/ 820035 h 1462861"/>
                  <a:gd name="connsiteX36" fmla="*/ 466168 w 3841477"/>
                  <a:gd name="connsiteY36" fmla="*/ 447501 h 1462861"/>
                  <a:gd name="connsiteX37" fmla="*/ 119035 w 3841477"/>
                  <a:gd name="connsiteY37" fmla="*/ 155402 h 1462861"/>
                  <a:gd name="connsiteX38" fmla="*/ 4736 w 3841477"/>
                  <a:gd name="connsiteY38" fmla="*/ 74968 h 1462861"/>
                  <a:gd name="connsiteX39" fmla="*/ 38603 w 3841477"/>
                  <a:gd name="connsiteY39" fmla="*/ 15701 h 1462861"/>
                  <a:gd name="connsiteX0" fmla="*/ 38603 w 3841477"/>
                  <a:gd name="connsiteY0" fmla="*/ 15701 h 1462861"/>
                  <a:gd name="connsiteX1" fmla="*/ 191000 w 3841477"/>
                  <a:gd name="connsiteY1" fmla="*/ 125767 h 1462861"/>
                  <a:gd name="connsiteX2" fmla="*/ 432302 w 3841477"/>
                  <a:gd name="connsiteY2" fmla="*/ 341668 h 1462861"/>
                  <a:gd name="connsiteX3" fmla="*/ 567769 w 3841477"/>
                  <a:gd name="connsiteY3" fmla="*/ 472901 h 1462861"/>
                  <a:gd name="connsiteX4" fmla="*/ 804835 w 3841477"/>
                  <a:gd name="connsiteY4" fmla="*/ 781935 h 1462861"/>
                  <a:gd name="connsiteX5" fmla="*/ 969936 w 3841477"/>
                  <a:gd name="connsiteY5" fmla="*/ 870836 h 1462861"/>
                  <a:gd name="connsiteX6" fmla="*/ 1295899 w 3841477"/>
                  <a:gd name="connsiteY6" fmla="*/ 1069802 h 1462861"/>
                  <a:gd name="connsiteX7" fmla="*/ 1630334 w 3841477"/>
                  <a:gd name="connsiteY7" fmla="*/ 1344968 h 1462861"/>
                  <a:gd name="connsiteX8" fmla="*/ 1693835 w 3841477"/>
                  <a:gd name="connsiteY8" fmla="*/ 1340734 h 1462861"/>
                  <a:gd name="connsiteX9" fmla="*/ 1685369 w 3841477"/>
                  <a:gd name="connsiteY9" fmla="*/ 1150234 h 1462861"/>
                  <a:gd name="connsiteX10" fmla="*/ 1765802 w 3841477"/>
                  <a:gd name="connsiteY10" fmla="*/ 1137534 h 1462861"/>
                  <a:gd name="connsiteX11" fmla="*/ 1782737 w 3841477"/>
                  <a:gd name="connsiteY11" fmla="*/ 1361901 h 1462861"/>
                  <a:gd name="connsiteX12" fmla="*/ 1829303 w 3841477"/>
                  <a:gd name="connsiteY12" fmla="*/ 1383067 h 1462861"/>
                  <a:gd name="connsiteX13" fmla="*/ 2193369 w 3841477"/>
                  <a:gd name="connsiteY13" fmla="*/ 1391534 h 1462861"/>
                  <a:gd name="connsiteX14" fmla="*/ 2239936 w 3841477"/>
                  <a:gd name="connsiteY14" fmla="*/ 1332267 h 1462861"/>
                  <a:gd name="connsiteX15" fmla="*/ 2252636 w 3841477"/>
                  <a:gd name="connsiteY15" fmla="*/ 1171402 h 1462861"/>
                  <a:gd name="connsiteX16" fmla="*/ 2311902 w 3841477"/>
                  <a:gd name="connsiteY16" fmla="*/ 1158701 h 1462861"/>
                  <a:gd name="connsiteX17" fmla="*/ 2328835 w 3841477"/>
                  <a:gd name="connsiteY17" fmla="*/ 1344968 h 1462861"/>
                  <a:gd name="connsiteX18" fmla="*/ 2379636 w 3841477"/>
                  <a:gd name="connsiteY18" fmla="*/ 1404235 h 1462861"/>
                  <a:gd name="connsiteX19" fmla="*/ 2582835 w 3841477"/>
                  <a:gd name="connsiteY19" fmla="*/ 1328032 h 1462861"/>
                  <a:gd name="connsiteX20" fmla="*/ 3099302 w 3841477"/>
                  <a:gd name="connsiteY20" fmla="*/ 896234 h 1462861"/>
                  <a:gd name="connsiteX21" fmla="*/ 3391402 w 3841477"/>
                  <a:gd name="connsiteY21" fmla="*/ 527934 h 1462861"/>
                  <a:gd name="connsiteX22" fmla="*/ 3658102 w 3841477"/>
                  <a:gd name="connsiteY22" fmla="*/ 269701 h 1462861"/>
                  <a:gd name="connsiteX23" fmla="*/ 3785103 w 3841477"/>
                  <a:gd name="connsiteY23" fmla="*/ 19934 h 1462861"/>
                  <a:gd name="connsiteX24" fmla="*/ 3840135 w 3841477"/>
                  <a:gd name="connsiteY24" fmla="*/ 45335 h 1462861"/>
                  <a:gd name="connsiteX25" fmla="*/ 3734301 w 3841477"/>
                  <a:gd name="connsiteY25" fmla="*/ 282400 h 1462861"/>
                  <a:gd name="connsiteX26" fmla="*/ 3569202 w 3841477"/>
                  <a:gd name="connsiteY26" fmla="*/ 447501 h 1462861"/>
                  <a:gd name="connsiteX27" fmla="*/ 3340602 w 3841477"/>
                  <a:gd name="connsiteY27" fmla="*/ 688801 h 1462861"/>
                  <a:gd name="connsiteX28" fmla="*/ 3107769 w 3841477"/>
                  <a:gd name="connsiteY28" fmla="*/ 997834 h 1462861"/>
                  <a:gd name="connsiteX29" fmla="*/ 2565900 w 3841477"/>
                  <a:gd name="connsiteY29" fmla="*/ 1412699 h 1462861"/>
                  <a:gd name="connsiteX30" fmla="*/ 2121401 w 3841477"/>
                  <a:gd name="connsiteY30" fmla="*/ 1459267 h 1462861"/>
                  <a:gd name="connsiteX31" fmla="*/ 1736169 w 3841477"/>
                  <a:gd name="connsiteY31" fmla="*/ 1446568 h 1462861"/>
                  <a:gd name="connsiteX32" fmla="*/ 1579534 w 3841477"/>
                  <a:gd name="connsiteY32" fmla="*/ 1374601 h 1462861"/>
                  <a:gd name="connsiteX33" fmla="*/ 1405969 w 3841477"/>
                  <a:gd name="connsiteY33" fmla="*/ 1222201 h 1462861"/>
                  <a:gd name="connsiteX34" fmla="*/ 1143502 w 3841477"/>
                  <a:gd name="connsiteY34" fmla="*/ 1035933 h 1462861"/>
                  <a:gd name="connsiteX35" fmla="*/ 775202 w 3841477"/>
                  <a:gd name="connsiteY35" fmla="*/ 820035 h 1462861"/>
                  <a:gd name="connsiteX36" fmla="*/ 466168 w 3841477"/>
                  <a:gd name="connsiteY36" fmla="*/ 447501 h 1462861"/>
                  <a:gd name="connsiteX37" fmla="*/ 119035 w 3841477"/>
                  <a:gd name="connsiteY37" fmla="*/ 155402 h 1462861"/>
                  <a:gd name="connsiteX38" fmla="*/ 4736 w 3841477"/>
                  <a:gd name="connsiteY38" fmla="*/ 74968 h 1462861"/>
                  <a:gd name="connsiteX39" fmla="*/ 38603 w 3841477"/>
                  <a:gd name="connsiteY39" fmla="*/ 15701 h 1462861"/>
                  <a:gd name="connsiteX0" fmla="*/ 19344 w 3822218"/>
                  <a:gd name="connsiteY0" fmla="*/ 15701 h 1462861"/>
                  <a:gd name="connsiteX1" fmla="*/ 171741 w 3822218"/>
                  <a:gd name="connsiteY1" fmla="*/ 125767 h 1462861"/>
                  <a:gd name="connsiteX2" fmla="*/ 413043 w 3822218"/>
                  <a:gd name="connsiteY2" fmla="*/ 341668 h 1462861"/>
                  <a:gd name="connsiteX3" fmla="*/ 548510 w 3822218"/>
                  <a:gd name="connsiteY3" fmla="*/ 472901 h 1462861"/>
                  <a:gd name="connsiteX4" fmla="*/ 785576 w 3822218"/>
                  <a:gd name="connsiteY4" fmla="*/ 781935 h 1462861"/>
                  <a:gd name="connsiteX5" fmla="*/ 950677 w 3822218"/>
                  <a:gd name="connsiteY5" fmla="*/ 870836 h 1462861"/>
                  <a:gd name="connsiteX6" fmla="*/ 1276640 w 3822218"/>
                  <a:gd name="connsiteY6" fmla="*/ 1069802 h 1462861"/>
                  <a:gd name="connsiteX7" fmla="*/ 1611075 w 3822218"/>
                  <a:gd name="connsiteY7" fmla="*/ 1344968 h 1462861"/>
                  <a:gd name="connsiteX8" fmla="*/ 1674576 w 3822218"/>
                  <a:gd name="connsiteY8" fmla="*/ 1340734 h 1462861"/>
                  <a:gd name="connsiteX9" fmla="*/ 1666110 w 3822218"/>
                  <a:gd name="connsiteY9" fmla="*/ 1150234 h 1462861"/>
                  <a:gd name="connsiteX10" fmla="*/ 1746543 w 3822218"/>
                  <a:gd name="connsiteY10" fmla="*/ 1137534 h 1462861"/>
                  <a:gd name="connsiteX11" fmla="*/ 1763478 w 3822218"/>
                  <a:gd name="connsiteY11" fmla="*/ 1361901 h 1462861"/>
                  <a:gd name="connsiteX12" fmla="*/ 1810044 w 3822218"/>
                  <a:gd name="connsiteY12" fmla="*/ 1383067 h 1462861"/>
                  <a:gd name="connsiteX13" fmla="*/ 2174110 w 3822218"/>
                  <a:gd name="connsiteY13" fmla="*/ 1391534 h 1462861"/>
                  <a:gd name="connsiteX14" fmla="*/ 2220677 w 3822218"/>
                  <a:gd name="connsiteY14" fmla="*/ 1332267 h 1462861"/>
                  <a:gd name="connsiteX15" fmla="*/ 2233377 w 3822218"/>
                  <a:gd name="connsiteY15" fmla="*/ 1171402 h 1462861"/>
                  <a:gd name="connsiteX16" fmla="*/ 2292643 w 3822218"/>
                  <a:gd name="connsiteY16" fmla="*/ 1158701 h 1462861"/>
                  <a:gd name="connsiteX17" fmla="*/ 2309576 w 3822218"/>
                  <a:gd name="connsiteY17" fmla="*/ 1344968 h 1462861"/>
                  <a:gd name="connsiteX18" fmla="*/ 2360377 w 3822218"/>
                  <a:gd name="connsiteY18" fmla="*/ 1404235 h 1462861"/>
                  <a:gd name="connsiteX19" fmla="*/ 2563576 w 3822218"/>
                  <a:gd name="connsiteY19" fmla="*/ 1328032 h 1462861"/>
                  <a:gd name="connsiteX20" fmla="*/ 3080043 w 3822218"/>
                  <a:gd name="connsiteY20" fmla="*/ 896234 h 1462861"/>
                  <a:gd name="connsiteX21" fmla="*/ 3372143 w 3822218"/>
                  <a:gd name="connsiteY21" fmla="*/ 527934 h 1462861"/>
                  <a:gd name="connsiteX22" fmla="*/ 3638843 w 3822218"/>
                  <a:gd name="connsiteY22" fmla="*/ 269701 h 1462861"/>
                  <a:gd name="connsiteX23" fmla="*/ 3765844 w 3822218"/>
                  <a:gd name="connsiteY23" fmla="*/ 19934 h 1462861"/>
                  <a:gd name="connsiteX24" fmla="*/ 3820876 w 3822218"/>
                  <a:gd name="connsiteY24" fmla="*/ 45335 h 1462861"/>
                  <a:gd name="connsiteX25" fmla="*/ 3715042 w 3822218"/>
                  <a:gd name="connsiteY25" fmla="*/ 282400 h 1462861"/>
                  <a:gd name="connsiteX26" fmla="*/ 3549943 w 3822218"/>
                  <a:gd name="connsiteY26" fmla="*/ 447501 h 1462861"/>
                  <a:gd name="connsiteX27" fmla="*/ 3321343 w 3822218"/>
                  <a:gd name="connsiteY27" fmla="*/ 688801 h 1462861"/>
                  <a:gd name="connsiteX28" fmla="*/ 3088510 w 3822218"/>
                  <a:gd name="connsiteY28" fmla="*/ 997834 h 1462861"/>
                  <a:gd name="connsiteX29" fmla="*/ 2546641 w 3822218"/>
                  <a:gd name="connsiteY29" fmla="*/ 1412699 h 1462861"/>
                  <a:gd name="connsiteX30" fmla="*/ 2102142 w 3822218"/>
                  <a:gd name="connsiteY30" fmla="*/ 1459267 h 1462861"/>
                  <a:gd name="connsiteX31" fmla="*/ 1716910 w 3822218"/>
                  <a:gd name="connsiteY31" fmla="*/ 1446568 h 1462861"/>
                  <a:gd name="connsiteX32" fmla="*/ 1560275 w 3822218"/>
                  <a:gd name="connsiteY32" fmla="*/ 1374601 h 1462861"/>
                  <a:gd name="connsiteX33" fmla="*/ 1386710 w 3822218"/>
                  <a:gd name="connsiteY33" fmla="*/ 1222201 h 1462861"/>
                  <a:gd name="connsiteX34" fmla="*/ 1124243 w 3822218"/>
                  <a:gd name="connsiteY34" fmla="*/ 1035933 h 1462861"/>
                  <a:gd name="connsiteX35" fmla="*/ 755943 w 3822218"/>
                  <a:gd name="connsiteY35" fmla="*/ 820035 h 1462861"/>
                  <a:gd name="connsiteX36" fmla="*/ 446909 w 3822218"/>
                  <a:gd name="connsiteY36" fmla="*/ 447501 h 1462861"/>
                  <a:gd name="connsiteX37" fmla="*/ 99776 w 3822218"/>
                  <a:gd name="connsiteY37" fmla="*/ 155402 h 1462861"/>
                  <a:gd name="connsiteX38" fmla="*/ 10877 w 3822218"/>
                  <a:gd name="connsiteY38" fmla="*/ 120688 h 1462861"/>
                  <a:gd name="connsiteX39" fmla="*/ 19344 w 3822218"/>
                  <a:gd name="connsiteY39" fmla="*/ 15701 h 1462861"/>
                  <a:gd name="connsiteX0" fmla="*/ 19344 w 3822218"/>
                  <a:gd name="connsiteY0" fmla="*/ 15701 h 1462861"/>
                  <a:gd name="connsiteX1" fmla="*/ 171741 w 3822218"/>
                  <a:gd name="connsiteY1" fmla="*/ 125767 h 1462861"/>
                  <a:gd name="connsiteX2" fmla="*/ 413043 w 3822218"/>
                  <a:gd name="connsiteY2" fmla="*/ 341668 h 1462861"/>
                  <a:gd name="connsiteX3" fmla="*/ 548510 w 3822218"/>
                  <a:gd name="connsiteY3" fmla="*/ 472901 h 1462861"/>
                  <a:gd name="connsiteX4" fmla="*/ 785576 w 3822218"/>
                  <a:gd name="connsiteY4" fmla="*/ 781935 h 1462861"/>
                  <a:gd name="connsiteX5" fmla="*/ 950677 w 3822218"/>
                  <a:gd name="connsiteY5" fmla="*/ 870836 h 1462861"/>
                  <a:gd name="connsiteX6" fmla="*/ 1276640 w 3822218"/>
                  <a:gd name="connsiteY6" fmla="*/ 1069802 h 1462861"/>
                  <a:gd name="connsiteX7" fmla="*/ 1611075 w 3822218"/>
                  <a:gd name="connsiteY7" fmla="*/ 1344968 h 1462861"/>
                  <a:gd name="connsiteX8" fmla="*/ 1674576 w 3822218"/>
                  <a:gd name="connsiteY8" fmla="*/ 1340734 h 1462861"/>
                  <a:gd name="connsiteX9" fmla="*/ 1666110 w 3822218"/>
                  <a:gd name="connsiteY9" fmla="*/ 1150234 h 1462861"/>
                  <a:gd name="connsiteX10" fmla="*/ 1746543 w 3822218"/>
                  <a:gd name="connsiteY10" fmla="*/ 1137534 h 1462861"/>
                  <a:gd name="connsiteX11" fmla="*/ 1763478 w 3822218"/>
                  <a:gd name="connsiteY11" fmla="*/ 1361901 h 1462861"/>
                  <a:gd name="connsiteX12" fmla="*/ 1810044 w 3822218"/>
                  <a:gd name="connsiteY12" fmla="*/ 1383067 h 1462861"/>
                  <a:gd name="connsiteX13" fmla="*/ 2174110 w 3822218"/>
                  <a:gd name="connsiteY13" fmla="*/ 1391534 h 1462861"/>
                  <a:gd name="connsiteX14" fmla="*/ 2220677 w 3822218"/>
                  <a:gd name="connsiteY14" fmla="*/ 1332267 h 1462861"/>
                  <a:gd name="connsiteX15" fmla="*/ 2233377 w 3822218"/>
                  <a:gd name="connsiteY15" fmla="*/ 1171402 h 1462861"/>
                  <a:gd name="connsiteX16" fmla="*/ 2292643 w 3822218"/>
                  <a:gd name="connsiteY16" fmla="*/ 1158701 h 1462861"/>
                  <a:gd name="connsiteX17" fmla="*/ 2309576 w 3822218"/>
                  <a:gd name="connsiteY17" fmla="*/ 1344968 h 1462861"/>
                  <a:gd name="connsiteX18" fmla="*/ 2360377 w 3822218"/>
                  <a:gd name="connsiteY18" fmla="*/ 1404235 h 1462861"/>
                  <a:gd name="connsiteX19" fmla="*/ 2563576 w 3822218"/>
                  <a:gd name="connsiteY19" fmla="*/ 1328032 h 1462861"/>
                  <a:gd name="connsiteX20" fmla="*/ 3080043 w 3822218"/>
                  <a:gd name="connsiteY20" fmla="*/ 896234 h 1462861"/>
                  <a:gd name="connsiteX21" fmla="*/ 3372143 w 3822218"/>
                  <a:gd name="connsiteY21" fmla="*/ 527934 h 1462861"/>
                  <a:gd name="connsiteX22" fmla="*/ 3638843 w 3822218"/>
                  <a:gd name="connsiteY22" fmla="*/ 269701 h 1462861"/>
                  <a:gd name="connsiteX23" fmla="*/ 3765844 w 3822218"/>
                  <a:gd name="connsiteY23" fmla="*/ 19934 h 1462861"/>
                  <a:gd name="connsiteX24" fmla="*/ 3820876 w 3822218"/>
                  <a:gd name="connsiteY24" fmla="*/ 45335 h 1462861"/>
                  <a:gd name="connsiteX25" fmla="*/ 3715042 w 3822218"/>
                  <a:gd name="connsiteY25" fmla="*/ 282400 h 1462861"/>
                  <a:gd name="connsiteX26" fmla="*/ 3549943 w 3822218"/>
                  <a:gd name="connsiteY26" fmla="*/ 447501 h 1462861"/>
                  <a:gd name="connsiteX27" fmla="*/ 3321343 w 3822218"/>
                  <a:gd name="connsiteY27" fmla="*/ 688801 h 1462861"/>
                  <a:gd name="connsiteX28" fmla="*/ 3088510 w 3822218"/>
                  <a:gd name="connsiteY28" fmla="*/ 997834 h 1462861"/>
                  <a:gd name="connsiteX29" fmla="*/ 2546641 w 3822218"/>
                  <a:gd name="connsiteY29" fmla="*/ 1412699 h 1462861"/>
                  <a:gd name="connsiteX30" fmla="*/ 2102142 w 3822218"/>
                  <a:gd name="connsiteY30" fmla="*/ 1459267 h 1462861"/>
                  <a:gd name="connsiteX31" fmla="*/ 1716910 w 3822218"/>
                  <a:gd name="connsiteY31" fmla="*/ 1446568 h 1462861"/>
                  <a:gd name="connsiteX32" fmla="*/ 1560275 w 3822218"/>
                  <a:gd name="connsiteY32" fmla="*/ 1374601 h 1462861"/>
                  <a:gd name="connsiteX33" fmla="*/ 1386710 w 3822218"/>
                  <a:gd name="connsiteY33" fmla="*/ 1222201 h 1462861"/>
                  <a:gd name="connsiteX34" fmla="*/ 1124243 w 3822218"/>
                  <a:gd name="connsiteY34" fmla="*/ 1035933 h 1462861"/>
                  <a:gd name="connsiteX35" fmla="*/ 755943 w 3822218"/>
                  <a:gd name="connsiteY35" fmla="*/ 820035 h 1462861"/>
                  <a:gd name="connsiteX36" fmla="*/ 446909 w 3822218"/>
                  <a:gd name="connsiteY36" fmla="*/ 447501 h 1462861"/>
                  <a:gd name="connsiteX37" fmla="*/ 99776 w 3822218"/>
                  <a:gd name="connsiteY37" fmla="*/ 155402 h 1462861"/>
                  <a:gd name="connsiteX38" fmla="*/ 10877 w 3822218"/>
                  <a:gd name="connsiteY38" fmla="*/ 105448 h 1462861"/>
                  <a:gd name="connsiteX39" fmla="*/ 19344 w 3822218"/>
                  <a:gd name="connsiteY39" fmla="*/ 15701 h 1462861"/>
                  <a:gd name="connsiteX0" fmla="*/ 21548 w 3824422"/>
                  <a:gd name="connsiteY0" fmla="*/ 15701 h 1462861"/>
                  <a:gd name="connsiteX1" fmla="*/ 209505 w 3824422"/>
                  <a:gd name="connsiteY1" fmla="*/ 110527 h 1462861"/>
                  <a:gd name="connsiteX2" fmla="*/ 415247 w 3824422"/>
                  <a:gd name="connsiteY2" fmla="*/ 341668 h 1462861"/>
                  <a:gd name="connsiteX3" fmla="*/ 550714 w 3824422"/>
                  <a:gd name="connsiteY3" fmla="*/ 472901 h 1462861"/>
                  <a:gd name="connsiteX4" fmla="*/ 787780 w 3824422"/>
                  <a:gd name="connsiteY4" fmla="*/ 781935 h 1462861"/>
                  <a:gd name="connsiteX5" fmla="*/ 952881 w 3824422"/>
                  <a:gd name="connsiteY5" fmla="*/ 870836 h 1462861"/>
                  <a:gd name="connsiteX6" fmla="*/ 1278844 w 3824422"/>
                  <a:gd name="connsiteY6" fmla="*/ 1069802 h 1462861"/>
                  <a:gd name="connsiteX7" fmla="*/ 1613279 w 3824422"/>
                  <a:gd name="connsiteY7" fmla="*/ 1344968 h 1462861"/>
                  <a:gd name="connsiteX8" fmla="*/ 1676780 w 3824422"/>
                  <a:gd name="connsiteY8" fmla="*/ 1340734 h 1462861"/>
                  <a:gd name="connsiteX9" fmla="*/ 1668314 w 3824422"/>
                  <a:gd name="connsiteY9" fmla="*/ 1150234 h 1462861"/>
                  <a:gd name="connsiteX10" fmla="*/ 1748747 w 3824422"/>
                  <a:gd name="connsiteY10" fmla="*/ 1137534 h 1462861"/>
                  <a:gd name="connsiteX11" fmla="*/ 1765682 w 3824422"/>
                  <a:gd name="connsiteY11" fmla="*/ 1361901 h 1462861"/>
                  <a:gd name="connsiteX12" fmla="*/ 1812248 w 3824422"/>
                  <a:gd name="connsiteY12" fmla="*/ 1383067 h 1462861"/>
                  <a:gd name="connsiteX13" fmla="*/ 2176314 w 3824422"/>
                  <a:gd name="connsiteY13" fmla="*/ 1391534 h 1462861"/>
                  <a:gd name="connsiteX14" fmla="*/ 2222881 w 3824422"/>
                  <a:gd name="connsiteY14" fmla="*/ 1332267 h 1462861"/>
                  <a:gd name="connsiteX15" fmla="*/ 2235581 w 3824422"/>
                  <a:gd name="connsiteY15" fmla="*/ 1171402 h 1462861"/>
                  <a:gd name="connsiteX16" fmla="*/ 2294847 w 3824422"/>
                  <a:gd name="connsiteY16" fmla="*/ 1158701 h 1462861"/>
                  <a:gd name="connsiteX17" fmla="*/ 2311780 w 3824422"/>
                  <a:gd name="connsiteY17" fmla="*/ 1344968 h 1462861"/>
                  <a:gd name="connsiteX18" fmla="*/ 2362581 w 3824422"/>
                  <a:gd name="connsiteY18" fmla="*/ 1404235 h 1462861"/>
                  <a:gd name="connsiteX19" fmla="*/ 2565780 w 3824422"/>
                  <a:gd name="connsiteY19" fmla="*/ 1328032 h 1462861"/>
                  <a:gd name="connsiteX20" fmla="*/ 3082247 w 3824422"/>
                  <a:gd name="connsiteY20" fmla="*/ 896234 h 1462861"/>
                  <a:gd name="connsiteX21" fmla="*/ 3374347 w 3824422"/>
                  <a:gd name="connsiteY21" fmla="*/ 527934 h 1462861"/>
                  <a:gd name="connsiteX22" fmla="*/ 3641047 w 3824422"/>
                  <a:gd name="connsiteY22" fmla="*/ 269701 h 1462861"/>
                  <a:gd name="connsiteX23" fmla="*/ 3768048 w 3824422"/>
                  <a:gd name="connsiteY23" fmla="*/ 19934 h 1462861"/>
                  <a:gd name="connsiteX24" fmla="*/ 3823080 w 3824422"/>
                  <a:gd name="connsiteY24" fmla="*/ 45335 h 1462861"/>
                  <a:gd name="connsiteX25" fmla="*/ 3717246 w 3824422"/>
                  <a:gd name="connsiteY25" fmla="*/ 282400 h 1462861"/>
                  <a:gd name="connsiteX26" fmla="*/ 3552147 w 3824422"/>
                  <a:gd name="connsiteY26" fmla="*/ 447501 h 1462861"/>
                  <a:gd name="connsiteX27" fmla="*/ 3323547 w 3824422"/>
                  <a:gd name="connsiteY27" fmla="*/ 688801 h 1462861"/>
                  <a:gd name="connsiteX28" fmla="*/ 3090714 w 3824422"/>
                  <a:gd name="connsiteY28" fmla="*/ 997834 h 1462861"/>
                  <a:gd name="connsiteX29" fmla="*/ 2548845 w 3824422"/>
                  <a:gd name="connsiteY29" fmla="*/ 1412699 h 1462861"/>
                  <a:gd name="connsiteX30" fmla="*/ 2104346 w 3824422"/>
                  <a:gd name="connsiteY30" fmla="*/ 1459267 h 1462861"/>
                  <a:gd name="connsiteX31" fmla="*/ 1719114 w 3824422"/>
                  <a:gd name="connsiteY31" fmla="*/ 1446568 h 1462861"/>
                  <a:gd name="connsiteX32" fmla="*/ 1562479 w 3824422"/>
                  <a:gd name="connsiteY32" fmla="*/ 1374601 h 1462861"/>
                  <a:gd name="connsiteX33" fmla="*/ 1388914 w 3824422"/>
                  <a:gd name="connsiteY33" fmla="*/ 1222201 h 1462861"/>
                  <a:gd name="connsiteX34" fmla="*/ 1126447 w 3824422"/>
                  <a:gd name="connsiteY34" fmla="*/ 1035933 h 1462861"/>
                  <a:gd name="connsiteX35" fmla="*/ 758147 w 3824422"/>
                  <a:gd name="connsiteY35" fmla="*/ 820035 h 1462861"/>
                  <a:gd name="connsiteX36" fmla="*/ 449113 w 3824422"/>
                  <a:gd name="connsiteY36" fmla="*/ 447501 h 1462861"/>
                  <a:gd name="connsiteX37" fmla="*/ 101980 w 3824422"/>
                  <a:gd name="connsiteY37" fmla="*/ 155402 h 1462861"/>
                  <a:gd name="connsiteX38" fmla="*/ 13081 w 3824422"/>
                  <a:gd name="connsiteY38" fmla="*/ 105448 h 1462861"/>
                  <a:gd name="connsiteX39" fmla="*/ 21548 w 3824422"/>
                  <a:gd name="connsiteY39" fmla="*/ 15701 h 1462861"/>
                  <a:gd name="connsiteX0" fmla="*/ 21548 w 3824422"/>
                  <a:gd name="connsiteY0" fmla="*/ 15701 h 1462861"/>
                  <a:gd name="connsiteX1" fmla="*/ 209505 w 3824422"/>
                  <a:gd name="connsiteY1" fmla="*/ 135927 h 1462861"/>
                  <a:gd name="connsiteX2" fmla="*/ 415247 w 3824422"/>
                  <a:gd name="connsiteY2" fmla="*/ 341668 h 1462861"/>
                  <a:gd name="connsiteX3" fmla="*/ 550714 w 3824422"/>
                  <a:gd name="connsiteY3" fmla="*/ 472901 h 1462861"/>
                  <a:gd name="connsiteX4" fmla="*/ 787780 w 3824422"/>
                  <a:gd name="connsiteY4" fmla="*/ 781935 h 1462861"/>
                  <a:gd name="connsiteX5" fmla="*/ 952881 w 3824422"/>
                  <a:gd name="connsiteY5" fmla="*/ 870836 h 1462861"/>
                  <a:gd name="connsiteX6" fmla="*/ 1278844 w 3824422"/>
                  <a:gd name="connsiteY6" fmla="*/ 1069802 h 1462861"/>
                  <a:gd name="connsiteX7" fmla="*/ 1613279 w 3824422"/>
                  <a:gd name="connsiteY7" fmla="*/ 1344968 h 1462861"/>
                  <a:gd name="connsiteX8" fmla="*/ 1676780 w 3824422"/>
                  <a:gd name="connsiteY8" fmla="*/ 1340734 h 1462861"/>
                  <a:gd name="connsiteX9" fmla="*/ 1668314 w 3824422"/>
                  <a:gd name="connsiteY9" fmla="*/ 1150234 h 1462861"/>
                  <a:gd name="connsiteX10" fmla="*/ 1748747 w 3824422"/>
                  <a:gd name="connsiteY10" fmla="*/ 1137534 h 1462861"/>
                  <a:gd name="connsiteX11" fmla="*/ 1765682 w 3824422"/>
                  <a:gd name="connsiteY11" fmla="*/ 1361901 h 1462861"/>
                  <a:gd name="connsiteX12" fmla="*/ 1812248 w 3824422"/>
                  <a:gd name="connsiteY12" fmla="*/ 1383067 h 1462861"/>
                  <a:gd name="connsiteX13" fmla="*/ 2176314 w 3824422"/>
                  <a:gd name="connsiteY13" fmla="*/ 1391534 h 1462861"/>
                  <a:gd name="connsiteX14" fmla="*/ 2222881 w 3824422"/>
                  <a:gd name="connsiteY14" fmla="*/ 1332267 h 1462861"/>
                  <a:gd name="connsiteX15" fmla="*/ 2235581 w 3824422"/>
                  <a:gd name="connsiteY15" fmla="*/ 1171402 h 1462861"/>
                  <a:gd name="connsiteX16" fmla="*/ 2294847 w 3824422"/>
                  <a:gd name="connsiteY16" fmla="*/ 1158701 h 1462861"/>
                  <a:gd name="connsiteX17" fmla="*/ 2311780 w 3824422"/>
                  <a:gd name="connsiteY17" fmla="*/ 1344968 h 1462861"/>
                  <a:gd name="connsiteX18" fmla="*/ 2362581 w 3824422"/>
                  <a:gd name="connsiteY18" fmla="*/ 1404235 h 1462861"/>
                  <a:gd name="connsiteX19" fmla="*/ 2565780 w 3824422"/>
                  <a:gd name="connsiteY19" fmla="*/ 1328032 h 1462861"/>
                  <a:gd name="connsiteX20" fmla="*/ 3082247 w 3824422"/>
                  <a:gd name="connsiteY20" fmla="*/ 896234 h 1462861"/>
                  <a:gd name="connsiteX21" fmla="*/ 3374347 w 3824422"/>
                  <a:gd name="connsiteY21" fmla="*/ 527934 h 1462861"/>
                  <a:gd name="connsiteX22" fmla="*/ 3641047 w 3824422"/>
                  <a:gd name="connsiteY22" fmla="*/ 269701 h 1462861"/>
                  <a:gd name="connsiteX23" fmla="*/ 3768048 w 3824422"/>
                  <a:gd name="connsiteY23" fmla="*/ 19934 h 1462861"/>
                  <a:gd name="connsiteX24" fmla="*/ 3823080 w 3824422"/>
                  <a:gd name="connsiteY24" fmla="*/ 45335 h 1462861"/>
                  <a:gd name="connsiteX25" fmla="*/ 3717246 w 3824422"/>
                  <a:gd name="connsiteY25" fmla="*/ 282400 h 1462861"/>
                  <a:gd name="connsiteX26" fmla="*/ 3552147 w 3824422"/>
                  <a:gd name="connsiteY26" fmla="*/ 447501 h 1462861"/>
                  <a:gd name="connsiteX27" fmla="*/ 3323547 w 3824422"/>
                  <a:gd name="connsiteY27" fmla="*/ 688801 h 1462861"/>
                  <a:gd name="connsiteX28" fmla="*/ 3090714 w 3824422"/>
                  <a:gd name="connsiteY28" fmla="*/ 997834 h 1462861"/>
                  <a:gd name="connsiteX29" fmla="*/ 2548845 w 3824422"/>
                  <a:gd name="connsiteY29" fmla="*/ 1412699 h 1462861"/>
                  <a:gd name="connsiteX30" fmla="*/ 2104346 w 3824422"/>
                  <a:gd name="connsiteY30" fmla="*/ 1459267 h 1462861"/>
                  <a:gd name="connsiteX31" fmla="*/ 1719114 w 3824422"/>
                  <a:gd name="connsiteY31" fmla="*/ 1446568 h 1462861"/>
                  <a:gd name="connsiteX32" fmla="*/ 1562479 w 3824422"/>
                  <a:gd name="connsiteY32" fmla="*/ 1374601 h 1462861"/>
                  <a:gd name="connsiteX33" fmla="*/ 1388914 w 3824422"/>
                  <a:gd name="connsiteY33" fmla="*/ 1222201 h 1462861"/>
                  <a:gd name="connsiteX34" fmla="*/ 1126447 w 3824422"/>
                  <a:gd name="connsiteY34" fmla="*/ 1035933 h 1462861"/>
                  <a:gd name="connsiteX35" fmla="*/ 758147 w 3824422"/>
                  <a:gd name="connsiteY35" fmla="*/ 820035 h 1462861"/>
                  <a:gd name="connsiteX36" fmla="*/ 449113 w 3824422"/>
                  <a:gd name="connsiteY36" fmla="*/ 447501 h 1462861"/>
                  <a:gd name="connsiteX37" fmla="*/ 101980 w 3824422"/>
                  <a:gd name="connsiteY37" fmla="*/ 155402 h 1462861"/>
                  <a:gd name="connsiteX38" fmla="*/ 13081 w 3824422"/>
                  <a:gd name="connsiteY38" fmla="*/ 105448 h 1462861"/>
                  <a:gd name="connsiteX39" fmla="*/ 21548 w 3824422"/>
                  <a:gd name="connsiteY39" fmla="*/ 15701 h 1462861"/>
                  <a:gd name="connsiteX0" fmla="*/ 21548 w 3824422"/>
                  <a:gd name="connsiteY0" fmla="*/ 15701 h 1462861"/>
                  <a:gd name="connsiteX1" fmla="*/ 209505 w 3824422"/>
                  <a:gd name="connsiteY1" fmla="*/ 135927 h 1462861"/>
                  <a:gd name="connsiteX2" fmla="*/ 455887 w 3824422"/>
                  <a:gd name="connsiteY2" fmla="*/ 341668 h 1462861"/>
                  <a:gd name="connsiteX3" fmla="*/ 550714 w 3824422"/>
                  <a:gd name="connsiteY3" fmla="*/ 472901 h 1462861"/>
                  <a:gd name="connsiteX4" fmla="*/ 787780 w 3824422"/>
                  <a:gd name="connsiteY4" fmla="*/ 781935 h 1462861"/>
                  <a:gd name="connsiteX5" fmla="*/ 952881 w 3824422"/>
                  <a:gd name="connsiteY5" fmla="*/ 870836 h 1462861"/>
                  <a:gd name="connsiteX6" fmla="*/ 1278844 w 3824422"/>
                  <a:gd name="connsiteY6" fmla="*/ 1069802 h 1462861"/>
                  <a:gd name="connsiteX7" fmla="*/ 1613279 w 3824422"/>
                  <a:gd name="connsiteY7" fmla="*/ 1344968 h 1462861"/>
                  <a:gd name="connsiteX8" fmla="*/ 1676780 w 3824422"/>
                  <a:gd name="connsiteY8" fmla="*/ 1340734 h 1462861"/>
                  <a:gd name="connsiteX9" fmla="*/ 1668314 w 3824422"/>
                  <a:gd name="connsiteY9" fmla="*/ 1150234 h 1462861"/>
                  <a:gd name="connsiteX10" fmla="*/ 1748747 w 3824422"/>
                  <a:gd name="connsiteY10" fmla="*/ 1137534 h 1462861"/>
                  <a:gd name="connsiteX11" fmla="*/ 1765682 w 3824422"/>
                  <a:gd name="connsiteY11" fmla="*/ 1361901 h 1462861"/>
                  <a:gd name="connsiteX12" fmla="*/ 1812248 w 3824422"/>
                  <a:gd name="connsiteY12" fmla="*/ 1383067 h 1462861"/>
                  <a:gd name="connsiteX13" fmla="*/ 2176314 w 3824422"/>
                  <a:gd name="connsiteY13" fmla="*/ 1391534 h 1462861"/>
                  <a:gd name="connsiteX14" fmla="*/ 2222881 w 3824422"/>
                  <a:gd name="connsiteY14" fmla="*/ 1332267 h 1462861"/>
                  <a:gd name="connsiteX15" fmla="*/ 2235581 w 3824422"/>
                  <a:gd name="connsiteY15" fmla="*/ 1171402 h 1462861"/>
                  <a:gd name="connsiteX16" fmla="*/ 2294847 w 3824422"/>
                  <a:gd name="connsiteY16" fmla="*/ 1158701 h 1462861"/>
                  <a:gd name="connsiteX17" fmla="*/ 2311780 w 3824422"/>
                  <a:gd name="connsiteY17" fmla="*/ 1344968 h 1462861"/>
                  <a:gd name="connsiteX18" fmla="*/ 2362581 w 3824422"/>
                  <a:gd name="connsiteY18" fmla="*/ 1404235 h 1462861"/>
                  <a:gd name="connsiteX19" fmla="*/ 2565780 w 3824422"/>
                  <a:gd name="connsiteY19" fmla="*/ 1328032 h 1462861"/>
                  <a:gd name="connsiteX20" fmla="*/ 3082247 w 3824422"/>
                  <a:gd name="connsiteY20" fmla="*/ 896234 h 1462861"/>
                  <a:gd name="connsiteX21" fmla="*/ 3374347 w 3824422"/>
                  <a:gd name="connsiteY21" fmla="*/ 527934 h 1462861"/>
                  <a:gd name="connsiteX22" fmla="*/ 3641047 w 3824422"/>
                  <a:gd name="connsiteY22" fmla="*/ 269701 h 1462861"/>
                  <a:gd name="connsiteX23" fmla="*/ 3768048 w 3824422"/>
                  <a:gd name="connsiteY23" fmla="*/ 19934 h 1462861"/>
                  <a:gd name="connsiteX24" fmla="*/ 3823080 w 3824422"/>
                  <a:gd name="connsiteY24" fmla="*/ 45335 h 1462861"/>
                  <a:gd name="connsiteX25" fmla="*/ 3717246 w 3824422"/>
                  <a:gd name="connsiteY25" fmla="*/ 282400 h 1462861"/>
                  <a:gd name="connsiteX26" fmla="*/ 3552147 w 3824422"/>
                  <a:gd name="connsiteY26" fmla="*/ 447501 h 1462861"/>
                  <a:gd name="connsiteX27" fmla="*/ 3323547 w 3824422"/>
                  <a:gd name="connsiteY27" fmla="*/ 688801 h 1462861"/>
                  <a:gd name="connsiteX28" fmla="*/ 3090714 w 3824422"/>
                  <a:gd name="connsiteY28" fmla="*/ 997834 h 1462861"/>
                  <a:gd name="connsiteX29" fmla="*/ 2548845 w 3824422"/>
                  <a:gd name="connsiteY29" fmla="*/ 1412699 h 1462861"/>
                  <a:gd name="connsiteX30" fmla="*/ 2104346 w 3824422"/>
                  <a:gd name="connsiteY30" fmla="*/ 1459267 h 1462861"/>
                  <a:gd name="connsiteX31" fmla="*/ 1719114 w 3824422"/>
                  <a:gd name="connsiteY31" fmla="*/ 1446568 h 1462861"/>
                  <a:gd name="connsiteX32" fmla="*/ 1562479 w 3824422"/>
                  <a:gd name="connsiteY32" fmla="*/ 1374601 h 1462861"/>
                  <a:gd name="connsiteX33" fmla="*/ 1388914 w 3824422"/>
                  <a:gd name="connsiteY33" fmla="*/ 1222201 h 1462861"/>
                  <a:gd name="connsiteX34" fmla="*/ 1126447 w 3824422"/>
                  <a:gd name="connsiteY34" fmla="*/ 1035933 h 1462861"/>
                  <a:gd name="connsiteX35" fmla="*/ 758147 w 3824422"/>
                  <a:gd name="connsiteY35" fmla="*/ 820035 h 1462861"/>
                  <a:gd name="connsiteX36" fmla="*/ 449113 w 3824422"/>
                  <a:gd name="connsiteY36" fmla="*/ 447501 h 1462861"/>
                  <a:gd name="connsiteX37" fmla="*/ 101980 w 3824422"/>
                  <a:gd name="connsiteY37" fmla="*/ 155402 h 1462861"/>
                  <a:gd name="connsiteX38" fmla="*/ 13081 w 3824422"/>
                  <a:gd name="connsiteY38" fmla="*/ 105448 h 1462861"/>
                  <a:gd name="connsiteX39" fmla="*/ 21548 w 3824422"/>
                  <a:gd name="connsiteY39" fmla="*/ 15701 h 1462861"/>
                  <a:gd name="connsiteX0" fmla="*/ 21548 w 3824422"/>
                  <a:gd name="connsiteY0" fmla="*/ 15701 h 1462861"/>
                  <a:gd name="connsiteX1" fmla="*/ 209505 w 3824422"/>
                  <a:gd name="connsiteY1" fmla="*/ 135927 h 1462861"/>
                  <a:gd name="connsiteX2" fmla="*/ 455887 w 3824422"/>
                  <a:gd name="connsiteY2" fmla="*/ 341668 h 1462861"/>
                  <a:gd name="connsiteX3" fmla="*/ 565954 w 3824422"/>
                  <a:gd name="connsiteY3" fmla="*/ 472901 h 1462861"/>
                  <a:gd name="connsiteX4" fmla="*/ 787780 w 3824422"/>
                  <a:gd name="connsiteY4" fmla="*/ 781935 h 1462861"/>
                  <a:gd name="connsiteX5" fmla="*/ 952881 w 3824422"/>
                  <a:gd name="connsiteY5" fmla="*/ 870836 h 1462861"/>
                  <a:gd name="connsiteX6" fmla="*/ 1278844 w 3824422"/>
                  <a:gd name="connsiteY6" fmla="*/ 1069802 h 1462861"/>
                  <a:gd name="connsiteX7" fmla="*/ 1613279 w 3824422"/>
                  <a:gd name="connsiteY7" fmla="*/ 1344968 h 1462861"/>
                  <a:gd name="connsiteX8" fmla="*/ 1676780 w 3824422"/>
                  <a:gd name="connsiteY8" fmla="*/ 1340734 h 1462861"/>
                  <a:gd name="connsiteX9" fmla="*/ 1668314 w 3824422"/>
                  <a:gd name="connsiteY9" fmla="*/ 1150234 h 1462861"/>
                  <a:gd name="connsiteX10" fmla="*/ 1748747 w 3824422"/>
                  <a:gd name="connsiteY10" fmla="*/ 1137534 h 1462861"/>
                  <a:gd name="connsiteX11" fmla="*/ 1765682 w 3824422"/>
                  <a:gd name="connsiteY11" fmla="*/ 1361901 h 1462861"/>
                  <a:gd name="connsiteX12" fmla="*/ 1812248 w 3824422"/>
                  <a:gd name="connsiteY12" fmla="*/ 1383067 h 1462861"/>
                  <a:gd name="connsiteX13" fmla="*/ 2176314 w 3824422"/>
                  <a:gd name="connsiteY13" fmla="*/ 1391534 h 1462861"/>
                  <a:gd name="connsiteX14" fmla="*/ 2222881 w 3824422"/>
                  <a:gd name="connsiteY14" fmla="*/ 1332267 h 1462861"/>
                  <a:gd name="connsiteX15" fmla="*/ 2235581 w 3824422"/>
                  <a:gd name="connsiteY15" fmla="*/ 1171402 h 1462861"/>
                  <a:gd name="connsiteX16" fmla="*/ 2294847 w 3824422"/>
                  <a:gd name="connsiteY16" fmla="*/ 1158701 h 1462861"/>
                  <a:gd name="connsiteX17" fmla="*/ 2311780 w 3824422"/>
                  <a:gd name="connsiteY17" fmla="*/ 1344968 h 1462861"/>
                  <a:gd name="connsiteX18" fmla="*/ 2362581 w 3824422"/>
                  <a:gd name="connsiteY18" fmla="*/ 1404235 h 1462861"/>
                  <a:gd name="connsiteX19" fmla="*/ 2565780 w 3824422"/>
                  <a:gd name="connsiteY19" fmla="*/ 1328032 h 1462861"/>
                  <a:gd name="connsiteX20" fmla="*/ 3082247 w 3824422"/>
                  <a:gd name="connsiteY20" fmla="*/ 896234 h 1462861"/>
                  <a:gd name="connsiteX21" fmla="*/ 3374347 w 3824422"/>
                  <a:gd name="connsiteY21" fmla="*/ 527934 h 1462861"/>
                  <a:gd name="connsiteX22" fmla="*/ 3641047 w 3824422"/>
                  <a:gd name="connsiteY22" fmla="*/ 269701 h 1462861"/>
                  <a:gd name="connsiteX23" fmla="*/ 3768048 w 3824422"/>
                  <a:gd name="connsiteY23" fmla="*/ 19934 h 1462861"/>
                  <a:gd name="connsiteX24" fmla="*/ 3823080 w 3824422"/>
                  <a:gd name="connsiteY24" fmla="*/ 45335 h 1462861"/>
                  <a:gd name="connsiteX25" fmla="*/ 3717246 w 3824422"/>
                  <a:gd name="connsiteY25" fmla="*/ 282400 h 1462861"/>
                  <a:gd name="connsiteX26" fmla="*/ 3552147 w 3824422"/>
                  <a:gd name="connsiteY26" fmla="*/ 447501 h 1462861"/>
                  <a:gd name="connsiteX27" fmla="*/ 3323547 w 3824422"/>
                  <a:gd name="connsiteY27" fmla="*/ 688801 h 1462861"/>
                  <a:gd name="connsiteX28" fmla="*/ 3090714 w 3824422"/>
                  <a:gd name="connsiteY28" fmla="*/ 997834 h 1462861"/>
                  <a:gd name="connsiteX29" fmla="*/ 2548845 w 3824422"/>
                  <a:gd name="connsiteY29" fmla="*/ 1412699 h 1462861"/>
                  <a:gd name="connsiteX30" fmla="*/ 2104346 w 3824422"/>
                  <a:gd name="connsiteY30" fmla="*/ 1459267 h 1462861"/>
                  <a:gd name="connsiteX31" fmla="*/ 1719114 w 3824422"/>
                  <a:gd name="connsiteY31" fmla="*/ 1446568 h 1462861"/>
                  <a:gd name="connsiteX32" fmla="*/ 1562479 w 3824422"/>
                  <a:gd name="connsiteY32" fmla="*/ 1374601 h 1462861"/>
                  <a:gd name="connsiteX33" fmla="*/ 1388914 w 3824422"/>
                  <a:gd name="connsiteY33" fmla="*/ 1222201 h 1462861"/>
                  <a:gd name="connsiteX34" fmla="*/ 1126447 w 3824422"/>
                  <a:gd name="connsiteY34" fmla="*/ 1035933 h 1462861"/>
                  <a:gd name="connsiteX35" fmla="*/ 758147 w 3824422"/>
                  <a:gd name="connsiteY35" fmla="*/ 820035 h 1462861"/>
                  <a:gd name="connsiteX36" fmla="*/ 449113 w 3824422"/>
                  <a:gd name="connsiteY36" fmla="*/ 447501 h 1462861"/>
                  <a:gd name="connsiteX37" fmla="*/ 101980 w 3824422"/>
                  <a:gd name="connsiteY37" fmla="*/ 155402 h 1462861"/>
                  <a:gd name="connsiteX38" fmla="*/ 13081 w 3824422"/>
                  <a:gd name="connsiteY38" fmla="*/ 105448 h 1462861"/>
                  <a:gd name="connsiteX39" fmla="*/ 21548 w 3824422"/>
                  <a:gd name="connsiteY39" fmla="*/ 15701 h 1462861"/>
                  <a:gd name="connsiteX0" fmla="*/ 21548 w 3824422"/>
                  <a:gd name="connsiteY0" fmla="*/ 15701 h 1462861"/>
                  <a:gd name="connsiteX1" fmla="*/ 209505 w 3824422"/>
                  <a:gd name="connsiteY1" fmla="*/ 135927 h 1462861"/>
                  <a:gd name="connsiteX2" fmla="*/ 455887 w 3824422"/>
                  <a:gd name="connsiteY2" fmla="*/ 341668 h 1462861"/>
                  <a:gd name="connsiteX3" fmla="*/ 565954 w 3824422"/>
                  <a:gd name="connsiteY3" fmla="*/ 472901 h 1462861"/>
                  <a:gd name="connsiteX4" fmla="*/ 813180 w 3824422"/>
                  <a:gd name="connsiteY4" fmla="*/ 761615 h 1462861"/>
                  <a:gd name="connsiteX5" fmla="*/ 952881 w 3824422"/>
                  <a:gd name="connsiteY5" fmla="*/ 870836 h 1462861"/>
                  <a:gd name="connsiteX6" fmla="*/ 1278844 w 3824422"/>
                  <a:gd name="connsiteY6" fmla="*/ 1069802 h 1462861"/>
                  <a:gd name="connsiteX7" fmla="*/ 1613279 w 3824422"/>
                  <a:gd name="connsiteY7" fmla="*/ 1344968 h 1462861"/>
                  <a:gd name="connsiteX8" fmla="*/ 1676780 w 3824422"/>
                  <a:gd name="connsiteY8" fmla="*/ 1340734 h 1462861"/>
                  <a:gd name="connsiteX9" fmla="*/ 1668314 w 3824422"/>
                  <a:gd name="connsiteY9" fmla="*/ 1150234 h 1462861"/>
                  <a:gd name="connsiteX10" fmla="*/ 1748747 w 3824422"/>
                  <a:gd name="connsiteY10" fmla="*/ 1137534 h 1462861"/>
                  <a:gd name="connsiteX11" fmla="*/ 1765682 w 3824422"/>
                  <a:gd name="connsiteY11" fmla="*/ 1361901 h 1462861"/>
                  <a:gd name="connsiteX12" fmla="*/ 1812248 w 3824422"/>
                  <a:gd name="connsiteY12" fmla="*/ 1383067 h 1462861"/>
                  <a:gd name="connsiteX13" fmla="*/ 2176314 w 3824422"/>
                  <a:gd name="connsiteY13" fmla="*/ 1391534 h 1462861"/>
                  <a:gd name="connsiteX14" fmla="*/ 2222881 w 3824422"/>
                  <a:gd name="connsiteY14" fmla="*/ 1332267 h 1462861"/>
                  <a:gd name="connsiteX15" fmla="*/ 2235581 w 3824422"/>
                  <a:gd name="connsiteY15" fmla="*/ 1171402 h 1462861"/>
                  <a:gd name="connsiteX16" fmla="*/ 2294847 w 3824422"/>
                  <a:gd name="connsiteY16" fmla="*/ 1158701 h 1462861"/>
                  <a:gd name="connsiteX17" fmla="*/ 2311780 w 3824422"/>
                  <a:gd name="connsiteY17" fmla="*/ 1344968 h 1462861"/>
                  <a:gd name="connsiteX18" fmla="*/ 2362581 w 3824422"/>
                  <a:gd name="connsiteY18" fmla="*/ 1404235 h 1462861"/>
                  <a:gd name="connsiteX19" fmla="*/ 2565780 w 3824422"/>
                  <a:gd name="connsiteY19" fmla="*/ 1328032 h 1462861"/>
                  <a:gd name="connsiteX20" fmla="*/ 3082247 w 3824422"/>
                  <a:gd name="connsiteY20" fmla="*/ 896234 h 1462861"/>
                  <a:gd name="connsiteX21" fmla="*/ 3374347 w 3824422"/>
                  <a:gd name="connsiteY21" fmla="*/ 527934 h 1462861"/>
                  <a:gd name="connsiteX22" fmla="*/ 3641047 w 3824422"/>
                  <a:gd name="connsiteY22" fmla="*/ 269701 h 1462861"/>
                  <a:gd name="connsiteX23" fmla="*/ 3768048 w 3824422"/>
                  <a:gd name="connsiteY23" fmla="*/ 19934 h 1462861"/>
                  <a:gd name="connsiteX24" fmla="*/ 3823080 w 3824422"/>
                  <a:gd name="connsiteY24" fmla="*/ 45335 h 1462861"/>
                  <a:gd name="connsiteX25" fmla="*/ 3717246 w 3824422"/>
                  <a:gd name="connsiteY25" fmla="*/ 282400 h 1462861"/>
                  <a:gd name="connsiteX26" fmla="*/ 3552147 w 3824422"/>
                  <a:gd name="connsiteY26" fmla="*/ 447501 h 1462861"/>
                  <a:gd name="connsiteX27" fmla="*/ 3323547 w 3824422"/>
                  <a:gd name="connsiteY27" fmla="*/ 688801 h 1462861"/>
                  <a:gd name="connsiteX28" fmla="*/ 3090714 w 3824422"/>
                  <a:gd name="connsiteY28" fmla="*/ 997834 h 1462861"/>
                  <a:gd name="connsiteX29" fmla="*/ 2548845 w 3824422"/>
                  <a:gd name="connsiteY29" fmla="*/ 1412699 h 1462861"/>
                  <a:gd name="connsiteX30" fmla="*/ 2104346 w 3824422"/>
                  <a:gd name="connsiteY30" fmla="*/ 1459267 h 1462861"/>
                  <a:gd name="connsiteX31" fmla="*/ 1719114 w 3824422"/>
                  <a:gd name="connsiteY31" fmla="*/ 1446568 h 1462861"/>
                  <a:gd name="connsiteX32" fmla="*/ 1562479 w 3824422"/>
                  <a:gd name="connsiteY32" fmla="*/ 1374601 h 1462861"/>
                  <a:gd name="connsiteX33" fmla="*/ 1388914 w 3824422"/>
                  <a:gd name="connsiteY33" fmla="*/ 1222201 h 1462861"/>
                  <a:gd name="connsiteX34" fmla="*/ 1126447 w 3824422"/>
                  <a:gd name="connsiteY34" fmla="*/ 1035933 h 1462861"/>
                  <a:gd name="connsiteX35" fmla="*/ 758147 w 3824422"/>
                  <a:gd name="connsiteY35" fmla="*/ 820035 h 1462861"/>
                  <a:gd name="connsiteX36" fmla="*/ 449113 w 3824422"/>
                  <a:gd name="connsiteY36" fmla="*/ 447501 h 1462861"/>
                  <a:gd name="connsiteX37" fmla="*/ 101980 w 3824422"/>
                  <a:gd name="connsiteY37" fmla="*/ 155402 h 1462861"/>
                  <a:gd name="connsiteX38" fmla="*/ 13081 w 3824422"/>
                  <a:gd name="connsiteY38" fmla="*/ 105448 h 1462861"/>
                  <a:gd name="connsiteX39" fmla="*/ 21548 w 3824422"/>
                  <a:gd name="connsiteY39" fmla="*/ 15701 h 1462861"/>
                  <a:gd name="connsiteX0" fmla="*/ 21548 w 3824422"/>
                  <a:gd name="connsiteY0" fmla="*/ 15701 h 1462861"/>
                  <a:gd name="connsiteX1" fmla="*/ 209505 w 3824422"/>
                  <a:gd name="connsiteY1" fmla="*/ 135927 h 1462861"/>
                  <a:gd name="connsiteX2" fmla="*/ 455887 w 3824422"/>
                  <a:gd name="connsiteY2" fmla="*/ 341668 h 1462861"/>
                  <a:gd name="connsiteX3" fmla="*/ 565954 w 3824422"/>
                  <a:gd name="connsiteY3" fmla="*/ 472901 h 1462861"/>
                  <a:gd name="connsiteX4" fmla="*/ 813180 w 3824422"/>
                  <a:gd name="connsiteY4" fmla="*/ 761615 h 1462861"/>
                  <a:gd name="connsiteX5" fmla="*/ 1003681 w 3824422"/>
                  <a:gd name="connsiteY5" fmla="*/ 896236 h 1462861"/>
                  <a:gd name="connsiteX6" fmla="*/ 1278844 w 3824422"/>
                  <a:gd name="connsiteY6" fmla="*/ 1069802 h 1462861"/>
                  <a:gd name="connsiteX7" fmla="*/ 1613279 w 3824422"/>
                  <a:gd name="connsiteY7" fmla="*/ 1344968 h 1462861"/>
                  <a:gd name="connsiteX8" fmla="*/ 1676780 w 3824422"/>
                  <a:gd name="connsiteY8" fmla="*/ 1340734 h 1462861"/>
                  <a:gd name="connsiteX9" fmla="*/ 1668314 w 3824422"/>
                  <a:gd name="connsiteY9" fmla="*/ 1150234 h 1462861"/>
                  <a:gd name="connsiteX10" fmla="*/ 1748747 w 3824422"/>
                  <a:gd name="connsiteY10" fmla="*/ 1137534 h 1462861"/>
                  <a:gd name="connsiteX11" fmla="*/ 1765682 w 3824422"/>
                  <a:gd name="connsiteY11" fmla="*/ 1361901 h 1462861"/>
                  <a:gd name="connsiteX12" fmla="*/ 1812248 w 3824422"/>
                  <a:gd name="connsiteY12" fmla="*/ 1383067 h 1462861"/>
                  <a:gd name="connsiteX13" fmla="*/ 2176314 w 3824422"/>
                  <a:gd name="connsiteY13" fmla="*/ 1391534 h 1462861"/>
                  <a:gd name="connsiteX14" fmla="*/ 2222881 w 3824422"/>
                  <a:gd name="connsiteY14" fmla="*/ 1332267 h 1462861"/>
                  <a:gd name="connsiteX15" fmla="*/ 2235581 w 3824422"/>
                  <a:gd name="connsiteY15" fmla="*/ 1171402 h 1462861"/>
                  <a:gd name="connsiteX16" fmla="*/ 2294847 w 3824422"/>
                  <a:gd name="connsiteY16" fmla="*/ 1158701 h 1462861"/>
                  <a:gd name="connsiteX17" fmla="*/ 2311780 w 3824422"/>
                  <a:gd name="connsiteY17" fmla="*/ 1344968 h 1462861"/>
                  <a:gd name="connsiteX18" fmla="*/ 2362581 w 3824422"/>
                  <a:gd name="connsiteY18" fmla="*/ 1404235 h 1462861"/>
                  <a:gd name="connsiteX19" fmla="*/ 2565780 w 3824422"/>
                  <a:gd name="connsiteY19" fmla="*/ 1328032 h 1462861"/>
                  <a:gd name="connsiteX20" fmla="*/ 3082247 w 3824422"/>
                  <a:gd name="connsiteY20" fmla="*/ 896234 h 1462861"/>
                  <a:gd name="connsiteX21" fmla="*/ 3374347 w 3824422"/>
                  <a:gd name="connsiteY21" fmla="*/ 527934 h 1462861"/>
                  <a:gd name="connsiteX22" fmla="*/ 3641047 w 3824422"/>
                  <a:gd name="connsiteY22" fmla="*/ 269701 h 1462861"/>
                  <a:gd name="connsiteX23" fmla="*/ 3768048 w 3824422"/>
                  <a:gd name="connsiteY23" fmla="*/ 19934 h 1462861"/>
                  <a:gd name="connsiteX24" fmla="*/ 3823080 w 3824422"/>
                  <a:gd name="connsiteY24" fmla="*/ 45335 h 1462861"/>
                  <a:gd name="connsiteX25" fmla="*/ 3717246 w 3824422"/>
                  <a:gd name="connsiteY25" fmla="*/ 282400 h 1462861"/>
                  <a:gd name="connsiteX26" fmla="*/ 3552147 w 3824422"/>
                  <a:gd name="connsiteY26" fmla="*/ 447501 h 1462861"/>
                  <a:gd name="connsiteX27" fmla="*/ 3323547 w 3824422"/>
                  <a:gd name="connsiteY27" fmla="*/ 688801 h 1462861"/>
                  <a:gd name="connsiteX28" fmla="*/ 3090714 w 3824422"/>
                  <a:gd name="connsiteY28" fmla="*/ 997834 h 1462861"/>
                  <a:gd name="connsiteX29" fmla="*/ 2548845 w 3824422"/>
                  <a:gd name="connsiteY29" fmla="*/ 1412699 h 1462861"/>
                  <a:gd name="connsiteX30" fmla="*/ 2104346 w 3824422"/>
                  <a:gd name="connsiteY30" fmla="*/ 1459267 h 1462861"/>
                  <a:gd name="connsiteX31" fmla="*/ 1719114 w 3824422"/>
                  <a:gd name="connsiteY31" fmla="*/ 1446568 h 1462861"/>
                  <a:gd name="connsiteX32" fmla="*/ 1562479 w 3824422"/>
                  <a:gd name="connsiteY32" fmla="*/ 1374601 h 1462861"/>
                  <a:gd name="connsiteX33" fmla="*/ 1388914 w 3824422"/>
                  <a:gd name="connsiteY33" fmla="*/ 1222201 h 1462861"/>
                  <a:gd name="connsiteX34" fmla="*/ 1126447 w 3824422"/>
                  <a:gd name="connsiteY34" fmla="*/ 1035933 h 1462861"/>
                  <a:gd name="connsiteX35" fmla="*/ 758147 w 3824422"/>
                  <a:gd name="connsiteY35" fmla="*/ 820035 h 1462861"/>
                  <a:gd name="connsiteX36" fmla="*/ 449113 w 3824422"/>
                  <a:gd name="connsiteY36" fmla="*/ 447501 h 1462861"/>
                  <a:gd name="connsiteX37" fmla="*/ 101980 w 3824422"/>
                  <a:gd name="connsiteY37" fmla="*/ 155402 h 1462861"/>
                  <a:gd name="connsiteX38" fmla="*/ 13081 w 3824422"/>
                  <a:gd name="connsiteY38" fmla="*/ 105448 h 1462861"/>
                  <a:gd name="connsiteX39" fmla="*/ 21548 w 3824422"/>
                  <a:gd name="connsiteY39" fmla="*/ 15701 h 1462861"/>
                  <a:gd name="connsiteX0" fmla="*/ 21548 w 3824422"/>
                  <a:gd name="connsiteY0" fmla="*/ 15701 h 1462861"/>
                  <a:gd name="connsiteX1" fmla="*/ 209505 w 3824422"/>
                  <a:gd name="connsiteY1" fmla="*/ 135927 h 1462861"/>
                  <a:gd name="connsiteX2" fmla="*/ 455887 w 3824422"/>
                  <a:gd name="connsiteY2" fmla="*/ 341668 h 1462861"/>
                  <a:gd name="connsiteX3" fmla="*/ 565954 w 3824422"/>
                  <a:gd name="connsiteY3" fmla="*/ 472901 h 1462861"/>
                  <a:gd name="connsiteX4" fmla="*/ 813180 w 3824422"/>
                  <a:gd name="connsiteY4" fmla="*/ 761615 h 1462861"/>
                  <a:gd name="connsiteX5" fmla="*/ 1003681 w 3824422"/>
                  <a:gd name="connsiteY5" fmla="*/ 896236 h 1462861"/>
                  <a:gd name="connsiteX6" fmla="*/ 1294084 w 3824422"/>
                  <a:gd name="connsiteY6" fmla="*/ 1054562 h 1462861"/>
                  <a:gd name="connsiteX7" fmla="*/ 1613279 w 3824422"/>
                  <a:gd name="connsiteY7" fmla="*/ 1344968 h 1462861"/>
                  <a:gd name="connsiteX8" fmla="*/ 1676780 w 3824422"/>
                  <a:gd name="connsiteY8" fmla="*/ 1340734 h 1462861"/>
                  <a:gd name="connsiteX9" fmla="*/ 1668314 w 3824422"/>
                  <a:gd name="connsiteY9" fmla="*/ 1150234 h 1462861"/>
                  <a:gd name="connsiteX10" fmla="*/ 1748747 w 3824422"/>
                  <a:gd name="connsiteY10" fmla="*/ 1137534 h 1462861"/>
                  <a:gd name="connsiteX11" fmla="*/ 1765682 w 3824422"/>
                  <a:gd name="connsiteY11" fmla="*/ 1361901 h 1462861"/>
                  <a:gd name="connsiteX12" fmla="*/ 1812248 w 3824422"/>
                  <a:gd name="connsiteY12" fmla="*/ 1383067 h 1462861"/>
                  <a:gd name="connsiteX13" fmla="*/ 2176314 w 3824422"/>
                  <a:gd name="connsiteY13" fmla="*/ 1391534 h 1462861"/>
                  <a:gd name="connsiteX14" fmla="*/ 2222881 w 3824422"/>
                  <a:gd name="connsiteY14" fmla="*/ 1332267 h 1462861"/>
                  <a:gd name="connsiteX15" fmla="*/ 2235581 w 3824422"/>
                  <a:gd name="connsiteY15" fmla="*/ 1171402 h 1462861"/>
                  <a:gd name="connsiteX16" fmla="*/ 2294847 w 3824422"/>
                  <a:gd name="connsiteY16" fmla="*/ 1158701 h 1462861"/>
                  <a:gd name="connsiteX17" fmla="*/ 2311780 w 3824422"/>
                  <a:gd name="connsiteY17" fmla="*/ 1344968 h 1462861"/>
                  <a:gd name="connsiteX18" fmla="*/ 2362581 w 3824422"/>
                  <a:gd name="connsiteY18" fmla="*/ 1404235 h 1462861"/>
                  <a:gd name="connsiteX19" fmla="*/ 2565780 w 3824422"/>
                  <a:gd name="connsiteY19" fmla="*/ 1328032 h 1462861"/>
                  <a:gd name="connsiteX20" fmla="*/ 3082247 w 3824422"/>
                  <a:gd name="connsiteY20" fmla="*/ 896234 h 1462861"/>
                  <a:gd name="connsiteX21" fmla="*/ 3374347 w 3824422"/>
                  <a:gd name="connsiteY21" fmla="*/ 527934 h 1462861"/>
                  <a:gd name="connsiteX22" fmla="*/ 3641047 w 3824422"/>
                  <a:gd name="connsiteY22" fmla="*/ 269701 h 1462861"/>
                  <a:gd name="connsiteX23" fmla="*/ 3768048 w 3824422"/>
                  <a:gd name="connsiteY23" fmla="*/ 19934 h 1462861"/>
                  <a:gd name="connsiteX24" fmla="*/ 3823080 w 3824422"/>
                  <a:gd name="connsiteY24" fmla="*/ 45335 h 1462861"/>
                  <a:gd name="connsiteX25" fmla="*/ 3717246 w 3824422"/>
                  <a:gd name="connsiteY25" fmla="*/ 282400 h 1462861"/>
                  <a:gd name="connsiteX26" fmla="*/ 3552147 w 3824422"/>
                  <a:gd name="connsiteY26" fmla="*/ 447501 h 1462861"/>
                  <a:gd name="connsiteX27" fmla="*/ 3323547 w 3824422"/>
                  <a:gd name="connsiteY27" fmla="*/ 688801 h 1462861"/>
                  <a:gd name="connsiteX28" fmla="*/ 3090714 w 3824422"/>
                  <a:gd name="connsiteY28" fmla="*/ 997834 h 1462861"/>
                  <a:gd name="connsiteX29" fmla="*/ 2548845 w 3824422"/>
                  <a:gd name="connsiteY29" fmla="*/ 1412699 h 1462861"/>
                  <a:gd name="connsiteX30" fmla="*/ 2104346 w 3824422"/>
                  <a:gd name="connsiteY30" fmla="*/ 1459267 h 1462861"/>
                  <a:gd name="connsiteX31" fmla="*/ 1719114 w 3824422"/>
                  <a:gd name="connsiteY31" fmla="*/ 1446568 h 1462861"/>
                  <a:gd name="connsiteX32" fmla="*/ 1562479 w 3824422"/>
                  <a:gd name="connsiteY32" fmla="*/ 1374601 h 1462861"/>
                  <a:gd name="connsiteX33" fmla="*/ 1388914 w 3824422"/>
                  <a:gd name="connsiteY33" fmla="*/ 1222201 h 1462861"/>
                  <a:gd name="connsiteX34" fmla="*/ 1126447 w 3824422"/>
                  <a:gd name="connsiteY34" fmla="*/ 1035933 h 1462861"/>
                  <a:gd name="connsiteX35" fmla="*/ 758147 w 3824422"/>
                  <a:gd name="connsiteY35" fmla="*/ 820035 h 1462861"/>
                  <a:gd name="connsiteX36" fmla="*/ 449113 w 3824422"/>
                  <a:gd name="connsiteY36" fmla="*/ 447501 h 1462861"/>
                  <a:gd name="connsiteX37" fmla="*/ 101980 w 3824422"/>
                  <a:gd name="connsiteY37" fmla="*/ 155402 h 1462861"/>
                  <a:gd name="connsiteX38" fmla="*/ 13081 w 3824422"/>
                  <a:gd name="connsiteY38" fmla="*/ 105448 h 1462861"/>
                  <a:gd name="connsiteX39" fmla="*/ 21548 w 3824422"/>
                  <a:gd name="connsiteY39" fmla="*/ 15701 h 1462861"/>
                  <a:gd name="connsiteX0" fmla="*/ 21548 w 3824422"/>
                  <a:gd name="connsiteY0" fmla="*/ 15701 h 1462861"/>
                  <a:gd name="connsiteX1" fmla="*/ 209505 w 3824422"/>
                  <a:gd name="connsiteY1" fmla="*/ 135927 h 1462861"/>
                  <a:gd name="connsiteX2" fmla="*/ 455887 w 3824422"/>
                  <a:gd name="connsiteY2" fmla="*/ 341668 h 1462861"/>
                  <a:gd name="connsiteX3" fmla="*/ 565954 w 3824422"/>
                  <a:gd name="connsiteY3" fmla="*/ 472901 h 1462861"/>
                  <a:gd name="connsiteX4" fmla="*/ 813180 w 3824422"/>
                  <a:gd name="connsiteY4" fmla="*/ 761615 h 1462861"/>
                  <a:gd name="connsiteX5" fmla="*/ 1003681 w 3824422"/>
                  <a:gd name="connsiteY5" fmla="*/ 896236 h 1462861"/>
                  <a:gd name="connsiteX6" fmla="*/ 1294084 w 3824422"/>
                  <a:gd name="connsiteY6" fmla="*/ 1054562 h 1462861"/>
                  <a:gd name="connsiteX7" fmla="*/ 1613279 w 3824422"/>
                  <a:gd name="connsiteY7" fmla="*/ 1344968 h 1462861"/>
                  <a:gd name="connsiteX8" fmla="*/ 1676780 w 3824422"/>
                  <a:gd name="connsiteY8" fmla="*/ 1340734 h 1462861"/>
                  <a:gd name="connsiteX9" fmla="*/ 1668314 w 3824422"/>
                  <a:gd name="connsiteY9" fmla="*/ 1150234 h 1462861"/>
                  <a:gd name="connsiteX10" fmla="*/ 1748747 w 3824422"/>
                  <a:gd name="connsiteY10" fmla="*/ 1137534 h 1462861"/>
                  <a:gd name="connsiteX11" fmla="*/ 1765682 w 3824422"/>
                  <a:gd name="connsiteY11" fmla="*/ 1361901 h 1462861"/>
                  <a:gd name="connsiteX12" fmla="*/ 1812248 w 3824422"/>
                  <a:gd name="connsiteY12" fmla="*/ 1383067 h 1462861"/>
                  <a:gd name="connsiteX13" fmla="*/ 2176314 w 3824422"/>
                  <a:gd name="connsiteY13" fmla="*/ 1391534 h 1462861"/>
                  <a:gd name="connsiteX14" fmla="*/ 2222881 w 3824422"/>
                  <a:gd name="connsiteY14" fmla="*/ 1332267 h 1462861"/>
                  <a:gd name="connsiteX15" fmla="*/ 2235581 w 3824422"/>
                  <a:gd name="connsiteY15" fmla="*/ 1171402 h 1462861"/>
                  <a:gd name="connsiteX16" fmla="*/ 2294847 w 3824422"/>
                  <a:gd name="connsiteY16" fmla="*/ 1158701 h 1462861"/>
                  <a:gd name="connsiteX17" fmla="*/ 2311780 w 3824422"/>
                  <a:gd name="connsiteY17" fmla="*/ 1344968 h 1462861"/>
                  <a:gd name="connsiteX18" fmla="*/ 2362581 w 3824422"/>
                  <a:gd name="connsiteY18" fmla="*/ 1404235 h 1462861"/>
                  <a:gd name="connsiteX19" fmla="*/ 2565780 w 3824422"/>
                  <a:gd name="connsiteY19" fmla="*/ 1328032 h 1462861"/>
                  <a:gd name="connsiteX20" fmla="*/ 3082247 w 3824422"/>
                  <a:gd name="connsiteY20" fmla="*/ 896234 h 1462861"/>
                  <a:gd name="connsiteX21" fmla="*/ 3374347 w 3824422"/>
                  <a:gd name="connsiteY21" fmla="*/ 527934 h 1462861"/>
                  <a:gd name="connsiteX22" fmla="*/ 3641047 w 3824422"/>
                  <a:gd name="connsiteY22" fmla="*/ 269701 h 1462861"/>
                  <a:gd name="connsiteX23" fmla="*/ 3768048 w 3824422"/>
                  <a:gd name="connsiteY23" fmla="*/ 19934 h 1462861"/>
                  <a:gd name="connsiteX24" fmla="*/ 3823080 w 3824422"/>
                  <a:gd name="connsiteY24" fmla="*/ 45335 h 1462861"/>
                  <a:gd name="connsiteX25" fmla="*/ 3717246 w 3824422"/>
                  <a:gd name="connsiteY25" fmla="*/ 282400 h 1462861"/>
                  <a:gd name="connsiteX26" fmla="*/ 3552147 w 3824422"/>
                  <a:gd name="connsiteY26" fmla="*/ 447501 h 1462861"/>
                  <a:gd name="connsiteX27" fmla="*/ 3323547 w 3824422"/>
                  <a:gd name="connsiteY27" fmla="*/ 688801 h 1462861"/>
                  <a:gd name="connsiteX28" fmla="*/ 3090714 w 3824422"/>
                  <a:gd name="connsiteY28" fmla="*/ 997834 h 1462861"/>
                  <a:gd name="connsiteX29" fmla="*/ 2548845 w 3824422"/>
                  <a:gd name="connsiteY29" fmla="*/ 1412699 h 1462861"/>
                  <a:gd name="connsiteX30" fmla="*/ 2104346 w 3824422"/>
                  <a:gd name="connsiteY30" fmla="*/ 1459267 h 1462861"/>
                  <a:gd name="connsiteX31" fmla="*/ 1719114 w 3824422"/>
                  <a:gd name="connsiteY31" fmla="*/ 1446568 h 1462861"/>
                  <a:gd name="connsiteX32" fmla="*/ 1562479 w 3824422"/>
                  <a:gd name="connsiteY32" fmla="*/ 1374601 h 1462861"/>
                  <a:gd name="connsiteX33" fmla="*/ 1388914 w 3824422"/>
                  <a:gd name="connsiteY33" fmla="*/ 1222201 h 1462861"/>
                  <a:gd name="connsiteX34" fmla="*/ 999447 w 3824422"/>
                  <a:gd name="connsiteY34" fmla="*/ 985133 h 1462861"/>
                  <a:gd name="connsiteX35" fmla="*/ 758147 w 3824422"/>
                  <a:gd name="connsiteY35" fmla="*/ 820035 h 1462861"/>
                  <a:gd name="connsiteX36" fmla="*/ 449113 w 3824422"/>
                  <a:gd name="connsiteY36" fmla="*/ 447501 h 1462861"/>
                  <a:gd name="connsiteX37" fmla="*/ 101980 w 3824422"/>
                  <a:gd name="connsiteY37" fmla="*/ 155402 h 1462861"/>
                  <a:gd name="connsiteX38" fmla="*/ 13081 w 3824422"/>
                  <a:gd name="connsiteY38" fmla="*/ 105448 h 1462861"/>
                  <a:gd name="connsiteX39" fmla="*/ 21548 w 3824422"/>
                  <a:gd name="connsiteY39" fmla="*/ 15701 h 1462861"/>
                  <a:gd name="connsiteX0" fmla="*/ 21548 w 3824422"/>
                  <a:gd name="connsiteY0" fmla="*/ 15701 h 1462861"/>
                  <a:gd name="connsiteX1" fmla="*/ 209505 w 3824422"/>
                  <a:gd name="connsiteY1" fmla="*/ 135927 h 1462861"/>
                  <a:gd name="connsiteX2" fmla="*/ 455887 w 3824422"/>
                  <a:gd name="connsiteY2" fmla="*/ 341668 h 1462861"/>
                  <a:gd name="connsiteX3" fmla="*/ 565954 w 3824422"/>
                  <a:gd name="connsiteY3" fmla="*/ 472901 h 1462861"/>
                  <a:gd name="connsiteX4" fmla="*/ 813180 w 3824422"/>
                  <a:gd name="connsiteY4" fmla="*/ 761615 h 1462861"/>
                  <a:gd name="connsiteX5" fmla="*/ 1003681 w 3824422"/>
                  <a:gd name="connsiteY5" fmla="*/ 896236 h 1462861"/>
                  <a:gd name="connsiteX6" fmla="*/ 1294084 w 3824422"/>
                  <a:gd name="connsiteY6" fmla="*/ 1054562 h 1462861"/>
                  <a:gd name="connsiteX7" fmla="*/ 1613279 w 3824422"/>
                  <a:gd name="connsiteY7" fmla="*/ 1344968 h 1462861"/>
                  <a:gd name="connsiteX8" fmla="*/ 1676780 w 3824422"/>
                  <a:gd name="connsiteY8" fmla="*/ 1340734 h 1462861"/>
                  <a:gd name="connsiteX9" fmla="*/ 1668314 w 3824422"/>
                  <a:gd name="connsiteY9" fmla="*/ 1150234 h 1462861"/>
                  <a:gd name="connsiteX10" fmla="*/ 1748747 w 3824422"/>
                  <a:gd name="connsiteY10" fmla="*/ 1137534 h 1462861"/>
                  <a:gd name="connsiteX11" fmla="*/ 1765682 w 3824422"/>
                  <a:gd name="connsiteY11" fmla="*/ 1361901 h 1462861"/>
                  <a:gd name="connsiteX12" fmla="*/ 1812248 w 3824422"/>
                  <a:gd name="connsiteY12" fmla="*/ 1383067 h 1462861"/>
                  <a:gd name="connsiteX13" fmla="*/ 2176314 w 3824422"/>
                  <a:gd name="connsiteY13" fmla="*/ 1391534 h 1462861"/>
                  <a:gd name="connsiteX14" fmla="*/ 2222881 w 3824422"/>
                  <a:gd name="connsiteY14" fmla="*/ 1332267 h 1462861"/>
                  <a:gd name="connsiteX15" fmla="*/ 2235581 w 3824422"/>
                  <a:gd name="connsiteY15" fmla="*/ 1171402 h 1462861"/>
                  <a:gd name="connsiteX16" fmla="*/ 2294847 w 3824422"/>
                  <a:gd name="connsiteY16" fmla="*/ 1158701 h 1462861"/>
                  <a:gd name="connsiteX17" fmla="*/ 2311780 w 3824422"/>
                  <a:gd name="connsiteY17" fmla="*/ 1344968 h 1462861"/>
                  <a:gd name="connsiteX18" fmla="*/ 2362581 w 3824422"/>
                  <a:gd name="connsiteY18" fmla="*/ 1404235 h 1462861"/>
                  <a:gd name="connsiteX19" fmla="*/ 2565780 w 3824422"/>
                  <a:gd name="connsiteY19" fmla="*/ 1328032 h 1462861"/>
                  <a:gd name="connsiteX20" fmla="*/ 3082247 w 3824422"/>
                  <a:gd name="connsiteY20" fmla="*/ 896234 h 1462861"/>
                  <a:gd name="connsiteX21" fmla="*/ 3374347 w 3824422"/>
                  <a:gd name="connsiteY21" fmla="*/ 527934 h 1462861"/>
                  <a:gd name="connsiteX22" fmla="*/ 3641047 w 3824422"/>
                  <a:gd name="connsiteY22" fmla="*/ 269701 h 1462861"/>
                  <a:gd name="connsiteX23" fmla="*/ 3768048 w 3824422"/>
                  <a:gd name="connsiteY23" fmla="*/ 19934 h 1462861"/>
                  <a:gd name="connsiteX24" fmla="*/ 3823080 w 3824422"/>
                  <a:gd name="connsiteY24" fmla="*/ 45335 h 1462861"/>
                  <a:gd name="connsiteX25" fmla="*/ 3717246 w 3824422"/>
                  <a:gd name="connsiteY25" fmla="*/ 282400 h 1462861"/>
                  <a:gd name="connsiteX26" fmla="*/ 3552147 w 3824422"/>
                  <a:gd name="connsiteY26" fmla="*/ 447501 h 1462861"/>
                  <a:gd name="connsiteX27" fmla="*/ 3323547 w 3824422"/>
                  <a:gd name="connsiteY27" fmla="*/ 688801 h 1462861"/>
                  <a:gd name="connsiteX28" fmla="*/ 3090714 w 3824422"/>
                  <a:gd name="connsiteY28" fmla="*/ 997834 h 1462861"/>
                  <a:gd name="connsiteX29" fmla="*/ 2548845 w 3824422"/>
                  <a:gd name="connsiteY29" fmla="*/ 1412699 h 1462861"/>
                  <a:gd name="connsiteX30" fmla="*/ 2104346 w 3824422"/>
                  <a:gd name="connsiteY30" fmla="*/ 1459267 h 1462861"/>
                  <a:gd name="connsiteX31" fmla="*/ 1719114 w 3824422"/>
                  <a:gd name="connsiteY31" fmla="*/ 1446568 h 1462861"/>
                  <a:gd name="connsiteX32" fmla="*/ 1562479 w 3824422"/>
                  <a:gd name="connsiteY32" fmla="*/ 1374601 h 1462861"/>
                  <a:gd name="connsiteX33" fmla="*/ 1388914 w 3824422"/>
                  <a:gd name="connsiteY33" fmla="*/ 1222201 h 1462861"/>
                  <a:gd name="connsiteX34" fmla="*/ 1238206 w 3824422"/>
                  <a:gd name="connsiteY34" fmla="*/ 1092661 h 1462861"/>
                  <a:gd name="connsiteX35" fmla="*/ 999447 w 3824422"/>
                  <a:gd name="connsiteY35" fmla="*/ 985133 h 1462861"/>
                  <a:gd name="connsiteX36" fmla="*/ 758147 w 3824422"/>
                  <a:gd name="connsiteY36" fmla="*/ 820035 h 1462861"/>
                  <a:gd name="connsiteX37" fmla="*/ 449113 w 3824422"/>
                  <a:gd name="connsiteY37" fmla="*/ 447501 h 1462861"/>
                  <a:gd name="connsiteX38" fmla="*/ 101980 w 3824422"/>
                  <a:gd name="connsiteY38" fmla="*/ 155402 h 1462861"/>
                  <a:gd name="connsiteX39" fmla="*/ 13081 w 3824422"/>
                  <a:gd name="connsiteY39" fmla="*/ 105448 h 1462861"/>
                  <a:gd name="connsiteX40" fmla="*/ 21548 w 3824422"/>
                  <a:gd name="connsiteY40" fmla="*/ 15701 h 1462861"/>
                  <a:gd name="connsiteX0" fmla="*/ 21548 w 3824422"/>
                  <a:gd name="connsiteY0" fmla="*/ 15701 h 1462861"/>
                  <a:gd name="connsiteX1" fmla="*/ 209505 w 3824422"/>
                  <a:gd name="connsiteY1" fmla="*/ 135927 h 1462861"/>
                  <a:gd name="connsiteX2" fmla="*/ 455887 w 3824422"/>
                  <a:gd name="connsiteY2" fmla="*/ 341668 h 1462861"/>
                  <a:gd name="connsiteX3" fmla="*/ 565954 w 3824422"/>
                  <a:gd name="connsiteY3" fmla="*/ 472901 h 1462861"/>
                  <a:gd name="connsiteX4" fmla="*/ 813180 w 3824422"/>
                  <a:gd name="connsiteY4" fmla="*/ 761615 h 1462861"/>
                  <a:gd name="connsiteX5" fmla="*/ 1003681 w 3824422"/>
                  <a:gd name="connsiteY5" fmla="*/ 896236 h 1462861"/>
                  <a:gd name="connsiteX6" fmla="*/ 1294084 w 3824422"/>
                  <a:gd name="connsiteY6" fmla="*/ 1054562 h 1462861"/>
                  <a:gd name="connsiteX7" fmla="*/ 1613279 w 3824422"/>
                  <a:gd name="connsiteY7" fmla="*/ 1344968 h 1462861"/>
                  <a:gd name="connsiteX8" fmla="*/ 1676780 w 3824422"/>
                  <a:gd name="connsiteY8" fmla="*/ 1340734 h 1462861"/>
                  <a:gd name="connsiteX9" fmla="*/ 1668314 w 3824422"/>
                  <a:gd name="connsiteY9" fmla="*/ 1150234 h 1462861"/>
                  <a:gd name="connsiteX10" fmla="*/ 1748747 w 3824422"/>
                  <a:gd name="connsiteY10" fmla="*/ 1137534 h 1462861"/>
                  <a:gd name="connsiteX11" fmla="*/ 1765682 w 3824422"/>
                  <a:gd name="connsiteY11" fmla="*/ 1361901 h 1462861"/>
                  <a:gd name="connsiteX12" fmla="*/ 1812248 w 3824422"/>
                  <a:gd name="connsiteY12" fmla="*/ 1383067 h 1462861"/>
                  <a:gd name="connsiteX13" fmla="*/ 2176314 w 3824422"/>
                  <a:gd name="connsiteY13" fmla="*/ 1391534 h 1462861"/>
                  <a:gd name="connsiteX14" fmla="*/ 2222881 w 3824422"/>
                  <a:gd name="connsiteY14" fmla="*/ 1332267 h 1462861"/>
                  <a:gd name="connsiteX15" fmla="*/ 2235581 w 3824422"/>
                  <a:gd name="connsiteY15" fmla="*/ 1171402 h 1462861"/>
                  <a:gd name="connsiteX16" fmla="*/ 2294847 w 3824422"/>
                  <a:gd name="connsiteY16" fmla="*/ 1158701 h 1462861"/>
                  <a:gd name="connsiteX17" fmla="*/ 2311780 w 3824422"/>
                  <a:gd name="connsiteY17" fmla="*/ 1344968 h 1462861"/>
                  <a:gd name="connsiteX18" fmla="*/ 2362581 w 3824422"/>
                  <a:gd name="connsiteY18" fmla="*/ 1404235 h 1462861"/>
                  <a:gd name="connsiteX19" fmla="*/ 2565780 w 3824422"/>
                  <a:gd name="connsiteY19" fmla="*/ 1328032 h 1462861"/>
                  <a:gd name="connsiteX20" fmla="*/ 3082247 w 3824422"/>
                  <a:gd name="connsiteY20" fmla="*/ 896234 h 1462861"/>
                  <a:gd name="connsiteX21" fmla="*/ 3374347 w 3824422"/>
                  <a:gd name="connsiteY21" fmla="*/ 527934 h 1462861"/>
                  <a:gd name="connsiteX22" fmla="*/ 3641047 w 3824422"/>
                  <a:gd name="connsiteY22" fmla="*/ 269701 h 1462861"/>
                  <a:gd name="connsiteX23" fmla="*/ 3768048 w 3824422"/>
                  <a:gd name="connsiteY23" fmla="*/ 19934 h 1462861"/>
                  <a:gd name="connsiteX24" fmla="*/ 3823080 w 3824422"/>
                  <a:gd name="connsiteY24" fmla="*/ 45335 h 1462861"/>
                  <a:gd name="connsiteX25" fmla="*/ 3717246 w 3824422"/>
                  <a:gd name="connsiteY25" fmla="*/ 282400 h 1462861"/>
                  <a:gd name="connsiteX26" fmla="*/ 3552147 w 3824422"/>
                  <a:gd name="connsiteY26" fmla="*/ 447501 h 1462861"/>
                  <a:gd name="connsiteX27" fmla="*/ 3323547 w 3824422"/>
                  <a:gd name="connsiteY27" fmla="*/ 688801 h 1462861"/>
                  <a:gd name="connsiteX28" fmla="*/ 3090714 w 3824422"/>
                  <a:gd name="connsiteY28" fmla="*/ 997834 h 1462861"/>
                  <a:gd name="connsiteX29" fmla="*/ 2548845 w 3824422"/>
                  <a:gd name="connsiteY29" fmla="*/ 1412699 h 1462861"/>
                  <a:gd name="connsiteX30" fmla="*/ 2104346 w 3824422"/>
                  <a:gd name="connsiteY30" fmla="*/ 1459267 h 1462861"/>
                  <a:gd name="connsiteX31" fmla="*/ 1719114 w 3824422"/>
                  <a:gd name="connsiteY31" fmla="*/ 1446568 h 1462861"/>
                  <a:gd name="connsiteX32" fmla="*/ 1562479 w 3824422"/>
                  <a:gd name="connsiteY32" fmla="*/ 1374601 h 1462861"/>
                  <a:gd name="connsiteX33" fmla="*/ 1388914 w 3824422"/>
                  <a:gd name="connsiteY33" fmla="*/ 1222201 h 1462861"/>
                  <a:gd name="connsiteX34" fmla="*/ 1217886 w 3824422"/>
                  <a:gd name="connsiteY34" fmla="*/ 1123141 h 1462861"/>
                  <a:gd name="connsiteX35" fmla="*/ 999447 w 3824422"/>
                  <a:gd name="connsiteY35" fmla="*/ 985133 h 1462861"/>
                  <a:gd name="connsiteX36" fmla="*/ 758147 w 3824422"/>
                  <a:gd name="connsiteY36" fmla="*/ 820035 h 1462861"/>
                  <a:gd name="connsiteX37" fmla="*/ 449113 w 3824422"/>
                  <a:gd name="connsiteY37" fmla="*/ 447501 h 1462861"/>
                  <a:gd name="connsiteX38" fmla="*/ 101980 w 3824422"/>
                  <a:gd name="connsiteY38" fmla="*/ 155402 h 1462861"/>
                  <a:gd name="connsiteX39" fmla="*/ 13081 w 3824422"/>
                  <a:gd name="connsiteY39" fmla="*/ 105448 h 1462861"/>
                  <a:gd name="connsiteX40" fmla="*/ 21548 w 3824422"/>
                  <a:gd name="connsiteY40" fmla="*/ 15701 h 1462861"/>
                  <a:gd name="connsiteX0" fmla="*/ 21548 w 3824422"/>
                  <a:gd name="connsiteY0" fmla="*/ 15701 h 1462861"/>
                  <a:gd name="connsiteX1" fmla="*/ 209505 w 3824422"/>
                  <a:gd name="connsiteY1" fmla="*/ 135927 h 1462861"/>
                  <a:gd name="connsiteX2" fmla="*/ 455887 w 3824422"/>
                  <a:gd name="connsiteY2" fmla="*/ 341668 h 1462861"/>
                  <a:gd name="connsiteX3" fmla="*/ 565954 w 3824422"/>
                  <a:gd name="connsiteY3" fmla="*/ 472901 h 1462861"/>
                  <a:gd name="connsiteX4" fmla="*/ 813180 w 3824422"/>
                  <a:gd name="connsiteY4" fmla="*/ 761615 h 1462861"/>
                  <a:gd name="connsiteX5" fmla="*/ 1003681 w 3824422"/>
                  <a:gd name="connsiteY5" fmla="*/ 896236 h 1462861"/>
                  <a:gd name="connsiteX6" fmla="*/ 1294084 w 3824422"/>
                  <a:gd name="connsiteY6" fmla="*/ 1054562 h 1462861"/>
                  <a:gd name="connsiteX7" fmla="*/ 1613279 w 3824422"/>
                  <a:gd name="connsiteY7" fmla="*/ 1344968 h 1462861"/>
                  <a:gd name="connsiteX8" fmla="*/ 1676780 w 3824422"/>
                  <a:gd name="connsiteY8" fmla="*/ 1340734 h 1462861"/>
                  <a:gd name="connsiteX9" fmla="*/ 1668314 w 3824422"/>
                  <a:gd name="connsiteY9" fmla="*/ 1150234 h 1462861"/>
                  <a:gd name="connsiteX10" fmla="*/ 1748747 w 3824422"/>
                  <a:gd name="connsiteY10" fmla="*/ 1137534 h 1462861"/>
                  <a:gd name="connsiteX11" fmla="*/ 1765682 w 3824422"/>
                  <a:gd name="connsiteY11" fmla="*/ 1361901 h 1462861"/>
                  <a:gd name="connsiteX12" fmla="*/ 1812248 w 3824422"/>
                  <a:gd name="connsiteY12" fmla="*/ 1383067 h 1462861"/>
                  <a:gd name="connsiteX13" fmla="*/ 2176314 w 3824422"/>
                  <a:gd name="connsiteY13" fmla="*/ 1391534 h 1462861"/>
                  <a:gd name="connsiteX14" fmla="*/ 2222881 w 3824422"/>
                  <a:gd name="connsiteY14" fmla="*/ 1332267 h 1462861"/>
                  <a:gd name="connsiteX15" fmla="*/ 2235581 w 3824422"/>
                  <a:gd name="connsiteY15" fmla="*/ 1171402 h 1462861"/>
                  <a:gd name="connsiteX16" fmla="*/ 2294847 w 3824422"/>
                  <a:gd name="connsiteY16" fmla="*/ 1158701 h 1462861"/>
                  <a:gd name="connsiteX17" fmla="*/ 2311780 w 3824422"/>
                  <a:gd name="connsiteY17" fmla="*/ 1344968 h 1462861"/>
                  <a:gd name="connsiteX18" fmla="*/ 2362581 w 3824422"/>
                  <a:gd name="connsiteY18" fmla="*/ 1404235 h 1462861"/>
                  <a:gd name="connsiteX19" fmla="*/ 2565780 w 3824422"/>
                  <a:gd name="connsiteY19" fmla="*/ 1328032 h 1462861"/>
                  <a:gd name="connsiteX20" fmla="*/ 3082247 w 3824422"/>
                  <a:gd name="connsiteY20" fmla="*/ 896234 h 1462861"/>
                  <a:gd name="connsiteX21" fmla="*/ 3374347 w 3824422"/>
                  <a:gd name="connsiteY21" fmla="*/ 527934 h 1462861"/>
                  <a:gd name="connsiteX22" fmla="*/ 3641047 w 3824422"/>
                  <a:gd name="connsiteY22" fmla="*/ 269701 h 1462861"/>
                  <a:gd name="connsiteX23" fmla="*/ 3768048 w 3824422"/>
                  <a:gd name="connsiteY23" fmla="*/ 19934 h 1462861"/>
                  <a:gd name="connsiteX24" fmla="*/ 3823080 w 3824422"/>
                  <a:gd name="connsiteY24" fmla="*/ 45335 h 1462861"/>
                  <a:gd name="connsiteX25" fmla="*/ 3717246 w 3824422"/>
                  <a:gd name="connsiteY25" fmla="*/ 282400 h 1462861"/>
                  <a:gd name="connsiteX26" fmla="*/ 3552147 w 3824422"/>
                  <a:gd name="connsiteY26" fmla="*/ 447501 h 1462861"/>
                  <a:gd name="connsiteX27" fmla="*/ 3323547 w 3824422"/>
                  <a:gd name="connsiteY27" fmla="*/ 688801 h 1462861"/>
                  <a:gd name="connsiteX28" fmla="*/ 3090714 w 3824422"/>
                  <a:gd name="connsiteY28" fmla="*/ 997834 h 1462861"/>
                  <a:gd name="connsiteX29" fmla="*/ 2548845 w 3824422"/>
                  <a:gd name="connsiteY29" fmla="*/ 1412699 h 1462861"/>
                  <a:gd name="connsiteX30" fmla="*/ 2104346 w 3824422"/>
                  <a:gd name="connsiteY30" fmla="*/ 1459267 h 1462861"/>
                  <a:gd name="connsiteX31" fmla="*/ 1719114 w 3824422"/>
                  <a:gd name="connsiteY31" fmla="*/ 1446568 h 1462861"/>
                  <a:gd name="connsiteX32" fmla="*/ 1562479 w 3824422"/>
                  <a:gd name="connsiteY32" fmla="*/ 1374601 h 1462861"/>
                  <a:gd name="connsiteX33" fmla="*/ 1388914 w 3824422"/>
                  <a:gd name="connsiteY33" fmla="*/ 1222201 h 1462861"/>
                  <a:gd name="connsiteX34" fmla="*/ 1243286 w 3824422"/>
                  <a:gd name="connsiteY34" fmla="*/ 1097741 h 1462861"/>
                  <a:gd name="connsiteX35" fmla="*/ 999447 w 3824422"/>
                  <a:gd name="connsiteY35" fmla="*/ 985133 h 1462861"/>
                  <a:gd name="connsiteX36" fmla="*/ 758147 w 3824422"/>
                  <a:gd name="connsiteY36" fmla="*/ 820035 h 1462861"/>
                  <a:gd name="connsiteX37" fmla="*/ 449113 w 3824422"/>
                  <a:gd name="connsiteY37" fmla="*/ 447501 h 1462861"/>
                  <a:gd name="connsiteX38" fmla="*/ 101980 w 3824422"/>
                  <a:gd name="connsiteY38" fmla="*/ 155402 h 1462861"/>
                  <a:gd name="connsiteX39" fmla="*/ 13081 w 3824422"/>
                  <a:gd name="connsiteY39" fmla="*/ 105448 h 1462861"/>
                  <a:gd name="connsiteX40" fmla="*/ 21548 w 3824422"/>
                  <a:gd name="connsiteY40" fmla="*/ 15701 h 1462861"/>
                  <a:gd name="connsiteX0" fmla="*/ 21548 w 3824422"/>
                  <a:gd name="connsiteY0" fmla="*/ 15701 h 1462861"/>
                  <a:gd name="connsiteX1" fmla="*/ 209505 w 3824422"/>
                  <a:gd name="connsiteY1" fmla="*/ 135927 h 1462861"/>
                  <a:gd name="connsiteX2" fmla="*/ 455887 w 3824422"/>
                  <a:gd name="connsiteY2" fmla="*/ 341668 h 1462861"/>
                  <a:gd name="connsiteX3" fmla="*/ 565954 w 3824422"/>
                  <a:gd name="connsiteY3" fmla="*/ 472901 h 1462861"/>
                  <a:gd name="connsiteX4" fmla="*/ 813180 w 3824422"/>
                  <a:gd name="connsiteY4" fmla="*/ 761615 h 1462861"/>
                  <a:gd name="connsiteX5" fmla="*/ 1003681 w 3824422"/>
                  <a:gd name="connsiteY5" fmla="*/ 896236 h 1462861"/>
                  <a:gd name="connsiteX6" fmla="*/ 1294084 w 3824422"/>
                  <a:gd name="connsiteY6" fmla="*/ 1054562 h 1462861"/>
                  <a:gd name="connsiteX7" fmla="*/ 1613279 w 3824422"/>
                  <a:gd name="connsiteY7" fmla="*/ 1344968 h 1462861"/>
                  <a:gd name="connsiteX8" fmla="*/ 1676780 w 3824422"/>
                  <a:gd name="connsiteY8" fmla="*/ 1340734 h 1462861"/>
                  <a:gd name="connsiteX9" fmla="*/ 1668314 w 3824422"/>
                  <a:gd name="connsiteY9" fmla="*/ 1150234 h 1462861"/>
                  <a:gd name="connsiteX10" fmla="*/ 1748747 w 3824422"/>
                  <a:gd name="connsiteY10" fmla="*/ 1137534 h 1462861"/>
                  <a:gd name="connsiteX11" fmla="*/ 1765682 w 3824422"/>
                  <a:gd name="connsiteY11" fmla="*/ 1361901 h 1462861"/>
                  <a:gd name="connsiteX12" fmla="*/ 1812248 w 3824422"/>
                  <a:gd name="connsiteY12" fmla="*/ 1383067 h 1462861"/>
                  <a:gd name="connsiteX13" fmla="*/ 2176314 w 3824422"/>
                  <a:gd name="connsiteY13" fmla="*/ 1391534 h 1462861"/>
                  <a:gd name="connsiteX14" fmla="*/ 2222881 w 3824422"/>
                  <a:gd name="connsiteY14" fmla="*/ 1332267 h 1462861"/>
                  <a:gd name="connsiteX15" fmla="*/ 2235581 w 3824422"/>
                  <a:gd name="connsiteY15" fmla="*/ 1171402 h 1462861"/>
                  <a:gd name="connsiteX16" fmla="*/ 2294847 w 3824422"/>
                  <a:gd name="connsiteY16" fmla="*/ 1158701 h 1462861"/>
                  <a:gd name="connsiteX17" fmla="*/ 2311780 w 3824422"/>
                  <a:gd name="connsiteY17" fmla="*/ 1344968 h 1462861"/>
                  <a:gd name="connsiteX18" fmla="*/ 2362581 w 3824422"/>
                  <a:gd name="connsiteY18" fmla="*/ 1404235 h 1462861"/>
                  <a:gd name="connsiteX19" fmla="*/ 2565780 w 3824422"/>
                  <a:gd name="connsiteY19" fmla="*/ 1328032 h 1462861"/>
                  <a:gd name="connsiteX20" fmla="*/ 3082247 w 3824422"/>
                  <a:gd name="connsiteY20" fmla="*/ 896234 h 1462861"/>
                  <a:gd name="connsiteX21" fmla="*/ 3374347 w 3824422"/>
                  <a:gd name="connsiteY21" fmla="*/ 527934 h 1462861"/>
                  <a:gd name="connsiteX22" fmla="*/ 3641047 w 3824422"/>
                  <a:gd name="connsiteY22" fmla="*/ 269701 h 1462861"/>
                  <a:gd name="connsiteX23" fmla="*/ 3768048 w 3824422"/>
                  <a:gd name="connsiteY23" fmla="*/ 19934 h 1462861"/>
                  <a:gd name="connsiteX24" fmla="*/ 3823080 w 3824422"/>
                  <a:gd name="connsiteY24" fmla="*/ 45335 h 1462861"/>
                  <a:gd name="connsiteX25" fmla="*/ 3717246 w 3824422"/>
                  <a:gd name="connsiteY25" fmla="*/ 282400 h 1462861"/>
                  <a:gd name="connsiteX26" fmla="*/ 3552147 w 3824422"/>
                  <a:gd name="connsiteY26" fmla="*/ 447501 h 1462861"/>
                  <a:gd name="connsiteX27" fmla="*/ 3323547 w 3824422"/>
                  <a:gd name="connsiteY27" fmla="*/ 688801 h 1462861"/>
                  <a:gd name="connsiteX28" fmla="*/ 3090714 w 3824422"/>
                  <a:gd name="connsiteY28" fmla="*/ 997834 h 1462861"/>
                  <a:gd name="connsiteX29" fmla="*/ 2548845 w 3824422"/>
                  <a:gd name="connsiteY29" fmla="*/ 1412699 h 1462861"/>
                  <a:gd name="connsiteX30" fmla="*/ 2104346 w 3824422"/>
                  <a:gd name="connsiteY30" fmla="*/ 1459267 h 1462861"/>
                  <a:gd name="connsiteX31" fmla="*/ 1719114 w 3824422"/>
                  <a:gd name="connsiteY31" fmla="*/ 1446568 h 1462861"/>
                  <a:gd name="connsiteX32" fmla="*/ 1562479 w 3824422"/>
                  <a:gd name="connsiteY32" fmla="*/ 1374601 h 1462861"/>
                  <a:gd name="connsiteX33" fmla="*/ 1388914 w 3824422"/>
                  <a:gd name="connsiteY33" fmla="*/ 1222201 h 1462861"/>
                  <a:gd name="connsiteX34" fmla="*/ 1243286 w 3824422"/>
                  <a:gd name="connsiteY34" fmla="*/ 1097741 h 1462861"/>
                  <a:gd name="connsiteX35" fmla="*/ 1019767 w 3824422"/>
                  <a:gd name="connsiteY35" fmla="*/ 990213 h 1462861"/>
                  <a:gd name="connsiteX36" fmla="*/ 758147 w 3824422"/>
                  <a:gd name="connsiteY36" fmla="*/ 820035 h 1462861"/>
                  <a:gd name="connsiteX37" fmla="*/ 449113 w 3824422"/>
                  <a:gd name="connsiteY37" fmla="*/ 447501 h 1462861"/>
                  <a:gd name="connsiteX38" fmla="*/ 101980 w 3824422"/>
                  <a:gd name="connsiteY38" fmla="*/ 155402 h 1462861"/>
                  <a:gd name="connsiteX39" fmla="*/ 13081 w 3824422"/>
                  <a:gd name="connsiteY39" fmla="*/ 105448 h 1462861"/>
                  <a:gd name="connsiteX40" fmla="*/ 21548 w 3824422"/>
                  <a:gd name="connsiteY40" fmla="*/ 15701 h 1462861"/>
                  <a:gd name="connsiteX0" fmla="*/ 21548 w 3824422"/>
                  <a:gd name="connsiteY0" fmla="*/ 15701 h 1462861"/>
                  <a:gd name="connsiteX1" fmla="*/ 209505 w 3824422"/>
                  <a:gd name="connsiteY1" fmla="*/ 135927 h 1462861"/>
                  <a:gd name="connsiteX2" fmla="*/ 455887 w 3824422"/>
                  <a:gd name="connsiteY2" fmla="*/ 341668 h 1462861"/>
                  <a:gd name="connsiteX3" fmla="*/ 565954 w 3824422"/>
                  <a:gd name="connsiteY3" fmla="*/ 472901 h 1462861"/>
                  <a:gd name="connsiteX4" fmla="*/ 813180 w 3824422"/>
                  <a:gd name="connsiteY4" fmla="*/ 761615 h 1462861"/>
                  <a:gd name="connsiteX5" fmla="*/ 1003681 w 3824422"/>
                  <a:gd name="connsiteY5" fmla="*/ 896236 h 1462861"/>
                  <a:gd name="connsiteX6" fmla="*/ 1294084 w 3824422"/>
                  <a:gd name="connsiteY6" fmla="*/ 1054562 h 1462861"/>
                  <a:gd name="connsiteX7" fmla="*/ 1613279 w 3824422"/>
                  <a:gd name="connsiteY7" fmla="*/ 1344968 h 1462861"/>
                  <a:gd name="connsiteX8" fmla="*/ 1676780 w 3824422"/>
                  <a:gd name="connsiteY8" fmla="*/ 1340734 h 1462861"/>
                  <a:gd name="connsiteX9" fmla="*/ 1668314 w 3824422"/>
                  <a:gd name="connsiteY9" fmla="*/ 1150234 h 1462861"/>
                  <a:gd name="connsiteX10" fmla="*/ 1748747 w 3824422"/>
                  <a:gd name="connsiteY10" fmla="*/ 1137534 h 1462861"/>
                  <a:gd name="connsiteX11" fmla="*/ 1765682 w 3824422"/>
                  <a:gd name="connsiteY11" fmla="*/ 1361901 h 1462861"/>
                  <a:gd name="connsiteX12" fmla="*/ 1812248 w 3824422"/>
                  <a:gd name="connsiteY12" fmla="*/ 1383067 h 1462861"/>
                  <a:gd name="connsiteX13" fmla="*/ 2176314 w 3824422"/>
                  <a:gd name="connsiteY13" fmla="*/ 1391534 h 1462861"/>
                  <a:gd name="connsiteX14" fmla="*/ 2222881 w 3824422"/>
                  <a:gd name="connsiteY14" fmla="*/ 1332267 h 1462861"/>
                  <a:gd name="connsiteX15" fmla="*/ 2235581 w 3824422"/>
                  <a:gd name="connsiteY15" fmla="*/ 1171402 h 1462861"/>
                  <a:gd name="connsiteX16" fmla="*/ 2294847 w 3824422"/>
                  <a:gd name="connsiteY16" fmla="*/ 1158701 h 1462861"/>
                  <a:gd name="connsiteX17" fmla="*/ 2311780 w 3824422"/>
                  <a:gd name="connsiteY17" fmla="*/ 1344968 h 1462861"/>
                  <a:gd name="connsiteX18" fmla="*/ 2362581 w 3824422"/>
                  <a:gd name="connsiteY18" fmla="*/ 1404235 h 1462861"/>
                  <a:gd name="connsiteX19" fmla="*/ 2565780 w 3824422"/>
                  <a:gd name="connsiteY19" fmla="*/ 1328032 h 1462861"/>
                  <a:gd name="connsiteX20" fmla="*/ 3082247 w 3824422"/>
                  <a:gd name="connsiteY20" fmla="*/ 896234 h 1462861"/>
                  <a:gd name="connsiteX21" fmla="*/ 3374347 w 3824422"/>
                  <a:gd name="connsiteY21" fmla="*/ 527934 h 1462861"/>
                  <a:gd name="connsiteX22" fmla="*/ 3641047 w 3824422"/>
                  <a:gd name="connsiteY22" fmla="*/ 269701 h 1462861"/>
                  <a:gd name="connsiteX23" fmla="*/ 3768048 w 3824422"/>
                  <a:gd name="connsiteY23" fmla="*/ 19934 h 1462861"/>
                  <a:gd name="connsiteX24" fmla="*/ 3823080 w 3824422"/>
                  <a:gd name="connsiteY24" fmla="*/ 45335 h 1462861"/>
                  <a:gd name="connsiteX25" fmla="*/ 3717246 w 3824422"/>
                  <a:gd name="connsiteY25" fmla="*/ 282400 h 1462861"/>
                  <a:gd name="connsiteX26" fmla="*/ 3552147 w 3824422"/>
                  <a:gd name="connsiteY26" fmla="*/ 447501 h 1462861"/>
                  <a:gd name="connsiteX27" fmla="*/ 3323547 w 3824422"/>
                  <a:gd name="connsiteY27" fmla="*/ 688801 h 1462861"/>
                  <a:gd name="connsiteX28" fmla="*/ 3090714 w 3824422"/>
                  <a:gd name="connsiteY28" fmla="*/ 997834 h 1462861"/>
                  <a:gd name="connsiteX29" fmla="*/ 2548845 w 3824422"/>
                  <a:gd name="connsiteY29" fmla="*/ 1412699 h 1462861"/>
                  <a:gd name="connsiteX30" fmla="*/ 2104346 w 3824422"/>
                  <a:gd name="connsiteY30" fmla="*/ 1459267 h 1462861"/>
                  <a:gd name="connsiteX31" fmla="*/ 1719114 w 3824422"/>
                  <a:gd name="connsiteY31" fmla="*/ 1446568 h 1462861"/>
                  <a:gd name="connsiteX32" fmla="*/ 1562479 w 3824422"/>
                  <a:gd name="connsiteY32" fmla="*/ 1374601 h 1462861"/>
                  <a:gd name="connsiteX33" fmla="*/ 1388914 w 3824422"/>
                  <a:gd name="connsiteY33" fmla="*/ 1222201 h 1462861"/>
                  <a:gd name="connsiteX34" fmla="*/ 1243286 w 3824422"/>
                  <a:gd name="connsiteY34" fmla="*/ 1097741 h 1462861"/>
                  <a:gd name="connsiteX35" fmla="*/ 1019767 w 3824422"/>
                  <a:gd name="connsiteY35" fmla="*/ 990213 h 1462861"/>
                  <a:gd name="connsiteX36" fmla="*/ 758147 w 3824422"/>
                  <a:gd name="connsiteY36" fmla="*/ 820035 h 1462861"/>
                  <a:gd name="connsiteX37" fmla="*/ 449113 w 3824422"/>
                  <a:gd name="connsiteY37" fmla="*/ 447501 h 1462861"/>
                  <a:gd name="connsiteX38" fmla="*/ 101980 w 3824422"/>
                  <a:gd name="connsiteY38" fmla="*/ 155402 h 1462861"/>
                  <a:gd name="connsiteX39" fmla="*/ 13081 w 3824422"/>
                  <a:gd name="connsiteY39" fmla="*/ 105448 h 1462861"/>
                  <a:gd name="connsiteX40" fmla="*/ 21548 w 3824422"/>
                  <a:gd name="connsiteY40" fmla="*/ 15701 h 1462861"/>
                  <a:gd name="connsiteX0" fmla="*/ 21548 w 3824422"/>
                  <a:gd name="connsiteY0" fmla="*/ 15701 h 1462861"/>
                  <a:gd name="connsiteX1" fmla="*/ 209505 w 3824422"/>
                  <a:gd name="connsiteY1" fmla="*/ 135927 h 1462861"/>
                  <a:gd name="connsiteX2" fmla="*/ 455887 w 3824422"/>
                  <a:gd name="connsiteY2" fmla="*/ 341668 h 1462861"/>
                  <a:gd name="connsiteX3" fmla="*/ 565954 w 3824422"/>
                  <a:gd name="connsiteY3" fmla="*/ 472901 h 1462861"/>
                  <a:gd name="connsiteX4" fmla="*/ 813180 w 3824422"/>
                  <a:gd name="connsiteY4" fmla="*/ 761615 h 1462861"/>
                  <a:gd name="connsiteX5" fmla="*/ 1003681 w 3824422"/>
                  <a:gd name="connsiteY5" fmla="*/ 896236 h 1462861"/>
                  <a:gd name="connsiteX6" fmla="*/ 1294084 w 3824422"/>
                  <a:gd name="connsiteY6" fmla="*/ 1054562 h 1462861"/>
                  <a:gd name="connsiteX7" fmla="*/ 1613279 w 3824422"/>
                  <a:gd name="connsiteY7" fmla="*/ 1344968 h 1462861"/>
                  <a:gd name="connsiteX8" fmla="*/ 1676780 w 3824422"/>
                  <a:gd name="connsiteY8" fmla="*/ 1340734 h 1462861"/>
                  <a:gd name="connsiteX9" fmla="*/ 1668314 w 3824422"/>
                  <a:gd name="connsiteY9" fmla="*/ 1150234 h 1462861"/>
                  <a:gd name="connsiteX10" fmla="*/ 1748747 w 3824422"/>
                  <a:gd name="connsiteY10" fmla="*/ 1137534 h 1462861"/>
                  <a:gd name="connsiteX11" fmla="*/ 1765682 w 3824422"/>
                  <a:gd name="connsiteY11" fmla="*/ 1361901 h 1462861"/>
                  <a:gd name="connsiteX12" fmla="*/ 1812248 w 3824422"/>
                  <a:gd name="connsiteY12" fmla="*/ 1383067 h 1462861"/>
                  <a:gd name="connsiteX13" fmla="*/ 2176314 w 3824422"/>
                  <a:gd name="connsiteY13" fmla="*/ 1391534 h 1462861"/>
                  <a:gd name="connsiteX14" fmla="*/ 2222881 w 3824422"/>
                  <a:gd name="connsiteY14" fmla="*/ 1332267 h 1462861"/>
                  <a:gd name="connsiteX15" fmla="*/ 2235581 w 3824422"/>
                  <a:gd name="connsiteY15" fmla="*/ 1171402 h 1462861"/>
                  <a:gd name="connsiteX16" fmla="*/ 2294847 w 3824422"/>
                  <a:gd name="connsiteY16" fmla="*/ 1158701 h 1462861"/>
                  <a:gd name="connsiteX17" fmla="*/ 2311780 w 3824422"/>
                  <a:gd name="connsiteY17" fmla="*/ 1344968 h 1462861"/>
                  <a:gd name="connsiteX18" fmla="*/ 2362581 w 3824422"/>
                  <a:gd name="connsiteY18" fmla="*/ 1404235 h 1462861"/>
                  <a:gd name="connsiteX19" fmla="*/ 2565780 w 3824422"/>
                  <a:gd name="connsiteY19" fmla="*/ 1328032 h 1462861"/>
                  <a:gd name="connsiteX20" fmla="*/ 3082247 w 3824422"/>
                  <a:gd name="connsiteY20" fmla="*/ 896234 h 1462861"/>
                  <a:gd name="connsiteX21" fmla="*/ 3374347 w 3824422"/>
                  <a:gd name="connsiteY21" fmla="*/ 527934 h 1462861"/>
                  <a:gd name="connsiteX22" fmla="*/ 3641047 w 3824422"/>
                  <a:gd name="connsiteY22" fmla="*/ 269701 h 1462861"/>
                  <a:gd name="connsiteX23" fmla="*/ 3768048 w 3824422"/>
                  <a:gd name="connsiteY23" fmla="*/ 19934 h 1462861"/>
                  <a:gd name="connsiteX24" fmla="*/ 3823080 w 3824422"/>
                  <a:gd name="connsiteY24" fmla="*/ 45335 h 1462861"/>
                  <a:gd name="connsiteX25" fmla="*/ 3717246 w 3824422"/>
                  <a:gd name="connsiteY25" fmla="*/ 282400 h 1462861"/>
                  <a:gd name="connsiteX26" fmla="*/ 3552147 w 3824422"/>
                  <a:gd name="connsiteY26" fmla="*/ 447501 h 1462861"/>
                  <a:gd name="connsiteX27" fmla="*/ 3323547 w 3824422"/>
                  <a:gd name="connsiteY27" fmla="*/ 688801 h 1462861"/>
                  <a:gd name="connsiteX28" fmla="*/ 3090714 w 3824422"/>
                  <a:gd name="connsiteY28" fmla="*/ 997834 h 1462861"/>
                  <a:gd name="connsiteX29" fmla="*/ 2548845 w 3824422"/>
                  <a:gd name="connsiteY29" fmla="*/ 1412699 h 1462861"/>
                  <a:gd name="connsiteX30" fmla="*/ 2104346 w 3824422"/>
                  <a:gd name="connsiteY30" fmla="*/ 1459267 h 1462861"/>
                  <a:gd name="connsiteX31" fmla="*/ 1719114 w 3824422"/>
                  <a:gd name="connsiteY31" fmla="*/ 1446568 h 1462861"/>
                  <a:gd name="connsiteX32" fmla="*/ 1562479 w 3824422"/>
                  <a:gd name="connsiteY32" fmla="*/ 1374601 h 1462861"/>
                  <a:gd name="connsiteX33" fmla="*/ 1378754 w 3824422"/>
                  <a:gd name="connsiteY33" fmla="*/ 1232361 h 1462861"/>
                  <a:gd name="connsiteX34" fmla="*/ 1243286 w 3824422"/>
                  <a:gd name="connsiteY34" fmla="*/ 1097741 h 1462861"/>
                  <a:gd name="connsiteX35" fmla="*/ 1019767 w 3824422"/>
                  <a:gd name="connsiteY35" fmla="*/ 990213 h 1462861"/>
                  <a:gd name="connsiteX36" fmla="*/ 758147 w 3824422"/>
                  <a:gd name="connsiteY36" fmla="*/ 820035 h 1462861"/>
                  <a:gd name="connsiteX37" fmla="*/ 449113 w 3824422"/>
                  <a:gd name="connsiteY37" fmla="*/ 447501 h 1462861"/>
                  <a:gd name="connsiteX38" fmla="*/ 101980 w 3824422"/>
                  <a:gd name="connsiteY38" fmla="*/ 155402 h 1462861"/>
                  <a:gd name="connsiteX39" fmla="*/ 13081 w 3824422"/>
                  <a:gd name="connsiteY39" fmla="*/ 105448 h 1462861"/>
                  <a:gd name="connsiteX40" fmla="*/ 21548 w 3824422"/>
                  <a:gd name="connsiteY40" fmla="*/ 15701 h 1462861"/>
                  <a:gd name="connsiteX0" fmla="*/ 21548 w 3824422"/>
                  <a:gd name="connsiteY0" fmla="*/ 15701 h 1462861"/>
                  <a:gd name="connsiteX1" fmla="*/ 209505 w 3824422"/>
                  <a:gd name="connsiteY1" fmla="*/ 135927 h 1462861"/>
                  <a:gd name="connsiteX2" fmla="*/ 455887 w 3824422"/>
                  <a:gd name="connsiteY2" fmla="*/ 341668 h 1462861"/>
                  <a:gd name="connsiteX3" fmla="*/ 565954 w 3824422"/>
                  <a:gd name="connsiteY3" fmla="*/ 472901 h 1462861"/>
                  <a:gd name="connsiteX4" fmla="*/ 813180 w 3824422"/>
                  <a:gd name="connsiteY4" fmla="*/ 761615 h 1462861"/>
                  <a:gd name="connsiteX5" fmla="*/ 1003681 w 3824422"/>
                  <a:gd name="connsiteY5" fmla="*/ 896236 h 1462861"/>
                  <a:gd name="connsiteX6" fmla="*/ 1294084 w 3824422"/>
                  <a:gd name="connsiteY6" fmla="*/ 1054562 h 1462861"/>
                  <a:gd name="connsiteX7" fmla="*/ 1613279 w 3824422"/>
                  <a:gd name="connsiteY7" fmla="*/ 1344968 h 1462861"/>
                  <a:gd name="connsiteX8" fmla="*/ 1676780 w 3824422"/>
                  <a:gd name="connsiteY8" fmla="*/ 1340734 h 1462861"/>
                  <a:gd name="connsiteX9" fmla="*/ 1668314 w 3824422"/>
                  <a:gd name="connsiteY9" fmla="*/ 1150234 h 1462861"/>
                  <a:gd name="connsiteX10" fmla="*/ 1748747 w 3824422"/>
                  <a:gd name="connsiteY10" fmla="*/ 1137534 h 1462861"/>
                  <a:gd name="connsiteX11" fmla="*/ 1765682 w 3824422"/>
                  <a:gd name="connsiteY11" fmla="*/ 1361901 h 1462861"/>
                  <a:gd name="connsiteX12" fmla="*/ 1812248 w 3824422"/>
                  <a:gd name="connsiteY12" fmla="*/ 1383067 h 1462861"/>
                  <a:gd name="connsiteX13" fmla="*/ 2176314 w 3824422"/>
                  <a:gd name="connsiteY13" fmla="*/ 1391534 h 1462861"/>
                  <a:gd name="connsiteX14" fmla="*/ 2222881 w 3824422"/>
                  <a:gd name="connsiteY14" fmla="*/ 1332267 h 1462861"/>
                  <a:gd name="connsiteX15" fmla="*/ 2235581 w 3824422"/>
                  <a:gd name="connsiteY15" fmla="*/ 1171402 h 1462861"/>
                  <a:gd name="connsiteX16" fmla="*/ 2294847 w 3824422"/>
                  <a:gd name="connsiteY16" fmla="*/ 1158701 h 1462861"/>
                  <a:gd name="connsiteX17" fmla="*/ 2311780 w 3824422"/>
                  <a:gd name="connsiteY17" fmla="*/ 1344968 h 1462861"/>
                  <a:gd name="connsiteX18" fmla="*/ 2362581 w 3824422"/>
                  <a:gd name="connsiteY18" fmla="*/ 1404235 h 1462861"/>
                  <a:gd name="connsiteX19" fmla="*/ 2565780 w 3824422"/>
                  <a:gd name="connsiteY19" fmla="*/ 1328032 h 1462861"/>
                  <a:gd name="connsiteX20" fmla="*/ 3082247 w 3824422"/>
                  <a:gd name="connsiteY20" fmla="*/ 896234 h 1462861"/>
                  <a:gd name="connsiteX21" fmla="*/ 3374347 w 3824422"/>
                  <a:gd name="connsiteY21" fmla="*/ 527934 h 1462861"/>
                  <a:gd name="connsiteX22" fmla="*/ 3641047 w 3824422"/>
                  <a:gd name="connsiteY22" fmla="*/ 269701 h 1462861"/>
                  <a:gd name="connsiteX23" fmla="*/ 3768048 w 3824422"/>
                  <a:gd name="connsiteY23" fmla="*/ 19934 h 1462861"/>
                  <a:gd name="connsiteX24" fmla="*/ 3823080 w 3824422"/>
                  <a:gd name="connsiteY24" fmla="*/ 45335 h 1462861"/>
                  <a:gd name="connsiteX25" fmla="*/ 3717246 w 3824422"/>
                  <a:gd name="connsiteY25" fmla="*/ 282400 h 1462861"/>
                  <a:gd name="connsiteX26" fmla="*/ 3552147 w 3824422"/>
                  <a:gd name="connsiteY26" fmla="*/ 447501 h 1462861"/>
                  <a:gd name="connsiteX27" fmla="*/ 3323547 w 3824422"/>
                  <a:gd name="connsiteY27" fmla="*/ 688801 h 1462861"/>
                  <a:gd name="connsiteX28" fmla="*/ 3090714 w 3824422"/>
                  <a:gd name="connsiteY28" fmla="*/ 997834 h 1462861"/>
                  <a:gd name="connsiteX29" fmla="*/ 2548845 w 3824422"/>
                  <a:gd name="connsiteY29" fmla="*/ 1412699 h 1462861"/>
                  <a:gd name="connsiteX30" fmla="*/ 2104346 w 3824422"/>
                  <a:gd name="connsiteY30" fmla="*/ 1459267 h 1462861"/>
                  <a:gd name="connsiteX31" fmla="*/ 1719114 w 3824422"/>
                  <a:gd name="connsiteY31" fmla="*/ 1446568 h 1462861"/>
                  <a:gd name="connsiteX32" fmla="*/ 1562479 w 3824422"/>
                  <a:gd name="connsiteY32" fmla="*/ 1389841 h 1462861"/>
                  <a:gd name="connsiteX33" fmla="*/ 1378754 w 3824422"/>
                  <a:gd name="connsiteY33" fmla="*/ 1232361 h 1462861"/>
                  <a:gd name="connsiteX34" fmla="*/ 1243286 w 3824422"/>
                  <a:gd name="connsiteY34" fmla="*/ 1097741 h 1462861"/>
                  <a:gd name="connsiteX35" fmla="*/ 1019767 w 3824422"/>
                  <a:gd name="connsiteY35" fmla="*/ 990213 h 1462861"/>
                  <a:gd name="connsiteX36" fmla="*/ 758147 w 3824422"/>
                  <a:gd name="connsiteY36" fmla="*/ 820035 h 1462861"/>
                  <a:gd name="connsiteX37" fmla="*/ 449113 w 3824422"/>
                  <a:gd name="connsiteY37" fmla="*/ 447501 h 1462861"/>
                  <a:gd name="connsiteX38" fmla="*/ 101980 w 3824422"/>
                  <a:gd name="connsiteY38" fmla="*/ 155402 h 1462861"/>
                  <a:gd name="connsiteX39" fmla="*/ 13081 w 3824422"/>
                  <a:gd name="connsiteY39" fmla="*/ 105448 h 1462861"/>
                  <a:gd name="connsiteX40" fmla="*/ 21548 w 3824422"/>
                  <a:gd name="connsiteY40" fmla="*/ 15701 h 1462861"/>
                  <a:gd name="connsiteX0" fmla="*/ 21548 w 3824422"/>
                  <a:gd name="connsiteY0" fmla="*/ 15701 h 1462861"/>
                  <a:gd name="connsiteX1" fmla="*/ 209505 w 3824422"/>
                  <a:gd name="connsiteY1" fmla="*/ 135927 h 1462861"/>
                  <a:gd name="connsiteX2" fmla="*/ 455887 w 3824422"/>
                  <a:gd name="connsiteY2" fmla="*/ 341668 h 1462861"/>
                  <a:gd name="connsiteX3" fmla="*/ 565954 w 3824422"/>
                  <a:gd name="connsiteY3" fmla="*/ 472901 h 1462861"/>
                  <a:gd name="connsiteX4" fmla="*/ 813180 w 3824422"/>
                  <a:gd name="connsiteY4" fmla="*/ 761615 h 1462861"/>
                  <a:gd name="connsiteX5" fmla="*/ 1003681 w 3824422"/>
                  <a:gd name="connsiteY5" fmla="*/ 896236 h 1462861"/>
                  <a:gd name="connsiteX6" fmla="*/ 1294084 w 3824422"/>
                  <a:gd name="connsiteY6" fmla="*/ 1054562 h 1462861"/>
                  <a:gd name="connsiteX7" fmla="*/ 1613279 w 3824422"/>
                  <a:gd name="connsiteY7" fmla="*/ 1344968 h 1462861"/>
                  <a:gd name="connsiteX8" fmla="*/ 1676780 w 3824422"/>
                  <a:gd name="connsiteY8" fmla="*/ 1340734 h 1462861"/>
                  <a:gd name="connsiteX9" fmla="*/ 1668314 w 3824422"/>
                  <a:gd name="connsiteY9" fmla="*/ 1150234 h 1462861"/>
                  <a:gd name="connsiteX10" fmla="*/ 1748747 w 3824422"/>
                  <a:gd name="connsiteY10" fmla="*/ 1137534 h 1462861"/>
                  <a:gd name="connsiteX11" fmla="*/ 1765682 w 3824422"/>
                  <a:gd name="connsiteY11" fmla="*/ 1361901 h 1462861"/>
                  <a:gd name="connsiteX12" fmla="*/ 1812248 w 3824422"/>
                  <a:gd name="connsiteY12" fmla="*/ 1383067 h 1462861"/>
                  <a:gd name="connsiteX13" fmla="*/ 2176314 w 3824422"/>
                  <a:gd name="connsiteY13" fmla="*/ 1391534 h 1462861"/>
                  <a:gd name="connsiteX14" fmla="*/ 2222881 w 3824422"/>
                  <a:gd name="connsiteY14" fmla="*/ 1332267 h 1462861"/>
                  <a:gd name="connsiteX15" fmla="*/ 2235581 w 3824422"/>
                  <a:gd name="connsiteY15" fmla="*/ 1171402 h 1462861"/>
                  <a:gd name="connsiteX16" fmla="*/ 2294847 w 3824422"/>
                  <a:gd name="connsiteY16" fmla="*/ 1158701 h 1462861"/>
                  <a:gd name="connsiteX17" fmla="*/ 2311780 w 3824422"/>
                  <a:gd name="connsiteY17" fmla="*/ 1344968 h 1462861"/>
                  <a:gd name="connsiteX18" fmla="*/ 2362581 w 3824422"/>
                  <a:gd name="connsiteY18" fmla="*/ 1404235 h 1462861"/>
                  <a:gd name="connsiteX19" fmla="*/ 2565780 w 3824422"/>
                  <a:gd name="connsiteY19" fmla="*/ 1328032 h 1462861"/>
                  <a:gd name="connsiteX20" fmla="*/ 3082247 w 3824422"/>
                  <a:gd name="connsiteY20" fmla="*/ 896234 h 1462861"/>
                  <a:gd name="connsiteX21" fmla="*/ 3374347 w 3824422"/>
                  <a:gd name="connsiteY21" fmla="*/ 527934 h 1462861"/>
                  <a:gd name="connsiteX22" fmla="*/ 3641047 w 3824422"/>
                  <a:gd name="connsiteY22" fmla="*/ 269701 h 1462861"/>
                  <a:gd name="connsiteX23" fmla="*/ 3768048 w 3824422"/>
                  <a:gd name="connsiteY23" fmla="*/ 19934 h 1462861"/>
                  <a:gd name="connsiteX24" fmla="*/ 3823080 w 3824422"/>
                  <a:gd name="connsiteY24" fmla="*/ 45335 h 1462861"/>
                  <a:gd name="connsiteX25" fmla="*/ 3717246 w 3824422"/>
                  <a:gd name="connsiteY25" fmla="*/ 282400 h 1462861"/>
                  <a:gd name="connsiteX26" fmla="*/ 3552147 w 3824422"/>
                  <a:gd name="connsiteY26" fmla="*/ 447501 h 1462861"/>
                  <a:gd name="connsiteX27" fmla="*/ 3323547 w 3824422"/>
                  <a:gd name="connsiteY27" fmla="*/ 688801 h 1462861"/>
                  <a:gd name="connsiteX28" fmla="*/ 3090714 w 3824422"/>
                  <a:gd name="connsiteY28" fmla="*/ 997834 h 1462861"/>
                  <a:gd name="connsiteX29" fmla="*/ 2548845 w 3824422"/>
                  <a:gd name="connsiteY29" fmla="*/ 1412699 h 1462861"/>
                  <a:gd name="connsiteX30" fmla="*/ 2104346 w 3824422"/>
                  <a:gd name="connsiteY30" fmla="*/ 1459267 h 1462861"/>
                  <a:gd name="connsiteX31" fmla="*/ 1719114 w 3824422"/>
                  <a:gd name="connsiteY31" fmla="*/ 1446568 h 1462861"/>
                  <a:gd name="connsiteX32" fmla="*/ 1562479 w 3824422"/>
                  <a:gd name="connsiteY32" fmla="*/ 1389841 h 1462861"/>
                  <a:gd name="connsiteX33" fmla="*/ 1378754 w 3824422"/>
                  <a:gd name="connsiteY33" fmla="*/ 1232361 h 1462861"/>
                  <a:gd name="connsiteX34" fmla="*/ 1243286 w 3824422"/>
                  <a:gd name="connsiteY34" fmla="*/ 1097741 h 1462861"/>
                  <a:gd name="connsiteX35" fmla="*/ 1019767 w 3824422"/>
                  <a:gd name="connsiteY35" fmla="*/ 990213 h 1462861"/>
                  <a:gd name="connsiteX36" fmla="*/ 758147 w 3824422"/>
                  <a:gd name="connsiteY36" fmla="*/ 820035 h 1462861"/>
                  <a:gd name="connsiteX37" fmla="*/ 449113 w 3824422"/>
                  <a:gd name="connsiteY37" fmla="*/ 447501 h 1462861"/>
                  <a:gd name="connsiteX38" fmla="*/ 101980 w 3824422"/>
                  <a:gd name="connsiteY38" fmla="*/ 155402 h 1462861"/>
                  <a:gd name="connsiteX39" fmla="*/ 13081 w 3824422"/>
                  <a:gd name="connsiteY39" fmla="*/ 105448 h 1462861"/>
                  <a:gd name="connsiteX40" fmla="*/ 21548 w 3824422"/>
                  <a:gd name="connsiteY40" fmla="*/ 15701 h 1462861"/>
                  <a:gd name="connsiteX0" fmla="*/ 21548 w 3824422"/>
                  <a:gd name="connsiteY0" fmla="*/ 15701 h 1465091"/>
                  <a:gd name="connsiteX1" fmla="*/ 209505 w 3824422"/>
                  <a:gd name="connsiteY1" fmla="*/ 135927 h 1465091"/>
                  <a:gd name="connsiteX2" fmla="*/ 455887 w 3824422"/>
                  <a:gd name="connsiteY2" fmla="*/ 341668 h 1465091"/>
                  <a:gd name="connsiteX3" fmla="*/ 565954 w 3824422"/>
                  <a:gd name="connsiteY3" fmla="*/ 472901 h 1465091"/>
                  <a:gd name="connsiteX4" fmla="*/ 813180 w 3824422"/>
                  <a:gd name="connsiteY4" fmla="*/ 761615 h 1465091"/>
                  <a:gd name="connsiteX5" fmla="*/ 1003681 w 3824422"/>
                  <a:gd name="connsiteY5" fmla="*/ 896236 h 1465091"/>
                  <a:gd name="connsiteX6" fmla="*/ 1294084 w 3824422"/>
                  <a:gd name="connsiteY6" fmla="*/ 1054562 h 1465091"/>
                  <a:gd name="connsiteX7" fmla="*/ 1613279 w 3824422"/>
                  <a:gd name="connsiteY7" fmla="*/ 1344968 h 1465091"/>
                  <a:gd name="connsiteX8" fmla="*/ 1676780 w 3824422"/>
                  <a:gd name="connsiteY8" fmla="*/ 1340734 h 1465091"/>
                  <a:gd name="connsiteX9" fmla="*/ 1668314 w 3824422"/>
                  <a:gd name="connsiteY9" fmla="*/ 1150234 h 1465091"/>
                  <a:gd name="connsiteX10" fmla="*/ 1748747 w 3824422"/>
                  <a:gd name="connsiteY10" fmla="*/ 1137534 h 1465091"/>
                  <a:gd name="connsiteX11" fmla="*/ 1765682 w 3824422"/>
                  <a:gd name="connsiteY11" fmla="*/ 1361901 h 1465091"/>
                  <a:gd name="connsiteX12" fmla="*/ 1812248 w 3824422"/>
                  <a:gd name="connsiteY12" fmla="*/ 1383067 h 1465091"/>
                  <a:gd name="connsiteX13" fmla="*/ 2176314 w 3824422"/>
                  <a:gd name="connsiteY13" fmla="*/ 1391534 h 1465091"/>
                  <a:gd name="connsiteX14" fmla="*/ 2222881 w 3824422"/>
                  <a:gd name="connsiteY14" fmla="*/ 1332267 h 1465091"/>
                  <a:gd name="connsiteX15" fmla="*/ 2235581 w 3824422"/>
                  <a:gd name="connsiteY15" fmla="*/ 1171402 h 1465091"/>
                  <a:gd name="connsiteX16" fmla="*/ 2294847 w 3824422"/>
                  <a:gd name="connsiteY16" fmla="*/ 1158701 h 1465091"/>
                  <a:gd name="connsiteX17" fmla="*/ 2311780 w 3824422"/>
                  <a:gd name="connsiteY17" fmla="*/ 1344968 h 1465091"/>
                  <a:gd name="connsiteX18" fmla="*/ 2362581 w 3824422"/>
                  <a:gd name="connsiteY18" fmla="*/ 1404235 h 1465091"/>
                  <a:gd name="connsiteX19" fmla="*/ 2565780 w 3824422"/>
                  <a:gd name="connsiteY19" fmla="*/ 1328032 h 1465091"/>
                  <a:gd name="connsiteX20" fmla="*/ 3082247 w 3824422"/>
                  <a:gd name="connsiteY20" fmla="*/ 896234 h 1465091"/>
                  <a:gd name="connsiteX21" fmla="*/ 3374347 w 3824422"/>
                  <a:gd name="connsiteY21" fmla="*/ 527934 h 1465091"/>
                  <a:gd name="connsiteX22" fmla="*/ 3641047 w 3824422"/>
                  <a:gd name="connsiteY22" fmla="*/ 269701 h 1465091"/>
                  <a:gd name="connsiteX23" fmla="*/ 3768048 w 3824422"/>
                  <a:gd name="connsiteY23" fmla="*/ 19934 h 1465091"/>
                  <a:gd name="connsiteX24" fmla="*/ 3823080 w 3824422"/>
                  <a:gd name="connsiteY24" fmla="*/ 45335 h 1465091"/>
                  <a:gd name="connsiteX25" fmla="*/ 3717246 w 3824422"/>
                  <a:gd name="connsiteY25" fmla="*/ 282400 h 1465091"/>
                  <a:gd name="connsiteX26" fmla="*/ 3552147 w 3824422"/>
                  <a:gd name="connsiteY26" fmla="*/ 447501 h 1465091"/>
                  <a:gd name="connsiteX27" fmla="*/ 3323547 w 3824422"/>
                  <a:gd name="connsiteY27" fmla="*/ 688801 h 1465091"/>
                  <a:gd name="connsiteX28" fmla="*/ 3090714 w 3824422"/>
                  <a:gd name="connsiteY28" fmla="*/ 997834 h 1465091"/>
                  <a:gd name="connsiteX29" fmla="*/ 2548845 w 3824422"/>
                  <a:gd name="connsiteY29" fmla="*/ 1412699 h 1465091"/>
                  <a:gd name="connsiteX30" fmla="*/ 2104346 w 3824422"/>
                  <a:gd name="connsiteY30" fmla="*/ 1459267 h 1465091"/>
                  <a:gd name="connsiteX31" fmla="*/ 1714034 w 3824422"/>
                  <a:gd name="connsiteY31" fmla="*/ 1456728 h 1465091"/>
                  <a:gd name="connsiteX32" fmla="*/ 1562479 w 3824422"/>
                  <a:gd name="connsiteY32" fmla="*/ 1389841 h 1465091"/>
                  <a:gd name="connsiteX33" fmla="*/ 1378754 w 3824422"/>
                  <a:gd name="connsiteY33" fmla="*/ 1232361 h 1465091"/>
                  <a:gd name="connsiteX34" fmla="*/ 1243286 w 3824422"/>
                  <a:gd name="connsiteY34" fmla="*/ 1097741 h 1465091"/>
                  <a:gd name="connsiteX35" fmla="*/ 1019767 w 3824422"/>
                  <a:gd name="connsiteY35" fmla="*/ 990213 h 1465091"/>
                  <a:gd name="connsiteX36" fmla="*/ 758147 w 3824422"/>
                  <a:gd name="connsiteY36" fmla="*/ 820035 h 1465091"/>
                  <a:gd name="connsiteX37" fmla="*/ 449113 w 3824422"/>
                  <a:gd name="connsiteY37" fmla="*/ 447501 h 1465091"/>
                  <a:gd name="connsiteX38" fmla="*/ 101980 w 3824422"/>
                  <a:gd name="connsiteY38" fmla="*/ 155402 h 1465091"/>
                  <a:gd name="connsiteX39" fmla="*/ 13081 w 3824422"/>
                  <a:gd name="connsiteY39" fmla="*/ 105448 h 1465091"/>
                  <a:gd name="connsiteX40" fmla="*/ 21548 w 3824422"/>
                  <a:gd name="connsiteY40" fmla="*/ 15701 h 1465091"/>
                  <a:gd name="connsiteX0" fmla="*/ 21548 w 3824422"/>
                  <a:gd name="connsiteY0" fmla="*/ 15701 h 1476848"/>
                  <a:gd name="connsiteX1" fmla="*/ 209505 w 3824422"/>
                  <a:gd name="connsiteY1" fmla="*/ 135927 h 1476848"/>
                  <a:gd name="connsiteX2" fmla="*/ 455887 w 3824422"/>
                  <a:gd name="connsiteY2" fmla="*/ 341668 h 1476848"/>
                  <a:gd name="connsiteX3" fmla="*/ 565954 w 3824422"/>
                  <a:gd name="connsiteY3" fmla="*/ 472901 h 1476848"/>
                  <a:gd name="connsiteX4" fmla="*/ 813180 w 3824422"/>
                  <a:gd name="connsiteY4" fmla="*/ 761615 h 1476848"/>
                  <a:gd name="connsiteX5" fmla="*/ 1003681 w 3824422"/>
                  <a:gd name="connsiteY5" fmla="*/ 896236 h 1476848"/>
                  <a:gd name="connsiteX6" fmla="*/ 1294084 w 3824422"/>
                  <a:gd name="connsiteY6" fmla="*/ 1054562 h 1476848"/>
                  <a:gd name="connsiteX7" fmla="*/ 1613279 w 3824422"/>
                  <a:gd name="connsiteY7" fmla="*/ 1344968 h 1476848"/>
                  <a:gd name="connsiteX8" fmla="*/ 1676780 w 3824422"/>
                  <a:gd name="connsiteY8" fmla="*/ 1340734 h 1476848"/>
                  <a:gd name="connsiteX9" fmla="*/ 1668314 w 3824422"/>
                  <a:gd name="connsiteY9" fmla="*/ 1150234 h 1476848"/>
                  <a:gd name="connsiteX10" fmla="*/ 1748747 w 3824422"/>
                  <a:gd name="connsiteY10" fmla="*/ 1137534 h 1476848"/>
                  <a:gd name="connsiteX11" fmla="*/ 1765682 w 3824422"/>
                  <a:gd name="connsiteY11" fmla="*/ 1361901 h 1476848"/>
                  <a:gd name="connsiteX12" fmla="*/ 1812248 w 3824422"/>
                  <a:gd name="connsiteY12" fmla="*/ 1383067 h 1476848"/>
                  <a:gd name="connsiteX13" fmla="*/ 2176314 w 3824422"/>
                  <a:gd name="connsiteY13" fmla="*/ 1391534 h 1476848"/>
                  <a:gd name="connsiteX14" fmla="*/ 2222881 w 3824422"/>
                  <a:gd name="connsiteY14" fmla="*/ 1332267 h 1476848"/>
                  <a:gd name="connsiteX15" fmla="*/ 2235581 w 3824422"/>
                  <a:gd name="connsiteY15" fmla="*/ 1171402 h 1476848"/>
                  <a:gd name="connsiteX16" fmla="*/ 2294847 w 3824422"/>
                  <a:gd name="connsiteY16" fmla="*/ 1158701 h 1476848"/>
                  <a:gd name="connsiteX17" fmla="*/ 2311780 w 3824422"/>
                  <a:gd name="connsiteY17" fmla="*/ 1344968 h 1476848"/>
                  <a:gd name="connsiteX18" fmla="*/ 2362581 w 3824422"/>
                  <a:gd name="connsiteY18" fmla="*/ 1404235 h 1476848"/>
                  <a:gd name="connsiteX19" fmla="*/ 2565780 w 3824422"/>
                  <a:gd name="connsiteY19" fmla="*/ 1328032 h 1476848"/>
                  <a:gd name="connsiteX20" fmla="*/ 3082247 w 3824422"/>
                  <a:gd name="connsiteY20" fmla="*/ 896234 h 1476848"/>
                  <a:gd name="connsiteX21" fmla="*/ 3374347 w 3824422"/>
                  <a:gd name="connsiteY21" fmla="*/ 527934 h 1476848"/>
                  <a:gd name="connsiteX22" fmla="*/ 3641047 w 3824422"/>
                  <a:gd name="connsiteY22" fmla="*/ 269701 h 1476848"/>
                  <a:gd name="connsiteX23" fmla="*/ 3768048 w 3824422"/>
                  <a:gd name="connsiteY23" fmla="*/ 19934 h 1476848"/>
                  <a:gd name="connsiteX24" fmla="*/ 3823080 w 3824422"/>
                  <a:gd name="connsiteY24" fmla="*/ 45335 h 1476848"/>
                  <a:gd name="connsiteX25" fmla="*/ 3717246 w 3824422"/>
                  <a:gd name="connsiteY25" fmla="*/ 282400 h 1476848"/>
                  <a:gd name="connsiteX26" fmla="*/ 3552147 w 3824422"/>
                  <a:gd name="connsiteY26" fmla="*/ 447501 h 1476848"/>
                  <a:gd name="connsiteX27" fmla="*/ 3323547 w 3824422"/>
                  <a:gd name="connsiteY27" fmla="*/ 688801 h 1476848"/>
                  <a:gd name="connsiteX28" fmla="*/ 3090714 w 3824422"/>
                  <a:gd name="connsiteY28" fmla="*/ 997834 h 1476848"/>
                  <a:gd name="connsiteX29" fmla="*/ 2548845 w 3824422"/>
                  <a:gd name="connsiteY29" fmla="*/ 1412699 h 1476848"/>
                  <a:gd name="connsiteX30" fmla="*/ 2114506 w 3824422"/>
                  <a:gd name="connsiteY30" fmla="*/ 1474507 h 1476848"/>
                  <a:gd name="connsiteX31" fmla="*/ 1714034 w 3824422"/>
                  <a:gd name="connsiteY31" fmla="*/ 1456728 h 1476848"/>
                  <a:gd name="connsiteX32" fmla="*/ 1562479 w 3824422"/>
                  <a:gd name="connsiteY32" fmla="*/ 1389841 h 1476848"/>
                  <a:gd name="connsiteX33" fmla="*/ 1378754 w 3824422"/>
                  <a:gd name="connsiteY33" fmla="*/ 1232361 h 1476848"/>
                  <a:gd name="connsiteX34" fmla="*/ 1243286 w 3824422"/>
                  <a:gd name="connsiteY34" fmla="*/ 1097741 h 1476848"/>
                  <a:gd name="connsiteX35" fmla="*/ 1019767 w 3824422"/>
                  <a:gd name="connsiteY35" fmla="*/ 990213 h 1476848"/>
                  <a:gd name="connsiteX36" fmla="*/ 758147 w 3824422"/>
                  <a:gd name="connsiteY36" fmla="*/ 820035 h 1476848"/>
                  <a:gd name="connsiteX37" fmla="*/ 449113 w 3824422"/>
                  <a:gd name="connsiteY37" fmla="*/ 447501 h 1476848"/>
                  <a:gd name="connsiteX38" fmla="*/ 101980 w 3824422"/>
                  <a:gd name="connsiteY38" fmla="*/ 155402 h 1476848"/>
                  <a:gd name="connsiteX39" fmla="*/ 13081 w 3824422"/>
                  <a:gd name="connsiteY39" fmla="*/ 105448 h 1476848"/>
                  <a:gd name="connsiteX40" fmla="*/ 21548 w 3824422"/>
                  <a:gd name="connsiteY40" fmla="*/ 15701 h 1476848"/>
                  <a:gd name="connsiteX0" fmla="*/ 21548 w 3824422"/>
                  <a:gd name="connsiteY0" fmla="*/ 15701 h 1485041"/>
                  <a:gd name="connsiteX1" fmla="*/ 209505 w 3824422"/>
                  <a:gd name="connsiteY1" fmla="*/ 135927 h 1485041"/>
                  <a:gd name="connsiteX2" fmla="*/ 455887 w 3824422"/>
                  <a:gd name="connsiteY2" fmla="*/ 341668 h 1485041"/>
                  <a:gd name="connsiteX3" fmla="*/ 565954 w 3824422"/>
                  <a:gd name="connsiteY3" fmla="*/ 472901 h 1485041"/>
                  <a:gd name="connsiteX4" fmla="*/ 813180 w 3824422"/>
                  <a:gd name="connsiteY4" fmla="*/ 761615 h 1485041"/>
                  <a:gd name="connsiteX5" fmla="*/ 1003681 w 3824422"/>
                  <a:gd name="connsiteY5" fmla="*/ 896236 h 1485041"/>
                  <a:gd name="connsiteX6" fmla="*/ 1294084 w 3824422"/>
                  <a:gd name="connsiteY6" fmla="*/ 1054562 h 1485041"/>
                  <a:gd name="connsiteX7" fmla="*/ 1613279 w 3824422"/>
                  <a:gd name="connsiteY7" fmla="*/ 1344968 h 1485041"/>
                  <a:gd name="connsiteX8" fmla="*/ 1676780 w 3824422"/>
                  <a:gd name="connsiteY8" fmla="*/ 1340734 h 1485041"/>
                  <a:gd name="connsiteX9" fmla="*/ 1668314 w 3824422"/>
                  <a:gd name="connsiteY9" fmla="*/ 1150234 h 1485041"/>
                  <a:gd name="connsiteX10" fmla="*/ 1748747 w 3824422"/>
                  <a:gd name="connsiteY10" fmla="*/ 1137534 h 1485041"/>
                  <a:gd name="connsiteX11" fmla="*/ 1765682 w 3824422"/>
                  <a:gd name="connsiteY11" fmla="*/ 1361901 h 1485041"/>
                  <a:gd name="connsiteX12" fmla="*/ 1812248 w 3824422"/>
                  <a:gd name="connsiteY12" fmla="*/ 1383067 h 1485041"/>
                  <a:gd name="connsiteX13" fmla="*/ 2176314 w 3824422"/>
                  <a:gd name="connsiteY13" fmla="*/ 1391534 h 1485041"/>
                  <a:gd name="connsiteX14" fmla="*/ 2222881 w 3824422"/>
                  <a:gd name="connsiteY14" fmla="*/ 1332267 h 1485041"/>
                  <a:gd name="connsiteX15" fmla="*/ 2235581 w 3824422"/>
                  <a:gd name="connsiteY15" fmla="*/ 1171402 h 1485041"/>
                  <a:gd name="connsiteX16" fmla="*/ 2294847 w 3824422"/>
                  <a:gd name="connsiteY16" fmla="*/ 1158701 h 1485041"/>
                  <a:gd name="connsiteX17" fmla="*/ 2311780 w 3824422"/>
                  <a:gd name="connsiteY17" fmla="*/ 1344968 h 1485041"/>
                  <a:gd name="connsiteX18" fmla="*/ 2362581 w 3824422"/>
                  <a:gd name="connsiteY18" fmla="*/ 1404235 h 1485041"/>
                  <a:gd name="connsiteX19" fmla="*/ 2565780 w 3824422"/>
                  <a:gd name="connsiteY19" fmla="*/ 1328032 h 1485041"/>
                  <a:gd name="connsiteX20" fmla="*/ 3082247 w 3824422"/>
                  <a:gd name="connsiteY20" fmla="*/ 896234 h 1485041"/>
                  <a:gd name="connsiteX21" fmla="*/ 3374347 w 3824422"/>
                  <a:gd name="connsiteY21" fmla="*/ 527934 h 1485041"/>
                  <a:gd name="connsiteX22" fmla="*/ 3641047 w 3824422"/>
                  <a:gd name="connsiteY22" fmla="*/ 269701 h 1485041"/>
                  <a:gd name="connsiteX23" fmla="*/ 3768048 w 3824422"/>
                  <a:gd name="connsiteY23" fmla="*/ 19934 h 1485041"/>
                  <a:gd name="connsiteX24" fmla="*/ 3823080 w 3824422"/>
                  <a:gd name="connsiteY24" fmla="*/ 45335 h 1485041"/>
                  <a:gd name="connsiteX25" fmla="*/ 3717246 w 3824422"/>
                  <a:gd name="connsiteY25" fmla="*/ 282400 h 1485041"/>
                  <a:gd name="connsiteX26" fmla="*/ 3552147 w 3824422"/>
                  <a:gd name="connsiteY26" fmla="*/ 447501 h 1485041"/>
                  <a:gd name="connsiteX27" fmla="*/ 3323547 w 3824422"/>
                  <a:gd name="connsiteY27" fmla="*/ 688801 h 1485041"/>
                  <a:gd name="connsiteX28" fmla="*/ 3090714 w 3824422"/>
                  <a:gd name="connsiteY28" fmla="*/ 997834 h 1485041"/>
                  <a:gd name="connsiteX29" fmla="*/ 2559005 w 3824422"/>
                  <a:gd name="connsiteY29" fmla="*/ 1438099 h 1485041"/>
                  <a:gd name="connsiteX30" fmla="*/ 2114506 w 3824422"/>
                  <a:gd name="connsiteY30" fmla="*/ 1474507 h 1485041"/>
                  <a:gd name="connsiteX31" fmla="*/ 1714034 w 3824422"/>
                  <a:gd name="connsiteY31" fmla="*/ 1456728 h 1485041"/>
                  <a:gd name="connsiteX32" fmla="*/ 1562479 w 3824422"/>
                  <a:gd name="connsiteY32" fmla="*/ 1389841 h 1485041"/>
                  <a:gd name="connsiteX33" fmla="*/ 1378754 w 3824422"/>
                  <a:gd name="connsiteY33" fmla="*/ 1232361 h 1485041"/>
                  <a:gd name="connsiteX34" fmla="*/ 1243286 w 3824422"/>
                  <a:gd name="connsiteY34" fmla="*/ 1097741 h 1485041"/>
                  <a:gd name="connsiteX35" fmla="*/ 1019767 w 3824422"/>
                  <a:gd name="connsiteY35" fmla="*/ 990213 h 1485041"/>
                  <a:gd name="connsiteX36" fmla="*/ 758147 w 3824422"/>
                  <a:gd name="connsiteY36" fmla="*/ 820035 h 1485041"/>
                  <a:gd name="connsiteX37" fmla="*/ 449113 w 3824422"/>
                  <a:gd name="connsiteY37" fmla="*/ 447501 h 1485041"/>
                  <a:gd name="connsiteX38" fmla="*/ 101980 w 3824422"/>
                  <a:gd name="connsiteY38" fmla="*/ 155402 h 1485041"/>
                  <a:gd name="connsiteX39" fmla="*/ 13081 w 3824422"/>
                  <a:gd name="connsiteY39" fmla="*/ 105448 h 1485041"/>
                  <a:gd name="connsiteX40" fmla="*/ 21548 w 3824422"/>
                  <a:gd name="connsiteY40" fmla="*/ 15701 h 1485041"/>
                  <a:gd name="connsiteX0" fmla="*/ 21548 w 3824422"/>
                  <a:gd name="connsiteY0" fmla="*/ 15701 h 1485041"/>
                  <a:gd name="connsiteX1" fmla="*/ 209505 w 3824422"/>
                  <a:gd name="connsiteY1" fmla="*/ 135927 h 1485041"/>
                  <a:gd name="connsiteX2" fmla="*/ 455887 w 3824422"/>
                  <a:gd name="connsiteY2" fmla="*/ 341668 h 1485041"/>
                  <a:gd name="connsiteX3" fmla="*/ 565954 w 3824422"/>
                  <a:gd name="connsiteY3" fmla="*/ 472901 h 1485041"/>
                  <a:gd name="connsiteX4" fmla="*/ 813180 w 3824422"/>
                  <a:gd name="connsiteY4" fmla="*/ 761615 h 1485041"/>
                  <a:gd name="connsiteX5" fmla="*/ 1003681 w 3824422"/>
                  <a:gd name="connsiteY5" fmla="*/ 896236 h 1485041"/>
                  <a:gd name="connsiteX6" fmla="*/ 1294084 w 3824422"/>
                  <a:gd name="connsiteY6" fmla="*/ 1054562 h 1485041"/>
                  <a:gd name="connsiteX7" fmla="*/ 1613279 w 3824422"/>
                  <a:gd name="connsiteY7" fmla="*/ 1344968 h 1485041"/>
                  <a:gd name="connsiteX8" fmla="*/ 1676780 w 3824422"/>
                  <a:gd name="connsiteY8" fmla="*/ 1340734 h 1485041"/>
                  <a:gd name="connsiteX9" fmla="*/ 1668314 w 3824422"/>
                  <a:gd name="connsiteY9" fmla="*/ 1150234 h 1485041"/>
                  <a:gd name="connsiteX10" fmla="*/ 1748747 w 3824422"/>
                  <a:gd name="connsiteY10" fmla="*/ 1137534 h 1485041"/>
                  <a:gd name="connsiteX11" fmla="*/ 1765682 w 3824422"/>
                  <a:gd name="connsiteY11" fmla="*/ 1361901 h 1485041"/>
                  <a:gd name="connsiteX12" fmla="*/ 1812248 w 3824422"/>
                  <a:gd name="connsiteY12" fmla="*/ 1383067 h 1485041"/>
                  <a:gd name="connsiteX13" fmla="*/ 2176314 w 3824422"/>
                  <a:gd name="connsiteY13" fmla="*/ 1391534 h 1485041"/>
                  <a:gd name="connsiteX14" fmla="*/ 2222881 w 3824422"/>
                  <a:gd name="connsiteY14" fmla="*/ 1332267 h 1485041"/>
                  <a:gd name="connsiteX15" fmla="*/ 2235581 w 3824422"/>
                  <a:gd name="connsiteY15" fmla="*/ 1171402 h 1485041"/>
                  <a:gd name="connsiteX16" fmla="*/ 2294847 w 3824422"/>
                  <a:gd name="connsiteY16" fmla="*/ 1158701 h 1485041"/>
                  <a:gd name="connsiteX17" fmla="*/ 2311780 w 3824422"/>
                  <a:gd name="connsiteY17" fmla="*/ 1344968 h 1485041"/>
                  <a:gd name="connsiteX18" fmla="*/ 2377821 w 3824422"/>
                  <a:gd name="connsiteY18" fmla="*/ 1394075 h 1485041"/>
                  <a:gd name="connsiteX19" fmla="*/ 2565780 w 3824422"/>
                  <a:gd name="connsiteY19" fmla="*/ 1328032 h 1485041"/>
                  <a:gd name="connsiteX20" fmla="*/ 3082247 w 3824422"/>
                  <a:gd name="connsiteY20" fmla="*/ 896234 h 1485041"/>
                  <a:gd name="connsiteX21" fmla="*/ 3374347 w 3824422"/>
                  <a:gd name="connsiteY21" fmla="*/ 527934 h 1485041"/>
                  <a:gd name="connsiteX22" fmla="*/ 3641047 w 3824422"/>
                  <a:gd name="connsiteY22" fmla="*/ 269701 h 1485041"/>
                  <a:gd name="connsiteX23" fmla="*/ 3768048 w 3824422"/>
                  <a:gd name="connsiteY23" fmla="*/ 19934 h 1485041"/>
                  <a:gd name="connsiteX24" fmla="*/ 3823080 w 3824422"/>
                  <a:gd name="connsiteY24" fmla="*/ 45335 h 1485041"/>
                  <a:gd name="connsiteX25" fmla="*/ 3717246 w 3824422"/>
                  <a:gd name="connsiteY25" fmla="*/ 282400 h 1485041"/>
                  <a:gd name="connsiteX26" fmla="*/ 3552147 w 3824422"/>
                  <a:gd name="connsiteY26" fmla="*/ 447501 h 1485041"/>
                  <a:gd name="connsiteX27" fmla="*/ 3323547 w 3824422"/>
                  <a:gd name="connsiteY27" fmla="*/ 688801 h 1485041"/>
                  <a:gd name="connsiteX28" fmla="*/ 3090714 w 3824422"/>
                  <a:gd name="connsiteY28" fmla="*/ 997834 h 1485041"/>
                  <a:gd name="connsiteX29" fmla="*/ 2559005 w 3824422"/>
                  <a:gd name="connsiteY29" fmla="*/ 1438099 h 1485041"/>
                  <a:gd name="connsiteX30" fmla="*/ 2114506 w 3824422"/>
                  <a:gd name="connsiteY30" fmla="*/ 1474507 h 1485041"/>
                  <a:gd name="connsiteX31" fmla="*/ 1714034 w 3824422"/>
                  <a:gd name="connsiteY31" fmla="*/ 1456728 h 1485041"/>
                  <a:gd name="connsiteX32" fmla="*/ 1562479 w 3824422"/>
                  <a:gd name="connsiteY32" fmla="*/ 1389841 h 1485041"/>
                  <a:gd name="connsiteX33" fmla="*/ 1378754 w 3824422"/>
                  <a:gd name="connsiteY33" fmla="*/ 1232361 h 1485041"/>
                  <a:gd name="connsiteX34" fmla="*/ 1243286 w 3824422"/>
                  <a:gd name="connsiteY34" fmla="*/ 1097741 h 1485041"/>
                  <a:gd name="connsiteX35" fmla="*/ 1019767 w 3824422"/>
                  <a:gd name="connsiteY35" fmla="*/ 990213 h 1485041"/>
                  <a:gd name="connsiteX36" fmla="*/ 758147 w 3824422"/>
                  <a:gd name="connsiteY36" fmla="*/ 820035 h 1485041"/>
                  <a:gd name="connsiteX37" fmla="*/ 449113 w 3824422"/>
                  <a:gd name="connsiteY37" fmla="*/ 447501 h 1485041"/>
                  <a:gd name="connsiteX38" fmla="*/ 101980 w 3824422"/>
                  <a:gd name="connsiteY38" fmla="*/ 155402 h 1485041"/>
                  <a:gd name="connsiteX39" fmla="*/ 13081 w 3824422"/>
                  <a:gd name="connsiteY39" fmla="*/ 105448 h 1485041"/>
                  <a:gd name="connsiteX40" fmla="*/ 21548 w 3824422"/>
                  <a:gd name="connsiteY40" fmla="*/ 15701 h 1485041"/>
                  <a:gd name="connsiteX0" fmla="*/ 21548 w 3824422"/>
                  <a:gd name="connsiteY0" fmla="*/ 15701 h 1485041"/>
                  <a:gd name="connsiteX1" fmla="*/ 209505 w 3824422"/>
                  <a:gd name="connsiteY1" fmla="*/ 135927 h 1485041"/>
                  <a:gd name="connsiteX2" fmla="*/ 455887 w 3824422"/>
                  <a:gd name="connsiteY2" fmla="*/ 341668 h 1485041"/>
                  <a:gd name="connsiteX3" fmla="*/ 565954 w 3824422"/>
                  <a:gd name="connsiteY3" fmla="*/ 472901 h 1485041"/>
                  <a:gd name="connsiteX4" fmla="*/ 813180 w 3824422"/>
                  <a:gd name="connsiteY4" fmla="*/ 761615 h 1485041"/>
                  <a:gd name="connsiteX5" fmla="*/ 1003681 w 3824422"/>
                  <a:gd name="connsiteY5" fmla="*/ 896236 h 1485041"/>
                  <a:gd name="connsiteX6" fmla="*/ 1294084 w 3824422"/>
                  <a:gd name="connsiteY6" fmla="*/ 1054562 h 1485041"/>
                  <a:gd name="connsiteX7" fmla="*/ 1613279 w 3824422"/>
                  <a:gd name="connsiteY7" fmla="*/ 1344968 h 1485041"/>
                  <a:gd name="connsiteX8" fmla="*/ 1676780 w 3824422"/>
                  <a:gd name="connsiteY8" fmla="*/ 1340734 h 1485041"/>
                  <a:gd name="connsiteX9" fmla="*/ 1668314 w 3824422"/>
                  <a:gd name="connsiteY9" fmla="*/ 1150234 h 1485041"/>
                  <a:gd name="connsiteX10" fmla="*/ 1748747 w 3824422"/>
                  <a:gd name="connsiteY10" fmla="*/ 1137534 h 1485041"/>
                  <a:gd name="connsiteX11" fmla="*/ 1765682 w 3824422"/>
                  <a:gd name="connsiteY11" fmla="*/ 1361901 h 1485041"/>
                  <a:gd name="connsiteX12" fmla="*/ 1812248 w 3824422"/>
                  <a:gd name="connsiteY12" fmla="*/ 1383067 h 1485041"/>
                  <a:gd name="connsiteX13" fmla="*/ 2176314 w 3824422"/>
                  <a:gd name="connsiteY13" fmla="*/ 1391534 h 1485041"/>
                  <a:gd name="connsiteX14" fmla="*/ 2222881 w 3824422"/>
                  <a:gd name="connsiteY14" fmla="*/ 1332267 h 1485041"/>
                  <a:gd name="connsiteX15" fmla="*/ 2235581 w 3824422"/>
                  <a:gd name="connsiteY15" fmla="*/ 1171402 h 1485041"/>
                  <a:gd name="connsiteX16" fmla="*/ 2294847 w 3824422"/>
                  <a:gd name="connsiteY16" fmla="*/ 1158701 h 1485041"/>
                  <a:gd name="connsiteX17" fmla="*/ 2311780 w 3824422"/>
                  <a:gd name="connsiteY17" fmla="*/ 1344968 h 1485041"/>
                  <a:gd name="connsiteX18" fmla="*/ 2377821 w 3824422"/>
                  <a:gd name="connsiteY18" fmla="*/ 1394075 h 1485041"/>
                  <a:gd name="connsiteX19" fmla="*/ 2581020 w 3824422"/>
                  <a:gd name="connsiteY19" fmla="*/ 1322952 h 1485041"/>
                  <a:gd name="connsiteX20" fmla="*/ 3082247 w 3824422"/>
                  <a:gd name="connsiteY20" fmla="*/ 896234 h 1485041"/>
                  <a:gd name="connsiteX21" fmla="*/ 3374347 w 3824422"/>
                  <a:gd name="connsiteY21" fmla="*/ 527934 h 1485041"/>
                  <a:gd name="connsiteX22" fmla="*/ 3641047 w 3824422"/>
                  <a:gd name="connsiteY22" fmla="*/ 269701 h 1485041"/>
                  <a:gd name="connsiteX23" fmla="*/ 3768048 w 3824422"/>
                  <a:gd name="connsiteY23" fmla="*/ 19934 h 1485041"/>
                  <a:gd name="connsiteX24" fmla="*/ 3823080 w 3824422"/>
                  <a:gd name="connsiteY24" fmla="*/ 45335 h 1485041"/>
                  <a:gd name="connsiteX25" fmla="*/ 3717246 w 3824422"/>
                  <a:gd name="connsiteY25" fmla="*/ 282400 h 1485041"/>
                  <a:gd name="connsiteX26" fmla="*/ 3552147 w 3824422"/>
                  <a:gd name="connsiteY26" fmla="*/ 447501 h 1485041"/>
                  <a:gd name="connsiteX27" fmla="*/ 3323547 w 3824422"/>
                  <a:gd name="connsiteY27" fmla="*/ 688801 h 1485041"/>
                  <a:gd name="connsiteX28" fmla="*/ 3090714 w 3824422"/>
                  <a:gd name="connsiteY28" fmla="*/ 997834 h 1485041"/>
                  <a:gd name="connsiteX29" fmla="*/ 2559005 w 3824422"/>
                  <a:gd name="connsiteY29" fmla="*/ 1438099 h 1485041"/>
                  <a:gd name="connsiteX30" fmla="*/ 2114506 w 3824422"/>
                  <a:gd name="connsiteY30" fmla="*/ 1474507 h 1485041"/>
                  <a:gd name="connsiteX31" fmla="*/ 1714034 w 3824422"/>
                  <a:gd name="connsiteY31" fmla="*/ 1456728 h 1485041"/>
                  <a:gd name="connsiteX32" fmla="*/ 1562479 w 3824422"/>
                  <a:gd name="connsiteY32" fmla="*/ 1389841 h 1485041"/>
                  <a:gd name="connsiteX33" fmla="*/ 1378754 w 3824422"/>
                  <a:gd name="connsiteY33" fmla="*/ 1232361 h 1485041"/>
                  <a:gd name="connsiteX34" fmla="*/ 1243286 w 3824422"/>
                  <a:gd name="connsiteY34" fmla="*/ 1097741 h 1485041"/>
                  <a:gd name="connsiteX35" fmla="*/ 1019767 w 3824422"/>
                  <a:gd name="connsiteY35" fmla="*/ 990213 h 1485041"/>
                  <a:gd name="connsiteX36" fmla="*/ 758147 w 3824422"/>
                  <a:gd name="connsiteY36" fmla="*/ 820035 h 1485041"/>
                  <a:gd name="connsiteX37" fmla="*/ 449113 w 3824422"/>
                  <a:gd name="connsiteY37" fmla="*/ 447501 h 1485041"/>
                  <a:gd name="connsiteX38" fmla="*/ 101980 w 3824422"/>
                  <a:gd name="connsiteY38" fmla="*/ 155402 h 1485041"/>
                  <a:gd name="connsiteX39" fmla="*/ 13081 w 3824422"/>
                  <a:gd name="connsiteY39" fmla="*/ 105448 h 1485041"/>
                  <a:gd name="connsiteX40" fmla="*/ 21548 w 3824422"/>
                  <a:gd name="connsiteY40" fmla="*/ 15701 h 1485041"/>
                  <a:gd name="connsiteX0" fmla="*/ 21548 w 3824422"/>
                  <a:gd name="connsiteY0" fmla="*/ 15701 h 1485041"/>
                  <a:gd name="connsiteX1" fmla="*/ 209505 w 3824422"/>
                  <a:gd name="connsiteY1" fmla="*/ 135927 h 1485041"/>
                  <a:gd name="connsiteX2" fmla="*/ 455887 w 3824422"/>
                  <a:gd name="connsiteY2" fmla="*/ 341668 h 1485041"/>
                  <a:gd name="connsiteX3" fmla="*/ 565954 w 3824422"/>
                  <a:gd name="connsiteY3" fmla="*/ 472901 h 1485041"/>
                  <a:gd name="connsiteX4" fmla="*/ 813180 w 3824422"/>
                  <a:gd name="connsiteY4" fmla="*/ 761615 h 1485041"/>
                  <a:gd name="connsiteX5" fmla="*/ 1003681 w 3824422"/>
                  <a:gd name="connsiteY5" fmla="*/ 896236 h 1485041"/>
                  <a:gd name="connsiteX6" fmla="*/ 1294084 w 3824422"/>
                  <a:gd name="connsiteY6" fmla="*/ 1054562 h 1485041"/>
                  <a:gd name="connsiteX7" fmla="*/ 1613279 w 3824422"/>
                  <a:gd name="connsiteY7" fmla="*/ 1344968 h 1485041"/>
                  <a:gd name="connsiteX8" fmla="*/ 1676780 w 3824422"/>
                  <a:gd name="connsiteY8" fmla="*/ 1340734 h 1485041"/>
                  <a:gd name="connsiteX9" fmla="*/ 1668314 w 3824422"/>
                  <a:gd name="connsiteY9" fmla="*/ 1150234 h 1485041"/>
                  <a:gd name="connsiteX10" fmla="*/ 1748747 w 3824422"/>
                  <a:gd name="connsiteY10" fmla="*/ 1137534 h 1485041"/>
                  <a:gd name="connsiteX11" fmla="*/ 1765682 w 3824422"/>
                  <a:gd name="connsiteY11" fmla="*/ 1361901 h 1485041"/>
                  <a:gd name="connsiteX12" fmla="*/ 1812248 w 3824422"/>
                  <a:gd name="connsiteY12" fmla="*/ 1383067 h 1485041"/>
                  <a:gd name="connsiteX13" fmla="*/ 2176314 w 3824422"/>
                  <a:gd name="connsiteY13" fmla="*/ 1391534 h 1485041"/>
                  <a:gd name="connsiteX14" fmla="*/ 2222881 w 3824422"/>
                  <a:gd name="connsiteY14" fmla="*/ 1332267 h 1485041"/>
                  <a:gd name="connsiteX15" fmla="*/ 2235581 w 3824422"/>
                  <a:gd name="connsiteY15" fmla="*/ 1171402 h 1485041"/>
                  <a:gd name="connsiteX16" fmla="*/ 2294847 w 3824422"/>
                  <a:gd name="connsiteY16" fmla="*/ 1158701 h 1485041"/>
                  <a:gd name="connsiteX17" fmla="*/ 2311780 w 3824422"/>
                  <a:gd name="connsiteY17" fmla="*/ 1344968 h 1485041"/>
                  <a:gd name="connsiteX18" fmla="*/ 2377821 w 3824422"/>
                  <a:gd name="connsiteY18" fmla="*/ 1394075 h 1485041"/>
                  <a:gd name="connsiteX19" fmla="*/ 2586100 w 3824422"/>
                  <a:gd name="connsiteY19" fmla="*/ 1312792 h 1485041"/>
                  <a:gd name="connsiteX20" fmla="*/ 3082247 w 3824422"/>
                  <a:gd name="connsiteY20" fmla="*/ 896234 h 1485041"/>
                  <a:gd name="connsiteX21" fmla="*/ 3374347 w 3824422"/>
                  <a:gd name="connsiteY21" fmla="*/ 527934 h 1485041"/>
                  <a:gd name="connsiteX22" fmla="*/ 3641047 w 3824422"/>
                  <a:gd name="connsiteY22" fmla="*/ 269701 h 1485041"/>
                  <a:gd name="connsiteX23" fmla="*/ 3768048 w 3824422"/>
                  <a:gd name="connsiteY23" fmla="*/ 19934 h 1485041"/>
                  <a:gd name="connsiteX24" fmla="*/ 3823080 w 3824422"/>
                  <a:gd name="connsiteY24" fmla="*/ 45335 h 1485041"/>
                  <a:gd name="connsiteX25" fmla="*/ 3717246 w 3824422"/>
                  <a:gd name="connsiteY25" fmla="*/ 282400 h 1485041"/>
                  <a:gd name="connsiteX26" fmla="*/ 3552147 w 3824422"/>
                  <a:gd name="connsiteY26" fmla="*/ 447501 h 1485041"/>
                  <a:gd name="connsiteX27" fmla="*/ 3323547 w 3824422"/>
                  <a:gd name="connsiteY27" fmla="*/ 688801 h 1485041"/>
                  <a:gd name="connsiteX28" fmla="*/ 3090714 w 3824422"/>
                  <a:gd name="connsiteY28" fmla="*/ 997834 h 1485041"/>
                  <a:gd name="connsiteX29" fmla="*/ 2559005 w 3824422"/>
                  <a:gd name="connsiteY29" fmla="*/ 1438099 h 1485041"/>
                  <a:gd name="connsiteX30" fmla="*/ 2114506 w 3824422"/>
                  <a:gd name="connsiteY30" fmla="*/ 1474507 h 1485041"/>
                  <a:gd name="connsiteX31" fmla="*/ 1714034 w 3824422"/>
                  <a:gd name="connsiteY31" fmla="*/ 1456728 h 1485041"/>
                  <a:gd name="connsiteX32" fmla="*/ 1562479 w 3824422"/>
                  <a:gd name="connsiteY32" fmla="*/ 1389841 h 1485041"/>
                  <a:gd name="connsiteX33" fmla="*/ 1378754 w 3824422"/>
                  <a:gd name="connsiteY33" fmla="*/ 1232361 h 1485041"/>
                  <a:gd name="connsiteX34" fmla="*/ 1243286 w 3824422"/>
                  <a:gd name="connsiteY34" fmla="*/ 1097741 h 1485041"/>
                  <a:gd name="connsiteX35" fmla="*/ 1019767 w 3824422"/>
                  <a:gd name="connsiteY35" fmla="*/ 990213 h 1485041"/>
                  <a:gd name="connsiteX36" fmla="*/ 758147 w 3824422"/>
                  <a:gd name="connsiteY36" fmla="*/ 820035 h 1485041"/>
                  <a:gd name="connsiteX37" fmla="*/ 449113 w 3824422"/>
                  <a:gd name="connsiteY37" fmla="*/ 447501 h 1485041"/>
                  <a:gd name="connsiteX38" fmla="*/ 101980 w 3824422"/>
                  <a:gd name="connsiteY38" fmla="*/ 155402 h 1485041"/>
                  <a:gd name="connsiteX39" fmla="*/ 13081 w 3824422"/>
                  <a:gd name="connsiteY39" fmla="*/ 105448 h 1485041"/>
                  <a:gd name="connsiteX40" fmla="*/ 21548 w 3824422"/>
                  <a:gd name="connsiteY40" fmla="*/ 15701 h 1485041"/>
                  <a:gd name="connsiteX0" fmla="*/ 21548 w 3824422"/>
                  <a:gd name="connsiteY0" fmla="*/ 15701 h 1485041"/>
                  <a:gd name="connsiteX1" fmla="*/ 209505 w 3824422"/>
                  <a:gd name="connsiteY1" fmla="*/ 135927 h 1485041"/>
                  <a:gd name="connsiteX2" fmla="*/ 455887 w 3824422"/>
                  <a:gd name="connsiteY2" fmla="*/ 341668 h 1485041"/>
                  <a:gd name="connsiteX3" fmla="*/ 565954 w 3824422"/>
                  <a:gd name="connsiteY3" fmla="*/ 472901 h 1485041"/>
                  <a:gd name="connsiteX4" fmla="*/ 813180 w 3824422"/>
                  <a:gd name="connsiteY4" fmla="*/ 761615 h 1485041"/>
                  <a:gd name="connsiteX5" fmla="*/ 1003681 w 3824422"/>
                  <a:gd name="connsiteY5" fmla="*/ 896236 h 1485041"/>
                  <a:gd name="connsiteX6" fmla="*/ 1294084 w 3824422"/>
                  <a:gd name="connsiteY6" fmla="*/ 1054562 h 1485041"/>
                  <a:gd name="connsiteX7" fmla="*/ 1613279 w 3824422"/>
                  <a:gd name="connsiteY7" fmla="*/ 1344968 h 1485041"/>
                  <a:gd name="connsiteX8" fmla="*/ 1676780 w 3824422"/>
                  <a:gd name="connsiteY8" fmla="*/ 1340734 h 1485041"/>
                  <a:gd name="connsiteX9" fmla="*/ 1668314 w 3824422"/>
                  <a:gd name="connsiteY9" fmla="*/ 1150234 h 1485041"/>
                  <a:gd name="connsiteX10" fmla="*/ 1748747 w 3824422"/>
                  <a:gd name="connsiteY10" fmla="*/ 1137534 h 1485041"/>
                  <a:gd name="connsiteX11" fmla="*/ 1765682 w 3824422"/>
                  <a:gd name="connsiteY11" fmla="*/ 1361901 h 1485041"/>
                  <a:gd name="connsiteX12" fmla="*/ 1812248 w 3824422"/>
                  <a:gd name="connsiteY12" fmla="*/ 1383067 h 1485041"/>
                  <a:gd name="connsiteX13" fmla="*/ 2176314 w 3824422"/>
                  <a:gd name="connsiteY13" fmla="*/ 1391534 h 1485041"/>
                  <a:gd name="connsiteX14" fmla="*/ 2222881 w 3824422"/>
                  <a:gd name="connsiteY14" fmla="*/ 1332267 h 1485041"/>
                  <a:gd name="connsiteX15" fmla="*/ 2235581 w 3824422"/>
                  <a:gd name="connsiteY15" fmla="*/ 1171402 h 1485041"/>
                  <a:gd name="connsiteX16" fmla="*/ 2294847 w 3824422"/>
                  <a:gd name="connsiteY16" fmla="*/ 1158701 h 1485041"/>
                  <a:gd name="connsiteX17" fmla="*/ 2311780 w 3824422"/>
                  <a:gd name="connsiteY17" fmla="*/ 1344968 h 1485041"/>
                  <a:gd name="connsiteX18" fmla="*/ 2377821 w 3824422"/>
                  <a:gd name="connsiteY18" fmla="*/ 1394075 h 1485041"/>
                  <a:gd name="connsiteX19" fmla="*/ 2586100 w 3824422"/>
                  <a:gd name="connsiteY19" fmla="*/ 1312792 h 1485041"/>
                  <a:gd name="connsiteX20" fmla="*/ 3067007 w 3824422"/>
                  <a:gd name="connsiteY20" fmla="*/ 891154 h 1485041"/>
                  <a:gd name="connsiteX21" fmla="*/ 3374347 w 3824422"/>
                  <a:gd name="connsiteY21" fmla="*/ 527934 h 1485041"/>
                  <a:gd name="connsiteX22" fmla="*/ 3641047 w 3824422"/>
                  <a:gd name="connsiteY22" fmla="*/ 269701 h 1485041"/>
                  <a:gd name="connsiteX23" fmla="*/ 3768048 w 3824422"/>
                  <a:gd name="connsiteY23" fmla="*/ 19934 h 1485041"/>
                  <a:gd name="connsiteX24" fmla="*/ 3823080 w 3824422"/>
                  <a:gd name="connsiteY24" fmla="*/ 45335 h 1485041"/>
                  <a:gd name="connsiteX25" fmla="*/ 3717246 w 3824422"/>
                  <a:gd name="connsiteY25" fmla="*/ 282400 h 1485041"/>
                  <a:gd name="connsiteX26" fmla="*/ 3552147 w 3824422"/>
                  <a:gd name="connsiteY26" fmla="*/ 447501 h 1485041"/>
                  <a:gd name="connsiteX27" fmla="*/ 3323547 w 3824422"/>
                  <a:gd name="connsiteY27" fmla="*/ 688801 h 1485041"/>
                  <a:gd name="connsiteX28" fmla="*/ 3090714 w 3824422"/>
                  <a:gd name="connsiteY28" fmla="*/ 997834 h 1485041"/>
                  <a:gd name="connsiteX29" fmla="*/ 2559005 w 3824422"/>
                  <a:gd name="connsiteY29" fmla="*/ 1438099 h 1485041"/>
                  <a:gd name="connsiteX30" fmla="*/ 2114506 w 3824422"/>
                  <a:gd name="connsiteY30" fmla="*/ 1474507 h 1485041"/>
                  <a:gd name="connsiteX31" fmla="*/ 1714034 w 3824422"/>
                  <a:gd name="connsiteY31" fmla="*/ 1456728 h 1485041"/>
                  <a:gd name="connsiteX32" fmla="*/ 1562479 w 3824422"/>
                  <a:gd name="connsiteY32" fmla="*/ 1389841 h 1485041"/>
                  <a:gd name="connsiteX33" fmla="*/ 1378754 w 3824422"/>
                  <a:gd name="connsiteY33" fmla="*/ 1232361 h 1485041"/>
                  <a:gd name="connsiteX34" fmla="*/ 1243286 w 3824422"/>
                  <a:gd name="connsiteY34" fmla="*/ 1097741 h 1485041"/>
                  <a:gd name="connsiteX35" fmla="*/ 1019767 w 3824422"/>
                  <a:gd name="connsiteY35" fmla="*/ 990213 h 1485041"/>
                  <a:gd name="connsiteX36" fmla="*/ 758147 w 3824422"/>
                  <a:gd name="connsiteY36" fmla="*/ 820035 h 1485041"/>
                  <a:gd name="connsiteX37" fmla="*/ 449113 w 3824422"/>
                  <a:gd name="connsiteY37" fmla="*/ 447501 h 1485041"/>
                  <a:gd name="connsiteX38" fmla="*/ 101980 w 3824422"/>
                  <a:gd name="connsiteY38" fmla="*/ 155402 h 1485041"/>
                  <a:gd name="connsiteX39" fmla="*/ 13081 w 3824422"/>
                  <a:gd name="connsiteY39" fmla="*/ 105448 h 1485041"/>
                  <a:gd name="connsiteX40" fmla="*/ 21548 w 3824422"/>
                  <a:gd name="connsiteY40" fmla="*/ 15701 h 1485041"/>
                  <a:gd name="connsiteX0" fmla="*/ 21548 w 3824422"/>
                  <a:gd name="connsiteY0" fmla="*/ 15701 h 1485041"/>
                  <a:gd name="connsiteX1" fmla="*/ 209505 w 3824422"/>
                  <a:gd name="connsiteY1" fmla="*/ 135927 h 1485041"/>
                  <a:gd name="connsiteX2" fmla="*/ 455887 w 3824422"/>
                  <a:gd name="connsiteY2" fmla="*/ 341668 h 1485041"/>
                  <a:gd name="connsiteX3" fmla="*/ 565954 w 3824422"/>
                  <a:gd name="connsiteY3" fmla="*/ 472901 h 1485041"/>
                  <a:gd name="connsiteX4" fmla="*/ 813180 w 3824422"/>
                  <a:gd name="connsiteY4" fmla="*/ 761615 h 1485041"/>
                  <a:gd name="connsiteX5" fmla="*/ 1003681 w 3824422"/>
                  <a:gd name="connsiteY5" fmla="*/ 896236 h 1485041"/>
                  <a:gd name="connsiteX6" fmla="*/ 1294084 w 3824422"/>
                  <a:gd name="connsiteY6" fmla="*/ 1054562 h 1485041"/>
                  <a:gd name="connsiteX7" fmla="*/ 1613279 w 3824422"/>
                  <a:gd name="connsiteY7" fmla="*/ 1344968 h 1485041"/>
                  <a:gd name="connsiteX8" fmla="*/ 1676780 w 3824422"/>
                  <a:gd name="connsiteY8" fmla="*/ 1340734 h 1485041"/>
                  <a:gd name="connsiteX9" fmla="*/ 1668314 w 3824422"/>
                  <a:gd name="connsiteY9" fmla="*/ 1150234 h 1485041"/>
                  <a:gd name="connsiteX10" fmla="*/ 1748747 w 3824422"/>
                  <a:gd name="connsiteY10" fmla="*/ 1137534 h 1485041"/>
                  <a:gd name="connsiteX11" fmla="*/ 1765682 w 3824422"/>
                  <a:gd name="connsiteY11" fmla="*/ 1361901 h 1485041"/>
                  <a:gd name="connsiteX12" fmla="*/ 1812248 w 3824422"/>
                  <a:gd name="connsiteY12" fmla="*/ 1383067 h 1485041"/>
                  <a:gd name="connsiteX13" fmla="*/ 2176314 w 3824422"/>
                  <a:gd name="connsiteY13" fmla="*/ 1391534 h 1485041"/>
                  <a:gd name="connsiteX14" fmla="*/ 2222881 w 3824422"/>
                  <a:gd name="connsiteY14" fmla="*/ 1332267 h 1485041"/>
                  <a:gd name="connsiteX15" fmla="*/ 2235581 w 3824422"/>
                  <a:gd name="connsiteY15" fmla="*/ 1171402 h 1485041"/>
                  <a:gd name="connsiteX16" fmla="*/ 2294847 w 3824422"/>
                  <a:gd name="connsiteY16" fmla="*/ 1158701 h 1485041"/>
                  <a:gd name="connsiteX17" fmla="*/ 2311780 w 3824422"/>
                  <a:gd name="connsiteY17" fmla="*/ 1344968 h 1485041"/>
                  <a:gd name="connsiteX18" fmla="*/ 2377821 w 3824422"/>
                  <a:gd name="connsiteY18" fmla="*/ 1394075 h 1485041"/>
                  <a:gd name="connsiteX19" fmla="*/ 2586100 w 3824422"/>
                  <a:gd name="connsiteY19" fmla="*/ 1312792 h 1485041"/>
                  <a:gd name="connsiteX20" fmla="*/ 3067007 w 3824422"/>
                  <a:gd name="connsiteY20" fmla="*/ 891154 h 1485041"/>
                  <a:gd name="connsiteX21" fmla="*/ 3374347 w 3824422"/>
                  <a:gd name="connsiteY21" fmla="*/ 527934 h 1485041"/>
                  <a:gd name="connsiteX22" fmla="*/ 3641047 w 3824422"/>
                  <a:gd name="connsiteY22" fmla="*/ 269701 h 1485041"/>
                  <a:gd name="connsiteX23" fmla="*/ 3768048 w 3824422"/>
                  <a:gd name="connsiteY23" fmla="*/ 19934 h 1485041"/>
                  <a:gd name="connsiteX24" fmla="*/ 3823080 w 3824422"/>
                  <a:gd name="connsiteY24" fmla="*/ 45335 h 1485041"/>
                  <a:gd name="connsiteX25" fmla="*/ 3717246 w 3824422"/>
                  <a:gd name="connsiteY25" fmla="*/ 282400 h 1485041"/>
                  <a:gd name="connsiteX26" fmla="*/ 3552147 w 3824422"/>
                  <a:gd name="connsiteY26" fmla="*/ 447501 h 1485041"/>
                  <a:gd name="connsiteX27" fmla="*/ 3323547 w 3824422"/>
                  <a:gd name="connsiteY27" fmla="*/ 688801 h 1485041"/>
                  <a:gd name="connsiteX28" fmla="*/ 3090714 w 3824422"/>
                  <a:gd name="connsiteY28" fmla="*/ 997834 h 1485041"/>
                  <a:gd name="connsiteX29" fmla="*/ 2559005 w 3824422"/>
                  <a:gd name="connsiteY29" fmla="*/ 1438099 h 1485041"/>
                  <a:gd name="connsiteX30" fmla="*/ 2114506 w 3824422"/>
                  <a:gd name="connsiteY30" fmla="*/ 1474507 h 1485041"/>
                  <a:gd name="connsiteX31" fmla="*/ 1714034 w 3824422"/>
                  <a:gd name="connsiteY31" fmla="*/ 1456728 h 1485041"/>
                  <a:gd name="connsiteX32" fmla="*/ 1562479 w 3824422"/>
                  <a:gd name="connsiteY32" fmla="*/ 1389841 h 1485041"/>
                  <a:gd name="connsiteX33" fmla="*/ 1378754 w 3824422"/>
                  <a:gd name="connsiteY33" fmla="*/ 1232361 h 1485041"/>
                  <a:gd name="connsiteX34" fmla="*/ 1233126 w 3824422"/>
                  <a:gd name="connsiteY34" fmla="*/ 1107900 h 1485041"/>
                  <a:gd name="connsiteX35" fmla="*/ 1019767 w 3824422"/>
                  <a:gd name="connsiteY35" fmla="*/ 990213 h 1485041"/>
                  <a:gd name="connsiteX36" fmla="*/ 758147 w 3824422"/>
                  <a:gd name="connsiteY36" fmla="*/ 820035 h 1485041"/>
                  <a:gd name="connsiteX37" fmla="*/ 449113 w 3824422"/>
                  <a:gd name="connsiteY37" fmla="*/ 447501 h 1485041"/>
                  <a:gd name="connsiteX38" fmla="*/ 101980 w 3824422"/>
                  <a:gd name="connsiteY38" fmla="*/ 155402 h 1485041"/>
                  <a:gd name="connsiteX39" fmla="*/ 13081 w 3824422"/>
                  <a:gd name="connsiteY39" fmla="*/ 105448 h 1485041"/>
                  <a:gd name="connsiteX40" fmla="*/ 21548 w 3824422"/>
                  <a:gd name="connsiteY40" fmla="*/ 15701 h 1485041"/>
                  <a:gd name="connsiteX0" fmla="*/ 21548 w 3824422"/>
                  <a:gd name="connsiteY0" fmla="*/ 15701 h 1476511"/>
                  <a:gd name="connsiteX1" fmla="*/ 209505 w 3824422"/>
                  <a:gd name="connsiteY1" fmla="*/ 135927 h 1476511"/>
                  <a:gd name="connsiteX2" fmla="*/ 455887 w 3824422"/>
                  <a:gd name="connsiteY2" fmla="*/ 341668 h 1476511"/>
                  <a:gd name="connsiteX3" fmla="*/ 565954 w 3824422"/>
                  <a:gd name="connsiteY3" fmla="*/ 472901 h 1476511"/>
                  <a:gd name="connsiteX4" fmla="*/ 813180 w 3824422"/>
                  <a:gd name="connsiteY4" fmla="*/ 761615 h 1476511"/>
                  <a:gd name="connsiteX5" fmla="*/ 1003681 w 3824422"/>
                  <a:gd name="connsiteY5" fmla="*/ 896236 h 1476511"/>
                  <a:gd name="connsiteX6" fmla="*/ 1294084 w 3824422"/>
                  <a:gd name="connsiteY6" fmla="*/ 1054562 h 1476511"/>
                  <a:gd name="connsiteX7" fmla="*/ 1613279 w 3824422"/>
                  <a:gd name="connsiteY7" fmla="*/ 1344968 h 1476511"/>
                  <a:gd name="connsiteX8" fmla="*/ 1676780 w 3824422"/>
                  <a:gd name="connsiteY8" fmla="*/ 1340734 h 1476511"/>
                  <a:gd name="connsiteX9" fmla="*/ 1668314 w 3824422"/>
                  <a:gd name="connsiteY9" fmla="*/ 1150234 h 1476511"/>
                  <a:gd name="connsiteX10" fmla="*/ 1748747 w 3824422"/>
                  <a:gd name="connsiteY10" fmla="*/ 1137534 h 1476511"/>
                  <a:gd name="connsiteX11" fmla="*/ 1765682 w 3824422"/>
                  <a:gd name="connsiteY11" fmla="*/ 1361901 h 1476511"/>
                  <a:gd name="connsiteX12" fmla="*/ 1812248 w 3824422"/>
                  <a:gd name="connsiteY12" fmla="*/ 1383067 h 1476511"/>
                  <a:gd name="connsiteX13" fmla="*/ 2176314 w 3824422"/>
                  <a:gd name="connsiteY13" fmla="*/ 1391534 h 1476511"/>
                  <a:gd name="connsiteX14" fmla="*/ 2222881 w 3824422"/>
                  <a:gd name="connsiteY14" fmla="*/ 1332267 h 1476511"/>
                  <a:gd name="connsiteX15" fmla="*/ 2235581 w 3824422"/>
                  <a:gd name="connsiteY15" fmla="*/ 1171402 h 1476511"/>
                  <a:gd name="connsiteX16" fmla="*/ 2294847 w 3824422"/>
                  <a:gd name="connsiteY16" fmla="*/ 1158701 h 1476511"/>
                  <a:gd name="connsiteX17" fmla="*/ 2311780 w 3824422"/>
                  <a:gd name="connsiteY17" fmla="*/ 1344968 h 1476511"/>
                  <a:gd name="connsiteX18" fmla="*/ 2377821 w 3824422"/>
                  <a:gd name="connsiteY18" fmla="*/ 1394075 h 1476511"/>
                  <a:gd name="connsiteX19" fmla="*/ 2586100 w 3824422"/>
                  <a:gd name="connsiteY19" fmla="*/ 1312792 h 1476511"/>
                  <a:gd name="connsiteX20" fmla="*/ 3067007 w 3824422"/>
                  <a:gd name="connsiteY20" fmla="*/ 891154 h 1476511"/>
                  <a:gd name="connsiteX21" fmla="*/ 3374347 w 3824422"/>
                  <a:gd name="connsiteY21" fmla="*/ 527934 h 1476511"/>
                  <a:gd name="connsiteX22" fmla="*/ 3641047 w 3824422"/>
                  <a:gd name="connsiteY22" fmla="*/ 269701 h 1476511"/>
                  <a:gd name="connsiteX23" fmla="*/ 3768048 w 3824422"/>
                  <a:gd name="connsiteY23" fmla="*/ 19934 h 1476511"/>
                  <a:gd name="connsiteX24" fmla="*/ 3823080 w 3824422"/>
                  <a:gd name="connsiteY24" fmla="*/ 45335 h 1476511"/>
                  <a:gd name="connsiteX25" fmla="*/ 3717246 w 3824422"/>
                  <a:gd name="connsiteY25" fmla="*/ 282400 h 1476511"/>
                  <a:gd name="connsiteX26" fmla="*/ 3552147 w 3824422"/>
                  <a:gd name="connsiteY26" fmla="*/ 447501 h 1476511"/>
                  <a:gd name="connsiteX27" fmla="*/ 3323547 w 3824422"/>
                  <a:gd name="connsiteY27" fmla="*/ 688801 h 1476511"/>
                  <a:gd name="connsiteX28" fmla="*/ 3090714 w 3824422"/>
                  <a:gd name="connsiteY28" fmla="*/ 997834 h 1476511"/>
                  <a:gd name="connsiteX29" fmla="*/ 2559005 w 3824422"/>
                  <a:gd name="connsiteY29" fmla="*/ 1417779 h 1476511"/>
                  <a:gd name="connsiteX30" fmla="*/ 2114506 w 3824422"/>
                  <a:gd name="connsiteY30" fmla="*/ 1474507 h 1476511"/>
                  <a:gd name="connsiteX31" fmla="*/ 1714034 w 3824422"/>
                  <a:gd name="connsiteY31" fmla="*/ 1456728 h 1476511"/>
                  <a:gd name="connsiteX32" fmla="*/ 1562479 w 3824422"/>
                  <a:gd name="connsiteY32" fmla="*/ 1389841 h 1476511"/>
                  <a:gd name="connsiteX33" fmla="*/ 1378754 w 3824422"/>
                  <a:gd name="connsiteY33" fmla="*/ 1232361 h 1476511"/>
                  <a:gd name="connsiteX34" fmla="*/ 1233126 w 3824422"/>
                  <a:gd name="connsiteY34" fmla="*/ 1107900 h 1476511"/>
                  <a:gd name="connsiteX35" fmla="*/ 1019767 w 3824422"/>
                  <a:gd name="connsiteY35" fmla="*/ 990213 h 1476511"/>
                  <a:gd name="connsiteX36" fmla="*/ 758147 w 3824422"/>
                  <a:gd name="connsiteY36" fmla="*/ 820035 h 1476511"/>
                  <a:gd name="connsiteX37" fmla="*/ 449113 w 3824422"/>
                  <a:gd name="connsiteY37" fmla="*/ 447501 h 1476511"/>
                  <a:gd name="connsiteX38" fmla="*/ 101980 w 3824422"/>
                  <a:gd name="connsiteY38" fmla="*/ 155402 h 1476511"/>
                  <a:gd name="connsiteX39" fmla="*/ 13081 w 3824422"/>
                  <a:gd name="connsiteY39" fmla="*/ 105448 h 1476511"/>
                  <a:gd name="connsiteX40" fmla="*/ 21548 w 3824422"/>
                  <a:gd name="connsiteY40" fmla="*/ 15701 h 1476511"/>
                  <a:gd name="connsiteX0" fmla="*/ 21548 w 3824422"/>
                  <a:gd name="connsiteY0" fmla="*/ 15701 h 1476823"/>
                  <a:gd name="connsiteX1" fmla="*/ 209505 w 3824422"/>
                  <a:gd name="connsiteY1" fmla="*/ 135927 h 1476823"/>
                  <a:gd name="connsiteX2" fmla="*/ 455887 w 3824422"/>
                  <a:gd name="connsiteY2" fmla="*/ 341668 h 1476823"/>
                  <a:gd name="connsiteX3" fmla="*/ 565954 w 3824422"/>
                  <a:gd name="connsiteY3" fmla="*/ 472901 h 1476823"/>
                  <a:gd name="connsiteX4" fmla="*/ 813180 w 3824422"/>
                  <a:gd name="connsiteY4" fmla="*/ 761615 h 1476823"/>
                  <a:gd name="connsiteX5" fmla="*/ 1003681 w 3824422"/>
                  <a:gd name="connsiteY5" fmla="*/ 896236 h 1476823"/>
                  <a:gd name="connsiteX6" fmla="*/ 1294084 w 3824422"/>
                  <a:gd name="connsiteY6" fmla="*/ 1054562 h 1476823"/>
                  <a:gd name="connsiteX7" fmla="*/ 1613279 w 3824422"/>
                  <a:gd name="connsiteY7" fmla="*/ 1344968 h 1476823"/>
                  <a:gd name="connsiteX8" fmla="*/ 1676780 w 3824422"/>
                  <a:gd name="connsiteY8" fmla="*/ 1340734 h 1476823"/>
                  <a:gd name="connsiteX9" fmla="*/ 1668314 w 3824422"/>
                  <a:gd name="connsiteY9" fmla="*/ 1150234 h 1476823"/>
                  <a:gd name="connsiteX10" fmla="*/ 1748747 w 3824422"/>
                  <a:gd name="connsiteY10" fmla="*/ 1137534 h 1476823"/>
                  <a:gd name="connsiteX11" fmla="*/ 1765682 w 3824422"/>
                  <a:gd name="connsiteY11" fmla="*/ 1361901 h 1476823"/>
                  <a:gd name="connsiteX12" fmla="*/ 1812248 w 3824422"/>
                  <a:gd name="connsiteY12" fmla="*/ 1383067 h 1476823"/>
                  <a:gd name="connsiteX13" fmla="*/ 2176314 w 3824422"/>
                  <a:gd name="connsiteY13" fmla="*/ 1391534 h 1476823"/>
                  <a:gd name="connsiteX14" fmla="*/ 2222881 w 3824422"/>
                  <a:gd name="connsiteY14" fmla="*/ 1332267 h 1476823"/>
                  <a:gd name="connsiteX15" fmla="*/ 2235581 w 3824422"/>
                  <a:gd name="connsiteY15" fmla="*/ 1171402 h 1476823"/>
                  <a:gd name="connsiteX16" fmla="*/ 2294847 w 3824422"/>
                  <a:gd name="connsiteY16" fmla="*/ 1158701 h 1476823"/>
                  <a:gd name="connsiteX17" fmla="*/ 2311780 w 3824422"/>
                  <a:gd name="connsiteY17" fmla="*/ 1344968 h 1476823"/>
                  <a:gd name="connsiteX18" fmla="*/ 2377821 w 3824422"/>
                  <a:gd name="connsiteY18" fmla="*/ 1394075 h 1476823"/>
                  <a:gd name="connsiteX19" fmla="*/ 2586100 w 3824422"/>
                  <a:gd name="connsiteY19" fmla="*/ 1312792 h 1476823"/>
                  <a:gd name="connsiteX20" fmla="*/ 3067007 w 3824422"/>
                  <a:gd name="connsiteY20" fmla="*/ 891154 h 1476823"/>
                  <a:gd name="connsiteX21" fmla="*/ 3374347 w 3824422"/>
                  <a:gd name="connsiteY21" fmla="*/ 527934 h 1476823"/>
                  <a:gd name="connsiteX22" fmla="*/ 3641047 w 3824422"/>
                  <a:gd name="connsiteY22" fmla="*/ 269701 h 1476823"/>
                  <a:gd name="connsiteX23" fmla="*/ 3768048 w 3824422"/>
                  <a:gd name="connsiteY23" fmla="*/ 19934 h 1476823"/>
                  <a:gd name="connsiteX24" fmla="*/ 3823080 w 3824422"/>
                  <a:gd name="connsiteY24" fmla="*/ 45335 h 1476823"/>
                  <a:gd name="connsiteX25" fmla="*/ 3717246 w 3824422"/>
                  <a:gd name="connsiteY25" fmla="*/ 282400 h 1476823"/>
                  <a:gd name="connsiteX26" fmla="*/ 3552147 w 3824422"/>
                  <a:gd name="connsiteY26" fmla="*/ 447501 h 1476823"/>
                  <a:gd name="connsiteX27" fmla="*/ 3323547 w 3824422"/>
                  <a:gd name="connsiteY27" fmla="*/ 688801 h 1476823"/>
                  <a:gd name="connsiteX28" fmla="*/ 3090714 w 3824422"/>
                  <a:gd name="connsiteY28" fmla="*/ 997834 h 1476823"/>
                  <a:gd name="connsiteX29" fmla="*/ 2538685 w 3824422"/>
                  <a:gd name="connsiteY29" fmla="*/ 1422859 h 1476823"/>
                  <a:gd name="connsiteX30" fmla="*/ 2114506 w 3824422"/>
                  <a:gd name="connsiteY30" fmla="*/ 1474507 h 1476823"/>
                  <a:gd name="connsiteX31" fmla="*/ 1714034 w 3824422"/>
                  <a:gd name="connsiteY31" fmla="*/ 1456728 h 1476823"/>
                  <a:gd name="connsiteX32" fmla="*/ 1562479 w 3824422"/>
                  <a:gd name="connsiteY32" fmla="*/ 1389841 h 1476823"/>
                  <a:gd name="connsiteX33" fmla="*/ 1378754 w 3824422"/>
                  <a:gd name="connsiteY33" fmla="*/ 1232361 h 1476823"/>
                  <a:gd name="connsiteX34" fmla="*/ 1233126 w 3824422"/>
                  <a:gd name="connsiteY34" fmla="*/ 1107900 h 1476823"/>
                  <a:gd name="connsiteX35" fmla="*/ 1019767 w 3824422"/>
                  <a:gd name="connsiteY35" fmla="*/ 990213 h 1476823"/>
                  <a:gd name="connsiteX36" fmla="*/ 758147 w 3824422"/>
                  <a:gd name="connsiteY36" fmla="*/ 820035 h 1476823"/>
                  <a:gd name="connsiteX37" fmla="*/ 449113 w 3824422"/>
                  <a:gd name="connsiteY37" fmla="*/ 447501 h 1476823"/>
                  <a:gd name="connsiteX38" fmla="*/ 101980 w 3824422"/>
                  <a:gd name="connsiteY38" fmla="*/ 155402 h 1476823"/>
                  <a:gd name="connsiteX39" fmla="*/ 13081 w 3824422"/>
                  <a:gd name="connsiteY39" fmla="*/ 105448 h 1476823"/>
                  <a:gd name="connsiteX40" fmla="*/ 21548 w 3824422"/>
                  <a:gd name="connsiteY40" fmla="*/ 15701 h 1476823"/>
                  <a:gd name="connsiteX0" fmla="*/ 21548 w 3824422"/>
                  <a:gd name="connsiteY0" fmla="*/ 15701 h 1476823"/>
                  <a:gd name="connsiteX1" fmla="*/ 209505 w 3824422"/>
                  <a:gd name="connsiteY1" fmla="*/ 135927 h 1476823"/>
                  <a:gd name="connsiteX2" fmla="*/ 455887 w 3824422"/>
                  <a:gd name="connsiteY2" fmla="*/ 341668 h 1476823"/>
                  <a:gd name="connsiteX3" fmla="*/ 565954 w 3824422"/>
                  <a:gd name="connsiteY3" fmla="*/ 472901 h 1476823"/>
                  <a:gd name="connsiteX4" fmla="*/ 813180 w 3824422"/>
                  <a:gd name="connsiteY4" fmla="*/ 761615 h 1476823"/>
                  <a:gd name="connsiteX5" fmla="*/ 1003681 w 3824422"/>
                  <a:gd name="connsiteY5" fmla="*/ 896236 h 1476823"/>
                  <a:gd name="connsiteX6" fmla="*/ 1294084 w 3824422"/>
                  <a:gd name="connsiteY6" fmla="*/ 1054562 h 1476823"/>
                  <a:gd name="connsiteX7" fmla="*/ 1613279 w 3824422"/>
                  <a:gd name="connsiteY7" fmla="*/ 1344968 h 1476823"/>
                  <a:gd name="connsiteX8" fmla="*/ 1676780 w 3824422"/>
                  <a:gd name="connsiteY8" fmla="*/ 1340734 h 1476823"/>
                  <a:gd name="connsiteX9" fmla="*/ 1668314 w 3824422"/>
                  <a:gd name="connsiteY9" fmla="*/ 1150234 h 1476823"/>
                  <a:gd name="connsiteX10" fmla="*/ 1748747 w 3824422"/>
                  <a:gd name="connsiteY10" fmla="*/ 1137534 h 1476823"/>
                  <a:gd name="connsiteX11" fmla="*/ 1765682 w 3824422"/>
                  <a:gd name="connsiteY11" fmla="*/ 1361901 h 1476823"/>
                  <a:gd name="connsiteX12" fmla="*/ 1812248 w 3824422"/>
                  <a:gd name="connsiteY12" fmla="*/ 1383067 h 1476823"/>
                  <a:gd name="connsiteX13" fmla="*/ 2176314 w 3824422"/>
                  <a:gd name="connsiteY13" fmla="*/ 1391534 h 1476823"/>
                  <a:gd name="connsiteX14" fmla="*/ 2222881 w 3824422"/>
                  <a:gd name="connsiteY14" fmla="*/ 1332267 h 1476823"/>
                  <a:gd name="connsiteX15" fmla="*/ 2235581 w 3824422"/>
                  <a:gd name="connsiteY15" fmla="*/ 1171402 h 1476823"/>
                  <a:gd name="connsiteX16" fmla="*/ 2294847 w 3824422"/>
                  <a:gd name="connsiteY16" fmla="*/ 1158701 h 1476823"/>
                  <a:gd name="connsiteX17" fmla="*/ 2311780 w 3824422"/>
                  <a:gd name="connsiteY17" fmla="*/ 1344968 h 1476823"/>
                  <a:gd name="connsiteX18" fmla="*/ 2377821 w 3824422"/>
                  <a:gd name="connsiteY18" fmla="*/ 1394075 h 1476823"/>
                  <a:gd name="connsiteX19" fmla="*/ 2586100 w 3824422"/>
                  <a:gd name="connsiteY19" fmla="*/ 1312792 h 1476823"/>
                  <a:gd name="connsiteX20" fmla="*/ 3067007 w 3824422"/>
                  <a:gd name="connsiteY20" fmla="*/ 891154 h 1476823"/>
                  <a:gd name="connsiteX21" fmla="*/ 3374347 w 3824422"/>
                  <a:gd name="connsiteY21" fmla="*/ 527934 h 1476823"/>
                  <a:gd name="connsiteX22" fmla="*/ 3641047 w 3824422"/>
                  <a:gd name="connsiteY22" fmla="*/ 269701 h 1476823"/>
                  <a:gd name="connsiteX23" fmla="*/ 3768048 w 3824422"/>
                  <a:gd name="connsiteY23" fmla="*/ 19934 h 1476823"/>
                  <a:gd name="connsiteX24" fmla="*/ 3823080 w 3824422"/>
                  <a:gd name="connsiteY24" fmla="*/ 45335 h 1476823"/>
                  <a:gd name="connsiteX25" fmla="*/ 3717246 w 3824422"/>
                  <a:gd name="connsiteY25" fmla="*/ 282400 h 1476823"/>
                  <a:gd name="connsiteX26" fmla="*/ 3552147 w 3824422"/>
                  <a:gd name="connsiteY26" fmla="*/ 447501 h 1476823"/>
                  <a:gd name="connsiteX27" fmla="*/ 3323547 w 3824422"/>
                  <a:gd name="connsiteY27" fmla="*/ 688801 h 1476823"/>
                  <a:gd name="connsiteX28" fmla="*/ 3090714 w 3824422"/>
                  <a:gd name="connsiteY28" fmla="*/ 997834 h 1476823"/>
                  <a:gd name="connsiteX29" fmla="*/ 2538685 w 3824422"/>
                  <a:gd name="connsiteY29" fmla="*/ 1422859 h 1476823"/>
                  <a:gd name="connsiteX30" fmla="*/ 2114506 w 3824422"/>
                  <a:gd name="connsiteY30" fmla="*/ 1474507 h 1476823"/>
                  <a:gd name="connsiteX31" fmla="*/ 1714034 w 3824422"/>
                  <a:gd name="connsiteY31" fmla="*/ 1456728 h 1476823"/>
                  <a:gd name="connsiteX32" fmla="*/ 1562479 w 3824422"/>
                  <a:gd name="connsiteY32" fmla="*/ 1389841 h 1476823"/>
                  <a:gd name="connsiteX33" fmla="*/ 1378754 w 3824422"/>
                  <a:gd name="connsiteY33" fmla="*/ 1232361 h 1476823"/>
                  <a:gd name="connsiteX34" fmla="*/ 1233126 w 3824422"/>
                  <a:gd name="connsiteY34" fmla="*/ 1107900 h 1476823"/>
                  <a:gd name="connsiteX35" fmla="*/ 1019767 w 3824422"/>
                  <a:gd name="connsiteY35" fmla="*/ 990213 h 1476823"/>
                  <a:gd name="connsiteX36" fmla="*/ 758147 w 3824422"/>
                  <a:gd name="connsiteY36" fmla="*/ 820035 h 1476823"/>
                  <a:gd name="connsiteX37" fmla="*/ 449113 w 3824422"/>
                  <a:gd name="connsiteY37" fmla="*/ 447501 h 1476823"/>
                  <a:gd name="connsiteX38" fmla="*/ 101980 w 3824422"/>
                  <a:gd name="connsiteY38" fmla="*/ 155402 h 1476823"/>
                  <a:gd name="connsiteX39" fmla="*/ 13081 w 3824422"/>
                  <a:gd name="connsiteY39" fmla="*/ 105448 h 1476823"/>
                  <a:gd name="connsiteX40" fmla="*/ 21548 w 3824422"/>
                  <a:gd name="connsiteY40" fmla="*/ 15701 h 1476823"/>
                  <a:gd name="connsiteX0" fmla="*/ 21548 w 3824422"/>
                  <a:gd name="connsiteY0" fmla="*/ 15701 h 1476823"/>
                  <a:gd name="connsiteX1" fmla="*/ 209505 w 3824422"/>
                  <a:gd name="connsiteY1" fmla="*/ 135927 h 1476823"/>
                  <a:gd name="connsiteX2" fmla="*/ 455887 w 3824422"/>
                  <a:gd name="connsiteY2" fmla="*/ 341668 h 1476823"/>
                  <a:gd name="connsiteX3" fmla="*/ 565954 w 3824422"/>
                  <a:gd name="connsiteY3" fmla="*/ 472901 h 1476823"/>
                  <a:gd name="connsiteX4" fmla="*/ 813180 w 3824422"/>
                  <a:gd name="connsiteY4" fmla="*/ 761615 h 1476823"/>
                  <a:gd name="connsiteX5" fmla="*/ 1003681 w 3824422"/>
                  <a:gd name="connsiteY5" fmla="*/ 896236 h 1476823"/>
                  <a:gd name="connsiteX6" fmla="*/ 1294084 w 3824422"/>
                  <a:gd name="connsiteY6" fmla="*/ 1054562 h 1476823"/>
                  <a:gd name="connsiteX7" fmla="*/ 1613279 w 3824422"/>
                  <a:gd name="connsiteY7" fmla="*/ 1344968 h 1476823"/>
                  <a:gd name="connsiteX8" fmla="*/ 1676780 w 3824422"/>
                  <a:gd name="connsiteY8" fmla="*/ 1340734 h 1476823"/>
                  <a:gd name="connsiteX9" fmla="*/ 1668314 w 3824422"/>
                  <a:gd name="connsiteY9" fmla="*/ 1150234 h 1476823"/>
                  <a:gd name="connsiteX10" fmla="*/ 1748747 w 3824422"/>
                  <a:gd name="connsiteY10" fmla="*/ 1137534 h 1476823"/>
                  <a:gd name="connsiteX11" fmla="*/ 1765682 w 3824422"/>
                  <a:gd name="connsiteY11" fmla="*/ 1361901 h 1476823"/>
                  <a:gd name="connsiteX12" fmla="*/ 1812248 w 3824422"/>
                  <a:gd name="connsiteY12" fmla="*/ 1383067 h 1476823"/>
                  <a:gd name="connsiteX13" fmla="*/ 2176314 w 3824422"/>
                  <a:gd name="connsiteY13" fmla="*/ 1391534 h 1476823"/>
                  <a:gd name="connsiteX14" fmla="*/ 2222881 w 3824422"/>
                  <a:gd name="connsiteY14" fmla="*/ 1332267 h 1476823"/>
                  <a:gd name="connsiteX15" fmla="*/ 2235581 w 3824422"/>
                  <a:gd name="connsiteY15" fmla="*/ 1171402 h 1476823"/>
                  <a:gd name="connsiteX16" fmla="*/ 2294847 w 3824422"/>
                  <a:gd name="connsiteY16" fmla="*/ 1158701 h 1476823"/>
                  <a:gd name="connsiteX17" fmla="*/ 2311780 w 3824422"/>
                  <a:gd name="connsiteY17" fmla="*/ 1344968 h 1476823"/>
                  <a:gd name="connsiteX18" fmla="*/ 2377821 w 3824422"/>
                  <a:gd name="connsiteY18" fmla="*/ 1394075 h 1476823"/>
                  <a:gd name="connsiteX19" fmla="*/ 2570860 w 3824422"/>
                  <a:gd name="connsiteY19" fmla="*/ 1307712 h 1476823"/>
                  <a:gd name="connsiteX20" fmla="*/ 3067007 w 3824422"/>
                  <a:gd name="connsiteY20" fmla="*/ 891154 h 1476823"/>
                  <a:gd name="connsiteX21" fmla="*/ 3374347 w 3824422"/>
                  <a:gd name="connsiteY21" fmla="*/ 527934 h 1476823"/>
                  <a:gd name="connsiteX22" fmla="*/ 3641047 w 3824422"/>
                  <a:gd name="connsiteY22" fmla="*/ 269701 h 1476823"/>
                  <a:gd name="connsiteX23" fmla="*/ 3768048 w 3824422"/>
                  <a:gd name="connsiteY23" fmla="*/ 19934 h 1476823"/>
                  <a:gd name="connsiteX24" fmla="*/ 3823080 w 3824422"/>
                  <a:gd name="connsiteY24" fmla="*/ 45335 h 1476823"/>
                  <a:gd name="connsiteX25" fmla="*/ 3717246 w 3824422"/>
                  <a:gd name="connsiteY25" fmla="*/ 282400 h 1476823"/>
                  <a:gd name="connsiteX26" fmla="*/ 3552147 w 3824422"/>
                  <a:gd name="connsiteY26" fmla="*/ 447501 h 1476823"/>
                  <a:gd name="connsiteX27" fmla="*/ 3323547 w 3824422"/>
                  <a:gd name="connsiteY27" fmla="*/ 688801 h 1476823"/>
                  <a:gd name="connsiteX28" fmla="*/ 3090714 w 3824422"/>
                  <a:gd name="connsiteY28" fmla="*/ 997834 h 1476823"/>
                  <a:gd name="connsiteX29" fmla="*/ 2538685 w 3824422"/>
                  <a:gd name="connsiteY29" fmla="*/ 1422859 h 1476823"/>
                  <a:gd name="connsiteX30" fmla="*/ 2114506 w 3824422"/>
                  <a:gd name="connsiteY30" fmla="*/ 1474507 h 1476823"/>
                  <a:gd name="connsiteX31" fmla="*/ 1714034 w 3824422"/>
                  <a:gd name="connsiteY31" fmla="*/ 1456728 h 1476823"/>
                  <a:gd name="connsiteX32" fmla="*/ 1562479 w 3824422"/>
                  <a:gd name="connsiteY32" fmla="*/ 1389841 h 1476823"/>
                  <a:gd name="connsiteX33" fmla="*/ 1378754 w 3824422"/>
                  <a:gd name="connsiteY33" fmla="*/ 1232361 h 1476823"/>
                  <a:gd name="connsiteX34" fmla="*/ 1233126 w 3824422"/>
                  <a:gd name="connsiteY34" fmla="*/ 1107900 h 1476823"/>
                  <a:gd name="connsiteX35" fmla="*/ 1019767 w 3824422"/>
                  <a:gd name="connsiteY35" fmla="*/ 990213 h 1476823"/>
                  <a:gd name="connsiteX36" fmla="*/ 758147 w 3824422"/>
                  <a:gd name="connsiteY36" fmla="*/ 820035 h 1476823"/>
                  <a:gd name="connsiteX37" fmla="*/ 449113 w 3824422"/>
                  <a:gd name="connsiteY37" fmla="*/ 447501 h 1476823"/>
                  <a:gd name="connsiteX38" fmla="*/ 101980 w 3824422"/>
                  <a:gd name="connsiteY38" fmla="*/ 155402 h 1476823"/>
                  <a:gd name="connsiteX39" fmla="*/ 13081 w 3824422"/>
                  <a:gd name="connsiteY39" fmla="*/ 105448 h 1476823"/>
                  <a:gd name="connsiteX40" fmla="*/ 21548 w 3824422"/>
                  <a:gd name="connsiteY40" fmla="*/ 15701 h 1476823"/>
                  <a:gd name="connsiteX0" fmla="*/ 21548 w 3824422"/>
                  <a:gd name="connsiteY0" fmla="*/ 15701 h 1476823"/>
                  <a:gd name="connsiteX1" fmla="*/ 209505 w 3824422"/>
                  <a:gd name="connsiteY1" fmla="*/ 135927 h 1476823"/>
                  <a:gd name="connsiteX2" fmla="*/ 455887 w 3824422"/>
                  <a:gd name="connsiteY2" fmla="*/ 341668 h 1476823"/>
                  <a:gd name="connsiteX3" fmla="*/ 565954 w 3824422"/>
                  <a:gd name="connsiteY3" fmla="*/ 472901 h 1476823"/>
                  <a:gd name="connsiteX4" fmla="*/ 813180 w 3824422"/>
                  <a:gd name="connsiteY4" fmla="*/ 761615 h 1476823"/>
                  <a:gd name="connsiteX5" fmla="*/ 1003681 w 3824422"/>
                  <a:gd name="connsiteY5" fmla="*/ 896236 h 1476823"/>
                  <a:gd name="connsiteX6" fmla="*/ 1294084 w 3824422"/>
                  <a:gd name="connsiteY6" fmla="*/ 1054562 h 1476823"/>
                  <a:gd name="connsiteX7" fmla="*/ 1613279 w 3824422"/>
                  <a:gd name="connsiteY7" fmla="*/ 1344968 h 1476823"/>
                  <a:gd name="connsiteX8" fmla="*/ 1676780 w 3824422"/>
                  <a:gd name="connsiteY8" fmla="*/ 1340734 h 1476823"/>
                  <a:gd name="connsiteX9" fmla="*/ 1668314 w 3824422"/>
                  <a:gd name="connsiteY9" fmla="*/ 1150234 h 1476823"/>
                  <a:gd name="connsiteX10" fmla="*/ 1748747 w 3824422"/>
                  <a:gd name="connsiteY10" fmla="*/ 1137534 h 1476823"/>
                  <a:gd name="connsiteX11" fmla="*/ 1765682 w 3824422"/>
                  <a:gd name="connsiteY11" fmla="*/ 1361901 h 1476823"/>
                  <a:gd name="connsiteX12" fmla="*/ 1812248 w 3824422"/>
                  <a:gd name="connsiteY12" fmla="*/ 1383067 h 1476823"/>
                  <a:gd name="connsiteX13" fmla="*/ 2176314 w 3824422"/>
                  <a:gd name="connsiteY13" fmla="*/ 1391534 h 1476823"/>
                  <a:gd name="connsiteX14" fmla="*/ 2222881 w 3824422"/>
                  <a:gd name="connsiteY14" fmla="*/ 1332267 h 1476823"/>
                  <a:gd name="connsiteX15" fmla="*/ 2235581 w 3824422"/>
                  <a:gd name="connsiteY15" fmla="*/ 1171402 h 1476823"/>
                  <a:gd name="connsiteX16" fmla="*/ 2294847 w 3824422"/>
                  <a:gd name="connsiteY16" fmla="*/ 1158701 h 1476823"/>
                  <a:gd name="connsiteX17" fmla="*/ 2311780 w 3824422"/>
                  <a:gd name="connsiteY17" fmla="*/ 1344968 h 1476823"/>
                  <a:gd name="connsiteX18" fmla="*/ 2377821 w 3824422"/>
                  <a:gd name="connsiteY18" fmla="*/ 1394075 h 1476823"/>
                  <a:gd name="connsiteX19" fmla="*/ 2570860 w 3824422"/>
                  <a:gd name="connsiteY19" fmla="*/ 1307712 h 1476823"/>
                  <a:gd name="connsiteX20" fmla="*/ 2807926 w 3824422"/>
                  <a:gd name="connsiteY20" fmla="*/ 1143460 h 1476823"/>
                  <a:gd name="connsiteX21" fmla="*/ 3067007 w 3824422"/>
                  <a:gd name="connsiteY21" fmla="*/ 891154 h 1476823"/>
                  <a:gd name="connsiteX22" fmla="*/ 3374347 w 3824422"/>
                  <a:gd name="connsiteY22" fmla="*/ 527934 h 1476823"/>
                  <a:gd name="connsiteX23" fmla="*/ 3641047 w 3824422"/>
                  <a:gd name="connsiteY23" fmla="*/ 269701 h 1476823"/>
                  <a:gd name="connsiteX24" fmla="*/ 3768048 w 3824422"/>
                  <a:gd name="connsiteY24" fmla="*/ 19934 h 1476823"/>
                  <a:gd name="connsiteX25" fmla="*/ 3823080 w 3824422"/>
                  <a:gd name="connsiteY25" fmla="*/ 45335 h 1476823"/>
                  <a:gd name="connsiteX26" fmla="*/ 3717246 w 3824422"/>
                  <a:gd name="connsiteY26" fmla="*/ 282400 h 1476823"/>
                  <a:gd name="connsiteX27" fmla="*/ 3552147 w 3824422"/>
                  <a:gd name="connsiteY27" fmla="*/ 447501 h 1476823"/>
                  <a:gd name="connsiteX28" fmla="*/ 3323547 w 3824422"/>
                  <a:gd name="connsiteY28" fmla="*/ 688801 h 1476823"/>
                  <a:gd name="connsiteX29" fmla="*/ 3090714 w 3824422"/>
                  <a:gd name="connsiteY29" fmla="*/ 997834 h 1476823"/>
                  <a:gd name="connsiteX30" fmla="*/ 2538685 w 3824422"/>
                  <a:gd name="connsiteY30" fmla="*/ 1422859 h 1476823"/>
                  <a:gd name="connsiteX31" fmla="*/ 2114506 w 3824422"/>
                  <a:gd name="connsiteY31" fmla="*/ 1474507 h 1476823"/>
                  <a:gd name="connsiteX32" fmla="*/ 1714034 w 3824422"/>
                  <a:gd name="connsiteY32" fmla="*/ 1456728 h 1476823"/>
                  <a:gd name="connsiteX33" fmla="*/ 1562479 w 3824422"/>
                  <a:gd name="connsiteY33" fmla="*/ 1389841 h 1476823"/>
                  <a:gd name="connsiteX34" fmla="*/ 1378754 w 3824422"/>
                  <a:gd name="connsiteY34" fmla="*/ 1232361 h 1476823"/>
                  <a:gd name="connsiteX35" fmla="*/ 1233126 w 3824422"/>
                  <a:gd name="connsiteY35" fmla="*/ 1107900 h 1476823"/>
                  <a:gd name="connsiteX36" fmla="*/ 1019767 w 3824422"/>
                  <a:gd name="connsiteY36" fmla="*/ 990213 h 1476823"/>
                  <a:gd name="connsiteX37" fmla="*/ 758147 w 3824422"/>
                  <a:gd name="connsiteY37" fmla="*/ 820035 h 1476823"/>
                  <a:gd name="connsiteX38" fmla="*/ 449113 w 3824422"/>
                  <a:gd name="connsiteY38" fmla="*/ 447501 h 1476823"/>
                  <a:gd name="connsiteX39" fmla="*/ 101980 w 3824422"/>
                  <a:gd name="connsiteY39" fmla="*/ 155402 h 1476823"/>
                  <a:gd name="connsiteX40" fmla="*/ 13081 w 3824422"/>
                  <a:gd name="connsiteY40" fmla="*/ 105448 h 1476823"/>
                  <a:gd name="connsiteX41" fmla="*/ 21548 w 3824422"/>
                  <a:gd name="connsiteY41" fmla="*/ 15701 h 1476823"/>
                  <a:gd name="connsiteX0" fmla="*/ 21548 w 3824422"/>
                  <a:gd name="connsiteY0" fmla="*/ 15701 h 1476823"/>
                  <a:gd name="connsiteX1" fmla="*/ 209505 w 3824422"/>
                  <a:gd name="connsiteY1" fmla="*/ 135927 h 1476823"/>
                  <a:gd name="connsiteX2" fmla="*/ 455887 w 3824422"/>
                  <a:gd name="connsiteY2" fmla="*/ 341668 h 1476823"/>
                  <a:gd name="connsiteX3" fmla="*/ 565954 w 3824422"/>
                  <a:gd name="connsiteY3" fmla="*/ 472901 h 1476823"/>
                  <a:gd name="connsiteX4" fmla="*/ 813180 w 3824422"/>
                  <a:gd name="connsiteY4" fmla="*/ 761615 h 1476823"/>
                  <a:gd name="connsiteX5" fmla="*/ 1003681 w 3824422"/>
                  <a:gd name="connsiteY5" fmla="*/ 896236 h 1476823"/>
                  <a:gd name="connsiteX6" fmla="*/ 1294084 w 3824422"/>
                  <a:gd name="connsiteY6" fmla="*/ 1054562 h 1476823"/>
                  <a:gd name="connsiteX7" fmla="*/ 1613279 w 3824422"/>
                  <a:gd name="connsiteY7" fmla="*/ 1344968 h 1476823"/>
                  <a:gd name="connsiteX8" fmla="*/ 1676780 w 3824422"/>
                  <a:gd name="connsiteY8" fmla="*/ 1340734 h 1476823"/>
                  <a:gd name="connsiteX9" fmla="*/ 1668314 w 3824422"/>
                  <a:gd name="connsiteY9" fmla="*/ 1150234 h 1476823"/>
                  <a:gd name="connsiteX10" fmla="*/ 1748747 w 3824422"/>
                  <a:gd name="connsiteY10" fmla="*/ 1137534 h 1476823"/>
                  <a:gd name="connsiteX11" fmla="*/ 1765682 w 3824422"/>
                  <a:gd name="connsiteY11" fmla="*/ 1361901 h 1476823"/>
                  <a:gd name="connsiteX12" fmla="*/ 1812248 w 3824422"/>
                  <a:gd name="connsiteY12" fmla="*/ 1383067 h 1476823"/>
                  <a:gd name="connsiteX13" fmla="*/ 2176314 w 3824422"/>
                  <a:gd name="connsiteY13" fmla="*/ 1391534 h 1476823"/>
                  <a:gd name="connsiteX14" fmla="*/ 2222881 w 3824422"/>
                  <a:gd name="connsiteY14" fmla="*/ 1332267 h 1476823"/>
                  <a:gd name="connsiteX15" fmla="*/ 2235581 w 3824422"/>
                  <a:gd name="connsiteY15" fmla="*/ 1171402 h 1476823"/>
                  <a:gd name="connsiteX16" fmla="*/ 2294847 w 3824422"/>
                  <a:gd name="connsiteY16" fmla="*/ 1158701 h 1476823"/>
                  <a:gd name="connsiteX17" fmla="*/ 2311780 w 3824422"/>
                  <a:gd name="connsiteY17" fmla="*/ 1344968 h 1476823"/>
                  <a:gd name="connsiteX18" fmla="*/ 2377821 w 3824422"/>
                  <a:gd name="connsiteY18" fmla="*/ 1394075 h 1476823"/>
                  <a:gd name="connsiteX19" fmla="*/ 2570860 w 3824422"/>
                  <a:gd name="connsiteY19" fmla="*/ 1307712 h 1476823"/>
                  <a:gd name="connsiteX20" fmla="*/ 2807926 w 3824422"/>
                  <a:gd name="connsiteY20" fmla="*/ 1143460 h 1476823"/>
                  <a:gd name="connsiteX21" fmla="*/ 3067007 w 3824422"/>
                  <a:gd name="connsiteY21" fmla="*/ 891154 h 1476823"/>
                  <a:gd name="connsiteX22" fmla="*/ 3374347 w 3824422"/>
                  <a:gd name="connsiteY22" fmla="*/ 527934 h 1476823"/>
                  <a:gd name="connsiteX23" fmla="*/ 3641047 w 3824422"/>
                  <a:gd name="connsiteY23" fmla="*/ 269701 h 1476823"/>
                  <a:gd name="connsiteX24" fmla="*/ 3768048 w 3824422"/>
                  <a:gd name="connsiteY24" fmla="*/ 19934 h 1476823"/>
                  <a:gd name="connsiteX25" fmla="*/ 3823080 w 3824422"/>
                  <a:gd name="connsiteY25" fmla="*/ 45335 h 1476823"/>
                  <a:gd name="connsiteX26" fmla="*/ 3717246 w 3824422"/>
                  <a:gd name="connsiteY26" fmla="*/ 282400 h 1476823"/>
                  <a:gd name="connsiteX27" fmla="*/ 3552147 w 3824422"/>
                  <a:gd name="connsiteY27" fmla="*/ 447501 h 1476823"/>
                  <a:gd name="connsiteX28" fmla="*/ 3338787 w 3824422"/>
                  <a:gd name="connsiteY28" fmla="*/ 704041 h 1476823"/>
                  <a:gd name="connsiteX29" fmla="*/ 3090714 w 3824422"/>
                  <a:gd name="connsiteY29" fmla="*/ 997834 h 1476823"/>
                  <a:gd name="connsiteX30" fmla="*/ 2538685 w 3824422"/>
                  <a:gd name="connsiteY30" fmla="*/ 1422859 h 1476823"/>
                  <a:gd name="connsiteX31" fmla="*/ 2114506 w 3824422"/>
                  <a:gd name="connsiteY31" fmla="*/ 1474507 h 1476823"/>
                  <a:gd name="connsiteX32" fmla="*/ 1714034 w 3824422"/>
                  <a:gd name="connsiteY32" fmla="*/ 1456728 h 1476823"/>
                  <a:gd name="connsiteX33" fmla="*/ 1562479 w 3824422"/>
                  <a:gd name="connsiteY33" fmla="*/ 1389841 h 1476823"/>
                  <a:gd name="connsiteX34" fmla="*/ 1378754 w 3824422"/>
                  <a:gd name="connsiteY34" fmla="*/ 1232361 h 1476823"/>
                  <a:gd name="connsiteX35" fmla="*/ 1233126 w 3824422"/>
                  <a:gd name="connsiteY35" fmla="*/ 1107900 h 1476823"/>
                  <a:gd name="connsiteX36" fmla="*/ 1019767 w 3824422"/>
                  <a:gd name="connsiteY36" fmla="*/ 990213 h 1476823"/>
                  <a:gd name="connsiteX37" fmla="*/ 758147 w 3824422"/>
                  <a:gd name="connsiteY37" fmla="*/ 820035 h 1476823"/>
                  <a:gd name="connsiteX38" fmla="*/ 449113 w 3824422"/>
                  <a:gd name="connsiteY38" fmla="*/ 447501 h 1476823"/>
                  <a:gd name="connsiteX39" fmla="*/ 101980 w 3824422"/>
                  <a:gd name="connsiteY39" fmla="*/ 155402 h 1476823"/>
                  <a:gd name="connsiteX40" fmla="*/ 13081 w 3824422"/>
                  <a:gd name="connsiteY40" fmla="*/ 105448 h 1476823"/>
                  <a:gd name="connsiteX41" fmla="*/ 21548 w 3824422"/>
                  <a:gd name="connsiteY41" fmla="*/ 15701 h 1476823"/>
                  <a:gd name="connsiteX0" fmla="*/ 21548 w 3824422"/>
                  <a:gd name="connsiteY0" fmla="*/ 15701 h 1476823"/>
                  <a:gd name="connsiteX1" fmla="*/ 209505 w 3824422"/>
                  <a:gd name="connsiteY1" fmla="*/ 135927 h 1476823"/>
                  <a:gd name="connsiteX2" fmla="*/ 455887 w 3824422"/>
                  <a:gd name="connsiteY2" fmla="*/ 341668 h 1476823"/>
                  <a:gd name="connsiteX3" fmla="*/ 565954 w 3824422"/>
                  <a:gd name="connsiteY3" fmla="*/ 472901 h 1476823"/>
                  <a:gd name="connsiteX4" fmla="*/ 813180 w 3824422"/>
                  <a:gd name="connsiteY4" fmla="*/ 761615 h 1476823"/>
                  <a:gd name="connsiteX5" fmla="*/ 1003681 w 3824422"/>
                  <a:gd name="connsiteY5" fmla="*/ 896236 h 1476823"/>
                  <a:gd name="connsiteX6" fmla="*/ 1294084 w 3824422"/>
                  <a:gd name="connsiteY6" fmla="*/ 1054562 h 1476823"/>
                  <a:gd name="connsiteX7" fmla="*/ 1613279 w 3824422"/>
                  <a:gd name="connsiteY7" fmla="*/ 1344968 h 1476823"/>
                  <a:gd name="connsiteX8" fmla="*/ 1676780 w 3824422"/>
                  <a:gd name="connsiteY8" fmla="*/ 1340734 h 1476823"/>
                  <a:gd name="connsiteX9" fmla="*/ 1668314 w 3824422"/>
                  <a:gd name="connsiteY9" fmla="*/ 1150234 h 1476823"/>
                  <a:gd name="connsiteX10" fmla="*/ 1748747 w 3824422"/>
                  <a:gd name="connsiteY10" fmla="*/ 1137534 h 1476823"/>
                  <a:gd name="connsiteX11" fmla="*/ 1765682 w 3824422"/>
                  <a:gd name="connsiteY11" fmla="*/ 1361901 h 1476823"/>
                  <a:gd name="connsiteX12" fmla="*/ 1812248 w 3824422"/>
                  <a:gd name="connsiteY12" fmla="*/ 1383067 h 1476823"/>
                  <a:gd name="connsiteX13" fmla="*/ 2176314 w 3824422"/>
                  <a:gd name="connsiteY13" fmla="*/ 1391534 h 1476823"/>
                  <a:gd name="connsiteX14" fmla="*/ 2222881 w 3824422"/>
                  <a:gd name="connsiteY14" fmla="*/ 1332267 h 1476823"/>
                  <a:gd name="connsiteX15" fmla="*/ 2235581 w 3824422"/>
                  <a:gd name="connsiteY15" fmla="*/ 1171402 h 1476823"/>
                  <a:gd name="connsiteX16" fmla="*/ 2294847 w 3824422"/>
                  <a:gd name="connsiteY16" fmla="*/ 1158701 h 1476823"/>
                  <a:gd name="connsiteX17" fmla="*/ 2311780 w 3824422"/>
                  <a:gd name="connsiteY17" fmla="*/ 1344968 h 1476823"/>
                  <a:gd name="connsiteX18" fmla="*/ 2377821 w 3824422"/>
                  <a:gd name="connsiteY18" fmla="*/ 1394075 h 1476823"/>
                  <a:gd name="connsiteX19" fmla="*/ 2570860 w 3824422"/>
                  <a:gd name="connsiteY19" fmla="*/ 1307712 h 1476823"/>
                  <a:gd name="connsiteX20" fmla="*/ 2807926 w 3824422"/>
                  <a:gd name="connsiteY20" fmla="*/ 1143460 h 1476823"/>
                  <a:gd name="connsiteX21" fmla="*/ 3067007 w 3824422"/>
                  <a:gd name="connsiteY21" fmla="*/ 891154 h 1476823"/>
                  <a:gd name="connsiteX22" fmla="*/ 3374347 w 3824422"/>
                  <a:gd name="connsiteY22" fmla="*/ 527934 h 1476823"/>
                  <a:gd name="connsiteX23" fmla="*/ 3641047 w 3824422"/>
                  <a:gd name="connsiteY23" fmla="*/ 269701 h 1476823"/>
                  <a:gd name="connsiteX24" fmla="*/ 3768048 w 3824422"/>
                  <a:gd name="connsiteY24" fmla="*/ 19934 h 1476823"/>
                  <a:gd name="connsiteX25" fmla="*/ 3823080 w 3824422"/>
                  <a:gd name="connsiteY25" fmla="*/ 45335 h 1476823"/>
                  <a:gd name="connsiteX26" fmla="*/ 3717246 w 3824422"/>
                  <a:gd name="connsiteY26" fmla="*/ 282400 h 1476823"/>
                  <a:gd name="connsiteX27" fmla="*/ 3567387 w 3824422"/>
                  <a:gd name="connsiteY27" fmla="*/ 447501 h 1476823"/>
                  <a:gd name="connsiteX28" fmla="*/ 3338787 w 3824422"/>
                  <a:gd name="connsiteY28" fmla="*/ 704041 h 1476823"/>
                  <a:gd name="connsiteX29" fmla="*/ 3090714 w 3824422"/>
                  <a:gd name="connsiteY29" fmla="*/ 997834 h 1476823"/>
                  <a:gd name="connsiteX30" fmla="*/ 2538685 w 3824422"/>
                  <a:gd name="connsiteY30" fmla="*/ 1422859 h 1476823"/>
                  <a:gd name="connsiteX31" fmla="*/ 2114506 w 3824422"/>
                  <a:gd name="connsiteY31" fmla="*/ 1474507 h 1476823"/>
                  <a:gd name="connsiteX32" fmla="*/ 1714034 w 3824422"/>
                  <a:gd name="connsiteY32" fmla="*/ 1456728 h 1476823"/>
                  <a:gd name="connsiteX33" fmla="*/ 1562479 w 3824422"/>
                  <a:gd name="connsiteY33" fmla="*/ 1389841 h 1476823"/>
                  <a:gd name="connsiteX34" fmla="*/ 1378754 w 3824422"/>
                  <a:gd name="connsiteY34" fmla="*/ 1232361 h 1476823"/>
                  <a:gd name="connsiteX35" fmla="*/ 1233126 w 3824422"/>
                  <a:gd name="connsiteY35" fmla="*/ 1107900 h 1476823"/>
                  <a:gd name="connsiteX36" fmla="*/ 1019767 w 3824422"/>
                  <a:gd name="connsiteY36" fmla="*/ 990213 h 1476823"/>
                  <a:gd name="connsiteX37" fmla="*/ 758147 w 3824422"/>
                  <a:gd name="connsiteY37" fmla="*/ 820035 h 1476823"/>
                  <a:gd name="connsiteX38" fmla="*/ 449113 w 3824422"/>
                  <a:gd name="connsiteY38" fmla="*/ 447501 h 1476823"/>
                  <a:gd name="connsiteX39" fmla="*/ 101980 w 3824422"/>
                  <a:gd name="connsiteY39" fmla="*/ 155402 h 1476823"/>
                  <a:gd name="connsiteX40" fmla="*/ 13081 w 3824422"/>
                  <a:gd name="connsiteY40" fmla="*/ 105448 h 1476823"/>
                  <a:gd name="connsiteX41" fmla="*/ 21548 w 3824422"/>
                  <a:gd name="connsiteY41" fmla="*/ 15701 h 1476823"/>
                  <a:gd name="connsiteX0" fmla="*/ 21548 w 3795891"/>
                  <a:gd name="connsiteY0" fmla="*/ 1308 h 1462430"/>
                  <a:gd name="connsiteX1" fmla="*/ 209505 w 3795891"/>
                  <a:gd name="connsiteY1" fmla="*/ 121534 h 1462430"/>
                  <a:gd name="connsiteX2" fmla="*/ 455887 w 3795891"/>
                  <a:gd name="connsiteY2" fmla="*/ 327275 h 1462430"/>
                  <a:gd name="connsiteX3" fmla="*/ 565954 w 3795891"/>
                  <a:gd name="connsiteY3" fmla="*/ 458508 h 1462430"/>
                  <a:gd name="connsiteX4" fmla="*/ 813180 w 3795891"/>
                  <a:gd name="connsiteY4" fmla="*/ 747222 h 1462430"/>
                  <a:gd name="connsiteX5" fmla="*/ 1003681 w 3795891"/>
                  <a:gd name="connsiteY5" fmla="*/ 881843 h 1462430"/>
                  <a:gd name="connsiteX6" fmla="*/ 1294084 w 3795891"/>
                  <a:gd name="connsiteY6" fmla="*/ 1040169 h 1462430"/>
                  <a:gd name="connsiteX7" fmla="*/ 1613279 w 3795891"/>
                  <a:gd name="connsiteY7" fmla="*/ 1330575 h 1462430"/>
                  <a:gd name="connsiteX8" fmla="*/ 1676780 w 3795891"/>
                  <a:gd name="connsiteY8" fmla="*/ 1326341 h 1462430"/>
                  <a:gd name="connsiteX9" fmla="*/ 1668314 w 3795891"/>
                  <a:gd name="connsiteY9" fmla="*/ 1135841 h 1462430"/>
                  <a:gd name="connsiteX10" fmla="*/ 1748747 w 3795891"/>
                  <a:gd name="connsiteY10" fmla="*/ 1123141 h 1462430"/>
                  <a:gd name="connsiteX11" fmla="*/ 1765682 w 3795891"/>
                  <a:gd name="connsiteY11" fmla="*/ 1347508 h 1462430"/>
                  <a:gd name="connsiteX12" fmla="*/ 1812248 w 3795891"/>
                  <a:gd name="connsiteY12" fmla="*/ 1368674 h 1462430"/>
                  <a:gd name="connsiteX13" fmla="*/ 2176314 w 3795891"/>
                  <a:gd name="connsiteY13" fmla="*/ 1377141 h 1462430"/>
                  <a:gd name="connsiteX14" fmla="*/ 2222881 w 3795891"/>
                  <a:gd name="connsiteY14" fmla="*/ 1317874 h 1462430"/>
                  <a:gd name="connsiteX15" fmla="*/ 2235581 w 3795891"/>
                  <a:gd name="connsiteY15" fmla="*/ 1157009 h 1462430"/>
                  <a:gd name="connsiteX16" fmla="*/ 2294847 w 3795891"/>
                  <a:gd name="connsiteY16" fmla="*/ 1144308 h 1462430"/>
                  <a:gd name="connsiteX17" fmla="*/ 2311780 w 3795891"/>
                  <a:gd name="connsiteY17" fmla="*/ 1330575 h 1462430"/>
                  <a:gd name="connsiteX18" fmla="*/ 2377821 w 3795891"/>
                  <a:gd name="connsiteY18" fmla="*/ 1379682 h 1462430"/>
                  <a:gd name="connsiteX19" fmla="*/ 2570860 w 3795891"/>
                  <a:gd name="connsiteY19" fmla="*/ 1293319 h 1462430"/>
                  <a:gd name="connsiteX20" fmla="*/ 2807926 w 3795891"/>
                  <a:gd name="connsiteY20" fmla="*/ 1129067 h 1462430"/>
                  <a:gd name="connsiteX21" fmla="*/ 3067007 w 3795891"/>
                  <a:gd name="connsiteY21" fmla="*/ 876761 h 1462430"/>
                  <a:gd name="connsiteX22" fmla="*/ 3374347 w 3795891"/>
                  <a:gd name="connsiteY22" fmla="*/ 513541 h 1462430"/>
                  <a:gd name="connsiteX23" fmla="*/ 3641047 w 3795891"/>
                  <a:gd name="connsiteY23" fmla="*/ 255308 h 1462430"/>
                  <a:gd name="connsiteX24" fmla="*/ 3768048 w 3795891"/>
                  <a:gd name="connsiteY24" fmla="*/ 5541 h 1462430"/>
                  <a:gd name="connsiteX25" fmla="*/ 3792600 w 3795891"/>
                  <a:gd name="connsiteY25" fmla="*/ 96982 h 1462430"/>
                  <a:gd name="connsiteX26" fmla="*/ 3717246 w 3795891"/>
                  <a:gd name="connsiteY26" fmla="*/ 268007 h 1462430"/>
                  <a:gd name="connsiteX27" fmla="*/ 3567387 w 3795891"/>
                  <a:gd name="connsiteY27" fmla="*/ 433108 h 1462430"/>
                  <a:gd name="connsiteX28" fmla="*/ 3338787 w 3795891"/>
                  <a:gd name="connsiteY28" fmla="*/ 689648 h 1462430"/>
                  <a:gd name="connsiteX29" fmla="*/ 3090714 w 3795891"/>
                  <a:gd name="connsiteY29" fmla="*/ 983441 h 1462430"/>
                  <a:gd name="connsiteX30" fmla="*/ 2538685 w 3795891"/>
                  <a:gd name="connsiteY30" fmla="*/ 1408466 h 1462430"/>
                  <a:gd name="connsiteX31" fmla="*/ 2114506 w 3795891"/>
                  <a:gd name="connsiteY31" fmla="*/ 1460114 h 1462430"/>
                  <a:gd name="connsiteX32" fmla="*/ 1714034 w 3795891"/>
                  <a:gd name="connsiteY32" fmla="*/ 1442335 h 1462430"/>
                  <a:gd name="connsiteX33" fmla="*/ 1562479 w 3795891"/>
                  <a:gd name="connsiteY33" fmla="*/ 1375448 h 1462430"/>
                  <a:gd name="connsiteX34" fmla="*/ 1378754 w 3795891"/>
                  <a:gd name="connsiteY34" fmla="*/ 1217968 h 1462430"/>
                  <a:gd name="connsiteX35" fmla="*/ 1233126 w 3795891"/>
                  <a:gd name="connsiteY35" fmla="*/ 1093507 h 1462430"/>
                  <a:gd name="connsiteX36" fmla="*/ 1019767 w 3795891"/>
                  <a:gd name="connsiteY36" fmla="*/ 975820 h 1462430"/>
                  <a:gd name="connsiteX37" fmla="*/ 758147 w 3795891"/>
                  <a:gd name="connsiteY37" fmla="*/ 805642 h 1462430"/>
                  <a:gd name="connsiteX38" fmla="*/ 449113 w 3795891"/>
                  <a:gd name="connsiteY38" fmla="*/ 433108 h 1462430"/>
                  <a:gd name="connsiteX39" fmla="*/ 101980 w 3795891"/>
                  <a:gd name="connsiteY39" fmla="*/ 141009 h 1462430"/>
                  <a:gd name="connsiteX40" fmla="*/ 13081 w 3795891"/>
                  <a:gd name="connsiteY40" fmla="*/ 91055 h 1462430"/>
                  <a:gd name="connsiteX41" fmla="*/ 21548 w 3795891"/>
                  <a:gd name="connsiteY41" fmla="*/ 1308 h 1462430"/>
                  <a:gd name="connsiteX0" fmla="*/ 21548 w 3795891"/>
                  <a:gd name="connsiteY0" fmla="*/ 1308 h 1462430"/>
                  <a:gd name="connsiteX1" fmla="*/ 209505 w 3795891"/>
                  <a:gd name="connsiteY1" fmla="*/ 121534 h 1462430"/>
                  <a:gd name="connsiteX2" fmla="*/ 455887 w 3795891"/>
                  <a:gd name="connsiteY2" fmla="*/ 327275 h 1462430"/>
                  <a:gd name="connsiteX3" fmla="*/ 565954 w 3795891"/>
                  <a:gd name="connsiteY3" fmla="*/ 458508 h 1462430"/>
                  <a:gd name="connsiteX4" fmla="*/ 813180 w 3795891"/>
                  <a:gd name="connsiteY4" fmla="*/ 747222 h 1462430"/>
                  <a:gd name="connsiteX5" fmla="*/ 1003681 w 3795891"/>
                  <a:gd name="connsiteY5" fmla="*/ 881843 h 1462430"/>
                  <a:gd name="connsiteX6" fmla="*/ 1294084 w 3795891"/>
                  <a:gd name="connsiteY6" fmla="*/ 1040169 h 1462430"/>
                  <a:gd name="connsiteX7" fmla="*/ 1613279 w 3795891"/>
                  <a:gd name="connsiteY7" fmla="*/ 1330575 h 1462430"/>
                  <a:gd name="connsiteX8" fmla="*/ 1676780 w 3795891"/>
                  <a:gd name="connsiteY8" fmla="*/ 1326341 h 1462430"/>
                  <a:gd name="connsiteX9" fmla="*/ 1668314 w 3795891"/>
                  <a:gd name="connsiteY9" fmla="*/ 1135841 h 1462430"/>
                  <a:gd name="connsiteX10" fmla="*/ 1748747 w 3795891"/>
                  <a:gd name="connsiteY10" fmla="*/ 1123141 h 1462430"/>
                  <a:gd name="connsiteX11" fmla="*/ 1765682 w 3795891"/>
                  <a:gd name="connsiteY11" fmla="*/ 1347508 h 1462430"/>
                  <a:gd name="connsiteX12" fmla="*/ 1812248 w 3795891"/>
                  <a:gd name="connsiteY12" fmla="*/ 1368674 h 1462430"/>
                  <a:gd name="connsiteX13" fmla="*/ 2176314 w 3795891"/>
                  <a:gd name="connsiteY13" fmla="*/ 1377141 h 1462430"/>
                  <a:gd name="connsiteX14" fmla="*/ 2222881 w 3795891"/>
                  <a:gd name="connsiteY14" fmla="*/ 1317874 h 1462430"/>
                  <a:gd name="connsiteX15" fmla="*/ 2235581 w 3795891"/>
                  <a:gd name="connsiteY15" fmla="*/ 1157009 h 1462430"/>
                  <a:gd name="connsiteX16" fmla="*/ 2294847 w 3795891"/>
                  <a:gd name="connsiteY16" fmla="*/ 1144308 h 1462430"/>
                  <a:gd name="connsiteX17" fmla="*/ 2311780 w 3795891"/>
                  <a:gd name="connsiteY17" fmla="*/ 1330575 h 1462430"/>
                  <a:gd name="connsiteX18" fmla="*/ 2377821 w 3795891"/>
                  <a:gd name="connsiteY18" fmla="*/ 1379682 h 1462430"/>
                  <a:gd name="connsiteX19" fmla="*/ 2570860 w 3795891"/>
                  <a:gd name="connsiteY19" fmla="*/ 1293319 h 1462430"/>
                  <a:gd name="connsiteX20" fmla="*/ 2807926 w 3795891"/>
                  <a:gd name="connsiteY20" fmla="*/ 1129067 h 1462430"/>
                  <a:gd name="connsiteX21" fmla="*/ 3067007 w 3795891"/>
                  <a:gd name="connsiteY21" fmla="*/ 876761 h 1462430"/>
                  <a:gd name="connsiteX22" fmla="*/ 3399747 w 3795891"/>
                  <a:gd name="connsiteY22" fmla="*/ 513541 h 1462430"/>
                  <a:gd name="connsiteX23" fmla="*/ 3641047 w 3795891"/>
                  <a:gd name="connsiteY23" fmla="*/ 255308 h 1462430"/>
                  <a:gd name="connsiteX24" fmla="*/ 3768048 w 3795891"/>
                  <a:gd name="connsiteY24" fmla="*/ 5541 h 1462430"/>
                  <a:gd name="connsiteX25" fmla="*/ 3792600 w 3795891"/>
                  <a:gd name="connsiteY25" fmla="*/ 96982 h 1462430"/>
                  <a:gd name="connsiteX26" fmla="*/ 3717246 w 3795891"/>
                  <a:gd name="connsiteY26" fmla="*/ 268007 h 1462430"/>
                  <a:gd name="connsiteX27" fmla="*/ 3567387 w 3795891"/>
                  <a:gd name="connsiteY27" fmla="*/ 433108 h 1462430"/>
                  <a:gd name="connsiteX28" fmla="*/ 3338787 w 3795891"/>
                  <a:gd name="connsiteY28" fmla="*/ 689648 h 1462430"/>
                  <a:gd name="connsiteX29" fmla="*/ 3090714 w 3795891"/>
                  <a:gd name="connsiteY29" fmla="*/ 983441 h 1462430"/>
                  <a:gd name="connsiteX30" fmla="*/ 2538685 w 3795891"/>
                  <a:gd name="connsiteY30" fmla="*/ 1408466 h 1462430"/>
                  <a:gd name="connsiteX31" fmla="*/ 2114506 w 3795891"/>
                  <a:gd name="connsiteY31" fmla="*/ 1460114 h 1462430"/>
                  <a:gd name="connsiteX32" fmla="*/ 1714034 w 3795891"/>
                  <a:gd name="connsiteY32" fmla="*/ 1442335 h 1462430"/>
                  <a:gd name="connsiteX33" fmla="*/ 1562479 w 3795891"/>
                  <a:gd name="connsiteY33" fmla="*/ 1375448 h 1462430"/>
                  <a:gd name="connsiteX34" fmla="*/ 1378754 w 3795891"/>
                  <a:gd name="connsiteY34" fmla="*/ 1217968 h 1462430"/>
                  <a:gd name="connsiteX35" fmla="*/ 1233126 w 3795891"/>
                  <a:gd name="connsiteY35" fmla="*/ 1093507 h 1462430"/>
                  <a:gd name="connsiteX36" fmla="*/ 1019767 w 3795891"/>
                  <a:gd name="connsiteY36" fmla="*/ 975820 h 1462430"/>
                  <a:gd name="connsiteX37" fmla="*/ 758147 w 3795891"/>
                  <a:gd name="connsiteY37" fmla="*/ 805642 h 1462430"/>
                  <a:gd name="connsiteX38" fmla="*/ 449113 w 3795891"/>
                  <a:gd name="connsiteY38" fmla="*/ 433108 h 1462430"/>
                  <a:gd name="connsiteX39" fmla="*/ 101980 w 3795891"/>
                  <a:gd name="connsiteY39" fmla="*/ 141009 h 1462430"/>
                  <a:gd name="connsiteX40" fmla="*/ 13081 w 3795891"/>
                  <a:gd name="connsiteY40" fmla="*/ 91055 h 1462430"/>
                  <a:gd name="connsiteX41" fmla="*/ 21548 w 3795891"/>
                  <a:gd name="connsiteY41" fmla="*/ 1308 h 1462430"/>
                  <a:gd name="connsiteX0" fmla="*/ 21548 w 3795891"/>
                  <a:gd name="connsiteY0" fmla="*/ 1308 h 1462430"/>
                  <a:gd name="connsiteX1" fmla="*/ 209505 w 3795891"/>
                  <a:gd name="connsiteY1" fmla="*/ 121534 h 1462430"/>
                  <a:gd name="connsiteX2" fmla="*/ 455887 w 3795891"/>
                  <a:gd name="connsiteY2" fmla="*/ 327275 h 1462430"/>
                  <a:gd name="connsiteX3" fmla="*/ 565954 w 3795891"/>
                  <a:gd name="connsiteY3" fmla="*/ 458508 h 1462430"/>
                  <a:gd name="connsiteX4" fmla="*/ 813180 w 3795891"/>
                  <a:gd name="connsiteY4" fmla="*/ 747222 h 1462430"/>
                  <a:gd name="connsiteX5" fmla="*/ 1003681 w 3795891"/>
                  <a:gd name="connsiteY5" fmla="*/ 881843 h 1462430"/>
                  <a:gd name="connsiteX6" fmla="*/ 1294084 w 3795891"/>
                  <a:gd name="connsiteY6" fmla="*/ 1040169 h 1462430"/>
                  <a:gd name="connsiteX7" fmla="*/ 1613279 w 3795891"/>
                  <a:gd name="connsiteY7" fmla="*/ 1330575 h 1462430"/>
                  <a:gd name="connsiteX8" fmla="*/ 1676780 w 3795891"/>
                  <a:gd name="connsiteY8" fmla="*/ 1326341 h 1462430"/>
                  <a:gd name="connsiteX9" fmla="*/ 1668314 w 3795891"/>
                  <a:gd name="connsiteY9" fmla="*/ 1135841 h 1462430"/>
                  <a:gd name="connsiteX10" fmla="*/ 1748747 w 3795891"/>
                  <a:gd name="connsiteY10" fmla="*/ 1123141 h 1462430"/>
                  <a:gd name="connsiteX11" fmla="*/ 1765682 w 3795891"/>
                  <a:gd name="connsiteY11" fmla="*/ 1347508 h 1462430"/>
                  <a:gd name="connsiteX12" fmla="*/ 1812248 w 3795891"/>
                  <a:gd name="connsiteY12" fmla="*/ 1368674 h 1462430"/>
                  <a:gd name="connsiteX13" fmla="*/ 2176314 w 3795891"/>
                  <a:gd name="connsiteY13" fmla="*/ 1377141 h 1462430"/>
                  <a:gd name="connsiteX14" fmla="*/ 2222881 w 3795891"/>
                  <a:gd name="connsiteY14" fmla="*/ 1317874 h 1462430"/>
                  <a:gd name="connsiteX15" fmla="*/ 2235581 w 3795891"/>
                  <a:gd name="connsiteY15" fmla="*/ 1157009 h 1462430"/>
                  <a:gd name="connsiteX16" fmla="*/ 2294847 w 3795891"/>
                  <a:gd name="connsiteY16" fmla="*/ 1144308 h 1462430"/>
                  <a:gd name="connsiteX17" fmla="*/ 2311780 w 3795891"/>
                  <a:gd name="connsiteY17" fmla="*/ 1330575 h 1462430"/>
                  <a:gd name="connsiteX18" fmla="*/ 2377821 w 3795891"/>
                  <a:gd name="connsiteY18" fmla="*/ 1379682 h 1462430"/>
                  <a:gd name="connsiteX19" fmla="*/ 2570860 w 3795891"/>
                  <a:gd name="connsiteY19" fmla="*/ 1293319 h 1462430"/>
                  <a:gd name="connsiteX20" fmla="*/ 2807926 w 3795891"/>
                  <a:gd name="connsiteY20" fmla="*/ 1129067 h 1462430"/>
                  <a:gd name="connsiteX21" fmla="*/ 3056847 w 3795891"/>
                  <a:gd name="connsiteY21" fmla="*/ 907241 h 1462430"/>
                  <a:gd name="connsiteX22" fmla="*/ 3399747 w 3795891"/>
                  <a:gd name="connsiteY22" fmla="*/ 513541 h 1462430"/>
                  <a:gd name="connsiteX23" fmla="*/ 3641047 w 3795891"/>
                  <a:gd name="connsiteY23" fmla="*/ 255308 h 1462430"/>
                  <a:gd name="connsiteX24" fmla="*/ 3768048 w 3795891"/>
                  <a:gd name="connsiteY24" fmla="*/ 5541 h 1462430"/>
                  <a:gd name="connsiteX25" fmla="*/ 3792600 w 3795891"/>
                  <a:gd name="connsiteY25" fmla="*/ 96982 h 1462430"/>
                  <a:gd name="connsiteX26" fmla="*/ 3717246 w 3795891"/>
                  <a:gd name="connsiteY26" fmla="*/ 268007 h 1462430"/>
                  <a:gd name="connsiteX27" fmla="*/ 3567387 w 3795891"/>
                  <a:gd name="connsiteY27" fmla="*/ 433108 h 1462430"/>
                  <a:gd name="connsiteX28" fmla="*/ 3338787 w 3795891"/>
                  <a:gd name="connsiteY28" fmla="*/ 689648 h 1462430"/>
                  <a:gd name="connsiteX29" fmla="*/ 3090714 w 3795891"/>
                  <a:gd name="connsiteY29" fmla="*/ 983441 h 1462430"/>
                  <a:gd name="connsiteX30" fmla="*/ 2538685 w 3795891"/>
                  <a:gd name="connsiteY30" fmla="*/ 1408466 h 1462430"/>
                  <a:gd name="connsiteX31" fmla="*/ 2114506 w 3795891"/>
                  <a:gd name="connsiteY31" fmla="*/ 1460114 h 1462430"/>
                  <a:gd name="connsiteX32" fmla="*/ 1714034 w 3795891"/>
                  <a:gd name="connsiteY32" fmla="*/ 1442335 h 1462430"/>
                  <a:gd name="connsiteX33" fmla="*/ 1562479 w 3795891"/>
                  <a:gd name="connsiteY33" fmla="*/ 1375448 h 1462430"/>
                  <a:gd name="connsiteX34" fmla="*/ 1378754 w 3795891"/>
                  <a:gd name="connsiteY34" fmla="*/ 1217968 h 1462430"/>
                  <a:gd name="connsiteX35" fmla="*/ 1233126 w 3795891"/>
                  <a:gd name="connsiteY35" fmla="*/ 1093507 h 1462430"/>
                  <a:gd name="connsiteX36" fmla="*/ 1019767 w 3795891"/>
                  <a:gd name="connsiteY36" fmla="*/ 975820 h 1462430"/>
                  <a:gd name="connsiteX37" fmla="*/ 758147 w 3795891"/>
                  <a:gd name="connsiteY37" fmla="*/ 805642 h 1462430"/>
                  <a:gd name="connsiteX38" fmla="*/ 449113 w 3795891"/>
                  <a:gd name="connsiteY38" fmla="*/ 433108 h 1462430"/>
                  <a:gd name="connsiteX39" fmla="*/ 101980 w 3795891"/>
                  <a:gd name="connsiteY39" fmla="*/ 141009 h 1462430"/>
                  <a:gd name="connsiteX40" fmla="*/ 13081 w 3795891"/>
                  <a:gd name="connsiteY40" fmla="*/ 91055 h 1462430"/>
                  <a:gd name="connsiteX41" fmla="*/ 21548 w 3795891"/>
                  <a:gd name="connsiteY41" fmla="*/ 1308 h 1462430"/>
                  <a:gd name="connsiteX0" fmla="*/ 21548 w 3795891"/>
                  <a:gd name="connsiteY0" fmla="*/ 1308 h 1462430"/>
                  <a:gd name="connsiteX1" fmla="*/ 209505 w 3795891"/>
                  <a:gd name="connsiteY1" fmla="*/ 121534 h 1462430"/>
                  <a:gd name="connsiteX2" fmla="*/ 455887 w 3795891"/>
                  <a:gd name="connsiteY2" fmla="*/ 327275 h 1462430"/>
                  <a:gd name="connsiteX3" fmla="*/ 565954 w 3795891"/>
                  <a:gd name="connsiteY3" fmla="*/ 458508 h 1462430"/>
                  <a:gd name="connsiteX4" fmla="*/ 813180 w 3795891"/>
                  <a:gd name="connsiteY4" fmla="*/ 747222 h 1462430"/>
                  <a:gd name="connsiteX5" fmla="*/ 1003681 w 3795891"/>
                  <a:gd name="connsiteY5" fmla="*/ 881843 h 1462430"/>
                  <a:gd name="connsiteX6" fmla="*/ 1294084 w 3795891"/>
                  <a:gd name="connsiteY6" fmla="*/ 1040169 h 1462430"/>
                  <a:gd name="connsiteX7" fmla="*/ 1613279 w 3795891"/>
                  <a:gd name="connsiteY7" fmla="*/ 1330575 h 1462430"/>
                  <a:gd name="connsiteX8" fmla="*/ 1676780 w 3795891"/>
                  <a:gd name="connsiteY8" fmla="*/ 1326341 h 1462430"/>
                  <a:gd name="connsiteX9" fmla="*/ 1668314 w 3795891"/>
                  <a:gd name="connsiteY9" fmla="*/ 1135841 h 1462430"/>
                  <a:gd name="connsiteX10" fmla="*/ 1748747 w 3795891"/>
                  <a:gd name="connsiteY10" fmla="*/ 1123141 h 1462430"/>
                  <a:gd name="connsiteX11" fmla="*/ 1765682 w 3795891"/>
                  <a:gd name="connsiteY11" fmla="*/ 1347508 h 1462430"/>
                  <a:gd name="connsiteX12" fmla="*/ 1812248 w 3795891"/>
                  <a:gd name="connsiteY12" fmla="*/ 1368674 h 1462430"/>
                  <a:gd name="connsiteX13" fmla="*/ 2176314 w 3795891"/>
                  <a:gd name="connsiteY13" fmla="*/ 1377141 h 1462430"/>
                  <a:gd name="connsiteX14" fmla="*/ 2222881 w 3795891"/>
                  <a:gd name="connsiteY14" fmla="*/ 1317874 h 1462430"/>
                  <a:gd name="connsiteX15" fmla="*/ 2235581 w 3795891"/>
                  <a:gd name="connsiteY15" fmla="*/ 1157009 h 1462430"/>
                  <a:gd name="connsiteX16" fmla="*/ 2294847 w 3795891"/>
                  <a:gd name="connsiteY16" fmla="*/ 1144308 h 1462430"/>
                  <a:gd name="connsiteX17" fmla="*/ 2311780 w 3795891"/>
                  <a:gd name="connsiteY17" fmla="*/ 1330575 h 1462430"/>
                  <a:gd name="connsiteX18" fmla="*/ 2377821 w 3795891"/>
                  <a:gd name="connsiteY18" fmla="*/ 1379682 h 1462430"/>
                  <a:gd name="connsiteX19" fmla="*/ 2591180 w 3795891"/>
                  <a:gd name="connsiteY19" fmla="*/ 1303479 h 1462430"/>
                  <a:gd name="connsiteX20" fmla="*/ 2807926 w 3795891"/>
                  <a:gd name="connsiteY20" fmla="*/ 1129067 h 1462430"/>
                  <a:gd name="connsiteX21" fmla="*/ 3056847 w 3795891"/>
                  <a:gd name="connsiteY21" fmla="*/ 907241 h 1462430"/>
                  <a:gd name="connsiteX22" fmla="*/ 3399747 w 3795891"/>
                  <a:gd name="connsiteY22" fmla="*/ 513541 h 1462430"/>
                  <a:gd name="connsiteX23" fmla="*/ 3641047 w 3795891"/>
                  <a:gd name="connsiteY23" fmla="*/ 255308 h 1462430"/>
                  <a:gd name="connsiteX24" fmla="*/ 3768048 w 3795891"/>
                  <a:gd name="connsiteY24" fmla="*/ 5541 h 1462430"/>
                  <a:gd name="connsiteX25" fmla="*/ 3792600 w 3795891"/>
                  <a:gd name="connsiteY25" fmla="*/ 96982 h 1462430"/>
                  <a:gd name="connsiteX26" fmla="*/ 3717246 w 3795891"/>
                  <a:gd name="connsiteY26" fmla="*/ 268007 h 1462430"/>
                  <a:gd name="connsiteX27" fmla="*/ 3567387 w 3795891"/>
                  <a:gd name="connsiteY27" fmla="*/ 433108 h 1462430"/>
                  <a:gd name="connsiteX28" fmla="*/ 3338787 w 3795891"/>
                  <a:gd name="connsiteY28" fmla="*/ 689648 h 1462430"/>
                  <a:gd name="connsiteX29" fmla="*/ 3090714 w 3795891"/>
                  <a:gd name="connsiteY29" fmla="*/ 983441 h 1462430"/>
                  <a:gd name="connsiteX30" fmla="*/ 2538685 w 3795891"/>
                  <a:gd name="connsiteY30" fmla="*/ 1408466 h 1462430"/>
                  <a:gd name="connsiteX31" fmla="*/ 2114506 w 3795891"/>
                  <a:gd name="connsiteY31" fmla="*/ 1460114 h 1462430"/>
                  <a:gd name="connsiteX32" fmla="*/ 1714034 w 3795891"/>
                  <a:gd name="connsiteY32" fmla="*/ 1442335 h 1462430"/>
                  <a:gd name="connsiteX33" fmla="*/ 1562479 w 3795891"/>
                  <a:gd name="connsiteY33" fmla="*/ 1375448 h 1462430"/>
                  <a:gd name="connsiteX34" fmla="*/ 1378754 w 3795891"/>
                  <a:gd name="connsiteY34" fmla="*/ 1217968 h 1462430"/>
                  <a:gd name="connsiteX35" fmla="*/ 1233126 w 3795891"/>
                  <a:gd name="connsiteY35" fmla="*/ 1093507 h 1462430"/>
                  <a:gd name="connsiteX36" fmla="*/ 1019767 w 3795891"/>
                  <a:gd name="connsiteY36" fmla="*/ 975820 h 1462430"/>
                  <a:gd name="connsiteX37" fmla="*/ 758147 w 3795891"/>
                  <a:gd name="connsiteY37" fmla="*/ 805642 h 1462430"/>
                  <a:gd name="connsiteX38" fmla="*/ 449113 w 3795891"/>
                  <a:gd name="connsiteY38" fmla="*/ 433108 h 1462430"/>
                  <a:gd name="connsiteX39" fmla="*/ 101980 w 3795891"/>
                  <a:gd name="connsiteY39" fmla="*/ 141009 h 1462430"/>
                  <a:gd name="connsiteX40" fmla="*/ 13081 w 3795891"/>
                  <a:gd name="connsiteY40" fmla="*/ 91055 h 1462430"/>
                  <a:gd name="connsiteX41" fmla="*/ 21548 w 3795891"/>
                  <a:gd name="connsiteY41" fmla="*/ 1308 h 1462430"/>
                  <a:gd name="connsiteX0" fmla="*/ 21548 w 3795891"/>
                  <a:gd name="connsiteY0" fmla="*/ 1308 h 1462430"/>
                  <a:gd name="connsiteX1" fmla="*/ 209505 w 3795891"/>
                  <a:gd name="connsiteY1" fmla="*/ 121534 h 1462430"/>
                  <a:gd name="connsiteX2" fmla="*/ 455887 w 3795891"/>
                  <a:gd name="connsiteY2" fmla="*/ 327275 h 1462430"/>
                  <a:gd name="connsiteX3" fmla="*/ 565954 w 3795891"/>
                  <a:gd name="connsiteY3" fmla="*/ 458508 h 1462430"/>
                  <a:gd name="connsiteX4" fmla="*/ 813180 w 3795891"/>
                  <a:gd name="connsiteY4" fmla="*/ 747222 h 1462430"/>
                  <a:gd name="connsiteX5" fmla="*/ 1003681 w 3795891"/>
                  <a:gd name="connsiteY5" fmla="*/ 881843 h 1462430"/>
                  <a:gd name="connsiteX6" fmla="*/ 1294084 w 3795891"/>
                  <a:gd name="connsiteY6" fmla="*/ 1040169 h 1462430"/>
                  <a:gd name="connsiteX7" fmla="*/ 1613279 w 3795891"/>
                  <a:gd name="connsiteY7" fmla="*/ 1330575 h 1462430"/>
                  <a:gd name="connsiteX8" fmla="*/ 1676780 w 3795891"/>
                  <a:gd name="connsiteY8" fmla="*/ 1326341 h 1462430"/>
                  <a:gd name="connsiteX9" fmla="*/ 1668314 w 3795891"/>
                  <a:gd name="connsiteY9" fmla="*/ 1135841 h 1462430"/>
                  <a:gd name="connsiteX10" fmla="*/ 1748747 w 3795891"/>
                  <a:gd name="connsiteY10" fmla="*/ 1123141 h 1462430"/>
                  <a:gd name="connsiteX11" fmla="*/ 1765682 w 3795891"/>
                  <a:gd name="connsiteY11" fmla="*/ 1347508 h 1462430"/>
                  <a:gd name="connsiteX12" fmla="*/ 1812248 w 3795891"/>
                  <a:gd name="connsiteY12" fmla="*/ 1368674 h 1462430"/>
                  <a:gd name="connsiteX13" fmla="*/ 2176314 w 3795891"/>
                  <a:gd name="connsiteY13" fmla="*/ 1377141 h 1462430"/>
                  <a:gd name="connsiteX14" fmla="*/ 2222881 w 3795891"/>
                  <a:gd name="connsiteY14" fmla="*/ 1317874 h 1462430"/>
                  <a:gd name="connsiteX15" fmla="*/ 2235581 w 3795891"/>
                  <a:gd name="connsiteY15" fmla="*/ 1157009 h 1462430"/>
                  <a:gd name="connsiteX16" fmla="*/ 2294847 w 3795891"/>
                  <a:gd name="connsiteY16" fmla="*/ 1144308 h 1462430"/>
                  <a:gd name="connsiteX17" fmla="*/ 2311780 w 3795891"/>
                  <a:gd name="connsiteY17" fmla="*/ 1330575 h 1462430"/>
                  <a:gd name="connsiteX18" fmla="*/ 2377821 w 3795891"/>
                  <a:gd name="connsiteY18" fmla="*/ 1379682 h 1462430"/>
                  <a:gd name="connsiteX19" fmla="*/ 2591180 w 3795891"/>
                  <a:gd name="connsiteY19" fmla="*/ 1278079 h 1462430"/>
                  <a:gd name="connsiteX20" fmla="*/ 2807926 w 3795891"/>
                  <a:gd name="connsiteY20" fmla="*/ 1129067 h 1462430"/>
                  <a:gd name="connsiteX21" fmla="*/ 3056847 w 3795891"/>
                  <a:gd name="connsiteY21" fmla="*/ 907241 h 1462430"/>
                  <a:gd name="connsiteX22" fmla="*/ 3399747 w 3795891"/>
                  <a:gd name="connsiteY22" fmla="*/ 513541 h 1462430"/>
                  <a:gd name="connsiteX23" fmla="*/ 3641047 w 3795891"/>
                  <a:gd name="connsiteY23" fmla="*/ 255308 h 1462430"/>
                  <a:gd name="connsiteX24" fmla="*/ 3768048 w 3795891"/>
                  <a:gd name="connsiteY24" fmla="*/ 5541 h 1462430"/>
                  <a:gd name="connsiteX25" fmla="*/ 3792600 w 3795891"/>
                  <a:gd name="connsiteY25" fmla="*/ 96982 h 1462430"/>
                  <a:gd name="connsiteX26" fmla="*/ 3717246 w 3795891"/>
                  <a:gd name="connsiteY26" fmla="*/ 268007 h 1462430"/>
                  <a:gd name="connsiteX27" fmla="*/ 3567387 w 3795891"/>
                  <a:gd name="connsiteY27" fmla="*/ 433108 h 1462430"/>
                  <a:gd name="connsiteX28" fmla="*/ 3338787 w 3795891"/>
                  <a:gd name="connsiteY28" fmla="*/ 689648 h 1462430"/>
                  <a:gd name="connsiteX29" fmla="*/ 3090714 w 3795891"/>
                  <a:gd name="connsiteY29" fmla="*/ 983441 h 1462430"/>
                  <a:gd name="connsiteX30" fmla="*/ 2538685 w 3795891"/>
                  <a:gd name="connsiteY30" fmla="*/ 1408466 h 1462430"/>
                  <a:gd name="connsiteX31" fmla="*/ 2114506 w 3795891"/>
                  <a:gd name="connsiteY31" fmla="*/ 1460114 h 1462430"/>
                  <a:gd name="connsiteX32" fmla="*/ 1714034 w 3795891"/>
                  <a:gd name="connsiteY32" fmla="*/ 1442335 h 1462430"/>
                  <a:gd name="connsiteX33" fmla="*/ 1562479 w 3795891"/>
                  <a:gd name="connsiteY33" fmla="*/ 1375448 h 1462430"/>
                  <a:gd name="connsiteX34" fmla="*/ 1378754 w 3795891"/>
                  <a:gd name="connsiteY34" fmla="*/ 1217968 h 1462430"/>
                  <a:gd name="connsiteX35" fmla="*/ 1233126 w 3795891"/>
                  <a:gd name="connsiteY35" fmla="*/ 1093507 h 1462430"/>
                  <a:gd name="connsiteX36" fmla="*/ 1019767 w 3795891"/>
                  <a:gd name="connsiteY36" fmla="*/ 975820 h 1462430"/>
                  <a:gd name="connsiteX37" fmla="*/ 758147 w 3795891"/>
                  <a:gd name="connsiteY37" fmla="*/ 805642 h 1462430"/>
                  <a:gd name="connsiteX38" fmla="*/ 449113 w 3795891"/>
                  <a:gd name="connsiteY38" fmla="*/ 433108 h 1462430"/>
                  <a:gd name="connsiteX39" fmla="*/ 101980 w 3795891"/>
                  <a:gd name="connsiteY39" fmla="*/ 141009 h 1462430"/>
                  <a:gd name="connsiteX40" fmla="*/ 13081 w 3795891"/>
                  <a:gd name="connsiteY40" fmla="*/ 91055 h 1462430"/>
                  <a:gd name="connsiteX41" fmla="*/ 21548 w 3795891"/>
                  <a:gd name="connsiteY41" fmla="*/ 1308 h 1462430"/>
                  <a:gd name="connsiteX0" fmla="*/ 21548 w 3795891"/>
                  <a:gd name="connsiteY0" fmla="*/ 1308 h 1462430"/>
                  <a:gd name="connsiteX1" fmla="*/ 209505 w 3795891"/>
                  <a:gd name="connsiteY1" fmla="*/ 121534 h 1462430"/>
                  <a:gd name="connsiteX2" fmla="*/ 455887 w 3795891"/>
                  <a:gd name="connsiteY2" fmla="*/ 327275 h 1462430"/>
                  <a:gd name="connsiteX3" fmla="*/ 565954 w 3795891"/>
                  <a:gd name="connsiteY3" fmla="*/ 458508 h 1462430"/>
                  <a:gd name="connsiteX4" fmla="*/ 813180 w 3795891"/>
                  <a:gd name="connsiteY4" fmla="*/ 747222 h 1462430"/>
                  <a:gd name="connsiteX5" fmla="*/ 1003681 w 3795891"/>
                  <a:gd name="connsiteY5" fmla="*/ 881843 h 1462430"/>
                  <a:gd name="connsiteX6" fmla="*/ 1294084 w 3795891"/>
                  <a:gd name="connsiteY6" fmla="*/ 1040169 h 1462430"/>
                  <a:gd name="connsiteX7" fmla="*/ 1613279 w 3795891"/>
                  <a:gd name="connsiteY7" fmla="*/ 1330575 h 1462430"/>
                  <a:gd name="connsiteX8" fmla="*/ 1676780 w 3795891"/>
                  <a:gd name="connsiteY8" fmla="*/ 1326341 h 1462430"/>
                  <a:gd name="connsiteX9" fmla="*/ 1668314 w 3795891"/>
                  <a:gd name="connsiteY9" fmla="*/ 1135841 h 1462430"/>
                  <a:gd name="connsiteX10" fmla="*/ 1748747 w 3795891"/>
                  <a:gd name="connsiteY10" fmla="*/ 1123141 h 1462430"/>
                  <a:gd name="connsiteX11" fmla="*/ 1765682 w 3795891"/>
                  <a:gd name="connsiteY11" fmla="*/ 1347508 h 1462430"/>
                  <a:gd name="connsiteX12" fmla="*/ 1812248 w 3795891"/>
                  <a:gd name="connsiteY12" fmla="*/ 1368674 h 1462430"/>
                  <a:gd name="connsiteX13" fmla="*/ 2176314 w 3795891"/>
                  <a:gd name="connsiteY13" fmla="*/ 1377141 h 1462430"/>
                  <a:gd name="connsiteX14" fmla="*/ 2222881 w 3795891"/>
                  <a:gd name="connsiteY14" fmla="*/ 1317874 h 1462430"/>
                  <a:gd name="connsiteX15" fmla="*/ 2235581 w 3795891"/>
                  <a:gd name="connsiteY15" fmla="*/ 1157009 h 1462430"/>
                  <a:gd name="connsiteX16" fmla="*/ 2294847 w 3795891"/>
                  <a:gd name="connsiteY16" fmla="*/ 1144308 h 1462430"/>
                  <a:gd name="connsiteX17" fmla="*/ 2311780 w 3795891"/>
                  <a:gd name="connsiteY17" fmla="*/ 1330575 h 1462430"/>
                  <a:gd name="connsiteX18" fmla="*/ 2377821 w 3795891"/>
                  <a:gd name="connsiteY18" fmla="*/ 1379682 h 1462430"/>
                  <a:gd name="connsiteX19" fmla="*/ 2621660 w 3795891"/>
                  <a:gd name="connsiteY19" fmla="*/ 1283159 h 1462430"/>
                  <a:gd name="connsiteX20" fmla="*/ 2807926 w 3795891"/>
                  <a:gd name="connsiteY20" fmla="*/ 1129067 h 1462430"/>
                  <a:gd name="connsiteX21" fmla="*/ 3056847 w 3795891"/>
                  <a:gd name="connsiteY21" fmla="*/ 907241 h 1462430"/>
                  <a:gd name="connsiteX22" fmla="*/ 3399747 w 3795891"/>
                  <a:gd name="connsiteY22" fmla="*/ 513541 h 1462430"/>
                  <a:gd name="connsiteX23" fmla="*/ 3641047 w 3795891"/>
                  <a:gd name="connsiteY23" fmla="*/ 255308 h 1462430"/>
                  <a:gd name="connsiteX24" fmla="*/ 3768048 w 3795891"/>
                  <a:gd name="connsiteY24" fmla="*/ 5541 h 1462430"/>
                  <a:gd name="connsiteX25" fmla="*/ 3792600 w 3795891"/>
                  <a:gd name="connsiteY25" fmla="*/ 96982 h 1462430"/>
                  <a:gd name="connsiteX26" fmla="*/ 3717246 w 3795891"/>
                  <a:gd name="connsiteY26" fmla="*/ 268007 h 1462430"/>
                  <a:gd name="connsiteX27" fmla="*/ 3567387 w 3795891"/>
                  <a:gd name="connsiteY27" fmla="*/ 433108 h 1462430"/>
                  <a:gd name="connsiteX28" fmla="*/ 3338787 w 3795891"/>
                  <a:gd name="connsiteY28" fmla="*/ 689648 h 1462430"/>
                  <a:gd name="connsiteX29" fmla="*/ 3090714 w 3795891"/>
                  <a:gd name="connsiteY29" fmla="*/ 983441 h 1462430"/>
                  <a:gd name="connsiteX30" fmla="*/ 2538685 w 3795891"/>
                  <a:gd name="connsiteY30" fmla="*/ 1408466 h 1462430"/>
                  <a:gd name="connsiteX31" fmla="*/ 2114506 w 3795891"/>
                  <a:gd name="connsiteY31" fmla="*/ 1460114 h 1462430"/>
                  <a:gd name="connsiteX32" fmla="*/ 1714034 w 3795891"/>
                  <a:gd name="connsiteY32" fmla="*/ 1442335 h 1462430"/>
                  <a:gd name="connsiteX33" fmla="*/ 1562479 w 3795891"/>
                  <a:gd name="connsiteY33" fmla="*/ 1375448 h 1462430"/>
                  <a:gd name="connsiteX34" fmla="*/ 1378754 w 3795891"/>
                  <a:gd name="connsiteY34" fmla="*/ 1217968 h 1462430"/>
                  <a:gd name="connsiteX35" fmla="*/ 1233126 w 3795891"/>
                  <a:gd name="connsiteY35" fmla="*/ 1093507 h 1462430"/>
                  <a:gd name="connsiteX36" fmla="*/ 1019767 w 3795891"/>
                  <a:gd name="connsiteY36" fmla="*/ 975820 h 1462430"/>
                  <a:gd name="connsiteX37" fmla="*/ 758147 w 3795891"/>
                  <a:gd name="connsiteY37" fmla="*/ 805642 h 1462430"/>
                  <a:gd name="connsiteX38" fmla="*/ 449113 w 3795891"/>
                  <a:gd name="connsiteY38" fmla="*/ 433108 h 1462430"/>
                  <a:gd name="connsiteX39" fmla="*/ 101980 w 3795891"/>
                  <a:gd name="connsiteY39" fmla="*/ 141009 h 1462430"/>
                  <a:gd name="connsiteX40" fmla="*/ 13081 w 3795891"/>
                  <a:gd name="connsiteY40" fmla="*/ 91055 h 1462430"/>
                  <a:gd name="connsiteX41" fmla="*/ 21548 w 3795891"/>
                  <a:gd name="connsiteY41" fmla="*/ 1308 h 1462430"/>
                  <a:gd name="connsiteX0" fmla="*/ 21548 w 3795891"/>
                  <a:gd name="connsiteY0" fmla="*/ 1308 h 1462430"/>
                  <a:gd name="connsiteX1" fmla="*/ 209505 w 3795891"/>
                  <a:gd name="connsiteY1" fmla="*/ 121534 h 1462430"/>
                  <a:gd name="connsiteX2" fmla="*/ 455887 w 3795891"/>
                  <a:gd name="connsiteY2" fmla="*/ 327275 h 1462430"/>
                  <a:gd name="connsiteX3" fmla="*/ 565954 w 3795891"/>
                  <a:gd name="connsiteY3" fmla="*/ 458508 h 1462430"/>
                  <a:gd name="connsiteX4" fmla="*/ 813180 w 3795891"/>
                  <a:gd name="connsiteY4" fmla="*/ 747222 h 1462430"/>
                  <a:gd name="connsiteX5" fmla="*/ 1003681 w 3795891"/>
                  <a:gd name="connsiteY5" fmla="*/ 881843 h 1462430"/>
                  <a:gd name="connsiteX6" fmla="*/ 1294084 w 3795891"/>
                  <a:gd name="connsiteY6" fmla="*/ 1040169 h 1462430"/>
                  <a:gd name="connsiteX7" fmla="*/ 1613279 w 3795891"/>
                  <a:gd name="connsiteY7" fmla="*/ 1330575 h 1462430"/>
                  <a:gd name="connsiteX8" fmla="*/ 1676780 w 3795891"/>
                  <a:gd name="connsiteY8" fmla="*/ 1326341 h 1462430"/>
                  <a:gd name="connsiteX9" fmla="*/ 1668314 w 3795891"/>
                  <a:gd name="connsiteY9" fmla="*/ 1135841 h 1462430"/>
                  <a:gd name="connsiteX10" fmla="*/ 1748747 w 3795891"/>
                  <a:gd name="connsiteY10" fmla="*/ 1123141 h 1462430"/>
                  <a:gd name="connsiteX11" fmla="*/ 1765682 w 3795891"/>
                  <a:gd name="connsiteY11" fmla="*/ 1347508 h 1462430"/>
                  <a:gd name="connsiteX12" fmla="*/ 1812248 w 3795891"/>
                  <a:gd name="connsiteY12" fmla="*/ 1368674 h 1462430"/>
                  <a:gd name="connsiteX13" fmla="*/ 2176314 w 3795891"/>
                  <a:gd name="connsiteY13" fmla="*/ 1377141 h 1462430"/>
                  <a:gd name="connsiteX14" fmla="*/ 2222881 w 3795891"/>
                  <a:gd name="connsiteY14" fmla="*/ 1317874 h 1462430"/>
                  <a:gd name="connsiteX15" fmla="*/ 2235581 w 3795891"/>
                  <a:gd name="connsiteY15" fmla="*/ 1157009 h 1462430"/>
                  <a:gd name="connsiteX16" fmla="*/ 2294847 w 3795891"/>
                  <a:gd name="connsiteY16" fmla="*/ 1144308 h 1462430"/>
                  <a:gd name="connsiteX17" fmla="*/ 2311780 w 3795891"/>
                  <a:gd name="connsiteY17" fmla="*/ 1330575 h 1462430"/>
                  <a:gd name="connsiteX18" fmla="*/ 2377821 w 3795891"/>
                  <a:gd name="connsiteY18" fmla="*/ 1379682 h 1462430"/>
                  <a:gd name="connsiteX19" fmla="*/ 2621660 w 3795891"/>
                  <a:gd name="connsiteY19" fmla="*/ 1283159 h 1462430"/>
                  <a:gd name="connsiteX20" fmla="*/ 2807926 w 3795891"/>
                  <a:gd name="connsiteY20" fmla="*/ 1129067 h 1462430"/>
                  <a:gd name="connsiteX21" fmla="*/ 3056847 w 3795891"/>
                  <a:gd name="connsiteY21" fmla="*/ 907241 h 1462430"/>
                  <a:gd name="connsiteX22" fmla="*/ 3399747 w 3795891"/>
                  <a:gd name="connsiteY22" fmla="*/ 513541 h 1462430"/>
                  <a:gd name="connsiteX23" fmla="*/ 3641047 w 3795891"/>
                  <a:gd name="connsiteY23" fmla="*/ 255308 h 1462430"/>
                  <a:gd name="connsiteX24" fmla="*/ 3768048 w 3795891"/>
                  <a:gd name="connsiteY24" fmla="*/ 5541 h 1462430"/>
                  <a:gd name="connsiteX25" fmla="*/ 3792600 w 3795891"/>
                  <a:gd name="connsiteY25" fmla="*/ 96982 h 1462430"/>
                  <a:gd name="connsiteX26" fmla="*/ 3717246 w 3795891"/>
                  <a:gd name="connsiteY26" fmla="*/ 268007 h 1462430"/>
                  <a:gd name="connsiteX27" fmla="*/ 3567387 w 3795891"/>
                  <a:gd name="connsiteY27" fmla="*/ 433108 h 1462430"/>
                  <a:gd name="connsiteX28" fmla="*/ 3338787 w 3795891"/>
                  <a:gd name="connsiteY28" fmla="*/ 689648 h 1462430"/>
                  <a:gd name="connsiteX29" fmla="*/ 3090714 w 3795891"/>
                  <a:gd name="connsiteY29" fmla="*/ 983441 h 1462430"/>
                  <a:gd name="connsiteX30" fmla="*/ 2538685 w 3795891"/>
                  <a:gd name="connsiteY30" fmla="*/ 1408466 h 1462430"/>
                  <a:gd name="connsiteX31" fmla="*/ 2114506 w 3795891"/>
                  <a:gd name="connsiteY31" fmla="*/ 1460114 h 1462430"/>
                  <a:gd name="connsiteX32" fmla="*/ 1714034 w 3795891"/>
                  <a:gd name="connsiteY32" fmla="*/ 1442335 h 1462430"/>
                  <a:gd name="connsiteX33" fmla="*/ 1562479 w 3795891"/>
                  <a:gd name="connsiteY33" fmla="*/ 1375448 h 1462430"/>
                  <a:gd name="connsiteX34" fmla="*/ 1378754 w 3795891"/>
                  <a:gd name="connsiteY34" fmla="*/ 1217968 h 1462430"/>
                  <a:gd name="connsiteX35" fmla="*/ 1233126 w 3795891"/>
                  <a:gd name="connsiteY35" fmla="*/ 1093507 h 1462430"/>
                  <a:gd name="connsiteX36" fmla="*/ 1019767 w 3795891"/>
                  <a:gd name="connsiteY36" fmla="*/ 975820 h 1462430"/>
                  <a:gd name="connsiteX37" fmla="*/ 758147 w 3795891"/>
                  <a:gd name="connsiteY37" fmla="*/ 805642 h 1462430"/>
                  <a:gd name="connsiteX38" fmla="*/ 449113 w 3795891"/>
                  <a:gd name="connsiteY38" fmla="*/ 433108 h 1462430"/>
                  <a:gd name="connsiteX39" fmla="*/ 101980 w 3795891"/>
                  <a:gd name="connsiteY39" fmla="*/ 141009 h 1462430"/>
                  <a:gd name="connsiteX40" fmla="*/ 13081 w 3795891"/>
                  <a:gd name="connsiteY40" fmla="*/ 91055 h 1462430"/>
                  <a:gd name="connsiteX41" fmla="*/ 21548 w 3795891"/>
                  <a:gd name="connsiteY41" fmla="*/ 1308 h 1462430"/>
                  <a:gd name="connsiteX0" fmla="*/ 21548 w 3795891"/>
                  <a:gd name="connsiteY0" fmla="*/ 1308 h 1461787"/>
                  <a:gd name="connsiteX1" fmla="*/ 209505 w 3795891"/>
                  <a:gd name="connsiteY1" fmla="*/ 121534 h 1461787"/>
                  <a:gd name="connsiteX2" fmla="*/ 455887 w 3795891"/>
                  <a:gd name="connsiteY2" fmla="*/ 327275 h 1461787"/>
                  <a:gd name="connsiteX3" fmla="*/ 565954 w 3795891"/>
                  <a:gd name="connsiteY3" fmla="*/ 458508 h 1461787"/>
                  <a:gd name="connsiteX4" fmla="*/ 813180 w 3795891"/>
                  <a:gd name="connsiteY4" fmla="*/ 747222 h 1461787"/>
                  <a:gd name="connsiteX5" fmla="*/ 1003681 w 3795891"/>
                  <a:gd name="connsiteY5" fmla="*/ 881843 h 1461787"/>
                  <a:gd name="connsiteX6" fmla="*/ 1294084 w 3795891"/>
                  <a:gd name="connsiteY6" fmla="*/ 1040169 h 1461787"/>
                  <a:gd name="connsiteX7" fmla="*/ 1613279 w 3795891"/>
                  <a:gd name="connsiteY7" fmla="*/ 1330575 h 1461787"/>
                  <a:gd name="connsiteX8" fmla="*/ 1676780 w 3795891"/>
                  <a:gd name="connsiteY8" fmla="*/ 1326341 h 1461787"/>
                  <a:gd name="connsiteX9" fmla="*/ 1668314 w 3795891"/>
                  <a:gd name="connsiteY9" fmla="*/ 1135841 h 1461787"/>
                  <a:gd name="connsiteX10" fmla="*/ 1748747 w 3795891"/>
                  <a:gd name="connsiteY10" fmla="*/ 1123141 h 1461787"/>
                  <a:gd name="connsiteX11" fmla="*/ 1765682 w 3795891"/>
                  <a:gd name="connsiteY11" fmla="*/ 1347508 h 1461787"/>
                  <a:gd name="connsiteX12" fmla="*/ 1812248 w 3795891"/>
                  <a:gd name="connsiteY12" fmla="*/ 1368674 h 1461787"/>
                  <a:gd name="connsiteX13" fmla="*/ 2176314 w 3795891"/>
                  <a:gd name="connsiteY13" fmla="*/ 1377141 h 1461787"/>
                  <a:gd name="connsiteX14" fmla="*/ 2222881 w 3795891"/>
                  <a:gd name="connsiteY14" fmla="*/ 1317874 h 1461787"/>
                  <a:gd name="connsiteX15" fmla="*/ 2235581 w 3795891"/>
                  <a:gd name="connsiteY15" fmla="*/ 1157009 h 1461787"/>
                  <a:gd name="connsiteX16" fmla="*/ 2294847 w 3795891"/>
                  <a:gd name="connsiteY16" fmla="*/ 1144308 h 1461787"/>
                  <a:gd name="connsiteX17" fmla="*/ 2311780 w 3795891"/>
                  <a:gd name="connsiteY17" fmla="*/ 1330575 h 1461787"/>
                  <a:gd name="connsiteX18" fmla="*/ 2377821 w 3795891"/>
                  <a:gd name="connsiteY18" fmla="*/ 1379682 h 1461787"/>
                  <a:gd name="connsiteX19" fmla="*/ 2621660 w 3795891"/>
                  <a:gd name="connsiteY19" fmla="*/ 1283159 h 1461787"/>
                  <a:gd name="connsiteX20" fmla="*/ 2807926 w 3795891"/>
                  <a:gd name="connsiteY20" fmla="*/ 1129067 h 1461787"/>
                  <a:gd name="connsiteX21" fmla="*/ 3056847 w 3795891"/>
                  <a:gd name="connsiteY21" fmla="*/ 907241 h 1461787"/>
                  <a:gd name="connsiteX22" fmla="*/ 3399747 w 3795891"/>
                  <a:gd name="connsiteY22" fmla="*/ 513541 h 1461787"/>
                  <a:gd name="connsiteX23" fmla="*/ 3641047 w 3795891"/>
                  <a:gd name="connsiteY23" fmla="*/ 255308 h 1461787"/>
                  <a:gd name="connsiteX24" fmla="*/ 3768048 w 3795891"/>
                  <a:gd name="connsiteY24" fmla="*/ 5541 h 1461787"/>
                  <a:gd name="connsiteX25" fmla="*/ 3792600 w 3795891"/>
                  <a:gd name="connsiteY25" fmla="*/ 96982 h 1461787"/>
                  <a:gd name="connsiteX26" fmla="*/ 3717246 w 3795891"/>
                  <a:gd name="connsiteY26" fmla="*/ 268007 h 1461787"/>
                  <a:gd name="connsiteX27" fmla="*/ 3567387 w 3795891"/>
                  <a:gd name="connsiteY27" fmla="*/ 433108 h 1461787"/>
                  <a:gd name="connsiteX28" fmla="*/ 3338787 w 3795891"/>
                  <a:gd name="connsiteY28" fmla="*/ 689648 h 1461787"/>
                  <a:gd name="connsiteX29" fmla="*/ 3090714 w 3795891"/>
                  <a:gd name="connsiteY29" fmla="*/ 983441 h 1461787"/>
                  <a:gd name="connsiteX30" fmla="*/ 2782527 w 3795891"/>
                  <a:gd name="connsiteY30" fmla="*/ 1256066 h 1461787"/>
                  <a:gd name="connsiteX31" fmla="*/ 2538685 w 3795891"/>
                  <a:gd name="connsiteY31" fmla="*/ 1408466 h 1461787"/>
                  <a:gd name="connsiteX32" fmla="*/ 2114506 w 3795891"/>
                  <a:gd name="connsiteY32" fmla="*/ 1460114 h 1461787"/>
                  <a:gd name="connsiteX33" fmla="*/ 1714034 w 3795891"/>
                  <a:gd name="connsiteY33" fmla="*/ 1442335 h 1461787"/>
                  <a:gd name="connsiteX34" fmla="*/ 1562479 w 3795891"/>
                  <a:gd name="connsiteY34" fmla="*/ 1375448 h 1461787"/>
                  <a:gd name="connsiteX35" fmla="*/ 1378754 w 3795891"/>
                  <a:gd name="connsiteY35" fmla="*/ 1217968 h 1461787"/>
                  <a:gd name="connsiteX36" fmla="*/ 1233126 w 3795891"/>
                  <a:gd name="connsiteY36" fmla="*/ 1093507 h 1461787"/>
                  <a:gd name="connsiteX37" fmla="*/ 1019767 w 3795891"/>
                  <a:gd name="connsiteY37" fmla="*/ 975820 h 1461787"/>
                  <a:gd name="connsiteX38" fmla="*/ 758147 w 3795891"/>
                  <a:gd name="connsiteY38" fmla="*/ 805642 h 1461787"/>
                  <a:gd name="connsiteX39" fmla="*/ 449113 w 3795891"/>
                  <a:gd name="connsiteY39" fmla="*/ 433108 h 1461787"/>
                  <a:gd name="connsiteX40" fmla="*/ 101980 w 3795891"/>
                  <a:gd name="connsiteY40" fmla="*/ 141009 h 1461787"/>
                  <a:gd name="connsiteX41" fmla="*/ 13081 w 3795891"/>
                  <a:gd name="connsiteY41" fmla="*/ 91055 h 1461787"/>
                  <a:gd name="connsiteX42" fmla="*/ 21548 w 3795891"/>
                  <a:gd name="connsiteY42" fmla="*/ 1308 h 1461787"/>
                  <a:gd name="connsiteX0" fmla="*/ 21548 w 3795891"/>
                  <a:gd name="connsiteY0" fmla="*/ 1308 h 1461787"/>
                  <a:gd name="connsiteX1" fmla="*/ 209505 w 3795891"/>
                  <a:gd name="connsiteY1" fmla="*/ 121534 h 1461787"/>
                  <a:gd name="connsiteX2" fmla="*/ 455887 w 3795891"/>
                  <a:gd name="connsiteY2" fmla="*/ 327275 h 1461787"/>
                  <a:gd name="connsiteX3" fmla="*/ 565954 w 3795891"/>
                  <a:gd name="connsiteY3" fmla="*/ 458508 h 1461787"/>
                  <a:gd name="connsiteX4" fmla="*/ 813180 w 3795891"/>
                  <a:gd name="connsiteY4" fmla="*/ 747222 h 1461787"/>
                  <a:gd name="connsiteX5" fmla="*/ 1003681 w 3795891"/>
                  <a:gd name="connsiteY5" fmla="*/ 881843 h 1461787"/>
                  <a:gd name="connsiteX6" fmla="*/ 1294084 w 3795891"/>
                  <a:gd name="connsiteY6" fmla="*/ 1040169 h 1461787"/>
                  <a:gd name="connsiteX7" fmla="*/ 1613279 w 3795891"/>
                  <a:gd name="connsiteY7" fmla="*/ 1330575 h 1461787"/>
                  <a:gd name="connsiteX8" fmla="*/ 1676780 w 3795891"/>
                  <a:gd name="connsiteY8" fmla="*/ 1326341 h 1461787"/>
                  <a:gd name="connsiteX9" fmla="*/ 1668314 w 3795891"/>
                  <a:gd name="connsiteY9" fmla="*/ 1135841 h 1461787"/>
                  <a:gd name="connsiteX10" fmla="*/ 1748747 w 3795891"/>
                  <a:gd name="connsiteY10" fmla="*/ 1123141 h 1461787"/>
                  <a:gd name="connsiteX11" fmla="*/ 1765682 w 3795891"/>
                  <a:gd name="connsiteY11" fmla="*/ 1347508 h 1461787"/>
                  <a:gd name="connsiteX12" fmla="*/ 1812248 w 3795891"/>
                  <a:gd name="connsiteY12" fmla="*/ 1368674 h 1461787"/>
                  <a:gd name="connsiteX13" fmla="*/ 2176314 w 3795891"/>
                  <a:gd name="connsiteY13" fmla="*/ 1377141 h 1461787"/>
                  <a:gd name="connsiteX14" fmla="*/ 2222881 w 3795891"/>
                  <a:gd name="connsiteY14" fmla="*/ 1317874 h 1461787"/>
                  <a:gd name="connsiteX15" fmla="*/ 2235581 w 3795891"/>
                  <a:gd name="connsiteY15" fmla="*/ 1157009 h 1461787"/>
                  <a:gd name="connsiteX16" fmla="*/ 2294847 w 3795891"/>
                  <a:gd name="connsiteY16" fmla="*/ 1144308 h 1461787"/>
                  <a:gd name="connsiteX17" fmla="*/ 2311780 w 3795891"/>
                  <a:gd name="connsiteY17" fmla="*/ 1330575 h 1461787"/>
                  <a:gd name="connsiteX18" fmla="*/ 2413381 w 3795891"/>
                  <a:gd name="connsiteY18" fmla="*/ 1359362 h 1461787"/>
                  <a:gd name="connsiteX19" fmla="*/ 2621660 w 3795891"/>
                  <a:gd name="connsiteY19" fmla="*/ 1283159 h 1461787"/>
                  <a:gd name="connsiteX20" fmla="*/ 2807926 w 3795891"/>
                  <a:gd name="connsiteY20" fmla="*/ 1129067 h 1461787"/>
                  <a:gd name="connsiteX21" fmla="*/ 3056847 w 3795891"/>
                  <a:gd name="connsiteY21" fmla="*/ 907241 h 1461787"/>
                  <a:gd name="connsiteX22" fmla="*/ 3399747 w 3795891"/>
                  <a:gd name="connsiteY22" fmla="*/ 513541 h 1461787"/>
                  <a:gd name="connsiteX23" fmla="*/ 3641047 w 3795891"/>
                  <a:gd name="connsiteY23" fmla="*/ 255308 h 1461787"/>
                  <a:gd name="connsiteX24" fmla="*/ 3768048 w 3795891"/>
                  <a:gd name="connsiteY24" fmla="*/ 5541 h 1461787"/>
                  <a:gd name="connsiteX25" fmla="*/ 3792600 w 3795891"/>
                  <a:gd name="connsiteY25" fmla="*/ 96982 h 1461787"/>
                  <a:gd name="connsiteX26" fmla="*/ 3717246 w 3795891"/>
                  <a:gd name="connsiteY26" fmla="*/ 268007 h 1461787"/>
                  <a:gd name="connsiteX27" fmla="*/ 3567387 w 3795891"/>
                  <a:gd name="connsiteY27" fmla="*/ 433108 h 1461787"/>
                  <a:gd name="connsiteX28" fmla="*/ 3338787 w 3795891"/>
                  <a:gd name="connsiteY28" fmla="*/ 689648 h 1461787"/>
                  <a:gd name="connsiteX29" fmla="*/ 3090714 w 3795891"/>
                  <a:gd name="connsiteY29" fmla="*/ 983441 h 1461787"/>
                  <a:gd name="connsiteX30" fmla="*/ 2782527 w 3795891"/>
                  <a:gd name="connsiteY30" fmla="*/ 1256066 h 1461787"/>
                  <a:gd name="connsiteX31" fmla="*/ 2538685 w 3795891"/>
                  <a:gd name="connsiteY31" fmla="*/ 1408466 h 1461787"/>
                  <a:gd name="connsiteX32" fmla="*/ 2114506 w 3795891"/>
                  <a:gd name="connsiteY32" fmla="*/ 1460114 h 1461787"/>
                  <a:gd name="connsiteX33" fmla="*/ 1714034 w 3795891"/>
                  <a:gd name="connsiteY33" fmla="*/ 1442335 h 1461787"/>
                  <a:gd name="connsiteX34" fmla="*/ 1562479 w 3795891"/>
                  <a:gd name="connsiteY34" fmla="*/ 1375448 h 1461787"/>
                  <a:gd name="connsiteX35" fmla="*/ 1378754 w 3795891"/>
                  <a:gd name="connsiteY35" fmla="*/ 1217968 h 1461787"/>
                  <a:gd name="connsiteX36" fmla="*/ 1233126 w 3795891"/>
                  <a:gd name="connsiteY36" fmla="*/ 1093507 h 1461787"/>
                  <a:gd name="connsiteX37" fmla="*/ 1019767 w 3795891"/>
                  <a:gd name="connsiteY37" fmla="*/ 975820 h 1461787"/>
                  <a:gd name="connsiteX38" fmla="*/ 758147 w 3795891"/>
                  <a:gd name="connsiteY38" fmla="*/ 805642 h 1461787"/>
                  <a:gd name="connsiteX39" fmla="*/ 449113 w 3795891"/>
                  <a:gd name="connsiteY39" fmla="*/ 433108 h 1461787"/>
                  <a:gd name="connsiteX40" fmla="*/ 101980 w 3795891"/>
                  <a:gd name="connsiteY40" fmla="*/ 141009 h 1461787"/>
                  <a:gd name="connsiteX41" fmla="*/ 13081 w 3795891"/>
                  <a:gd name="connsiteY41" fmla="*/ 91055 h 1461787"/>
                  <a:gd name="connsiteX42" fmla="*/ 21548 w 3795891"/>
                  <a:gd name="connsiteY42" fmla="*/ 1308 h 1461787"/>
                  <a:gd name="connsiteX0" fmla="*/ 21548 w 3795891"/>
                  <a:gd name="connsiteY0" fmla="*/ 1308 h 1461787"/>
                  <a:gd name="connsiteX1" fmla="*/ 209505 w 3795891"/>
                  <a:gd name="connsiteY1" fmla="*/ 121534 h 1461787"/>
                  <a:gd name="connsiteX2" fmla="*/ 455887 w 3795891"/>
                  <a:gd name="connsiteY2" fmla="*/ 327275 h 1461787"/>
                  <a:gd name="connsiteX3" fmla="*/ 565954 w 3795891"/>
                  <a:gd name="connsiteY3" fmla="*/ 458508 h 1461787"/>
                  <a:gd name="connsiteX4" fmla="*/ 813180 w 3795891"/>
                  <a:gd name="connsiteY4" fmla="*/ 747222 h 1461787"/>
                  <a:gd name="connsiteX5" fmla="*/ 1003681 w 3795891"/>
                  <a:gd name="connsiteY5" fmla="*/ 881843 h 1461787"/>
                  <a:gd name="connsiteX6" fmla="*/ 1294084 w 3795891"/>
                  <a:gd name="connsiteY6" fmla="*/ 1040169 h 1461787"/>
                  <a:gd name="connsiteX7" fmla="*/ 1613279 w 3795891"/>
                  <a:gd name="connsiteY7" fmla="*/ 1330575 h 1461787"/>
                  <a:gd name="connsiteX8" fmla="*/ 1676780 w 3795891"/>
                  <a:gd name="connsiteY8" fmla="*/ 1326341 h 1461787"/>
                  <a:gd name="connsiteX9" fmla="*/ 1668314 w 3795891"/>
                  <a:gd name="connsiteY9" fmla="*/ 1135841 h 1461787"/>
                  <a:gd name="connsiteX10" fmla="*/ 1748747 w 3795891"/>
                  <a:gd name="connsiteY10" fmla="*/ 1123141 h 1461787"/>
                  <a:gd name="connsiteX11" fmla="*/ 1822832 w 3795891"/>
                  <a:gd name="connsiteY11" fmla="*/ 1353858 h 1461787"/>
                  <a:gd name="connsiteX12" fmla="*/ 1812248 w 3795891"/>
                  <a:gd name="connsiteY12" fmla="*/ 1368674 h 1461787"/>
                  <a:gd name="connsiteX13" fmla="*/ 2176314 w 3795891"/>
                  <a:gd name="connsiteY13" fmla="*/ 1377141 h 1461787"/>
                  <a:gd name="connsiteX14" fmla="*/ 2222881 w 3795891"/>
                  <a:gd name="connsiteY14" fmla="*/ 1317874 h 1461787"/>
                  <a:gd name="connsiteX15" fmla="*/ 2235581 w 3795891"/>
                  <a:gd name="connsiteY15" fmla="*/ 1157009 h 1461787"/>
                  <a:gd name="connsiteX16" fmla="*/ 2294847 w 3795891"/>
                  <a:gd name="connsiteY16" fmla="*/ 1144308 h 1461787"/>
                  <a:gd name="connsiteX17" fmla="*/ 2311780 w 3795891"/>
                  <a:gd name="connsiteY17" fmla="*/ 1330575 h 1461787"/>
                  <a:gd name="connsiteX18" fmla="*/ 2413381 w 3795891"/>
                  <a:gd name="connsiteY18" fmla="*/ 1359362 h 1461787"/>
                  <a:gd name="connsiteX19" fmla="*/ 2621660 w 3795891"/>
                  <a:gd name="connsiteY19" fmla="*/ 1283159 h 1461787"/>
                  <a:gd name="connsiteX20" fmla="*/ 2807926 w 3795891"/>
                  <a:gd name="connsiteY20" fmla="*/ 1129067 h 1461787"/>
                  <a:gd name="connsiteX21" fmla="*/ 3056847 w 3795891"/>
                  <a:gd name="connsiteY21" fmla="*/ 907241 h 1461787"/>
                  <a:gd name="connsiteX22" fmla="*/ 3399747 w 3795891"/>
                  <a:gd name="connsiteY22" fmla="*/ 513541 h 1461787"/>
                  <a:gd name="connsiteX23" fmla="*/ 3641047 w 3795891"/>
                  <a:gd name="connsiteY23" fmla="*/ 255308 h 1461787"/>
                  <a:gd name="connsiteX24" fmla="*/ 3768048 w 3795891"/>
                  <a:gd name="connsiteY24" fmla="*/ 5541 h 1461787"/>
                  <a:gd name="connsiteX25" fmla="*/ 3792600 w 3795891"/>
                  <a:gd name="connsiteY25" fmla="*/ 96982 h 1461787"/>
                  <a:gd name="connsiteX26" fmla="*/ 3717246 w 3795891"/>
                  <a:gd name="connsiteY26" fmla="*/ 268007 h 1461787"/>
                  <a:gd name="connsiteX27" fmla="*/ 3567387 w 3795891"/>
                  <a:gd name="connsiteY27" fmla="*/ 433108 h 1461787"/>
                  <a:gd name="connsiteX28" fmla="*/ 3338787 w 3795891"/>
                  <a:gd name="connsiteY28" fmla="*/ 689648 h 1461787"/>
                  <a:gd name="connsiteX29" fmla="*/ 3090714 w 3795891"/>
                  <a:gd name="connsiteY29" fmla="*/ 983441 h 1461787"/>
                  <a:gd name="connsiteX30" fmla="*/ 2782527 w 3795891"/>
                  <a:gd name="connsiteY30" fmla="*/ 1256066 h 1461787"/>
                  <a:gd name="connsiteX31" fmla="*/ 2538685 w 3795891"/>
                  <a:gd name="connsiteY31" fmla="*/ 1408466 h 1461787"/>
                  <a:gd name="connsiteX32" fmla="*/ 2114506 w 3795891"/>
                  <a:gd name="connsiteY32" fmla="*/ 1460114 h 1461787"/>
                  <a:gd name="connsiteX33" fmla="*/ 1714034 w 3795891"/>
                  <a:gd name="connsiteY33" fmla="*/ 1442335 h 1461787"/>
                  <a:gd name="connsiteX34" fmla="*/ 1562479 w 3795891"/>
                  <a:gd name="connsiteY34" fmla="*/ 1375448 h 1461787"/>
                  <a:gd name="connsiteX35" fmla="*/ 1378754 w 3795891"/>
                  <a:gd name="connsiteY35" fmla="*/ 1217968 h 1461787"/>
                  <a:gd name="connsiteX36" fmla="*/ 1233126 w 3795891"/>
                  <a:gd name="connsiteY36" fmla="*/ 1093507 h 1461787"/>
                  <a:gd name="connsiteX37" fmla="*/ 1019767 w 3795891"/>
                  <a:gd name="connsiteY37" fmla="*/ 975820 h 1461787"/>
                  <a:gd name="connsiteX38" fmla="*/ 758147 w 3795891"/>
                  <a:gd name="connsiteY38" fmla="*/ 805642 h 1461787"/>
                  <a:gd name="connsiteX39" fmla="*/ 449113 w 3795891"/>
                  <a:gd name="connsiteY39" fmla="*/ 433108 h 1461787"/>
                  <a:gd name="connsiteX40" fmla="*/ 101980 w 3795891"/>
                  <a:gd name="connsiteY40" fmla="*/ 141009 h 1461787"/>
                  <a:gd name="connsiteX41" fmla="*/ 13081 w 3795891"/>
                  <a:gd name="connsiteY41" fmla="*/ 91055 h 1461787"/>
                  <a:gd name="connsiteX42" fmla="*/ 21548 w 3795891"/>
                  <a:gd name="connsiteY42" fmla="*/ 1308 h 1461787"/>
                  <a:gd name="connsiteX0" fmla="*/ 21548 w 3795891"/>
                  <a:gd name="connsiteY0" fmla="*/ 1308 h 1461787"/>
                  <a:gd name="connsiteX1" fmla="*/ 209505 w 3795891"/>
                  <a:gd name="connsiteY1" fmla="*/ 121534 h 1461787"/>
                  <a:gd name="connsiteX2" fmla="*/ 455887 w 3795891"/>
                  <a:gd name="connsiteY2" fmla="*/ 327275 h 1461787"/>
                  <a:gd name="connsiteX3" fmla="*/ 565954 w 3795891"/>
                  <a:gd name="connsiteY3" fmla="*/ 458508 h 1461787"/>
                  <a:gd name="connsiteX4" fmla="*/ 813180 w 3795891"/>
                  <a:gd name="connsiteY4" fmla="*/ 747222 h 1461787"/>
                  <a:gd name="connsiteX5" fmla="*/ 1003681 w 3795891"/>
                  <a:gd name="connsiteY5" fmla="*/ 881843 h 1461787"/>
                  <a:gd name="connsiteX6" fmla="*/ 1294084 w 3795891"/>
                  <a:gd name="connsiteY6" fmla="*/ 1040169 h 1461787"/>
                  <a:gd name="connsiteX7" fmla="*/ 1613279 w 3795891"/>
                  <a:gd name="connsiteY7" fmla="*/ 1330575 h 1461787"/>
                  <a:gd name="connsiteX8" fmla="*/ 1676780 w 3795891"/>
                  <a:gd name="connsiteY8" fmla="*/ 1326341 h 1461787"/>
                  <a:gd name="connsiteX9" fmla="*/ 1668314 w 3795891"/>
                  <a:gd name="connsiteY9" fmla="*/ 1135841 h 1461787"/>
                  <a:gd name="connsiteX10" fmla="*/ 1827064 w 3795891"/>
                  <a:gd name="connsiteY10" fmla="*/ 1093507 h 1461787"/>
                  <a:gd name="connsiteX11" fmla="*/ 1822832 w 3795891"/>
                  <a:gd name="connsiteY11" fmla="*/ 1353858 h 1461787"/>
                  <a:gd name="connsiteX12" fmla="*/ 1812248 w 3795891"/>
                  <a:gd name="connsiteY12" fmla="*/ 1368674 h 1461787"/>
                  <a:gd name="connsiteX13" fmla="*/ 2176314 w 3795891"/>
                  <a:gd name="connsiteY13" fmla="*/ 1377141 h 1461787"/>
                  <a:gd name="connsiteX14" fmla="*/ 2222881 w 3795891"/>
                  <a:gd name="connsiteY14" fmla="*/ 1317874 h 1461787"/>
                  <a:gd name="connsiteX15" fmla="*/ 2235581 w 3795891"/>
                  <a:gd name="connsiteY15" fmla="*/ 1157009 h 1461787"/>
                  <a:gd name="connsiteX16" fmla="*/ 2294847 w 3795891"/>
                  <a:gd name="connsiteY16" fmla="*/ 1144308 h 1461787"/>
                  <a:gd name="connsiteX17" fmla="*/ 2311780 w 3795891"/>
                  <a:gd name="connsiteY17" fmla="*/ 1330575 h 1461787"/>
                  <a:gd name="connsiteX18" fmla="*/ 2413381 w 3795891"/>
                  <a:gd name="connsiteY18" fmla="*/ 1359362 h 1461787"/>
                  <a:gd name="connsiteX19" fmla="*/ 2621660 w 3795891"/>
                  <a:gd name="connsiteY19" fmla="*/ 1283159 h 1461787"/>
                  <a:gd name="connsiteX20" fmla="*/ 2807926 w 3795891"/>
                  <a:gd name="connsiteY20" fmla="*/ 1129067 h 1461787"/>
                  <a:gd name="connsiteX21" fmla="*/ 3056847 w 3795891"/>
                  <a:gd name="connsiteY21" fmla="*/ 907241 h 1461787"/>
                  <a:gd name="connsiteX22" fmla="*/ 3399747 w 3795891"/>
                  <a:gd name="connsiteY22" fmla="*/ 513541 h 1461787"/>
                  <a:gd name="connsiteX23" fmla="*/ 3641047 w 3795891"/>
                  <a:gd name="connsiteY23" fmla="*/ 255308 h 1461787"/>
                  <a:gd name="connsiteX24" fmla="*/ 3768048 w 3795891"/>
                  <a:gd name="connsiteY24" fmla="*/ 5541 h 1461787"/>
                  <a:gd name="connsiteX25" fmla="*/ 3792600 w 3795891"/>
                  <a:gd name="connsiteY25" fmla="*/ 96982 h 1461787"/>
                  <a:gd name="connsiteX26" fmla="*/ 3717246 w 3795891"/>
                  <a:gd name="connsiteY26" fmla="*/ 268007 h 1461787"/>
                  <a:gd name="connsiteX27" fmla="*/ 3567387 w 3795891"/>
                  <a:gd name="connsiteY27" fmla="*/ 433108 h 1461787"/>
                  <a:gd name="connsiteX28" fmla="*/ 3338787 w 3795891"/>
                  <a:gd name="connsiteY28" fmla="*/ 689648 h 1461787"/>
                  <a:gd name="connsiteX29" fmla="*/ 3090714 w 3795891"/>
                  <a:gd name="connsiteY29" fmla="*/ 983441 h 1461787"/>
                  <a:gd name="connsiteX30" fmla="*/ 2782527 w 3795891"/>
                  <a:gd name="connsiteY30" fmla="*/ 1256066 h 1461787"/>
                  <a:gd name="connsiteX31" fmla="*/ 2538685 w 3795891"/>
                  <a:gd name="connsiteY31" fmla="*/ 1408466 h 1461787"/>
                  <a:gd name="connsiteX32" fmla="*/ 2114506 w 3795891"/>
                  <a:gd name="connsiteY32" fmla="*/ 1460114 h 1461787"/>
                  <a:gd name="connsiteX33" fmla="*/ 1714034 w 3795891"/>
                  <a:gd name="connsiteY33" fmla="*/ 1442335 h 1461787"/>
                  <a:gd name="connsiteX34" fmla="*/ 1562479 w 3795891"/>
                  <a:gd name="connsiteY34" fmla="*/ 1375448 h 1461787"/>
                  <a:gd name="connsiteX35" fmla="*/ 1378754 w 3795891"/>
                  <a:gd name="connsiteY35" fmla="*/ 1217968 h 1461787"/>
                  <a:gd name="connsiteX36" fmla="*/ 1233126 w 3795891"/>
                  <a:gd name="connsiteY36" fmla="*/ 1093507 h 1461787"/>
                  <a:gd name="connsiteX37" fmla="*/ 1019767 w 3795891"/>
                  <a:gd name="connsiteY37" fmla="*/ 975820 h 1461787"/>
                  <a:gd name="connsiteX38" fmla="*/ 758147 w 3795891"/>
                  <a:gd name="connsiteY38" fmla="*/ 805642 h 1461787"/>
                  <a:gd name="connsiteX39" fmla="*/ 449113 w 3795891"/>
                  <a:gd name="connsiteY39" fmla="*/ 433108 h 1461787"/>
                  <a:gd name="connsiteX40" fmla="*/ 101980 w 3795891"/>
                  <a:gd name="connsiteY40" fmla="*/ 141009 h 1461787"/>
                  <a:gd name="connsiteX41" fmla="*/ 13081 w 3795891"/>
                  <a:gd name="connsiteY41" fmla="*/ 91055 h 1461787"/>
                  <a:gd name="connsiteX42" fmla="*/ 21548 w 3795891"/>
                  <a:gd name="connsiteY42" fmla="*/ 1308 h 1461787"/>
                  <a:gd name="connsiteX0" fmla="*/ 21548 w 3795891"/>
                  <a:gd name="connsiteY0" fmla="*/ 1308 h 1461787"/>
                  <a:gd name="connsiteX1" fmla="*/ 209505 w 3795891"/>
                  <a:gd name="connsiteY1" fmla="*/ 121534 h 1461787"/>
                  <a:gd name="connsiteX2" fmla="*/ 455887 w 3795891"/>
                  <a:gd name="connsiteY2" fmla="*/ 327275 h 1461787"/>
                  <a:gd name="connsiteX3" fmla="*/ 565954 w 3795891"/>
                  <a:gd name="connsiteY3" fmla="*/ 458508 h 1461787"/>
                  <a:gd name="connsiteX4" fmla="*/ 813180 w 3795891"/>
                  <a:gd name="connsiteY4" fmla="*/ 747222 h 1461787"/>
                  <a:gd name="connsiteX5" fmla="*/ 1003681 w 3795891"/>
                  <a:gd name="connsiteY5" fmla="*/ 881843 h 1461787"/>
                  <a:gd name="connsiteX6" fmla="*/ 1294084 w 3795891"/>
                  <a:gd name="connsiteY6" fmla="*/ 1040169 h 1461787"/>
                  <a:gd name="connsiteX7" fmla="*/ 1613279 w 3795891"/>
                  <a:gd name="connsiteY7" fmla="*/ 1330575 h 1461787"/>
                  <a:gd name="connsiteX8" fmla="*/ 1630214 w 3795891"/>
                  <a:gd name="connsiteY8" fmla="*/ 1300941 h 1461787"/>
                  <a:gd name="connsiteX9" fmla="*/ 1668314 w 3795891"/>
                  <a:gd name="connsiteY9" fmla="*/ 1135841 h 1461787"/>
                  <a:gd name="connsiteX10" fmla="*/ 1827064 w 3795891"/>
                  <a:gd name="connsiteY10" fmla="*/ 1093507 h 1461787"/>
                  <a:gd name="connsiteX11" fmla="*/ 1822832 w 3795891"/>
                  <a:gd name="connsiteY11" fmla="*/ 1353858 h 1461787"/>
                  <a:gd name="connsiteX12" fmla="*/ 1812248 w 3795891"/>
                  <a:gd name="connsiteY12" fmla="*/ 1368674 h 1461787"/>
                  <a:gd name="connsiteX13" fmla="*/ 2176314 w 3795891"/>
                  <a:gd name="connsiteY13" fmla="*/ 1377141 h 1461787"/>
                  <a:gd name="connsiteX14" fmla="*/ 2222881 w 3795891"/>
                  <a:gd name="connsiteY14" fmla="*/ 1317874 h 1461787"/>
                  <a:gd name="connsiteX15" fmla="*/ 2235581 w 3795891"/>
                  <a:gd name="connsiteY15" fmla="*/ 1157009 h 1461787"/>
                  <a:gd name="connsiteX16" fmla="*/ 2294847 w 3795891"/>
                  <a:gd name="connsiteY16" fmla="*/ 1144308 h 1461787"/>
                  <a:gd name="connsiteX17" fmla="*/ 2311780 w 3795891"/>
                  <a:gd name="connsiteY17" fmla="*/ 1330575 h 1461787"/>
                  <a:gd name="connsiteX18" fmla="*/ 2413381 w 3795891"/>
                  <a:gd name="connsiteY18" fmla="*/ 1359362 h 1461787"/>
                  <a:gd name="connsiteX19" fmla="*/ 2621660 w 3795891"/>
                  <a:gd name="connsiteY19" fmla="*/ 1283159 h 1461787"/>
                  <a:gd name="connsiteX20" fmla="*/ 2807926 w 3795891"/>
                  <a:gd name="connsiteY20" fmla="*/ 1129067 h 1461787"/>
                  <a:gd name="connsiteX21" fmla="*/ 3056847 w 3795891"/>
                  <a:gd name="connsiteY21" fmla="*/ 907241 h 1461787"/>
                  <a:gd name="connsiteX22" fmla="*/ 3399747 w 3795891"/>
                  <a:gd name="connsiteY22" fmla="*/ 513541 h 1461787"/>
                  <a:gd name="connsiteX23" fmla="*/ 3641047 w 3795891"/>
                  <a:gd name="connsiteY23" fmla="*/ 255308 h 1461787"/>
                  <a:gd name="connsiteX24" fmla="*/ 3768048 w 3795891"/>
                  <a:gd name="connsiteY24" fmla="*/ 5541 h 1461787"/>
                  <a:gd name="connsiteX25" fmla="*/ 3792600 w 3795891"/>
                  <a:gd name="connsiteY25" fmla="*/ 96982 h 1461787"/>
                  <a:gd name="connsiteX26" fmla="*/ 3717246 w 3795891"/>
                  <a:gd name="connsiteY26" fmla="*/ 268007 h 1461787"/>
                  <a:gd name="connsiteX27" fmla="*/ 3567387 w 3795891"/>
                  <a:gd name="connsiteY27" fmla="*/ 433108 h 1461787"/>
                  <a:gd name="connsiteX28" fmla="*/ 3338787 w 3795891"/>
                  <a:gd name="connsiteY28" fmla="*/ 689648 h 1461787"/>
                  <a:gd name="connsiteX29" fmla="*/ 3090714 w 3795891"/>
                  <a:gd name="connsiteY29" fmla="*/ 983441 h 1461787"/>
                  <a:gd name="connsiteX30" fmla="*/ 2782527 w 3795891"/>
                  <a:gd name="connsiteY30" fmla="*/ 1256066 h 1461787"/>
                  <a:gd name="connsiteX31" fmla="*/ 2538685 w 3795891"/>
                  <a:gd name="connsiteY31" fmla="*/ 1408466 h 1461787"/>
                  <a:gd name="connsiteX32" fmla="*/ 2114506 w 3795891"/>
                  <a:gd name="connsiteY32" fmla="*/ 1460114 h 1461787"/>
                  <a:gd name="connsiteX33" fmla="*/ 1714034 w 3795891"/>
                  <a:gd name="connsiteY33" fmla="*/ 1442335 h 1461787"/>
                  <a:gd name="connsiteX34" fmla="*/ 1562479 w 3795891"/>
                  <a:gd name="connsiteY34" fmla="*/ 1375448 h 1461787"/>
                  <a:gd name="connsiteX35" fmla="*/ 1378754 w 3795891"/>
                  <a:gd name="connsiteY35" fmla="*/ 1217968 h 1461787"/>
                  <a:gd name="connsiteX36" fmla="*/ 1233126 w 3795891"/>
                  <a:gd name="connsiteY36" fmla="*/ 1093507 h 1461787"/>
                  <a:gd name="connsiteX37" fmla="*/ 1019767 w 3795891"/>
                  <a:gd name="connsiteY37" fmla="*/ 975820 h 1461787"/>
                  <a:gd name="connsiteX38" fmla="*/ 758147 w 3795891"/>
                  <a:gd name="connsiteY38" fmla="*/ 805642 h 1461787"/>
                  <a:gd name="connsiteX39" fmla="*/ 449113 w 3795891"/>
                  <a:gd name="connsiteY39" fmla="*/ 433108 h 1461787"/>
                  <a:gd name="connsiteX40" fmla="*/ 101980 w 3795891"/>
                  <a:gd name="connsiteY40" fmla="*/ 141009 h 1461787"/>
                  <a:gd name="connsiteX41" fmla="*/ 13081 w 3795891"/>
                  <a:gd name="connsiteY41" fmla="*/ 91055 h 1461787"/>
                  <a:gd name="connsiteX42" fmla="*/ 21548 w 3795891"/>
                  <a:gd name="connsiteY42" fmla="*/ 1308 h 1461787"/>
                  <a:gd name="connsiteX0" fmla="*/ 21548 w 3795891"/>
                  <a:gd name="connsiteY0" fmla="*/ 1308 h 1461787"/>
                  <a:gd name="connsiteX1" fmla="*/ 209505 w 3795891"/>
                  <a:gd name="connsiteY1" fmla="*/ 121534 h 1461787"/>
                  <a:gd name="connsiteX2" fmla="*/ 455887 w 3795891"/>
                  <a:gd name="connsiteY2" fmla="*/ 327275 h 1461787"/>
                  <a:gd name="connsiteX3" fmla="*/ 565954 w 3795891"/>
                  <a:gd name="connsiteY3" fmla="*/ 458508 h 1461787"/>
                  <a:gd name="connsiteX4" fmla="*/ 813180 w 3795891"/>
                  <a:gd name="connsiteY4" fmla="*/ 747222 h 1461787"/>
                  <a:gd name="connsiteX5" fmla="*/ 1003681 w 3795891"/>
                  <a:gd name="connsiteY5" fmla="*/ 881843 h 1461787"/>
                  <a:gd name="connsiteX6" fmla="*/ 1294084 w 3795891"/>
                  <a:gd name="connsiteY6" fmla="*/ 1040169 h 1461787"/>
                  <a:gd name="connsiteX7" fmla="*/ 1577296 w 3795891"/>
                  <a:gd name="connsiteY7" fmla="*/ 1300942 h 1461787"/>
                  <a:gd name="connsiteX8" fmla="*/ 1630214 w 3795891"/>
                  <a:gd name="connsiteY8" fmla="*/ 1300941 h 1461787"/>
                  <a:gd name="connsiteX9" fmla="*/ 1668314 w 3795891"/>
                  <a:gd name="connsiteY9" fmla="*/ 1135841 h 1461787"/>
                  <a:gd name="connsiteX10" fmla="*/ 1827064 w 3795891"/>
                  <a:gd name="connsiteY10" fmla="*/ 1093507 h 1461787"/>
                  <a:gd name="connsiteX11" fmla="*/ 1822832 w 3795891"/>
                  <a:gd name="connsiteY11" fmla="*/ 1353858 h 1461787"/>
                  <a:gd name="connsiteX12" fmla="*/ 1812248 w 3795891"/>
                  <a:gd name="connsiteY12" fmla="*/ 1368674 h 1461787"/>
                  <a:gd name="connsiteX13" fmla="*/ 2176314 w 3795891"/>
                  <a:gd name="connsiteY13" fmla="*/ 1377141 h 1461787"/>
                  <a:gd name="connsiteX14" fmla="*/ 2222881 w 3795891"/>
                  <a:gd name="connsiteY14" fmla="*/ 1317874 h 1461787"/>
                  <a:gd name="connsiteX15" fmla="*/ 2235581 w 3795891"/>
                  <a:gd name="connsiteY15" fmla="*/ 1157009 h 1461787"/>
                  <a:gd name="connsiteX16" fmla="*/ 2294847 w 3795891"/>
                  <a:gd name="connsiteY16" fmla="*/ 1144308 h 1461787"/>
                  <a:gd name="connsiteX17" fmla="*/ 2311780 w 3795891"/>
                  <a:gd name="connsiteY17" fmla="*/ 1330575 h 1461787"/>
                  <a:gd name="connsiteX18" fmla="*/ 2413381 w 3795891"/>
                  <a:gd name="connsiteY18" fmla="*/ 1359362 h 1461787"/>
                  <a:gd name="connsiteX19" fmla="*/ 2621660 w 3795891"/>
                  <a:gd name="connsiteY19" fmla="*/ 1283159 h 1461787"/>
                  <a:gd name="connsiteX20" fmla="*/ 2807926 w 3795891"/>
                  <a:gd name="connsiteY20" fmla="*/ 1129067 h 1461787"/>
                  <a:gd name="connsiteX21" fmla="*/ 3056847 w 3795891"/>
                  <a:gd name="connsiteY21" fmla="*/ 907241 h 1461787"/>
                  <a:gd name="connsiteX22" fmla="*/ 3399747 w 3795891"/>
                  <a:gd name="connsiteY22" fmla="*/ 513541 h 1461787"/>
                  <a:gd name="connsiteX23" fmla="*/ 3641047 w 3795891"/>
                  <a:gd name="connsiteY23" fmla="*/ 255308 h 1461787"/>
                  <a:gd name="connsiteX24" fmla="*/ 3768048 w 3795891"/>
                  <a:gd name="connsiteY24" fmla="*/ 5541 h 1461787"/>
                  <a:gd name="connsiteX25" fmla="*/ 3792600 w 3795891"/>
                  <a:gd name="connsiteY25" fmla="*/ 96982 h 1461787"/>
                  <a:gd name="connsiteX26" fmla="*/ 3717246 w 3795891"/>
                  <a:gd name="connsiteY26" fmla="*/ 268007 h 1461787"/>
                  <a:gd name="connsiteX27" fmla="*/ 3567387 w 3795891"/>
                  <a:gd name="connsiteY27" fmla="*/ 433108 h 1461787"/>
                  <a:gd name="connsiteX28" fmla="*/ 3338787 w 3795891"/>
                  <a:gd name="connsiteY28" fmla="*/ 689648 h 1461787"/>
                  <a:gd name="connsiteX29" fmla="*/ 3090714 w 3795891"/>
                  <a:gd name="connsiteY29" fmla="*/ 983441 h 1461787"/>
                  <a:gd name="connsiteX30" fmla="*/ 2782527 w 3795891"/>
                  <a:gd name="connsiteY30" fmla="*/ 1256066 h 1461787"/>
                  <a:gd name="connsiteX31" fmla="*/ 2538685 w 3795891"/>
                  <a:gd name="connsiteY31" fmla="*/ 1408466 h 1461787"/>
                  <a:gd name="connsiteX32" fmla="*/ 2114506 w 3795891"/>
                  <a:gd name="connsiteY32" fmla="*/ 1460114 h 1461787"/>
                  <a:gd name="connsiteX33" fmla="*/ 1714034 w 3795891"/>
                  <a:gd name="connsiteY33" fmla="*/ 1442335 h 1461787"/>
                  <a:gd name="connsiteX34" fmla="*/ 1562479 w 3795891"/>
                  <a:gd name="connsiteY34" fmla="*/ 1375448 h 1461787"/>
                  <a:gd name="connsiteX35" fmla="*/ 1378754 w 3795891"/>
                  <a:gd name="connsiteY35" fmla="*/ 1217968 h 1461787"/>
                  <a:gd name="connsiteX36" fmla="*/ 1233126 w 3795891"/>
                  <a:gd name="connsiteY36" fmla="*/ 1093507 h 1461787"/>
                  <a:gd name="connsiteX37" fmla="*/ 1019767 w 3795891"/>
                  <a:gd name="connsiteY37" fmla="*/ 975820 h 1461787"/>
                  <a:gd name="connsiteX38" fmla="*/ 758147 w 3795891"/>
                  <a:gd name="connsiteY38" fmla="*/ 805642 h 1461787"/>
                  <a:gd name="connsiteX39" fmla="*/ 449113 w 3795891"/>
                  <a:gd name="connsiteY39" fmla="*/ 433108 h 1461787"/>
                  <a:gd name="connsiteX40" fmla="*/ 101980 w 3795891"/>
                  <a:gd name="connsiteY40" fmla="*/ 141009 h 1461787"/>
                  <a:gd name="connsiteX41" fmla="*/ 13081 w 3795891"/>
                  <a:gd name="connsiteY41" fmla="*/ 91055 h 1461787"/>
                  <a:gd name="connsiteX42" fmla="*/ 21548 w 3795891"/>
                  <a:gd name="connsiteY42" fmla="*/ 1308 h 1461787"/>
                  <a:gd name="connsiteX0" fmla="*/ 21548 w 3795891"/>
                  <a:gd name="connsiteY0" fmla="*/ 1308 h 1461787"/>
                  <a:gd name="connsiteX1" fmla="*/ 209505 w 3795891"/>
                  <a:gd name="connsiteY1" fmla="*/ 121534 h 1461787"/>
                  <a:gd name="connsiteX2" fmla="*/ 455887 w 3795891"/>
                  <a:gd name="connsiteY2" fmla="*/ 327275 h 1461787"/>
                  <a:gd name="connsiteX3" fmla="*/ 565954 w 3795891"/>
                  <a:gd name="connsiteY3" fmla="*/ 458508 h 1461787"/>
                  <a:gd name="connsiteX4" fmla="*/ 813180 w 3795891"/>
                  <a:gd name="connsiteY4" fmla="*/ 747222 h 1461787"/>
                  <a:gd name="connsiteX5" fmla="*/ 1003681 w 3795891"/>
                  <a:gd name="connsiteY5" fmla="*/ 881843 h 1461787"/>
                  <a:gd name="connsiteX6" fmla="*/ 1294084 w 3795891"/>
                  <a:gd name="connsiteY6" fmla="*/ 1040169 h 1461787"/>
                  <a:gd name="connsiteX7" fmla="*/ 1577296 w 3795891"/>
                  <a:gd name="connsiteY7" fmla="*/ 1300942 h 1461787"/>
                  <a:gd name="connsiteX8" fmla="*/ 1619630 w 3795891"/>
                  <a:gd name="connsiteY8" fmla="*/ 1294591 h 1461787"/>
                  <a:gd name="connsiteX9" fmla="*/ 1668314 w 3795891"/>
                  <a:gd name="connsiteY9" fmla="*/ 1135841 h 1461787"/>
                  <a:gd name="connsiteX10" fmla="*/ 1827064 w 3795891"/>
                  <a:gd name="connsiteY10" fmla="*/ 1093507 h 1461787"/>
                  <a:gd name="connsiteX11" fmla="*/ 1822832 w 3795891"/>
                  <a:gd name="connsiteY11" fmla="*/ 1353858 h 1461787"/>
                  <a:gd name="connsiteX12" fmla="*/ 1812248 w 3795891"/>
                  <a:gd name="connsiteY12" fmla="*/ 1368674 h 1461787"/>
                  <a:gd name="connsiteX13" fmla="*/ 2176314 w 3795891"/>
                  <a:gd name="connsiteY13" fmla="*/ 1377141 h 1461787"/>
                  <a:gd name="connsiteX14" fmla="*/ 2222881 w 3795891"/>
                  <a:gd name="connsiteY14" fmla="*/ 1317874 h 1461787"/>
                  <a:gd name="connsiteX15" fmla="*/ 2235581 w 3795891"/>
                  <a:gd name="connsiteY15" fmla="*/ 1157009 h 1461787"/>
                  <a:gd name="connsiteX16" fmla="*/ 2294847 w 3795891"/>
                  <a:gd name="connsiteY16" fmla="*/ 1144308 h 1461787"/>
                  <a:gd name="connsiteX17" fmla="*/ 2311780 w 3795891"/>
                  <a:gd name="connsiteY17" fmla="*/ 1330575 h 1461787"/>
                  <a:gd name="connsiteX18" fmla="*/ 2413381 w 3795891"/>
                  <a:gd name="connsiteY18" fmla="*/ 1359362 h 1461787"/>
                  <a:gd name="connsiteX19" fmla="*/ 2621660 w 3795891"/>
                  <a:gd name="connsiteY19" fmla="*/ 1283159 h 1461787"/>
                  <a:gd name="connsiteX20" fmla="*/ 2807926 w 3795891"/>
                  <a:gd name="connsiteY20" fmla="*/ 1129067 h 1461787"/>
                  <a:gd name="connsiteX21" fmla="*/ 3056847 w 3795891"/>
                  <a:gd name="connsiteY21" fmla="*/ 907241 h 1461787"/>
                  <a:gd name="connsiteX22" fmla="*/ 3399747 w 3795891"/>
                  <a:gd name="connsiteY22" fmla="*/ 513541 h 1461787"/>
                  <a:gd name="connsiteX23" fmla="*/ 3641047 w 3795891"/>
                  <a:gd name="connsiteY23" fmla="*/ 255308 h 1461787"/>
                  <a:gd name="connsiteX24" fmla="*/ 3768048 w 3795891"/>
                  <a:gd name="connsiteY24" fmla="*/ 5541 h 1461787"/>
                  <a:gd name="connsiteX25" fmla="*/ 3792600 w 3795891"/>
                  <a:gd name="connsiteY25" fmla="*/ 96982 h 1461787"/>
                  <a:gd name="connsiteX26" fmla="*/ 3717246 w 3795891"/>
                  <a:gd name="connsiteY26" fmla="*/ 268007 h 1461787"/>
                  <a:gd name="connsiteX27" fmla="*/ 3567387 w 3795891"/>
                  <a:gd name="connsiteY27" fmla="*/ 433108 h 1461787"/>
                  <a:gd name="connsiteX28" fmla="*/ 3338787 w 3795891"/>
                  <a:gd name="connsiteY28" fmla="*/ 689648 h 1461787"/>
                  <a:gd name="connsiteX29" fmla="*/ 3090714 w 3795891"/>
                  <a:gd name="connsiteY29" fmla="*/ 983441 h 1461787"/>
                  <a:gd name="connsiteX30" fmla="*/ 2782527 w 3795891"/>
                  <a:gd name="connsiteY30" fmla="*/ 1256066 h 1461787"/>
                  <a:gd name="connsiteX31" fmla="*/ 2538685 w 3795891"/>
                  <a:gd name="connsiteY31" fmla="*/ 1408466 h 1461787"/>
                  <a:gd name="connsiteX32" fmla="*/ 2114506 w 3795891"/>
                  <a:gd name="connsiteY32" fmla="*/ 1460114 h 1461787"/>
                  <a:gd name="connsiteX33" fmla="*/ 1714034 w 3795891"/>
                  <a:gd name="connsiteY33" fmla="*/ 1442335 h 1461787"/>
                  <a:gd name="connsiteX34" fmla="*/ 1562479 w 3795891"/>
                  <a:gd name="connsiteY34" fmla="*/ 1375448 h 1461787"/>
                  <a:gd name="connsiteX35" fmla="*/ 1378754 w 3795891"/>
                  <a:gd name="connsiteY35" fmla="*/ 1217968 h 1461787"/>
                  <a:gd name="connsiteX36" fmla="*/ 1233126 w 3795891"/>
                  <a:gd name="connsiteY36" fmla="*/ 1093507 h 1461787"/>
                  <a:gd name="connsiteX37" fmla="*/ 1019767 w 3795891"/>
                  <a:gd name="connsiteY37" fmla="*/ 975820 h 1461787"/>
                  <a:gd name="connsiteX38" fmla="*/ 758147 w 3795891"/>
                  <a:gd name="connsiteY38" fmla="*/ 805642 h 1461787"/>
                  <a:gd name="connsiteX39" fmla="*/ 449113 w 3795891"/>
                  <a:gd name="connsiteY39" fmla="*/ 433108 h 1461787"/>
                  <a:gd name="connsiteX40" fmla="*/ 101980 w 3795891"/>
                  <a:gd name="connsiteY40" fmla="*/ 141009 h 1461787"/>
                  <a:gd name="connsiteX41" fmla="*/ 13081 w 3795891"/>
                  <a:gd name="connsiteY41" fmla="*/ 91055 h 1461787"/>
                  <a:gd name="connsiteX42" fmla="*/ 21548 w 3795891"/>
                  <a:gd name="connsiteY42" fmla="*/ 1308 h 1461787"/>
                  <a:gd name="connsiteX0" fmla="*/ 21548 w 3795891"/>
                  <a:gd name="connsiteY0" fmla="*/ 1308 h 1461787"/>
                  <a:gd name="connsiteX1" fmla="*/ 209505 w 3795891"/>
                  <a:gd name="connsiteY1" fmla="*/ 121534 h 1461787"/>
                  <a:gd name="connsiteX2" fmla="*/ 455887 w 3795891"/>
                  <a:gd name="connsiteY2" fmla="*/ 327275 h 1461787"/>
                  <a:gd name="connsiteX3" fmla="*/ 565954 w 3795891"/>
                  <a:gd name="connsiteY3" fmla="*/ 458508 h 1461787"/>
                  <a:gd name="connsiteX4" fmla="*/ 813180 w 3795891"/>
                  <a:gd name="connsiteY4" fmla="*/ 747222 h 1461787"/>
                  <a:gd name="connsiteX5" fmla="*/ 1003681 w 3795891"/>
                  <a:gd name="connsiteY5" fmla="*/ 881843 h 1461787"/>
                  <a:gd name="connsiteX6" fmla="*/ 1294084 w 3795891"/>
                  <a:gd name="connsiteY6" fmla="*/ 1040169 h 1461787"/>
                  <a:gd name="connsiteX7" fmla="*/ 1577296 w 3795891"/>
                  <a:gd name="connsiteY7" fmla="*/ 1300942 h 1461787"/>
                  <a:gd name="connsiteX8" fmla="*/ 1619630 w 3795891"/>
                  <a:gd name="connsiteY8" fmla="*/ 1294591 h 1461787"/>
                  <a:gd name="connsiteX9" fmla="*/ 1657730 w 3795891"/>
                  <a:gd name="connsiteY9" fmla="*/ 1135841 h 1461787"/>
                  <a:gd name="connsiteX10" fmla="*/ 1827064 w 3795891"/>
                  <a:gd name="connsiteY10" fmla="*/ 1093507 h 1461787"/>
                  <a:gd name="connsiteX11" fmla="*/ 1822832 w 3795891"/>
                  <a:gd name="connsiteY11" fmla="*/ 1353858 h 1461787"/>
                  <a:gd name="connsiteX12" fmla="*/ 1812248 w 3795891"/>
                  <a:gd name="connsiteY12" fmla="*/ 1368674 h 1461787"/>
                  <a:gd name="connsiteX13" fmla="*/ 2176314 w 3795891"/>
                  <a:gd name="connsiteY13" fmla="*/ 1377141 h 1461787"/>
                  <a:gd name="connsiteX14" fmla="*/ 2222881 w 3795891"/>
                  <a:gd name="connsiteY14" fmla="*/ 1317874 h 1461787"/>
                  <a:gd name="connsiteX15" fmla="*/ 2235581 w 3795891"/>
                  <a:gd name="connsiteY15" fmla="*/ 1157009 h 1461787"/>
                  <a:gd name="connsiteX16" fmla="*/ 2294847 w 3795891"/>
                  <a:gd name="connsiteY16" fmla="*/ 1144308 h 1461787"/>
                  <a:gd name="connsiteX17" fmla="*/ 2311780 w 3795891"/>
                  <a:gd name="connsiteY17" fmla="*/ 1330575 h 1461787"/>
                  <a:gd name="connsiteX18" fmla="*/ 2413381 w 3795891"/>
                  <a:gd name="connsiteY18" fmla="*/ 1359362 h 1461787"/>
                  <a:gd name="connsiteX19" fmla="*/ 2621660 w 3795891"/>
                  <a:gd name="connsiteY19" fmla="*/ 1283159 h 1461787"/>
                  <a:gd name="connsiteX20" fmla="*/ 2807926 w 3795891"/>
                  <a:gd name="connsiteY20" fmla="*/ 1129067 h 1461787"/>
                  <a:gd name="connsiteX21" fmla="*/ 3056847 w 3795891"/>
                  <a:gd name="connsiteY21" fmla="*/ 907241 h 1461787"/>
                  <a:gd name="connsiteX22" fmla="*/ 3399747 w 3795891"/>
                  <a:gd name="connsiteY22" fmla="*/ 513541 h 1461787"/>
                  <a:gd name="connsiteX23" fmla="*/ 3641047 w 3795891"/>
                  <a:gd name="connsiteY23" fmla="*/ 255308 h 1461787"/>
                  <a:gd name="connsiteX24" fmla="*/ 3768048 w 3795891"/>
                  <a:gd name="connsiteY24" fmla="*/ 5541 h 1461787"/>
                  <a:gd name="connsiteX25" fmla="*/ 3792600 w 3795891"/>
                  <a:gd name="connsiteY25" fmla="*/ 96982 h 1461787"/>
                  <a:gd name="connsiteX26" fmla="*/ 3717246 w 3795891"/>
                  <a:gd name="connsiteY26" fmla="*/ 268007 h 1461787"/>
                  <a:gd name="connsiteX27" fmla="*/ 3567387 w 3795891"/>
                  <a:gd name="connsiteY27" fmla="*/ 433108 h 1461787"/>
                  <a:gd name="connsiteX28" fmla="*/ 3338787 w 3795891"/>
                  <a:gd name="connsiteY28" fmla="*/ 689648 h 1461787"/>
                  <a:gd name="connsiteX29" fmla="*/ 3090714 w 3795891"/>
                  <a:gd name="connsiteY29" fmla="*/ 983441 h 1461787"/>
                  <a:gd name="connsiteX30" fmla="*/ 2782527 w 3795891"/>
                  <a:gd name="connsiteY30" fmla="*/ 1256066 h 1461787"/>
                  <a:gd name="connsiteX31" fmla="*/ 2538685 w 3795891"/>
                  <a:gd name="connsiteY31" fmla="*/ 1408466 h 1461787"/>
                  <a:gd name="connsiteX32" fmla="*/ 2114506 w 3795891"/>
                  <a:gd name="connsiteY32" fmla="*/ 1460114 h 1461787"/>
                  <a:gd name="connsiteX33" fmla="*/ 1714034 w 3795891"/>
                  <a:gd name="connsiteY33" fmla="*/ 1442335 h 1461787"/>
                  <a:gd name="connsiteX34" fmla="*/ 1562479 w 3795891"/>
                  <a:gd name="connsiteY34" fmla="*/ 1375448 h 1461787"/>
                  <a:gd name="connsiteX35" fmla="*/ 1378754 w 3795891"/>
                  <a:gd name="connsiteY35" fmla="*/ 1217968 h 1461787"/>
                  <a:gd name="connsiteX36" fmla="*/ 1233126 w 3795891"/>
                  <a:gd name="connsiteY36" fmla="*/ 1093507 h 1461787"/>
                  <a:gd name="connsiteX37" fmla="*/ 1019767 w 3795891"/>
                  <a:gd name="connsiteY37" fmla="*/ 975820 h 1461787"/>
                  <a:gd name="connsiteX38" fmla="*/ 758147 w 3795891"/>
                  <a:gd name="connsiteY38" fmla="*/ 805642 h 1461787"/>
                  <a:gd name="connsiteX39" fmla="*/ 449113 w 3795891"/>
                  <a:gd name="connsiteY39" fmla="*/ 433108 h 1461787"/>
                  <a:gd name="connsiteX40" fmla="*/ 101980 w 3795891"/>
                  <a:gd name="connsiteY40" fmla="*/ 141009 h 1461787"/>
                  <a:gd name="connsiteX41" fmla="*/ 13081 w 3795891"/>
                  <a:gd name="connsiteY41" fmla="*/ 91055 h 1461787"/>
                  <a:gd name="connsiteX42" fmla="*/ 21548 w 3795891"/>
                  <a:gd name="connsiteY42" fmla="*/ 1308 h 1461787"/>
                  <a:gd name="connsiteX0" fmla="*/ 21548 w 3795891"/>
                  <a:gd name="connsiteY0" fmla="*/ 1308 h 1461787"/>
                  <a:gd name="connsiteX1" fmla="*/ 209505 w 3795891"/>
                  <a:gd name="connsiteY1" fmla="*/ 121534 h 1461787"/>
                  <a:gd name="connsiteX2" fmla="*/ 455887 w 3795891"/>
                  <a:gd name="connsiteY2" fmla="*/ 327275 h 1461787"/>
                  <a:gd name="connsiteX3" fmla="*/ 565954 w 3795891"/>
                  <a:gd name="connsiteY3" fmla="*/ 458508 h 1461787"/>
                  <a:gd name="connsiteX4" fmla="*/ 813180 w 3795891"/>
                  <a:gd name="connsiteY4" fmla="*/ 747222 h 1461787"/>
                  <a:gd name="connsiteX5" fmla="*/ 1003681 w 3795891"/>
                  <a:gd name="connsiteY5" fmla="*/ 881843 h 1461787"/>
                  <a:gd name="connsiteX6" fmla="*/ 1294084 w 3795891"/>
                  <a:gd name="connsiteY6" fmla="*/ 1040169 h 1461787"/>
                  <a:gd name="connsiteX7" fmla="*/ 1577296 w 3795891"/>
                  <a:gd name="connsiteY7" fmla="*/ 1300942 h 1461787"/>
                  <a:gd name="connsiteX8" fmla="*/ 1642913 w 3795891"/>
                  <a:gd name="connsiteY8" fmla="*/ 1303058 h 1461787"/>
                  <a:gd name="connsiteX9" fmla="*/ 1657730 w 3795891"/>
                  <a:gd name="connsiteY9" fmla="*/ 1135841 h 1461787"/>
                  <a:gd name="connsiteX10" fmla="*/ 1827064 w 3795891"/>
                  <a:gd name="connsiteY10" fmla="*/ 1093507 h 1461787"/>
                  <a:gd name="connsiteX11" fmla="*/ 1822832 w 3795891"/>
                  <a:gd name="connsiteY11" fmla="*/ 1353858 h 1461787"/>
                  <a:gd name="connsiteX12" fmla="*/ 1812248 w 3795891"/>
                  <a:gd name="connsiteY12" fmla="*/ 1368674 h 1461787"/>
                  <a:gd name="connsiteX13" fmla="*/ 2176314 w 3795891"/>
                  <a:gd name="connsiteY13" fmla="*/ 1377141 h 1461787"/>
                  <a:gd name="connsiteX14" fmla="*/ 2222881 w 3795891"/>
                  <a:gd name="connsiteY14" fmla="*/ 1317874 h 1461787"/>
                  <a:gd name="connsiteX15" fmla="*/ 2235581 w 3795891"/>
                  <a:gd name="connsiteY15" fmla="*/ 1157009 h 1461787"/>
                  <a:gd name="connsiteX16" fmla="*/ 2294847 w 3795891"/>
                  <a:gd name="connsiteY16" fmla="*/ 1144308 h 1461787"/>
                  <a:gd name="connsiteX17" fmla="*/ 2311780 w 3795891"/>
                  <a:gd name="connsiteY17" fmla="*/ 1330575 h 1461787"/>
                  <a:gd name="connsiteX18" fmla="*/ 2413381 w 3795891"/>
                  <a:gd name="connsiteY18" fmla="*/ 1359362 h 1461787"/>
                  <a:gd name="connsiteX19" fmla="*/ 2621660 w 3795891"/>
                  <a:gd name="connsiteY19" fmla="*/ 1283159 h 1461787"/>
                  <a:gd name="connsiteX20" fmla="*/ 2807926 w 3795891"/>
                  <a:gd name="connsiteY20" fmla="*/ 1129067 h 1461787"/>
                  <a:gd name="connsiteX21" fmla="*/ 3056847 w 3795891"/>
                  <a:gd name="connsiteY21" fmla="*/ 907241 h 1461787"/>
                  <a:gd name="connsiteX22" fmla="*/ 3399747 w 3795891"/>
                  <a:gd name="connsiteY22" fmla="*/ 513541 h 1461787"/>
                  <a:gd name="connsiteX23" fmla="*/ 3641047 w 3795891"/>
                  <a:gd name="connsiteY23" fmla="*/ 255308 h 1461787"/>
                  <a:gd name="connsiteX24" fmla="*/ 3768048 w 3795891"/>
                  <a:gd name="connsiteY24" fmla="*/ 5541 h 1461787"/>
                  <a:gd name="connsiteX25" fmla="*/ 3792600 w 3795891"/>
                  <a:gd name="connsiteY25" fmla="*/ 96982 h 1461787"/>
                  <a:gd name="connsiteX26" fmla="*/ 3717246 w 3795891"/>
                  <a:gd name="connsiteY26" fmla="*/ 268007 h 1461787"/>
                  <a:gd name="connsiteX27" fmla="*/ 3567387 w 3795891"/>
                  <a:gd name="connsiteY27" fmla="*/ 433108 h 1461787"/>
                  <a:gd name="connsiteX28" fmla="*/ 3338787 w 3795891"/>
                  <a:gd name="connsiteY28" fmla="*/ 689648 h 1461787"/>
                  <a:gd name="connsiteX29" fmla="*/ 3090714 w 3795891"/>
                  <a:gd name="connsiteY29" fmla="*/ 983441 h 1461787"/>
                  <a:gd name="connsiteX30" fmla="*/ 2782527 w 3795891"/>
                  <a:gd name="connsiteY30" fmla="*/ 1256066 h 1461787"/>
                  <a:gd name="connsiteX31" fmla="*/ 2538685 w 3795891"/>
                  <a:gd name="connsiteY31" fmla="*/ 1408466 h 1461787"/>
                  <a:gd name="connsiteX32" fmla="*/ 2114506 w 3795891"/>
                  <a:gd name="connsiteY32" fmla="*/ 1460114 h 1461787"/>
                  <a:gd name="connsiteX33" fmla="*/ 1714034 w 3795891"/>
                  <a:gd name="connsiteY33" fmla="*/ 1442335 h 1461787"/>
                  <a:gd name="connsiteX34" fmla="*/ 1562479 w 3795891"/>
                  <a:gd name="connsiteY34" fmla="*/ 1375448 h 1461787"/>
                  <a:gd name="connsiteX35" fmla="*/ 1378754 w 3795891"/>
                  <a:gd name="connsiteY35" fmla="*/ 1217968 h 1461787"/>
                  <a:gd name="connsiteX36" fmla="*/ 1233126 w 3795891"/>
                  <a:gd name="connsiteY36" fmla="*/ 1093507 h 1461787"/>
                  <a:gd name="connsiteX37" fmla="*/ 1019767 w 3795891"/>
                  <a:gd name="connsiteY37" fmla="*/ 975820 h 1461787"/>
                  <a:gd name="connsiteX38" fmla="*/ 758147 w 3795891"/>
                  <a:gd name="connsiteY38" fmla="*/ 805642 h 1461787"/>
                  <a:gd name="connsiteX39" fmla="*/ 449113 w 3795891"/>
                  <a:gd name="connsiteY39" fmla="*/ 433108 h 1461787"/>
                  <a:gd name="connsiteX40" fmla="*/ 101980 w 3795891"/>
                  <a:gd name="connsiteY40" fmla="*/ 141009 h 1461787"/>
                  <a:gd name="connsiteX41" fmla="*/ 13081 w 3795891"/>
                  <a:gd name="connsiteY41" fmla="*/ 91055 h 1461787"/>
                  <a:gd name="connsiteX42" fmla="*/ 21548 w 3795891"/>
                  <a:gd name="connsiteY42" fmla="*/ 1308 h 1461787"/>
                  <a:gd name="connsiteX0" fmla="*/ 21548 w 3795891"/>
                  <a:gd name="connsiteY0" fmla="*/ 1308 h 1461787"/>
                  <a:gd name="connsiteX1" fmla="*/ 209505 w 3795891"/>
                  <a:gd name="connsiteY1" fmla="*/ 121534 h 1461787"/>
                  <a:gd name="connsiteX2" fmla="*/ 455887 w 3795891"/>
                  <a:gd name="connsiteY2" fmla="*/ 327275 h 1461787"/>
                  <a:gd name="connsiteX3" fmla="*/ 565954 w 3795891"/>
                  <a:gd name="connsiteY3" fmla="*/ 458508 h 1461787"/>
                  <a:gd name="connsiteX4" fmla="*/ 813180 w 3795891"/>
                  <a:gd name="connsiteY4" fmla="*/ 747222 h 1461787"/>
                  <a:gd name="connsiteX5" fmla="*/ 1003681 w 3795891"/>
                  <a:gd name="connsiteY5" fmla="*/ 881843 h 1461787"/>
                  <a:gd name="connsiteX6" fmla="*/ 1294084 w 3795891"/>
                  <a:gd name="connsiteY6" fmla="*/ 1040169 h 1461787"/>
                  <a:gd name="connsiteX7" fmla="*/ 1577296 w 3795891"/>
                  <a:gd name="connsiteY7" fmla="*/ 1300942 h 1461787"/>
                  <a:gd name="connsiteX8" fmla="*/ 1642913 w 3795891"/>
                  <a:gd name="connsiteY8" fmla="*/ 1303058 h 1461787"/>
                  <a:gd name="connsiteX9" fmla="*/ 1642914 w 3795891"/>
                  <a:gd name="connsiteY9" fmla="*/ 1133725 h 1461787"/>
                  <a:gd name="connsiteX10" fmla="*/ 1827064 w 3795891"/>
                  <a:gd name="connsiteY10" fmla="*/ 1093507 h 1461787"/>
                  <a:gd name="connsiteX11" fmla="*/ 1822832 w 3795891"/>
                  <a:gd name="connsiteY11" fmla="*/ 1353858 h 1461787"/>
                  <a:gd name="connsiteX12" fmla="*/ 1812248 w 3795891"/>
                  <a:gd name="connsiteY12" fmla="*/ 1368674 h 1461787"/>
                  <a:gd name="connsiteX13" fmla="*/ 2176314 w 3795891"/>
                  <a:gd name="connsiteY13" fmla="*/ 1377141 h 1461787"/>
                  <a:gd name="connsiteX14" fmla="*/ 2222881 w 3795891"/>
                  <a:gd name="connsiteY14" fmla="*/ 1317874 h 1461787"/>
                  <a:gd name="connsiteX15" fmla="*/ 2235581 w 3795891"/>
                  <a:gd name="connsiteY15" fmla="*/ 1157009 h 1461787"/>
                  <a:gd name="connsiteX16" fmla="*/ 2294847 w 3795891"/>
                  <a:gd name="connsiteY16" fmla="*/ 1144308 h 1461787"/>
                  <a:gd name="connsiteX17" fmla="*/ 2311780 w 3795891"/>
                  <a:gd name="connsiteY17" fmla="*/ 1330575 h 1461787"/>
                  <a:gd name="connsiteX18" fmla="*/ 2413381 w 3795891"/>
                  <a:gd name="connsiteY18" fmla="*/ 1359362 h 1461787"/>
                  <a:gd name="connsiteX19" fmla="*/ 2621660 w 3795891"/>
                  <a:gd name="connsiteY19" fmla="*/ 1283159 h 1461787"/>
                  <a:gd name="connsiteX20" fmla="*/ 2807926 w 3795891"/>
                  <a:gd name="connsiteY20" fmla="*/ 1129067 h 1461787"/>
                  <a:gd name="connsiteX21" fmla="*/ 3056847 w 3795891"/>
                  <a:gd name="connsiteY21" fmla="*/ 907241 h 1461787"/>
                  <a:gd name="connsiteX22" fmla="*/ 3399747 w 3795891"/>
                  <a:gd name="connsiteY22" fmla="*/ 513541 h 1461787"/>
                  <a:gd name="connsiteX23" fmla="*/ 3641047 w 3795891"/>
                  <a:gd name="connsiteY23" fmla="*/ 255308 h 1461787"/>
                  <a:gd name="connsiteX24" fmla="*/ 3768048 w 3795891"/>
                  <a:gd name="connsiteY24" fmla="*/ 5541 h 1461787"/>
                  <a:gd name="connsiteX25" fmla="*/ 3792600 w 3795891"/>
                  <a:gd name="connsiteY25" fmla="*/ 96982 h 1461787"/>
                  <a:gd name="connsiteX26" fmla="*/ 3717246 w 3795891"/>
                  <a:gd name="connsiteY26" fmla="*/ 268007 h 1461787"/>
                  <a:gd name="connsiteX27" fmla="*/ 3567387 w 3795891"/>
                  <a:gd name="connsiteY27" fmla="*/ 433108 h 1461787"/>
                  <a:gd name="connsiteX28" fmla="*/ 3338787 w 3795891"/>
                  <a:gd name="connsiteY28" fmla="*/ 689648 h 1461787"/>
                  <a:gd name="connsiteX29" fmla="*/ 3090714 w 3795891"/>
                  <a:gd name="connsiteY29" fmla="*/ 983441 h 1461787"/>
                  <a:gd name="connsiteX30" fmla="*/ 2782527 w 3795891"/>
                  <a:gd name="connsiteY30" fmla="*/ 1256066 h 1461787"/>
                  <a:gd name="connsiteX31" fmla="*/ 2538685 w 3795891"/>
                  <a:gd name="connsiteY31" fmla="*/ 1408466 h 1461787"/>
                  <a:gd name="connsiteX32" fmla="*/ 2114506 w 3795891"/>
                  <a:gd name="connsiteY32" fmla="*/ 1460114 h 1461787"/>
                  <a:gd name="connsiteX33" fmla="*/ 1714034 w 3795891"/>
                  <a:gd name="connsiteY33" fmla="*/ 1442335 h 1461787"/>
                  <a:gd name="connsiteX34" fmla="*/ 1562479 w 3795891"/>
                  <a:gd name="connsiteY34" fmla="*/ 1375448 h 1461787"/>
                  <a:gd name="connsiteX35" fmla="*/ 1378754 w 3795891"/>
                  <a:gd name="connsiteY35" fmla="*/ 1217968 h 1461787"/>
                  <a:gd name="connsiteX36" fmla="*/ 1233126 w 3795891"/>
                  <a:gd name="connsiteY36" fmla="*/ 1093507 h 1461787"/>
                  <a:gd name="connsiteX37" fmla="*/ 1019767 w 3795891"/>
                  <a:gd name="connsiteY37" fmla="*/ 975820 h 1461787"/>
                  <a:gd name="connsiteX38" fmla="*/ 758147 w 3795891"/>
                  <a:gd name="connsiteY38" fmla="*/ 805642 h 1461787"/>
                  <a:gd name="connsiteX39" fmla="*/ 449113 w 3795891"/>
                  <a:gd name="connsiteY39" fmla="*/ 433108 h 1461787"/>
                  <a:gd name="connsiteX40" fmla="*/ 101980 w 3795891"/>
                  <a:gd name="connsiteY40" fmla="*/ 141009 h 1461787"/>
                  <a:gd name="connsiteX41" fmla="*/ 13081 w 3795891"/>
                  <a:gd name="connsiteY41" fmla="*/ 91055 h 1461787"/>
                  <a:gd name="connsiteX42" fmla="*/ 21548 w 3795891"/>
                  <a:gd name="connsiteY42" fmla="*/ 1308 h 1461787"/>
                  <a:gd name="connsiteX0" fmla="*/ 21548 w 3795891"/>
                  <a:gd name="connsiteY0" fmla="*/ 1308 h 1461787"/>
                  <a:gd name="connsiteX1" fmla="*/ 209505 w 3795891"/>
                  <a:gd name="connsiteY1" fmla="*/ 121534 h 1461787"/>
                  <a:gd name="connsiteX2" fmla="*/ 455887 w 3795891"/>
                  <a:gd name="connsiteY2" fmla="*/ 327275 h 1461787"/>
                  <a:gd name="connsiteX3" fmla="*/ 565954 w 3795891"/>
                  <a:gd name="connsiteY3" fmla="*/ 458508 h 1461787"/>
                  <a:gd name="connsiteX4" fmla="*/ 813180 w 3795891"/>
                  <a:gd name="connsiteY4" fmla="*/ 747222 h 1461787"/>
                  <a:gd name="connsiteX5" fmla="*/ 1003681 w 3795891"/>
                  <a:gd name="connsiteY5" fmla="*/ 881843 h 1461787"/>
                  <a:gd name="connsiteX6" fmla="*/ 1294084 w 3795891"/>
                  <a:gd name="connsiteY6" fmla="*/ 1040169 h 1461787"/>
                  <a:gd name="connsiteX7" fmla="*/ 1577296 w 3795891"/>
                  <a:gd name="connsiteY7" fmla="*/ 1300942 h 1461787"/>
                  <a:gd name="connsiteX8" fmla="*/ 1642913 w 3795891"/>
                  <a:gd name="connsiteY8" fmla="*/ 1303058 h 1461787"/>
                  <a:gd name="connsiteX9" fmla="*/ 1642914 w 3795891"/>
                  <a:gd name="connsiteY9" fmla="*/ 1133725 h 1461787"/>
                  <a:gd name="connsiteX10" fmla="*/ 1827064 w 3795891"/>
                  <a:gd name="connsiteY10" fmla="*/ 1093507 h 1461787"/>
                  <a:gd name="connsiteX11" fmla="*/ 1822832 w 3795891"/>
                  <a:gd name="connsiteY11" fmla="*/ 1353858 h 1461787"/>
                  <a:gd name="connsiteX12" fmla="*/ 1812248 w 3795891"/>
                  <a:gd name="connsiteY12" fmla="*/ 1368674 h 1461787"/>
                  <a:gd name="connsiteX13" fmla="*/ 2176314 w 3795891"/>
                  <a:gd name="connsiteY13" fmla="*/ 1377141 h 1461787"/>
                  <a:gd name="connsiteX14" fmla="*/ 2191131 w 3795891"/>
                  <a:gd name="connsiteY14" fmla="*/ 1313640 h 1461787"/>
                  <a:gd name="connsiteX15" fmla="*/ 2235581 w 3795891"/>
                  <a:gd name="connsiteY15" fmla="*/ 1157009 h 1461787"/>
                  <a:gd name="connsiteX16" fmla="*/ 2294847 w 3795891"/>
                  <a:gd name="connsiteY16" fmla="*/ 1144308 h 1461787"/>
                  <a:gd name="connsiteX17" fmla="*/ 2311780 w 3795891"/>
                  <a:gd name="connsiteY17" fmla="*/ 1330575 h 1461787"/>
                  <a:gd name="connsiteX18" fmla="*/ 2413381 w 3795891"/>
                  <a:gd name="connsiteY18" fmla="*/ 1359362 h 1461787"/>
                  <a:gd name="connsiteX19" fmla="*/ 2621660 w 3795891"/>
                  <a:gd name="connsiteY19" fmla="*/ 1283159 h 1461787"/>
                  <a:gd name="connsiteX20" fmla="*/ 2807926 w 3795891"/>
                  <a:gd name="connsiteY20" fmla="*/ 1129067 h 1461787"/>
                  <a:gd name="connsiteX21" fmla="*/ 3056847 w 3795891"/>
                  <a:gd name="connsiteY21" fmla="*/ 907241 h 1461787"/>
                  <a:gd name="connsiteX22" fmla="*/ 3399747 w 3795891"/>
                  <a:gd name="connsiteY22" fmla="*/ 513541 h 1461787"/>
                  <a:gd name="connsiteX23" fmla="*/ 3641047 w 3795891"/>
                  <a:gd name="connsiteY23" fmla="*/ 255308 h 1461787"/>
                  <a:gd name="connsiteX24" fmla="*/ 3768048 w 3795891"/>
                  <a:gd name="connsiteY24" fmla="*/ 5541 h 1461787"/>
                  <a:gd name="connsiteX25" fmla="*/ 3792600 w 3795891"/>
                  <a:gd name="connsiteY25" fmla="*/ 96982 h 1461787"/>
                  <a:gd name="connsiteX26" fmla="*/ 3717246 w 3795891"/>
                  <a:gd name="connsiteY26" fmla="*/ 268007 h 1461787"/>
                  <a:gd name="connsiteX27" fmla="*/ 3567387 w 3795891"/>
                  <a:gd name="connsiteY27" fmla="*/ 433108 h 1461787"/>
                  <a:gd name="connsiteX28" fmla="*/ 3338787 w 3795891"/>
                  <a:gd name="connsiteY28" fmla="*/ 689648 h 1461787"/>
                  <a:gd name="connsiteX29" fmla="*/ 3090714 w 3795891"/>
                  <a:gd name="connsiteY29" fmla="*/ 983441 h 1461787"/>
                  <a:gd name="connsiteX30" fmla="*/ 2782527 w 3795891"/>
                  <a:gd name="connsiteY30" fmla="*/ 1256066 h 1461787"/>
                  <a:gd name="connsiteX31" fmla="*/ 2538685 w 3795891"/>
                  <a:gd name="connsiteY31" fmla="*/ 1408466 h 1461787"/>
                  <a:gd name="connsiteX32" fmla="*/ 2114506 w 3795891"/>
                  <a:gd name="connsiteY32" fmla="*/ 1460114 h 1461787"/>
                  <a:gd name="connsiteX33" fmla="*/ 1714034 w 3795891"/>
                  <a:gd name="connsiteY33" fmla="*/ 1442335 h 1461787"/>
                  <a:gd name="connsiteX34" fmla="*/ 1562479 w 3795891"/>
                  <a:gd name="connsiteY34" fmla="*/ 1375448 h 1461787"/>
                  <a:gd name="connsiteX35" fmla="*/ 1378754 w 3795891"/>
                  <a:gd name="connsiteY35" fmla="*/ 1217968 h 1461787"/>
                  <a:gd name="connsiteX36" fmla="*/ 1233126 w 3795891"/>
                  <a:gd name="connsiteY36" fmla="*/ 1093507 h 1461787"/>
                  <a:gd name="connsiteX37" fmla="*/ 1019767 w 3795891"/>
                  <a:gd name="connsiteY37" fmla="*/ 975820 h 1461787"/>
                  <a:gd name="connsiteX38" fmla="*/ 758147 w 3795891"/>
                  <a:gd name="connsiteY38" fmla="*/ 805642 h 1461787"/>
                  <a:gd name="connsiteX39" fmla="*/ 449113 w 3795891"/>
                  <a:gd name="connsiteY39" fmla="*/ 433108 h 1461787"/>
                  <a:gd name="connsiteX40" fmla="*/ 101980 w 3795891"/>
                  <a:gd name="connsiteY40" fmla="*/ 141009 h 1461787"/>
                  <a:gd name="connsiteX41" fmla="*/ 13081 w 3795891"/>
                  <a:gd name="connsiteY41" fmla="*/ 91055 h 1461787"/>
                  <a:gd name="connsiteX42" fmla="*/ 21548 w 3795891"/>
                  <a:gd name="connsiteY42" fmla="*/ 1308 h 1461787"/>
                  <a:gd name="connsiteX0" fmla="*/ 21548 w 3795891"/>
                  <a:gd name="connsiteY0" fmla="*/ 1308 h 1461787"/>
                  <a:gd name="connsiteX1" fmla="*/ 209505 w 3795891"/>
                  <a:gd name="connsiteY1" fmla="*/ 121534 h 1461787"/>
                  <a:gd name="connsiteX2" fmla="*/ 455887 w 3795891"/>
                  <a:gd name="connsiteY2" fmla="*/ 327275 h 1461787"/>
                  <a:gd name="connsiteX3" fmla="*/ 565954 w 3795891"/>
                  <a:gd name="connsiteY3" fmla="*/ 458508 h 1461787"/>
                  <a:gd name="connsiteX4" fmla="*/ 813180 w 3795891"/>
                  <a:gd name="connsiteY4" fmla="*/ 747222 h 1461787"/>
                  <a:gd name="connsiteX5" fmla="*/ 1003681 w 3795891"/>
                  <a:gd name="connsiteY5" fmla="*/ 881843 h 1461787"/>
                  <a:gd name="connsiteX6" fmla="*/ 1294084 w 3795891"/>
                  <a:gd name="connsiteY6" fmla="*/ 1040169 h 1461787"/>
                  <a:gd name="connsiteX7" fmla="*/ 1577296 w 3795891"/>
                  <a:gd name="connsiteY7" fmla="*/ 1300942 h 1461787"/>
                  <a:gd name="connsiteX8" fmla="*/ 1642913 w 3795891"/>
                  <a:gd name="connsiteY8" fmla="*/ 1303058 h 1461787"/>
                  <a:gd name="connsiteX9" fmla="*/ 1642914 w 3795891"/>
                  <a:gd name="connsiteY9" fmla="*/ 1133725 h 1461787"/>
                  <a:gd name="connsiteX10" fmla="*/ 1827064 w 3795891"/>
                  <a:gd name="connsiteY10" fmla="*/ 1093507 h 1461787"/>
                  <a:gd name="connsiteX11" fmla="*/ 1822832 w 3795891"/>
                  <a:gd name="connsiteY11" fmla="*/ 1353858 h 1461787"/>
                  <a:gd name="connsiteX12" fmla="*/ 1812248 w 3795891"/>
                  <a:gd name="connsiteY12" fmla="*/ 1368674 h 1461787"/>
                  <a:gd name="connsiteX13" fmla="*/ 2133981 w 3795891"/>
                  <a:gd name="connsiteY13" fmla="*/ 1375025 h 1461787"/>
                  <a:gd name="connsiteX14" fmla="*/ 2191131 w 3795891"/>
                  <a:gd name="connsiteY14" fmla="*/ 1313640 h 1461787"/>
                  <a:gd name="connsiteX15" fmla="*/ 2235581 w 3795891"/>
                  <a:gd name="connsiteY15" fmla="*/ 1157009 h 1461787"/>
                  <a:gd name="connsiteX16" fmla="*/ 2294847 w 3795891"/>
                  <a:gd name="connsiteY16" fmla="*/ 1144308 h 1461787"/>
                  <a:gd name="connsiteX17" fmla="*/ 2311780 w 3795891"/>
                  <a:gd name="connsiteY17" fmla="*/ 1330575 h 1461787"/>
                  <a:gd name="connsiteX18" fmla="*/ 2413381 w 3795891"/>
                  <a:gd name="connsiteY18" fmla="*/ 1359362 h 1461787"/>
                  <a:gd name="connsiteX19" fmla="*/ 2621660 w 3795891"/>
                  <a:gd name="connsiteY19" fmla="*/ 1283159 h 1461787"/>
                  <a:gd name="connsiteX20" fmla="*/ 2807926 w 3795891"/>
                  <a:gd name="connsiteY20" fmla="*/ 1129067 h 1461787"/>
                  <a:gd name="connsiteX21" fmla="*/ 3056847 w 3795891"/>
                  <a:gd name="connsiteY21" fmla="*/ 907241 h 1461787"/>
                  <a:gd name="connsiteX22" fmla="*/ 3399747 w 3795891"/>
                  <a:gd name="connsiteY22" fmla="*/ 513541 h 1461787"/>
                  <a:gd name="connsiteX23" fmla="*/ 3641047 w 3795891"/>
                  <a:gd name="connsiteY23" fmla="*/ 255308 h 1461787"/>
                  <a:gd name="connsiteX24" fmla="*/ 3768048 w 3795891"/>
                  <a:gd name="connsiteY24" fmla="*/ 5541 h 1461787"/>
                  <a:gd name="connsiteX25" fmla="*/ 3792600 w 3795891"/>
                  <a:gd name="connsiteY25" fmla="*/ 96982 h 1461787"/>
                  <a:gd name="connsiteX26" fmla="*/ 3717246 w 3795891"/>
                  <a:gd name="connsiteY26" fmla="*/ 268007 h 1461787"/>
                  <a:gd name="connsiteX27" fmla="*/ 3567387 w 3795891"/>
                  <a:gd name="connsiteY27" fmla="*/ 433108 h 1461787"/>
                  <a:gd name="connsiteX28" fmla="*/ 3338787 w 3795891"/>
                  <a:gd name="connsiteY28" fmla="*/ 689648 h 1461787"/>
                  <a:gd name="connsiteX29" fmla="*/ 3090714 w 3795891"/>
                  <a:gd name="connsiteY29" fmla="*/ 983441 h 1461787"/>
                  <a:gd name="connsiteX30" fmla="*/ 2782527 w 3795891"/>
                  <a:gd name="connsiteY30" fmla="*/ 1256066 h 1461787"/>
                  <a:gd name="connsiteX31" fmla="*/ 2538685 w 3795891"/>
                  <a:gd name="connsiteY31" fmla="*/ 1408466 h 1461787"/>
                  <a:gd name="connsiteX32" fmla="*/ 2114506 w 3795891"/>
                  <a:gd name="connsiteY32" fmla="*/ 1460114 h 1461787"/>
                  <a:gd name="connsiteX33" fmla="*/ 1714034 w 3795891"/>
                  <a:gd name="connsiteY33" fmla="*/ 1442335 h 1461787"/>
                  <a:gd name="connsiteX34" fmla="*/ 1562479 w 3795891"/>
                  <a:gd name="connsiteY34" fmla="*/ 1375448 h 1461787"/>
                  <a:gd name="connsiteX35" fmla="*/ 1378754 w 3795891"/>
                  <a:gd name="connsiteY35" fmla="*/ 1217968 h 1461787"/>
                  <a:gd name="connsiteX36" fmla="*/ 1233126 w 3795891"/>
                  <a:gd name="connsiteY36" fmla="*/ 1093507 h 1461787"/>
                  <a:gd name="connsiteX37" fmla="*/ 1019767 w 3795891"/>
                  <a:gd name="connsiteY37" fmla="*/ 975820 h 1461787"/>
                  <a:gd name="connsiteX38" fmla="*/ 758147 w 3795891"/>
                  <a:gd name="connsiteY38" fmla="*/ 805642 h 1461787"/>
                  <a:gd name="connsiteX39" fmla="*/ 449113 w 3795891"/>
                  <a:gd name="connsiteY39" fmla="*/ 433108 h 1461787"/>
                  <a:gd name="connsiteX40" fmla="*/ 101980 w 3795891"/>
                  <a:gd name="connsiteY40" fmla="*/ 141009 h 1461787"/>
                  <a:gd name="connsiteX41" fmla="*/ 13081 w 3795891"/>
                  <a:gd name="connsiteY41" fmla="*/ 91055 h 1461787"/>
                  <a:gd name="connsiteX42" fmla="*/ 21548 w 3795891"/>
                  <a:gd name="connsiteY42" fmla="*/ 1308 h 1461787"/>
                  <a:gd name="connsiteX0" fmla="*/ 21548 w 3795891"/>
                  <a:gd name="connsiteY0" fmla="*/ 1308 h 1461787"/>
                  <a:gd name="connsiteX1" fmla="*/ 209505 w 3795891"/>
                  <a:gd name="connsiteY1" fmla="*/ 121534 h 1461787"/>
                  <a:gd name="connsiteX2" fmla="*/ 455887 w 3795891"/>
                  <a:gd name="connsiteY2" fmla="*/ 327275 h 1461787"/>
                  <a:gd name="connsiteX3" fmla="*/ 565954 w 3795891"/>
                  <a:gd name="connsiteY3" fmla="*/ 458508 h 1461787"/>
                  <a:gd name="connsiteX4" fmla="*/ 813180 w 3795891"/>
                  <a:gd name="connsiteY4" fmla="*/ 747222 h 1461787"/>
                  <a:gd name="connsiteX5" fmla="*/ 1003681 w 3795891"/>
                  <a:gd name="connsiteY5" fmla="*/ 881843 h 1461787"/>
                  <a:gd name="connsiteX6" fmla="*/ 1294084 w 3795891"/>
                  <a:gd name="connsiteY6" fmla="*/ 1040169 h 1461787"/>
                  <a:gd name="connsiteX7" fmla="*/ 1577296 w 3795891"/>
                  <a:gd name="connsiteY7" fmla="*/ 1300942 h 1461787"/>
                  <a:gd name="connsiteX8" fmla="*/ 1642913 w 3795891"/>
                  <a:gd name="connsiteY8" fmla="*/ 1303058 h 1461787"/>
                  <a:gd name="connsiteX9" fmla="*/ 1642914 w 3795891"/>
                  <a:gd name="connsiteY9" fmla="*/ 1133725 h 1461787"/>
                  <a:gd name="connsiteX10" fmla="*/ 1827064 w 3795891"/>
                  <a:gd name="connsiteY10" fmla="*/ 1093507 h 1461787"/>
                  <a:gd name="connsiteX11" fmla="*/ 1822832 w 3795891"/>
                  <a:gd name="connsiteY11" fmla="*/ 1353858 h 1461787"/>
                  <a:gd name="connsiteX12" fmla="*/ 1812248 w 3795891"/>
                  <a:gd name="connsiteY12" fmla="*/ 1368674 h 1461787"/>
                  <a:gd name="connsiteX13" fmla="*/ 2133981 w 3795891"/>
                  <a:gd name="connsiteY13" fmla="*/ 1375025 h 1461787"/>
                  <a:gd name="connsiteX14" fmla="*/ 2191131 w 3795891"/>
                  <a:gd name="connsiteY14" fmla="*/ 1313640 h 1461787"/>
                  <a:gd name="connsiteX15" fmla="*/ 2174198 w 3795891"/>
                  <a:gd name="connsiteY15" fmla="*/ 1118909 h 1461787"/>
                  <a:gd name="connsiteX16" fmla="*/ 2294847 w 3795891"/>
                  <a:gd name="connsiteY16" fmla="*/ 1144308 h 1461787"/>
                  <a:gd name="connsiteX17" fmla="*/ 2311780 w 3795891"/>
                  <a:gd name="connsiteY17" fmla="*/ 1330575 h 1461787"/>
                  <a:gd name="connsiteX18" fmla="*/ 2413381 w 3795891"/>
                  <a:gd name="connsiteY18" fmla="*/ 1359362 h 1461787"/>
                  <a:gd name="connsiteX19" fmla="*/ 2621660 w 3795891"/>
                  <a:gd name="connsiteY19" fmla="*/ 1283159 h 1461787"/>
                  <a:gd name="connsiteX20" fmla="*/ 2807926 w 3795891"/>
                  <a:gd name="connsiteY20" fmla="*/ 1129067 h 1461787"/>
                  <a:gd name="connsiteX21" fmla="*/ 3056847 w 3795891"/>
                  <a:gd name="connsiteY21" fmla="*/ 907241 h 1461787"/>
                  <a:gd name="connsiteX22" fmla="*/ 3399747 w 3795891"/>
                  <a:gd name="connsiteY22" fmla="*/ 513541 h 1461787"/>
                  <a:gd name="connsiteX23" fmla="*/ 3641047 w 3795891"/>
                  <a:gd name="connsiteY23" fmla="*/ 255308 h 1461787"/>
                  <a:gd name="connsiteX24" fmla="*/ 3768048 w 3795891"/>
                  <a:gd name="connsiteY24" fmla="*/ 5541 h 1461787"/>
                  <a:gd name="connsiteX25" fmla="*/ 3792600 w 3795891"/>
                  <a:gd name="connsiteY25" fmla="*/ 96982 h 1461787"/>
                  <a:gd name="connsiteX26" fmla="*/ 3717246 w 3795891"/>
                  <a:gd name="connsiteY26" fmla="*/ 268007 h 1461787"/>
                  <a:gd name="connsiteX27" fmla="*/ 3567387 w 3795891"/>
                  <a:gd name="connsiteY27" fmla="*/ 433108 h 1461787"/>
                  <a:gd name="connsiteX28" fmla="*/ 3338787 w 3795891"/>
                  <a:gd name="connsiteY28" fmla="*/ 689648 h 1461787"/>
                  <a:gd name="connsiteX29" fmla="*/ 3090714 w 3795891"/>
                  <a:gd name="connsiteY29" fmla="*/ 983441 h 1461787"/>
                  <a:gd name="connsiteX30" fmla="*/ 2782527 w 3795891"/>
                  <a:gd name="connsiteY30" fmla="*/ 1256066 h 1461787"/>
                  <a:gd name="connsiteX31" fmla="*/ 2538685 w 3795891"/>
                  <a:gd name="connsiteY31" fmla="*/ 1408466 h 1461787"/>
                  <a:gd name="connsiteX32" fmla="*/ 2114506 w 3795891"/>
                  <a:gd name="connsiteY32" fmla="*/ 1460114 h 1461787"/>
                  <a:gd name="connsiteX33" fmla="*/ 1714034 w 3795891"/>
                  <a:gd name="connsiteY33" fmla="*/ 1442335 h 1461787"/>
                  <a:gd name="connsiteX34" fmla="*/ 1562479 w 3795891"/>
                  <a:gd name="connsiteY34" fmla="*/ 1375448 h 1461787"/>
                  <a:gd name="connsiteX35" fmla="*/ 1378754 w 3795891"/>
                  <a:gd name="connsiteY35" fmla="*/ 1217968 h 1461787"/>
                  <a:gd name="connsiteX36" fmla="*/ 1233126 w 3795891"/>
                  <a:gd name="connsiteY36" fmla="*/ 1093507 h 1461787"/>
                  <a:gd name="connsiteX37" fmla="*/ 1019767 w 3795891"/>
                  <a:gd name="connsiteY37" fmla="*/ 975820 h 1461787"/>
                  <a:gd name="connsiteX38" fmla="*/ 758147 w 3795891"/>
                  <a:gd name="connsiteY38" fmla="*/ 805642 h 1461787"/>
                  <a:gd name="connsiteX39" fmla="*/ 449113 w 3795891"/>
                  <a:gd name="connsiteY39" fmla="*/ 433108 h 1461787"/>
                  <a:gd name="connsiteX40" fmla="*/ 101980 w 3795891"/>
                  <a:gd name="connsiteY40" fmla="*/ 141009 h 1461787"/>
                  <a:gd name="connsiteX41" fmla="*/ 13081 w 3795891"/>
                  <a:gd name="connsiteY41" fmla="*/ 91055 h 1461787"/>
                  <a:gd name="connsiteX42" fmla="*/ 21548 w 3795891"/>
                  <a:gd name="connsiteY42" fmla="*/ 1308 h 1461787"/>
                  <a:gd name="connsiteX0" fmla="*/ 21548 w 3795891"/>
                  <a:gd name="connsiteY0" fmla="*/ 1308 h 1461787"/>
                  <a:gd name="connsiteX1" fmla="*/ 209505 w 3795891"/>
                  <a:gd name="connsiteY1" fmla="*/ 121534 h 1461787"/>
                  <a:gd name="connsiteX2" fmla="*/ 455887 w 3795891"/>
                  <a:gd name="connsiteY2" fmla="*/ 327275 h 1461787"/>
                  <a:gd name="connsiteX3" fmla="*/ 565954 w 3795891"/>
                  <a:gd name="connsiteY3" fmla="*/ 458508 h 1461787"/>
                  <a:gd name="connsiteX4" fmla="*/ 813180 w 3795891"/>
                  <a:gd name="connsiteY4" fmla="*/ 747222 h 1461787"/>
                  <a:gd name="connsiteX5" fmla="*/ 1003681 w 3795891"/>
                  <a:gd name="connsiteY5" fmla="*/ 881843 h 1461787"/>
                  <a:gd name="connsiteX6" fmla="*/ 1294084 w 3795891"/>
                  <a:gd name="connsiteY6" fmla="*/ 1040169 h 1461787"/>
                  <a:gd name="connsiteX7" fmla="*/ 1577296 w 3795891"/>
                  <a:gd name="connsiteY7" fmla="*/ 1300942 h 1461787"/>
                  <a:gd name="connsiteX8" fmla="*/ 1642913 w 3795891"/>
                  <a:gd name="connsiteY8" fmla="*/ 1303058 h 1461787"/>
                  <a:gd name="connsiteX9" fmla="*/ 1642914 w 3795891"/>
                  <a:gd name="connsiteY9" fmla="*/ 1133725 h 1461787"/>
                  <a:gd name="connsiteX10" fmla="*/ 1827064 w 3795891"/>
                  <a:gd name="connsiteY10" fmla="*/ 1093507 h 1461787"/>
                  <a:gd name="connsiteX11" fmla="*/ 1822832 w 3795891"/>
                  <a:gd name="connsiteY11" fmla="*/ 1353858 h 1461787"/>
                  <a:gd name="connsiteX12" fmla="*/ 1812248 w 3795891"/>
                  <a:gd name="connsiteY12" fmla="*/ 1368674 h 1461787"/>
                  <a:gd name="connsiteX13" fmla="*/ 2133981 w 3795891"/>
                  <a:gd name="connsiteY13" fmla="*/ 1375025 h 1461787"/>
                  <a:gd name="connsiteX14" fmla="*/ 2163615 w 3795891"/>
                  <a:gd name="connsiteY14" fmla="*/ 1315757 h 1461787"/>
                  <a:gd name="connsiteX15" fmla="*/ 2174198 w 3795891"/>
                  <a:gd name="connsiteY15" fmla="*/ 1118909 h 1461787"/>
                  <a:gd name="connsiteX16" fmla="*/ 2294847 w 3795891"/>
                  <a:gd name="connsiteY16" fmla="*/ 1144308 h 1461787"/>
                  <a:gd name="connsiteX17" fmla="*/ 2311780 w 3795891"/>
                  <a:gd name="connsiteY17" fmla="*/ 1330575 h 1461787"/>
                  <a:gd name="connsiteX18" fmla="*/ 2413381 w 3795891"/>
                  <a:gd name="connsiteY18" fmla="*/ 1359362 h 1461787"/>
                  <a:gd name="connsiteX19" fmla="*/ 2621660 w 3795891"/>
                  <a:gd name="connsiteY19" fmla="*/ 1283159 h 1461787"/>
                  <a:gd name="connsiteX20" fmla="*/ 2807926 w 3795891"/>
                  <a:gd name="connsiteY20" fmla="*/ 1129067 h 1461787"/>
                  <a:gd name="connsiteX21" fmla="*/ 3056847 w 3795891"/>
                  <a:gd name="connsiteY21" fmla="*/ 907241 h 1461787"/>
                  <a:gd name="connsiteX22" fmla="*/ 3399747 w 3795891"/>
                  <a:gd name="connsiteY22" fmla="*/ 513541 h 1461787"/>
                  <a:gd name="connsiteX23" fmla="*/ 3641047 w 3795891"/>
                  <a:gd name="connsiteY23" fmla="*/ 255308 h 1461787"/>
                  <a:gd name="connsiteX24" fmla="*/ 3768048 w 3795891"/>
                  <a:gd name="connsiteY24" fmla="*/ 5541 h 1461787"/>
                  <a:gd name="connsiteX25" fmla="*/ 3792600 w 3795891"/>
                  <a:gd name="connsiteY25" fmla="*/ 96982 h 1461787"/>
                  <a:gd name="connsiteX26" fmla="*/ 3717246 w 3795891"/>
                  <a:gd name="connsiteY26" fmla="*/ 268007 h 1461787"/>
                  <a:gd name="connsiteX27" fmla="*/ 3567387 w 3795891"/>
                  <a:gd name="connsiteY27" fmla="*/ 433108 h 1461787"/>
                  <a:gd name="connsiteX28" fmla="*/ 3338787 w 3795891"/>
                  <a:gd name="connsiteY28" fmla="*/ 689648 h 1461787"/>
                  <a:gd name="connsiteX29" fmla="*/ 3090714 w 3795891"/>
                  <a:gd name="connsiteY29" fmla="*/ 983441 h 1461787"/>
                  <a:gd name="connsiteX30" fmla="*/ 2782527 w 3795891"/>
                  <a:gd name="connsiteY30" fmla="*/ 1256066 h 1461787"/>
                  <a:gd name="connsiteX31" fmla="*/ 2538685 w 3795891"/>
                  <a:gd name="connsiteY31" fmla="*/ 1408466 h 1461787"/>
                  <a:gd name="connsiteX32" fmla="*/ 2114506 w 3795891"/>
                  <a:gd name="connsiteY32" fmla="*/ 1460114 h 1461787"/>
                  <a:gd name="connsiteX33" fmla="*/ 1714034 w 3795891"/>
                  <a:gd name="connsiteY33" fmla="*/ 1442335 h 1461787"/>
                  <a:gd name="connsiteX34" fmla="*/ 1562479 w 3795891"/>
                  <a:gd name="connsiteY34" fmla="*/ 1375448 h 1461787"/>
                  <a:gd name="connsiteX35" fmla="*/ 1378754 w 3795891"/>
                  <a:gd name="connsiteY35" fmla="*/ 1217968 h 1461787"/>
                  <a:gd name="connsiteX36" fmla="*/ 1233126 w 3795891"/>
                  <a:gd name="connsiteY36" fmla="*/ 1093507 h 1461787"/>
                  <a:gd name="connsiteX37" fmla="*/ 1019767 w 3795891"/>
                  <a:gd name="connsiteY37" fmla="*/ 975820 h 1461787"/>
                  <a:gd name="connsiteX38" fmla="*/ 758147 w 3795891"/>
                  <a:gd name="connsiteY38" fmla="*/ 805642 h 1461787"/>
                  <a:gd name="connsiteX39" fmla="*/ 449113 w 3795891"/>
                  <a:gd name="connsiteY39" fmla="*/ 433108 h 1461787"/>
                  <a:gd name="connsiteX40" fmla="*/ 101980 w 3795891"/>
                  <a:gd name="connsiteY40" fmla="*/ 141009 h 1461787"/>
                  <a:gd name="connsiteX41" fmla="*/ 13081 w 3795891"/>
                  <a:gd name="connsiteY41" fmla="*/ 91055 h 1461787"/>
                  <a:gd name="connsiteX42" fmla="*/ 21548 w 3795891"/>
                  <a:gd name="connsiteY42" fmla="*/ 1308 h 1461787"/>
                  <a:gd name="connsiteX0" fmla="*/ 21548 w 3795891"/>
                  <a:gd name="connsiteY0" fmla="*/ 1308 h 1461787"/>
                  <a:gd name="connsiteX1" fmla="*/ 209505 w 3795891"/>
                  <a:gd name="connsiteY1" fmla="*/ 121534 h 1461787"/>
                  <a:gd name="connsiteX2" fmla="*/ 455887 w 3795891"/>
                  <a:gd name="connsiteY2" fmla="*/ 327275 h 1461787"/>
                  <a:gd name="connsiteX3" fmla="*/ 565954 w 3795891"/>
                  <a:gd name="connsiteY3" fmla="*/ 458508 h 1461787"/>
                  <a:gd name="connsiteX4" fmla="*/ 813180 w 3795891"/>
                  <a:gd name="connsiteY4" fmla="*/ 747222 h 1461787"/>
                  <a:gd name="connsiteX5" fmla="*/ 1003681 w 3795891"/>
                  <a:gd name="connsiteY5" fmla="*/ 881843 h 1461787"/>
                  <a:gd name="connsiteX6" fmla="*/ 1294084 w 3795891"/>
                  <a:gd name="connsiteY6" fmla="*/ 1040169 h 1461787"/>
                  <a:gd name="connsiteX7" fmla="*/ 1577296 w 3795891"/>
                  <a:gd name="connsiteY7" fmla="*/ 1300942 h 1461787"/>
                  <a:gd name="connsiteX8" fmla="*/ 1642913 w 3795891"/>
                  <a:gd name="connsiteY8" fmla="*/ 1303058 h 1461787"/>
                  <a:gd name="connsiteX9" fmla="*/ 1642914 w 3795891"/>
                  <a:gd name="connsiteY9" fmla="*/ 1133725 h 1461787"/>
                  <a:gd name="connsiteX10" fmla="*/ 1827064 w 3795891"/>
                  <a:gd name="connsiteY10" fmla="*/ 1093507 h 1461787"/>
                  <a:gd name="connsiteX11" fmla="*/ 1822832 w 3795891"/>
                  <a:gd name="connsiteY11" fmla="*/ 1353858 h 1461787"/>
                  <a:gd name="connsiteX12" fmla="*/ 1877864 w 3795891"/>
                  <a:gd name="connsiteY12" fmla="*/ 1377140 h 1461787"/>
                  <a:gd name="connsiteX13" fmla="*/ 2133981 w 3795891"/>
                  <a:gd name="connsiteY13" fmla="*/ 1375025 h 1461787"/>
                  <a:gd name="connsiteX14" fmla="*/ 2163615 w 3795891"/>
                  <a:gd name="connsiteY14" fmla="*/ 1315757 h 1461787"/>
                  <a:gd name="connsiteX15" fmla="*/ 2174198 w 3795891"/>
                  <a:gd name="connsiteY15" fmla="*/ 1118909 h 1461787"/>
                  <a:gd name="connsiteX16" fmla="*/ 2294847 w 3795891"/>
                  <a:gd name="connsiteY16" fmla="*/ 1144308 h 1461787"/>
                  <a:gd name="connsiteX17" fmla="*/ 2311780 w 3795891"/>
                  <a:gd name="connsiteY17" fmla="*/ 1330575 h 1461787"/>
                  <a:gd name="connsiteX18" fmla="*/ 2413381 w 3795891"/>
                  <a:gd name="connsiteY18" fmla="*/ 1359362 h 1461787"/>
                  <a:gd name="connsiteX19" fmla="*/ 2621660 w 3795891"/>
                  <a:gd name="connsiteY19" fmla="*/ 1283159 h 1461787"/>
                  <a:gd name="connsiteX20" fmla="*/ 2807926 w 3795891"/>
                  <a:gd name="connsiteY20" fmla="*/ 1129067 h 1461787"/>
                  <a:gd name="connsiteX21" fmla="*/ 3056847 w 3795891"/>
                  <a:gd name="connsiteY21" fmla="*/ 907241 h 1461787"/>
                  <a:gd name="connsiteX22" fmla="*/ 3399747 w 3795891"/>
                  <a:gd name="connsiteY22" fmla="*/ 513541 h 1461787"/>
                  <a:gd name="connsiteX23" fmla="*/ 3641047 w 3795891"/>
                  <a:gd name="connsiteY23" fmla="*/ 255308 h 1461787"/>
                  <a:gd name="connsiteX24" fmla="*/ 3768048 w 3795891"/>
                  <a:gd name="connsiteY24" fmla="*/ 5541 h 1461787"/>
                  <a:gd name="connsiteX25" fmla="*/ 3792600 w 3795891"/>
                  <a:gd name="connsiteY25" fmla="*/ 96982 h 1461787"/>
                  <a:gd name="connsiteX26" fmla="*/ 3717246 w 3795891"/>
                  <a:gd name="connsiteY26" fmla="*/ 268007 h 1461787"/>
                  <a:gd name="connsiteX27" fmla="*/ 3567387 w 3795891"/>
                  <a:gd name="connsiteY27" fmla="*/ 433108 h 1461787"/>
                  <a:gd name="connsiteX28" fmla="*/ 3338787 w 3795891"/>
                  <a:gd name="connsiteY28" fmla="*/ 689648 h 1461787"/>
                  <a:gd name="connsiteX29" fmla="*/ 3090714 w 3795891"/>
                  <a:gd name="connsiteY29" fmla="*/ 983441 h 1461787"/>
                  <a:gd name="connsiteX30" fmla="*/ 2782527 w 3795891"/>
                  <a:gd name="connsiteY30" fmla="*/ 1256066 h 1461787"/>
                  <a:gd name="connsiteX31" fmla="*/ 2538685 w 3795891"/>
                  <a:gd name="connsiteY31" fmla="*/ 1408466 h 1461787"/>
                  <a:gd name="connsiteX32" fmla="*/ 2114506 w 3795891"/>
                  <a:gd name="connsiteY32" fmla="*/ 1460114 h 1461787"/>
                  <a:gd name="connsiteX33" fmla="*/ 1714034 w 3795891"/>
                  <a:gd name="connsiteY33" fmla="*/ 1442335 h 1461787"/>
                  <a:gd name="connsiteX34" fmla="*/ 1562479 w 3795891"/>
                  <a:gd name="connsiteY34" fmla="*/ 1375448 h 1461787"/>
                  <a:gd name="connsiteX35" fmla="*/ 1378754 w 3795891"/>
                  <a:gd name="connsiteY35" fmla="*/ 1217968 h 1461787"/>
                  <a:gd name="connsiteX36" fmla="*/ 1233126 w 3795891"/>
                  <a:gd name="connsiteY36" fmla="*/ 1093507 h 1461787"/>
                  <a:gd name="connsiteX37" fmla="*/ 1019767 w 3795891"/>
                  <a:gd name="connsiteY37" fmla="*/ 975820 h 1461787"/>
                  <a:gd name="connsiteX38" fmla="*/ 758147 w 3795891"/>
                  <a:gd name="connsiteY38" fmla="*/ 805642 h 1461787"/>
                  <a:gd name="connsiteX39" fmla="*/ 449113 w 3795891"/>
                  <a:gd name="connsiteY39" fmla="*/ 433108 h 1461787"/>
                  <a:gd name="connsiteX40" fmla="*/ 101980 w 3795891"/>
                  <a:gd name="connsiteY40" fmla="*/ 141009 h 1461787"/>
                  <a:gd name="connsiteX41" fmla="*/ 13081 w 3795891"/>
                  <a:gd name="connsiteY41" fmla="*/ 91055 h 1461787"/>
                  <a:gd name="connsiteX42" fmla="*/ 21548 w 3795891"/>
                  <a:gd name="connsiteY42" fmla="*/ 1308 h 1461787"/>
                  <a:gd name="connsiteX0" fmla="*/ 21548 w 3795891"/>
                  <a:gd name="connsiteY0" fmla="*/ 1308 h 1461787"/>
                  <a:gd name="connsiteX1" fmla="*/ 209505 w 3795891"/>
                  <a:gd name="connsiteY1" fmla="*/ 121534 h 1461787"/>
                  <a:gd name="connsiteX2" fmla="*/ 455887 w 3795891"/>
                  <a:gd name="connsiteY2" fmla="*/ 327275 h 1461787"/>
                  <a:gd name="connsiteX3" fmla="*/ 565954 w 3795891"/>
                  <a:gd name="connsiteY3" fmla="*/ 458508 h 1461787"/>
                  <a:gd name="connsiteX4" fmla="*/ 813180 w 3795891"/>
                  <a:gd name="connsiteY4" fmla="*/ 747222 h 1461787"/>
                  <a:gd name="connsiteX5" fmla="*/ 1003681 w 3795891"/>
                  <a:gd name="connsiteY5" fmla="*/ 881843 h 1461787"/>
                  <a:gd name="connsiteX6" fmla="*/ 1294084 w 3795891"/>
                  <a:gd name="connsiteY6" fmla="*/ 1040169 h 1461787"/>
                  <a:gd name="connsiteX7" fmla="*/ 1577296 w 3795891"/>
                  <a:gd name="connsiteY7" fmla="*/ 1300942 h 1461787"/>
                  <a:gd name="connsiteX8" fmla="*/ 1642913 w 3795891"/>
                  <a:gd name="connsiteY8" fmla="*/ 1303058 h 1461787"/>
                  <a:gd name="connsiteX9" fmla="*/ 1642914 w 3795891"/>
                  <a:gd name="connsiteY9" fmla="*/ 1133725 h 1461787"/>
                  <a:gd name="connsiteX10" fmla="*/ 1827064 w 3795891"/>
                  <a:gd name="connsiteY10" fmla="*/ 1093507 h 1461787"/>
                  <a:gd name="connsiteX11" fmla="*/ 1822832 w 3795891"/>
                  <a:gd name="connsiteY11" fmla="*/ 1353858 h 1461787"/>
                  <a:gd name="connsiteX12" fmla="*/ 1932898 w 3795891"/>
                  <a:gd name="connsiteY12" fmla="*/ 1379256 h 1461787"/>
                  <a:gd name="connsiteX13" fmla="*/ 2133981 w 3795891"/>
                  <a:gd name="connsiteY13" fmla="*/ 1375025 h 1461787"/>
                  <a:gd name="connsiteX14" fmla="*/ 2163615 w 3795891"/>
                  <a:gd name="connsiteY14" fmla="*/ 1315757 h 1461787"/>
                  <a:gd name="connsiteX15" fmla="*/ 2174198 w 3795891"/>
                  <a:gd name="connsiteY15" fmla="*/ 1118909 h 1461787"/>
                  <a:gd name="connsiteX16" fmla="*/ 2294847 w 3795891"/>
                  <a:gd name="connsiteY16" fmla="*/ 1144308 h 1461787"/>
                  <a:gd name="connsiteX17" fmla="*/ 2311780 w 3795891"/>
                  <a:gd name="connsiteY17" fmla="*/ 1330575 h 1461787"/>
                  <a:gd name="connsiteX18" fmla="*/ 2413381 w 3795891"/>
                  <a:gd name="connsiteY18" fmla="*/ 1359362 h 1461787"/>
                  <a:gd name="connsiteX19" fmla="*/ 2621660 w 3795891"/>
                  <a:gd name="connsiteY19" fmla="*/ 1283159 h 1461787"/>
                  <a:gd name="connsiteX20" fmla="*/ 2807926 w 3795891"/>
                  <a:gd name="connsiteY20" fmla="*/ 1129067 h 1461787"/>
                  <a:gd name="connsiteX21" fmla="*/ 3056847 w 3795891"/>
                  <a:gd name="connsiteY21" fmla="*/ 907241 h 1461787"/>
                  <a:gd name="connsiteX22" fmla="*/ 3399747 w 3795891"/>
                  <a:gd name="connsiteY22" fmla="*/ 513541 h 1461787"/>
                  <a:gd name="connsiteX23" fmla="*/ 3641047 w 3795891"/>
                  <a:gd name="connsiteY23" fmla="*/ 255308 h 1461787"/>
                  <a:gd name="connsiteX24" fmla="*/ 3768048 w 3795891"/>
                  <a:gd name="connsiteY24" fmla="*/ 5541 h 1461787"/>
                  <a:gd name="connsiteX25" fmla="*/ 3792600 w 3795891"/>
                  <a:gd name="connsiteY25" fmla="*/ 96982 h 1461787"/>
                  <a:gd name="connsiteX26" fmla="*/ 3717246 w 3795891"/>
                  <a:gd name="connsiteY26" fmla="*/ 268007 h 1461787"/>
                  <a:gd name="connsiteX27" fmla="*/ 3567387 w 3795891"/>
                  <a:gd name="connsiteY27" fmla="*/ 433108 h 1461787"/>
                  <a:gd name="connsiteX28" fmla="*/ 3338787 w 3795891"/>
                  <a:gd name="connsiteY28" fmla="*/ 689648 h 1461787"/>
                  <a:gd name="connsiteX29" fmla="*/ 3090714 w 3795891"/>
                  <a:gd name="connsiteY29" fmla="*/ 983441 h 1461787"/>
                  <a:gd name="connsiteX30" fmla="*/ 2782527 w 3795891"/>
                  <a:gd name="connsiteY30" fmla="*/ 1256066 h 1461787"/>
                  <a:gd name="connsiteX31" fmla="*/ 2538685 w 3795891"/>
                  <a:gd name="connsiteY31" fmla="*/ 1408466 h 1461787"/>
                  <a:gd name="connsiteX32" fmla="*/ 2114506 w 3795891"/>
                  <a:gd name="connsiteY32" fmla="*/ 1460114 h 1461787"/>
                  <a:gd name="connsiteX33" fmla="*/ 1714034 w 3795891"/>
                  <a:gd name="connsiteY33" fmla="*/ 1442335 h 1461787"/>
                  <a:gd name="connsiteX34" fmla="*/ 1562479 w 3795891"/>
                  <a:gd name="connsiteY34" fmla="*/ 1375448 h 1461787"/>
                  <a:gd name="connsiteX35" fmla="*/ 1378754 w 3795891"/>
                  <a:gd name="connsiteY35" fmla="*/ 1217968 h 1461787"/>
                  <a:gd name="connsiteX36" fmla="*/ 1233126 w 3795891"/>
                  <a:gd name="connsiteY36" fmla="*/ 1093507 h 1461787"/>
                  <a:gd name="connsiteX37" fmla="*/ 1019767 w 3795891"/>
                  <a:gd name="connsiteY37" fmla="*/ 975820 h 1461787"/>
                  <a:gd name="connsiteX38" fmla="*/ 758147 w 3795891"/>
                  <a:gd name="connsiteY38" fmla="*/ 805642 h 1461787"/>
                  <a:gd name="connsiteX39" fmla="*/ 449113 w 3795891"/>
                  <a:gd name="connsiteY39" fmla="*/ 433108 h 1461787"/>
                  <a:gd name="connsiteX40" fmla="*/ 101980 w 3795891"/>
                  <a:gd name="connsiteY40" fmla="*/ 141009 h 1461787"/>
                  <a:gd name="connsiteX41" fmla="*/ 13081 w 3795891"/>
                  <a:gd name="connsiteY41" fmla="*/ 91055 h 1461787"/>
                  <a:gd name="connsiteX42" fmla="*/ 21548 w 3795891"/>
                  <a:gd name="connsiteY42" fmla="*/ 1308 h 1461787"/>
                  <a:gd name="connsiteX0" fmla="*/ 21548 w 3795891"/>
                  <a:gd name="connsiteY0" fmla="*/ 1308 h 1461787"/>
                  <a:gd name="connsiteX1" fmla="*/ 209505 w 3795891"/>
                  <a:gd name="connsiteY1" fmla="*/ 121534 h 1461787"/>
                  <a:gd name="connsiteX2" fmla="*/ 455887 w 3795891"/>
                  <a:gd name="connsiteY2" fmla="*/ 327275 h 1461787"/>
                  <a:gd name="connsiteX3" fmla="*/ 565954 w 3795891"/>
                  <a:gd name="connsiteY3" fmla="*/ 458508 h 1461787"/>
                  <a:gd name="connsiteX4" fmla="*/ 813180 w 3795891"/>
                  <a:gd name="connsiteY4" fmla="*/ 747222 h 1461787"/>
                  <a:gd name="connsiteX5" fmla="*/ 1003681 w 3795891"/>
                  <a:gd name="connsiteY5" fmla="*/ 881843 h 1461787"/>
                  <a:gd name="connsiteX6" fmla="*/ 1294084 w 3795891"/>
                  <a:gd name="connsiteY6" fmla="*/ 1040169 h 1461787"/>
                  <a:gd name="connsiteX7" fmla="*/ 1577296 w 3795891"/>
                  <a:gd name="connsiteY7" fmla="*/ 1300942 h 1461787"/>
                  <a:gd name="connsiteX8" fmla="*/ 1642913 w 3795891"/>
                  <a:gd name="connsiteY8" fmla="*/ 1303058 h 1461787"/>
                  <a:gd name="connsiteX9" fmla="*/ 1642914 w 3795891"/>
                  <a:gd name="connsiteY9" fmla="*/ 1133725 h 1461787"/>
                  <a:gd name="connsiteX10" fmla="*/ 1827064 w 3795891"/>
                  <a:gd name="connsiteY10" fmla="*/ 1093507 h 1461787"/>
                  <a:gd name="connsiteX11" fmla="*/ 1839765 w 3795891"/>
                  <a:gd name="connsiteY11" fmla="*/ 1355975 h 1461787"/>
                  <a:gd name="connsiteX12" fmla="*/ 1932898 w 3795891"/>
                  <a:gd name="connsiteY12" fmla="*/ 1379256 h 1461787"/>
                  <a:gd name="connsiteX13" fmla="*/ 2133981 w 3795891"/>
                  <a:gd name="connsiteY13" fmla="*/ 1375025 h 1461787"/>
                  <a:gd name="connsiteX14" fmla="*/ 2163615 w 3795891"/>
                  <a:gd name="connsiteY14" fmla="*/ 1315757 h 1461787"/>
                  <a:gd name="connsiteX15" fmla="*/ 2174198 w 3795891"/>
                  <a:gd name="connsiteY15" fmla="*/ 1118909 h 1461787"/>
                  <a:gd name="connsiteX16" fmla="*/ 2294847 w 3795891"/>
                  <a:gd name="connsiteY16" fmla="*/ 1144308 h 1461787"/>
                  <a:gd name="connsiteX17" fmla="*/ 2311780 w 3795891"/>
                  <a:gd name="connsiteY17" fmla="*/ 1330575 h 1461787"/>
                  <a:gd name="connsiteX18" fmla="*/ 2413381 w 3795891"/>
                  <a:gd name="connsiteY18" fmla="*/ 1359362 h 1461787"/>
                  <a:gd name="connsiteX19" fmla="*/ 2621660 w 3795891"/>
                  <a:gd name="connsiteY19" fmla="*/ 1283159 h 1461787"/>
                  <a:gd name="connsiteX20" fmla="*/ 2807926 w 3795891"/>
                  <a:gd name="connsiteY20" fmla="*/ 1129067 h 1461787"/>
                  <a:gd name="connsiteX21" fmla="*/ 3056847 w 3795891"/>
                  <a:gd name="connsiteY21" fmla="*/ 907241 h 1461787"/>
                  <a:gd name="connsiteX22" fmla="*/ 3399747 w 3795891"/>
                  <a:gd name="connsiteY22" fmla="*/ 513541 h 1461787"/>
                  <a:gd name="connsiteX23" fmla="*/ 3641047 w 3795891"/>
                  <a:gd name="connsiteY23" fmla="*/ 255308 h 1461787"/>
                  <a:gd name="connsiteX24" fmla="*/ 3768048 w 3795891"/>
                  <a:gd name="connsiteY24" fmla="*/ 5541 h 1461787"/>
                  <a:gd name="connsiteX25" fmla="*/ 3792600 w 3795891"/>
                  <a:gd name="connsiteY25" fmla="*/ 96982 h 1461787"/>
                  <a:gd name="connsiteX26" fmla="*/ 3717246 w 3795891"/>
                  <a:gd name="connsiteY26" fmla="*/ 268007 h 1461787"/>
                  <a:gd name="connsiteX27" fmla="*/ 3567387 w 3795891"/>
                  <a:gd name="connsiteY27" fmla="*/ 433108 h 1461787"/>
                  <a:gd name="connsiteX28" fmla="*/ 3338787 w 3795891"/>
                  <a:gd name="connsiteY28" fmla="*/ 689648 h 1461787"/>
                  <a:gd name="connsiteX29" fmla="*/ 3090714 w 3795891"/>
                  <a:gd name="connsiteY29" fmla="*/ 983441 h 1461787"/>
                  <a:gd name="connsiteX30" fmla="*/ 2782527 w 3795891"/>
                  <a:gd name="connsiteY30" fmla="*/ 1256066 h 1461787"/>
                  <a:gd name="connsiteX31" fmla="*/ 2538685 w 3795891"/>
                  <a:gd name="connsiteY31" fmla="*/ 1408466 h 1461787"/>
                  <a:gd name="connsiteX32" fmla="*/ 2114506 w 3795891"/>
                  <a:gd name="connsiteY32" fmla="*/ 1460114 h 1461787"/>
                  <a:gd name="connsiteX33" fmla="*/ 1714034 w 3795891"/>
                  <a:gd name="connsiteY33" fmla="*/ 1442335 h 1461787"/>
                  <a:gd name="connsiteX34" fmla="*/ 1562479 w 3795891"/>
                  <a:gd name="connsiteY34" fmla="*/ 1375448 h 1461787"/>
                  <a:gd name="connsiteX35" fmla="*/ 1378754 w 3795891"/>
                  <a:gd name="connsiteY35" fmla="*/ 1217968 h 1461787"/>
                  <a:gd name="connsiteX36" fmla="*/ 1233126 w 3795891"/>
                  <a:gd name="connsiteY36" fmla="*/ 1093507 h 1461787"/>
                  <a:gd name="connsiteX37" fmla="*/ 1019767 w 3795891"/>
                  <a:gd name="connsiteY37" fmla="*/ 975820 h 1461787"/>
                  <a:gd name="connsiteX38" fmla="*/ 758147 w 3795891"/>
                  <a:gd name="connsiteY38" fmla="*/ 805642 h 1461787"/>
                  <a:gd name="connsiteX39" fmla="*/ 449113 w 3795891"/>
                  <a:gd name="connsiteY39" fmla="*/ 433108 h 1461787"/>
                  <a:gd name="connsiteX40" fmla="*/ 101980 w 3795891"/>
                  <a:gd name="connsiteY40" fmla="*/ 141009 h 1461787"/>
                  <a:gd name="connsiteX41" fmla="*/ 13081 w 3795891"/>
                  <a:gd name="connsiteY41" fmla="*/ 91055 h 1461787"/>
                  <a:gd name="connsiteX42" fmla="*/ 21548 w 3795891"/>
                  <a:gd name="connsiteY42" fmla="*/ 1308 h 1461787"/>
                  <a:gd name="connsiteX0" fmla="*/ 21548 w 3795891"/>
                  <a:gd name="connsiteY0" fmla="*/ 1308 h 1461787"/>
                  <a:gd name="connsiteX1" fmla="*/ 209505 w 3795891"/>
                  <a:gd name="connsiteY1" fmla="*/ 121534 h 1461787"/>
                  <a:gd name="connsiteX2" fmla="*/ 455887 w 3795891"/>
                  <a:gd name="connsiteY2" fmla="*/ 327275 h 1461787"/>
                  <a:gd name="connsiteX3" fmla="*/ 565954 w 3795891"/>
                  <a:gd name="connsiteY3" fmla="*/ 458508 h 1461787"/>
                  <a:gd name="connsiteX4" fmla="*/ 813180 w 3795891"/>
                  <a:gd name="connsiteY4" fmla="*/ 747222 h 1461787"/>
                  <a:gd name="connsiteX5" fmla="*/ 1003681 w 3795891"/>
                  <a:gd name="connsiteY5" fmla="*/ 881843 h 1461787"/>
                  <a:gd name="connsiteX6" fmla="*/ 1294084 w 3795891"/>
                  <a:gd name="connsiteY6" fmla="*/ 1040169 h 1461787"/>
                  <a:gd name="connsiteX7" fmla="*/ 1577296 w 3795891"/>
                  <a:gd name="connsiteY7" fmla="*/ 1300942 h 1461787"/>
                  <a:gd name="connsiteX8" fmla="*/ 1642913 w 3795891"/>
                  <a:gd name="connsiteY8" fmla="*/ 1303058 h 1461787"/>
                  <a:gd name="connsiteX9" fmla="*/ 1642914 w 3795891"/>
                  <a:gd name="connsiteY9" fmla="*/ 1133725 h 1461787"/>
                  <a:gd name="connsiteX10" fmla="*/ 1827064 w 3795891"/>
                  <a:gd name="connsiteY10" fmla="*/ 1093507 h 1461787"/>
                  <a:gd name="connsiteX11" fmla="*/ 1839765 w 3795891"/>
                  <a:gd name="connsiteY11" fmla="*/ 1355975 h 1461787"/>
                  <a:gd name="connsiteX12" fmla="*/ 1932898 w 3795891"/>
                  <a:gd name="connsiteY12" fmla="*/ 1379256 h 1461787"/>
                  <a:gd name="connsiteX13" fmla="*/ 2133981 w 3795891"/>
                  <a:gd name="connsiteY13" fmla="*/ 1375025 h 1461787"/>
                  <a:gd name="connsiteX14" fmla="*/ 2163615 w 3795891"/>
                  <a:gd name="connsiteY14" fmla="*/ 1315757 h 1461787"/>
                  <a:gd name="connsiteX15" fmla="*/ 2174198 w 3795891"/>
                  <a:gd name="connsiteY15" fmla="*/ 1118909 h 1461787"/>
                  <a:gd name="connsiteX16" fmla="*/ 2339297 w 3795891"/>
                  <a:gd name="connsiteY16" fmla="*/ 1127374 h 1461787"/>
                  <a:gd name="connsiteX17" fmla="*/ 2311780 w 3795891"/>
                  <a:gd name="connsiteY17" fmla="*/ 1330575 h 1461787"/>
                  <a:gd name="connsiteX18" fmla="*/ 2413381 w 3795891"/>
                  <a:gd name="connsiteY18" fmla="*/ 1359362 h 1461787"/>
                  <a:gd name="connsiteX19" fmla="*/ 2621660 w 3795891"/>
                  <a:gd name="connsiteY19" fmla="*/ 1283159 h 1461787"/>
                  <a:gd name="connsiteX20" fmla="*/ 2807926 w 3795891"/>
                  <a:gd name="connsiteY20" fmla="*/ 1129067 h 1461787"/>
                  <a:gd name="connsiteX21" fmla="*/ 3056847 w 3795891"/>
                  <a:gd name="connsiteY21" fmla="*/ 907241 h 1461787"/>
                  <a:gd name="connsiteX22" fmla="*/ 3399747 w 3795891"/>
                  <a:gd name="connsiteY22" fmla="*/ 513541 h 1461787"/>
                  <a:gd name="connsiteX23" fmla="*/ 3641047 w 3795891"/>
                  <a:gd name="connsiteY23" fmla="*/ 255308 h 1461787"/>
                  <a:gd name="connsiteX24" fmla="*/ 3768048 w 3795891"/>
                  <a:gd name="connsiteY24" fmla="*/ 5541 h 1461787"/>
                  <a:gd name="connsiteX25" fmla="*/ 3792600 w 3795891"/>
                  <a:gd name="connsiteY25" fmla="*/ 96982 h 1461787"/>
                  <a:gd name="connsiteX26" fmla="*/ 3717246 w 3795891"/>
                  <a:gd name="connsiteY26" fmla="*/ 268007 h 1461787"/>
                  <a:gd name="connsiteX27" fmla="*/ 3567387 w 3795891"/>
                  <a:gd name="connsiteY27" fmla="*/ 433108 h 1461787"/>
                  <a:gd name="connsiteX28" fmla="*/ 3338787 w 3795891"/>
                  <a:gd name="connsiteY28" fmla="*/ 689648 h 1461787"/>
                  <a:gd name="connsiteX29" fmla="*/ 3090714 w 3795891"/>
                  <a:gd name="connsiteY29" fmla="*/ 983441 h 1461787"/>
                  <a:gd name="connsiteX30" fmla="*/ 2782527 w 3795891"/>
                  <a:gd name="connsiteY30" fmla="*/ 1256066 h 1461787"/>
                  <a:gd name="connsiteX31" fmla="*/ 2538685 w 3795891"/>
                  <a:gd name="connsiteY31" fmla="*/ 1408466 h 1461787"/>
                  <a:gd name="connsiteX32" fmla="*/ 2114506 w 3795891"/>
                  <a:gd name="connsiteY32" fmla="*/ 1460114 h 1461787"/>
                  <a:gd name="connsiteX33" fmla="*/ 1714034 w 3795891"/>
                  <a:gd name="connsiteY33" fmla="*/ 1442335 h 1461787"/>
                  <a:gd name="connsiteX34" fmla="*/ 1562479 w 3795891"/>
                  <a:gd name="connsiteY34" fmla="*/ 1375448 h 1461787"/>
                  <a:gd name="connsiteX35" fmla="*/ 1378754 w 3795891"/>
                  <a:gd name="connsiteY35" fmla="*/ 1217968 h 1461787"/>
                  <a:gd name="connsiteX36" fmla="*/ 1233126 w 3795891"/>
                  <a:gd name="connsiteY36" fmla="*/ 1093507 h 1461787"/>
                  <a:gd name="connsiteX37" fmla="*/ 1019767 w 3795891"/>
                  <a:gd name="connsiteY37" fmla="*/ 975820 h 1461787"/>
                  <a:gd name="connsiteX38" fmla="*/ 758147 w 3795891"/>
                  <a:gd name="connsiteY38" fmla="*/ 805642 h 1461787"/>
                  <a:gd name="connsiteX39" fmla="*/ 449113 w 3795891"/>
                  <a:gd name="connsiteY39" fmla="*/ 433108 h 1461787"/>
                  <a:gd name="connsiteX40" fmla="*/ 101980 w 3795891"/>
                  <a:gd name="connsiteY40" fmla="*/ 141009 h 1461787"/>
                  <a:gd name="connsiteX41" fmla="*/ 13081 w 3795891"/>
                  <a:gd name="connsiteY41" fmla="*/ 91055 h 1461787"/>
                  <a:gd name="connsiteX42" fmla="*/ 21548 w 3795891"/>
                  <a:gd name="connsiteY42" fmla="*/ 1308 h 1461787"/>
                  <a:gd name="connsiteX0" fmla="*/ 21548 w 3795891"/>
                  <a:gd name="connsiteY0" fmla="*/ 1308 h 1461787"/>
                  <a:gd name="connsiteX1" fmla="*/ 209505 w 3795891"/>
                  <a:gd name="connsiteY1" fmla="*/ 121534 h 1461787"/>
                  <a:gd name="connsiteX2" fmla="*/ 455887 w 3795891"/>
                  <a:gd name="connsiteY2" fmla="*/ 327275 h 1461787"/>
                  <a:gd name="connsiteX3" fmla="*/ 565954 w 3795891"/>
                  <a:gd name="connsiteY3" fmla="*/ 458508 h 1461787"/>
                  <a:gd name="connsiteX4" fmla="*/ 813180 w 3795891"/>
                  <a:gd name="connsiteY4" fmla="*/ 747222 h 1461787"/>
                  <a:gd name="connsiteX5" fmla="*/ 1003681 w 3795891"/>
                  <a:gd name="connsiteY5" fmla="*/ 881843 h 1461787"/>
                  <a:gd name="connsiteX6" fmla="*/ 1294084 w 3795891"/>
                  <a:gd name="connsiteY6" fmla="*/ 1040169 h 1461787"/>
                  <a:gd name="connsiteX7" fmla="*/ 1577296 w 3795891"/>
                  <a:gd name="connsiteY7" fmla="*/ 1300942 h 1461787"/>
                  <a:gd name="connsiteX8" fmla="*/ 1642913 w 3795891"/>
                  <a:gd name="connsiteY8" fmla="*/ 1303058 h 1461787"/>
                  <a:gd name="connsiteX9" fmla="*/ 1645031 w 3795891"/>
                  <a:gd name="connsiteY9" fmla="*/ 1121025 h 1461787"/>
                  <a:gd name="connsiteX10" fmla="*/ 1827064 w 3795891"/>
                  <a:gd name="connsiteY10" fmla="*/ 1093507 h 1461787"/>
                  <a:gd name="connsiteX11" fmla="*/ 1839765 w 3795891"/>
                  <a:gd name="connsiteY11" fmla="*/ 1355975 h 1461787"/>
                  <a:gd name="connsiteX12" fmla="*/ 1932898 w 3795891"/>
                  <a:gd name="connsiteY12" fmla="*/ 1379256 h 1461787"/>
                  <a:gd name="connsiteX13" fmla="*/ 2133981 w 3795891"/>
                  <a:gd name="connsiteY13" fmla="*/ 1375025 h 1461787"/>
                  <a:gd name="connsiteX14" fmla="*/ 2163615 w 3795891"/>
                  <a:gd name="connsiteY14" fmla="*/ 1315757 h 1461787"/>
                  <a:gd name="connsiteX15" fmla="*/ 2174198 w 3795891"/>
                  <a:gd name="connsiteY15" fmla="*/ 1118909 h 1461787"/>
                  <a:gd name="connsiteX16" fmla="*/ 2339297 w 3795891"/>
                  <a:gd name="connsiteY16" fmla="*/ 1127374 h 1461787"/>
                  <a:gd name="connsiteX17" fmla="*/ 2311780 w 3795891"/>
                  <a:gd name="connsiteY17" fmla="*/ 1330575 h 1461787"/>
                  <a:gd name="connsiteX18" fmla="*/ 2413381 w 3795891"/>
                  <a:gd name="connsiteY18" fmla="*/ 1359362 h 1461787"/>
                  <a:gd name="connsiteX19" fmla="*/ 2621660 w 3795891"/>
                  <a:gd name="connsiteY19" fmla="*/ 1283159 h 1461787"/>
                  <a:gd name="connsiteX20" fmla="*/ 2807926 w 3795891"/>
                  <a:gd name="connsiteY20" fmla="*/ 1129067 h 1461787"/>
                  <a:gd name="connsiteX21" fmla="*/ 3056847 w 3795891"/>
                  <a:gd name="connsiteY21" fmla="*/ 907241 h 1461787"/>
                  <a:gd name="connsiteX22" fmla="*/ 3399747 w 3795891"/>
                  <a:gd name="connsiteY22" fmla="*/ 513541 h 1461787"/>
                  <a:gd name="connsiteX23" fmla="*/ 3641047 w 3795891"/>
                  <a:gd name="connsiteY23" fmla="*/ 255308 h 1461787"/>
                  <a:gd name="connsiteX24" fmla="*/ 3768048 w 3795891"/>
                  <a:gd name="connsiteY24" fmla="*/ 5541 h 1461787"/>
                  <a:gd name="connsiteX25" fmla="*/ 3792600 w 3795891"/>
                  <a:gd name="connsiteY25" fmla="*/ 96982 h 1461787"/>
                  <a:gd name="connsiteX26" fmla="*/ 3717246 w 3795891"/>
                  <a:gd name="connsiteY26" fmla="*/ 268007 h 1461787"/>
                  <a:gd name="connsiteX27" fmla="*/ 3567387 w 3795891"/>
                  <a:gd name="connsiteY27" fmla="*/ 433108 h 1461787"/>
                  <a:gd name="connsiteX28" fmla="*/ 3338787 w 3795891"/>
                  <a:gd name="connsiteY28" fmla="*/ 689648 h 1461787"/>
                  <a:gd name="connsiteX29" fmla="*/ 3090714 w 3795891"/>
                  <a:gd name="connsiteY29" fmla="*/ 983441 h 1461787"/>
                  <a:gd name="connsiteX30" fmla="*/ 2782527 w 3795891"/>
                  <a:gd name="connsiteY30" fmla="*/ 1256066 h 1461787"/>
                  <a:gd name="connsiteX31" fmla="*/ 2538685 w 3795891"/>
                  <a:gd name="connsiteY31" fmla="*/ 1408466 h 1461787"/>
                  <a:gd name="connsiteX32" fmla="*/ 2114506 w 3795891"/>
                  <a:gd name="connsiteY32" fmla="*/ 1460114 h 1461787"/>
                  <a:gd name="connsiteX33" fmla="*/ 1714034 w 3795891"/>
                  <a:gd name="connsiteY33" fmla="*/ 1442335 h 1461787"/>
                  <a:gd name="connsiteX34" fmla="*/ 1562479 w 3795891"/>
                  <a:gd name="connsiteY34" fmla="*/ 1375448 h 1461787"/>
                  <a:gd name="connsiteX35" fmla="*/ 1378754 w 3795891"/>
                  <a:gd name="connsiteY35" fmla="*/ 1217968 h 1461787"/>
                  <a:gd name="connsiteX36" fmla="*/ 1233126 w 3795891"/>
                  <a:gd name="connsiteY36" fmla="*/ 1093507 h 1461787"/>
                  <a:gd name="connsiteX37" fmla="*/ 1019767 w 3795891"/>
                  <a:gd name="connsiteY37" fmla="*/ 975820 h 1461787"/>
                  <a:gd name="connsiteX38" fmla="*/ 758147 w 3795891"/>
                  <a:gd name="connsiteY38" fmla="*/ 805642 h 1461787"/>
                  <a:gd name="connsiteX39" fmla="*/ 449113 w 3795891"/>
                  <a:gd name="connsiteY39" fmla="*/ 433108 h 1461787"/>
                  <a:gd name="connsiteX40" fmla="*/ 101980 w 3795891"/>
                  <a:gd name="connsiteY40" fmla="*/ 141009 h 1461787"/>
                  <a:gd name="connsiteX41" fmla="*/ 13081 w 3795891"/>
                  <a:gd name="connsiteY41" fmla="*/ 91055 h 1461787"/>
                  <a:gd name="connsiteX42" fmla="*/ 21548 w 3795891"/>
                  <a:gd name="connsiteY42" fmla="*/ 1308 h 1461787"/>
                  <a:gd name="connsiteX0" fmla="*/ 21548 w 3795891"/>
                  <a:gd name="connsiteY0" fmla="*/ 1308 h 1461787"/>
                  <a:gd name="connsiteX1" fmla="*/ 209505 w 3795891"/>
                  <a:gd name="connsiteY1" fmla="*/ 121534 h 1461787"/>
                  <a:gd name="connsiteX2" fmla="*/ 455887 w 3795891"/>
                  <a:gd name="connsiteY2" fmla="*/ 327275 h 1461787"/>
                  <a:gd name="connsiteX3" fmla="*/ 565954 w 3795891"/>
                  <a:gd name="connsiteY3" fmla="*/ 458508 h 1461787"/>
                  <a:gd name="connsiteX4" fmla="*/ 813180 w 3795891"/>
                  <a:gd name="connsiteY4" fmla="*/ 747222 h 1461787"/>
                  <a:gd name="connsiteX5" fmla="*/ 1003681 w 3795891"/>
                  <a:gd name="connsiteY5" fmla="*/ 881843 h 1461787"/>
                  <a:gd name="connsiteX6" fmla="*/ 1294084 w 3795891"/>
                  <a:gd name="connsiteY6" fmla="*/ 1040169 h 1461787"/>
                  <a:gd name="connsiteX7" fmla="*/ 1577296 w 3795891"/>
                  <a:gd name="connsiteY7" fmla="*/ 1300942 h 1461787"/>
                  <a:gd name="connsiteX8" fmla="*/ 1645030 w 3795891"/>
                  <a:gd name="connsiteY8" fmla="*/ 1303058 h 1461787"/>
                  <a:gd name="connsiteX9" fmla="*/ 1645031 w 3795891"/>
                  <a:gd name="connsiteY9" fmla="*/ 1121025 h 1461787"/>
                  <a:gd name="connsiteX10" fmla="*/ 1827064 w 3795891"/>
                  <a:gd name="connsiteY10" fmla="*/ 1093507 h 1461787"/>
                  <a:gd name="connsiteX11" fmla="*/ 1839765 w 3795891"/>
                  <a:gd name="connsiteY11" fmla="*/ 1355975 h 1461787"/>
                  <a:gd name="connsiteX12" fmla="*/ 1932898 w 3795891"/>
                  <a:gd name="connsiteY12" fmla="*/ 1379256 h 1461787"/>
                  <a:gd name="connsiteX13" fmla="*/ 2133981 w 3795891"/>
                  <a:gd name="connsiteY13" fmla="*/ 1375025 h 1461787"/>
                  <a:gd name="connsiteX14" fmla="*/ 2163615 w 3795891"/>
                  <a:gd name="connsiteY14" fmla="*/ 1315757 h 1461787"/>
                  <a:gd name="connsiteX15" fmla="*/ 2174198 w 3795891"/>
                  <a:gd name="connsiteY15" fmla="*/ 1118909 h 1461787"/>
                  <a:gd name="connsiteX16" fmla="*/ 2339297 w 3795891"/>
                  <a:gd name="connsiteY16" fmla="*/ 1127374 h 1461787"/>
                  <a:gd name="connsiteX17" fmla="*/ 2311780 w 3795891"/>
                  <a:gd name="connsiteY17" fmla="*/ 1330575 h 1461787"/>
                  <a:gd name="connsiteX18" fmla="*/ 2413381 w 3795891"/>
                  <a:gd name="connsiteY18" fmla="*/ 1359362 h 1461787"/>
                  <a:gd name="connsiteX19" fmla="*/ 2621660 w 3795891"/>
                  <a:gd name="connsiteY19" fmla="*/ 1283159 h 1461787"/>
                  <a:gd name="connsiteX20" fmla="*/ 2807926 w 3795891"/>
                  <a:gd name="connsiteY20" fmla="*/ 1129067 h 1461787"/>
                  <a:gd name="connsiteX21" fmla="*/ 3056847 w 3795891"/>
                  <a:gd name="connsiteY21" fmla="*/ 907241 h 1461787"/>
                  <a:gd name="connsiteX22" fmla="*/ 3399747 w 3795891"/>
                  <a:gd name="connsiteY22" fmla="*/ 513541 h 1461787"/>
                  <a:gd name="connsiteX23" fmla="*/ 3641047 w 3795891"/>
                  <a:gd name="connsiteY23" fmla="*/ 255308 h 1461787"/>
                  <a:gd name="connsiteX24" fmla="*/ 3768048 w 3795891"/>
                  <a:gd name="connsiteY24" fmla="*/ 5541 h 1461787"/>
                  <a:gd name="connsiteX25" fmla="*/ 3792600 w 3795891"/>
                  <a:gd name="connsiteY25" fmla="*/ 96982 h 1461787"/>
                  <a:gd name="connsiteX26" fmla="*/ 3717246 w 3795891"/>
                  <a:gd name="connsiteY26" fmla="*/ 268007 h 1461787"/>
                  <a:gd name="connsiteX27" fmla="*/ 3567387 w 3795891"/>
                  <a:gd name="connsiteY27" fmla="*/ 433108 h 1461787"/>
                  <a:gd name="connsiteX28" fmla="*/ 3338787 w 3795891"/>
                  <a:gd name="connsiteY28" fmla="*/ 689648 h 1461787"/>
                  <a:gd name="connsiteX29" fmla="*/ 3090714 w 3795891"/>
                  <a:gd name="connsiteY29" fmla="*/ 983441 h 1461787"/>
                  <a:gd name="connsiteX30" fmla="*/ 2782527 w 3795891"/>
                  <a:gd name="connsiteY30" fmla="*/ 1256066 h 1461787"/>
                  <a:gd name="connsiteX31" fmla="*/ 2538685 w 3795891"/>
                  <a:gd name="connsiteY31" fmla="*/ 1408466 h 1461787"/>
                  <a:gd name="connsiteX32" fmla="*/ 2114506 w 3795891"/>
                  <a:gd name="connsiteY32" fmla="*/ 1460114 h 1461787"/>
                  <a:gd name="connsiteX33" fmla="*/ 1714034 w 3795891"/>
                  <a:gd name="connsiteY33" fmla="*/ 1442335 h 1461787"/>
                  <a:gd name="connsiteX34" fmla="*/ 1562479 w 3795891"/>
                  <a:gd name="connsiteY34" fmla="*/ 1375448 h 1461787"/>
                  <a:gd name="connsiteX35" fmla="*/ 1378754 w 3795891"/>
                  <a:gd name="connsiteY35" fmla="*/ 1217968 h 1461787"/>
                  <a:gd name="connsiteX36" fmla="*/ 1233126 w 3795891"/>
                  <a:gd name="connsiteY36" fmla="*/ 1093507 h 1461787"/>
                  <a:gd name="connsiteX37" fmla="*/ 1019767 w 3795891"/>
                  <a:gd name="connsiteY37" fmla="*/ 975820 h 1461787"/>
                  <a:gd name="connsiteX38" fmla="*/ 758147 w 3795891"/>
                  <a:gd name="connsiteY38" fmla="*/ 805642 h 1461787"/>
                  <a:gd name="connsiteX39" fmla="*/ 449113 w 3795891"/>
                  <a:gd name="connsiteY39" fmla="*/ 433108 h 1461787"/>
                  <a:gd name="connsiteX40" fmla="*/ 101980 w 3795891"/>
                  <a:gd name="connsiteY40" fmla="*/ 141009 h 1461787"/>
                  <a:gd name="connsiteX41" fmla="*/ 13081 w 3795891"/>
                  <a:gd name="connsiteY41" fmla="*/ 91055 h 1461787"/>
                  <a:gd name="connsiteX42" fmla="*/ 21548 w 3795891"/>
                  <a:gd name="connsiteY42" fmla="*/ 1308 h 1461787"/>
                  <a:gd name="connsiteX0" fmla="*/ 21548 w 3795891"/>
                  <a:gd name="connsiteY0" fmla="*/ 1308 h 1461787"/>
                  <a:gd name="connsiteX1" fmla="*/ 209505 w 3795891"/>
                  <a:gd name="connsiteY1" fmla="*/ 121534 h 1461787"/>
                  <a:gd name="connsiteX2" fmla="*/ 455887 w 3795891"/>
                  <a:gd name="connsiteY2" fmla="*/ 327275 h 1461787"/>
                  <a:gd name="connsiteX3" fmla="*/ 565954 w 3795891"/>
                  <a:gd name="connsiteY3" fmla="*/ 458508 h 1461787"/>
                  <a:gd name="connsiteX4" fmla="*/ 813180 w 3795891"/>
                  <a:gd name="connsiteY4" fmla="*/ 747222 h 1461787"/>
                  <a:gd name="connsiteX5" fmla="*/ 1003681 w 3795891"/>
                  <a:gd name="connsiteY5" fmla="*/ 881843 h 1461787"/>
                  <a:gd name="connsiteX6" fmla="*/ 1294084 w 3795891"/>
                  <a:gd name="connsiteY6" fmla="*/ 1040169 h 1461787"/>
                  <a:gd name="connsiteX7" fmla="*/ 1577296 w 3795891"/>
                  <a:gd name="connsiteY7" fmla="*/ 1300942 h 1461787"/>
                  <a:gd name="connsiteX8" fmla="*/ 1645030 w 3795891"/>
                  <a:gd name="connsiteY8" fmla="*/ 1303058 h 1461787"/>
                  <a:gd name="connsiteX9" fmla="*/ 1645031 w 3795891"/>
                  <a:gd name="connsiteY9" fmla="*/ 1121025 h 1461787"/>
                  <a:gd name="connsiteX10" fmla="*/ 1827064 w 3795891"/>
                  <a:gd name="connsiteY10" fmla="*/ 1093507 h 1461787"/>
                  <a:gd name="connsiteX11" fmla="*/ 1839765 w 3795891"/>
                  <a:gd name="connsiteY11" fmla="*/ 1355975 h 1461787"/>
                  <a:gd name="connsiteX12" fmla="*/ 1932898 w 3795891"/>
                  <a:gd name="connsiteY12" fmla="*/ 1379256 h 1461787"/>
                  <a:gd name="connsiteX13" fmla="*/ 2133981 w 3795891"/>
                  <a:gd name="connsiteY13" fmla="*/ 1375025 h 1461787"/>
                  <a:gd name="connsiteX14" fmla="*/ 2163615 w 3795891"/>
                  <a:gd name="connsiteY14" fmla="*/ 1315757 h 1461787"/>
                  <a:gd name="connsiteX15" fmla="*/ 2174198 w 3795891"/>
                  <a:gd name="connsiteY15" fmla="*/ 1118909 h 1461787"/>
                  <a:gd name="connsiteX16" fmla="*/ 2339297 w 3795891"/>
                  <a:gd name="connsiteY16" fmla="*/ 1127374 h 1461787"/>
                  <a:gd name="connsiteX17" fmla="*/ 2345647 w 3795891"/>
                  <a:gd name="connsiteY17" fmla="*/ 1341158 h 1461787"/>
                  <a:gd name="connsiteX18" fmla="*/ 2413381 w 3795891"/>
                  <a:gd name="connsiteY18" fmla="*/ 1359362 h 1461787"/>
                  <a:gd name="connsiteX19" fmla="*/ 2621660 w 3795891"/>
                  <a:gd name="connsiteY19" fmla="*/ 1283159 h 1461787"/>
                  <a:gd name="connsiteX20" fmla="*/ 2807926 w 3795891"/>
                  <a:gd name="connsiteY20" fmla="*/ 1129067 h 1461787"/>
                  <a:gd name="connsiteX21" fmla="*/ 3056847 w 3795891"/>
                  <a:gd name="connsiteY21" fmla="*/ 907241 h 1461787"/>
                  <a:gd name="connsiteX22" fmla="*/ 3399747 w 3795891"/>
                  <a:gd name="connsiteY22" fmla="*/ 513541 h 1461787"/>
                  <a:gd name="connsiteX23" fmla="*/ 3641047 w 3795891"/>
                  <a:gd name="connsiteY23" fmla="*/ 255308 h 1461787"/>
                  <a:gd name="connsiteX24" fmla="*/ 3768048 w 3795891"/>
                  <a:gd name="connsiteY24" fmla="*/ 5541 h 1461787"/>
                  <a:gd name="connsiteX25" fmla="*/ 3792600 w 3795891"/>
                  <a:gd name="connsiteY25" fmla="*/ 96982 h 1461787"/>
                  <a:gd name="connsiteX26" fmla="*/ 3717246 w 3795891"/>
                  <a:gd name="connsiteY26" fmla="*/ 268007 h 1461787"/>
                  <a:gd name="connsiteX27" fmla="*/ 3567387 w 3795891"/>
                  <a:gd name="connsiteY27" fmla="*/ 433108 h 1461787"/>
                  <a:gd name="connsiteX28" fmla="*/ 3338787 w 3795891"/>
                  <a:gd name="connsiteY28" fmla="*/ 689648 h 1461787"/>
                  <a:gd name="connsiteX29" fmla="*/ 3090714 w 3795891"/>
                  <a:gd name="connsiteY29" fmla="*/ 983441 h 1461787"/>
                  <a:gd name="connsiteX30" fmla="*/ 2782527 w 3795891"/>
                  <a:gd name="connsiteY30" fmla="*/ 1256066 h 1461787"/>
                  <a:gd name="connsiteX31" fmla="*/ 2538685 w 3795891"/>
                  <a:gd name="connsiteY31" fmla="*/ 1408466 h 1461787"/>
                  <a:gd name="connsiteX32" fmla="*/ 2114506 w 3795891"/>
                  <a:gd name="connsiteY32" fmla="*/ 1460114 h 1461787"/>
                  <a:gd name="connsiteX33" fmla="*/ 1714034 w 3795891"/>
                  <a:gd name="connsiteY33" fmla="*/ 1442335 h 1461787"/>
                  <a:gd name="connsiteX34" fmla="*/ 1562479 w 3795891"/>
                  <a:gd name="connsiteY34" fmla="*/ 1375448 h 1461787"/>
                  <a:gd name="connsiteX35" fmla="*/ 1378754 w 3795891"/>
                  <a:gd name="connsiteY35" fmla="*/ 1217968 h 1461787"/>
                  <a:gd name="connsiteX36" fmla="*/ 1233126 w 3795891"/>
                  <a:gd name="connsiteY36" fmla="*/ 1093507 h 1461787"/>
                  <a:gd name="connsiteX37" fmla="*/ 1019767 w 3795891"/>
                  <a:gd name="connsiteY37" fmla="*/ 975820 h 1461787"/>
                  <a:gd name="connsiteX38" fmla="*/ 758147 w 3795891"/>
                  <a:gd name="connsiteY38" fmla="*/ 805642 h 1461787"/>
                  <a:gd name="connsiteX39" fmla="*/ 449113 w 3795891"/>
                  <a:gd name="connsiteY39" fmla="*/ 433108 h 1461787"/>
                  <a:gd name="connsiteX40" fmla="*/ 101980 w 3795891"/>
                  <a:gd name="connsiteY40" fmla="*/ 141009 h 1461787"/>
                  <a:gd name="connsiteX41" fmla="*/ 13081 w 3795891"/>
                  <a:gd name="connsiteY41" fmla="*/ 91055 h 1461787"/>
                  <a:gd name="connsiteX42" fmla="*/ 21548 w 3795891"/>
                  <a:gd name="connsiteY42" fmla="*/ 1308 h 1461787"/>
                  <a:gd name="connsiteX0" fmla="*/ 21548 w 3795891"/>
                  <a:gd name="connsiteY0" fmla="*/ 1308 h 1461787"/>
                  <a:gd name="connsiteX1" fmla="*/ 209505 w 3795891"/>
                  <a:gd name="connsiteY1" fmla="*/ 121534 h 1461787"/>
                  <a:gd name="connsiteX2" fmla="*/ 455887 w 3795891"/>
                  <a:gd name="connsiteY2" fmla="*/ 327275 h 1461787"/>
                  <a:gd name="connsiteX3" fmla="*/ 565954 w 3795891"/>
                  <a:gd name="connsiteY3" fmla="*/ 458508 h 1461787"/>
                  <a:gd name="connsiteX4" fmla="*/ 813180 w 3795891"/>
                  <a:gd name="connsiteY4" fmla="*/ 747222 h 1461787"/>
                  <a:gd name="connsiteX5" fmla="*/ 1003681 w 3795891"/>
                  <a:gd name="connsiteY5" fmla="*/ 881843 h 1461787"/>
                  <a:gd name="connsiteX6" fmla="*/ 1294084 w 3795891"/>
                  <a:gd name="connsiteY6" fmla="*/ 1040169 h 1461787"/>
                  <a:gd name="connsiteX7" fmla="*/ 1577296 w 3795891"/>
                  <a:gd name="connsiteY7" fmla="*/ 1300942 h 1461787"/>
                  <a:gd name="connsiteX8" fmla="*/ 1645030 w 3795891"/>
                  <a:gd name="connsiteY8" fmla="*/ 1303058 h 1461787"/>
                  <a:gd name="connsiteX9" fmla="*/ 1645031 w 3795891"/>
                  <a:gd name="connsiteY9" fmla="*/ 1121025 h 1461787"/>
                  <a:gd name="connsiteX10" fmla="*/ 1827064 w 3795891"/>
                  <a:gd name="connsiteY10" fmla="*/ 1093507 h 1461787"/>
                  <a:gd name="connsiteX11" fmla="*/ 1839765 w 3795891"/>
                  <a:gd name="connsiteY11" fmla="*/ 1355975 h 1461787"/>
                  <a:gd name="connsiteX12" fmla="*/ 1932898 w 3795891"/>
                  <a:gd name="connsiteY12" fmla="*/ 1379256 h 1461787"/>
                  <a:gd name="connsiteX13" fmla="*/ 2133981 w 3795891"/>
                  <a:gd name="connsiteY13" fmla="*/ 1375025 h 1461787"/>
                  <a:gd name="connsiteX14" fmla="*/ 2163615 w 3795891"/>
                  <a:gd name="connsiteY14" fmla="*/ 1315757 h 1461787"/>
                  <a:gd name="connsiteX15" fmla="*/ 2174198 w 3795891"/>
                  <a:gd name="connsiteY15" fmla="*/ 1118909 h 1461787"/>
                  <a:gd name="connsiteX16" fmla="*/ 2339297 w 3795891"/>
                  <a:gd name="connsiteY16" fmla="*/ 1127374 h 1461787"/>
                  <a:gd name="connsiteX17" fmla="*/ 2345647 w 3795891"/>
                  <a:gd name="connsiteY17" fmla="*/ 1341158 h 1461787"/>
                  <a:gd name="connsiteX18" fmla="*/ 2413381 w 3795891"/>
                  <a:gd name="connsiteY18" fmla="*/ 1359362 h 1461787"/>
                  <a:gd name="connsiteX19" fmla="*/ 2621660 w 3795891"/>
                  <a:gd name="connsiteY19" fmla="*/ 1283159 h 1461787"/>
                  <a:gd name="connsiteX20" fmla="*/ 2807926 w 3795891"/>
                  <a:gd name="connsiteY20" fmla="*/ 1129067 h 1461787"/>
                  <a:gd name="connsiteX21" fmla="*/ 3056847 w 3795891"/>
                  <a:gd name="connsiteY21" fmla="*/ 907241 h 1461787"/>
                  <a:gd name="connsiteX22" fmla="*/ 3399747 w 3795891"/>
                  <a:gd name="connsiteY22" fmla="*/ 513541 h 1461787"/>
                  <a:gd name="connsiteX23" fmla="*/ 3641047 w 3795891"/>
                  <a:gd name="connsiteY23" fmla="*/ 255308 h 1461787"/>
                  <a:gd name="connsiteX24" fmla="*/ 3768048 w 3795891"/>
                  <a:gd name="connsiteY24" fmla="*/ 5541 h 1461787"/>
                  <a:gd name="connsiteX25" fmla="*/ 3792600 w 3795891"/>
                  <a:gd name="connsiteY25" fmla="*/ 96982 h 1461787"/>
                  <a:gd name="connsiteX26" fmla="*/ 3717246 w 3795891"/>
                  <a:gd name="connsiteY26" fmla="*/ 268007 h 1461787"/>
                  <a:gd name="connsiteX27" fmla="*/ 3567387 w 3795891"/>
                  <a:gd name="connsiteY27" fmla="*/ 433108 h 1461787"/>
                  <a:gd name="connsiteX28" fmla="*/ 3338787 w 3795891"/>
                  <a:gd name="connsiteY28" fmla="*/ 689648 h 1461787"/>
                  <a:gd name="connsiteX29" fmla="*/ 3090714 w 3795891"/>
                  <a:gd name="connsiteY29" fmla="*/ 983441 h 1461787"/>
                  <a:gd name="connsiteX30" fmla="*/ 2782527 w 3795891"/>
                  <a:gd name="connsiteY30" fmla="*/ 1256066 h 1461787"/>
                  <a:gd name="connsiteX31" fmla="*/ 2538685 w 3795891"/>
                  <a:gd name="connsiteY31" fmla="*/ 1408466 h 1461787"/>
                  <a:gd name="connsiteX32" fmla="*/ 2114506 w 3795891"/>
                  <a:gd name="connsiteY32" fmla="*/ 1460114 h 1461787"/>
                  <a:gd name="connsiteX33" fmla="*/ 1714034 w 3795891"/>
                  <a:gd name="connsiteY33" fmla="*/ 1442335 h 1461787"/>
                  <a:gd name="connsiteX34" fmla="*/ 1562479 w 3795891"/>
                  <a:gd name="connsiteY34" fmla="*/ 1375448 h 1461787"/>
                  <a:gd name="connsiteX35" fmla="*/ 1378754 w 3795891"/>
                  <a:gd name="connsiteY35" fmla="*/ 1217968 h 1461787"/>
                  <a:gd name="connsiteX36" fmla="*/ 1233126 w 3795891"/>
                  <a:gd name="connsiteY36" fmla="*/ 1093507 h 1461787"/>
                  <a:gd name="connsiteX37" fmla="*/ 1019767 w 3795891"/>
                  <a:gd name="connsiteY37" fmla="*/ 975820 h 1461787"/>
                  <a:gd name="connsiteX38" fmla="*/ 758147 w 3795891"/>
                  <a:gd name="connsiteY38" fmla="*/ 805642 h 1461787"/>
                  <a:gd name="connsiteX39" fmla="*/ 449113 w 3795891"/>
                  <a:gd name="connsiteY39" fmla="*/ 433108 h 1461787"/>
                  <a:gd name="connsiteX40" fmla="*/ 101980 w 3795891"/>
                  <a:gd name="connsiteY40" fmla="*/ 141009 h 1461787"/>
                  <a:gd name="connsiteX41" fmla="*/ 13081 w 3795891"/>
                  <a:gd name="connsiteY41" fmla="*/ 91055 h 1461787"/>
                  <a:gd name="connsiteX42" fmla="*/ 21548 w 3795891"/>
                  <a:gd name="connsiteY42" fmla="*/ 1308 h 1461787"/>
                  <a:gd name="connsiteX0" fmla="*/ 21548 w 3795891"/>
                  <a:gd name="connsiteY0" fmla="*/ 1308 h 1461787"/>
                  <a:gd name="connsiteX1" fmla="*/ 209505 w 3795891"/>
                  <a:gd name="connsiteY1" fmla="*/ 121534 h 1461787"/>
                  <a:gd name="connsiteX2" fmla="*/ 455887 w 3795891"/>
                  <a:gd name="connsiteY2" fmla="*/ 327275 h 1461787"/>
                  <a:gd name="connsiteX3" fmla="*/ 565954 w 3795891"/>
                  <a:gd name="connsiteY3" fmla="*/ 458508 h 1461787"/>
                  <a:gd name="connsiteX4" fmla="*/ 813180 w 3795891"/>
                  <a:gd name="connsiteY4" fmla="*/ 747222 h 1461787"/>
                  <a:gd name="connsiteX5" fmla="*/ 1003681 w 3795891"/>
                  <a:gd name="connsiteY5" fmla="*/ 881843 h 1461787"/>
                  <a:gd name="connsiteX6" fmla="*/ 1294084 w 3795891"/>
                  <a:gd name="connsiteY6" fmla="*/ 1040169 h 1461787"/>
                  <a:gd name="connsiteX7" fmla="*/ 1577296 w 3795891"/>
                  <a:gd name="connsiteY7" fmla="*/ 1300942 h 1461787"/>
                  <a:gd name="connsiteX8" fmla="*/ 1645030 w 3795891"/>
                  <a:gd name="connsiteY8" fmla="*/ 1303058 h 1461787"/>
                  <a:gd name="connsiteX9" fmla="*/ 1645031 w 3795891"/>
                  <a:gd name="connsiteY9" fmla="*/ 1121025 h 1461787"/>
                  <a:gd name="connsiteX10" fmla="*/ 1827064 w 3795891"/>
                  <a:gd name="connsiteY10" fmla="*/ 1093507 h 1461787"/>
                  <a:gd name="connsiteX11" fmla="*/ 1839765 w 3795891"/>
                  <a:gd name="connsiteY11" fmla="*/ 1355975 h 1461787"/>
                  <a:gd name="connsiteX12" fmla="*/ 1932898 w 3795891"/>
                  <a:gd name="connsiteY12" fmla="*/ 1379256 h 1461787"/>
                  <a:gd name="connsiteX13" fmla="*/ 2133981 w 3795891"/>
                  <a:gd name="connsiteY13" fmla="*/ 1375025 h 1461787"/>
                  <a:gd name="connsiteX14" fmla="*/ 2163615 w 3795891"/>
                  <a:gd name="connsiteY14" fmla="*/ 1315757 h 1461787"/>
                  <a:gd name="connsiteX15" fmla="*/ 2174198 w 3795891"/>
                  <a:gd name="connsiteY15" fmla="*/ 1118909 h 1461787"/>
                  <a:gd name="connsiteX16" fmla="*/ 2339297 w 3795891"/>
                  <a:gd name="connsiteY16" fmla="*/ 1127374 h 1461787"/>
                  <a:gd name="connsiteX17" fmla="*/ 2345647 w 3795891"/>
                  <a:gd name="connsiteY17" fmla="*/ 1341158 h 1461787"/>
                  <a:gd name="connsiteX18" fmla="*/ 2413381 w 3795891"/>
                  <a:gd name="connsiteY18" fmla="*/ 1359362 h 1461787"/>
                  <a:gd name="connsiteX19" fmla="*/ 2621660 w 3795891"/>
                  <a:gd name="connsiteY19" fmla="*/ 1283159 h 1461787"/>
                  <a:gd name="connsiteX20" fmla="*/ 2807926 w 3795891"/>
                  <a:gd name="connsiteY20" fmla="*/ 1129067 h 1461787"/>
                  <a:gd name="connsiteX21" fmla="*/ 3056847 w 3795891"/>
                  <a:gd name="connsiteY21" fmla="*/ 907241 h 1461787"/>
                  <a:gd name="connsiteX22" fmla="*/ 3399747 w 3795891"/>
                  <a:gd name="connsiteY22" fmla="*/ 513541 h 1461787"/>
                  <a:gd name="connsiteX23" fmla="*/ 3641047 w 3795891"/>
                  <a:gd name="connsiteY23" fmla="*/ 255308 h 1461787"/>
                  <a:gd name="connsiteX24" fmla="*/ 3768048 w 3795891"/>
                  <a:gd name="connsiteY24" fmla="*/ 5541 h 1461787"/>
                  <a:gd name="connsiteX25" fmla="*/ 3792600 w 3795891"/>
                  <a:gd name="connsiteY25" fmla="*/ 96982 h 1461787"/>
                  <a:gd name="connsiteX26" fmla="*/ 3717246 w 3795891"/>
                  <a:gd name="connsiteY26" fmla="*/ 268007 h 1461787"/>
                  <a:gd name="connsiteX27" fmla="*/ 3567387 w 3795891"/>
                  <a:gd name="connsiteY27" fmla="*/ 433108 h 1461787"/>
                  <a:gd name="connsiteX28" fmla="*/ 3338787 w 3795891"/>
                  <a:gd name="connsiteY28" fmla="*/ 689648 h 1461787"/>
                  <a:gd name="connsiteX29" fmla="*/ 3090714 w 3795891"/>
                  <a:gd name="connsiteY29" fmla="*/ 983441 h 1461787"/>
                  <a:gd name="connsiteX30" fmla="*/ 2782527 w 3795891"/>
                  <a:gd name="connsiteY30" fmla="*/ 1256066 h 1461787"/>
                  <a:gd name="connsiteX31" fmla="*/ 2538685 w 3795891"/>
                  <a:gd name="connsiteY31" fmla="*/ 1408466 h 1461787"/>
                  <a:gd name="connsiteX32" fmla="*/ 2114506 w 3795891"/>
                  <a:gd name="connsiteY32" fmla="*/ 1460114 h 1461787"/>
                  <a:gd name="connsiteX33" fmla="*/ 1714034 w 3795891"/>
                  <a:gd name="connsiteY33" fmla="*/ 1442335 h 1461787"/>
                  <a:gd name="connsiteX34" fmla="*/ 1562479 w 3795891"/>
                  <a:gd name="connsiteY34" fmla="*/ 1375448 h 1461787"/>
                  <a:gd name="connsiteX35" fmla="*/ 1378754 w 3795891"/>
                  <a:gd name="connsiteY35" fmla="*/ 1217968 h 1461787"/>
                  <a:gd name="connsiteX36" fmla="*/ 1233126 w 3795891"/>
                  <a:gd name="connsiteY36" fmla="*/ 1093507 h 1461787"/>
                  <a:gd name="connsiteX37" fmla="*/ 1019767 w 3795891"/>
                  <a:gd name="connsiteY37" fmla="*/ 975820 h 1461787"/>
                  <a:gd name="connsiteX38" fmla="*/ 758147 w 3795891"/>
                  <a:gd name="connsiteY38" fmla="*/ 805642 h 1461787"/>
                  <a:gd name="connsiteX39" fmla="*/ 449113 w 3795891"/>
                  <a:gd name="connsiteY39" fmla="*/ 433108 h 1461787"/>
                  <a:gd name="connsiteX40" fmla="*/ 101980 w 3795891"/>
                  <a:gd name="connsiteY40" fmla="*/ 141009 h 1461787"/>
                  <a:gd name="connsiteX41" fmla="*/ 13081 w 3795891"/>
                  <a:gd name="connsiteY41" fmla="*/ 91055 h 1461787"/>
                  <a:gd name="connsiteX42" fmla="*/ 21548 w 3795891"/>
                  <a:gd name="connsiteY42" fmla="*/ 1308 h 1461787"/>
                  <a:gd name="connsiteX0" fmla="*/ 21548 w 3795891"/>
                  <a:gd name="connsiteY0" fmla="*/ 1308 h 1461787"/>
                  <a:gd name="connsiteX1" fmla="*/ 209505 w 3795891"/>
                  <a:gd name="connsiteY1" fmla="*/ 121534 h 1461787"/>
                  <a:gd name="connsiteX2" fmla="*/ 455887 w 3795891"/>
                  <a:gd name="connsiteY2" fmla="*/ 327275 h 1461787"/>
                  <a:gd name="connsiteX3" fmla="*/ 565954 w 3795891"/>
                  <a:gd name="connsiteY3" fmla="*/ 458508 h 1461787"/>
                  <a:gd name="connsiteX4" fmla="*/ 813180 w 3795891"/>
                  <a:gd name="connsiteY4" fmla="*/ 747222 h 1461787"/>
                  <a:gd name="connsiteX5" fmla="*/ 1003681 w 3795891"/>
                  <a:gd name="connsiteY5" fmla="*/ 881843 h 1461787"/>
                  <a:gd name="connsiteX6" fmla="*/ 1294084 w 3795891"/>
                  <a:gd name="connsiteY6" fmla="*/ 1040169 h 1461787"/>
                  <a:gd name="connsiteX7" fmla="*/ 1577296 w 3795891"/>
                  <a:gd name="connsiteY7" fmla="*/ 1300942 h 1461787"/>
                  <a:gd name="connsiteX8" fmla="*/ 1645030 w 3795891"/>
                  <a:gd name="connsiteY8" fmla="*/ 1303058 h 1461787"/>
                  <a:gd name="connsiteX9" fmla="*/ 1645031 w 3795891"/>
                  <a:gd name="connsiteY9" fmla="*/ 1121025 h 1461787"/>
                  <a:gd name="connsiteX10" fmla="*/ 1827064 w 3795891"/>
                  <a:gd name="connsiteY10" fmla="*/ 1093507 h 1461787"/>
                  <a:gd name="connsiteX11" fmla="*/ 1839765 w 3795891"/>
                  <a:gd name="connsiteY11" fmla="*/ 1355975 h 1461787"/>
                  <a:gd name="connsiteX12" fmla="*/ 1932898 w 3795891"/>
                  <a:gd name="connsiteY12" fmla="*/ 1379256 h 1461787"/>
                  <a:gd name="connsiteX13" fmla="*/ 2133981 w 3795891"/>
                  <a:gd name="connsiteY13" fmla="*/ 1375025 h 1461787"/>
                  <a:gd name="connsiteX14" fmla="*/ 2163615 w 3795891"/>
                  <a:gd name="connsiteY14" fmla="*/ 1315757 h 1461787"/>
                  <a:gd name="connsiteX15" fmla="*/ 2174198 w 3795891"/>
                  <a:gd name="connsiteY15" fmla="*/ 1118909 h 1461787"/>
                  <a:gd name="connsiteX16" fmla="*/ 2339297 w 3795891"/>
                  <a:gd name="connsiteY16" fmla="*/ 1127374 h 1461787"/>
                  <a:gd name="connsiteX17" fmla="*/ 2345647 w 3795891"/>
                  <a:gd name="connsiteY17" fmla="*/ 1341158 h 1461787"/>
                  <a:gd name="connsiteX18" fmla="*/ 2413381 w 3795891"/>
                  <a:gd name="connsiteY18" fmla="*/ 1359362 h 1461787"/>
                  <a:gd name="connsiteX19" fmla="*/ 2621660 w 3795891"/>
                  <a:gd name="connsiteY19" fmla="*/ 1283159 h 1461787"/>
                  <a:gd name="connsiteX20" fmla="*/ 2807926 w 3795891"/>
                  <a:gd name="connsiteY20" fmla="*/ 1129067 h 1461787"/>
                  <a:gd name="connsiteX21" fmla="*/ 3056847 w 3795891"/>
                  <a:gd name="connsiteY21" fmla="*/ 907241 h 1461787"/>
                  <a:gd name="connsiteX22" fmla="*/ 3399747 w 3795891"/>
                  <a:gd name="connsiteY22" fmla="*/ 513541 h 1461787"/>
                  <a:gd name="connsiteX23" fmla="*/ 3641047 w 3795891"/>
                  <a:gd name="connsiteY23" fmla="*/ 255308 h 1461787"/>
                  <a:gd name="connsiteX24" fmla="*/ 3768048 w 3795891"/>
                  <a:gd name="connsiteY24" fmla="*/ 5541 h 1461787"/>
                  <a:gd name="connsiteX25" fmla="*/ 3792600 w 3795891"/>
                  <a:gd name="connsiteY25" fmla="*/ 96982 h 1461787"/>
                  <a:gd name="connsiteX26" fmla="*/ 3717246 w 3795891"/>
                  <a:gd name="connsiteY26" fmla="*/ 268007 h 1461787"/>
                  <a:gd name="connsiteX27" fmla="*/ 3567387 w 3795891"/>
                  <a:gd name="connsiteY27" fmla="*/ 433108 h 1461787"/>
                  <a:gd name="connsiteX28" fmla="*/ 3338787 w 3795891"/>
                  <a:gd name="connsiteY28" fmla="*/ 689648 h 1461787"/>
                  <a:gd name="connsiteX29" fmla="*/ 3090714 w 3795891"/>
                  <a:gd name="connsiteY29" fmla="*/ 983441 h 1461787"/>
                  <a:gd name="connsiteX30" fmla="*/ 2782527 w 3795891"/>
                  <a:gd name="connsiteY30" fmla="*/ 1256066 h 1461787"/>
                  <a:gd name="connsiteX31" fmla="*/ 2538685 w 3795891"/>
                  <a:gd name="connsiteY31" fmla="*/ 1408466 h 1461787"/>
                  <a:gd name="connsiteX32" fmla="*/ 2114506 w 3795891"/>
                  <a:gd name="connsiteY32" fmla="*/ 1460114 h 1461787"/>
                  <a:gd name="connsiteX33" fmla="*/ 1714034 w 3795891"/>
                  <a:gd name="connsiteY33" fmla="*/ 1442335 h 1461787"/>
                  <a:gd name="connsiteX34" fmla="*/ 1562479 w 3795891"/>
                  <a:gd name="connsiteY34" fmla="*/ 1375448 h 1461787"/>
                  <a:gd name="connsiteX35" fmla="*/ 1378754 w 3795891"/>
                  <a:gd name="connsiteY35" fmla="*/ 1217968 h 1461787"/>
                  <a:gd name="connsiteX36" fmla="*/ 1233126 w 3795891"/>
                  <a:gd name="connsiteY36" fmla="*/ 1093507 h 1461787"/>
                  <a:gd name="connsiteX37" fmla="*/ 1019767 w 3795891"/>
                  <a:gd name="connsiteY37" fmla="*/ 975820 h 1461787"/>
                  <a:gd name="connsiteX38" fmla="*/ 758147 w 3795891"/>
                  <a:gd name="connsiteY38" fmla="*/ 805642 h 1461787"/>
                  <a:gd name="connsiteX39" fmla="*/ 449113 w 3795891"/>
                  <a:gd name="connsiteY39" fmla="*/ 433108 h 1461787"/>
                  <a:gd name="connsiteX40" fmla="*/ 101980 w 3795891"/>
                  <a:gd name="connsiteY40" fmla="*/ 141009 h 1461787"/>
                  <a:gd name="connsiteX41" fmla="*/ 13081 w 3795891"/>
                  <a:gd name="connsiteY41" fmla="*/ 91055 h 1461787"/>
                  <a:gd name="connsiteX42" fmla="*/ 21548 w 3795891"/>
                  <a:gd name="connsiteY42" fmla="*/ 1308 h 1461787"/>
                  <a:gd name="connsiteX0" fmla="*/ 21548 w 3795891"/>
                  <a:gd name="connsiteY0" fmla="*/ 1308 h 1461787"/>
                  <a:gd name="connsiteX1" fmla="*/ 209505 w 3795891"/>
                  <a:gd name="connsiteY1" fmla="*/ 121534 h 1461787"/>
                  <a:gd name="connsiteX2" fmla="*/ 455887 w 3795891"/>
                  <a:gd name="connsiteY2" fmla="*/ 327275 h 1461787"/>
                  <a:gd name="connsiteX3" fmla="*/ 565954 w 3795891"/>
                  <a:gd name="connsiteY3" fmla="*/ 458508 h 1461787"/>
                  <a:gd name="connsiteX4" fmla="*/ 813180 w 3795891"/>
                  <a:gd name="connsiteY4" fmla="*/ 747222 h 1461787"/>
                  <a:gd name="connsiteX5" fmla="*/ 1003681 w 3795891"/>
                  <a:gd name="connsiteY5" fmla="*/ 881843 h 1461787"/>
                  <a:gd name="connsiteX6" fmla="*/ 1294084 w 3795891"/>
                  <a:gd name="connsiteY6" fmla="*/ 1040169 h 1461787"/>
                  <a:gd name="connsiteX7" fmla="*/ 1577296 w 3795891"/>
                  <a:gd name="connsiteY7" fmla="*/ 1300942 h 1461787"/>
                  <a:gd name="connsiteX8" fmla="*/ 1645030 w 3795891"/>
                  <a:gd name="connsiteY8" fmla="*/ 1303058 h 1461787"/>
                  <a:gd name="connsiteX9" fmla="*/ 1645031 w 3795891"/>
                  <a:gd name="connsiteY9" fmla="*/ 1121025 h 1461787"/>
                  <a:gd name="connsiteX10" fmla="*/ 1827064 w 3795891"/>
                  <a:gd name="connsiteY10" fmla="*/ 1093507 h 1461787"/>
                  <a:gd name="connsiteX11" fmla="*/ 1839765 w 3795891"/>
                  <a:gd name="connsiteY11" fmla="*/ 1355975 h 1461787"/>
                  <a:gd name="connsiteX12" fmla="*/ 1932898 w 3795891"/>
                  <a:gd name="connsiteY12" fmla="*/ 1379256 h 1461787"/>
                  <a:gd name="connsiteX13" fmla="*/ 2133981 w 3795891"/>
                  <a:gd name="connsiteY13" fmla="*/ 1375025 h 1461787"/>
                  <a:gd name="connsiteX14" fmla="*/ 2163615 w 3795891"/>
                  <a:gd name="connsiteY14" fmla="*/ 1315757 h 1461787"/>
                  <a:gd name="connsiteX15" fmla="*/ 2174198 w 3795891"/>
                  <a:gd name="connsiteY15" fmla="*/ 1118909 h 1461787"/>
                  <a:gd name="connsiteX16" fmla="*/ 2339297 w 3795891"/>
                  <a:gd name="connsiteY16" fmla="*/ 1127374 h 1461787"/>
                  <a:gd name="connsiteX17" fmla="*/ 2345647 w 3795891"/>
                  <a:gd name="connsiteY17" fmla="*/ 1341158 h 1461787"/>
                  <a:gd name="connsiteX18" fmla="*/ 2443015 w 3795891"/>
                  <a:gd name="connsiteY18" fmla="*/ 1342429 h 1461787"/>
                  <a:gd name="connsiteX19" fmla="*/ 2621660 w 3795891"/>
                  <a:gd name="connsiteY19" fmla="*/ 1283159 h 1461787"/>
                  <a:gd name="connsiteX20" fmla="*/ 2807926 w 3795891"/>
                  <a:gd name="connsiteY20" fmla="*/ 1129067 h 1461787"/>
                  <a:gd name="connsiteX21" fmla="*/ 3056847 w 3795891"/>
                  <a:gd name="connsiteY21" fmla="*/ 907241 h 1461787"/>
                  <a:gd name="connsiteX22" fmla="*/ 3399747 w 3795891"/>
                  <a:gd name="connsiteY22" fmla="*/ 513541 h 1461787"/>
                  <a:gd name="connsiteX23" fmla="*/ 3641047 w 3795891"/>
                  <a:gd name="connsiteY23" fmla="*/ 255308 h 1461787"/>
                  <a:gd name="connsiteX24" fmla="*/ 3768048 w 3795891"/>
                  <a:gd name="connsiteY24" fmla="*/ 5541 h 1461787"/>
                  <a:gd name="connsiteX25" fmla="*/ 3792600 w 3795891"/>
                  <a:gd name="connsiteY25" fmla="*/ 96982 h 1461787"/>
                  <a:gd name="connsiteX26" fmla="*/ 3717246 w 3795891"/>
                  <a:gd name="connsiteY26" fmla="*/ 268007 h 1461787"/>
                  <a:gd name="connsiteX27" fmla="*/ 3567387 w 3795891"/>
                  <a:gd name="connsiteY27" fmla="*/ 433108 h 1461787"/>
                  <a:gd name="connsiteX28" fmla="*/ 3338787 w 3795891"/>
                  <a:gd name="connsiteY28" fmla="*/ 689648 h 1461787"/>
                  <a:gd name="connsiteX29" fmla="*/ 3090714 w 3795891"/>
                  <a:gd name="connsiteY29" fmla="*/ 983441 h 1461787"/>
                  <a:gd name="connsiteX30" fmla="*/ 2782527 w 3795891"/>
                  <a:gd name="connsiteY30" fmla="*/ 1256066 h 1461787"/>
                  <a:gd name="connsiteX31" fmla="*/ 2538685 w 3795891"/>
                  <a:gd name="connsiteY31" fmla="*/ 1408466 h 1461787"/>
                  <a:gd name="connsiteX32" fmla="*/ 2114506 w 3795891"/>
                  <a:gd name="connsiteY32" fmla="*/ 1460114 h 1461787"/>
                  <a:gd name="connsiteX33" fmla="*/ 1714034 w 3795891"/>
                  <a:gd name="connsiteY33" fmla="*/ 1442335 h 1461787"/>
                  <a:gd name="connsiteX34" fmla="*/ 1562479 w 3795891"/>
                  <a:gd name="connsiteY34" fmla="*/ 1375448 h 1461787"/>
                  <a:gd name="connsiteX35" fmla="*/ 1378754 w 3795891"/>
                  <a:gd name="connsiteY35" fmla="*/ 1217968 h 1461787"/>
                  <a:gd name="connsiteX36" fmla="*/ 1233126 w 3795891"/>
                  <a:gd name="connsiteY36" fmla="*/ 1093507 h 1461787"/>
                  <a:gd name="connsiteX37" fmla="*/ 1019767 w 3795891"/>
                  <a:gd name="connsiteY37" fmla="*/ 975820 h 1461787"/>
                  <a:gd name="connsiteX38" fmla="*/ 758147 w 3795891"/>
                  <a:gd name="connsiteY38" fmla="*/ 805642 h 1461787"/>
                  <a:gd name="connsiteX39" fmla="*/ 449113 w 3795891"/>
                  <a:gd name="connsiteY39" fmla="*/ 433108 h 1461787"/>
                  <a:gd name="connsiteX40" fmla="*/ 101980 w 3795891"/>
                  <a:gd name="connsiteY40" fmla="*/ 141009 h 1461787"/>
                  <a:gd name="connsiteX41" fmla="*/ 13081 w 3795891"/>
                  <a:gd name="connsiteY41" fmla="*/ 91055 h 1461787"/>
                  <a:gd name="connsiteX42" fmla="*/ 21548 w 3795891"/>
                  <a:gd name="connsiteY42" fmla="*/ 1308 h 1461787"/>
                  <a:gd name="connsiteX0" fmla="*/ 21548 w 3795891"/>
                  <a:gd name="connsiteY0" fmla="*/ 1308 h 1461787"/>
                  <a:gd name="connsiteX1" fmla="*/ 209505 w 3795891"/>
                  <a:gd name="connsiteY1" fmla="*/ 121534 h 1461787"/>
                  <a:gd name="connsiteX2" fmla="*/ 455887 w 3795891"/>
                  <a:gd name="connsiteY2" fmla="*/ 327275 h 1461787"/>
                  <a:gd name="connsiteX3" fmla="*/ 565954 w 3795891"/>
                  <a:gd name="connsiteY3" fmla="*/ 458508 h 1461787"/>
                  <a:gd name="connsiteX4" fmla="*/ 813180 w 3795891"/>
                  <a:gd name="connsiteY4" fmla="*/ 747222 h 1461787"/>
                  <a:gd name="connsiteX5" fmla="*/ 1003681 w 3795891"/>
                  <a:gd name="connsiteY5" fmla="*/ 881843 h 1461787"/>
                  <a:gd name="connsiteX6" fmla="*/ 1294084 w 3795891"/>
                  <a:gd name="connsiteY6" fmla="*/ 1040169 h 1461787"/>
                  <a:gd name="connsiteX7" fmla="*/ 1577296 w 3795891"/>
                  <a:gd name="connsiteY7" fmla="*/ 1300942 h 1461787"/>
                  <a:gd name="connsiteX8" fmla="*/ 1645030 w 3795891"/>
                  <a:gd name="connsiteY8" fmla="*/ 1303058 h 1461787"/>
                  <a:gd name="connsiteX9" fmla="*/ 1645031 w 3795891"/>
                  <a:gd name="connsiteY9" fmla="*/ 1121025 h 1461787"/>
                  <a:gd name="connsiteX10" fmla="*/ 1827064 w 3795891"/>
                  <a:gd name="connsiteY10" fmla="*/ 1093507 h 1461787"/>
                  <a:gd name="connsiteX11" fmla="*/ 1839765 w 3795891"/>
                  <a:gd name="connsiteY11" fmla="*/ 1355975 h 1461787"/>
                  <a:gd name="connsiteX12" fmla="*/ 1932898 w 3795891"/>
                  <a:gd name="connsiteY12" fmla="*/ 1379256 h 1461787"/>
                  <a:gd name="connsiteX13" fmla="*/ 2133981 w 3795891"/>
                  <a:gd name="connsiteY13" fmla="*/ 1375025 h 1461787"/>
                  <a:gd name="connsiteX14" fmla="*/ 2163615 w 3795891"/>
                  <a:gd name="connsiteY14" fmla="*/ 1315757 h 1461787"/>
                  <a:gd name="connsiteX15" fmla="*/ 2174198 w 3795891"/>
                  <a:gd name="connsiteY15" fmla="*/ 1118909 h 1461787"/>
                  <a:gd name="connsiteX16" fmla="*/ 2339297 w 3795891"/>
                  <a:gd name="connsiteY16" fmla="*/ 1127374 h 1461787"/>
                  <a:gd name="connsiteX17" fmla="*/ 2345647 w 3795891"/>
                  <a:gd name="connsiteY17" fmla="*/ 1341158 h 1461787"/>
                  <a:gd name="connsiteX18" fmla="*/ 2443015 w 3795891"/>
                  <a:gd name="connsiteY18" fmla="*/ 1342429 h 1461787"/>
                  <a:gd name="connsiteX19" fmla="*/ 2621660 w 3795891"/>
                  <a:gd name="connsiteY19" fmla="*/ 1283159 h 1461787"/>
                  <a:gd name="connsiteX20" fmla="*/ 2807926 w 3795891"/>
                  <a:gd name="connsiteY20" fmla="*/ 1129067 h 1461787"/>
                  <a:gd name="connsiteX21" fmla="*/ 3056847 w 3795891"/>
                  <a:gd name="connsiteY21" fmla="*/ 907241 h 1461787"/>
                  <a:gd name="connsiteX22" fmla="*/ 3399747 w 3795891"/>
                  <a:gd name="connsiteY22" fmla="*/ 513541 h 1461787"/>
                  <a:gd name="connsiteX23" fmla="*/ 3641047 w 3795891"/>
                  <a:gd name="connsiteY23" fmla="*/ 255308 h 1461787"/>
                  <a:gd name="connsiteX24" fmla="*/ 3768048 w 3795891"/>
                  <a:gd name="connsiteY24" fmla="*/ 5541 h 1461787"/>
                  <a:gd name="connsiteX25" fmla="*/ 3792600 w 3795891"/>
                  <a:gd name="connsiteY25" fmla="*/ 96982 h 1461787"/>
                  <a:gd name="connsiteX26" fmla="*/ 3717246 w 3795891"/>
                  <a:gd name="connsiteY26" fmla="*/ 268007 h 1461787"/>
                  <a:gd name="connsiteX27" fmla="*/ 3567387 w 3795891"/>
                  <a:gd name="connsiteY27" fmla="*/ 433108 h 1461787"/>
                  <a:gd name="connsiteX28" fmla="*/ 3338787 w 3795891"/>
                  <a:gd name="connsiteY28" fmla="*/ 689648 h 1461787"/>
                  <a:gd name="connsiteX29" fmla="*/ 3090714 w 3795891"/>
                  <a:gd name="connsiteY29" fmla="*/ 983441 h 1461787"/>
                  <a:gd name="connsiteX30" fmla="*/ 2782527 w 3795891"/>
                  <a:gd name="connsiteY30" fmla="*/ 1256066 h 1461787"/>
                  <a:gd name="connsiteX31" fmla="*/ 2538685 w 3795891"/>
                  <a:gd name="connsiteY31" fmla="*/ 1408466 h 1461787"/>
                  <a:gd name="connsiteX32" fmla="*/ 2114506 w 3795891"/>
                  <a:gd name="connsiteY32" fmla="*/ 1460114 h 1461787"/>
                  <a:gd name="connsiteX33" fmla="*/ 1714034 w 3795891"/>
                  <a:gd name="connsiteY33" fmla="*/ 1442335 h 1461787"/>
                  <a:gd name="connsiteX34" fmla="*/ 1562479 w 3795891"/>
                  <a:gd name="connsiteY34" fmla="*/ 1375448 h 1461787"/>
                  <a:gd name="connsiteX35" fmla="*/ 1363937 w 3795891"/>
                  <a:gd name="connsiteY35" fmla="*/ 1234902 h 1461787"/>
                  <a:gd name="connsiteX36" fmla="*/ 1233126 w 3795891"/>
                  <a:gd name="connsiteY36" fmla="*/ 1093507 h 1461787"/>
                  <a:gd name="connsiteX37" fmla="*/ 1019767 w 3795891"/>
                  <a:gd name="connsiteY37" fmla="*/ 975820 h 1461787"/>
                  <a:gd name="connsiteX38" fmla="*/ 758147 w 3795891"/>
                  <a:gd name="connsiteY38" fmla="*/ 805642 h 1461787"/>
                  <a:gd name="connsiteX39" fmla="*/ 449113 w 3795891"/>
                  <a:gd name="connsiteY39" fmla="*/ 433108 h 1461787"/>
                  <a:gd name="connsiteX40" fmla="*/ 101980 w 3795891"/>
                  <a:gd name="connsiteY40" fmla="*/ 141009 h 1461787"/>
                  <a:gd name="connsiteX41" fmla="*/ 13081 w 3795891"/>
                  <a:gd name="connsiteY41" fmla="*/ 91055 h 1461787"/>
                  <a:gd name="connsiteX42" fmla="*/ 21548 w 3795891"/>
                  <a:gd name="connsiteY42" fmla="*/ 1308 h 1461787"/>
                  <a:gd name="connsiteX0" fmla="*/ 21548 w 3795891"/>
                  <a:gd name="connsiteY0" fmla="*/ 1308 h 1460114"/>
                  <a:gd name="connsiteX1" fmla="*/ 209505 w 3795891"/>
                  <a:gd name="connsiteY1" fmla="*/ 121534 h 1460114"/>
                  <a:gd name="connsiteX2" fmla="*/ 455887 w 3795891"/>
                  <a:gd name="connsiteY2" fmla="*/ 327275 h 1460114"/>
                  <a:gd name="connsiteX3" fmla="*/ 565954 w 3795891"/>
                  <a:gd name="connsiteY3" fmla="*/ 458508 h 1460114"/>
                  <a:gd name="connsiteX4" fmla="*/ 813180 w 3795891"/>
                  <a:gd name="connsiteY4" fmla="*/ 747222 h 1460114"/>
                  <a:gd name="connsiteX5" fmla="*/ 1003681 w 3795891"/>
                  <a:gd name="connsiteY5" fmla="*/ 881843 h 1460114"/>
                  <a:gd name="connsiteX6" fmla="*/ 1294084 w 3795891"/>
                  <a:gd name="connsiteY6" fmla="*/ 1040169 h 1460114"/>
                  <a:gd name="connsiteX7" fmla="*/ 1577296 w 3795891"/>
                  <a:gd name="connsiteY7" fmla="*/ 1300942 h 1460114"/>
                  <a:gd name="connsiteX8" fmla="*/ 1645030 w 3795891"/>
                  <a:gd name="connsiteY8" fmla="*/ 1303058 h 1460114"/>
                  <a:gd name="connsiteX9" fmla="*/ 1645031 w 3795891"/>
                  <a:gd name="connsiteY9" fmla="*/ 1121025 h 1460114"/>
                  <a:gd name="connsiteX10" fmla="*/ 1827064 w 3795891"/>
                  <a:gd name="connsiteY10" fmla="*/ 1093507 h 1460114"/>
                  <a:gd name="connsiteX11" fmla="*/ 1839765 w 3795891"/>
                  <a:gd name="connsiteY11" fmla="*/ 1355975 h 1460114"/>
                  <a:gd name="connsiteX12" fmla="*/ 1932898 w 3795891"/>
                  <a:gd name="connsiteY12" fmla="*/ 1379256 h 1460114"/>
                  <a:gd name="connsiteX13" fmla="*/ 2133981 w 3795891"/>
                  <a:gd name="connsiteY13" fmla="*/ 1375025 h 1460114"/>
                  <a:gd name="connsiteX14" fmla="*/ 2163615 w 3795891"/>
                  <a:gd name="connsiteY14" fmla="*/ 1315757 h 1460114"/>
                  <a:gd name="connsiteX15" fmla="*/ 2174198 w 3795891"/>
                  <a:gd name="connsiteY15" fmla="*/ 1118909 h 1460114"/>
                  <a:gd name="connsiteX16" fmla="*/ 2339297 w 3795891"/>
                  <a:gd name="connsiteY16" fmla="*/ 1127374 h 1460114"/>
                  <a:gd name="connsiteX17" fmla="*/ 2345647 w 3795891"/>
                  <a:gd name="connsiteY17" fmla="*/ 1341158 h 1460114"/>
                  <a:gd name="connsiteX18" fmla="*/ 2443015 w 3795891"/>
                  <a:gd name="connsiteY18" fmla="*/ 1342429 h 1460114"/>
                  <a:gd name="connsiteX19" fmla="*/ 2621660 w 3795891"/>
                  <a:gd name="connsiteY19" fmla="*/ 1283159 h 1460114"/>
                  <a:gd name="connsiteX20" fmla="*/ 2807926 w 3795891"/>
                  <a:gd name="connsiteY20" fmla="*/ 1129067 h 1460114"/>
                  <a:gd name="connsiteX21" fmla="*/ 3056847 w 3795891"/>
                  <a:gd name="connsiteY21" fmla="*/ 907241 h 1460114"/>
                  <a:gd name="connsiteX22" fmla="*/ 3399747 w 3795891"/>
                  <a:gd name="connsiteY22" fmla="*/ 513541 h 1460114"/>
                  <a:gd name="connsiteX23" fmla="*/ 3641047 w 3795891"/>
                  <a:gd name="connsiteY23" fmla="*/ 255308 h 1460114"/>
                  <a:gd name="connsiteX24" fmla="*/ 3768048 w 3795891"/>
                  <a:gd name="connsiteY24" fmla="*/ 5541 h 1460114"/>
                  <a:gd name="connsiteX25" fmla="*/ 3792600 w 3795891"/>
                  <a:gd name="connsiteY25" fmla="*/ 96982 h 1460114"/>
                  <a:gd name="connsiteX26" fmla="*/ 3717246 w 3795891"/>
                  <a:gd name="connsiteY26" fmla="*/ 268007 h 1460114"/>
                  <a:gd name="connsiteX27" fmla="*/ 3567387 w 3795891"/>
                  <a:gd name="connsiteY27" fmla="*/ 433108 h 1460114"/>
                  <a:gd name="connsiteX28" fmla="*/ 3338787 w 3795891"/>
                  <a:gd name="connsiteY28" fmla="*/ 689648 h 1460114"/>
                  <a:gd name="connsiteX29" fmla="*/ 3090714 w 3795891"/>
                  <a:gd name="connsiteY29" fmla="*/ 983441 h 1460114"/>
                  <a:gd name="connsiteX30" fmla="*/ 2782527 w 3795891"/>
                  <a:gd name="connsiteY30" fmla="*/ 1256066 h 1460114"/>
                  <a:gd name="connsiteX31" fmla="*/ 2538685 w 3795891"/>
                  <a:gd name="connsiteY31" fmla="*/ 1408466 h 1460114"/>
                  <a:gd name="connsiteX32" fmla="*/ 2114506 w 3795891"/>
                  <a:gd name="connsiteY32" fmla="*/ 1460114 h 1460114"/>
                  <a:gd name="connsiteX33" fmla="*/ 1714034 w 3795891"/>
                  <a:gd name="connsiteY33" fmla="*/ 1442335 h 1460114"/>
                  <a:gd name="connsiteX34" fmla="*/ 1543429 w 3795891"/>
                  <a:gd name="connsiteY34" fmla="*/ 1441065 h 1460114"/>
                  <a:gd name="connsiteX35" fmla="*/ 1363937 w 3795891"/>
                  <a:gd name="connsiteY35" fmla="*/ 1234902 h 1460114"/>
                  <a:gd name="connsiteX36" fmla="*/ 1233126 w 3795891"/>
                  <a:gd name="connsiteY36" fmla="*/ 1093507 h 1460114"/>
                  <a:gd name="connsiteX37" fmla="*/ 1019767 w 3795891"/>
                  <a:gd name="connsiteY37" fmla="*/ 975820 h 1460114"/>
                  <a:gd name="connsiteX38" fmla="*/ 758147 w 3795891"/>
                  <a:gd name="connsiteY38" fmla="*/ 805642 h 1460114"/>
                  <a:gd name="connsiteX39" fmla="*/ 449113 w 3795891"/>
                  <a:gd name="connsiteY39" fmla="*/ 433108 h 1460114"/>
                  <a:gd name="connsiteX40" fmla="*/ 101980 w 3795891"/>
                  <a:gd name="connsiteY40" fmla="*/ 141009 h 1460114"/>
                  <a:gd name="connsiteX41" fmla="*/ 13081 w 3795891"/>
                  <a:gd name="connsiteY41" fmla="*/ 91055 h 1460114"/>
                  <a:gd name="connsiteX42" fmla="*/ 21548 w 3795891"/>
                  <a:gd name="connsiteY42" fmla="*/ 1308 h 1460114"/>
                  <a:gd name="connsiteX0" fmla="*/ 21548 w 3795891"/>
                  <a:gd name="connsiteY0" fmla="*/ 1308 h 1460114"/>
                  <a:gd name="connsiteX1" fmla="*/ 209505 w 3795891"/>
                  <a:gd name="connsiteY1" fmla="*/ 121534 h 1460114"/>
                  <a:gd name="connsiteX2" fmla="*/ 455887 w 3795891"/>
                  <a:gd name="connsiteY2" fmla="*/ 327275 h 1460114"/>
                  <a:gd name="connsiteX3" fmla="*/ 565954 w 3795891"/>
                  <a:gd name="connsiteY3" fmla="*/ 458508 h 1460114"/>
                  <a:gd name="connsiteX4" fmla="*/ 813180 w 3795891"/>
                  <a:gd name="connsiteY4" fmla="*/ 747222 h 1460114"/>
                  <a:gd name="connsiteX5" fmla="*/ 1003681 w 3795891"/>
                  <a:gd name="connsiteY5" fmla="*/ 881843 h 1460114"/>
                  <a:gd name="connsiteX6" fmla="*/ 1277150 w 3795891"/>
                  <a:gd name="connsiteY6" fmla="*/ 1048635 h 1460114"/>
                  <a:gd name="connsiteX7" fmla="*/ 1577296 w 3795891"/>
                  <a:gd name="connsiteY7" fmla="*/ 1300942 h 1460114"/>
                  <a:gd name="connsiteX8" fmla="*/ 1645030 w 3795891"/>
                  <a:gd name="connsiteY8" fmla="*/ 1303058 h 1460114"/>
                  <a:gd name="connsiteX9" fmla="*/ 1645031 w 3795891"/>
                  <a:gd name="connsiteY9" fmla="*/ 1121025 h 1460114"/>
                  <a:gd name="connsiteX10" fmla="*/ 1827064 w 3795891"/>
                  <a:gd name="connsiteY10" fmla="*/ 1093507 h 1460114"/>
                  <a:gd name="connsiteX11" fmla="*/ 1839765 w 3795891"/>
                  <a:gd name="connsiteY11" fmla="*/ 1355975 h 1460114"/>
                  <a:gd name="connsiteX12" fmla="*/ 1932898 w 3795891"/>
                  <a:gd name="connsiteY12" fmla="*/ 1379256 h 1460114"/>
                  <a:gd name="connsiteX13" fmla="*/ 2133981 w 3795891"/>
                  <a:gd name="connsiteY13" fmla="*/ 1375025 h 1460114"/>
                  <a:gd name="connsiteX14" fmla="*/ 2163615 w 3795891"/>
                  <a:gd name="connsiteY14" fmla="*/ 1315757 h 1460114"/>
                  <a:gd name="connsiteX15" fmla="*/ 2174198 w 3795891"/>
                  <a:gd name="connsiteY15" fmla="*/ 1118909 h 1460114"/>
                  <a:gd name="connsiteX16" fmla="*/ 2339297 w 3795891"/>
                  <a:gd name="connsiteY16" fmla="*/ 1127374 h 1460114"/>
                  <a:gd name="connsiteX17" fmla="*/ 2345647 w 3795891"/>
                  <a:gd name="connsiteY17" fmla="*/ 1341158 h 1460114"/>
                  <a:gd name="connsiteX18" fmla="*/ 2443015 w 3795891"/>
                  <a:gd name="connsiteY18" fmla="*/ 1342429 h 1460114"/>
                  <a:gd name="connsiteX19" fmla="*/ 2621660 w 3795891"/>
                  <a:gd name="connsiteY19" fmla="*/ 1283159 h 1460114"/>
                  <a:gd name="connsiteX20" fmla="*/ 2807926 w 3795891"/>
                  <a:gd name="connsiteY20" fmla="*/ 1129067 h 1460114"/>
                  <a:gd name="connsiteX21" fmla="*/ 3056847 w 3795891"/>
                  <a:gd name="connsiteY21" fmla="*/ 907241 h 1460114"/>
                  <a:gd name="connsiteX22" fmla="*/ 3399747 w 3795891"/>
                  <a:gd name="connsiteY22" fmla="*/ 513541 h 1460114"/>
                  <a:gd name="connsiteX23" fmla="*/ 3641047 w 3795891"/>
                  <a:gd name="connsiteY23" fmla="*/ 255308 h 1460114"/>
                  <a:gd name="connsiteX24" fmla="*/ 3768048 w 3795891"/>
                  <a:gd name="connsiteY24" fmla="*/ 5541 h 1460114"/>
                  <a:gd name="connsiteX25" fmla="*/ 3792600 w 3795891"/>
                  <a:gd name="connsiteY25" fmla="*/ 96982 h 1460114"/>
                  <a:gd name="connsiteX26" fmla="*/ 3717246 w 3795891"/>
                  <a:gd name="connsiteY26" fmla="*/ 268007 h 1460114"/>
                  <a:gd name="connsiteX27" fmla="*/ 3567387 w 3795891"/>
                  <a:gd name="connsiteY27" fmla="*/ 433108 h 1460114"/>
                  <a:gd name="connsiteX28" fmla="*/ 3338787 w 3795891"/>
                  <a:gd name="connsiteY28" fmla="*/ 689648 h 1460114"/>
                  <a:gd name="connsiteX29" fmla="*/ 3090714 w 3795891"/>
                  <a:gd name="connsiteY29" fmla="*/ 983441 h 1460114"/>
                  <a:gd name="connsiteX30" fmla="*/ 2782527 w 3795891"/>
                  <a:gd name="connsiteY30" fmla="*/ 1256066 h 1460114"/>
                  <a:gd name="connsiteX31" fmla="*/ 2538685 w 3795891"/>
                  <a:gd name="connsiteY31" fmla="*/ 1408466 h 1460114"/>
                  <a:gd name="connsiteX32" fmla="*/ 2114506 w 3795891"/>
                  <a:gd name="connsiteY32" fmla="*/ 1460114 h 1460114"/>
                  <a:gd name="connsiteX33" fmla="*/ 1714034 w 3795891"/>
                  <a:gd name="connsiteY33" fmla="*/ 1442335 h 1460114"/>
                  <a:gd name="connsiteX34" fmla="*/ 1543429 w 3795891"/>
                  <a:gd name="connsiteY34" fmla="*/ 1441065 h 1460114"/>
                  <a:gd name="connsiteX35" fmla="*/ 1363937 w 3795891"/>
                  <a:gd name="connsiteY35" fmla="*/ 1234902 h 1460114"/>
                  <a:gd name="connsiteX36" fmla="*/ 1233126 w 3795891"/>
                  <a:gd name="connsiteY36" fmla="*/ 1093507 h 1460114"/>
                  <a:gd name="connsiteX37" fmla="*/ 1019767 w 3795891"/>
                  <a:gd name="connsiteY37" fmla="*/ 975820 h 1460114"/>
                  <a:gd name="connsiteX38" fmla="*/ 758147 w 3795891"/>
                  <a:gd name="connsiteY38" fmla="*/ 805642 h 1460114"/>
                  <a:gd name="connsiteX39" fmla="*/ 449113 w 3795891"/>
                  <a:gd name="connsiteY39" fmla="*/ 433108 h 1460114"/>
                  <a:gd name="connsiteX40" fmla="*/ 101980 w 3795891"/>
                  <a:gd name="connsiteY40" fmla="*/ 141009 h 1460114"/>
                  <a:gd name="connsiteX41" fmla="*/ 13081 w 3795891"/>
                  <a:gd name="connsiteY41" fmla="*/ 91055 h 1460114"/>
                  <a:gd name="connsiteX42" fmla="*/ 21548 w 3795891"/>
                  <a:gd name="connsiteY42" fmla="*/ 1308 h 1460114"/>
                  <a:gd name="connsiteX0" fmla="*/ 21548 w 3795891"/>
                  <a:gd name="connsiteY0" fmla="*/ 1308 h 1460114"/>
                  <a:gd name="connsiteX1" fmla="*/ 209505 w 3795891"/>
                  <a:gd name="connsiteY1" fmla="*/ 121534 h 1460114"/>
                  <a:gd name="connsiteX2" fmla="*/ 455887 w 3795891"/>
                  <a:gd name="connsiteY2" fmla="*/ 327275 h 1460114"/>
                  <a:gd name="connsiteX3" fmla="*/ 565954 w 3795891"/>
                  <a:gd name="connsiteY3" fmla="*/ 458508 h 1460114"/>
                  <a:gd name="connsiteX4" fmla="*/ 813180 w 3795891"/>
                  <a:gd name="connsiteY4" fmla="*/ 747222 h 1460114"/>
                  <a:gd name="connsiteX5" fmla="*/ 1003681 w 3795891"/>
                  <a:gd name="connsiteY5" fmla="*/ 881843 h 1460114"/>
                  <a:gd name="connsiteX6" fmla="*/ 1277150 w 3795891"/>
                  <a:gd name="connsiteY6" fmla="*/ 1048635 h 1460114"/>
                  <a:gd name="connsiteX7" fmla="*/ 1577296 w 3795891"/>
                  <a:gd name="connsiteY7" fmla="*/ 1300942 h 1460114"/>
                  <a:gd name="connsiteX8" fmla="*/ 1645030 w 3795891"/>
                  <a:gd name="connsiteY8" fmla="*/ 1303058 h 1460114"/>
                  <a:gd name="connsiteX9" fmla="*/ 1645031 w 3795891"/>
                  <a:gd name="connsiteY9" fmla="*/ 1121025 h 1460114"/>
                  <a:gd name="connsiteX10" fmla="*/ 1827064 w 3795891"/>
                  <a:gd name="connsiteY10" fmla="*/ 1093507 h 1460114"/>
                  <a:gd name="connsiteX11" fmla="*/ 1839765 w 3795891"/>
                  <a:gd name="connsiteY11" fmla="*/ 1355975 h 1460114"/>
                  <a:gd name="connsiteX12" fmla="*/ 1932898 w 3795891"/>
                  <a:gd name="connsiteY12" fmla="*/ 1379256 h 1460114"/>
                  <a:gd name="connsiteX13" fmla="*/ 2133981 w 3795891"/>
                  <a:gd name="connsiteY13" fmla="*/ 1375025 h 1460114"/>
                  <a:gd name="connsiteX14" fmla="*/ 2163615 w 3795891"/>
                  <a:gd name="connsiteY14" fmla="*/ 1315757 h 1460114"/>
                  <a:gd name="connsiteX15" fmla="*/ 2174198 w 3795891"/>
                  <a:gd name="connsiteY15" fmla="*/ 1118909 h 1460114"/>
                  <a:gd name="connsiteX16" fmla="*/ 2339297 w 3795891"/>
                  <a:gd name="connsiteY16" fmla="*/ 1127374 h 1460114"/>
                  <a:gd name="connsiteX17" fmla="*/ 2345647 w 3795891"/>
                  <a:gd name="connsiteY17" fmla="*/ 1341158 h 1460114"/>
                  <a:gd name="connsiteX18" fmla="*/ 2443015 w 3795891"/>
                  <a:gd name="connsiteY18" fmla="*/ 1342429 h 1460114"/>
                  <a:gd name="connsiteX19" fmla="*/ 2621660 w 3795891"/>
                  <a:gd name="connsiteY19" fmla="*/ 1283159 h 1460114"/>
                  <a:gd name="connsiteX20" fmla="*/ 2807926 w 3795891"/>
                  <a:gd name="connsiteY20" fmla="*/ 1129067 h 1460114"/>
                  <a:gd name="connsiteX21" fmla="*/ 3056847 w 3795891"/>
                  <a:gd name="connsiteY21" fmla="*/ 907241 h 1460114"/>
                  <a:gd name="connsiteX22" fmla="*/ 3399747 w 3795891"/>
                  <a:gd name="connsiteY22" fmla="*/ 513541 h 1460114"/>
                  <a:gd name="connsiteX23" fmla="*/ 3641047 w 3795891"/>
                  <a:gd name="connsiteY23" fmla="*/ 255308 h 1460114"/>
                  <a:gd name="connsiteX24" fmla="*/ 3768048 w 3795891"/>
                  <a:gd name="connsiteY24" fmla="*/ 5541 h 1460114"/>
                  <a:gd name="connsiteX25" fmla="*/ 3792600 w 3795891"/>
                  <a:gd name="connsiteY25" fmla="*/ 96982 h 1460114"/>
                  <a:gd name="connsiteX26" fmla="*/ 3717246 w 3795891"/>
                  <a:gd name="connsiteY26" fmla="*/ 268007 h 1460114"/>
                  <a:gd name="connsiteX27" fmla="*/ 3567387 w 3795891"/>
                  <a:gd name="connsiteY27" fmla="*/ 433108 h 1460114"/>
                  <a:gd name="connsiteX28" fmla="*/ 3338787 w 3795891"/>
                  <a:gd name="connsiteY28" fmla="*/ 689648 h 1460114"/>
                  <a:gd name="connsiteX29" fmla="*/ 3090714 w 3795891"/>
                  <a:gd name="connsiteY29" fmla="*/ 983441 h 1460114"/>
                  <a:gd name="connsiteX30" fmla="*/ 2782527 w 3795891"/>
                  <a:gd name="connsiteY30" fmla="*/ 1256066 h 1460114"/>
                  <a:gd name="connsiteX31" fmla="*/ 2538685 w 3795891"/>
                  <a:gd name="connsiteY31" fmla="*/ 1408466 h 1460114"/>
                  <a:gd name="connsiteX32" fmla="*/ 2114506 w 3795891"/>
                  <a:gd name="connsiteY32" fmla="*/ 1460114 h 1460114"/>
                  <a:gd name="connsiteX33" fmla="*/ 1714034 w 3795891"/>
                  <a:gd name="connsiteY33" fmla="*/ 1442335 h 1460114"/>
                  <a:gd name="connsiteX34" fmla="*/ 1543429 w 3795891"/>
                  <a:gd name="connsiteY34" fmla="*/ 1441065 h 1460114"/>
                  <a:gd name="connsiteX35" fmla="*/ 1351237 w 3795891"/>
                  <a:gd name="connsiteY35" fmla="*/ 1260302 h 1460114"/>
                  <a:gd name="connsiteX36" fmla="*/ 1233126 w 3795891"/>
                  <a:gd name="connsiteY36" fmla="*/ 1093507 h 1460114"/>
                  <a:gd name="connsiteX37" fmla="*/ 1019767 w 3795891"/>
                  <a:gd name="connsiteY37" fmla="*/ 975820 h 1460114"/>
                  <a:gd name="connsiteX38" fmla="*/ 758147 w 3795891"/>
                  <a:gd name="connsiteY38" fmla="*/ 805642 h 1460114"/>
                  <a:gd name="connsiteX39" fmla="*/ 449113 w 3795891"/>
                  <a:gd name="connsiteY39" fmla="*/ 433108 h 1460114"/>
                  <a:gd name="connsiteX40" fmla="*/ 101980 w 3795891"/>
                  <a:gd name="connsiteY40" fmla="*/ 141009 h 1460114"/>
                  <a:gd name="connsiteX41" fmla="*/ 13081 w 3795891"/>
                  <a:gd name="connsiteY41" fmla="*/ 91055 h 1460114"/>
                  <a:gd name="connsiteX42" fmla="*/ 21548 w 3795891"/>
                  <a:gd name="connsiteY42" fmla="*/ 1308 h 1460114"/>
                  <a:gd name="connsiteX0" fmla="*/ 21548 w 3795891"/>
                  <a:gd name="connsiteY0" fmla="*/ 1308 h 1527002"/>
                  <a:gd name="connsiteX1" fmla="*/ 209505 w 3795891"/>
                  <a:gd name="connsiteY1" fmla="*/ 121534 h 1527002"/>
                  <a:gd name="connsiteX2" fmla="*/ 455887 w 3795891"/>
                  <a:gd name="connsiteY2" fmla="*/ 327275 h 1527002"/>
                  <a:gd name="connsiteX3" fmla="*/ 565954 w 3795891"/>
                  <a:gd name="connsiteY3" fmla="*/ 458508 h 1527002"/>
                  <a:gd name="connsiteX4" fmla="*/ 813180 w 3795891"/>
                  <a:gd name="connsiteY4" fmla="*/ 747222 h 1527002"/>
                  <a:gd name="connsiteX5" fmla="*/ 1003681 w 3795891"/>
                  <a:gd name="connsiteY5" fmla="*/ 881843 h 1527002"/>
                  <a:gd name="connsiteX6" fmla="*/ 1277150 w 3795891"/>
                  <a:gd name="connsiteY6" fmla="*/ 1048635 h 1527002"/>
                  <a:gd name="connsiteX7" fmla="*/ 1577296 w 3795891"/>
                  <a:gd name="connsiteY7" fmla="*/ 1300942 h 1527002"/>
                  <a:gd name="connsiteX8" fmla="*/ 1645030 w 3795891"/>
                  <a:gd name="connsiteY8" fmla="*/ 1303058 h 1527002"/>
                  <a:gd name="connsiteX9" fmla="*/ 1645031 w 3795891"/>
                  <a:gd name="connsiteY9" fmla="*/ 1121025 h 1527002"/>
                  <a:gd name="connsiteX10" fmla="*/ 1827064 w 3795891"/>
                  <a:gd name="connsiteY10" fmla="*/ 1093507 h 1527002"/>
                  <a:gd name="connsiteX11" fmla="*/ 1839765 w 3795891"/>
                  <a:gd name="connsiteY11" fmla="*/ 1355975 h 1527002"/>
                  <a:gd name="connsiteX12" fmla="*/ 1932898 w 3795891"/>
                  <a:gd name="connsiteY12" fmla="*/ 1379256 h 1527002"/>
                  <a:gd name="connsiteX13" fmla="*/ 2133981 w 3795891"/>
                  <a:gd name="connsiteY13" fmla="*/ 1375025 h 1527002"/>
                  <a:gd name="connsiteX14" fmla="*/ 2163615 w 3795891"/>
                  <a:gd name="connsiteY14" fmla="*/ 1315757 h 1527002"/>
                  <a:gd name="connsiteX15" fmla="*/ 2174198 w 3795891"/>
                  <a:gd name="connsiteY15" fmla="*/ 1118909 h 1527002"/>
                  <a:gd name="connsiteX16" fmla="*/ 2339297 w 3795891"/>
                  <a:gd name="connsiteY16" fmla="*/ 1127374 h 1527002"/>
                  <a:gd name="connsiteX17" fmla="*/ 2345647 w 3795891"/>
                  <a:gd name="connsiteY17" fmla="*/ 1341158 h 1527002"/>
                  <a:gd name="connsiteX18" fmla="*/ 2443015 w 3795891"/>
                  <a:gd name="connsiteY18" fmla="*/ 1342429 h 1527002"/>
                  <a:gd name="connsiteX19" fmla="*/ 2621660 w 3795891"/>
                  <a:gd name="connsiteY19" fmla="*/ 1283159 h 1527002"/>
                  <a:gd name="connsiteX20" fmla="*/ 2807926 w 3795891"/>
                  <a:gd name="connsiteY20" fmla="*/ 1129067 h 1527002"/>
                  <a:gd name="connsiteX21" fmla="*/ 3056847 w 3795891"/>
                  <a:gd name="connsiteY21" fmla="*/ 907241 h 1527002"/>
                  <a:gd name="connsiteX22" fmla="*/ 3399747 w 3795891"/>
                  <a:gd name="connsiteY22" fmla="*/ 513541 h 1527002"/>
                  <a:gd name="connsiteX23" fmla="*/ 3641047 w 3795891"/>
                  <a:gd name="connsiteY23" fmla="*/ 255308 h 1527002"/>
                  <a:gd name="connsiteX24" fmla="*/ 3768048 w 3795891"/>
                  <a:gd name="connsiteY24" fmla="*/ 5541 h 1527002"/>
                  <a:gd name="connsiteX25" fmla="*/ 3792600 w 3795891"/>
                  <a:gd name="connsiteY25" fmla="*/ 96982 h 1527002"/>
                  <a:gd name="connsiteX26" fmla="*/ 3717246 w 3795891"/>
                  <a:gd name="connsiteY26" fmla="*/ 268007 h 1527002"/>
                  <a:gd name="connsiteX27" fmla="*/ 3567387 w 3795891"/>
                  <a:gd name="connsiteY27" fmla="*/ 433108 h 1527002"/>
                  <a:gd name="connsiteX28" fmla="*/ 3338787 w 3795891"/>
                  <a:gd name="connsiteY28" fmla="*/ 689648 h 1527002"/>
                  <a:gd name="connsiteX29" fmla="*/ 3090714 w 3795891"/>
                  <a:gd name="connsiteY29" fmla="*/ 983441 h 1527002"/>
                  <a:gd name="connsiteX30" fmla="*/ 2782527 w 3795891"/>
                  <a:gd name="connsiteY30" fmla="*/ 1256066 h 1527002"/>
                  <a:gd name="connsiteX31" fmla="*/ 2538685 w 3795891"/>
                  <a:gd name="connsiteY31" fmla="*/ 1408466 h 1527002"/>
                  <a:gd name="connsiteX32" fmla="*/ 2114506 w 3795891"/>
                  <a:gd name="connsiteY32" fmla="*/ 1460114 h 1527002"/>
                  <a:gd name="connsiteX33" fmla="*/ 1750018 w 3795891"/>
                  <a:gd name="connsiteY33" fmla="*/ 1527002 h 1527002"/>
                  <a:gd name="connsiteX34" fmla="*/ 1543429 w 3795891"/>
                  <a:gd name="connsiteY34" fmla="*/ 1441065 h 1527002"/>
                  <a:gd name="connsiteX35" fmla="*/ 1351237 w 3795891"/>
                  <a:gd name="connsiteY35" fmla="*/ 1260302 h 1527002"/>
                  <a:gd name="connsiteX36" fmla="*/ 1233126 w 3795891"/>
                  <a:gd name="connsiteY36" fmla="*/ 1093507 h 1527002"/>
                  <a:gd name="connsiteX37" fmla="*/ 1019767 w 3795891"/>
                  <a:gd name="connsiteY37" fmla="*/ 975820 h 1527002"/>
                  <a:gd name="connsiteX38" fmla="*/ 758147 w 3795891"/>
                  <a:gd name="connsiteY38" fmla="*/ 805642 h 1527002"/>
                  <a:gd name="connsiteX39" fmla="*/ 449113 w 3795891"/>
                  <a:gd name="connsiteY39" fmla="*/ 433108 h 1527002"/>
                  <a:gd name="connsiteX40" fmla="*/ 101980 w 3795891"/>
                  <a:gd name="connsiteY40" fmla="*/ 141009 h 1527002"/>
                  <a:gd name="connsiteX41" fmla="*/ 13081 w 3795891"/>
                  <a:gd name="connsiteY41" fmla="*/ 91055 h 1527002"/>
                  <a:gd name="connsiteX42" fmla="*/ 21548 w 3795891"/>
                  <a:gd name="connsiteY42" fmla="*/ 1308 h 1527002"/>
                  <a:gd name="connsiteX0" fmla="*/ 21548 w 3795891"/>
                  <a:gd name="connsiteY0" fmla="*/ 1308 h 1533346"/>
                  <a:gd name="connsiteX1" fmla="*/ 209505 w 3795891"/>
                  <a:gd name="connsiteY1" fmla="*/ 121534 h 1533346"/>
                  <a:gd name="connsiteX2" fmla="*/ 455887 w 3795891"/>
                  <a:gd name="connsiteY2" fmla="*/ 327275 h 1533346"/>
                  <a:gd name="connsiteX3" fmla="*/ 565954 w 3795891"/>
                  <a:gd name="connsiteY3" fmla="*/ 458508 h 1533346"/>
                  <a:gd name="connsiteX4" fmla="*/ 813180 w 3795891"/>
                  <a:gd name="connsiteY4" fmla="*/ 747222 h 1533346"/>
                  <a:gd name="connsiteX5" fmla="*/ 1003681 w 3795891"/>
                  <a:gd name="connsiteY5" fmla="*/ 881843 h 1533346"/>
                  <a:gd name="connsiteX6" fmla="*/ 1277150 w 3795891"/>
                  <a:gd name="connsiteY6" fmla="*/ 1048635 h 1533346"/>
                  <a:gd name="connsiteX7" fmla="*/ 1577296 w 3795891"/>
                  <a:gd name="connsiteY7" fmla="*/ 1300942 h 1533346"/>
                  <a:gd name="connsiteX8" fmla="*/ 1645030 w 3795891"/>
                  <a:gd name="connsiteY8" fmla="*/ 1303058 h 1533346"/>
                  <a:gd name="connsiteX9" fmla="*/ 1645031 w 3795891"/>
                  <a:gd name="connsiteY9" fmla="*/ 1121025 h 1533346"/>
                  <a:gd name="connsiteX10" fmla="*/ 1827064 w 3795891"/>
                  <a:gd name="connsiteY10" fmla="*/ 1093507 h 1533346"/>
                  <a:gd name="connsiteX11" fmla="*/ 1839765 w 3795891"/>
                  <a:gd name="connsiteY11" fmla="*/ 1355975 h 1533346"/>
                  <a:gd name="connsiteX12" fmla="*/ 1932898 w 3795891"/>
                  <a:gd name="connsiteY12" fmla="*/ 1379256 h 1533346"/>
                  <a:gd name="connsiteX13" fmla="*/ 2133981 w 3795891"/>
                  <a:gd name="connsiteY13" fmla="*/ 1375025 h 1533346"/>
                  <a:gd name="connsiteX14" fmla="*/ 2163615 w 3795891"/>
                  <a:gd name="connsiteY14" fmla="*/ 1315757 h 1533346"/>
                  <a:gd name="connsiteX15" fmla="*/ 2174198 w 3795891"/>
                  <a:gd name="connsiteY15" fmla="*/ 1118909 h 1533346"/>
                  <a:gd name="connsiteX16" fmla="*/ 2339297 w 3795891"/>
                  <a:gd name="connsiteY16" fmla="*/ 1127374 h 1533346"/>
                  <a:gd name="connsiteX17" fmla="*/ 2345647 w 3795891"/>
                  <a:gd name="connsiteY17" fmla="*/ 1341158 h 1533346"/>
                  <a:gd name="connsiteX18" fmla="*/ 2443015 w 3795891"/>
                  <a:gd name="connsiteY18" fmla="*/ 1342429 h 1533346"/>
                  <a:gd name="connsiteX19" fmla="*/ 2621660 w 3795891"/>
                  <a:gd name="connsiteY19" fmla="*/ 1283159 h 1533346"/>
                  <a:gd name="connsiteX20" fmla="*/ 2807926 w 3795891"/>
                  <a:gd name="connsiteY20" fmla="*/ 1129067 h 1533346"/>
                  <a:gd name="connsiteX21" fmla="*/ 3056847 w 3795891"/>
                  <a:gd name="connsiteY21" fmla="*/ 907241 h 1533346"/>
                  <a:gd name="connsiteX22" fmla="*/ 3399747 w 3795891"/>
                  <a:gd name="connsiteY22" fmla="*/ 513541 h 1533346"/>
                  <a:gd name="connsiteX23" fmla="*/ 3641047 w 3795891"/>
                  <a:gd name="connsiteY23" fmla="*/ 255308 h 1533346"/>
                  <a:gd name="connsiteX24" fmla="*/ 3768048 w 3795891"/>
                  <a:gd name="connsiteY24" fmla="*/ 5541 h 1533346"/>
                  <a:gd name="connsiteX25" fmla="*/ 3792600 w 3795891"/>
                  <a:gd name="connsiteY25" fmla="*/ 96982 h 1533346"/>
                  <a:gd name="connsiteX26" fmla="*/ 3717246 w 3795891"/>
                  <a:gd name="connsiteY26" fmla="*/ 268007 h 1533346"/>
                  <a:gd name="connsiteX27" fmla="*/ 3567387 w 3795891"/>
                  <a:gd name="connsiteY27" fmla="*/ 433108 h 1533346"/>
                  <a:gd name="connsiteX28" fmla="*/ 3338787 w 3795891"/>
                  <a:gd name="connsiteY28" fmla="*/ 689648 h 1533346"/>
                  <a:gd name="connsiteX29" fmla="*/ 3090714 w 3795891"/>
                  <a:gd name="connsiteY29" fmla="*/ 983441 h 1533346"/>
                  <a:gd name="connsiteX30" fmla="*/ 2782527 w 3795891"/>
                  <a:gd name="connsiteY30" fmla="*/ 1256066 h 1533346"/>
                  <a:gd name="connsiteX31" fmla="*/ 2538685 w 3795891"/>
                  <a:gd name="connsiteY31" fmla="*/ 1408466 h 1533346"/>
                  <a:gd name="connsiteX32" fmla="*/ 2114506 w 3795891"/>
                  <a:gd name="connsiteY32" fmla="*/ 1460114 h 1533346"/>
                  <a:gd name="connsiteX33" fmla="*/ 1750018 w 3795891"/>
                  <a:gd name="connsiteY33" fmla="*/ 1527002 h 1533346"/>
                  <a:gd name="connsiteX34" fmla="*/ 1543429 w 3795891"/>
                  <a:gd name="connsiteY34" fmla="*/ 1441065 h 1533346"/>
                  <a:gd name="connsiteX35" fmla="*/ 1351237 w 3795891"/>
                  <a:gd name="connsiteY35" fmla="*/ 1260302 h 1533346"/>
                  <a:gd name="connsiteX36" fmla="*/ 1233126 w 3795891"/>
                  <a:gd name="connsiteY36" fmla="*/ 1093507 h 1533346"/>
                  <a:gd name="connsiteX37" fmla="*/ 1019767 w 3795891"/>
                  <a:gd name="connsiteY37" fmla="*/ 975820 h 1533346"/>
                  <a:gd name="connsiteX38" fmla="*/ 758147 w 3795891"/>
                  <a:gd name="connsiteY38" fmla="*/ 805642 h 1533346"/>
                  <a:gd name="connsiteX39" fmla="*/ 449113 w 3795891"/>
                  <a:gd name="connsiteY39" fmla="*/ 433108 h 1533346"/>
                  <a:gd name="connsiteX40" fmla="*/ 101980 w 3795891"/>
                  <a:gd name="connsiteY40" fmla="*/ 141009 h 1533346"/>
                  <a:gd name="connsiteX41" fmla="*/ 13081 w 3795891"/>
                  <a:gd name="connsiteY41" fmla="*/ 91055 h 1533346"/>
                  <a:gd name="connsiteX42" fmla="*/ 21548 w 3795891"/>
                  <a:gd name="connsiteY42" fmla="*/ 1308 h 1533346"/>
                  <a:gd name="connsiteX0" fmla="*/ 21548 w 3795891"/>
                  <a:gd name="connsiteY0" fmla="*/ 1308 h 1554681"/>
                  <a:gd name="connsiteX1" fmla="*/ 209505 w 3795891"/>
                  <a:gd name="connsiteY1" fmla="*/ 121534 h 1554681"/>
                  <a:gd name="connsiteX2" fmla="*/ 455887 w 3795891"/>
                  <a:gd name="connsiteY2" fmla="*/ 327275 h 1554681"/>
                  <a:gd name="connsiteX3" fmla="*/ 565954 w 3795891"/>
                  <a:gd name="connsiteY3" fmla="*/ 458508 h 1554681"/>
                  <a:gd name="connsiteX4" fmla="*/ 813180 w 3795891"/>
                  <a:gd name="connsiteY4" fmla="*/ 747222 h 1554681"/>
                  <a:gd name="connsiteX5" fmla="*/ 1003681 w 3795891"/>
                  <a:gd name="connsiteY5" fmla="*/ 881843 h 1554681"/>
                  <a:gd name="connsiteX6" fmla="*/ 1277150 w 3795891"/>
                  <a:gd name="connsiteY6" fmla="*/ 1048635 h 1554681"/>
                  <a:gd name="connsiteX7" fmla="*/ 1577296 w 3795891"/>
                  <a:gd name="connsiteY7" fmla="*/ 1300942 h 1554681"/>
                  <a:gd name="connsiteX8" fmla="*/ 1645030 w 3795891"/>
                  <a:gd name="connsiteY8" fmla="*/ 1303058 h 1554681"/>
                  <a:gd name="connsiteX9" fmla="*/ 1645031 w 3795891"/>
                  <a:gd name="connsiteY9" fmla="*/ 1121025 h 1554681"/>
                  <a:gd name="connsiteX10" fmla="*/ 1827064 w 3795891"/>
                  <a:gd name="connsiteY10" fmla="*/ 1093507 h 1554681"/>
                  <a:gd name="connsiteX11" fmla="*/ 1839765 w 3795891"/>
                  <a:gd name="connsiteY11" fmla="*/ 1355975 h 1554681"/>
                  <a:gd name="connsiteX12" fmla="*/ 1932898 w 3795891"/>
                  <a:gd name="connsiteY12" fmla="*/ 1379256 h 1554681"/>
                  <a:gd name="connsiteX13" fmla="*/ 2133981 w 3795891"/>
                  <a:gd name="connsiteY13" fmla="*/ 1375025 h 1554681"/>
                  <a:gd name="connsiteX14" fmla="*/ 2163615 w 3795891"/>
                  <a:gd name="connsiteY14" fmla="*/ 1315757 h 1554681"/>
                  <a:gd name="connsiteX15" fmla="*/ 2174198 w 3795891"/>
                  <a:gd name="connsiteY15" fmla="*/ 1118909 h 1554681"/>
                  <a:gd name="connsiteX16" fmla="*/ 2339297 w 3795891"/>
                  <a:gd name="connsiteY16" fmla="*/ 1127374 h 1554681"/>
                  <a:gd name="connsiteX17" fmla="*/ 2345647 w 3795891"/>
                  <a:gd name="connsiteY17" fmla="*/ 1341158 h 1554681"/>
                  <a:gd name="connsiteX18" fmla="*/ 2443015 w 3795891"/>
                  <a:gd name="connsiteY18" fmla="*/ 1342429 h 1554681"/>
                  <a:gd name="connsiteX19" fmla="*/ 2621660 w 3795891"/>
                  <a:gd name="connsiteY19" fmla="*/ 1283159 h 1554681"/>
                  <a:gd name="connsiteX20" fmla="*/ 2807926 w 3795891"/>
                  <a:gd name="connsiteY20" fmla="*/ 1129067 h 1554681"/>
                  <a:gd name="connsiteX21" fmla="*/ 3056847 w 3795891"/>
                  <a:gd name="connsiteY21" fmla="*/ 907241 h 1554681"/>
                  <a:gd name="connsiteX22" fmla="*/ 3399747 w 3795891"/>
                  <a:gd name="connsiteY22" fmla="*/ 513541 h 1554681"/>
                  <a:gd name="connsiteX23" fmla="*/ 3641047 w 3795891"/>
                  <a:gd name="connsiteY23" fmla="*/ 255308 h 1554681"/>
                  <a:gd name="connsiteX24" fmla="*/ 3768048 w 3795891"/>
                  <a:gd name="connsiteY24" fmla="*/ 5541 h 1554681"/>
                  <a:gd name="connsiteX25" fmla="*/ 3792600 w 3795891"/>
                  <a:gd name="connsiteY25" fmla="*/ 96982 h 1554681"/>
                  <a:gd name="connsiteX26" fmla="*/ 3717246 w 3795891"/>
                  <a:gd name="connsiteY26" fmla="*/ 268007 h 1554681"/>
                  <a:gd name="connsiteX27" fmla="*/ 3567387 w 3795891"/>
                  <a:gd name="connsiteY27" fmla="*/ 433108 h 1554681"/>
                  <a:gd name="connsiteX28" fmla="*/ 3338787 w 3795891"/>
                  <a:gd name="connsiteY28" fmla="*/ 689648 h 1554681"/>
                  <a:gd name="connsiteX29" fmla="*/ 3090714 w 3795891"/>
                  <a:gd name="connsiteY29" fmla="*/ 983441 h 1554681"/>
                  <a:gd name="connsiteX30" fmla="*/ 2782527 w 3795891"/>
                  <a:gd name="connsiteY30" fmla="*/ 1256066 h 1554681"/>
                  <a:gd name="connsiteX31" fmla="*/ 2538685 w 3795891"/>
                  <a:gd name="connsiteY31" fmla="*/ 1408466 h 1554681"/>
                  <a:gd name="connsiteX32" fmla="*/ 2184356 w 3795891"/>
                  <a:gd name="connsiteY32" fmla="*/ 1546897 h 1554681"/>
                  <a:gd name="connsiteX33" fmla="*/ 1750018 w 3795891"/>
                  <a:gd name="connsiteY33" fmla="*/ 1527002 h 1554681"/>
                  <a:gd name="connsiteX34" fmla="*/ 1543429 w 3795891"/>
                  <a:gd name="connsiteY34" fmla="*/ 1441065 h 1554681"/>
                  <a:gd name="connsiteX35" fmla="*/ 1351237 w 3795891"/>
                  <a:gd name="connsiteY35" fmla="*/ 1260302 h 1554681"/>
                  <a:gd name="connsiteX36" fmla="*/ 1233126 w 3795891"/>
                  <a:gd name="connsiteY36" fmla="*/ 1093507 h 1554681"/>
                  <a:gd name="connsiteX37" fmla="*/ 1019767 w 3795891"/>
                  <a:gd name="connsiteY37" fmla="*/ 975820 h 1554681"/>
                  <a:gd name="connsiteX38" fmla="*/ 758147 w 3795891"/>
                  <a:gd name="connsiteY38" fmla="*/ 805642 h 1554681"/>
                  <a:gd name="connsiteX39" fmla="*/ 449113 w 3795891"/>
                  <a:gd name="connsiteY39" fmla="*/ 433108 h 1554681"/>
                  <a:gd name="connsiteX40" fmla="*/ 101980 w 3795891"/>
                  <a:gd name="connsiteY40" fmla="*/ 141009 h 1554681"/>
                  <a:gd name="connsiteX41" fmla="*/ 13081 w 3795891"/>
                  <a:gd name="connsiteY41" fmla="*/ 91055 h 1554681"/>
                  <a:gd name="connsiteX42" fmla="*/ 21548 w 3795891"/>
                  <a:gd name="connsiteY42" fmla="*/ 1308 h 1554681"/>
                  <a:gd name="connsiteX0" fmla="*/ 21548 w 3795891"/>
                  <a:gd name="connsiteY0" fmla="*/ 1308 h 1551032"/>
                  <a:gd name="connsiteX1" fmla="*/ 209505 w 3795891"/>
                  <a:gd name="connsiteY1" fmla="*/ 121534 h 1551032"/>
                  <a:gd name="connsiteX2" fmla="*/ 455887 w 3795891"/>
                  <a:gd name="connsiteY2" fmla="*/ 327275 h 1551032"/>
                  <a:gd name="connsiteX3" fmla="*/ 565954 w 3795891"/>
                  <a:gd name="connsiteY3" fmla="*/ 458508 h 1551032"/>
                  <a:gd name="connsiteX4" fmla="*/ 813180 w 3795891"/>
                  <a:gd name="connsiteY4" fmla="*/ 747222 h 1551032"/>
                  <a:gd name="connsiteX5" fmla="*/ 1003681 w 3795891"/>
                  <a:gd name="connsiteY5" fmla="*/ 881843 h 1551032"/>
                  <a:gd name="connsiteX6" fmla="*/ 1277150 w 3795891"/>
                  <a:gd name="connsiteY6" fmla="*/ 1048635 h 1551032"/>
                  <a:gd name="connsiteX7" fmla="*/ 1577296 w 3795891"/>
                  <a:gd name="connsiteY7" fmla="*/ 1300942 h 1551032"/>
                  <a:gd name="connsiteX8" fmla="*/ 1645030 w 3795891"/>
                  <a:gd name="connsiteY8" fmla="*/ 1303058 h 1551032"/>
                  <a:gd name="connsiteX9" fmla="*/ 1645031 w 3795891"/>
                  <a:gd name="connsiteY9" fmla="*/ 1121025 h 1551032"/>
                  <a:gd name="connsiteX10" fmla="*/ 1827064 w 3795891"/>
                  <a:gd name="connsiteY10" fmla="*/ 1093507 h 1551032"/>
                  <a:gd name="connsiteX11" fmla="*/ 1839765 w 3795891"/>
                  <a:gd name="connsiteY11" fmla="*/ 1355975 h 1551032"/>
                  <a:gd name="connsiteX12" fmla="*/ 1932898 w 3795891"/>
                  <a:gd name="connsiteY12" fmla="*/ 1379256 h 1551032"/>
                  <a:gd name="connsiteX13" fmla="*/ 2133981 w 3795891"/>
                  <a:gd name="connsiteY13" fmla="*/ 1375025 h 1551032"/>
                  <a:gd name="connsiteX14" fmla="*/ 2163615 w 3795891"/>
                  <a:gd name="connsiteY14" fmla="*/ 1315757 h 1551032"/>
                  <a:gd name="connsiteX15" fmla="*/ 2174198 w 3795891"/>
                  <a:gd name="connsiteY15" fmla="*/ 1118909 h 1551032"/>
                  <a:gd name="connsiteX16" fmla="*/ 2339297 w 3795891"/>
                  <a:gd name="connsiteY16" fmla="*/ 1127374 h 1551032"/>
                  <a:gd name="connsiteX17" fmla="*/ 2345647 w 3795891"/>
                  <a:gd name="connsiteY17" fmla="*/ 1341158 h 1551032"/>
                  <a:gd name="connsiteX18" fmla="*/ 2443015 w 3795891"/>
                  <a:gd name="connsiteY18" fmla="*/ 1342429 h 1551032"/>
                  <a:gd name="connsiteX19" fmla="*/ 2621660 w 3795891"/>
                  <a:gd name="connsiteY19" fmla="*/ 1283159 h 1551032"/>
                  <a:gd name="connsiteX20" fmla="*/ 2807926 w 3795891"/>
                  <a:gd name="connsiteY20" fmla="*/ 1129067 h 1551032"/>
                  <a:gd name="connsiteX21" fmla="*/ 3056847 w 3795891"/>
                  <a:gd name="connsiteY21" fmla="*/ 907241 h 1551032"/>
                  <a:gd name="connsiteX22" fmla="*/ 3399747 w 3795891"/>
                  <a:gd name="connsiteY22" fmla="*/ 513541 h 1551032"/>
                  <a:gd name="connsiteX23" fmla="*/ 3641047 w 3795891"/>
                  <a:gd name="connsiteY23" fmla="*/ 255308 h 1551032"/>
                  <a:gd name="connsiteX24" fmla="*/ 3768048 w 3795891"/>
                  <a:gd name="connsiteY24" fmla="*/ 5541 h 1551032"/>
                  <a:gd name="connsiteX25" fmla="*/ 3792600 w 3795891"/>
                  <a:gd name="connsiteY25" fmla="*/ 96982 h 1551032"/>
                  <a:gd name="connsiteX26" fmla="*/ 3717246 w 3795891"/>
                  <a:gd name="connsiteY26" fmla="*/ 268007 h 1551032"/>
                  <a:gd name="connsiteX27" fmla="*/ 3567387 w 3795891"/>
                  <a:gd name="connsiteY27" fmla="*/ 433108 h 1551032"/>
                  <a:gd name="connsiteX28" fmla="*/ 3338787 w 3795891"/>
                  <a:gd name="connsiteY28" fmla="*/ 689648 h 1551032"/>
                  <a:gd name="connsiteX29" fmla="*/ 3090714 w 3795891"/>
                  <a:gd name="connsiteY29" fmla="*/ 983441 h 1551032"/>
                  <a:gd name="connsiteX30" fmla="*/ 2782527 w 3795891"/>
                  <a:gd name="connsiteY30" fmla="*/ 1256066 h 1551032"/>
                  <a:gd name="connsiteX31" fmla="*/ 2551385 w 3795891"/>
                  <a:gd name="connsiteY31" fmla="*/ 1459266 h 1551032"/>
                  <a:gd name="connsiteX32" fmla="*/ 2184356 w 3795891"/>
                  <a:gd name="connsiteY32" fmla="*/ 1546897 h 1551032"/>
                  <a:gd name="connsiteX33" fmla="*/ 1750018 w 3795891"/>
                  <a:gd name="connsiteY33" fmla="*/ 1527002 h 1551032"/>
                  <a:gd name="connsiteX34" fmla="*/ 1543429 w 3795891"/>
                  <a:gd name="connsiteY34" fmla="*/ 1441065 h 1551032"/>
                  <a:gd name="connsiteX35" fmla="*/ 1351237 w 3795891"/>
                  <a:gd name="connsiteY35" fmla="*/ 1260302 h 1551032"/>
                  <a:gd name="connsiteX36" fmla="*/ 1233126 w 3795891"/>
                  <a:gd name="connsiteY36" fmla="*/ 1093507 h 1551032"/>
                  <a:gd name="connsiteX37" fmla="*/ 1019767 w 3795891"/>
                  <a:gd name="connsiteY37" fmla="*/ 975820 h 1551032"/>
                  <a:gd name="connsiteX38" fmla="*/ 758147 w 3795891"/>
                  <a:gd name="connsiteY38" fmla="*/ 805642 h 1551032"/>
                  <a:gd name="connsiteX39" fmla="*/ 449113 w 3795891"/>
                  <a:gd name="connsiteY39" fmla="*/ 433108 h 1551032"/>
                  <a:gd name="connsiteX40" fmla="*/ 101980 w 3795891"/>
                  <a:gd name="connsiteY40" fmla="*/ 141009 h 1551032"/>
                  <a:gd name="connsiteX41" fmla="*/ 13081 w 3795891"/>
                  <a:gd name="connsiteY41" fmla="*/ 91055 h 1551032"/>
                  <a:gd name="connsiteX42" fmla="*/ 21548 w 3795891"/>
                  <a:gd name="connsiteY42" fmla="*/ 1308 h 1551032"/>
                  <a:gd name="connsiteX0" fmla="*/ 21548 w 3795891"/>
                  <a:gd name="connsiteY0" fmla="*/ 1308 h 1551032"/>
                  <a:gd name="connsiteX1" fmla="*/ 209505 w 3795891"/>
                  <a:gd name="connsiteY1" fmla="*/ 121534 h 1551032"/>
                  <a:gd name="connsiteX2" fmla="*/ 455887 w 3795891"/>
                  <a:gd name="connsiteY2" fmla="*/ 327275 h 1551032"/>
                  <a:gd name="connsiteX3" fmla="*/ 565954 w 3795891"/>
                  <a:gd name="connsiteY3" fmla="*/ 458508 h 1551032"/>
                  <a:gd name="connsiteX4" fmla="*/ 813180 w 3795891"/>
                  <a:gd name="connsiteY4" fmla="*/ 747222 h 1551032"/>
                  <a:gd name="connsiteX5" fmla="*/ 1003681 w 3795891"/>
                  <a:gd name="connsiteY5" fmla="*/ 881843 h 1551032"/>
                  <a:gd name="connsiteX6" fmla="*/ 1277150 w 3795891"/>
                  <a:gd name="connsiteY6" fmla="*/ 1048635 h 1551032"/>
                  <a:gd name="connsiteX7" fmla="*/ 1577296 w 3795891"/>
                  <a:gd name="connsiteY7" fmla="*/ 1300942 h 1551032"/>
                  <a:gd name="connsiteX8" fmla="*/ 1645030 w 3795891"/>
                  <a:gd name="connsiteY8" fmla="*/ 1303058 h 1551032"/>
                  <a:gd name="connsiteX9" fmla="*/ 1645031 w 3795891"/>
                  <a:gd name="connsiteY9" fmla="*/ 1121025 h 1551032"/>
                  <a:gd name="connsiteX10" fmla="*/ 1827064 w 3795891"/>
                  <a:gd name="connsiteY10" fmla="*/ 1093507 h 1551032"/>
                  <a:gd name="connsiteX11" fmla="*/ 1839765 w 3795891"/>
                  <a:gd name="connsiteY11" fmla="*/ 1355975 h 1551032"/>
                  <a:gd name="connsiteX12" fmla="*/ 1932898 w 3795891"/>
                  <a:gd name="connsiteY12" fmla="*/ 1379256 h 1551032"/>
                  <a:gd name="connsiteX13" fmla="*/ 2133981 w 3795891"/>
                  <a:gd name="connsiteY13" fmla="*/ 1375025 h 1551032"/>
                  <a:gd name="connsiteX14" fmla="*/ 2163615 w 3795891"/>
                  <a:gd name="connsiteY14" fmla="*/ 1315757 h 1551032"/>
                  <a:gd name="connsiteX15" fmla="*/ 2174198 w 3795891"/>
                  <a:gd name="connsiteY15" fmla="*/ 1118909 h 1551032"/>
                  <a:gd name="connsiteX16" fmla="*/ 2339297 w 3795891"/>
                  <a:gd name="connsiteY16" fmla="*/ 1127374 h 1551032"/>
                  <a:gd name="connsiteX17" fmla="*/ 2347764 w 3795891"/>
                  <a:gd name="connsiteY17" fmla="*/ 1328458 h 1551032"/>
                  <a:gd name="connsiteX18" fmla="*/ 2443015 w 3795891"/>
                  <a:gd name="connsiteY18" fmla="*/ 1342429 h 1551032"/>
                  <a:gd name="connsiteX19" fmla="*/ 2621660 w 3795891"/>
                  <a:gd name="connsiteY19" fmla="*/ 1283159 h 1551032"/>
                  <a:gd name="connsiteX20" fmla="*/ 2807926 w 3795891"/>
                  <a:gd name="connsiteY20" fmla="*/ 1129067 h 1551032"/>
                  <a:gd name="connsiteX21" fmla="*/ 3056847 w 3795891"/>
                  <a:gd name="connsiteY21" fmla="*/ 907241 h 1551032"/>
                  <a:gd name="connsiteX22" fmla="*/ 3399747 w 3795891"/>
                  <a:gd name="connsiteY22" fmla="*/ 513541 h 1551032"/>
                  <a:gd name="connsiteX23" fmla="*/ 3641047 w 3795891"/>
                  <a:gd name="connsiteY23" fmla="*/ 255308 h 1551032"/>
                  <a:gd name="connsiteX24" fmla="*/ 3768048 w 3795891"/>
                  <a:gd name="connsiteY24" fmla="*/ 5541 h 1551032"/>
                  <a:gd name="connsiteX25" fmla="*/ 3792600 w 3795891"/>
                  <a:gd name="connsiteY25" fmla="*/ 96982 h 1551032"/>
                  <a:gd name="connsiteX26" fmla="*/ 3717246 w 3795891"/>
                  <a:gd name="connsiteY26" fmla="*/ 268007 h 1551032"/>
                  <a:gd name="connsiteX27" fmla="*/ 3567387 w 3795891"/>
                  <a:gd name="connsiteY27" fmla="*/ 433108 h 1551032"/>
                  <a:gd name="connsiteX28" fmla="*/ 3338787 w 3795891"/>
                  <a:gd name="connsiteY28" fmla="*/ 689648 h 1551032"/>
                  <a:gd name="connsiteX29" fmla="*/ 3090714 w 3795891"/>
                  <a:gd name="connsiteY29" fmla="*/ 983441 h 1551032"/>
                  <a:gd name="connsiteX30" fmla="*/ 2782527 w 3795891"/>
                  <a:gd name="connsiteY30" fmla="*/ 1256066 h 1551032"/>
                  <a:gd name="connsiteX31" fmla="*/ 2551385 w 3795891"/>
                  <a:gd name="connsiteY31" fmla="*/ 1459266 h 1551032"/>
                  <a:gd name="connsiteX32" fmla="*/ 2184356 w 3795891"/>
                  <a:gd name="connsiteY32" fmla="*/ 1546897 h 1551032"/>
                  <a:gd name="connsiteX33" fmla="*/ 1750018 w 3795891"/>
                  <a:gd name="connsiteY33" fmla="*/ 1527002 h 1551032"/>
                  <a:gd name="connsiteX34" fmla="*/ 1543429 w 3795891"/>
                  <a:gd name="connsiteY34" fmla="*/ 1441065 h 1551032"/>
                  <a:gd name="connsiteX35" fmla="*/ 1351237 w 3795891"/>
                  <a:gd name="connsiteY35" fmla="*/ 1260302 h 1551032"/>
                  <a:gd name="connsiteX36" fmla="*/ 1233126 w 3795891"/>
                  <a:gd name="connsiteY36" fmla="*/ 1093507 h 1551032"/>
                  <a:gd name="connsiteX37" fmla="*/ 1019767 w 3795891"/>
                  <a:gd name="connsiteY37" fmla="*/ 975820 h 1551032"/>
                  <a:gd name="connsiteX38" fmla="*/ 758147 w 3795891"/>
                  <a:gd name="connsiteY38" fmla="*/ 805642 h 1551032"/>
                  <a:gd name="connsiteX39" fmla="*/ 449113 w 3795891"/>
                  <a:gd name="connsiteY39" fmla="*/ 433108 h 1551032"/>
                  <a:gd name="connsiteX40" fmla="*/ 101980 w 3795891"/>
                  <a:gd name="connsiteY40" fmla="*/ 141009 h 1551032"/>
                  <a:gd name="connsiteX41" fmla="*/ 13081 w 3795891"/>
                  <a:gd name="connsiteY41" fmla="*/ 91055 h 1551032"/>
                  <a:gd name="connsiteX42" fmla="*/ 21548 w 3795891"/>
                  <a:gd name="connsiteY42" fmla="*/ 1308 h 1551032"/>
                  <a:gd name="connsiteX0" fmla="*/ 21548 w 3795891"/>
                  <a:gd name="connsiteY0" fmla="*/ 1308 h 1551032"/>
                  <a:gd name="connsiteX1" fmla="*/ 209505 w 3795891"/>
                  <a:gd name="connsiteY1" fmla="*/ 121534 h 1551032"/>
                  <a:gd name="connsiteX2" fmla="*/ 455887 w 3795891"/>
                  <a:gd name="connsiteY2" fmla="*/ 327275 h 1551032"/>
                  <a:gd name="connsiteX3" fmla="*/ 565954 w 3795891"/>
                  <a:gd name="connsiteY3" fmla="*/ 458508 h 1551032"/>
                  <a:gd name="connsiteX4" fmla="*/ 813180 w 3795891"/>
                  <a:gd name="connsiteY4" fmla="*/ 747222 h 1551032"/>
                  <a:gd name="connsiteX5" fmla="*/ 1003681 w 3795891"/>
                  <a:gd name="connsiteY5" fmla="*/ 881843 h 1551032"/>
                  <a:gd name="connsiteX6" fmla="*/ 1277150 w 3795891"/>
                  <a:gd name="connsiteY6" fmla="*/ 1048635 h 1551032"/>
                  <a:gd name="connsiteX7" fmla="*/ 1577296 w 3795891"/>
                  <a:gd name="connsiteY7" fmla="*/ 1300942 h 1551032"/>
                  <a:gd name="connsiteX8" fmla="*/ 1645030 w 3795891"/>
                  <a:gd name="connsiteY8" fmla="*/ 1303058 h 1551032"/>
                  <a:gd name="connsiteX9" fmla="*/ 1645031 w 3795891"/>
                  <a:gd name="connsiteY9" fmla="*/ 1121025 h 1551032"/>
                  <a:gd name="connsiteX10" fmla="*/ 1827064 w 3795891"/>
                  <a:gd name="connsiteY10" fmla="*/ 1093507 h 1551032"/>
                  <a:gd name="connsiteX11" fmla="*/ 1839765 w 3795891"/>
                  <a:gd name="connsiteY11" fmla="*/ 1355975 h 1551032"/>
                  <a:gd name="connsiteX12" fmla="*/ 1932898 w 3795891"/>
                  <a:gd name="connsiteY12" fmla="*/ 1379256 h 1551032"/>
                  <a:gd name="connsiteX13" fmla="*/ 2133981 w 3795891"/>
                  <a:gd name="connsiteY13" fmla="*/ 1375025 h 1551032"/>
                  <a:gd name="connsiteX14" fmla="*/ 2163615 w 3795891"/>
                  <a:gd name="connsiteY14" fmla="*/ 1315757 h 1551032"/>
                  <a:gd name="connsiteX15" fmla="*/ 2174198 w 3795891"/>
                  <a:gd name="connsiteY15" fmla="*/ 1118909 h 1551032"/>
                  <a:gd name="connsiteX16" fmla="*/ 2339297 w 3795891"/>
                  <a:gd name="connsiteY16" fmla="*/ 1127374 h 1551032"/>
                  <a:gd name="connsiteX17" fmla="*/ 2351997 w 3795891"/>
                  <a:gd name="connsiteY17" fmla="*/ 1317874 h 1551032"/>
                  <a:gd name="connsiteX18" fmla="*/ 2443015 w 3795891"/>
                  <a:gd name="connsiteY18" fmla="*/ 1342429 h 1551032"/>
                  <a:gd name="connsiteX19" fmla="*/ 2621660 w 3795891"/>
                  <a:gd name="connsiteY19" fmla="*/ 1283159 h 1551032"/>
                  <a:gd name="connsiteX20" fmla="*/ 2807926 w 3795891"/>
                  <a:gd name="connsiteY20" fmla="*/ 1129067 h 1551032"/>
                  <a:gd name="connsiteX21" fmla="*/ 3056847 w 3795891"/>
                  <a:gd name="connsiteY21" fmla="*/ 907241 h 1551032"/>
                  <a:gd name="connsiteX22" fmla="*/ 3399747 w 3795891"/>
                  <a:gd name="connsiteY22" fmla="*/ 513541 h 1551032"/>
                  <a:gd name="connsiteX23" fmla="*/ 3641047 w 3795891"/>
                  <a:gd name="connsiteY23" fmla="*/ 255308 h 1551032"/>
                  <a:gd name="connsiteX24" fmla="*/ 3768048 w 3795891"/>
                  <a:gd name="connsiteY24" fmla="*/ 5541 h 1551032"/>
                  <a:gd name="connsiteX25" fmla="*/ 3792600 w 3795891"/>
                  <a:gd name="connsiteY25" fmla="*/ 96982 h 1551032"/>
                  <a:gd name="connsiteX26" fmla="*/ 3717246 w 3795891"/>
                  <a:gd name="connsiteY26" fmla="*/ 268007 h 1551032"/>
                  <a:gd name="connsiteX27" fmla="*/ 3567387 w 3795891"/>
                  <a:gd name="connsiteY27" fmla="*/ 433108 h 1551032"/>
                  <a:gd name="connsiteX28" fmla="*/ 3338787 w 3795891"/>
                  <a:gd name="connsiteY28" fmla="*/ 689648 h 1551032"/>
                  <a:gd name="connsiteX29" fmla="*/ 3090714 w 3795891"/>
                  <a:gd name="connsiteY29" fmla="*/ 983441 h 1551032"/>
                  <a:gd name="connsiteX30" fmla="*/ 2782527 w 3795891"/>
                  <a:gd name="connsiteY30" fmla="*/ 1256066 h 1551032"/>
                  <a:gd name="connsiteX31" fmla="*/ 2551385 w 3795891"/>
                  <a:gd name="connsiteY31" fmla="*/ 1459266 h 1551032"/>
                  <a:gd name="connsiteX32" fmla="*/ 2184356 w 3795891"/>
                  <a:gd name="connsiteY32" fmla="*/ 1546897 h 1551032"/>
                  <a:gd name="connsiteX33" fmla="*/ 1750018 w 3795891"/>
                  <a:gd name="connsiteY33" fmla="*/ 1527002 h 1551032"/>
                  <a:gd name="connsiteX34" fmla="*/ 1543429 w 3795891"/>
                  <a:gd name="connsiteY34" fmla="*/ 1441065 h 1551032"/>
                  <a:gd name="connsiteX35" fmla="*/ 1351237 w 3795891"/>
                  <a:gd name="connsiteY35" fmla="*/ 1260302 h 1551032"/>
                  <a:gd name="connsiteX36" fmla="*/ 1233126 w 3795891"/>
                  <a:gd name="connsiteY36" fmla="*/ 1093507 h 1551032"/>
                  <a:gd name="connsiteX37" fmla="*/ 1019767 w 3795891"/>
                  <a:gd name="connsiteY37" fmla="*/ 975820 h 1551032"/>
                  <a:gd name="connsiteX38" fmla="*/ 758147 w 3795891"/>
                  <a:gd name="connsiteY38" fmla="*/ 805642 h 1551032"/>
                  <a:gd name="connsiteX39" fmla="*/ 449113 w 3795891"/>
                  <a:gd name="connsiteY39" fmla="*/ 433108 h 1551032"/>
                  <a:gd name="connsiteX40" fmla="*/ 101980 w 3795891"/>
                  <a:gd name="connsiteY40" fmla="*/ 141009 h 1551032"/>
                  <a:gd name="connsiteX41" fmla="*/ 13081 w 3795891"/>
                  <a:gd name="connsiteY41" fmla="*/ 91055 h 1551032"/>
                  <a:gd name="connsiteX42" fmla="*/ 21548 w 3795891"/>
                  <a:gd name="connsiteY42" fmla="*/ 1308 h 1551032"/>
                  <a:gd name="connsiteX0" fmla="*/ 21548 w 3795891"/>
                  <a:gd name="connsiteY0" fmla="*/ 1308 h 1551032"/>
                  <a:gd name="connsiteX1" fmla="*/ 209505 w 3795891"/>
                  <a:gd name="connsiteY1" fmla="*/ 121534 h 1551032"/>
                  <a:gd name="connsiteX2" fmla="*/ 455887 w 3795891"/>
                  <a:gd name="connsiteY2" fmla="*/ 327275 h 1551032"/>
                  <a:gd name="connsiteX3" fmla="*/ 565954 w 3795891"/>
                  <a:gd name="connsiteY3" fmla="*/ 458508 h 1551032"/>
                  <a:gd name="connsiteX4" fmla="*/ 813180 w 3795891"/>
                  <a:gd name="connsiteY4" fmla="*/ 747222 h 1551032"/>
                  <a:gd name="connsiteX5" fmla="*/ 1003681 w 3795891"/>
                  <a:gd name="connsiteY5" fmla="*/ 881843 h 1551032"/>
                  <a:gd name="connsiteX6" fmla="*/ 1277150 w 3795891"/>
                  <a:gd name="connsiteY6" fmla="*/ 1048635 h 1551032"/>
                  <a:gd name="connsiteX7" fmla="*/ 1577296 w 3795891"/>
                  <a:gd name="connsiteY7" fmla="*/ 1300942 h 1551032"/>
                  <a:gd name="connsiteX8" fmla="*/ 1645030 w 3795891"/>
                  <a:gd name="connsiteY8" fmla="*/ 1303058 h 1551032"/>
                  <a:gd name="connsiteX9" fmla="*/ 1645031 w 3795891"/>
                  <a:gd name="connsiteY9" fmla="*/ 1121025 h 1551032"/>
                  <a:gd name="connsiteX10" fmla="*/ 1827064 w 3795891"/>
                  <a:gd name="connsiteY10" fmla="*/ 1093507 h 1551032"/>
                  <a:gd name="connsiteX11" fmla="*/ 1839765 w 3795891"/>
                  <a:gd name="connsiteY11" fmla="*/ 1355975 h 1551032"/>
                  <a:gd name="connsiteX12" fmla="*/ 1932898 w 3795891"/>
                  <a:gd name="connsiteY12" fmla="*/ 1379256 h 1551032"/>
                  <a:gd name="connsiteX13" fmla="*/ 2133981 w 3795891"/>
                  <a:gd name="connsiteY13" fmla="*/ 1375025 h 1551032"/>
                  <a:gd name="connsiteX14" fmla="*/ 2163615 w 3795891"/>
                  <a:gd name="connsiteY14" fmla="*/ 1315757 h 1551032"/>
                  <a:gd name="connsiteX15" fmla="*/ 2174198 w 3795891"/>
                  <a:gd name="connsiteY15" fmla="*/ 1118909 h 1551032"/>
                  <a:gd name="connsiteX16" fmla="*/ 2339297 w 3795891"/>
                  <a:gd name="connsiteY16" fmla="*/ 1127374 h 1551032"/>
                  <a:gd name="connsiteX17" fmla="*/ 2351997 w 3795891"/>
                  <a:gd name="connsiteY17" fmla="*/ 1317874 h 1551032"/>
                  <a:gd name="connsiteX18" fmla="*/ 2443015 w 3795891"/>
                  <a:gd name="connsiteY18" fmla="*/ 1342429 h 1551032"/>
                  <a:gd name="connsiteX19" fmla="*/ 2623777 w 3795891"/>
                  <a:gd name="connsiteY19" fmla="*/ 1266225 h 1551032"/>
                  <a:gd name="connsiteX20" fmla="*/ 2807926 w 3795891"/>
                  <a:gd name="connsiteY20" fmla="*/ 1129067 h 1551032"/>
                  <a:gd name="connsiteX21" fmla="*/ 3056847 w 3795891"/>
                  <a:gd name="connsiteY21" fmla="*/ 907241 h 1551032"/>
                  <a:gd name="connsiteX22" fmla="*/ 3399747 w 3795891"/>
                  <a:gd name="connsiteY22" fmla="*/ 513541 h 1551032"/>
                  <a:gd name="connsiteX23" fmla="*/ 3641047 w 3795891"/>
                  <a:gd name="connsiteY23" fmla="*/ 255308 h 1551032"/>
                  <a:gd name="connsiteX24" fmla="*/ 3768048 w 3795891"/>
                  <a:gd name="connsiteY24" fmla="*/ 5541 h 1551032"/>
                  <a:gd name="connsiteX25" fmla="*/ 3792600 w 3795891"/>
                  <a:gd name="connsiteY25" fmla="*/ 96982 h 1551032"/>
                  <a:gd name="connsiteX26" fmla="*/ 3717246 w 3795891"/>
                  <a:gd name="connsiteY26" fmla="*/ 268007 h 1551032"/>
                  <a:gd name="connsiteX27" fmla="*/ 3567387 w 3795891"/>
                  <a:gd name="connsiteY27" fmla="*/ 433108 h 1551032"/>
                  <a:gd name="connsiteX28" fmla="*/ 3338787 w 3795891"/>
                  <a:gd name="connsiteY28" fmla="*/ 689648 h 1551032"/>
                  <a:gd name="connsiteX29" fmla="*/ 3090714 w 3795891"/>
                  <a:gd name="connsiteY29" fmla="*/ 983441 h 1551032"/>
                  <a:gd name="connsiteX30" fmla="*/ 2782527 w 3795891"/>
                  <a:gd name="connsiteY30" fmla="*/ 1256066 h 1551032"/>
                  <a:gd name="connsiteX31" fmla="*/ 2551385 w 3795891"/>
                  <a:gd name="connsiteY31" fmla="*/ 1459266 h 1551032"/>
                  <a:gd name="connsiteX32" fmla="*/ 2184356 w 3795891"/>
                  <a:gd name="connsiteY32" fmla="*/ 1546897 h 1551032"/>
                  <a:gd name="connsiteX33" fmla="*/ 1750018 w 3795891"/>
                  <a:gd name="connsiteY33" fmla="*/ 1527002 h 1551032"/>
                  <a:gd name="connsiteX34" fmla="*/ 1543429 w 3795891"/>
                  <a:gd name="connsiteY34" fmla="*/ 1441065 h 1551032"/>
                  <a:gd name="connsiteX35" fmla="*/ 1351237 w 3795891"/>
                  <a:gd name="connsiteY35" fmla="*/ 1260302 h 1551032"/>
                  <a:gd name="connsiteX36" fmla="*/ 1233126 w 3795891"/>
                  <a:gd name="connsiteY36" fmla="*/ 1093507 h 1551032"/>
                  <a:gd name="connsiteX37" fmla="*/ 1019767 w 3795891"/>
                  <a:gd name="connsiteY37" fmla="*/ 975820 h 1551032"/>
                  <a:gd name="connsiteX38" fmla="*/ 758147 w 3795891"/>
                  <a:gd name="connsiteY38" fmla="*/ 805642 h 1551032"/>
                  <a:gd name="connsiteX39" fmla="*/ 449113 w 3795891"/>
                  <a:gd name="connsiteY39" fmla="*/ 433108 h 1551032"/>
                  <a:gd name="connsiteX40" fmla="*/ 101980 w 3795891"/>
                  <a:gd name="connsiteY40" fmla="*/ 141009 h 1551032"/>
                  <a:gd name="connsiteX41" fmla="*/ 13081 w 3795891"/>
                  <a:gd name="connsiteY41" fmla="*/ 91055 h 1551032"/>
                  <a:gd name="connsiteX42" fmla="*/ 21548 w 3795891"/>
                  <a:gd name="connsiteY42" fmla="*/ 1308 h 1551032"/>
                  <a:gd name="connsiteX0" fmla="*/ 21548 w 3795891"/>
                  <a:gd name="connsiteY0" fmla="*/ 1308 h 1551032"/>
                  <a:gd name="connsiteX1" fmla="*/ 209505 w 3795891"/>
                  <a:gd name="connsiteY1" fmla="*/ 121534 h 1551032"/>
                  <a:gd name="connsiteX2" fmla="*/ 455887 w 3795891"/>
                  <a:gd name="connsiteY2" fmla="*/ 327275 h 1551032"/>
                  <a:gd name="connsiteX3" fmla="*/ 565954 w 3795891"/>
                  <a:gd name="connsiteY3" fmla="*/ 458508 h 1551032"/>
                  <a:gd name="connsiteX4" fmla="*/ 813180 w 3795891"/>
                  <a:gd name="connsiteY4" fmla="*/ 747222 h 1551032"/>
                  <a:gd name="connsiteX5" fmla="*/ 1003681 w 3795891"/>
                  <a:gd name="connsiteY5" fmla="*/ 881843 h 1551032"/>
                  <a:gd name="connsiteX6" fmla="*/ 1277150 w 3795891"/>
                  <a:gd name="connsiteY6" fmla="*/ 1048635 h 1551032"/>
                  <a:gd name="connsiteX7" fmla="*/ 1577296 w 3795891"/>
                  <a:gd name="connsiteY7" fmla="*/ 1300942 h 1551032"/>
                  <a:gd name="connsiteX8" fmla="*/ 1645030 w 3795891"/>
                  <a:gd name="connsiteY8" fmla="*/ 1303058 h 1551032"/>
                  <a:gd name="connsiteX9" fmla="*/ 1645031 w 3795891"/>
                  <a:gd name="connsiteY9" fmla="*/ 1121025 h 1551032"/>
                  <a:gd name="connsiteX10" fmla="*/ 1827064 w 3795891"/>
                  <a:gd name="connsiteY10" fmla="*/ 1093507 h 1551032"/>
                  <a:gd name="connsiteX11" fmla="*/ 1839765 w 3795891"/>
                  <a:gd name="connsiteY11" fmla="*/ 1355975 h 1551032"/>
                  <a:gd name="connsiteX12" fmla="*/ 1932898 w 3795891"/>
                  <a:gd name="connsiteY12" fmla="*/ 1379256 h 1551032"/>
                  <a:gd name="connsiteX13" fmla="*/ 2133981 w 3795891"/>
                  <a:gd name="connsiteY13" fmla="*/ 1375025 h 1551032"/>
                  <a:gd name="connsiteX14" fmla="*/ 2163615 w 3795891"/>
                  <a:gd name="connsiteY14" fmla="*/ 1315757 h 1551032"/>
                  <a:gd name="connsiteX15" fmla="*/ 2174198 w 3795891"/>
                  <a:gd name="connsiteY15" fmla="*/ 1118909 h 1551032"/>
                  <a:gd name="connsiteX16" fmla="*/ 2339297 w 3795891"/>
                  <a:gd name="connsiteY16" fmla="*/ 1127374 h 1551032"/>
                  <a:gd name="connsiteX17" fmla="*/ 2351997 w 3795891"/>
                  <a:gd name="connsiteY17" fmla="*/ 1317874 h 1551032"/>
                  <a:gd name="connsiteX18" fmla="*/ 2443015 w 3795891"/>
                  <a:gd name="connsiteY18" fmla="*/ 1342429 h 1551032"/>
                  <a:gd name="connsiteX19" fmla="*/ 2623777 w 3795891"/>
                  <a:gd name="connsiteY19" fmla="*/ 1266225 h 1551032"/>
                  <a:gd name="connsiteX20" fmla="*/ 2807926 w 3795891"/>
                  <a:gd name="connsiteY20" fmla="*/ 1129067 h 1551032"/>
                  <a:gd name="connsiteX21" fmla="*/ 3056847 w 3795891"/>
                  <a:gd name="connsiteY21" fmla="*/ 907241 h 1551032"/>
                  <a:gd name="connsiteX22" fmla="*/ 3399747 w 3795891"/>
                  <a:gd name="connsiteY22" fmla="*/ 513541 h 1551032"/>
                  <a:gd name="connsiteX23" fmla="*/ 3641047 w 3795891"/>
                  <a:gd name="connsiteY23" fmla="*/ 255308 h 1551032"/>
                  <a:gd name="connsiteX24" fmla="*/ 3768048 w 3795891"/>
                  <a:gd name="connsiteY24" fmla="*/ 5541 h 1551032"/>
                  <a:gd name="connsiteX25" fmla="*/ 3792600 w 3795891"/>
                  <a:gd name="connsiteY25" fmla="*/ 96982 h 1551032"/>
                  <a:gd name="connsiteX26" fmla="*/ 3717246 w 3795891"/>
                  <a:gd name="connsiteY26" fmla="*/ 268007 h 1551032"/>
                  <a:gd name="connsiteX27" fmla="*/ 3567387 w 3795891"/>
                  <a:gd name="connsiteY27" fmla="*/ 433108 h 1551032"/>
                  <a:gd name="connsiteX28" fmla="*/ 3338787 w 3795891"/>
                  <a:gd name="connsiteY28" fmla="*/ 689648 h 1551032"/>
                  <a:gd name="connsiteX29" fmla="*/ 3090714 w 3795891"/>
                  <a:gd name="connsiteY29" fmla="*/ 983441 h 1551032"/>
                  <a:gd name="connsiteX30" fmla="*/ 2801577 w 3795891"/>
                  <a:gd name="connsiteY30" fmla="*/ 1270882 h 1551032"/>
                  <a:gd name="connsiteX31" fmla="*/ 2551385 w 3795891"/>
                  <a:gd name="connsiteY31" fmla="*/ 1459266 h 1551032"/>
                  <a:gd name="connsiteX32" fmla="*/ 2184356 w 3795891"/>
                  <a:gd name="connsiteY32" fmla="*/ 1546897 h 1551032"/>
                  <a:gd name="connsiteX33" fmla="*/ 1750018 w 3795891"/>
                  <a:gd name="connsiteY33" fmla="*/ 1527002 h 1551032"/>
                  <a:gd name="connsiteX34" fmla="*/ 1543429 w 3795891"/>
                  <a:gd name="connsiteY34" fmla="*/ 1441065 h 1551032"/>
                  <a:gd name="connsiteX35" fmla="*/ 1351237 w 3795891"/>
                  <a:gd name="connsiteY35" fmla="*/ 1260302 h 1551032"/>
                  <a:gd name="connsiteX36" fmla="*/ 1233126 w 3795891"/>
                  <a:gd name="connsiteY36" fmla="*/ 1093507 h 1551032"/>
                  <a:gd name="connsiteX37" fmla="*/ 1019767 w 3795891"/>
                  <a:gd name="connsiteY37" fmla="*/ 975820 h 1551032"/>
                  <a:gd name="connsiteX38" fmla="*/ 758147 w 3795891"/>
                  <a:gd name="connsiteY38" fmla="*/ 805642 h 1551032"/>
                  <a:gd name="connsiteX39" fmla="*/ 449113 w 3795891"/>
                  <a:gd name="connsiteY39" fmla="*/ 433108 h 1551032"/>
                  <a:gd name="connsiteX40" fmla="*/ 101980 w 3795891"/>
                  <a:gd name="connsiteY40" fmla="*/ 141009 h 1551032"/>
                  <a:gd name="connsiteX41" fmla="*/ 13081 w 3795891"/>
                  <a:gd name="connsiteY41" fmla="*/ 91055 h 1551032"/>
                  <a:gd name="connsiteX42" fmla="*/ 21548 w 3795891"/>
                  <a:gd name="connsiteY42" fmla="*/ 1308 h 1551032"/>
                  <a:gd name="connsiteX0" fmla="*/ 21548 w 3795891"/>
                  <a:gd name="connsiteY0" fmla="*/ 1308 h 1551032"/>
                  <a:gd name="connsiteX1" fmla="*/ 209505 w 3795891"/>
                  <a:gd name="connsiteY1" fmla="*/ 121534 h 1551032"/>
                  <a:gd name="connsiteX2" fmla="*/ 455887 w 3795891"/>
                  <a:gd name="connsiteY2" fmla="*/ 327275 h 1551032"/>
                  <a:gd name="connsiteX3" fmla="*/ 565954 w 3795891"/>
                  <a:gd name="connsiteY3" fmla="*/ 458508 h 1551032"/>
                  <a:gd name="connsiteX4" fmla="*/ 813180 w 3795891"/>
                  <a:gd name="connsiteY4" fmla="*/ 747222 h 1551032"/>
                  <a:gd name="connsiteX5" fmla="*/ 1003681 w 3795891"/>
                  <a:gd name="connsiteY5" fmla="*/ 881843 h 1551032"/>
                  <a:gd name="connsiteX6" fmla="*/ 1277150 w 3795891"/>
                  <a:gd name="connsiteY6" fmla="*/ 1048635 h 1551032"/>
                  <a:gd name="connsiteX7" fmla="*/ 1577296 w 3795891"/>
                  <a:gd name="connsiteY7" fmla="*/ 1300942 h 1551032"/>
                  <a:gd name="connsiteX8" fmla="*/ 1645030 w 3795891"/>
                  <a:gd name="connsiteY8" fmla="*/ 1303058 h 1551032"/>
                  <a:gd name="connsiteX9" fmla="*/ 1645031 w 3795891"/>
                  <a:gd name="connsiteY9" fmla="*/ 1121025 h 1551032"/>
                  <a:gd name="connsiteX10" fmla="*/ 1827064 w 3795891"/>
                  <a:gd name="connsiteY10" fmla="*/ 1093507 h 1551032"/>
                  <a:gd name="connsiteX11" fmla="*/ 1839765 w 3795891"/>
                  <a:gd name="connsiteY11" fmla="*/ 1355975 h 1551032"/>
                  <a:gd name="connsiteX12" fmla="*/ 1932898 w 3795891"/>
                  <a:gd name="connsiteY12" fmla="*/ 1379256 h 1551032"/>
                  <a:gd name="connsiteX13" fmla="*/ 2133981 w 3795891"/>
                  <a:gd name="connsiteY13" fmla="*/ 1375025 h 1551032"/>
                  <a:gd name="connsiteX14" fmla="*/ 2163615 w 3795891"/>
                  <a:gd name="connsiteY14" fmla="*/ 1315757 h 1551032"/>
                  <a:gd name="connsiteX15" fmla="*/ 2174198 w 3795891"/>
                  <a:gd name="connsiteY15" fmla="*/ 1118909 h 1551032"/>
                  <a:gd name="connsiteX16" fmla="*/ 2339297 w 3795891"/>
                  <a:gd name="connsiteY16" fmla="*/ 1127374 h 1551032"/>
                  <a:gd name="connsiteX17" fmla="*/ 2351997 w 3795891"/>
                  <a:gd name="connsiteY17" fmla="*/ 1317874 h 1551032"/>
                  <a:gd name="connsiteX18" fmla="*/ 2443015 w 3795891"/>
                  <a:gd name="connsiteY18" fmla="*/ 1342429 h 1551032"/>
                  <a:gd name="connsiteX19" fmla="*/ 2623777 w 3795891"/>
                  <a:gd name="connsiteY19" fmla="*/ 1266225 h 1551032"/>
                  <a:gd name="connsiteX20" fmla="*/ 2807926 w 3795891"/>
                  <a:gd name="connsiteY20" fmla="*/ 1129067 h 1551032"/>
                  <a:gd name="connsiteX21" fmla="*/ 3056847 w 3795891"/>
                  <a:gd name="connsiteY21" fmla="*/ 907241 h 1551032"/>
                  <a:gd name="connsiteX22" fmla="*/ 3399747 w 3795891"/>
                  <a:gd name="connsiteY22" fmla="*/ 513541 h 1551032"/>
                  <a:gd name="connsiteX23" fmla="*/ 3641047 w 3795891"/>
                  <a:gd name="connsiteY23" fmla="*/ 255308 h 1551032"/>
                  <a:gd name="connsiteX24" fmla="*/ 3768048 w 3795891"/>
                  <a:gd name="connsiteY24" fmla="*/ 5541 h 1551032"/>
                  <a:gd name="connsiteX25" fmla="*/ 3792600 w 3795891"/>
                  <a:gd name="connsiteY25" fmla="*/ 96982 h 1551032"/>
                  <a:gd name="connsiteX26" fmla="*/ 3717246 w 3795891"/>
                  <a:gd name="connsiteY26" fmla="*/ 268007 h 1551032"/>
                  <a:gd name="connsiteX27" fmla="*/ 3567387 w 3795891"/>
                  <a:gd name="connsiteY27" fmla="*/ 433108 h 1551032"/>
                  <a:gd name="connsiteX28" fmla="*/ 3338787 w 3795891"/>
                  <a:gd name="connsiteY28" fmla="*/ 689648 h 1551032"/>
                  <a:gd name="connsiteX29" fmla="*/ 3090714 w 3795891"/>
                  <a:gd name="connsiteY29" fmla="*/ 983441 h 1551032"/>
                  <a:gd name="connsiteX30" fmla="*/ 2832057 w 3795891"/>
                  <a:gd name="connsiteY30" fmla="*/ 1275962 h 1551032"/>
                  <a:gd name="connsiteX31" fmla="*/ 2551385 w 3795891"/>
                  <a:gd name="connsiteY31" fmla="*/ 1459266 h 1551032"/>
                  <a:gd name="connsiteX32" fmla="*/ 2184356 w 3795891"/>
                  <a:gd name="connsiteY32" fmla="*/ 1546897 h 1551032"/>
                  <a:gd name="connsiteX33" fmla="*/ 1750018 w 3795891"/>
                  <a:gd name="connsiteY33" fmla="*/ 1527002 h 1551032"/>
                  <a:gd name="connsiteX34" fmla="*/ 1543429 w 3795891"/>
                  <a:gd name="connsiteY34" fmla="*/ 1441065 h 1551032"/>
                  <a:gd name="connsiteX35" fmla="*/ 1351237 w 3795891"/>
                  <a:gd name="connsiteY35" fmla="*/ 1260302 h 1551032"/>
                  <a:gd name="connsiteX36" fmla="*/ 1233126 w 3795891"/>
                  <a:gd name="connsiteY36" fmla="*/ 1093507 h 1551032"/>
                  <a:gd name="connsiteX37" fmla="*/ 1019767 w 3795891"/>
                  <a:gd name="connsiteY37" fmla="*/ 975820 h 1551032"/>
                  <a:gd name="connsiteX38" fmla="*/ 758147 w 3795891"/>
                  <a:gd name="connsiteY38" fmla="*/ 805642 h 1551032"/>
                  <a:gd name="connsiteX39" fmla="*/ 449113 w 3795891"/>
                  <a:gd name="connsiteY39" fmla="*/ 433108 h 1551032"/>
                  <a:gd name="connsiteX40" fmla="*/ 101980 w 3795891"/>
                  <a:gd name="connsiteY40" fmla="*/ 141009 h 1551032"/>
                  <a:gd name="connsiteX41" fmla="*/ 13081 w 3795891"/>
                  <a:gd name="connsiteY41" fmla="*/ 91055 h 1551032"/>
                  <a:gd name="connsiteX42" fmla="*/ 21548 w 3795891"/>
                  <a:gd name="connsiteY42" fmla="*/ 1308 h 1551032"/>
                  <a:gd name="connsiteX0" fmla="*/ 21548 w 3795891"/>
                  <a:gd name="connsiteY0" fmla="*/ 1308 h 1551032"/>
                  <a:gd name="connsiteX1" fmla="*/ 209505 w 3795891"/>
                  <a:gd name="connsiteY1" fmla="*/ 121534 h 1551032"/>
                  <a:gd name="connsiteX2" fmla="*/ 455887 w 3795891"/>
                  <a:gd name="connsiteY2" fmla="*/ 327275 h 1551032"/>
                  <a:gd name="connsiteX3" fmla="*/ 565954 w 3795891"/>
                  <a:gd name="connsiteY3" fmla="*/ 458508 h 1551032"/>
                  <a:gd name="connsiteX4" fmla="*/ 813180 w 3795891"/>
                  <a:gd name="connsiteY4" fmla="*/ 747222 h 1551032"/>
                  <a:gd name="connsiteX5" fmla="*/ 1003681 w 3795891"/>
                  <a:gd name="connsiteY5" fmla="*/ 881843 h 1551032"/>
                  <a:gd name="connsiteX6" fmla="*/ 1277150 w 3795891"/>
                  <a:gd name="connsiteY6" fmla="*/ 1048635 h 1551032"/>
                  <a:gd name="connsiteX7" fmla="*/ 1577296 w 3795891"/>
                  <a:gd name="connsiteY7" fmla="*/ 1300942 h 1551032"/>
                  <a:gd name="connsiteX8" fmla="*/ 1645030 w 3795891"/>
                  <a:gd name="connsiteY8" fmla="*/ 1303058 h 1551032"/>
                  <a:gd name="connsiteX9" fmla="*/ 1645031 w 3795891"/>
                  <a:gd name="connsiteY9" fmla="*/ 1121025 h 1551032"/>
                  <a:gd name="connsiteX10" fmla="*/ 1827064 w 3795891"/>
                  <a:gd name="connsiteY10" fmla="*/ 1093507 h 1551032"/>
                  <a:gd name="connsiteX11" fmla="*/ 1839765 w 3795891"/>
                  <a:gd name="connsiteY11" fmla="*/ 1355975 h 1551032"/>
                  <a:gd name="connsiteX12" fmla="*/ 1932898 w 3795891"/>
                  <a:gd name="connsiteY12" fmla="*/ 1379256 h 1551032"/>
                  <a:gd name="connsiteX13" fmla="*/ 2133981 w 3795891"/>
                  <a:gd name="connsiteY13" fmla="*/ 1375025 h 1551032"/>
                  <a:gd name="connsiteX14" fmla="*/ 2163615 w 3795891"/>
                  <a:gd name="connsiteY14" fmla="*/ 1315757 h 1551032"/>
                  <a:gd name="connsiteX15" fmla="*/ 2174198 w 3795891"/>
                  <a:gd name="connsiteY15" fmla="*/ 1118909 h 1551032"/>
                  <a:gd name="connsiteX16" fmla="*/ 2339297 w 3795891"/>
                  <a:gd name="connsiteY16" fmla="*/ 1127374 h 1551032"/>
                  <a:gd name="connsiteX17" fmla="*/ 2351997 w 3795891"/>
                  <a:gd name="connsiteY17" fmla="*/ 1317874 h 1551032"/>
                  <a:gd name="connsiteX18" fmla="*/ 2443015 w 3795891"/>
                  <a:gd name="connsiteY18" fmla="*/ 1342429 h 1551032"/>
                  <a:gd name="connsiteX19" fmla="*/ 2623777 w 3795891"/>
                  <a:gd name="connsiteY19" fmla="*/ 1266225 h 1551032"/>
                  <a:gd name="connsiteX20" fmla="*/ 2818086 w 3795891"/>
                  <a:gd name="connsiteY20" fmla="*/ 1129067 h 1551032"/>
                  <a:gd name="connsiteX21" fmla="*/ 3056847 w 3795891"/>
                  <a:gd name="connsiteY21" fmla="*/ 907241 h 1551032"/>
                  <a:gd name="connsiteX22" fmla="*/ 3399747 w 3795891"/>
                  <a:gd name="connsiteY22" fmla="*/ 513541 h 1551032"/>
                  <a:gd name="connsiteX23" fmla="*/ 3641047 w 3795891"/>
                  <a:gd name="connsiteY23" fmla="*/ 255308 h 1551032"/>
                  <a:gd name="connsiteX24" fmla="*/ 3768048 w 3795891"/>
                  <a:gd name="connsiteY24" fmla="*/ 5541 h 1551032"/>
                  <a:gd name="connsiteX25" fmla="*/ 3792600 w 3795891"/>
                  <a:gd name="connsiteY25" fmla="*/ 96982 h 1551032"/>
                  <a:gd name="connsiteX26" fmla="*/ 3717246 w 3795891"/>
                  <a:gd name="connsiteY26" fmla="*/ 268007 h 1551032"/>
                  <a:gd name="connsiteX27" fmla="*/ 3567387 w 3795891"/>
                  <a:gd name="connsiteY27" fmla="*/ 433108 h 1551032"/>
                  <a:gd name="connsiteX28" fmla="*/ 3338787 w 3795891"/>
                  <a:gd name="connsiteY28" fmla="*/ 689648 h 1551032"/>
                  <a:gd name="connsiteX29" fmla="*/ 3090714 w 3795891"/>
                  <a:gd name="connsiteY29" fmla="*/ 983441 h 1551032"/>
                  <a:gd name="connsiteX30" fmla="*/ 2832057 w 3795891"/>
                  <a:gd name="connsiteY30" fmla="*/ 1275962 h 1551032"/>
                  <a:gd name="connsiteX31" fmla="*/ 2551385 w 3795891"/>
                  <a:gd name="connsiteY31" fmla="*/ 1459266 h 1551032"/>
                  <a:gd name="connsiteX32" fmla="*/ 2184356 w 3795891"/>
                  <a:gd name="connsiteY32" fmla="*/ 1546897 h 1551032"/>
                  <a:gd name="connsiteX33" fmla="*/ 1750018 w 3795891"/>
                  <a:gd name="connsiteY33" fmla="*/ 1527002 h 1551032"/>
                  <a:gd name="connsiteX34" fmla="*/ 1543429 w 3795891"/>
                  <a:gd name="connsiteY34" fmla="*/ 1441065 h 1551032"/>
                  <a:gd name="connsiteX35" fmla="*/ 1351237 w 3795891"/>
                  <a:gd name="connsiteY35" fmla="*/ 1260302 h 1551032"/>
                  <a:gd name="connsiteX36" fmla="*/ 1233126 w 3795891"/>
                  <a:gd name="connsiteY36" fmla="*/ 1093507 h 1551032"/>
                  <a:gd name="connsiteX37" fmla="*/ 1019767 w 3795891"/>
                  <a:gd name="connsiteY37" fmla="*/ 975820 h 1551032"/>
                  <a:gd name="connsiteX38" fmla="*/ 758147 w 3795891"/>
                  <a:gd name="connsiteY38" fmla="*/ 805642 h 1551032"/>
                  <a:gd name="connsiteX39" fmla="*/ 449113 w 3795891"/>
                  <a:gd name="connsiteY39" fmla="*/ 433108 h 1551032"/>
                  <a:gd name="connsiteX40" fmla="*/ 101980 w 3795891"/>
                  <a:gd name="connsiteY40" fmla="*/ 141009 h 1551032"/>
                  <a:gd name="connsiteX41" fmla="*/ 13081 w 3795891"/>
                  <a:gd name="connsiteY41" fmla="*/ 91055 h 1551032"/>
                  <a:gd name="connsiteX42" fmla="*/ 21548 w 3795891"/>
                  <a:gd name="connsiteY42" fmla="*/ 1308 h 1551032"/>
                  <a:gd name="connsiteX0" fmla="*/ 21548 w 3795891"/>
                  <a:gd name="connsiteY0" fmla="*/ 1308 h 1551032"/>
                  <a:gd name="connsiteX1" fmla="*/ 209505 w 3795891"/>
                  <a:gd name="connsiteY1" fmla="*/ 121534 h 1551032"/>
                  <a:gd name="connsiteX2" fmla="*/ 455887 w 3795891"/>
                  <a:gd name="connsiteY2" fmla="*/ 327275 h 1551032"/>
                  <a:gd name="connsiteX3" fmla="*/ 565954 w 3795891"/>
                  <a:gd name="connsiteY3" fmla="*/ 458508 h 1551032"/>
                  <a:gd name="connsiteX4" fmla="*/ 813180 w 3795891"/>
                  <a:gd name="connsiteY4" fmla="*/ 747222 h 1551032"/>
                  <a:gd name="connsiteX5" fmla="*/ 1003681 w 3795891"/>
                  <a:gd name="connsiteY5" fmla="*/ 881843 h 1551032"/>
                  <a:gd name="connsiteX6" fmla="*/ 1277150 w 3795891"/>
                  <a:gd name="connsiteY6" fmla="*/ 1048635 h 1551032"/>
                  <a:gd name="connsiteX7" fmla="*/ 1577296 w 3795891"/>
                  <a:gd name="connsiteY7" fmla="*/ 1300942 h 1551032"/>
                  <a:gd name="connsiteX8" fmla="*/ 1645030 w 3795891"/>
                  <a:gd name="connsiteY8" fmla="*/ 1303058 h 1551032"/>
                  <a:gd name="connsiteX9" fmla="*/ 1645031 w 3795891"/>
                  <a:gd name="connsiteY9" fmla="*/ 1121025 h 1551032"/>
                  <a:gd name="connsiteX10" fmla="*/ 1827064 w 3795891"/>
                  <a:gd name="connsiteY10" fmla="*/ 1093507 h 1551032"/>
                  <a:gd name="connsiteX11" fmla="*/ 1839765 w 3795891"/>
                  <a:gd name="connsiteY11" fmla="*/ 1355975 h 1551032"/>
                  <a:gd name="connsiteX12" fmla="*/ 1932898 w 3795891"/>
                  <a:gd name="connsiteY12" fmla="*/ 1379256 h 1551032"/>
                  <a:gd name="connsiteX13" fmla="*/ 2133981 w 3795891"/>
                  <a:gd name="connsiteY13" fmla="*/ 1375025 h 1551032"/>
                  <a:gd name="connsiteX14" fmla="*/ 2163615 w 3795891"/>
                  <a:gd name="connsiteY14" fmla="*/ 1315757 h 1551032"/>
                  <a:gd name="connsiteX15" fmla="*/ 2174198 w 3795891"/>
                  <a:gd name="connsiteY15" fmla="*/ 1118909 h 1551032"/>
                  <a:gd name="connsiteX16" fmla="*/ 2339297 w 3795891"/>
                  <a:gd name="connsiteY16" fmla="*/ 1127374 h 1551032"/>
                  <a:gd name="connsiteX17" fmla="*/ 2351997 w 3795891"/>
                  <a:gd name="connsiteY17" fmla="*/ 1317874 h 1551032"/>
                  <a:gd name="connsiteX18" fmla="*/ 2443015 w 3795891"/>
                  <a:gd name="connsiteY18" fmla="*/ 1342429 h 1551032"/>
                  <a:gd name="connsiteX19" fmla="*/ 2623777 w 3795891"/>
                  <a:gd name="connsiteY19" fmla="*/ 1266225 h 1551032"/>
                  <a:gd name="connsiteX20" fmla="*/ 2818086 w 3795891"/>
                  <a:gd name="connsiteY20" fmla="*/ 1129067 h 1551032"/>
                  <a:gd name="connsiteX21" fmla="*/ 3056847 w 3795891"/>
                  <a:gd name="connsiteY21" fmla="*/ 907241 h 1551032"/>
                  <a:gd name="connsiteX22" fmla="*/ 3399747 w 3795891"/>
                  <a:gd name="connsiteY22" fmla="*/ 513541 h 1551032"/>
                  <a:gd name="connsiteX23" fmla="*/ 3641047 w 3795891"/>
                  <a:gd name="connsiteY23" fmla="*/ 255308 h 1551032"/>
                  <a:gd name="connsiteX24" fmla="*/ 3768048 w 3795891"/>
                  <a:gd name="connsiteY24" fmla="*/ 5541 h 1551032"/>
                  <a:gd name="connsiteX25" fmla="*/ 3792600 w 3795891"/>
                  <a:gd name="connsiteY25" fmla="*/ 96982 h 1551032"/>
                  <a:gd name="connsiteX26" fmla="*/ 3717246 w 3795891"/>
                  <a:gd name="connsiteY26" fmla="*/ 268007 h 1551032"/>
                  <a:gd name="connsiteX27" fmla="*/ 3567387 w 3795891"/>
                  <a:gd name="connsiteY27" fmla="*/ 433108 h 1551032"/>
                  <a:gd name="connsiteX28" fmla="*/ 3338787 w 3795891"/>
                  <a:gd name="connsiteY28" fmla="*/ 689648 h 1551032"/>
                  <a:gd name="connsiteX29" fmla="*/ 3090714 w 3795891"/>
                  <a:gd name="connsiteY29" fmla="*/ 983441 h 1551032"/>
                  <a:gd name="connsiteX30" fmla="*/ 2832057 w 3795891"/>
                  <a:gd name="connsiteY30" fmla="*/ 1275962 h 1551032"/>
                  <a:gd name="connsiteX31" fmla="*/ 2551385 w 3795891"/>
                  <a:gd name="connsiteY31" fmla="*/ 1459266 h 1551032"/>
                  <a:gd name="connsiteX32" fmla="*/ 2184356 w 3795891"/>
                  <a:gd name="connsiteY32" fmla="*/ 1546897 h 1551032"/>
                  <a:gd name="connsiteX33" fmla="*/ 1750018 w 3795891"/>
                  <a:gd name="connsiteY33" fmla="*/ 1527002 h 1551032"/>
                  <a:gd name="connsiteX34" fmla="*/ 1543429 w 3795891"/>
                  <a:gd name="connsiteY34" fmla="*/ 1441065 h 1551032"/>
                  <a:gd name="connsiteX35" fmla="*/ 1351237 w 3795891"/>
                  <a:gd name="connsiteY35" fmla="*/ 1260302 h 1551032"/>
                  <a:gd name="connsiteX36" fmla="*/ 1233126 w 3795891"/>
                  <a:gd name="connsiteY36" fmla="*/ 1093507 h 1551032"/>
                  <a:gd name="connsiteX37" fmla="*/ 758147 w 3795891"/>
                  <a:gd name="connsiteY37" fmla="*/ 805642 h 1551032"/>
                  <a:gd name="connsiteX38" fmla="*/ 449113 w 3795891"/>
                  <a:gd name="connsiteY38" fmla="*/ 433108 h 1551032"/>
                  <a:gd name="connsiteX39" fmla="*/ 101980 w 3795891"/>
                  <a:gd name="connsiteY39" fmla="*/ 141009 h 1551032"/>
                  <a:gd name="connsiteX40" fmla="*/ 13081 w 3795891"/>
                  <a:gd name="connsiteY40" fmla="*/ 91055 h 1551032"/>
                  <a:gd name="connsiteX41" fmla="*/ 21548 w 3795891"/>
                  <a:gd name="connsiteY41" fmla="*/ 1308 h 1551032"/>
                  <a:gd name="connsiteX0" fmla="*/ 21548 w 3795891"/>
                  <a:gd name="connsiteY0" fmla="*/ 1308 h 1551032"/>
                  <a:gd name="connsiteX1" fmla="*/ 209505 w 3795891"/>
                  <a:gd name="connsiteY1" fmla="*/ 121534 h 1551032"/>
                  <a:gd name="connsiteX2" fmla="*/ 455887 w 3795891"/>
                  <a:gd name="connsiteY2" fmla="*/ 327275 h 1551032"/>
                  <a:gd name="connsiteX3" fmla="*/ 565954 w 3795891"/>
                  <a:gd name="connsiteY3" fmla="*/ 458508 h 1551032"/>
                  <a:gd name="connsiteX4" fmla="*/ 813180 w 3795891"/>
                  <a:gd name="connsiteY4" fmla="*/ 747222 h 1551032"/>
                  <a:gd name="connsiteX5" fmla="*/ 1003681 w 3795891"/>
                  <a:gd name="connsiteY5" fmla="*/ 881843 h 1551032"/>
                  <a:gd name="connsiteX6" fmla="*/ 1277150 w 3795891"/>
                  <a:gd name="connsiteY6" fmla="*/ 1048635 h 1551032"/>
                  <a:gd name="connsiteX7" fmla="*/ 1577296 w 3795891"/>
                  <a:gd name="connsiteY7" fmla="*/ 1300942 h 1551032"/>
                  <a:gd name="connsiteX8" fmla="*/ 1645030 w 3795891"/>
                  <a:gd name="connsiteY8" fmla="*/ 1303058 h 1551032"/>
                  <a:gd name="connsiteX9" fmla="*/ 1645031 w 3795891"/>
                  <a:gd name="connsiteY9" fmla="*/ 1121025 h 1551032"/>
                  <a:gd name="connsiteX10" fmla="*/ 1827064 w 3795891"/>
                  <a:gd name="connsiteY10" fmla="*/ 1093507 h 1551032"/>
                  <a:gd name="connsiteX11" fmla="*/ 1839765 w 3795891"/>
                  <a:gd name="connsiteY11" fmla="*/ 1355975 h 1551032"/>
                  <a:gd name="connsiteX12" fmla="*/ 1932898 w 3795891"/>
                  <a:gd name="connsiteY12" fmla="*/ 1379256 h 1551032"/>
                  <a:gd name="connsiteX13" fmla="*/ 2133981 w 3795891"/>
                  <a:gd name="connsiteY13" fmla="*/ 1375025 h 1551032"/>
                  <a:gd name="connsiteX14" fmla="*/ 2163615 w 3795891"/>
                  <a:gd name="connsiteY14" fmla="*/ 1315757 h 1551032"/>
                  <a:gd name="connsiteX15" fmla="*/ 2174198 w 3795891"/>
                  <a:gd name="connsiteY15" fmla="*/ 1118909 h 1551032"/>
                  <a:gd name="connsiteX16" fmla="*/ 2339297 w 3795891"/>
                  <a:gd name="connsiteY16" fmla="*/ 1127374 h 1551032"/>
                  <a:gd name="connsiteX17" fmla="*/ 2351997 w 3795891"/>
                  <a:gd name="connsiteY17" fmla="*/ 1317874 h 1551032"/>
                  <a:gd name="connsiteX18" fmla="*/ 2443015 w 3795891"/>
                  <a:gd name="connsiteY18" fmla="*/ 1342429 h 1551032"/>
                  <a:gd name="connsiteX19" fmla="*/ 2623777 w 3795891"/>
                  <a:gd name="connsiteY19" fmla="*/ 1266225 h 1551032"/>
                  <a:gd name="connsiteX20" fmla="*/ 2818086 w 3795891"/>
                  <a:gd name="connsiteY20" fmla="*/ 1129067 h 1551032"/>
                  <a:gd name="connsiteX21" fmla="*/ 3056847 w 3795891"/>
                  <a:gd name="connsiteY21" fmla="*/ 907241 h 1551032"/>
                  <a:gd name="connsiteX22" fmla="*/ 3399747 w 3795891"/>
                  <a:gd name="connsiteY22" fmla="*/ 513541 h 1551032"/>
                  <a:gd name="connsiteX23" fmla="*/ 3641047 w 3795891"/>
                  <a:gd name="connsiteY23" fmla="*/ 255308 h 1551032"/>
                  <a:gd name="connsiteX24" fmla="*/ 3768048 w 3795891"/>
                  <a:gd name="connsiteY24" fmla="*/ 5541 h 1551032"/>
                  <a:gd name="connsiteX25" fmla="*/ 3792600 w 3795891"/>
                  <a:gd name="connsiteY25" fmla="*/ 96982 h 1551032"/>
                  <a:gd name="connsiteX26" fmla="*/ 3717246 w 3795891"/>
                  <a:gd name="connsiteY26" fmla="*/ 268007 h 1551032"/>
                  <a:gd name="connsiteX27" fmla="*/ 3567387 w 3795891"/>
                  <a:gd name="connsiteY27" fmla="*/ 433108 h 1551032"/>
                  <a:gd name="connsiteX28" fmla="*/ 3338787 w 3795891"/>
                  <a:gd name="connsiteY28" fmla="*/ 689648 h 1551032"/>
                  <a:gd name="connsiteX29" fmla="*/ 3090714 w 3795891"/>
                  <a:gd name="connsiteY29" fmla="*/ 983441 h 1551032"/>
                  <a:gd name="connsiteX30" fmla="*/ 2832057 w 3795891"/>
                  <a:gd name="connsiteY30" fmla="*/ 1275962 h 1551032"/>
                  <a:gd name="connsiteX31" fmla="*/ 2551385 w 3795891"/>
                  <a:gd name="connsiteY31" fmla="*/ 1459266 h 1551032"/>
                  <a:gd name="connsiteX32" fmla="*/ 2184356 w 3795891"/>
                  <a:gd name="connsiteY32" fmla="*/ 1546897 h 1551032"/>
                  <a:gd name="connsiteX33" fmla="*/ 1750018 w 3795891"/>
                  <a:gd name="connsiteY33" fmla="*/ 1527002 h 1551032"/>
                  <a:gd name="connsiteX34" fmla="*/ 1543429 w 3795891"/>
                  <a:gd name="connsiteY34" fmla="*/ 1441065 h 1551032"/>
                  <a:gd name="connsiteX35" fmla="*/ 1351237 w 3795891"/>
                  <a:gd name="connsiteY35" fmla="*/ 1260302 h 1551032"/>
                  <a:gd name="connsiteX36" fmla="*/ 1233126 w 3795891"/>
                  <a:gd name="connsiteY36" fmla="*/ 1093507 h 1551032"/>
                  <a:gd name="connsiteX37" fmla="*/ 449113 w 3795891"/>
                  <a:gd name="connsiteY37" fmla="*/ 433108 h 1551032"/>
                  <a:gd name="connsiteX38" fmla="*/ 101980 w 3795891"/>
                  <a:gd name="connsiteY38" fmla="*/ 141009 h 1551032"/>
                  <a:gd name="connsiteX39" fmla="*/ 13081 w 3795891"/>
                  <a:gd name="connsiteY39" fmla="*/ 91055 h 1551032"/>
                  <a:gd name="connsiteX40" fmla="*/ 21548 w 3795891"/>
                  <a:gd name="connsiteY40" fmla="*/ 1308 h 1551032"/>
                  <a:gd name="connsiteX0" fmla="*/ 35938 w 3810281"/>
                  <a:gd name="connsiteY0" fmla="*/ 1308 h 1551032"/>
                  <a:gd name="connsiteX1" fmla="*/ 223895 w 3810281"/>
                  <a:gd name="connsiteY1" fmla="*/ 121534 h 1551032"/>
                  <a:gd name="connsiteX2" fmla="*/ 470277 w 3810281"/>
                  <a:gd name="connsiteY2" fmla="*/ 327275 h 1551032"/>
                  <a:gd name="connsiteX3" fmla="*/ 580344 w 3810281"/>
                  <a:gd name="connsiteY3" fmla="*/ 458508 h 1551032"/>
                  <a:gd name="connsiteX4" fmla="*/ 827570 w 3810281"/>
                  <a:gd name="connsiteY4" fmla="*/ 747222 h 1551032"/>
                  <a:gd name="connsiteX5" fmla="*/ 1018071 w 3810281"/>
                  <a:gd name="connsiteY5" fmla="*/ 881843 h 1551032"/>
                  <a:gd name="connsiteX6" fmla="*/ 1291540 w 3810281"/>
                  <a:gd name="connsiteY6" fmla="*/ 1048635 h 1551032"/>
                  <a:gd name="connsiteX7" fmla="*/ 1591686 w 3810281"/>
                  <a:gd name="connsiteY7" fmla="*/ 1300942 h 1551032"/>
                  <a:gd name="connsiteX8" fmla="*/ 1659420 w 3810281"/>
                  <a:gd name="connsiteY8" fmla="*/ 1303058 h 1551032"/>
                  <a:gd name="connsiteX9" fmla="*/ 1659421 w 3810281"/>
                  <a:gd name="connsiteY9" fmla="*/ 1121025 h 1551032"/>
                  <a:gd name="connsiteX10" fmla="*/ 1841454 w 3810281"/>
                  <a:gd name="connsiteY10" fmla="*/ 1093507 h 1551032"/>
                  <a:gd name="connsiteX11" fmla="*/ 1854155 w 3810281"/>
                  <a:gd name="connsiteY11" fmla="*/ 1355975 h 1551032"/>
                  <a:gd name="connsiteX12" fmla="*/ 1947288 w 3810281"/>
                  <a:gd name="connsiteY12" fmla="*/ 1379256 h 1551032"/>
                  <a:gd name="connsiteX13" fmla="*/ 2148371 w 3810281"/>
                  <a:gd name="connsiteY13" fmla="*/ 1375025 h 1551032"/>
                  <a:gd name="connsiteX14" fmla="*/ 2178005 w 3810281"/>
                  <a:gd name="connsiteY14" fmla="*/ 1315757 h 1551032"/>
                  <a:gd name="connsiteX15" fmla="*/ 2188588 w 3810281"/>
                  <a:gd name="connsiteY15" fmla="*/ 1118909 h 1551032"/>
                  <a:gd name="connsiteX16" fmla="*/ 2353687 w 3810281"/>
                  <a:gd name="connsiteY16" fmla="*/ 1127374 h 1551032"/>
                  <a:gd name="connsiteX17" fmla="*/ 2366387 w 3810281"/>
                  <a:gd name="connsiteY17" fmla="*/ 1317874 h 1551032"/>
                  <a:gd name="connsiteX18" fmla="*/ 2457405 w 3810281"/>
                  <a:gd name="connsiteY18" fmla="*/ 1342429 h 1551032"/>
                  <a:gd name="connsiteX19" fmla="*/ 2638167 w 3810281"/>
                  <a:gd name="connsiteY19" fmla="*/ 1266225 h 1551032"/>
                  <a:gd name="connsiteX20" fmla="*/ 2832476 w 3810281"/>
                  <a:gd name="connsiteY20" fmla="*/ 1129067 h 1551032"/>
                  <a:gd name="connsiteX21" fmla="*/ 3071237 w 3810281"/>
                  <a:gd name="connsiteY21" fmla="*/ 907241 h 1551032"/>
                  <a:gd name="connsiteX22" fmla="*/ 3414137 w 3810281"/>
                  <a:gd name="connsiteY22" fmla="*/ 513541 h 1551032"/>
                  <a:gd name="connsiteX23" fmla="*/ 3655437 w 3810281"/>
                  <a:gd name="connsiteY23" fmla="*/ 255308 h 1551032"/>
                  <a:gd name="connsiteX24" fmla="*/ 3782438 w 3810281"/>
                  <a:gd name="connsiteY24" fmla="*/ 5541 h 1551032"/>
                  <a:gd name="connsiteX25" fmla="*/ 3806990 w 3810281"/>
                  <a:gd name="connsiteY25" fmla="*/ 96982 h 1551032"/>
                  <a:gd name="connsiteX26" fmla="*/ 3731636 w 3810281"/>
                  <a:gd name="connsiteY26" fmla="*/ 268007 h 1551032"/>
                  <a:gd name="connsiteX27" fmla="*/ 3581777 w 3810281"/>
                  <a:gd name="connsiteY27" fmla="*/ 433108 h 1551032"/>
                  <a:gd name="connsiteX28" fmla="*/ 3353177 w 3810281"/>
                  <a:gd name="connsiteY28" fmla="*/ 689648 h 1551032"/>
                  <a:gd name="connsiteX29" fmla="*/ 3105104 w 3810281"/>
                  <a:gd name="connsiteY29" fmla="*/ 983441 h 1551032"/>
                  <a:gd name="connsiteX30" fmla="*/ 2846447 w 3810281"/>
                  <a:gd name="connsiteY30" fmla="*/ 1275962 h 1551032"/>
                  <a:gd name="connsiteX31" fmla="*/ 2565775 w 3810281"/>
                  <a:gd name="connsiteY31" fmla="*/ 1459266 h 1551032"/>
                  <a:gd name="connsiteX32" fmla="*/ 2198746 w 3810281"/>
                  <a:gd name="connsiteY32" fmla="*/ 1546897 h 1551032"/>
                  <a:gd name="connsiteX33" fmla="*/ 1764408 w 3810281"/>
                  <a:gd name="connsiteY33" fmla="*/ 1527002 h 1551032"/>
                  <a:gd name="connsiteX34" fmla="*/ 1557819 w 3810281"/>
                  <a:gd name="connsiteY34" fmla="*/ 1441065 h 1551032"/>
                  <a:gd name="connsiteX35" fmla="*/ 1365627 w 3810281"/>
                  <a:gd name="connsiteY35" fmla="*/ 1260302 h 1551032"/>
                  <a:gd name="connsiteX36" fmla="*/ 1247516 w 3810281"/>
                  <a:gd name="connsiteY36" fmla="*/ 1093507 h 1551032"/>
                  <a:gd name="connsiteX37" fmla="*/ 116370 w 3810281"/>
                  <a:gd name="connsiteY37" fmla="*/ 141009 h 1551032"/>
                  <a:gd name="connsiteX38" fmla="*/ 27471 w 3810281"/>
                  <a:gd name="connsiteY38" fmla="*/ 91055 h 1551032"/>
                  <a:gd name="connsiteX39" fmla="*/ 35938 w 3810281"/>
                  <a:gd name="connsiteY39" fmla="*/ 1308 h 1551032"/>
                  <a:gd name="connsiteX0" fmla="*/ 103483 w 3877826"/>
                  <a:gd name="connsiteY0" fmla="*/ 25297 h 1575021"/>
                  <a:gd name="connsiteX1" fmla="*/ 291440 w 3877826"/>
                  <a:gd name="connsiteY1" fmla="*/ 145523 h 1575021"/>
                  <a:gd name="connsiteX2" fmla="*/ 537822 w 3877826"/>
                  <a:gd name="connsiteY2" fmla="*/ 351264 h 1575021"/>
                  <a:gd name="connsiteX3" fmla="*/ 647889 w 3877826"/>
                  <a:gd name="connsiteY3" fmla="*/ 482497 h 1575021"/>
                  <a:gd name="connsiteX4" fmla="*/ 895115 w 3877826"/>
                  <a:gd name="connsiteY4" fmla="*/ 771211 h 1575021"/>
                  <a:gd name="connsiteX5" fmla="*/ 1085616 w 3877826"/>
                  <a:gd name="connsiteY5" fmla="*/ 905832 h 1575021"/>
                  <a:gd name="connsiteX6" fmla="*/ 1359085 w 3877826"/>
                  <a:gd name="connsiteY6" fmla="*/ 1072624 h 1575021"/>
                  <a:gd name="connsiteX7" fmla="*/ 1659231 w 3877826"/>
                  <a:gd name="connsiteY7" fmla="*/ 1324931 h 1575021"/>
                  <a:gd name="connsiteX8" fmla="*/ 1726965 w 3877826"/>
                  <a:gd name="connsiteY8" fmla="*/ 1327047 h 1575021"/>
                  <a:gd name="connsiteX9" fmla="*/ 1726966 w 3877826"/>
                  <a:gd name="connsiteY9" fmla="*/ 1145014 h 1575021"/>
                  <a:gd name="connsiteX10" fmla="*/ 1908999 w 3877826"/>
                  <a:gd name="connsiteY10" fmla="*/ 1117496 h 1575021"/>
                  <a:gd name="connsiteX11" fmla="*/ 1921700 w 3877826"/>
                  <a:gd name="connsiteY11" fmla="*/ 1379964 h 1575021"/>
                  <a:gd name="connsiteX12" fmla="*/ 2014833 w 3877826"/>
                  <a:gd name="connsiteY12" fmla="*/ 1403245 h 1575021"/>
                  <a:gd name="connsiteX13" fmla="*/ 2215916 w 3877826"/>
                  <a:gd name="connsiteY13" fmla="*/ 1399014 h 1575021"/>
                  <a:gd name="connsiteX14" fmla="*/ 2245550 w 3877826"/>
                  <a:gd name="connsiteY14" fmla="*/ 1339746 h 1575021"/>
                  <a:gd name="connsiteX15" fmla="*/ 2256133 w 3877826"/>
                  <a:gd name="connsiteY15" fmla="*/ 1142898 h 1575021"/>
                  <a:gd name="connsiteX16" fmla="*/ 2421232 w 3877826"/>
                  <a:gd name="connsiteY16" fmla="*/ 1151363 h 1575021"/>
                  <a:gd name="connsiteX17" fmla="*/ 2433932 w 3877826"/>
                  <a:gd name="connsiteY17" fmla="*/ 1341863 h 1575021"/>
                  <a:gd name="connsiteX18" fmla="*/ 2524950 w 3877826"/>
                  <a:gd name="connsiteY18" fmla="*/ 1366418 h 1575021"/>
                  <a:gd name="connsiteX19" fmla="*/ 2705712 w 3877826"/>
                  <a:gd name="connsiteY19" fmla="*/ 1290214 h 1575021"/>
                  <a:gd name="connsiteX20" fmla="*/ 2900021 w 3877826"/>
                  <a:gd name="connsiteY20" fmla="*/ 1153056 h 1575021"/>
                  <a:gd name="connsiteX21" fmla="*/ 3138782 w 3877826"/>
                  <a:gd name="connsiteY21" fmla="*/ 931230 h 1575021"/>
                  <a:gd name="connsiteX22" fmla="*/ 3481682 w 3877826"/>
                  <a:gd name="connsiteY22" fmla="*/ 537530 h 1575021"/>
                  <a:gd name="connsiteX23" fmla="*/ 3722982 w 3877826"/>
                  <a:gd name="connsiteY23" fmla="*/ 279297 h 1575021"/>
                  <a:gd name="connsiteX24" fmla="*/ 3849983 w 3877826"/>
                  <a:gd name="connsiteY24" fmla="*/ 29530 h 1575021"/>
                  <a:gd name="connsiteX25" fmla="*/ 3874535 w 3877826"/>
                  <a:gd name="connsiteY25" fmla="*/ 120971 h 1575021"/>
                  <a:gd name="connsiteX26" fmla="*/ 3799181 w 3877826"/>
                  <a:gd name="connsiteY26" fmla="*/ 291996 h 1575021"/>
                  <a:gd name="connsiteX27" fmla="*/ 3649322 w 3877826"/>
                  <a:gd name="connsiteY27" fmla="*/ 457097 h 1575021"/>
                  <a:gd name="connsiteX28" fmla="*/ 3420722 w 3877826"/>
                  <a:gd name="connsiteY28" fmla="*/ 713637 h 1575021"/>
                  <a:gd name="connsiteX29" fmla="*/ 3172649 w 3877826"/>
                  <a:gd name="connsiteY29" fmla="*/ 1007430 h 1575021"/>
                  <a:gd name="connsiteX30" fmla="*/ 2913992 w 3877826"/>
                  <a:gd name="connsiteY30" fmla="*/ 1299951 h 1575021"/>
                  <a:gd name="connsiteX31" fmla="*/ 2633320 w 3877826"/>
                  <a:gd name="connsiteY31" fmla="*/ 1483255 h 1575021"/>
                  <a:gd name="connsiteX32" fmla="*/ 2266291 w 3877826"/>
                  <a:gd name="connsiteY32" fmla="*/ 1570886 h 1575021"/>
                  <a:gd name="connsiteX33" fmla="*/ 1831953 w 3877826"/>
                  <a:gd name="connsiteY33" fmla="*/ 1550991 h 1575021"/>
                  <a:gd name="connsiteX34" fmla="*/ 1625364 w 3877826"/>
                  <a:gd name="connsiteY34" fmla="*/ 1465054 h 1575021"/>
                  <a:gd name="connsiteX35" fmla="*/ 1433172 w 3877826"/>
                  <a:gd name="connsiteY35" fmla="*/ 1284291 h 1575021"/>
                  <a:gd name="connsiteX36" fmla="*/ 1315061 w 3877826"/>
                  <a:gd name="connsiteY36" fmla="*/ 1117496 h 1575021"/>
                  <a:gd name="connsiteX37" fmla="*/ 95016 w 3877826"/>
                  <a:gd name="connsiteY37" fmla="*/ 115044 h 1575021"/>
                  <a:gd name="connsiteX38" fmla="*/ 103483 w 3877826"/>
                  <a:gd name="connsiteY38" fmla="*/ 25297 h 1575021"/>
                  <a:gd name="connsiteX0" fmla="*/ 51548 w 3825891"/>
                  <a:gd name="connsiteY0" fmla="*/ 57623 h 1607347"/>
                  <a:gd name="connsiteX1" fmla="*/ 239505 w 3825891"/>
                  <a:gd name="connsiteY1" fmla="*/ 177849 h 1607347"/>
                  <a:gd name="connsiteX2" fmla="*/ 485887 w 3825891"/>
                  <a:gd name="connsiteY2" fmla="*/ 383590 h 1607347"/>
                  <a:gd name="connsiteX3" fmla="*/ 595954 w 3825891"/>
                  <a:gd name="connsiteY3" fmla="*/ 514823 h 1607347"/>
                  <a:gd name="connsiteX4" fmla="*/ 843180 w 3825891"/>
                  <a:gd name="connsiteY4" fmla="*/ 803537 h 1607347"/>
                  <a:gd name="connsiteX5" fmla="*/ 1033681 w 3825891"/>
                  <a:gd name="connsiteY5" fmla="*/ 938158 h 1607347"/>
                  <a:gd name="connsiteX6" fmla="*/ 1307150 w 3825891"/>
                  <a:gd name="connsiteY6" fmla="*/ 1104950 h 1607347"/>
                  <a:gd name="connsiteX7" fmla="*/ 1607296 w 3825891"/>
                  <a:gd name="connsiteY7" fmla="*/ 1357257 h 1607347"/>
                  <a:gd name="connsiteX8" fmla="*/ 1675030 w 3825891"/>
                  <a:gd name="connsiteY8" fmla="*/ 1359373 h 1607347"/>
                  <a:gd name="connsiteX9" fmla="*/ 1675031 w 3825891"/>
                  <a:gd name="connsiteY9" fmla="*/ 1177340 h 1607347"/>
                  <a:gd name="connsiteX10" fmla="*/ 1857064 w 3825891"/>
                  <a:gd name="connsiteY10" fmla="*/ 1149822 h 1607347"/>
                  <a:gd name="connsiteX11" fmla="*/ 1869765 w 3825891"/>
                  <a:gd name="connsiteY11" fmla="*/ 1412290 h 1607347"/>
                  <a:gd name="connsiteX12" fmla="*/ 1962898 w 3825891"/>
                  <a:gd name="connsiteY12" fmla="*/ 1435571 h 1607347"/>
                  <a:gd name="connsiteX13" fmla="*/ 2163981 w 3825891"/>
                  <a:gd name="connsiteY13" fmla="*/ 1431340 h 1607347"/>
                  <a:gd name="connsiteX14" fmla="*/ 2193615 w 3825891"/>
                  <a:gd name="connsiteY14" fmla="*/ 1372072 h 1607347"/>
                  <a:gd name="connsiteX15" fmla="*/ 2204198 w 3825891"/>
                  <a:gd name="connsiteY15" fmla="*/ 1175224 h 1607347"/>
                  <a:gd name="connsiteX16" fmla="*/ 2369297 w 3825891"/>
                  <a:gd name="connsiteY16" fmla="*/ 1183689 h 1607347"/>
                  <a:gd name="connsiteX17" fmla="*/ 2381997 w 3825891"/>
                  <a:gd name="connsiteY17" fmla="*/ 1374189 h 1607347"/>
                  <a:gd name="connsiteX18" fmla="*/ 2473015 w 3825891"/>
                  <a:gd name="connsiteY18" fmla="*/ 1398744 h 1607347"/>
                  <a:gd name="connsiteX19" fmla="*/ 2653777 w 3825891"/>
                  <a:gd name="connsiteY19" fmla="*/ 1322540 h 1607347"/>
                  <a:gd name="connsiteX20" fmla="*/ 2848086 w 3825891"/>
                  <a:gd name="connsiteY20" fmla="*/ 1185382 h 1607347"/>
                  <a:gd name="connsiteX21" fmla="*/ 3086847 w 3825891"/>
                  <a:gd name="connsiteY21" fmla="*/ 963556 h 1607347"/>
                  <a:gd name="connsiteX22" fmla="*/ 3429747 w 3825891"/>
                  <a:gd name="connsiteY22" fmla="*/ 569856 h 1607347"/>
                  <a:gd name="connsiteX23" fmla="*/ 3671047 w 3825891"/>
                  <a:gd name="connsiteY23" fmla="*/ 311623 h 1607347"/>
                  <a:gd name="connsiteX24" fmla="*/ 3798048 w 3825891"/>
                  <a:gd name="connsiteY24" fmla="*/ 61856 h 1607347"/>
                  <a:gd name="connsiteX25" fmla="*/ 3822600 w 3825891"/>
                  <a:gd name="connsiteY25" fmla="*/ 153297 h 1607347"/>
                  <a:gd name="connsiteX26" fmla="*/ 3747246 w 3825891"/>
                  <a:gd name="connsiteY26" fmla="*/ 324322 h 1607347"/>
                  <a:gd name="connsiteX27" fmla="*/ 3597387 w 3825891"/>
                  <a:gd name="connsiteY27" fmla="*/ 489423 h 1607347"/>
                  <a:gd name="connsiteX28" fmla="*/ 3368787 w 3825891"/>
                  <a:gd name="connsiteY28" fmla="*/ 745963 h 1607347"/>
                  <a:gd name="connsiteX29" fmla="*/ 3120714 w 3825891"/>
                  <a:gd name="connsiteY29" fmla="*/ 1039756 h 1607347"/>
                  <a:gd name="connsiteX30" fmla="*/ 2862057 w 3825891"/>
                  <a:gd name="connsiteY30" fmla="*/ 1332277 h 1607347"/>
                  <a:gd name="connsiteX31" fmla="*/ 2581385 w 3825891"/>
                  <a:gd name="connsiteY31" fmla="*/ 1515581 h 1607347"/>
                  <a:gd name="connsiteX32" fmla="*/ 2214356 w 3825891"/>
                  <a:gd name="connsiteY32" fmla="*/ 1603212 h 1607347"/>
                  <a:gd name="connsiteX33" fmla="*/ 1780018 w 3825891"/>
                  <a:gd name="connsiteY33" fmla="*/ 1583317 h 1607347"/>
                  <a:gd name="connsiteX34" fmla="*/ 1573429 w 3825891"/>
                  <a:gd name="connsiteY34" fmla="*/ 1497380 h 1607347"/>
                  <a:gd name="connsiteX35" fmla="*/ 1381237 w 3825891"/>
                  <a:gd name="connsiteY35" fmla="*/ 1316617 h 1607347"/>
                  <a:gd name="connsiteX36" fmla="*/ 1263126 w 3825891"/>
                  <a:gd name="connsiteY36" fmla="*/ 1149822 h 1607347"/>
                  <a:gd name="connsiteX37" fmla="*/ 51548 w 3825891"/>
                  <a:gd name="connsiteY37" fmla="*/ 57623 h 1607347"/>
                  <a:gd name="connsiteX0" fmla="*/ 1054476 w 3617241"/>
                  <a:gd name="connsiteY0" fmla="*/ 1093507 h 1551032"/>
                  <a:gd name="connsiteX1" fmla="*/ 30855 w 3617241"/>
                  <a:gd name="connsiteY1" fmla="*/ 121534 h 1551032"/>
                  <a:gd name="connsiteX2" fmla="*/ 277237 w 3617241"/>
                  <a:gd name="connsiteY2" fmla="*/ 327275 h 1551032"/>
                  <a:gd name="connsiteX3" fmla="*/ 387304 w 3617241"/>
                  <a:gd name="connsiteY3" fmla="*/ 458508 h 1551032"/>
                  <a:gd name="connsiteX4" fmla="*/ 634530 w 3617241"/>
                  <a:gd name="connsiteY4" fmla="*/ 747222 h 1551032"/>
                  <a:gd name="connsiteX5" fmla="*/ 825031 w 3617241"/>
                  <a:gd name="connsiteY5" fmla="*/ 881843 h 1551032"/>
                  <a:gd name="connsiteX6" fmla="*/ 1098500 w 3617241"/>
                  <a:gd name="connsiteY6" fmla="*/ 1048635 h 1551032"/>
                  <a:gd name="connsiteX7" fmla="*/ 1398646 w 3617241"/>
                  <a:gd name="connsiteY7" fmla="*/ 1300942 h 1551032"/>
                  <a:gd name="connsiteX8" fmla="*/ 1466380 w 3617241"/>
                  <a:gd name="connsiteY8" fmla="*/ 1303058 h 1551032"/>
                  <a:gd name="connsiteX9" fmla="*/ 1466381 w 3617241"/>
                  <a:gd name="connsiteY9" fmla="*/ 1121025 h 1551032"/>
                  <a:gd name="connsiteX10" fmla="*/ 1648414 w 3617241"/>
                  <a:gd name="connsiteY10" fmla="*/ 1093507 h 1551032"/>
                  <a:gd name="connsiteX11" fmla="*/ 1661115 w 3617241"/>
                  <a:gd name="connsiteY11" fmla="*/ 1355975 h 1551032"/>
                  <a:gd name="connsiteX12" fmla="*/ 1754248 w 3617241"/>
                  <a:gd name="connsiteY12" fmla="*/ 1379256 h 1551032"/>
                  <a:gd name="connsiteX13" fmla="*/ 1955331 w 3617241"/>
                  <a:gd name="connsiteY13" fmla="*/ 1375025 h 1551032"/>
                  <a:gd name="connsiteX14" fmla="*/ 1984965 w 3617241"/>
                  <a:gd name="connsiteY14" fmla="*/ 1315757 h 1551032"/>
                  <a:gd name="connsiteX15" fmla="*/ 1995548 w 3617241"/>
                  <a:gd name="connsiteY15" fmla="*/ 1118909 h 1551032"/>
                  <a:gd name="connsiteX16" fmla="*/ 2160647 w 3617241"/>
                  <a:gd name="connsiteY16" fmla="*/ 1127374 h 1551032"/>
                  <a:gd name="connsiteX17" fmla="*/ 2173347 w 3617241"/>
                  <a:gd name="connsiteY17" fmla="*/ 1317874 h 1551032"/>
                  <a:gd name="connsiteX18" fmla="*/ 2264365 w 3617241"/>
                  <a:gd name="connsiteY18" fmla="*/ 1342429 h 1551032"/>
                  <a:gd name="connsiteX19" fmla="*/ 2445127 w 3617241"/>
                  <a:gd name="connsiteY19" fmla="*/ 1266225 h 1551032"/>
                  <a:gd name="connsiteX20" fmla="*/ 2639436 w 3617241"/>
                  <a:gd name="connsiteY20" fmla="*/ 1129067 h 1551032"/>
                  <a:gd name="connsiteX21" fmla="*/ 2878197 w 3617241"/>
                  <a:gd name="connsiteY21" fmla="*/ 907241 h 1551032"/>
                  <a:gd name="connsiteX22" fmla="*/ 3221097 w 3617241"/>
                  <a:gd name="connsiteY22" fmla="*/ 513541 h 1551032"/>
                  <a:gd name="connsiteX23" fmla="*/ 3462397 w 3617241"/>
                  <a:gd name="connsiteY23" fmla="*/ 255308 h 1551032"/>
                  <a:gd name="connsiteX24" fmla="*/ 3589398 w 3617241"/>
                  <a:gd name="connsiteY24" fmla="*/ 5541 h 1551032"/>
                  <a:gd name="connsiteX25" fmla="*/ 3613950 w 3617241"/>
                  <a:gd name="connsiteY25" fmla="*/ 96982 h 1551032"/>
                  <a:gd name="connsiteX26" fmla="*/ 3538596 w 3617241"/>
                  <a:gd name="connsiteY26" fmla="*/ 268007 h 1551032"/>
                  <a:gd name="connsiteX27" fmla="*/ 3388737 w 3617241"/>
                  <a:gd name="connsiteY27" fmla="*/ 433108 h 1551032"/>
                  <a:gd name="connsiteX28" fmla="*/ 3160137 w 3617241"/>
                  <a:gd name="connsiteY28" fmla="*/ 689648 h 1551032"/>
                  <a:gd name="connsiteX29" fmla="*/ 2912064 w 3617241"/>
                  <a:gd name="connsiteY29" fmla="*/ 983441 h 1551032"/>
                  <a:gd name="connsiteX30" fmla="*/ 2653407 w 3617241"/>
                  <a:gd name="connsiteY30" fmla="*/ 1275962 h 1551032"/>
                  <a:gd name="connsiteX31" fmla="*/ 2372735 w 3617241"/>
                  <a:gd name="connsiteY31" fmla="*/ 1459266 h 1551032"/>
                  <a:gd name="connsiteX32" fmla="*/ 2005706 w 3617241"/>
                  <a:gd name="connsiteY32" fmla="*/ 1546897 h 1551032"/>
                  <a:gd name="connsiteX33" fmla="*/ 1571368 w 3617241"/>
                  <a:gd name="connsiteY33" fmla="*/ 1527002 h 1551032"/>
                  <a:gd name="connsiteX34" fmla="*/ 1364779 w 3617241"/>
                  <a:gd name="connsiteY34" fmla="*/ 1441065 h 1551032"/>
                  <a:gd name="connsiteX35" fmla="*/ 1172587 w 3617241"/>
                  <a:gd name="connsiteY35" fmla="*/ 1260302 h 1551032"/>
                  <a:gd name="connsiteX36" fmla="*/ 1054476 w 3617241"/>
                  <a:gd name="connsiteY36" fmla="*/ 1093507 h 1551032"/>
                  <a:gd name="connsiteX0" fmla="*/ 1052789 w 3615554"/>
                  <a:gd name="connsiteY0" fmla="*/ 1093507 h 1551032"/>
                  <a:gd name="connsiteX1" fmla="*/ 29168 w 3615554"/>
                  <a:gd name="connsiteY1" fmla="*/ 121534 h 1551032"/>
                  <a:gd name="connsiteX2" fmla="*/ 275550 w 3615554"/>
                  <a:gd name="connsiteY2" fmla="*/ 327275 h 1551032"/>
                  <a:gd name="connsiteX3" fmla="*/ 233217 w 3615554"/>
                  <a:gd name="connsiteY3" fmla="*/ 560108 h 1551032"/>
                  <a:gd name="connsiteX4" fmla="*/ 632843 w 3615554"/>
                  <a:gd name="connsiteY4" fmla="*/ 747222 h 1551032"/>
                  <a:gd name="connsiteX5" fmla="*/ 823344 w 3615554"/>
                  <a:gd name="connsiteY5" fmla="*/ 881843 h 1551032"/>
                  <a:gd name="connsiteX6" fmla="*/ 1096813 w 3615554"/>
                  <a:gd name="connsiteY6" fmla="*/ 1048635 h 1551032"/>
                  <a:gd name="connsiteX7" fmla="*/ 1396959 w 3615554"/>
                  <a:gd name="connsiteY7" fmla="*/ 1300942 h 1551032"/>
                  <a:gd name="connsiteX8" fmla="*/ 1464693 w 3615554"/>
                  <a:gd name="connsiteY8" fmla="*/ 1303058 h 1551032"/>
                  <a:gd name="connsiteX9" fmla="*/ 1464694 w 3615554"/>
                  <a:gd name="connsiteY9" fmla="*/ 1121025 h 1551032"/>
                  <a:gd name="connsiteX10" fmla="*/ 1646727 w 3615554"/>
                  <a:gd name="connsiteY10" fmla="*/ 1093507 h 1551032"/>
                  <a:gd name="connsiteX11" fmla="*/ 1659428 w 3615554"/>
                  <a:gd name="connsiteY11" fmla="*/ 1355975 h 1551032"/>
                  <a:gd name="connsiteX12" fmla="*/ 1752561 w 3615554"/>
                  <a:gd name="connsiteY12" fmla="*/ 1379256 h 1551032"/>
                  <a:gd name="connsiteX13" fmla="*/ 1953644 w 3615554"/>
                  <a:gd name="connsiteY13" fmla="*/ 1375025 h 1551032"/>
                  <a:gd name="connsiteX14" fmla="*/ 1983278 w 3615554"/>
                  <a:gd name="connsiteY14" fmla="*/ 1315757 h 1551032"/>
                  <a:gd name="connsiteX15" fmla="*/ 1993861 w 3615554"/>
                  <a:gd name="connsiteY15" fmla="*/ 1118909 h 1551032"/>
                  <a:gd name="connsiteX16" fmla="*/ 2158960 w 3615554"/>
                  <a:gd name="connsiteY16" fmla="*/ 1127374 h 1551032"/>
                  <a:gd name="connsiteX17" fmla="*/ 2171660 w 3615554"/>
                  <a:gd name="connsiteY17" fmla="*/ 1317874 h 1551032"/>
                  <a:gd name="connsiteX18" fmla="*/ 2262678 w 3615554"/>
                  <a:gd name="connsiteY18" fmla="*/ 1342429 h 1551032"/>
                  <a:gd name="connsiteX19" fmla="*/ 2443440 w 3615554"/>
                  <a:gd name="connsiteY19" fmla="*/ 1266225 h 1551032"/>
                  <a:gd name="connsiteX20" fmla="*/ 2637749 w 3615554"/>
                  <a:gd name="connsiteY20" fmla="*/ 1129067 h 1551032"/>
                  <a:gd name="connsiteX21" fmla="*/ 2876510 w 3615554"/>
                  <a:gd name="connsiteY21" fmla="*/ 907241 h 1551032"/>
                  <a:gd name="connsiteX22" fmla="*/ 3219410 w 3615554"/>
                  <a:gd name="connsiteY22" fmla="*/ 513541 h 1551032"/>
                  <a:gd name="connsiteX23" fmla="*/ 3460710 w 3615554"/>
                  <a:gd name="connsiteY23" fmla="*/ 255308 h 1551032"/>
                  <a:gd name="connsiteX24" fmla="*/ 3587711 w 3615554"/>
                  <a:gd name="connsiteY24" fmla="*/ 5541 h 1551032"/>
                  <a:gd name="connsiteX25" fmla="*/ 3612263 w 3615554"/>
                  <a:gd name="connsiteY25" fmla="*/ 96982 h 1551032"/>
                  <a:gd name="connsiteX26" fmla="*/ 3536909 w 3615554"/>
                  <a:gd name="connsiteY26" fmla="*/ 268007 h 1551032"/>
                  <a:gd name="connsiteX27" fmla="*/ 3387050 w 3615554"/>
                  <a:gd name="connsiteY27" fmla="*/ 433108 h 1551032"/>
                  <a:gd name="connsiteX28" fmla="*/ 3158450 w 3615554"/>
                  <a:gd name="connsiteY28" fmla="*/ 689648 h 1551032"/>
                  <a:gd name="connsiteX29" fmla="*/ 2910377 w 3615554"/>
                  <a:gd name="connsiteY29" fmla="*/ 983441 h 1551032"/>
                  <a:gd name="connsiteX30" fmla="*/ 2651720 w 3615554"/>
                  <a:gd name="connsiteY30" fmla="*/ 1275962 h 1551032"/>
                  <a:gd name="connsiteX31" fmla="*/ 2371048 w 3615554"/>
                  <a:gd name="connsiteY31" fmla="*/ 1459266 h 1551032"/>
                  <a:gd name="connsiteX32" fmla="*/ 2004019 w 3615554"/>
                  <a:gd name="connsiteY32" fmla="*/ 1546897 h 1551032"/>
                  <a:gd name="connsiteX33" fmla="*/ 1569681 w 3615554"/>
                  <a:gd name="connsiteY33" fmla="*/ 1527002 h 1551032"/>
                  <a:gd name="connsiteX34" fmla="*/ 1363092 w 3615554"/>
                  <a:gd name="connsiteY34" fmla="*/ 1441065 h 1551032"/>
                  <a:gd name="connsiteX35" fmla="*/ 1170900 w 3615554"/>
                  <a:gd name="connsiteY35" fmla="*/ 1260302 h 1551032"/>
                  <a:gd name="connsiteX36" fmla="*/ 1052789 w 3615554"/>
                  <a:gd name="connsiteY36" fmla="*/ 1093507 h 1551032"/>
                  <a:gd name="connsiteX0" fmla="*/ 1057154 w 3619919"/>
                  <a:gd name="connsiteY0" fmla="*/ 1093507 h 1551032"/>
                  <a:gd name="connsiteX1" fmla="*/ 33533 w 3619919"/>
                  <a:gd name="connsiteY1" fmla="*/ 121534 h 1551032"/>
                  <a:gd name="connsiteX2" fmla="*/ 279915 w 3619919"/>
                  <a:gd name="connsiteY2" fmla="*/ 327275 h 1551032"/>
                  <a:gd name="connsiteX3" fmla="*/ 603342 w 3619919"/>
                  <a:gd name="connsiteY3" fmla="*/ 361988 h 1551032"/>
                  <a:gd name="connsiteX4" fmla="*/ 637208 w 3619919"/>
                  <a:gd name="connsiteY4" fmla="*/ 747222 h 1551032"/>
                  <a:gd name="connsiteX5" fmla="*/ 827709 w 3619919"/>
                  <a:gd name="connsiteY5" fmla="*/ 881843 h 1551032"/>
                  <a:gd name="connsiteX6" fmla="*/ 1101178 w 3619919"/>
                  <a:gd name="connsiteY6" fmla="*/ 1048635 h 1551032"/>
                  <a:gd name="connsiteX7" fmla="*/ 1401324 w 3619919"/>
                  <a:gd name="connsiteY7" fmla="*/ 1300942 h 1551032"/>
                  <a:gd name="connsiteX8" fmla="*/ 1469058 w 3619919"/>
                  <a:gd name="connsiteY8" fmla="*/ 1303058 h 1551032"/>
                  <a:gd name="connsiteX9" fmla="*/ 1469059 w 3619919"/>
                  <a:gd name="connsiteY9" fmla="*/ 1121025 h 1551032"/>
                  <a:gd name="connsiteX10" fmla="*/ 1651092 w 3619919"/>
                  <a:gd name="connsiteY10" fmla="*/ 1093507 h 1551032"/>
                  <a:gd name="connsiteX11" fmla="*/ 1663793 w 3619919"/>
                  <a:gd name="connsiteY11" fmla="*/ 1355975 h 1551032"/>
                  <a:gd name="connsiteX12" fmla="*/ 1756926 w 3619919"/>
                  <a:gd name="connsiteY12" fmla="*/ 1379256 h 1551032"/>
                  <a:gd name="connsiteX13" fmla="*/ 1958009 w 3619919"/>
                  <a:gd name="connsiteY13" fmla="*/ 1375025 h 1551032"/>
                  <a:gd name="connsiteX14" fmla="*/ 1987643 w 3619919"/>
                  <a:gd name="connsiteY14" fmla="*/ 1315757 h 1551032"/>
                  <a:gd name="connsiteX15" fmla="*/ 1998226 w 3619919"/>
                  <a:gd name="connsiteY15" fmla="*/ 1118909 h 1551032"/>
                  <a:gd name="connsiteX16" fmla="*/ 2163325 w 3619919"/>
                  <a:gd name="connsiteY16" fmla="*/ 1127374 h 1551032"/>
                  <a:gd name="connsiteX17" fmla="*/ 2176025 w 3619919"/>
                  <a:gd name="connsiteY17" fmla="*/ 1317874 h 1551032"/>
                  <a:gd name="connsiteX18" fmla="*/ 2267043 w 3619919"/>
                  <a:gd name="connsiteY18" fmla="*/ 1342429 h 1551032"/>
                  <a:gd name="connsiteX19" fmla="*/ 2447805 w 3619919"/>
                  <a:gd name="connsiteY19" fmla="*/ 1266225 h 1551032"/>
                  <a:gd name="connsiteX20" fmla="*/ 2642114 w 3619919"/>
                  <a:gd name="connsiteY20" fmla="*/ 1129067 h 1551032"/>
                  <a:gd name="connsiteX21" fmla="*/ 2880875 w 3619919"/>
                  <a:gd name="connsiteY21" fmla="*/ 907241 h 1551032"/>
                  <a:gd name="connsiteX22" fmla="*/ 3223775 w 3619919"/>
                  <a:gd name="connsiteY22" fmla="*/ 513541 h 1551032"/>
                  <a:gd name="connsiteX23" fmla="*/ 3465075 w 3619919"/>
                  <a:gd name="connsiteY23" fmla="*/ 255308 h 1551032"/>
                  <a:gd name="connsiteX24" fmla="*/ 3592076 w 3619919"/>
                  <a:gd name="connsiteY24" fmla="*/ 5541 h 1551032"/>
                  <a:gd name="connsiteX25" fmla="*/ 3616628 w 3619919"/>
                  <a:gd name="connsiteY25" fmla="*/ 96982 h 1551032"/>
                  <a:gd name="connsiteX26" fmla="*/ 3541274 w 3619919"/>
                  <a:gd name="connsiteY26" fmla="*/ 268007 h 1551032"/>
                  <a:gd name="connsiteX27" fmla="*/ 3391415 w 3619919"/>
                  <a:gd name="connsiteY27" fmla="*/ 433108 h 1551032"/>
                  <a:gd name="connsiteX28" fmla="*/ 3162815 w 3619919"/>
                  <a:gd name="connsiteY28" fmla="*/ 689648 h 1551032"/>
                  <a:gd name="connsiteX29" fmla="*/ 2914742 w 3619919"/>
                  <a:gd name="connsiteY29" fmla="*/ 983441 h 1551032"/>
                  <a:gd name="connsiteX30" fmla="*/ 2656085 w 3619919"/>
                  <a:gd name="connsiteY30" fmla="*/ 1275962 h 1551032"/>
                  <a:gd name="connsiteX31" fmla="*/ 2375413 w 3619919"/>
                  <a:gd name="connsiteY31" fmla="*/ 1459266 h 1551032"/>
                  <a:gd name="connsiteX32" fmla="*/ 2008384 w 3619919"/>
                  <a:gd name="connsiteY32" fmla="*/ 1546897 h 1551032"/>
                  <a:gd name="connsiteX33" fmla="*/ 1574046 w 3619919"/>
                  <a:gd name="connsiteY33" fmla="*/ 1527002 h 1551032"/>
                  <a:gd name="connsiteX34" fmla="*/ 1367457 w 3619919"/>
                  <a:gd name="connsiteY34" fmla="*/ 1441065 h 1551032"/>
                  <a:gd name="connsiteX35" fmla="*/ 1175265 w 3619919"/>
                  <a:gd name="connsiteY35" fmla="*/ 1260302 h 1551032"/>
                  <a:gd name="connsiteX36" fmla="*/ 1057154 w 3619919"/>
                  <a:gd name="connsiteY36" fmla="*/ 1093507 h 1551032"/>
                  <a:gd name="connsiteX0" fmla="*/ 1057154 w 3619919"/>
                  <a:gd name="connsiteY0" fmla="*/ 1093507 h 1551032"/>
                  <a:gd name="connsiteX1" fmla="*/ 33533 w 3619919"/>
                  <a:gd name="connsiteY1" fmla="*/ 121534 h 1551032"/>
                  <a:gd name="connsiteX2" fmla="*/ 279915 w 3619919"/>
                  <a:gd name="connsiteY2" fmla="*/ 327275 h 1551032"/>
                  <a:gd name="connsiteX3" fmla="*/ 603342 w 3619919"/>
                  <a:gd name="connsiteY3" fmla="*/ 361988 h 1551032"/>
                  <a:gd name="connsiteX4" fmla="*/ 718488 w 3619919"/>
                  <a:gd name="connsiteY4" fmla="*/ 671022 h 1551032"/>
                  <a:gd name="connsiteX5" fmla="*/ 827709 w 3619919"/>
                  <a:gd name="connsiteY5" fmla="*/ 881843 h 1551032"/>
                  <a:gd name="connsiteX6" fmla="*/ 1101178 w 3619919"/>
                  <a:gd name="connsiteY6" fmla="*/ 1048635 h 1551032"/>
                  <a:gd name="connsiteX7" fmla="*/ 1401324 w 3619919"/>
                  <a:gd name="connsiteY7" fmla="*/ 1300942 h 1551032"/>
                  <a:gd name="connsiteX8" fmla="*/ 1469058 w 3619919"/>
                  <a:gd name="connsiteY8" fmla="*/ 1303058 h 1551032"/>
                  <a:gd name="connsiteX9" fmla="*/ 1469059 w 3619919"/>
                  <a:gd name="connsiteY9" fmla="*/ 1121025 h 1551032"/>
                  <a:gd name="connsiteX10" fmla="*/ 1651092 w 3619919"/>
                  <a:gd name="connsiteY10" fmla="*/ 1093507 h 1551032"/>
                  <a:gd name="connsiteX11" fmla="*/ 1663793 w 3619919"/>
                  <a:gd name="connsiteY11" fmla="*/ 1355975 h 1551032"/>
                  <a:gd name="connsiteX12" fmla="*/ 1756926 w 3619919"/>
                  <a:gd name="connsiteY12" fmla="*/ 1379256 h 1551032"/>
                  <a:gd name="connsiteX13" fmla="*/ 1958009 w 3619919"/>
                  <a:gd name="connsiteY13" fmla="*/ 1375025 h 1551032"/>
                  <a:gd name="connsiteX14" fmla="*/ 1987643 w 3619919"/>
                  <a:gd name="connsiteY14" fmla="*/ 1315757 h 1551032"/>
                  <a:gd name="connsiteX15" fmla="*/ 1998226 w 3619919"/>
                  <a:gd name="connsiteY15" fmla="*/ 1118909 h 1551032"/>
                  <a:gd name="connsiteX16" fmla="*/ 2163325 w 3619919"/>
                  <a:gd name="connsiteY16" fmla="*/ 1127374 h 1551032"/>
                  <a:gd name="connsiteX17" fmla="*/ 2176025 w 3619919"/>
                  <a:gd name="connsiteY17" fmla="*/ 1317874 h 1551032"/>
                  <a:gd name="connsiteX18" fmla="*/ 2267043 w 3619919"/>
                  <a:gd name="connsiteY18" fmla="*/ 1342429 h 1551032"/>
                  <a:gd name="connsiteX19" fmla="*/ 2447805 w 3619919"/>
                  <a:gd name="connsiteY19" fmla="*/ 1266225 h 1551032"/>
                  <a:gd name="connsiteX20" fmla="*/ 2642114 w 3619919"/>
                  <a:gd name="connsiteY20" fmla="*/ 1129067 h 1551032"/>
                  <a:gd name="connsiteX21" fmla="*/ 2880875 w 3619919"/>
                  <a:gd name="connsiteY21" fmla="*/ 907241 h 1551032"/>
                  <a:gd name="connsiteX22" fmla="*/ 3223775 w 3619919"/>
                  <a:gd name="connsiteY22" fmla="*/ 513541 h 1551032"/>
                  <a:gd name="connsiteX23" fmla="*/ 3465075 w 3619919"/>
                  <a:gd name="connsiteY23" fmla="*/ 255308 h 1551032"/>
                  <a:gd name="connsiteX24" fmla="*/ 3592076 w 3619919"/>
                  <a:gd name="connsiteY24" fmla="*/ 5541 h 1551032"/>
                  <a:gd name="connsiteX25" fmla="*/ 3616628 w 3619919"/>
                  <a:gd name="connsiteY25" fmla="*/ 96982 h 1551032"/>
                  <a:gd name="connsiteX26" fmla="*/ 3541274 w 3619919"/>
                  <a:gd name="connsiteY26" fmla="*/ 268007 h 1551032"/>
                  <a:gd name="connsiteX27" fmla="*/ 3391415 w 3619919"/>
                  <a:gd name="connsiteY27" fmla="*/ 433108 h 1551032"/>
                  <a:gd name="connsiteX28" fmla="*/ 3162815 w 3619919"/>
                  <a:gd name="connsiteY28" fmla="*/ 689648 h 1551032"/>
                  <a:gd name="connsiteX29" fmla="*/ 2914742 w 3619919"/>
                  <a:gd name="connsiteY29" fmla="*/ 983441 h 1551032"/>
                  <a:gd name="connsiteX30" fmla="*/ 2656085 w 3619919"/>
                  <a:gd name="connsiteY30" fmla="*/ 1275962 h 1551032"/>
                  <a:gd name="connsiteX31" fmla="*/ 2375413 w 3619919"/>
                  <a:gd name="connsiteY31" fmla="*/ 1459266 h 1551032"/>
                  <a:gd name="connsiteX32" fmla="*/ 2008384 w 3619919"/>
                  <a:gd name="connsiteY32" fmla="*/ 1546897 h 1551032"/>
                  <a:gd name="connsiteX33" fmla="*/ 1574046 w 3619919"/>
                  <a:gd name="connsiteY33" fmla="*/ 1527002 h 1551032"/>
                  <a:gd name="connsiteX34" fmla="*/ 1367457 w 3619919"/>
                  <a:gd name="connsiteY34" fmla="*/ 1441065 h 1551032"/>
                  <a:gd name="connsiteX35" fmla="*/ 1175265 w 3619919"/>
                  <a:gd name="connsiteY35" fmla="*/ 1260302 h 1551032"/>
                  <a:gd name="connsiteX36" fmla="*/ 1057154 w 3619919"/>
                  <a:gd name="connsiteY36" fmla="*/ 1093507 h 1551032"/>
                  <a:gd name="connsiteX0" fmla="*/ 1057154 w 3619919"/>
                  <a:gd name="connsiteY0" fmla="*/ 1093507 h 1551032"/>
                  <a:gd name="connsiteX1" fmla="*/ 33533 w 3619919"/>
                  <a:gd name="connsiteY1" fmla="*/ 121534 h 1551032"/>
                  <a:gd name="connsiteX2" fmla="*/ 279915 w 3619919"/>
                  <a:gd name="connsiteY2" fmla="*/ 327275 h 1551032"/>
                  <a:gd name="connsiteX3" fmla="*/ 603342 w 3619919"/>
                  <a:gd name="connsiteY3" fmla="*/ 361988 h 1551032"/>
                  <a:gd name="connsiteX4" fmla="*/ 718488 w 3619919"/>
                  <a:gd name="connsiteY4" fmla="*/ 671022 h 1551032"/>
                  <a:gd name="connsiteX5" fmla="*/ 883589 w 3619919"/>
                  <a:gd name="connsiteY5" fmla="*/ 820883 h 1551032"/>
                  <a:gd name="connsiteX6" fmla="*/ 1101178 w 3619919"/>
                  <a:gd name="connsiteY6" fmla="*/ 1048635 h 1551032"/>
                  <a:gd name="connsiteX7" fmla="*/ 1401324 w 3619919"/>
                  <a:gd name="connsiteY7" fmla="*/ 1300942 h 1551032"/>
                  <a:gd name="connsiteX8" fmla="*/ 1469058 w 3619919"/>
                  <a:gd name="connsiteY8" fmla="*/ 1303058 h 1551032"/>
                  <a:gd name="connsiteX9" fmla="*/ 1469059 w 3619919"/>
                  <a:gd name="connsiteY9" fmla="*/ 1121025 h 1551032"/>
                  <a:gd name="connsiteX10" fmla="*/ 1651092 w 3619919"/>
                  <a:gd name="connsiteY10" fmla="*/ 1093507 h 1551032"/>
                  <a:gd name="connsiteX11" fmla="*/ 1663793 w 3619919"/>
                  <a:gd name="connsiteY11" fmla="*/ 1355975 h 1551032"/>
                  <a:gd name="connsiteX12" fmla="*/ 1756926 w 3619919"/>
                  <a:gd name="connsiteY12" fmla="*/ 1379256 h 1551032"/>
                  <a:gd name="connsiteX13" fmla="*/ 1958009 w 3619919"/>
                  <a:gd name="connsiteY13" fmla="*/ 1375025 h 1551032"/>
                  <a:gd name="connsiteX14" fmla="*/ 1987643 w 3619919"/>
                  <a:gd name="connsiteY14" fmla="*/ 1315757 h 1551032"/>
                  <a:gd name="connsiteX15" fmla="*/ 1998226 w 3619919"/>
                  <a:gd name="connsiteY15" fmla="*/ 1118909 h 1551032"/>
                  <a:gd name="connsiteX16" fmla="*/ 2163325 w 3619919"/>
                  <a:gd name="connsiteY16" fmla="*/ 1127374 h 1551032"/>
                  <a:gd name="connsiteX17" fmla="*/ 2176025 w 3619919"/>
                  <a:gd name="connsiteY17" fmla="*/ 1317874 h 1551032"/>
                  <a:gd name="connsiteX18" fmla="*/ 2267043 w 3619919"/>
                  <a:gd name="connsiteY18" fmla="*/ 1342429 h 1551032"/>
                  <a:gd name="connsiteX19" fmla="*/ 2447805 w 3619919"/>
                  <a:gd name="connsiteY19" fmla="*/ 1266225 h 1551032"/>
                  <a:gd name="connsiteX20" fmla="*/ 2642114 w 3619919"/>
                  <a:gd name="connsiteY20" fmla="*/ 1129067 h 1551032"/>
                  <a:gd name="connsiteX21" fmla="*/ 2880875 w 3619919"/>
                  <a:gd name="connsiteY21" fmla="*/ 907241 h 1551032"/>
                  <a:gd name="connsiteX22" fmla="*/ 3223775 w 3619919"/>
                  <a:gd name="connsiteY22" fmla="*/ 513541 h 1551032"/>
                  <a:gd name="connsiteX23" fmla="*/ 3465075 w 3619919"/>
                  <a:gd name="connsiteY23" fmla="*/ 255308 h 1551032"/>
                  <a:gd name="connsiteX24" fmla="*/ 3592076 w 3619919"/>
                  <a:gd name="connsiteY24" fmla="*/ 5541 h 1551032"/>
                  <a:gd name="connsiteX25" fmla="*/ 3616628 w 3619919"/>
                  <a:gd name="connsiteY25" fmla="*/ 96982 h 1551032"/>
                  <a:gd name="connsiteX26" fmla="*/ 3541274 w 3619919"/>
                  <a:gd name="connsiteY26" fmla="*/ 268007 h 1551032"/>
                  <a:gd name="connsiteX27" fmla="*/ 3391415 w 3619919"/>
                  <a:gd name="connsiteY27" fmla="*/ 433108 h 1551032"/>
                  <a:gd name="connsiteX28" fmla="*/ 3162815 w 3619919"/>
                  <a:gd name="connsiteY28" fmla="*/ 689648 h 1551032"/>
                  <a:gd name="connsiteX29" fmla="*/ 2914742 w 3619919"/>
                  <a:gd name="connsiteY29" fmla="*/ 983441 h 1551032"/>
                  <a:gd name="connsiteX30" fmla="*/ 2656085 w 3619919"/>
                  <a:gd name="connsiteY30" fmla="*/ 1275962 h 1551032"/>
                  <a:gd name="connsiteX31" fmla="*/ 2375413 w 3619919"/>
                  <a:gd name="connsiteY31" fmla="*/ 1459266 h 1551032"/>
                  <a:gd name="connsiteX32" fmla="*/ 2008384 w 3619919"/>
                  <a:gd name="connsiteY32" fmla="*/ 1546897 h 1551032"/>
                  <a:gd name="connsiteX33" fmla="*/ 1574046 w 3619919"/>
                  <a:gd name="connsiteY33" fmla="*/ 1527002 h 1551032"/>
                  <a:gd name="connsiteX34" fmla="*/ 1367457 w 3619919"/>
                  <a:gd name="connsiteY34" fmla="*/ 1441065 h 1551032"/>
                  <a:gd name="connsiteX35" fmla="*/ 1175265 w 3619919"/>
                  <a:gd name="connsiteY35" fmla="*/ 1260302 h 1551032"/>
                  <a:gd name="connsiteX36" fmla="*/ 1057154 w 3619919"/>
                  <a:gd name="connsiteY36" fmla="*/ 1093507 h 1551032"/>
                  <a:gd name="connsiteX0" fmla="*/ 1024829 w 3618074"/>
                  <a:gd name="connsiteY0" fmla="*/ 1149387 h 1551032"/>
                  <a:gd name="connsiteX1" fmla="*/ 31688 w 3618074"/>
                  <a:gd name="connsiteY1" fmla="*/ 121534 h 1551032"/>
                  <a:gd name="connsiteX2" fmla="*/ 278070 w 3618074"/>
                  <a:gd name="connsiteY2" fmla="*/ 327275 h 1551032"/>
                  <a:gd name="connsiteX3" fmla="*/ 601497 w 3618074"/>
                  <a:gd name="connsiteY3" fmla="*/ 361988 h 1551032"/>
                  <a:gd name="connsiteX4" fmla="*/ 716643 w 3618074"/>
                  <a:gd name="connsiteY4" fmla="*/ 671022 h 1551032"/>
                  <a:gd name="connsiteX5" fmla="*/ 881744 w 3618074"/>
                  <a:gd name="connsiteY5" fmla="*/ 820883 h 1551032"/>
                  <a:gd name="connsiteX6" fmla="*/ 1099333 w 3618074"/>
                  <a:gd name="connsiteY6" fmla="*/ 1048635 h 1551032"/>
                  <a:gd name="connsiteX7" fmla="*/ 1399479 w 3618074"/>
                  <a:gd name="connsiteY7" fmla="*/ 1300942 h 1551032"/>
                  <a:gd name="connsiteX8" fmla="*/ 1467213 w 3618074"/>
                  <a:gd name="connsiteY8" fmla="*/ 1303058 h 1551032"/>
                  <a:gd name="connsiteX9" fmla="*/ 1467214 w 3618074"/>
                  <a:gd name="connsiteY9" fmla="*/ 1121025 h 1551032"/>
                  <a:gd name="connsiteX10" fmla="*/ 1649247 w 3618074"/>
                  <a:gd name="connsiteY10" fmla="*/ 1093507 h 1551032"/>
                  <a:gd name="connsiteX11" fmla="*/ 1661948 w 3618074"/>
                  <a:gd name="connsiteY11" fmla="*/ 1355975 h 1551032"/>
                  <a:gd name="connsiteX12" fmla="*/ 1755081 w 3618074"/>
                  <a:gd name="connsiteY12" fmla="*/ 1379256 h 1551032"/>
                  <a:gd name="connsiteX13" fmla="*/ 1956164 w 3618074"/>
                  <a:gd name="connsiteY13" fmla="*/ 1375025 h 1551032"/>
                  <a:gd name="connsiteX14" fmla="*/ 1985798 w 3618074"/>
                  <a:gd name="connsiteY14" fmla="*/ 1315757 h 1551032"/>
                  <a:gd name="connsiteX15" fmla="*/ 1996381 w 3618074"/>
                  <a:gd name="connsiteY15" fmla="*/ 1118909 h 1551032"/>
                  <a:gd name="connsiteX16" fmla="*/ 2161480 w 3618074"/>
                  <a:gd name="connsiteY16" fmla="*/ 1127374 h 1551032"/>
                  <a:gd name="connsiteX17" fmla="*/ 2174180 w 3618074"/>
                  <a:gd name="connsiteY17" fmla="*/ 1317874 h 1551032"/>
                  <a:gd name="connsiteX18" fmla="*/ 2265198 w 3618074"/>
                  <a:gd name="connsiteY18" fmla="*/ 1342429 h 1551032"/>
                  <a:gd name="connsiteX19" fmla="*/ 2445960 w 3618074"/>
                  <a:gd name="connsiteY19" fmla="*/ 1266225 h 1551032"/>
                  <a:gd name="connsiteX20" fmla="*/ 2640269 w 3618074"/>
                  <a:gd name="connsiteY20" fmla="*/ 1129067 h 1551032"/>
                  <a:gd name="connsiteX21" fmla="*/ 2879030 w 3618074"/>
                  <a:gd name="connsiteY21" fmla="*/ 907241 h 1551032"/>
                  <a:gd name="connsiteX22" fmla="*/ 3221930 w 3618074"/>
                  <a:gd name="connsiteY22" fmla="*/ 513541 h 1551032"/>
                  <a:gd name="connsiteX23" fmla="*/ 3463230 w 3618074"/>
                  <a:gd name="connsiteY23" fmla="*/ 255308 h 1551032"/>
                  <a:gd name="connsiteX24" fmla="*/ 3590231 w 3618074"/>
                  <a:gd name="connsiteY24" fmla="*/ 5541 h 1551032"/>
                  <a:gd name="connsiteX25" fmla="*/ 3614783 w 3618074"/>
                  <a:gd name="connsiteY25" fmla="*/ 96982 h 1551032"/>
                  <a:gd name="connsiteX26" fmla="*/ 3539429 w 3618074"/>
                  <a:gd name="connsiteY26" fmla="*/ 268007 h 1551032"/>
                  <a:gd name="connsiteX27" fmla="*/ 3389570 w 3618074"/>
                  <a:gd name="connsiteY27" fmla="*/ 433108 h 1551032"/>
                  <a:gd name="connsiteX28" fmla="*/ 3160970 w 3618074"/>
                  <a:gd name="connsiteY28" fmla="*/ 689648 h 1551032"/>
                  <a:gd name="connsiteX29" fmla="*/ 2912897 w 3618074"/>
                  <a:gd name="connsiteY29" fmla="*/ 983441 h 1551032"/>
                  <a:gd name="connsiteX30" fmla="*/ 2654240 w 3618074"/>
                  <a:gd name="connsiteY30" fmla="*/ 1275962 h 1551032"/>
                  <a:gd name="connsiteX31" fmla="*/ 2373568 w 3618074"/>
                  <a:gd name="connsiteY31" fmla="*/ 1459266 h 1551032"/>
                  <a:gd name="connsiteX32" fmla="*/ 2006539 w 3618074"/>
                  <a:gd name="connsiteY32" fmla="*/ 1546897 h 1551032"/>
                  <a:gd name="connsiteX33" fmla="*/ 1572201 w 3618074"/>
                  <a:gd name="connsiteY33" fmla="*/ 1527002 h 1551032"/>
                  <a:gd name="connsiteX34" fmla="*/ 1365612 w 3618074"/>
                  <a:gd name="connsiteY34" fmla="*/ 1441065 h 1551032"/>
                  <a:gd name="connsiteX35" fmla="*/ 1173420 w 3618074"/>
                  <a:gd name="connsiteY35" fmla="*/ 1260302 h 1551032"/>
                  <a:gd name="connsiteX36" fmla="*/ 1024829 w 3618074"/>
                  <a:gd name="connsiteY36" fmla="*/ 1149387 h 1551032"/>
                  <a:gd name="connsiteX0" fmla="*/ 756826 w 3350071"/>
                  <a:gd name="connsiteY0" fmla="*/ 1149387 h 1551032"/>
                  <a:gd name="connsiteX1" fmla="*/ 10067 w 3350071"/>
                  <a:gd name="connsiteY1" fmla="*/ 327275 h 1551032"/>
                  <a:gd name="connsiteX2" fmla="*/ 333494 w 3350071"/>
                  <a:gd name="connsiteY2" fmla="*/ 361988 h 1551032"/>
                  <a:gd name="connsiteX3" fmla="*/ 448640 w 3350071"/>
                  <a:gd name="connsiteY3" fmla="*/ 671022 h 1551032"/>
                  <a:gd name="connsiteX4" fmla="*/ 613741 w 3350071"/>
                  <a:gd name="connsiteY4" fmla="*/ 820883 h 1551032"/>
                  <a:gd name="connsiteX5" fmla="*/ 831330 w 3350071"/>
                  <a:gd name="connsiteY5" fmla="*/ 1048635 h 1551032"/>
                  <a:gd name="connsiteX6" fmla="*/ 1131476 w 3350071"/>
                  <a:gd name="connsiteY6" fmla="*/ 1300942 h 1551032"/>
                  <a:gd name="connsiteX7" fmla="*/ 1199210 w 3350071"/>
                  <a:gd name="connsiteY7" fmla="*/ 1303058 h 1551032"/>
                  <a:gd name="connsiteX8" fmla="*/ 1199211 w 3350071"/>
                  <a:gd name="connsiteY8" fmla="*/ 1121025 h 1551032"/>
                  <a:gd name="connsiteX9" fmla="*/ 1381244 w 3350071"/>
                  <a:gd name="connsiteY9" fmla="*/ 1093507 h 1551032"/>
                  <a:gd name="connsiteX10" fmla="*/ 1393945 w 3350071"/>
                  <a:gd name="connsiteY10" fmla="*/ 1355975 h 1551032"/>
                  <a:gd name="connsiteX11" fmla="*/ 1487078 w 3350071"/>
                  <a:gd name="connsiteY11" fmla="*/ 1379256 h 1551032"/>
                  <a:gd name="connsiteX12" fmla="*/ 1688161 w 3350071"/>
                  <a:gd name="connsiteY12" fmla="*/ 1375025 h 1551032"/>
                  <a:gd name="connsiteX13" fmla="*/ 1717795 w 3350071"/>
                  <a:gd name="connsiteY13" fmla="*/ 1315757 h 1551032"/>
                  <a:gd name="connsiteX14" fmla="*/ 1728378 w 3350071"/>
                  <a:gd name="connsiteY14" fmla="*/ 1118909 h 1551032"/>
                  <a:gd name="connsiteX15" fmla="*/ 1893477 w 3350071"/>
                  <a:gd name="connsiteY15" fmla="*/ 1127374 h 1551032"/>
                  <a:gd name="connsiteX16" fmla="*/ 1906177 w 3350071"/>
                  <a:gd name="connsiteY16" fmla="*/ 1317874 h 1551032"/>
                  <a:gd name="connsiteX17" fmla="*/ 1997195 w 3350071"/>
                  <a:gd name="connsiteY17" fmla="*/ 1342429 h 1551032"/>
                  <a:gd name="connsiteX18" fmla="*/ 2177957 w 3350071"/>
                  <a:gd name="connsiteY18" fmla="*/ 1266225 h 1551032"/>
                  <a:gd name="connsiteX19" fmla="*/ 2372266 w 3350071"/>
                  <a:gd name="connsiteY19" fmla="*/ 1129067 h 1551032"/>
                  <a:gd name="connsiteX20" fmla="*/ 2611027 w 3350071"/>
                  <a:gd name="connsiteY20" fmla="*/ 907241 h 1551032"/>
                  <a:gd name="connsiteX21" fmla="*/ 2953927 w 3350071"/>
                  <a:gd name="connsiteY21" fmla="*/ 513541 h 1551032"/>
                  <a:gd name="connsiteX22" fmla="*/ 3195227 w 3350071"/>
                  <a:gd name="connsiteY22" fmla="*/ 255308 h 1551032"/>
                  <a:gd name="connsiteX23" fmla="*/ 3322228 w 3350071"/>
                  <a:gd name="connsiteY23" fmla="*/ 5541 h 1551032"/>
                  <a:gd name="connsiteX24" fmla="*/ 3346780 w 3350071"/>
                  <a:gd name="connsiteY24" fmla="*/ 96982 h 1551032"/>
                  <a:gd name="connsiteX25" fmla="*/ 3271426 w 3350071"/>
                  <a:gd name="connsiteY25" fmla="*/ 268007 h 1551032"/>
                  <a:gd name="connsiteX26" fmla="*/ 3121567 w 3350071"/>
                  <a:gd name="connsiteY26" fmla="*/ 433108 h 1551032"/>
                  <a:gd name="connsiteX27" fmla="*/ 2892967 w 3350071"/>
                  <a:gd name="connsiteY27" fmla="*/ 689648 h 1551032"/>
                  <a:gd name="connsiteX28" fmla="*/ 2644894 w 3350071"/>
                  <a:gd name="connsiteY28" fmla="*/ 983441 h 1551032"/>
                  <a:gd name="connsiteX29" fmla="*/ 2386237 w 3350071"/>
                  <a:gd name="connsiteY29" fmla="*/ 1275962 h 1551032"/>
                  <a:gd name="connsiteX30" fmla="*/ 2105565 w 3350071"/>
                  <a:gd name="connsiteY30" fmla="*/ 1459266 h 1551032"/>
                  <a:gd name="connsiteX31" fmla="*/ 1738536 w 3350071"/>
                  <a:gd name="connsiteY31" fmla="*/ 1546897 h 1551032"/>
                  <a:gd name="connsiteX32" fmla="*/ 1304198 w 3350071"/>
                  <a:gd name="connsiteY32" fmla="*/ 1527002 h 1551032"/>
                  <a:gd name="connsiteX33" fmla="*/ 1097609 w 3350071"/>
                  <a:gd name="connsiteY33" fmla="*/ 1441065 h 1551032"/>
                  <a:gd name="connsiteX34" fmla="*/ 905417 w 3350071"/>
                  <a:gd name="connsiteY34" fmla="*/ 1260302 h 1551032"/>
                  <a:gd name="connsiteX35" fmla="*/ 756826 w 3350071"/>
                  <a:gd name="connsiteY35" fmla="*/ 1149387 h 1551032"/>
                  <a:gd name="connsiteX0" fmla="*/ 435888 w 3029133"/>
                  <a:gd name="connsiteY0" fmla="*/ 1149387 h 1551032"/>
                  <a:gd name="connsiteX1" fmla="*/ 12556 w 3029133"/>
                  <a:gd name="connsiteY1" fmla="*/ 361988 h 1551032"/>
                  <a:gd name="connsiteX2" fmla="*/ 127702 w 3029133"/>
                  <a:gd name="connsiteY2" fmla="*/ 671022 h 1551032"/>
                  <a:gd name="connsiteX3" fmla="*/ 292803 w 3029133"/>
                  <a:gd name="connsiteY3" fmla="*/ 820883 h 1551032"/>
                  <a:gd name="connsiteX4" fmla="*/ 510392 w 3029133"/>
                  <a:gd name="connsiteY4" fmla="*/ 1048635 h 1551032"/>
                  <a:gd name="connsiteX5" fmla="*/ 810538 w 3029133"/>
                  <a:gd name="connsiteY5" fmla="*/ 1300942 h 1551032"/>
                  <a:gd name="connsiteX6" fmla="*/ 878272 w 3029133"/>
                  <a:gd name="connsiteY6" fmla="*/ 1303058 h 1551032"/>
                  <a:gd name="connsiteX7" fmla="*/ 878273 w 3029133"/>
                  <a:gd name="connsiteY7" fmla="*/ 1121025 h 1551032"/>
                  <a:gd name="connsiteX8" fmla="*/ 1060306 w 3029133"/>
                  <a:gd name="connsiteY8" fmla="*/ 1093507 h 1551032"/>
                  <a:gd name="connsiteX9" fmla="*/ 1073007 w 3029133"/>
                  <a:gd name="connsiteY9" fmla="*/ 1355975 h 1551032"/>
                  <a:gd name="connsiteX10" fmla="*/ 1166140 w 3029133"/>
                  <a:gd name="connsiteY10" fmla="*/ 1379256 h 1551032"/>
                  <a:gd name="connsiteX11" fmla="*/ 1367223 w 3029133"/>
                  <a:gd name="connsiteY11" fmla="*/ 1375025 h 1551032"/>
                  <a:gd name="connsiteX12" fmla="*/ 1396857 w 3029133"/>
                  <a:gd name="connsiteY12" fmla="*/ 1315757 h 1551032"/>
                  <a:gd name="connsiteX13" fmla="*/ 1407440 w 3029133"/>
                  <a:gd name="connsiteY13" fmla="*/ 1118909 h 1551032"/>
                  <a:gd name="connsiteX14" fmla="*/ 1572539 w 3029133"/>
                  <a:gd name="connsiteY14" fmla="*/ 1127374 h 1551032"/>
                  <a:gd name="connsiteX15" fmla="*/ 1585239 w 3029133"/>
                  <a:gd name="connsiteY15" fmla="*/ 1317874 h 1551032"/>
                  <a:gd name="connsiteX16" fmla="*/ 1676257 w 3029133"/>
                  <a:gd name="connsiteY16" fmla="*/ 1342429 h 1551032"/>
                  <a:gd name="connsiteX17" fmla="*/ 1857019 w 3029133"/>
                  <a:gd name="connsiteY17" fmla="*/ 1266225 h 1551032"/>
                  <a:gd name="connsiteX18" fmla="*/ 2051328 w 3029133"/>
                  <a:gd name="connsiteY18" fmla="*/ 1129067 h 1551032"/>
                  <a:gd name="connsiteX19" fmla="*/ 2290089 w 3029133"/>
                  <a:gd name="connsiteY19" fmla="*/ 907241 h 1551032"/>
                  <a:gd name="connsiteX20" fmla="*/ 2632989 w 3029133"/>
                  <a:gd name="connsiteY20" fmla="*/ 513541 h 1551032"/>
                  <a:gd name="connsiteX21" fmla="*/ 2874289 w 3029133"/>
                  <a:gd name="connsiteY21" fmla="*/ 255308 h 1551032"/>
                  <a:gd name="connsiteX22" fmla="*/ 3001290 w 3029133"/>
                  <a:gd name="connsiteY22" fmla="*/ 5541 h 1551032"/>
                  <a:gd name="connsiteX23" fmla="*/ 3025842 w 3029133"/>
                  <a:gd name="connsiteY23" fmla="*/ 96982 h 1551032"/>
                  <a:gd name="connsiteX24" fmla="*/ 2950488 w 3029133"/>
                  <a:gd name="connsiteY24" fmla="*/ 268007 h 1551032"/>
                  <a:gd name="connsiteX25" fmla="*/ 2800629 w 3029133"/>
                  <a:gd name="connsiteY25" fmla="*/ 433108 h 1551032"/>
                  <a:gd name="connsiteX26" fmla="*/ 2572029 w 3029133"/>
                  <a:gd name="connsiteY26" fmla="*/ 689648 h 1551032"/>
                  <a:gd name="connsiteX27" fmla="*/ 2323956 w 3029133"/>
                  <a:gd name="connsiteY27" fmla="*/ 983441 h 1551032"/>
                  <a:gd name="connsiteX28" fmla="*/ 2065299 w 3029133"/>
                  <a:gd name="connsiteY28" fmla="*/ 1275962 h 1551032"/>
                  <a:gd name="connsiteX29" fmla="*/ 1784627 w 3029133"/>
                  <a:gd name="connsiteY29" fmla="*/ 1459266 h 1551032"/>
                  <a:gd name="connsiteX30" fmla="*/ 1417598 w 3029133"/>
                  <a:gd name="connsiteY30" fmla="*/ 1546897 h 1551032"/>
                  <a:gd name="connsiteX31" fmla="*/ 983260 w 3029133"/>
                  <a:gd name="connsiteY31" fmla="*/ 1527002 h 1551032"/>
                  <a:gd name="connsiteX32" fmla="*/ 776671 w 3029133"/>
                  <a:gd name="connsiteY32" fmla="*/ 1441065 h 1551032"/>
                  <a:gd name="connsiteX33" fmla="*/ 584479 w 3029133"/>
                  <a:gd name="connsiteY33" fmla="*/ 1260302 h 1551032"/>
                  <a:gd name="connsiteX34" fmla="*/ 435888 w 3029133"/>
                  <a:gd name="connsiteY34" fmla="*/ 1149387 h 1551032"/>
                  <a:gd name="connsiteX0" fmla="*/ 308337 w 2901582"/>
                  <a:gd name="connsiteY0" fmla="*/ 1149387 h 1551032"/>
                  <a:gd name="connsiteX1" fmla="*/ 139005 w 2901582"/>
                  <a:gd name="connsiteY1" fmla="*/ 1103668 h 1551032"/>
                  <a:gd name="connsiteX2" fmla="*/ 151 w 2901582"/>
                  <a:gd name="connsiteY2" fmla="*/ 671022 h 1551032"/>
                  <a:gd name="connsiteX3" fmla="*/ 165252 w 2901582"/>
                  <a:gd name="connsiteY3" fmla="*/ 820883 h 1551032"/>
                  <a:gd name="connsiteX4" fmla="*/ 382841 w 2901582"/>
                  <a:gd name="connsiteY4" fmla="*/ 1048635 h 1551032"/>
                  <a:gd name="connsiteX5" fmla="*/ 682987 w 2901582"/>
                  <a:gd name="connsiteY5" fmla="*/ 1300942 h 1551032"/>
                  <a:gd name="connsiteX6" fmla="*/ 750721 w 2901582"/>
                  <a:gd name="connsiteY6" fmla="*/ 1303058 h 1551032"/>
                  <a:gd name="connsiteX7" fmla="*/ 750722 w 2901582"/>
                  <a:gd name="connsiteY7" fmla="*/ 1121025 h 1551032"/>
                  <a:gd name="connsiteX8" fmla="*/ 932755 w 2901582"/>
                  <a:gd name="connsiteY8" fmla="*/ 1093507 h 1551032"/>
                  <a:gd name="connsiteX9" fmla="*/ 945456 w 2901582"/>
                  <a:gd name="connsiteY9" fmla="*/ 1355975 h 1551032"/>
                  <a:gd name="connsiteX10" fmla="*/ 1038589 w 2901582"/>
                  <a:gd name="connsiteY10" fmla="*/ 1379256 h 1551032"/>
                  <a:gd name="connsiteX11" fmla="*/ 1239672 w 2901582"/>
                  <a:gd name="connsiteY11" fmla="*/ 1375025 h 1551032"/>
                  <a:gd name="connsiteX12" fmla="*/ 1269306 w 2901582"/>
                  <a:gd name="connsiteY12" fmla="*/ 1315757 h 1551032"/>
                  <a:gd name="connsiteX13" fmla="*/ 1279889 w 2901582"/>
                  <a:gd name="connsiteY13" fmla="*/ 1118909 h 1551032"/>
                  <a:gd name="connsiteX14" fmla="*/ 1444988 w 2901582"/>
                  <a:gd name="connsiteY14" fmla="*/ 1127374 h 1551032"/>
                  <a:gd name="connsiteX15" fmla="*/ 1457688 w 2901582"/>
                  <a:gd name="connsiteY15" fmla="*/ 1317874 h 1551032"/>
                  <a:gd name="connsiteX16" fmla="*/ 1548706 w 2901582"/>
                  <a:gd name="connsiteY16" fmla="*/ 1342429 h 1551032"/>
                  <a:gd name="connsiteX17" fmla="*/ 1729468 w 2901582"/>
                  <a:gd name="connsiteY17" fmla="*/ 1266225 h 1551032"/>
                  <a:gd name="connsiteX18" fmla="*/ 1923777 w 2901582"/>
                  <a:gd name="connsiteY18" fmla="*/ 1129067 h 1551032"/>
                  <a:gd name="connsiteX19" fmla="*/ 2162538 w 2901582"/>
                  <a:gd name="connsiteY19" fmla="*/ 907241 h 1551032"/>
                  <a:gd name="connsiteX20" fmla="*/ 2505438 w 2901582"/>
                  <a:gd name="connsiteY20" fmla="*/ 513541 h 1551032"/>
                  <a:gd name="connsiteX21" fmla="*/ 2746738 w 2901582"/>
                  <a:gd name="connsiteY21" fmla="*/ 255308 h 1551032"/>
                  <a:gd name="connsiteX22" fmla="*/ 2873739 w 2901582"/>
                  <a:gd name="connsiteY22" fmla="*/ 5541 h 1551032"/>
                  <a:gd name="connsiteX23" fmla="*/ 2898291 w 2901582"/>
                  <a:gd name="connsiteY23" fmla="*/ 96982 h 1551032"/>
                  <a:gd name="connsiteX24" fmla="*/ 2822937 w 2901582"/>
                  <a:gd name="connsiteY24" fmla="*/ 268007 h 1551032"/>
                  <a:gd name="connsiteX25" fmla="*/ 2673078 w 2901582"/>
                  <a:gd name="connsiteY25" fmla="*/ 433108 h 1551032"/>
                  <a:gd name="connsiteX26" fmla="*/ 2444478 w 2901582"/>
                  <a:gd name="connsiteY26" fmla="*/ 689648 h 1551032"/>
                  <a:gd name="connsiteX27" fmla="*/ 2196405 w 2901582"/>
                  <a:gd name="connsiteY27" fmla="*/ 983441 h 1551032"/>
                  <a:gd name="connsiteX28" fmla="*/ 1937748 w 2901582"/>
                  <a:gd name="connsiteY28" fmla="*/ 1275962 h 1551032"/>
                  <a:gd name="connsiteX29" fmla="*/ 1657076 w 2901582"/>
                  <a:gd name="connsiteY29" fmla="*/ 1459266 h 1551032"/>
                  <a:gd name="connsiteX30" fmla="*/ 1290047 w 2901582"/>
                  <a:gd name="connsiteY30" fmla="*/ 1546897 h 1551032"/>
                  <a:gd name="connsiteX31" fmla="*/ 855709 w 2901582"/>
                  <a:gd name="connsiteY31" fmla="*/ 1527002 h 1551032"/>
                  <a:gd name="connsiteX32" fmla="*/ 649120 w 2901582"/>
                  <a:gd name="connsiteY32" fmla="*/ 1441065 h 1551032"/>
                  <a:gd name="connsiteX33" fmla="*/ 456928 w 2901582"/>
                  <a:gd name="connsiteY33" fmla="*/ 1260302 h 1551032"/>
                  <a:gd name="connsiteX34" fmla="*/ 308337 w 2901582"/>
                  <a:gd name="connsiteY34" fmla="*/ 1149387 h 1551032"/>
                  <a:gd name="connsiteX0" fmla="*/ 308302 w 2901547"/>
                  <a:gd name="connsiteY0" fmla="*/ 1149387 h 1551032"/>
                  <a:gd name="connsiteX1" fmla="*/ 189770 w 2901547"/>
                  <a:gd name="connsiteY1" fmla="*/ 1057948 h 1551032"/>
                  <a:gd name="connsiteX2" fmla="*/ 116 w 2901547"/>
                  <a:gd name="connsiteY2" fmla="*/ 671022 h 1551032"/>
                  <a:gd name="connsiteX3" fmla="*/ 165217 w 2901547"/>
                  <a:gd name="connsiteY3" fmla="*/ 820883 h 1551032"/>
                  <a:gd name="connsiteX4" fmla="*/ 382806 w 2901547"/>
                  <a:gd name="connsiteY4" fmla="*/ 1048635 h 1551032"/>
                  <a:gd name="connsiteX5" fmla="*/ 682952 w 2901547"/>
                  <a:gd name="connsiteY5" fmla="*/ 1300942 h 1551032"/>
                  <a:gd name="connsiteX6" fmla="*/ 750686 w 2901547"/>
                  <a:gd name="connsiteY6" fmla="*/ 1303058 h 1551032"/>
                  <a:gd name="connsiteX7" fmla="*/ 750687 w 2901547"/>
                  <a:gd name="connsiteY7" fmla="*/ 1121025 h 1551032"/>
                  <a:gd name="connsiteX8" fmla="*/ 932720 w 2901547"/>
                  <a:gd name="connsiteY8" fmla="*/ 1093507 h 1551032"/>
                  <a:gd name="connsiteX9" fmla="*/ 945421 w 2901547"/>
                  <a:gd name="connsiteY9" fmla="*/ 1355975 h 1551032"/>
                  <a:gd name="connsiteX10" fmla="*/ 1038554 w 2901547"/>
                  <a:gd name="connsiteY10" fmla="*/ 1379256 h 1551032"/>
                  <a:gd name="connsiteX11" fmla="*/ 1239637 w 2901547"/>
                  <a:gd name="connsiteY11" fmla="*/ 1375025 h 1551032"/>
                  <a:gd name="connsiteX12" fmla="*/ 1269271 w 2901547"/>
                  <a:gd name="connsiteY12" fmla="*/ 1315757 h 1551032"/>
                  <a:gd name="connsiteX13" fmla="*/ 1279854 w 2901547"/>
                  <a:gd name="connsiteY13" fmla="*/ 1118909 h 1551032"/>
                  <a:gd name="connsiteX14" fmla="*/ 1444953 w 2901547"/>
                  <a:gd name="connsiteY14" fmla="*/ 1127374 h 1551032"/>
                  <a:gd name="connsiteX15" fmla="*/ 1457653 w 2901547"/>
                  <a:gd name="connsiteY15" fmla="*/ 1317874 h 1551032"/>
                  <a:gd name="connsiteX16" fmla="*/ 1548671 w 2901547"/>
                  <a:gd name="connsiteY16" fmla="*/ 1342429 h 1551032"/>
                  <a:gd name="connsiteX17" fmla="*/ 1729433 w 2901547"/>
                  <a:gd name="connsiteY17" fmla="*/ 1266225 h 1551032"/>
                  <a:gd name="connsiteX18" fmla="*/ 1923742 w 2901547"/>
                  <a:gd name="connsiteY18" fmla="*/ 1129067 h 1551032"/>
                  <a:gd name="connsiteX19" fmla="*/ 2162503 w 2901547"/>
                  <a:gd name="connsiteY19" fmla="*/ 907241 h 1551032"/>
                  <a:gd name="connsiteX20" fmla="*/ 2505403 w 2901547"/>
                  <a:gd name="connsiteY20" fmla="*/ 513541 h 1551032"/>
                  <a:gd name="connsiteX21" fmla="*/ 2746703 w 2901547"/>
                  <a:gd name="connsiteY21" fmla="*/ 255308 h 1551032"/>
                  <a:gd name="connsiteX22" fmla="*/ 2873704 w 2901547"/>
                  <a:gd name="connsiteY22" fmla="*/ 5541 h 1551032"/>
                  <a:gd name="connsiteX23" fmla="*/ 2898256 w 2901547"/>
                  <a:gd name="connsiteY23" fmla="*/ 96982 h 1551032"/>
                  <a:gd name="connsiteX24" fmla="*/ 2822902 w 2901547"/>
                  <a:gd name="connsiteY24" fmla="*/ 268007 h 1551032"/>
                  <a:gd name="connsiteX25" fmla="*/ 2673043 w 2901547"/>
                  <a:gd name="connsiteY25" fmla="*/ 433108 h 1551032"/>
                  <a:gd name="connsiteX26" fmla="*/ 2444443 w 2901547"/>
                  <a:gd name="connsiteY26" fmla="*/ 689648 h 1551032"/>
                  <a:gd name="connsiteX27" fmla="*/ 2196370 w 2901547"/>
                  <a:gd name="connsiteY27" fmla="*/ 983441 h 1551032"/>
                  <a:gd name="connsiteX28" fmla="*/ 1937713 w 2901547"/>
                  <a:gd name="connsiteY28" fmla="*/ 1275962 h 1551032"/>
                  <a:gd name="connsiteX29" fmla="*/ 1657041 w 2901547"/>
                  <a:gd name="connsiteY29" fmla="*/ 1459266 h 1551032"/>
                  <a:gd name="connsiteX30" fmla="*/ 1290012 w 2901547"/>
                  <a:gd name="connsiteY30" fmla="*/ 1546897 h 1551032"/>
                  <a:gd name="connsiteX31" fmla="*/ 855674 w 2901547"/>
                  <a:gd name="connsiteY31" fmla="*/ 1527002 h 1551032"/>
                  <a:gd name="connsiteX32" fmla="*/ 649085 w 2901547"/>
                  <a:gd name="connsiteY32" fmla="*/ 1441065 h 1551032"/>
                  <a:gd name="connsiteX33" fmla="*/ 456893 w 2901547"/>
                  <a:gd name="connsiteY33" fmla="*/ 1260302 h 1551032"/>
                  <a:gd name="connsiteX34" fmla="*/ 308302 w 2901547"/>
                  <a:gd name="connsiteY34" fmla="*/ 1149387 h 1551032"/>
                  <a:gd name="connsiteX0" fmla="*/ 247443 w 2840688"/>
                  <a:gd name="connsiteY0" fmla="*/ 1149387 h 1551032"/>
                  <a:gd name="connsiteX1" fmla="*/ 128911 w 2840688"/>
                  <a:gd name="connsiteY1" fmla="*/ 1057948 h 1551032"/>
                  <a:gd name="connsiteX2" fmla="*/ 217 w 2840688"/>
                  <a:gd name="connsiteY2" fmla="*/ 889462 h 1551032"/>
                  <a:gd name="connsiteX3" fmla="*/ 104358 w 2840688"/>
                  <a:gd name="connsiteY3" fmla="*/ 820883 h 1551032"/>
                  <a:gd name="connsiteX4" fmla="*/ 321947 w 2840688"/>
                  <a:gd name="connsiteY4" fmla="*/ 1048635 h 1551032"/>
                  <a:gd name="connsiteX5" fmla="*/ 622093 w 2840688"/>
                  <a:gd name="connsiteY5" fmla="*/ 1300942 h 1551032"/>
                  <a:gd name="connsiteX6" fmla="*/ 689827 w 2840688"/>
                  <a:gd name="connsiteY6" fmla="*/ 1303058 h 1551032"/>
                  <a:gd name="connsiteX7" fmla="*/ 689828 w 2840688"/>
                  <a:gd name="connsiteY7" fmla="*/ 1121025 h 1551032"/>
                  <a:gd name="connsiteX8" fmla="*/ 871861 w 2840688"/>
                  <a:gd name="connsiteY8" fmla="*/ 1093507 h 1551032"/>
                  <a:gd name="connsiteX9" fmla="*/ 884562 w 2840688"/>
                  <a:gd name="connsiteY9" fmla="*/ 1355975 h 1551032"/>
                  <a:gd name="connsiteX10" fmla="*/ 977695 w 2840688"/>
                  <a:gd name="connsiteY10" fmla="*/ 1379256 h 1551032"/>
                  <a:gd name="connsiteX11" fmla="*/ 1178778 w 2840688"/>
                  <a:gd name="connsiteY11" fmla="*/ 1375025 h 1551032"/>
                  <a:gd name="connsiteX12" fmla="*/ 1208412 w 2840688"/>
                  <a:gd name="connsiteY12" fmla="*/ 1315757 h 1551032"/>
                  <a:gd name="connsiteX13" fmla="*/ 1218995 w 2840688"/>
                  <a:gd name="connsiteY13" fmla="*/ 1118909 h 1551032"/>
                  <a:gd name="connsiteX14" fmla="*/ 1384094 w 2840688"/>
                  <a:gd name="connsiteY14" fmla="*/ 1127374 h 1551032"/>
                  <a:gd name="connsiteX15" fmla="*/ 1396794 w 2840688"/>
                  <a:gd name="connsiteY15" fmla="*/ 1317874 h 1551032"/>
                  <a:gd name="connsiteX16" fmla="*/ 1487812 w 2840688"/>
                  <a:gd name="connsiteY16" fmla="*/ 1342429 h 1551032"/>
                  <a:gd name="connsiteX17" fmla="*/ 1668574 w 2840688"/>
                  <a:gd name="connsiteY17" fmla="*/ 1266225 h 1551032"/>
                  <a:gd name="connsiteX18" fmla="*/ 1862883 w 2840688"/>
                  <a:gd name="connsiteY18" fmla="*/ 1129067 h 1551032"/>
                  <a:gd name="connsiteX19" fmla="*/ 2101644 w 2840688"/>
                  <a:gd name="connsiteY19" fmla="*/ 907241 h 1551032"/>
                  <a:gd name="connsiteX20" fmla="*/ 2444544 w 2840688"/>
                  <a:gd name="connsiteY20" fmla="*/ 513541 h 1551032"/>
                  <a:gd name="connsiteX21" fmla="*/ 2685844 w 2840688"/>
                  <a:gd name="connsiteY21" fmla="*/ 255308 h 1551032"/>
                  <a:gd name="connsiteX22" fmla="*/ 2812845 w 2840688"/>
                  <a:gd name="connsiteY22" fmla="*/ 5541 h 1551032"/>
                  <a:gd name="connsiteX23" fmla="*/ 2837397 w 2840688"/>
                  <a:gd name="connsiteY23" fmla="*/ 96982 h 1551032"/>
                  <a:gd name="connsiteX24" fmla="*/ 2762043 w 2840688"/>
                  <a:gd name="connsiteY24" fmla="*/ 268007 h 1551032"/>
                  <a:gd name="connsiteX25" fmla="*/ 2612184 w 2840688"/>
                  <a:gd name="connsiteY25" fmla="*/ 433108 h 1551032"/>
                  <a:gd name="connsiteX26" fmla="*/ 2383584 w 2840688"/>
                  <a:gd name="connsiteY26" fmla="*/ 689648 h 1551032"/>
                  <a:gd name="connsiteX27" fmla="*/ 2135511 w 2840688"/>
                  <a:gd name="connsiteY27" fmla="*/ 983441 h 1551032"/>
                  <a:gd name="connsiteX28" fmla="*/ 1876854 w 2840688"/>
                  <a:gd name="connsiteY28" fmla="*/ 1275962 h 1551032"/>
                  <a:gd name="connsiteX29" fmla="*/ 1596182 w 2840688"/>
                  <a:gd name="connsiteY29" fmla="*/ 1459266 h 1551032"/>
                  <a:gd name="connsiteX30" fmla="*/ 1229153 w 2840688"/>
                  <a:gd name="connsiteY30" fmla="*/ 1546897 h 1551032"/>
                  <a:gd name="connsiteX31" fmla="*/ 794815 w 2840688"/>
                  <a:gd name="connsiteY31" fmla="*/ 1527002 h 1551032"/>
                  <a:gd name="connsiteX32" fmla="*/ 588226 w 2840688"/>
                  <a:gd name="connsiteY32" fmla="*/ 1441065 h 1551032"/>
                  <a:gd name="connsiteX33" fmla="*/ 396034 w 2840688"/>
                  <a:gd name="connsiteY33" fmla="*/ 1260302 h 1551032"/>
                  <a:gd name="connsiteX34" fmla="*/ 247443 w 2840688"/>
                  <a:gd name="connsiteY34" fmla="*/ 1149387 h 1551032"/>
                  <a:gd name="connsiteX0" fmla="*/ 288083 w 2840688"/>
                  <a:gd name="connsiteY0" fmla="*/ 1220507 h 1551032"/>
                  <a:gd name="connsiteX1" fmla="*/ 128911 w 2840688"/>
                  <a:gd name="connsiteY1" fmla="*/ 1057948 h 1551032"/>
                  <a:gd name="connsiteX2" fmla="*/ 217 w 2840688"/>
                  <a:gd name="connsiteY2" fmla="*/ 889462 h 1551032"/>
                  <a:gd name="connsiteX3" fmla="*/ 104358 w 2840688"/>
                  <a:gd name="connsiteY3" fmla="*/ 820883 h 1551032"/>
                  <a:gd name="connsiteX4" fmla="*/ 321947 w 2840688"/>
                  <a:gd name="connsiteY4" fmla="*/ 1048635 h 1551032"/>
                  <a:gd name="connsiteX5" fmla="*/ 622093 w 2840688"/>
                  <a:gd name="connsiteY5" fmla="*/ 1300942 h 1551032"/>
                  <a:gd name="connsiteX6" fmla="*/ 689827 w 2840688"/>
                  <a:gd name="connsiteY6" fmla="*/ 1303058 h 1551032"/>
                  <a:gd name="connsiteX7" fmla="*/ 689828 w 2840688"/>
                  <a:gd name="connsiteY7" fmla="*/ 1121025 h 1551032"/>
                  <a:gd name="connsiteX8" fmla="*/ 871861 w 2840688"/>
                  <a:gd name="connsiteY8" fmla="*/ 1093507 h 1551032"/>
                  <a:gd name="connsiteX9" fmla="*/ 884562 w 2840688"/>
                  <a:gd name="connsiteY9" fmla="*/ 1355975 h 1551032"/>
                  <a:gd name="connsiteX10" fmla="*/ 977695 w 2840688"/>
                  <a:gd name="connsiteY10" fmla="*/ 1379256 h 1551032"/>
                  <a:gd name="connsiteX11" fmla="*/ 1178778 w 2840688"/>
                  <a:gd name="connsiteY11" fmla="*/ 1375025 h 1551032"/>
                  <a:gd name="connsiteX12" fmla="*/ 1208412 w 2840688"/>
                  <a:gd name="connsiteY12" fmla="*/ 1315757 h 1551032"/>
                  <a:gd name="connsiteX13" fmla="*/ 1218995 w 2840688"/>
                  <a:gd name="connsiteY13" fmla="*/ 1118909 h 1551032"/>
                  <a:gd name="connsiteX14" fmla="*/ 1384094 w 2840688"/>
                  <a:gd name="connsiteY14" fmla="*/ 1127374 h 1551032"/>
                  <a:gd name="connsiteX15" fmla="*/ 1396794 w 2840688"/>
                  <a:gd name="connsiteY15" fmla="*/ 1317874 h 1551032"/>
                  <a:gd name="connsiteX16" fmla="*/ 1487812 w 2840688"/>
                  <a:gd name="connsiteY16" fmla="*/ 1342429 h 1551032"/>
                  <a:gd name="connsiteX17" fmla="*/ 1668574 w 2840688"/>
                  <a:gd name="connsiteY17" fmla="*/ 1266225 h 1551032"/>
                  <a:gd name="connsiteX18" fmla="*/ 1862883 w 2840688"/>
                  <a:gd name="connsiteY18" fmla="*/ 1129067 h 1551032"/>
                  <a:gd name="connsiteX19" fmla="*/ 2101644 w 2840688"/>
                  <a:gd name="connsiteY19" fmla="*/ 907241 h 1551032"/>
                  <a:gd name="connsiteX20" fmla="*/ 2444544 w 2840688"/>
                  <a:gd name="connsiteY20" fmla="*/ 513541 h 1551032"/>
                  <a:gd name="connsiteX21" fmla="*/ 2685844 w 2840688"/>
                  <a:gd name="connsiteY21" fmla="*/ 255308 h 1551032"/>
                  <a:gd name="connsiteX22" fmla="*/ 2812845 w 2840688"/>
                  <a:gd name="connsiteY22" fmla="*/ 5541 h 1551032"/>
                  <a:gd name="connsiteX23" fmla="*/ 2837397 w 2840688"/>
                  <a:gd name="connsiteY23" fmla="*/ 96982 h 1551032"/>
                  <a:gd name="connsiteX24" fmla="*/ 2762043 w 2840688"/>
                  <a:gd name="connsiteY24" fmla="*/ 268007 h 1551032"/>
                  <a:gd name="connsiteX25" fmla="*/ 2612184 w 2840688"/>
                  <a:gd name="connsiteY25" fmla="*/ 433108 h 1551032"/>
                  <a:gd name="connsiteX26" fmla="*/ 2383584 w 2840688"/>
                  <a:gd name="connsiteY26" fmla="*/ 689648 h 1551032"/>
                  <a:gd name="connsiteX27" fmla="*/ 2135511 w 2840688"/>
                  <a:gd name="connsiteY27" fmla="*/ 983441 h 1551032"/>
                  <a:gd name="connsiteX28" fmla="*/ 1876854 w 2840688"/>
                  <a:gd name="connsiteY28" fmla="*/ 1275962 h 1551032"/>
                  <a:gd name="connsiteX29" fmla="*/ 1596182 w 2840688"/>
                  <a:gd name="connsiteY29" fmla="*/ 1459266 h 1551032"/>
                  <a:gd name="connsiteX30" fmla="*/ 1229153 w 2840688"/>
                  <a:gd name="connsiteY30" fmla="*/ 1546897 h 1551032"/>
                  <a:gd name="connsiteX31" fmla="*/ 794815 w 2840688"/>
                  <a:gd name="connsiteY31" fmla="*/ 1527002 h 1551032"/>
                  <a:gd name="connsiteX32" fmla="*/ 588226 w 2840688"/>
                  <a:gd name="connsiteY32" fmla="*/ 1441065 h 1551032"/>
                  <a:gd name="connsiteX33" fmla="*/ 396034 w 2840688"/>
                  <a:gd name="connsiteY33" fmla="*/ 1260302 h 1551032"/>
                  <a:gd name="connsiteX34" fmla="*/ 288083 w 2840688"/>
                  <a:gd name="connsiteY34" fmla="*/ 1220507 h 1551032"/>
                  <a:gd name="connsiteX0" fmla="*/ 288083 w 2840688"/>
                  <a:gd name="connsiteY0" fmla="*/ 1220507 h 1551032"/>
                  <a:gd name="connsiteX1" fmla="*/ 128911 w 2840688"/>
                  <a:gd name="connsiteY1" fmla="*/ 1057948 h 1551032"/>
                  <a:gd name="connsiteX2" fmla="*/ 217 w 2840688"/>
                  <a:gd name="connsiteY2" fmla="*/ 889462 h 1551032"/>
                  <a:gd name="connsiteX3" fmla="*/ 104358 w 2840688"/>
                  <a:gd name="connsiteY3" fmla="*/ 820883 h 1551032"/>
                  <a:gd name="connsiteX4" fmla="*/ 321947 w 2840688"/>
                  <a:gd name="connsiteY4" fmla="*/ 1048635 h 1551032"/>
                  <a:gd name="connsiteX5" fmla="*/ 622093 w 2840688"/>
                  <a:gd name="connsiteY5" fmla="*/ 1300942 h 1551032"/>
                  <a:gd name="connsiteX6" fmla="*/ 689827 w 2840688"/>
                  <a:gd name="connsiteY6" fmla="*/ 1303058 h 1551032"/>
                  <a:gd name="connsiteX7" fmla="*/ 689828 w 2840688"/>
                  <a:gd name="connsiteY7" fmla="*/ 1121025 h 1551032"/>
                  <a:gd name="connsiteX8" fmla="*/ 871861 w 2840688"/>
                  <a:gd name="connsiteY8" fmla="*/ 1093507 h 1551032"/>
                  <a:gd name="connsiteX9" fmla="*/ 884562 w 2840688"/>
                  <a:gd name="connsiteY9" fmla="*/ 1355975 h 1551032"/>
                  <a:gd name="connsiteX10" fmla="*/ 977695 w 2840688"/>
                  <a:gd name="connsiteY10" fmla="*/ 1379256 h 1551032"/>
                  <a:gd name="connsiteX11" fmla="*/ 1178778 w 2840688"/>
                  <a:gd name="connsiteY11" fmla="*/ 1375025 h 1551032"/>
                  <a:gd name="connsiteX12" fmla="*/ 1208412 w 2840688"/>
                  <a:gd name="connsiteY12" fmla="*/ 1315757 h 1551032"/>
                  <a:gd name="connsiteX13" fmla="*/ 1218995 w 2840688"/>
                  <a:gd name="connsiteY13" fmla="*/ 1118909 h 1551032"/>
                  <a:gd name="connsiteX14" fmla="*/ 1384094 w 2840688"/>
                  <a:gd name="connsiteY14" fmla="*/ 1127374 h 1551032"/>
                  <a:gd name="connsiteX15" fmla="*/ 1396794 w 2840688"/>
                  <a:gd name="connsiteY15" fmla="*/ 1317874 h 1551032"/>
                  <a:gd name="connsiteX16" fmla="*/ 1487812 w 2840688"/>
                  <a:gd name="connsiteY16" fmla="*/ 1342429 h 1551032"/>
                  <a:gd name="connsiteX17" fmla="*/ 1668574 w 2840688"/>
                  <a:gd name="connsiteY17" fmla="*/ 1266225 h 1551032"/>
                  <a:gd name="connsiteX18" fmla="*/ 1862883 w 2840688"/>
                  <a:gd name="connsiteY18" fmla="*/ 1129067 h 1551032"/>
                  <a:gd name="connsiteX19" fmla="*/ 2101644 w 2840688"/>
                  <a:gd name="connsiteY19" fmla="*/ 907241 h 1551032"/>
                  <a:gd name="connsiteX20" fmla="*/ 2444544 w 2840688"/>
                  <a:gd name="connsiteY20" fmla="*/ 513541 h 1551032"/>
                  <a:gd name="connsiteX21" fmla="*/ 2685844 w 2840688"/>
                  <a:gd name="connsiteY21" fmla="*/ 255308 h 1551032"/>
                  <a:gd name="connsiteX22" fmla="*/ 2812845 w 2840688"/>
                  <a:gd name="connsiteY22" fmla="*/ 5541 h 1551032"/>
                  <a:gd name="connsiteX23" fmla="*/ 2837397 w 2840688"/>
                  <a:gd name="connsiteY23" fmla="*/ 96982 h 1551032"/>
                  <a:gd name="connsiteX24" fmla="*/ 2762043 w 2840688"/>
                  <a:gd name="connsiteY24" fmla="*/ 268007 h 1551032"/>
                  <a:gd name="connsiteX25" fmla="*/ 2612184 w 2840688"/>
                  <a:gd name="connsiteY25" fmla="*/ 433108 h 1551032"/>
                  <a:gd name="connsiteX26" fmla="*/ 2383584 w 2840688"/>
                  <a:gd name="connsiteY26" fmla="*/ 689648 h 1551032"/>
                  <a:gd name="connsiteX27" fmla="*/ 2135511 w 2840688"/>
                  <a:gd name="connsiteY27" fmla="*/ 983441 h 1551032"/>
                  <a:gd name="connsiteX28" fmla="*/ 1876854 w 2840688"/>
                  <a:gd name="connsiteY28" fmla="*/ 1275962 h 1551032"/>
                  <a:gd name="connsiteX29" fmla="*/ 1596182 w 2840688"/>
                  <a:gd name="connsiteY29" fmla="*/ 1459266 h 1551032"/>
                  <a:gd name="connsiteX30" fmla="*/ 1229153 w 2840688"/>
                  <a:gd name="connsiteY30" fmla="*/ 1546897 h 1551032"/>
                  <a:gd name="connsiteX31" fmla="*/ 794815 w 2840688"/>
                  <a:gd name="connsiteY31" fmla="*/ 1527002 h 1551032"/>
                  <a:gd name="connsiteX32" fmla="*/ 588226 w 2840688"/>
                  <a:gd name="connsiteY32" fmla="*/ 1441065 h 1551032"/>
                  <a:gd name="connsiteX33" fmla="*/ 416354 w 2840688"/>
                  <a:gd name="connsiteY33" fmla="*/ 1285702 h 1551032"/>
                  <a:gd name="connsiteX34" fmla="*/ 288083 w 2840688"/>
                  <a:gd name="connsiteY34" fmla="*/ 1220507 h 1551032"/>
                  <a:gd name="connsiteX0" fmla="*/ 288083 w 2840688"/>
                  <a:gd name="connsiteY0" fmla="*/ 1220507 h 1551032"/>
                  <a:gd name="connsiteX1" fmla="*/ 128911 w 2840688"/>
                  <a:gd name="connsiteY1" fmla="*/ 1057948 h 1551032"/>
                  <a:gd name="connsiteX2" fmla="*/ 217 w 2840688"/>
                  <a:gd name="connsiteY2" fmla="*/ 889462 h 1551032"/>
                  <a:gd name="connsiteX3" fmla="*/ 104358 w 2840688"/>
                  <a:gd name="connsiteY3" fmla="*/ 820883 h 1551032"/>
                  <a:gd name="connsiteX4" fmla="*/ 321947 w 2840688"/>
                  <a:gd name="connsiteY4" fmla="*/ 1048635 h 1551032"/>
                  <a:gd name="connsiteX5" fmla="*/ 622093 w 2840688"/>
                  <a:gd name="connsiteY5" fmla="*/ 1300942 h 1551032"/>
                  <a:gd name="connsiteX6" fmla="*/ 689827 w 2840688"/>
                  <a:gd name="connsiteY6" fmla="*/ 1303058 h 1551032"/>
                  <a:gd name="connsiteX7" fmla="*/ 689828 w 2840688"/>
                  <a:gd name="connsiteY7" fmla="*/ 1121025 h 1551032"/>
                  <a:gd name="connsiteX8" fmla="*/ 871861 w 2840688"/>
                  <a:gd name="connsiteY8" fmla="*/ 1093507 h 1551032"/>
                  <a:gd name="connsiteX9" fmla="*/ 884562 w 2840688"/>
                  <a:gd name="connsiteY9" fmla="*/ 1355975 h 1551032"/>
                  <a:gd name="connsiteX10" fmla="*/ 977695 w 2840688"/>
                  <a:gd name="connsiteY10" fmla="*/ 1379256 h 1551032"/>
                  <a:gd name="connsiteX11" fmla="*/ 1178778 w 2840688"/>
                  <a:gd name="connsiteY11" fmla="*/ 1375025 h 1551032"/>
                  <a:gd name="connsiteX12" fmla="*/ 1208412 w 2840688"/>
                  <a:gd name="connsiteY12" fmla="*/ 1315757 h 1551032"/>
                  <a:gd name="connsiteX13" fmla="*/ 1218995 w 2840688"/>
                  <a:gd name="connsiteY13" fmla="*/ 1118909 h 1551032"/>
                  <a:gd name="connsiteX14" fmla="*/ 1384094 w 2840688"/>
                  <a:gd name="connsiteY14" fmla="*/ 1127374 h 1551032"/>
                  <a:gd name="connsiteX15" fmla="*/ 1396794 w 2840688"/>
                  <a:gd name="connsiteY15" fmla="*/ 1317874 h 1551032"/>
                  <a:gd name="connsiteX16" fmla="*/ 1487812 w 2840688"/>
                  <a:gd name="connsiteY16" fmla="*/ 1342429 h 1551032"/>
                  <a:gd name="connsiteX17" fmla="*/ 1668574 w 2840688"/>
                  <a:gd name="connsiteY17" fmla="*/ 1266225 h 1551032"/>
                  <a:gd name="connsiteX18" fmla="*/ 1862883 w 2840688"/>
                  <a:gd name="connsiteY18" fmla="*/ 1129067 h 1551032"/>
                  <a:gd name="connsiteX19" fmla="*/ 2101644 w 2840688"/>
                  <a:gd name="connsiteY19" fmla="*/ 907241 h 1551032"/>
                  <a:gd name="connsiteX20" fmla="*/ 2444544 w 2840688"/>
                  <a:gd name="connsiteY20" fmla="*/ 513541 h 1551032"/>
                  <a:gd name="connsiteX21" fmla="*/ 2685844 w 2840688"/>
                  <a:gd name="connsiteY21" fmla="*/ 255308 h 1551032"/>
                  <a:gd name="connsiteX22" fmla="*/ 2812845 w 2840688"/>
                  <a:gd name="connsiteY22" fmla="*/ 5541 h 1551032"/>
                  <a:gd name="connsiteX23" fmla="*/ 2837397 w 2840688"/>
                  <a:gd name="connsiteY23" fmla="*/ 96982 h 1551032"/>
                  <a:gd name="connsiteX24" fmla="*/ 2762043 w 2840688"/>
                  <a:gd name="connsiteY24" fmla="*/ 268007 h 1551032"/>
                  <a:gd name="connsiteX25" fmla="*/ 2612184 w 2840688"/>
                  <a:gd name="connsiteY25" fmla="*/ 433108 h 1551032"/>
                  <a:gd name="connsiteX26" fmla="*/ 2383584 w 2840688"/>
                  <a:gd name="connsiteY26" fmla="*/ 689648 h 1551032"/>
                  <a:gd name="connsiteX27" fmla="*/ 2135511 w 2840688"/>
                  <a:gd name="connsiteY27" fmla="*/ 983441 h 1551032"/>
                  <a:gd name="connsiteX28" fmla="*/ 1876854 w 2840688"/>
                  <a:gd name="connsiteY28" fmla="*/ 1275962 h 1551032"/>
                  <a:gd name="connsiteX29" fmla="*/ 1596182 w 2840688"/>
                  <a:gd name="connsiteY29" fmla="*/ 1459266 h 1551032"/>
                  <a:gd name="connsiteX30" fmla="*/ 1229153 w 2840688"/>
                  <a:gd name="connsiteY30" fmla="*/ 1546897 h 1551032"/>
                  <a:gd name="connsiteX31" fmla="*/ 794815 w 2840688"/>
                  <a:gd name="connsiteY31" fmla="*/ 1527002 h 1551032"/>
                  <a:gd name="connsiteX32" fmla="*/ 588226 w 2840688"/>
                  <a:gd name="connsiteY32" fmla="*/ 1441065 h 1551032"/>
                  <a:gd name="connsiteX33" fmla="*/ 416354 w 2840688"/>
                  <a:gd name="connsiteY33" fmla="*/ 1285702 h 1551032"/>
                  <a:gd name="connsiteX34" fmla="*/ 288083 w 2840688"/>
                  <a:gd name="connsiteY34" fmla="*/ 1220507 h 1551032"/>
                  <a:gd name="connsiteX0" fmla="*/ 288083 w 2840688"/>
                  <a:gd name="connsiteY0" fmla="*/ 1220507 h 1551032"/>
                  <a:gd name="connsiteX1" fmla="*/ 128911 w 2840688"/>
                  <a:gd name="connsiteY1" fmla="*/ 1057948 h 1551032"/>
                  <a:gd name="connsiteX2" fmla="*/ 217 w 2840688"/>
                  <a:gd name="connsiteY2" fmla="*/ 889462 h 1551032"/>
                  <a:gd name="connsiteX3" fmla="*/ 104358 w 2840688"/>
                  <a:gd name="connsiteY3" fmla="*/ 820883 h 1551032"/>
                  <a:gd name="connsiteX4" fmla="*/ 321947 w 2840688"/>
                  <a:gd name="connsiteY4" fmla="*/ 1048635 h 1551032"/>
                  <a:gd name="connsiteX5" fmla="*/ 622093 w 2840688"/>
                  <a:gd name="connsiteY5" fmla="*/ 1300942 h 1551032"/>
                  <a:gd name="connsiteX6" fmla="*/ 689827 w 2840688"/>
                  <a:gd name="connsiteY6" fmla="*/ 1303058 h 1551032"/>
                  <a:gd name="connsiteX7" fmla="*/ 689828 w 2840688"/>
                  <a:gd name="connsiteY7" fmla="*/ 1121025 h 1551032"/>
                  <a:gd name="connsiteX8" fmla="*/ 871861 w 2840688"/>
                  <a:gd name="connsiteY8" fmla="*/ 1093507 h 1551032"/>
                  <a:gd name="connsiteX9" fmla="*/ 884562 w 2840688"/>
                  <a:gd name="connsiteY9" fmla="*/ 1355975 h 1551032"/>
                  <a:gd name="connsiteX10" fmla="*/ 977695 w 2840688"/>
                  <a:gd name="connsiteY10" fmla="*/ 1379256 h 1551032"/>
                  <a:gd name="connsiteX11" fmla="*/ 1178778 w 2840688"/>
                  <a:gd name="connsiteY11" fmla="*/ 1375025 h 1551032"/>
                  <a:gd name="connsiteX12" fmla="*/ 1208412 w 2840688"/>
                  <a:gd name="connsiteY12" fmla="*/ 1315757 h 1551032"/>
                  <a:gd name="connsiteX13" fmla="*/ 1218995 w 2840688"/>
                  <a:gd name="connsiteY13" fmla="*/ 1118909 h 1551032"/>
                  <a:gd name="connsiteX14" fmla="*/ 1384094 w 2840688"/>
                  <a:gd name="connsiteY14" fmla="*/ 1127374 h 1551032"/>
                  <a:gd name="connsiteX15" fmla="*/ 1396794 w 2840688"/>
                  <a:gd name="connsiteY15" fmla="*/ 1317874 h 1551032"/>
                  <a:gd name="connsiteX16" fmla="*/ 1487812 w 2840688"/>
                  <a:gd name="connsiteY16" fmla="*/ 1342429 h 1551032"/>
                  <a:gd name="connsiteX17" fmla="*/ 1668574 w 2840688"/>
                  <a:gd name="connsiteY17" fmla="*/ 1266225 h 1551032"/>
                  <a:gd name="connsiteX18" fmla="*/ 1862883 w 2840688"/>
                  <a:gd name="connsiteY18" fmla="*/ 1129067 h 1551032"/>
                  <a:gd name="connsiteX19" fmla="*/ 2101644 w 2840688"/>
                  <a:gd name="connsiteY19" fmla="*/ 907241 h 1551032"/>
                  <a:gd name="connsiteX20" fmla="*/ 2444544 w 2840688"/>
                  <a:gd name="connsiteY20" fmla="*/ 513541 h 1551032"/>
                  <a:gd name="connsiteX21" fmla="*/ 2685844 w 2840688"/>
                  <a:gd name="connsiteY21" fmla="*/ 255308 h 1551032"/>
                  <a:gd name="connsiteX22" fmla="*/ 2812845 w 2840688"/>
                  <a:gd name="connsiteY22" fmla="*/ 5541 h 1551032"/>
                  <a:gd name="connsiteX23" fmla="*/ 2837397 w 2840688"/>
                  <a:gd name="connsiteY23" fmla="*/ 96982 h 1551032"/>
                  <a:gd name="connsiteX24" fmla="*/ 2762043 w 2840688"/>
                  <a:gd name="connsiteY24" fmla="*/ 268007 h 1551032"/>
                  <a:gd name="connsiteX25" fmla="*/ 2612184 w 2840688"/>
                  <a:gd name="connsiteY25" fmla="*/ 433108 h 1551032"/>
                  <a:gd name="connsiteX26" fmla="*/ 2383584 w 2840688"/>
                  <a:gd name="connsiteY26" fmla="*/ 689648 h 1551032"/>
                  <a:gd name="connsiteX27" fmla="*/ 2135511 w 2840688"/>
                  <a:gd name="connsiteY27" fmla="*/ 983441 h 1551032"/>
                  <a:gd name="connsiteX28" fmla="*/ 1876854 w 2840688"/>
                  <a:gd name="connsiteY28" fmla="*/ 1275962 h 1551032"/>
                  <a:gd name="connsiteX29" fmla="*/ 1596182 w 2840688"/>
                  <a:gd name="connsiteY29" fmla="*/ 1459266 h 1551032"/>
                  <a:gd name="connsiteX30" fmla="*/ 1229153 w 2840688"/>
                  <a:gd name="connsiteY30" fmla="*/ 1546897 h 1551032"/>
                  <a:gd name="connsiteX31" fmla="*/ 794815 w 2840688"/>
                  <a:gd name="connsiteY31" fmla="*/ 1527002 h 1551032"/>
                  <a:gd name="connsiteX32" fmla="*/ 588226 w 2840688"/>
                  <a:gd name="connsiteY32" fmla="*/ 1441065 h 1551032"/>
                  <a:gd name="connsiteX33" fmla="*/ 441754 w 2840688"/>
                  <a:gd name="connsiteY33" fmla="*/ 1356822 h 1551032"/>
                  <a:gd name="connsiteX34" fmla="*/ 288083 w 2840688"/>
                  <a:gd name="connsiteY34" fmla="*/ 1220507 h 1551032"/>
                  <a:gd name="connsiteX0" fmla="*/ 289534 w 2842139"/>
                  <a:gd name="connsiteY0" fmla="*/ 1220507 h 1551032"/>
                  <a:gd name="connsiteX1" fmla="*/ 130362 w 2842139"/>
                  <a:gd name="connsiteY1" fmla="*/ 1057948 h 1551032"/>
                  <a:gd name="connsiteX2" fmla="*/ 1668 w 2842139"/>
                  <a:gd name="connsiteY2" fmla="*/ 889462 h 1551032"/>
                  <a:gd name="connsiteX3" fmla="*/ 75329 w 2842139"/>
                  <a:gd name="connsiteY3" fmla="*/ 886923 h 1551032"/>
                  <a:gd name="connsiteX4" fmla="*/ 323398 w 2842139"/>
                  <a:gd name="connsiteY4" fmla="*/ 1048635 h 1551032"/>
                  <a:gd name="connsiteX5" fmla="*/ 623544 w 2842139"/>
                  <a:gd name="connsiteY5" fmla="*/ 1300942 h 1551032"/>
                  <a:gd name="connsiteX6" fmla="*/ 691278 w 2842139"/>
                  <a:gd name="connsiteY6" fmla="*/ 1303058 h 1551032"/>
                  <a:gd name="connsiteX7" fmla="*/ 691279 w 2842139"/>
                  <a:gd name="connsiteY7" fmla="*/ 1121025 h 1551032"/>
                  <a:gd name="connsiteX8" fmla="*/ 873312 w 2842139"/>
                  <a:gd name="connsiteY8" fmla="*/ 1093507 h 1551032"/>
                  <a:gd name="connsiteX9" fmla="*/ 886013 w 2842139"/>
                  <a:gd name="connsiteY9" fmla="*/ 1355975 h 1551032"/>
                  <a:gd name="connsiteX10" fmla="*/ 979146 w 2842139"/>
                  <a:gd name="connsiteY10" fmla="*/ 1379256 h 1551032"/>
                  <a:gd name="connsiteX11" fmla="*/ 1180229 w 2842139"/>
                  <a:gd name="connsiteY11" fmla="*/ 1375025 h 1551032"/>
                  <a:gd name="connsiteX12" fmla="*/ 1209863 w 2842139"/>
                  <a:gd name="connsiteY12" fmla="*/ 1315757 h 1551032"/>
                  <a:gd name="connsiteX13" fmla="*/ 1220446 w 2842139"/>
                  <a:gd name="connsiteY13" fmla="*/ 1118909 h 1551032"/>
                  <a:gd name="connsiteX14" fmla="*/ 1385545 w 2842139"/>
                  <a:gd name="connsiteY14" fmla="*/ 1127374 h 1551032"/>
                  <a:gd name="connsiteX15" fmla="*/ 1398245 w 2842139"/>
                  <a:gd name="connsiteY15" fmla="*/ 1317874 h 1551032"/>
                  <a:gd name="connsiteX16" fmla="*/ 1489263 w 2842139"/>
                  <a:gd name="connsiteY16" fmla="*/ 1342429 h 1551032"/>
                  <a:gd name="connsiteX17" fmla="*/ 1670025 w 2842139"/>
                  <a:gd name="connsiteY17" fmla="*/ 1266225 h 1551032"/>
                  <a:gd name="connsiteX18" fmla="*/ 1864334 w 2842139"/>
                  <a:gd name="connsiteY18" fmla="*/ 1129067 h 1551032"/>
                  <a:gd name="connsiteX19" fmla="*/ 2103095 w 2842139"/>
                  <a:gd name="connsiteY19" fmla="*/ 907241 h 1551032"/>
                  <a:gd name="connsiteX20" fmla="*/ 2445995 w 2842139"/>
                  <a:gd name="connsiteY20" fmla="*/ 513541 h 1551032"/>
                  <a:gd name="connsiteX21" fmla="*/ 2687295 w 2842139"/>
                  <a:gd name="connsiteY21" fmla="*/ 255308 h 1551032"/>
                  <a:gd name="connsiteX22" fmla="*/ 2814296 w 2842139"/>
                  <a:gd name="connsiteY22" fmla="*/ 5541 h 1551032"/>
                  <a:gd name="connsiteX23" fmla="*/ 2838848 w 2842139"/>
                  <a:gd name="connsiteY23" fmla="*/ 96982 h 1551032"/>
                  <a:gd name="connsiteX24" fmla="*/ 2763494 w 2842139"/>
                  <a:gd name="connsiteY24" fmla="*/ 268007 h 1551032"/>
                  <a:gd name="connsiteX25" fmla="*/ 2613635 w 2842139"/>
                  <a:gd name="connsiteY25" fmla="*/ 433108 h 1551032"/>
                  <a:gd name="connsiteX26" fmla="*/ 2385035 w 2842139"/>
                  <a:gd name="connsiteY26" fmla="*/ 689648 h 1551032"/>
                  <a:gd name="connsiteX27" fmla="*/ 2136962 w 2842139"/>
                  <a:gd name="connsiteY27" fmla="*/ 983441 h 1551032"/>
                  <a:gd name="connsiteX28" fmla="*/ 1878305 w 2842139"/>
                  <a:gd name="connsiteY28" fmla="*/ 1275962 h 1551032"/>
                  <a:gd name="connsiteX29" fmla="*/ 1597633 w 2842139"/>
                  <a:gd name="connsiteY29" fmla="*/ 1459266 h 1551032"/>
                  <a:gd name="connsiteX30" fmla="*/ 1230604 w 2842139"/>
                  <a:gd name="connsiteY30" fmla="*/ 1546897 h 1551032"/>
                  <a:gd name="connsiteX31" fmla="*/ 796266 w 2842139"/>
                  <a:gd name="connsiteY31" fmla="*/ 1527002 h 1551032"/>
                  <a:gd name="connsiteX32" fmla="*/ 589677 w 2842139"/>
                  <a:gd name="connsiteY32" fmla="*/ 1441065 h 1551032"/>
                  <a:gd name="connsiteX33" fmla="*/ 443205 w 2842139"/>
                  <a:gd name="connsiteY33" fmla="*/ 1356822 h 1551032"/>
                  <a:gd name="connsiteX34" fmla="*/ 289534 w 2842139"/>
                  <a:gd name="connsiteY34" fmla="*/ 1220507 h 1551032"/>
                  <a:gd name="connsiteX0" fmla="*/ 246178 w 2798783"/>
                  <a:gd name="connsiteY0" fmla="*/ 1220507 h 1551032"/>
                  <a:gd name="connsiteX1" fmla="*/ 87006 w 2798783"/>
                  <a:gd name="connsiteY1" fmla="*/ 1057948 h 1551032"/>
                  <a:gd name="connsiteX2" fmla="*/ 9112 w 2798783"/>
                  <a:gd name="connsiteY2" fmla="*/ 975822 h 1551032"/>
                  <a:gd name="connsiteX3" fmla="*/ 31973 w 2798783"/>
                  <a:gd name="connsiteY3" fmla="*/ 886923 h 1551032"/>
                  <a:gd name="connsiteX4" fmla="*/ 280042 w 2798783"/>
                  <a:gd name="connsiteY4" fmla="*/ 1048635 h 1551032"/>
                  <a:gd name="connsiteX5" fmla="*/ 580188 w 2798783"/>
                  <a:gd name="connsiteY5" fmla="*/ 1300942 h 1551032"/>
                  <a:gd name="connsiteX6" fmla="*/ 647922 w 2798783"/>
                  <a:gd name="connsiteY6" fmla="*/ 1303058 h 1551032"/>
                  <a:gd name="connsiteX7" fmla="*/ 647923 w 2798783"/>
                  <a:gd name="connsiteY7" fmla="*/ 1121025 h 1551032"/>
                  <a:gd name="connsiteX8" fmla="*/ 829956 w 2798783"/>
                  <a:gd name="connsiteY8" fmla="*/ 1093507 h 1551032"/>
                  <a:gd name="connsiteX9" fmla="*/ 842657 w 2798783"/>
                  <a:gd name="connsiteY9" fmla="*/ 1355975 h 1551032"/>
                  <a:gd name="connsiteX10" fmla="*/ 935790 w 2798783"/>
                  <a:gd name="connsiteY10" fmla="*/ 1379256 h 1551032"/>
                  <a:gd name="connsiteX11" fmla="*/ 1136873 w 2798783"/>
                  <a:gd name="connsiteY11" fmla="*/ 1375025 h 1551032"/>
                  <a:gd name="connsiteX12" fmla="*/ 1166507 w 2798783"/>
                  <a:gd name="connsiteY12" fmla="*/ 1315757 h 1551032"/>
                  <a:gd name="connsiteX13" fmla="*/ 1177090 w 2798783"/>
                  <a:gd name="connsiteY13" fmla="*/ 1118909 h 1551032"/>
                  <a:gd name="connsiteX14" fmla="*/ 1342189 w 2798783"/>
                  <a:gd name="connsiteY14" fmla="*/ 1127374 h 1551032"/>
                  <a:gd name="connsiteX15" fmla="*/ 1354889 w 2798783"/>
                  <a:gd name="connsiteY15" fmla="*/ 1317874 h 1551032"/>
                  <a:gd name="connsiteX16" fmla="*/ 1445907 w 2798783"/>
                  <a:gd name="connsiteY16" fmla="*/ 1342429 h 1551032"/>
                  <a:gd name="connsiteX17" fmla="*/ 1626669 w 2798783"/>
                  <a:gd name="connsiteY17" fmla="*/ 1266225 h 1551032"/>
                  <a:gd name="connsiteX18" fmla="*/ 1820978 w 2798783"/>
                  <a:gd name="connsiteY18" fmla="*/ 1129067 h 1551032"/>
                  <a:gd name="connsiteX19" fmla="*/ 2059739 w 2798783"/>
                  <a:gd name="connsiteY19" fmla="*/ 907241 h 1551032"/>
                  <a:gd name="connsiteX20" fmla="*/ 2402639 w 2798783"/>
                  <a:gd name="connsiteY20" fmla="*/ 513541 h 1551032"/>
                  <a:gd name="connsiteX21" fmla="*/ 2643939 w 2798783"/>
                  <a:gd name="connsiteY21" fmla="*/ 255308 h 1551032"/>
                  <a:gd name="connsiteX22" fmla="*/ 2770940 w 2798783"/>
                  <a:gd name="connsiteY22" fmla="*/ 5541 h 1551032"/>
                  <a:gd name="connsiteX23" fmla="*/ 2795492 w 2798783"/>
                  <a:gd name="connsiteY23" fmla="*/ 96982 h 1551032"/>
                  <a:gd name="connsiteX24" fmla="*/ 2720138 w 2798783"/>
                  <a:gd name="connsiteY24" fmla="*/ 268007 h 1551032"/>
                  <a:gd name="connsiteX25" fmla="*/ 2570279 w 2798783"/>
                  <a:gd name="connsiteY25" fmla="*/ 433108 h 1551032"/>
                  <a:gd name="connsiteX26" fmla="*/ 2341679 w 2798783"/>
                  <a:gd name="connsiteY26" fmla="*/ 689648 h 1551032"/>
                  <a:gd name="connsiteX27" fmla="*/ 2093606 w 2798783"/>
                  <a:gd name="connsiteY27" fmla="*/ 983441 h 1551032"/>
                  <a:gd name="connsiteX28" fmla="*/ 1834949 w 2798783"/>
                  <a:gd name="connsiteY28" fmla="*/ 1275962 h 1551032"/>
                  <a:gd name="connsiteX29" fmla="*/ 1554277 w 2798783"/>
                  <a:gd name="connsiteY29" fmla="*/ 1459266 h 1551032"/>
                  <a:gd name="connsiteX30" fmla="*/ 1187248 w 2798783"/>
                  <a:gd name="connsiteY30" fmla="*/ 1546897 h 1551032"/>
                  <a:gd name="connsiteX31" fmla="*/ 752910 w 2798783"/>
                  <a:gd name="connsiteY31" fmla="*/ 1527002 h 1551032"/>
                  <a:gd name="connsiteX32" fmla="*/ 546321 w 2798783"/>
                  <a:gd name="connsiteY32" fmla="*/ 1441065 h 1551032"/>
                  <a:gd name="connsiteX33" fmla="*/ 399849 w 2798783"/>
                  <a:gd name="connsiteY33" fmla="*/ 1356822 h 1551032"/>
                  <a:gd name="connsiteX34" fmla="*/ 246178 w 2798783"/>
                  <a:gd name="connsiteY34" fmla="*/ 1220507 h 1551032"/>
                  <a:gd name="connsiteX0" fmla="*/ 246178 w 2798783"/>
                  <a:gd name="connsiteY0" fmla="*/ 1220507 h 1551032"/>
                  <a:gd name="connsiteX1" fmla="*/ 87006 w 2798783"/>
                  <a:gd name="connsiteY1" fmla="*/ 1057948 h 1551032"/>
                  <a:gd name="connsiteX2" fmla="*/ 9112 w 2798783"/>
                  <a:gd name="connsiteY2" fmla="*/ 975822 h 1551032"/>
                  <a:gd name="connsiteX3" fmla="*/ 31973 w 2798783"/>
                  <a:gd name="connsiteY3" fmla="*/ 886923 h 1551032"/>
                  <a:gd name="connsiteX4" fmla="*/ 280042 w 2798783"/>
                  <a:gd name="connsiteY4" fmla="*/ 1048635 h 1551032"/>
                  <a:gd name="connsiteX5" fmla="*/ 580188 w 2798783"/>
                  <a:gd name="connsiteY5" fmla="*/ 1300942 h 1551032"/>
                  <a:gd name="connsiteX6" fmla="*/ 647922 w 2798783"/>
                  <a:gd name="connsiteY6" fmla="*/ 1303058 h 1551032"/>
                  <a:gd name="connsiteX7" fmla="*/ 669090 w 2798783"/>
                  <a:gd name="connsiteY7" fmla="*/ 1324225 h 1551032"/>
                  <a:gd name="connsiteX8" fmla="*/ 829956 w 2798783"/>
                  <a:gd name="connsiteY8" fmla="*/ 1093507 h 1551032"/>
                  <a:gd name="connsiteX9" fmla="*/ 842657 w 2798783"/>
                  <a:gd name="connsiteY9" fmla="*/ 1355975 h 1551032"/>
                  <a:gd name="connsiteX10" fmla="*/ 935790 w 2798783"/>
                  <a:gd name="connsiteY10" fmla="*/ 1379256 h 1551032"/>
                  <a:gd name="connsiteX11" fmla="*/ 1136873 w 2798783"/>
                  <a:gd name="connsiteY11" fmla="*/ 1375025 h 1551032"/>
                  <a:gd name="connsiteX12" fmla="*/ 1166507 w 2798783"/>
                  <a:gd name="connsiteY12" fmla="*/ 1315757 h 1551032"/>
                  <a:gd name="connsiteX13" fmla="*/ 1177090 w 2798783"/>
                  <a:gd name="connsiteY13" fmla="*/ 1118909 h 1551032"/>
                  <a:gd name="connsiteX14" fmla="*/ 1342189 w 2798783"/>
                  <a:gd name="connsiteY14" fmla="*/ 1127374 h 1551032"/>
                  <a:gd name="connsiteX15" fmla="*/ 1354889 w 2798783"/>
                  <a:gd name="connsiteY15" fmla="*/ 1317874 h 1551032"/>
                  <a:gd name="connsiteX16" fmla="*/ 1445907 w 2798783"/>
                  <a:gd name="connsiteY16" fmla="*/ 1342429 h 1551032"/>
                  <a:gd name="connsiteX17" fmla="*/ 1626669 w 2798783"/>
                  <a:gd name="connsiteY17" fmla="*/ 1266225 h 1551032"/>
                  <a:gd name="connsiteX18" fmla="*/ 1820978 w 2798783"/>
                  <a:gd name="connsiteY18" fmla="*/ 1129067 h 1551032"/>
                  <a:gd name="connsiteX19" fmla="*/ 2059739 w 2798783"/>
                  <a:gd name="connsiteY19" fmla="*/ 907241 h 1551032"/>
                  <a:gd name="connsiteX20" fmla="*/ 2402639 w 2798783"/>
                  <a:gd name="connsiteY20" fmla="*/ 513541 h 1551032"/>
                  <a:gd name="connsiteX21" fmla="*/ 2643939 w 2798783"/>
                  <a:gd name="connsiteY21" fmla="*/ 255308 h 1551032"/>
                  <a:gd name="connsiteX22" fmla="*/ 2770940 w 2798783"/>
                  <a:gd name="connsiteY22" fmla="*/ 5541 h 1551032"/>
                  <a:gd name="connsiteX23" fmla="*/ 2795492 w 2798783"/>
                  <a:gd name="connsiteY23" fmla="*/ 96982 h 1551032"/>
                  <a:gd name="connsiteX24" fmla="*/ 2720138 w 2798783"/>
                  <a:gd name="connsiteY24" fmla="*/ 268007 h 1551032"/>
                  <a:gd name="connsiteX25" fmla="*/ 2570279 w 2798783"/>
                  <a:gd name="connsiteY25" fmla="*/ 433108 h 1551032"/>
                  <a:gd name="connsiteX26" fmla="*/ 2341679 w 2798783"/>
                  <a:gd name="connsiteY26" fmla="*/ 689648 h 1551032"/>
                  <a:gd name="connsiteX27" fmla="*/ 2093606 w 2798783"/>
                  <a:gd name="connsiteY27" fmla="*/ 983441 h 1551032"/>
                  <a:gd name="connsiteX28" fmla="*/ 1834949 w 2798783"/>
                  <a:gd name="connsiteY28" fmla="*/ 1275962 h 1551032"/>
                  <a:gd name="connsiteX29" fmla="*/ 1554277 w 2798783"/>
                  <a:gd name="connsiteY29" fmla="*/ 1459266 h 1551032"/>
                  <a:gd name="connsiteX30" fmla="*/ 1187248 w 2798783"/>
                  <a:gd name="connsiteY30" fmla="*/ 1546897 h 1551032"/>
                  <a:gd name="connsiteX31" fmla="*/ 752910 w 2798783"/>
                  <a:gd name="connsiteY31" fmla="*/ 1527002 h 1551032"/>
                  <a:gd name="connsiteX32" fmla="*/ 546321 w 2798783"/>
                  <a:gd name="connsiteY32" fmla="*/ 1441065 h 1551032"/>
                  <a:gd name="connsiteX33" fmla="*/ 399849 w 2798783"/>
                  <a:gd name="connsiteY33" fmla="*/ 1356822 h 1551032"/>
                  <a:gd name="connsiteX34" fmla="*/ 246178 w 2798783"/>
                  <a:gd name="connsiteY34" fmla="*/ 1220507 h 1551032"/>
                  <a:gd name="connsiteX0" fmla="*/ 246178 w 2798783"/>
                  <a:gd name="connsiteY0" fmla="*/ 1220507 h 1551032"/>
                  <a:gd name="connsiteX1" fmla="*/ 87006 w 2798783"/>
                  <a:gd name="connsiteY1" fmla="*/ 1057948 h 1551032"/>
                  <a:gd name="connsiteX2" fmla="*/ 9112 w 2798783"/>
                  <a:gd name="connsiteY2" fmla="*/ 975822 h 1551032"/>
                  <a:gd name="connsiteX3" fmla="*/ 31973 w 2798783"/>
                  <a:gd name="connsiteY3" fmla="*/ 886923 h 1551032"/>
                  <a:gd name="connsiteX4" fmla="*/ 280042 w 2798783"/>
                  <a:gd name="connsiteY4" fmla="*/ 1048635 h 1551032"/>
                  <a:gd name="connsiteX5" fmla="*/ 580188 w 2798783"/>
                  <a:gd name="connsiteY5" fmla="*/ 1300942 h 1551032"/>
                  <a:gd name="connsiteX6" fmla="*/ 647922 w 2798783"/>
                  <a:gd name="connsiteY6" fmla="*/ 1303058 h 1551032"/>
                  <a:gd name="connsiteX7" fmla="*/ 669090 w 2798783"/>
                  <a:gd name="connsiteY7" fmla="*/ 1324225 h 1551032"/>
                  <a:gd name="connsiteX8" fmla="*/ 783389 w 2798783"/>
                  <a:gd name="connsiteY8" fmla="*/ 1360207 h 1551032"/>
                  <a:gd name="connsiteX9" fmla="*/ 842657 w 2798783"/>
                  <a:gd name="connsiteY9" fmla="*/ 1355975 h 1551032"/>
                  <a:gd name="connsiteX10" fmla="*/ 935790 w 2798783"/>
                  <a:gd name="connsiteY10" fmla="*/ 1379256 h 1551032"/>
                  <a:gd name="connsiteX11" fmla="*/ 1136873 w 2798783"/>
                  <a:gd name="connsiteY11" fmla="*/ 1375025 h 1551032"/>
                  <a:gd name="connsiteX12" fmla="*/ 1166507 w 2798783"/>
                  <a:gd name="connsiteY12" fmla="*/ 1315757 h 1551032"/>
                  <a:gd name="connsiteX13" fmla="*/ 1177090 w 2798783"/>
                  <a:gd name="connsiteY13" fmla="*/ 1118909 h 1551032"/>
                  <a:gd name="connsiteX14" fmla="*/ 1342189 w 2798783"/>
                  <a:gd name="connsiteY14" fmla="*/ 1127374 h 1551032"/>
                  <a:gd name="connsiteX15" fmla="*/ 1354889 w 2798783"/>
                  <a:gd name="connsiteY15" fmla="*/ 1317874 h 1551032"/>
                  <a:gd name="connsiteX16" fmla="*/ 1445907 w 2798783"/>
                  <a:gd name="connsiteY16" fmla="*/ 1342429 h 1551032"/>
                  <a:gd name="connsiteX17" fmla="*/ 1626669 w 2798783"/>
                  <a:gd name="connsiteY17" fmla="*/ 1266225 h 1551032"/>
                  <a:gd name="connsiteX18" fmla="*/ 1820978 w 2798783"/>
                  <a:gd name="connsiteY18" fmla="*/ 1129067 h 1551032"/>
                  <a:gd name="connsiteX19" fmla="*/ 2059739 w 2798783"/>
                  <a:gd name="connsiteY19" fmla="*/ 907241 h 1551032"/>
                  <a:gd name="connsiteX20" fmla="*/ 2402639 w 2798783"/>
                  <a:gd name="connsiteY20" fmla="*/ 513541 h 1551032"/>
                  <a:gd name="connsiteX21" fmla="*/ 2643939 w 2798783"/>
                  <a:gd name="connsiteY21" fmla="*/ 255308 h 1551032"/>
                  <a:gd name="connsiteX22" fmla="*/ 2770940 w 2798783"/>
                  <a:gd name="connsiteY22" fmla="*/ 5541 h 1551032"/>
                  <a:gd name="connsiteX23" fmla="*/ 2795492 w 2798783"/>
                  <a:gd name="connsiteY23" fmla="*/ 96982 h 1551032"/>
                  <a:gd name="connsiteX24" fmla="*/ 2720138 w 2798783"/>
                  <a:gd name="connsiteY24" fmla="*/ 268007 h 1551032"/>
                  <a:gd name="connsiteX25" fmla="*/ 2570279 w 2798783"/>
                  <a:gd name="connsiteY25" fmla="*/ 433108 h 1551032"/>
                  <a:gd name="connsiteX26" fmla="*/ 2341679 w 2798783"/>
                  <a:gd name="connsiteY26" fmla="*/ 689648 h 1551032"/>
                  <a:gd name="connsiteX27" fmla="*/ 2093606 w 2798783"/>
                  <a:gd name="connsiteY27" fmla="*/ 983441 h 1551032"/>
                  <a:gd name="connsiteX28" fmla="*/ 1834949 w 2798783"/>
                  <a:gd name="connsiteY28" fmla="*/ 1275962 h 1551032"/>
                  <a:gd name="connsiteX29" fmla="*/ 1554277 w 2798783"/>
                  <a:gd name="connsiteY29" fmla="*/ 1459266 h 1551032"/>
                  <a:gd name="connsiteX30" fmla="*/ 1187248 w 2798783"/>
                  <a:gd name="connsiteY30" fmla="*/ 1546897 h 1551032"/>
                  <a:gd name="connsiteX31" fmla="*/ 752910 w 2798783"/>
                  <a:gd name="connsiteY31" fmla="*/ 1527002 h 1551032"/>
                  <a:gd name="connsiteX32" fmla="*/ 546321 w 2798783"/>
                  <a:gd name="connsiteY32" fmla="*/ 1441065 h 1551032"/>
                  <a:gd name="connsiteX33" fmla="*/ 399849 w 2798783"/>
                  <a:gd name="connsiteY33" fmla="*/ 1356822 h 1551032"/>
                  <a:gd name="connsiteX34" fmla="*/ 246178 w 2798783"/>
                  <a:gd name="connsiteY34" fmla="*/ 1220507 h 1551032"/>
                  <a:gd name="connsiteX0" fmla="*/ 246178 w 2798783"/>
                  <a:gd name="connsiteY0" fmla="*/ 1220507 h 1551032"/>
                  <a:gd name="connsiteX1" fmla="*/ 87006 w 2798783"/>
                  <a:gd name="connsiteY1" fmla="*/ 1057948 h 1551032"/>
                  <a:gd name="connsiteX2" fmla="*/ 9112 w 2798783"/>
                  <a:gd name="connsiteY2" fmla="*/ 975822 h 1551032"/>
                  <a:gd name="connsiteX3" fmla="*/ 31973 w 2798783"/>
                  <a:gd name="connsiteY3" fmla="*/ 886923 h 1551032"/>
                  <a:gd name="connsiteX4" fmla="*/ 280042 w 2798783"/>
                  <a:gd name="connsiteY4" fmla="*/ 1048635 h 1551032"/>
                  <a:gd name="connsiteX5" fmla="*/ 580188 w 2798783"/>
                  <a:gd name="connsiteY5" fmla="*/ 1300942 h 1551032"/>
                  <a:gd name="connsiteX6" fmla="*/ 647922 w 2798783"/>
                  <a:gd name="connsiteY6" fmla="*/ 1303058 h 1551032"/>
                  <a:gd name="connsiteX7" fmla="*/ 669090 w 2798783"/>
                  <a:gd name="connsiteY7" fmla="*/ 1324225 h 1551032"/>
                  <a:gd name="connsiteX8" fmla="*/ 783389 w 2798783"/>
                  <a:gd name="connsiteY8" fmla="*/ 1360207 h 1551032"/>
                  <a:gd name="connsiteX9" fmla="*/ 863824 w 2798783"/>
                  <a:gd name="connsiteY9" fmla="*/ 1385609 h 1551032"/>
                  <a:gd name="connsiteX10" fmla="*/ 935790 w 2798783"/>
                  <a:gd name="connsiteY10" fmla="*/ 1379256 h 1551032"/>
                  <a:gd name="connsiteX11" fmla="*/ 1136873 w 2798783"/>
                  <a:gd name="connsiteY11" fmla="*/ 1375025 h 1551032"/>
                  <a:gd name="connsiteX12" fmla="*/ 1166507 w 2798783"/>
                  <a:gd name="connsiteY12" fmla="*/ 1315757 h 1551032"/>
                  <a:gd name="connsiteX13" fmla="*/ 1177090 w 2798783"/>
                  <a:gd name="connsiteY13" fmla="*/ 1118909 h 1551032"/>
                  <a:gd name="connsiteX14" fmla="*/ 1342189 w 2798783"/>
                  <a:gd name="connsiteY14" fmla="*/ 1127374 h 1551032"/>
                  <a:gd name="connsiteX15" fmla="*/ 1354889 w 2798783"/>
                  <a:gd name="connsiteY15" fmla="*/ 1317874 h 1551032"/>
                  <a:gd name="connsiteX16" fmla="*/ 1445907 w 2798783"/>
                  <a:gd name="connsiteY16" fmla="*/ 1342429 h 1551032"/>
                  <a:gd name="connsiteX17" fmla="*/ 1626669 w 2798783"/>
                  <a:gd name="connsiteY17" fmla="*/ 1266225 h 1551032"/>
                  <a:gd name="connsiteX18" fmla="*/ 1820978 w 2798783"/>
                  <a:gd name="connsiteY18" fmla="*/ 1129067 h 1551032"/>
                  <a:gd name="connsiteX19" fmla="*/ 2059739 w 2798783"/>
                  <a:gd name="connsiteY19" fmla="*/ 907241 h 1551032"/>
                  <a:gd name="connsiteX20" fmla="*/ 2402639 w 2798783"/>
                  <a:gd name="connsiteY20" fmla="*/ 513541 h 1551032"/>
                  <a:gd name="connsiteX21" fmla="*/ 2643939 w 2798783"/>
                  <a:gd name="connsiteY21" fmla="*/ 255308 h 1551032"/>
                  <a:gd name="connsiteX22" fmla="*/ 2770940 w 2798783"/>
                  <a:gd name="connsiteY22" fmla="*/ 5541 h 1551032"/>
                  <a:gd name="connsiteX23" fmla="*/ 2795492 w 2798783"/>
                  <a:gd name="connsiteY23" fmla="*/ 96982 h 1551032"/>
                  <a:gd name="connsiteX24" fmla="*/ 2720138 w 2798783"/>
                  <a:gd name="connsiteY24" fmla="*/ 268007 h 1551032"/>
                  <a:gd name="connsiteX25" fmla="*/ 2570279 w 2798783"/>
                  <a:gd name="connsiteY25" fmla="*/ 433108 h 1551032"/>
                  <a:gd name="connsiteX26" fmla="*/ 2341679 w 2798783"/>
                  <a:gd name="connsiteY26" fmla="*/ 689648 h 1551032"/>
                  <a:gd name="connsiteX27" fmla="*/ 2093606 w 2798783"/>
                  <a:gd name="connsiteY27" fmla="*/ 983441 h 1551032"/>
                  <a:gd name="connsiteX28" fmla="*/ 1834949 w 2798783"/>
                  <a:gd name="connsiteY28" fmla="*/ 1275962 h 1551032"/>
                  <a:gd name="connsiteX29" fmla="*/ 1554277 w 2798783"/>
                  <a:gd name="connsiteY29" fmla="*/ 1459266 h 1551032"/>
                  <a:gd name="connsiteX30" fmla="*/ 1187248 w 2798783"/>
                  <a:gd name="connsiteY30" fmla="*/ 1546897 h 1551032"/>
                  <a:gd name="connsiteX31" fmla="*/ 752910 w 2798783"/>
                  <a:gd name="connsiteY31" fmla="*/ 1527002 h 1551032"/>
                  <a:gd name="connsiteX32" fmla="*/ 546321 w 2798783"/>
                  <a:gd name="connsiteY32" fmla="*/ 1441065 h 1551032"/>
                  <a:gd name="connsiteX33" fmla="*/ 399849 w 2798783"/>
                  <a:gd name="connsiteY33" fmla="*/ 1356822 h 1551032"/>
                  <a:gd name="connsiteX34" fmla="*/ 246178 w 2798783"/>
                  <a:gd name="connsiteY34" fmla="*/ 1220507 h 1551032"/>
                  <a:gd name="connsiteX0" fmla="*/ 246178 w 2798783"/>
                  <a:gd name="connsiteY0" fmla="*/ 1220507 h 1551032"/>
                  <a:gd name="connsiteX1" fmla="*/ 87006 w 2798783"/>
                  <a:gd name="connsiteY1" fmla="*/ 1057948 h 1551032"/>
                  <a:gd name="connsiteX2" fmla="*/ 9112 w 2798783"/>
                  <a:gd name="connsiteY2" fmla="*/ 975822 h 1551032"/>
                  <a:gd name="connsiteX3" fmla="*/ 31973 w 2798783"/>
                  <a:gd name="connsiteY3" fmla="*/ 886923 h 1551032"/>
                  <a:gd name="connsiteX4" fmla="*/ 280042 w 2798783"/>
                  <a:gd name="connsiteY4" fmla="*/ 1048635 h 1551032"/>
                  <a:gd name="connsiteX5" fmla="*/ 580188 w 2798783"/>
                  <a:gd name="connsiteY5" fmla="*/ 1300942 h 1551032"/>
                  <a:gd name="connsiteX6" fmla="*/ 647922 w 2798783"/>
                  <a:gd name="connsiteY6" fmla="*/ 1303058 h 1551032"/>
                  <a:gd name="connsiteX7" fmla="*/ 669090 w 2798783"/>
                  <a:gd name="connsiteY7" fmla="*/ 1324225 h 1551032"/>
                  <a:gd name="connsiteX8" fmla="*/ 783389 w 2798783"/>
                  <a:gd name="connsiteY8" fmla="*/ 1360207 h 1551032"/>
                  <a:gd name="connsiteX9" fmla="*/ 935790 w 2798783"/>
                  <a:gd name="connsiteY9" fmla="*/ 1379256 h 1551032"/>
                  <a:gd name="connsiteX10" fmla="*/ 1136873 w 2798783"/>
                  <a:gd name="connsiteY10" fmla="*/ 1375025 h 1551032"/>
                  <a:gd name="connsiteX11" fmla="*/ 1166507 w 2798783"/>
                  <a:gd name="connsiteY11" fmla="*/ 1315757 h 1551032"/>
                  <a:gd name="connsiteX12" fmla="*/ 1177090 w 2798783"/>
                  <a:gd name="connsiteY12" fmla="*/ 1118909 h 1551032"/>
                  <a:gd name="connsiteX13" fmla="*/ 1342189 w 2798783"/>
                  <a:gd name="connsiteY13" fmla="*/ 1127374 h 1551032"/>
                  <a:gd name="connsiteX14" fmla="*/ 1354889 w 2798783"/>
                  <a:gd name="connsiteY14" fmla="*/ 1317874 h 1551032"/>
                  <a:gd name="connsiteX15" fmla="*/ 1445907 w 2798783"/>
                  <a:gd name="connsiteY15" fmla="*/ 1342429 h 1551032"/>
                  <a:gd name="connsiteX16" fmla="*/ 1626669 w 2798783"/>
                  <a:gd name="connsiteY16" fmla="*/ 1266225 h 1551032"/>
                  <a:gd name="connsiteX17" fmla="*/ 1820978 w 2798783"/>
                  <a:gd name="connsiteY17" fmla="*/ 1129067 h 1551032"/>
                  <a:gd name="connsiteX18" fmla="*/ 2059739 w 2798783"/>
                  <a:gd name="connsiteY18" fmla="*/ 907241 h 1551032"/>
                  <a:gd name="connsiteX19" fmla="*/ 2402639 w 2798783"/>
                  <a:gd name="connsiteY19" fmla="*/ 513541 h 1551032"/>
                  <a:gd name="connsiteX20" fmla="*/ 2643939 w 2798783"/>
                  <a:gd name="connsiteY20" fmla="*/ 255308 h 1551032"/>
                  <a:gd name="connsiteX21" fmla="*/ 2770940 w 2798783"/>
                  <a:gd name="connsiteY21" fmla="*/ 5541 h 1551032"/>
                  <a:gd name="connsiteX22" fmla="*/ 2795492 w 2798783"/>
                  <a:gd name="connsiteY22" fmla="*/ 96982 h 1551032"/>
                  <a:gd name="connsiteX23" fmla="*/ 2720138 w 2798783"/>
                  <a:gd name="connsiteY23" fmla="*/ 268007 h 1551032"/>
                  <a:gd name="connsiteX24" fmla="*/ 2570279 w 2798783"/>
                  <a:gd name="connsiteY24" fmla="*/ 433108 h 1551032"/>
                  <a:gd name="connsiteX25" fmla="*/ 2341679 w 2798783"/>
                  <a:gd name="connsiteY25" fmla="*/ 689648 h 1551032"/>
                  <a:gd name="connsiteX26" fmla="*/ 2093606 w 2798783"/>
                  <a:gd name="connsiteY26" fmla="*/ 983441 h 1551032"/>
                  <a:gd name="connsiteX27" fmla="*/ 1834949 w 2798783"/>
                  <a:gd name="connsiteY27" fmla="*/ 1275962 h 1551032"/>
                  <a:gd name="connsiteX28" fmla="*/ 1554277 w 2798783"/>
                  <a:gd name="connsiteY28" fmla="*/ 1459266 h 1551032"/>
                  <a:gd name="connsiteX29" fmla="*/ 1187248 w 2798783"/>
                  <a:gd name="connsiteY29" fmla="*/ 1546897 h 1551032"/>
                  <a:gd name="connsiteX30" fmla="*/ 752910 w 2798783"/>
                  <a:gd name="connsiteY30" fmla="*/ 1527002 h 1551032"/>
                  <a:gd name="connsiteX31" fmla="*/ 546321 w 2798783"/>
                  <a:gd name="connsiteY31" fmla="*/ 1441065 h 1551032"/>
                  <a:gd name="connsiteX32" fmla="*/ 399849 w 2798783"/>
                  <a:gd name="connsiteY32" fmla="*/ 1356822 h 1551032"/>
                  <a:gd name="connsiteX33" fmla="*/ 246178 w 2798783"/>
                  <a:gd name="connsiteY33" fmla="*/ 1220507 h 1551032"/>
                  <a:gd name="connsiteX0" fmla="*/ 246178 w 2798783"/>
                  <a:gd name="connsiteY0" fmla="*/ 1220507 h 1551032"/>
                  <a:gd name="connsiteX1" fmla="*/ 87006 w 2798783"/>
                  <a:gd name="connsiteY1" fmla="*/ 1057948 h 1551032"/>
                  <a:gd name="connsiteX2" fmla="*/ 9112 w 2798783"/>
                  <a:gd name="connsiteY2" fmla="*/ 975822 h 1551032"/>
                  <a:gd name="connsiteX3" fmla="*/ 31973 w 2798783"/>
                  <a:gd name="connsiteY3" fmla="*/ 886923 h 1551032"/>
                  <a:gd name="connsiteX4" fmla="*/ 280042 w 2798783"/>
                  <a:gd name="connsiteY4" fmla="*/ 1048635 h 1551032"/>
                  <a:gd name="connsiteX5" fmla="*/ 580188 w 2798783"/>
                  <a:gd name="connsiteY5" fmla="*/ 1300942 h 1551032"/>
                  <a:gd name="connsiteX6" fmla="*/ 647922 w 2798783"/>
                  <a:gd name="connsiteY6" fmla="*/ 1303058 h 1551032"/>
                  <a:gd name="connsiteX7" fmla="*/ 783389 w 2798783"/>
                  <a:gd name="connsiteY7" fmla="*/ 1360207 h 1551032"/>
                  <a:gd name="connsiteX8" fmla="*/ 935790 w 2798783"/>
                  <a:gd name="connsiteY8" fmla="*/ 1379256 h 1551032"/>
                  <a:gd name="connsiteX9" fmla="*/ 1136873 w 2798783"/>
                  <a:gd name="connsiteY9" fmla="*/ 1375025 h 1551032"/>
                  <a:gd name="connsiteX10" fmla="*/ 1166507 w 2798783"/>
                  <a:gd name="connsiteY10" fmla="*/ 1315757 h 1551032"/>
                  <a:gd name="connsiteX11" fmla="*/ 1177090 w 2798783"/>
                  <a:gd name="connsiteY11" fmla="*/ 1118909 h 1551032"/>
                  <a:gd name="connsiteX12" fmla="*/ 1342189 w 2798783"/>
                  <a:gd name="connsiteY12" fmla="*/ 1127374 h 1551032"/>
                  <a:gd name="connsiteX13" fmla="*/ 1354889 w 2798783"/>
                  <a:gd name="connsiteY13" fmla="*/ 1317874 h 1551032"/>
                  <a:gd name="connsiteX14" fmla="*/ 1445907 w 2798783"/>
                  <a:gd name="connsiteY14" fmla="*/ 1342429 h 1551032"/>
                  <a:gd name="connsiteX15" fmla="*/ 1626669 w 2798783"/>
                  <a:gd name="connsiteY15" fmla="*/ 1266225 h 1551032"/>
                  <a:gd name="connsiteX16" fmla="*/ 1820978 w 2798783"/>
                  <a:gd name="connsiteY16" fmla="*/ 1129067 h 1551032"/>
                  <a:gd name="connsiteX17" fmla="*/ 2059739 w 2798783"/>
                  <a:gd name="connsiteY17" fmla="*/ 907241 h 1551032"/>
                  <a:gd name="connsiteX18" fmla="*/ 2402639 w 2798783"/>
                  <a:gd name="connsiteY18" fmla="*/ 513541 h 1551032"/>
                  <a:gd name="connsiteX19" fmla="*/ 2643939 w 2798783"/>
                  <a:gd name="connsiteY19" fmla="*/ 255308 h 1551032"/>
                  <a:gd name="connsiteX20" fmla="*/ 2770940 w 2798783"/>
                  <a:gd name="connsiteY20" fmla="*/ 5541 h 1551032"/>
                  <a:gd name="connsiteX21" fmla="*/ 2795492 w 2798783"/>
                  <a:gd name="connsiteY21" fmla="*/ 96982 h 1551032"/>
                  <a:gd name="connsiteX22" fmla="*/ 2720138 w 2798783"/>
                  <a:gd name="connsiteY22" fmla="*/ 268007 h 1551032"/>
                  <a:gd name="connsiteX23" fmla="*/ 2570279 w 2798783"/>
                  <a:gd name="connsiteY23" fmla="*/ 433108 h 1551032"/>
                  <a:gd name="connsiteX24" fmla="*/ 2341679 w 2798783"/>
                  <a:gd name="connsiteY24" fmla="*/ 689648 h 1551032"/>
                  <a:gd name="connsiteX25" fmla="*/ 2093606 w 2798783"/>
                  <a:gd name="connsiteY25" fmla="*/ 983441 h 1551032"/>
                  <a:gd name="connsiteX26" fmla="*/ 1834949 w 2798783"/>
                  <a:gd name="connsiteY26" fmla="*/ 1275962 h 1551032"/>
                  <a:gd name="connsiteX27" fmla="*/ 1554277 w 2798783"/>
                  <a:gd name="connsiteY27" fmla="*/ 1459266 h 1551032"/>
                  <a:gd name="connsiteX28" fmla="*/ 1187248 w 2798783"/>
                  <a:gd name="connsiteY28" fmla="*/ 1546897 h 1551032"/>
                  <a:gd name="connsiteX29" fmla="*/ 752910 w 2798783"/>
                  <a:gd name="connsiteY29" fmla="*/ 1527002 h 1551032"/>
                  <a:gd name="connsiteX30" fmla="*/ 546321 w 2798783"/>
                  <a:gd name="connsiteY30" fmla="*/ 1441065 h 1551032"/>
                  <a:gd name="connsiteX31" fmla="*/ 399849 w 2798783"/>
                  <a:gd name="connsiteY31" fmla="*/ 1356822 h 1551032"/>
                  <a:gd name="connsiteX32" fmla="*/ 246178 w 2798783"/>
                  <a:gd name="connsiteY32" fmla="*/ 1220507 h 1551032"/>
                  <a:gd name="connsiteX0" fmla="*/ 246178 w 2798783"/>
                  <a:gd name="connsiteY0" fmla="*/ 1220507 h 1551032"/>
                  <a:gd name="connsiteX1" fmla="*/ 87006 w 2798783"/>
                  <a:gd name="connsiteY1" fmla="*/ 1057948 h 1551032"/>
                  <a:gd name="connsiteX2" fmla="*/ 9112 w 2798783"/>
                  <a:gd name="connsiteY2" fmla="*/ 975822 h 1551032"/>
                  <a:gd name="connsiteX3" fmla="*/ 31973 w 2798783"/>
                  <a:gd name="connsiteY3" fmla="*/ 886923 h 1551032"/>
                  <a:gd name="connsiteX4" fmla="*/ 280042 w 2798783"/>
                  <a:gd name="connsiteY4" fmla="*/ 1048635 h 1551032"/>
                  <a:gd name="connsiteX5" fmla="*/ 580188 w 2798783"/>
                  <a:gd name="connsiteY5" fmla="*/ 1300942 h 1551032"/>
                  <a:gd name="connsiteX6" fmla="*/ 677555 w 2798783"/>
                  <a:gd name="connsiteY6" fmla="*/ 1336924 h 1551032"/>
                  <a:gd name="connsiteX7" fmla="*/ 783389 w 2798783"/>
                  <a:gd name="connsiteY7" fmla="*/ 1360207 h 1551032"/>
                  <a:gd name="connsiteX8" fmla="*/ 935790 w 2798783"/>
                  <a:gd name="connsiteY8" fmla="*/ 1379256 h 1551032"/>
                  <a:gd name="connsiteX9" fmla="*/ 1136873 w 2798783"/>
                  <a:gd name="connsiteY9" fmla="*/ 1375025 h 1551032"/>
                  <a:gd name="connsiteX10" fmla="*/ 1166507 w 2798783"/>
                  <a:gd name="connsiteY10" fmla="*/ 1315757 h 1551032"/>
                  <a:gd name="connsiteX11" fmla="*/ 1177090 w 2798783"/>
                  <a:gd name="connsiteY11" fmla="*/ 1118909 h 1551032"/>
                  <a:gd name="connsiteX12" fmla="*/ 1342189 w 2798783"/>
                  <a:gd name="connsiteY12" fmla="*/ 1127374 h 1551032"/>
                  <a:gd name="connsiteX13" fmla="*/ 1354889 w 2798783"/>
                  <a:gd name="connsiteY13" fmla="*/ 1317874 h 1551032"/>
                  <a:gd name="connsiteX14" fmla="*/ 1445907 w 2798783"/>
                  <a:gd name="connsiteY14" fmla="*/ 1342429 h 1551032"/>
                  <a:gd name="connsiteX15" fmla="*/ 1626669 w 2798783"/>
                  <a:gd name="connsiteY15" fmla="*/ 1266225 h 1551032"/>
                  <a:gd name="connsiteX16" fmla="*/ 1820978 w 2798783"/>
                  <a:gd name="connsiteY16" fmla="*/ 1129067 h 1551032"/>
                  <a:gd name="connsiteX17" fmla="*/ 2059739 w 2798783"/>
                  <a:gd name="connsiteY17" fmla="*/ 907241 h 1551032"/>
                  <a:gd name="connsiteX18" fmla="*/ 2402639 w 2798783"/>
                  <a:gd name="connsiteY18" fmla="*/ 513541 h 1551032"/>
                  <a:gd name="connsiteX19" fmla="*/ 2643939 w 2798783"/>
                  <a:gd name="connsiteY19" fmla="*/ 255308 h 1551032"/>
                  <a:gd name="connsiteX20" fmla="*/ 2770940 w 2798783"/>
                  <a:gd name="connsiteY20" fmla="*/ 5541 h 1551032"/>
                  <a:gd name="connsiteX21" fmla="*/ 2795492 w 2798783"/>
                  <a:gd name="connsiteY21" fmla="*/ 96982 h 1551032"/>
                  <a:gd name="connsiteX22" fmla="*/ 2720138 w 2798783"/>
                  <a:gd name="connsiteY22" fmla="*/ 268007 h 1551032"/>
                  <a:gd name="connsiteX23" fmla="*/ 2570279 w 2798783"/>
                  <a:gd name="connsiteY23" fmla="*/ 433108 h 1551032"/>
                  <a:gd name="connsiteX24" fmla="*/ 2341679 w 2798783"/>
                  <a:gd name="connsiteY24" fmla="*/ 689648 h 1551032"/>
                  <a:gd name="connsiteX25" fmla="*/ 2093606 w 2798783"/>
                  <a:gd name="connsiteY25" fmla="*/ 983441 h 1551032"/>
                  <a:gd name="connsiteX26" fmla="*/ 1834949 w 2798783"/>
                  <a:gd name="connsiteY26" fmla="*/ 1275962 h 1551032"/>
                  <a:gd name="connsiteX27" fmla="*/ 1554277 w 2798783"/>
                  <a:gd name="connsiteY27" fmla="*/ 1459266 h 1551032"/>
                  <a:gd name="connsiteX28" fmla="*/ 1187248 w 2798783"/>
                  <a:gd name="connsiteY28" fmla="*/ 1546897 h 1551032"/>
                  <a:gd name="connsiteX29" fmla="*/ 752910 w 2798783"/>
                  <a:gd name="connsiteY29" fmla="*/ 1527002 h 1551032"/>
                  <a:gd name="connsiteX30" fmla="*/ 546321 w 2798783"/>
                  <a:gd name="connsiteY30" fmla="*/ 1441065 h 1551032"/>
                  <a:gd name="connsiteX31" fmla="*/ 399849 w 2798783"/>
                  <a:gd name="connsiteY31" fmla="*/ 1356822 h 1551032"/>
                  <a:gd name="connsiteX32" fmla="*/ 246178 w 2798783"/>
                  <a:gd name="connsiteY32" fmla="*/ 1220507 h 1551032"/>
                  <a:gd name="connsiteX0" fmla="*/ 246178 w 2798783"/>
                  <a:gd name="connsiteY0" fmla="*/ 1220507 h 1551032"/>
                  <a:gd name="connsiteX1" fmla="*/ 87006 w 2798783"/>
                  <a:gd name="connsiteY1" fmla="*/ 1057948 h 1551032"/>
                  <a:gd name="connsiteX2" fmla="*/ 9112 w 2798783"/>
                  <a:gd name="connsiteY2" fmla="*/ 975822 h 1551032"/>
                  <a:gd name="connsiteX3" fmla="*/ 31973 w 2798783"/>
                  <a:gd name="connsiteY3" fmla="*/ 886923 h 1551032"/>
                  <a:gd name="connsiteX4" fmla="*/ 280042 w 2798783"/>
                  <a:gd name="connsiteY4" fmla="*/ 1048635 h 1551032"/>
                  <a:gd name="connsiteX5" fmla="*/ 580188 w 2798783"/>
                  <a:gd name="connsiteY5" fmla="*/ 1300942 h 1551032"/>
                  <a:gd name="connsiteX6" fmla="*/ 783389 w 2798783"/>
                  <a:gd name="connsiteY6" fmla="*/ 1360207 h 1551032"/>
                  <a:gd name="connsiteX7" fmla="*/ 935790 w 2798783"/>
                  <a:gd name="connsiteY7" fmla="*/ 1379256 h 1551032"/>
                  <a:gd name="connsiteX8" fmla="*/ 1136873 w 2798783"/>
                  <a:gd name="connsiteY8" fmla="*/ 1375025 h 1551032"/>
                  <a:gd name="connsiteX9" fmla="*/ 1166507 w 2798783"/>
                  <a:gd name="connsiteY9" fmla="*/ 1315757 h 1551032"/>
                  <a:gd name="connsiteX10" fmla="*/ 1177090 w 2798783"/>
                  <a:gd name="connsiteY10" fmla="*/ 1118909 h 1551032"/>
                  <a:gd name="connsiteX11" fmla="*/ 1342189 w 2798783"/>
                  <a:gd name="connsiteY11" fmla="*/ 1127374 h 1551032"/>
                  <a:gd name="connsiteX12" fmla="*/ 1354889 w 2798783"/>
                  <a:gd name="connsiteY12" fmla="*/ 1317874 h 1551032"/>
                  <a:gd name="connsiteX13" fmla="*/ 1445907 w 2798783"/>
                  <a:gd name="connsiteY13" fmla="*/ 1342429 h 1551032"/>
                  <a:gd name="connsiteX14" fmla="*/ 1626669 w 2798783"/>
                  <a:gd name="connsiteY14" fmla="*/ 1266225 h 1551032"/>
                  <a:gd name="connsiteX15" fmla="*/ 1820978 w 2798783"/>
                  <a:gd name="connsiteY15" fmla="*/ 1129067 h 1551032"/>
                  <a:gd name="connsiteX16" fmla="*/ 2059739 w 2798783"/>
                  <a:gd name="connsiteY16" fmla="*/ 907241 h 1551032"/>
                  <a:gd name="connsiteX17" fmla="*/ 2402639 w 2798783"/>
                  <a:gd name="connsiteY17" fmla="*/ 513541 h 1551032"/>
                  <a:gd name="connsiteX18" fmla="*/ 2643939 w 2798783"/>
                  <a:gd name="connsiteY18" fmla="*/ 255308 h 1551032"/>
                  <a:gd name="connsiteX19" fmla="*/ 2770940 w 2798783"/>
                  <a:gd name="connsiteY19" fmla="*/ 5541 h 1551032"/>
                  <a:gd name="connsiteX20" fmla="*/ 2795492 w 2798783"/>
                  <a:gd name="connsiteY20" fmla="*/ 96982 h 1551032"/>
                  <a:gd name="connsiteX21" fmla="*/ 2720138 w 2798783"/>
                  <a:gd name="connsiteY21" fmla="*/ 268007 h 1551032"/>
                  <a:gd name="connsiteX22" fmla="*/ 2570279 w 2798783"/>
                  <a:gd name="connsiteY22" fmla="*/ 433108 h 1551032"/>
                  <a:gd name="connsiteX23" fmla="*/ 2341679 w 2798783"/>
                  <a:gd name="connsiteY23" fmla="*/ 689648 h 1551032"/>
                  <a:gd name="connsiteX24" fmla="*/ 2093606 w 2798783"/>
                  <a:gd name="connsiteY24" fmla="*/ 983441 h 1551032"/>
                  <a:gd name="connsiteX25" fmla="*/ 1834949 w 2798783"/>
                  <a:gd name="connsiteY25" fmla="*/ 1275962 h 1551032"/>
                  <a:gd name="connsiteX26" fmla="*/ 1554277 w 2798783"/>
                  <a:gd name="connsiteY26" fmla="*/ 1459266 h 1551032"/>
                  <a:gd name="connsiteX27" fmla="*/ 1187248 w 2798783"/>
                  <a:gd name="connsiteY27" fmla="*/ 1546897 h 1551032"/>
                  <a:gd name="connsiteX28" fmla="*/ 752910 w 2798783"/>
                  <a:gd name="connsiteY28" fmla="*/ 1527002 h 1551032"/>
                  <a:gd name="connsiteX29" fmla="*/ 546321 w 2798783"/>
                  <a:gd name="connsiteY29" fmla="*/ 1441065 h 1551032"/>
                  <a:gd name="connsiteX30" fmla="*/ 399849 w 2798783"/>
                  <a:gd name="connsiteY30" fmla="*/ 1356822 h 1551032"/>
                  <a:gd name="connsiteX31" fmla="*/ 246178 w 2798783"/>
                  <a:gd name="connsiteY31" fmla="*/ 1220507 h 1551032"/>
                  <a:gd name="connsiteX0" fmla="*/ 246178 w 2798783"/>
                  <a:gd name="connsiteY0" fmla="*/ 1220507 h 1551032"/>
                  <a:gd name="connsiteX1" fmla="*/ 87006 w 2798783"/>
                  <a:gd name="connsiteY1" fmla="*/ 1057948 h 1551032"/>
                  <a:gd name="connsiteX2" fmla="*/ 9112 w 2798783"/>
                  <a:gd name="connsiteY2" fmla="*/ 975822 h 1551032"/>
                  <a:gd name="connsiteX3" fmla="*/ 31973 w 2798783"/>
                  <a:gd name="connsiteY3" fmla="*/ 886923 h 1551032"/>
                  <a:gd name="connsiteX4" fmla="*/ 280042 w 2798783"/>
                  <a:gd name="connsiteY4" fmla="*/ 1048635 h 1551032"/>
                  <a:gd name="connsiteX5" fmla="*/ 580188 w 2798783"/>
                  <a:gd name="connsiteY5" fmla="*/ 1300942 h 1551032"/>
                  <a:gd name="connsiteX6" fmla="*/ 783389 w 2798783"/>
                  <a:gd name="connsiteY6" fmla="*/ 1360207 h 1551032"/>
                  <a:gd name="connsiteX7" fmla="*/ 935790 w 2798783"/>
                  <a:gd name="connsiteY7" fmla="*/ 1379256 h 1551032"/>
                  <a:gd name="connsiteX8" fmla="*/ 1136873 w 2798783"/>
                  <a:gd name="connsiteY8" fmla="*/ 1375025 h 1551032"/>
                  <a:gd name="connsiteX9" fmla="*/ 1177090 w 2798783"/>
                  <a:gd name="connsiteY9" fmla="*/ 1118909 h 1551032"/>
                  <a:gd name="connsiteX10" fmla="*/ 1342189 w 2798783"/>
                  <a:gd name="connsiteY10" fmla="*/ 1127374 h 1551032"/>
                  <a:gd name="connsiteX11" fmla="*/ 1354889 w 2798783"/>
                  <a:gd name="connsiteY11" fmla="*/ 1317874 h 1551032"/>
                  <a:gd name="connsiteX12" fmla="*/ 1445907 w 2798783"/>
                  <a:gd name="connsiteY12" fmla="*/ 1342429 h 1551032"/>
                  <a:gd name="connsiteX13" fmla="*/ 1626669 w 2798783"/>
                  <a:gd name="connsiteY13" fmla="*/ 1266225 h 1551032"/>
                  <a:gd name="connsiteX14" fmla="*/ 1820978 w 2798783"/>
                  <a:gd name="connsiteY14" fmla="*/ 1129067 h 1551032"/>
                  <a:gd name="connsiteX15" fmla="*/ 2059739 w 2798783"/>
                  <a:gd name="connsiteY15" fmla="*/ 907241 h 1551032"/>
                  <a:gd name="connsiteX16" fmla="*/ 2402639 w 2798783"/>
                  <a:gd name="connsiteY16" fmla="*/ 513541 h 1551032"/>
                  <a:gd name="connsiteX17" fmla="*/ 2643939 w 2798783"/>
                  <a:gd name="connsiteY17" fmla="*/ 255308 h 1551032"/>
                  <a:gd name="connsiteX18" fmla="*/ 2770940 w 2798783"/>
                  <a:gd name="connsiteY18" fmla="*/ 5541 h 1551032"/>
                  <a:gd name="connsiteX19" fmla="*/ 2795492 w 2798783"/>
                  <a:gd name="connsiteY19" fmla="*/ 96982 h 1551032"/>
                  <a:gd name="connsiteX20" fmla="*/ 2720138 w 2798783"/>
                  <a:gd name="connsiteY20" fmla="*/ 268007 h 1551032"/>
                  <a:gd name="connsiteX21" fmla="*/ 2570279 w 2798783"/>
                  <a:gd name="connsiteY21" fmla="*/ 433108 h 1551032"/>
                  <a:gd name="connsiteX22" fmla="*/ 2341679 w 2798783"/>
                  <a:gd name="connsiteY22" fmla="*/ 689648 h 1551032"/>
                  <a:gd name="connsiteX23" fmla="*/ 2093606 w 2798783"/>
                  <a:gd name="connsiteY23" fmla="*/ 983441 h 1551032"/>
                  <a:gd name="connsiteX24" fmla="*/ 1834949 w 2798783"/>
                  <a:gd name="connsiteY24" fmla="*/ 1275962 h 1551032"/>
                  <a:gd name="connsiteX25" fmla="*/ 1554277 w 2798783"/>
                  <a:gd name="connsiteY25" fmla="*/ 1459266 h 1551032"/>
                  <a:gd name="connsiteX26" fmla="*/ 1187248 w 2798783"/>
                  <a:gd name="connsiteY26" fmla="*/ 1546897 h 1551032"/>
                  <a:gd name="connsiteX27" fmla="*/ 752910 w 2798783"/>
                  <a:gd name="connsiteY27" fmla="*/ 1527002 h 1551032"/>
                  <a:gd name="connsiteX28" fmla="*/ 546321 w 2798783"/>
                  <a:gd name="connsiteY28" fmla="*/ 1441065 h 1551032"/>
                  <a:gd name="connsiteX29" fmla="*/ 399849 w 2798783"/>
                  <a:gd name="connsiteY29" fmla="*/ 1356822 h 1551032"/>
                  <a:gd name="connsiteX30" fmla="*/ 246178 w 2798783"/>
                  <a:gd name="connsiteY30" fmla="*/ 1220507 h 1551032"/>
                  <a:gd name="connsiteX0" fmla="*/ 246178 w 2798783"/>
                  <a:gd name="connsiteY0" fmla="*/ 1220507 h 1551032"/>
                  <a:gd name="connsiteX1" fmla="*/ 87006 w 2798783"/>
                  <a:gd name="connsiteY1" fmla="*/ 1057948 h 1551032"/>
                  <a:gd name="connsiteX2" fmla="*/ 9112 w 2798783"/>
                  <a:gd name="connsiteY2" fmla="*/ 975822 h 1551032"/>
                  <a:gd name="connsiteX3" fmla="*/ 31973 w 2798783"/>
                  <a:gd name="connsiteY3" fmla="*/ 886923 h 1551032"/>
                  <a:gd name="connsiteX4" fmla="*/ 280042 w 2798783"/>
                  <a:gd name="connsiteY4" fmla="*/ 1048635 h 1551032"/>
                  <a:gd name="connsiteX5" fmla="*/ 580188 w 2798783"/>
                  <a:gd name="connsiteY5" fmla="*/ 1300942 h 1551032"/>
                  <a:gd name="connsiteX6" fmla="*/ 783389 w 2798783"/>
                  <a:gd name="connsiteY6" fmla="*/ 1360207 h 1551032"/>
                  <a:gd name="connsiteX7" fmla="*/ 935790 w 2798783"/>
                  <a:gd name="connsiteY7" fmla="*/ 1379256 h 1551032"/>
                  <a:gd name="connsiteX8" fmla="*/ 1136873 w 2798783"/>
                  <a:gd name="connsiteY8" fmla="*/ 1375025 h 1551032"/>
                  <a:gd name="connsiteX9" fmla="*/ 1342189 w 2798783"/>
                  <a:gd name="connsiteY9" fmla="*/ 1127374 h 1551032"/>
                  <a:gd name="connsiteX10" fmla="*/ 1354889 w 2798783"/>
                  <a:gd name="connsiteY10" fmla="*/ 1317874 h 1551032"/>
                  <a:gd name="connsiteX11" fmla="*/ 1445907 w 2798783"/>
                  <a:gd name="connsiteY11" fmla="*/ 1342429 h 1551032"/>
                  <a:gd name="connsiteX12" fmla="*/ 1626669 w 2798783"/>
                  <a:gd name="connsiteY12" fmla="*/ 1266225 h 1551032"/>
                  <a:gd name="connsiteX13" fmla="*/ 1820978 w 2798783"/>
                  <a:gd name="connsiteY13" fmla="*/ 1129067 h 1551032"/>
                  <a:gd name="connsiteX14" fmla="*/ 2059739 w 2798783"/>
                  <a:gd name="connsiteY14" fmla="*/ 907241 h 1551032"/>
                  <a:gd name="connsiteX15" fmla="*/ 2402639 w 2798783"/>
                  <a:gd name="connsiteY15" fmla="*/ 513541 h 1551032"/>
                  <a:gd name="connsiteX16" fmla="*/ 2643939 w 2798783"/>
                  <a:gd name="connsiteY16" fmla="*/ 255308 h 1551032"/>
                  <a:gd name="connsiteX17" fmla="*/ 2770940 w 2798783"/>
                  <a:gd name="connsiteY17" fmla="*/ 5541 h 1551032"/>
                  <a:gd name="connsiteX18" fmla="*/ 2795492 w 2798783"/>
                  <a:gd name="connsiteY18" fmla="*/ 96982 h 1551032"/>
                  <a:gd name="connsiteX19" fmla="*/ 2720138 w 2798783"/>
                  <a:gd name="connsiteY19" fmla="*/ 268007 h 1551032"/>
                  <a:gd name="connsiteX20" fmla="*/ 2570279 w 2798783"/>
                  <a:gd name="connsiteY20" fmla="*/ 433108 h 1551032"/>
                  <a:gd name="connsiteX21" fmla="*/ 2341679 w 2798783"/>
                  <a:gd name="connsiteY21" fmla="*/ 689648 h 1551032"/>
                  <a:gd name="connsiteX22" fmla="*/ 2093606 w 2798783"/>
                  <a:gd name="connsiteY22" fmla="*/ 983441 h 1551032"/>
                  <a:gd name="connsiteX23" fmla="*/ 1834949 w 2798783"/>
                  <a:gd name="connsiteY23" fmla="*/ 1275962 h 1551032"/>
                  <a:gd name="connsiteX24" fmla="*/ 1554277 w 2798783"/>
                  <a:gd name="connsiteY24" fmla="*/ 1459266 h 1551032"/>
                  <a:gd name="connsiteX25" fmla="*/ 1187248 w 2798783"/>
                  <a:gd name="connsiteY25" fmla="*/ 1546897 h 1551032"/>
                  <a:gd name="connsiteX26" fmla="*/ 752910 w 2798783"/>
                  <a:gd name="connsiteY26" fmla="*/ 1527002 h 1551032"/>
                  <a:gd name="connsiteX27" fmla="*/ 546321 w 2798783"/>
                  <a:gd name="connsiteY27" fmla="*/ 1441065 h 1551032"/>
                  <a:gd name="connsiteX28" fmla="*/ 399849 w 2798783"/>
                  <a:gd name="connsiteY28" fmla="*/ 1356822 h 1551032"/>
                  <a:gd name="connsiteX29" fmla="*/ 246178 w 2798783"/>
                  <a:gd name="connsiteY29" fmla="*/ 1220507 h 1551032"/>
                  <a:gd name="connsiteX0" fmla="*/ 246178 w 2798783"/>
                  <a:gd name="connsiteY0" fmla="*/ 1220507 h 1551032"/>
                  <a:gd name="connsiteX1" fmla="*/ 87006 w 2798783"/>
                  <a:gd name="connsiteY1" fmla="*/ 1057948 h 1551032"/>
                  <a:gd name="connsiteX2" fmla="*/ 9112 w 2798783"/>
                  <a:gd name="connsiteY2" fmla="*/ 975822 h 1551032"/>
                  <a:gd name="connsiteX3" fmla="*/ 31973 w 2798783"/>
                  <a:gd name="connsiteY3" fmla="*/ 886923 h 1551032"/>
                  <a:gd name="connsiteX4" fmla="*/ 280042 w 2798783"/>
                  <a:gd name="connsiteY4" fmla="*/ 1048635 h 1551032"/>
                  <a:gd name="connsiteX5" fmla="*/ 580188 w 2798783"/>
                  <a:gd name="connsiteY5" fmla="*/ 1300942 h 1551032"/>
                  <a:gd name="connsiteX6" fmla="*/ 783389 w 2798783"/>
                  <a:gd name="connsiteY6" fmla="*/ 1360207 h 1551032"/>
                  <a:gd name="connsiteX7" fmla="*/ 935790 w 2798783"/>
                  <a:gd name="connsiteY7" fmla="*/ 1379256 h 1551032"/>
                  <a:gd name="connsiteX8" fmla="*/ 1136873 w 2798783"/>
                  <a:gd name="connsiteY8" fmla="*/ 1375025 h 1551032"/>
                  <a:gd name="connsiteX9" fmla="*/ 1354889 w 2798783"/>
                  <a:gd name="connsiteY9" fmla="*/ 1317874 h 1551032"/>
                  <a:gd name="connsiteX10" fmla="*/ 1445907 w 2798783"/>
                  <a:gd name="connsiteY10" fmla="*/ 1342429 h 1551032"/>
                  <a:gd name="connsiteX11" fmla="*/ 1626669 w 2798783"/>
                  <a:gd name="connsiteY11" fmla="*/ 1266225 h 1551032"/>
                  <a:gd name="connsiteX12" fmla="*/ 1820978 w 2798783"/>
                  <a:gd name="connsiteY12" fmla="*/ 1129067 h 1551032"/>
                  <a:gd name="connsiteX13" fmla="*/ 2059739 w 2798783"/>
                  <a:gd name="connsiteY13" fmla="*/ 907241 h 1551032"/>
                  <a:gd name="connsiteX14" fmla="*/ 2402639 w 2798783"/>
                  <a:gd name="connsiteY14" fmla="*/ 513541 h 1551032"/>
                  <a:gd name="connsiteX15" fmla="*/ 2643939 w 2798783"/>
                  <a:gd name="connsiteY15" fmla="*/ 255308 h 1551032"/>
                  <a:gd name="connsiteX16" fmla="*/ 2770940 w 2798783"/>
                  <a:gd name="connsiteY16" fmla="*/ 5541 h 1551032"/>
                  <a:gd name="connsiteX17" fmla="*/ 2795492 w 2798783"/>
                  <a:gd name="connsiteY17" fmla="*/ 96982 h 1551032"/>
                  <a:gd name="connsiteX18" fmla="*/ 2720138 w 2798783"/>
                  <a:gd name="connsiteY18" fmla="*/ 268007 h 1551032"/>
                  <a:gd name="connsiteX19" fmla="*/ 2570279 w 2798783"/>
                  <a:gd name="connsiteY19" fmla="*/ 433108 h 1551032"/>
                  <a:gd name="connsiteX20" fmla="*/ 2341679 w 2798783"/>
                  <a:gd name="connsiteY20" fmla="*/ 689648 h 1551032"/>
                  <a:gd name="connsiteX21" fmla="*/ 2093606 w 2798783"/>
                  <a:gd name="connsiteY21" fmla="*/ 983441 h 1551032"/>
                  <a:gd name="connsiteX22" fmla="*/ 1834949 w 2798783"/>
                  <a:gd name="connsiteY22" fmla="*/ 1275962 h 1551032"/>
                  <a:gd name="connsiteX23" fmla="*/ 1554277 w 2798783"/>
                  <a:gd name="connsiteY23" fmla="*/ 1459266 h 1551032"/>
                  <a:gd name="connsiteX24" fmla="*/ 1187248 w 2798783"/>
                  <a:gd name="connsiteY24" fmla="*/ 1546897 h 1551032"/>
                  <a:gd name="connsiteX25" fmla="*/ 752910 w 2798783"/>
                  <a:gd name="connsiteY25" fmla="*/ 1527002 h 1551032"/>
                  <a:gd name="connsiteX26" fmla="*/ 546321 w 2798783"/>
                  <a:gd name="connsiteY26" fmla="*/ 1441065 h 1551032"/>
                  <a:gd name="connsiteX27" fmla="*/ 399849 w 2798783"/>
                  <a:gd name="connsiteY27" fmla="*/ 1356822 h 1551032"/>
                  <a:gd name="connsiteX28" fmla="*/ 246178 w 2798783"/>
                  <a:gd name="connsiteY28" fmla="*/ 1220507 h 1551032"/>
                  <a:gd name="connsiteX0" fmla="*/ 246178 w 2798783"/>
                  <a:gd name="connsiteY0" fmla="*/ 1220507 h 1551032"/>
                  <a:gd name="connsiteX1" fmla="*/ 87006 w 2798783"/>
                  <a:gd name="connsiteY1" fmla="*/ 1057948 h 1551032"/>
                  <a:gd name="connsiteX2" fmla="*/ 9112 w 2798783"/>
                  <a:gd name="connsiteY2" fmla="*/ 975822 h 1551032"/>
                  <a:gd name="connsiteX3" fmla="*/ 31973 w 2798783"/>
                  <a:gd name="connsiteY3" fmla="*/ 886923 h 1551032"/>
                  <a:gd name="connsiteX4" fmla="*/ 280042 w 2798783"/>
                  <a:gd name="connsiteY4" fmla="*/ 1048635 h 1551032"/>
                  <a:gd name="connsiteX5" fmla="*/ 580188 w 2798783"/>
                  <a:gd name="connsiteY5" fmla="*/ 1300942 h 1551032"/>
                  <a:gd name="connsiteX6" fmla="*/ 783389 w 2798783"/>
                  <a:gd name="connsiteY6" fmla="*/ 1360207 h 1551032"/>
                  <a:gd name="connsiteX7" fmla="*/ 935790 w 2798783"/>
                  <a:gd name="connsiteY7" fmla="*/ 1379256 h 1551032"/>
                  <a:gd name="connsiteX8" fmla="*/ 1136873 w 2798783"/>
                  <a:gd name="connsiteY8" fmla="*/ 1375025 h 1551032"/>
                  <a:gd name="connsiteX9" fmla="*/ 1342189 w 2798783"/>
                  <a:gd name="connsiteY9" fmla="*/ 1360208 h 1551032"/>
                  <a:gd name="connsiteX10" fmla="*/ 1445907 w 2798783"/>
                  <a:gd name="connsiteY10" fmla="*/ 1342429 h 1551032"/>
                  <a:gd name="connsiteX11" fmla="*/ 1626669 w 2798783"/>
                  <a:gd name="connsiteY11" fmla="*/ 1266225 h 1551032"/>
                  <a:gd name="connsiteX12" fmla="*/ 1820978 w 2798783"/>
                  <a:gd name="connsiteY12" fmla="*/ 1129067 h 1551032"/>
                  <a:gd name="connsiteX13" fmla="*/ 2059739 w 2798783"/>
                  <a:gd name="connsiteY13" fmla="*/ 907241 h 1551032"/>
                  <a:gd name="connsiteX14" fmla="*/ 2402639 w 2798783"/>
                  <a:gd name="connsiteY14" fmla="*/ 513541 h 1551032"/>
                  <a:gd name="connsiteX15" fmla="*/ 2643939 w 2798783"/>
                  <a:gd name="connsiteY15" fmla="*/ 255308 h 1551032"/>
                  <a:gd name="connsiteX16" fmla="*/ 2770940 w 2798783"/>
                  <a:gd name="connsiteY16" fmla="*/ 5541 h 1551032"/>
                  <a:gd name="connsiteX17" fmla="*/ 2795492 w 2798783"/>
                  <a:gd name="connsiteY17" fmla="*/ 96982 h 1551032"/>
                  <a:gd name="connsiteX18" fmla="*/ 2720138 w 2798783"/>
                  <a:gd name="connsiteY18" fmla="*/ 268007 h 1551032"/>
                  <a:gd name="connsiteX19" fmla="*/ 2570279 w 2798783"/>
                  <a:gd name="connsiteY19" fmla="*/ 433108 h 1551032"/>
                  <a:gd name="connsiteX20" fmla="*/ 2341679 w 2798783"/>
                  <a:gd name="connsiteY20" fmla="*/ 689648 h 1551032"/>
                  <a:gd name="connsiteX21" fmla="*/ 2093606 w 2798783"/>
                  <a:gd name="connsiteY21" fmla="*/ 983441 h 1551032"/>
                  <a:gd name="connsiteX22" fmla="*/ 1834949 w 2798783"/>
                  <a:gd name="connsiteY22" fmla="*/ 1275962 h 1551032"/>
                  <a:gd name="connsiteX23" fmla="*/ 1554277 w 2798783"/>
                  <a:gd name="connsiteY23" fmla="*/ 1459266 h 1551032"/>
                  <a:gd name="connsiteX24" fmla="*/ 1187248 w 2798783"/>
                  <a:gd name="connsiteY24" fmla="*/ 1546897 h 1551032"/>
                  <a:gd name="connsiteX25" fmla="*/ 752910 w 2798783"/>
                  <a:gd name="connsiteY25" fmla="*/ 1527002 h 1551032"/>
                  <a:gd name="connsiteX26" fmla="*/ 546321 w 2798783"/>
                  <a:gd name="connsiteY26" fmla="*/ 1441065 h 1551032"/>
                  <a:gd name="connsiteX27" fmla="*/ 399849 w 2798783"/>
                  <a:gd name="connsiteY27" fmla="*/ 1356822 h 1551032"/>
                  <a:gd name="connsiteX28" fmla="*/ 246178 w 2798783"/>
                  <a:gd name="connsiteY28" fmla="*/ 1220507 h 1551032"/>
                  <a:gd name="connsiteX0" fmla="*/ 246178 w 2798783"/>
                  <a:gd name="connsiteY0" fmla="*/ 1220507 h 1551032"/>
                  <a:gd name="connsiteX1" fmla="*/ 87006 w 2798783"/>
                  <a:gd name="connsiteY1" fmla="*/ 1057948 h 1551032"/>
                  <a:gd name="connsiteX2" fmla="*/ 9112 w 2798783"/>
                  <a:gd name="connsiteY2" fmla="*/ 975822 h 1551032"/>
                  <a:gd name="connsiteX3" fmla="*/ 31973 w 2798783"/>
                  <a:gd name="connsiteY3" fmla="*/ 886923 h 1551032"/>
                  <a:gd name="connsiteX4" fmla="*/ 280042 w 2798783"/>
                  <a:gd name="connsiteY4" fmla="*/ 1048635 h 1551032"/>
                  <a:gd name="connsiteX5" fmla="*/ 580188 w 2798783"/>
                  <a:gd name="connsiteY5" fmla="*/ 1300942 h 1551032"/>
                  <a:gd name="connsiteX6" fmla="*/ 783389 w 2798783"/>
                  <a:gd name="connsiteY6" fmla="*/ 1360207 h 1551032"/>
                  <a:gd name="connsiteX7" fmla="*/ 935790 w 2798783"/>
                  <a:gd name="connsiteY7" fmla="*/ 1379256 h 1551032"/>
                  <a:gd name="connsiteX8" fmla="*/ 1136873 w 2798783"/>
                  <a:gd name="connsiteY8" fmla="*/ 1375025 h 1551032"/>
                  <a:gd name="connsiteX9" fmla="*/ 1445907 w 2798783"/>
                  <a:gd name="connsiteY9" fmla="*/ 1342429 h 1551032"/>
                  <a:gd name="connsiteX10" fmla="*/ 1626669 w 2798783"/>
                  <a:gd name="connsiteY10" fmla="*/ 1266225 h 1551032"/>
                  <a:gd name="connsiteX11" fmla="*/ 1820978 w 2798783"/>
                  <a:gd name="connsiteY11" fmla="*/ 1129067 h 1551032"/>
                  <a:gd name="connsiteX12" fmla="*/ 2059739 w 2798783"/>
                  <a:gd name="connsiteY12" fmla="*/ 907241 h 1551032"/>
                  <a:gd name="connsiteX13" fmla="*/ 2402639 w 2798783"/>
                  <a:gd name="connsiteY13" fmla="*/ 513541 h 1551032"/>
                  <a:gd name="connsiteX14" fmla="*/ 2643939 w 2798783"/>
                  <a:gd name="connsiteY14" fmla="*/ 255308 h 1551032"/>
                  <a:gd name="connsiteX15" fmla="*/ 2770940 w 2798783"/>
                  <a:gd name="connsiteY15" fmla="*/ 5541 h 1551032"/>
                  <a:gd name="connsiteX16" fmla="*/ 2795492 w 2798783"/>
                  <a:gd name="connsiteY16" fmla="*/ 96982 h 1551032"/>
                  <a:gd name="connsiteX17" fmla="*/ 2720138 w 2798783"/>
                  <a:gd name="connsiteY17" fmla="*/ 268007 h 1551032"/>
                  <a:gd name="connsiteX18" fmla="*/ 2570279 w 2798783"/>
                  <a:gd name="connsiteY18" fmla="*/ 433108 h 1551032"/>
                  <a:gd name="connsiteX19" fmla="*/ 2341679 w 2798783"/>
                  <a:gd name="connsiteY19" fmla="*/ 689648 h 1551032"/>
                  <a:gd name="connsiteX20" fmla="*/ 2093606 w 2798783"/>
                  <a:gd name="connsiteY20" fmla="*/ 983441 h 1551032"/>
                  <a:gd name="connsiteX21" fmla="*/ 1834949 w 2798783"/>
                  <a:gd name="connsiteY21" fmla="*/ 1275962 h 1551032"/>
                  <a:gd name="connsiteX22" fmla="*/ 1554277 w 2798783"/>
                  <a:gd name="connsiteY22" fmla="*/ 1459266 h 1551032"/>
                  <a:gd name="connsiteX23" fmla="*/ 1187248 w 2798783"/>
                  <a:gd name="connsiteY23" fmla="*/ 1546897 h 1551032"/>
                  <a:gd name="connsiteX24" fmla="*/ 752910 w 2798783"/>
                  <a:gd name="connsiteY24" fmla="*/ 1527002 h 1551032"/>
                  <a:gd name="connsiteX25" fmla="*/ 546321 w 2798783"/>
                  <a:gd name="connsiteY25" fmla="*/ 1441065 h 1551032"/>
                  <a:gd name="connsiteX26" fmla="*/ 399849 w 2798783"/>
                  <a:gd name="connsiteY26" fmla="*/ 1356822 h 1551032"/>
                  <a:gd name="connsiteX27" fmla="*/ 246178 w 2798783"/>
                  <a:gd name="connsiteY27" fmla="*/ 1220507 h 1551032"/>
                  <a:gd name="connsiteX0" fmla="*/ 246178 w 2798783"/>
                  <a:gd name="connsiteY0" fmla="*/ 1220507 h 1551032"/>
                  <a:gd name="connsiteX1" fmla="*/ 87006 w 2798783"/>
                  <a:gd name="connsiteY1" fmla="*/ 1057948 h 1551032"/>
                  <a:gd name="connsiteX2" fmla="*/ 9112 w 2798783"/>
                  <a:gd name="connsiteY2" fmla="*/ 975822 h 1551032"/>
                  <a:gd name="connsiteX3" fmla="*/ 31973 w 2798783"/>
                  <a:gd name="connsiteY3" fmla="*/ 886923 h 1551032"/>
                  <a:gd name="connsiteX4" fmla="*/ 280042 w 2798783"/>
                  <a:gd name="connsiteY4" fmla="*/ 1048635 h 1551032"/>
                  <a:gd name="connsiteX5" fmla="*/ 580188 w 2798783"/>
                  <a:gd name="connsiteY5" fmla="*/ 1300942 h 1551032"/>
                  <a:gd name="connsiteX6" fmla="*/ 783389 w 2798783"/>
                  <a:gd name="connsiteY6" fmla="*/ 1360207 h 1551032"/>
                  <a:gd name="connsiteX7" fmla="*/ 935790 w 2798783"/>
                  <a:gd name="connsiteY7" fmla="*/ 1379256 h 1551032"/>
                  <a:gd name="connsiteX8" fmla="*/ 1136873 w 2798783"/>
                  <a:gd name="connsiteY8" fmla="*/ 1375025 h 1551032"/>
                  <a:gd name="connsiteX9" fmla="*/ 1445907 w 2798783"/>
                  <a:gd name="connsiteY9" fmla="*/ 1342429 h 1551032"/>
                  <a:gd name="connsiteX10" fmla="*/ 1626669 w 2798783"/>
                  <a:gd name="connsiteY10" fmla="*/ 1266225 h 1551032"/>
                  <a:gd name="connsiteX11" fmla="*/ 1820978 w 2798783"/>
                  <a:gd name="connsiteY11" fmla="*/ 1129067 h 1551032"/>
                  <a:gd name="connsiteX12" fmla="*/ 2059739 w 2798783"/>
                  <a:gd name="connsiteY12" fmla="*/ 907241 h 1551032"/>
                  <a:gd name="connsiteX13" fmla="*/ 2402639 w 2798783"/>
                  <a:gd name="connsiteY13" fmla="*/ 513541 h 1551032"/>
                  <a:gd name="connsiteX14" fmla="*/ 2643939 w 2798783"/>
                  <a:gd name="connsiteY14" fmla="*/ 255308 h 1551032"/>
                  <a:gd name="connsiteX15" fmla="*/ 2770940 w 2798783"/>
                  <a:gd name="connsiteY15" fmla="*/ 5541 h 1551032"/>
                  <a:gd name="connsiteX16" fmla="*/ 2795492 w 2798783"/>
                  <a:gd name="connsiteY16" fmla="*/ 96982 h 1551032"/>
                  <a:gd name="connsiteX17" fmla="*/ 2720138 w 2798783"/>
                  <a:gd name="connsiteY17" fmla="*/ 268007 h 1551032"/>
                  <a:gd name="connsiteX18" fmla="*/ 2570279 w 2798783"/>
                  <a:gd name="connsiteY18" fmla="*/ 433108 h 1551032"/>
                  <a:gd name="connsiteX19" fmla="*/ 2341679 w 2798783"/>
                  <a:gd name="connsiteY19" fmla="*/ 689648 h 1551032"/>
                  <a:gd name="connsiteX20" fmla="*/ 2093606 w 2798783"/>
                  <a:gd name="connsiteY20" fmla="*/ 983441 h 1551032"/>
                  <a:gd name="connsiteX21" fmla="*/ 1847649 w 2798783"/>
                  <a:gd name="connsiteY21" fmla="*/ 1284429 h 1551032"/>
                  <a:gd name="connsiteX22" fmla="*/ 1554277 w 2798783"/>
                  <a:gd name="connsiteY22" fmla="*/ 1459266 h 1551032"/>
                  <a:gd name="connsiteX23" fmla="*/ 1187248 w 2798783"/>
                  <a:gd name="connsiteY23" fmla="*/ 1546897 h 1551032"/>
                  <a:gd name="connsiteX24" fmla="*/ 752910 w 2798783"/>
                  <a:gd name="connsiteY24" fmla="*/ 1527002 h 1551032"/>
                  <a:gd name="connsiteX25" fmla="*/ 546321 w 2798783"/>
                  <a:gd name="connsiteY25" fmla="*/ 1441065 h 1551032"/>
                  <a:gd name="connsiteX26" fmla="*/ 399849 w 2798783"/>
                  <a:gd name="connsiteY26" fmla="*/ 1356822 h 1551032"/>
                  <a:gd name="connsiteX27" fmla="*/ 246178 w 2798783"/>
                  <a:gd name="connsiteY27" fmla="*/ 1220507 h 1551032"/>
                  <a:gd name="connsiteX0" fmla="*/ 246178 w 2797839"/>
                  <a:gd name="connsiteY0" fmla="*/ 1123562 h 1454087"/>
                  <a:gd name="connsiteX1" fmla="*/ 87006 w 2797839"/>
                  <a:gd name="connsiteY1" fmla="*/ 961003 h 1454087"/>
                  <a:gd name="connsiteX2" fmla="*/ 9112 w 2797839"/>
                  <a:gd name="connsiteY2" fmla="*/ 878877 h 1454087"/>
                  <a:gd name="connsiteX3" fmla="*/ 31973 w 2797839"/>
                  <a:gd name="connsiteY3" fmla="*/ 789978 h 1454087"/>
                  <a:gd name="connsiteX4" fmla="*/ 280042 w 2797839"/>
                  <a:gd name="connsiteY4" fmla="*/ 951690 h 1454087"/>
                  <a:gd name="connsiteX5" fmla="*/ 580188 w 2797839"/>
                  <a:gd name="connsiteY5" fmla="*/ 1203997 h 1454087"/>
                  <a:gd name="connsiteX6" fmla="*/ 783389 w 2797839"/>
                  <a:gd name="connsiteY6" fmla="*/ 1263262 h 1454087"/>
                  <a:gd name="connsiteX7" fmla="*/ 935790 w 2797839"/>
                  <a:gd name="connsiteY7" fmla="*/ 1282311 h 1454087"/>
                  <a:gd name="connsiteX8" fmla="*/ 1136873 w 2797839"/>
                  <a:gd name="connsiteY8" fmla="*/ 1278080 h 1454087"/>
                  <a:gd name="connsiteX9" fmla="*/ 1445907 w 2797839"/>
                  <a:gd name="connsiteY9" fmla="*/ 1245484 h 1454087"/>
                  <a:gd name="connsiteX10" fmla="*/ 1626669 w 2797839"/>
                  <a:gd name="connsiteY10" fmla="*/ 1169280 h 1454087"/>
                  <a:gd name="connsiteX11" fmla="*/ 1820978 w 2797839"/>
                  <a:gd name="connsiteY11" fmla="*/ 1032122 h 1454087"/>
                  <a:gd name="connsiteX12" fmla="*/ 2059739 w 2797839"/>
                  <a:gd name="connsiteY12" fmla="*/ 810296 h 1454087"/>
                  <a:gd name="connsiteX13" fmla="*/ 2402639 w 2797839"/>
                  <a:gd name="connsiteY13" fmla="*/ 416596 h 1454087"/>
                  <a:gd name="connsiteX14" fmla="*/ 2643939 w 2797839"/>
                  <a:gd name="connsiteY14" fmla="*/ 158363 h 1454087"/>
                  <a:gd name="connsiteX15" fmla="*/ 2795492 w 2797839"/>
                  <a:gd name="connsiteY15" fmla="*/ 37 h 1454087"/>
                  <a:gd name="connsiteX16" fmla="*/ 2720138 w 2797839"/>
                  <a:gd name="connsiteY16" fmla="*/ 171062 h 1454087"/>
                  <a:gd name="connsiteX17" fmla="*/ 2570279 w 2797839"/>
                  <a:gd name="connsiteY17" fmla="*/ 336163 h 1454087"/>
                  <a:gd name="connsiteX18" fmla="*/ 2341679 w 2797839"/>
                  <a:gd name="connsiteY18" fmla="*/ 592703 h 1454087"/>
                  <a:gd name="connsiteX19" fmla="*/ 2093606 w 2797839"/>
                  <a:gd name="connsiteY19" fmla="*/ 886496 h 1454087"/>
                  <a:gd name="connsiteX20" fmla="*/ 1847649 w 2797839"/>
                  <a:gd name="connsiteY20" fmla="*/ 1187484 h 1454087"/>
                  <a:gd name="connsiteX21" fmla="*/ 1554277 w 2797839"/>
                  <a:gd name="connsiteY21" fmla="*/ 1362321 h 1454087"/>
                  <a:gd name="connsiteX22" fmla="*/ 1187248 w 2797839"/>
                  <a:gd name="connsiteY22" fmla="*/ 1449952 h 1454087"/>
                  <a:gd name="connsiteX23" fmla="*/ 752910 w 2797839"/>
                  <a:gd name="connsiteY23" fmla="*/ 1430057 h 1454087"/>
                  <a:gd name="connsiteX24" fmla="*/ 546321 w 2797839"/>
                  <a:gd name="connsiteY24" fmla="*/ 1344120 h 1454087"/>
                  <a:gd name="connsiteX25" fmla="*/ 399849 w 2797839"/>
                  <a:gd name="connsiteY25" fmla="*/ 1259877 h 1454087"/>
                  <a:gd name="connsiteX26" fmla="*/ 246178 w 2797839"/>
                  <a:gd name="connsiteY26" fmla="*/ 1123562 h 1454087"/>
                  <a:gd name="connsiteX0" fmla="*/ 246178 w 2722569"/>
                  <a:gd name="connsiteY0" fmla="*/ 986984 h 1317509"/>
                  <a:gd name="connsiteX1" fmla="*/ 87006 w 2722569"/>
                  <a:gd name="connsiteY1" fmla="*/ 824425 h 1317509"/>
                  <a:gd name="connsiteX2" fmla="*/ 9112 w 2722569"/>
                  <a:gd name="connsiteY2" fmla="*/ 742299 h 1317509"/>
                  <a:gd name="connsiteX3" fmla="*/ 31973 w 2722569"/>
                  <a:gd name="connsiteY3" fmla="*/ 653400 h 1317509"/>
                  <a:gd name="connsiteX4" fmla="*/ 280042 w 2722569"/>
                  <a:gd name="connsiteY4" fmla="*/ 815112 h 1317509"/>
                  <a:gd name="connsiteX5" fmla="*/ 580188 w 2722569"/>
                  <a:gd name="connsiteY5" fmla="*/ 1067419 h 1317509"/>
                  <a:gd name="connsiteX6" fmla="*/ 783389 w 2722569"/>
                  <a:gd name="connsiteY6" fmla="*/ 1126684 h 1317509"/>
                  <a:gd name="connsiteX7" fmla="*/ 935790 w 2722569"/>
                  <a:gd name="connsiteY7" fmla="*/ 1145733 h 1317509"/>
                  <a:gd name="connsiteX8" fmla="*/ 1136873 w 2722569"/>
                  <a:gd name="connsiteY8" fmla="*/ 1141502 h 1317509"/>
                  <a:gd name="connsiteX9" fmla="*/ 1445907 w 2722569"/>
                  <a:gd name="connsiteY9" fmla="*/ 1108906 h 1317509"/>
                  <a:gd name="connsiteX10" fmla="*/ 1626669 w 2722569"/>
                  <a:gd name="connsiteY10" fmla="*/ 1032702 h 1317509"/>
                  <a:gd name="connsiteX11" fmla="*/ 1820978 w 2722569"/>
                  <a:gd name="connsiteY11" fmla="*/ 895544 h 1317509"/>
                  <a:gd name="connsiteX12" fmla="*/ 2059739 w 2722569"/>
                  <a:gd name="connsiteY12" fmla="*/ 673718 h 1317509"/>
                  <a:gd name="connsiteX13" fmla="*/ 2402639 w 2722569"/>
                  <a:gd name="connsiteY13" fmla="*/ 280018 h 1317509"/>
                  <a:gd name="connsiteX14" fmla="*/ 2643939 w 2722569"/>
                  <a:gd name="connsiteY14" fmla="*/ 21785 h 1317509"/>
                  <a:gd name="connsiteX15" fmla="*/ 2720138 w 2722569"/>
                  <a:gd name="connsiteY15" fmla="*/ 34484 h 1317509"/>
                  <a:gd name="connsiteX16" fmla="*/ 2570279 w 2722569"/>
                  <a:gd name="connsiteY16" fmla="*/ 199585 h 1317509"/>
                  <a:gd name="connsiteX17" fmla="*/ 2341679 w 2722569"/>
                  <a:gd name="connsiteY17" fmla="*/ 456125 h 1317509"/>
                  <a:gd name="connsiteX18" fmla="*/ 2093606 w 2722569"/>
                  <a:gd name="connsiteY18" fmla="*/ 749918 h 1317509"/>
                  <a:gd name="connsiteX19" fmla="*/ 1847649 w 2722569"/>
                  <a:gd name="connsiteY19" fmla="*/ 1050906 h 1317509"/>
                  <a:gd name="connsiteX20" fmla="*/ 1554277 w 2722569"/>
                  <a:gd name="connsiteY20" fmla="*/ 1225743 h 1317509"/>
                  <a:gd name="connsiteX21" fmla="*/ 1187248 w 2722569"/>
                  <a:gd name="connsiteY21" fmla="*/ 1313374 h 1317509"/>
                  <a:gd name="connsiteX22" fmla="*/ 752910 w 2722569"/>
                  <a:gd name="connsiteY22" fmla="*/ 1293479 h 1317509"/>
                  <a:gd name="connsiteX23" fmla="*/ 546321 w 2722569"/>
                  <a:gd name="connsiteY23" fmla="*/ 1207542 h 1317509"/>
                  <a:gd name="connsiteX24" fmla="*/ 399849 w 2722569"/>
                  <a:gd name="connsiteY24" fmla="*/ 1123299 h 1317509"/>
                  <a:gd name="connsiteX25" fmla="*/ 246178 w 2722569"/>
                  <a:gd name="connsiteY25" fmla="*/ 986984 h 1317509"/>
                  <a:gd name="connsiteX0" fmla="*/ 246178 w 2651846"/>
                  <a:gd name="connsiteY0" fmla="*/ 966243 h 1296768"/>
                  <a:gd name="connsiteX1" fmla="*/ 87006 w 2651846"/>
                  <a:gd name="connsiteY1" fmla="*/ 803684 h 1296768"/>
                  <a:gd name="connsiteX2" fmla="*/ 9112 w 2651846"/>
                  <a:gd name="connsiteY2" fmla="*/ 721558 h 1296768"/>
                  <a:gd name="connsiteX3" fmla="*/ 31973 w 2651846"/>
                  <a:gd name="connsiteY3" fmla="*/ 632659 h 1296768"/>
                  <a:gd name="connsiteX4" fmla="*/ 280042 w 2651846"/>
                  <a:gd name="connsiteY4" fmla="*/ 794371 h 1296768"/>
                  <a:gd name="connsiteX5" fmla="*/ 580188 w 2651846"/>
                  <a:gd name="connsiteY5" fmla="*/ 1046678 h 1296768"/>
                  <a:gd name="connsiteX6" fmla="*/ 783389 w 2651846"/>
                  <a:gd name="connsiteY6" fmla="*/ 1105943 h 1296768"/>
                  <a:gd name="connsiteX7" fmla="*/ 935790 w 2651846"/>
                  <a:gd name="connsiteY7" fmla="*/ 1124992 h 1296768"/>
                  <a:gd name="connsiteX8" fmla="*/ 1136873 w 2651846"/>
                  <a:gd name="connsiteY8" fmla="*/ 1120761 h 1296768"/>
                  <a:gd name="connsiteX9" fmla="*/ 1445907 w 2651846"/>
                  <a:gd name="connsiteY9" fmla="*/ 1088165 h 1296768"/>
                  <a:gd name="connsiteX10" fmla="*/ 1626669 w 2651846"/>
                  <a:gd name="connsiteY10" fmla="*/ 1011961 h 1296768"/>
                  <a:gd name="connsiteX11" fmla="*/ 1820978 w 2651846"/>
                  <a:gd name="connsiteY11" fmla="*/ 874803 h 1296768"/>
                  <a:gd name="connsiteX12" fmla="*/ 2059739 w 2651846"/>
                  <a:gd name="connsiteY12" fmla="*/ 652977 h 1296768"/>
                  <a:gd name="connsiteX13" fmla="*/ 2402639 w 2651846"/>
                  <a:gd name="connsiteY13" fmla="*/ 259277 h 1296768"/>
                  <a:gd name="connsiteX14" fmla="*/ 2643939 w 2651846"/>
                  <a:gd name="connsiteY14" fmla="*/ 1044 h 1296768"/>
                  <a:gd name="connsiteX15" fmla="*/ 2570279 w 2651846"/>
                  <a:gd name="connsiteY15" fmla="*/ 178844 h 1296768"/>
                  <a:gd name="connsiteX16" fmla="*/ 2341679 w 2651846"/>
                  <a:gd name="connsiteY16" fmla="*/ 435384 h 1296768"/>
                  <a:gd name="connsiteX17" fmla="*/ 2093606 w 2651846"/>
                  <a:gd name="connsiteY17" fmla="*/ 729177 h 1296768"/>
                  <a:gd name="connsiteX18" fmla="*/ 1847649 w 2651846"/>
                  <a:gd name="connsiteY18" fmla="*/ 1030165 h 1296768"/>
                  <a:gd name="connsiteX19" fmla="*/ 1554277 w 2651846"/>
                  <a:gd name="connsiteY19" fmla="*/ 1205002 h 1296768"/>
                  <a:gd name="connsiteX20" fmla="*/ 1187248 w 2651846"/>
                  <a:gd name="connsiteY20" fmla="*/ 1292633 h 1296768"/>
                  <a:gd name="connsiteX21" fmla="*/ 752910 w 2651846"/>
                  <a:gd name="connsiteY21" fmla="*/ 1272738 h 1296768"/>
                  <a:gd name="connsiteX22" fmla="*/ 546321 w 2651846"/>
                  <a:gd name="connsiteY22" fmla="*/ 1186801 h 1296768"/>
                  <a:gd name="connsiteX23" fmla="*/ 399849 w 2651846"/>
                  <a:gd name="connsiteY23" fmla="*/ 1102558 h 1296768"/>
                  <a:gd name="connsiteX24" fmla="*/ 246178 w 2651846"/>
                  <a:gd name="connsiteY24" fmla="*/ 966243 h 1296768"/>
                  <a:gd name="connsiteX0" fmla="*/ 246178 w 2571045"/>
                  <a:gd name="connsiteY0" fmla="*/ 798327 h 1128852"/>
                  <a:gd name="connsiteX1" fmla="*/ 87006 w 2571045"/>
                  <a:gd name="connsiteY1" fmla="*/ 635768 h 1128852"/>
                  <a:gd name="connsiteX2" fmla="*/ 9112 w 2571045"/>
                  <a:gd name="connsiteY2" fmla="*/ 553642 h 1128852"/>
                  <a:gd name="connsiteX3" fmla="*/ 31973 w 2571045"/>
                  <a:gd name="connsiteY3" fmla="*/ 464743 h 1128852"/>
                  <a:gd name="connsiteX4" fmla="*/ 280042 w 2571045"/>
                  <a:gd name="connsiteY4" fmla="*/ 626455 h 1128852"/>
                  <a:gd name="connsiteX5" fmla="*/ 580188 w 2571045"/>
                  <a:gd name="connsiteY5" fmla="*/ 878762 h 1128852"/>
                  <a:gd name="connsiteX6" fmla="*/ 783389 w 2571045"/>
                  <a:gd name="connsiteY6" fmla="*/ 938027 h 1128852"/>
                  <a:gd name="connsiteX7" fmla="*/ 935790 w 2571045"/>
                  <a:gd name="connsiteY7" fmla="*/ 957076 h 1128852"/>
                  <a:gd name="connsiteX8" fmla="*/ 1136873 w 2571045"/>
                  <a:gd name="connsiteY8" fmla="*/ 952845 h 1128852"/>
                  <a:gd name="connsiteX9" fmla="*/ 1445907 w 2571045"/>
                  <a:gd name="connsiteY9" fmla="*/ 920249 h 1128852"/>
                  <a:gd name="connsiteX10" fmla="*/ 1626669 w 2571045"/>
                  <a:gd name="connsiteY10" fmla="*/ 844045 h 1128852"/>
                  <a:gd name="connsiteX11" fmla="*/ 1820978 w 2571045"/>
                  <a:gd name="connsiteY11" fmla="*/ 706887 h 1128852"/>
                  <a:gd name="connsiteX12" fmla="*/ 2059739 w 2571045"/>
                  <a:gd name="connsiteY12" fmla="*/ 485061 h 1128852"/>
                  <a:gd name="connsiteX13" fmla="*/ 2402639 w 2571045"/>
                  <a:gd name="connsiteY13" fmla="*/ 91361 h 1128852"/>
                  <a:gd name="connsiteX14" fmla="*/ 2570279 w 2571045"/>
                  <a:gd name="connsiteY14" fmla="*/ 10928 h 1128852"/>
                  <a:gd name="connsiteX15" fmla="*/ 2341679 w 2571045"/>
                  <a:gd name="connsiteY15" fmla="*/ 267468 h 1128852"/>
                  <a:gd name="connsiteX16" fmla="*/ 2093606 w 2571045"/>
                  <a:gd name="connsiteY16" fmla="*/ 561261 h 1128852"/>
                  <a:gd name="connsiteX17" fmla="*/ 1847649 w 2571045"/>
                  <a:gd name="connsiteY17" fmla="*/ 862249 h 1128852"/>
                  <a:gd name="connsiteX18" fmla="*/ 1554277 w 2571045"/>
                  <a:gd name="connsiteY18" fmla="*/ 1037086 h 1128852"/>
                  <a:gd name="connsiteX19" fmla="*/ 1187248 w 2571045"/>
                  <a:gd name="connsiteY19" fmla="*/ 1124717 h 1128852"/>
                  <a:gd name="connsiteX20" fmla="*/ 752910 w 2571045"/>
                  <a:gd name="connsiteY20" fmla="*/ 1104822 h 1128852"/>
                  <a:gd name="connsiteX21" fmla="*/ 546321 w 2571045"/>
                  <a:gd name="connsiteY21" fmla="*/ 1018885 h 1128852"/>
                  <a:gd name="connsiteX22" fmla="*/ 399849 w 2571045"/>
                  <a:gd name="connsiteY22" fmla="*/ 934642 h 1128852"/>
                  <a:gd name="connsiteX23" fmla="*/ 246178 w 2571045"/>
                  <a:gd name="connsiteY23" fmla="*/ 798327 h 1128852"/>
                  <a:gd name="connsiteX0" fmla="*/ 246178 w 2420222"/>
                  <a:gd name="connsiteY0" fmla="*/ 713064 h 1043589"/>
                  <a:gd name="connsiteX1" fmla="*/ 87006 w 2420222"/>
                  <a:gd name="connsiteY1" fmla="*/ 550505 h 1043589"/>
                  <a:gd name="connsiteX2" fmla="*/ 9112 w 2420222"/>
                  <a:gd name="connsiteY2" fmla="*/ 468379 h 1043589"/>
                  <a:gd name="connsiteX3" fmla="*/ 31973 w 2420222"/>
                  <a:gd name="connsiteY3" fmla="*/ 379480 h 1043589"/>
                  <a:gd name="connsiteX4" fmla="*/ 280042 w 2420222"/>
                  <a:gd name="connsiteY4" fmla="*/ 541192 h 1043589"/>
                  <a:gd name="connsiteX5" fmla="*/ 580188 w 2420222"/>
                  <a:gd name="connsiteY5" fmla="*/ 793499 h 1043589"/>
                  <a:gd name="connsiteX6" fmla="*/ 783389 w 2420222"/>
                  <a:gd name="connsiteY6" fmla="*/ 852764 h 1043589"/>
                  <a:gd name="connsiteX7" fmla="*/ 935790 w 2420222"/>
                  <a:gd name="connsiteY7" fmla="*/ 871813 h 1043589"/>
                  <a:gd name="connsiteX8" fmla="*/ 1136873 w 2420222"/>
                  <a:gd name="connsiteY8" fmla="*/ 867582 h 1043589"/>
                  <a:gd name="connsiteX9" fmla="*/ 1445907 w 2420222"/>
                  <a:gd name="connsiteY9" fmla="*/ 834986 h 1043589"/>
                  <a:gd name="connsiteX10" fmla="*/ 1626669 w 2420222"/>
                  <a:gd name="connsiteY10" fmla="*/ 758782 h 1043589"/>
                  <a:gd name="connsiteX11" fmla="*/ 1820978 w 2420222"/>
                  <a:gd name="connsiteY11" fmla="*/ 621624 h 1043589"/>
                  <a:gd name="connsiteX12" fmla="*/ 2059739 w 2420222"/>
                  <a:gd name="connsiteY12" fmla="*/ 399798 h 1043589"/>
                  <a:gd name="connsiteX13" fmla="*/ 2402639 w 2420222"/>
                  <a:gd name="connsiteY13" fmla="*/ 6098 h 1043589"/>
                  <a:gd name="connsiteX14" fmla="*/ 2341679 w 2420222"/>
                  <a:gd name="connsiteY14" fmla="*/ 182205 h 1043589"/>
                  <a:gd name="connsiteX15" fmla="*/ 2093606 w 2420222"/>
                  <a:gd name="connsiteY15" fmla="*/ 475998 h 1043589"/>
                  <a:gd name="connsiteX16" fmla="*/ 1847649 w 2420222"/>
                  <a:gd name="connsiteY16" fmla="*/ 776986 h 1043589"/>
                  <a:gd name="connsiteX17" fmla="*/ 1554277 w 2420222"/>
                  <a:gd name="connsiteY17" fmla="*/ 951823 h 1043589"/>
                  <a:gd name="connsiteX18" fmla="*/ 1187248 w 2420222"/>
                  <a:gd name="connsiteY18" fmla="*/ 1039454 h 1043589"/>
                  <a:gd name="connsiteX19" fmla="*/ 752910 w 2420222"/>
                  <a:gd name="connsiteY19" fmla="*/ 1019559 h 1043589"/>
                  <a:gd name="connsiteX20" fmla="*/ 546321 w 2420222"/>
                  <a:gd name="connsiteY20" fmla="*/ 933622 h 1043589"/>
                  <a:gd name="connsiteX21" fmla="*/ 399849 w 2420222"/>
                  <a:gd name="connsiteY21" fmla="*/ 849379 h 1043589"/>
                  <a:gd name="connsiteX22" fmla="*/ 246178 w 2420222"/>
                  <a:gd name="connsiteY22" fmla="*/ 713064 h 1043589"/>
                  <a:gd name="connsiteX0" fmla="*/ 246178 w 2341815"/>
                  <a:gd name="connsiteY0" fmla="*/ 531586 h 862111"/>
                  <a:gd name="connsiteX1" fmla="*/ 87006 w 2341815"/>
                  <a:gd name="connsiteY1" fmla="*/ 369027 h 862111"/>
                  <a:gd name="connsiteX2" fmla="*/ 9112 w 2341815"/>
                  <a:gd name="connsiteY2" fmla="*/ 286901 h 862111"/>
                  <a:gd name="connsiteX3" fmla="*/ 31973 w 2341815"/>
                  <a:gd name="connsiteY3" fmla="*/ 198002 h 862111"/>
                  <a:gd name="connsiteX4" fmla="*/ 280042 w 2341815"/>
                  <a:gd name="connsiteY4" fmla="*/ 359714 h 862111"/>
                  <a:gd name="connsiteX5" fmla="*/ 580188 w 2341815"/>
                  <a:gd name="connsiteY5" fmla="*/ 612021 h 862111"/>
                  <a:gd name="connsiteX6" fmla="*/ 783389 w 2341815"/>
                  <a:gd name="connsiteY6" fmla="*/ 671286 h 862111"/>
                  <a:gd name="connsiteX7" fmla="*/ 935790 w 2341815"/>
                  <a:gd name="connsiteY7" fmla="*/ 690335 h 862111"/>
                  <a:gd name="connsiteX8" fmla="*/ 1136873 w 2341815"/>
                  <a:gd name="connsiteY8" fmla="*/ 686104 h 862111"/>
                  <a:gd name="connsiteX9" fmla="*/ 1445907 w 2341815"/>
                  <a:gd name="connsiteY9" fmla="*/ 653508 h 862111"/>
                  <a:gd name="connsiteX10" fmla="*/ 1626669 w 2341815"/>
                  <a:gd name="connsiteY10" fmla="*/ 577304 h 862111"/>
                  <a:gd name="connsiteX11" fmla="*/ 1820978 w 2341815"/>
                  <a:gd name="connsiteY11" fmla="*/ 440146 h 862111"/>
                  <a:gd name="connsiteX12" fmla="*/ 2059739 w 2341815"/>
                  <a:gd name="connsiteY12" fmla="*/ 218320 h 862111"/>
                  <a:gd name="connsiteX13" fmla="*/ 2341679 w 2341815"/>
                  <a:gd name="connsiteY13" fmla="*/ 727 h 862111"/>
                  <a:gd name="connsiteX14" fmla="*/ 2093606 w 2341815"/>
                  <a:gd name="connsiteY14" fmla="*/ 294520 h 862111"/>
                  <a:gd name="connsiteX15" fmla="*/ 1847649 w 2341815"/>
                  <a:gd name="connsiteY15" fmla="*/ 595508 h 862111"/>
                  <a:gd name="connsiteX16" fmla="*/ 1554277 w 2341815"/>
                  <a:gd name="connsiteY16" fmla="*/ 770345 h 862111"/>
                  <a:gd name="connsiteX17" fmla="*/ 1187248 w 2341815"/>
                  <a:gd name="connsiteY17" fmla="*/ 857976 h 862111"/>
                  <a:gd name="connsiteX18" fmla="*/ 752910 w 2341815"/>
                  <a:gd name="connsiteY18" fmla="*/ 838081 h 862111"/>
                  <a:gd name="connsiteX19" fmla="*/ 546321 w 2341815"/>
                  <a:gd name="connsiteY19" fmla="*/ 752144 h 862111"/>
                  <a:gd name="connsiteX20" fmla="*/ 399849 w 2341815"/>
                  <a:gd name="connsiteY20" fmla="*/ 667901 h 862111"/>
                  <a:gd name="connsiteX21" fmla="*/ 246178 w 2341815"/>
                  <a:gd name="connsiteY21" fmla="*/ 531586 h 862111"/>
                  <a:gd name="connsiteX0" fmla="*/ 246178 w 2110633"/>
                  <a:gd name="connsiteY0" fmla="*/ 334941 h 665466"/>
                  <a:gd name="connsiteX1" fmla="*/ 87006 w 2110633"/>
                  <a:gd name="connsiteY1" fmla="*/ 172382 h 665466"/>
                  <a:gd name="connsiteX2" fmla="*/ 9112 w 2110633"/>
                  <a:gd name="connsiteY2" fmla="*/ 90256 h 665466"/>
                  <a:gd name="connsiteX3" fmla="*/ 31973 w 2110633"/>
                  <a:gd name="connsiteY3" fmla="*/ 1357 h 665466"/>
                  <a:gd name="connsiteX4" fmla="*/ 280042 w 2110633"/>
                  <a:gd name="connsiteY4" fmla="*/ 163069 h 665466"/>
                  <a:gd name="connsiteX5" fmla="*/ 580188 w 2110633"/>
                  <a:gd name="connsiteY5" fmla="*/ 415376 h 665466"/>
                  <a:gd name="connsiteX6" fmla="*/ 783389 w 2110633"/>
                  <a:gd name="connsiteY6" fmla="*/ 474641 h 665466"/>
                  <a:gd name="connsiteX7" fmla="*/ 935790 w 2110633"/>
                  <a:gd name="connsiteY7" fmla="*/ 493690 h 665466"/>
                  <a:gd name="connsiteX8" fmla="*/ 1136873 w 2110633"/>
                  <a:gd name="connsiteY8" fmla="*/ 489459 h 665466"/>
                  <a:gd name="connsiteX9" fmla="*/ 1445907 w 2110633"/>
                  <a:gd name="connsiteY9" fmla="*/ 456863 h 665466"/>
                  <a:gd name="connsiteX10" fmla="*/ 1626669 w 2110633"/>
                  <a:gd name="connsiteY10" fmla="*/ 380659 h 665466"/>
                  <a:gd name="connsiteX11" fmla="*/ 1820978 w 2110633"/>
                  <a:gd name="connsiteY11" fmla="*/ 243501 h 665466"/>
                  <a:gd name="connsiteX12" fmla="*/ 2059739 w 2110633"/>
                  <a:gd name="connsiteY12" fmla="*/ 21675 h 665466"/>
                  <a:gd name="connsiteX13" fmla="*/ 2093606 w 2110633"/>
                  <a:gd name="connsiteY13" fmla="*/ 97875 h 665466"/>
                  <a:gd name="connsiteX14" fmla="*/ 1847649 w 2110633"/>
                  <a:gd name="connsiteY14" fmla="*/ 398863 h 665466"/>
                  <a:gd name="connsiteX15" fmla="*/ 1554277 w 2110633"/>
                  <a:gd name="connsiteY15" fmla="*/ 573700 h 665466"/>
                  <a:gd name="connsiteX16" fmla="*/ 1187248 w 2110633"/>
                  <a:gd name="connsiteY16" fmla="*/ 661331 h 665466"/>
                  <a:gd name="connsiteX17" fmla="*/ 752910 w 2110633"/>
                  <a:gd name="connsiteY17" fmla="*/ 641436 h 665466"/>
                  <a:gd name="connsiteX18" fmla="*/ 546321 w 2110633"/>
                  <a:gd name="connsiteY18" fmla="*/ 555499 h 665466"/>
                  <a:gd name="connsiteX19" fmla="*/ 399849 w 2110633"/>
                  <a:gd name="connsiteY19" fmla="*/ 471256 h 665466"/>
                  <a:gd name="connsiteX20" fmla="*/ 246178 w 2110633"/>
                  <a:gd name="connsiteY20" fmla="*/ 334941 h 665466"/>
                  <a:gd name="connsiteX0" fmla="*/ 238216 w 2102671"/>
                  <a:gd name="connsiteY0" fmla="*/ 320710 h 651235"/>
                  <a:gd name="connsiteX1" fmla="*/ 79044 w 2102671"/>
                  <a:gd name="connsiteY1" fmla="*/ 158151 h 651235"/>
                  <a:gd name="connsiteX2" fmla="*/ 1150 w 2102671"/>
                  <a:gd name="connsiteY2" fmla="*/ 76025 h 651235"/>
                  <a:gd name="connsiteX3" fmla="*/ 134078 w 2102671"/>
                  <a:gd name="connsiteY3" fmla="*/ 46393 h 651235"/>
                  <a:gd name="connsiteX4" fmla="*/ 272080 w 2102671"/>
                  <a:gd name="connsiteY4" fmla="*/ 148838 h 651235"/>
                  <a:gd name="connsiteX5" fmla="*/ 572226 w 2102671"/>
                  <a:gd name="connsiteY5" fmla="*/ 401145 h 651235"/>
                  <a:gd name="connsiteX6" fmla="*/ 775427 w 2102671"/>
                  <a:gd name="connsiteY6" fmla="*/ 460410 h 651235"/>
                  <a:gd name="connsiteX7" fmla="*/ 927828 w 2102671"/>
                  <a:gd name="connsiteY7" fmla="*/ 479459 h 651235"/>
                  <a:gd name="connsiteX8" fmla="*/ 1128911 w 2102671"/>
                  <a:gd name="connsiteY8" fmla="*/ 475228 h 651235"/>
                  <a:gd name="connsiteX9" fmla="*/ 1437945 w 2102671"/>
                  <a:gd name="connsiteY9" fmla="*/ 442632 h 651235"/>
                  <a:gd name="connsiteX10" fmla="*/ 1618707 w 2102671"/>
                  <a:gd name="connsiteY10" fmla="*/ 366428 h 651235"/>
                  <a:gd name="connsiteX11" fmla="*/ 1813016 w 2102671"/>
                  <a:gd name="connsiteY11" fmla="*/ 229270 h 651235"/>
                  <a:gd name="connsiteX12" fmla="*/ 2051777 w 2102671"/>
                  <a:gd name="connsiteY12" fmla="*/ 7444 h 651235"/>
                  <a:gd name="connsiteX13" fmla="*/ 2085644 w 2102671"/>
                  <a:gd name="connsiteY13" fmla="*/ 83644 h 651235"/>
                  <a:gd name="connsiteX14" fmla="*/ 1839687 w 2102671"/>
                  <a:gd name="connsiteY14" fmla="*/ 384632 h 651235"/>
                  <a:gd name="connsiteX15" fmla="*/ 1546315 w 2102671"/>
                  <a:gd name="connsiteY15" fmla="*/ 559469 h 651235"/>
                  <a:gd name="connsiteX16" fmla="*/ 1179286 w 2102671"/>
                  <a:gd name="connsiteY16" fmla="*/ 647100 h 651235"/>
                  <a:gd name="connsiteX17" fmla="*/ 744948 w 2102671"/>
                  <a:gd name="connsiteY17" fmla="*/ 627205 h 651235"/>
                  <a:gd name="connsiteX18" fmla="*/ 538359 w 2102671"/>
                  <a:gd name="connsiteY18" fmla="*/ 541268 h 651235"/>
                  <a:gd name="connsiteX19" fmla="*/ 391887 w 2102671"/>
                  <a:gd name="connsiteY19" fmla="*/ 457025 h 651235"/>
                  <a:gd name="connsiteX20" fmla="*/ 238216 w 2102671"/>
                  <a:gd name="connsiteY20" fmla="*/ 320710 h 651235"/>
                  <a:gd name="connsiteX0" fmla="*/ 186924 w 2051379"/>
                  <a:gd name="connsiteY0" fmla="*/ 320710 h 651235"/>
                  <a:gd name="connsiteX1" fmla="*/ 27752 w 2051379"/>
                  <a:gd name="connsiteY1" fmla="*/ 158151 h 651235"/>
                  <a:gd name="connsiteX2" fmla="*/ 4892 w 2051379"/>
                  <a:gd name="connsiteY2" fmla="*/ 97192 h 651235"/>
                  <a:gd name="connsiteX3" fmla="*/ 82786 w 2051379"/>
                  <a:gd name="connsiteY3" fmla="*/ 46393 h 651235"/>
                  <a:gd name="connsiteX4" fmla="*/ 220788 w 2051379"/>
                  <a:gd name="connsiteY4" fmla="*/ 148838 h 651235"/>
                  <a:gd name="connsiteX5" fmla="*/ 520934 w 2051379"/>
                  <a:gd name="connsiteY5" fmla="*/ 401145 h 651235"/>
                  <a:gd name="connsiteX6" fmla="*/ 724135 w 2051379"/>
                  <a:gd name="connsiteY6" fmla="*/ 460410 h 651235"/>
                  <a:gd name="connsiteX7" fmla="*/ 876536 w 2051379"/>
                  <a:gd name="connsiteY7" fmla="*/ 479459 h 651235"/>
                  <a:gd name="connsiteX8" fmla="*/ 1077619 w 2051379"/>
                  <a:gd name="connsiteY8" fmla="*/ 475228 h 651235"/>
                  <a:gd name="connsiteX9" fmla="*/ 1386653 w 2051379"/>
                  <a:gd name="connsiteY9" fmla="*/ 442632 h 651235"/>
                  <a:gd name="connsiteX10" fmla="*/ 1567415 w 2051379"/>
                  <a:gd name="connsiteY10" fmla="*/ 366428 h 651235"/>
                  <a:gd name="connsiteX11" fmla="*/ 1761724 w 2051379"/>
                  <a:gd name="connsiteY11" fmla="*/ 229270 h 651235"/>
                  <a:gd name="connsiteX12" fmla="*/ 2000485 w 2051379"/>
                  <a:gd name="connsiteY12" fmla="*/ 7444 h 651235"/>
                  <a:gd name="connsiteX13" fmla="*/ 2034352 w 2051379"/>
                  <a:gd name="connsiteY13" fmla="*/ 83644 h 651235"/>
                  <a:gd name="connsiteX14" fmla="*/ 1788395 w 2051379"/>
                  <a:gd name="connsiteY14" fmla="*/ 384632 h 651235"/>
                  <a:gd name="connsiteX15" fmla="*/ 1495023 w 2051379"/>
                  <a:gd name="connsiteY15" fmla="*/ 559469 h 651235"/>
                  <a:gd name="connsiteX16" fmla="*/ 1127994 w 2051379"/>
                  <a:gd name="connsiteY16" fmla="*/ 647100 h 651235"/>
                  <a:gd name="connsiteX17" fmla="*/ 693656 w 2051379"/>
                  <a:gd name="connsiteY17" fmla="*/ 627205 h 651235"/>
                  <a:gd name="connsiteX18" fmla="*/ 487067 w 2051379"/>
                  <a:gd name="connsiteY18" fmla="*/ 541268 h 651235"/>
                  <a:gd name="connsiteX19" fmla="*/ 340595 w 2051379"/>
                  <a:gd name="connsiteY19" fmla="*/ 457025 h 651235"/>
                  <a:gd name="connsiteX20" fmla="*/ 186924 w 2051379"/>
                  <a:gd name="connsiteY20" fmla="*/ 320710 h 651235"/>
                  <a:gd name="connsiteX0" fmla="*/ 182119 w 2046574"/>
                  <a:gd name="connsiteY0" fmla="*/ 320710 h 651235"/>
                  <a:gd name="connsiteX1" fmla="*/ 65280 w 2046574"/>
                  <a:gd name="connsiteY1" fmla="*/ 225884 h 651235"/>
                  <a:gd name="connsiteX2" fmla="*/ 87 w 2046574"/>
                  <a:gd name="connsiteY2" fmla="*/ 97192 h 651235"/>
                  <a:gd name="connsiteX3" fmla="*/ 77981 w 2046574"/>
                  <a:gd name="connsiteY3" fmla="*/ 46393 h 651235"/>
                  <a:gd name="connsiteX4" fmla="*/ 215983 w 2046574"/>
                  <a:gd name="connsiteY4" fmla="*/ 148838 h 651235"/>
                  <a:gd name="connsiteX5" fmla="*/ 516129 w 2046574"/>
                  <a:gd name="connsiteY5" fmla="*/ 401145 h 651235"/>
                  <a:gd name="connsiteX6" fmla="*/ 719330 w 2046574"/>
                  <a:gd name="connsiteY6" fmla="*/ 460410 h 651235"/>
                  <a:gd name="connsiteX7" fmla="*/ 871731 w 2046574"/>
                  <a:gd name="connsiteY7" fmla="*/ 479459 h 651235"/>
                  <a:gd name="connsiteX8" fmla="*/ 1072814 w 2046574"/>
                  <a:gd name="connsiteY8" fmla="*/ 475228 h 651235"/>
                  <a:gd name="connsiteX9" fmla="*/ 1381848 w 2046574"/>
                  <a:gd name="connsiteY9" fmla="*/ 442632 h 651235"/>
                  <a:gd name="connsiteX10" fmla="*/ 1562610 w 2046574"/>
                  <a:gd name="connsiteY10" fmla="*/ 366428 h 651235"/>
                  <a:gd name="connsiteX11" fmla="*/ 1756919 w 2046574"/>
                  <a:gd name="connsiteY11" fmla="*/ 229270 h 651235"/>
                  <a:gd name="connsiteX12" fmla="*/ 1995680 w 2046574"/>
                  <a:gd name="connsiteY12" fmla="*/ 7444 h 651235"/>
                  <a:gd name="connsiteX13" fmla="*/ 2029547 w 2046574"/>
                  <a:gd name="connsiteY13" fmla="*/ 83644 h 651235"/>
                  <a:gd name="connsiteX14" fmla="*/ 1783590 w 2046574"/>
                  <a:gd name="connsiteY14" fmla="*/ 384632 h 651235"/>
                  <a:gd name="connsiteX15" fmla="*/ 1490218 w 2046574"/>
                  <a:gd name="connsiteY15" fmla="*/ 559469 h 651235"/>
                  <a:gd name="connsiteX16" fmla="*/ 1123189 w 2046574"/>
                  <a:gd name="connsiteY16" fmla="*/ 647100 h 651235"/>
                  <a:gd name="connsiteX17" fmla="*/ 688851 w 2046574"/>
                  <a:gd name="connsiteY17" fmla="*/ 627205 h 651235"/>
                  <a:gd name="connsiteX18" fmla="*/ 482262 w 2046574"/>
                  <a:gd name="connsiteY18" fmla="*/ 541268 h 651235"/>
                  <a:gd name="connsiteX19" fmla="*/ 335790 w 2046574"/>
                  <a:gd name="connsiteY19" fmla="*/ 457025 h 651235"/>
                  <a:gd name="connsiteX20" fmla="*/ 182119 w 2046574"/>
                  <a:gd name="connsiteY20" fmla="*/ 320710 h 651235"/>
                  <a:gd name="connsiteX0" fmla="*/ 185144 w 2049599"/>
                  <a:gd name="connsiteY0" fmla="*/ 320710 h 651235"/>
                  <a:gd name="connsiteX1" fmla="*/ 3112 w 2049599"/>
                  <a:gd name="connsiteY1" fmla="*/ 97192 h 651235"/>
                  <a:gd name="connsiteX2" fmla="*/ 81006 w 2049599"/>
                  <a:gd name="connsiteY2" fmla="*/ 46393 h 651235"/>
                  <a:gd name="connsiteX3" fmla="*/ 219008 w 2049599"/>
                  <a:gd name="connsiteY3" fmla="*/ 148838 h 651235"/>
                  <a:gd name="connsiteX4" fmla="*/ 519154 w 2049599"/>
                  <a:gd name="connsiteY4" fmla="*/ 401145 h 651235"/>
                  <a:gd name="connsiteX5" fmla="*/ 722355 w 2049599"/>
                  <a:gd name="connsiteY5" fmla="*/ 460410 h 651235"/>
                  <a:gd name="connsiteX6" fmla="*/ 874756 w 2049599"/>
                  <a:gd name="connsiteY6" fmla="*/ 479459 h 651235"/>
                  <a:gd name="connsiteX7" fmla="*/ 1075839 w 2049599"/>
                  <a:gd name="connsiteY7" fmla="*/ 475228 h 651235"/>
                  <a:gd name="connsiteX8" fmla="*/ 1384873 w 2049599"/>
                  <a:gd name="connsiteY8" fmla="*/ 442632 h 651235"/>
                  <a:gd name="connsiteX9" fmla="*/ 1565635 w 2049599"/>
                  <a:gd name="connsiteY9" fmla="*/ 366428 h 651235"/>
                  <a:gd name="connsiteX10" fmla="*/ 1759944 w 2049599"/>
                  <a:gd name="connsiteY10" fmla="*/ 229270 h 651235"/>
                  <a:gd name="connsiteX11" fmla="*/ 1998705 w 2049599"/>
                  <a:gd name="connsiteY11" fmla="*/ 7444 h 651235"/>
                  <a:gd name="connsiteX12" fmla="*/ 2032572 w 2049599"/>
                  <a:gd name="connsiteY12" fmla="*/ 83644 h 651235"/>
                  <a:gd name="connsiteX13" fmla="*/ 1786615 w 2049599"/>
                  <a:gd name="connsiteY13" fmla="*/ 384632 h 651235"/>
                  <a:gd name="connsiteX14" fmla="*/ 1493243 w 2049599"/>
                  <a:gd name="connsiteY14" fmla="*/ 559469 h 651235"/>
                  <a:gd name="connsiteX15" fmla="*/ 1126214 w 2049599"/>
                  <a:gd name="connsiteY15" fmla="*/ 647100 h 651235"/>
                  <a:gd name="connsiteX16" fmla="*/ 691876 w 2049599"/>
                  <a:gd name="connsiteY16" fmla="*/ 627205 h 651235"/>
                  <a:gd name="connsiteX17" fmla="*/ 485287 w 2049599"/>
                  <a:gd name="connsiteY17" fmla="*/ 541268 h 651235"/>
                  <a:gd name="connsiteX18" fmla="*/ 338815 w 2049599"/>
                  <a:gd name="connsiteY18" fmla="*/ 457025 h 651235"/>
                  <a:gd name="connsiteX19" fmla="*/ 185144 w 2049599"/>
                  <a:gd name="connsiteY19" fmla="*/ 320710 h 651235"/>
                  <a:gd name="connsiteX0" fmla="*/ 185117 w 2049572"/>
                  <a:gd name="connsiteY0" fmla="*/ 320710 h 651235"/>
                  <a:gd name="connsiteX1" fmla="*/ 3085 w 2049572"/>
                  <a:gd name="connsiteY1" fmla="*/ 97192 h 651235"/>
                  <a:gd name="connsiteX2" fmla="*/ 80979 w 2049572"/>
                  <a:gd name="connsiteY2" fmla="*/ 46393 h 651235"/>
                  <a:gd name="connsiteX3" fmla="*/ 214748 w 2049572"/>
                  <a:gd name="connsiteY3" fmla="*/ 191171 h 651235"/>
                  <a:gd name="connsiteX4" fmla="*/ 519127 w 2049572"/>
                  <a:gd name="connsiteY4" fmla="*/ 401145 h 651235"/>
                  <a:gd name="connsiteX5" fmla="*/ 722328 w 2049572"/>
                  <a:gd name="connsiteY5" fmla="*/ 460410 h 651235"/>
                  <a:gd name="connsiteX6" fmla="*/ 874729 w 2049572"/>
                  <a:gd name="connsiteY6" fmla="*/ 479459 h 651235"/>
                  <a:gd name="connsiteX7" fmla="*/ 1075812 w 2049572"/>
                  <a:gd name="connsiteY7" fmla="*/ 475228 h 651235"/>
                  <a:gd name="connsiteX8" fmla="*/ 1384846 w 2049572"/>
                  <a:gd name="connsiteY8" fmla="*/ 442632 h 651235"/>
                  <a:gd name="connsiteX9" fmla="*/ 1565608 w 2049572"/>
                  <a:gd name="connsiteY9" fmla="*/ 366428 h 651235"/>
                  <a:gd name="connsiteX10" fmla="*/ 1759917 w 2049572"/>
                  <a:gd name="connsiteY10" fmla="*/ 229270 h 651235"/>
                  <a:gd name="connsiteX11" fmla="*/ 1998678 w 2049572"/>
                  <a:gd name="connsiteY11" fmla="*/ 7444 h 651235"/>
                  <a:gd name="connsiteX12" fmla="*/ 2032545 w 2049572"/>
                  <a:gd name="connsiteY12" fmla="*/ 83644 h 651235"/>
                  <a:gd name="connsiteX13" fmla="*/ 1786588 w 2049572"/>
                  <a:gd name="connsiteY13" fmla="*/ 384632 h 651235"/>
                  <a:gd name="connsiteX14" fmla="*/ 1493216 w 2049572"/>
                  <a:gd name="connsiteY14" fmla="*/ 559469 h 651235"/>
                  <a:gd name="connsiteX15" fmla="*/ 1126187 w 2049572"/>
                  <a:gd name="connsiteY15" fmla="*/ 647100 h 651235"/>
                  <a:gd name="connsiteX16" fmla="*/ 691849 w 2049572"/>
                  <a:gd name="connsiteY16" fmla="*/ 627205 h 651235"/>
                  <a:gd name="connsiteX17" fmla="*/ 485260 w 2049572"/>
                  <a:gd name="connsiteY17" fmla="*/ 541268 h 651235"/>
                  <a:gd name="connsiteX18" fmla="*/ 338788 w 2049572"/>
                  <a:gd name="connsiteY18" fmla="*/ 457025 h 651235"/>
                  <a:gd name="connsiteX19" fmla="*/ 185117 w 2049572"/>
                  <a:gd name="connsiteY19" fmla="*/ 320710 h 651235"/>
                  <a:gd name="connsiteX0" fmla="*/ 185117 w 2049260"/>
                  <a:gd name="connsiteY0" fmla="*/ 321825 h 652350"/>
                  <a:gd name="connsiteX1" fmla="*/ 3085 w 2049260"/>
                  <a:gd name="connsiteY1" fmla="*/ 98307 h 652350"/>
                  <a:gd name="connsiteX2" fmla="*/ 80979 w 2049260"/>
                  <a:gd name="connsiteY2" fmla="*/ 47508 h 652350"/>
                  <a:gd name="connsiteX3" fmla="*/ 214748 w 2049260"/>
                  <a:gd name="connsiteY3" fmla="*/ 192286 h 652350"/>
                  <a:gd name="connsiteX4" fmla="*/ 519127 w 2049260"/>
                  <a:gd name="connsiteY4" fmla="*/ 402260 h 652350"/>
                  <a:gd name="connsiteX5" fmla="*/ 722328 w 2049260"/>
                  <a:gd name="connsiteY5" fmla="*/ 461525 h 652350"/>
                  <a:gd name="connsiteX6" fmla="*/ 874729 w 2049260"/>
                  <a:gd name="connsiteY6" fmla="*/ 480574 h 652350"/>
                  <a:gd name="connsiteX7" fmla="*/ 1075812 w 2049260"/>
                  <a:gd name="connsiteY7" fmla="*/ 476343 h 652350"/>
                  <a:gd name="connsiteX8" fmla="*/ 1384846 w 2049260"/>
                  <a:gd name="connsiteY8" fmla="*/ 443747 h 652350"/>
                  <a:gd name="connsiteX9" fmla="*/ 1565608 w 2049260"/>
                  <a:gd name="connsiteY9" fmla="*/ 367543 h 652350"/>
                  <a:gd name="connsiteX10" fmla="*/ 1768383 w 2049260"/>
                  <a:gd name="connsiteY10" fmla="*/ 247319 h 652350"/>
                  <a:gd name="connsiteX11" fmla="*/ 1998678 w 2049260"/>
                  <a:gd name="connsiteY11" fmla="*/ 8559 h 652350"/>
                  <a:gd name="connsiteX12" fmla="*/ 2032545 w 2049260"/>
                  <a:gd name="connsiteY12" fmla="*/ 84759 h 652350"/>
                  <a:gd name="connsiteX13" fmla="*/ 1786588 w 2049260"/>
                  <a:gd name="connsiteY13" fmla="*/ 385747 h 652350"/>
                  <a:gd name="connsiteX14" fmla="*/ 1493216 w 2049260"/>
                  <a:gd name="connsiteY14" fmla="*/ 560584 h 652350"/>
                  <a:gd name="connsiteX15" fmla="*/ 1126187 w 2049260"/>
                  <a:gd name="connsiteY15" fmla="*/ 648215 h 652350"/>
                  <a:gd name="connsiteX16" fmla="*/ 691849 w 2049260"/>
                  <a:gd name="connsiteY16" fmla="*/ 628320 h 652350"/>
                  <a:gd name="connsiteX17" fmla="*/ 485260 w 2049260"/>
                  <a:gd name="connsiteY17" fmla="*/ 542383 h 652350"/>
                  <a:gd name="connsiteX18" fmla="*/ 338788 w 2049260"/>
                  <a:gd name="connsiteY18" fmla="*/ 458140 h 652350"/>
                  <a:gd name="connsiteX19" fmla="*/ 185117 w 2049260"/>
                  <a:gd name="connsiteY19" fmla="*/ 321825 h 652350"/>
                  <a:gd name="connsiteX0" fmla="*/ 185117 w 2050052"/>
                  <a:gd name="connsiteY0" fmla="*/ 321825 h 652350"/>
                  <a:gd name="connsiteX1" fmla="*/ 3085 w 2050052"/>
                  <a:gd name="connsiteY1" fmla="*/ 98307 h 652350"/>
                  <a:gd name="connsiteX2" fmla="*/ 80979 w 2050052"/>
                  <a:gd name="connsiteY2" fmla="*/ 47508 h 652350"/>
                  <a:gd name="connsiteX3" fmla="*/ 214748 w 2050052"/>
                  <a:gd name="connsiteY3" fmla="*/ 192286 h 652350"/>
                  <a:gd name="connsiteX4" fmla="*/ 519127 w 2050052"/>
                  <a:gd name="connsiteY4" fmla="*/ 402260 h 652350"/>
                  <a:gd name="connsiteX5" fmla="*/ 722328 w 2050052"/>
                  <a:gd name="connsiteY5" fmla="*/ 461525 h 652350"/>
                  <a:gd name="connsiteX6" fmla="*/ 874729 w 2050052"/>
                  <a:gd name="connsiteY6" fmla="*/ 480574 h 652350"/>
                  <a:gd name="connsiteX7" fmla="*/ 1075812 w 2050052"/>
                  <a:gd name="connsiteY7" fmla="*/ 476343 h 652350"/>
                  <a:gd name="connsiteX8" fmla="*/ 1384846 w 2050052"/>
                  <a:gd name="connsiteY8" fmla="*/ 443747 h 652350"/>
                  <a:gd name="connsiteX9" fmla="*/ 1565608 w 2050052"/>
                  <a:gd name="connsiteY9" fmla="*/ 367543 h 652350"/>
                  <a:gd name="connsiteX10" fmla="*/ 1747216 w 2050052"/>
                  <a:gd name="connsiteY10" fmla="*/ 247319 h 652350"/>
                  <a:gd name="connsiteX11" fmla="*/ 1998678 w 2050052"/>
                  <a:gd name="connsiteY11" fmla="*/ 8559 h 652350"/>
                  <a:gd name="connsiteX12" fmla="*/ 2032545 w 2050052"/>
                  <a:gd name="connsiteY12" fmla="*/ 84759 h 652350"/>
                  <a:gd name="connsiteX13" fmla="*/ 1786588 w 2050052"/>
                  <a:gd name="connsiteY13" fmla="*/ 385747 h 652350"/>
                  <a:gd name="connsiteX14" fmla="*/ 1493216 w 2050052"/>
                  <a:gd name="connsiteY14" fmla="*/ 560584 h 652350"/>
                  <a:gd name="connsiteX15" fmla="*/ 1126187 w 2050052"/>
                  <a:gd name="connsiteY15" fmla="*/ 648215 h 652350"/>
                  <a:gd name="connsiteX16" fmla="*/ 691849 w 2050052"/>
                  <a:gd name="connsiteY16" fmla="*/ 628320 h 652350"/>
                  <a:gd name="connsiteX17" fmla="*/ 485260 w 2050052"/>
                  <a:gd name="connsiteY17" fmla="*/ 542383 h 652350"/>
                  <a:gd name="connsiteX18" fmla="*/ 338788 w 2050052"/>
                  <a:gd name="connsiteY18" fmla="*/ 458140 h 652350"/>
                  <a:gd name="connsiteX19" fmla="*/ 185117 w 2050052"/>
                  <a:gd name="connsiteY19" fmla="*/ 321825 h 652350"/>
                  <a:gd name="connsiteX0" fmla="*/ 185117 w 2004952"/>
                  <a:gd name="connsiteY0" fmla="*/ 313977 h 644502"/>
                  <a:gd name="connsiteX1" fmla="*/ 3085 w 2004952"/>
                  <a:gd name="connsiteY1" fmla="*/ 90459 h 644502"/>
                  <a:gd name="connsiteX2" fmla="*/ 80979 w 2004952"/>
                  <a:gd name="connsiteY2" fmla="*/ 39660 h 644502"/>
                  <a:gd name="connsiteX3" fmla="*/ 214748 w 2004952"/>
                  <a:gd name="connsiteY3" fmla="*/ 184438 h 644502"/>
                  <a:gd name="connsiteX4" fmla="*/ 519127 w 2004952"/>
                  <a:gd name="connsiteY4" fmla="*/ 394412 h 644502"/>
                  <a:gd name="connsiteX5" fmla="*/ 722328 w 2004952"/>
                  <a:gd name="connsiteY5" fmla="*/ 453677 h 644502"/>
                  <a:gd name="connsiteX6" fmla="*/ 874729 w 2004952"/>
                  <a:gd name="connsiteY6" fmla="*/ 472726 h 644502"/>
                  <a:gd name="connsiteX7" fmla="*/ 1075812 w 2004952"/>
                  <a:gd name="connsiteY7" fmla="*/ 468495 h 644502"/>
                  <a:gd name="connsiteX8" fmla="*/ 1384846 w 2004952"/>
                  <a:gd name="connsiteY8" fmla="*/ 435899 h 644502"/>
                  <a:gd name="connsiteX9" fmla="*/ 1565608 w 2004952"/>
                  <a:gd name="connsiteY9" fmla="*/ 359695 h 644502"/>
                  <a:gd name="connsiteX10" fmla="*/ 1747216 w 2004952"/>
                  <a:gd name="connsiteY10" fmla="*/ 239471 h 644502"/>
                  <a:gd name="connsiteX11" fmla="*/ 1998678 w 2004952"/>
                  <a:gd name="connsiteY11" fmla="*/ 711 h 644502"/>
                  <a:gd name="connsiteX12" fmla="*/ 1917042 w 2004952"/>
                  <a:gd name="connsiteY12" fmla="*/ 173164 h 644502"/>
                  <a:gd name="connsiteX13" fmla="*/ 1786588 w 2004952"/>
                  <a:gd name="connsiteY13" fmla="*/ 377899 h 644502"/>
                  <a:gd name="connsiteX14" fmla="*/ 1493216 w 2004952"/>
                  <a:gd name="connsiteY14" fmla="*/ 552736 h 644502"/>
                  <a:gd name="connsiteX15" fmla="*/ 1126187 w 2004952"/>
                  <a:gd name="connsiteY15" fmla="*/ 640367 h 644502"/>
                  <a:gd name="connsiteX16" fmla="*/ 691849 w 2004952"/>
                  <a:gd name="connsiteY16" fmla="*/ 620472 h 644502"/>
                  <a:gd name="connsiteX17" fmla="*/ 485260 w 2004952"/>
                  <a:gd name="connsiteY17" fmla="*/ 534535 h 644502"/>
                  <a:gd name="connsiteX18" fmla="*/ 338788 w 2004952"/>
                  <a:gd name="connsiteY18" fmla="*/ 450292 h 644502"/>
                  <a:gd name="connsiteX19" fmla="*/ 185117 w 2004952"/>
                  <a:gd name="connsiteY19" fmla="*/ 313977 h 644502"/>
                  <a:gd name="connsiteX0" fmla="*/ 185117 w 1922539"/>
                  <a:gd name="connsiteY0" fmla="*/ 279491 h 610016"/>
                  <a:gd name="connsiteX1" fmla="*/ 3085 w 1922539"/>
                  <a:gd name="connsiteY1" fmla="*/ 55973 h 610016"/>
                  <a:gd name="connsiteX2" fmla="*/ 80979 w 1922539"/>
                  <a:gd name="connsiteY2" fmla="*/ 5174 h 610016"/>
                  <a:gd name="connsiteX3" fmla="*/ 214748 w 1922539"/>
                  <a:gd name="connsiteY3" fmla="*/ 149952 h 610016"/>
                  <a:gd name="connsiteX4" fmla="*/ 519127 w 1922539"/>
                  <a:gd name="connsiteY4" fmla="*/ 359926 h 610016"/>
                  <a:gd name="connsiteX5" fmla="*/ 722328 w 1922539"/>
                  <a:gd name="connsiteY5" fmla="*/ 419191 h 610016"/>
                  <a:gd name="connsiteX6" fmla="*/ 874729 w 1922539"/>
                  <a:gd name="connsiteY6" fmla="*/ 438240 h 610016"/>
                  <a:gd name="connsiteX7" fmla="*/ 1075812 w 1922539"/>
                  <a:gd name="connsiteY7" fmla="*/ 434009 h 610016"/>
                  <a:gd name="connsiteX8" fmla="*/ 1384846 w 1922539"/>
                  <a:gd name="connsiteY8" fmla="*/ 401413 h 610016"/>
                  <a:gd name="connsiteX9" fmla="*/ 1565608 w 1922539"/>
                  <a:gd name="connsiteY9" fmla="*/ 325209 h 610016"/>
                  <a:gd name="connsiteX10" fmla="*/ 1747216 w 1922539"/>
                  <a:gd name="connsiteY10" fmla="*/ 204985 h 610016"/>
                  <a:gd name="connsiteX11" fmla="*/ 1883175 w 1922539"/>
                  <a:gd name="connsiteY11" fmla="*/ 23976 h 610016"/>
                  <a:gd name="connsiteX12" fmla="*/ 1917042 w 1922539"/>
                  <a:gd name="connsiteY12" fmla="*/ 138678 h 610016"/>
                  <a:gd name="connsiteX13" fmla="*/ 1786588 w 1922539"/>
                  <a:gd name="connsiteY13" fmla="*/ 343413 h 610016"/>
                  <a:gd name="connsiteX14" fmla="*/ 1493216 w 1922539"/>
                  <a:gd name="connsiteY14" fmla="*/ 518250 h 610016"/>
                  <a:gd name="connsiteX15" fmla="*/ 1126187 w 1922539"/>
                  <a:gd name="connsiteY15" fmla="*/ 605881 h 610016"/>
                  <a:gd name="connsiteX16" fmla="*/ 691849 w 1922539"/>
                  <a:gd name="connsiteY16" fmla="*/ 585986 h 610016"/>
                  <a:gd name="connsiteX17" fmla="*/ 485260 w 1922539"/>
                  <a:gd name="connsiteY17" fmla="*/ 500049 h 610016"/>
                  <a:gd name="connsiteX18" fmla="*/ 338788 w 1922539"/>
                  <a:gd name="connsiteY18" fmla="*/ 415806 h 610016"/>
                  <a:gd name="connsiteX19" fmla="*/ 185117 w 1922539"/>
                  <a:gd name="connsiteY19" fmla="*/ 279491 h 610016"/>
                  <a:gd name="connsiteX0" fmla="*/ 185117 w 1931202"/>
                  <a:gd name="connsiteY0" fmla="*/ 279491 h 610016"/>
                  <a:gd name="connsiteX1" fmla="*/ 3085 w 1931202"/>
                  <a:gd name="connsiteY1" fmla="*/ 55973 h 610016"/>
                  <a:gd name="connsiteX2" fmla="*/ 80979 w 1931202"/>
                  <a:gd name="connsiteY2" fmla="*/ 5174 h 610016"/>
                  <a:gd name="connsiteX3" fmla="*/ 214748 w 1931202"/>
                  <a:gd name="connsiteY3" fmla="*/ 149952 h 610016"/>
                  <a:gd name="connsiteX4" fmla="*/ 519127 w 1931202"/>
                  <a:gd name="connsiteY4" fmla="*/ 359926 h 610016"/>
                  <a:gd name="connsiteX5" fmla="*/ 722328 w 1931202"/>
                  <a:gd name="connsiteY5" fmla="*/ 419191 h 610016"/>
                  <a:gd name="connsiteX6" fmla="*/ 874729 w 1931202"/>
                  <a:gd name="connsiteY6" fmla="*/ 438240 h 610016"/>
                  <a:gd name="connsiteX7" fmla="*/ 1075812 w 1931202"/>
                  <a:gd name="connsiteY7" fmla="*/ 434009 h 610016"/>
                  <a:gd name="connsiteX8" fmla="*/ 1384846 w 1931202"/>
                  <a:gd name="connsiteY8" fmla="*/ 401413 h 610016"/>
                  <a:gd name="connsiteX9" fmla="*/ 1565608 w 1931202"/>
                  <a:gd name="connsiteY9" fmla="*/ 325209 h 610016"/>
                  <a:gd name="connsiteX10" fmla="*/ 1747216 w 1931202"/>
                  <a:gd name="connsiteY10" fmla="*/ 204985 h 610016"/>
                  <a:gd name="connsiteX11" fmla="*/ 1908575 w 1931202"/>
                  <a:gd name="connsiteY11" fmla="*/ 62076 h 610016"/>
                  <a:gd name="connsiteX12" fmla="*/ 1917042 w 1931202"/>
                  <a:gd name="connsiteY12" fmla="*/ 138678 h 610016"/>
                  <a:gd name="connsiteX13" fmla="*/ 1786588 w 1931202"/>
                  <a:gd name="connsiteY13" fmla="*/ 343413 h 610016"/>
                  <a:gd name="connsiteX14" fmla="*/ 1493216 w 1931202"/>
                  <a:gd name="connsiteY14" fmla="*/ 518250 h 610016"/>
                  <a:gd name="connsiteX15" fmla="*/ 1126187 w 1931202"/>
                  <a:gd name="connsiteY15" fmla="*/ 605881 h 610016"/>
                  <a:gd name="connsiteX16" fmla="*/ 691849 w 1931202"/>
                  <a:gd name="connsiteY16" fmla="*/ 585986 h 610016"/>
                  <a:gd name="connsiteX17" fmla="*/ 485260 w 1931202"/>
                  <a:gd name="connsiteY17" fmla="*/ 500049 h 610016"/>
                  <a:gd name="connsiteX18" fmla="*/ 338788 w 1931202"/>
                  <a:gd name="connsiteY18" fmla="*/ 415806 h 610016"/>
                  <a:gd name="connsiteX19" fmla="*/ 185117 w 1931202"/>
                  <a:gd name="connsiteY19" fmla="*/ 279491 h 610016"/>
                  <a:gd name="connsiteX0" fmla="*/ 185117 w 1953973"/>
                  <a:gd name="connsiteY0" fmla="*/ 279491 h 610016"/>
                  <a:gd name="connsiteX1" fmla="*/ 3085 w 1953973"/>
                  <a:gd name="connsiteY1" fmla="*/ 55973 h 610016"/>
                  <a:gd name="connsiteX2" fmla="*/ 80979 w 1953973"/>
                  <a:gd name="connsiteY2" fmla="*/ 5174 h 610016"/>
                  <a:gd name="connsiteX3" fmla="*/ 214748 w 1953973"/>
                  <a:gd name="connsiteY3" fmla="*/ 149952 h 610016"/>
                  <a:gd name="connsiteX4" fmla="*/ 519127 w 1953973"/>
                  <a:gd name="connsiteY4" fmla="*/ 359926 h 610016"/>
                  <a:gd name="connsiteX5" fmla="*/ 722328 w 1953973"/>
                  <a:gd name="connsiteY5" fmla="*/ 419191 h 610016"/>
                  <a:gd name="connsiteX6" fmla="*/ 874729 w 1953973"/>
                  <a:gd name="connsiteY6" fmla="*/ 438240 h 610016"/>
                  <a:gd name="connsiteX7" fmla="*/ 1075812 w 1953973"/>
                  <a:gd name="connsiteY7" fmla="*/ 434009 h 610016"/>
                  <a:gd name="connsiteX8" fmla="*/ 1384846 w 1953973"/>
                  <a:gd name="connsiteY8" fmla="*/ 401413 h 610016"/>
                  <a:gd name="connsiteX9" fmla="*/ 1565608 w 1953973"/>
                  <a:gd name="connsiteY9" fmla="*/ 325209 h 610016"/>
                  <a:gd name="connsiteX10" fmla="*/ 1747216 w 1953973"/>
                  <a:gd name="connsiteY10" fmla="*/ 204985 h 610016"/>
                  <a:gd name="connsiteX11" fmla="*/ 1908575 w 1953973"/>
                  <a:gd name="connsiteY11" fmla="*/ 62076 h 610016"/>
                  <a:gd name="connsiteX12" fmla="*/ 1946675 w 1953973"/>
                  <a:gd name="connsiteY12" fmla="*/ 159845 h 610016"/>
                  <a:gd name="connsiteX13" fmla="*/ 1786588 w 1953973"/>
                  <a:gd name="connsiteY13" fmla="*/ 343413 h 610016"/>
                  <a:gd name="connsiteX14" fmla="*/ 1493216 w 1953973"/>
                  <a:gd name="connsiteY14" fmla="*/ 518250 h 610016"/>
                  <a:gd name="connsiteX15" fmla="*/ 1126187 w 1953973"/>
                  <a:gd name="connsiteY15" fmla="*/ 605881 h 610016"/>
                  <a:gd name="connsiteX16" fmla="*/ 691849 w 1953973"/>
                  <a:gd name="connsiteY16" fmla="*/ 585986 h 610016"/>
                  <a:gd name="connsiteX17" fmla="*/ 485260 w 1953973"/>
                  <a:gd name="connsiteY17" fmla="*/ 500049 h 610016"/>
                  <a:gd name="connsiteX18" fmla="*/ 338788 w 1953973"/>
                  <a:gd name="connsiteY18" fmla="*/ 415806 h 610016"/>
                  <a:gd name="connsiteX19" fmla="*/ 185117 w 1953973"/>
                  <a:gd name="connsiteY19" fmla="*/ 279491 h 610016"/>
                  <a:gd name="connsiteX0" fmla="*/ 222291 w 1991147"/>
                  <a:gd name="connsiteY0" fmla="*/ 275635 h 606160"/>
                  <a:gd name="connsiteX1" fmla="*/ 2159 w 1991147"/>
                  <a:gd name="connsiteY1" fmla="*/ 85984 h 606160"/>
                  <a:gd name="connsiteX2" fmla="*/ 118153 w 1991147"/>
                  <a:gd name="connsiteY2" fmla="*/ 1318 h 606160"/>
                  <a:gd name="connsiteX3" fmla="*/ 251922 w 1991147"/>
                  <a:gd name="connsiteY3" fmla="*/ 146096 h 606160"/>
                  <a:gd name="connsiteX4" fmla="*/ 556301 w 1991147"/>
                  <a:gd name="connsiteY4" fmla="*/ 356070 h 606160"/>
                  <a:gd name="connsiteX5" fmla="*/ 759502 w 1991147"/>
                  <a:gd name="connsiteY5" fmla="*/ 415335 h 606160"/>
                  <a:gd name="connsiteX6" fmla="*/ 911903 w 1991147"/>
                  <a:gd name="connsiteY6" fmla="*/ 434384 h 606160"/>
                  <a:gd name="connsiteX7" fmla="*/ 1112986 w 1991147"/>
                  <a:gd name="connsiteY7" fmla="*/ 430153 h 606160"/>
                  <a:gd name="connsiteX8" fmla="*/ 1422020 w 1991147"/>
                  <a:gd name="connsiteY8" fmla="*/ 397557 h 606160"/>
                  <a:gd name="connsiteX9" fmla="*/ 1602782 w 1991147"/>
                  <a:gd name="connsiteY9" fmla="*/ 321353 h 606160"/>
                  <a:gd name="connsiteX10" fmla="*/ 1784390 w 1991147"/>
                  <a:gd name="connsiteY10" fmla="*/ 201129 h 606160"/>
                  <a:gd name="connsiteX11" fmla="*/ 1945749 w 1991147"/>
                  <a:gd name="connsiteY11" fmla="*/ 58220 h 606160"/>
                  <a:gd name="connsiteX12" fmla="*/ 1983849 w 1991147"/>
                  <a:gd name="connsiteY12" fmla="*/ 155989 h 606160"/>
                  <a:gd name="connsiteX13" fmla="*/ 1823762 w 1991147"/>
                  <a:gd name="connsiteY13" fmla="*/ 339557 h 606160"/>
                  <a:gd name="connsiteX14" fmla="*/ 1530390 w 1991147"/>
                  <a:gd name="connsiteY14" fmla="*/ 514394 h 606160"/>
                  <a:gd name="connsiteX15" fmla="*/ 1163361 w 1991147"/>
                  <a:gd name="connsiteY15" fmla="*/ 602025 h 606160"/>
                  <a:gd name="connsiteX16" fmla="*/ 729023 w 1991147"/>
                  <a:gd name="connsiteY16" fmla="*/ 582130 h 606160"/>
                  <a:gd name="connsiteX17" fmla="*/ 522434 w 1991147"/>
                  <a:gd name="connsiteY17" fmla="*/ 496193 h 606160"/>
                  <a:gd name="connsiteX18" fmla="*/ 375962 w 1991147"/>
                  <a:gd name="connsiteY18" fmla="*/ 411950 h 606160"/>
                  <a:gd name="connsiteX19" fmla="*/ 222291 w 1991147"/>
                  <a:gd name="connsiteY19" fmla="*/ 275635 h 606160"/>
                  <a:gd name="connsiteX0" fmla="*/ 222393 w 1991249"/>
                  <a:gd name="connsiteY0" fmla="*/ 275195 h 605720"/>
                  <a:gd name="connsiteX1" fmla="*/ 2261 w 1991249"/>
                  <a:gd name="connsiteY1" fmla="*/ 85544 h 605720"/>
                  <a:gd name="connsiteX2" fmla="*/ 118255 w 1991249"/>
                  <a:gd name="connsiteY2" fmla="*/ 878 h 605720"/>
                  <a:gd name="connsiteX3" fmla="*/ 281658 w 1991249"/>
                  <a:gd name="connsiteY3" fmla="*/ 132956 h 605720"/>
                  <a:gd name="connsiteX4" fmla="*/ 556403 w 1991249"/>
                  <a:gd name="connsiteY4" fmla="*/ 355630 h 605720"/>
                  <a:gd name="connsiteX5" fmla="*/ 759604 w 1991249"/>
                  <a:gd name="connsiteY5" fmla="*/ 414895 h 605720"/>
                  <a:gd name="connsiteX6" fmla="*/ 912005 w 1991249"/>
                  <a:gd name="connsiteY6" fmla="*/ 433944 h 605720"/>
                  <a:gd name="connsiteX7" fmla="*/ 1113088 w 1991249"/>
                  <a:gd name="connsiteY7" fmla="*/ 429713 h 605720"/>
                  <a:gd name="connsiteX8" fmla="*/ 1422122 w 1991249"/>
                  <a:gd name="connsiteY8" fmla="*/ 397117 h 605720"/>
                  <a:gd name="connsiteX9" fmla="*/ 1602884 w 1991249"/>
                  <a:gd name="connsiteY9" fmla="*/ 320913 h 605720"/>
                  <a:gd name="connsiteX10" fmla="*/ 1784492 w 1991249"/>
                  <a:gd name="connsiteY10" fmla="*/ 200689 h 605720"/>
                  <a:gd name="connsiteX11" fmla="*/ 1945851 w 1991249"/>
                  <a:gd name="connsiteY11" fmla="*/ 57780 h 605720"/>
                  <a:gd name="connsiteX12" fmla="*/ 1983951 w 1991249"/>
                  <a:gd name="connsiteY12" fmla="*/ 155549 h 605720"/>
                  <a:gd name="connsiteX13" fmla="*/ 1823864 w 1991249"/>
                  <a:gd name="connsiteY13" fmla="*/ 339117 h 605720"/>
                  <a:gd name="connsiteX14" fmla="*/ 1530492 w 1991249"/>
                  <a:gd name="connsiteY14" fmla="*/ 513954 h 605720"/>
                  <a:gd name="connsiteX15" fmla="*/ 1163463 w 1991249"/>
                  <a:gd name="connsiteY15" fmla="*/ 601585 h 605720"/>
                  <a:gd name="connsiteX16" fmla="*/ 729125 w 1991249"/>
                  <a:gd name="connsiteY16" fmla="*/ 581690 h 605720"/>
                  <a:gd name="connsiteX17" fmla="*/ 522536 w 1991249"/>
                  <a:gd name="connsiteY17" fmla="*/ 495753 h 605720"/>
                  <a:gd name="connsiteX18" fmla="*/ 376064 w 1991249"/>
                  <a:gd name="connsiteY18" fmla="*/ 411510 h 605720"/>
                  <a:gd name="connsiteX19" fmla="*/ 222393 w 1991249"/>
                  <a:gd name="connsiteY19" fmla="*/ 275195 h 605720"/>
                  <a:gd name="connsiteX0" fmla="*/ 200495 w 1990518"/>
                  <a:gd name="connsiteY0" fmla="*/ 275195 h 605720"/>
                  <a:gd name="connsiteX1" fmla="*/ 1530 w 1990518"/>
                  <a:gd name="connsiteY1" fmla="*/ 85544 h 605720"/>
                  <a:gd name="connsiteX2" fmla="*/ 117524 w 1990518"/>
                  <a:gd name="connsiteY2" fmla="*/ 878 h 605720"/>
                  <a:gd name="connsiteX3" fmla="*/ 280927 w 1990518"/>
                  <a:gd name="connsiteY3" fmla="*/ 132956 h 605720"/>
                  <a:gd name="connsiteX4" fmla="*/ 555672 w 1990518"/>
                  <a:gd name="connsiteY4" fmla="*/ 355630 h 605720"/>
                  <a:gd name="connsiteX5" fmla="*/ 758873 w 1990518"/>
                  <a:gd name="connsiteY5" fmla="*/ 414895 h 605720"/>
                  <a:gd name="connsiteX6" fmla="*/ 911274 w 1990518"/>
                  <a:gd name="connsiteY6" fmla="*/ 433944 h 605720"/>
                  <a:gd name="connsiteX7" fmla="*/ 1112357 w 1990518"/>
                  <a:gd name="connsiteY7" fmla="*/ 429713 h 605720"/>
                  <a:gd name="connsiteX8" fmla="*/ 1421391 w 1990518"/>
                  <a:gd name="connsiteY8" fmla="*/ 397117 h 605720"/>
                  <a:gd name="connsiteX9" fmla="*/ 1602153 w 1990518"/>
                  <a:gd name="connsiteY9" fmla="*/ 320913 h 605720"/>
                  <a:gd name="connsiteX10" fmla="*/ 1783761 w 1990518"/>
                  <a:gd name="connsiteY10" fmla="*/ 200689 h 605720"/>
                  <a:gd name="connsiteX11" fmla="*/ 1945120 w 1990518"/>
                  <a:gd name="connsiteY11" fmla="*/ 57780 h 605720"/>
                  <a:gd name="connsiteX12" fmla="*/ 1983220 w 1990518"/>
                  <a:gd name="connsiteY12" fmla="*/ 155549 h 605720"/>
                  <a:gd name="connsiteX13" fmla="*/ 1823133 w 1990518"/>
                  <a:gd name="connsiteY13" fmla="*/ 339117 h 605720"/>
                  <a:gd name="connsiteX14" fmla="*/ 1529761 w 1990518"/>
                  <a:gd name="connsiteY14" fmla="*/ 513954 h 605720"/>
                  <a:gd name="connsiteX15" fmla="*/ 1162732 w 1990518"/>
                  <a:gd name="connsiteY15" fmla="*/ 601585 h 605720"/>
                  <a:gd name="connsiteX16" fmla="*/ 728394 w 1990518"/>
                  <a:gd name="connsiteY16" fmla="*/ 581690 h 605720"/>
                  <a:gd name="connsiteX17" fmla="*/ 521805 w 1990518"/>
                  <a:gd name="connsiteY17" fmla="*/ 495753 h 605720"/>
                  <a:gd name="connsiteX18" fmla="*/ 375333 w 1990518"/>
                  <a:gd name="connsiteY18" fmla="*/ 411510 h 605720"/>
                  <a:gd name="connsiteX19" fmla="*/ 200495 w 1990518"/>
                  <a:gd name="connsiteY19" fmla="*/ 275195 h 605720"/>
                  <a:gd name="connsiteX0" fmla="*/ 200540 w 1990563"/>
                  <a:gd name="connsiteY0" fmla="*/ 276862 h 607387"/>
                  <a:gd name="connsiteX1" fmla="*/ 1575 w 1990563"/>
                  <a:gd name="connsiteY1" fmla="*/ 87211 h 607387"/>
                  <a:gd name="connsiteX2" fmla="*/ 117569 w 1990563"/>
                  <a:gd name="connsiteY2" fmla="*/ 2545 h 607387"/>
                  <a:gd name="connsiteX3" fmla="*/ 297906 w 1990563"/>
                  <a:gd name="connsiteY3" fmla="*/ 176956 h 607387"/>
                  <a:gd name="connsiteX4" fmla="*/ 555717 w 1990563"/>
                  <a:gd name="connsiteY4" fmla="*/ 357297 h 607387"/>
                  <a:gd name="connsiteX5" fmla="*/ 758918 w 1990563"/>
                  <a:gd name="connsiteY5" fmla="*/ 416562 h 607387"/>
                  <a:gd name="connsiteX6" fmla="*/ 911319 w 1990563"/>
                  <a:gd name="connsiteY6" fmla="*/ 435611 h 607387"/>
                  <a:gd name="connsiteX7" fmla="*/ 1112402 w 1990563"/>
                  <a:gd name="connsiteY7" fmla="*/ 431380 h 607387"/>
                  <a:gd name="connsiteX8" fmla="*/ 1421436 w 1990563"/>
                  <a:gd name="connsiteY8" fmla="*/ 398784 h 607387"/>
                  <a:gd name="connsiteX9" fmla="*/ 1602198 w 1990563"/>
                  <a:gd name="connsiteY9" fmla="*/ 322580 h 607387"/>
                  <a:gd name="connsiteX10" fmla="*/ 1783806 w 1990563"/>
                  <a:gd name="connsiteY10" fmla="*/ 202356 h 607387"/>
                  <a:gd name="connsiteX11" fmla="*/ 1945165 w 1990563"/>
                  <a:gd name="connsiteY11" fmla="*/ 59447 h 607387"/>
                  <a:gd name="connsiteX12" fmla="*/ 1983265 w 1990563"/>
                  <a:gd name="connsiteY12" fmla="*/ 157216 h 607387"/>
                  <a:gd name="connsiteX13" fmla="*/ 1823178 w 1990563"/>
                  <a:gd name="connsiteY13" fmla="*/ 340784 h 607387"/>
                  <a:gd name="connsiteX14" fmla="*/ 1529806 w 1990563"/>
                  <a:gd name="connsiteY14" fmla="*/ 515621 h 607387"/>
                  <a:gd name="connsiteX15" fmla="*/ 1162777 w 1990563"/>
                  <a:gd name="connsiteY15" fmla="*/ 603252 h 607387"/>
                  <a:gd name="connsiteX16" fmla="*/ 728439 w 1990563"/>
                  <a:gd name="connsiteY16" fmla="*/ 583357 h 607387"/>
                  <a:gd name="connsiteX17" fmla="*/ 521850 w 1990563"/>
                  <a:gd name="connsiteY17" fmla="*/ 497420 h 607387"/>
                  <a:gd name="connsiteX18" fmla="*/ 375378 w 1990563"/>
                  <a:gd name="connsiteY18" fmla="*/ 413177 h 607387"/>
                  <a:gd name="connsiteX19" fmla="*/ 200540 w 1990563"/>
                  <a:gd name="connsiteY19" fmla="*/ 276862 h 607387"/>
                  <a:gd name="connsiteX0" fmla="*/ 203142 w 1993165"/>
                  <a:gd name="connsiteY0" fmla="*/ 256583 h 587108"/>
                  <a:gd name="connsiteX1" fmla="*/ 4177 w 1993165"/>
                  <a:gd name="connsiteY1" fmla="*/ 66932 h 587108"/>
                  <a:gd name="connsiteX2" fmla="*/ 86304 w 1993165"/>
                  <a:gd name="connsiteY2" fmla="*/ 3433 h 587108"/>
                  <a:gd name="connsiteX3" fmla="*/ 300508 w 1993165"/>
                  <a:gd name="connsiteY3" fmla="*/ 156677 h 587108"/>
                  <a:gd name="connsiteX4" fmla="*/ 558319 w 1993165"/>
                  <a:gd name="connsiteY4" fmla="*/ 337018 h 587108"/>
                  <a:gd name="connsiteX5" fmla="*/ 761520 w 1993165"/>
                  <a:gd name="connsiteY5" fmla="*/ 396283 h 587108"/>
                  <a:gd name="connsiteX6" fmla="*/ 913921 w 1993165"/>
                  <a:gd name="connsiteY6" fmla="*/ 415332 h 587108"/>
                  <a:gd name="connsiteX7" fmla="*/ 1115004 w 1993165"/>
                  <a:gd name="connsiteY7" fmla="*/ 411101 h 587108"/>
                  <a:gd name="connsiteX8" fmla="*/ 1424038 w 1993165"/>
                  <a:gd name="connsiteY8" fmla="*/ 378505 h 587108"/>
                  <a:gd name="connsiteX9" fmla="*/ 1604800 w 1993165"/>
                  <a:gd name="connsiteY9" fmla="*/ 302301 h 587108"/>
                  <a:gd name="connsiteX10" fmla="*/ 1786408 w 1993165"/>
                  <a:gd name="connsiteY10" fmla="*/ 182077 h 587108"/>
                  <a:gd name="connsiteX11" fmla="*/ 1947767 w 1993165"/>
                  <a:gd name="connsiteY11" fmla="*/ 39168 h 587108"/>
                  <a:gd name="connsiteX12" fmla="*/ 1985867 w 1993165"/>
                  <a:gd name="connsiteY12" fmla="*/ 136937 h 587108"/>
                  <a:gd name="connsiteX13" fmla="*/ 1825780 w 1993165"/>
                  <a:gd name="connsiteY13" fmla="*/ 320505 h 587108"/>
                  <a:gd name="connsiteX14" fmla="*/ 1532408 w 1993165"/>
                  <a:gd name="connsiteY14" fmla="*/ 495342 h 587108"/>
                  <a:gd name="connsiteX15" fmla="*/ 1165379 w 1993165"/>
                  <a:gd name="connsiteY15" fmla="*/ 582973 h 587108"/>
                  <a:gd name="connsiteX16" fmla="*/ 731041 w 1993165"/>
                  <a:gd name="connsiteY16" fmla="*/ 563078 h 587108"/>
                  <a:gd name="connsiteX17" fmla="*/ 524452 w 1993165"/>
                  <a:gd name="connsiteY17" fmla="*/ 477141 h 587108"/>
                  <a:gd name="connsiteX18" fmla="*/ 377980 w 1993165"/>
                  <a:gd name="connsiteY18" fmla="*/ 392898 h 587108"/>
                  <a:gd name="connsiteX19" fmla="*/ 203142 w 1993165"/>
                  <a:gd name="connsiteY19" fmla="*/ 256583 h 5871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993165" h="587108">
                    <a:moveTo>
                      <a:pt x="203142" y="256583"/>
                    </a:moveTo>
                    <a:cubicBezTo>
                      <a:pt x="140842" y="202255"/>
                      <a:pt x="23650" y="109124"/>
                      <a:pt x="4177" y="66932"/>
                    </a:cubicBezTo>
                    <a:cubicBezTo>
                      <a:pt x="-15296" y="24740"/>
                      <a:pt x="36915" y="-11525"/>
                      <a:pt x="86304" y="3433"/>
                    </a:cubicBezTo>
                    <a:cubicBezTo>
                      <a:pt x="135693" y="18391"/>
                      <a:pt x="221839" y="101079"/>
                      <a:pt x="300508" y="156677"/>
                    </a:cubicBezTo>
                    <a:cubicBezTo>
                      <a:pt x="379177" y="212275"/>
                      <a:pt x="481484" y="297084"/>
                      <a:pt x="558319" y="337018"/>
                    </a:cubicBezTo>
                    <a:cubicBezTo>
                      <a:pt x="635154" y="376952"/>
                      <a:pt x="702253" y="383231"/>
                      <a:pt x="761520" y="396283"/>
                    </a:cubicBezTo>
                    <a:cubicBezTo>
                      <a:pt x="820787" y="409335"/>
                      <a:pt x="855007" y="412862"/>
                      <a:pt x="913921" y="415332"/>
                    </a:cubicBezTo>
                    <a:cubicBezTo>
                      <a:pt x="972835" y="417802"/>
                      <a:pt x="1029985" y="417239"/>
                      <a:pt x="1115004" y="411101"/>
                    </a:cubicBezTo>
                    <a:cubicBezTo>
                      <a:pt x="1200023" y="404963"/>
                      <a:pt x="1342405" y="396638"/>
                      <a:pt x="1424038" y="378505"/>
                    </a:cubicBezTo>
                    <a:cubicBezTo>
                      <a:pt x="1505671" y="360372"/>
                      <a:pt x="1544405" y="335039"/>
                      <a:pt x="1604800" y="302301"/>
                    </a:cubicBezTo>
                    <a:cubicBezTo>
                      <a:pt x="1665195" y="269563"/>
                      <a:pt x="1729247" y="225932"/>
                      <a:pt x="1786408" y="182077"/>
                    </a:cubicBezTo>
                    <a:cubicBezTo>
                      <a:pt x="1843569" y="138222"/>
                      <a:pt x="1914524" y="46691"/>
                      <a:pt x="1947767" y="39168"/>
                    </a:cubicBezTo>
                    <a:cubicBezTo>
                      <a:pt x="1981010" y="31645"/>
                      <a:pt x="2006198" y="90048"/>
                      <a:pt x="1985867" y="136937"/>
                    </a:cubicBezTo>
                    <a:cubicBezTo>
                      <a:pt x="1965536" y="183827"/>
                      <a:pt x="1901356" y="260771"/>
                      <a:pt x="1825780" y="320505"/>
                    </a:cubicBezTo>
                    <a:cubicBezTo>
                      <a:pt x="1750204" y="380239"/>
                      <a:pt x="1642475" y="451597"/>
                      <a:pt x="1532408" y="495342"/>
                    </a:cubicBezTo>
                    <a:cubicBezTo>
                      <a:pt x="1422341" y="539087"/>
                      <a:pt x="1298940" y="571684"/>
                      <a:pt x="1165379" y="582973"/>
                    </a:cubicBezTo>
                    <a:cubicBezTo>
                      <a:pt x="1031818" y="594262"/>
                      <a:pt x="837862" y="580717"/>
                      <a:pt x="731041" y="563078"/>
                    </a:cubicBezTo>
                    <a:cubicBezTo>
                      <a:pt x="624220" y="545439"/>
                      <a:pt x="583296" y="505504"/>
                      <a:pt x="524452" y="477141"/>
                    </a:cubicBezTo>
                    <a:cubicBezTo>
                      <a:pt x="465608" y="448778"/>
                      <a:pt x="431531" y="429658"/>
                      <a:pt x="377980" y="392898"/>
                    </a:cubicBezTo>
                    <a:cubicBezTo>
                      <a:pt x="324429" y="356138"/>
                      <a:pt x="265442" y="310911"/>
                      <a:pt x="203142" y="256583"/>
                    </a:cubicBezTo>
                    <a:close/>
                  </a:path>
                </a:pathLst>
              </a:custGeom>
              <a:solidFill>
                <a:schemeClr val="bg1">
                  <a:alpha val="85000"/>
                </a:schemeClr>
              </a:solidFill>
              <a:ln>
                <a:solidFill>
                  <a:schemeClr val="bg2">
                    <a:lumMod val="75000"/>
                    <a:alpha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9CAEEF18-DA54-4867-9762-B7CD7621123B}"/>
                  </a:ext>
                </a:extLst>
              </p:cNvPr>
              <p:cNvSpPr/>
              <p:nvPr/>
            </p:nvSpPr>
            <p:spPr>
              <a:xfrm>
                <a:off x="2724071" y="4346218"/>
                <a:ext cx="948393" cy="305760"/>
              </a:xfrm>
              <a:custGeom>
                <a:avLst/>
                <a:gdLst>
                  <a:gd name="connsiteX0" fmla="*/ 40966 w 418984"/>
                  <a:gd name="connsiteY0" fmla="*/ 5687 h 234184"/>
                  <a:gd name="connsiteX1" fmla="*/ 10486 w 418984"/>
                  <a:gd name="connsiteY1" fmla="*/ 61567 h 234184"/>
                  <a:gd name="connsiteX2" fmla="*/ 71446 w 418984"/>
                  <a:gd name="connsiteY2" fmla="*/ 203807 h 234184"/>
                  <a:gd name="connsiteX3" fmla="*/ 361006 w 418984"/>
                  <a:gd name="connsiteY3" fmla="*/ 219047 h 234184"/>
                  <a:gd name="connsiteX4" fmla="*/ 391486 w 418984"/>
                  <a:gd name="connsiteY4" fmla="*/ 26007 h 234184"/>
                  <a:gd name="connsiteX5" fmla="*/ 40966 w 418984"/>
                  <a:gd name="connsiteY5" fmla="*/ 5687 h 234184"/>
                  <a:gd name="connsiteX0" fmla="*/ 44014 w 422032"/>
                  <a:gd name="connsiteY0" fmla="*/ 10041 h 236237"/>
                  <a:gd name="connsiteX1" fmla="*/ 8454 w 422032"/>
                  <a:gd name="connsiteY1" fmla="*/ 126881 h 236237"/>
                  <a:gd name="connsiteX2" fmla="*/ 74494 w 422032"/>
                  <a:gd name="connsiteY2" fmla="*/ 208161 h 236237"/>
                  <a:gd name="connsiteX3" fmla="*/ 364054 w 422032"/>
                  <a:gd name="connsiteY3" fmla="*/ 223401 h 236237"/>
                  <a:gd name="connsiteX4" fmla="*/ 394534 w 422032"/>
                  <a:gd name="connsiteY4" fmla="*/ 30361 h 236237"/>
                  <a:gd name="connsiteX5" fmla="*/ 44014 w 422032"/>
                  <a:gd name="connsiteY5" fmla="*/ 10041 h 236237"/>
                  <a:gd name="connsiteX0" fmla="*/ 34056 w 439715"/>
                  <a:gd name="connsiteY0" fmla="*/ 24664 h 220380"/>
                  <a:gd name="connsiteX1" fmla="*/ 23896 w 439715"/>
                  <a:gd name="connsiteY1" fmla="*/ 111024 h 220380"/>
                  <a:gd name="connsiteX2" fmla="*/ 89936 w 439715"/>
                  <a:gd name="connsiteY2" fmla="*/ 192304 h 220380"/>
                  <a:gd name="connsiteX3" fmla="*/ 379496 w 439715"/>
                  <a:gd name="connsiteY3" fmla="*/ 207544 h 220380"/>
                  <a:gd name="connsiteX4" fmla="*/ 409976 w 439715"/>
                  <a:gd name="connsiteY4" fmla="*/ 14504 h 220380"/>
                  <a:gd name="connsiteX5" fmla="*/ 34056 w 439715"/>
                  <a:gd name="connsiteY5" fmla="*/ 24664 h 220380"/>
                  <a:gd name="connsiteX0" fmla="*/ 32598 w 425214"/>
                  <a:gd name="connsiteY0" fmla="*/ 11127 h 206843"/>
                  <a:gd name="connsiteX1" fmla="*/ 22438 w 425214"/>
                  <a:gd name="connsiteY1" fmla="*/ 97487 h 206843"/>
                  <a:gd name="connsiteX2" fmla="*/ 88478 w 425214"/>
                  <a:gd name="connsiteY2" fmla="*/ 178767 h 206843"/>
                  <a:gd name="connsiteX3" fmla="*/ 378038 w 425214"/>
                  <a:gd name="connsiteY3" fmla="*/ 194007 h 206843"/>
                  <a:gd name="connsiteX4" fmla="*/ 388198 w 425214"/>
                  <a:gd name="connsiteY4" fmla="*/ 21287 h 206843"/>
                  <a:gd name="connsiteX5" fmla="*/ 32598 w 425214"/>
                  <a:gd name="connsiteY5" fmla="*/ 11127 h 206843"/>
                  <a:gd name="connsiteX0" fmla="*/ 32598 w 425214"/>
                  <a:gd name="connsiteY0" fmla="*/ 9638 h 187769"/>
                  <a:gd name="connsiteX1" fmla="*/ 22438 w 425214"/>
                  <a:gd name="connsiteY1" fmla="*/ 95998 h 187769"/>
                  <a:gd name="connsiteX2" fmla="*/ 88478 w 425214"/>
                  <a:gd name="connsiteY2" fmla="*/ 177278 h 187769"/>
                  <a:gd name="connsiteX3" fmla="*/ 378038 w 425214"/>
                  <a:gd name="connsiteY3" fmla="*/ 167118 h 187769"/>
                  <a:gd name="connsiteX4" fmla="*/ 388198 w 425214"/>
                  <a:gd name="connsiteY4" fmla="*/ 19798 h 187769"/>
                  <a:gd name="connsiteX5" fmla="*/ 32598 w 425214"/>
                  <a:gd name="connsiteY5" fmla="*/ 9638 h 187769"/>
                  <a:gd name="connsiteX0" fmla="*/ 32598 w 418787"/>
                  <a:gd name="connsiteY0" fmla="*/ 5431 h 179390"/>
                  <a:gd name="connsiteX1" fmla="*/ 22438 w 418787"/>
                  <a:gd name="connsiteY1" fmla="*/ 91791 h 179390"/>
                  <a:gd name="connsiteX2" fmla="*/ 88478 w 418787"/>
                  <a:gd name="connsiteY2" fmla="*/ 173071 h 179390"/>
                  <a:gd name="connsiteX3" fmla="*/ 378038 w 418787"/>
                  <a:gd name="connsiteY3" fmla="*/ 162911 h 179390"/>
                  <a:gd name="connsiteX4" fmla="*/ 398697 w 418787"/>
                  <a:gd name="connsiteY4" fmla="*/ 69672 h 179390"/>
                  <a:gd name="connsiteX5" fmla="*/ 388198 w 418787"/>
                  <a:gd name="connsiteY5" fmla="*/ 15591 h 179390"/>
                  <a:gd name="connsiteX6" fmla="*/ 32598 w 418787"/>
                  <a:gd name="connsiteY6" fmla="*/ 5431 h 179390"/>
                  <a:gd name="connsiteX0" fmla="*/ 25048 w 411237"/>
                  <a:gd name="connsiteY0" fmla="*/ 6554 h 179393"/>
                  <a:gd name="connsiteX1" fmla="*/ 35208 w 411237"/>
                  <a:gd name="connsiteY1" fmla="*/ 108154 h 179393"/>
                  <a:gd name="connsiteX2" fmla="*/ 80928 w 411237"/>
                  <a:gd name="connsiteY2" fmla="*/ 174194 h 179393"/>
                  <a:gd name="connsiteX3" fmla="*/ 370488 w 411237"/>
                  <a:gd name="connsiteY3" fmla="*/ 164034 h 179393"/>
                  <a:gd name="connsiteX4" fmla="*/ 391147 w 411237"/>
                  <a:gd name="connsiteY4" fmla="*/ 70795 h 179393"/>
                  <a:gd name="connsiteX5" fmla="*/ 380648 w 411237"/>
                  <a:gd name="connsiteY5" fmla="*/ 16714 h 179393"/>
                  <a:gd name="connsiteX6" fmla="*/ 25048 w 411237"/>
                  <a:gd name="connsiteY6" fmla="*/ 6554 h 179393"/>
                  <a:gd name="connsiteX0" fmla="*/ 37839 w 380430"/>
                  <a:gd name="connsiteY0" fmla="*/ 7696 h 175455"/>
                  <a:gd name="connsiteX1" fmla="*/ 7359 w 380430"/>
                  <a:gd name="connsiteY1" fmla="*/ 104216 h 175455"/>
                  <a:gd name="connsiteX2" fmla="*/ 53079 w 380430"/>
                  <a:gd name="connsiteY2" fmla="*/ 170256 h 175455"/>
                  <a:gd name="connsiteX3" fmla="*/ 342639 w 380430"/>
                  <a:gd name="connsiteY3" fmla="*/ 160096 h 175455"/>
                  <a:gd name="connsiteX4" fmla="*/ 363298 w 380430"/>
                  <a:gd name="connsiteY4" fmla="*/ 66857 h 175455"/>
                  <a:gd name="connsiteX5" fmla="*/ 352799 w 380430"/>
                  <a:gd name="connsiteY5" fmla="*/ 12776 h 175455"/>
                  <a:gd name="connsiteX6" fmla="*/ 37839 w 380430"/>
                  <a:gd name="connsiteY6" fmla="*/ 7696 h 175455"/>
                  <a:gd name="connsiteX0" fmla="*/ 33567 w 387056"/>
                  <a:gd name="connsiteY0" fmla="*/ 21841 h 164200"/>
                  <a:gd name="connsiteX1" fmla="*/ 13247 w 387056"/>
                  <a:gd name="connsiteY1" fmla="*/ 92961 h 164200"/>
                  <a:gd name="connsiteX2" fmla="*/ 58967 w 387056"/>
                  <a:gd name="connsiteY2" fmla="*/ 159001 h 164200"/>
                  <a:gd name="connsiteX3" fmla="*/ 348527 w 387056"/>
                  <a:gd name="connsiteY3" fmla="*/ 148841 h 164200"/>
                  <a:gd name="connsiteX4" fmla="*/ 369186 w 387056"/>
                  <a:gd name="connsiteY4" fmla="*/ 55602 h 164200"/>
                  <a:gd name="connsiteX5" fmla="*/ 358687 w 387056"/>
                  <a:gd name="connsiteY5" fmla="*/ 1521 h 164200"/>
                  <a:gd name="connsiteX6" fmla="*/ 33567 w 387056"/>
                  <a:gd name="connsiteY6" fmla="*/ 21841 h 164200"/>
                  <a:gd name="connsiteX0" fmla="*/ 39105 w 392594"/>
                  <a:gd name="connsiteY0" fmla="*/ 22271 h 162773"/>
                  <a:gd name="connsiteX1" fmla="*/ 8625 w 392594"/>
                  <a:gd name="connsiteY1" fmla="*/ 118791 h 162773"/>
                  <a:gd name="connsiteX2" fmla="*/ 64505 w 392594"/>
                  <a:gd name="connsiteY2" fmla="*/ 159431 h 162773"/>
                  <a:gd name="connsiteX3" fmla="*/ 354065 w 392594"/>
                  <a:gd name="connsiteY3" fmla="*/ 149271 h 162773"/>
                  <a:gd name="connsiteX4" fmla="*/ 374724 w 392594"/>
                  <a:gd name="connsiteY4" fmla="*/ 56032 h 162773"/>
                  <a:gd name="connsiteX5" fmla="*/ 364225 w 392594"/>
                  <a:gd name="connsiteY5" fmla="*/ 1951 h 162773"/>
                  <a:gd name="connsiteX6" fmla="*/ 39105 w 392594"/>
                  <a:gd name="connsiteY6" fmla="*/ 22271 h 162773"/>
                  <a:gd name="connsiteX0" fmla="*/ 37149 w 390638"/>
                  <a:gd name="connsiteY0" fmla="*/ 22271 h 179042"/>
                  <a:gd name="connsiteX1" fmla="*/ 6669 w 390638"/>
                  <a:gd name="connsiteY1" fmla="*/ 118791 h 179042"/>
                  <a:gd name="connsiteX2" fmla="*/ 62549 w 390638"/>
                  <a:gd name="connsiteY2" fmla="*/ 159431 h 179042"/>
                  <a:gd name="connsiteX3" fmla="*/ 352109 w 390638"/>
                  <a:gd name="connsiteY3" fmla="*/ 149271 h 179042"/>
                  <a:gd name="connsiteX4" fmla="*/ 372768 w 390638"/>
                  <a:gd name="connsiteY4" fmla="*/ 56032 h 179042"/>
                  <a:gd name="connsiteX5" fmla="*/ 362269 w 390638"/>
                  <a:gd name="connsiteY5" fmla="*/ 1951 h 179042"/>
                  <a:gd name="connsiteX6" fmla="*/ 37149 w 390638"/>
                  <a:gd name="connsiteY6" fmla="*/ 22271 h 179042"/>
                  <a:gd name="connsiteX0" fmla="*/ 37149 w 390638"/>
                  <a:gd name="connsiteY0" fmla="*/ 22271 h 162773"/>
                  <a:gd name="connsiteX1" fmla="*/ 6669 w 390638"/>
                  <a:gd name="connsiteY1" fmla="*/ 118791 h 162773"/>
                  <a:gd name="connsiteX2" fmla="*/ 62549 w 390638"/>
                  <a:gd name="connsiteY2" fmla="*/ 159431 h 162773"/>
                  <a:gd name="connsiteX3" fmla="*/ 352109 w 390638"/>
                  <a:gd name="connsiteY3" fmla="*/ 149271 h 162773"/>
                  <a:gd name="connsiteX4" fmla="*/ 372768 w 390638"/>
                  <a:gd name="connsiteY4" fmla="*/ 56032 h 162773"/>
                  <a:gd name="connsiteX5" fmla="*/ 362269 w 390638"/>
                  <a:gd name="connsiteY5" fmla="*/ 1951 h 162773"/>
                  <a:gd name="connsiteX6" fmla="*/ 37149 w 390638"/>
                  <a:gd name="connsiteY6" fmla="*/ 22271 h 162773"/>
                  <a:gd name="connsiteX0" fmla="*/ 43109 w 396598"/>
                  <a:gd name="connsiteY0" fmla="*/ 47914 h 188416"/>
                  <a:gd name="connsiteX1" fmla="*/ 12629 w 396598"/>
                  <a:gd name="connsiteY1" fmla="*/ 144434 h 188416"/>
                  <a:gd name="connsiteX2" fmla="*/ 68509 w 396598"/>
                  <a:gd name="connsiteY2" fmla="*/ 185074 h 188416"/>
                  <a:gd name="connsiteX3" fmla="*/ 358069 w 396598"/>
                  <a:gd name="connsiteY3" fmla="*/ 174914 h 188416"/>
                  <a:gd name="connsiteX4" fmla="*/ 378728 w 396598"/>
                  <a:gd name="connsiteY4" fmla="*/ 81675 h 188416"/>
                  <a:gd name="connsiteX5" fmla="*/ 368229 w 396598"/>
                  <a:gd name="connsiteY5" fmla="*/ 27594 h 188416"/>
                  <a:gd name="connsiteX6" fmla="*/ 43109 w 396598"/>
                  <a:gd name="connsiteY6" fmla="*/ 47914 h 188416"/>
                  <a:gd name="connsiteX0" fmla="*/ 43109 w 396598"/>
                  <a:gd name="connsiteY0" fmla="*/ 39273 h 179775"/>
                  <a:gd name="connsiteX1" fmla="*/ 12629 w 396598"/>
                  <a:gd name="connsiteY1" fmla="*/ 135793 h 179775"/>
                  <a:gd name="connsiteX2" fmla="*/ 68509 w 396598"/>
                  <a:gd name="connsiteY2" fmla="*/ 176433 h 179775"/>
                  <a:gd name="connsiteX3" fmla="*/ 358069 w 396598"/>
                  <a:gd name="connsiteY3" fmla="*/ 166273 h 179775"/>
                  <a:gd name="connsiteX4" fmla="*/ 378728 w 396598"/>
                  <a:gd name="connsiteY4" fmla="*/ 73034 h 179775"/>
                  <a:gd name="connsiteX5" fmla="*/ 368229 w 396598"/>
                  <a:gd name="connsiteY5" fmla="*/ 18953 h 179775"/>
                  <a:gd name="connsiteX6" fmla="*/ 43109 w 396598"/>
                  <a:gd name="connsiteY6" fmla="*/ 39273 h 179775"/>
                  <a:gd name="connsiteX0" fmla="*/ 41071 w 394560"/>
                  <a:gd name="connsiteY0" fmla="*/ 21773 h 162275"/>
                  <a:gd name="connsiteX1" fmla="*/ 10591 w 394560"/>
                  <a:gd name="connsiteY1" fmla="*/ 118293 h 162275"/>
                  <a:gd name="connsiteX2" fmla="*/ 66471 w 394560"/>
                  <a:gd name="connsiteY2" fmla="*/ 158933 h 162275"/>
                  <a:gd name="connsiteX3" fmla="*/ 356031 w 394560"/>
                  <a:gd name="connsiteY3" fmla="*/ 148773 h 162275"/>
                  <a:gd name="connsiteX4" fmla="*/ 376690 w 394560"/>
                  <a:gd name="connsiteY4" fmla="*/ 55534 h 162275"/>
                  <a:gd name="connsiteX5" fmla="*/ 366191 w 394560"/>
                  <a:gd name="connsiteY5" fmla="*/ 1453 h 162275"/>
                  <a:gd name="connsiteX6" fmla="*/ 41071 w 394560"/>
                  <a:gd name="connsiteY6" fmla="*/ 21773 h 162275"/>
                  <a:gd name="connsiteX0" fmla="*/ 41071 w 394560"/>
                  <a:gd name="connsiteY0" fmla="*/ 21773 h 173506"/>
                  <a:gd name="connsiteX1" fmla="*/ 10591 w 394560"/>
                  <a:gd name="connsiteY1" fmla="*/ 118293 h 173506"/>
                  <a:gd name="connsiteX2" fmla="*/ 66471 w 394560"/>
                  <a:gd name="connsiteY2" fmla="*/ 158933 h 173506"/>
                  <a:gd name="connsiteX3" fmla="*/ 356031 w 394560"/>
                  <a:gd name="connsiteY3" fmla="*/ 148773 h 173506"/>
                  <a:gd name="connsiteX4" fmla="*/ 376690 w 394560"/>
                  <a:gd name="connsiteY4" fmla="*/ 55534 h 173506"/>
                  <a:gd name="connsiteX5" fmla="*/ 366191 w 394560"/>
                  <a:gd name="connsiteY5" fmla="*/ 1453 h 173506"/>
                  <a:gd name="connsiteX6" fmla="*/ 41071 w 394560"/>
                  <a:gd name="connsiteY6" fmla="*/ 21773 h 173506"/>
                  <a:gd name="connsiteX0" fmla="*/ 55454 w 408943"/>
                  <a:gd name="connsiteY0" fmla="*/ 21763 h 164555"/>
                  <a:gd name="connsiteX1" fmla="*/ 25 w 408943"/>
                  <a:gd name="connsiteY1" fmla="*/ 86982 h 164555"/>
                  <a:gd name="connsiteX2" fmla="*/ 80854 w 408943"/>
                  <a:gd name="connsiteY2" fmla="*/ 158923 h 164555"/>
                  <a:gd name="connsiteX3" fmla="*/ 370414 w 408943"/>
                  <a:gd name="connsiteY3" fmla="*/ 148763 h 164555"/>
                  <a:gd name="connsiteX4" fmla="*/ 391073 w 408943"/>
                  <a:gd name="connsiteY4" fmla="*/ 55524 h 164555"/>
                  <a:gd name="connsiteX5" fmla="*/ 380574 w 408943"/>
                  <a:gd name="connsiteY5" fmla="*/ 1443 h 164555"/>
                  <a:gd name="connsiteX6" fmla="*/ 55454 w 408943"/>
                  <a:gd name="connsiteY6" fmla="*/ 21763 h 164555"/>
                  <a:gd name="connsiteX0" fmla="*/ 55454 w 401499"/>
                  <a:gd name="connsiteY0" fmla="*/ 14981 h 157773"/>
                  <a:gd name="connsiteX1" fmla="*/ 25 w 401499"/>
                  <a:gd name="connsiteY1" fmla="*/ 80200 h 157773"/>
                  <a:gd name="connsiteX2" fmla="*/ 80854 w 401499"/>
                  <a:gd name="connsiteY2" fmla="*/ 152141 h 157773"/>
                  <a:gd name="connsiteX3" fmla="*/ 370414 w 401499"/>
                  <a:gd name="connsiteY3" fmla="*/ 141981 h 157773"/>
                  <a:gd name="connsiteX4" fmla="*/ 391073 w 401499"/>
                  <a:gd name="connsiteY4" fmla="*/ 48742 h 157773"/>
                  <a:gd name="connsiteX5" fmla="*/ 319161 w 401499"/>
                  <a:gd name="connsiteY5" fmla="*/ 2216 h 157773"/>
                  <a:gd name="connsiteX6" fmla="*/ 55454 w 401499"/>
                  <a:gd name="connsiteY6" fmla="*/ 14981 h 157773"/>
                  <a:gd name="connsiteX0" fmla="*/ 55454 w 404924"/>
                  <a:gd name="connsiteY0" fmla="*/ 15057 h 157849"/>
                  <a:gd name="connsiteX1" fmla="*/ 25 w 404924"/>
                  <a:gd name="connsiteY1" fmla="*/ 80276 h 157849"/>
                  <a:gd name="connsiteX2" fmla="*/ 80854 w 404924"/>
                  <a:gd name="connsiteY2" fmla="*/ 152217 h 157849"/>
                  <a:gd name="connsiteX3" fmla="*/ 370414 w 404924"/>
                  <a:gd name="connsiteY3" fmla="*/ 142057 h 157849"/>
                  <a:gd name="connsiteX4" fmla="*/ 398749 w 404924"/>
                  <a:gd name="connsiteY4" fmla="*/ 49897 h 157849"/>
                  <a:gd name="connsiteX5" fmla="*/ 319161 w 404924"/>
                  <a:gd name="connsiteY5" fmla="*/ 2292 h 157849"/>
                  <a:gd name="connsiteX6" fmla="*/ 55454 w 404924"/>
                  <a:gd name="connsiteY6" fmla="*/ 15057 h 157849"/>
                  <a:gd name="connsiteX0" fmla="*/ 55454 w 405896"/>
                  <a:gd name="connsiteY0" fmla="*/ 16463 h 159255"/>
                  <a:gd name="connsiteX1" fmla="*/ 25 w 405896"/>
                  <a:gd name="connsiteY1" fmla="*/ 81682 h 159255"/>
                  <a:gd name="connsiteX2" fmla="*/ 80854 w 405896"/>
                  <a:gd name="connsiteY2" fmla="*/ 153623 h 159255"/>
                  <a:gd name="connsiteX3" fmla="*/ 370414 w 405896"/>
                  <a:gd name="connsiteY3" fmla="*/ 143463 h 159255"/>
                  <a:gd name="connsiteX4" fmla="*/ 400668 w 405896"/>
                  <a:gd name="connsiteY4" fmla="*/ 70731 h 159255"/>
                  <a:gd name="connsiteX5" fmla="*/ 319161 w 405896"/>
                  <a:gd name="connsiteY5" fmla="*/ 3698 h 159255"/>
                  <a:gd name="connsiteX6" fmla="*/ 55454 w 405896"/>
                  <a:gd name="connsiteY6" fmla="*/ 16463 h 159255"/>
                  <a:gd name="connsiteX0" fmla="*/ 55448 w 400740"/>
                  <a:gd name="connsiteY0" fmla="*/ 16463 h 158858"/>
                  <a:gd name="connsiteX1" fmla="*/ 19 w 400740"/>
                  <a:gd name="connsiteY1" fmla="*/ 81682 h 158858"/>
                  <a:gd name="connsiteX2" fmla="*/ 80848 w 400740"/>
                  <a:gd name="connsiteY2" fmla="*/ 153623 h 158858"/>
                  <a:gd name="connsiteX3" fmla="*/ 316672 w 400740"/>
                  <a:gd name="connsiteY3" fmla="*/ 142384 h 158858"/>
                  <a:gd name="connsiteX4" fmla="*/ 400662 w 400740"/>
                  <a:gd name="connsiteY4" fmla="*/ 70731 h 158858"/>
                  <a:gd name="connsiteX5" fmla="*/ 319155 w 400740"/>
                  <a:gd name="connsiteY5" fmla="*/ 3698 h 158858"/>
                  <a:gd name="connsiteX6" fmla="*/ 55448 w 400740"/>
                  <a:gd name="connsiteY6" fmla="*/ 16463 h 158858"/>
                  <a:gd name="connsiteX0" fmla="*/ 55449 w 400741"/>
                  <a:gd name="connsiteY0" fmla="*/ 16463 h 158858"/>
                  <a:gd name="connsiteX1" fmla="*/ 20 w 400741"/>
                  <a:gd name="connsiteY1" fmla="*/ 81682 h 158858"/>
                  <a:gd name="connsiteX2" fmla="*/ 80849 w 400741"/>
                  <a:gd name="connsiteY2" fmla="*/ 153623 h 158858"/>
                  <a:gd name="connsiteX3" fmla="*/ 341622 w 400741"/>
                  <a:gd name="connsiteY3" fmla="*/ 142384 h 158858"/>
                  <a:gd name="connsiteX4" fmla="*/ 400663 w 400741"/>
                  <a:gd name="connsiteY4" fmla="*/ 70731 h 158858"/>
                  <a:gd name="connsiteX5" fmla="*/ 319156 w 400741"/>
                  <a:gd name="connsiteY5" fmla="*/ 3698 h 158858"/>
                  <a:gd name="connsiteX6" fmla="*/ 55449 w 400741"/>
                  <a:gd name="connsiteY6" fmla="*/ 16463 h 158858"/>
                  <a:gd name="connsiteX0" fmla="*/ 74632 w 419924"/>
                  <a:gd name="connsiteY0" fmla="*/ 16494 h 158809"/>
                  <a:gd name="connsiteX1" fmla="*/ 12 w 419924"/>
                  <a:gd name="connsiteY1" fmla="*/ 82792 h 158809"/>
                  <a:gd name="connsiteX2" fmla="*/ 100032 w 419924"/>
                  <a:gd name="connsiteY2" fmla="*/ 153654 h 158809"/>
                  <a:gd name="connsiteX3" fmla="*/ 360805 w 419924"/>
                  <a:gd name="connsiteY3" fmla="*/ 142415 h 158809"/>
                  <a:gd name="connsiteX4" fmla="*/ 419846 w 419924"/>
                  <a:gd name="connsiteY4" fmla="*/ 70762 h 158809"/>
                  <a:gd name="connsiteX5" fmla="*/ 338339 w 419924"/>
                  <a:gd name="connsiteY5" fmla="*/ 3729 h 158809"/>
                  <a:gd name="connsiteX6" fmla="*/ 74632 w 419924"/>
                  <a:gd name="connsiteY6" fmla="*/ 16494 h 158809"/>
                  <a:gd name="connsiteX0" fmla="*/ 74632 w 421839"/>
                  <a:gd name="connsiteY0" fmla="*/ 17520 h 159835"/>
                  <a:gd name="connsiteX1" fmla="*/ 12 w 421839"/>
                  <a:gd name="connsiteY1" fmla="*/ 83818 h 159835"/>
                  <a:gd name="connsiteX2" fmla="*/ 100032 w 421839"/>
                  <a:gd name="connsiteY2" fmla="*/ 154680 h 159835"/>
                  <a:gd name="connsiteX3" fmla="*/ 360805 w 421839"/>
                  <a:gd name="connsiteY3" fmla="*/ 143441 h 159835"/>
                  <a:gd name="connsiteX4" fmla="*/ 421765 w 421839"/>
                  <a:gd name="connsiteY4" fmla="*/ 85820 h 159835"/>
                  <a:gd name="connsiteX5" fmla="*/ 338339 w 421839"/>
                  <a:gd name="connsiteY5" fmla="*/ 4755 h 159835"/>
                  <a:gd name="connsiteX6" fmla="*/ 74632 w 421839"/>
                  <a:gd name="connsiteY6" fmla="*/ 17520 h 159835"/>
                  <a:gd name="connsiteX0" fmla="*/ 74632 w 421874"/>
                  <a:gd name="connsiteY0" fmla="*/ 10985 h 153300"/>
                  <a:gd name="connsiteX1" fmla="*/ 12 w 421874"/>
                  <a:gd name="connsiteY1" fmla="*/ 77283 h 153300"/>
                  <a:gd name="connsiteX2" fmla="*/ 100032 w 421874"/>
                  <a:gd name="connsiteY2" fmla="*/ 148145 h 153300"/>
                  <a:gd name="connsiteX3" fmla="*/ 360805 w 421874"/>
                  <a:gd name="connsiteY3" fmla="*/ 136906 h 153300"/>
                  <a:gd name="connsiteX4" fmla="*/ 421765 w 421874"/>
                  <a:gd name="connsiteY4" fmla="*/ 79285 h 153300"/>
                  <a:gd name="connsiteX5" fmla="*/ 347935 w 421874"/>
                  <a:gd name="connsiteY5" fmla="*/ 6855 h 153300"/>
                  <a:gd name="connsiteX6" fmla="*/ 74632 w 421874"/>
                  <a:gd name="connsiteY6" fmla="*/ 10985 h 153300"/>
                  <a:gd name="connsiteX0" fmla="*/ 74632 w 418056"/>
                  <a:gd name="connsiteY0" fmla="*/ 9999 h 152314"/>
                  <a:gd name="connsiteX1" fmla="*/ 12 w 418056"/>
                  <a:gd name="connsiteY1" fmla="*/ 76297 h 152314"/>
                  <a:gd name="connsiteX2" fmla="*/ 100032 w 418056"/>
                  <a:gd name="connsiteY2" fmla="*/ 147159 h 152314"/>
                  <a:gd name="connsiteX3" fmla="*/ 360805 w 418056"/>
                  <a:gd name="connsiteY3" fmla="*/ 135920 h 152314"/>
                  <a:gd name="connsiteX4" fmla="*/ 417927 w 418056"/>
                  <a:gd name="connsiteY4" fmla="*/ 64267 h 152314"/>
                  <a:gd name="connsiteX5" fmla="*/ 347935 w 418056"/>
                  <a:gd name="connsiteY5" fmla="*/ 5869 h 152314"/>
                  <a:gd name="connsiteX6" fmla="*/ 74632 w 418056"/>
                  <a:gd name="connsiteY6" fmla="*/ 9999 h 152314"/>
                  <a:gd name="connsiteX0" fmla="*/ 74632 w 418056"/>
                  <a:gd name="connsiteY0" fmla="*/ 9999 h 152314"/>
                  <a:gd name="connsiteX1" fmla="*/ 12 w 418056"/>
                  <a:gd name="connsiteY1" fmla="*/ 76297 h 152314"/>
                  <a:gd name="connsiteX2" fmla="*/ 100032 w 418056"/>
                  <a:gd name="connsiteY2" fmla="*/ 147159 h 152314"/>
                  <a:gd name="connsiteX3" fmla="*/ 360805 w 418056"/>
                  <a:gd name="connsiteY3" fmla="*/ 135920 h 152314"/>
                  <a:gd name="connsiteX4" fmla="*/ 417927 w 418056"/>
                  <a:gd name="connsiteY4" fmla="*/ 64267 h 152314"/>
                  <a:gd name="connsiteX5" fmla="*/ 347935 w 418056"/>
                  <a:gd name="connsiteY5" fmla="*/ 5869 h 152314"/>
                  <a:gd name="connsiteX6" fmla="*/ 74632 w 418056"/>
                  <a:gd name="connsiteY6" fmla="*/ 9999 h 152314"/>
                  <a:gd name="connsiteX0" fmla="*/ 74632 w 417927"/>
                  <a:gd name="connsiteY0" fmla="*/ 9999 h 152314"/>
                  <a:gd name="connsiteX1" fmla="*/ 12 w 417927"/>
                  <a:gd name="connsiteY1" fmla="*/ 76297 h 152314"/>
                  <a:gd name="connsiteX2" fmla="*/ 100032 w 417927"/>
                  <a:gd name="connsiteY2" fmla="*/ 147159 h 152314"/>
                  <a:gd name="connsiteX3" fmla="*/ 360805 w 417927"/>
                  <a:gd name="connsiteY3" fmla="*/ 135920 h 152314"/>
                  <a:gd name="connsiteX4" fmla="*/ 417927 w 417927"/>
                  <a:gd name="connsiteY4" fmla="*/ 64267 h 152314"/>
                  <a:gd name="connsiteX5" fmla="*/ 347935 w 417927"/>
                  <a:gd name="connsiteY5" fmla="*/ 5869 h 152314"/>
                  <a:gd name="connsiteX6" fmla="*/ 74632 w 417927"/>
                  <a:gd name="connsiteY6" fmla="*/ 9999 h 152314"/>
                  <a:gd name="connsiteX0" fmla="*/ 74632 w 418382"/>
                  <a:gd name="connsiteY0" fmla="*/ 9999 h 152314"/>
                  <a:gd name="connsiteX1" fmla="*/ 12 w 418382"/>
                  <a:gd name="connsiteY1" fmla="*/ 76297 h 152314"/>
                  <a:gd name="connsiteX2" fmla="*/ 100032 w 418382"/>
                  <a:gd name="connsiteY2" fmla="*/ 147159 h 152314"/>
                  <a:gd name="connsiteX3" fmla="*/ 360805 w 418382"/>
                  <a:gd name="connsiteY3" fmla="*/ 135920 h 152314"/>
                  <a:gd name="connsiteX4" fmla="*/ 417927 w 418382"/>
                  <a:gd name="connsiteY4" fmla="*/ 64267 h 152314"/>
                  <a:gd name="connsiteX5" fmla="*/ 347935 w 418382"/>
                  <a:gd name="connsiteY5" fmla="*/ 5869 h 152314"/>
                  <a:gd name="connsiteX6" fmla="*/ 74632 w 418382"/>
                  <a:gd name="connsiteY6" fmla="*/ 9999 h 152314"/>
                  <a:gd name="connsiteX0" fmla="*/ 74628 w 418067"/>
                  <a:gd name="connsiteY0" fmla="*/ 9999 h 204693"/>
                  <a:gd name="connsiteX1" fmla="*/ 8 w 418067"/>
                  <a:gd name="connsiteY1" fmla="*/ 76297 h 204693"/>
                  <a:gd name="connsiteX2" fmla="*/ 100028 w 418067"/>
                  <a:gd name="connsiteY2" fmla="*/ 147159 h 204693"/>
                  <a:gd name="connsiteX3" fmla="*/ 196524 w 418067"/>
                  <a:gd name="connsiteY3" fmla="*/ 204627 h 204693"/>
                  <a:gd name="connsiteX4" fmla="*/ 360801 w 418067"/>
                  <a:gd name="connsiteY4" fmla="*/ 135920 h 204693"/>
                  <a:gd name="connsiteX5" fmla="*/ 417923 w 418067"/>
                  <a:gd name="connsiteY5" fmla="*/ 64267 h 204693"/>
                  <a:gd name="connsiteX6" fmla="*/ 347931 w 418067"/>
                  <a:gd name="connsiteY6" fmla="*/ 5869 h 204693"/>
                  <a:gd name="connsiteX7" fmla="*/ 74628 w 418067"/>
                  <a:gd name="connsiteY7" fmla="*/ 9999 h 204693"/>
                  <a:gd name="connsiteX0" fmla="*/ 74851 w 418290"/>
                  <a:gd name="connsiteY0" fmla="*/ 9999 h 205352"/>
                  <a:gd name="connsiteX1" fmla="*/ 231 w 418290"/>
                  <a:gd name="connsiteY1" fmla="*/ 76297 h 205352"/>
                  <a:gd name="connsiteX2" fmla="*/ 90558 w 418290"/>
                  <a:gd name="connsiteY2" fmla="*/ 184864 h 205352"/>
                  <a:gd name="connsiteX3" fmla="*/ 196747 w 418290"/>
                  <a:gd name="connsiteY3" fmla="*/ 204627 h 205352"/>
                  <a:gd name="connsiteX4" fmla="*/ 361024 w 418290"/>
                  <a:gd name="connsiteY4" fmla="*/ 135920 h 205352"/>
                  <a:gd name="connsiteX5" fmla="*/ 418146 w 418290"/>
                  <a:gd name="connsiteY5" fmla="*/ 64267 h 205352"/>
                  <a:gd name="connsiteX6" fmla="*/ 348154 w 418290"/>
                  <a:gd name="connsiteY6" fmla="*/ 5869 h 205352"/>
                  <a:gd name="connsiteX7" fmla="*/ 74851 w 418290"/>
                  <a:gd name="connsiteY7" fmla="*/ 9999 h 205352"/>
                  <a:gd name="connsiteX0" fmla="*/ 74851 w 418220"/>
                  <a:gd name="connsiteY0" fmla="*/ 9999 h 212003"/>
                  <a:gd name="connsiteX1" fmla="*/ 231 w 418220"/>
                  <a:gd name="connsiteY1" fmla="*/ 76297 h 212003"/>
                  <a:gd name="connsiteX2" fmla="*/ 90558 w 418220"/>
                  <a:gd name="connsiteY2" fmla="*/ 184864 h 212003"/>
                  <a:gd name="connsiteX3" fmla="*/ 196747 w 418220"/>
                  <a:gd name="connsiteY3" fmla="*/ 204627 h 212003"/>
                  <a:gd name="connsiteX4" fmla="*/ 338407 w 418220"/>
                  <a:gd name="connsiteY4" fmla="*/ 206618 h 212003"/>
                  <a:gd name="connsiteX5" fmla="*/ 418146 w 418220"/>
                  <a:gd name="connsiteY5" fmla="*/ 64267 h 212003"/>
                  <a:gd name="connsiteX6" fmla="*/ 348154 w 418220"/>
                  <a:gd name="connsiteY6" fmla="*/ 5869 h 212003"/>
                  <a:gd name="connsiteX7" fmla="*/ 74851 w 418220"/>
                  <a:gd name="connsiteY7" fmla="*/ 9999 h 212003"/>
                  <a:gd name="connsiteX0" fmla="*/ 74851 w 418218"/>
                  <a:gd name="connsiteY0" fmla="*/ 9999 h 208422"/>
                  <a:gd name="connsiteX1" fmla="*/ 231 w 418218"/>
                  <a:gd name="connsiteY1" fmla="*/ 76297 h 208422"/>
                  <a:gd name="connsiteX2" fmla="*/ 90558 w 418218"/>
                  <a:gd name="connsiteY2" fmla="*/ 184864 h 208422"/>
                  <a:gd name="connsiteX3" fmla="*/ 196747 w 418218"/>
                  <a:gd name="connsiteY3" fmla="*/ 204627 h 208422"/>
                  <a:gd name="connsiteX4" fmla="*/ 336792 w 418218"/>
                  <a:gd name="connsiteY4" fmla="*/ 201905 h 208422"/>
                  <a:gd name="connsiteX5" fmla="*/ 418146 w 418218"/>
                  <a:gd name="connsiteY5" fmla="*/ 64267 h 208422"/>
                  <a:gd name="connsiteX6" fmla="*/ 348154 w 418218"/>
                  <a:gd name="connsiteY6" fmla="*/ 5869 h 208422"/>
                  <a:gd name="connsiteX7" fmla="*/ 74851 w 418218"/>
                  <a:gd name="connsiteY7" fmla="*/ 9999 h 208422"/>
                  <a:gd name="connsiteX0" fmla="*/ 63693 w 407060"/>
                  <a:gd name="connsiteY0" fmla="*/ 9999 h 208422"/>
                  <a:gd name="connsiteX1" fmla="*/ 381 w 407060"/>
                  <a:gd name="connsiteY1" fmla="*/ 76297 h 208422"/>
                  <a:gd name="connsiteX2" fmla="*/ 79400 w 407060"/>
                  <a:gd name="connsiteY2" fmla="*/ 184864 h 208422"/>
                  <a:gd name="connsiteX3" fmla="*/ 185589 w 407060"/>
                  <a:gd name="connsiteY3" fmla="*/ 204627 h 208422"/>
                  <a:gd name="connsiteX4" fmla="*/ 325634 w 407060"/>
                  <a:gd name="connsiteY4" fmla="*/ 201905 h 208422"/>
                  <a:gd name="connsiteX5" fmla="*/ 406988 w 407060"/>
                  <a:gd name="connsiteY5" fmla="*/ 64267 h 208422"/>
                  <a:gd name="connsiteX6" fmla="*/ 336996 w 407060"/>
                  <a:gd name="connsiteY6" fmla="*/ 5869 h 208422"/>
                  <a:gd name="connsiteX7" fmla="*/ 63693 w 407060"/>
                  <a:gd name="connsiteY7" fmla="*/ 9999 h 208422"/>
                  <a:gd name="connsiteX0" fmla="*/ 44438 w 412037"/>
                  <a:gd name="connsiteY0" fmla="*/ 2218 h 247773"/>
                  <a:gd name="connsiteX1" fmla="*/ 5358 w 412037"/>
                  <a:gd name="connsiteY1" fmla="*/ 115648 h 247773"/>
                  <a:gd name="connsiteX2" fmla="*/ 84377 w 412037"/>
                  <a:gd name="connsiteY2" fmla="*/ 224215 h 247773"/>
                  <a:gd name="connsiteX3" fmla="*/ 190566 w 412037"/>
                  <a:gd name="connsiteY3" fmla="*/ 243978 h 247773"/>
                  <a:gd name="connsiteX4" fmla="*/ 330611 w 412037"/>
                  <a:gd name="connsiteY4" fmla="*/ 241256 h 247773"/>
                  <a:gd name="connsiteX5" fmla="*/ 411965 w 412037"/>
                  <a:gd name="connsiteY5" fmla="*/ 103618 h 247773"/>
                  <a:gd name="connsiteX6" fmla="*/ 341973 w 412037"/>
                  <a:gd name="connsiteY6" fmla="*/ 45220 h 247773"/>
                  <a:gd name="connsiteX7" fmla="*/ 44438 w 412037"/>
                  <a:gd name="connsiteY7" fmla="*/ 2218 h 247773"/>
                  <a:gd name="connsiteX0" fmla="*/ 44858 w 412457"/>
                  <a:gd name="connsiteY0" fmla="*/ 2991 h 248546"/>
                  <a:gd name="connsiteX1" fmla="*/ 5778 w 412457"/>
                  <a:gd name="connsiteY1" fmla="*/ 116421 h 248546"/>
                  <a:gd name="connsiteX2" fmla="*/ 84797 w 412457"/>
                  <a:gd name="connsiteY2" fmla="*/ 224988 h 248546"/>
                  <a:gd name="connsiteX3" fmla="*/ 190986 w 412457"/>
                  <a:gd name="connsiteY3" fmla="*/ 244751 h 248546"/>
                  <a:gd name="connsiteX4" fmla="*/ 331031 w 412457"/>
                  <a:gd name="connsiteY4" fmla="*/ 242029 h 248546"/>
                  <a:gd name="connsiteX5" fmla="*/ 412385 w 412457"/>
                  <a:gd name="connsiteY5" fmla="*/ 104391 h 248546"/>
                  <a:gd name="connsiteX6" fmla="*/ 342393 w 412457"/>
                  <a:gd name="connsiteY6" fmla="*/ 45993 h 248546"/>
                  <a:gd name="connsiteX7" fmla="*/ 44858 w 412457"/>
                  <a:gd name="connsiteY7" fmla="*/ 2991 h 248546"/>
                  <a:gd name="connsiteX0" fmla="*/ 40504 w 408103"/>
                  <a:gd name="connsiteY0" fmla="*/ 119 h 245674"/>
                  <a:gd name="connsiteX1" fmla="*/ 1424 w 408103"/>
                  <a:gd name="connsiteY1" fmla="*/ 113549 h 245674"/>
                  <a:gd name="connsiteX2" fmla="*/ 80443 w 408103"/>
                  <a:gd name="connsiteY2" fmla="*/ 222116 h 245674"/>
                  <a:gd name="connsiteX3" fmla="*/ 186632 w 408103"/>
                  <a:gd name="connsiteY3" fmla="*/ 241879 h 245674"/>
                  <a:gd name="connsiteX4" fmla="*/ 326677 w 408103"/>
                  <a:gd name="connsiteY4" fmla="*/ 239157 h 245674"/>
                  <a:gd name="connsiteX5" fmla="*/ 408031 w 408103"/>
                  <a:gd name="connsiteY5" fmla="*/ 101519 h 245674"/>
                  <a:gd name="connsiteX6" fmla="*/ 338039 w 408103"/>
                  <a:gd name="connsiteY6" fmla="*/ 43121 h 245674"/>
                  <a:gd name="connsiteX7" fmla="*/ 172093 w 408103"/>
                  <a:gd name="connsiteY7" fmla="*/ 91057 h 245674"/>
                  <a:gd name="connsiteX8" fmla="*/ 40504 w 408103"/>
                  <a:gd name="connsiteY8" fmla="*/ 119 h 245674"/>
                  <a:gd name="connsiteX0" fmla="*/ 40504 w 408103"/>
                  <a:gd name="connsiteY0" fmla="*/ 118 h 245673"/>
                  <a:gd name="connsiteX1" fmla="*/ 1424 w 408103"/>
                  <a:gd name="connsiteY1" fmla="*/ 113548 h 245673"/>
                  <a:gd name="connsiteX2" fmla="*/ 80443 w 408103"/>
                  <a:gd name="connsiteY2" fmla="*/ 222115 h 245673"/>
                  <a:gd name="connsiteX3" fmla="*/ 186632 w 408103"/>
                  <a:gd name="connsiteY3" fmla="*/ 241878 h 245673"/>
                  <a:gd name="connsiteX4" fmla="*/ 326677 w 408103"/>
                  <a:gd name="connsiteY4" fmla="*/ 239156 h 245673"/>
                  <a:gd name="connsiteX5" fmla="*/ 408031 w 408103"/>
                  <a:gd name="connsiteY5" fmla="*/ 101518 h 245673"/>
                  <a:gd name="connsiteX6" fmla="*/ 338039 w 408103"/>
                  <a:gd name="connsiteY6" fmla="*/ 43120 h 245673"/>
                  <a:gd name="connsiteX7" fmla="*/ 269021 w 408103"/>
                  <a:gd name="connsiteY7" fmla="*/ 81629 h 245673"/>
                  <a:gd name="connsiteX8" fmla="*/ 172093 w 408103"/>
                  <a:gd name="connsiteY8" fmla="*/ 91056 h 245673"/>
                  <a:gd name="connsiteX9" fmla="*/ 40504 w 408103"/>
                  <a:gd name="connsiteY9" fmla="*/ 118 h 245673"/>
                  <a:gd name="connsiteX0" fmla="*/ 40504 w 408103"/>
                  <a:gd name="connsiteY0" fmla="*/ 118 h 245673"/>
                  <a:gd name="connsiteX1" fmla="*/ 1424 w 408103"/>
                  <a:gd name="connsiteY1" fmla="*/ 113548 h 245673"/>
                  <a:gd name="connsiteX2" fmla="*/ 80443 w 408103"/>
                  <a:gd name="connsiteY2" fmla="*/ 222115 h 245673"/>
                  <a:gd name="connsiteX3" fmla="*/ 186632 w 408103"/>
                  <a:gd name="connsiteY3" fmla="*/ 241878 h 245673"/>
                  <a:gd name="connsiteX4" fmla="*/ 326677 w 408103"/>
                  <a:gd name="connsiteY4" fmla="*/ 239156 h 245673"/>
                  <a:gd name="connsiteX5" fmla="*/ 408031 w 408103"/>
                  <a:gd name="connsiteY5" fmla="*/ 101518 h 245673"/>
                  <a:gd name="connsiteX6" fmla="*/ 355809 w 408103"/>
                  <a:gd name="connsiteY6" fmla="*/ 33693 h 245673"/>
                  <a:gd name="connsiteX7" fmla="*/ 269021 w 408103"/>
                  <a:gd name="connsiteY7" fmla="*/ 81629 h 245673"/>
                  <a:gd name="connsiteX8" fmla="*/ 172093 w 408103"/>
                  <a:gd name="connsiteY8" fmla="*/ 91056 h 245673"/>
                  <a:gd name="connsiteX9" fmla="*/ 40504 w 408103"/>
                  <a:gd name="connsiteY9" fmla="*/ 118 h 245673"/>
                  <a:gd name="connsiteX0" fmla="*/ 40504 w 408103"/>
                  <a:gd name="connsiteY0" fmla="*/ 118 h 245673"/>
                  <a:gd name="connsiteX1" fmla="*/ 1424 w 408103"/>
                  <a:gd name="connsiteY1" fmla="*/ 113548 h 245673"/>
                  <a:gd name="connsiteX2" fmla="*/ 80443 w 408103"/>
                  <a:gd name="connsiteY2" fmla="*/ 222115 h 245673"/>
                  <a:gd name="connsiteX3" fmla="*/ 186632 w 408103"/>
                  <a:gd name="connsiteY3" fmla="*/ 241878 h 245673"/>
                  <a:gd name="connsiteX4" fmla="*/ 326677 w 408103"/>
                  <a:gd name="connsiteY4" fmla="*/ 239156 h 245673"/>
                  <a:gd name="connsiteX5" fmla="*/ 408031 w 408103"/>
                  <a:gd name="connsiteY5" fmla="*/ 101518 h 245673"/>
                  <a:gd name="connsiteX6" fmla="*/ 355809 w 408103"/>
                  <a:gd name="connsiteY6" fmla="*/ 33693 h 245673"/>
                  <a:gd name="connsiteX7" fmla="*/ 269021 w 408103"/>
                  <a:gd name="connsiteY7" fmla="*/ 81629 h 245673"/>
                  <a:gd name="connsiteX8" fmla="*/ 172093 w 408103"/>
                  <a:gd name="connsiteY8" fmla="*/ 91056 h 245673"/>
                  <a:gd name="connsiteX9" fmla="*/ 40504 w 408103"/>
                  <a:gd name="connsiteY9" fmla="*/ 118 h 245673"/>
                  <a:gd name="connsiteX0" fmla="*/ 40504 w 400039"/>
                  <a:gd name="connsiteY0" fmla="*/ 118 h 245673"/>
                  <a:gd name="connsiteX1" fmla="*/ 1424 w 400039"/>
                  <a:gd name="connsiteY1" fmla="*/ 113548 h 245673"/>
                  <a:gd name="connsiteX2" fmla="*/ 80443 w 400039"/>
                  <a:gd name="connsiteY2" fmla="*/ 222115 h 245673"/>
                  <a:gd name="connsiteX3" fmla="*/ 186632 w 400039"/>
                  <a:gd name="connsiteY3" fmla="*/ 241878 h 245673"/>
                  <a:gd name="connsiteX4" fmla="*/ 326677 w 400039"/>
                  <a:gd name="connsiteY4" fmla="*/ 239156 h 245673"/>
                  <a:gd name="connsiteX5" fmla="*/ 399953 w 400039"/>
                  <a:gd name="connsiteY5" fmla="*/ 134510 h 245673"/>
                  <a:gd name="connsiteX6" fmla="*/ 355809 w 400039"/>
                  <a:gd name="connsiteY6" fmla="*/ 33693 h 245673"/>
                  <a:gd name="connsiteX7" fmla="*/ 269021 w 400039"/>
                  <a:gd name="connsiteY7" fmla="*/ 81629 h 245673"/>
                  <a:gd name="connsiteX8" fmla="*/ 172093 w 400039"/>
                  <a:gd name="connsiteY8" fmla="*/ 91056 h 245673"/>
                  <a:gd name="connsiteX9" fmla="*/ 40504 w 400039"/>
                  <a:gd name="connsiteY9" fmla="*/ 118 h 245673"/>
                  <a:gd name="connsiteX0" fmla="*/ 40504 w 385549"/>
                  <a:gd name="connsiteY0" fmla="*/ 118 h 245673"/>
                  <a:gd name="connsiteX1" fmla="*/ 1424 w 385549"/>
                  <a:gd name="connsiteY1" fmla="*/ 113548 h 245673"/>
                  <a:gd name="connsiteX2" fmla="*/ 80443 w 385549"/>
                  <a:gd name="connsiteY2" fmla="*/ 222115 h 245673"/>
                  <a:gd name="connsiteX3" fmla="*/ 186632 w 385549"/>
                  <a:gd name="connsiteY3" fmla="*/ 241878 h 245673"/>
                  <a:gd name="connsiteX4" fmla="*/ 326677 w 385549"/>
                  <a:gd name="connsiteY4" fmla="*/ 239156 h 245673"/>
                  <a:gd name="connsiteX5" fmla="*/ 385414 w 385549"/>
                  <a:gd name="connsiteY5" fmla="*/ 143937 h 245673"/>
                  <a:gd name="connsiteX6" fmla="*/ 355809 w 385549"/>
                  <a:gd name="connsiteY6" fmla="*/ 33693 h 245673"/>
                  <a:gd name="connsiteX7" fmla="*/ 269021 w 385549"/>
                  <a:gd name="connsiteY7" fmla="*/ 81629 h 245673"/>
                  <a:gd name="connsiteX8" fmla="*/ 172093 w 385549"/>
                  <a:gd name="connsiteY8" fmla="*/ 91056 h 245673"/>
                  <a:gd name="connsiteX9" fmla="*/ 40504 w 385549"/>
                  <a:gd name="connsiteY9" fmla="*/ 118 h 245673"/>
                  <a:gd name="connsiteX0" fmla="*/ 40504 w 385549"/>
                  <a:gd name="connsiteY0" fmla="*/ 118 h 245673"/>
                  <a:gd name="connsiteX1" fmla="*/ 1424 w 385549"/>
                  <a:gd name="connsiteY1" fmla="*/ 113548 h 245673"/>
                  <a:gd name="connsiteX2" fmla="*/ 80443 w 385549"/>
                  <a:gd name="connsiteY2" fmla="*/ 222115 h 245673"/>
                  <a:gd name="connsiteX3" fmla="*/ 186632 w 385549"/>
                  <a:gd name="connsiteY3" fmla="*/ 241878 h 245673"/>
                  <a:gd name="connsiteX4" fmla="*/ 326677 w 385549"/>
                  <a:gd name="connsiteY4" fmla="*/ 239156 h 245673"/>
                  <a:gd name="connsiteX5" fmla="*/ 385414 w 385549"/>
                  <a:gd name="connsiteY5" fmla="*/ 143937 h 245673"/>
                  <a:gd name="connsiteX6" fmla="*/ 355809 w 385549"/>
                  <a:gd name="connsiteY6" fmla="*/ 33693 h 245673"/>
                  <a:gd name="connsiteX7" fmla="*/ 269021 w 385549"/>
                  <a:gd name="connsiteY7" fmla="*/ 81629 h 245673"/>
                  <a:gd name="connsiteX8" fmla="*/ 172093 w 385549"/>
                  <a:gd name="connsiteY8" fmla="*/ 91056 h 245673"/>
                  <a:gd name="connsiteX9" fmla="*/ 40504 w 385549"/>
                  <a:gd name="connsiteY9" fmla="*/ 118 h 245673"/>
                  <a:gd name="connsiteX0" fmla="*/ 40504 w 379132"/>
                  <a:gd name="connsiteY0" fmla="*/ 118 h 245673"/>
                  <a:gd name="connsiteX1" fmla="*/ 1424 w 379132"/>
                  <a:gd name="connsiteY1" fmla="*/ 113548 h 245673"/>
                  <a:gd name="connsiteX2" fmla="*/ 80443 w 379132"/>
                  <a:gd name="connsiteY2" fmla="*/ 222115 h 245673"/>
                  <a:gd name="connsiteX3" fmla="*/ 186632 w 379132"/>
                  <a:gd name="connsiteY3" fmla="*/ 241878 h 245673"/>
                  <a:gd name="connsiteX4" fmla="*/ 326677 w 379132"/>
                  <a:gd name="connsiteY4" fmla="*/ 239156 h 245673"/>
                  <a:gd name="connsiteX5" fmla="*/ 378952 w 379132"/>
                  <a:gd name="connsiteY5" fmla="*/ 148650 h 245673"/>
                  <a:gd name="connsiteX6" fmla="*/ 355809 w 379132"/>
                  <a:gd name="connsiteY6" fmla="*/ 33693 h 245673"/>
                  <a:gd name="connsiteX7" fmla="*/ 269021 w 379132"/>
                  <a:gd name="connsiteY7" fmla="*/ 81629 h 245673"/>
                  <a:gd name="connsiteX8" fmla="*/ 172093 w 379132"/>
                  <a:gd name="connsiteY8" fmla="*/ 91056 h 245673"/>
                  <a:gd name="connsiteX9" fmla="*/ 40504 w 379132"/>
                  <a:gd name="connsiteY9" fmla="*/ 118 h 245673"/>
                  <a:gd name="connsiteX0" fmla="*/ 40504 w 379132"/>
                  <a:gd name="connsiteY0" fmla="*/ 118 h 245673"/>
                  <a:gd name="connsiteX1" fmla="*/ 1424 w 379132"/>
                  <a:gd name="connsiteY1" fmla="*/ 113548 h 245673"/>
                  <a:gd name="connsiteX2" fmla="*/ 80443 w 379132"/>
                  <a:gd name="connsiteY2" fmla="*/ 222115 h 245673"/>
                  <a:gd name="connsiteX3" fmla="*/ 186632 w 379132"/>
                  <a:gd name="connsiteY3" fmla="*/ 241878 h 245673"/>
                  <a:gd name="connsiteX4" fmla="*/ 326677 w 379132"/>
                  <a:gd name="connsiteY4" fmla="*/ 239156 h 245673"/>
                  <a:gd name="connsiteX5" fmla="*/ 378952 w 379132"/>
                  <a:gd name="connsiteY5" fmla="*/ 148650 h 245673"/>
                  <a:gd name="connsiteX6" fmla="*/ 357424 w 379132"/>
                  <a:gd name="connsiteY6" fmla="*/ 57260 h 245673"/>
                  <a:gd name="connsiteX7" fmla="*/ 269021 w 379132"/>
                  <a:gd name="connsiteY7" fmla="*/ 81629 h 245673"/>
                  <a:gd name="connsiteX8" fmla="*/ 172093 w 379132"/>
                  <a:gd name="connsiteY8" fmla="*/ 91056 h 245673"/>
                  <a:gd name="connsiteX9" fmla="*/ 40504 w 379132"/>
                  <a:gd name="connsiteY9" fmla="*/ 118 h 245673"/>
                  <a:gd name="connsiteX0" fmla="*/ 39954 w 378582"/>
                  <a:gd name="connsiteY0" fmla="*/ 1686 h 247241"/>
                  <a:gd name="connsiteX1" fmla="*/ 874 w 378582"/>
                  <a:gd name="connsiteY1" fmla="*/ 115116 h 247241"/>
                  <a:gd name="connsiteX2" fmla="*/ 79893 w 378582"/>
                  <a:gd name="connsiteY2" fmla="*/ 223683 h 247241"/>
                  <a:gd name="connsiteX3" fmla="*/ 186082 w 378582"/>
                  <a:gd name="connsiteY3" fmla="*/ 243446 h 247241"/>
                  <a:gd name="connsiteX4" fmla="*/ 326127 w 378582"/>
                  <a:gd name="connsiteY4" fmla="*/ 240724 h 247241"/>
                  <a:gd name="connsiteX5" fmla="*/ 378402 w 378582"/>
                  <a:gd name="connsiteY5" fmla="*/ 150218 h 247241"/>
                  <a:gd name="connsiteX6" fmla="*/ 356874 w 378582"/>
                  <a:gd name="connsiteY6" fmla="*/ 58828 h 247241"/>
                  <a:gd name="connsiteX7" fmla="*/ 268471 w 378582"/>
                  <a:gd name="connsiteY7" fmla="*/ 83197 h 247241"/>
                  <a:gd name="connsiteX8" fmla="*/ 171543 w 378582"/>
                  <a:gd name="connsiteY8" fmla="*/ 92624 h 247241"/>
                  <a:gd name="connsiteX9" fmla="*/ 76231 w 378582"/>
                  <a:gd name="connsiteY9" fmla="*/ 50204 h 247241"/>
                  <a:gd name="connsiteX10" fmla="*/ 39954 w 378582"/>
                  <a:gd name="connsiteY10" fmla="*/ 1686 h 247241"/>
                  <a:gd name="connsiteX0" fmla="*/ 39954 w 378582"/>
                  <a:gd name="connsiteY0" fmla="*/ 1686 h 244171"/>
                  <a:gd name="connsiteX1" fmla="*/ 874 w 378582"/>
                  <a:gd name="connsiteY1" fmla="*/ 115116 h 244171"/>
                  <a:gd name="connsiteX2" fmla="*/ 79893 w 378582"/>
                  <a:gd name="connsiteY2" fmla="*/ 223683 h 244171"/>
                  <a:gd name="connsiteX3" fmla="*/ 186082 w 378582"/>
                  <a:gd name="connsiteY3" fmla="*/ 243446 h 244171"/>
                  <a:gd name="connsiteX4" fmla="*/ 326127 w 378582"/>
                  <a:gd name="connsiteY4" fmla="*/ 198306 h 244171"/>
                  <a:gd name="connsiteX5" fmla="*/ 378402 w 378582"/>
                  <a:gd name="connsiteY5" fmla="*/ 150218 h 244171"/>
                  <a:gd name="connsiteX6" fmla="*/ 356874 w 378582"/>
                  <a:gd name="connsiteY6" fmla="*/ 58828 h 244171"/>
                  <a:gd name="connsiteX7" fmla="*/ 268471 w 378582"/>
                  <a:gd name="connsiteY7" fmla="*/ 83197 h 244171"/>
                  <a:gd name="connsiteX8" fmla="*/ 171543 w 378582"/>
                  <a:gd name="connsiteY8" fmla="*/ 92624 h 244171"/>
                  <a:gd name="connsiteX9" fmla="*/ 76231 w 378582"/>
                  <a:gd name="connsiteY9" fmla="*/ 50204 h 244171"/>
                  <a:gd name="connsiteX10" fmla="*/ 39954 w 378582"/>
                  <a:gd name="connsiteY10" fmla="*/ 1686 h 244171"/>
                  <a:gd name="connsiteX0" fmla="*/ 39954 w 378598"/>
                  <a:gd name="connsiteY0" fmla="*/ 1686 h 244171"/>
                  <a:gd name="connsiteX1" fmla="*/ 874 w 378598"/>
                  <a:gd name="connsiteY1" fmla="*/ 115116 h 244171"/>
                  <a:gd name="connsiteX2" fmla="*/ 79893 w 378598"/>
                  <a:gd name="connsiteY2" fmla="*/ 223683 h 244171"/>
                  <a:gd name="connsiteX3" fmla="*/ 186082 w 378598"/>
                  <a:gd name="connsiteY3" fmla="*/ 243446 h 244171"/>
                  <a:gd name="connsiteX4" fmla="*/ 327742 w 378598"/>
                  <a:gd name="connsiteY4" fmla="*/ 221873 h 244171"/>
                  <a:gd name="connsiteX5" fmla="*/ 378402 w 378598"/>
                  <a:gd name="connsiteY5" fmla="*/ 150218 h 244171"/>
                  <a:gd name="connsiteX6" fmla="*/ 356874 w 378598"/>
                  <a:gd name="connsiteY6" fmla="*/ 58828 h 244171"/>
                  <a:gd name="connsiteX7" fmla="*/ 268471 w 378598"/>
                  <a:gd name="connsiteY7" fmla="*/ 83197 h 244171"/>
                  <a:gd name="connsiteX8" fmla="*/ 171543 w 378598"/>
                  <a:gd name="connsiteY8" fmla="*/ 92624 h 244171"/>
                  <a:gd name="connsiteX9" fmla="*/ 76231 w 378598"/>
                  <a:gd name="connsiteY9" fmla="*/ 50204 h 244171"/>
                  <a:gd name="connsiteX10" fmla="*/ 39954 w 378598"/>
                  <a:gd name="connsiteY10" fmla="*/ 1686 h 244171"/>
                  <a:gd name="connsiteX0" fmla="*/ 39954 w 378582"/>
                  <a:gd name="connsiteY0" fmla="*/ 1686 h 244171"/>
                  <a:gd name="connsiteX1" fmla="*/ 874 w 378582"/>
                  <a:gd name="connsiteY1" fmla="*/ 115116 h 244171"/>
                  <a:gd name="connsiteX2" fmla="*/ 79893 w 378582"/>
                  <a:gd name="connsiteY2" fmla="*/ 223683 h 244171"/>
                  <a:gd name="connsiteX3" fmla="*/ 186082 w 378582"/>
                  <a:gd name="connsiteY3" fmla="*/ 243446 h 244171"/>
                  <a:gd name="connsiteX4" fmla="*/ 326126 w 378582"/>
                  <a:gd name="connsiteY4" fmla="*/ 231300 h 244171"/>
                  <a:gd name="connsiteX5" fmla="*/ 378402 w 378582"/>
                  <a:gd name="connsiteY5" fmla="*/ 150218 h 244171"/>
                  <a:gd name="connsiteX6" fmla="*/ 356874 w 378582"/>
                  <a:gd name="connsiteY6" fmla="*/ 58828 h 244171"/>
                  <a:gd name="connsiteX7" fmla="*/ 268471 w 378582"/>
                  <a:gd name="connsiteY7" fmla="*/ 83197 h 244171"/>
                  <a:gd name="connsiteX8" fmla="*/ 171543 w 378582"/>
                  <a:gd name="connsiteY8" fmla="*/ 92624 h 244171"/>
                  <a:gd name="connsiteX9" fmla="*/ 76231 w 378582"/>
                  <a:gd name="connsiteY9" fmla="*/ 50204 h 244171"/>
                  <a:gd name="connsiteX10" fmla="*/ 39954 w 378582"/>
                  <a:gd name="connsiteY10" fmla="*/ 1686 h 244171"/>
                  <a:gd name="connsiteX0" fmla="*/ 39954 w 372204"/>
                  <a:gd name="connsiteY0" fmla="*/ 1686 h 244171"/>
                  <a:gd name="connsiteX1" fmla="*/ 874 w 372204"/>
                  <a:gd name="connsiteY1" fmla="*/ 115116 h 244171"/>
                  <a:gd name="connsiteX2" fmla="*/ 79893 w 372204"/>
                  <a:gd name="connsiteY2" fmla="*/ 223683 h 244171"/>
                  <a:gd name="connsiteX3" fmla="*/ 186082 w 372204"/>
                  <a:gd name="connsiteY3" fmla="*/ 243446 h 244171"/>
                  <a:gd name="connsiteX4" fmla="*/ 326126 w 372204"/>
                  <a:gd name="connsiteY4" fmla="*/ 231300 h 244171"/>
                  <a:gd name="connsiteX5" fmla="*/ 371940 w 372204"/>
                  <a:gd name="connsiteY5" fmla="*/ 169071 h 244171"/>
                  <a:gd name="connsiteX6" fmla="*/ 356874 w 372204"/>
                  <a:gd name="connsiteY6" fmla="*/ 58828 h 244171"/>
                  <a:gd name="connsiteX7" fmla="*/ 268471 w 372204"/>
                  <a:gd name="connsiteY7" fmla="*/ 83197 h 244171"/>
                  <a:gd name="connsiteX8" fmla="*/ 171543 w 372204"/>
                  <a:gd name="connsiteY8" fmla="*/ 92624 h 244171"/>
                  <a:gd name="connsiteX9" fmla="*/ 76231 w 372204"/>
                  <a:gd name="connsiteY9" fmla="*/ 50204 h 244171"/>
                  <a:gd name="connsiteX10" fmla="*/ 39954 w 372204"/>
                  <a:gd name="connsiteY10" fmla="*/ 1686 h 244171"/>
                  <a:gd name="connsiteX0" fmla="*/ 30494 w 362744"/>
                  <a:gd name="connsiteY0" fmla="*/ 2546 h 244760"/>
                  <a:gd name="connsiteX1" fmla="*/ 1107 w 362744"/>
                  <a:gd name="connsiteY1" fmla="*/ 134829 h 244760"/>
                  <a:gd name="connsiteX2" fmla="*/ 70433 w 362744"/>
                  <a:gd name="connsiteY2" fmla="*/ 224543 h 244760"/>
                  <a:gd name="connsiteX3" fmla="*/ 176622 w 362744"/>
                  <a:gd name="connsiteY3" fmla="*/ 244306 h 244760"/>
                  <a:gd name="connsiteX4" fmla="*/ 316666 w 362744"/>
                  <a:gd name="connsiteY4" fmla="*/ 232160 h 244760"/>
                  <a:gd name="connsiteX5" fmla="*/ 362480 w 362744"/>
                  <a:gd name="connsiteY5" fmla="*/ 169931 h 244760"/>
                  <a:gd name="connsiteX6" fmla="*/ 347414 w 362744"/>
                  <a:gd name="connsiteY6" fmla="*/ 59688 h 244760"/>
                  <a:gd name="connsiteX7" fmla="*/ 259011 w 362744"/>
                  <a:gd name="connsiteY7" fmla="*/ 84057 h 244760"/>
                  <a:gd name="connsiteX8" fmla="*/ 162083 w 362744"/>
                  <a:gd name="connsiteY8" fmla="*/ 93484 h 244760"/>
                  <a:gd name="connsiteX9" fmla="*/ 66771 w 362744"/>
                  <a:gd name="connsiteY9" fmla="*/ 51064 h 244760"/>
                  <a:gd name="connsiteX10" fmla="*/ 30494 w 362744"/>
                  <a:gd name="connsiteY10" fmla="*/ 2546 h 244760"/>
                  <a:gd name="connsiteX0" fmla="*/ 29015 w 362881"/>
                  <a:gd name="connsiteY0" fmla="*/ 3746 h 227108"/>
                  <a:gd name="connsiteX1" fmla="*/ 1244 w 362881"/>
                  <a:gd name="connsiteY1" fmla="*/ 117176 h 227108"/>
                  <a:gd name="connsiteX2" fmla="*/ 70570 w 362881"/>
                  <a:gd name="connsiteY2" fmla="*/ 206890 h 227108"/>
                  <a:gd name="connsiteX3" fmla="*/ 176759 w 362881"/>
                  <a:gd name="connsiteY3" fmla="*/ 226653 h 227108"/>
                  <a:gd name="connsiteX4" fmla="*/ 316803 w 362881"/>
                  <a:gd name="connsiteY4" fmla="*/ 214507 h 227108"/>
                  <a:gd name="connsiteX5" fmla="*/ 362617 w 362881"/>
                  <a:gd name="connsiteY5" fmla="*/ 152278 h 227108"/>
                  <a:gd name="connsiteX6" fmla="*/ 347551 w 362881"/>
                  <a:gd name="connsiteY6" fmla="*/ 42035 h 227108"/>
                  <a:gd name="connsiteX7" fmla="*/ 259148 w 362881"/>
                  <a:gd name="connsiteY7" fmla="*/ 66404 h 227108"/>
                  <a:gd name="connsiteX8" fmla="*/ 162220 w 362881"/>
                  <a:gd name="connsiteY8" fmla="*/ 75831 h 227108"/>
                  <a:gd name="connsiteX9" fmla="*/ 66908 w 362881"/>
                  <a:gd name="connsiteY9" fmla="*/ 33411 h 227108"/>
                  <a:gd name="connsiteX10" fmla="*/ 29015 w 362881"/>
                  <a:gd name="connsiteY10" fmla="*/ 3746 h 227108"/>
                  <a:gd name="connsiteX0" fmla="*/ 29015 w 362881"/>
                  <a:gd name="connsiteY0" fmla="*/ 2354 h 249282"/>
                  <a:gd name="connsiteX1" fmla="*/ 1244 w 362881"/>
                  <a:gd name="connsiteY1" fmla="*/ 139350 h 249282"/>
                  <a:gd name="connsiteX2" fmla="*/ 70570 w 362881"/>
                  <a:gd name="connsiteY2" fmla="*/ 229064 h 249282"/>
                  <a:gd name="connsiteX3" fmla="*/ 176759 w 362881"/>
                  <a:gd name="connsiteY3" fmla="*/ 248827 h 249282"/>
                  <a:gd name="connsiteX4" fmla="*/ 316803 w 362881"/>
                  <a:gd name="connsiteY4" fmla="*/ 236681 h 249282"/>
                  <a:gd name="connsiteX5" fmla="*/ 362617 w 362881"/>
                  <a:gd name="connsiteY5" fmla="*/ 174452 h 249282"/>
                  <a:gd name="connsiteX6" fmla="*/ 347551 w 362881"/>
                  <a:gd name="connsiteY6" fmla="*/ 64209 h 249282"/>
                  <a:gd name="connsiteX7" fmla="*/ 259148 w 362881"/>
                  <a:gd name="connsiteY7" fmla="*/ 88578 h 249282"/>
                  <a:gd name="connsiteX8" fmla="*/ 162220 w 362881"/>
                  <a:gd name="connsiteY8" fmla="*/ 98005 h 249282"/>
                  <a:gd name="connsiteX9" fmla="*/ 66908 w 362881"/>
                  <a:gd name="connsiteY9" fmla="*/ 55585 h 249282"/>
                  <a:gd name="connsiteX10" fmla="*/ 29015 w 362881"/>
                  <a:gd name="connsiteY10" fmla="*/ 2354 h 249282"/>
                  <a:gd name="connsiteX0" fmla="*/ 29413 w 363279"/>
                  <a:gd name="connsiteY0" fmla="*/ 2354 h 249854"/>
                  <a:gd name="connsiteX1" fmla="*/ 1642 w 363279"/>
                  <a:gd name="connsiteY1" fmla="*/ 139350 h 249854"/>
                  <a:gd name="connsiteX2" fmla="*/ 79045 w 363279"/>
                  <a:gd name="connsiteY2" fmla="*/ 233778 h 249854"/>
                  <a:gd name="connsiteX3" fmla="*/ 177157 w 363279"/>
                  <a:gd name="connsiteY3" fmla="*/ 248827 h 249854"/>
                  <a:gd name="connsiteX4" fmla="*/ 317201 w 363279"/>
                  <a:gd name="connsiteY4" fmla="*/ 236681 h 249854"/>
                  <a:gd name="connsiteX5" fmla="*/ 363015 w 363279"/>
                  <a:gd name="connsiteY5" fmla="*/ 174452 h 249854"/>
                  <a:gd name="connsiteX6" fmla="*/ 347949 w 363279"/>
                  <a:gd name="connsiteY6" fmla="*/ 64209 h 249854"/>
                  <a:gd name="connsiteX7" fmla="*/ 259546 w 363279"/>
                  <a:gd name="connsiteY7" fmla="*/ 88578 h 249854"/>
                  <a:gd name="connsiteX8" fmla="*/ 162618 w 363279"/>
                  <a:gd name="connsiteY8" fmla="*/ 98005 h 249854"/>
                  <a:gd name="connsiteX9" fmla="*/ 67306 w 363279"/>
                  <a:gd name="connsiteY9" fmla="*/ 55585 h 249854"/>
                  <a:gd name="connsiteX10" fmla="*/ 29413 w 363279"/>
                  <a:gd name="connsiteY10" fmla="*/ 2354 h 249854"/>
                  <a:gd name="connsiteX0" fmla="*/ 29413 w 363279"/>
                  <a:gd name="connsiteY0" fmla="*/ 2354 h 249854"/>
                  <a:gd name="connsiteX1" fmla="*/ 1642 w 363279"/>
                  <a:gd name="connsiteY1" fmla="*/ 139350 h 249854"/>
                  <a:gd name="connsiteX2" fmla="*/ 79045 w 363279"/>
                  <a:gd name="connsiteY2" fmla="*/ 233778 h 249854"/>
                  <a:gd name="connsiteX3" fmla="*/ 177157 w 363279"/>
                  <a:gd name="connsiteY3" fmla="*/ 248827 h 249854"/>
                  <a:gd name="connsiteX4" fmla="*/ 317201 w 363279"/>
                  <a:gd name="connsiteY4" fmla="*/ 236681 h 249854"/>
                  <a:gd name="connsiteX5" fmla="*/ 363015 w 363279"/>
                  <a:gd name="connsiteY5" fmla="*/ 174452 h 249854"/>
                  <a:gd name="connsiteX6" fmla="*/ 347949 w 363279"/>
                  <a:gd name="connsiteY6" fmla="*/ 64209 h 249854"/>
                  <a:gd name="connsiteX7" fmla="*/ 259546 w 363279"/>
                  <a:gd name="connsiteY7" fmla="*/ 88578 h 249854"/>
                  <a:gd name="connsiteX8" fmla="*/ 162618 w 363279"/>
                  <a:gd name="connsiteY8" fmla="*/ 98005 h 249854"/>
                  <a:gd name="connsiteX9" fmla="*/ 106078 w 363279"/>
                  <a:gd name="connsiteY9" fmla="*/ 79151 h 249854"/>
                  <a:gd name="connsiteX10" fmla="*/ 67306 w 363279"/>
                  <a:gd name="connsiteY10" fmla="*/ 55585 h 249854"/>
                  <a:gd name="connsiteX11" fmla="*/ 29413 w 363279"/>
                  <a:gd name="connsiteY11" fmla="*/ 2354 h 249854"/>
                  <a:gd name="connsiteX0" fmla="*/ 29413 w 363279"/>
                  <a:gd name="connsiteY0" fmla="*/ 2354 h 249854"/>
                  <a:gd name="connsiteX1" fmla="*/ 1642 w 363279"/>
                  <a:gd name="connsiteY1" fmla="*/ 139350 h 249854"/>
                  <a:gd name="connsiteX2" fmla="*/ 79045 w 363279"/>
                  <a:gd name="connsiteY2" fmla="*/ 233778 h 249854"/>
                  <a:gd name="connsiteX3" fmla="*/ 177157 w 363279"/>
                  <a:gd name="connsiteY3" fmla="*/ 248827 h 249854"/>
                  <a:gd name="connsiteX4" fmla="*/ 317201 w 363279"/>
                  <a:gd name="connsiteY4" fmla="*/ 236681 h 249854"/>
                  <a:gd name="connsiteX5" fmla="*/ 363015 w 363279"/>
                  <a:gd name="connsiteY5" fmla="*/ 174452 h 249854"/>
                  <a:gd name="connsiteX6" fmla="*/ 347949 w 363279"/>
                  <a:gd name="connsiteY6" fmla="*/ 64209 h 249854"/>
                  <a:gd name="connsiteX7" fmla="*/ 259546 w 363279"/>
                  <a:gd name="connsiteY7" fmla="*/ 88578 h 249854"/>
                  <a:gd name="connsiteX8" fmla="*/ 162618 w 363279"/>
                  <a:gd name="connsiteY8" fmla="*/ 98005 h 249854"/>
                  <a:gd name="connsiteX9" fmla="*/ 107693 w 363279"/>
                  <a:gd name="connsiteY9" fmla="*/ 83864 h 249854"/>
                  <a:gd name="connsiteX10" fmla="*/ 67306 w 363279"/>
                  <a:gd name="connsiteY10" fmla="*/ 55585 h 249854"/>
                  <a:gd name="connsiteX11" fmla="*/ 29413 w 363279"/>
                  <a:gd name="connsiteY11" fmla="*/ 2354 h 249854"/>
                  <a:gd name="connsiteX0" fmla="*/ 29413 w 363279"/>
                  <a:gd name="connsiteY0" fmla="*/ 2354 h 249854"/>
                  <a:gd name="connsiteX1" fmla="*/ 1642 w 363279"/>
                  <a:gd name="connsiteY1" fmla="*/ 139350 h 249854"/>
                  <a:gd name="connsiteX2" fmla="*/ 79045 w 363279"/>
                  <a:gd name="connsiteY2" fmla="*/ 233778 h 249854"/>
                  <a:gd name="connsiteX3" fmla="*/ 177157 w 363279"/>
                  <a:gd name="connsiteY3" fmla="*/ 248827 h 249854"/>
                  <a:gd name="connsiteX4" fmla="*/ 317201 w 363279"/>
                  <a:gd name="connsiteY4" fmla="*/ 236681 h 249854"/>
                  <a:gd name="connsiteX5" fmla="*/ 363015 w 363279"/>
                  <a:gd name="connsiteY5" fmla="*/ 174452 h 249854"/>
                  <a:gd name="connsiteX6" fmla="*/ 347949 w 363279"/>
                  <a:gd name="connsiteY6" fmla="*/ 64209 h 249854"/>
                  <a:gd name="connsiteX7" fmla="*/ 319319 w 363279"/>
                  <a:gd name="connsiteY7" fmla="*/ 69724 h 249854"/>
                  <a:gd name="connsiteX8" fmla="*/ 259546 w 363279"/>
                  <a:gd name="connsiteY8" fmla="*/ 88578 h 249854"/>
                  <a:gd name="connsiteX9" fmla="*/ 162618 w 363279"/>
                  <a:gd name="connsiteY9" fmla="*/ 98005 h 249854"/>
                  <a:gd name="connsiteX10" fmla="*/ 107693 w 363279"/>
                  <a:gd name="connsiteY10" fmla="*/ 83864 h 249854"/>
                  <a:gd name="connsiteX11" fmla="*/ 67306 w 363279"/>
                  <a:gd name="connsiteY11" fmla="*/ 55585 h 249854"/>
                  <a:gd name="connsiteX12" fmla="*/ 29413 w 363279"/>
                  <a:gd name="connsiteY12" fmla="*/ 2354 h 249854"/>
                  <a:gd name="connsiteX0" fmla="*/ 22449 w 364322"/>
                  <a:gd name="connsiteY0" fmla="*/ 6638 h 212230"/>
                  <a:gd name="connsiteX1" fmla="*/ 2685 w 364322"/>
                  <a:gd name="connsiteY1" fmla="*/ 101726 h 212230"/>
                  <a:gd name="connsiteX2" fmla="*/ 80088 w 364322"/>
                  <a:gd name="connsiteY2" fmla="*/ 196154 h 212230"/>
                  <a:gd name="connsiteX3" fmla="*/ 178200 w 364322"/>
                  <a:gd name="connsiteY3" fmla="*/ 211203 h 212230"/>
                  <a:gd name="connsiteX4" fmla="*/ 318244 w 364322"/>
                  <a:gd name="connsiteY4" fmla="*/ 199057 h 212230"/>
                  <a:gd name="connsiteX5" fmla="*/ 364058 w 364322"/>
                  <a:gd name="connsiteY5" fmla="*/ 136828 h 212230"/>
                  <a:gd name="connsiteX6" fmla="*/ 348992 w 364322"/>
                  <a:gd name="connsiteY6" fmla="*/ 26585 h 212230"/>
                  <a:gd name="connsiteX7" fmla="*/ 320362 w 364322"/>
                  <a:gd name="connsiteY7" fmla="*/ 32100 h 212230"/>
                  <a:gd name="connsiteX8" fmla="*/ 260589 w 364322"/>
                  <a:gd name="connsiteY8" fmla="*/ 50954 h 212230"/>
                  <a:gd name="connsiteX9" fmla="*/ 163661 w 364322"/>
                  <a:gd name="connsiteY9" fmla="*/ 60381 h 212230"/>
                  <a:gd name="connsiteX10" fmla="*/ 108736 w 364322"/>
                  <a:gd name="connsiteY10" fmla="*/ 46240 h 212230"/>
                  <a:gd name="connsiteX11" fmla="*/ 68349 w 364322"/>
                  <a:gd name="connsiteY11" fmla="*/ 17961 h 212230"/>
                  <a:gd name="connsiteX12" fmla="*/ 22449 w 364322"/>
                  <a:gd name="connsiteY12" fmla="*/ 6638 h 212230"/>
                  <a:gd name="connsiteX0" fmla="*/ 23299 w 365172"/>
                  <a:gd name="connsiteY0" fmla="*/ 2304 h 207896"/>
                  <a:gd name="connsiteX1" fmla="*/ 14125 w 365172"/>
                  <a:gd name="connsiteY1" fmla="*/ 38891 h 207896"/>
                  <a:gd name="connsiteX2" fmla="*/ 3535 w 365172"/>
                  <a:gd name="connsiteY2" fmla="*/ 97392 h 207896"/>
                  <a:gd name="connsiteX3" fmla="*/ 80938 w 365172"/>
                  <a:gd name="connsiteY3" fmla="*/ 191820 h 207896"/>
                  <a:gd name="connsiteX4" fmla="*/ 179050 w 365172"/>
                  <a:gd name="connsiteY4" fmla="*/ 206869 h 207896"/>
                  <a:gd name="connsiteX5" fmla="*/ 319094 w 365172"/>
                  <a:gd name="connsiteY5" fmla="*/ 194723 h 207896"/>
                  <a:gd name="connsiteX6" fmla="*/ 364908 w 365172"/>
                  <a:gd name="connsiteY6" fmla="*/ 132494 h 207896"/>
                  <a:gd name="connsiteX7" fmla="*/ 349842 w 365172"/>
                  <a:gd name="connsiteY7" fmla="*/ 22251 h 207896"/>
                  <a:gd name="connsiteX8" fmla="*/ 321212 w 365172"/>
                  <a:gd name="connsiteY8" fmla="*/ 27766 h 207896"/>
                  <a:gd name="connsiteX9" fmla="*/ 261439 w 365172"/>
                  <a:gd name="connsiteY9" fmla="*/ 46620 h 207896"/>
                  <a:gd name="connsiteX10" fmla="*/ 164511 w 365172"/>
                  <a:gd name="connsiteY10" fmla="*/ 56047 h 207896"/>
                  <a:gd name="connsiteX11" fmla="*/ 109586 w 365172"/>
                  <a:gd name="connsiteY11" fmla="*/ 41906 h 207896"/>
                  <a:gd name="connsiteX12" fmla="*/ 69199 w 365172"/>
                  <a:gd name="connsiteY12" fmla="*/ 13627 h 207896"/>
                  <a:gd name="connsiteX13" fmla="*/ 23299 w 365172"/>
                  <a:gd name="connsiteY13" fmla="*/ 2304 h 207896"/>
                  <a:gd name="connsiteX0" fmla="*/ 21244 w 363117"/>
                  <a:gd name="connsiteY0" fmla="*/ 2304 h 207389"/>
                  <a:gd name="connsiteX1" fmla="*/ 12070 w 363117"/>
                  <a:gd name="connsiteY1" fmla="*/ 38891 h 207389"/>
                  <a:gd name="connsiteX2" fmla="*/ 3882 w 363117"/>
                  <a:gd name="connsiteY2" fmla="*/ 121959 h 207389"/>
                  <a:gd name="connsiteX3" fmla="*/ 78883 w 363117"/>
                  <a:gd name="connsiteY3" fmla="*/ 191820 h 207389"/>
                  <a:gd name="connsiteX4" fmla="*/ 176995 w 363117"/>
                  <a:gd name="connsiteY4" fmla="*/ 206869 h 207389"/>
                  <a:gd name="connsiteX5" fmla="*/ 317039 w 363117"/>
                  <a:gd name="connsiteY5" fmla="*/ 194723 h 207389"/>
                  <a:gd name="connsiteX6" fmla="*/ 362853 w 363117"/>
                  <a:gd name="connsiteY6" fmla="*/ 132494 h 207389"/>
                  <a:gd name="connsiteX7" fmla="*/ 347787 w 363117"/>
                  <a:gd name="connsiteY7" fmla="*/ 22251 h 207389"/>
                  <a:gd name="connsiteX8" fmla="*/ 319157 w 363117"/>
                  <a:gd name="connsiteY8" fmla="*/ 27766 h 207389"/>
                  <a:gd name="connsiteX9" fmla="*/ 259384 w 363117"/>
                  <a:gd name="connsiteY9" fmla="*/ 46620 h 207389"/>
                  <a:gd name="connsiteX10" fmla="*/ 162456 w 363117"/>
                  <a:gd name="connsiteY10" fmla="*/ 56047 h 207389"/>
                  <a:gd name="connsiteX11" fmla="*/ 107531 w 363117"/>
                  <a:gd name="connsiteY11" fmla="*/ 41906 h 207389"/>
                  <a:gd name="connsiteX12" fmla="*/ 67144 w 363117"/>
                  <a:gd name="connsiteY12" fmla="*/ 13627 h 207389"/>
                  <a:gd name="connsiteX13" fmla="*/ 21244 w 363117"/>
                  <a:gd name="connsiteY13" fmla="*/ 2304 h 207389"/>
                  <a:gd name="connsiteX0" fmla="*/ 16181 w 358054"/>
                  <a:gd name="connsiteY0" fmla="*/ 2304 h 207321"/>
                  <a:gd name="connsiteX1" fmla="*/ 7007 w 358054"/>
                  <a:gd name="connsiteY1" fmla="*/ 38891 h 207321"/>
                  <a:gd name="connsiteX2" fmla="*/ 5225 w 358054"/>
                  <a:gd name="connsiteY2" fmla="*/ 127740 h 207321"/>
                  <a:gd name="connsiteX3" fmla="*/ 73820 w 358054"/>
                  <a:gd name="connsiteY3" fmla="*/ 191820 h 207321"/>
                  <a:gd name="connsiteX4" fmla="*/ 171932 w 358054"/>
                  <a:gd name="connsiteY4" fmla="*/ 206869 h 207321"/>
                  <a:gd name="connsiteX5" fmla="*/ 311976 w 358054"/>
                  <a:gd name="connsiteY5" fmla="*/ 194723 h 207321"/>
                  <a:gd name="connsiteX6" fmla="*/ 357790 w 358054"/>
                  <a:gd name="connsiteY6" fmla="*/ 132494 h 207321"/>
                  <a:gd name="connsiteX7" fmla="*/ 342724 w 358054"/>
                  <a:gd name="connsiteY7" fmla="*/ 22251 h 207321"/>
                  <a:gd name="connsiteX8" fmla="*/ 314094 w 358054"/>
                  <a:gd name="connsiteY8" fmla="*/ 27766 h 207321"/>
                  <a:gd name="connsiteX9" fmla="*/ 254321 w 358054"/>
                  <a:gd name="connsiteY9" fmla="*/ 46620 h 207321"/>
                  <a:gd name="connsiteX10" fmla="*/ 157393 w 358054"/>
                  <a:gd name="connsiteY10" fmla="*/ 56047 h 207321"/>
                  <a:gd name="connsiteX11" fmla="*/ 102468 w 358054"/>
                  <a:gd name="connsiteY11" fmla="*/ 41906 h 207321"/>
                  <a:gd name="connsiteX12" fmla="*/ 62081 w 358054"/>
                  <a:gd name="connsiteY12" fmla="*/ 13627 h 207321"/>
                  <a:gd name="connsiteX13" fmla="*/ 16181 w 358054"/>
                  <a:gd name="connsiteY13" fmla="*/ 2304 h 207321"/>
                  <a:gd name="connsiteX0" fmla="*/ 16181 w 358054"/>
                  <a:gd name="connsiteY0" fmla="*/ 4016 h 209033"/>
                  <a:gd name="connsiteX1" fmla="*/ 7007 w 358054"/>
                  <a:gd name="connsiteY1" fmla="*/ 63725 h 209033"/>
                  <a:gd name="connsiteX2" fmla="*/ 5225 w 358054"/>
                  <a:gd name="connsiteY2" fmla="*/ 129452 h 209033"/>
                  <a:gd name="connsiteX3" fmla="*/ 73820 w 358054"/>
                  <a:gd name="connsiteY3" fmla="*/ 193532 h 209033"/>
                  <a:gd name="connsiteX4" fmla="*/ 171932 w 358054"/>
                  <a:gd name="connsiteY4" fmla="*/ 208581 h 209033"/>
                  <a:gd name="connsiteX5" fmla="*/ 311976 w 358054"/>
                  <a:gd name="connsiteY5" fmla="*/ 196435 h 209033"/>
                  <a:gd name="connsiteX6" fmla="*/ 357790 w 358054"/>
                  <a:gd name="connsiteY6" fmla="*/ 134206 h 209033"/>
                  <a:gd name="connsiteX7" fmla="*/ 342724 w 358054"/>
                  <a:gd name="connsiteY7" fmla="*/ 23963 h 209033"/>
                  <a:gd name="connsiteX8" fmla="*/ 314094 w 358054"/>
                  <a:gd name="connsiteY8" fmla="*/ 29478 h 209033"/>
                  <a:gd name="connsiteX9" fmla="*/ 254321 w 358054"/>
                  <a:gd name="connsiteY9" fmla="*/ 48332 h 209033"/>
                  <a:gd name="connsiteX10" fmla="*/ 157393 w 358054"/>
                  <a:gd name="connsiteY10" fmla="*/ 57759 h 209033"/>
                  <a:gd name="connsiteX11" fmla="*/ 102468 w 358054"/>
                  <a:gd name="connsiteY11" fmla="*/ 43618 h 209033"/>
                  <a:gd name="connsiteX12" fmla="*/ 62081 w 358054"/>
                  <a:gd name="connsiteY12" fmla="*/ 15339 h 209033"/>
                  <a:gd name="connsiteX13" fmla="*/ 16181 w 358054"/>
                  <a:gd name="connsiteY13" fmla="*/ 4016 h 209033"/>
                  <a:gd name="connsiteX0" fmla="*/ 16181 w 358054"/>
                  <a:gd name="connsiteY0" fmla="*/ 4016 h 209033"/>
                  <a:gd name="connsiteX1" fmla="*/ 7007 w 358054"/>
                  <a:gd name="connsiteY1" fmla="*/ 63725 h 209033"/>
                  <a:gd name="connsiteX2" fmla="*/ 5225 w 358054"/>
                  <a:gd name="connsiteY2" fmla="*/ 129452 h 209033"/>
                  <a:gd name="connsiteX3" fmla="*/ 73820 w 358054"/>
                  <a:gd name="connsiteY3" fmla="*/ 193532 h 209033"/>
                  <a:gd name="connsiteX4" fmla="*/ 171932 w 358054"/>
                  <a:gd name="connsiteY4" fmla="*/ 208581 h 209033"/>
                  <a:gd name="connsiteX5" fmla="*/ 311976 w 358054"/>
                  <a:gd name="connsiteY5" fmla="*/ 196435 h 209033"/>
                  <a:gd name="connsiteX6" fmla="*/ 357790 w 358054"/>
                  <a:gd name="connsiteY6" fmla="*/ 134206 h 209033"/>
                  <a:gd name="connsiteX7" fmla="*/ 342724 w 358054"/>
                  <a:gd name="connsiteY7" fmla="*/ 23963 h 209033"/>
                  <a:gd name="connsiteX8" fmla="*/ 314094 w 358054"/>
                  <a:gd name="connsiteY8" fmla="*/ 29478 h 209033"/>
                  <a:gd name="connsiteX9" fmla="*/ 254321 w 358054"/>
                  <a:gd name="connsiteY9" fmla="*/ 48332 h 209033"/>
                  <a:gd name="connsiteX10" fmla="*/ 157393 w 358054"/>
                  <a:gd name="connsiteY10" fmla="*/ 57759 h 209033"/>
                  <a:gd name="connsiteX11" fmla="*/ 102468 w 358054"/>
                  <a:gd name="connsiteY11" fmla="*/ 36393 h 209033"/>
                  <a:gd name="connsiteX12" fmla="*/ 62081 w 358054"/>
                  <a:gd name="connsiteY12" fmla="*/ 15339 h 209033"/>
                  <a:gd name="connsiteX13" fmla="*/ 16181 w 358054"/>
                  <a:gd name="connsiteY13" fmla="*/ 4016 h 209033"/>
                  <a:gd name="connsiteX0" fmla="*/ 16181 w 358054"/>
                  <a:gd name="connsiteY0" fmla="*/ 4016 h 209033"/>
                  <a:gd name="connsiteX1" fmla="*/ 7007 w 358054"/>
                  <a:gd name="connsiteY1" fmla="*/ 63725 h 209033"/>
                  <a:gd name="connsiteX2" fmla="*/ 5225 w 358054"/>
                  <a:gd name="connsiteY2" fmla="*/ 129452 h 209033"/>
                  <a:gd name="connsiteX3" fmla="*/ 73820 w 358054"/>
                  <a:gd name="connsiteY3" fmla="*/ 193532 h 209033"/>
                  <a:gd name="connsiteX4" fmla="*/ 171932 w 358054"/>
                  <a:gd name="connsiteY4" fmla="*/ 208581 h 209033"/>
                  <a:gd name="connsiteX5" fmla="*/ 311976 w 358054"/>
                  <a:gd name="connsiteY5" fmla="*/ 196435 h 209033"/>
                  <a:gd name="connsiteX6" fmla="*/ 357790 w 358054"/>
                  <a:gd name="connsiteY6" fmla="*/ 134206 h 209033"/>
                  <a:gd name="connsiteX7" fmla="*/ 342724 w 358054"/>
                  <a:gd name="connsiteY7" fmla="*/ 23963 h 209033"/>
                  <a:gd name="connsiteX8" fmla="*/ 314094 w 358054"/>
                  <a:gd name="connsiteY8" fmla="*/ 29478 h 209033"/>
                  <a:gd name="connsiteX9" fmla="*/ 254321 w 358054"/>
                  <a:gd name="connsiteY9" fmla="*/ 48332 h 209033"/>
                  <a:gd name="connsiteX10" fmla="*/ 156592 w 358054"/>
                  <a:gd name="connsiteY10" fmla="*/ 50534 h 209033"/>
                  <a:gd name="connsiteX11" fmla="*/ 102468 w 358054"/>
                  <a:gd name="connsiteY11" fmla="*/ 36393 h 209033"/>
                  <a:gd name="connsiteX12" fmla="*/ 62081 w 358054"/>
                  <a:gd name="connsiteY12" fmla="*/ 15339 h 209033"/>
                  <a:gd name="connsiteX13" fmla="*/ 16181 w 358054"/>
                  <a:gd name="connsiteY13" fmla="*/ 4016 h 209033"/>
                  <a:gd name="connsiteX0" fmla="*/ 16181 w 358054"/>
                  <a:gd name="connsiteY0" fmla="*/ 4016 h 209033"/>
                  <a:gd name="connsiteX1" fmla="*/ 7007 w 358054"/>
                  <a:gd name="connsiteY1" fmla="*/ 63725 h 209033"/>
                  <a:gd name="connsiteX2" fmla="*/ 5225 w 358054"/>
                  <a:gd name="connsiteY2" fmla="*/ 129452 h 209033"/>
                  <a:gd name="connsiteX3" fmla="*/ 73820 w 358054"/>
                  <a:gd name="connsiteY3" fmla="*/ 193532 h 209033"/>
                  <a:gd name="connsiteX4" fmla="*/ 171932 w 358054"/>
                  <a:gd name="connsiteY4" fmla="*/ 208581 h 209033"/>
                  <a:gd name="connsiteX5" fmla="*/ 311976 w 358054"/>
                  <a:gd name="connsiteY5" fmla="*/ 196435 h 209033"/>
                  <a:gd name="connsiteX6" fmla="*/ 357790 w 358054"/>
                  <a:gd name="connsiteY6" fmla="*/ 134206 h 209033"/>
                  <a:gd name="connsiteX7" fmla="*/ 342724 w 358054"/>
                  <a:gd name="connsiteY7" fmla="*/ 23963 h 209033"/>
                  <a:gd name="connsiteX8" fmla="*/ 314094 w 358054"/>
                  <a:gd name="connsiteY8" fmla="*/ 29478 h 209033"/>
                  <a:gd name="connsiteX9" fmla="*/ 255122 w 358054"/>
                  <a:gd name="connsiteY9" fmla="*/ 29546 h 209033"/>
                  <a:gd name="connsiteX10" fmla="*/ 156592 w 358054"/>
                  <a:gd name="connsiteY10" fmla="*/ 50534 h 209033"/>
                  <a:gd name="connsiteX11" fmla="*/ 102468 w 358054"/>
                  <a:gd name="connsiteY11" fmla="*/ 36393 h 209033"/>
                  <a:gd name="connsiteX12" fmla="*/ 62081 w 358054"/>
                  <a:gd name="connsiteY12" fmla="*/ 15339 h 209033"/>
                  <a:gd name="connsiteX13" fmla="*/ 16181 w 358054"/>
                  <a:gd name="connsiteY13" fmla="*/ 4016 h 209033"/>
                  <a:gd name="connsiteX0" fmla="*/ 16181 w 358054"/>
                  <a:gd name="connsiteY0" fmla="*/ 4016 h 209033"/>
                  <a:gd name="connsiteX1" fmla="*/ 7007 w 358054"/>
                  <a:gd name="connsiteY1" fmla="*/ 63725 h 209033"/>
                  <a:gd name="connsiteX2" fmla="*/ 5225 w 358054"/>
                  <a:gd name="connsiteY2" fmla="*/ 129452 h 209033"/>
                  <a:gd name="connsiteX3" fmla="*/ 73820 w 358054"/>
                  <a:gd name="connsiteY3" fmla="*/ 193532 h 209033"/>
                  <a:gd name="connsiteX4" fmla="*/ 171932 w 358054"/>
                  <a:gd name="connsiteY4" fmla="*/ 208581 h 209033"/>
                  <a:gd name="connsiteX5" fmla="*/ 311976 w 358054"/>
                  <a:gd name="connsiteY5" fmla="*/ 196435 h 209033"/>
                  <a:gd name="connsiteX6" fmla="*/ 357790 w 358054"/>
                  <a:gd name="connsiteY6" fmla="*/ 134206 h 209033"/>
                  <a:gd name="connsiteX7" fmla="*/ 342724 w 358054"/>
                  <a:gd name="connsiteY7" fmla="*/ 23963 h 209033"/>
                  <a:gd name="connsiteX8" fmla="*/ 314094 w 358054"/>
                  <a:gd name="connsiteY8" fmla="*/ 29478 h 209033"/>
                  <a:gd name="connsiteX9" fmla="*/ 251919 w 358054"/>
                  <a:gd name="connsiteY9" fmla="*/ 46887 h 209033"/>
                  <a:gd name="connsiteX10" fmla="*/ 156592 w 358054"/>
                  <a:gd name="connsiteY10" fmla="*/ 50534 h 209033"/>
                  <a:gd name="connsiteX11" fmla="*/ 102468 w 358054"/>
                  <a:gd name="connsiteY11" fmla="*/ 36393 h 209033"/>
                  <a:gd name="connsiteX12" fmla="*/ 62081 w 358054"/>
                  <a:gd name="connsiteY12" fmla="*/ 15339 h 209033"/>
                  <a:gd name="connsiteX13" fmla="*/ 16181 w 358054"/>
                  <a:gd name="connsiteY13" fmla="*/ 4016 h 209033"/>
                  <a:gd name="connsiteX0" fmla="*/ 16181 w 358054"/>
                  <a:gd name="connsiteY0" fmla="*/ 4016 h 209033"/>
                  <a:gd name="connsiteX1" fmla="*/ 7007 w 358054"/>
                  <a:gd name="connsiteY1" fmla="*/ 63725 h 209033"/>
                  <a:gd name="connsiteX2" fmla="*/ 5225 w 358054"/>
                  <a:gd name="connsiteY2" fmla="*/ 129452 h 209033"/>
                  <a:gd name="connsiteX3" fmla="*/ 73820 w 358054"/>
                  <a:gd name="connsiteY3" fmla="*/ 193532 h 209033"/>
                  <a:gd name="connsiteX4" fmla="*/ 171932 w 358054"/>
                  <a:gd name="connsiteY4" fmla="*/ 208581 h 209033"/>
                  <a:gd name="connsiteX5" fmla="*/ 311976 w 358054"/>
                  <a:gd name="connsiteY5" fmla="*/ 196435 h 209033"/>
                  <a:gd name="connsiteX6" fmla="*/ 357790 w 358054"/>
                  <a:gd name="connsiteY6" fmla="*/ 134206 h 209033"/>
                  <a:gd name="connsiteX7" fmla="*/ 345126 w 358054"/>
                  <a:gd name="connsiteY7" fmla="*/ 32634 h 209033"/>
                  <a:gd name="connsiteX8" fmla="*/ 314094 w 358054"/>
                  <a:gd name="connsiteY8" fmla="*/ 29478 h 209033"/>
                  <a:gd name="connsiteX9" fmla="*/ 251919 w 358054"/>
                  <a:gd name="connsiteY9" fmla="*/ 46887 h 209033"/>
                  <a:gd name="connsiteX10" fmla="*/ 156592 w 358054"/>
                  <a:gd name="connsiteY10" fmla="*/ 50534 h 209033"/>
                  <a:gd name="connsiteX11" fmla="*/ 102468 w 358054"/>
                  <a:gd name="connsiteY11" fmla="*/ 36393 h 209033"/>
                  <a:gd name="connsiteX12" fmla="*/ 62081 w 358054"/>
                  <a:gd name="connsiteY12" fmla="*/ 15339 h 209033"/>
                  <a:gd name="connsiteX13" fmla="*/ 16181 w 358054"/>
                  <a:gd name="connsiteY13" fmla="*/ 4016 h 209033"/>
                  <a:gd name="connsiteX0" fmla="*/ 16181 w 358765"/>
                  <a:gd name="connsiteY0" fmla="*/ 4016 h 209033"/>
                  <a:gd name="connsiteX1" fmla="*/ 7007 w 358765"/>
                  <a:gd name="connsiteY1" fmla="*/ 63725 h 209033"/>
                  <a:gd name="connsiteX2" fmla="*/ 5225 w 358765"/>
                  <a:gd name="connsiteY2" fmla="*/ 129452 h 209033"/>
                  <a:gd name="connsiteX3" fmla="*/ 73820 w 358765"/>
                  <a:gd name="connsiteY3" fmla="*/ 193532 h 209033"/>
                  <a:gd name="connsiteX4" fmla="*/ 171932 w 358765"/>
                  <a:gd name="connsiteY4" fmla="*/ 208581 h 209033"/>
                  <a:gd name="connsiteX5" fmla="*/ 311976 w 358765"/>
                  <a:gd name="connsiteY5" fmla="*/ 196435 h 209033"/>
                  <a:gd name="connsiteX6" fmla="*/ 358590 w 358765"/>
                  <a:gd name="connsiteY6" fmla="*/ 125535 h 209033"/>
                  <a:gd name="connsiteX7" fmla="*/ 345126 w 358765"/>
                  <a:gd name="connsiteY7" fmla="*/ 32634 h 209033"/>
                  <a:gd name="connsiteX8" fmla="*/ 314094 w 358765"/>
                  <a:gd name="connsiteY8" fmla="*/ 29478 h 209033"/>
                  <a:gd name="connsiteX9" fmla="*/ 251919 w 358765"/>
                  <a:gd name="connsiteY9" fmla="*/ 46887 h 209033"/>
                  <a:gd name="connsiteX10" fmla="*/ 156592 w 358765"/>
                  <a:gd name="connsiteY10" fmla="*/ 50534 h 209033"/>
                  <a:gd name="connsiteX11" fmla="*/ 102468 w 358765"/>
                  <a:gd name="connsiteY11" fmla="*/ 36393 h 209033"/>
                  <a:gd name="connsiteX12" fmla="*/ 62081 w 358765"/>
                  <a:gd name="connsiteY12" fmla="*/ 15339 h 209033"/>
                  <a:gd name="connsiteX13" fmla="*/ 16181 w 358765"/>
                  <a:gd name="connsiteY13" fmla="*/ 4016 h 209033"/>
                  <a:gd name="connsiteX0" fmla="*/ 16181 w 358765"/>
                  <a:gd name="connsiteY0" fmla="*/ 4016 h 208752"/>
                  <a:gd name="connsiteX1" fmla="*/ 7007 w 358765"/>
                  <a:gd name="connsiteY1" fmla="*/ 63725 h 208752"/>
                  <a:gd name="connsiteX2" fmla="*/ 5225 w 358765"/>
                  <a:gd name="connsiteY2" fmla="*/ 129452 h 208752"/>
                  <a:gd name="connsiteX3" fmla="*/ 73820 w 358765"/>
                  <a:gd name="connsiteY3" fmla="*/ 193532 h 208752"/>
                  <a:gd name="connsiteX4" fmla="*/ 171932 w 358765"/>
                  <a:gd name="connsiteY4" fmla="*/ 208581 h 208752"/>
                  <a:gd name="connsiteX5" fmla="*/ 311976 w 358765"/>
                  <a:gd name="connsiteY5" fmla="*/ 187765 h 208752"/>
                  <a:gd name="connsiteX6" fmla="*/ 358590 w 358765"/>
                  <a:gd name="connsiteY6" fmla="*/ 125535 h 208752"/>
                  <a:gd name="connsiteX7" fmla="*/ 345126 w 358765"/>
                  <a:gd name="connsiteY7" fmla="*/ 32634 h 208752"/>
                  <a:gd name="connsiteX8" fmla="*/ 314094 w 358765"/>
                  <a:gd name="connsiteY8" fmla="*/ 29478 h 208752"/>
                  <a:gd name="connsiteX9" fmla="*/ 251919 w 358765"/>
                  <a:gd name="connsiteY9" fmla="*/ 46887 h 208752"/>
                  <a:gd name="connsiteX10" fmla="*/ 156592 w 358765"/>
                  <a:gd name="connsiteY10" fmla="*/ 50534 h 208752"/>
                  <a:gd name="connsiteX11" fmla="*/ 102468 w 358765"/>
                  <a:gd name="connsiteY11" fmla="*/ 36393 h 208752"/>
                  <a:gd name="connsiteX12" fmla="*/ 62081 w 358765"/>
                  <a:gd name="connsiteY12" fmla="*/ 15339 h 208752"/>
                  <a:gd name="connsiteX13" fmla="*/ 16181 w 358765"/>
                  <a:gd name="connsiteY13" fmla="*/ 4016 h 208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58765" h="208752">
                    <a:moveTo>
                      <a:pt x="16181" y="4016"/>
                    </a:moveTo>
                    <a:cubicBezTo>
                      <a:pt x="7002" y="12080"/>
                      <a:pt x="10301" y="47877"/>
                      <a:pt x="7007" y="63725"/>
                    </a:cubicBezTo>
                    <a:cubicBezTo>
                      <a:pt x="3713" y="79573"/>
                      <a:pt x="-5910" y="107818"/>
                      <a:pt x="5225" y="129452"/>
                    </a:cubicBezTo>
                    <a:cubicBezTo>
                      <a:pt x="16360" y="151086"/>
                      <a:pt x="46036" y="180344"/>
                      <a:pt x="73820" y="193532"/>
                    </a:cubicBezTo>
                    <a:cubicBezTo>
                      <a:pt x="101604" y="206720"/>
                      <a:pt x="132239" y="209542"/>
                      <a:pt x="171932" y="208581"/>
                    </a:cubicBezTo>
                    <a:cubicBezTo>
                      <a:pt x="211625" y="207620"/>
                      <a:pt x="280866" y="201606"/>
                      <a:pt x="311976" y="187765"/>
                    </a:cubicBezTo>
                    <a:cubicBezTo>
                      <a:pt x="343086" y="173924"/>
                      <a:pt x="360735" y="170596"/>
                      <a:pt x="358590" y="125535"/>
                    </a:cubicBezTo>
                    <a:cubicBezTo>
                      <a:pt x="351902" y="63780"/>
                      <a:pt x="352542" y="48644"/>
                      <a:pt x="345126" y="32634"/>
                    </a:cubicBezTo>
                    <a:cubicBezTo>
                      <a:pt x="337710" y="16625"/>
                      <a:pt x="329629" y="27103"/>
                      <a:pt x="314094" y="29478"/>
                    </a:cubicBezTo>
                    <a:cubicBezTo>
                      <a:pt x="298560" y="31854"/>
                      <a:pt x="278169" y="43378"/>
                      <a:pt x="251919" y="46887"/>
                    </a:cubicBezTo>
                    <a:cubicBezTo>
                      <a:pt x="225669" y="50396"/>
                      <a:pt x="181500" y="52283"/>
                      <a:pt x="156592" y="50534"/>
                    </a:cubicBezTo>
                    <a:cubicBezTo>
                      <a:pt x="131684" y="48785"/>
                      <a:pt x="118353" y="43463"/>
                      <a:pt x="102468" y="36393"/>
                    </a:cubicBezTo>
                    <a:cubicBezTo>
                      <a:pt x="86583" y="29323"/>
                      <a:pt x="73781" y="25782"/>
                      <a:pt x="62081" y="15339"/>
                    </a:cubicBezTo>
                    <a:cubicBezTo>
                      <a:pt x="40150" y="183"/>
                      <a:pt x="25360" y="-4048"/>
                      <a:pt x="16181" y="4016"/>
                    </a:cubicBezTo>
                    <a:close/>
                  </a:path>
                </a:pathLst>
              </a:custGeom>
              <a:solidFill>
                <a:schemeClr val="bg1">
                  <a:alpha val="85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C2D34C1E-23CC-4753-BCE6-94520516B352}"/>
                </a:ext>
              </a:extLst>
            </p:cNvPr>
            <p:cNvSpPr/>
            <p:nvPr/>
          </p:nvSpPr>
          <p:spPr>
            <a:xfrm>
              <a:off x="2693935" y="3981369"/>
              <a:ext cx="195832" cy="332498"/>
            </a:xfrm>
            <a:custGeom>
              <a:avLst/>
              <a:gdLst>
                <a:gd name="connsiteX0" fmla="*/ 32573 w 227652"/>
                <a:gd name="connsiteY0" fmla="*/ 289473 h 336858"/>
                <a:gd name="connsiteX1" fmla="*/ 104540 w 227652"/>
                <a:gd name="connsiteY1" fmla="*/ 327573 h 336858"/>
                <a:gd name="connsiteX2" fmla="*/ 206140 w 227652"/>
                <a:gd name="connsiteY2" fmla="*/ 331807 h 336858"/>
                <a:gd name="connsiteX3" fmla="*/ 227306 w 227652"/>
                <a:gd name="connsiteY3" fmla="*/ 306407 h 336858"/>
                <a:gd name="connsiteX4" fmla="*/ 197673 w 227652"/>
                <a:gd name="connsiteY4" fmla="*/ 27007 h 336858"/>
                <a:gd name="connsiteX5" fmla="*/ 172273 w 227652"/>
                <a:gd name="connsiteY5" fmla="*/ 10073 h 336858"/>
                <a:gd name="connsiteX6" fmla="*/ 7173 w 227652"/>
                <a:gd name="connsiteY6" fmla="*/ 14307 h 336858"/>
                <a:gd name="connsiteX7" fmla="*/ 28340 w 227652"/>
                <a:gd name="connsiteY7" fmla="*/ 179407 h 336858"/>
                <a:gd name="connsiteX8" fmla="*/ 32573 w 227652"/>
                <a:gd name="connsiteY8" fmla="*/ 289473 h 336858"/>
                <a:gd name="connsiteX0" fmla="*/ 32573 w 227751"/>
                <a:gd name="connsiteY0" fmla="*/ 289473 h 362584"/>
                <a:gd name="connsiteX1" fmla="*/ 96074 w 227751"/>
                <a:gd name="connsiteY1" fmla="*/ 361440 h 362584"/>
                <a:gd name="connsiteX2" fmla="*/ 206140 w 227751"/>
                <a:gd name="connsiteY2" fmla="*/ 331807 h 362584"/>
                <a:gd name="connsiteX3" fmla="*/ 227306 w 227751"/>
                <a:gd name="connsiteY3" fmla="*/ 306407 h 362584"/>
                <a:gd name="connsiteX4" fmla="*/ 197673 w 227751"/>
                <a:gd name="connsiteY4" fmla="*/ 27007 h 362584"/>
                <a:gd name="connsiteX5" fmla="*/ 172273 w 227751"/>
                <a:gd name="connsiteY5" fmla="*/ 10073 h 362584"/>
                <a:gd name="connsiteX6" fmla="*/ 7173 w 227751"/>
                <a:gd name="connsiteY6" fmla="*/ 14307 h 362584"/>
                <a:gd name="connsiteX7" fmla="*/ 28340 w 227751"/>
                <a:gd name="connsiteY7" fmla="*/ 179407 h 362584"/>
                <a:gd name="connsiteX8" fmla="*/ 32573 w 227751"/>
                <a:gd name="connsiteY8" fmla="*/ 289473 h 362584"/>
                <a:gd name="connsiteX0" fmla="*/ 32573 w 227445"/>
                <a:gd name="connsiteY0" fmla="*/ 289473 h 371863"/>
                <a:gd name="connsiteX1" fmla="*/ 96074 w 227445"/>
                <a:gd name="connsiteY1" fmla="*/ 361440 h 371863"/>
                <a:gd name="connsiteX2" fmla="*/ 184974 w 227445"/>
                <a:gd name="connsiteY2" fmla="*/ 365674 h 371863"/>
                <a:gd name="connsiteX3" fmla="*/ 227306 w 227445"/>
                <a:gd name="connsiteY3" fmla="*/ 306407 h 371863"/>
                <a:gd name="connsiteX4" fmla="*/ 197673 w 227445"/>
                <a:gd name="connsiteY4" fmla="*/ 27007 h 371863"/>
                <a:gd name="connsiteX5" fmla="*/ 172273 w 227445"/>
                <a:gd name="connsiteY5" fmla="*/ 10073 h 371863"/>
                <a:gd name="connsiteX6" fmla="*/ 7173 w 227445"/>
                <a:gd name="connsiteY6" fmla="*/ 14307 h 371863"/>
                <a:gd name="connsiteX7" fmla="*/ 28340 w 227445"/>
                <a:gd name="connsiteY7" fmla="*/ 179407 h 371863"/>
                <a:gd name="connsiteX8" fmla="*/ 32573 w 227445"/>
                <a:gd name="connsiteY8" fmla="*/ 289473 h 371863"/>
                <a:gd name="connsiteX0" fmla="*/ 32573 w 231661"/>
                <a:gd name="connsiteY0" fmla="*/ 289473 h 373943"/>
                <a:gd name="connsiteX1" fmla="*/ 96074 w 231661"/>
                <a:gd name="connsiteY1" fmla="*/ 361440 h 373943"/>
                <a:gd name="connsiteX2" fmla="*/ 184974 w 231661"/>
                <a:gd name="connsiteY2" fmla="*/ 365674 h 373943"/>
                <a:gd name="connsiteX3" fmla="*/ 231540 w 231661"/>
                <a:gd name="connsiteY3" fmla="*/ 276774 h 373943"/>
                <a:gd name="connsiteX4" fmla="*/ 197673 w 231661"/>
                <a:gd name="connsiteY4" fmla="*/ 27007 h 373943"/>
                <a:gd name="connsiteX5" fmla="*/ 172273 w 231661"/>
                <a:gd name="connsiteY5" fmla="*/ 10073 h 373943"/>
                <a:gd name="connsiteX6" fmla="*/ 7173 w 231661"/>
                <a:gd name="connsiteY6" fmla="*/ 14307 h 373943"/>
                <a:gd name="connsiteX7" fmla="*/ 28340 w 231661"/>
                <a:gd name="connsiteY7" fmla="*/ 179407 h 373943"/>
                <a:gd name="connsiteX8" fmla="*/ 32573 w 231661"/>
                <a:gd name="connsiteY8" fmla="*/ 289473 h 373943"/>
                <a:gd name="connsiteX0" fmla="*/ 24262 w 231817"/>
                <a:gd name="connsiteY0" fmla="*/ 297939 h 373531"/>
                <a:gd name="connsiteX1" fmla="*/ 96230 w 231817"/>
                <a:gd name="connsiteY1" fmla="*/ 361440 h 373531"/>
                <a:gd name="connsiteX2" fmla="*/ 185130 w 231817"/>
                <a:gd name="connsiteY2" fmla="*/ 365674 h 373531"/>
                <a:gd name="connsiteX3" fmla="*/ 231696 w 231817"/>
                <a:gd name="connsiteY3" fmla="*/ 276774 h 373531"/>
                <a:gd name="connsiteX4" fmla="*/ 197829 w 231817"/>
                <a:gd name="connsiteY4" fmla="*/ 27007 h 373531"/>
                <a:gd name="connsiteX5" fmla="*/ 172429 w 231817"/>
                <a:gd name="connsiteY5" fmla="*/ 10073 h 373531"/>
                <a:gd name="connsiteX6" fmla="*/ 7329 w 231817"/>
                <a:gd name="connsiteY6" fmla="*/ 14307 h 373531"/>
                <a:gd name="connsiteX7" fmla="*/ 28496 w 231817"/>
                <a:gd name="connsiteY7" fmla="*/ 179407 h 373531"/>
                <a:gd name="connsiteX8" fmla="*/ 24262 w 231817"/>
                <a:gd name="connsiteY8" fmla="*/ 297939 h 373531"/>
                <a:gd name="connsiteX0" fmla="*/ 25473 w 233028"/>
                <a:gd name="connsiteY0" fmla="*/ 297939 h 373531"/>
                <a:gd name="connsiteX1" fmla="*/ 97441 w 233028"/>
                <a:gd name="connsiteY1" fmla="*/ 361440 h 373531"/>
                <a:gd name="connsiteX2" fmla="*/ 186341 w 233028"/>
                <a:gd name="connsiteY2" fmla="*/ 365674 h 373531"/>
                <a:gd name="connsiteX3" fmla="*/ 232907 w 233028"/>
                <a:gd name="connsiteY3" fmla="*/ 276774 h 373531"/>
                <a:gd name="connsiteX4" fmla="*/ 199040 w 233028"/>
                <a:gd name="connsiteY4" fmla="*/ 27007 h 373531"/>
                <a:gd name="connsiteX5" fmla="*/ 173640 w 233028"/>
                <a:gd name="connsiteY5" fmla="*/ 10073 h 373531"/>
                <a:gd name="connsiteX6" fmla="*/ 8540 w 233028"/>
                <a:gd name="connsiteY6" fmla="*/ 14307 h 373531"/>
                <a:gd name="connsiteX7" fmla="*/ 21241 w 233028"/>
                <a:gd name="connsiteY7" fmla="*/ 196340 h 373531"/>
                <a:gd name="connsiteX8" fmla="*/ 25473 w 233028"/>
                <a:gd name="connsiteY8" fmla="*/ 297939 h 373531"/>
                <a:gd name="connsiteX0" fmla="*/ 7949 w 215504"/>
                <a:gd name="connsiteY0" fmla="*/ 296522 h 372114"/>
                <a:gd name="connsiteX1" fmla="*/ 79917 w 215504"/>
                <a:gd name="connsiteY1" fmla="*/ 360023 h 372114"/>
                <a:gd name="connsiteX2" fmla="*/ 168817 w 215504"/>
                <a:gd name="connsiteY2" fmla="*/ 364257 h 372114"/>
                <a:gd name="connsiteX3" fmla="*/ 215383 w 215504"/>
                <a:gd name="connsiteY3" fmla="*/ 275357 h 372114"/>
                <a:gd name="connsiteX4" fmla="*/ 181516 w 215504"/>
                <a:gd name="connsiteY4" fmla="*/ 25590 h 372114"/>
                <a:gd name="connsiteX5" fmla="*/ 156116 w 215504"/>
                <a:gd name="connsiteY5" fmla="*/ 8656 h 372114"/>
                <a:gd name="connsiteX6" fmla="*/ 24882 w 215504"/>
                <a:gd name="connsiteY6" fmla="*/ 29823 h 372114"/>
                <a:gd name="connsiteX7" fmla="*/ 3717 w 215504"/>
                <a:gd name="connsiteY7" fmla="*/ 194923 h 372114"/>
                <a:gd name="connsiteX8" fmla="*/ 7949 w 215504"/>
                <a:gd name="connsiteY8" fmla="*/ 296522 h 372114"/>
                <a:gd name="connsiteX0" fmla="*/ 7949 w 215521"/>
                <a:gd name="connsiteY0" fmla="*/ 296522 h 372114"/>
                <a:gd name="connsiteX1" fmla="*/ 79917 w 215521"/>
                <a:gd name="connsiteY1" fmla="*/ 360023 h 372114"/>
                <a:gd name="connsiteX2" fmla="*/ 168817 w 215521"/>
                <a:gd name="connsiteY2" fmla="*/ 364257 h 372114"/>
                <a:gd name="connsiteX3" fmla="*/ 215383 w 215521"/>
                <a:gd name="connsiteY3" fmla="*/ 275357 h 372114"/>
                <a:gd name="connsiteX4" fmla="*/ 181516 w 215521"/>
                <a:gd name="connsiteY4" fmla="*/ 25590 h 372114"/>
                <a:gd name="connsiteX5" fmla="*/ 134950 w 215521"/>
                <a:gd name="connsiteY5" fmla="*/ 8656 h 372114"/>
                <a:gd name="connsiteX6" fmla="*/ 24882 w 215521"/>
                <a:gd name="connsiteY6" fmla="*/ 29823 h 372114"/>
                <a:gd name="connsiteX7" fmla="*/ 3717 w 215521"/>
                <a:gd name="connsiteY7" fmla="*/ 194923 h 372114"/>
                <a:gd name="connsiteX8" fmla="*/ 7949 w 215521"/>
                <a:gd name="connsiteY8" fmla="*/ 296522 h 372114"/>
                <a:gd name="connsiteX0" fmla="*/ 7949 w 215534"/>
                <a:gd name="connsiteY0" fmla="*/ 285830 h 361422"/>
                <a:gd name="connsiteX1" fmla="*/ 79917 w 215534"/>
                <a:gd name="connsiteY1" fmla="*/ 349331 h 361422"/>
                <a:gd name="connsiteX2" fmla="*/ 168817 w 215534"/>
                <a:gd name="connsiteY2" fmla="*/ 353565 h 361422"/>
                <a:gd name="connsiteX3" fmla="*/ 215383 w 215534"/>
                <a:gd name="connsiteY3" fmla="*/ 264665 h 361422"/>
                <a:gd name="connsiteX4" fmla="*/ 181516 w 215534"/>
                <a:gd name="connsiteY4" fmla="*/ 14898 h 361422"/>
                <a:gd name="connsiteX5" fmla="*/ 122250 w 215534"/>
                <a:gd name="connsiteY5" fmla="*/ 27597 h 361422"/>
                <a:gd name="connsiteX6" fmla="*/ 24882 w 215534"/>
                <a:gd name="connsiteY6" fmla="*/ 19131 h 361422"/>
                <a:gd name="connsiteX7" fmla="*/ 3717 w 215534"/>
                <a:gd name="connsiteY7" fmla="*/ 184231 h 361422"/>
                <a:gd name="connsiteX8" fmla="*/ 7949 w 215534"/>
                <a:gd name="connsiteY8" fmla="*/ 285830 h 361422"/>
                <a:gd name="connsiteX0" fmla="*/ 7949 w 215951"/>
                <a:gd name="connsiteY0" fmla="*/ 285830 h 361422"/>
                <a:gd name="connsiteX1" fmla="*/ 79917 w 215951"/>
                <a:gd name="connsiteY1" fmla="*/ 349331 h 361422"/>
                <a:gd name="connsiteX2" fmla="*/ 168817 w 215951"/>
                <a:gd name="connsiteY2" fmla="*/ 353565 h 361422"/>
                <a:gd name="connsiteX3" fmla="*/ 215383 w 215951"/>
                <a:gd name="connsiteY3" fmla="*/ 264665 h 361422"/>
                <a:gd name="connsiteX4" fmla="*/ 189982 w 215951"/>
                <a:gd name="connsiteY4" fmla="*/ 14898 h 361422"/>
                <a:gd name="connsiteX5" fmla="*/ 122250 w 215951"/>
                <a:gd name="connsiteY5" fmla="*/ 27597 h 361422"/>
                <a:gd name="connsiteX6" fmla="*/ 24882 w 215951"/>
                <a:gd name="connsiteY6" fmla="*/ 19131 h 361422"/>
                <a:gd name="connsiteX7" fmla="*/ 3717 w 215951"/>
                <a:gd name="connsiteY7" fmla="*/ 184231 h 361422"/>
                <a:gd name="connsiteX8" fmla="*/ 7949 w 215951"/>
                <a:gd name="connsiteY8" fmla="*/ 285830 h 361422"/>
                <a:gd name="connsiteX0" fmla="*/ 7949 w 215777"/>
                <a:gd name="connsiteY0" fmla="*/ 285830 h 351955"/>
                <a:gd name="connsiteX1" fmla="*/ 79917 w 215777"/>
                <a:gd name="connsiteY1" fmla="*/ 349331 h 351955"/>
                <a:gd name="connsiteX2" fmla="*/ 173051 w 215777"/>
                <a:gd name="connsiteY2" fmla="*/ 332399 h 351955"/>
                <a:gd name="connsiteX3" fmla="*/ 215383 w 215777"/>
                <a:gd name="connsiteY3" fmla="*/ 264665 h 351955"/>
                <a:gd name="connsiteX4" fmla="*/ 189982 w 215777"/>
                <a:gd name="connsiteY4" fmla="*/ 14898 h 351955"/>
                <a:gd name="connsiteX5" fmla="*/ 122250 w 215777"/>
                <a:gd name="connsiteY5" fmla="*/ 27597 h 351955"/>
                <a:gd name="connsiteX6" fmla="*/ 24882 w 215777"/>
                <a:gd name="connsiteY6" fmla="*/ 19131 h 351955"/>
                <a:gd name="connsiteX7" fmla="*/ 3717 w 215777"/>
                <a:gd name="connsiteY7" fmla="*/ 184231 h 351955"/>
                <a:gd name="connsiteX8" fmla="*/ 7949 w 215777"/>
                <a:gd name="connsiteY8" fmla="*/ 285830 h 351955"/>
                <a:gd name="connsiteX0" fmla="*/ 7676 w 215504"/>
                <a:gd name="connsiteY0" fmla="*/ 285830 h 348318"/>
                <a:gd name="connsiteX1" fmla="*/ 75410 w 215504"/>
                <a:gd name="connsiteY1" fmla="*/ 345097 h 348318"/>
                <a:gd name="connsiteX2" fmla="*/ 172778 w 215504"/>
                <a:gd name="connsiteY2" fmla="*/ 332399 h 348318"/>
                <a:gd name="connsiteX3" fmla="*/ 215110 w 215504"/>
                <a:gd name="connsiteY3" fmla="*/ 264665 h 348318"/>
                <a:gd name="connsiteX4" fmla="*/ 189709 w 215504"/>
                <a:gd name="connsiteY4" fmla="*/ 14898 h 348318"/>
                <a:gd name="connsiteX5" fmla="*/ 121977 w 215504"/>
                <a:gd name="connsiteY5" fmla="*/ 27597 h 348318"/>
                <a:gd name="connsiteX6" fmla="*/ 24609 w 215504"/>
                <a:gd name="connsiteY6" fmla="*/ 19131 h 348318"/>
                <a:gd name="connsiteX7" fmla="*/ 3444 w 215504"/>
                <a:gd name="connsiteY7" fmla="*/ 184231 h 348318"/>
                <a:gd name="connsiteX8" fmla="*/ 7676 w 215504"/>
                <a:gd name="connsiteY8" fmla="*/ 285830 h 348318"/>
                <a:gd name="connsiteX0" fmla="*/ 7948 w 215776"/>
                <a:gd name="connsiteY0" fmla="*/ 285830 h 337760"/>
                <a:gd name="connsiteX1" fmla="*/ 79915 w 215776"/>
                <a:gd name="connsiteY1" fmla="*/ 328163 h 337760"/>
                <a:gd name="connsiteX2" fmla="*/ 173050 w 215776"/>
                <a:gd name="connsiteY2" fmla="*/ 332399 h 337760"/>
                <a:gd name="connsiteX3" fmla="*/ 215382 w 215776"/>
                <a:gd name="connsiteY3" fmla="*/ 264665 h 337760"/>
                <a:gd name="connsiteX4" fmla="*/ 189981 w 215776"/>
                <a:gd name="connsiteY4" fmla="*/ 14898 h 337760"/>
                <a:gd name="connsiteX5" fmla="*/ 122249 w 215776"/>
                <a:gd name="connsiteY5" fmla="*/ 27597 h 337760"/>
                <a:gd name="connsiteX6" fmla="*/ 24881 w 215776"/>
                <a:gd name="connsiteY6" fmla="*/ 19131 h 337760"/>
                <a:gd name="connsiteX7" fmla="*/ 3716 w 215776"/>
                <a:gd name="connsiteY7" fmla="*/ 184231 h 337760"/>
                <a:gd name="connsiteX8" fmla="*/ 7948 w 215776"/>
                <a:gd name="connsiteY8" fmla="*/ 285830 h 337760"/>
                <a:gd name="connsiteX0" fmla="*/ 7948 w 216142"/>
                <a:gd name="connsiteY0" fmla="*/ 285830 h 332498"/>
                <a:gd name="connsiteX1" fmla="*/ 79915 w 216142"/>
                <a:gd name="connsiteY1" fmla="*/ 328163 h 332498"/>
                <a:gd name="connsiteX2" fmla="*/ 164584 w 216142"/>
                <a:gd name="connsiteY2" fmla="*/ 323933 h 332498"/>
                <a:gd name="connsiteX3" fmla="*/ 215382 w 216142"/>
                <a:gd name="connsiteY3" fmla="*/ 264665 h 332498"/>
                <a:gd name="connsiteX4" fmla="*/ 189981 w 216142"/>
                <a:gd name="connsiteY4" fmla="*/ 14898 h 332498"/>
                <a:gd name="connsiteX5" fmla="*/ 122249 w 216142"/>
                <a:gd name="connsiteY5" fmla="*/ 27597 h 332498"/>
                <a:gd name="connsiteX6" fmla="*/ 24881 w 216142"/>
                <a:gd name="connsiteY6" fmla="*/ 19131 h 332498"/>
                <a:gd name="connsiteX7" fmla="*/ 3716 w 216142"/>
                <a:gd name="connsiteY7" fmla="*/ 184231 h 332498"/>
                <a:gd name="connsiteX8" fmla="*/ 7948 w 216142"/>
                <a:gd name="connsiteY8" fmla="*/ 285830 h 3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142" h="332498">
                  <a:moveTo>
                    <a:pt x="7948" y="285830"/>
                  </a:moveTo>
                  <a:cubicBezTo>
                    <a:pt x="20648" y="309819"/>
                    <a:pt x="53809" y="321813"/>
                    <a:pt x="79915" y="328163"/>
                  </a:cubicBezTo>
                  <a:cubicBezTo>
                    <a:pt x="106021" y="334514"/>
                    <a:pt x="142006" y="334516"/>
                    <a:pt x="164584" y="323933"/>
                  </a:cubicBezTo>
                  <a:cubicBezTo>
                    <a:pt x="187162" y="313350"/>
                    <a:pt x="211149" y="316171"/>
                    <a:pt x="215382" y="264665"/>
                  </a:cubicBezTo>
                  <a:cubicBezTo>
                    <a:pt x="219615" y="213159"/>
                    <a:pt x="205503" y="54409"/>
                    <a:pt x="189981" y="14898"/>
                  </a:cubicBezTo>
                  <a:cubicBezTo>
                    <a:pt x="174459" y="-24613"/>
                    <a:pt x="149766" y="26892"/>
                    <a:pt x="122249" y="27597"/>
                  </a:cubicBezTo>
                  <a:cubicBezTo>
                    <a:pt x="94732" y="28303"/>
                    <a:pt x="48870" y="-9091"/>
                    <a:pt x="24881" y="19131"/>
                  </a:cubicBezTo>
                  <a:cubicBezTo>
                    <a:pt x="892" y="47353"/>
                    <a:pt x="6538" y="139781"/>
                    <a:pt x="3716" y="184231"/>
                  </a:cubicBezTo>
                  <a:cubicBezTo>
                    <a:pt x="894" y="228681"/>
                    <a:pt x="-4752" y="261841"/>
                    <a:pt x="7948" y="285830"/>
                  </a:cubicBezTo>
                  <a:close/>
                </a:path>
              </a:pathLst>
            </a:custGeom>
            <a:solidFill>
              <a:schemeClr val="bg1"/>
            </a:solidFill>
            <a:ln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6000">
                    <a:schemeClr val="bg2">
                      <a:lumMod val="9000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968561F-B73F-4A89-8DB8-D4887F53E1FD}"/>
                </a:ext>
              </a:extLst>
            </p:cNvPr>
            <p:cNvSpPr/>
            <p:nvPr/>
          </p:nvSpPr>
          <p:spPr>
            <a:xfrm>
              <a:off x="3220041" y="3998114"/>
              <a:ext cx="183275" cy="332498"/>
            </a:xfrm>
            <a:custGeom>
              <a:avLst/>
              <a:gdLst>
                <a:gd name="connsiteX0" fmla="*/ 32573 w 227652"/>
                <a:gd name="connsiteY0" fmla="*/ 289473 h 336858"/>
                <a:gd name="connsiteX1" fmla="*/ 104540 w 227652"/>
                <a:gd name="connsiteY1" fmla="*/ 327573 h 336858"/>
                <a:gd name="connsiteX2" fmla="*/ 206140 w 227652"/>
                <a:gd name="connsiteY2" fmla="*/ 331807 h 336858"/>
                <a:gd name="connsiteX3" fmla="*/ 227306 w 227652"/>
                <a:gd name="connsiteY3" fmla="*/ 306407 h 336858"/>
                <a:gd name="connsiteX4" fmla="*/ 197673 w 227652"/>
                <a:gd name="connsiteY4" fmla="*/ 27007 h 336858"/>
                <a:gd name="connsiteX5" fmla="*/ 172273 w 227652"/>
                <a:gd name="connsiteY5" fmla="*/ 10073 h 336858"/>
                <a:gd name="connsiteX6" fmla="*/ 7173 w 227652"/>
                <a:gd name="connsiteY6" fmla="*/ 14307 h 336858"/>
                <a:gd name="connsiteX7" fmla="*/ 28340 w 227652"/>
                <a:gd name="connsiteY7" fmla="*/ 179407 h 336858"/>
                <a:gd name="connsiteX8" fmla="*/ 32573 w 227652"/>
                <a:gd name="connsiteY8" fmla="*/ 289473 h 336858"/>
                <a:gd name="connsiteX0" fmla="*/ 32573 w 227751"/>
                <a:gd name="connsiteY0" fmla="*/ 289473 h 362584"/>
                <a:gd name="connsiteX1" fmla="*/ 96074 w 227751"/>
                <a:gd name="connsiteY1" fmla="*/ 361440 h 362584"/>
                <a:gd name="connsiteX2" fmla="*/ 206140 w 227751"/>
                <a:gd name="connsiteY2" fmla="*/ 331807 h 362584"/>
                <a:gd name="connsiteX3" fmla="*/ 227306 w 227751"/>
                <a:gd name="connsiteY3" fmla="*/ 306407 h 362584"/>
                <a:gd name="connsiteX4" fmla="*/ 197673 w 227751"/>
                <a:gd name="connsiteY4" fmla="*/ 27007 h 362584"/>
                <a:gd name="connsiteX5" fmla="*/ 172273 w 227751"/>
                <a:gd name="connsiteY5" fmla="*/ 10073 h 362584"/>
                <a:gd name="connsiteX6" fmla="*/ 7173 w 227751"/>
                <a:gd name="connsiteY6" fmla="*/ 14307 h 362584"/>
                <a:gd name="connsiteX7" fmla="*/ 28340 w 227751"/>
                <a:gd name="connsiteY7" fmla="*/ 179407 h 362584"/>
                <a:gd name="connsiteX8" fmla="*/ 32573 w 227751"/>
                <a:gd name="connsiteY8" fmla="*/ 289473 h 362584"/>
                <a:gd name="connsiteX0" fmla="*/ 32573 w 227445"/>
                <a:gd name="connsiteY0" fmla="*/ 289473 h 371863"/>
                <a:gd name="connsiteX1" fmla="*/ 96074 w 227445"/>
                <a:gd name="connsiteY1" fmla="*/ 361440 h 371863"/>
                <a:gd name="connsiteX2" fmla="*/ 184974 w 227445"/>
                <a:gd name="connsiteY2" fmla="*/ 365674 h 371863"/>
                <a:gd name="connsiteX3" fmla="*/ 227306 w 227445"/>
                <a:gd name="connsiteY3" fmla="*/ 306407 h 371863"/>
                <a:gd name="connsiteX4" fmla="*/ 197673 w 227445"/>
                <a:gd name="connsiteY4" fmla="*/ 27007 h 371863"/>
                <a:gd name="connsiteX5" fmla="*/ 172273 w 227445"/>
                <a:gd name="connsiteY5" fmla="*/ 10073 h 371863"/>
                <a:gd name="connsiteX6" fmla="*/ 7173 w 227445"/>
                <a:gd name="connsiteY6" fmla="*/ 14307 h 371863"/>
                <a:gd name="connsiteX7" fmla="*/ 28340 w 227445"/>
                <a:gd name="connsiteY7" fmla="*/ 179407 h 371863"/>
                <a:gd name="connsiteX8" fmla="*/ 32573 w 227445"/>
                <a:gd name="connsiteY8" fmla="*/ 289473 h 371863"/>
                <a:gd name="connsiteX0" fmla="*/ 32573 w 231661"/>
                <a:gd name="connsiteY0" fmla="*/ 289473 h 373943"/>
                <a:gd name="connsiteX1" fmla="*/ 96074 w 231661"/>
                <a:gd name="connsiteY1" fmla="*/ 361440 h 373943"/>
                <a:gd name="connsiteX2" fmla="*/ 184974 w 231661"/>
                <a:gd name="connsiteY2" fmla="*/ 365674 h 373943"/>
                <a:gd name="connsiteX3" fmla="*/ 231540 w 231661"/>
                <a:gd name="connsiteY3" fmla="*/ 276774 h 373943"/>
                <a:gd name="connsiteX4" fmla="*/ 197673 w 231661"/>
                <a:gd name="connsiteY4" fmla="*/ 27007 h 373943"/>
                <a:gd name="connsiteX5" fmla="*/ 172273 w 231661"/>
                <a:gd name="connsiteY5" fmla="*/ 10073 h 373943"/>
                <a:gd name="connsiteX6" fmla="*/ 7173 w 231661"/>
                <a:gd name="connsiteY6" fmla="*/ 14307 h 373943"/>
                <a:gd name="connsiteX7" fmla="*/ 28340 w 231661"/>
                <a:gd name="connsiteY7" fmla="*/ 179407 h 373943"/>
                <a:gd name="connsiteX8" fmla="*/ 32573 w 231661"/>
                <a:gd name="connsiteY8" fmla="*/ 289473 h 373943"/>
                <a:gd name="connsiteX0" fmla="*/ 24262 w 231817"/>
                <a:gd name="connsiteY0" fmla="*/ 297939 h 373531"/>
                <a:gd name="connsiteX1" fmla="*/ 96230 w 231817"/>
                <a:gd name="connsiteY1" fmla="*/ 361440 h 373531"/>
                <a:gd name="connsiteX2" fmla="*/ 185130 w 231817"/>
                <a:gd name="connsiteY2" fmla="*/ 365674 h 373531"/>
                <a:gd name="connsiteX3" fmla="*/ 231696 w 231817"/>
                <a:gd name="connsiteY3" fmla="*/ 276774 h 373531"/>
                <a:gd name="connsiteX4" fmla="*/ 197829 w 231817"/>
                <a:gd name="connsiteY4" fmla="*/ 27007 h 373531"/>
                <a:gd name="connsiteX5" fmla="*/ 172429 w 231817"/>
                <a:gd name="connsiteY5" fmla="*/ 10073 h 373531"/>
                <a:gd name="connsiteX6" fmla="*/ 7329 w 231817"/>
                <a:gd name="connsiteY6" fmla="*/ 14307 h 373531"/>
                <a:gd name="connsiteX7" fmla="*/ 28496 w 231817"/>
                <a:gd name="connsiteY7" fmla="*/ 179407 h 373531"/>
                <a:gd name="connsiteX8" fmla="*/ 24262 w 231817"/>
                <a:gd name="connsiteY8" fmla="*/ 297939 h 373531"/>
                <a:gd name="connsiteX0" fmla="*/ 25473 w 233028"/>
                <a:gd name="connsiteY0" fmla="*/ 297939 h 373531"/>
                <a:gd name="connsiteX1" fmla="*/ 97441 w 233028"/>
                <a:gd name="connsiteY1" fmla="*/ 361440 h 373531"/>
                <a:gd name="connsiteX2" fmla="*/ 186341 w 233028"/>
                <a:gd name="connsiteY2" fmla="*/ 365674 h 373531"/>
                <a:gd name="connsiteX3" fmla="*/ 232907 w 233028"/>
                <a:gd name="connsiteY3" fmla="*/ 276774 h 373531"/>
                <a:gd name="connsiteX4" fmla="*/ 199040 w 233028"/>
                <a:gd name="connsiteY4" fmla="*/ 27007 h 373531"/>
                <a:gd name="connsiteX5" fmla="*/ 173640 w 233028"/>
                <a:gd name="connsiteY5" fmla="*/ 10073 h 373531"/>
                <a:gd name="connsiteX6" fmla="*/ 8540 w 233028"/>
                <a:gd name="connsiteY6" fmla="*/ 14307 h 373531"/>
                <a:gd name="connsiteX7" fmla="*/ 21241 w 233028"/>
                <a:gd name="connsiteY7" fmla="*/ 196340 h 373531"/>
                <a:gd name="connsiteX8" fmla="*/ 25473 w 233028"/>
                <a:gd name="connsiteY8" fmla="*/ 297939 h 373531"/>
                <a:gd name="connsiteX0" fmla="*/ 7949 w 215504"/>
                <a:gd name="connsiteY0" fmla="*/ 296522 h 372114"/>
                <a:gd name="connsiteX1" fmla="*/ 79917 w 215504"/>
                <a:gd name="connsiteY1" fmla="*/ 360023 h 372114"/>
                <a:gd name="connsiteX2" fmla="*/ 168817 w 215504"/>
                <a:gd name="connsiteY2" fmla="*/ 364257 h 372114"/>
                <a:gd name="connsiteX3" fmla="*/ 215383 w 215504"/>
                <a:gd name="connsiteY3" fmla="*/ 275357 h 372114"/>
                <a:gd name="connsiteX4" fmla="*/ 181516 w 215504"/>
                <a:gd name="connsiteY4" fmla="*/ 25590 h 372114"/>
                <a:gd name="connsiteX5" fmla="*/ 156116 w 215504"/>
                <a:gd name="connsiteY5" fmla="*/ 8656 h 372114"/>
                <a:gd name="connsiteX6" fmla="*/ 24882 w 215504"/>
                <a:gd name="connsiteY6" fmla="*/ 29823 h 372114"/>
                <a:gd name="connsiteX7" fmla="*/ 3717 w 215504"/>
                <a:gd name="connsiteY7" fmla="*/ 194923 h 372114"/>
                <a:gd name="connsiteX8" fmla="*/ 7949 w 215504"/>
                <a:gd name="connsiteY8" fmla="*/ 296522 h 372114"/>
                <a:gd name="connsiteX0" fmla="*/ 7949 w 215521"/>
                <a:gd name="connsiteY0" fmla="*/ 296522 h 372114"/>
                <a:gd name="connsiteX1" fmla="*/ 79917 w 215521"/>
                <a:gd name="connsiteY1" fmla="*/ 360023 h 372114"/>
                <a:gd name="connsiteX2" fmla="*/ 168817 w 215521"/>
                <a:gd name="connsiteY2" fmla="*/ 364257 h 372114"/>
                <a:gd name="connsiteX3" fmla="*/ 215383 w 215521"/>
                <a:gd name="connsiteY3" fmla="*/ 275357 h 372114"/>
                <a:gd name="connsiteX4" fmla="*/ 181516 w 215521"/>
                <a:gd name="connsiteY4" fmla="*/ 25590 h 372114"/>
                <a:gd name="connsiteX5" fmla="*/ 134950 w 215521"/>
                <a:gd name="connsiteY5" fmla="*/ 8656 h 372114"/>
                <a:gd name="connsiteX6" fmla="*/ 24882 w 215521"/>
                <a:gd name="connsiteY6" fmla="*/ 29823 h 372114"/>
                <a:gd name="connsiteX7" fmla="*/ 3717 w 215521"/>
                <a:gd name="connsiteY7" fmla="*/ 194923 h 372114"/>
                <a:gd name="connsiteX8" fmla="*/ 7949 w 215521"/>
                <a:gd name="connsiteY8" fmla="*/ 296522 h 372114"/>
                <a:gd name="connsiteX0" fmla="*/ 7949 w 215534"/>
                <a:gd name="connsiteY0" fmla="*/ 285830 h 361422"/>
                <a:gd name="connsiteX1" fmla="*/ 79917 w 215534"/>
                <a:gd name="connsiteY1" fmla="*/ 349331 h 361422"/>
                <a:gd name="connsiteX2" fmla="*/ 168817 w 215534"/>
                <a:gd name="connsiteY2" fmla="*/ 353565 h 361422"/>
                <a:gd name="connsiteX3" fmla="*/ 215383 w 215534"/>
                <a:gd name="connsiteY3" fmla="*/ 264665 h 361422"/>
                <a:gd name="connsiteX4" fmla="*/ 181516 w 215534"/>
                <a:gd name="connsiteY4" fmla="*/ 14898 h 361422"/>
                <a:gd name="connsiteX5" fmla="*/ 122250 w 215534"/>
                <a:gd name="connsiteY5" fmla="*/ 27597 h 361422"/>
                <a:gd name="connsiteX6" fmla="*/ 24882 w 215534"/>
                <a:gd name="connsiteY6" fmla="*/ 19131 h 361422"/>
                <a:gd name="connsiteX7" fmla="*/ 3717 w 215534"/>
                <a:gd name="connsiteY7" fmla="*/ 184231 h 361422"/>
                <a:gd name="connsiteX8" fmla="*/ 7949 w 215534"/>
                <a:gd name="connsiteY8" fmla="*/ 285830 h 361422"/>
                <a:gd name="connsiteX0" fmla="*/ 7949 w 215951"/>
                <a:gd name="connsiteY0" fmla="*/ 285830 h 361422"/>
                <a:gd name="connsiteX1" fmla="*/ 79917 w 215951"/>
                <a:gd name="connsiteY1" fmla="*/ 349331 h 361422"/>
                <a:gd name="connsiteX2" fmla="*/ 168817 w 215951"/>
                <a:gd name="connsiteY2" fmla="*/ 353565 h 361422"/>
                <a:gd name="connsiteX3" fmla="*/ 215383 w 215951"/>
                <a:gd name="connsiteY3" fmla="*/ 264665 h 361422"/>
                <a:gd name="connsiteX4" fmla="*/ 189982 w 215951"/>
                <a:gd name="connsiteY4" fmla="*/ 14898 h 361422"/>
                <a:gd name="connsiteX5" fmla="*/ 122250 w 215951"/>
                <a:gd name="connsiteY5" fmla="*/ 27597 h 361422"/>
                <a:gd name="connsiteX6" fmla="*/ 24882 w 215951"/>
                <a:gd name="connsiteY6" fmla="*/ 19131 h 361422"/>
                <a:gd name="connsiteX7" fmla="*/ 3717 w 215951"/>
                <a:gd name="connsiteY7" fmla="*/ 184231 h 361422"/>
                <a:gd name="connsiteX8" fmla="*/ 7949 w 215951"/>
                <a:gd name="connsiteY8" fmla="*/ 285830 h 361422"/>
                <a:gd name="connsiteX0" fmla="*/ 7949 w 215777"/>
                <a:gd name="connsiteY0" fmla="*/ 285830 h 351955"/>
                <a:gd name="connsiteX1" fmla="*/ 79917 w 215777"/>
                <a:gd name="connsiteY1" fmla="*/ 349331 h 351955"/>
                <a:gd name="connsiteX2" fmla="*/ 173051 w 215777"/>
                <a:gd name="connsiteY2" fmla="*/ 332399 h 351955"/>
                <a:gd name="connsiteX3" fmla="*/ 215383 w 215777"/>
                <a:gd name="connsiteY3" fmla="*/ 264665 h 351955"/>
                <a:gd name="connsiteX4" fmla="*/ 189982 w 215777"/>
                <a:gd name="connsiteY4" fmla="*/ 14898 h 351955"/>
                <a:gd name="connsiteX5" fmla="*/ 122250 w 215777"/>
                <a:gd name="connsiteY5" fmla="*/ 27597 h 351955"/>
                <a:gd name="connsiteX6" fmla="*/ 24882 w 215777"/>
                <a:gd name="connsiteY6" fmla="*/ 19131 h 351955"/>
                <a:gd name="connsiteX7" fmla="*/ 3717 w 215777"/>
                <a:gd name="connsiteY7" fmla="*/ 184231 h 351955"/>
                <a:gd name="connsiteX8" fmla="*/ 7949 w 215777"/>
                <a:gd name="connsiteY8" fmla="*/ 285830 h 351955"/>
                <a:gd name="connsiteX0" fmla="*/ 7676 w 215504"/>
                <a:gd name="connsiteY0" fmla="*/ 285830 h 348318"/>
                <a:gd name="connsiteX1" fmla="*/ 75410 w 215504"/>
                <a:gd name="connsiteY1" fmla="*/ 345097 h 348318"/>
                <a:gd name="connsiteX2" fmla="*/ 172778 w 215504"/>
                <a:gd name="connsiteY2" fmla="*/ 332399 h 348318"/>
                <a:gd name="connsiteX3" fmla="*/ 215110 w 215504"/>
                <a:gd name="connsiteY3" fmla="*/ 264665 h 348318"/>
                <a:gd name="connsiteX4" fmla="*/ 189709 w 215504"/>
                <a:gd name="connsiteY4" fmla="*/ 14898 h 348318"/>
                <a:gd name="connsiteX5" fmla="*/ 121977 w 215504"/>
                <a:gd name="connsiteY5" fmla="*/ 27597 h 348318"/>
                <a:gd name="connsiteX6" fmla="*/ 24609 w 215504"/>
                <a:gd name="connsiteY6" fmla="*/ 19131 h 348318"/>
                <a:gd name="connsiteX7" fmla="*/ 3444 w 215504"/>
                <a:gd name="connsiteY7" fmla="*/ 184231 h 348318"/>
                <a:gd name="connsiteX8" fmla="*/ 7676 w 215504"/>
                <a:gd name="connsiteY8" fmla="*/ 285830 h 348318"/>
                <a:gd name="connsiteX0" fmla="*/ 7948 w 215776"/>
                <a:gd name="connsiteY0" fmla="*/ 285830 h 337760"/>
                <a:gd name="connsiteX1" fmla="*/ 79915 w 215776"/>
                <a:gd name="connsiteY1" fmla="*/ 328163 h 337760"/>
                <a:gd name="connsiteX2" fmla="*/ 173050 w 215776"/>
                <a:gd name="connsiteY2" fmla="*/ 332399 h 337760"/>
                <a:gd name="connsiteX3" fmla="*/ 215382 w 215776"/>
                <a:gd name="connsiteY3" fmla="*/ 264665 h 337760"/>
                <a:gd name="connsiteX4" fmla="*/ 189981 w 215776"/>
                <a:gd name="connsiteY4" fmla="*/ 14898 h 337760"/>
                <a:gd name="connsiteX5" fmla="*/ 122249 w 215776"/>
                <a:gd name="connsiteY5" fmla="*/ 27597 h 337760"/>
                <a:gd name="connsiteX6" fmla="*/ 24881 w 215776"/>
                <a:gd name="connsiteY6" fmla="*/ 19131 h 337760"/>
                <a:gd name="connsiteX7" fmla="*/ 3716 w 215776"/>
                <a:gd name="connsiteY7" fmla="*/ 184231 h 337760"/>
                <a:gd name="connsiteX8" fmla="*/ 7948 w 215776"/>
                <a:gd name="connsiteY8" fmla="*/ 285830 h 337760"/>
                <a:gd name="connsiteX0" fmla="*/ 7948 w 216142"/>
                <a:gd name="connsiteY0" fmla="*/ 285830 h 332498"/>
                <a:gd name="connsiteX1" fmla="*/ 79915 w 216142"/>
                <a:gd name="connsiteY1" fmla="*/ 328163 h 332498"/>
                <a:gd name="connsiteX2" fmla="*/ 164584 w 216142"/>
                <a:gd name="connsiteY2" fmla="*/ 323933 h 332498"/>
                <a:gd name="connsiteX3" fmla="*/ 215382 w 216142"/>
                <a:gd name="connsiteY3" fmla="*/ 264665 h 332498"/>
                <a:gd name="connsiteX4" fmla="*/ 189981 w 216142"/>
                <a:gd name="connsiteY4" fmla="*/ 14898 h 332498"/>
                <a:gd name="connsiteX5" fmla="*/ 122249 w 216142"/>
                <a:gd name="connsiteY5" fmla="*/ 27597 h 332498"/>
                <a:gd name="connsiteX6" fmla="*/ 24881 w 216142"/>
                <a:gd name="connsiteY6" fmla="*/ 19131 h 332498"/>
                <a:gd name="connsiteX7" fmla="*/ 3716 w 216142"/>
                <a:gd name="connsiteY7" fmla="*/ 184231 h 332498"/>
                <a:gd name="connsiteX8" fmla="*/ 7948 w 216142"/>
                <a:gd name="connsiteY8" fmla="*/ 285830 h 3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142" h="332498">
                  <a:moveTo>
                    <a:pt x="7948" y="285830"/>
                  </a:moveTo>
                  <a:cubicBezTo>
                    <a:pt x="20648" y="309819"/>
                    <a:pt x="53809" y="321813"/>
                    <a:pt x="79915" y="328163"/>
                  </a:cubicBezTo>
                  <a:cubicBezTo>
                    <a:pt x="106021" y="334514"/>
                    <a:pt x="142006" y="334516"/>
                    <a:pt x="164584" y="323933"/>
                  </a:cubicBezTo>
                  <a:cubicBezTo>
                    <a:pt x="187162" y="313350"/>
                    <a:pt x="211149" y="316171"/>
                    <a:pt x="215382" y="264665"/>
                  </a:cubicBezTo>
                  <a:cubicBezTo>
                    <a:pt x="219615" y="213159"/>
                    <a:pt x="205503" y="54409"/>
                    <a:pt x="189981" y="14898"/>
                  </a:cubicBezTo>
                  <a:cubicBezTo>
                    <a:pt x="174459" y="-24613"/>
                    <a:pt x="149766" y="26892"/>
                    <a:pt x="122249" y="27597"/>
                  </a:cubicBezTo>
                  <a:cubicBezTo>
                    <a:pt x="94732" y="28303"/>
                    <a:pt x="48870" y="-9091"/>
                    <a:pt x="24881" y="19131"/>
                  </a:cubicBezTo>
                  <a:cubicBezTo>
                    <a:pt x="892" y="47353"/>
                    <a:pt x="6538" y="139781"/>
                    <a:pt x="3716" y="184231"/>
                  </a:cubicBezTo>
                  <a:cubicBezTo>
                    <a:pt x="894" y="228681"/>
                    <a:pt x="-4752" y="261841"/>
                    <a:pt x="7948" y="285830"/>
                  </a:cubicBezTo>
                  <a:close/>
                </a:path>
              </a:pathLst>
            </a:custGeom>
            <a:solidFill>
              <a:schemeClr val="bg1"/>
            </a:solidFill>
            <a:ln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6000">
                    <a:schemeClr val="bg2">
                      <a:lumMod val="9000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194BE956-E26E-42E2-B905-7300B1229937}"/>
                </a:ext>
              </a:extLst>
            </p:cNvPr>
            <p:cNvSpPr/>
            <p:nvPr/>
          </p:nvSpPr>
          <p:spPr>
            <a:xfrm rot="576092">
              <a:off x="2643394" y="3714694"/>
              <a:ext cx="287068" cy="464150"/>
            </a:xfrm>
            <a:custGeom>
              <a:avLst/>
              <a:gdLst>
                <a:gd name="connsiteX0" fmla="*/ 238624 w 315502"/>
                <a:gd name="connsiteY0" fmla="*/ 34813 h 366709"/>
                <a:gd name="connsiteX1" fmla="*/ 111624 w 315502"/>
                <a:gd name="connsiteY1" fmla="*/ 9413 h 366709"/>
                <a:gd name="connsiteX2" fmla="*/ 1557 w 315502"/>
                <a:gd name="connsiteY2" fmla="*/ 144880 h 366709"/>
                <a:gd name="connsiteX3" fmla="*/ 52357 w 315502"/>
                <a:gd name="connsiteY3" fmla="*/ 348080 h 366709"/>
                <a:gd name="connsiteX4" fmla="*/ 128557 w 315502"/>
                <a:gd name="connsiteY4" fmla="*/ 356547 h 366709"/>
                <a:gd name="connsiteX5" fmla="*/ 187824 w 315502"/>
                <a:gd name="connsiteY5" fmla="*/ 339613 h 366709"/>
                <a:gd name="connsiteX6" fmla="*/ 314824 w 315502"/>
                <a:gd name="connsiteY6" fmla="*/ 322680 h 366709"/>
                <a:gd name="connsiteX7" fmla="*/ 238624 w 315502"/>
                <a:gd name="connsiteY7" fmla="*/ 221080 h 366709"/>
                <a:gd name="connsiteX8" fmla="*/ 238624 w 315502"/>
                <a:gd name="connsiteY8" fmla="*/ 34813 h 366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5502" h="366709">
                  <a:moveTo>
                    <a:pt x="238624" y="34813"/>
                  </a:moveTo>
                  <a:cubicBezTo>
                    <a:pt x="217457" y="-465"/>
                    <a:pt x="151135" y="-8931"/>
                    <a:pt x="111624" y="9413"/>
                  </a:cubicBezTo>
                  <a:cubicBezTo>
                    <a:pt x="72113" y="27757"/>
                    <a:pt x="11435" y="88436"/>
                    <a:pt x="1557" y="144880"/>
                  </a:cubicBezTo>
                  <a:cubicBezTo>
                    <a:pt x="-8321" y="201324"/>
                    <a:pt x="31190" y="312802"/>
                    <a:pt x="52357" y="348080"/>
                  </a:cubicBezTo>
                  <a:cubicBezTo>
                    <a:pt x="73524" y="383358"/>
                    <a:pt x="105979" y="357958"/>
                    <a:pt x="128557" y="356547"/>
                  </a:cubicBezTo>
                  <a:cubicBezTo>
                    <a:pt x="151135" y="355136"/>
                    <a:pt x="156779" y="345258"/>
                    <a:pt x="187824" y="339613"/>
                  </a:cubicBezTo>
                  <a:cubicBezTo>
                    <a:pt x="218868" y="333969"/>
                    <a:pt x="306357" y="342435"/>
                    <a:pt x="314824" y="322680"/>
                  </a:cubicBezTo>
                  <a:cubicBezTo>
                    <a:pt x="323291" y="302925"/>
                    <a:pt x="249913" y="264824"/>
                    <a:pt x="238624" y="221080"/>
                  </a:cubicBezTo>
                  <a:cubicBezTo>
                    <a:pt x="227335" y="177336"/>
                    <a:pt x="259791" y="70091"/>
                    <a:pt x="238624" y="34813"/>
                  </a:cubicBezTo>
                  <a:close/>
                </a:path>
              </a:pathLst>
            </a:custGeom>
            <a:gradFill flip="none" rotWithShape="1">
              <a:gsLst>
                <a:gs pos="71000">
                  <a:schemeClr val="accent2">
                    <a:lumMod val="20000"/>
                    <a:lumOff val="80000"/>
                  </a:schemeClr>
                </a:gs>
                <a:gs pos="31000">
                  <a:srgbClr val="F8CCAE"/>
                </a:gs>
                <a:gs pos="0">
                  <a:srgbClr val="F6C3A0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gradFill>
                <a:gsLst>
                  <a:gs pos="35000">
                    <a:schemeClr val="accent2">
                      <a:lumMod val="20000"/>
                      <a:lumOff val="80000"/>
                    </a:schemeClr>
                  </a:gs>
                  <a:gs pos="65000">
                    <a:schemeClr val="accent2">
                      <a:lumMod val="60000"/>
                      <a:lumOff val="40000"/>
                    </a:schemeClr>
                  </a:gs>
                  <a:gs pos="83000">
                    <a:schemeClr val="accent2">
                      <a:lumMod val="75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2371E36-5CCB-4E03-B58B-10D70E085FF1}"/>
                </a:ext>
              </a:extLst>
            </p:cNvPr>
            <p:cNvSpPr/>
            <p:nvPr/>
          </p:nvSpPr>
          <p:spPr>
            <a:xfrm rot="21040209" flipH="1">
              <a:off x="3144626" y="3716861"/>
              <a:ext cx="317994" cy="464150"/>
            </a:xfrm>
            <a:custGeom>
              <a:avLst/>
              <a:gdLst>
                <a:gd name="connsiteX0" fmla="*/ 238624 w 315502"/>
                <a:gd name="connsiteY0" fmla="*/ 34813 h 366709"/>
                <a:gd name="connsiteX1" fmla="*/ 111624 w 315502"/>
                <a:gd name="connsiteY1" fmla="*/ 9413 h 366709"/>
                <a:gd name="connsiteX2" fmla="*/ 1557 w 315502"/>
                <a:gd name="connsiteY2" fmla="*/ 144880 h 366709"/>
                <a:gd name="connsiteX3" fmla="*/ 52357 w 315502"/>
                <a:gd name="connsiteY3" fmla="*/ 348080 h 366709"/>
                <a:gd name="connsiteX4" fmla="*/ 128557 w 315502"/>
                <a:gd name="connsiteY4" fmla="*/ 356547 h 366709"/>
                <a:gd name="connsiteX5" fmla="*/ 187824 w 315502"/>
                <a:gd name="connsiteY5" fmla="*/ 339613 h 366709"/>
                <a:gd name="connsiteX6" fmla="*/ 314824 w 315502"/>
                <a:gd name="connsiteY6" fmla="*/ 322680 h 366709"/>
                <a:gd name="connsiteX7" fmla="*/ 238624 w 315502"/>
                <a:gd name="connsiteY7" fmla="*/ 221080 h 366709"/>
                <a:gd name="connsiteX8" fmla="*/ 238624 w 315502"/>
                <a:gd name="connsiteY8" fmla="*/ 34813 h 366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5502" h="366709">
                  <a:moveTo>
                    <a:pt x="238624" y="34813"/>
                  </a:moveTo>
                  <a:cubicBezTo>
                    <a:pt x="217457" y="-465"/>
                    <a:pt x="151135" y="-8931"/>
                    <a:pt x="111624" y="9413"/>
                  </a:cubicBezTo>
                  <a:cubicBezTo>
                    <a:pt x="72113" y="27757"/>
                    <a:pt x="11435" y="88436"/>
                    <a:pt x="1557" y="144880"/>
                  </a:cubicBezTo>
                  <a:cubicBezTo>
                    <a:pt x="-8321" y="201324"/>
                    <a:pt x="31190" y="312802"/>
                    <a:pt x="52357" y="348080"/>
                  </a:cubicBezTo>
                  <a:cubicBezTo>
                    <a:pt x="73524" y="383358"/>
                    <a:pt x="105979" y="357958"/>
                    <a:pt x="128557" y="356547"/>
                  </a:cubicBezTo>
                  <a:cubicBezTo>
                    <a:pt x="151135" y="355136"/>
                    <a:pt x="156779" y="345258"/>
                    <a:pt x="187824" y="339613"/>
                  </a:cubicBezTo>
                  <a:cubicBezTo>
                    <a:pt x="218868" y="333969"/>
                    <a:pt x="306357" y="342435"/>
                    <a:pt x="314824" y="322680"/>
                  </a:cubicBezTo>
                  <a:cubicBezTo>
                    <a:pt x="323291" y="302925"/>
                    <a:pt x="249913" y="264824"/>
                    <a:pt x="238624" y="221080"/>
                  </a:cubicBezTo>
                  <a:cubicBezTo>
                    <a:pt x="227335" y="177336"/>
                    <a:pt x="259791" y="70091"/>
                    <a:pt x="238624" y="34813"/>
                  </a:cubicBezTo>
                  <a:close/>
                </a:path>
              </a:pathLst>
            </a:custGeom>
            <a:gradFill flip="none" rotWithShape="1">
              <a:gsLst>
                <a:gs pos="71000">
                  <a:schemeClr val="accent2">
                    <a:lumMod val="20000"/>
                    <a:lumOff val="80000"/>
                  </a:schemeClr>
                </a:gs>
                <a:gs pos="31000">
                  <a:srgbClr val="F8CCAE"/>
                </a:gs>
                <a:gs pos="0">
                  <a:srgbClr val="F6C3A0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gradFill>
                <a:gsLst>
                  <a:gs pos="35000">
                    <a:schemeClr val="accent2">
                      <a:lumMod val="20000"/>
                      <a:lumOff val="80000"/>
                    </a:schemeClr>
                  </a:gs>
                  <a:gs pos="65000">
                    <a:schemeClr val="accent2">
                      <a:lumMod val="60000"/>
                      <a:lumOff val="40000"/>
                    </a:schemeClr>
                  </a:gs>
                  <a:gs pos="83000">
                    <a:schemeClr val="accent2">
                      <a:lumMod val="75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82C5EEF1-0683-467A-9EE5-95E48CCE7846}"/>
              </a:ext>
            </a:extLst>
          </p:cNvPr>
          <p:cNvSpPr/>
          <p:nvPr/>
        </p:nvSpPr>
        <p:spPr>
          <a:xfrm>
            <a:off x="2589419" y="3132316"/>
            <a:ext cx="692503" cy="781709"/>
          </a:xfrm>
          <a:custGeom>
            <a:avLst/>
            <a:gdLst>
              <a:gd name="connsiteX0" fmla="*/ 446612 w 709149"/>
              <a:gd name="connsiteY0" fmla="*/ 781361 h 791422"/>
              <a:gd name="connsiteX1" fmla="*/ 573612 w 709149"/>
              <a:gd name="connsiteY1" fmla="*/ 705161 h 791422"/>
              <a:gd name="connsiteX2" fmla="*/ 649812 w 709149"/>
              <a:gd name="connsiteY2" fmla="*/ 603561 h 791422"/>
              <a:gd name="connsiteX3" fmla="*/ 709079 w 709149"/>
              <a:gd name="connsiteY3" fmla="*/ 112495 h 791422"/>
              <a:gd name="connsiteX4" fmla="*/ 658279 w 709149"/>
              <a:gd name="connsiteY4" fmla="*/ 10895 h 791422"/>
              <a:gd name="connsiteX5" fmla="*/ 514346 w 709149"/>
              <a:gd name="connsiteY5" fmla="*/ 36295 h 791422"/>
              <a:gd name="connsiteX6" fmla="*/ 243412 w 709149"/>
              <a:gd name="connsiteY6" fmla="*/ 307228 h 791422"/>
              <a:gd name="connsiteX7" fmla="*/ 31746 w 709149"/>
              <a:gd name="connsiteY7" fmla="*/ 391895 h 791422"/>
              <a:gd name="connsiteX8" fmla="*/ 14812 w 709149"/>
              <a:gd name="connsiteY8" fmla="*/ 544295 h 791422"/>
              <a:gd name="connsiteX9" fmla="*/ 167212 w 709149"/>
              <a:gd name="connsiteY9" fmla="*/ 705161 h 791422"/>
              <a:gd name="connsiteX10" fmla="*/ 294212 w 709149"/>
              <a:gd name="connsiteY10" fmla="*/ 781361 h 791422"/>
              <a:gd name="connsiteX11" fmla="*/ 446612 w 709149"/>
              <a:gd name="connsiteY11" fmla="*/ 781361 h 791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09149" h="791422">
                <a:moveTo>
                  <a:pt x="446612" y="781361"/>
                </a:moveTo>
                <a:cubicBezTo>
                  <a:pt x="493179" y="768661"/>
                  <a:pt x="539745" y="734794"/>
                  <a:pt x="573612" y="705161"/>
                </a:cubicBezTo>
                <a:cubicBezTo>
                  <a:pt x="607479" y="675528"/>
                  <a:pt x="627234" y="702339"/>
                  <a:pt x="649812" y="603561"/>
                </a:cubicBezTo>
                <a:cubicBezTo>
                  <a:pt x="672390" y="504783"/>
                  <a:pt x="707668" y="211273"/>
                  <a:pt x="709079" y="112495"/>
                </a:cubicBezTo>
                <a:cubicBezTo>
                  <a:pt x="710490" y="13717"/>
                  <a:pt x="690735" y="23595"/>
                  <a:pt x="658279" y="10895"/>
                </a:cubicBezTo>
                <a:cubicBezTo>
                  <a:pt x="625824" y="-1805"/>
                  <a:pt x="583490" y="-13094"/>
                  <a:pt x="514346" y="36295"/>
                </a:cubicBezTo>
                <a:cubicBezTo>
                  <a:pt x="445202" y="85684"/>
                  <a:pt x="323845" y="247961"/>
                  <a:pt x="243412" y="307228"/>
                </a:cubicBezTo>
                <a:cubicBezTo>
                  <a:pt x="162979" y="366495"/>
                  <a:pt x="69846" y="352384"/>
                  <a:pt x="31746" y="391895"/>
                </a:cubicBezTo>
                <a:cubicBezTo>
                  <a:pt x="-6354" y="431406"/>
                  <a:pt x="-7766" y="492084"/>
                  <a:pt x="14812" y="544295"/>
                </a:cubicBezTo>
                <a:cubicBezTo>
                  <a:pt x="37390" y="596506"/>
                  <a:pt x="120645" y="665650"/>
                  <a:pt x="167212" y="705161"/>
                </a:cubicBezTo>
                <a:cubicBezTo>
                  <a:pt x="213779" y="744672"/>
                  <a:pt x="251879" y="767250"/>
                  <a:pt x="294212" y="781361"/>
                </a:cubicBezTo>
                <a:cubicBezTo>
                  <a:pt x="336545" y="795472"/>
                  <a:pt x="400045" y="794061"/>
                  <a:pt x="446612" y="781361"/>
                </a:cubicBezTo>
                <a:close/>
              </a:path>
            </a:pathLst>
          </a:custGeom>
          <a:solidFill>
            <a:srgbClr val="F7C6BF"/>
          </a:solidFill>
          <a:ln>
            <a:solidFill>
              <a:srgbClr val="F48C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F05D1068-BC3E-45D9-A194-679F5CC6F900}"/>
              </a:ext>
            </a:extLst>
          </p:cNvPr>
          <p:cNvSpPr/>
          <p:nvPr/>
        </p:nvSpPr>
        <p:spPr>
          <a:xfrm flipH="1">
            <a:off x="3558267" y="3135077"/>
            <a:ext cx="684252" cy="781709"/>
          </a:xfrm>
          <a:custGeom>
            <a:avLst/>
            <a:gdLst>
              <a:gd name="connsiteX0" fmla="*/ 446612 w 709149"/>
              <a:gd name="connsiteY0" fmla="*/ 781361 h 791422"/>
              <a:gd name="connsiteX1" fmla="*/ 573612 w 709149"/>
              <a:gd name="connsiteY1" fmla="*/ 705161 h 791422"/>
              <a:gd name="connsiteX2" fmla="*/ 649812 w 709149"/>
              <a:gd name="connsiteY2" fmla="*/ 603561 h 791422"/>
              <a:gd name="connsiteX3" fmla="*/ 709079 w 709149"/>
              <a:gd name="connsiteY3" fmla="*/ 112495 h 791422"/>
              <a:gd name="connsiteX4" fmla="*/ 658279 w 709149"/>
              <a:gd name="connsiteY4" fmla="*/ 10895 h 791422"/>
              <a:gd name="connsiteX5" fmla="*/ 514346 w 709149"/>
              <a:gd name="connsiteY5" fmla="*/ 36295 h 791422"/>
              <a:gd name="connsiteX6" fmla="*/ 243412 w 709149"/>
              <a:gd name="connsiteY6" fmla="*/ 307228 h 791422"/>
              <a:gd name="connsiteX7" fmla="*/ 31746 w 709149"/>
              <a:gd name="connsiteY7" fmla="*/ 391895 h 791422"/>
              <a:gd name="connsiteX8" fmla="*/ 14812 w 709149"/>
              <a:gd name="connsiteY8" fmla="*/ 544295 h 791422"/>
              <a:gd name="connsiteX9" fmla="*/ 167212 w 709149"/>
              <a:gd name="connsiteY9" fmla="*/ 705161 h 791422"/>
              <a:gd name="connsiteX10" fmla="*/ 294212 w 709149"/>
              <a:gd name="connsiteY10" fmla="*/ 781361 h 791422"/>
              <a:gd name="connsiteX11" fmla="*/ 446612 w 709149"/>
              <a:gd name="connsiteY11" fmla="*/ 781361 h 791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09149" h="791422">
                <a:moveTo>
                  <a:pt x="446612" y="781361"/>
                </a:moveTo>
                <a:cubicBezTo>
                  <a:pt x="493179" y="768661"/>
                  <a:pt x="539745" y="734794"/>
                  <a:pt x="573612" y="705161"/>
                </a:cubicBezTo>
                <a:cubicBezTo>
                  <a:pt x="607479" y="675528"/>
                  <a:pt x="627234" y="702339"/>
                  <a:pt x="649812" y="603561"/>
                </a:cubicBezTo>
                <a:cubicBezTo>
                  <a:pt x="672390" y="504783"/>
                  <a:pt x="707668" y="211273"/>
                  <a:pt x="709079" y="112495"/>
                </a:cubicBezTo>
                <a:cubicBezTo>
                  <a:pt x="710490" y="13717"/>
                  <a:pt x="690735" y="23595"/>
                  <a:pt x="658279" y="10895"/>
                </a:cubicBezTo>
                <a:cubicBezTo>
                  <a:pt x="625824" y="-1805"/>
                  <a:pt x="583490" y="-13094"/>
                  <a:pt x="514346" y="36295"/>
                </a:cubicBezTo>
                <a:cubicBezTo>
                  <a:pt x="445202" y="85684"/>
                  <a:pt x="323845" y="247961"/>
                  <a:pt x="243412" y="307228"/>
                </a:cubicBezTo>
                <a:cubicBezTo>
                  <a:pt x="162979" y="366495"/>
                  <a:pt x="69846" y="352384"/>
                  <a:pt x="31746" y="391895"/>
                </a:cubicBezTo>
                <a:cubicBezTo>
                  <a:pt x="-6354" y="431406"/>
                  <a:pt x="-7766" y="492084"/>
                  <a:pt x="14812" y="544295"/>
                </a:cubicBezTo>
                <a:cubicBezTo>
                  <a:pt x="37390" y="596506"/>
                  <a:pt x="120645" y="665650"/>
                  <a:pt x="167212" y="705161"/>
                </a:cubicBezTo>
                <a:cubicBezTo>
                  <a:pt x="213779" y="744672"/>
                  <a:pt x="251879" y="767250"/>
                  <a:pt x="294212" y="781361"/>
                </a:cubicBezTo>
                <a:cubicBezTo>
                  <a:pt x="336545" y="795472"/>
                  <a:pt x="400045" y="794061"/>
                  <a:pt x="446612" y="781361"/>
                </a:cubicBezTo>
                <a:close/>
              </a:path>
            </a:pathLst>
          </a:custGeom>
          <a:solidFill>
            <a:srgbClr val="F7C6BF"/>
          </a:solidFill>
          <a:ln>
            <a:solidFill>
              <a:srgbClr val="F48C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2A47A91C-89FC-43EA-B644-38A548E53F98}"/>
              </a:ext>
            </a:extLst>
          </p:cNvPr>
          <p:cNvSpPr/>
          <p:nvPr/>
        </p:nvSpPr>
        <p:spPr>
          <a:xfrm>
            <a:off x="3028793" y="2225522"/>
            <a:ext cx="826452" cy="1993429"/>
          </a:xfrm>
          <a:custGeom>
            <a:avLst/>
            <a:gdLst>
              <a:gd name="connsiteX0" fmla="*/ 11980 w 466167"/>
              <a:gd name="connsiteY0" fmla="*/ 27794 h 1475594"/>
              <a:gd name="connsiteX1" fmla="*/ 122046 w 466167"/>
              <a:gd name="connsiteY1" fmla="*/ 324128 h 1475594"/>
              <a:gd name="connsiteX2" fmla="*/ 138980 w 466167"/>
              <a:gd name="connsiteY2" fmla="*/ 603528 h 1475594"/>
              <a:gd name="connsiteX3" fmla="*/ 147446 w 466167"/>
              <a:gd name="connsiteY3" fmla="*/ 857528 h 1475594"/>
              <a:gd name="connsiteX4" fmla="*/ 71246 w 466167"/>
              <a:gd name="connsiteY4" fmla="*/ 1187728 h 1475594"/>
              <a:gd name="connsiteX5" fmla="*/ 62780 w 466167"/>
              <a:gd name="connsiteY5" fmla="*/ 1289328 h 1475594"/>
              <a:gd name="connsiteX6" fmla="*/ 189780 w 466167"/>
              <a:gd name="connsiteY6" fmla="*/ 1475594 h 1475594"/>
              <a:gd name="connsiteX7" fmla="*/ 367580 w 466167"/>
              <a:gd name="connsiteY7" fmla="*/ 1289328 h 1475594"/>
              <a:gd name="connsiteX8" fmla="*/ 325246 w 466167"/>
              <a:gd name="connsiteY8" fmla="*/ 1026861 h 1475594"/>
              <a:gd name="connsiteX9" fmla="*/ 308313 w 466167"/>
              <a:gd name="connsiteY9" fmla="*/ 713594 h 1475594"/>
              <a:gd name="connsiteX10" fmla="*/ 325246 w 466167"/>
              <a:gd name="connsiteY10" fmla="*/ 374928 h 1475594"/>
              <a:gd name="connsiteX11" fmla="*/ 401446 w 466167"/>
              <a:gd name="connsiteY11" fmla="*/ 61661 h 1475594"/>
              <a:gd name="connsiteX12" fmla="*/ 443780 w 466167"/>
              <a:gd name="connsiteY12" fmla="*/ 19328 h 1475594"/>
              <a:gd name="connsiteX13" fmla="*/ 11980 w 466167"/>
              <a:gd name="connsiteY13" fmla="*/ 27794 h 1475594"/>
              <a:gd name="connsiteX0" fmla="*/ 11980 w 466167"/>
              <a:gd name="connsiteY0" fmla="*/ 27794 h 1475594"/>
              <a:gd name="connsiteX1" fmla="*/ 122046 w 466167"/>
              <a:gd name="connsiteY1" fmla="*/ 324128 h 1475594"/>
              <a:gd name="connsiteX2" fmla="*/ 138980 w 466167"/>
              <a:gd name="connsiteY2" fmla="*/ 603528 h 1475594"/>
              <a:gd name="connsiteX3" fmla="*/ 147446 w 466167"/>
              <a:gd name="connsiteY3" fmla="*/ 857528 h 1475594"/>
              <a:gd name="connsiteX4" fmla="*/ 71246 w 466167"/>
              <a:gd name="connsiteY4" fmla="*/ 1136928 h 1475594"/>
              <a:gd name="connsiteX5" fmla="*/ 62780 w 466167"/>
              <a:gd name="connsiteY5" fmla="*/ 1289328 h 1475594"/>
              <a:gd name="connsiteX6" fmla="*/ 189780 w 466167"/>
              <a:gd name="connsiteY6" fmla="*/ 1475594 h 1475594"/>
              <a:gd name="connsiteX7" fmla="*/ 367580 w 466167"/>
              <a:gd name="connsiteY7" fmla="*/ 1289328 h 1475594"/>
              <a:gd name="connsiteX8" fmla="*/ 325246 w 466167"/>
              <a:gd name="connsiteY8" fmla="*/ 1026861 h 1475594"/>
              <a:gd name="connsiteX9" fmla="*/ 308313 w 466167"/>
              <a:gd name="connsiteY9" fmla="*/ 713594 h 1475594"/>
              <a:gd name="connsiteX10" fmla="*/ 325246 w 466167"/>
              <a:gd name="connsiteY10" fmla="*/ 374928 h 1475594"/>
              <a:gd name="connsiteX11" fmla="*/ 401446 w 466167"/>
              <a:gd name="connsiteY11" fmla="*/ 61661 h 1475594"/>
              <a:gd name="connsiteX12" fmla="*/ 443780 w 466167"/>
              <a:gd name="connsiteY12" fmla="*/ 19328 h 1475594"/>
              <a:gd name="connsiteX13" fmla="*/ 11980 w 466167"/>
              <a:gd name="connsiteY13" fmla="*/ 27794 h 1475594"/>
              <a:gd name="connsiteX0" fmla="*/ 11980 w 466167"/>
              <a:gd name="connsiteY0" fmla="*/ 27794 h 1475594"/>
              <a:gd name="connsiteX1" fmla="*/ 122046 w 466167"/>
              <a:gd name="connsiteY1" fmla="*/ 324128 h 1475594"/>
              <a:gd name="connsiteX2" fmla="*/ 138980 w 466167"/>
              <a:gd name="connsiteY2" fmla="*/ 603528 h 1475594"/>
              <a:gd name="connsiteX3" fmla="*/ 147446 w 466167"/>
              <a:gd name="connsiteY3" fmla="*/ 857528 h 1475594"/>
              <a:gd name="connsiteX4" fmla="*/ 96646 w 466167"/>
              <a:gd name="connsiteY4" fmla="*/ 1136928 h 1475594"/>
              <a:gd name="connsiteX5" fmla="*/ 62780 w 466167"/>
              <a:gd name="connsiteY5" fmla="*/ 1289328 h 1475594"/>
              <a:gd name="connsiteX6" fmla="*/ 189780 w 466167"/>
              <a:gd name="connsiteY6" fmla="*/ 1475594 h 1475594"/>
              <a:gd name="connsiteX7" fmla="*/ 367580 w 466167"/>
              <a:gd name="connsiteY7" fmla="*/ 1289328 h 1475594"/>
              <a:gd name="connsiteX8" fmla="*/ 325246 w 466167"/>
              <a:gd name="connsiteY8" fmla="*/ 1026861 h 1475594"/>
              <a:gd name="connsiteX9" fmla="*/ 308313 w 466167"/>
              <a:gd name="connsiteY9" fmla="*/ 713594 h 1475594"/>
              <a:gd name="connsiteX10" fmla="*/ 325246 w 466167"/>
              <a:gd name="connsiteY10" fmla="*/ 374928 h 1475594"/>
              <a:gd name="connsiteX11" fmla="*/ 401446 w 466167"/>
              <a:gd name="connsiteY11" fmla="*/ 61661 h 1475594"/>
              <a:gd name="connsiteX12" fmla="*/ 443780 w 466167"/>
              <a:gd name="connsiteY12" fmla="*/ 19328 h 1475594"/>
              <a:gd name="connsiteX13" fmla="*/ 11980 w 466167"/>
              <a:gd name="connsiteY13" fmla="*/ 27794 h 1475594"/>
              <a:gd name="connsiteX0" fmla="*/ 11980 w 466167"/>
              <a:gd name="connsiteY0" fmla="*/ 27794 h 1475594"/>
              <a:gd name="connsiteX1" fmla="*/ 122046 w 466167"/>
              <a:gd name="connsiteY1" fmla="*/ 324128 h 1475594"/>
              <a:gd name="connsiteX2" fmla="*/ 138980 w 466167"/>
              <a:gd name="connsiteY2" fmla="*/ 603528 h 1475594"/>
              <a:gd name="connsiteX3" fmla="*/ 147446 w 466167"/>
              <a:gd name="connsiteY3" fmla="*/ 857528 h 1475594"/>
              <a:gd name="connsiteX4" fmla="*/ 96646 w 466167"/>
              <a:gd name="connsiteY4" fmla="*/ 1136928 h 1475594"/>
              <a:gd name="connsiteX5" fmla="*/ 62780 w 466167"/>
              <a:gd name="connsiteY5" fmla="*/ 1289328 h 1475594"/>
              <a:gd name="connsiteX6" fmla="*/ 257513 w 466167"/>
              <a:gd name="connsiteY6" fmla="*/ 1475594 h 1475594"/>
              <a:gd name="connsiteX7" fmla="*/ 367580 w 466167"/>
              <a:gd name="connsiteY7" fmla="*/ 1289328 h 1475594"/>
              <a:gd name="connsiteX8" fmla="*/ 325246 w 466167"/>
              <a:gd name="connsiteY8" fmla="*/ 1026861 h 1475594"/>
              <a:gd name="connsiteX9" fmla="*/ 308313 w 466167"/>
              <a:gd name="connsiteY9" fmla="*/ 713594 h 1475594"/>
              <a:gd name="connsiteX10" fmla="*/ 325246 w 466167"/>
              <a:gd name="connsiteY10" fmla="*/ 374928 h 1475594"/>
              <a:gd name="connsiteX11" fmla="*/ 401446 w 466167"/>
              <a:gd name="connsiteY11" fmla="*/ 61661 h 1475594"/>
              <a:gd name="connsiteX12" fmla="*/ 443780 w 466167"/>
              <a:gd name="connsiteY12" fmla="*/ 19328 h 1475594"/>
              <a:gd name="connsiteX13" fmla="*/ 11980 w 466167"/>
              <a:gd name="connsiteY13" fmla="*/ 27794 h 1475594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474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289328 h 1492527"/>
              <a:gd name="connsiteX6" fmla="*/ 206713 w 466167"/>
              <a:gd name="connsiteY6" fmla="*/ 1492527 h 1492527"/>
              <a:gd name="connsiteX7" fmla="*/ 367580 w 466167"/>
              <a:gd name="connsiteY7" fmla="*/ 1289328 h 1492527"/>
              <a:gd name="connsiteX8" fmla="*/ 325246 w 466167"/>
              <a:gd name="connsiteY8" fmla="*/ 1026861 h 1492527"/>
              <a:gd name="connsiteX9" fmla="*/ 308313 w 466167"/>
              <a:gd name="connsiteY9" fmla="*/ 713594 h 1492527"/>
              <a:gd name="connsiteX10" fmla="*/ 325246 w 466167"/>
              <a:gd name="connsiteY10" fmla="*/ 374928 h 1492527"/>
              <a:gd name="connsiteX11" fmla="*/ 401446 w 466167"/>
              <a:gd name="connsiteY11" fmla="*/ 61661 h 1492527"/>
              <a:gd name="connsiteX12" fmla="*/ 443780 w 466167"/>
              <a:gd name="connsiteY12" fmla="*/ 19328 h 1492527"/>
              <a:gd name="connsiteX13" fmla="*/ 11980 w 466167"/>
              <a:gd name="connsiteY13" fmla="*/ 27794 h 1492527"/>
              <a:gd name="connsiteX0" fmla="*/ 11980 w 466167"/>
              <a:gd name="connsiteY0" fmla="*/ 27794 h 1493024"/>
              <a:gd name="connsiteX1" fmla="*/ 122046 w 466167"/>
              <a:gd name="connsiteY1" fmla="*/ 324128 h 1493024"/>
              <a:gd name="connsiteX2" fmla="*/ 138980 w 466167"/>
              <a:gd name="connsiteY2" fmla="*/ 603528 h 1493024"/>
              <a:gd name="connsiteX3" fmla="*/ 147446 w 466167"/>
              <a:gd name="connsiteY3" fmla="*/ 857528 h 1493024"/>
              <a:gd name="connsiteX4" fmla="*/ 96646 w 466167"/>
              <a:gd name="connsiteY4" fmla="*/ 1136928 h 1493024"/>
              <a:gd name="connsiteX5" fmla="*/ 62780 w 466167"/>
              <a:gd name="connsiteY5" fmla="*/ 1340128 h 1493024"/>
              <a:gd name="connsiteX6" fmla="*/ 206713 w 466167"/>
              <a:gd name="connsiteY6" fmla="*/ 1492527 h 1493024"/>
              <a:gd name="connsiteX7" fmla="*/ 367580 w 466167"/>
              <a:gd name="connsiteY7" fmla="*/ 1289328 h 1493024"/>
              <a:gd name="connsiteX8" fmla="*/ 325246 w 466167"/>
              <a:gd name="connsiteY8" fmla="*/ 1026861 h 1493024"/>
              <a:gd name="connsiteX9" fmla="*/ 308313 w 466167"/>
              <a:gd name="connsiteY9" fmla="*/ 713594 h 1493024"/>
              <a:gd name="connsiteX10" fmla="*/ 325246 w 466167"/>
              <a:gd name="connsiteY10" fmla="*/ 374928 h 1493024"/>
              <a:gd name="connsiteX11" fmla="*/ 401446 w 466167"/>
              <a:gd name="connsiteY11" fmla="*/ 61661 h 1493024"/>
              <a:gd name="connsiteX12" fmla="*/ 443780 w 466167"/>
              <a:gd name="connsiteY12" fmla="*/ 19328 h 1493024"/>
              <a:gd name="connsiteX13" fmla="*/ 11980 w 466167"/>
              <a:gd name="connsiteY13" fmla="*/ 27794 h 1493024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474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340128 h 1492527"/>
              <a:gd name="connsiteX6" fmla="*/ 206713 w 466167"/>
              <a:gd name="connsiteY6" fmla="*/ 1492527 h 1492527"/>
              <a:gd name="connsiteX7" fmla="*/ 367580 w 466167"/>
              <a:gd name="connsiteY7" fmla="*/ 1340128 h 1492527"/>
              <a:gd name="connsiteX8" fmla="*/ 325246 w 466167"/>
              <a:gd name="connsiteY8" fmla="*/ 1026861 h 1492527"/>
              <a:gd name="connsiteX9" fmla="*/ 308313 w 466167"/>
              <a:gd name="connsiteY9" fmla="*/ 713594 h 1492527"/>
              <a:gd name="connsiteX10" fmla="*/ 325246 w 466167"/>
              <a:gd name="connsiteY10" fmla="*/ 374928 h 1492527"/>
              <a:gd name="connsiteX11" fmla="*/ 401446 w 466167"/>
              <a:gd name="connsiteY11" fmla="*/ 61661 h 1492527"/>
              <a:gd name="connsiteX12" fmla="*/ 443780 w 466167"/>
              <a:gd name="connsiteY12" fmla="*/ 19328 h 1492527"/>
              <a:gd name="connsiteX13" fmla="*/ 11980 w 466167"/>
              <a:gd name="connsiteY13" fmla="*/ 27794 h 1492527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474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340128 h 1492527"/>
              <a:gd name="connsiteX6" fmla="*/ 206713 w 466167"/>
              <a:gd name="connsiteY6" fmla="*/ 1492527 h 1492527"/>
              <a:gd name="connsiteX7" fmla="*/ 367580 w 466167"/>
              <a:gd name="connsiteY7" fmla="*/ 1340128 h 1492527"/>
              <a:gd name="connsiteX8" fmla="*/ 333712 w 466167"/>
              <a:gd name="connsiteY8" fmla="*/ 1179261 h 1492527"/>
              <a:gd name="connsiteX9" fmla="*/ 308313 w 466167"/>
              <a:gd name="connsiteY9" fmla="*/ 713594 h 1492527"/>
              <a:gd name="connsiteX10" fmla="*/ 325246 w 466167"/>
              <a:gd name="connsiteY10" fmla="*/ 374928 h 1492527"/>
              <a:gd name="connsiteX11" fmla="*/ 401446 w 466167"/>
              <a:gd name="connsiteY11" fmla="*/ 61661 h 1492527"/>
              <a:gd name="connsiteX12" fmla="*/ 443780 w 466167"/>
              <a:gd name="connsiteY12" fmla="*/ 19328 h 1492527"/>
              <a:gd name="connsiteX13" fmla="*/ 11980 w 466167"/>
              <a:gd name="connsiteY13" fmla="*/ 27794 h 1492527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220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340128 h 1492527"/>
              <a:gd name="connsiteX6" fmla="*/ 206713 w 466167"/>
              <a:gd name="connsiteY6" fmla="*/ 1492527 h 1492527"/>
              <a:gd name="connsiteX7" fmla="*/ 367580 w 466167"/>
              <a:gd name="connsiteY7" fmla="*/ 1340128 h 1492527"/>
              <a:gd name="connsiteX8" fmla="*/ 333712 w 466167"/>
              <a:gd name="connsiteY8" fmla="*/ 1179261 h 1492527"/>
              <a:gd name="connsiteX9" fmla="*/ 308313 w 466167"/>
              <a:gd name="connsiteY9" fmla="*/ 713594 h 1492527"/>
              <a:gd name="connsiteX10" fmla="*/ 325246 w 466167"/>
              <a:gd name="connsiteY10" fmla="*/ 374928 h 1492527"/>
              <a:gd name="connsiteX11" fmla="*/ 401446 w 466167"/>
              <a:gd name="connsiteY11" fmla="*/ 61661 h 1492527"/>
              <a:gd name="connsiteX12" fmla="*/ 443780 w 466167"/>
              <a:gd name="connsiteY12" fmla="*/ 19328 h 1492527"/>
              <a:gd name="connsiteX13" fmla="*/ 11980 w 466167"/>
              <a:gd name="connsiteY13" fmla="*/ 27794 h 1492527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220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340128 h 1492527"/>
              <a:gd name="connsiteX6" fmla="*/ 206713 w 466167"/>
              <a:gd name="connsiteY6" fmla="*/ 1492527 h 1492527"/>
              <a:gd name="connsiteX7" fmla="*/ 367580 w 466167"/>
              <a:gd name="connsiteY7" fmla="*/ 1340128 h 1492527"/>
              <a:gd name="connsiteX8" fmla="*/ 333712 w 466167"/>
              <a:gd name="connsiteY8" fmla="*/ 1179261 h 1492527"/>
              <a:gd name="connsiteX9" fmla="*/ 291380 w 466167"/>
              <a:gd name="connsiteY9" fmla="*/ 849061 h 1492527"/>
              <a:gd name="connsiteX10" fmla="*/ 325246 w 466167"/>
              <a:gd name="connsiteY10" fmla="*/ 374928 h 1492527"/>
              <a:gd name="connsiteX11" fmla="*/ 401446 w 466167"/>
              <a:gd name="connsiteY11" fmla="*/ 61661 h 1492527"/>
              <a:gd name="connsiteX12" fmla="*/ 443780 w 466167"/>
              <a:gd name="connsiteY12" fmla="*/ 19328 h 1492527"/>
              <a:gd name="connsiteX13" fmla="*/ 11980 w 466167"/>
              <a:gd name="connsiteY13" fmla="*/ 27794 h 1492527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220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340128 h 1492527"/>
              <a:gd name="connsiteX6" fmla="*/ 206713 w 466167"/>
              <a:gd name="connsiteY6" fmla="*/ 1492527 h 1492527"/>
              <a:gd name="connsiteX7" fmla="*/ 367580 w 466167"/>
              <a:gd name="connsiteY7" fmla="*/ 1340128 h 1492527"/>
              <a:gd name="connsiteX8" fmla="*/ 333712 w 466167"/>
              <a:gd name="connsiteY8" fmla="*/ 1179261 h 1492527"/>
              <a:gd name="connsiteX9" fmla="*/ 291380 w 466167"/>
              <a:gd name="connsiteY9" fmla="*/ 849061 h 1492527"/>
              <a:gd name="connsiteX10" fmla="*/ 286643 w 466167"/>
              <a:gd name="connsiteY10" fmla="*/ 598164 h 1492527"/>
              <a:gd name="connsiteX11" fmla="*/ 325246 w 466167"/>
              <a:gd name="connsiteY11" fmla="*/ 374928 h 1492527"/>
              <a:gd name="connsiteX12" fmla="*/ 401446 w 466167"/>
              <a:gd name="connsiteY12" fmla="*/ 61661 h 1492527"/>
              <a:gd name="connsiteX13" fmla="*/ 443780 w 466167"/>
              <a:gd name="connsiteY13" fmla="*/ 19328 h 1492527"/>
              <a:gd name="connsiteX14" fmla="*/ 11980 w 466167"/>
              <a:gd name="connsiteY14" fmla="*/ 27794 h 1492527"/>
              <a:gd name="connsiteX0" fmla="*/ 13052 w 467239"/>
              <a:gd name="connsiteY0" fmla="*/ 31428 h 1496161"/>
              <a:gd name="connsiteX1" fmla="*/ 114652 w 467239"/>
              <a:gd name="connsiteY1" fmla="*/ 378562 h 1496161"/>
              <a:gd name="connsiteX2" fmla="*/ 140052 w 467239"/>
              <a:gd name="connsiteY2" fmla="*/ 607162 h 1496161"/>
              <a:gd name="connsiteX3" fmla="*/ 123118 w 467239"/>
              <a:gd name="connsiteY3" fmla="*/ 861162 h 1496161"/>
              <a:gd name="connsiteX4" fmla="*/ 97718 w 467239"/>
              <a:gd name="connsiteY4" fmla="*/ 1140562 h 1496161"/>
              <a:gd name="connsiteX5" fmla="*/ 63852 w 467239"/>
              <a:gd name="connsiteY5" fmla="*/ 1343762 h 1496161"/>
              <a:gd name="connsiteX6" fmla="*/ 207785 w 467239"/>
              <a:gd name="connsiteY6" fmla="*/ 1496161 h 1496161"/>
              <a:gd name="connsiteX7" fmla="*/ 368652 w 467239"/>
              <a:gd name="connsiteY7" fmla="*/ 1343762 h 1496161"/>
              <a:gd name="connsiteX8" fmla="*/ 334784 w 467239"/>
              <a:gd name="connsiteY8" fmla="*/ 1182895 h 1496161"/>
              <a:gd name="connsiteX9" fmla="*/ 292452 w 467239"/>
              <a:gd name="connsiteY9" fmla="*/ 852695 h 1496161"/>
              <a:gd name="connsiteX10" fmla="*/ 287715 w 467239"/>
              <a:gd name="connsiteY10" fmla="*/ 601798 h 1496161"/>
              <a:gd name="connsiteX11" fmla="*/ 326318 w 467239"/>
              <a:gd name="connsiteY11" fmla="*/ 378562 h 1496161"/>
              <a:gd name="connsiteX12" fmla="*/ 402518 w 467239"/>
              <a:gd name="connsiteY12" fmla="*/ 65295 h 1496161"/>
              <a:gd name="connsiteX13" fmla="*/ 444852 w 467239"/>
              <a:gd name="connsiteY13" fmla="*/ 22962 h 1496161"/>
              <a:gd name="connsiteX14" fmla="*/ 13052 w 467239"/>
              <a:gd name="connsiteY14" fmla="*/ 31428 h 1496161"/>
              <a:gd name="connsiteX0" fmla="*/ 3558 w 395530"/>
              <a:gd name="connsiteY0" fmla="*/ 28053 h 1492786"/>
              <a:gd name="connsiteX1" fmla="*/ 105158 w 395530"/>
              <a:gd name="connsiteY1" fmla="*/ 375187 h 1492786"/>
              <a:gd name="connsiteX2" fmla="*/ 130558 w 395530"/>
              <a:gd name="connsiteY2" fmla="*/ 603787 h 1492786"/>
              <a:gd name="connsiteX3" fmla="*/ 113624 w 395530"/>
              <a:gd name="connsiteY3" fmla="*/ 857787 h 1492786"/>
              <a:gd name="connsiteX4" fmla="*/ 88224 w 395530"/>
              <a:gd name="connsiteY4" fmla="*/ 1137187 h 1492786"/>
              <a:gd name="connsiteX5" fmla="*/ 54358 w 395530"/>
              <a:gd name="connsiteY5" fmla="*/ 1340387 h 1492786"/>
              <a:gd name="connsiteX6" fmla="*/ 198291 w 395530"/>
              <a:gd name="connsiteY6" fmla="*/ 1492786 h 1492786"/>
              <a:gd name="connsiteX7" fmla="*/ 359158 w 395530"/>
              <a:gd name="connsiteY7" fmla="*/ 1340387 h 1492786"/>
              <a:gd name="connsiteX8" fmla="*/ 325290 w 395530"/>
              <a:gd name="connsiteY8" fmla="*/ 1179520 h 1492786"/>
              <a:gd name="connsiteX9" fmla="*/ 282958 w 395530"/>
              <a:gd name="connsiteY9" fmla="*/ 849320 h 1492786"/>
              <a:gd name="connsiteX10" fmla="*/ 278221 w 395530"/>
              <a:gd name="connsiteY10" fmla="*/ 598423 h 1492786"/>
              <a:gd name="connsiteX11" fmla="*/ 316824 w 395530"/>
              <a:gd name="connsiteY11" fmla="*/ 375187 h 1492786"/>
              <a:gd name="connsiteX12" fmla="*/ 393024 w 395530"/>
              <a:gd name="connsiteY12" fmla="*/ 61920 h 1492786"/>
              <a:gd name="connsiteX13" fmla="*/ 249091 w 395530"/>
              <a:gd name="connsiteY13" fmla="*/ 28054 h 1492786"/>
              <a:gd name="connsiteX14" fmla="*/ 3558 w 395530"/>
              <a:gd name="connsiteY14" fmla="*/ 28053 h 1492786"/>
              <a:gd name="connsiteX0" fmla="*/ 3558 w 420592"/>
              <a:gd name="connsiteY0" fmla="*/ 33052 h 1497785"/>
              <a:gd name="connsiteX1" fmla="*/ 105158 w 420592"/>
              <a:gd name="connsiteY1" fmla="*/ 380186 h 1497785"/>
              <a:gd name="connsiteX2" fmla="*/ 130558 w 420592"/>
              <a:gd name="connsiteY2" fmla="*/ 608786 h 1497785"/>
              <a:gd name="connsiteX3" fmla="*/ 113624 w 420592"/>
              <a:gd name="connsiteY3" fmla="*/ 862786 h 1497785"/>
              <a:gd name="connsiteX4" fmla="*/ 88224 w 420592"/>
              <a:gd name="connsiteY4" fmla="*/ 1142186 h 1497785"/>
              <a:gd name="connsiteX5" fmla="*/ 54358 w 420592"/>
              <a:gd name="connsiteY5" fmla="*/ 1345386 h 1497785"/>
              <a:gd name="connsiteX6" fmla="*/ 198291 w 420592"/>
              <a:gd name="connsiteY6" fmla="*/ 1497785 h 1497785"/>
              <a:gd name="connsiteX7" fmla="*/ 359158 w 420592"/>
              <a:gd name="connsiteY7" fmla="*/ 1345386 h 1497785"/>
              <a:gd name="connsiteX8" fmla="*/ 325290 w 420592"/>
              <a:gd name="connsiteY8" fmla="*/ 1184519 h 1497785"/>
              <a:gd name="connsiteX9" fmla="*/ 282958 w 420592"/>
              <a:gd name="connsiteY9" fmla="*/ 854319 h 1497785"/>
              <a:gd name="connsiteX10" fmla="*/ 278221 w 420592"/>
              <a:gd name="connsiteY10" fmla="*/ 603422 h 1497785"/>
              <a:gd name="connsiteX11" fmla="*/ 316824 w 420592"/>
              <a:gd name="connsiteY11" fmla="*/ 380186 h 1497785"/>
              <a:gd name="connsiteX12" fmla="*/ 418424 w 420592"/>
              <a:gd name="connsiteY12" fmla="*/ 24586 h 1497785"/>
              <a:gd name="connsiteX13" fmla="*/ 249091 w 420592"/>
              <a:gd name="connsiteY13" fmla="*/ 33053 h 1497785"/>
              <a:gd name="connsiteX14" fmla="*/ 3558 w 420592"/>
              <a:gd name="connsiteY14" fmla="*/ 33052 h 1497785"/>
              <a:gd name="connsiteX0" fmla="*/ 2335 w 495783"/>
              <a:gd name="connsiteY0" fmla="*/ 17736 h 1533269"/>
              <a:gd name="connsiteX1" fmla="*/ 180135 w 495783"/>
              <a:gd name="connsiteY1" fmla="*/ 415670 h 1533269"/>
              <a:gd name="connsiteX2" fmla="*/ 205535 w 495783"/>
              <a:gd name="connsiteY2" fmla="*/ 644270 h 1533269"/>
              <a:gd name="connsiteX3" fmla="*/ 188601 w 495783"/>
              <a:gd name="connsiteY3" fmla="*/ 898270 h 1533269"/>
              <a:gd name="connsiteX4" fmla="*/ 163201 w 495783"/>
              <a:gd name="connsiteY4" fmla="*/ 1177670 h 1533269"/>
              <a:gd name="connsiteX5" fmla="*/ 129335 w 495783"/>
              <a:gd name="connsiteY5" fmla="*/ 1380870 h 1533269"/>
              <a:gd name="connsiteX6" fmla="*/ 273268 w 495783"/>
              <a:gd name="connsiteY6" fmla="*/ 1533269 h 1533269"/>
              <a:gd name="connsiteX7" fmla="*/ 434135 w 495783"/>
              <a:gd name="connsiteY7" fmla="*/ 1380870 h 1533269"/>
              <a:gd name="connsiteX8" fmla="*/ 400267 w 495783"/>
              <a:gd name="connsiteY8" fmla="*/ 1220003 h 1533269"/>
              <a:gd name="connsiteX9" fmla="*/ 357935 w 495783"/>
              <a:gd name="connsiteY9" fmla="*/ 889803 h 1533269"/>
              <a:gd name="connsiteX10" fmla="*/ 353198 w 495783"/>
              <a:gd name="connsiteY10" fmla="*/ 638906 h 1533269"/>
              <a:gd name="connsiteX11" fmla="*/ 391801 w 495783"/>
              <a:gd name="connsiteY11" fmla="*/ 415670 h 1533269"/>
              <a:gd name="connsiteX12" fmla="*/ 493401 w 495783"/>
              <a:gd name="connsiteY12" fmla="*/ 60070 h 1533269"/>
              <a:gd name="connsiteX13" fmla="*/ 324068 w 495783"/>
              <a:gd name="connsiteY13" fmla="*/ 68537 h 1533269"/>
              <a:gd name="connsiteX14" fmla="*/ 2335 w 495783"/>
              <a:gd name="connsiteY14" fmla="*/ 17736 h 1533269"/>
              <a:gd name="connsiteX0" fmla="*/ 586 w 493129"/>
              <a:gd name="connsiteY0" fmla="*/ 17736 h 1533269"/>
              <a:gd name="connsiteX1" fmla="*/ 178386 w 493129"/>
              <a:gd name="connsiteY1" fmla="*/ 415670 h 1533269"/>
              <a:gd name="connsiteX2" fmla="*/ 203786 w 493129"/>
              <a:gd name="connsiteY2" fmla="*/ 644270 h 1533269"/>
              <a:gd name="connsiteX3" fmla="*/ 186852 w 493129"/>
              <a:gd name="connsiteY3" fmla="*/ 898270 h 1533269"/>
              <a:gd name="connsiteX4" fmla="*/ 161452 w 493129"/>
              <a:gd name="connsiteY4" fmla="*/ 1177670 h 1533269"/>
              <a:gd name="connsiteX5" fmla="*/ 127586 w 493129"/>
              <a:gd name="connsiteY5" fmla="*/ 1380870 h 1533269"/>
              <a:gd name="connsiteX6" fmla="*/ 271519 w 493129"/>
              <a:gd name="connsiteY6" fmla="*/ 1533269 h 1533269"/>
              <a:gd name="connsiteX7" fmla="*/ 432386 w 493129"/>
              <a:gd name="connsiteY7" fmla="*/ 1380870 h 1533269"/>
              <a:gd name="connsiteX8" fmla="*/ 398518 w 493129"/>
              <a:gd name="connsiteY8" fmla="*/ 1220003 h 1533269"/>
              <a:gd name="connsiteX9" fmla="*/ 356186 w 493129"/>
              <a:gd name="connsiteY9" fmla="*/ 889803 h 1533269"/>
              <a:gd name="connsiteX10" fmla="*/ 351449 w 493129"/>
              <a:gd name="connsiteY10" fmla="*/ 638906 h 1533269"/>
              <a:gd name="connsiteX11" fmla="*/ 390052 w 493129"/>
              <a:gd name="connsiteY11" fmla="*/ 415670 h 1533269"/>
              <a:gd name="connsiteX12" fmla="*/ 491652 w 493129"/>
              <a:gd name="connsiteY12" fmla="*/ 60070 h 1533269"/>
              <a:gd name="connsiteX13" fmla="*/ 246119 w 493129"/>
              <a:gd name="connsiteY13" fmla="*/ 68537 h 1533269"/>
              <a:gd name="connsiteX14" fmla="*/ 586 w 493129"/>
              <a:gd name="connsiteY14" fmla="*/ 17736 h 1533269"/>
              <a:gd name="connsiteX0" fmla="*/ 586 w 518387"/>
              <a:gd name="connsiteY0" fmla="*/ 72432 h 1587965"/>
              <a:gd name="connsiteX1" fmla="*/ 178386 w 518387"/>
              <a:gd name="connsiteY1" fmla="*/ 470366 h 1587965"/>
              <a:gd name="connsiteX2" fmla="*/ 203786 w 518387"/>
              <a:gd name="connsiteY2" fmla="*/ 698966 h 1587965"/>
              <a:gd name="connsiteX3" fmla="*/ 186852 w 518387"/>
              <a:gd name="connsiteY3" fmla="*/ 952966 h 1587965"/>
              <a:gd name="connsiteX4" fmla="*/ 161452 w 518387"/>
              <a:gd name="connsiteY4" fmla="*/ 1232366 h 1587965"/>
              <a:gd name="connsiteX5" fmla="*/ 127586 w 518387"/>
              <a:gd name="connsiteY5" fmla="*/ 1435566 h 1587965"/>
              <a:gd name="connsiteX6" fmla="*/ 271519 w 518387"/>
              <a:gd name="connsiteY6" fmla="*/ 1587965 h 1587965"/>
              <a:gd name="connsiteX7" fmla="*/ 432386 w 518387"/>
              <a:gd name="connsiteY7" fmla="*/ 1435566 h 1587965"/>
              <a:gd name="connsiteX8" fmla="*/ 398518 w 518387"/>
              <a:gd name="connsiteY8" fmla="*/ 1274699 h 1587965"/>
              <a:gd name="connsiteX9" fmla="*/ 356186 w 518387"/>
              <a:gd name="connsiteY9" fmla="*/ 944499 h 1587965"/>
              <a:gd name="connsiteX10" fmla="*/ 351449 w 518387"/>
              <a:gd name="connsiteY10" fmla="*/ 693602 h 1587965"/>
              <a:gd name="connsiteX11" fmla="*/ 390052 w 518387"/>
              <a:gd name="connsiteY11" fmla="*/ 470366 h 1587965"/>
              <a:gd name="connsiteX12" fmla="*/ 517052 w 518387"/>
              <a:gd name="connsiteY12" fmla="*/ 13166 h 1587965"/>
              <a:gd name="connsiteX13" fmla="*/ 246119 w 518387"/>
              <a:gd name="connsiteY13" fmla="*/ 123233 h 1587965"/>
              <a:gd name="connsiteX14" fmla="*/ 586 w 518387"/>
              <a:gd name="connsiteY14" fmla="*/ 72432 h 1587965"/>
              <a:gd name="connsiteX0" fmla="*/ 1896 w 519697"/>
              <a:gd name="connsiteY0" fmla="*/ 72432 h 1587965"/>
              <a:gd name="connsiteX1" fmla="*/ 137363 w 519697"/>
              <a:gd name="connsiteY1" fmla="*/ 470366 h 1587965"/>
              <a:gd name="connsiteX2" fmla="*/ 205096 w 519697"/>
              <a:gd name="connsiteY2" fmla="*/ 698966 h 1587965"/>
              <a:gd name="connsiteX3" fmla="*/ 188162 w 519697"/>
              <a:gd name="connsiteY3" fmla="*/ 952966 h 1587965"/>
              <a:gd name="connsiteX4" fmla="*/ 162762 w 519697"/>
              <a:gd name="connsiteY4" fmla="*/ 1232366 h 1587965"/>
              <a:gd name="connsiteX5" fmla="*/ 128896 w 519697"/>
              <a:gd name="connsiteY5" fmla="*/ 1435566 h 1587965"/>
              <a:gd name="connsiteX6" fmla="*/ 272829 w 519697"/>
              <a:gd name="connsiteY6" fmla="*/ 1587965 h 1587965"/>
              <a:gd name="connsiteX7" fmla="*/ 433696 w 519697"/>
              <a:gd name="connsiteY7" fmla="*/ 1435566 h 1587965"/>
              <a:gd name="connsiteX8" fmla="*/ 399828 w 519697"/>
              <a:gd name="connsiteY8" fmla="*/ 1274699 h 1587965"/>
              <a:gd name="connsiteX9" fmla="*/ 357496 w 519697"/>
              <a:gd name="connsiteY9" fmla="*/ 944499 h 1587965"/>
              <a:gd name="connsiteX10" fmla="*/ 352759 w 519697"/>
              <a:gd name="connsiteY10" fmla="*/ 693602 h 1587965"/>
              <a:gd name="connsiteX11" fmla="*/ 391362 w 519697"/>
              <a:gd name="connsiteY11" fmla="*/ 470366 h 1587965"/>
              <a:gd name="connsiteX12" fmla="*/ 518362 w 519697"/>
              <a:gd name="connsiteY12" fmla="*/ 13166 h 1587965"/>
              <a:gd name="connsiteX13" fmla="*/ 247429 w 519697"/>
              <a:gd name="connsiteY13" fmla="*/ 123233 h 1587965"/>
              <a:gd name="connsiteX14" fmla="*/ 1896 w 519697"/>
              <a:gd name="connsiteY14" fmla="*/ 72432 h 1587965"/>
              <a:gd name="connsiteX0" fmla="*/ 1896 w 519697"/>
              <a:gd name="connsiteY0" fmla="*/ 72432 h 1587965"/>
              <a:gd name="connsiteX1" fmla="*/ 137363 w 519697"/>
              <a:gd name="connsiteY1" fmla="*/ 470366 h 1587965"/>
              <a:gd name="connsiteX2" fmla="*/ 205096 w 519697"/>
              <a:gd name="connsiteY2" fmla="*/ 698966 h 1587965"/>
              <a:gd name="connsiteX3" fmla="*/ 188162 w 519697"/>
              <a:gd name="connsiteY3" fmla="*/ 952966 h 1587965"/>
              <a:gd name="connsiteX4" fmla="*/ 162762 w 519697"/>
              <a:gd name="connsiteY4" fmla="*/ 1232366 h 1587965"/>
              <a:gd name="connsiteX5" fmla="*/ 128896 w 519697"/>
              <a:gd name="connsiteY5" fmla="*/ 1435566 h 1587965"/>
              <a:gd name="connsiteX6" fmla="*/ 272829 w 519697"/>
              <a:gd name="connsiteY6" fmla="*/ 1587965 h 1587965"/>
              <a:gd name="connsiteX7" fmla="*/ 433696 w 519697"/>
              <a:gd name="connsiteY7" fmla="*/ 1435566 h 1587965"/>
              <a:gd name="connsiteX8" fmla="*/ 399828 w 519697"/>
              <a:gd name="connsiteY8" fmla="*/ 1274699 h 1587965"/>
              <a:gd name="connsiteX9" fmla="*/ 357496 w 519697"/>
              <a:gd name="connsiteY9" fmla="*/ 944499 h 1587965"/>
              <a:gd name="connsiteX10" fmla="*/ 352759 w 519697"/>
              <a:gd name="connsiteY10" fmla="*/ 693602 h 1587965"/>
              <a:gd name="connsiteX11" fmla="*/ 357495 w 519697"/>
              <a:gd name="connsiteY11" fmla="*/ 470366 h 1587965"/>
              <a:gd name="connsiteX12" fmla="*/ 518362 w 519697"/>
              <a:gd name="connsiteY12" fmla="*/ 13166 h 1587965"/>
              <a:gd name="connsiteX13" fmla="*/ 247429 w 519697"/>
              <a:gd name="connsiteY13" fmla="*/ 123233 h 1587965"/>
              <a:gd name="connsiteX14" fmla="*/ 1896 w 519697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88053 w 519588"/>
              <a:gd name="connsiteY3" fmla="*/ 952966 h 1587965"/>
              <a:gd name="connsiteX4" fmla="*/ 162653 w 519588"/>
              <a:gd name="connsiteY4" fmla="*/ 1232366 h 1587965"/>
              <a:gd name="connsiteX5" fmla="*/ 128787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526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88053 w 519588"/>
              <a:gd name="connsiteY3" fmla="*/ 952966 h 1587965"/>
              <a:gd name="connsiteX4" fmla="*/ 162653 w 519588"/>
              <a:gd name="connsiteY4" fmla="*/ 1232366 h 1587965"/>
              <a:gd name="connsiteX5" fmla="*/ 128787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62653 w 519588"/>
              <a:gd name="connsiteY4" fmla="*/ 1232366 h 1587965"/>
              <a:gd name="connsiteX5" fmla="*/ 128787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62653 w 519588"/>
              <a:gd name="connsiteY4" fmla="*/ 1232366 h 1587965"/>
              <a:gd name="connsiteX5" fmla="*/ 128787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54186 w 519588"/>
              <a:gd name="connsiteY4" fmla="*/ 1240833 h 1587965"/>
              <a:gd name="connsiteX5" fmla="*/ 128787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54186 w 519588"/>
              <a:gd name="connsiteY4" fmla="*/ 1240833 h 1587965"/>
              <a:gd name="connsiteX5" fmla="*/ 120320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54186 w 519588"/>
              <a:gd name="connsiteY4" fmla="*/ 1240833 h 1587965"/>
              <a:gd name="connsiteX5" fmla="*/ 120320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74319 w 519588"/>
              <a:gd name="connsiteY8" fmla="*/ 1257765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54186 w 519588"/>
              <a:gd name="connsiteY4" fmla="*/ 1240833 h 1587965"/>
              <a:gd name="connsiteX5" fmla="*/ 120320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74319 w 519588"/>
              <a:gd name="connsiteY8" fmla="*/ 1257765 h 1587965"/>
              <a:gd name="connsiteX9" fmla="*/ 331987 w 519588"/>
              <a:gd name="connsiteY9" fmla="*/ 927566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54186 w 519588"/>
              <a:gd name="connsiteY4" fmla="*/ 1240833 h 1587965"/>
              <a:gd name="connsiteX5" fmla="*/ 120320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437317 w 519588"/>
              <a:gd name="connsiteY8" fmla="*/ 1328602 h 1587965"/>
              <a:gd name="connsiteX9" fmla="*/ 374319 w 519588"/>
              <a:gd name="connsiteY9" fmla="*/ 1257765 h 1587965"/>
              <a:gd name="connsiteX10" fmla="*/ 331987 w 519588"/>
              <a:gd name="connsiteY10" fmla="*/ 927566 h 1587965"/>
              <a:gd name="connsiteX11" fmla="*/ 327250 w 519588"/>
              <a:gd name="connsiteY11" fmla="*/ 693602 h 1587965"/>
              <a:gd name="connsiteX12" fmla="*/ 357386 w 519588"/>
              <a:gd name="connsiteY12" fmla="*/ 470366 h 1587965"/>
              <a:gd name="connsiteX13" fmla="*/ 518253 w 519588"/>
              <a:gd name="connsiteY13" fmla="*/ 13166 h 1587965"/>
              <a:gd name="connsiteX14" fmla="*/ 247320 w 519588"/>
              <a:gd name="connsiteY14" fmla="*/ 123233 h 1587965"/>
              <a:gd name="connsiteX15" fmla="*/ 1787 w 519588"/>
              <a:gd name="connsiteY15" fmla="*/ 72432 h 1587965"/>
              <a:gd name="connsiteX0" fmla="*/ 1787 w 519588"/>
              <a:gd name="connsiteY0" fmla="*/ 72432 h 1588435"/>
              <a:gd name="connsiteX1" fmla="*/ 137254 w 519588"/>
              <a:gd name="connsiteY1" fmla="*/ 470366 h 1588435"/>
              <a:gd name="connsiteX2" fmla="*/ 154187 w 519588"/>
              <a:gd name="connsiteY2" fmla="*/ 707432 h 1588435"/>
              <a:gd name="connsiteX3" fmla="*/ 154186 w 519588"/>
              <a:gd name="connsiteY3" fmla="*/ 969899 h 1588435"/>
              <a:gd name="connsiteX4" fmla="*/ 154186 w 519588"/>
              <a:gd name="connsiteY4" fmla="*/ 1240833 h 1588435"/>
              <a:gd name="connsiteX5" fmla="*/ 120320 w 519588"/>
              <a:gd name="connsiteY5" fmla="*/ 1435566 h 1588435"/>
              <a:gd name="connsiteX6" fmla="*/ 272720 w 519588"/>
              <a:gd name="connsiteY6" fmla="*/ 1587965 h 1588435"/>
              <a:gd name="connsiteX7" fmla="*/ 399721 w 519588"/>
              <a:gd name="connsiteY7" fmla="*/ 1477900 h 1588435"/>
              <a:gd name="connsiteX8" fmla="*/ 437317 w 519588"/>
              <a:gd name="connsiteY8" fmla="*/ 1328602 h 1588435"/>
              <a:gd name="connsiteX9" fmla="*/ 374319 w 519588"/>
              <a:gd name="connsiteY9" fmla="*/ 1257765 h 1588435"/>
              <a:gd name="connsiteX10" fmla="*/ 331987 w 519588"/>
              <a:gd name="connsiteY10" fmla="*/ 927566 h 1588435"/>
              <a:gd name="connsiteX11" fmla="*/ 327250 w 519588"/>
              <a:gd name="connsiteY11" fmla="*/ 693602 h 1588435"/>
              <a:gd name="connsiteX12" fmla="*/ 357386 w 519588"/>
              <a:gd name="connsiteY12" fmla="*/ 470366 h 1588435"/>
              <a:gd name="connsiteX13" fmla="*/ 518253 w 519588"/>
              <a:gd name="connsiteY13" fmla="*/ 13166 h 1588435"/>
              <a:gd name="connsiteX14" fmla="*/ 247320 w 519588"/>
              <a:gd name="connsiteY14" fmla="*/ 123233 h 1588435"/>
              <a:gd name="connsiteX15" fmla="*/ 1787 w 519588"/>
              <a:gd name="connsiteY15" fmla="*/ 72432 h 1588435"/>
              <a:gd name="connsiteX0" fmla="*/ 1787 w 519588"/>
              <a:gd name="connsiteY0" fmla="*/ 72432 h 1588391"/>
              <a:gd name="connsiteX1" fmla="*/ 137254 w 519588"/>
              <a:gd name="connsiteY1" fmla="*/ 470366 h 1588391"/>
              <a:gd name="connsiteX2" fmla="*/ 154187 w 519588"/>
              <a:gd name="connsiteY2" fmla="*/ 707432 h 1588391"/>
              <a:gd name="connsiteX3" fmla="*/ 154186 w 519588"/>
              <a:gd name="connsiteY3" fmla="*/ 969899 h 1588391"/>
              <a:gd name="connsiteX4" fmla="*/ 154186 w 519588"/>
              <a:gd name="connsiteY4" fmla="*/ 1240833 h 1588391"/>
              <a:gd name="connsiteX5" fmla="*/ 120320 w 519588"/>
              <a:gd name="connsiteY5" fmla="*/ 1435566 h 1588391"/>
              <a:gd name="connsiteX6" fmla="*/ 272720 w 519588"/>
              <a:gd name="connsiteY6" fmla="*/ 1587965 h 1588391"/>
              <a:gd name="connsiteX7" fmla="*/ 399721 w 519588"/>
              <a:gd name="connsiteY7" fmla="*/ 1477900 h 1588391"/>
              <a:gd name="connsiteX8" fmla="*/ 445784 w 519588"/>
              <a:gd name="connsiteY8" fmla="*/ 1379402 h 1588391"/>
              <a:gd name="connsiteX9" fmla="*/ 374319 w 519588"/>
              <a:gd name="connsiteY9" fmla="*/ 1257765 h 1588391"/>
              <a:gd name="connsiteX10" fmla="*/ 331987 w 519588"/>
              <a:gd name="connsiteY10" fmla="*/ 927566 h 1588391"/>
              <a:gd name="connsiteX11" fmla="*/ 327250 w 519588"/>
              <a:gd name="connsiteY11" fmla="*/ 693602 h 1588391"/>
              <a:gd name="connsiteX12" fmla="*/ 357386 w 519588"/>
              <a:gd name="connsiteY12" fmla="*/ 470366 h 1588391"/>
              <a:gd name="connsiteX13" fmla="*/ 518253 w 519588"/>
              <a:gd name="connsiteY13" fmla="*/ 13166 h 1588391"/>
              <a:gd name="connsiteX14" fmla="*/ 247320 w 519588"/>
              <a:gd name="connsiteY14" fmla="*/ 123233 h 1588391"/>
              <a:gd name="connsiteX15" fmla="*/ 1787 w 519588"/>
              <a:gd name="connsiteY15" fmla="*/ 72432 h 1588391"/>
              <a:gd name="connsiteX0" fmla="*/ 1787 w 519588"/>
              <a:gd name="connsiteY0" fmla="*/ 72432 h 1589733"/>
              <a:gd name="connsiteX1" fmla="*/ 137254 w 519588"/>
              <a:gd name="connsiteY1" fmla="*/ 470366 h 1589733"/>
              <a:gd name="connsiteX2" fmla="*/ 154187 w 519588"/>
              <a:gd name="connsiteY2" fmla="*/ 707432 h 1589733"/>
              <a:gd name="connsiteX3" fmla="*/ 154186 w 519588"/>
              <a:gd name="connsiteY3" fmla="*/ 969899 h 1589733"/>
              <a:gd name="connsiteX4" fmla="*/ 154186 w 519588"/>
              <a:gd name="connsiteY4" fmla="*/ 1240833 h 1589733"/>
              <a:gd name="connsiteX5" fmla="*/ 86453 w 519588"/>
              <a:gd name="connsiteY5" fmla="*/ 1384766 h 1589733"/>
              <a:gd name="connsiteX6" fmla="*/ 272720 w 519588"/>
              <a:gd name="connsiteY6" fmla="*/ 1587965 h 1589733"/>
              <a:gd name="connsiteX7" fmla="*/ 399721 w 519588"/>
              <a:gd name="connsiteY7" fmla="*/ 1477900 h 1589733"/>
              <a:gd name="connsiteX8" fmla="*/ 445784 w 519588"/>
              <a:gd name="connsiteY8" fmla="*/ 1379402 h 1589733"/>
              <a:gd name="connsiteX9" fmla="*/ 374319 w 519588"/>
              <a:gd name="connsiteY9" fmla="*/ 1257765 h 1589733"/>
              <a:gd name="connsiteX10" fmla="*/ 331987 w 519588"/>
              <a:gd name="connsiteY10" fmla="*/ 927566 h 1589733"/>
              <a:gd name="connsiteX11" fmla="*/ 327250 w 519588"/>
              <a:gd name="connsiteY11" fmla="*/ 693602 h 1589733"/>
              <a:gd name="connsiteX12" fmla="*/ 357386 w 519588"/>
              <a:gd name="connsiteY12" fmla="*/ 470366 h 1589733"/>
              <a:gd name="connsiteX13" fmla="*/ 518253 w 519588"/>
              <a:gd name="connsiteY13" fmla="*/ 13166 h 1589733"/>
              <a:gd name="connsiteX14" fmla="*/ 247320 w 519588"/>
              <a:gd name="connsiteY14" fmla="*/ 123233 h 1589733"/>
              <a:gd name="connsiteX15" fmla="*/ 1787 w 519588"/>
              <a:gd name="connsiteY15" fmla="*/ 72432 h 1589733"/>
              <a:gd name="connsiteX0" fmla="*/ 1787 w 519588"/>
              <a:gd name="connsiteY0" fmla="*/ 72432 h 1589733"/>
              <a:gd name="connsiteX1" fmla="*/ 137254 w 519588"/>
              <a:gd name="connsiteY1" fmla="*/ 470366 h 1589733"/>
              <a:gd name="connsiteX2" fmla="*/ 154187 w 519588"/>
              <a:gd name="connsiteY2" fmla="*/ 707432 h 1589733"/>
              <a:gd name="connsiteX3" fmla="*/ 154186 w 519588"/>
              <a:gd name="connsiteY3" fmla="*/ 969899 h 1589733"/>
              <a:gd name="connsiteX4" fmla="*/ 128786 w 519588"/>
              <a:gd name="connsiteY4" fmla="*/ 1173100 h 1589733"/>
              <a:gd name="connsiteX5" fmla="*/ 86453 w 519588"/>
              <a:gd name="connsiteY5" fmla="*/ 1384766 h 1589733"/>
              <a:gd name="connsiteX6" fmla="*/ 272720 w 519588"/>
              <a:gd name="connsiteY6" fmla="*/ 1587965 h 1589733"/>
              <a:gd name="connsiteX7" fmla="*/ 399721 w 519588"/>
              <a:gd name="connsiteY7" fmla="*/ 1477900 h 1589733"/>
              <a:gd name="connsiteX8" fmla="*/ 445784 w 519588"/>
              <a:gd name="connsiteY8" fmla="*/ 1379402 h 1589733"/>
              <a:gd name="connsiteX9" fmla="*/ 374319 w 519588"/>
              <a:gd name="connsiteY9" fmla="*/ 1257765 h 1589733"/>
              <a:gd name="connsiteX10" fmla="*/ 331987 w 519588"/>
              <a:gd name="connsiteY10" fmla="*/ 927566 h 1589733"/>
              <a:gd name="connsiteX11" fmla="*/ 327250 w 519588"/>
              <a:gd name="connsiteY11" fmla="*/ 693602 h 1589733"/>
              <a:gd name="connsiteX12" fmla="*/ 357386 w 519588"/>
              <a:gd name="connsiteY12" fmla="*/ 470366 h 1589733"/>
              <a:gd name="connsiteX13" fmla="*/ 518253 w 519588"/>
              <a:gd name="connsiteY13" fmla="*/ 13166 h 1589733"/>
              <a:gd name="connsiteX14" fmla="*/ 247320 w 519588"/>
              <a:gd name="connsiteY14" fmla="*/ 123233 h 1589733"/>
              <a:gd name="connsiteX15" fmla="*/ 1787 w 519588"/>
              <a:gd name="connsiteY15" fmla="*/ 72432 h 1589733"/>
              <a:gd name="connsiteX0" fmla="*/ 1787 w 519588"/>
              <a:gd name="connsiteY0" fmla="*/ 72432 h 1587967"/>
              <a:gd name="connsiteX1" fmla="*/ 137254 w 519588"/>
              <a:gd name="connsiteY1" fmla="*/ 470366 h 1587967"/>
              <a:gd name="connsiteX2" fmla="*/ 154187 w 519588"/>
              <a:gd name="connsiteY2" fmla="*/ 707432 h 1587967"/>
              <a:gd name="connsiteX3" fmla="*/ 154186 w 519588"/>
              <a:gd name="connsiteY3" fmla="*/ 969899 h 1587967"/>
              <a:gd name="connsiteX4" fmla="*/ 128786 w 519588"/>
              <a:gd name="connsiteY4" fmla="*/ 1173100 h 1587967"/>
              <a:gd name="connsiteX5" fmla="*/ 86453 w 519588"/>
              <a:gd name="connsiteY5" fmla="*/ 1384766 h 1587967"/>
              <a:gd name="connsiteX6" fmla="*/ 124050 w 519588"/>
              <a:gd name="connsiteY6" fmla="*/ 1481002 h 1587967"/>
              <a:gd name="connsiteX7" fmla="*/ 272720 w 519588"/>
              <a:gd name="connsiteY7" fmla="*/ 1587965 h 1587967"/>
              <a:gd name="connsiteX8" fmla="*/ 399721 w 519588"/>
              <a:gd name="connsiteY8" fmla="*/ 1477900 h 1587967"/>
              <a:gd name="connsiteX9" fmla="*/ 445784 w 519588"/>
              <a:gd name="connsiteY9" fmla="*/ 1379402 h 1587967"/>
              <a:gd name="connsiteX10" fmla="*/ 374319 w 519588"/>
              <a:gd name="connsiteY10" fmla="*/ 1257765 h 1587967"/>
              <a:gd name="connsiteX11" fmla="*/ 331987 w 519588"/>
              <a:gd name="connsiteY11" fmla="*/ 927566 h 1587967"/>
              <a:gd name="connsiteX12" fmla="*/ 327250 w 519588"/>
              <a:gd name="connsiteY12" fmla="*/ 693602 h 1587967"/>
              <a:gd name="connsiteX13" fmla="*/ 357386 w 519588"/>
              <a:gd name="connsiteY13" fmla="*/ 470366 h 1587967"/>
              <a:gd name="connsiteX14" fmla="*/ 518253 w 519588"/>
              <a:gd name="connsiteY14" fmla="*/ 13166 h 1587967"/>
              <a:gd name="connsiteX15" fmla="*/ 247320 w 519588"/>
              <a:gd name="connsiteY15" fmla="*/ 123233 h 1587967"/>
              <a:gd name="connsiteX16" fmla="*/ 1787 w 519588"/>
              <a:gd name="connsiteY16" fmla="*/ 72432 h 1587967"/>
              <a:gd name="connsiteX0" fmla="*/ 1787 w 519588"/>
              <a:gd name="connsiteY0" fmla="*/ 72432 h 1596434"/>
              <a:gd name="connsiteX1" fmla="*/ 137254 w 519588"/>
              <a:gd name="connsiteY1" fmla="*/ 470366 h 1596434"/>
              <a:gd name="connsiteX2" fmla="*/ 154187 w 519588"/>
              <a:gd name="connsiteY2" fmla="*/ 707432 h 1596434"/>
              <a:gd name="connsiteX3" fmla="*/ 154186 w 519588"/>
              <a:gd name="connsiteY3" fmla="*/ 969899 h 1596434"/>
              <a:gd name="connsiteX4" fmla="*/ 128786 w 519588"/>
              <a:gd name="connsiteY4" fmla="*/ 1173100 h 1596434"/>
              <a:gd name="connsiteX5" fmla="*/ 86453 w 519588"/>
              <a:gd name="connsiteY5" fmla="*/ 1384766 h 1596434"/>
              <a:gd name="connsiteX6" fmla="*/ 124050 w 519588"/>
              <a:gd name="connsiteY6" fmla="*/ 1481002 h 1596434"/>
              <a:gd name="connsiteX7" fmla="*/ 247320 w 519588"/>
              <a:gd name="connsiteY7" fmla="*/ 1596432 h 1596434"/>
              <a:gd name="connsiteX8" fmla="*/ 399721 w 519588"/>
              <a:gd name="connsiteY8" fmla="*/ 1477900 h 1596434"/>
              <a:gd name="connsiteX9" fmla="*/ 445784 w 519588"/>
              <a:gd name="connsiteY9" fmla="*/ 1379402 h 1596434"/>
              <a:gd name="connsiteX10" fmla="*/ 374319 w 519588"/>
              <a:gd name="connsiteY10" fmla="*/ 1257765 h 1596434"/>
              <a:gd name="connsiteX11" fmla="*/ 331987 w 519588"/>
              <a:gd name="connsiteY11" fmla="*/ 927566 h 1596434"/>
              <a:gd name="connsiteX12" fmla="*/ 327250 w 519588"/>
              <a:gd name="connsiteY12" fmla="*/ 693602 h 1596434"/>
              <a:gd name="connsiteX13" fmla="*/ 357386 w 519588"/>
              <a:gd name="connsiteY13" fmla="*/ 470366 h 1596434"/>
              <a:gd name="connsiteX14" fmla="*/ 518253 w 519588"/>
              <a:gd name="connsiteY14" fmla="*/ 13166 h 1596434"/>
              <a:gd name="connsiteX15" fmla="*/ 247320 w 519588"/>
              <a:gd name="connsiteY15" fmla="*/ 123233 h 1596434"/>
              <a:gd name="connsiteX16" fmla="*/ 1787 w 519588"/>
              <a:gd name="connsiteY16" fmla="*/ 72432 h 1596434"/>
              <a:gd name="connsiteX0" fmla="*/ 1787 w 519588"/>
              <a:gd name="connsiteY0" fmla="*/ 72432 h 1596595"/>
              <a:gd name="connsiteX1" fmla="*/ 137254 w 519588"/>
              <a:gd name="connsiteY1" fmla="*/ 470366 h 1596595"/>
              <a:gd name="connsiteX2" fmla="*/ 154187 w 519588"/>
              <a:gd name="connsiteY2" fmla="*/ 707432 h 1596595"/>
              <a:gd name="connsiteX3" fmla="*/ 154186 w 519588"/>
              <a:gd name="connsiteY3" fmla="*/ 969899 h 1596595"/>
              <a:gd name="connsiteX4" fmla="*/ 128786 w 519588"/>
              <a:gd name="connsiteY4" fmla="*/ 1173100 h 1596595"/>
              <a:gd name="connsiteX5" fmla="*/ 86453 w 519588"/>
              <a:gd name="connsiteY5" fmla="*/ 1384766 h 1596595"/>
              <a:gd name="connsiteX6" fmla="*/ 124050 w 519588"/>
              <a:gd name="connsiteY6" fmla="*/ 1481002 h 1596595"/>
              <a:gd name="connsiteX7" fmla="*/ 247320 w 519588"/>
              <a:gd name="connsiteY7" fmla="*/ 1596432 h 1596595"/>
              <a:gd name="connsiteX8" fmla="*/ 391255 w 519588"/>
              <a:gd name="connsiteY8" fmla="*/ 1503300 h 1596595"/>
              <a:gd name="connsiteX9" fmla="*/ 445784 w 519588"/>
              <a:gd name="connsiteY9" fmla="*/ 1379402 h 1596595"/>
              <a:gd name="connsiteX10" fmla="*/ 374319 w 519588"/>
              <a:gd name="connsiteY10" fmla="*/ 1257765 h 1596595"/>
              <a:gd name="connsiteX11" fmla="*/ 331987 w 519588"/>
              <a:gd name="connsiteY11" fmla="*/ 927566 h 1596595"/>
              <a:gd name="connsiteX12" fmla="*/ 327250 w 519588"/>
              <a:gd name="connsiteY12" fmla="*/ 693602 h 1596595"/>
              <a:gd name="connsiteX13" fmla="*/ 357386 w 519588"/>
              <a:gd name="connsiteY13" fmla="*/ 470366 h 1596595"/>
              <a:gd name="connsiteX14" fmla="*/ 518253 w 519588"/>
              <a:gd name="connsiteY14" fmla="*/ 13166 h 1596595"/>
              <a:gd name="connsiteX15" fmla="*/ 247320 w 519588"/>
              <a:gd name="connsiteY15" fmla="*/ 123233 h 1596595"/>
              <a:gd name="connsiteX16" fmla="*/ 1787 w 519588"/>
              <a:gd name="connsiteY16" fmla="*/ 72432 h 1596595"/>
              <a:gd name="connsiteX0" fmla="*/ 1787 w 519588"/>
              <a:gd name="connsiteY0" fmla="*/ 72432 h 1596595"/>
              <a:gd name="connsiteX1" fmla="*/ 137254 w 519588"/>
              <a:gd name="connsiteY1" fmla="*/ 470366 h 1596595"/>
              <a:gd name="connsiteX2" fmla="*/ 154187 w 519588"/>
              <a:gd name="connsiteY2" fmla="*/ 707432 h 1596595"/>
              <a:gd name="connsiteX3" fmla="*/ 154186 w 519588"/>
              <a:gd name="connsiteY3" fmla="*/ 969899 h 1596595"/>
              <a:gd name="connsiteX4" fmla="*/ 128786 w 519588"/>
              <a:gd name="connsiteY4" fmla="*/ 1173100 h 1596595"/>
              <a:gd name="connsiteX5" fmla="*/ 86453 w 519588"/>
              <a:gd name="connsiteY5" fmla="*/ 1384766 h 1596595"/>
              <a:gd name="connsiteX6" fmla="*/ 124050 w 519588"/>
              <a:gd name="connsiteY6" fmla="*/ 1481002 h 1596595"/>
              <a:gd name="connsiteX7" fmla="*/ 247320 w 519588"/>
              <a:gd name="connsiteY7" fmla="*/ 1596432 h 1596595"/>
              <a:gd name="connsiteX8" fmla="*/ 391255 w 519588"/>
              <a:gd name="connsiteY8" fmla="*/ 1503300 h 1596595"/>
              <a:gd name="connsiteX9" fmla="*/ 420384 w 519588"/>
              <a:gd name="connsiteY9" fmla="*/ 1379402 h 1596595"/>
              <a:gd name="connsiteX10" fmla="*/ 374319 w 519588"/>
              <a:gd name="connsiteY10" fmla="*/ 1257765 h 1596595"/>
              <a:gd name="connsiteX11" fmla="*/ 331987 w 519588"/>
              <a:gd name="connsiteY11" fmla="*/ 927566 h 1596595"/>
              <a:gd name="connsiteX12" fmla="*/ 327250 w 519588"/>
              <a:gd name="connsiteY12" fmla="*/ 693602 h 1596595"/>
              <a:gd name="connsiteX13" fmla="*/ 357386 w 519588"/>
              <a:gd name="connsiteY13" fmla="*/ 470366 h 1596595"/>
              <a:gd name="connsiteX14" fmla="*/ 518253 w 519588"/>
              <a:gd name="connsiteY14" fmla="*/ 13166 h 1596595"/>
              <a:gd name="connsiteX15" fmla="*/ 247320 w 519588"/>
              <a:gd name="connsiteY15" fmla="*/ 123233 h 1596595"/>
              <a:gd name="connsiteX16" fmla="*/ 1787 w 519588"/>
              <a:gd name="connsiteY16" fmla="*/ 72432 h 1596595"/>
              <a:gd name="connsiteX0" fmla="*/ 1787 w 519588"/>
              <a:gd name="connsiteY0" fmla="*/ 72432 h 1596595"/>
              <a:gd name="connsiteX1" fmla="*/ 137254 w 519588"/>
              <a:gd name="connsiteY1" fmla="*/ 470366 h 1596595"/>
              <a:gd name="connsiteX2" fmla="*/ 154187 w 519588"/>
              <a:gd name="connsiteY2" fmla="*/ 707432 h 1596595"/>
              <a:gd name="connsiteX3" fmla="*/ 154186 w 519588"/>
              <a:gd name="connsiteY3" fmla="*/ 969899 h 1596595"/>
              <a:gd name="connsiteX4" fmla="*/ 128786 w 519588"/>
              <a:gd name="connsiteY4" fmla="*/ 1173100 h 1596595"/>
              <a:gd name="connsiteX5" fmla="*/ 86453 w 519588"/>
              <a:gd name="connsiteY5" fmla="*/ 1384766 h 1596595"/>
              <a:gd name="connsiteX6" fmla="*/ 124050 w 519588"/>
              <a:gd name="connsiteY6" fmla="*/ 1481002 h 1596595"/>
              <a:gd name="connsiteX7" fmla="*/ 247320 w 519588"/>
              <a:gd name="connsiteY7" fmla="*/ 1596432 h 1596595"/>
              <a:gd name="connsiteX8" fmla="*/ 391255 w 519588"/>
              <a:gd name="connsiteY8" fmla="*/ 1503300 h 1596595"/>
              <a:gd name="connsiteX9" fmla="*/ 420384 w 519588"/>
              <a:gd name="connsiteY9" fmla="*/ 1379402 h 1596595"/>
              <a:gd name="connsiteX10" fmla="*/ 368232 w 519588"/>
              <a:gd name="connsiteY10" fmla="*/ 1206902 h 1596595"/>
              <a:gd name="connsiteX11" fmla="*/ 331987 w 519588"/>
              <a:gd name="connsiteY11" fmla="*/ 927566 h 1596595"/>
              <a:gd name="connsiteX12" fmla="*/ 327250 w 519588"/>
              <a:gd name="connsiteY12" fmla="*/ 693602 h 1596595"/>
              <a:gd name="connsiteX13" fmla="*/ 357386 w 519588"/>
              <a:gd name="connsiteY13" fmla="*/ 470366 h 1596595"/>
              <a:gd name="connsiteX14" fmla="*/ 518253 w 519588"/>
              <a:gd name="connsiteY14" fmla="*/ 13166 h 1596595"/>
              <a:gd name="connsiteX15" fmla="*/ 247320 w 519588"/>
              <a:gd name="connsiteY15" fmla="*/ 123233 h 1596595"/>
              <a:gd name="connsiteX16" fmla="*/ 1787 w 519588"/>
              <a:gd name="connsiteY16" fmla="*/ 72432 h 1596595"/>
              <a:gd name="connsiteX0" fmla="*/ 1787 w 519588"/>
              <a:gd name="connsiteY0" fmla="*/ 72432 h 1596489"/>
              <a:gd name="connsiteX1" fmla="*/ 137254 w 519588"/>
              <a:gd name="connsiteY1" fmla="*/ 470366 h 1596489"/>
              <a:gd name="connsiteX2" fmla="*/ 154187 w 519588"/>
              <a:gd name="connsiteY2" fmla="*/ 707432 h 1596489"/>
              <a:gd name="connsiteX3" fmla="*/ 154186 w 519588"/>
              <a:gd name="connsiteY3" fmla="*/ 969899 h 1596489"/>
              <a:gd name="connsiteX4" fmla="*/ 128786 w 519588"/>
              <a:gd name="connsiteY4" fmla="*/ 1173100 h 1596489"/>
              <a:gd name="connsiteX5" fmla="*/ 86453 w 519588"/>
              <a:gd name="connsiteY5" fmla="*/ 1384766 h 1596489"/>
              <a:gd name="connsiteX6" fmla="*/ 124050 w 519588"/>
              <a:gd name="connsiteY6" fmla="*/ 1481002 h 1596489"/>
              <a:gd name="connsiteX7" fmla="*/ 247320 w 519588"/>
              <a:gd name="connsiteY7" fmla="*/ 1596432 h 1596489"/>
              <a:gd name="connsiteX8" fmla="*/ 366907 w 519588"/>
              <a:gd name="connsiteY8" fmla="*/ 1494824 h 1596489"/>
              <a:gd name="connsiteX9" fmla="*/ 420384 w 519588"/>
              <a:gd name="connsiteY9" fmla="*/ 1379402 h 1596489"/>
              <a:gd name="connsiteX10" fmla="*/ 368232 w 519588"/>
              <a:gd name="connsiteY10" fmla="*/ 1206902 h 1596489"/>
              <a:gd name="connsiteX11" fmla="*/ 331987 w 519588"/>
              <a:gd name="connsiteY11" fmla="*/ 927566 h 1596489"/>
              <a:gd name="connsiteX12" fmla="*/ 327250 w 519588"/>
              <a:gd name="connsiteY12" fmla="*/ 693602 h 1596489"/>
              <a:gd name="connsiteX13" fmla="*/ 357386 w 519588"/>
              <a:gd name="connsiteY13" fmla="*/ 470366 h 1596489"/>
              <a:gd name="connsiteX14" fmla="*/ 518253 w 519588"/>
              <a:gd name="connsiteY14" fmla="*/ 13166 h 1596489"/>
              <a:gd name="connsiteX15" fmla="*/ 247320 w 519588"/>
              <a:gd name="connsiteY15" fmla="*/ 123233 h 1596489"/>
              <a:gd name="connsiteX16" fmla="*/ 1787 w 519588"/>
              <a:gd name="connsiteY16" fmla="*/ 72432 h 1596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588" h="1596489">
                <a:moveTo>
                  <a:pt x="1787" y="72432"/>
                </a:moveTo>
                <a:cubicBezTo>
                  <a:pt x="-16557" y="130288"/>
                  <a:pt x="111854" y="364533"/>
                  <a:pt x="137254" y="470366"/>
                </a:cubicBezTo>
                <a:cubicBezTo>
                  <a:pt x="162654" y="576199"/>
                  <a:pt x="151365" y="624177"/>
                  <a:pt x="154187" y="707432"/>
                </a:cubicBezTo>
                <a:cubicBezTo>
                  <a:pt x="157009" y="790687"/>
                  <a:pt x="158420" y="892288"/>
                  <a:pt x="154186" y="969899"/>
                </a:cubicBezTo>
                <a:cubicBezTo>
                  <a:pt x="149952" y="1047510"/>
                  <a:pt x="140075" y="1103956"/>
                  <a:pt x="128786" y="1173100"/>
                </a:cubicBezTo>
                <a:cubicBezTo>
                  <a:pt x="117497" y="1242244"/>
                  <a:pt x="87242" y="1333449"/>
                  <a:pt x="86453" y="1384766"/>
                </a:cubicBezTo>
                <a:cubicBezTo>
                  <a:pt x="85664" y="1436083"/>
                  <a:pt x="93006" y="1447136"/>
                  <a:pt x="124050" y="1481002"/>
                </a:cubicBezTo>
                <a:cubicBezTo>
                  <a:pt x="155095" y="1514869"/>
                  <a:pt x="206844" y="1594128"/>
                  <a:pt x="247320" y="1596432"/>
                </a:cubicBezTo>
                <a:cubicBezTo>
                  <a:pt x="287796" y="1598736"/>
                  <a:pt x="338063" y="1530996"/>
                  <a:pt x="366907" y="1494824"/>
                </a:cubicBezTo>
                <a:cubicBezTo>
                  <a:pt x="395751" y="1458652"/>
                  <a:pt x="430262" y="1409036"/>
                  <a:pt x="420384" y="1379402"/>
                </a:cubicBezTo>
                <a:cubicBezTo>
                  <a:pt x="410506" y="1349769"/>
                  <a:pt x="382965" y="1282208"/>
                  <a:pt x="368232" y="1206902"/>
                </a:cubicBezTo>
                <a:cubicBezTo>
                  <a:pt x="353499" y="1131596"/>
                  <a:pt x="338817" y="1013116"/>
                  <a:pt x="331987" y="927566"/>
                </a:cubicBezTo>
                <a:cubicBezTo>
                  <a:pt x="325157" y="842016"/>
                  <a:pt x="321606" y="772624"/>
                  <a:pt x="327250" y="693602"/>
                </a:cubicBezTo>
                <a:cubicBezTo>
                  <a:pt x="332894" y="614580"/>
                  <a:pt x="325552" y="583772"/>
                  <a:pt x="357386" y="470366"/>
                </a:cubicBezTo>
                <a:cubicBezTo>
                  <a:pt x="389220" y="356960"/>
                  <a:pt x="498497" y="72433"/>
                  <a:pt x="518253" y="13166"/>
                </a:cubicBezTo>
                <a:cubicBezTo>
                  <a:pt x="538009" y="-46101"/>
                  <a:pt x="333398" y="113355"/>
                  <a:pt x="247320" y="123233"/>
                </a:cubicBezTo>
                <a:cubicBezTo>
                  <a:pt x="161242" y="133111"/>
                  <a:pt x="20131" y="14577"/>
                  <a:pt x="1787" y="72432"/>
                </a:cubicBezTo>
                <a:close/>
              </a:path>
            </a:pathLst>
          </a:custGeom>
          <a:gradFill>
            <a:gsLst>
              <a:gs pos="24000">
                <a:schemeClr val="accent2">
                  <a:lumMod val="20000"/>
                  <a:lumOff val="80000"/>
                </a:schemeClr>
              </a:gs>
              <a:gs pos="81000">
                <a:srgbClr val="F7C39F"/>
              </a:gs>
              <a:gs pos="66000">
                <a:srgbClr val="F9D1B5"/>
              </a:gs>
              <a:gs pos="95000">
                <a:srgbClr val="FAD6BE"/>
              </a:gs>
            </a:gsLst>
            <a:lin ang="5400000" scaled="1"/>
          </a:gradFill>
          <a:ln>
            <a:gradFill flip="none" rotWithShape="1">
              <a:gsLst>
                <a:gs pos="31000">
                  <a:schemeClr val="accent2">
                    <a:lumMod val="20000"/>
                    <a:lumOff val="80000"/>
                  </a:schemeClr>
                </a:gs>
                <a:gs pos="89830">
                  <a:srgbClr val="D57738"/>
                </a:gs>
                <a:gs pos="81000">
                  <a:schemeClr val="accent2">
                    <a:lumMod val="60000"/>
                    <a:lumOff val="40000"/>
                  </a:schemeClr>
                </a:gs>
                <a:gs pos="58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C5B39A56-F40E-4340-8E4D-7DD54BD9699A}"/>
              </a:ext>
            </a:extLst>
          </p:cNvPr>
          <p:cNvSpPr/>
          <p:nvPr/>
        </p:nvSpPr>
        <p:spPr>
          <a:xfrm>
            <a:off x="4217353" y="2853539"/>
            <a:ext cx="988136" cy="1318820"/>
          </a:xfrm>
          <a:custGeom>
            <a:avLst/>
            <a:gdLst>
              <a:gd name="connsiteX0" fmla="*/ 15574 w 933186"/>
              <a:gd name="connsiteY0" fmla="*/ 1255533 h 1470141"/>
              <a:gd name="connsiteX1" fmla="*/ 63700 w 933186"/>
              <a:gd name="connsiteY1" fmla="*/ 1380661 h 1470141"/>
              <a:gd name="connsiteX2" fmla="*/ 131077 w 933186"/>
              <a:gd name="connsiteY2" fmla="*/ 1399911 h 1470141"/>
              <a:gd name="connsiteX3" fmla="*/ 872222 w 933186"/>
              <a:gd name="connsiteY3" fmla="*/ 437385 h 1470141"/>
              <a:gd name="connsiteX4" fmla="*/ 891473 w 933186"/>
              <a:gd name="connsiteY4" fmla="*/ 187128 h 1470141"/>
              <a:gd name="connsiteX5" fmla="*/ 891473 w 933186"/>
              <a:gd name="connsiteY5" fmla="*/ 13874 h 1470141"/>
              <a:gd name="connsiteX6" fmla="*/ 650841 w 933186"/>
              <a:gd name="connsiteY6" fmla="*/ 562514 h 1470141"/>
              <a:gd name="connsiteX7" fmla="*/ 352458 w 933186"/>
              <a:gd name="connsiteY7" fmla="*/ 966775 h 1470141"/>
              <a:gd name="connsiteX8" fmla="*/ 15574 w 933186"/>
              <a:gd name="connsiteY8" fmla="*/ 1255533 h 1470141"/>
              <a:gd name="connsiteX0" fmla="*/ 15574 w 941857"/>
              <a:gd name="connsiteY0" fmla="*/ 1252795 h 1467403"/>
              <a:gd name="connsiteX1" fmla="*/ 63700 w 941857"/>
              <a:gd name="connsiteY1" fmla="*/ 1377923 h 1467403"/>
              <a:gd name="connsiteX2" fmla="*/ 131077 w 941857"/>
              <a:gd name="connsiteY2" fmla="*/ 1397173 h 1467403"/>
              <a:gd name="connsiteX3" fmla="*/ 872222 w 941857"/>
              <a:gd name="connsiteY3" fmla="*/ 434647 h 1467403"/>
              <a:gd name="connsiteX4" fmla="*/ 912640 w 941857"/>
              <a:gd name="connsiteY4" fmla="*/ 209790 h 1467403"/>
              <a:gd name="connsiteX5" fmla="*/ 891473 w 941857"/>
              <a:gd name="connsiteY5" fmla="*/ 11136 h 1467403"/>
              <a:gd name="connsiteX6" fmla="*/ 650841 w 941857"/>
              <a:gd name="connsiteY6" fmla="*/ 559776 h 1467403"/>
              <a:gd name="connsiteX7" fmla="*/ 352458 w 941857"/>
              <a:gd name="connsiteY7" fmla="*/ 964037 h 1467403"/>
              <a:gd name="connsiteX8" fmla="*/ 15574 w 941857"/>
              <a:gd name="connsiteY8" fmla="*/ 1252795 h 1467403"/>
              <a:gd name="connsiteX0" fmla="*/ 15574 w 925911"/>
              <a:gd name="connsiteY0" fmla="*/ 1253364 h 1462641"/>
              <a:gd name="connsiteX1" fmla="*/ 63700 w 925911"/>
              <a:gd name="connsiteY1" fmla="*/ 1378492 h 1462641"/>
              <a:gd name="connsiteX2" fmla="*/ 131077 w 925911"/>
              <a:gd name="connsiteY2" fmla="*/ 1397742 h 1462641"/>
              <a:gd name="connsiteX3" fmla="*/ 779089 w 925911"/>
              <a:gd name="connsiteY3" fmla="*/ 507182 h 1462641"/>
              <a:gd name="connsiteX4" fmla="*/ 912640 w 925911"/>
              <a:gd name="connsiteY4" fmla="*/ 210359 h 1462641"/>
              <a:gd name="connsiteX5" fmla="*/ 891473 w 925911"/>
              <a:gd name="connsiteY5" fmla="*/ 11705 h 1462641"/>
              <a:gd name="connsiteX6" fmla="*/ 650841 w 925911"/>
              <a:gd name="connsiteY6" fmla="*/ 560345 h 1462641"/>
              <a:gd name="connsiteX7" fmla="*/ 352458 w 925911"/>
              <a:gd name="connsiteY7" fmla="*/ 964606 h 1462641"/>
              <a:gd name="connsiteX8" fmla="*/ 15574 w 925911"/>
              <a:gd name="connsiteY8" fmla="*/ 1253364 h 1462641"/>
              <a:gd name="connsiteX0" fmla="*/ 15574 w 925911"/>
              <a:gd name="connsiteY0" fmla="*/ 1247420 h 1456697"/>
              <a:gd name="connsiteX1" fmla="*/ 63700 w 925911"/>
              <a:gd name="connsiteY1" fmla="*/ 1372548 h 1456697"/>
              <a:gd name="connsiteX2" fmla="*/ 131077 w 925911"/>
              <a:gd name="connsiteY2" fmla="*/ 1391798 h 1456697"/>
              <a:gd name="connsiteX3" fmla="*/ 779089 w 925911"/>
              <a:gd name="connsiteY3" fmla="*/ 501238 h 1456697"/>
              <a:gd name="connsiteX4" fmla="*/ 912640 w 925911"/>
              <a:gd name="connsiteY4" fmla="*/ 280615 h 1456697"/>
              <a:gd name="connsiteX5" fmla="*/ 891473 w 925911"/>
              <a:gd name="connsiteY5" fmla="*/ 5761 h 1456697"/>
              <a:gd name="connsiteX6" fmla="*/ 650841 w 925911"/>
              <a:gd name="connsiteY6" fmla="*/ 554401 h 1456697"/>
              <a:gd name="connsiteX7" fmla="*/ 352458 w 925911"/>
              <a:gd name="connsiteY7" fmla="*/ 958662 h 1456697"/>
              <a:gd name="connsiteX8" fmla="*/ 15574 w 925911"/>
              <a:gd name="connsiteY8" fmla="*/ 1247420 h 1456697"/>
              <a:gd name="connsiteX0" fmla="*/ 15574 w 928237"/>
              <a:gd name="connsiteY0" fmla="*/ 1246822 h 1456099"/>
              <a:gd name="connsiteX1" fmla="*/ 63700 w 928237"/>
              <a:gd name="connsiteY1" fmla="*/ 1371950 h 1456099"/>
              <a:gd name="connsiteX2" fmla="*/ 131077 w 928237"/>
              <a:gd name="connsiteY2" fmla="*/ 1391200 h 1456099"/>
              <a:gd name="connsiteX3" fmla="*/ 779089 w 928237"/>
              <a:gd name="connsiteY3" fmla="*/ 500640 h 1456099"/>
              <a:gd name="connsiteX4" fmla="*/ 912640 w 928237"/>
              <a:gd name="connsiteY4" fmla="*/ 280017 h 1456099"/>
              <a:gd name="connsiteX5" fmla="*/ 891473 w 928237"/>
              <a:gd name="connsiteY5" fmla="*/ 5163 h 1456099"/>
              <a:gd name="connsiteX6" fmla="*/ 608508 w 928237"/>
              <a:gd name="connsiteY6" fmla="*/ 536870 h 1456099"/>
              <a:gd name="connsiteX7" fmla="*/ 352458 w 928237"/>
              <a:gd name="connsiteY7" fmla="*/ 958064 h 1456099"/>
              <a:gd name="connsiteX8" fmla="*/ 15574 w 928237"/>
              <a:gd name="connsiteY8" fmla="*/ 1246822 h 1456099"/>
              <a:gd name="connsiteX0" fmla="*/ 11862 w 924525"/>
              <a:gd name="connsiteY0" fmla="*/ 1246822 h 1456099"/>
              <a:gd name="connsiteX1" fmla="*/ 59988 w 924525"/>
              <a:gd name="connsiteY1" fmla="*/ 1371950 h 1456099"/>
              <a:gd name="connsiteX2" fmla="*/ 127365 w 924525"/>
              <a:gd name="connsiteY2" fmla="*/ 1391200 h 1456099"/>
              <a:gd name="connsiteX3" fmla="*/ 775377 w 924525"/>
              <a:gd name="connsiteY3" fmla="*/ 500640 h 1456099"/>
              <a:gd name="connsiteX4" fmla="*/ 908928 w 924525"/>
              <a:gd name="connsiteY4" fmla="*/ 280017 h 1456099"/>
              <a:gd name="connsiteX5" fmla="*/ 887761 w 924525"/>
              <a:gd name="connsiteY5" fmla="*/ 5163 h 1456099"/>
              <a:gd name="connsiteX6" fmla="*/ 604796 w 924525"/>
              <a:gd name="connsiteY6" fmla="*/ 536870 h 1456099"/>
              <a:gd name="connsiteX7" fmla="*/ 293713 w 924525"/>
              <a:gd name="connsiteY7" fmla="*/ 907264 h 1456099"/>
              <a:gd name="connsiteX8" fmla="*/ 11862 w 924525"/>
              <a:gd name="connsiteY8" fmla="*/ 1246822 h 1456099"/>
              <a:gd name="connsiteX0" fmla="*/ 14640 w 927303"/>
              <a:gd name="connsiteY0" fmla="*/ 1246822 h 1373040"/>
              <a:gd name="connsiteX1" fmla="*/ 62766 w 927303"/>
              <a:gd name="connsiteY1" fmla="*/ 1371950 h 1373040"/>
              <a:gd name="connsiteX2" fmla="*/ 257143 w 927303"/>
              <a:gd name="connsiteY2" fmla="*/ 1188000 h 1373040"/>
              <a:gd name="connsiteX3" fmla="*/ 778155 w 927303"/>
              <a:gd name="connsiteY3" fmla="*/ 500640 h 1373040"/>
              <a:gd name="connsiteX4" fmla="*/ 911706 w 927303"/>
              <a:gd name="connsiteY4" fmla="*/ 280017 h 1373040"/>
              <a:gd name="connsiteX5" fmla="*/ 890539 w 927303"/>
              <a:gd name="connsiteY5" fmla="*/ 5163 h 1373040"/>
              <a:gd name="connsiteX6" fmla="*/ 607574 w 927303"/>
              <a:gd name="connsiteY6" fmla="*/ 536870 h 1373040"/>
              <a:gd name="connsiteX7" fmla="*/ 296491 w 927303"/>
              <a:gd name="connsiteY7" fmla="*/ 907264 h 1373040"/>
              <a:gd name="connsiteX8" fmla="*/ 14640 w 927303"/>
              <a:gd name="connsiteY8" fmla="*/ 1246822 h 1373040"/>
              <a:gd name="connsiteX0" fmla="*/ 12035 w 945864"/>
              <a:gd name="connsiteY0" fmla="*/ 1267989 h 1374488"/>
              <a:gd name="connsiteX1" fmla="*/ 81327 w 945864"/>
              <a:gd name="connsiteY1" fmla="*/ 1371950 h 1374488"/>
              <a:gd name="connsiteX2" fmla="*/ 275704 w 945864"/>
              <a:gd name="connsiteY2" fmla="*/ 1188000 h 1374488"/>
              <a:gd name="connsiteX3" fmla="*/ 796716 w 945864"/>
              <a:gd name="connsiteY3" fmla="*/ 500640 h 1374488"/>
              <a:gd name="connsiteX4" fmla="*/ 930267 w 945864"/>
              <a:gd name="connsiteY4" fmla="*/ 280017 h 1374488"/>
              <a:gd name="connsiteX5" fmla="*/ 909100 w 945864"/>
              <a:gd name="connsiteY5" fmla="*/ 5163 h 1374488"/>
              <a:gd name="connsiteX6" fmla="*/ 626135 w 945864"/>
              <a:gd name="connsiteY6" fmla="*/ 536870 h 1374488"/>
              <a:gd name="connsiteX7" fmla="*/ 315052 w 945864"/>
              <a:gd name="connsiteY7" fmla="*/ 907264 h 1374488"/>
              <a:gd name="connsiteX8" fmla="*/ 12035 w 945864"/>
              <a:gd name="connsiteY8" fmla="*/ 1267989 h 1374488"/>
              <a:gd name="connsiteX0" fmla="*/ 12035 w 945864"/>
              <a:gd name="connsiteY0" fmla="*/ 1267989 h 1374488"/>
              <a:gd name="connsiteX1" fmla="*/ 81327 w 945864"/>
              <a:gd name="connsiteY1" fmla="*/ 1371950 h 1374488"/>
              <a:gd name="connsiteX2" fmla="*/ 275704 w 945864"/>
              <a:gd name="connsiteY2" fmla="*/ 1188000 h 1374488"/>
              <a:gd name="connsiteX3" fmla="*/ 796716 w 945864"/>
              <a:gd name="connsiteY3" fmla="*/ 500640 h 1374488"/>
              <a:gd name="connsiteX4" fmla="*/ 930267 w 945864"/>
              <a:gd name="connsiteY4" fmla="*/ 280017 h 1374488"/>
              <a:gd name="connsiteX5" fmla="*/ 909100 w 945864"/>
              <a:gd name="connsiteY5" fmla="*/ 5163 h 1374488"/>
              <a:gd name="connsiteX6" fmla="*/ 626135 w 945864"/>
              <a:gd name="connsiteY6" fmla="*/ 536870 h 1374488"/>
              <a:gd name="connsiteX7" fmla="*/ 315052 w 945864"/>
              <a:gd name="connsiteY7" fmla="*/ 907264 h 1374488"/>
              <a:gd name="connsiteX8" fmla="*/ 12035 w 945864"/>
              <a:gd name="connsiteY8" fmla="*/ 1267989 h 1374488"/>
              <a:gd name="connsiteX0" fmla="*/ 12035 w 945864"/>
              <a:gd name="connsiteY0" fmla="*/ 1267989 h 1390906"/>
              <a:gd name="connsiteX1" fmla="*/ 81327 w 945864"/>
              <a:gd name="connsiteY1" fmla="*/ 1388884 h 1390906"/>
              <a:gd name="connsiteX2" fmla="*/ 275704 w 945864"/>
              <a:gd name="connsiteY2" fmla="*/ 1188000 h 1390906"/>
              <a:gd name="connsiteX3" fmla="*/ 796716 w 945864"/>
              <a:gd name="connsiteY3" fmla="*/ 500640 h 1390906"/>
              <a:gd name="connsiteX4" fmla="*/ 930267 w 945864"/>
              <a:gd name="connsiteY4" fmla="*/ 280017 h 1390906"/>
              <a:gd name="connsiteX5" fmla="*/ 909100 w 945864"/>
              <a:gd name="connsiteY5" fmla="*/ 5163 h 1390906"/>
              <a:gd name="connsiteX6" fmla="*/ 626135 w 945864"/>
              <a:gd name="connsiteY6" fmla="*/ 536870 h 1390906"/>
              <a:gd name="connsiteX7" fmla="*/ 315052 w 945864"/>
              <a:gd name="connsiteY7" fmla="*/ 907264 h 1390906"/>
              <a:gd name="connsiteX8" fmla="*/ 12035 w 945864"/>
              <a:gd name="connsiteY8" fmla="*/ 1267989 h 1390906"/>
              <a:gd name="connsiteX0" fmla="*/ 10386 w 944215"/>
              <a:gd name="connsiteY0" fmla="*/ 1267989 h 1388891"/>
              <a:gd name="connsiteX1" fmla="*/ 79678 w 944215"/>
              <a:gd name="connsiteY1" fmla="*/ 1388884 h 1388891"/>
              <a:gd name="connsiteX2" fmla="*/ 274055 w 944215"/>
              <a:gd name="connsiteY2" fmla="*/ 1188000 h 1388891"/>
              <a:gd name="connsiteX3" fmla="*/ 795067 w 944215"/>
              <a:gd name="connsiteY3" fmla="*/ 500640 h 1388891"/>
              <a:gd name="connsiteX4" fmla="*/ 928618 w 944215"/>
              <a:gd name="connsiteY4" fmla="*/ 280017 h 1388891"/>
              <a:gd name="connsiteX5" fmla="*/ 907451 w 944215"/>
              <a:gd name="connsiteY5" fmla="*/ 5163 h 1388891"/>
              <a:gd name="connsiteX6" fmla="*/ 624486 w 944215"/>
              <a:gd name="connsiteY6" fmla="*/ 536870 h 1388891"/>
              <a:gd name="connsiteX7" fmla="*/ 313403 w 944215"/>
              <a:gd name="connsiteY7" fmla="*/ 907264 h 1388891"/>
              <a:gd name="connsiteX8" fmla="*/ 10386 w 944215"/>
              <a:gd name="connsiteY8" fmla="*/ 1267989 h 1388891"/>
              <a:gd name="connsiteX0" fmla="*/ 13 w 933842"/>
              <a:gd name="connsiteY0" fmla="*/ 1267989 h 1388901"/>
              <a:gd name="connsiteX1" fmla="*/ 69305 w 933842"/>
              <a:gd name="connsiteY1" fmla="*/ 1388884 h 1388901"/>
              <a:gd name="connsiteX2" fmla="*/ 263682 w 933842"/>
              <a:gd name="connsiteY2" fmla="*/ 1188000 h 1388901"/>
              <a:gd name="connsiteX3" fmla="*/ 784694 w 933842"/>
              <a:gd name="connsiteY3" fmla="*/ 500640 h 1388901"/>
              <a:gd name="connsiteX4" fmla="*/ 918245 w 933842"/>
              <a:gd name="connsiteY4" fmla="*/ 280017 h 1388901"/>
              <a:gd name="connsiteX5" fmla="*/ 897078 w 933842"/>
              <a:gd name="connsiteY5" fmla="*/ 5163 h 1388901"/>
              <a:gd name="connsiteX6" fmla="*/ 614113 w 933842"/>
              <a:gd name="connsiteY6" fmla="*/ 536870 h 1388901"/>
              <a:gd name="connsiteX7" fmla="*/ 303030 w 933842"/>
              <a:gd name="connsiteY7" fmla="*/ 907264 h 1388901"/>
              <a:gd name="connsiteX8" fmla="*/ 13 w 933842"/>
              <a:gd name="connsiteY8" fmla="*/ 1267989 h 1388901"/>
              <a:gd name="connsiteX0" fmla="*/ 13598 w 947427"/>
              <a:gd name="connsiteY0" fmla="*/ 1267989 h 1388890"/>
              <a:gd name="connsiteX1" fmla="*/ 82890 w 947427"/>
              <a:gd name="connsiteY1" fmla="*/ 1388884 h 1388890"/>
              <a:gd name="connsiteX2" fmla="*/ 277267 w 947427"/>
              <a:gd name="connsiteY2" fmla="*/ 1188000 h 1388890"/>
              <a:gd name="connsiteX3" fmla="*/ 798279 w 947427"/>
              <a:gd name="connsiteY3" fmla="*/ 500640 h 1388890"/>
              <a:gd name="connsiteX4" fmla="*/ 931830 w 947427"/>
              <a:gd name="connsiteY4" fmla="*/ 280017 h 1388890"/>
              <a:gd name="connsiteX5" fmla="*/ 910663 w 947427"/>
              <a:gd name="connsiteY5" fmla="*/ 5163 h 1388890"/>
              <a:gd name="connsiteX6" fmla="*/ 627698 w 947427"/>
              <a:gd name="connsiteY6" fmla="*/ 536870 h 1388890"/>
              <a:gd name="connsiteX7" fmla="*/ 316615 w 947427"/>
              <a:gd name="connsiteY7" fmla="*/ 907264 h 1388890"/>
              <a:gd name="connsiteX8" fmla="*/ 13598 w 947427"/>
              <a:gd name="connsiteY8" fmla="*/ 1267989 h 1388890"/>
              <a:gd name="connsiteX0" fmla="*/ 11976 w 945805"/>
              <a:gd name="connsiteY0" fmla="*/ 1267989 h 1388890"/>
              <a:gd name="connsiteX1" fmla="*/ 81268 w 945805"/>
              <a:gd name="connsiteY1" fmla="*/ 1388884 h 1388890"/>
              <a:gd name="connsiteX2" fmla="*/ 275645 w 945805"/>
              <a:gd name="connsiteY2" fmla="*/ 1188000 h 1388890"/>
              <a:gd name="connsiteX3" fmla="*/ 796657 w 945805"/>
              <a:gd name="connsiteY3" fmla="*/ 500640 h 1388890"/>
              <a:gd name="connsiteX4" fmla="*/ 930208 w 945805"/>
              <a:gd name="connsiteY4" fmla="*/ 280017 h 1388890"/>
              <a:gd name="connsiteX5" fmla="*/ 909041 w 945805"/>
              <a:gd name="connsiteY5" fmla="*/ 5163 h 1388890"/>
              <a:gd name="connsiteX6" fmla="*/ 626076 w 945805"/>
              <a:gd name="connsiteY6" fmla="*/ 536870 h 1388890"/>
              <a:gd name="connsiteX7" fmla="*/ 340393 w 945805"/>
              <a:gd name="connsiteY7" fmla="*/ 936897 h 1388890"/>
              <a:gd name="connsiteX8" fmla="*/ 11976 w 945805"/>
              <a:gd name="connsiteY8" fmla="*/ 1267989 h 1388890"/>
              <a:gd name="connsiteX0" fmla="*/ 14511 w 948340"/>
              <a:gd name="connsiteY0" fmla="*/ 1267989 h 1392836"/>
              <a:gd name="connsiteX1" fmla="*/ 83803 w 948340"/>
              <a:gd name="connsiteY1" fmla="*/ 1388884 h 1392836"/>
              <a:gd name="connsiteX2" fmla="*/ 316280 w 948340"/>
              <a:gd name="connsiteY2" fmla="*/ 1141433 h 1392836"/>
              <a:gd name="connsiteX3" fmla="*/ 799192 w 948340"/>
              <a:gd name="connsiteY3" fmla="*/ 500640 h 1392836"/>
              <a:gd name="connsiteX4" fmla="*/ 932743 w 948340"/>
              <a:gd name="connsiteY4" fmla="*/ 280017 h 1392836"/>
              <a:gd name="connsiteX5" fmla="*/ 911576 w 948340"/>
              <a:gd name="connsiteY5" fmla="*/ 5163 h 1392836"/>
              <a:gd name="connsiteX6" fmla="*/ 628611 w 948340"/>
              <a:gd name="connsiteY6" fmla="*/ 536870 h 1392836"/>
              <a:gd name="connsiteX7" fmla="*/ 342928 w 948340"/>
              <a:gd name="connsiteY7" fmla="*/ 936897 h 1392836"/>
              <a:gd name="connsiteX8" fmla="*/ 14511 w 948340"/>
              <a:gd name="connsiteY8" fmla="*/ 1267989 h 1392836"/>
              <a:gd name="connsiteX0" fmla="*/ 14511 w 958245"/>
              <a:gd name="connsiteY0" fmla="*/ 1218159 h 1343006"/>
              <a:gd name="connsiteX1" fmla="*/ 83803 w 958245"/>
              <a:gd name="connsiteY1" fmla="*/ 1339054 h 1343006"/>
              <a:gd name="connsiteX2" fmla="*/ 316280 w 958245"/>
              <a:gd name="connsiteY2" fmla="*/ 1091603 h 1343006"/>
              <a:gd name="connsiteX3" fmla="*/ 799192 w 958245"/>
              <a:gd name="connsiteY3" fmla="*/ 450810 h 1343006"/>
              <a:gd name="connsiteX4" fmla="*/ 932743 w 958245"/>
              <a:gd name="connsiteY4" fmla="*/ 230187 h 1343006"/>
              <a:gd name="connsiteX5" fmla="*/ 928509 w 958245"/>
              <a:gd name="connsiteY5" fmla="*/ 6133 h 1343006"/>
              <a:gd name="connsiteX6" fmla="*/ 628611 w 958245"/>
              <a:gd name="connsiteY6" fmla="*/ 487040 h 1343006"/>
              <a:gd name="connsiteX7" fmla="*/ 342928 w 958245"/>
              <a:gd name="connsiteY7" fmla="*/ 887067 h 1343006"/>
              <a:gd name="connsiteX8" fmla="*/ 14511 w 958245"/>
              <a:gd name="connsiteY8" fmla="*/ 1218159 h 1343006"/>
              <a:gd name="connsiteX0" fmla="*/ 14511 w 964006"/>
              <a:gd name="connsiteY0" fmla="*/ 1120213 h 1245060"/>
              <a:gd name="connsiteX1" fmla="*/ 83803 w 964006"/>
              <a:gd name="connsiteY1" fmla="*/ 1241108 h 1245060"/>
              <a:gd name="connsiteX2" fmla="*/ 316280 w 964006"/>
              <a:gd name="connsiteY2" fmla="*/ 993657 h 1245060"/>
              <a:gd name="connsiteX3" fmla="*/ 799192 w 964006"/>
              <a:gd name="connsiteY3" fmla="*/ 352864 h 1245060"/>
              <a:gd name="connsiteX4" fmla="*/ 932743 w 964006"/>
              <a:gd name="connsiteY4" fmla="*/ 132241 h 1245060"/>
              <a:gd name="connsiteX5" fmla="*/ 936976 w 964006"/>
              <a:gd name="connsiteY5" fmla="*/ 9787 h 1245060"/>
              <a:gd name="connsiteX6" fmla="*/ 628611 w 964006"/>
              <a:gd name="connsiteY6" fmla="*/ 389094 h 1245060"/>
              <a:gd name="connsiteX7" fmla="*/ 342928 w 964006"/>
              <a:gd name="connsiteY7" fmla="*/ 789121 h 1245060"/>
              <a:gd name="connsiteX8" fmla="*/ 14511 w 964006"/>
              <a:gd name="connsiteY8" fmla="*/ 1120213 h 1245060"/>
              <a:gd name="connsiteX0" fmla="*/ 14511 w 1012462"/>
              <a:gd name="connsiteY0" fmla="*/ 1209889 h 1334736"/>
              <a:gd name="connsiteX1" fmla="*/ 83803 w 1012462"/>
              <a:gd name="connsiteY1" fmla="*/ 1330784 h 1334736"/>
              <a:gd name="connsiteX2" fmla="*/ 316280 w 1012462"/>
              <a:gd name="connsiteY2" fmla="*/ 1083333 h 1334736"/>
              <a:gd name="connsiteX3" fmla="*/ 799192 w 1012462"/>
              <a:gd name="connsiteY3" fmla="*/ 442540 h 1334736"/>
              <a:gd name="connsiteX4" fmla="*/ 932743 w 1012462"/>
              <a:gd name="connsiteY4" fmla="*/ 221917 h 1334736"/>
              <a:gd name="connsiteX5" fmla="*/ 996243 w 1012462"/>
              <a:gd name="connsiteY5" fmla="*/ 6330 h 1334736"/>
              <a:gd name="connsiteX6" fmla="*/ 628611 w 1012462"/>
              <a:gd name="connsiteY6" fmla="*/ 478770 h 1334736"/>
              <a:gd name="connsiteX7" fmla="*/ 342928 w 1012462"/>
              <a:gd name="connsiteY7" fmla="*/ 878797 h 1334736"/>
              <a:gd name="connsiteX8" fmla="*/ 14511 w 1012462"/>
              <a:gd name="connsiteY8" fmla="*/ 1209889 h 1334736"/>
              <a:gd name="connsiteX0" fmla="*/ 14511 w 1048600"/>
              <a:gd name="connsiteY0" fmla="*/ 1273733 h 1398580"/>
              <a:gd name="connsiteX1" fmla="*/ 83803 w 1048600"/>
              <a:gd name="connsiteY1" fmla="*/ 1394628 h 1398580"/>
              <a:gd name="connsiteX2" fmla="*/ 316280 w 1048600"/>
              <a:gd name="connsiteY2" fmla="*/ 1147177 h 1398580"/>
              <a:gd name="connsiteX3" fmla="*/ 799192 w 1048600"/>
              <a:gd name="connsiteY3" fmla="*/ 506384 h 1398580"/>
              <a:gd name="connsiteX4" fmla="*/ 932743 w 1048600"/>
              <a:gd name="connsiteY4" fmla="*/ 285761 h 1398580"/>
              <a:gd name="connsiteX5" fmla="*/ 996243 w 1048600"/>
              <a:gd name="connsiteY5" fmla="*/ 70174 h 1398580"/>
              <a:gd name="connsiteX6" fmla="*/ 628611 w 1048600"/>
              <a:gd name="connsiteY6" fmla="*/ 542614 h 1398580"/>
              <a:gd name="connsiteX7" fmla="*/ 342928 w 1048600"/>
              <a:gd name="connsiteY7" fmla="*/ 942641 h 1398580"/>
              <a:gd name="connsiteX8" fmla="*/ 14511 w 1048600"/>
              <a:gd name="connsiteY8" fmla="*/ 1273733 h 1398580"/>
              <a:gd name="connsiteX0" fmla="*/ 14511 w 1048600"/>
              <a:gd name="connsiteY0" fmla="*/ 1273733 h 1398580"/>
              <a:gd name="connsiteX1" fmla="*/ 83803 w 1048600"/>
              <a:gd name="connsiteY1" fmla="*/ 1394628 h 1398580"/>
              <a:gd name="connsiteX2" fmla="*/ 316280 w 1048600"/>
              <a:gd name="connsiteY2" fmla="*/ 1147177 h 1398580"/>
              <a:gd name="connsiteX3" fmla="*/ 799192 w 1048600"/>
              <a:gd name="connsiteY3" fmla="*/ 506384 h 1398580"/>
              <a:gd name="connsiteX4" fmla="*/ 932743 w 1048600"/>
              <a:gd name="connsiteY4" fmla="*/ 285761 h 1398580"/>
              <a:gd name="connsiteX5" fmla="*/ 996243 w 1048600"/>
              <a:gd name="connsiteY5" fmla="*/ 70174 h 1398580"/>
              <a:gd name="connsiteX6" fmla="*/ 628611 w 1048600"/>
              <a:gd name="connsiteY6" fmla="*/ 542614 h 1398580"/>
              <a:gd name="connsiteX7" fmla="*/ 342928 w 1048600"/>
              <a:gd name="connsiteY7" fmla="*/ 942641 h 1398580"/>
              <a:gd name="connsiteX8" fmla="*/ 14511 w 1048600"/>
              <a:gd name="connsiteY8" fmla="*/ 1273733 h 1398580"/>
              <a:gd name="connsiteX0" fmla="*/ 14511 w 1048600"/>
              <a:gd name="connsiteY0" fmla="*/ 1273733 h 1398703"/>
              <a:gd name="connsiteX1" fmla="*/ 83803 w 1048600"/>
              <a:gd name="connsiteY1" fmla="*/ 1394628 h 1398703"/>
              <a:gd name="connsiteX2" fmla="*/ 316280 w 1048600"/>
              <a:gd name="connsiteY2" fmla="*/ 1147177 h 1398703"/>
              <a:gd name="connsiteX3" fmla="*/ 799192 w 1048600"/>
              <a:gd name="connsiteY3" fmla="*/ 506384 h 1398703"/>
              <a:gd name="connsiteX4" fmla="*/ 932743 w 1048600"/>
              <a:gd name="connsiteY4" fmla="*/ 285761 h 1398703"/>
              <a:gd name="connsiteX5" fmla="*/ 996243 w 1048600"/>
              <a:gd name="connsiteY5" fmla="*/ 70174 h 1398703"/>
              <a:gd name="connsiteX6" fmla="*/ 628611 w 1048600"/>
              <a:gd name="connsiteY6" fmla="*/ 542614 h 1398703"/>
              <a:gd name="connsiteX7" fmla="*/ 342928 w 1048600"/>
              <a:gd name="connsiteY7" fmla="*/ 925708 h 1398703"/>
              <a:gd name="connsiteX8" fmla="*/ 14511 w 1048600"/>
              <a:gd name="connsiteY8" fmla="*/ 1273733 h 1398703"/>
              <a:gd name="connsiteX0" fmla="*/ 14511 w 1048600"/>
              <a:gd name="connsiteY0" fmla="*/ 1273733 h 1398703"/>
              <a:gd name="connsiteX1" fmla="*/ 83803 w 1048600"/>
              <a:gd name="connsiteY1" fmla="*/ 1394628 h 1398703"/>
              <a:gd name="connsiteX2" fmla="*/ 316280 w 1048600"/>
              <a:gd name="connsiteY2" fmla="*/ 1147177 h 1398703"/>
              <a:gd name="connsiteX3" fmla="*/ 799192 w 1048600"/>
              <a:gd name="connsiteY3" fmla="*/ 506384 h 1398703"/>
              <a:gd name="connsiteX4" fmla="*/ 932743 w 1048600"/>
              <a:gd name="connsiteY4" fmla="*/ 285761 h 1398703"/>
              <a:gd name="connsiteX5" fmla="*/ 996243 w 1048600"/>
              <a:gd name="connsiteY5" fmla="*/ 70174 h 1398703"/>
              <a:gd name="connsiteX6" fmla="*/ 628611 w 1048600"/>
              <a:gd name="connsiteY6" fmla="*/ 542614 h 1398703"/>
              <a:gd name="connsiteX7" fmla="*/ 342928 w 1048600"/>
              <a:gd name="connsiteY7" fmla="*/ 925708 h 1398703"/>
              <a:gd name="connsiteX8" fmla="*/ 14511 w 1048600"/>
              <a:gd name="connsiteY8" fmla="*/ 1273733 h 1398703"/>
              <a:gd name="connsiteX0" fmla="*/ 14511 w 1048600"/>
              <a:gd name="connsiteY0" fmla="*/ 1273733 h 1398703"/>
              <a:gd name="connsiteX1" fmla="*/ 83803 w 1048600"/>
              <a:gd name="connsiteY1" fmla="*/ 1394628 h 1398703"/>
              <a:gd name="connsiteX2" fmla="*/ 316280 w 1048600"/>
              <a:gd name="connsiteY2" fmla="*/ 1147177 h 1398703"/>
              <a:gd name="connsiteX3" fmla="*/ 799192 w 1048600"/>
              <a:gd name="connsiteY3" fmla="*/ 506384 h 1398703"/>
              <a:gd name="connsiteX4" fmla="*/ 932743 w 1048600"/>
              <a:gd name="connsiteY4" fmla="*/ 285761 h 1398703"/>
              <a:gd name="connsiteX5" fmla="*/ 996243 w 1048600"/>
              <a:gd name="connsiteY5" fmla="*/ 70174 h 1398703"/>
              <a:gd name="connsiteX6" fmla="*/ 628611 w 1048600"/>
              <a:gd name="connsiteY6" fmla="*/ 542614 h 1398703"/>
              <a:gd name="connsiteX7" fmla="*/ 342928 w 1048600"/>
              <a:gd name="connsiteY7" fmla="*/ 925708 h 1398703"/>
              <a:gd name="connsiteX8" fmla="*/ 14511 w 1048600"/>
              <a:gd name="connsiteY8" fmla="*/ 1273733 h 1398703"/>
              <a:gd name="connsiteX0" fmla="*/ 14511 w 1010748"/>
              <a:gd name="connsiteY0" fmla="*/ 1209890 h 1334860"/>
              <a:gd name="connsiteX1" fmla="*/ 83803 w 1010748"/>
              <a:gd name="connsiteY1" fmla="*/ 1330785 h 1334860"/>
              <a:gd name="connsiteX2" fmla="*/ 316280 w 1010748"/>
              <a:gd name="connsiteY2" fmla="*/ 1083334 h 1334860"/>
              <a:gd name="connsiteX3" fmla="*/ 799192 w 1010748"/>
              <a:gd name="connsiteY3" fmla="*/ 442541 h 1334860"/>
              <a:gd name="connsiteX4" fmla="*/ 932743 w 1010748"/>
              <a:gd name="connsiteY4" fmla="*/ 221918 h 1334860"/>
              <a:gd name="connsiteX5" fmla="*/ 996243 w 1010748"/>
              <a:gd name="connsiteY5" fmla="*/ 6331 h 1334860"/>
              <a:gd name="connsiteX6" fmla="*/ 654011 w 1010748"/>
              <a:gd name="connsiteY6" fmla="*/ 478771 h 1334860"/>
              <a:gd name="connsiteX7" fmla="*/ 342928 w 1010748"/>
              <a:gd name="connsiteY7" fmla="*/ 861865 h 1334860"/>
              <a:gd name="connsiteX8" fmla="*/ 14511 w 1010748"/>
              <a:gd name="connsiteY8" fmla="*/ 1209890 h 1334860"/>
              <a:gd name="connsiteX0" fmla="*/ 14511 w 1013038"/>
              <a:gd name="connsiteY0" fmla="*/ 1209890 h 1334860"/>
              <a:gd name="connsiteX1" fmla="*/ 83803 w 1013038"/>
              <a:gd name="connsiteY1" fmla="*/ 1330785 h 1334860"/>
              <a:gd name="connsiteX2" fmla="*/ 316280 w 1013038"/>
              <a:gd name="connsiteY2" fmla="*/ 1083334 h 1334860"/>
              <a:gd name="connsiteX3" fmla="*/ 799192 w 1013038"/>
              <a:gd name="connsiteY3" fmla="*/ 442541 h 1334860"/>
              <a:gd name="connsiteX4" fmla="*/ 932743 w 1013038"/>
              <a:gd name="connsiteY4" fmla="*/ 221918 h 1334860"/>
              <a:gd name="connsiteX5" fmla="*/ 996243 w 1013038"/>
              <a:gd name="connsiteY5" fmla="*/ 6331 h 1334860"/>
              <a:gd name="connsiteX6" fmla="*/ 620144 w 1013038"/>
              <a:gd name="connsiteY6" fmla="*/ 478771 h 1334860"/>
              <a:gd name="connsiteX7" fmla="*/ 342928 w 1013038"/>
              <a:gd name="connsiteY7" fmla="*/ 861865 h 1334860"/>
              <a:gd name="connsiteX8" fmla="*/ 14511 w 1013038"/>
              <a:gd name="connsiteY8" fmla="*/ 1209890 h 1334860"/>
              <a:gd name="connsiteX0" fmla="*/ 14511 w 1013038"/>
              <a:gd name="connsiteY0" fmla="*/ 1209890 h 1334860"/>
              <a:gd name="connsiteX1" fmla="*/ 83803 w 1013038"/>
              <a:gd name="connsiteY1" fmla="*/ 1330785 h 1334860"/>
              <a:gd name="connsiteX2" fmla="*/ 316280 w 1013038"/>
              <a:gd name="connsiteY2" fmla="*/ 1083334 h 1334860"/>
              <a:gd name="connsiteX3" fmla="*/ 799192 w 1013038"/>
              <a:gd name="connsiteY3" fmla="*/ 442541 h 1334860"/>
              <a:gd name="connsiteX4" fmla="*/ 932743 w 1013038"/>
              <a:gd name="connsiteY4" fmla="*/ 221918 h 1334860"/>
              <a:gd name="connsiteX5" fmla="*/ 996243 w 1013038"/>
              <a:gd name="connsiteY5" fmla="*/ 6331 h 1334860"/>
              <a:gd name="connsiteX6" fmla="*/ 620144 w 1013038"/>
              <a:gd name="connsiteY6" fmla="*/ 478771 h 1334860"/>
              <a:gd name="connsiteX7" fmla="*/ 342928 w 1013038"/>
              <a:gd name="connsiteY7" fmla="*/ 861865 h 1334860"/>
              <a:gd name="connsiteX8" fmla="*/ 14511 w 1013038"/>
              <a:gd name="connsiteY8" fmla="*/ 1209890 h 1334860"/>
              <a:gd name="connsiteX0" fmla="*/ 14511 w 1011889"/>
              <a:gd name="connsiteY0" fmla="*/ 1210238 h 1335208"/>
              <a:gd name="connsiteX1" fmla="*/ 83803 w 1011889"/>
              <a:gd name="connsiteY1" fmla="*/ 1331133 h 1335208"/>
              <a:gd name="connsiteX2" fmla="*/ 316280 w 1011889"/>
              <a:gd name="connsiteY2" fmla="*/ 1083682 h 1335208"/>
              <a:gd name="connsiteX3" fmla="*/ 799192 w 1011889"/>
              <a:gd name="connsiteY3" fmla="*/ 442889 h 1335208"/>
              <a:gd name="connsiteX4" fmla="*/ 932743 w 1011889"/>
              <a:gd name="connsiteY4" fmla="*/ 222266 h 1335208"/>
              <a:gd name="connsiteX5" fmla="*/ 996243 w 1011889"/>
              <a:gd name="connsiteY5" fmla="*/ 6679 h 1335208"/>
              <a:gd name="connsiteX6" fmla="*/ 637077 w 1011889"/>
              <a:gd name="connsiteY6" fmla="*/ 487586 h 1335208"/>
              <a:gd name="connsiteX7" fmla="*/ 342928 w 1011889"/>
              <a:gd name="connsiteY7" fmla="*/ 862213 h 1335208"/>
              <a:gd name="connsiteX8" fmla="*/ 14511 w 1011889"/>
              <a:gd name="connsiteY8" fmla="*/ 1210238 h 133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11889" h="1335208">
                <a:moveTo>
                  <a:pt x="14511" y="1210238"/>
                </a:moveTo>
                <a:cubicBezTo>
                  <a:pt x="-28677" y="1288391"/>
                  <a:pt x="33508" y="1352226"/>
                  <a:pt x="83803" y="1331133"/>
                </a:cubicBezTo>
                <a:cubicBezTo>
                  <a:pt x="134098" y="1310040"/>
                  <a:pt x="197049" y="1231723"/>
                  <a:pt x="316280" y="1083682"/>
                </a:cubicBezTo>
                <a:cubicBezTo>
                  <a:pt x="435511" y="935641"/>
                  <a:pt x="696448" y="586458"/>
                  <a:pt x="799192" y="442889"/>
                </a:cubicBezTo>
                <a:cubicBezTo>
                  <a:pt x="901936" y="299320"/>
                  <a:pt x="899901" y="294968"/>
                  <a:pt x="932743" y="222266"/>
                </a:cubicBezTo>
                <a:cubicBezTo>
                  <a:pt x="965585" y="149564"/>
                  <a:pt x="1045521" y="-37541"/>
                  <a:pt x="996243" y="6679"/>
                </a:cubicBezTo>
                <a:cubicBezTo>
                  <a:pt x="946965" y="50899"/>
                  <a:pt x="811580" y="261036"/>
                  <a:pt x="637077" y="487586"/>
                </a:cubicBezTo>
                <a:cubicBezTo>
                  <a:pt x="504908" y="705670"/>
                  <a:pt x="446689" y="741771"/>
                  <a:pt x="342928" y="862213"/>
                </a:cubicBezTo>
                <a:cubicBezTo>
                  <a:pt x="239167" y="982655"/>
                  <a:pt x="57699" y="1132085"/>
                  <a:pt x="14511" y="1210238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16CC5450-4283-41BC-9537-2C59693DC5B1}"/>
              </a:ext>
            </a:extLst>
          </p:cNvPr>
          <p:cNvSpPr/>
          <p:nvPr/>
        </p:nvSpPr>
        <p:spPr>
          <a:xfrm flipH="1">
            <a:off x="1466342" y="2883809"/>
            <a:ext cx="1216700" cy="1199976"/>
          </a:xfrm>
          <a:custGeom>
            <a:avLst/>
            <a:gdLst>
              <a:gd name="connsiteX0" fmla="*/ 15574 w 933186"/>
              <a:gd name="connsiteY0" fmla="*/ 1255533 h 1470141"/>
              <a:gd name="connsiteX1" fmla="*/ 63700 w 933186"/>
              <a:gd name="connsiteY1" fmla="*/ 1380661 h 1470141"/>
              <a:gd name="connsiteX2" fmla="*/ 131077 w 933186"/>
              <a:gd name="connsiteY2" fmla="*/ 1399911 h 1470141"/>
              <a:gd name="connsiteX3" fmla="*/ 872222 w 933186"/>
              <a:gd name="connsiteY3" fmla="*/ 437385 h 1470141"/>
              <a:gd name="connsiteX4" fmla="*/ 891473 w 933186"/>
              <a:gd name="connsiteY4" fmla="*/ 187128 h 1470141"/>
              <a:gd name="connsiteX5" fmla="*/ 891473 w 933186"/>
              <a:gd name="connsiteY5" fmla="*/ 13874 h 1470141"/>
              <a:gd name="connsiteX6" fmla="*/ 650841 w 933186"/>
              <a:gd name="connsiteY6" fmla="*/ 562514 h 1470141"/>
              <a:gd name="connsiteX7" fmla="*/ 352458 w 933186"/>
              <a:gd name="connsiteY7" fmla="*/ 966775 h 1470141"/>
              <a:gd name="connsiteX8" fmla="*/ 15574 w 933186"/>
              <a:gd name="connsiteY8" fmla="*/ 1255533 h 1470141"/>
              <a:gd name="connsiteX0" fmla="*/ 15574 w 941857"/>
              <a:gd name="connsiteY0" fmla="*/ 1252795 h 1467403"/>
              <a:gd name="connsiteX1" fmla="*/ 63700 w 941857"/>
              <a:gd name="connsiteY1" fmla="*/ 1377923 h 1467403"/>
              <a:gd name="connsiteX2" fmla="*/ 131077 w 941857"/>
              <a:gd name="connsiteY2" fmla="*/ 1397173 h 1467403"/>
              <a:gd name="connsiteX3" fmla="*/ 872222 w 941857"/>
              <a:gd name="connsiteY3" fmla="*/ 434647 h 1467403"/>
              <a:gd name="connsiteX4" fmla="*/ 912640 w 941857"/>
              <a:gd name="connsiteY4" fmla="*/ 209790 h 1467403"/>
              <a:gd name="connsiteX5" fmla="*/ 891473 w 941857"/>
              <a:gd name="connsiteY5" fmla="*/ 11136 h 1467403"/>
              <a:gd name="connsiteX6" fmla="*/ 650841 w 941857"/>
              <a:gd name="connsiteY6" fmla="*/ 559776 h 1467403"/>
              <a:gd name="connsiteX7" fmla="*/ 352458 w 941857"/>
              <a:gd name="connsiteY7" fmla="*/ 964037 h 1467403"/>
              <a:gd name="connsiteX8" fmla="*/ 15574 w 941857"/>
              <a:gd name="connsiteY8" fmla="*/ 1252795 h 1467403"/>
              <a:gd name="connsiteX0" fmla="*/ 15574 w 925911"/>
              <a:gd name="connsiteY0" fmla="*/ 1253364 h 1462641"/>
              <a:gd name="connsiteX1" fmla="*/ 63700 w 925911"/>
              <a:gd name="connsiteY1" fmla="*/ 1378492 h 1462641"/>
              <a:gd name="connsiteX2" fmla="*/ 131077 w 925911"/>
              <a:gd name="connsiteY2" fmla="*/ 1397742 h 1462641"/>
              <a:gd name="connsiteX3" fmla="*/ 779089 w 925911"/>
              <a:gd name="connsiteY3" fmla="*/ 507182 h 1462641"/>
              <a:gd name="connsiteX4" fmla="*/ 912640 w 925911"/>
              <a:gd name="connsiteY4" fmla="*/ 210359 h 1462641"/>
              <a:gd name="connsiteX5" fmla="*/ 891473 w 925911"/>
              <a:gd name="connsiteY5" fmla="*/ 11705 h 1462641"/>
              <a:gd name="connsiteX6" fmla="*/ 650841 w 925911"/>
              <a:gd name="connsiteY6" fmla="*/ 560345 h 1462641"/>
              <a:gd name="connsiteX7" fmla="*/ 352458 w 925911"/>
              <a:gd name="connsiteY7" fmla="*/ 964606 h 1462641"/>
              <a:gd name="connsiteX8" fmla="*/ 15574 w 925911"/>
              <a:gd name="connsiteY8" fmla="*/ 1253364 h 1462641"/>
              <a:gd name="connsiteX0" fmla="*/ 15574 w 925911"/>
              <a:gd name="connsiteY0" fmla="*/ 1247420 h 1456697"/>
              <a:gd name="connsiteX1" fmla="*/ 63700 w 925911"/>
              <a:gd name="connsiteY1" fmla="*/ 1372548 h 1456697"/>
              <a:gd name="connsiteX2" fmla="*/ 131077 w 925911"/>
              <a:gd name="connsiteY2" fmla="*/ 1391798 h 1456697"/>
              <a:gd name="connsiteX3" fmla="*/ 779089 w 925911"/>
              <a:gd name="connsiteY3" fmla="*/ 501238 h 1456697"/>
              <a:gd name="connsiteX4" fmla="*/ 912640 w 925911"/>
              <a:gd name="connsiteY4" fmla="*/ 280615 h 1456697"/>
              <a:gd name="connsiteX5" fmla="*/ 891473 w 925911"/>
              <a:gd name="connsiteY5" fmla="*/ 5761 h 1456697"/>
              <a:gd name="connsiteX6" fmla="*/ 650841 w 925911"/>
              <a:gd name="connsiteY6" fmla="*/ 554401 h 1456697"/>
              <a:gd name="connsiteX7" fmla="*/ 352458 w 925911"/>
              <a:gd name="connsiteY7" fmla="*/ 958662 h 1456697"/>
              <a:gd name="connsiteX8" fmla="*/ 15574 w 925911"/>
              <a:gd name="connsiteY8" fmla="*/ 1247420 h 1456697"/>
              <a:gd name="connsiteX0" fmla="*/ 15574 w 928237"/>
              <a:gd name="connsiteY0" fmla="*/ 1246822 h 1456099"/>
              <a:gd name="connsiteX1" fmla="*/ 63700 w 928237"/>
              <a:gd name="connsiteY1" fmla="*/ 1371950 h 1456099"/>
              <a:gd name="connsiteX2" fmla="*/ 131077 w 928237"/>
              <a:gd name="connsiteY2" fmla="*/ 1391200 h 1456099"/>
              <a:gd name="connsiteX3" fmla="*/ 779089 w 928237"/>
              <a:gd name="connsiteY3" fmla="*/ 500640 h 1456099"/>
              <a:gd name="connsiteX4" fmla="*/ 912640 w 928237"/>
              <a:gd name="connsiteY4" fmla="*/ 280017 h 1456099"/>
              <a:gd name="connsiteX5" fmla="*/ 891473 w 928237"/>
              <a:gd name="connsiteY5" fmla="*/ 5163 h 1456099"/>
              <a:gd name="connsiteX6" fmla="*/ 608508 w 928237"/>
              <a:gd name="connsiteY6" fmla="*/ 536870 h 1456099"/>
              <a:gd name="connsiteX7" fmla="*/ 352458 w 928237"/>
              <a:gd name="connsiteY7" fmla="*/ 958064 h 1456099"/>
              <a:gd name="connsiteX8" fmla="*/ 15574 w 928237"/>
              <a:gd name="connsiteY8" fmla="*/ 1246822 h 1456099"/>
              <a:gd name="connsiteX0" fmla="*/ 11862 w 924525"/>
              <a:gd name="connsiteY0" fmla="*/ 1246822 h 1456099"/>
              <a:gd name="connsiteX1" fmla="*/ 59988 w 924525"/>
              <a:gd name="connsiteY1" fmla="*/ 1371950 h 1456099"/>
              <a:gd name="connsiteX2" fmla="*/ 127365 w 924525"/>
              <a:gd name="connsiteY2" fmla="*/ 1391200 h 1456099"/>
              <a:gd name="connsiteX3" fmla="*/ 775377 w 924525"/>
              <a:gd name="connsiteY3" fmla="*/ 500640 h 1456099"/>
              <a:gd name="connsiteX4" fmla="*/ 908928 w 924525"/>
              <a:gd name="connsiteY4" fmla="*/ 280017 h 1456099"/>
              <a:gd name="connsiteX5" fmla="*/ 887761 w 924525"/>
              <a:gd name="connsiteY5" fmla="*/ 5163 h 1456099"/>
              <a:gd name="connsiteX6" fmla="*/ 604796 w 924525"/>
              <a:gd name="connsiteY6" fmla="*/ 536870 h 1456099"/>
              <a:gd name="connsiteX7" fmla="*/ 293713 w 924525"/>
              <a:gd name="connsiteY7" fmla="*/ 907264 h 1456099"/>
              <a:gd name="connsiteX8" fmla="*/ 11862 w 924525"/>
              <a:gd name="connsiteY8" fmla="*/ 1246822 h 1456099"/>
              <a:gd name="connsiteX0" fmla="*/ 14640 w 927303"/>
              <a:gd name="connsiteY0" fmla="*/ 1246822 h 1373040"/>
              <a:gd name="connsiteX1" fmla="*/ 62766 w 927303"/>
              <a:gd name="connsiteY1" fmla="*/ 1371950 h 1373040"/>
              <a:gd name="connsiteX2" fmla="*/ 257143 w 927303"/>
              <a:gd name="connsiteY2" fmla="*/ 1188000 h 1373040"/>
              <a:gd name="connsiteX3" fmla="*/ 778155 w 927303"/>
              <a:gd name="connsiteY3" fmla="*/ 500640 h 1373040"/>
              <a:gd name="connsiteX4" fmla="*/ 911706 w 927303"/>
              <a:gd name="connsiteY4" fmla="*/ 280017 h 1373040"/>
              <a:gd name="connsiteX5" fmla="*/ 890539 w 927303"/>
              <a:gd name="connsiteY5" fmla="*/ 5163 h 1373040"/>
              <a:gd name="connsiteX6" fmla="*/ 607574 w 927303"/>
              <a:gd name="connsiteY6" fmla="*/ 536870 h 1373040"/>
              <a:gd name="connsiteX7" fmla="*/ 296491 w 927303"/>
              <a:gd name="connsiteY7" fmla="*/ 907264 h 1373040"/>
              <a:gd name="connsiteX8" fmla="*/ 14640 w 927303"/>
              <a:gd name="connsiteY8" fmla="*/ 1246822 h 1373040"/>
              <a:gd name="connsiteX0" fmla="*/ 12035 w 945864"/>
              <a:gd name="connsiteY0" fmla="*/ 1267989 h 1374488"/>
              <a:gd name="connsiteX1" fmla="*/ 81327 w 945864"/>
              <a:gd name="connsiteY1" fmla="*/ 1371950 h 1374488"/>
              <a:gd name="connsiteX2" fmla="*/ 275704 w 945864"/>
              <a:gd name="connsiteY2" fmla="*/ 1188000 h 1374488"/>
              <a:gd name="connsiteX3" fmla="*/ 796716 w 945864"/>
              <a:gd name="connsiteY3" fmla="*/ 500640 h 1374488"/>
              <a:gd name="connsiteX4" fmla="*/ 930267 w 945864"/>
              <a:gd name="connsiteY4" fmla="*/ 280017 h 1374488"/>
              <a:gd name="connsiteX5" fmla="*/ 909100 w 945864"/>
              <a:gd name="connsiteY5" fmla="*/ 5163 h 1374488"/>
              <a:gd name="connsiteX6" fmla="*/ 626135 w 945864"/>
              <a:gd name="connsiteY6" fmla="*/ 536870 h 1374488"/>
              <a:gd name="connsiteX7" fmla="*/ 315052 w 945864"/>
              <a:gd name="connsiteY7" fmla="*/ 907264 h 1374488"/>
              <a:gd name="connsiteX8" fmla="*/ 12035 w 945864"/>
              <a:gd name="connsiteY8" fmla="*/ 1267989 h 1374488"/>
              <a:gd name="connsiteX0" fmla="*/ 12035 w 945864"/>
              <a:gd name="connsiteY0" fmla="*/ 1267989 h 1374488"/>
              <a:gd name="connsiteX1" fmla="*/ 81327 w 945864"/>
              <a:gd name="connsiteY1" fmla="*/ 1371950 h 1374488"/>
              <a:gd name="connsiteX2" fmla="*/ 275704 w 945864"/>
              <a:gd name="connsiteY2" fmla="*/ 1188000 h 1374488"/>
              <a:gd name="connsiteX3" fmla="*/ 796716 w 945864"/>
              <a:gd name="connsiteY3" fmla="*/ 500640 h 1374488"/>
              <a:gd name="connsiteX4" fmla="*/ 930267 w 945864"/>
              <a:gd name="connsiteY4" fmla="*/ 280017 h 1374488"/>
              <a:gd name="connsiteX5" fmla="*/ 909100 w 945864"/>
              <a:gd name="connsiteY5" fmla="*/ 5163 h 1374488"/>
              <a:gd name="connsiteX6" fmla="*/ 626135 w 945864"/>
              <a:gd name="connsiteY6" fmla="*/ 536870 h 1374488"/>
              <a:gd name="connsiteX7" fmla="*/ 315052 w 945864"/>
              <a:gd name="connsiteY7" fmla="*/ 907264 h 1374488"/>
              <a:gd name="connsiteX8" fmla="*/ 12035 w 945864"/>
              <a:gd name="connsiteY8" fmla="*/ 1267989 h 1374488"/>
              <a:gd name="connsiteX0" fmla="*/ 12035 w 945864"/>
              <a:gd name="connsiteY0" fmla="*/ 1267989 h 1390906"/>
              <a:gd name="connsiteX1" fmla="*/ 81327 w 945864"/>
              <a:gd name="connsiteY1" fmla="*/ 1388884 h 1390906"/>
              <a:gd name="connsiteX2" fmla="*/ 275704 w 945864"/>
              <a:gd name="connsiteY2" fmla="*/ 1188000 h 1390906"/>
              <a:gd name="connsiteX3" fmla="*/ 796716 w 945864"/>
              <a:gd name="connsiteY3" fmla="*/ 500640 h 1390906"/>
              <a:gd name="connsiteX4" fmla="*/ 930267 w 945864"/>
              <a:gd name="connsiteY4" fmla="*/ 280017 h 1390906"/>
              <a:gd name="connsiteX5" fmla="*/ 909100 w 945864"/>
              <a:gd name="connsiteY5" fmla="*/ 5163 h 1390906"/>
              <a:gd name="connsiteX6" fmla="*/ 626135 w 945864"/>
              <a:gd name="connsiteY6" fmla="*/ 536870 h 1390906"/>
              <a:gd name="connsiteX7" fmla="*/ 315052 w 945864"/>
              <a:gd name="connsiteY7" fmla="*/ 907264 h 1390906"/>
              <a:gd name="connsiteX8" fmla="*/ 12035 w 945864"/>
              <a:gd name="connsiteY8" fmla="*/ 1267989 h 1390906"/>
              <a:gd name="connsiteX0" fmla="*/ 10386 w 944215"/>
              <a:gd name="connsiteY0" fmla="*/ 1267989 h 1388891"/>
              <a:gd name="connsiteX1" fmla="*/ 79678 w 944215"/>
              <a:gd name="connsiteY1" fmla="*/ 1388884 h 1388891"/>
              <a:gd name="connsiteX2" fmla="*/ 274055 w 944215"/>
              <a:gd name="connsiteY2" fmla="*/ 1188000 h 1388891"/>
              <a:gd name="connsiteX3" fmla="*/ 795067 w 944215"/>
              <a:gd name="connsiteY3" fmla="*/ 500640 h 1388891"/>
              <a:gd name="connsiteX4" fmla="*/ 928618 w 944215"/>
              <a:gd name="connsiteY4" fmla="*/ 280017 h 1388891"/>
              <a:gd name="connsiteX5" fmla="*/ 907451 w 944215"/>
              <a:gd name="connsiteY5" fmla="*/ 5163 h 1388891"/>
              <a:gd name="connsiteX6" fmla="*/ 624486 w 944215"/>
              <a:gd name="connsiteY6" fmla="*/ 536870 h 1388891"/>
              <a:gd name="connsiteX7" fmla="*/ 313403 w 944215"/>
              <a:gd name="connsiteY7" fmla="*/ 907264 h 1388891"/>
              <a:gd name="connsiteX8" fmla="*/ 10386 w 944215"/>
              <a:gd name="connsiteY8" fmla="*/ 1267989 h 1388891"/>
              <a:gd name="connsiteX0" fmla="*/ 13 w 933842"/>
              <a:gd name="connsiteY0" fmla="*/ 1267989 h 1388901"/>
              <a:gd name="connsiteX1" fmla="*/ 69305 w 933842"/>
              <a:gd name="connsiteY1" fmla="*/ 1388884 h 1388901"/>
              <a:gd name="connsiteX2" fmla="*/ 263682 w 933842"/>
              <a:gd name="connsiteY2" fmla="*/ 1188000 h 1388901"/>
              <a:gd name="connsiteX3" fmla="*/ 784694 w 933842"/>
              <a:gd name="connsiteY3" fmla="*/ 500640 h 1388901"/>
              <a:gd name="connsiteX4" fmla="*/ 918245 w 933842"/>
              <a:gd name="connsiteY4" fmla="*/ 280017 h 1388901"/>
              <a:gd name="connsiteX5" fmla="*/ 897078 w 933842"/>
              <a:gd name="connsiteY5" fmla="*/ 5163 h 1388901"/>
              <a:gd name="connsiteX6" fmla="*/ 614113 w 933842"/>
              <a:gd name="connsiteY6" fmla="*/ 536870 h 1388901"/>
              <a:gd name="connsiteX7" fmla="*/ 303030 w 933842"/>
              <a:gd name="connsiteY7" fmla="*/ 907264 h 1388901"/>
              <a:gd name="connsiteX8" fmla="*/ 13 w 933842"/>
              <a:gd name="connsiteY8" fmla="*/ 1267989 h 1388901"/>
              <a:gd name="connsiteX0" fmla="*/ 13598 w 947427"/>
              <a:gd name="connsiteY0" fmla="*/ 1267989 h 1388890"/>
              <a:gd name="connsiteX1" fmla="*/ 82890 w 947427"/>
              <a:gd name="connsiteY1" fmla="*/ 1388884 h 1388890"/>
              <a:gd name="connsiteX2" fmla="*/ 277267 w 947427"/>
              <a:gd name="connsiteY2" fmla="*/ 1188000 h 1388890"/>
              <a:gd name="connsiteX3" fmla="*/ 798279 w 947427"/>
              <a:gd name="connsiteY3" fmla="*/ 500640 h 1388890"/>
              <a:gd name="connsiteX4" fmla="*/ 931830 w 947427"/>
              <a:gd name="connsiteY4" fmla="*/ 280017 h 1388890"/>
              <a:gd name="connsiteX5" fmla="*/ 910663 w 947427"/>
              <a:gd name="connsiteY5" fmla="*/ 5163 h 1388890"/>
              <a:gd name="connsiteX6" fmla="*/ 627698 w 947427"/>
              <a:gd name="connsiteY6" fmla="*/ 536870 h 1388890"/>
              <a:gd name="connsiteX7" fmla="*/ 316615 w 947427"/>
              <a:gd name="connsiteY7" fmla="*/ 907264 h 1388890"/>
              <a:gd name="connsiteX8" fmla="*/ 13598 w 947427"/>
              <a:gd name="connsiteY8" fmla="*/ 1267989 h 1388890"/>
              <a:gd name="connsiteX0" fmla="*/ 11976 w 945805"/>
              <a:gd name="connsiteY0" fmla="*/ 1267989 h 1388890"/>
              <a:gd name="connsiteX1" fmla="*/ 81268 w 945805"/>
              <a:gd name="connsiteY1" fmla="*/ 1388884 h 1388890"/>
              <a:gd name="connsiteX2" fmla="*/ 275645 w 945805"/>
              <a:gd name="connsiteY2" fmla="*/ 1188000 h 1388890"/>
              <a:gd name="connsiteX3" fmla="*/ 796657 w 945805"/>
              <a:gd name="connsiteY3" fmla="*/ 500640 h 1388890"/>
              <a:gd name="connsiteX4" fmla="*/ 930208 w 945805"/>
              <a:gd name="connsiteY4" fmla="*/ 280017 h 1388890"/>
              <a:gd name="connsiteX5" fmla="*/ 909041 w 945805"/>
              <a:gd name="connsiteY5" fmla="*/ 5163 h 1388890"/>
              <a:gd name="connsiteX6" fmla="*/ 626076 w 945805"/>
              <a:gd name="connsiteY6" fmla="*/ 536870 h 1388890"/>
              <a:gd name="connsiteX7" fmla="*/ 340393 w 945805"/>
              <a:gd name="connsiteY7" fmla="*/ 936897 h 1388890"/>
              <a:gd name="connsiteX8" fmla="*/ 11976 w 945805"/>
              <a:gd name="connsiteY8" fmla="*/ 1267989 h 1388890"/>
              <a:gd name="connsiteX0" fmla="*/ 14511 w 948340"/>
              <a:gd name="connsiteY0" fmla="*/ 1267989 h 1392836"/>
              <a:gd name="connsiteX1" fmla="*/ 83803 w 948340"/>
              <a:gd name="connsiteY1" fmla="*/ 1388884 h 1392836"/>
              <a:gd name="connsiteX2" fmla="*/ 316280 w 948340"/>
              <a:gd name="connsiteY2" fmla="*/ 1141433 h 1392836"/>
              <a:gd name="connsiteX3" fmla="*/ 799192 w 948340"/>
              <a:gd name="connsiteY3" fmla="*/ 500640 h 1392836"/>
              <a:gd name="connsiteX4" fmla="*/ 932743 w 948340"/>
              <a:gd name="connsiteY4" fmla="*/ 280017 h 1392836"/>
              <a:gd name="connsiteX5" fmla="*/ 911576 w 948340"/>
              <a:gd name="connsiteY5" fmla="*/ 5163 h 1392836"/>
              <a:gd name="connsiteX6" fmla="*/ 628611 w 948340"/>
              <a:gd name="connsiteY6" fmla="*/ 536870 h 1392836"/>
              <a:gd name="connsiteX7" fmla="*/ 342928 w 948340"/>
              <a:gd name="connsiteY7" fmla="*/ 936897 h 1392836"/>
              <a:gd name="connsiteX8" fmla="*/ 14511 w 948340"/>
              <a:gd name="connsiteY8" fmla="*/ 1267989 h 1392836"/>
              <a:gd name="connsiteX0" fmla="*/ 14511 w 1144723"/>
              <a:gd name="connsiteY0" fmla="*/ 1262878 h 1387725"/>
              <a:gd name="connsiteX1" fmla="*/ 83803 w 1144723"/>
              <a:gd name="connsiteY1" fmla="*/ 1383773 h 1387725"/>
              <a:gd name="connsiteX2" fmla="*/ 316280 w 1144723"/>
              <a:gd name="connsiteY2" fmla="*/ 1136322 h 1387725"/>
              <a:gd name="connsiteX3" fmla="*/ 799192 w 1144723"/>
              <a:gd name="connsiteY3" fmla="*/ 495529 h 1387725"/>
              <a:gd name="connsiteX4" fmla="*/ 1143251 w 1144723"/>
              <a:gd name="connsiteY4" fmla="*/ 499273 h 1387725"/>
              <a:gd name="connsiteX5" fmla="*/ 911576 w 1144723"/>
              <a:gd name="connsiteY5" fmla="*/ 52 h 1387725"/>
              <a:gd name="connsiteX6" fmla="*/ 628611 w 1144723"/>
              <a:gd name="connsiteY6" fmla="*/ 531759 h 1387725"/>
              <a:gd name="connsiteX7" fmla="*/ 342928 w 1144723"/>
              <a:gd name="connsiteY7" fmla="*/ 931786 h 1387725"/>
              <a:gd name="connsiteX8" fmla="*/ 14511 w 1144723"/>
              <a:gd name="connsiteY8" fmla="*/ 1262878 h 1387725"/>
              <a:gd name="connsiteX0" fmla="*/ 14511 w 1143254"/>
              <a:gd name="connsiteY0" fmla="*/ 1262884 h 1387731"/>
              <a:gd name="connsiteX1" fmla="*/ 83803 w 1143254"/>
              <a:gd name="connsiteY1" fmla="*/ 1383779 h 1387731"/>
              <a:gd name="connsiteX2" fmla="*/ 316280 w 1143254"/>
              <a:gd name="connsiteY2" fmla="*/ 1136328 h 1387731"/>
              <a:gd name="connsiteX3" fmla="*/ 906686 w 1143254"/>
              <a:gd name="connsiteY3" fmla="*/ 791868 h 1387731"/>
              <a:gd name="connsiteX4" fmla="*/ 1143251 w 1143254"/>
              <a:gd name="connsiteY4" fmla="*/ 499279 h 1387731"/>
              <a:gd name="connsiteX5" fmla="*/ 911576 w 1143254"/>
              <a:gd name="connsiteY5" fmla="*/ 58 h 1387731"/>
              <a:gd name="connsiteX6" fmla="*/ 628611 w 1143254"/>
              <a:gd name="connsiteY6" fmla="*/ 531765 h 1387731"/>
              <a:gd name="connsiteX7" fmla="*/ 342928 w 1143254"/>
              <a:gd name="connsiteY7" fmla="*/ 931792 h 1387731"/>
              <a:gd name="connsiteX8" fmla="*/ 14511 w 1143254"/>
              <a:gd name="connsiteY8" fmla="*/ 1262884 h 1387731"/>
              <a:gd name="connsiteX0" fmla="*/ 15000 w 1143743"/>
              <a:gd name="connsiteY0" fmla="*/ 1262884 h 1383806"/>
              <a:gd name="connsiteX1" fmla="*/ 84292 w 1143743"/>
              <a:gd name="connsiteY1" fmla="*/ 1383779 h 1383806"/>
              <a:gd name="connsiteX2" fmla="*/ 339163 w 1143743"/>
              <a:gd name="connsiteY2" fmla="*/ 1254861 h 1383806"/>
              <a:gd name="connsiteX3" fmla="*/ 907175 w 1143743"/>
              <a:gd name="connsiteY3" fmla="*/ 791868 h 1383806"/>
              <a:gd name="connsiteX4" fmla="*/ 1143740 w 1143743"/>
              <a:gd name="connsiteY4" fmla="*/ 499279 h 1383806"/>
              <a:gd name="connsiteX5" fmla="*/ 912065 w 1143743"/>
              <a:gd name="connsiteY5" fmla="*/ 58 h 1383806"/>
              <a:gd name="connsiteX6" fmla="*/ 629100 w 1143743"/>
              <a:gd name="connsiteY6" fmla="*/ 531765 h 1383806"/>
              <a:gd name="connsiteX7" fmla="*/ 343417 w 1143743"/>
              <a:gd name="connsiteY7" fmla="*/ 931792 h 1383806"/>
              <a:gd name="connsiteX8" fmla="*/ 15000 w 1143743"/>
              <a:gd name="connsiteY8" fmla="*/ 1262884 h 1383806"/>
              <a:gd name="connsiteX0" fmla="*/ 18457 w 1147200"/>
              <a:gd name="connsiteY0" fmla="*/ 1262884 h 1383796"/>
              <a:gd name="connsiteX1" fmla="*/ 87749 w 1147200"/>
              <a:gd name="connsiteY1" fmla="*/ 1383779 h 1383796"/>
              <a:gd name="connsiteX2" fmla="*/ 342620 w 1147200"/>
              <a:gd name="connsiteY2" fmla="*/ 1254861 h 1383796"/>
              <a:gd name="connsiteX3" fmla="*/ 910632 w 1147200"/>
              <a:gd name="connsiteY3" fmla="*/ 791868 h 1383796"/>
              <a:gd name="connsiteX4" fmla="*/ 1147197 w 1147200"/>
              <a:gd name="connsiteY4" fmla="*/ 499279 h 1383796"/>
              <a:gd name="connsiteX5" fmla="*/ 915522 w 1147200"/>
              <a:gd name="connsiteY5" fmla="*/ 58 h 1383796"/>
              <a:gd name="connsiteX6" fmla="*/ 632557 w 1147200"/>
              <a:gd name="connsiteY6" fmla="*/ 531765 h 1383796"/>
              <a:gd name="connsiteX7" fmla="*/ 396142 w 1147200"/>
              <a:gd name="connsiteY7" fmla="*/ 1092658 h 1383796"/>
              <a:gd name="connsiteX8" fmla="*/ 18457 w 1147200"/>
              <a:gd name="connsiteY8" fmla="*/ 1262884 h 1383796"/>
              <a:gd name="connsiteX0" fmla="*/ 17511 w 1146254"/>
              <a:gd name="connsiteY0" fmla="*/ 1262884 h 1383799"/>
              <a:gd name="connsiteX1" fmla="*/ 86803 w 1146254"/>
              <a:gd name="connsiteY1" fmla="*/ 1383779 h 1383799"/>
              <a:gd name="connsiteX2" fmla="*/ 341674 w 1146254"/>
              <a:gd name="connsiteY2" fmla="*/ 1254861 h 1383799"/>
              <a:gd name="connsiteX3" fmla="*/ 909686 w 1146254"/>
              <a:gd name="connsiteY3" fmla="*/ 791868 h 1383799"/>
              <a:gd name="connsiteX4" fmla="*/ 1146251 w 1146254"/>
              <a:gd name="connsiteY4" fmla="*/ 499279 h 1383799"/>
              <a:gd name="connsiteX5" fmla="*/ 914576 w 1146254"/>
              <a:gd name="connsiteY5" fmla="*/ 58 h 1383799"/>
              <a:gd name="connsiteX6" fmla="*/ 631611 w 1146254"/>
              <a:gd name="connsiteY6" fmla="*/ 531765 h 1383799"/>
              <a:gd name="connsiteX7" fmla="*/ 381760 w 1146254"/>
              <a:gd name="connsiteY7" fmla="*/ 1037625 h 1383799"/>
              <a:gd name="connsiteX8" fmla="*/ 17511 w 1146254"/>
              <a:gd name="connsiteY8" fmla="*/ 1262884 h 1383799"/>
              <a:gd name="connsiteX0" fmla="*/ 17511 w 1146254"/>
              <a:gd name="connsiteY0" fmla="*/ 1265756 h 1386671"/>
              <a:gd name="connsiteX1" fmla="*/ 86803 w 1146254"/>
              <a:gd name="connsiteY1" fmla="*/ 1386651 h 1386671"/>
              <a:gd name="connsiteX2" fmla="*/ 341674 w 1146254"/>
              <a:gd name="connsiteY2" fmla="*/ 1257733 h 1386671"/>
              <a:gd name="connsiteX3" fmla="*/ 909686 w 1146254"/>
              <a:gd name="connsiteY3" fmla="*/ 794740 h 1386671"/>
              <a:gd name="connsiteX4" fmla="*/ 1146251 w 1146254"/>
              <a:gd name="connsiteY4" fmla="*/ 502151 h 1386671"/>
              <a:gd name="connsiteX5" fmla="*/ 914576 w 1146254"/>
              <a:gd name="connsiteY5" fmla="*/ 2930 h 1386671"/>
              <a:gd name="connsiteX6" fmla="*/ 698795 w 1146254"/>
              <a:gd name="connsiteY6" fmla="*/ 750537 h 1386671"/>
              <a:gd name="connsiteX7" fmla="*/ 381760 w 1146254"/>
              <a:gd name="connsiteY7" fmla="*/ 1040497 h 1386671"/>
              <a:gd name="connsiteX8" fmla="*/ 17511 w 1146254"/>
              <a:gd name="connsiteY8" fmla="*/ 1265756 h 1386671"/>
              <a:gd name="connsiteX0" fmla="*/ 17511 w 1235164"/>
              <a:gd name="connsiteY0" fmla="*/ 932288 h 1053203"/>
              <a:gd name="connsiteX1" fmla="*/ 86803 w 1235164"/>
              <a:gd name="connsiteY1" fmla="*/ 1053183 h 1053203"/>
              <a:gd name="connsiteX2" fmla="*/ 341674 w 1235164"/>
              <a:gd name="connsiteY2" fmla="*/ 924265 h 1053203"/>
              <a:gd name="connsiteX3" fmla="*/ 909686 w 1235164"/>
              <a:gd name="connsiteY3" fmla="*/ 461272 h 1053203"/>
              <a:gd name="connsiteX4" fmla="*/ 1146251 w 1235164"/>
              <a:gd name="connsiteY4" fmla="*/ 168683 h 1053203"/>
              <a:gd name="connsiteX5" fmla="*/ 1205705 w 1235164"/>
              <a:gd name="connsiteY5" fmla="*/ 8129 h 1053203"/>
              <a:gd name="connsiteX6" fmla="*/ 698795 w 1235164"/>
              <a:gd name="connsiteY6" fmla="*/ 417069 h 1053203"/>
              <a:gd name="connsiteX7" fmla="*/ 381760 w 1235164"/>
              <a:gd name="connsiteY7" fmla="*/ 707029 h 1053203"/>
              <a:gd name="connsiteX8" fmla="*/ 17511 w 1235164"/>
              <a:gd name="connsiteY8" fmla="*/ 932288 h 1053203"/>
              <a:gd name="connsiteX0" fmla="*/ 17511 w 1254235"/>
              <a:gd name="connsiteY0" fmla="*/ 1002041 h 1122956"/>
              <a:gd name="connsiteX1" fmla="*/ 86803 w 1254235"/>
              <a:gd name="connsiteY1" fmla="*/ 1122936 h 1122956"/>
              <a:gd name="connsiteX2" fmla="*/ 341674 w 1254235"/>
              <a:gd name="connsiteY2" fmla="*/ 994018 h 1122956"/>
              <a:gd name="connsiteX3" fmla="*/ 909686 w 1254235"/>
              <a:gd name="connsiteY3" fmla="*/ 531025 h 1122956"/>
              <a:gd name="connsiteX4" fmla="*/ 1146251 w 1254235"/>
              <a:gd name="connsiteY4" fmla="*/ 238436 h 1122956"/>
              <a:gd name="connsiteX5" fmla="*/ 1228100 w 1254235"/>
              <a:gd name="connsiteY5" fmla="*/ 5915 h 1122956"/>
              <a:gd name="connsiteX6" fmla="*/ 698795 w 1254235"/>
              <a:gd name="connsiteY6" fmla="*/ 486822 h 1122956"/>
              <a:gd name="connsiteX7" fmla="*/ 381760 w 1254235"/>
              <a:gd name="connsiteY7" fmla="*/ 776782 h 1122956"/>
              <a:gd name="connsiteX8" fmla="*/ 17511 w 1254235"/>
              <a:gd name="connsiteY8" fmla="*/ 1002041 h 1122956"/>
              <a:gd name="connsiteX0" fmla="*/ 17511 w 1277312"/>
              <a:gd name="connsiteY0" fmla="*/ 1032124 h 1153039"/>
              <a:gd name="connsiteX1" fmla="*/ 86803 w 1277312"/>
              <a:gd name="connsiteY1" fmla="*/ 1153019 h 1153039"/>
              <a:gd name="connsiteX2" fmla="*/ 341674 w 1277312"/>
              <a:gd name="connsiteY2" fmla="*/ 1024101 h 1153039"/>
              <a:gd name="connsiteX3" fmla="*/ 909686 w 1277312"/>
              <a:gd name="connsiteY3" fmla="*/ 561108 h 1153039"/>
              <a:gd name="connsiteX4" fmla="*/ 1146251 w 1277312"/>
              <a:gd name="connsiteY4" fmla="*/ 268519 h 1153039"/>
              <a:gd name="connsiteX5" fmla="*/ 1228100 w 1277312"/>
              <a:gd name="connsiteY5" fmla="*/ 35998 h 1153039"/>
              <a:gd name="connsiteX6" fmla="*/ 698795 w 1277312"/>
              <a:gd name="connsiteY6" fmla="*/ 516905 h 1153039"/>
              <a:gd name="connsiteX7" fmla="*/ 381760 w 1277312"/>
              <a:gd name="connsiteY7" fmla="*/ 806865 h 1153039"/>
              <a:gd name="connsiteX8" fmla="*/ 17511 w 1277312"/>
              <a:gd name="connsiteY8" fmla="*/ 1032124 h 1153039"/>
              <a:gd name="connsiteX0" fmla="*/ 17511 w 1277312"/>
              <a:gd name="connsiteY0" fmla="*/ 1032124 h 1153039"/>
              <a:gd name="connsiteX1" fmla="*/ 86803 w 1277312"/>
              <a:gd name="connsiteY1" fmla="*/ 1153019 h 1153039"/>
              <a:gd name="connsiteX2" fmla="*/ 341674 w 1277312"/>
              <a:gd name="connsiteY2" fmla="*/ 1024101 h 1153039"/>
              <a:gd name="connsiteX3" fmla="*/ 909686 w 1277312"/>
              <a:gd name="connsiteY3" fmla="*/ 561108 h 1153039"/>
              <a:gd name="connsiteX4" fmla="*/ 1146251 w 1277312"/>
              <a:gd name="connsiteY4" fmla="*/ 268519 h 1153039"/>
              <a:gd name="connsiteX5" fmla="*/ 1228100 w 1277312"/>
              <a:gd name="connsiteY5" fmla="*/ 35998 h 1153039"/>
              <a:gd name="connsiteX6" fmla="*/ 698795 w 1277312"/>
              <a:gd name="connsiteY6" fmla="*/ 516905 h 1153039"/>
              <a:gd name="connsiteX7" fmla="*/ 381760 w 1277312"/>
              <a:gd name="connsiteY7" fmla="*/ 806865 h 1153039"/>
              <a:gd name="connsiteX8" fmla="*/ 17511 w 1277312"/>
              <a:gd name="connsiteY8" fmla="*/ 1032124 h 1153039"/>
              <a:gd name="connsiteX0" fmla="*/ 17511 w 1253920"/>
              <a:gd name="connsiteY0" fmla="*/ 1003257 h 1124172"/>
              <a:gd name="connsiteX1" fmla="*/ 86803 w 1253920"/>
              <a:gd name="connsiteY1" fmla="*/ 1124152 h 1124172"/>
              <a:gd name="connsiteX2" fmla="*/ 341674 w 1253920"/>
              <a:gd name="connsiteY2" fmla="*/ 995234 h 1124172"/>
              <a:gd name="connsiteX3" fmla="*/ 909686 w 1253920"/>
              <a:gd name="connsiteY3" fmla="*/ 532241 h 1124172"/>
              <a:gd name="connsiteX4" fmla="*/ 1146251 w 1253920"/>
              <a:gd name="connsiteY4" fmla="*/ 239652 h 1124172"/>
              <a:gd name="connsiteX5" fmla="*/ 1228100 w 1253920"/>
              <a:gd name="connsiteY5" fmla="*/ 7131 h 1124172"/>
              <a:gd name="connsiteX6" fmla="*/ 703275 w 1253920"/>
              <a:gd name="connsiteY6" fmla="*/ 517672 h 1124172"/>
              <a:gd name="connsiteX7" fmla="*/ 381760 w 1253920"/>
              <a:gd name="connsiteY7" fmla="*/ 777998 h 1124172"/>
              <a:gd name="connsiteX8" fmla="*/ 17511 w 1253920"/>
              <a:gd name="connsiteY8" fmla="*/ 1003257 h 1124172"/>
              <a:gd name="connsiteX0" fmla="*/ 17511 w 1253920"/>
              <a:gd name="connsiteY0" fmla="*/ 1003257 h 1124172"/>
              <a:gd name="connsiteX1" fmla="*/ 86803 w 1253920"/>
              <a:gd name="connsiteY1" fmla="*/ 1124152 h 1124172"/>
              <a:gd name="connsiteX2" fmla="*/ 341674 w 1253920"/>
              <a:gd name="connsiteY2" fmla="*/ 995234 h 1124172"/>
              <a:gd name="connsiteX3" fmla="*/ 909686 w 1253920"/>
              <a:gd name="connsiteY3" fmla="*/ 532241 h 1124172"/>
              <a:gd name="connsiteX4" fmla="*/ 1146251 w 1253920"/>
              <a:gd name="connsiteY4" fmla="*/ 239652 h 1124172"/>
              <a:gd name="connsiteX5" fmla="*/ 1228100 w 1253920"/>
              <a:gd name="connsiteY5" fmla="*/ 7131 h 1124172"/>
              <a:gd name="connsiteX6" fmla="*/ 703275 w 1253920"/>
              <a:gd name="connsiteY6" fmla="*/ 517672 h 1124172"/>
              <a:gd name="connsiteX7" fmla="*/ 381760 w 1253920"/>
              <a:gd name="connsiteY7" fmla="*/ 777998 h 1124172"/>
              <a:gd name="connsiteX8" fmla="*/ 17511 w 1253920"/>
              <a:gd name="connsiteY8" fmla="*/ 1003257 h 1124172"/>
              <a:gd name="connsiteX0" fmla="*/ 17511 w 1253920"/>
              <a:gd name="connsiteY0" fmla="*/ 1003257 h 1124172"/>
              <a:gd name="connsiteX1" fmla="*/ 86803 w 1253920"/>
              <a:gd name="connsiteY1" fmla="*/ 1124152 h 1124172"/>
              <a:gd name="connsiteX2" fmla="*/ 341674 w 1253920"/>
              <a:gd name="connsiteY2" fmla="*/ 995234 h 1124172"/>
              <a:gd name="connsiteX3" fmla="*/ 909686 w 1253920"/>
              <a:gd name="connsiteY3" fmla="*/ 532241 h 1124172"/>
              <a:gd name="connsiteX4" fmla="*/ 1146251 w 1253920"/>
              <a:gd name="connsiteY4" fmla="*/ 239652 h 1124172"/>
              <a:gd name="connsiteX5" fmla="*/ 1228100 w 1253920"/>
              <a:gd name="connsiteY5" fmla="*/ 7131 h 1124172"/>
              <a:gd name="connsiteX6" fmla="*/ 703275 w 1253920"/>
              <a:gd name="connsiteY6" fmla="*/ 517672 h 1124172"/>
              <a:gd name="connsiteX7" fmla="*/ 381760 w 1253920"/>
              <a:gd name="connsiteY7" fmla="*/ 777998 h 1124172"/>
              <a:gd name="connsiteX8" fmla="*/ 17511 w 1253920"/>
              <a:gd name="connsiteY8" fmla="*/ 1003257 h 1124172"/>
              <a:gd name="connsiteX0" fmla="*/ 17511 w 1256023"/>
              <a:gd name="connsiteY0" fmla="*/ 1004591 h 1125506"/>
              <a:gd name="connsiteX1" fmla="*/ 86803 w 1256023"/>
              <a:gd name="connsiteY1" fmla="*/ 1125486 h 1125506"/>
              <a:gd name="connsiteX2" fmla="*/ 341674 w 1256023"/>
              <a:gd name="connsiteY2" fmla="*/ 996568 h 1125506"/>
              <a:gd name="connsiteX3" fmla="*/ 909686 w 1256023"/>
              <a:gd name="connsiteY3" fmla="*/ 533575 h 1125506"/>
              <a:gd name="connsiteX4" fmla="*/ 1155209 w 1256023"/>
              <a:gd name="connsiteY4" fmla="*/ 224052 h 1125506"/>
              <a:gd name="connsiteX5" fmla="*/ 1228100 w 1256023"/>
              <a:gd name="connsiteY5" fmla="*/ 8465 h 1125506"/>
              <a:gd name="connsiteX6" fmla="*/ 703275 w 1256023"/>
              <a:gd name="connsiteY6" fmla="*/ 519006 h 1125506"/>
              <a:gd name="connsiteX7" fmla="*/ 381760 w 1256023"/>
              <a:gd name="connsiteY7" fmla="*/ 779332 h 1125506"/>
              <a:gd name="connsiteX8" fmla="*/ 17511 w 1256023"/>
              <a:gd name="connsiteY8" fmla="*/ 1004591 h 1125506"/>
              <a:gd name="connsiteX0" fmla="*/ 17511 w 1260689"/>
              <a:gd name="connsiteY0" fmla="*/ 1004915 h 1125830"/>
              <a:gd name="connsiteX1" fmla="*/ 86803 w 1260689"/>
              <a:gd name="connsiteY1" fmla="*/ 1125810 h 1125830"/>
              <a:gd name="connsiteX2" fmla="*/ 341674 w 1260689"/>
              <a:gd name="connsiteY2" fmla="*/ 996892 h 1125830"/>
              <a:gd name="connsiteX3" fmla="*/ 909686 w 1260689"/>
              <a:gd name="connsiteY3" fmla="*/ 533899 h 1125830"/>
              <a:gd name="connsiteX4" fmla="*/ 1155209 w 1260689"/>
              <a:gd name="connsiteY4" fmla="*/ 224376 h 1125830"/>
              <a:gd name="connsiteX5" fmla="*/ 1228100 w 1260689"/>
              <a:gd name="connsiteY5" fmla="*/ 8789 h 1125830"/>
              <a:gd name="connsiteX6" fmla="*/ 703275 w 1260689"/>
              <a:gd name="connsiteY6" fmla="*/ 519330 h 1125830"/>
              <a:gd name="connsiteX7" fmla="*/ 381760 w 1260689"/>
              <a:gd name="connsiteY7" fmla="*/ 779656 h 1125830"/>
              <a:gd name="connsiteX8" fmla="*/ 17511 w 1260689"/>
              <a:gd name="connsiteY8" fmla="*/ 1004915 h 1125830"/>
              <a:gd name="connsiteX0" fmla="*/ 17511 w 1256609"/>
              <a:gd name="connsiteY0" fmla="*/ 1004592 h 1125507"/>
              <a:gd name="connsiteX1" fmla="*/ 86803 w 1256609"/>
              <a:gd name="connsiteY1" fmla="*/ 1125487 h 1125507"/>
              <a:gd name="connsiteX2" fmla="*/ 341674 w 1256609"/>
              <a:gd name="connsiteY2" fmla="*/ 996569 h 1125507"/>
              <a:gd name="connsiteX3" fmla="*/ 887292 w 1256609"/>
              <a:gd name="connsiteY3" fmla="*/ 533576 h 1125507"/>
              <a:gd name="connsiteX4" fmla="*/ 1155209 w 1256609"/>
              <a:gd name="connsiteY4" fmla="*/ 224053 h 1125507"/>
              <a:gd name="connsiteX5" fmla="*/ 1228100 w 1256609"/>
              <a:gd name="connsiteY5" fmla="*/ 8466 h 1125507"/>
              <a:gd name="connsiteX6" fmla="*/ 703275 w 1256609"/>
              <a:gd name="connsiteY6" fmla="*/ 519007 h 1125507"/>
              <a:gd name="connsiteX7" fmla="*/ 381760 w 1256609"/>
              <a:gd name="connsiteY7" fmla="*/ 779333 h 1125507"/>
              <a:gd name="connsiteX8" fmla="*/ 17511 w 1256609"/>
              <a:gd name="connsiteY8" fmla="*/ 1004592 h 1125507"/>
              <a:gd name="connsiteX0" fmla="*/ 16895 w 1255993"/>
              <a:gd name="connsiteY0" fmla="*/ 1004592 h 1125582"/>
              <a:gd name="connsiteX1" fmla="*/ 86187 w 1255993"/>
              <a:gd name="connsiteY1" fmla="*/ 1125487 h 1125582"/>
              <a:gd name="connsiteX2" fmla="*/ 314185 w 1255993"/>
              <a:gd name="connsiteY2" fmla="*/ 1013503 h 1125582"/>
              <a:gd name="connsiteX3" fmla="*/ 886676 w 1255993"/>
              <a:gd name="connsiteY3" fmla="*/ 533576 h 1125582"/>
              <a:gd name="connsiteX4" fmla="*/ 1154593 w 1255993"/>
              <a:gd name="connsiteY4" fmla="*/ 224053 h 1125582"/>
              <a:gd name="connsiteX5" fmla="*/ 1227484 w 1255993"/>
              <a:gd name="connsiteY5" fmla="*/ 8466 h 1125582"/>
              <a:gd name="connsiteX6" fmla="*/ 702659 w 1255993"/>
              <a:gd name="connsiteY6" fmla="*/ 519007 h 1125582"/>
              <a:gd name="connsiteX7" fmla="*/ 381144 w 1255993"/>
              <a:gd name="connsiteY7" fmla="*/ 779333 h 1125582"/>
              <a:gd name="connsiteX8" fmla="*/ 16895 w 1255993"/>
              <a:gd name="connsiteY8" fmla="*/ 1004592 h 1125582"/>
              <a:gd name="connsiteX0" fmla="*/ 45199 w 1284297"/>
              <a:gd name="connsiteY0" fmla="*/ 1004592 h 1172083"/>
              <a:gd name="connsiteX1" fmla="*/ 38351 w 1284297"/>
              <a:gd name="connsiteY1" fmla="*/ 1172053 h 1172083"/>
              <a:gd name="connsiteX2" fmla="*/ 342489 w 1284297"/>
              <a:gd name="connsiteY2" fmla="*/ 1013503 h 1172083"/>
              <a:gd name="connsiteX3" fmla="*/ 914980 w 1284297"/>
              <a:gd name="connsiteY3" fmla="*/ 533576 h 1172083"/>
              <a:gd name="connsiteX4" fmla="*/ 1182897 w 1284297"/>
              <a:gd name="connsiteY4" fmla="*/ 224053 h 1172083"/>
              <a:gd name="connsiteX5" fmla="*/ 1255788 w 1284297"/>
              <a:gd name="connsiteY5" fmla="*/ 8466 h 1172083"/>
              <a:gd name="connsiteX6" fmla="*/ 730963 w 1284297"/>
              <a:gd name="connsiteY6" fmla="*/ 519007 h 1172083"/>
              <a:gd name="connsiteX7" fmla="*/ 409448 w 1284297"/>
              <a:gd name="connsiteY7" fmla="*/ 779333 h 1172083"/>
              <a:gd name="connsiteX8" fmla="*/ 45199 w 1284297"/>
              <a:gd name="connsiteY8" fmla="*/ 1004592 h 1172083"/>
              <a:gd name="connsiteX0" fmla="*/ 29327 w 1317693"/>
              <a:gd name="connsiteY0" fmla="*/ 1059625 h 1172776"/>
              <a:gd name="connsiteX1" fmla="*/ 71747 w 1317693"/>
              <a:gd name="connsiteY1" fmla="*/ 1172053 h 1172776"/>
              <a:gd name="connsiteX2" fmla="*/ 375885 w 1317693"/>
              <a:gd name="connsiteY2" fmla="*/ 1013503 h 1172776"/>
              <a:gd name="connsiteX3" fmla="*/ 948376 w 1317693"/>
              <a:gd name="connsiteY3" fmla="*/ 533576 h 1172776"/>
              <a:gd name="connsiteX4" fmla="*/ 1216293 w 1317693"/>
              <a:gd name="connsiteY4" fmla="*/ 224053 h 1172776"/>
              <a:gd name="connsiteX5" fmla="*/ 1289184 w 1317693"/>
              <a:gd name="connsiteY5" fmla="*/ 8466 h 1172776"/>
              <a:gd name="connsiteX6" fmla="*/ 764359 w 1317693"/>
              <a:gd name="connsiteY6" fmla="*/ 519007 h 1172776"/>
              <a:gd name="connsiteX7" fmla="*/ 442844 w 1317693"/>
              <a:gd name="connsiteY7" fmla="*/ 779333 h 1172776"/>
              <a:gd name="connsiteX8" fmla="*/ 29327 w 1317693"/>
              <a:gd name="connsiteY8" fmla="*/ 1059625 h 1172776"/>
              <a:gd name="connsiteX0" fmla="*/ 25142 w 1313508"/>
              <a:gd name="connsiteY0" fmla="*/ 1059625 h 1214848"/>
              <a:gd name="connsiteX1" fmla="*/ 80998 w 1313508"/>
              <a:gd name="connsiteY1" fmla="*/ 1214387 h 1214848"/>
              <a:gd name="connsiteX2" fmla="*/ 371700 w 1313508"/>
              <a:gd name="connsiteY2" fmla="*/ 1013503 h 1214848"/>
              <a:gd name="connsiteX3" fmla="*/ 944191 w 1313508"/>
              <a:gd name="connsiteY3" fmla="*/ 533576 h 1214848"/>
              <a:gd name="connsiteX4" fmla="*/ 1212108 w 1313508"/>
              <a:gd name="connsiteY4" fmla="*/ 224053 h 1214848"/>
              <a:gd name="connsiteX5" fmla="*/ 1284999 w 1313508"/>
              <a:gd name="connsiteY5" fmla="*/ 8466 h 1214848"/>
              <a:gd name="connsiteX6" fmla="*/ 760174 w 1313508"/>
              <a:gd name="connsiteY6" fmla="*/ 519007 h 1214848"/>
              <a:gd name="connsiteX7" fmla="*/ 438659 w 1313508"/>
              <a:gd name="connsiteY7" fmla="*/ 779333 h 1214848"/>
              <a:gd name="connsiteX8" fmla="*/ 25142 w 1313508"/>
              <a:gd name="connsiteY8" fmla="*/ 1059625 h 1214848"/>
              <a:gd name="connsiteX0" fmla="*/ 20974 w 1336213"/>
              <a:gd name="connsiteY0" fmla="*/ 1097725 h 1216489"/>
              <a:gd name="connsiteX1" fmla="*/ 103703 w 1336213"/>
              <a:gd name="connsiteY1" fmla="*/ 1214387 h 1216489"/>
              <a:gd name="connsiteX2" fmla="*/ 394405 w 1336213"/>
              <a:gd name="connsiteY2" fmla="*/ 1013503 h 1216489"/>
              <a:gd name="connsiteX3" fmla="*/ 966896 w 1336213"/>
              <a:gd name="connsiteY3" fmla="*/ 533576 h 1216489"/>
              <a:gd name="connsiteX4" fmla="*/ 1234813 w 1336213"/>
              <a:gd name="connsiteY4" fmla="*/ 224053 h 1216489"/>
              <a:gd name="connsiteX5" fmla="*/ 1307704 w 1336213"/>
              <a:gd name="connsiteY5" fmla="*/ 8466 h 1216489"/>
              <a:gd name="connsiteX6" fmla="*/ 782879 w 1336213"/>
              <a:gd name="connsiteY6" fmla="*/ 519007 h 1216489"/>
              <a:gd name="connsiteX7" fmla="*/ 461364 w 1336213"/>
              <a:gd name="connsiteY7" fmla="*/ 779333 h 1216489"/>
              <a:gd name="connsiteX8" fmla="*/ 20974 w 1336213"/>
              <a:gd name="connsiteY8" fmla="*/ 1097725 h 1216489"/>
              <a:gd name="connsiteX0" fmla="*/ 31081 w 1292573"/>
              <a:gd name="connsiteY0" fmla="*/ 1063858 h 1214954"/>
              <a:gd name="connsiteX1" fmla="*/ 60063 w 1292573"/>
              <a:gd name="connsiteY1" fmla="*/ 1214387 h 1214954"/>
              <a:gd name="connsiteX2" fmla="*/ 350765 w 1292573"/>
              <a:gd name="connsiteY2" fmla="*/ 1013503 h 1214954"/>
              <a:gd name="connsiteX3" fmla="*/ 923256 w 1292573"/>
              <a:gd name="connsiteY3" fmla="*/ 533576 h 1214954"/>
              <a:gd name="connsiteX4" fmla="*/ 1191173 w 1292573"/>
              <a:gd name="connsiteY4" fmla="*/ 224053 h 1214954"/>
              <a:gd name="connsiteX5" fmla="*/ 1264064 w 1292573"/>
              <a:gd name="connsiteY5" fmla="*/ 8466 h 1214954"/>
              <a:gd name="connsiteX6" fmla="*/ 739239 w 1292573"/>
              <a:gd name="connsiteY6" fmla="*/ 519007 h 1214954"/>
              <a:gd name="connsiteX7" fmla="*/ 417724 w 1292573"/>
              <a:gd name="connsiteY7" fmla="*/ 779333 h 1214954"/>
              <a:gd name="connsiteX8" fmla="*/ 31081 w 1292573"/>
              <a:gd name="connsiteY8" fmla="*/ 1063858 h 1214954"/>
              <a:gd name="connsiteX0" fmla="*/ 26881 w 1306289"/>
              <a:gd name="connsiteY0" fmla="*/ 1063858 h 1214953"/>
              <a:gd name="connsiteX1" fmla="*/ 73779 w 1306289"/>
              <a:gd name="connsiteY1" fmla="*/ 1214387 h 1214953"/>
              <a:gd name="connsiteX2" fmla="*/ 364481 w 1306289"/>
              <a:gd name="connsiteY2" fmla="*/ 1013503 h 1214953"/>
              <a:gd name="connsiteX3" fmla="*/ 936972 w 1306289"/>
              <a:gd name="connsiteY3" fmla="*/ 533576 h 1214953"/>
              <a:gd name="connsiteX4" fmla="*/ 1204889 w 1306289"/>
              <a:gd name="connsiteY4" fmla="*/ 224053 h 1214953"/>
              <a:gd name="connsiteX5" fmla="*/ 1277780 w 1306289"/>
              <a:gd name="connsiteY5" fmla="*/ 8466 h 1214953"/>
              <a:gd name="connsiteX6" fmla="*/ 752955 w 1306289"/>
              <a:gd name="connsiteY6" fmla="*/ 519007 h 1214953"/>
              <a:gd name="connsiteX7" fmla="*/ 431440 w 1306289"/>
              <a:gd name="connsiteY7" fmla="*/ 779333 h 1214953"/>
              <a:gd name="connsiteX8" fmla="*/ 26881 w 1306289"/>
              <a:gd name="connsiteY8" fmla="*/ 1063858 h 1214953"/>
              <a:gd name="connsiteX0" fmla="*/ 38813 w 1318221"/>
              <a:gd name="connsiteY0" fmla="*/ 1063858 h 1214887"/>
              <a:gd name="connsiteX1" fmla="*/ 85711 w 1318221"/>
              <a:gd name="connsiteY1" fmla="*/ 1214387 h 1214887"/>
              <a:gd name="connsiteX2" fmla="*/ 376413 w 1318221"/>
              <a:gd name="connsiteY2" fmla="*/ 1013503 h 1214887"/>
              <a:gd name="connsiteX3" fmla="*/ 948904 w 1318221"/>
              <a:gd name="connsiteY3" fmla="*/ 533576 h 1214887"/>
              <a:gd name="connsiteX4" fmla="*/ 1216821 w 1318221"/>
              <a:gd name="connsiteY4" fmla="*/ 224053 h 1214887"/>
              <a:gd name="connsiteX5" fmla="*/ 1289712 w 1318221"/>
              <a:gd name="connsiteY5" fmla="*/ 8466 h 1214887"/>
              <a:gd name="connsiteX6" fmla="*/ 764887 w 1318221"/>
              <a:gd name="connsiteY6" fmla="*/ 519007 h 1214887"/>
              <a:gd name="connsiteX7" fmla="*/ 443372 w 1318221"/>
              <a:gd name="connsiteY7" fmla="*/ 779333 h 1214887"/>
              <a:gd name="connsiteX8" fmla="*/ 38813 w 1318221"/>
              <a:gd name="connsiteY8" fmla="*/ 1063858 h 1214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18221" h="1214887">
                <a:moveTo>
                  <a:pt x="38813" y="1063858"/>
                </a:moveTo>
                <a:cubicBezTo>
                  <a:pt x="-47670" y="1123667"/>
                  <a:pt x="29444" y="1222779"/>
                  <a:pt x="85711" y="1214387"/>
                </a:cubicBezTo>
                <a:cubicBezTo>
                  <a:pt x="141978" y="1205995"/>
                  <a:pt x="232548" y="1126971"/>
                  <a:pt x="376413" y="1013503"/>
                </a:cubicBezTo>
                <a:cubicBezTo>
                  <a:pt x="520278" y="900035"/>
                  <a:pt x="808836" y="665151"/>
                  <a:pt x="948904" y="533576"/>
                </a:cubicBezTo>
                <a:cubicBezTo>
                  <a:pt x="1088972" y="402001"/>
                  <a:pt x="1160020" y="311571"/>
                  <a:pt x="1216821" y="224053"/>
                </a:cubicBezTo>
                <a:cubicBezTo>
                  <a:pt x="1273622" y="136535"/>
                  <a:pt x="1365034" y="-40693"/>
                  <a:pt x="1289712" y="8466"/>
                </a:cubicBezTo>
                <a:cubicBezTo>
                  <a:pt x="1214390" y="57625"/>
                  <a:pt x="953258" y="385590"/>
                  <a:pt x="764887" y="519007"/>
                </a:cubicBezTo>
                <a:cubicBezTo>
                  <a:pt x="625783" y="665124"/>
                  <a:pt x="564384" y="688525"/>
                  <a:pt x="443372" y="779333"/>
                </a:cubicBezTo>
                <a:cubicBezTo>
                  <a:pt x="322360" y="870141"/>
                  <a:pt x="125296" y="1004049"/>
                  <a:pt x="38813" y="1063858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47565BA-5763-4967-8EB7-48560B7BCFF6}"/>
              </a:ext>
            </a:extLst>
          </p:cNvPr>
          <p:cNvGrpSpPr/>
          <p:nvPr/>
        </p:nvGrpSpPr>
        <p:grpSpPr>
          <a:xfrm>
            <a:off x="3878497" y="4097868"/>
            <a:ext cx="1260898" cy="528666"/>
            <a:chOff x="3488267" y="4097867"/>
            <a:chExt cx="1291207" cy="535235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767AD5FA-ECFC-4A91-88DB-099A981B3DCE}"/>
                </a:ext>
              </a:extLst>
            </p:cNvPr>
            <p:cNvGrpSpPr/>
            <p:nvPr/>
          </p:nvGrpSpPr>
          <p:grpSpPr>
            <a:xfrm>
              <a:off x="3515067" y="4178694"/>
              <a:ext cx="753692" cy="454408"/>
              <a:chOff x="3515067" y="4178694"/>
              <a:chExt cx="753692" cy="454408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5">
                <p14:nvContentPartPr>
                  <p14:cNvPr id="51" name="Ink 50">
                    <a:extLst>
                      <a:ext uri="{FF2B5EF4-FFF2-40B4-BE49-F238E27FC236}">
                        <a16:creationId xmlns:a16="http://schemas.microsoft.com/office/drawing/2014/main" id="{78CBD16D-5E19-475C-B58F-2A216EE1323F}"/>
                      </a:ext>
                    </a:extLst>
                  </p14:cNvPr>
                  <p14:cNvContentPartPr/>
                  <p14:nvPr/>
                </p14:nvContentPartPr>
                <p14:xfrm>
                  <a:off x="3716066" y="4632862"/>
                  <a:ext cx="240" cy="240"/>
                </p14:xfrm>
              </p:contentPart>
            </mc:Choice>
            <mc:Fallback xmlns="">
              <p:pic>
                <p:nvPicPr>
                  <p:cNvPr id="51" name="Ink 50">
                    <a:extLst>
                      <a:ext uri="{FF2B5EF4-FFF2-40B4-BE49-F238E27FC236}">
                        <a16:creationId xmlns:a16="http://schemas.microsoft.com/office/drawing/2014/main" id="{78CBD16D-5E19-475C-B58F-2A216EE1323F}"/>
                      </a:ext>
                    </a:extLst>
                  </p:cNvPr>
                  <p:cNvPicPr/>
                  <p:nvPr/>
                </p:nvPicPr>
                <p:blipFill>
                  <a:blip r:embed="rId37"/>
                  <a:stretch>
                    <a:fillRect/>
                  </a:stretch>
                </p:blipFill>
                <p:spPr>
                  <a:xfrm>
                    <a:off x="3713186" y="4629982"/>
                    <a:ext cx="5520" cy="5520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D13B6AF9-CA88-45FB-96C6-D09E70991889}"/>
                  </a:ext>
                </a:extLst>
              </p:cNvPr>
              <p:cNvGrpSpPr/>
              <p:nvPr/>
            </p:nvGrpSpPr>
            <p:grpSpPr>
              <a:xfrm rot="269651">
                <a:off x="3515067" y="4182806"/>
                <a:ext cx="254294" cy="241823"/>
                <a:chOff x="6489181" y="2612129"/>
                <a:chExt cx="254294" cy="365194"/>
              </a:xfrm>
            </p:grpSpPr>
            <p:sp>
              <p:nvSpPr>
                <p:cNvPr id="92" name="Cylinder 91">
                  <a:extLst>
                    <a:ext uri="{FF2B5EF4-FFF2-40B4-BE49-F238E27FC236}">
                      <a16:creationId xmlns:a16="http://schemas.microsoft.com/office/drawing/2014/main" id="{6704EA75-9FFA-4BDD-B9EE-A4ACBC8E9927}"/>
                    </a:ext>
                  </a:extLst>
                </p:cNvPr>
                <p:cNvSpPr/>
                <p:nvPr/>
              </p:nvSpPr>
              <p:spPr>
                <a:xfrm rot="14988708">
                  <a:off x="6381234" y="2763818"/>
                  <a:ext cx="321452" cy="105558"/>
                </a:xfrm>
                <a:prstGeom prst="can">
                  <a:avLst/>
                </a:prstGeom>
                <a:solidFill>
                  <a:schemeClr val="accent1">
                    <a:lumMod val="20000"/>
                    <a:lumOff val="80000"/>
                    <a:alpha val="75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Cylinder 95">
                  <a:extLst>
                    <a:ext uri="{FF2B5EF4-FFF2-40B4-BE49-F238E27FC236}">
                      <a16:creationId xmlns:a16="http://schemas.microsoft.com/office/drawing/2014/main" id="{8B836B4A-462E-4B52-81BE-64635B586B50}"/>
                    </a:ext>
                  </a:extLst>
                </p:cNvPr>
                <p:cNvSpPr/>
                <p:nvPr/>
              </p:nvSpPr>
              <p:spPr>
                <a:xfrm rot="15309174">
                  <a:off x="6461922" y="2719401"/>
                  <a:ext cx="317247" cy="117085"/>
                </a:xfrm>
                <a:prstGeom prst="can">
                  <a:avLst/>
                </a:prstGeom>
                <a:solidFill>
                  <a:schemeClr val="accent1">
                    <a:lumMod val="20000"/>
                    <a:lumOff val="80000"/>
                    <a:alpha val="64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" name="Cylinder 96">
                  <a:extLst>
                    <a:ext uri="{FF2B5EF4-FFF2-40B4-BE49-F238E27FC236}">
                      <a16:creationId xmlns:a16="http://schemas.microsoft.com/office/drawing/2014/main" id="{FF655ECE-EB3F-44C5-8E85-87D690D247E5}"/>
                    </a:ext>
                  </a:extLst>
                </p:cNvPr>
                <p:cNvSpPr/>
                <p:nvPr/>
              </p:nvSpPr>
              <p:spPr>
                <a:xfrm rot="15709326">
                  <a:off x="6523545" y="2710461"/>
                  <a:ext cx="318261" cy="121598"/>
                </a:xfrm>
                <a:prstGeom prst="can">
                  <a:avLst/>
                </a:prstGeom>
                <a:solidFill>
                  <a:schemeClr val="accent1">
                    <a:lumMod val="20000"/>
                    <a:lumOff val="80000"/>
                    <a:alpha val="75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7947AC85-22D4-4410-8BEA-6F8CFEA7E962}"/>
                  </a:ext>
                </a:extLst>
              </p:cNvPr>
              <p:cNvGrpSpPr/>
              <p:nvPr/>
            </p:nvGrpSpPr>
            <p:grpSpPr>
              <a:xfrm>
                <a:off x="3712002" y="4178694"/>
                <a:ext cx="258139" cy="217151"/>
                <a:chOff x="6707816" y="2588764"/>
                <a:chExt cx="258139" cy="327935"/>
              </a:xfrm>
            </p:grpSpPr>
            <p:sp>
              <p:nvSpPr>
                <p:cNvPr id="98" name="Cylinder 97">
                  <a:extLst>
                    <a:ext uri="{FF2B5EF4-FFF2-40B4-BE49-F238E27FC236}">
                      <a16:creationId xmlns:a16="http://schemas.microsoft.com/office/drawing/2014/main" id="{0CA297FA-EAA3-41AF-B4F8-F22E14BD531E}"/>
                    </a:ext>
                  </a:extLst>
                </p:cNvPr>
                <p:cNvSpPr/>
                <p:nvPr/>
              </p:nvSpPr>
              <p:spPr>
                <a:xfrm rot="16200000">
                  <a:off x="6607734" y="2699532"/>
                  <a:ext cx="317249" cy="117085"/>
                </a:xfrm>
                <a:prstGeom prst="can">
                  <a:avLst/>
                </a:prstGeom>
                <a:solidFill>
                  <a:schemeClr val="accent1">
                    <a:lumMod val="20000"/>
                    <a:lumOff val="80000"/>
                    <a:alpha val="64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Cylinder 98">
                  <a:extLst>
                    <a:ext uri="{FF2B5EF4-FFF2-40B4-BE49-F238E27FC236}">
                      <a16:creationId xmlns:a16="http://schemas.microsoft.com/office/drawing/2014/main" id="{3CF109E7-2731-4EC8-B825-84B9D43577A0}"/>
                    </a:ext>
                  </a:extLst>
                </p:cNvPr>
                <p:cNvSpPr/>
                <p:nvPr/>
              </p:nvSpPr>
              <p:spPr>
                <a:xfrm rot="16200000">
                  <a:off x="6666276" y="2691892"/>
                  <a:ext cx="317250" cy="117085"/>
                </a:xfrm>
                <a:prstGeom prst="can">
                  <a:avLst/>
                </a:prstGeom>
                <a:solidFill>
                  <a:schemeClr val="accent1">
                    <a:lumMod val="20000"/>
                    <a:lumOff val="80000"/>
                    <a:alpha val="34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Cylinder 99">
                  <a:extLst>
                    <a:ext uri="{FF2B5EF4-FFF2-40B4-BE49-F238E27FC236}">
                      <a16:creationId xmlns:a16="http://schemas.microsoft.com/office/drawing/2014/main" id="{A5B219CE-1B86-4DF9-A578-1B32AA96B9E4}"/>
                    </a:ext>
                  </a:extLst>
                </p:cNvPr>
                <p:cNvSpPr/>
                <p:nvPr/>
              </p:nvSpPr>
              <p:spPr>
                <a:xfrm rot="16200000">
                  <a:off x="6746026" y="2687095"/>
                  <a:ext cx="318260" cy="121598"/>
                </a:xfrm>
                <a:prstGeom prst="can">
                  <a:avLst/>
                </a:prstGeom>
                <a:solidFill>
                  <a:schemeClr val="accent1">
                    <a:lumMod val="20000"/>
                    <a:lumOff val="80000"/>
                    <a:alpha val="34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12BC2429-D6F4-4D14-AA2F-9491084A2479}"/>
                  </a:ext>
                </a:extLst>
              </p:cNvPr>
              <p:cNvGrpSpPr/>
              <p:nvPr/>
            </p:nvGrpSpPr>
            <p:grpSpPr>
              <a:xfrm>
                <a:off x="3911307" y="4181203"/>
                <a:ext cx="357452" cy="214646"/>
                <a:chOff x="6726335" y="2818581"/>
                <a:chExt cx="357452" cy="324152"/>
              </a:xfrm>
            </p:grpSpPr>
            <p:sp>
              <p:nvSpPr>
                <p:cNvPr id="101" name="Cylinder 100">
                  <a:extLst>
                    <a:ext uri="{FF2B5EF4-FFF2-40B4-BE49-F238E27FC236}">
                      <a16:creationId xmlns:a16="http://schemas.microsoft.com/office/drawing/2014/main" id="{A6AA6E92-9B7A-488F-A39B-6D870E330F91}"/>
                    </a:ext>
                  </a:extLst>
                </p:cNvPr>
                <p:cNvSpPr/>
                <p:nvPr/>
              </p:nvSpPr>
              <p:spPr>
                <a:xfrm rot="16200000">
                  <a:off x="6626252" y="2925565"/>
                  <a:ext cx="317251" cy="117085"/>
                </a:xfrm>
                <a:prstGeom prst="can">
                  <a:avLst/>
                </a:prstGeom>
                <a:solidFill>
                  <a:schemeClr val="accent1">
                    <a:lumMod val="20000"/>
                    <a:lumOff val="80000"/>
                    <a:alpha val="34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Cylinder 101">
                  <a:extLst>
                    <a:ext uri="{FF2B5EF4-FFF2-40B4-BE49-F238E27FC236}">
                      <a16:creationId xmlns:a16="http://schemas.microsoft.com/office/drawing/2014/main" id="{5EC1D9B9-4537-4E0A-AEBD-F988323EE43F}"/>
                    </a:ext>
                  </a:extLst>
                </p:cNvPr>
                <p:cNvSpPr/>
                <p:nvPr/>
              </p:nvSpPr>
              <p:spPr>
                <a:xfrm rot="16200000">
                  <a:off x="6683071" y="2921734"/>
                  <a:ext cx="318259" cy="121598"/>
                </a:xfrm>
                <a:prstGeom prst="can">
                  <a:avLst/>
                </a:prstGeom>
                <a:solidFill>
                  <a:schemeClr val="accent1">
                    <a:lumMod val="20000"/>
                    <a:lumOff val="80000"/>
                    <a:alpha val="34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Cylinder 102">
                  <a:extLst>
                    <a:ext uri="{FF2B5EF4-FFF2-40B4-BE49-F238E27FC236}">
                      <a16:creationId xmlns:a16="http://schemas.microsoft.com/office/drawing/2014/main" id="{1643A098-6860-4674-B3FD-F14657BE2333}"/>
                    </a:ext>
                  </a:extLst>
                </p:cNvPr>
                <p:cNvSpPr/>
                <p:nvPr/>
              </p:nvSpPr>
              <p:spPr>
                <a:xfrm rot="16200000">
                  <a:off x="6744362" y="2920743"/>
                  <a:ext cx="317251" cy="117085"/>
                </a:xfrm>
                <a:prstGeom prst="can">
                  <a:avLst/>
                </a:prstGeom>
                <a:solidFill>
                  <a:schemeClr val="accent1">
                    <a:lumMod val="20000"/>
                    <a:lumOff val="80000"/>
                    <a:alpha val="34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Cylinder 103">
                  <a:extLst>
                    <a:ext uri="{FF2B5EF4-FFF2-40B4-BE49-F238E27FC236}">
                      <a16:creationId xmlns:a16="http://schemas.microsoft.com/office/drawing/2014/main" id="{C3B7FB1C-0F50-41A7-BCA3-58016AE5861F}"/>
                    </a:ext>
                  </a:extLst>
                </p:cNvPr>
                <p:cNvSpPr/>
                <p:nvPr/>
              </p:nvSpPr>
              <p:spPr>
                <a:xfrm rot="16200000">
                  <a:off x="6796879" y="2920743"/>
                  <a:ext cx="317251" cy="117085"/>
                </a:xfrm>
                <a:prstGeom prst="can">
                  <a:avLst/>
                </a:prstGeom>
                <a:solidFill>
                  <a:schemeClr val="accent1">
                    <a:lumMod val="20000"/>
                    <a:lumOff val="80000"/>
                    <a:alpha val="34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Cylinder 104">
                  <a:extLst>
                    <a:ext uri="{FF2B5EF4-FFF2-40B4-BE49-F238E27FC236}">
                      <a16:creationId xmlns:a16="http://schemas.microsoft.com/office/drawing/2014/main" id="{A88F9B53-6702-46D9-B8E4-91BE3339C925}"/>
                    </a:ext>
                  </a:extLst>
                </p:cNvPr>
                <p:cNvSpPr/>
                <p:nvPr/>
              </p:nvSpPr>
              <p:spPr>
                <a:xfrm rot="16200000">
                  <a:off x="6863858" y="2916912"/>
                  <a:ext cx="318259" cy="121598"/>
                </a:xfrm>
                <a:prstGeom prst="can">
                  <a:avLst/>
                </a:prstGeom>
                <a:solidFill>
                  <a:schemeClr val="accent1">
                    <a:lumMod val="20000"/>
                    <a:lumOff val="80000"/>
                    <a:alpha val="34000"/>
                  </a:schemeClr>
                </a:solidFill>
                <a:ln>
                  <a:solidFill>
                    <a:schemeClr val="accent1">
                      <a:lumMod val="40000"/>
                      <a:lumOff val="60000"/>
                      <a:alpha val="7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C09222A-3C0B-4BC1-8F95-7104028C8F25}"/>
                </a:ext>
              </a:extLst>
            </p:cNvPr>
            <p:cNvGrpSpPr/>
            <p:nvPr/>
          </p:nvGrpSpPr>
          <p:grpSpPr>
            <a:xfrm>
              <a:off x="4219639" y="4171922"/>
              <a:ext cx="174713" cy="215643"/>
              <a:chOff x="4181816" y="4329413"/>
              <a:chExt cx="174713" cy="215643"/>
            </a:xfrm>
          </p:grpSpPr>
          <p:sp>
            <p:nvSpPr>
              <p:cNvPr id="116" name="Cylinder 115">
                <a:extLst>
                  <a:ext uri="{FF2B5EF4-FFF2-40B4-BE49-F238E27FC236}">
                    <a16:creationId xmlns:a16="http://schemas.microsoft.com/office/drawing/2014/main" id="{89FCF974-6C60-42EF-95EA-A4AC72D006CE}"/>
                  </a:ext>
                </a:extLst>
              </p:cNvPr>
              <p:cNvSpPr/>
              <p:nvPr/>
            </p:nvSpPr>
            <p:spPr>
              <a:xfrm rot="16200000">
                <a:off x="4135321" y="4381475"/>
                <a:ext cx="210076" cy="117085"/>
              </a:xfrm>
              <a:prstGeom prst="can">
                <a:avLst/>
              </a:prstGeom>
              <a:solidFill>
                <a:schemeClr val="accent1">
                  <a:lumMod val="20000"/>
                  <a:lumOff val="80000"/>
                  <a:alpha val="34000"/>
                </a:schemeClr>
              </a:solidFill>
              <a:ln>
                <a:solidFill>
                  <a:schemeClr val="accent1">
                    <a:lumMod val="40000"/>
                    <a:lumOff val="60000"/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Cylinder 116">
                <a:extLst>
                  <a:ext uri="{FF2B5EF4-FFF2-40B4-BE49-F238E27FC236}">
                    <a16:creationId xmlns:a16="http://schemas.microsoft.com/office/drawing/2014/main" id="{FA9B2DB8-AC94-4886-B599-B39C4700C34E}"/>
                  </a:ext>
                </a:extLst>
              </p:cNvPr>
              <p:cNvSpPr/>
              <p:nvPr/>
            </p:nvSpPr>
            <p:spPr>
              <a:xfrm rot="16200000">
                <a:off x="4190358" y="4373986"/>
                <a:ext cx="210744" cy="121598"/>
              </a:xfrm>
              <a:prstGeom prst="can">
                <a:avLst/>
              </a:prstGeom>
              <a:solidFill>
                <a:schemeClr val="accent1">
                  <a:lumMod val="20000"/>
                  <a:lumOff val="80000"/>
                  <a:alpha val="34000"/>
                </a:schemeClr>
              </a:solidFill>
              <a:ln>
                <a:solidFill>
                  <a:schemeClr val="accent1">
                    <a:lumMod val="40000"/>
                    <a:lumOff val="60000"/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E1158FD8-36BB-4888-A78E-E8D6A85FF81F}"/>
                </a:ext>
              </a:extLst>
            </p:cNvPr>
            <p:cNvGrpSpPr/>
            <p:nvPr/>
          </p:nvGrpSpPr>
          <p:grpSpPr>
            <a:xfrm rot="21291708">
              <a:off x="4363930" y="4164307"/>
              <a:ext cx="174713" cy="215643"/>
              <a:chOff x="4181816" y="4329413"/>
              <a:chExt cx="174713" cy="215643"/>
            </a:xfrm>
          </p:grpSpPr>
          <p:sp>
            <p:nvSpPr>
              <p:cNvPr id="120" name="Cylinder 119">
                <a:extLst>
                  <a:ext uri="{FF2B5EF4-FFF2-40B4-BE49-F238E27FC236}">
                    <a16:creationId xmlns:a16="http://schemas.microsoft.com/office/drawing/2014/main" id="{C51C6E2D-A123-4FFB-ABE8-5A45740B239D}"/>
                  </a:ext>
                </a:extLst>
              </p:cNvPr>
              <p:cNvSpPr/>
              <p:nvPr/>
            </p:nvSpPr>
            <p:spPr>
              <a:xfrm rot="16200000">
                <a:off x="4135321" y="4381475"/>
                <a:ext cx="210076" cy="117085"/>
              </a:xfrm>
              <a:prstGeom prst="can">
                <a:avLst/>
              </a:prstGeom>
              <a:solidFill>
                <a:schemeClr val="accent1">
                  <a:lumMod val="20000"/>
                  <a:lumOff val="80000"/>
                  <a:alpha val="34000"/>
                </a:schemeClr>
              </a:solidFill>
              <a:ln>
                <a:solidFill>
                  <a:schemeClr val="accent1">
                    <a:lumMod val="40000"/>
                    <a:lumOff val="60000"/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Cylinder 120">
                <a:extLst>
                  <a:ext uri="{FF2B5EF4-FFF2-40B4-BE49-F238E27FC236}">
                    <a16:creationId xmlns:a16="http://schemas.microsoft.com/office/drawing/2014/main" id="{5100E71E-06C0-41C4-ADE0-550B41D8B00C}"/>
                  </a:ext>
                </a:extLst>
              </p:cNvPr>
              <p:cNvSpPr/>
              <p:nvPr/>
            </p:nvSpPr>
            <p:spPr>
              <a:xfrm rot="16200000">
                <a:off x="4190358" y="4373986"/>
                <a:ext cx="210744" cy="121598"/>
              </a:xfrm>
              <a:prstGeom prst="can">
                <a:avLst/>
              </a:prstGeom>
              <a:solidFill>
                <a:schemeClr val="accent1">
                  <a:lumMod val="20000"/>
                  <a:lumOff val="80000"/>
                  <a:alpha val="34000"/>
                </a:schemeClr>
              </a:solidFill>
              <a:ln>
                <a:solidFill>
                  <a:schemeClr val="accent1">
                    <a:lumMod val="40000"/>
                    <a:lumOff val="60000"/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D5DBE592-1272-497B-9435-7AE66F4CAADE}"/>
                </a:ext>
              </a:extLst>
            </p:cNvPr>
            <p:cNvGrpSpPr/>
            <p:nvPr/>
          </p:nvGrpSpPr>
          <p:grpSpPr>
            <a:xfrm rot="21281861">
              <a:off x="4485806" y="4143079"/>
              <a:ext cx="174713" cy="215643"/>
              <a:chOff x="4181816" y="4329413"/>
              <a:chExt cx="174713" cy="215643"/>
            </a:xfrm>
          </p:grpSpPr>
          <p:sp>
            <p:nvSpPr>
              <p:cNvPr id="123" name="Cylinder 122">
                <a:extLst>
                  <a:ext uri="{FF2B5EF4-FFF2-40B4-BE49-F238E27FC236}">
                    <a16:creationId xmlns:a16="http://schemas.microsoft.com/office/drawing/2014/main" id="{2840B9E3-E516-45FB-A450-F53E742D6014}"/>
                  </a:ext>
                </a:extLst>
              </p:cNvPr>
              <p:cNvSpPr/>
              <p:nvPr/>
            </p:nvSpPr>
            <p:spPr>
              <a:xfrm rot="16200000">
                <a:off x="4135321" y="4381475"/>
                <a:ext cx="210076" cy="117085"/>
              </a:xfrm>
              <a:prstGeom prst="can">
                <a:avLst/>
              </a:prstGeom>
              <a:solidFill>
                <a:schemeClr val="accent1">
                  <a:lumMod val="20000"/>
                  <a:lumOff val="80000"/>
                  <a:alpha val="34000"/>
                </a:schemeClr>
              </a:solidFill>
              <a:ln>
                <a:solidFill>
                  <a:schemeClr val="accent1">
                    <a:lumMod val="40000"/>
                    <a:lumOff val="60000"/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Cylinder 123">
                <a:extLst>
                  <a:ext uri="{FF2B5EF4-FFF2-40B4-BE49-F238E27FC236}">
                    <a16:creationId xmlns:a16="http://schemas.microsoft.com/office/drawing/2014/main" id="{FC032ED7-F4E6-4053-BF23-FDC72399EA4A}"/>
                  </a:ext>
                </a:extLst>
              </p:cNvPr>
              <p:cNvSpPr/>
              <p:nvPr/>
            </p:nvSpPr>
            <p:spPr>
              <a:xfrm rot="16200000">
                <a:off x="4190358" y="4373986"/>
                <a:ext cx="210744" cy="121598"/>
              </a:xfrm>
              <a:prstGeom prst="can">
                <a:avLst/>
              </a:prstGeom>
              <a:solidFill>
                <a:schemeClr val="accent1">
                  <a:lumMod val="20000"/>
                  <a:lumOff val="80000"/>
                  <a:alpha val="34000"/>
                </a:schemeClr>
              </a:solidFill>
              <a:ln>
                <a:solidFill>
                  <a:schemeClr val="accent1">
                    <a:lumMod val="40000"/>
                    <a:lumOff val="60000"/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ABEEF48C-4963-4B12-8B89-D8AABF677350}"/>
                </a:ext>
              </a:extLst>
            </p:cNvPr>
            <p:cNvGrpSpPr/>
            <p:nvPr/>
          </p:nvGrpSpPr>
          <p:grpSpPr>
            <a:xfrm rot="21042336">
              <a:off x="4604761" y="4120111"/>
              <a:ext cx="174713" cy="215643"/>
              <a:chOff x="4181816" y="4329413"/>
              <a:chExt cx="174713" cy="215643"/>
            </a:xfrm>
          </p:grpSpPr>
          <p:sp>
            <p:nvSpPr>
              <p:cNvPr id="126" name="Cylinder 125">
                <a:extLst>
                  <a:ext uri="{FF2B5EF4-FFF2-40B4-BE49-F238E27FC236}">
                    <a16:creationId xmlns:a16="http://schemas.microsoft.com/office/drawing/2014/main" id="{C8605ABE-E200-4FF2-A0EE-9FE22A562487}"/>
                  </a:ext>
                </a:extLst>
              </p:cNvPr>
              <p:cNvSpPr/>
              <p:nvPr/>
            </p:nvSpPr>
            <p:spPr>
              <a:xfrm rot="16200000">
                <a:off x="4135321" y="4381475"/>
                <a:ext cx="210076" cy="117085"/>
              </a:xfrm>
              <a:prstGeom prst="can">
                <a:avLst/>
              </a:prstGeom>
              <a:solidFill>
                <a:schemeClr val="accent1">
                  <a:lumMod val="20000"/>
                  <a:lumOff val="80000"/>
                  <a:alpha val="34000"/>
                </a:schemeClr>
              </a:solidFill>
              <a:ln>
                <a:solidFill>
                  <a:schemeClr val="accent1">
                    <a:lumMod val="40000"/>
                    <a:lumOff val="60000"/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Cylinder 126">
                <a:extLst>
                  <a:ext uri="{FF2B5EF4-FFF2-40B4-BE49-F238E27FC236}">
                    <a16:creationId xmlns:a16="http://schemas.microsoft.com/office/drawing/2014/main" id="{9C17DF95-B2C3-414B-B16D-59558FC2D8E4}"/>
                  </a:ext>
                </a:extLst>
              </p:cNvPr>
              <p:cNvSpPr/>
              <p:nvPr/>
            </p:nvSpPr>
            <p:spPr>
              <a:xfrm rot="16200000">
                <a:off x="4190358" y="4373986"/>
                <a:ext cx="210744" cy="121598"/>
              </a:xfrm>
              <a:prstGeom prst="can">
                <a:avLst/>
              </a:prstGeom>
              <a:solidFill>
                <a:schemeClr val="accent1">
                  <a:lumMod val="20000"/>
                  <a:lumOff val="80000"/>
                  <a:alpha val="34000"/>
                </a:schemeClr>
              </a:solidFill>
              <a:ln>
                <a:solidFill>
                  <a:schemeClr val="accent1">
                    <a:lumMod val="40000"/>
                    <a:lumOff val="60000"/>
                    <a:alpha val="7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A057F718-A52F-466C-A2EF-1020E69213E3}"/>
                </a:ext>
              </a:extLst>
            </p:cNvPr>
            <p:cNvSpPr/>
            <p:nvPr/>
          </p:nvSpPr>
          <p:spPr>
            <a:xfrm>
              <a:off x="3488267" y="4097867"/>
              <a:ext cx="1240366" cy="127000"/>
            </a:xfrm>
            <a:custGeom>
              <a:avLst/>
              <a:gdLst>
                <a:gd name="connsiteX0" fmla="*/ 0 w 1240366"/>
                <a:gd name="connsiteY0" fmla="*/ 127000 h 127000"/>
                <a:gd name="connsiteX1" fmla="*/ 80433 w 1240366"/>
                <a:gd name="connsiteY1" fmla="*/ 93133 h 127000"/>
                <a:gd name="connsiteX2" fmla="*/ 165100 w 1240366"/>
                <a:gd name="connsiteY2" fmla="*/ 80433 h 127000"/>
                <a:gd name="connsiteX3" fmla="*/ 237066 w 1240366"/>
                <a:gd name="connsiteY3" fmla="*/ 80433 h 127000"/>
                <a:gd name="connsiteX4" fmla="*/ 376766 w 1240366"/>
                <a:gd name="connsiteY4" fmla="*/ 88900 h 127000"/>
                <a:gd name="connsiteX5" fmla="*/ 448733 w 1240366"/>
                <a:gd name="connsiteY5" fmla="*/ 76200 h 127000"/>
                <a:gd name="connsiteX6" fmla="*/ 618066 w 1240366"/>
                <a:gd name="connsiteY6" fmla="*/ 84666 h 127000"/>
                <a:gd name="connsiteX7" fmla="*/ 842433 w 1240366"/>
                <a:gd name="connsiteY7" fmla="*/ 76200 h 127000"/>
                <a:gd name="connsiteX8" fmla="*/ 948266 w 1240366"/>
                <a:gd name="connsiteY8" fmla="*/ 63500 h 127000"/>
                <a:gd name="connsiteX9" fmla="*/ 1087966 w 1240366"/>
                <a:gd name="connsiteY9" fmla="*/ 38100 h 127000"/>
                <a:gd name="connsiteX10" fmla="*/ 1223433 w 1240366"/>
                <a:gd name="connsiteY10" fmla="*/ 4233 h 127000"/>
                <a:gd name="connsiteX11" fmla="*/ 1240366 w 1240366"/>
                <a:gd name="connsiteY11" fmla="*/ 0 h 127000"/>
                <a:gd name="connsiteX0" fmla="*/ 0 w 1240366"/>
                <a:gd name="connsiteY0" fmla="*/ 127000 h 127000"/>
                <a:gd name="connsiteX1" fmla="*/ 80433 w 1240366"/>
                <a:gd name="connsiteY1" fmla="*/ 93133 h 127000"/>
                <a:gd name="connsiteX2" fmla="*/ 165100 w 1240366"/>
                <a:gd name="connsiteY2" fmla="*/ 80433 h 127000"/>
                <a:gd name="connsiteX3" fmla="*/ 237066 w 1240366"/>
                <a:gd name="connsiteY3" fmla="*/ 80433 h 127000"/>
                <a:gd name="connsiteX4" fmla="*/ 448733 w 1240366"/>
                <a:gd name="connsiteY4" fmla="*/ 76200 h 127000"/>
                <a:gd name="connsiteX5" fmla="*/ 618066 w 1240366"/>
                <a:gd name="connsiteY5" fmla="*/ 84666 h 127000"/>
                <a:gd name="connsiteX6" fmla="*/ 842433 w 1240366"/>
                <a:gd name="connsiteY6" fmla="*/ 76200 h 127000"/>
                <a:gd name="connsiteX7" fmla="*/ 948266 w 1240366"/>
                <a:gd name="connsiteY7" fmla="*/ 63500 h 127000"/>
                <a:gd name="connsiteX8" fmla="*/ 1087966 w 1240366"/>
                <a:gd name="connsiteY8" fmla="*/ 38100 h 127000"/>
                <a:gd name="connsiteX9" fmla="*/ 1223433 w 1240366"/>
                <a:gd name="connsiteY9" fmla="*/ 4233 h 127000"/>
                <a:gd name="connsiteX10" fmla="*/ 1240366 w 1240366"/>
                <a:gd name="connsiteY10" fmla="*/ 0 h 127000"/>
                <a:gd name="connsiteX0" fmla="*/ 0 w 1240366"/>
                <a:gd name="connsiteY0" fmla="*/ 127000 h 127000"/>
                <a:gd name="connsiteX1" fmla="*/ 80433 w 1240366"/>
                <a:gd name="connsiteY1" fmla="*/ 93133 h 127000"/>
                <a:gd name="connsiteX2" fmla="*/ 165100 w 1240366"/>
                <a:gd name="connsiteY2" fmla="*/ 80433 h 127000"/>
                <a:gd name="connsiteX3" fmla="*/ 237066 w 1240366"/>
                <a:gd name="connsiteY3" fmla="*/ 80433 h 127000"/>
                <a:gd name="connsiteX4" fmla="*/ 440267 w 1240366"/>
                <a:gd name="connsiteY4" fmla="*/ 80433 h 127000"/>
                <a:gd name="connsiteX5" fmla="*/ 618066 w 1240366"/>
                <a:gd name="connsiteY5" fmla="*/ 84666 h 127000"/>
                <a:gd name="connsiteX6" fmla="*/ 842433 w 1240366"/>
                <a:gd name="connsiteY6" fmla="*/ 76200 h 127000"/>
                <a:gd name="connsiteX7" fmla="*/ 948266 w 1240366"/>
                <a:gd name="connsiteY7" fmla="*/ 63500 h 127000"/>
                <a:gd name="connsiteX8" fmla="*/ 1087966 w 1240366"/>
                <a:gd name="connsiteY8" fmla="*/ 38100 h 127000"/>
                <a:gd name="connsiteX9" fmla="*/ 1223433 w 1240366"/>
                <a:gd name="connsiteY9" fmla="*/ 4233 h 127000"/>
                <a:gd name="connsiteX10" fmla="*/ 1240366 w 1240366"/>
                <a:gd name="connsiteY10" fmla="*/ 0 h 1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40366" h="127000">
                  <a:moveTo>
                    <a:pt x="0" y="127000"/>
                  </a:moveTo>
                  <a:cubicBezTo>
                    <a:pt x="26458" y="113947"/>
                    <a:pt x="52916" y="100894"/>
                    <a:pt x="80433" y="93133"/>
                  </a:cubicBezTo>
                  <a:cubicBezTo>
                    <a:pt x="107950" y="85372"/>
                    <a:pt x="138995" y="82550"/>
                    <a:pt x="165100" y="80433"/>
                  </a:cubicBezTo>
                  <a:cubicBezTo>
                    <a:pt x="191205" y="78316"/>
                    <a:pt x="191205" y="80433"/>
                    <a:pt x="237066" y="80433"/>
                  </a:cubicBezTo>
                  <a:lnTo>
                    <a:pt x="440267" y="80433"/>
                  </a:lnTo>
                  <a:cubicBezTo>
                    <a:pt x="503767" y="81138"/>
                    <a:pt x="551038" y="85372"/>
                    <a:pt x="618066" y="84666"/>
                  </a:cubicBezTo>
                  <a:cubicBezTo>
                    <a:pt x="685094" y="83961"/>
                    <a:pt x="787400" y="79728"/>
                    <a:pt x="842433" y="76200"/>
                  </a:cubicBezTo>
                  <a:cubicBezTo>
                    <a:pt x="897466" y="72672"/>
                    <a:pt x="907344" y="69850"/>
                    <a:pt x="948266" y="63500"/>
                  </a:cubicBezTo>
                  <a:cubicBezTo>
                    <a:pt x="989188" y="57150"/>
                    <a:pt x="1042105" y="47978"/>
                    <a:pt x="1087966" y="38100"/>
                  </a:cubicBezTo>
                  <a:cubicBezTo>
                    <a:pt x="1133827" y="28222"/>
                    <a:pt x="1223433" y="4233"/>
                    <a:pt x="1223433" y="4233"/>
                  </a:cubicBezTo>
                  <a:lnTo>
                    <a:pt x="1240366" y="0"/>
                  </a:lnTo>
                </a:path>
              </a:pathLst>
            </a:custGeom>
            <a:noFill/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2DC9DCB-9752-4265-885B-22CF2A725DDB}"/>
                </a:ext>
              </a:extLst>
            </p:cNvPr>
            <p:cNvSpPr/>
            <p:nvPr/>
          </p:nvSpPr>
          <p:spPr>
            <a:xfrm>
              <a:off x="3555759" y="4325457"/>
              <a:ext cx="1223433" cy="105834"/>
            </a:xfrm>
            <a:custGeom>
              <a:avLst/>
              <a:gdLst>
                <a:gd name="connsiteX0" fmla="*/ 0 w 1240366"/>
                <a:gd name="connsiteY0" fmla="*/ 127000 h 127000"/>
                <a:gd name="connsiteX1" fmla="*/ 80433 w 1240366"/>
                <a:gd name="connsiteY1" fmla="*/ 93133 h 127000"/>
                <a:gd name="connsiteX2" fmla="*/ 165100 w 1240366"/>
                <a:gd name="connsiteY2" fmla="*/ 80433 h 127000"/>
                <a:gd name="connsiteX3" fmla="*/ 237066 w 1240366"/>
                <a:gd name="connsiteY3" fmla="*/ 80433 h 127000"/>
                <a:gd name="connsiteX4" fmla="*/ 376766 w 1240366"/>
                <a:gd name="connsiteY4" fmla="*/ 88900 h 127000"/>
                <a:gd name="connsiteX5" fmla="*/ 448733 w 1240366"/>
                <a:gd name="connsiteY5" fmla="*/ 76200 h 127000"/>
                <a:gd name="connsiteX6" fmla="*/ 618066 w 1240366"/>
                <a:gd name="connsiteY6" fmla="*/ 84666 h 127000"/>
                <a:gd name="connsiteX7" fmla="*/ 842433 w 1240366"/>
                <a:gd name="connsiteY7" fmla="*/ 76200 h 127000"/>
                <a:gd name="connsiteX8" fmla="*/ 948266 w 1240366"/>
                <a:gd name="connsiteY8" fmla="*/ 63500 h 127000"/>
                <a:gd name="connsiteX9" fmla="*/ 1087966 w 1240366"/>
                <a:gd name="connsiteY9" fmla="*/ 38100 h 127000"/>
                <a:gd name="connsiteX10" fmla="*/ 1223433 w 1240366"/>
                <a:gd name="connsiteY10" fmla="*/ 4233 h 127000"/>
                <a:gd name="connsiteX11" fmla="*/ 1240366 w 1240366"/>
                <a:gd name="connsiteY11" fmla="*/ 0 h 127000"/>
                <a:gd name="connsiteX0" fmla="*/ 0 w 1240366"/>
                <a:gd name="connsiteY0" fmla="*/ 127000 h 127000"/>
                <a:gd name="connsiteX1" fmla="*/ 80433 w 1240366"/>
                <a:gd name="connsiteY1" fmla="*/ 93133 h 127000"/>
                <a:gd name="connsiteX2" fmla="*/ 165100 w 1240366"/>
                <a:gd name="connsiteY2" fmla="*/ 80433 h 127000"/>
                <a:gd name="connsiteX3" fmla="*/ 237066 w 1240366"/>
                <a:gd name="connsiteY3" fmla="*/ 80433 h 127000"/>
                <a:gd name="connsiteX4" fmla="*/ 448733 w 1240366"/>
                <a:gd name="connsiteY4" fmla="*/ 76200 h 127000"/>
                <a:gd name="connsiteX5" fmla="*/ 618066 w 1240366"/>
                <a:gd name="connsiteY5" fmla="*/ 84666 h 127000"/>
                <a:gd name="connsiteX6" fmla="*/ 842433 w 1240366"/>
                <a:gd name="connsiteY6" fmla="*/ 76200 h 127000"/>
                <a:gd name="connsiteX7" fmla="*/ 948266 w 1240366"/>
                <a:gd name="connsiteY7" fmla="*/ 63500 h 127000"/>
                <a:gd name="connsiteX8" fmla="*/ 1087966 w 1240366"/>
                <a:gd name="connsiteY8" fmla="*/ 38100 h 127000"/>
                <a:gd name="connsiteX9" fmla="*/ 1223433 w 1240366"/>
                <a:gd name="connsiteY9" fmla="*/ 4233 h 127000"/>
                <a:gd name="connsiteX10" fmla="*/ 1240366 w 1240366"/>
                <a:gd name="connsiteY10" fmla="*/ 0 h 127000"/>
                <a:gd name="connsiteX0" fmla="*/ 0 w 1240366"/>
                <a:gd name="connsiteY0" fmla="*/ 127000 h 127000"/>
                <a:gd name="connsiteX1" fmla="*/ 80433 w 1240366"/>
                <a:gd name="connsiteY1" fmla="*/ 93133 h 127000"/>
                <a:gd name="connsiteX2" fmla="*/ 165100 w 1240366"/>
                <a:gd name="connsiteY2" fmla="*/ 80433 h 127000"/>
                <a:gd name="connsiteX3" fmla="*/ 237066 w 1240366"/>
                <a:gd name="connsiteY3" fmla="*/ 80433 h 127000"/>
                <a:gd name="connsiteX4" fmla="*/ 440267 w 1240366"/>
                <a:gd name="connsiteY4" fmla="*/ 80433 h 127000"/>
                <a:gd name="connsiteX5" fmla="*/ 618066 w 1240366"/>
                <a:gd name="connsiteY5" fmla="*/ 84666 h 127000"/>
                <a:gd name="connsiteX6" fmla="*/ 842433 w 1240366"/>
                <a:gd name="connsiteY6" fmla="*/ 76200 h 127000"/>
                <a:gd name="connsiteX7" fmla="*/ 948266 w 1240366"/>
                <a:gd name="connsiteY7" fmla="*/ 63500 h 127000"/>
                <a:gd name="connsiteX8" fmla="*/ 1087966 w 1240366"/>
                <a:gd name="connsiteY8" fmla="*/ 38100 h 127000"/>
                <a:gd name="connsiteX9" fmla="*/ 1223433 w 1240366"/>
                <a:gd name="connsiteY9" fmla="*/ 4233 h 127000"/>
                <a:gd name="connsiteX10" fmla="*/ 1240366 w 1240366"/>
                <a:gd name="connsiteY10" fmla="*/ 0 h 127000"/>
                <a:gd name="connsiteX0" fmla="*/ 0 w 1240366"/>
                <a:gd name="connsiteY0" fmla="*/ 127000 h 127000"/>
                <a:gd name="connsiteX1" fmla="*/ 80433 w 1240366"/>
                <a:gd name="connsiteY1" fmla="*/ 93133 h 127000"/>
                <a:gd name="connsiteX2" fmla="*/ 237066 w 1240366"/>
                <a:gd name="connsiteY2" fmla="*/ 80433 h 127000"/>
                <a:gd name="connsiteX3" fmla="*/ 440267 w 1240366"/>
                <a:gd name="connsiteY3" fmla="*/ 80433 h 127000"/>
                <a:gd name="connsiteX4" fmla="*/ 618066 w 1240366"/>
                <a:gd name="connsiteY4" fmla="*/ 84666 h 127000"/>
                <a:gd name="connsiteX5" fmla="*/ 842433 w 1240366"/>
                <a:gd name="connsiteY5" fmla="*/ 76200 h 127000"/>
                <a:gd name="connsiteX6" fmla="*/ 948266 w 1240366"/>
                <a:gd name="connsiteY6" fmla="*/ 63500 h 127000"/>
                <a:gd name="connsiteX7" fmla="*/ 1087966 w 1240366"/>
                <a:gd name="connsiteY7" fmla="*/ 38100 h 127000"/>
                <a:gd name="connsiteX8" fmla="*/ 1223433 w 1240366"/>
                <a:gd name="connsiteY8" fmla="*/ 4233 h 127000"/>
                <a:gd name="connsiteX9" fmla="*/ 1240366 w 1240366"/>
                <a:gd name="connsiteY9" fmla="*/ 0 h 127000"/>
                <a:gd name="connsiteX0" fmla="*/ 0 w 1240366"/>
                <a:gd name="connsiteY0" fmla="*/ 127000 h 127000"/>
                <a:gd name="connsiteX1" fmla="*/ 88899 w 1240366"/>
                <a:gd name="connsiteY1" fmla="*/ 88900 h 127000"/>
                <a:gd name="connsiteX2" fmla="*/ 237066 w 1240366"/>
                <a:gd name="connsiteY2" fmla="*/ 80433 h 127000"/>
                <a:gd name="connsiteX3" fmla="*/ 440267 w 1240366"/>
                <a:gd name="connsiteY3" fmla="*/ 80433 h 127000"/>
                <a:gd name="connsiteX4" fmla="*/ 618066 w 1240366"/>
                <a:gd name="connsiteY4" fmla="*/ 84666 h 127000"/>
                <a:gd name="connsiteX5" fmla="*/ 842433 w 1240366"/>
                <a:gd name="connsiteY5" fmla="*/ 76200 h 127000"/>
                <a:gd name="connsiteX6" fmla="*/ 948266 w 1240366"/>
                <a:gd name="connsiteY6" fmla="*/ 63500 h 127000"/>
                <a:gd name="connsiteX7" fmla="*/ 1087966 w 1240366"/>
                <a:gd name="connsiteY7" fmla="*/ 38100 h 127000"/>
                <a:gd name="connsiteX8" fmla="*/ 1223433 w 1240366"/>
                <a:gd name="connsiteY8" fmla="*/ 4233 h 127000"/>
                <a:gd name="connsiteX9" fmla="*/ 1240366 w 1240366"/>
                <a:gd name="connsiteY9" fmla="*/ 0 h 127000"/>
                <a:gd name="connsiteX0" fmla="*/ 0 w 1240366"/>
                <a:gd name="connsiteY0" fmla="*/ 127000 h 127000"/>
                <a:gd name="connsiteX1" fmla="*/ 88899 w 1240366"/>
                <a:gd name="connsiteY1" fmla="*/ 88900 h 127000"/>
                <a:gd name="connsiteX2" fmla="*/ 258232 w 1240366"/>
                <a:gd name="connsiteY2" fmla="*/ 80433 h 127000"/>
                <a:gd name="connsiteX3" fmla="*/ 440267 w 1240366"/>
                <a:gd name="connsiteY3" fmla="*/ 80433 h 127000"/>
                <a:gd name="connsiteX4" fmla="*/ 618066 w 1240366"/>
                <a:gd name="connsiteY4" fmla="*/ 84666 h 127000"/>
                <a:gd name="connsiteX5" fmla="*/ 842433 w 1240366"/>
                <a:gd name="connsiteY5" fmla="*/ 76200 h 127000"/>
                <a:gd name="connsiteX6" fmla="*/ 948266 w 1240366"/>
                <a:gd name="connsiteY6" fmla="*/ 63500 h 127000"/>
                <a:gd name="connsiteX7" fmla="*/ 1087966 w 1240366"/>
                <a:gd name="connsiteY7" fmla="*/ 38100 h 127000"/>
                <a:gd name="connsiteX8" fmla="*/ 1223433 w 1240366"/>
                <a:gd name="connsiteY8" fmla="*/ 4233 h 127000"/>
                <a:gd name="connsiteX9" fmla="*/ 1240366 w 1240366"/>
                <a:gd name="connsiteY9" fmla="*/ 0 h 127000"/>
                <a:gd name="connsiteX0" fmla="*/ 0 w 1240366"/>
                <a:gd name="connsiteY0" fmla="*/ 127000 h 127000"/>
                <a:gd name="connsiteX1" fmla="*/ 110066 w 1240366"/>
                <a:gd name="connsiteY1" fmla="*/ 97366 h 127000"/>
                <a:gd name="connsiteX2" fmla="*/ 258232 w 1240366"/>
                <a:gd name="connsiteY2" fmla="*/ 80433 h 127000"/>
                <a:gd name="connsiteX3" fmla="*/ 440267 w 1240366"/>
                <a:gd name="connsiteY3" fmla="*/ 80433 h 127000"/>
                <a:gd name="connsiteX4" fmla="*/ 618066 w 1240366"/>
                <a:gd name="connsiteY4" fmla="*/ 84666 h 127000"/>
                <a:gd name="connsiteX5" fmla="*/ 842433 w 1240366"/>
                <a:gd name="connsiteY5" fmla="*/ 76200 h 127000"/>
                <a:gd name="connsiteX6" fmla="*/ 948266 w 1240366"/>
                <a:gd name="connsiteY6" fmla="*/ 63500 h 127000"/>
                <a:gd name="connsiteX7" fmla="*/ 1087966 w 1240366"/>
                <a:gd name="connsiteY7" fmla="*/ 38100 h 127000"/>
                <a:gd name="connsiteX8" fmla="*/ 1223433 w 1240366"/>
                <a:gd name="connsiteY8" fmla="*/ 4233 h 127000"/>
                <a:gd name="connsiteX9" fmla="*/ 1240366 w 1240366"/>
                <a:gd name="connsiteY9" fmla="*/ 0 h 127000"/>
                <a:gd name="connsiteX0" fmla="*/ 0 w 1240366"/>
                <a:gd name="connsiteY0" fmla="*/ 127000 h 127000"/>
                <a:gd name="connsiteX1" fmla="*/ 110066 w 1240366"/>
                <a:gd name="connsiteY1" fmla="*/ 97366 h 127000"/>
                <a:gd name="connsiteX2" fmla="*/ 270932 w 1240366"/>
                <a:gd name="connsiteY2" fmla="*/ 84666 h 127000"/>
                <a:gd name="connsiteX3" fmla="*/ 440267 w 1240366"/>
                <a:gd name="connsiteY3" fmla="*/ 80433 h 127000"/>
                <a:gd name="connsiteX4" fmla="*/ 618066 w 1240366"/>
                <a:gd name="connsiteY4" fmla="*/ 84666 h 127000"/>
                <a:gd name="connsiteX5" fmla="*/ 842433 w 1240366"/>
                <a:gd name="connsiteY5" fmla="*/ 76200 h 127000"/>
                <a:gd name="connsiteX6" fmla="*/ 948266 w 1240366"/>
                <a:gd name="connsiteY6" fmla="*/ 63500 h 127000"/>
                <a:gd name="connsiteX7" fmla="*/ 1087966 w 1240366"/>
                <a:gd name="connsiteY7" fmla="*/ 38100 h 127000"/>
                <a:gd name="connsiteX8" fmla="*/ 1223433 w 1240366"/>
                <a:gd name="connsiteY8" fmla="*/ 4233 h 127000"/>
                <a:gd name="connsiteX9" fmla="*/ 1240366 w 1240366"/>
                <a:gd name="connsiteY9" fmla="*/ 0 h 127000"/>
                <a:gd name="connsiteX0" fmla="*/ 0 w 1240366"/>
                <a:gd name="connsiteY0" fmla="*/ 127000 h 127000"/>
                <a:gd name="connsiteX1" fmla="*/ 110066 w 1240366"/>
                <a:gd name="connsiteY1" fmla="*/ 97366 h 127000"/>
                <a:gd name="connsiteX2" fmla="*/ 270932 w 1240366"/>
                <a:gd name="connsiteY2" fmla="*/ 84666 h 127000"/>
                <a:gd name="connsiteX3" fmla="*/ 465667 w 1240366"/>
                <a:gd name="connsiteY3" fmla="*/ 88900 h 127000"/>
                <a:gd name="connsiteX4" fmla="*/ 618066 w 1240366"/>
                <a:gd name="connsiteY4" fmla="*/ 84666 h 127000"/>
                <a:gd name="connsiteX5" fmla="*/ 842433 w 1240366"/>
                <a:gd name="connsiteY5" fmla="*/ 76200 h 127000"/>
                <a:gd name="connsiteX6" fmla="*/ 948266 w 1240366"/>
                <a:gd name="connsiteY6" fmla="*/ 63500 h 127000"/>
                <a:gd name="connsiteX7" fmla="*/ 1087966 w 1240366"/>
                <a:gd name="connsiteY7" fmla="*/ 38100 h 127000"/>
                <a:gd name="connsiteX8" fmla="*/ 1223433 w 1240366"/>
                <a:gd name="connsiteY8" fmla="*/ 4233 h 127000"/>
                <a:gd name="connsiteX9" fmla="*/ 1240366 w 1240366"/>
                <a:gd name="connsiteY9" fmla="*/ 0 h 127000"/>
                <a:gd name="connsiteX0" fmla="*/ 0 w 1240366"/>
                <a:gd name="connsiteY0" fmla="*/ 127000 h 127000"/>
                <a:gd name="connsiteX1" fmla="*/ 110066 w 1240366"/>
                <a:gd name="connsiteY1" fmla="*/ 97366 h 127000"/>
                <a:gd name="connsiteX2" fmla="*/ 270932 w 1240366"/>
                <a:gd name="connsiteY2" fmla="*/ 84666 h 127000"/>
                <a:gd name="connsiteX3" fmla="*/ 465667 w 1240366"/>
                <a:gd name="connsiteY3" fmla="*/ 88900 h 127000"/>
                <a:gd name="connsiteX4" fmla="*/ 626533 w 1240366"/>
                <a:gd name="connsiteY4" fmla="*/ 84666 h 127000"/>
                <a:gd name="connsiteX5" fmla="*/ 842433 w 1240366"/>
                <a:gd name="connsiteY5" fmla="*/ 76200 h 127000"/>
                <a:gd name="connsiteX6" fmla="*/ 948266 w 1240366"/>
                <a:gd name="connsiteY6" fmla="*/ 63500 h 127000"/>
                <a:gd name="connsiteX7" fmla="*/ 1087966 w 1240366"/>
                <a:gd name="connsiteY7" fmla="*/ 38100 h 127000"/>
                <a:gd name="connsiteX8" fmla="*/ 1223433 w 1240366"/>
                <a:gd name="connsiteY8" fmla="*/ 4233 h 127000"/>
                <a:gd name="connsiteX9" fmla="*/ 1240366 w 1240366"/>
                <a:gd name="connsiteY9" fmla="*/ 0 h 127000"/>
                <a:gd name="connsiteX0" fmla="*/ 0 w 1240366"/>
                <a:gd name="connsiteY0" fmla="*/ 127000 h 127000"/>
                <a:gd name="connsiteX1" fmla="*/ 110066 w 1240366"/>
                <a:gd name="connsiteY1" fmla="*/ 97366 h 127000"/>
                <a:gd name="connsiteX2" fmla="*/ 270932 w 1240366"/>
                <a:gd name="connsiteY2" fmla="*/ 84666 h 127000"/>
                <a:gd name="connsiteX3" fmla="*/ 465667 w 1240366"/>
                <a:gd name="connsiteY3" fmla="*/ 88900 h 127000"/>
                <a:gd name="connsiteX4" fmla="*/ 660399 w 1240366"/>
                <a:gd name="connsiteY4" fmla="*/ 93133 h 127000"/>
                <a:gd name="connsiteX5" fmla="*/ 842433 w 1240366"/>
                <a:gd name="connsiteY5" fmla="*/ 76200 h 127000"/>
                <a:gd name="connsiteX6" fmla="*/ 948266 w 1240366"/>
                <a:gd name="connsiteY6" fmla="*/ 63500 h 127000"/>
                <a:gd name="connsiteX7" fmla="*/ 1087966 w 1240366"/>
                <a:gd name="connsiteY7" fmla="*/ 38100 h 127000"/>
                <a:gd name="connsiteX8" fmla="*/ 1223433 w 1240366"/>
                <a:gd name="connsiteY8" fmla="*/ 4233 h 127000"/>
                <a:gd name="connsiteX9" fmla="*/ 1240366 w 1240366"/>
                <a:gd name="connsiteY9" fmla="*/ 0 h 127000"/>
                <a:gd name="connsiteX0" fmla="*/ 0 w 1248833"/>
                <a:gd name="connsiteY0" fmla="*/ 123408 h 123408"/>
                <a:gd name="connsiteX1" fmla="*/ 110066 w 1248833"/>
                <a:gd name="connsiteY1" fmla="*/ 93774 h 123408"/>
                <a:gd name="connsiteX2" fmla="*/ 270932 w 1248833"/>
                <a:gd name="connsiteY2" fmla="*/ 81074 h 123408"/>
                <a:gd name="connsiteX3" fmla="*/ 465667 w 1248833"/>
                <a:gd name="connsiteY3" fmla="*/ 85308 h 123408"/>
                <a:gd name="connsiteX4" fmla="*/ 660399 w 1248833"/>
                <a:gd name="connsiteY4" fmla="*/ 89541 h 123408"/>
                <a:gd name="connsiteX5" fmla="*/ 842433 w 1248833"/>
                <a:gd name="connsiteY5" fmla="*/ 72608 h 123408"/>
                <a:gd name="connsiteX6" fmla="*/ 948266 w 1248833"/>
                <a:gd name="connsiteY6" fmla="*/ 59908 h 123408"/>
                <a:gd name="connsiteX7" fmla="*/ 1087966 w 1248833"/>
                <a:gd name="connsiteY7" fmla="*/ 34508 h 123408"/>
                <a:gd name="connsiteX8" fmla="*/ 1223433 w 1248833"/>
                <a:gd name="connsiteY8" fmla="*/ 641 h 123408"/>
                <a:gd name="connsiteX9" fmla="*/ 1248833 w 1248833"/>
                <a:gd name="connsiteY9" fmla="*/ 13342 h 123408"/>
                <a:gd name="connsiteX0" fmla="*/ 0 w 1223433"/>
                <a:gd name="connsiteY0" fmla="*/ 122767 h 122767"/>
                <a:gd name="connsiteX1" fmla="*/ 110066 w 1223433"/>
                <a:gd name="connsiteY1" fmla="*/ 93133 h 122767"/>
                <a:gd name="connsiteX2" fmla="*/ 270932 w 1223433"/>
                <a:gd name="connsiteY2" fmla="*/ 80433 h 122767"/>
                <a:gd name="connsiteX3" fmla="*/ 465667 w 1223433"/>
                <a:gd name="connsiteY3" fmla="*/ 84667 h 122767"/>
                <a:gd name="connsiteX4" fmla="*/ 660399 w 1223433"/>
                <a:gd name="connsiteY4" fmla="*/ 88900 h 122767"/>
                <a:gd name="connsiteX5" fmla="*/ 842433 w 1223433"/>
                <a:gd name="connsiteY5" fmla="*/ 71967 h 122767"/>
                <a:gd name="connsiteX6" fmla="*/ 948266 w 1223433"/>
                <a:gd name="connsiteY6" fmla="*/ 59267 h 122767"/>
                <a:gd name="connsiteX7" fmla="*/ 1087966 w 1223433"/>
                <a:gd name="connsiteY7" fmla="*/ 33867 h 122767"/>
                <a:gd name="connsiteX8" fmla="*/ 1223433 w 1223433"/>
                <a:gd name="connsiteY8" fmla="*/ 0 h 122767"/>
                <a:gd name="connsiteX0" fmla="*/ 0 w 1223433"/>
                <a:gd name="connsiteY0" fmla="*/ 105834 h 105834"/>
                <a:gd name="connsiteX1" fmla="*/ 110066 w 1223433"/>
                <a:gd name="connsiteY1" fmla="*/ 76200 h 105834"/>
                <a:gd name="connsiteX2" fmla="*/ 270932 w 1223433"/>
                <a:gd name="connsiteY2" fmla="*/ 63500 h 105834"/>
                <a:gd name="connsiteX3" fmla="*/ 465667 w 1223433"/>
                <a:gd name="connsiteY3" fmla="*/ 67734 h 105834"/>
                <a:gd name="connsiteX4" fmla="*/ 660399 w 1223433"/>
                <a:gd name="connsiteY4" fmla="*/ 71967 h 105834"/>
                <a:gd name="connsiteX5" fmla="*/ 842433 w 1223433"/>
                <a:gd name="connsiteY5" fmla="*/ 55034 h 105834"/>
                <a:gd name="connsiteX6" fmla="*/ 948266 w 1223433"/>
                <a:gd name="connsiteY6" fmla="*/ 42334 h 105834"/>
                <a:gd name="connsiteX7" fmla="*/ 1087966 w 1223433"/>
                <a:gd name="connsiteY7" fmla="*/ 16934 h 105834"/>
                <a:gd name="connsiteX8" fmla="*/ 1223433 w 1223433"/>
                <a:gd name="connsiteY8" fmla="*/ 0 h 105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3433" h="105834">
                  <a:moveTo>
                    <a:pt x="0" y="105834"/>
                  </a:moveTo>
                  <a:cubicBezTo>
                    <a:pt x="26458" y="92781"/>
                    <a:pt x="64911" y="83256"/>
                    <a:pt x="110066" y="76200"/>
                  </a:cubicBezTo>
                  <a:cubicBezTo>
                    <a:pt x="155221" y="69144"/>
                    <a:pt x="211665" y="64911"/>
                    <a:pt x="270932" y="63500"/>
                  </a:cubicBezTo>
                  <a:lnTo>
                    <a:pt x="465667" y="67734"/>
                  </a:lnTo>
                  <a:cubicBezTo>
                    <a:pt x="530578" y="69145"/>
                    <a:pt x="597605" y="74084"/>
                    <a:pt x="660399" y="71967"/>
                  </a:cubicBezTo>
                  <a:lnTo>
                    <a:pt x="842433" y="55034"/>
                  </a:lnTo>
                  <a:cubicBezTo>
                    <a:pt x="890411" y="50095"/>
                    <a:pt x="907344" y="48684"/>
                    <a:pt x="948266" y="42334"/>
                  </a:cubicBezTo>
                  <a:cubicBezTo>
                    <a:pt x="989188" y="35984"/>
                    <a:pt x="1042105" y="23990"/>
                    <a:pt x="1087966" y="16934"/>
                  </a:cubicBezTo>
                  <a:cubicBezTo>
                    <a:pt x="1133827" y="9878"/>
                    <a:pt x="1196622" y="3528"/>
                    <a:pt x="1223433" y="0"/>
                  </a:cubicBezTo>
                </a:path>
              </a:pathLst>
            </a:custGeom>
            <a:noFill/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8" name="Oval 167">
            <a:extLst>
              <a:ext uri="{FF2B5EF4-FFF2-40B4-BE49-F238E27FC236}">
                <a16:creationId xmlns:a16="http://schemas.microsoft.com/office/drawing/2014/main" id="{0D08F109-DA03-4042-8EC5-0B90F8C63EF9}"/>
              </a:ext>
            </a:extLst>
          </p:cNvPr>
          <p:cNvSpPr/>
          <p:nvPr/>
        </p:nvSpPr>
        <p:spPr>
          <a:xfrm>
            <a:off x="9711970" y="2307352"/>
            <a:ext cx="195954" cy="213210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solidFill>
              <a:schemeClr val="tx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C066A101-5745-44E5-822A-68D32A55F040}"/>
              </a:ext>
            </a:extLst>
          </p:cNvPr>
          <p:cNvGrpSpPr/>
          <p:nvPr/>
        </p:nvGrpSpPr>
        <p:grpSpPr>
          <a:xfrm>
            <a:off x="9965090" y="1210249"/>
            <a:ext cx="1009707" cy="1480660"/>
            <a:chOff x="9875896" y="1482614"/>
            <a:chExt cx="1009707" cy="1480660"/>
          </a:xfrm>
        </p:grpSpPr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911AE789-52EA-43CE-B18C-F06B56F7477F}"/>
                </a:ext>
              </a:extLst>
            </p:cNvPr>
            <p:cNvGrpSpPr/>
            <p:nvPr/>
          </p:nvGrpSpPr>
          <p:grpSpPr>
            <a:xfrm>
              <a:off x="9949999" y="1482614"/>
              <a:ext cx="863600" cy="1480660"/>
              <a:chOff x="9944101" y="1219199"/>
              <a:chExt cx="863600" cy="1733644"/>
            </a:xfrm>
          </p:grpSpPr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423D291C-CEDF-466C-B842-F090E3A77391}"/>
                  </a:ext>
                </a:extLst>
              </p:cNvPr>
              <p:cNvSpPr/>
              <p:nvPr/>
            </p:nvSpPr>
            <p:spPr>
              <a:xfrm>
                <a:off x="9944101" y="1287898"/>
                <a:ext cx="863600" cy="1664945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Trapezoid 169">
                <a:extLst>
                  <a:ext uri="{FF2B5EF4-FFF2-40B4-BE49-F238E27FC236}">
                    <a16:creationId xmlns:a16="http://schemas.microsoft.com/office/drawing/2014/main" id="{DD18FB66-DF60-4F8C-ABFB-3C368F2DACF2}"/>
                  </a:ext>
                </a:extLst>
              </p:cNvPr>
              <p:cNvSpPr/>
              <p:nvPr/>
            </p:nvSpPr>
            <p:spPr>
              <a:xfrm>
                <a:off x="9959713" y="1219199"/>
                <a:ext cx="835710" cy="68699"/>
              </a:xfrm>
              <a:custGeom>
                <a:avLst/>
                <a:gdLst>
                  <a:gd name="connsiteX0" fmla="*/ 0 w 837181"/>
                  <a:gd name="connsiteY0" fmla="*/ 84952 h 84952"/>
                  <a:gd name="connsiteX1" fmla="*/ 21238 w 837181"/>
                  <a:gd name="connsiteY1" fmla="*/ 0 h 84952"/>
                  <a:gd name="connsiteX2" fmla="*/ 815943 w 837181"/>
                  <a:gd name="connsiteY2" fmla="*/ 0 h 84952"/>
                  <a:gd name="connsiteX3" fmla="*/ 837181 w 837181"/>
                  <a:gd name="connsiteY3" fmla="*/ 84952 h 84952"/>
                  <a:gd name="connsiteX4" fmla="*/ 0 w 837181"/>
                  <a:gd name="connsiteY4" fmla="*/ 84952 h 84952"/>
                  <a:gd name="connsiteX0" fmla="*/ 0 w 837181"/>
                  <a:gd name="connsiteY0" fmla="*/ 93418 h 93418"/>
                  <a:gd name="connsiteX1" fmla="*/ 21238 w 837181"/>
                  <a:gd name="connsiteY1" fmla="*/ 8466 h 93418"/>
                  <a:gd name="connsiteX2" fmla="*/ 722810 w 837181"/>
                  <a:gd name="connsiteY2" fmla="*/ 0 h 93418"/>
                  <a:gd name="connsiteX3" fmla="*/ 837181 w 837181"/>
                  <a:gd name="connsiteY3" fmla="*/ 93418 h 93418"/>
                  <a:gd name="connsiteX4" fmla="*/ 0 w 837181"/>
                  <a:gd name="connsiteY4" fmla="*/ 93418 h 93418"/>
                  <a:gd name="connsiteX0" fmla="*/ 0 w 837181"/>
                  <a:gd name="connsiteY0" fmla="*/ 93418 h 93418"/>
                  <a:gd name="connsiteX1" fmla="*/ 165171 w 837181"/>
                  <a:gd name="connsiteY1" fmla="*/ 0 h 93418"/>
                  <a:gd name="connsiteX2" fmla="*/ 722810 w 837181"/>
                  <a:gd name="connsiteY2" fmla="*/ 0 h 93418"/>
                  <a:gd name="connsiteX3" fmla="*/ 837181 w 837181"/>
                  <a:gd name="connsiteY3" fmla="*/ 93418 h 93418"/>
                  <a:gd name="connsiteX4" fmla="*/ 0 w 837181"/>
                  <a:gd name="connsiteY4" fmla="*/ 93418 h 93418"/>
                  <a:gd name="connsiteX0" fmla="*/ 0 w 837181"/>
                  <a:gd name="connsiteY0" fmla="*/ 93418 h 93418"/>
                  <a:gd name="connsiteX1" fmla="*/ 165171 w 837181"/>
                  <a:gd name="connsiteY1" fmla="*/ 0 h 93418"/>
                  <a:gd name="connsiteX2" fmla="*/ 697410 w 837181"/>
                  <a:gd name="connsiteY2" fmla="*/ 0 h 93418"/>
                  <a:gd name="connsiteX3" fmla="*/ 837181 w 837181"/>
                  <a:gd name="connsiteY3" fmla="*/ 93418 h 93418"/>
                  <a:gd name="connsiteX4" fmla="*/ 0 w 837181"/>
                  <a:gd name="connsiteY4" fmla="*/ 93418 h 93418"/>
                  <a:gd name="connsiteX0" fmla="*/ 0 w 837181"/>
                  <a:gd name="connsiteY0" fmla="*/ 93418 h 93418"/>
                  <a:gd name="connsiteX1" fmla="*/ 165171 w 837181"/>
                  <a:gd name="connsiteY1" fmla="*/ 0 h 93418"/>
                  <a:gd name="connsiteX2" fmla="*/ 663543 w 837181"/>
                  <a:gd name="connsiteY2" fmla="*/ 0 h 93418"/>
                  <a:gd name="connsiteX3" fmla="*/ 837181 w 837181"/>
                  <a:gd name="connsiteY3" fmla="*/ 93418 h 93418"/>
                  <a:gd name="connsiteX4" fmla="*/ 0 w 837181"/>
                  <a:gd name="connsiteY4" fmla="*/ 93418 h 93418"/>
                  <a:gd name="connsiteX0" fmla="*/ 0 w 837181"/>
                  <a:gd name="connsiteY0" fmla="*/ 110351 h 110351"/>
                  <a:gd name="connsiteX1" fmla="*/ 215971 w 837181"/>
                  <a:gd name="connsiteY1" fmla="*/ 0 h 110351"/>
                  <a:gd name="connsiteX2" fmla="*/ 663543 w 837181"/>
                  <a:gd name="connsiteY2" fmla="*/ 16933 h 110351"/>
                  <a:gd name="connsiteX3" fmla="*/ 837181 w 837181"/>
                  <a:gd name="connsiteY3" fmla="*/ 110351 h 110351"/>
                  <a:gd name="connsiteX4" fmla="*/ 0 w 837181"/>
                  <a:gd name="connsiteY4" fmla="*/ 110351 h 110351"/>
                  <a:gd name="connsiteX0" fmla="*/ 0 w 837181"/>
                  <a:gd name="connsiteY0" fmla="*/ 110351 h 110351"/>
                  <a:gd name="connsiteX1" fmla="*/ 241371 w 837181"/>
                  <a:gd name="connsiteY1" fmla="*/ 0 h 110351"/>
                  <a:gd name="connsiteX2" fmla="*/ 663543 w 837181"/>
                  <a:gd name="connsiteY2" fmla="*/ 16933 h 110351"/>
                  <a:gd name="connsiteX3" fmla="*/ 837181 w 837181"/>
                  <a:gd name="connsiteY3" fmla="*/ 110351 h 110351"/>
                  <a:gd name="connsiteX4" fmla="*/ 0 w 837181"/>
                  <a:gd name="connsiteY4" fmla="*/ 110351 h 110351"/>
                  <a:gd name="connsiteX0" fmla="*/ 0 w 837181"/>
                  <a:gd name="connsiteY0" fmla="*/ 110351 h 110351"/>
                  <a:gd name="connsiteX1" fmla="*/ 241371 w 837181"/>
                  <a:gd name="connsiteY1" fmla="*/ 0 h 110351"/>
                  <a:gd name="connsiteX2" fmla="*/ 638143 w 837181"/>
                  <a:gd name="connsiteY2" fmla="*/ 33866 h 110351"/>
                  <a:gd name="connsiteX3" fmla="*/ 837181 w 837181"/>
                  <a:gd name="connsiteY3" fmla="*/ 110351 h 110351"/>
                  <a:gd name="connsiteX4" fmla="*/ 0 w 837181"/>
                  <a:gd name="connsiteY4" fmla="*/ 110351 h 110351"/>
                  <a:gd name="connsiteX0" fmla="*/ 0 w 837181"/>
                  <a:gd name="connsiteY0" fmla="*/ 110351 h 110351"/>
                  <a:gd name="connsiteX1" fmla="*/ 241371 w 837181"/>
                  <a:gd name="connsiteY1" fmla="*/ 0 h 110351"/>
                  <a:gd name="connsiteX2" fmla="*/ 638143 w 837181"/>
                  <a:gd name="connsiteY2" fmla="*/ 33866 h 110351"/>
                  <a:gd name="connsiteX3" fmla="*/ 837181 w 837181"/>
                  <a:gd name="connsiteY3" fmla="*/ 110351 h 110351"/>
                  <a:gd name="connsiteX4" fmla="*/ 0 w 837181"/>
                  <a:gd name="connsiteY4" fmla="*/ 110351 h 110351"/>
                  <a:gd name="connsiteX0" fmla="*/ 0 w 803314"/>
                  <a:gd name="connsiteY0" fmla="*/ 110351 h 110351"/>
                  <a:gd name="connsiteX1" fmla="*/ 207504 w 803314"/>
                  <a:gd name="connsiteY1" fmla="*/ 0 h 110351"/>
                  <a:gd name="connsiteX2" fmla="*/ 604276 w 803314"/>
                  <a:gd name="connsiteY2" fmla="*/ 33866 h 110351"/>
                  <a:gd name="connsiteX3" fmla="*/ 803314 w 803314"/>
                  <a:gd name="connsiteY3" fmla="*/ 110351 h 110351"/>
                  <a:gd name="connsiteX4" fmla="*/ 0 w 803314"/>
                  <a:gd name="connsiteY4" fmla="*/ 110351 h 110351"/>
                  <a:gd name="connsiteX0" fmla="*/ 0 w 769448"/>
                  <a:gd name="connsiteY0" fmla="*/ 110351 h 110351"/>
                  <a:gd name="connsiteX1" fmla="*/ 207504 w 769448"/>
                  <a:gd name="connsiteY1" fmla="*/ 0 h 110351"/>
                  <a:gd name="connsiteX2" fmla="*/ 604276 w 769448"/>
                  <a:gd name="connsiteY2" fmla="*/ 33866 h 110351"/>
                  <a:gd name="connsiteX3" fmla="*/ 769448 w 769448"/>
                  <a:gd name="connsiteY3" fmla="*/ 110351 h 110351"/>
                  <a:gd name="connsiteX4" fmla="*/ 0 w 769448"/>
                  <a:gd name="connsiteY4" fmla="*/ 110351 h 110351"/>
                  <a:gd name="connsiteX0" fmla="*/ 0 w 769448"/>
                  <a:gd name="connsiteY0" fmla="*/ 84951 h 84951"/>
                  <a:gd name="connsiteX1" fmla="*/ 207504 w 769448"/>
                  <a:gd name="connsiteY1" fmla="*/ 0 h 84951"/>
                  <a:gd name="connsiteX2" fmla="*/ 604276 w 769448"/>
                  <a:gd name="connsiteY2" fmla="*/ 8466 h 84951"/>
                  <a:gd name="connsiteX3" fmla="*/ 769448 w 769448"/>
                  <a:gd name="connsiteY3" fmla="*/ 84951 h 84951"/>
                  <a:gd name="connsiteX4" fmla="*/ 0 w 769448"/>
                  <a:gd name="connsiteY4" fmla="*/ 84951 h 84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9448" h="84951">
                    <a:moveTo>
                      <a:pt x="0" y="84951"/>
                    </a:moveTo>
                    <a:lnTo>
                      <a:pt x="207504" y="0"/>
                    </a:lnTo>
                    <a:lnTo>
                      <a:pt x="604276" y="8466"/>
                    </a:lnTo>
                    <a:lnTo>
                      <a:pt x="769448" y="84951"/>
                    </a:lnTo>
                    <a:lnTo>
                      <a:pt x="0" y="84951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chemeClr val="bg2">
                      <a:lumMod val="90000"/>
                    </a:schemeClr>
                  </a:gs>
                  <a:gs pos="66000">
                    <a:srgbClr val="979494"/>
                  </a:gs>
                  <a:gs pos="11000">
                    <a:schemeClr val="bg2">
                      <a:lumMod val="50000"/>
                    </a:schemeClr>
                  </a:gs>
                </a:gsLst>
                <a:lin ang="5400000" scaled="1"/>
                <a:tileRect/>
              </a:gra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9CA0ED21-A4F1-4710-AF46-9B9154B5BF1C}"/>
                </a:ext>
              </a:extLst>
            </p:cNvPr>
            <p:cNvSpPr txBox="1"/>
            <p:nvPr/>
          </p:nvSpPr>
          <p:spPr>
            <a:xfrm>
              <a:off x="10057548" y="1681329"/>
              <a:ext cx="6936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FiO</a:t>
              </a:r>
              <a:r>
                <a:rPr lang="en-US" sz="1200" baseline="-25000" dirty="0"/>
                <a:t>2</a:t>
              </a:r>
              <a:r>
                <a:rPr lang="en-US" sz="1200" dirty="0"/>
                <a:t>(%)</a:t>
              </a:r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D8EEB575-4CF9-49BA-B29E-3A769B4886E1}"/>
                </a:ext>
              </a:extLst>
            </p:cNvPr>
            <p:cNvSpPr/>
            <p:nvPr/>
          </p:nvSpPr>
          <p:spPr>
            <a:xfrm>
              <a:off x="10115051" y="2171135"/>
              <a:ext cx="545407" cy="539091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0C7A34E3-8A3A-4D05-B8E5-AD3F4A32FECA}"/>
                </a:ext>
              </a:extLst>
            </p:cNvPr>
            <p:cNvCxnSpPr>
              <a:cxnSpLocks/>
              <a:endCxn id="206" idx="0"/>
            </p:cNvCxnSpPr>
            <p:nvPr/>
          </p:nvCxnSpPr>
          <p:spPr>
            <a:xfrm flipH="1" flipV="1">
              <a:off x="10387755" y="2171135"/>
              <a:ext cx="16340" cy="26954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5163279B-3DA8-4E21-BA05-7FD9A82FFF20}"/>
                </a:ext>
              </a:extLst>
            </p:cNvPr>
            <p:cNvSpPr txBox="1"/>
            <p:nvPr/>
          </p:nvSpPr>
          <p:spPr>
            <a:xfrm>
              <a:off x="10617678" y="2543028"/>
              <a:ext cx="202356" cy="184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0</a:t>
              </a: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2F94F546-2CD5-4E4D-AAF0-01BC8E5D6C5A}"/>
                </a:ext>
              </a:extLst>
            </p:cNvPr>
            <p:cNvSpPr txBox="1"/>
            <p:nvPr/>
          </p:nvSpPr>
          <p:spPr>
            <a:xfrm>
              <a:off x="9875896" y="2539163"/>
              <a:ext cx="29888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100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914C61F4-9048-4B07-B781-95A0C406E8CF}"/>
                </a:ext>
              </a:extLst>
            </p:cNvPr>
            <p:cNvSpPr txBox="1"/>
            <p:nvPr/>
          </p:nvSpPr>
          <p:spPr>
            <a:xfrm>
              <a:off x="10047432" y="2014252"/>
              <a:ext cx="26892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60</a:t>
              </a: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9E75ED94-C463-4850-927E-753B1BAA28EC}"/>
                </a:ext>
              </a:extLst>
            </p:cNvPr>
            <p:cNvSpPr txBox="1"/>
            <p:nvPr/>
          </p:nvSpPr>
          <p:spPr>
            <a:xfrm>
              <a:off x="10455208" y="2019133"/>
              <a:ext cx="26892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40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C364ACB7-B650-464B-BD40-E8916FF0EC37}"/>
                </a:ext>
              </a:extLst>
            </p:cNvPr>
            <p:cNvSpPr txBox="1"/>
            <p:nvPr/>
          </p:nvSpPr>
          <p:spPr>
            <a:xfrm>
              <a:off x="10616677" y="2240116"/>
              <a:ext cx="26892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20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88D1E5D3-6B92-44F0-9C76-7FB053037A1F}"/>
                </a:ext>
              </a:extLst>
            </p:cNvPr>
            <p:cNvSpPr txBox="1"/>
            <p:nvPr/>
          </p:nvSpPr>
          <p:spPr>
            <a:xfrm>
              <a:off x="9894281" y="2243793"/>
              <a:ext cx="26892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80</a:t>
              </a:r>
            </a:p>
          </p:txBody>
        </p:sp>
        <p:sp>
          <p:nvSpPr>
            <p:cNvPr id="211" name="Arc 210">
              <a:extLst>
                <a:ext uri="{FF2B5EF4-FFF2-40B4-BE49-F238E27FC236}">
                  <a16:creationId xmlns:a16="http://schemas.microsoft.com/office/drawing/2014/main" id="{6C1B430F-0CFC-4F06-8406-3B67B781C7F1}"/>
                </a:ext>
              </a:extLst>
            </p:cNvPr>
            <p:cNvSpPr/>
            <p:nvPr/>
          </p:nvSpPr>
          <p:spPr>
            <a:xfrm rot="3052418">
              <a:off x="10068006" y="2121811"/>
              <a:ext cx="635954" cy="637735"/>
            </a:xfrm>
            <a:prstGeom prst="arc">
              <a:avLst>
                <a:gd name="adj1" fmla="val 5892177"/>
                <a:gd name="adj2" fmla="val 20661264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C8E2AE5-CE6C-4AB5-B3B5-14A5D0C327F1}"/>
                </a:ext>
              </a:extLst>
            </p:cNvPr>
            <p:cNvCxnSpPr>
              <a:cxnSpLocks/>
              <a:stCxn id="215" idx="3"/>
              <a:endCxn id="215" idx="3"/>
            </p:cNvCxnSpPr>
            <p:nvPr/>
          </p:nvCxnSpPr>
          <p:spPr>
            <a:xfrm>
              <a:off x="10174776" y="2631496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467D4B8C-9E71-4CEA-A433-9D3D94924990}"/>
              </a:ext>
            </a:extLst>
          </p:cNvPr>
          <p:cNvSpPr/>
          <p:nvPr/>
        </p:nvSpPr>
        <p:spPr>
          <a:xfrm>
            <a:off x="3657358" y="4157630"/>
            <a:ext cx="759147" cy="202891"/>
          </a:xfrm>
          <a:custGeom>
            <a:avLst/>
            <a:gdLst>
              <a:gd name="connsiteX0" fmla="*/ 476250 w 476250"/>
              <a:gd name="connsiteY0" fmla="*/ 0 h 451826"/>
              <a:gd name="connsiteX1" fmla="*/ 114300 w 476250"/>
              <a:gd name="connsiteY1" fmla="*/ 381000 h 451826"/>
              <a:gd name="connsiteX2" fmla="*/ 0 w 476250"/>
              <a:gd name="connsiteY2" fmla="*/ 450850 h 451826"/>
              <a:gd name="connsiteX0" fmla="*/ 476250 w 476250"/>
              <a:gd name="connsiteY0" fmla="*/ 0 h 451417"/>
              <a:gd name="connsiteX1" fmla="*/ 158750 w 476250"/>
              <a:gd name="connsiteY1" fmla="*/ 374650 h 451417"/>
              <a:gd name="connsiteX2" fmla="*/ 0 w 476250"/>
              <a:gd name="connsiteY2" fmla="*/ 450850 h 451417"/>
              <a:gd name="connsiteX0" fmla="*/ 476250 w 476250"/>
              <a:gd name="connsiteY0" fmla="*/ 0 h 450968"/>
              <a:gd name="connsiteX1" fmla="*/ 139700 w 476250"/>
              <a:gd name="connsiteY1" fmla="*/ 336550 h 450968"/>
              <a:gd name="connsiteX2" fmla="*/ 0 w 476250"/>
              <a:gd name="connsiteY2" fmla="*/ 450850 h 450968"/>
              <a:gd name="connsiteX0" fmla="*/ 476250 w 476250"/>
              <a:gd name="connsiteY0" fmla="*/ 0 h 451417"/>
              <a:gd name="connsiteX1" fmla="*/ 152400 w 476250"/>
              <a:gd name="connsiteY1" fmla="*/ 374650 h 451417"/>
              <a:gd name="connsiteX2" fmla="*/ 0 w 476250"/>
              <a:gd name="connsiteY2" fmla="*/ 450850 h 451417"/>
              <a:gd name="connsiteX0" fmla="*/ 476250 w 476250"/>
              <a:gd name="connsiteY0" fmla="*/ 0 h 463731"/>
              <a:gd name="connsiteX1" fmla="*/ 152400 w 476250"/>
              <a:gd name="connsiteY1" fmla="*/ 374650 h 463731"/>
              <a:gd name="connsiteX2" fmla="*/ 0 w 476250"/>
              <a:gd name="connsiteY2" fmla="*/ 450850 h 463731"/>
              <a:gd name="connsiteX0" fmla="*/ 476250 w 476250"/>
              <a:gd name="connsiteY0" fmla="*/ 0 h 451010"/>
              <a:gd name="connsiteX1" fmla="*/ 190500 w 476250"/>
              <a:gd name="connsiteY1" fmla="*/ 292100 h 451010"/>
              <a:gd name="connsiteX2" fmla="*/ 0 w 476250"/>
              <a:gd name="connsiteY2" fmla="*/ 450850 h 451010"/>
              <a:gd name="connsiteX0" fmla="*/ 476250 w 476250"/>
              <a:gd name="connsiteY0" fmla="*/ 0 h 451010"/>
              <a:gd name="connsiteX1" fmla="*/ 190500 w 476250"/>
              <a:gd name="connsiteY1" fmla="*/ 292100 h 451010"/>
              <a:gd name="connsiteX2" fmla="*/ 0 w 476250"/>
              <a:gd name="connsiteY2" fmla="*/ 450850 h 451010"/>
              <a:gd name="connsiteX0" fmla="*/ 476250 w 476250"/>
              <a:gd name="connsiteY0" fmla="*/ 0 h 451010"/>
              <a:gd name="connsiteX1" fmla="*/ 190500 w 476250"/>
              <a:gd name="connsiteY1" fmla="*/ 292100 h 451010"/>
              <a:gd name="connsiteX2" fmla="*/ 0 w 476250"/>
              <a:gd name="connsiteY2" fmla="*/ 450850 h 451010"/>
              <a:gd name="connsiteX0" fmla="*/ 476250 w 476250"/>
              <a:gd name="connsiteY0" fmla="*/ 0 h 450909"/>
              <a:gd name="connsiteX1" fmla="*/ 247650 w 476250"/>
              <a:gd name="connsiteY1" fmla="*/ 234950 h 450909"/>
              <a:gd name="connsiteX2" fmla="*/ 0 w 476250"/>
              <a:gd name="connsiteY2" fmla="*/ 450850 h 450909"/>
              <a:gd name="connsiteX0" fmla="*/ 476250 w 476250"/>
              <a:gd name="connsiteY0" fmla="*/ 0 h 450925"/>
              <a:gd name="connsiteX1" fmla="*/ 260350 w 476250"/>
              <a:gd name="connsiteY1" fmla="*/ 254000 h 450925"/>
              <a:gd name="connsiteX2" fmla="*/ 0 w 476250"/>
              <a:gd name="connsiteY2" fmla="*/ 450850 h 450925"/>
              <a:gd name="connsiteX0" fmla="*/ 501650 w 501650"/>
              <a:gd name="connsiteY0" fmla="*/ 0 h 450891"/>
              <a:gd name="connsiteX1" fmla="*/ 260350 w 501650"/>
              <a:gd name="connsiteY1" fmla="*/ 254000 h 450891"/>
              <a:gd name="connsiteX2" fmla="*/ 0 w 501650"/>
              <a:gd name="connsiteY2" fmla="*/ 450850 h 450891"/>
              <a:gd name="connsiteX0" fmla="*/ 501650 w 501650"/>
              <a:gd name="connsiteY0" fmla="*/ 0 h 482643"/>
              <a:gd name="connsiteX1" fmla="*/ 260350 w 501650"/>
              <a:gd name="connsiteY1" fmla="*/ 285750 h 482643"/>
              <a:gd name="connsiteX2" fmla="*/ 0 w 501650"/>
              <a:gd name="connsiteY2" fmla="*/ 482600 h 482643"/>
              <a:gd name="connsiteX0" fmla="*/ 560822 w 560822"/>
              <a:gd name="connsiteY0" fmla="*/ 0 h 784503"/>
              <a:gd name="connsiteX1" fmla="*/ 319522 w 560822"/>
              <a:gd name="connsiteY1" fmla="*/ 285750 h 784503"/>
              <a:gd name="connsiteX2" fmla="*/ 0 w 560822"/>
              <a:gd name="connsiteY2" fmla="*/ 784490 h 784503"/>
              <a:gd name="connsiteX0" fmla="*/ 560822 w 560822"/>
              <a:gd name="connsiteY0" fmla="*/ 0 h 784490"/>
              <a:gd name="connsiteX1" fmla="*/ 319522 w 560822"/>
              <a:gd name="connsiteY1" fmla="*/ 285750 h 784490"/>
              <a:gd name="connsiteX2" fmla="*/ 184032 w 560822"/>
              <a:gd name="connsiteY2" fmla="*/ 611386 h 784490"/>
              <a:gd name="connsiteX3" fmla="*/ 0 w 560822"/>
              <a:gd name="connsiteY3" fmla="*/ 784490 h 784490"/>
              <a:gd name="connsiteX0" fmla="*/ 560822 w 560822"/>
              <a:gd name="connsiteY0" fmla="*/ 0 h 784490"/>
              <a:gd name="connsiteX1" fmla="*/ 319522 w 560822"/>
              <a:gd name="connsiteY1" fmla="*/ 285750 h 784490"/>
              <a:gd name="connsiteX2" fmla="*/ 164308 w 560822"/>
              <a:gd name="connsiteY2" fmla="*/ 635538 h 784490"/>
              <a:gd name="connsiteX3" fmla="*/ 0 w 560822"/>
              <a:gd name="connsiteY3" fmla="*/ 784490 h 784490"/>
              <a:gd name="connsiteX0" fmla="*/ 731763 w 731763"/>
              <a:gd name="connsiteY0" fmla="*/ 0 h 760339"/>
              <a:gd name="connsiteX1" fmla="*/ 490463 w 731763"/>
              <a:gd name="connsiteY1" fmla="*/ 285750 h 760339"/>
              <a:gd name="connsiteX2" fmla="*/ 335249 w 731763"/>
              <a:gd name="connsiteY2" fmla="*/ 635538 h 760339"/>
              <a:gd name="connsiteX3" fmla="*/ 0 w 731763"/>
              <a:gd name="connsiteY3" fmla="*/ 760339 h 760339"/>
              <a:gd name="connsiteX0" fmla="*/ 692315 w 692315"/>
              <a:gd name="connsiteY0" fmla="*/ 0 h 641914"/>
              <a:gd name="connsiteX1" fmla="*/ 451015 w 692315"/>
              <a:gd name="connsiteY1" fmla="*/ 285750 h 641914"/>
              <a:gd name="connsiteX2" fmla="*/ 295801 w 692315"/>
              <a:gd name="connsiteY2" fmla="*/ 635538 h 641914"/>
              <a:gd name="connsiteX3" fmla="*/ 0 w 692315"/>
              <a:gd name="connsiteY3" fmla="*/ 11650 h 641914"/>
              <a:gd name="connsiteX0" fmla="*/ 692315 w 692315"/>
              <a:gd name="connsiteY0" fmla="*/ 0 h 744209"/>
              <a:gd name="connsiteX1" fmla="*/ 451015 w 692315"/>
              <a:gd name="connsiteY1" fmla="*/ 285750 h 744209"/>
              <a:gd name="connsiteX2" fmla="*/ 295801 w 692315"/>
              <a:gd name="connsiteY2" fmla="*/ 635538 h 744209"/>
              <a:gd name="connsiteX3" fmla="*/ 98562 w 692315"/>
              <a:gd name="connsiteY3" fmla="*/ 707991 h 744209"/>
              <a:gd name="connsiteX4" fmla="*/ 0 w 692315"/>
              <a:gd name="connsiteY4" fmla="*/ 11650 h 744209"/>
              <a:gd name="connsiteX0" fmla="*/ 610539 w 610539"/>
              <a:gd name="connsiteY0" fmla="*/ 0 h 744207"/>
              <a:gd name="connsiteX1" fmla="*/ 369239 w 610539"/>
              <a:gd name="connsiteY1" fmla="*/ 285750 h 744207"/>
              <a:gd name="connsiteX2" fmla="*/ 214025 w 610539"/>
              <a:gd name="connsiteY2" fmla="*/ 635538 h 744207"/>
              <a:gd name="connsiteX3" fmla="*/ 16786 w 610539"/>
              <a:gd name="connsiteY3" fmla="*/ 707991 h 744207"/>
              <a:gd name="connsiteX4" fmla="*/ 16844 w 610539"/>
              <a:gd name="connsiteY4" fmla="*/ 277314 h 744207"/>
              <a:gd name="connsiteX0" fmla="*/ 610539 w 610539"/>
              <a:gd name="connsiteY0" fmla="*/ 0 h 744209"/>
              <a:gd name="connsiteX1" fmla="*/ 369239 w 610539"/>
              <a:gd name="connsiteY1" fmla="*/ 285750 h 744209"/>
              <a:gd name="connsiteX2" fmla="*/ 214025 w 610539"/>
              <a:gd name="connsiteY2" fmla="*/ 635538 h 744209"/>
              <a:gd name="connsiteX3" fmla="*/ 16786 w 610539"/>
              <a:gd name="connsiteY3" fmla="*/ 707992 h 744209"/>
              <a:gd name="connsiteX4" fmla="*/ 16844 w 610539"/>
              <a:gd name="connsiteY4" fmla="*/ 277314 h 744209"/>
              <a:gd name="connsiteX0" fmla="*/ 593695 w 593695"/>
              <a:gd name="connsiteY0" fmla="*/ 0 h 744207"/>
              <a:gd name="connsiteX1" fmla="*/ 352395 w 593695"/>
              <a:gd name="connsiteY1" fmla="*/ 285750 h 744207"/>
              <a:gd name="connsiteX2" fmla="*/ 197181 w 593695"/>
              <a:gd name="connsiteY2" fmla="*/ 635538 h 744207"/>
              <a:gd name="connsiteX3" fmla="*/ 32815 w 593695"/>
              <a:gd name="connsiteY3" fmla="*/ 707992 h 744207"/>
              <a:gd name="connsiteX4" fmla="*/ 0 w 593695"/>
              <a:gd name="connsiteY4" fmla="*/ 277314 h 744207"/>
              <a:gd name="connsiteX0" fmla="*/ 593695 w 593695"/>
              <a:gd name="connsiteY0" fmla="*/ 0 h 744209"/>
              <a:gd name="connsiteX1" fmla="*/ 352395 w 593695"/>
              <a:gd name="connsiteY1" fmla="*/ 285750 h 744209"/>
              <a:gd name="connsiteX2" fmla="*/ 197181 w 593695"/>
              <a:gd name="connsiteY2" fmla="*/ 635538 h 744209"/>
              <a:gd name="connsiteX3" fmla="*/ 32815 w 593695"/>
              <a:gd name="connsiteY3" fmla="*/ 707992 h 744209"/>
              <a:gd name="connsiteX4" fmla="*/ 0 w 593695"/>
              <a:gd name="connsiteY4" fmla="*/ 277314 h 744209"/>
              <a:gd name="connsiteX0" fmla="*/ 578783 w 578783"/>
              <a:gd name="connsiteY0" fmla="*/ 0 h 744207"/>
              <a:gd name="connsiteX1" fmla="*/ 337483 w 578783"/>
              <a:gd name="connsiteY1" fmla="*/ 285750 h 744207"/>
              <a:gd name="connsiteX2" fmla="*/ 182269 w 578783"/>
              <a:gd name="connsiteY2" fmla="*/ 635538 h 744207"/>
              <a:gd name="connsiteX3" fmla="*/ 17903 w 578783"/>
              <a:gd name="connsiteY3" fmla="*/ 707992 h 744207"/>
              <a:gd name="connsiteX4" fmla="*/ 11387 w 578783"/>
              <a:gd name="connsiteY4" fmla="*/ 277314 h 744207"/>
              <a:gd name="connsiteX0" fmla="*/ 578783 w 578783"/>
              <a:gd name="connsiteY0" fmla="*/ 0 h 744209"/>
              <a:gd name="connsiteX1" fmla="*/ 337483 w 578783"/>
              <a:gd name="connsiteY1" fmla="*/ 334052 h 744209"/>
              <a:gd name="connsiteX2" fmla="*/ 182269 w 578783"/>
              <a:gd name="connsiteY2" fmla="*/ 635538 h 744209"/>
              <a:gd name="connsiteX3" fmla="*/ 17903 w 578783"/>
              <a:gd name="connsiteY3" fmla="*/ 707992 h 744209"/>
              <a:gd name="connsiteX4" fmla="*/ 11387 w 578783"/>
              <a:gd name="connsiteY4" fmla="*/ 277314 h 744209"/>
              <a:gd name="connsiteX0" fmla="*/ 578783 w 578783"/>
              <a:gd name="connsiteY0" fmla="*/ 0 h 736623"/>
              <a:gd name="connsiteX1" fmla="*/ 337483 w 578783"/>
              <a:gd name="connsiteY1" fmla="*/ 334052 h 736623"/>
              <a:gd name="connsiteX2" fmla="*/ 175694 w 578783"/>
              <a:gd name="connsiteY2" fmla="*/ 575160 h 736623"/>
              <a:gd name="connsiteX3" fmla="*/ 17903 w 578783"/>
              <a:gd name="connsiteY3" fmla="*/ 707992 h 736623"/>
              <a:gd name="connsiteX4" fmla="*/ 11387 w 578783"/>
              <a:gd name="connsiteY4" fmla="*/ 277314 h 736623"/>
              <a:gd name="connsiteX0" fmla="*/ 578783 w 578783"/>
              <a:gd name="connsiteY0" fmla="*/ 0 h 744209"/>
              <a:gd name="connsiteX1" fmla="*/ 337483 w 578783"/>
              <a:gd name="connsiteY1" fmla="*/ 334052 h 744209"/>
              <a:gd name="connsiteX2" fmla="*/ 162545 w 578783"/>
              <a:gd name="connsiteY2" fmla="*/ 635538 h 744209"/>
              <a:gd name="connsiteX3" fmla="*/ 17903 w 578783"/>
              <a:gd name="connsiteY3" fmla="*/ 707992 h 744209"/>
              <a:gd name="connsiteX4" fmla="*/ 11387 w 578783"/>
              <a:gd name="connsiteY4" fmla="*/ 277314 h 744209"/>
              <a:gd name="connsiteX0" fmla="*/ 578783 w 578783"/>
              <a:gd name="connsiteY0" fmla="*/ 0 h 775476"/>
              <a:gd name="connsiteX1" fmla="*/ 337483 w 578783"/>
              <a:gd name="connsiteY1" fmla="*/ 334052 h 775476"/>
              <a:gd name="connsiteX2" fmla="*/ 162545 w 578783"/>
              <a:gd name="connsiteY2" fmla="*/ 635538 h 775476"/>
              <a:gd name="connsiteX3" fmla="*/ 17903 w 578783"/>
              <a:gd name="connsiteY3" fmla="*/ 744219 h 775476"/>
              <a:gd name="connsiteX4" fmla="*/ 11387 w 578783"/>
              <a:gd name="connsiteY4" fmla="*/ 277314 h 775476"/>
              <a:gd name="connsiteX0" fmla="*/ 598507 w 598507"/>
              <a:gd name="connsiteY0" fmla="*/ 0 h 763402"/>
              <a:gd name="connsiteX1" fmla="*/ 337483 w 598507"/>
              <a:gd name="connsiteY1" fmla="*/ 321976 h 763402"/>
              <a:gd name="connsiteX2" fmla="*/ 162545 w 598507"/>
              <a:gd name="connsiteY2" fmla="*/ 623462 h 763402"/>
              <a:gd name="connsiteX3" fmla="*/ 17903 w 598507"/>
              <a:gd name="connsiteY3" fmla="*/ 732143 h 763402"/>
              <a:gd name="connsiteX4" fmla="*/ 11387 w 598507"/>
              <a:gd name="connsiteY4" fmla="*/ 265238 h 763402"/>
              <a:gd name="connsiteX0" fmla="*/ 598507 w 598507"/>
              <a:gd name="connsiteY0" fmla="*/ 0 h 763400"/>
              <a:gd name="connsiteX1" fmla="*/ 337483 w 598507"/>
              <a:gd name="connsiteY1" fmla="*/ 321976 h 763400"/>
              <a:gd name="connsiteX2" fmla="*/ 162545 w 598507"/>
              <a:gd name="connsiteY2" fmla="*/ 623462 h 763400"/>
              <a:gd name="connsiteX3" fmla="*/ 17903 w 598507"/>
              <a:gd name="connsiteY3" fmla="*/ 732143 h 763400"/>
              <a:gd name="connsiteX4" fmla="*/ 11387 w 598507"/>
              <a:gd name="connsiteY4" fmla="*/ 265238 h 763400"/>
              <a:gd name="connsiteX0" fmla="*/ 598507 w 598507"/>
              <a:gd name="connsiteY0" fmla="*/ 0 h 763402"/>
              <a:gd name="connsiteX1" fmla="*/ 337483 w 598507"/>
              <a:gd name="connsiteY1" fmla="*/ 321976 h 763402"/>
              <a:gd name="connsiteX2" fmla="*/ 162545 w 598507"/>
              <a:gd name="connsiteY2" fmla="*/ 623462 h 763402"/>
              <a:gd name="connsiteX3" fmla="*/ 17903 w 598507"/>
              <a:gd name="connsiteY3" fmla="*/ 732143 h 763402"/>
              <a:gd name="connsiteX4" fmla="*/ 11387 w 598507"/>
              <a:gd name="connsiteY4" fmla="*/ 265238 h 763402"/>
              <a:gd name="connsiteX0" fmla="*/ 598507 w 598507"/>
              <a:gd name="connsiteY0" fmla="*/ 0 h 763400"/>
              <a:gd name="connsiteX1" fmla="*/ 337483 w 598507"/>
              <a:gd name="connsiteY1" fmla="*/ 321976 h 763400"/>
              <a:gd name="connsiteX2" fmla="*/ 162545 w 598507"/>
              <a:gd name="connsiteY2" fmla="*/ 623462 h 763400"/>
              <a:gd name="connsiteX3" fmla="*/ 17903 w 598507"/>
              <a:gd name="connsiteY3" fmla="*/ 732143 h 763400"/>
              <a:gd name="connsiteX4" fmla="*/ 11387 w 598507"/>
              <a:gd name="connsiteY4" fmla="*/ 265238 h 763400"/>
              <a:gd name="connsiteX0" fmla="*/ 598507 w 598507"/>
              <a:gd name="connsiteY0" fmla="*/ 0 h 765490"/>
              <a:gd name="connsiteX1" fmla="*/ 337483 w 598507"/>
              <a:gd name="connsiteY1" fmla="*/ 321976 h 765490"/>
              <a:gd name="connsiteX2" fmla="*/ 261166 w 598507"/>
              <a:gd name="connsiteY2" fmla="*/ 478554 h 765490"/>
              <a:gd name="connsiteX3" fmla="*/ 162545 w 598507"/>
              <a:gd name="connsiteY3" fmla="*/ 623462 h 765490"/>
              <a:gd name="connsiteX4" fmla="*/ 17903 w 598507"/>
              <a:gd name="connsiteY4" fmla="*/ 732143 h 765490"/>
              <a:gd name="connsiteX5" fmla="*/ 11387 w 598507"/>
              <a:gd name="connsiteY5" fmla="*/ 265238 h 765490"/>
              <a:gd name="connsiteX0" fmla="*/ 598507 w 598507"/>
              <a:gd name="connsiteY0" fmla="*/ 0 h 765488"/>
              <a:gd name="connsiteX1" fmla="*/ 337483 w 598507"/>
              <a:gd name="connsiteY1" fmla="*/ 321976 h 765488"/>
              <a:gd name="connsiteX2" fmla="*/ 234867 w 598507"/>
              <a:gd name="connsiteY2" fmla="*/ 478554 h 765488"/>
              <a:gd name="connsiteX3" fmla="*/ 162545 w 598507"/>
              <a:gd name="connsiteY3" fmla="*/ 623462 h 765488"/>
              <a:gd name="connsiteX4" fmla="*/ 17903 w 598507"/>
              <a:gd name="connsiteY4" fmla="*/ 732143 h 765488"/>
              <a:gd name="connsiteX5" fmla="*/ 11387 w 598507"/>
              <a:gd name="connsiteY5" fmla="*/ 265238 h 765488"/>
              <a:gd name="connsiteX0" fmla="*/ 598507 w 598507"/>
              <a:gd name="connsiteY0" fmla="*/ 0 h 771102"/>
              <a:gd name="connsiteX1" fmla="*/ 337483 w 598507"/>
              <a:gd name="connsiteY1" fmla="*/ 321976 h 771102"/>
              <a:gd name="connsiteX2" fmla="*/ 234867 w 598507"/>
              <a:gd name="connsiteY2" fmla="*/ 478554 h 771102"/>
              <a:gd name="connsiteX3" fmla="*/ 129672 w 598507"/>
              <a:gd name="connsiteY3" fmla="*/ 659688 h 771102"/>
              <a:gd name="connsiteX4" fmla="*/ 17903 w 598507"/>
              <a:gd name="connsiteY4" fmla="*/ 732143 h 771102"/>
              <a:gd name="connsiteX5" fmla="*/ 11387 w 598507"/>
              <a:gd name="connsiteY5" fmla="*/ 265238 h 771102"/>
              <a:gd name="connsiteX0" fmla="*/ 587222 w 587222"/>
              <a:gd name="connsiteY0" fmla="*/ 0 h 735522"/>
              <a:gd name="connsiteX1" fmla="*/ 326198 w 587222"/>
              <a:gd name="connsiteY1" fmla="*/ 321976 h 735522"/>
              <a:gd name="connsiteX2" fmla="*/ 223582 w 587222"/>
              <a:gd name="connsiteY2" fmla="*/ 478554 h 735522"/>
              <a:gd name="connsiteX3" fmla="*/ 118387 w 587222"/>
              <a:gd name="connsiteY3" fmla="*/ 659688 h 735522"/>
              <a:gd name="connsiteX4" fmla="*/ 6618 w 587222"/>
              <a:gd name="connsiteY4" fmla="*/ 732143 h 735522"/>
              <a:gd name="connsiteX5" fmla="*/ 19768 w 587222"/>
              <a:gd name="connsiteY5" fmla="*/ 551008 h 735522"/>
              <a:gd name="connsiteX6" fmla="*/ 102 w 587222"/>
              <a:gd name="connsiteY6" fmla="*/ 265238 h 735522"/>
              <a:gd name="connsiteX0" fmla="*/ 589620 w 589620"/>
              <a:gd name="connsiteY0" fmla="*/ 0 h 735522"/>
              <a:gd name="connsiteX1" fmla="*/ 328596 w 589620"/>
              <a:gd name="connsiteY1" fmla="*/ 321976 h 735522"/>
              <a:gd name="connsiteX2" fmla="*/ 225980 w 589620"/>
              <a:gd name="connsiteY2" fmla="*/ 478554 h 735522"/>
              <a:gd name="connsiteX3" fmla="*/ 120785 w 589620"/>
              <a:gd name="connsiteY3" fmla="*/ 659688 h 735522"/>
              <a:gd name="connsiteX4" fmla="*/ 9016 w 589620"/>
              <a:gd name="connsiteY4" fmla="*/ 732143 h 735522"/>
              <a:gd name="connsiteX5" fmla="*/ 9017 w 589620"/>
              <a:gd name="connsiteY5" fmla="*/ 551008 h 735522"/>
              <a:gd name="connsiteX6" fmla="*/ 2500 w 589620"/>
              <a:gd name="connsiteY6" fmla="*/ 265238 h 735522"/>
              <a:gd name="connsiteX0" fmla="*/ 589620 w 589620"/>
              <a:gd name="connsiteY0" fmla="*/ 0 h 735522"/>
              <a:gd name="connsiteX1" fmla="*/ 225980 w 589620"/>
              <a:gd name="connsiteY1" fmla="*/ 478554 h 735522"/>
              <a:gd name="connsiteX2" fmla="*/ 120785 w 589620"/>
              <a:gd name="connsiteY2" fmla="*/ 659688 h 735522"/>
              <a:gd name="connsiteX3" fmla="*/ 9016 w 589620"/>
              <a:gd name="connsiteY3" fmla="*/ 732143 h 735522"/>
              <a:gd name="connsiteX4" fmla="*/ 9017 w 589620"/>
              <a:gd name="connsiteY4" fmla="*/ 551008 h 735522"/>
              <a:gd name="connsiteX5" fmla="*/ 2500 w 589620"/>
              <a:gd name="connsiteY5" fmla="*/ 265238 h 735522"/>
              <a:gd name="connsiteX0" fmla="*/ 589620 w 589620"/>
              <a:gd name="connsiteY0" fmla="*/ 0 h 748814"/>
              <a:gd name="connsiteX1" fmla="*/ 120785 w 589620"/>
              <a:gd name="connsiteY1" fmla="*/ 659688 h 748814"/>
              <a:gd name="connsiteX2" fmla="*/ 9016 w 589620"/>
              <a:gd name="connsiteY2" fmla="*/ 732143 h 748814"/>
              <a:gd name="connsiteX3" fmla="*/ 9017 w 589620"/>
              <a:gd name="connsiteY3" fmla="*/ 551008 h 748814"/>
              <a:gd name="connsiteX4" fmla="*/ 2500 w 589620"/>
              <a:gd name="connsiteY4" fmla="*/ 265238 h 748814"/>
              <a:gd name="connsiteX0" fmla="*/ 565396 w 565396"/>
              <a:gd name="connsiteY0" fmla="*/ 182408 h 470457"/>
              <a:gd name="connsiteX1" fmla="*/ 120785 w 565396"/>
              <a:gd name="connsiteY1" fmla="*/ 394450 h 470457"/>
              <a:gd name="connsiteX2" fmla="*/ 9016 w 565396"/>
              <a:gd name="connsiteY2" fmla="*/ 466905 h 470457"/>
              <a:gd name="connsiteX3" fmla="*/ 9017 w 565396"/>
              <a:gd name="connsiteY3" fmla="*/ 285770 h 470457"/>
              <a:gd name="connsiteX4" fmla="*/ 2500 w 565396"/>
              <a:gd name="connsiteY4" fmla="*/ 0 h 470457"/>
              <a:gd name="connsiteX0" fmla="*/ 565396 w 565396"/>
              <a:gd name="connsiteY0" fmla="*/ 182408 h 470457"/>
              <a:gd name="connsiteX1" fmla="*/ 120785 w 565396"/>
              <a:gd name="connsiteY1" fmla="*/ 394450 h 470457"/>
              <a:gd name="connsiteX2" fmla="*/ 9016 w 565396"/>
              <a:gd name="connsiteY2" fmla="*/ 466905 h 470457"/>
              <a:gd name="connsiteX3" fmla="*/ 9017 w 565396"/>
              <a:gd name="connsiteY3" fmla="*/ 285770 h 470457"/>
              <a:gd name="connsiteX4" fmla="*/ 2500 w 565396"/>
              <a:gd name="connsiteY4" fmla="*/ 0 h 470457"/>
              <a:gd name="connsiteX0" fmla="*/ 573751 w 573751"/>
              <a:gd name="connsiteY0" fmla="*/ 182408 h 467162"/>
              <a:gd name="connsiteX1" fmla="*/ 255107 w 573751"/>
              <a:gd name="connsiteY1" fmla="*/ 322248 h 467162"/>
              <a:gd name="connsiteX2" fmla="*/ 17371 w 573751"/>
              <a:gd name="connsiteY2" fmla="*/ 466905 h 467162"/>
              <a:gd name="connsiteX3" fmla="*/ 17372 w 573751"/>
              <a:gd name="connsiteY3" fmla="*/ 285770 h 467162"/>
              <a:gd name="connsiteX4" fmla="*/ 10855 w 573751"/>
              <a:gd name="connsiteY4" fmla="*/ 0 h 467162"/>
              <a:gd name="connsiteX0" fmla="*/ 593131 w 593131"/>
              <a:gd name="connsiteY0" fmla="*/ 269049 h 467132"/>
              <a:gd name="connsiteX1" fmla="*/ 255107 w 593131"/>
              <a:gd name="connsiteY1" fmla="*/ 322248 h 467132"/>
              <a:gd name="connsiteX2" fmla="*/ 17371 w 593131"/>
              <a:gd name="connsiteY2" fmla="*/ 466905 h 467132"/>
              <a:gd name="connsiteX3" fmla="*/ 17372 w 593131"/>
              <a:gd name="connsiteY3" fmla="*/ 285770 h 467132"/>
              <a:gd name="connsiteX4" fmla="*/ 10855 w 593131"/>
              <a:gd name="connsiteY4" fmla="*/ 0 h 467132"/>
              <a:gd name="connsiteX0" fmla="*/ 593131 w 593131"/>
              <a:gd name="connsiteY0" fmla="*/ 312370 h 467118"/>
              <a:gd name="connsiteX1" fmla="*/ 255107 w 593131"/>
              <a:gd name="connsiteY1" fmla="*/ 322248 h 467118"/>
              <a:gd name="connsiteX2" fmla="*/ 17371 w 593131"/>
              <a:gd name="connsiteY2" fmla="*/ 466905 h 467118"/>
              <a:gd name="connsiteX3" fmla="*/ 17372 w 593131"/>
              <a:gd name="connsiteY3" fmla="*/ 285770 h 467118"/>
              <a:gd name="connsiteX4" fmla="*/ 10855 w 593131"/>
              <a:gd name="connsiteY4" fmla="*/ 0 h 467118"/>
              <a:gd name="connsiteX0" fmla="*/ 593131 w 593131"/>
              <a:gd name="connsiteY0" fmla="*/ 312370 h 467118"/>
              <a:gd name="connsiteX1" fmla="*/ 255107 w 593131"/>
              <a:gd name="connsiteY1" fmla="*/ 322248 h 467118"/>
              <a:gd name="connsiteX2" fmla="*/ 17371 w 593131"/>
              <a:gd name="connsiteY2" fmla="*/ 466905 h 467118"/>
              <a:gd name="connsiteX3" fmla="*/ 17372 w 593131"/>
              <a:gd name="connsiteY3" fmla="*/ 285770 h 467118"/>
              <a:gd name="connsiteX4" fmla="*/ 10855 w 593131"/>
              <a:gd name="connsiteY4" fmla="*/ 0 h 467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3131" h="467118">
                <a:moveTo>
                  <a:pt x="593131" y="312370"/>
                </a:moveTo>
                <a:cubicBezTo>
                  <a:pt x="451852" y="305404"/>
                  <a:pt x="351067" y="296492"/>
                  <a:pt x="255107" y="322248"/>
                </a:cubicBezTo>
                <a:cubicBezTo>
                  <a:pt x="159147" y="348004"/>
                  <a:pt x="56994" y="472985"/>
                  <a:pt x="17371" y="466905"/>
                </a:cubicBezTo>
                <a:cubicBezTo>
                  <a:pt x="-22252" y="460825"/>
                  <a:pt x="18458" y="363587"/>
                  <a:pt x="17372" y="285770"/>
                </a:cubicBezTo>
                <a:cubicBezTo>
                  <a:pt x="16286" y="207953"/>
                  <a:pt x="9749" y="49641"/>
                  <a:pt x="10855" y="0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C6F5EC0A-00B2-41A6-A6D6-C2E625CB0252}"/>
              </a:ext>
            </a:extLst>
          </p:cNvPr>
          <p:cNvSpPr txBox="1"/>
          <p:nvPr/>
        </p:nvSpPr>
        <p:spPr>
          <a:xfrm>
            <a:off x="7032985" y="4055577"/>
            <a:ext cx="124164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Humidifier</a:t>
            </a: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CFA3944-E0EE-4726-83AF-92532A4C6293}"/>
              </a:ext>
            </a:extLst>
          </p:cNvPr>
          <p:cNvSpPr/>
          <p:nvPr/>
        </p:nvSpPr>
        <p:spPr>
          <a:xfrm>
            <a:off x="4966077" y="4199502"/>
            <a:ext cx="2029096" cy="59229"/>
          </a:xfrm>
          <a:custGeom>
            <a:avLst/>
            <a:gdLst>
              <a:gd name="connsiteX0" fmla="*/ 3214838 w 3214838"/>
              <a:gd name="connsiteY0" fmla="*/ 9625 h 442762"/>
              <a:gd name="connsiteX1" fmla="*/ 1799924 w 3214838"/>
              <a:gd name="connsiteY1" fmla="*/ 0 h 442762"/>
              <a:gd name="connsiteX2" fmla="*/ 972152 w 3214838"/>
              <a:gd name="connsiteY2" fmla="*/ 38501 h 442762"/>
              <a:gd name="connsiteX3" fmla="*/ 452388 w 3214838"/>
              <a:gd name="connsiteY3" fmla="*/ 269508 h 442762"/>
              <a:gd name="connsiteX4" fmla="*/ 259882 w 3214838"/>
              <a:gd name="connsiteY4" fmla="*/ 394636 h 442762"/>
              <a:gd name="connsiteX5" fmla="*/ 0 w 3214838"/>
              <a:gd name="connsiteY5" fmla="*/ 442762 h 442762"/>
              <a:gd name="connsiteX0" fmla="*/ 3214838 w 3214838"/>
              <a:gd name="connsiteY0" fmla="*/ 9625 h 442762"/>
              <a:gd name="connsiteX1" fmla="*/ 1799924 w 3214838"/>
              <a:gd name="connsiteY1" fmla="*/ 0 h 442762"/>
              <a:gd name="connsiteX2" fmla="*/ 972152 w 3214838"/>
              <a:gd name="connsiteY2" fmla="*/ 38501 h 442762"/>
              <a:gd name="connsiteX3" fmla="*/ 635268 w 3214838"/>
              <a:gd name="connsiteY3" fmla="*/ 211756 h 442762"/>
              <a:gd name="connsiteX4" fmla="*/ 259882 w 3214838"/>
              <a:gd name="connsiteY4" fmla="*/ 394636 h 442762"/>
              <a:gd name="connsiteX5" fmla="*/ 0 w 3214838"/>
              <a:gd name="connsiteY5" fmla="*/ 442762 h 442762"/>
              <a:gd name="connsiteX0" fmla="*/ 3214838 w 3214838"/>
              <a:gd name="connsiteY0" fmla="*/ 9625 h 442762"/>
              <a:gd name="connsiteX1" fmla="*/ 1799924 w 3214838"/>
              <a:gd name="connsiteY1" fmla="*/ 0 h 442762"/>
              <a:gd name="connsiteX2" fmla="*/ 1106906 w 3214838"/>
              <a:gd name="connsiteY2" fmla="*/ 38501 h 442762"/>
              <a:gd name="connsiteX3" fmla="*/ 635268 w 3214838"/>
              <a:gd name="connsiteY3" fmla="*/ 211756 h 442762"/>
              <a:gd name="connsiteX4" fmla="*/ 259882 w 3214838"/>
              <a:gd name="connsiteY4" fmla="*/ 394636 h 442762"/>
              <a:gd name="connsiteX5" fmla="*/ 0 w 3214838"/>
              <a:gd name="connsiteY5" fmla="*/ 442762 h 442762"/>
              <a:gd name="connsiteX0" fmla="*/ 3214838 w 3214838"/>
              <a:gd name="connsiteY0" fmla="*/ 455955 h 455955"/>
              <a:gd name="connsiteX1" fmla="*/ 1799924 w 3214838"/>
              <a:gd name="connsiteY1" fmla="*/ 0 h 455955"/>
              <a:gd name="connsiteX2" fmla="*/ 1106906 w 3214838"/>
              <a:gd name="connsiteY2" fmla="*/ 38501 h 455955"/>
              <a:gd name="connsiteX3" fmla="*/ 635268 w 3214838"/>
              <a:gd name="connsiteY3" fmla="*/ 211756 h 455955"/>
              <a:gd name="connsiteX4" fmla="*/ 259882 w 3214838"/>
              <a:gd name="connsiteY4" fmla="*/ 394636 h 455955"/>
              <a:gd name="connsiteX5" fmla="*/ 0 w 3214838"/>
              <a:gd name="connsiteY5" fmla="*/ 442762 h 455955"/>
              <a:gd name="connsiteX0" fmla="*/ 3214838 w 3214838"/>
              <a:gd name="connsiteY0" fmla="*/ 424190 h 424190"/>
              <a:gd name="connsiteX1" fmla="*/ 1106906 w 3214838"/>
              <a:gd name="connsiteY1" fmla="*/ 6736 h 424190"/>
              <a:gd name="connsiteX2" fmla="*/ 635268 w 3214838"/>
              <a:gd name="connsiteY2" fmla="*/ 179991 h 424190"/>
              <a:gd name="connsiteX3" fmla="*/ 259882 w 3214838"/>
              <a:gd name="connsiteY3" fmla="*/ 362871 h 424190"/>
              <a:gd name="connsiteX4" fmla="*/ 0 w 3214838"/>
              <a:gd name="connsiteY4" fmla="*/ 410997 h 424190"/>
              <a:gd name="connsiteX0" fmla="*/ 3214838 w 3214838"/>
              <a:gd name="connsiteY0" fmla="*/ 244199 h 244199"/>
              <a:gd name="connsiteX1" fmla="*/ 635268 w 3214838"/>
              <a:gd name="connsiteY1" fmla="*/ 0 h 244199"/>
              <a:gd name="connsiteX2" fmla="*/ 259882 w 3214838"/>
              <a:gd name="connsiteY2" fmla="*/ 182880 h 244199"/>
              <a:gd name="connsiteX3" fmla="*/ 0 w 3214838"/>
              <a:gd name="connsiteY3" fmla="*/ 231006 h 244199"/>
              <a:gd name="connsiteX0" fmla="*/ 3214838 w 3214838"/>
              <a:gd name="connsiteY0" fmla="*/ 234281 h 234281"/>
              <a:gd name="connsiteX1" fmla="*/ 1037697 w 3214838"/>
              <a:gd name="connsiteY1" fmla="*/ 0 h 234281"/>
              <a:gd name="connsiteX2" fmla="*/ 259882 w 3214838"/>
              <a:gd name="connsiteY2" fmla="*/ 172962 h 234281"/>
              <a:gd name="connsiteX3" fmla="*/ 0 w 3214838"/>
              <a:gd name="connsiteY3" fmla="*/ 221088 h 234281"/>
              <a:gd name="connsiteX0" fmla="*/ 3214838 w 3214838"/>
              <a:gd name="connsiteY0" fmla="*/ 243562 h 243562"/>
              <a:gd name="connsiteX1" fmla="*/ 1037697 w 3214838"/>
              <a:gd name="connsiteY1" fmla="*/ 9281 h 243562"/>
              <a:gd name="connsiteX2" fmla="*/ 259882 w 3214838"/>
              <a:gd name="connsiteY2" fmla="*/ 182243 h 243562"/>
              <a:gd name="connsiteX3" fmla="*/ 0 w 3214838"/>
              <a:gd name="connsiteY3" fmla="*/ 230369 h 243562"/>
              <a:gd name="connsiteX0" fmla="*/ 3214838 w 3214838"/>
              <a:gd name="connsiteY0" fmla="*/ 235620 h 235620"/>
              <a:gd name="connsiteX1" fmla="*/ 1037697 w 3214838"/>
              <a:gd name="connsiteY1" fmla="*/ 1339 h 235620"/>
              <a:gd name="connsiteX2" fmla="*/ 259882 w 3214838"/>
              <a:gd name="connsiteY2" fmla="*/ 174301 h 235620"/>
              <a:gd name="connsiteX3" fmla="*/ 0 w 3214838"/>
              <a:gd name="connsiteY3" fmla="*/ 222427 h 235620"/>
              <a:gd name="connsiteX0" fmla="*/ 3214838 w 3214838"/>
              <a:gd name="connsiteY0" fmla="*/ 80355 h 80355"/>
              <a:gd name="connsiteX1" fmla="*/ 1460248 w 3214838"/>
              <a:gd name="connsiteY1" fmla="*/ 4769 h 80355"/>
              <a:gd name="connsiteX2" fmla="*/ 259882 w 3214838"/>
              <a:gd name="connsiteY2" fmla="*/ 19036 h 80355"/>
              <a:gd name="connsiteX3" fmla="*/ 0 w 3214838"/>
              <a:gd name="connsiteY3" fmla="*/ 67162 h 80355"/>
              <a:gd name="connsiteX0" fmla="*/ 3214838 w 3214838"/>
              <a:gd name="connsiteY0" fmla="*/ 69986 h 69986"/>
              <a:gd name="connsiteX1" fmla="*/ 1701706 w 3214838"/>
              <a:gd name="connsiteY1" fmla="*/ 53910 h 69986"/>
              <a:gd name="connsiteX2" fmla="*/ 259882 w 3214838"/>
              <a:gd name="connsiteY2" fmla="*/ 8667 h 69986"/>
              <a:gd name="connsiteX3" fmla="*/ 0 w 3214838"/>
              <a:gd name="connsiteY3" fmla="*/ 56793 h 69986"/>
              <a:gd name="connsiteX0" fmla="*/ 3214838 w 3214838"/>
              <a:gd name="connsiteY0" fmla="*/ 46257 h 46257"/>
              <a:gd name="connsiteX1" fmla="*/ 1701706 w 3214838"/>
              <a:gd name="connsiteY1" fmla="*/ 30181 h 46257"/>
              <a:gd name="connsiteX2" fmla="*/ 380612 w 3214838"/>
              <a:gd name="connsiteY2" fmla="*/ 14694 h 46257"/>
              <a:gd name="connsiteX3" fmla="*/ 0 w 3214838"/>
              <a:gd name="connsiteY3" fmla="*/ 33064 h 46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14838" h="46257">
                <a:moveTo>
                  <a:pt x="3214838" y="46257"/>
                </a:moveTo>
                <a:cubicBezTo>
                  <a:pt x="2677428" y="-4618"/>
                  <a:pt x="2174077" y="35441"/>
                  <a:pt x="1701706" y="30181"/>
                </a:cubicBezTo>
                <a:cubicBezTo>
                  <a:pt x="1229335" y="24921"/>
                  <a:pt x="486490" y="-23807"/>
                  <a:pt x="380612" y="14694"/>
                </a:cubicBezTo>
                <a:cubicBezTo>
                  <a:pt x="274734" y="53195"/>
                  <a:pt x="92242" y="23439"/>
                  <a:pt x="0" y="33064"/>
                </a:cubicBezTo>
              </a:path>
            </a:pathLst>
          </a:custGeom>
          <a:noFill/>
          <a:ln>
            <a:headEnd type="none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564FA801-0BB6-4D84-A036-F60982F29CFF}"/>
              </a:ext>
            </a:extLst>
          </p:cNvPr>
          <p:cNvSpPr/>
          <p:nvPr/>
        </p:nvSpPr>
        <p:spPr>
          <a:xfrm>
            <a:off x="8243372" y="3301482"/>
            <a:ext cx="1636748" cy="1109211"/>
          </a:xfrm>
          <a:custGeom>
            <a:avLst/>
            <a:gdLst>
              <a:gd name="connsiteX0" fmla="*/ 1665171 w 1665171"/>
              <a:gd name="connsiteY0" fmla="*/ 0 h 659792"/>
              <a:gd name="connsiteX1" fmla="*/ 1530417 w 1665171"/>
              <a:gd name="connsiteY1" fmla="*/ 548640 h 659792"/>
              <a:gd name="connsiteX2" fmla="*/ 991402 w 1665171"/>
              <a:gd name="connsiteY2" fmla="*/ 654518 h 659792"/>
              <a:gd name="connsiteX3" fmla="*/ 298383 w 1665171"/>
              <a:gd name="connsiteY3" fmla="*/ 644893 h 659792"/>
              <a:gd name="connsiteX4" fmla="*/ 0 w 1665171"/>
              <a:gd name="connsiteY4" fmla="*/ 644893 h 659792"/>
              <a:gd name="connsiteX0" fmla="*/ 1665171 w 1665171"/>
              <a:gd name="connsiteY0" fmla="*/ 0 h 660007"/>
              <a:gd name="connsiteX1" fmla="*/ 1530417 w 1665171"/>
              <a:gd name="connsiteY1" fmla="*/ 548640 h 660007"/>
              <a:gd name="connsiteX2" fmla="*/ 991402 w 1665171"/>
              <a:gd name="connsiteY2" fmla="*/ 654518 h 660007"/>
              <a:gd name="connsiteX3" fmla="*/ 298383 w 1665171"/>
              <a:gd name="connsiteY3" fmla="*/ 644893 h 660007"/>
              <a:gd name="connsiteX4" fmla="*/ 0 w 1665171"/>
              <a:gd name="connsiteY4" fmla="*/ 644893 h 660007"/>
              <a:gd name="connsiteX0" fmla="*/ 1665171 w 1665171"/>
              <a:gd name="connsiteY0" fmla="*/ 0 h 684160"/>
              <a:gd name="connsiteX1" fmla="*/ 1530417 w 1665171"/>
              <a:gd name="connsiteY1" fmla="*/ 548640 h 684160"/>
              <a:gd name="connsiteX2" fmla="*/ 991402 w 1665171"/>
              <a:gd name="connsiteY2" fmla="*/ 654518 h 684160"/>
              <a:gd name="connsiteX3" fmla="*/ 318120 w 1665171"/>
              <a:gd name="connsiteY3" fmla="*/ 683971 h 684160"/>
              <a:gd name="connsiteX4" fmla="*/ 0 w 1665171"/>
              <a:gd name="connsiteY4" fmla="*/ 644893 h 684160"/>
              <a:gd name="connsiteX0" fmla="*/ 1665171 w 1665171"/>
              <a:gd name="connsiteY0" fmla="*/ 0 h 660063"/>
              <a:gd name="connsiteX1" fmla="*/ 1530417 w 1665171"/>
              <a:gd name="connsiteY1" fmla="*/ 548640 h 660063"/>
              <a:gd name="connsiteX2" fmla="*/ 991402 w 1665171"/>
              <a:gd name="connsiteY2" fmla="*/ 654518 h 660063"/>
              <a:gd name="connsiteX3" fmla="*/ 0 w 1665171"/>
              <a:gd name="connsiteY3" fmla="*/ 644893 h 660063"/>
              <a:gd name="connsiteX0" fmla="*/ 1645433 w 1645433"/>
              <a:gd name="connsiteY0" fmla="*/ 0 h 660063"/>
              <a:gd name="connsiteX1" fmla="*/ 1510679 w 1645433"/>
              <a:gd name="connsiteY1" fmla="*/ 548640 h 660063"/>
              <a:gd name="connsiteX2" fmla="*/ 971664 w 1645433"/>
              <a:gd name="connsiteY2" fmla="*/ 654518 h 660063"/>
              <a:gd name="connsiteX3" fmla="*/ 0 w 1645433"/>
              <a:gd name="connsiteY3" fmla="*/ 644893 h 660063"/>
              <a:gd name="connsiteX0" fmla="*/ 1645433 w 1645433"/>
              <a:gd name="connsiteY0" fmla="*/ 0 h 660063"/>
              <a:gd name="connsiteX1" fmla="*/ 1510679 w 1645433"/>
              <a:gd name="connsiteY1" fmla="*/ 548640 h 660063"/>
              <a:gd name="connsiteX2" fmla="*/ 971664 w 1645433"/>
              <a:gd name="connsiteY2" fmla="*/ 654518 h 660063"/>
              <a:gd name="connsiteX3" fmla="*/ 0 w 1645433"/>
              <a:gd name="connsiteY3" fmla="*/ 644893 h 660063"/>
              <a:gd name="connsiteX0" fmla="*/ 1665171 w 1665171"/>
              <a:gd name="connsiteY0" fmla="*/ 0 h 454901"/>
              <a:gd name="connsiteX1" fmla="*/ 1510679 w 1665171"/>
              <a:gd name="connsiteY1" fmla="*/ 343478 h 454901"/>
              <a:gd name="connsiteX2" fmla="*/ 971664 w 1665171"/>
              <a:gd name="connsiteY2" fmla="*/ 449356 h 454901"/>
              <a:gd name="connsiteX3" fmla="*/ 0 w 1665171"/>
              <a:gd name="connsiteY3" fmla="*/ 439731 h 454901"/>
              <a:gd name="connsiteX0" fmla="*/ 1665171 w 1665171"/>
              <a:gd name="connsiteY0" fmla="*/ 0 h 454901"/>
              <a:gd name="connsiteX1" fmla="*/ 1510679 w 1665171"/>
              <a:gd name="connsiteY1" fmla="*/ 343478 h 454901"/>
              <a:gd name="connsiteX2" fmla="*/ 971664 w 1665171"/>
              <a:gd name="connsiteY2" fmla="*/ 449356 h 454901"/>
              <a:gd name="connsiteX3" fmla="*/ 0 w 1665171"/>
              <a:gd name="connsiteY3" fmla="*/ 439731 h 454901"/>
              <a:gd name="connsiteX0" fmla="*/ 1665171 w 1665171"/>
              <a:gd name="connsiteY0" fmla="*/ 0 h 1082435"/>
              <a:gd name="connsiteX1" fmla="*/ 1445571 w 1665171"/>
              <a:gd name="connsiteY1" fmla="*/ 1076961 h 1082435"/>
              <a:gd name="connsiteX2" fmla="*/ 971664 w 1665171"/>
              <a:gd name="connsiteY2" fmla="*/ 449356 h 1082435"/>
              <a:gd name="connsiteX3" fmla="*/ 0 w 1665171"/>
              <a:gd name="connsiteY3" fmla="*/ 439731 h 1082435"/>
              <a:gd name="connsiteX0" fmla="*/ 1665171 w 1665171"/>
              <a:gd name="connsiteY0" fmla="*/ 0 h 1240600"/>
              <a:gd name="connsiteX1" fmla="*/ 1445571 w 1665171"/>
              <a:gd name="connsiteY1" fmla="*/ 1076961 h 1240600"/>
              <a:gd name="connsiteX2" fmla="*/ 906556 w 1665171"/>
              <a:gd name="connsiteY2" fmla="*/ 1240367 h 1240600"/>
              <a:gd name="connsiteX3" fmla="*/ 0 w 1665171"/>
              <a:gd name="connsiteY3" fmla="*/ 439731 h 1240600"/>
              <a:gd name="connsiteX0" fmla="*/ 1678193 w 1678193"/>
              <a:gd name="connsiteY0" fmla="*/ 0 h 1241544"/>
              <a:gd name="connsiteX1" fmla="*/ 1458593 w 1678193"/>
              <a:gd name="connsiteY1" fmla="*/ 1076961 h 1241544"/>
              <a:gd name="connsiteX2" fmla="*/ 919578 w 1678193"/>
              <a:gd name="connsiteY2" fmla="*/ 1240367 h 1241544"/>
              <a:gd name="connsiteX3" fmla="*/ 0 w 1678193"/>
              <a:gd name="connsiteY3" fmla="*/ 1101304 h 1241544"/>
              <a:gd name="connsiteX0" fmla="*/ 1678193 w 1678193"/>
              <a:gd name="connsiteY0" fmla="*/ 0 h 1256117"/>
              <a:gd name="connsiteX1" fmla="*/ 1458593 w 1678193"/>
              <a:gd name="connsiteY1" fmla="*/ 1076961 h 1256117"/>
              <a:gd name="connsiteX2" fmla="*/ 919578 w 1678193"/>
              <a:gd name="connsiteY2" fmla="*/ 1240367 h 1256117"/>
              <a:gd name="connsiteX3" fmla="*/ 0 w 1678193"/>
              <a:gd name="connsiteY3" fmla="*/ 1101304 h 1256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193" h="1256117">
                <a:moveTo>
                  <a:pt x="1678193" y="0"/>
                </a:moveTo>
                <a:cubicBezTo>
                  <a:pt x="1607749" y="229546"/>
                  <a:pt x="1585029" y="870233"/>
                  <a:pt x="1458593" y="1076961"/>
                </a:cubicBezTo>
                <a:cubicBezTo>
                  <a:pt x="1332157" y="1283689"/>
                  <a:pt x="1171358" y="1267471"/>
                  <a:pt x="919578" y="1240367"/>
                </a:cubicBezTo>
                <a:cubicBezTo>
                  <a:pt x="667798" y="1256409"/>
                  <a:pt x="206542" y="1103309"/>
                  <a:pt x="0" y="1101304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84B9BAE8-0910-435C-961E-548F3B1137F0}"/>
              </a:ext>
            </a:extLst>
          </p:cNvPr>
          <p:cNvSpPr/>
          <p:nvPr/>
        </p:nvSpPr>
        <p:spPr>
          <a:xfrm>
            <a:off x="5750318" y="2593347"/>
            <a:ext cx="3041626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dirty="0"/>
              <a:t>Thicker nasal cannula prongs, which occlude the nasal passages, combined with the high flow rates, generate small amounts of PEEP (~ 3-5 cm H</a:t>
            </a:r>
            <a:r>
              <a:rPr lang="en-US" sz="1600" baseline="-25000" dirty="0"/>
              <a:t>2</a:t>
            </a:r>
            <a:r>
              <a:rPr lang="en-US" sz="1600" dirty="0"/>
              <a:t>O). </a:t>
            </a:r>
          </a:p>
        </p:txBody>
      </p: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107873DB-619F-4580-9412-C9B1C47A24B8}"/>
              </a:ext>
            </a:extLst>
          </p:cNvPr>
          <p:cNvCxnSpPr>
            <a:cxnSpLocks/>
          </p:cNvCxnSpPr>
          <p:nvPr/>
        </p:nvCxnSpPr>
        <p:spPr>
          <a:xfrm>
            <a:off x="1575479" y="4330612"/>
            <a:ext cx="1689073" cy="249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2" name="Rectangle 251">
            <a:extLst>
              <a:ext uri="{FF2B5EF4-FFF2-40B4-BE49-F238E27FC236}">
                <a16:creationId xmlns:a16="http://schemas.microsoft.com/office/drawing/2014/main" id="{66F690CB-F388-4EF9-BA57-A1E9B3DA6CE3}"/>
              </a:ext>
            </a:extLst>
          </p:cNvPr>
          <p:cNvSpPr/>
          <p:nvPr/>
        </p:nvSpPr>
        <p:spPr>
          <a:xfrm>
            <a:off x="543214" y="4091832"/>
            <a:ext cx="14244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Thick nasal cannula prongs</a:t>
            </a:r>
          </a:p>
        </p:txBody>
      </p:sp>
      <p:sp>
        <p:nvSpPr>
          <p:cNvPr id="3073" name="TextBox 3072">
            <a:extLst>
              <a:ext uri="{FF2B5EF4-FFF2-40B4-BE49-F238E27FC236}">
                <a16:creationId xmlns:a16="http://schemas.microsoft.com/office/drawing/2014/main" id="{C3046547-9D30-4F39-865A-92271D046EB1}"/>
              </a:ext>
            </a:extLst>
          </p:cNvPr>
          <p:cNvSpPr txBox="1"/>
          <p:nvPr/>
        </p:nvSpPr>
        <p:spPr>
          <a:xfrm>
            <a:off x="3778804" y="5857154"/>
            <a:ext cx="10256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Set FiO</a:t>
            </a:r>
            <a:r>
              <a:rPr lang="en-US" sz="1400" baseline="-25000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074" name="Freeform: Shape 3073">
            <a:extLst>
              <a:ext uri="{FF2B5EF4-FFF2-40B4-BE49-F238E27FC236}">
                <a16:creationId xmlns:a16="http://schemas.microsoft.com/office/drawing/2014/main" id="{B46E9BAD-CB75-4C37-A2D9-8746CF2C5789}"/>
              </a:ext>
            </a:extLst>
          </p:cNvPr>
          <p:cNvSpPr/>
          <p:nvPr/>
        </p:nvSpPr>
        <p:spPr>
          <a:xfrm>
            <a:off x="3658724" y="3271128"/>
            <a:ext cx="447970" cy="552857"/>
          </a:xfrm>
          <a:custGeom>
            <a:avLst/>
            <a:gdLst>
              <a:gd name="connsiteX0" fmla="*/ 20711 w 461674"/>
              <a:gd name="connsiteY0" fmla="*/ 565879 h 565879"/>
              <a:gd name="connsiteX1" fmla="*/ 11085 w 461674"/>
              <a:gd name="connsiteY1" fmla="*/ 17239 h 565879"/>
              <a:gd name="connsiteX2" fmla="*/ 155464 w 461674"/>
              <a:gd name="connsiteY2" fmla="*/ 151992 h 565879"/>
              <a:gd name="connsiteX3" fmla="*/ 299843 w 461674"/>
              <a:gd name="connsiteY3" fmla="*/ 296371 h 565879"/>
              <a:gd name="connsiteX4" fmla="*/ 444222 w 461674"/>
              <a:gd name="connsiteY4" fmla="*/ 325247 h 565879"/>
              <a:gd name="connsiteX5" fmla="*/ 453847 w 461674"/>
              <a:gd name="connsiteY5" fmla="*/ 363748 h 565879"/>
              <a:gd name="connsiteX0" fmla="*/ 20711 w 454606"/>
              <a:gd name="connsiteY0" fmla="*/ 565879 h 565879"/>
              <a:gd name="connsiteX1" fmla="*/ 11085 w 454606"/>
              <a:gd name="connsiteY1" fmla="*/ 17239 h 565879"/>
              <a:gd name="connsiteX2" fmla="*/ 155464 w 454606"/>
              <a:gd name="connsiteY2" fmla="*/ 151992 h 565879"/>
              <a:gd name="connsiteX3" fmla="*/ 299843 w 454606"/>
              <a:gd name="connsiteY3" fmla="*/ 296371 h 565879"/>
              <a:gd name="connsiteX4" fmla="*/ 378606 w 454606"/>
              <a:gd name="connsiteY4" fmla="*/ 352763 h 565879"/>
              <a:gd name="connsiteX5" fmla="*/ 453847 w 454606"/>
              <a:gd name="connsiteY5" fmla="*/ 363748 h 565879"/>
              <a:gd name="connsiteX0" fmla="*/ 20711 w 456701"/>
              <a:gd name="connsiteY0" fmla="*/ 565879 h 565879"/>
              <a:gd name="connsiteX1" fmla="*/ 11085 w 456701"/>
              <a:gd name="connsiteY1" fmla="*/ 17239 h 565879"/>
              <a:gd name="connsiteX2" fmla="*/ 155464 w 456701"/>
              <a:gd name="connsiteY2" fmla="*/ 151992 h 565879"/>
              <a:gd name="connsiteX3" fmla="*/ 299843 w 456701"/>
              <a:gd name="connsiteY3" fmla="*/ 296371 h 565879"/>
              <a:gd name="connsiteX4" fmla="*/ 378606 w 456701"/>
              <a:gd name="connsiteY4" fmla="*/ 352763 h 565879"/>
              <a:gd name="connsiteX5" fmla="*/ 455963 w 456701"/>
              <a:gd name="connsiteY5" fmla="*/ 357398 h 565879"/>
              <a:gd name="connsiteX0" fmla="*/ 20711 w 456701"/>
              <a:gd name="connsiteY0" fmla="*/ 566621 h 566621"/>
              <a:gd name="connsiteX1" fmla="*/ 11085 w 456701"/>
              <a:gd name="connsiteY1" fmla="*/ 17981 h 566621"/>
              <a:gd name="connsiteX2" fmla="*/ 155464 w 456701"/>
              <a:gd name="connsiteY2" fmla="*/ 152734 h 566621"/>
              <a:gd name="connsiteX3" fmla="*/ 378606 w 456701"/>
              <a:gd name="connsiteY3" fmla="*/ 353505 h 566621"/>
              <a:gd name="connsiteX4" fmla="*/ 455963 w 456701"/>
              <a:gd name="connsiteY4" fmla="*/ 358140 h 566621"/>
              <a:gd name="connsiteX0" fmla="*/ 23056 w 459327"/>
              <a:gd name="connsiteY0" fmla="*/ 559975 h 559975"/>
              <a:gd name="connsiteX1" fmla="*/ 13430 w 459327"/>
              <a:gd name="connsiteY1" fmla="*/ 11335 h 559975"/>
              <a:gd name="connsiteX2" fmla="*/ 189559 w 459327"/>
              <a:gd name="connsiteY2" fmla="*/ 201121 h 559975"/>
              <a:gd name="connsiteX3" fmla="*/ 380951 w 459327"/>
              <a:gd name="connsiteY3" fmla="*/ 346859 h 559975"/>
              <a:gd name="connsiteX4" fmla="*/ 458308 w 459327"/>
              <a:gd name="connsiteY4" fmla="*/ 351494 h 559975"/>
              <a:gd name="connsiteX0" fmla="*/ 23056 w 458825"/>
              <a:gd name="connsiteY0" fmla="*/ 559881 h 559881"/>
              <a:gd name="connsiteX1" fmla="*/ 13430 w 458825"/>
              <a:gd name="connsiteY1" fmla="*/ 11241 h 559881"/>
              <a:gd name="connsiteX2" fmla="*/ 189559 w 458825"/>
              <a:gd name="connsiteY2" fmla="*/ 201027 h 559881"/>
              <a:gd name="connsiteX3" fmla="*/ 334385 w 458825"/>
              <a:gd name="connsiteY3" fmla="*/ 334065 h 559881"/>
              <a:gd name="connsiteX4" fmla="*/ 458308 w 458825"/>
              <a:gd name="connsiteY4" fmla="*/ 351400 h 559881"/>
              <a:gd name="connsiteX0" fmla="*/ 23056 w 458738"/>
              <a:gd name="connsiteY0" fmla="*/ 559727 h 559727"/>
              <a:gd name="connsiteX1" fmla="*/ 13430 w 458738"/>
              <a:gd name="connsiteY1" fmla="*/ 11087 h 559727"/>
              <a:gd name="connsiteX2" fmla="*/ 189559 w 458738"/>
              <a:gd name="connsiteY2" fmla="*/ 200873 h 559727"/>
              <a:gd name="connsiteX3" fmla="*/ 315335 w 458738"/>
              <a:gd name="connsiteY3" fmla="*/ 312745 h 559727"/>
              <a:gd name="connsiteX4" fmla="*/ 458308 w 458738"/>
              <a:gd name="connsiteY4" fmla="*/ 351246 h 559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738" h="559727">
                <a:moveTo>
                  <a:pt x="23056" y="559727"/>
                </a:moveTo>
                <a:cubicBezTo>
                  <a:pt x="7013" y="319897"/>
                  <a:pt x="-14320" y="70896"/>
                  <a:pt x="13430" y="11087"/>
                </a:cubicBezTo>
                <a:cubicBezTo>
                  <a:pt x="41180" y="-48722"/>
                  <a:pt x="139242" y="150597"/>
                  <a:pt x="189559" y="200873"/>
                </a:cubicBezTo>
                <a:cubicBezTo>
                  <a:pt x="239876" y="251149"/>
                  <a:pt x="270544" y="287683"/>
                  <a:pt x="315335" y="312745"/>
                </a:cubicBezTo>
                <a:cubicBezTo>
                  <a:pt x="360126" y="337807"/>
                  <a:pt x="466329" y="337610"/>
                  <a:pt x="458308" y="351246"/>
                </a:cubicBezTo>
              </a:path>
            </a:pathLst>
          </a:custGeom>
          <a:noFill/>
          <a:ln>
            <a:solidFill>
              <a:schemeClr val="accent1">
                <a:lumMod val="75000"/>
              </a:schemeClr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5" name="Freeform: Shape 264">
            <a:extLst>
              <a:ext uri="{FF2B5EF4-FFF2-40B4-BE49-F238E27FC236}">
                <a16:creationId xmlns:a16="http://schemas.microsoft.com/office/drawing/2014/main" id="{CB0EFFB9-87C2-4412-B99D-C0E4BDF525D1}"/>
              </a:ext>
            </a:extLst>
          </p:cNvPr>
          <p:cNvSpPr/>
          <p:nvPr/>
        </p:nvSpPr>
        <p:spPr>
          <a:xfrm>
            <a:off x="3719850" y="3454225"/>
            <a:ext cx="344390" cy="419972"/>
          </a:xfrm>
          <a:custGeom>
            <a:avLst/>
            <a:gdLst>
              <a:gd name="connsiteX0" fmla="*/ 20711 w 461674"/>
              <a:gd name="connsiteY0" fmla="*/ 565879 h 565879"/>
              <a:gd name="connsiteX1" fmla="*/ 11085 w 461674"/>
              <a:gd name="connsiteY1" fmla="*/ 17239 h 565879"/>
              <a:gd name="connsiteX2" fmla="*/ 155464 w 461674"/>
              <a:gd name="connsiteY2" fmla="*/ 151992 h 565879"/>
              <a:gd name="connsiteX3" fmla="*/ 299843 w 461674"/>
              <a:gd name="connsiteY3" fmla="*/ 296371 h 565879"/>
              <a:gd name="connsiteX4" fmla="*/ 444222 w 461674"/>
              <a:gd name="connsiteY4" fmla="*/ 325247 h 565879"/>
              <a:gd name="connsiteX5" fmla="*/ 453847 w 461674"/>
              <a:gd name="connsiteY5" fmla="*/ 363748 h 565879"/>
              <a:gd name="connsiteX0" fmla="*/ 20711 w 485293"/>
              <a:gd name="connsiteY0" fmla="*/ 565879 h 565879"/>
              <a:gd name="connsiteX1" fmla="*/ 11085 w 485293"/>
              <a:gd name="connsiteY1" fmla="*/ 17239 h 565879"/>
              <a:gd name="connsiteX2" fmla="*/ 155464 w 485293"/>
              <a:gd name="connsiteY2" fmla="*/ 151992 h 565879"/>
              <a:gd name="connsiteX3" fmla="*/ 299843 w 485293"/>
              <a:gd name="connsiteY3" fmla="*/ 296371 h 565879"/>
              <a:gd name="connsiteX4" fmla="*/ 444222 w 485293"/>
              <a:gd name="connsiteY4" fmla="*/ 325247 h 565879"/>
              <a:gd name="connsiteX5" fmla="*/ 483279 w 485293"/>
              <a:gd name="connsiteY5" fmla="*/ 351242 h 565879"/>
              <a:gd name="connsiteX0" fmla="*/ 20711 w 484334"/>
              <a:gd name="connsiteY0" fmla="*/ 565879 h 565879"/>
              <a:gd name="connsiteX1" fmla="*/ 11085 w 484334"/>
              <a:gd name="connsiteY1" fmla="*/ 17239 h 565879"/>
              <a:gd name="connsiteX2" fmla="*/ 155464 w 484334"/>
              <a:gd name="connsiteY2" fmla="*/ 151992 h 565879"/>
              <a:gd name="connsiteX3" fmla="*/ 299843 w 484334"/>
              <a:gd name="connsiteY3" fmla="*/ 296371 h 565879"/>
              <a:gd name="connsiteX4" fmla="*/ 421330 w 484334"/>
              <a:gd name="connsiteY4" fmla="*/ 334627 h 565879"/>
              <a:gd name="connsiteX5" fmla="*/ 483279 w 484334"/>
              <a:gd name="connsiteY5" fmla="*/ 351242 h 565879"/>
              <a:gd name="connsiteX0" fmla="*/ 20711 w 484332"/>
              <a:gd name="connsiteY0" fmla="*/ 565879 h 565879"/>
              <a:gd name="connsiteX1" fmla="*/ 11085 w 484332"/>
              <a:gd name="connsiteY1" fmla="*/ 17239 h 565879"/>
              <a:gd name="connsiteX2" fmla="*/ 155464 w 484332"/>
              <a:gd name="connsiteY2" fmla="*/ 151992 h 565879"/>
              <a:gd name="connsiteX3" fmla="*/ 299843 w 484332"/>
              <a:gd name="connsiteY3" fmla="*/ 296371 h 565879"/>
              <a:gd name="connsiteX4" fmla="*/ 421330 w 484332"/>
              <a:gd name="connsiteY4" fmla="*/ 334627 h 565879"/>
              <a:gd name="connsiteX5" fmla="*/ 483279 w 484332"/>
              <a:gd name="connsiteY5" fmla="*/ 335611 h 565879"/>
              <a:gd name="connsiteX0" fmla="*/ 48140 w 511763"/>
              <a:gd name="connsiteY0" fmla="*/ 657981 h 657981"/>
              <a:gd name="connsiteX1" fmla="*/ 5813 w 511763"/>
              <a:gd name="connsiteY1" fmla="*/ 12421 h 657981"/>
              <a:gd name="connsiteX2" fmla="*/ 182893 w 511763"/>
              <a:gd name="connsiteY2" fmla="*/ 244094 h 657981"/>
              <a:gd name="connsiteX3" fmla="*/ 327272 w 511763"/>
              <a:gd name="connsiteY3" fmla="*/ 388473 h 657981"/>
              <a:gd name="connsiteX4" fmla="*/ 448759 w 511763"/>
              <a:gd name="connsiteY4" fmla="*/ 426729 h 657981"/>
              <a:gd name="connsiteX5" fmla="*/ 510708 w 511763"/>
              <a:gd name="connsiteY5" fmla="*/ 427713 h 657981"/>
              <a:gd name="connsiteX0" fmla="*/ 48743 w 512364"/>
              <a:gd name="connsiteY0" fmla="*/ 659468 h 659468"/>
              <a:gd name="connsiteX1" fmla="*/ 6416 w 512364"/>
              <a:gd name="connsiteY1" fmla="*/ 13908 h 659468"/>
              <a:gd name="connsiteX2" fmla="*/ 193306 w 512364"/>
              <a:gd name="connsiteY2" fmla="*/ 229948 h 659468"/>
              <a:gd name="connsiteX3" fmla="*/ 327875 w 512364"/>
              <a:gd name="connsiteY3" fmla="*/ 389960 h 659468"/>
              <a:gd name="connsiteX4" fmla="*/ 449362 w 512364"/>
              <a:gd name="connsiteY4" fmla="*/ 428216 h 659468"/>
              <a:gd name="connsiteX5" fmla="*/ 511311 w 512364"/>
              <a:gd name="connsiteY5" fmla="*/ 429200 h 659468"/>
              <a:gd name="connsiteX0" fmla="*/ 48743 w 512288"/>
              <a:gd name="connsiteY0" fmla="*/ 659204 h 659204"/>
              <a:gd name="connsiteX1" fmla="*/ 6416 w 512288"/>
              <a:gd name="connsiteY1" fmla="*/ 13644 h 659204"/>
              <a:gd name="connsiteX2" fmla="*/ 193306 w 512288"/>
              <a:gd name="connsiteY2" fmla="*/ 229684 h 659204"/>
              <a:gd name="connsiteX3" fmla="*/ 350766 w 512288"/>
              <a:gd name="connsiteY3" fmla="*/ 355304 h 659204"/>
              <a:gd name="connsiteX4" fmla="*/ 449362 w 512288"/>
              <a:gd name="connsiteY4" fmla="*/ 427952 h 659204"/>
              <a:gd name="connsiteX5" fmla="*/ 511311 w 512288"/>
              <a:gd name="connsiteY5" fmla="*/ 428936 h 659204"/>
              <a:gd name="connsiteX0" fmla="*/ 48743 w 534909"/>
              <a:gd name="connsiteY0" fmla="*/ 659203 h 659203"/>
              <a:gd name="connsiteX1" fmla="*/ 6416 w 534909"/>
              <a:gd name="connsiteY1" fmla="*/ 13643 h 659203"/>
              <a:gd name="connsiteX2" fmla="*/ 193306 w 534909"/>
              <a:gd name="connsiteY2" fmla="*/ 229683 h 659203"/>
              <a:gd name="connsiteX3" fmla="*/ 350766 w 534909"/>
              <a:gd name="connsiteY3" fmla="*/ 355303 h 659203"/>
              <a:gd name="connsiteX4" fmla="*/ 449362 w 534909"/>
              <a:gd name="connsiteY4" fmla="*/ 427951 h 659203"/>
              <a:gd name="connsiteX5" fmla="*/ 534203 w 534909"/>
              <a:gd name="connsiteY5" fmla="*/ 407049 h 659203"/>
              <a:gd name="connsiteX0" fmla="*/ 48743 w 534909"/>
              <a:gd name="connsiteY0" fmla="*/ 659203 h 659203"/>
              <a:gd name="connsiteX1" fmla="*/ 6416 w 534909"/>
              <a:gd name="connsiteY1" fmla="*/ 13643 h 659203"/>
              <a:gd name="connsiteX2" fmla="*/ 193306 w 534909"/>
              <a:gd name="connsiteY2" fmla="*/ 229683 h 659203"/>
              <a:gd name="connsiteX3" fmla="*/ 350766 w 534909"/>
              <a:gd name="connsiteY3" fmla="*/ 355303 h 659203"/>
              <a:gd name="connsiteX4" fmla="*/ 449362 w 534909"/>
              <a:gd name="connsiteY4" fmla="*/ 402938 h 659203"/>
              <a:gd name="connsiteX5" fmla="*/ 534203 w 534909"/>
              <a:gd name="connsiteY5" fmla="*/ 407049 h 659203"/>
              <a:gd name="connsiteX0" fmla="*/ 57756 w 543922"/>
              <a:gd name="connsiteY0" fmla="*/ 629324 h 629324"/>
              <a:gd name="connsiteX1" fmla="*/ 5619 w 543922"/>
              <a:gd name="connsiteY1" fmla="*/ 15029 h 629324"/>
              <a:gd name="connsiteX2" fmla="*/ 202319 w 543922"/>
              <a:gd name="connsiteY2" fmla="*/ 199804 h 629324"/>
              <a:gd name="connsiteX3" fmla="*/ 359779 w 543922"/>
              <a:gd name="connsiteY3" fmla="*/ 325424 h 629324"/>
              <a:gd name="connsiteX4" fmla="*/ 458375 w 543922"/>
              <a:gd name="connsiteY4" fmla="*/ 373059 h 629324"/>
              <a:gd name="connsiteX5" fmla="*/ 543216 w 543922"/>
              <a:gd name="connsiteY5" fmla="*/ 377170 h 629324"/>
              <a:gd name="connsiteX0" fmla="*/ 57758 w 543941"/>
              <a:gd name="connsiteY0" fmla="*/ 629237 h 629237"/>
              <a:gd name="connsiteX1" fmla="*/ 5621 w 543941"/>
              <a:gd name="connsiteY1" fmla="*/ 14942 h 629237"/>
              <a:gd name="connsiteX2" fmla="*/ 202321 w 543941"/>
              <a:gd name="connsiteY2" fmla="*/ 199717 h 629237"/>
              <a:gd name="connsiteX3" fmla="*/ 349970 w 543941"/>
              <a:gd name="connsiteY3" fmla="*/ 315958 h 629237"/>
              <a:gd name="connsiteX4" fmla="*/ 458377 w 543941"/>
              <a:gd name="connsiteY4" fmla="*/ 372972 h 629237"/>
              <a:gd name="connsiteX5" fmla="*/ 543218 w 543941"/>
              <a:gd name="connsiteY5" fmla="*/ 377083 h 629237"/>
              <a:gd name="connsiteX0" fmla="*/ 57758 w 543941"/>
              <a:gd name="connsiteY0" fmla="*/ 629767 h 629767"/>
              <a:gd name="connsiteX1" fmla="*/ 5621 w 543941"/>
              <a:gd name="connsiteY1" fmla="*/ 15472 h 629767"/>
              <a:gd name="connsiteX2" fmla="*/ 202321 w 543941"/>
              <a:gd name="connsiteY2" fmla="*/ 200247 h 629767"/>
              <a:gd name="connsiteX3" fmla="*/ 458377 w 543941"/>
              <a:gd name="connsiteY3" fmla="*/ 373502 h 629767"/>
              <a:gd name="connsiteX4" fmla="*/ 543218 w 543941"/>
              <a:gd name="connsiteY4" fmla="*/ 377613 h 629767"/>
              <a:gd name="connsiteX0" fmla="*/ 58323 w 544859"/>
              <a:gd name="connsiteY0" fmla="*/ 627424 h 627424"/>
              <a:gd name="connsiteX1" fmla="*/ 6186 w 544859"/>
              <a:gd name="connsiteY1" fmla="*/ 13129 h 627424"/>
              <a:gd name="connsiteX2" fmla="*/ 212697 w 544859"/>
              <a:gd name="connsiteY2" fmla="*/ 219789 h 627424"/>
              <a:gd name="connsiteX3" fmla="*/ 458942 w 544859"/>
              <a:gd name="connsiteY3" fmla="*/ 371159 h 627424"/>
              <a:gd name="connsiteX4" fmla="*/ 543783 w 544859"/>
              <a:gd name="connsiteY4" fmla="*/ 375270 h 627424"/>
              <a:gd name="connsiteX0" fmla="*/ 58323 w 544857"/>
              <a:gd name="connsiteY0" fmla="*/ 628031 h 628031"/>
              <a:gd name="connsiteX1" fmla="*/ 6186 w 544857"/>
              <a:gd name="connsiteY1" fmla="*/ 13736 h 628031"/>
              <a:gd name="connsiteX2" fmla="*/ 212697 w 544857"/>
              <a:gd name="connsiteY2" fmla="*/ 220396 h 628031"/>
              <a:gd name="connsiteX3" fmla="*/ 458942 w 544857"/>
              <a:gd name="connsiteY3" fmla="*/ 371766 h 628031"/>
              <a:gd name="connsiteX4" fmla="*/ 543783 w 544857"/>
              <a:gd name="connsiteY4" fmla="*/ 375877 h 628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4857" h="628031">
                <a:moveTo>
                  <a:pt x="58323" y="628031"/>
                </a:moveTo>
                <a:cubicBezTo>
                  <a:pt x="42280" y="388201"/>
                  <a:pt x="-19543" y="81675"/>
                  <a:pt x="6186" y="13736"/>
                </a:cubicBezTo>
                <a:cubicBezTo>
                  <a:pt x="31915" y="-54203"/>
                  <a:pt x="127427" y="148218"/>
                  <a:pt x="212697" y="220396"/>
                </a:cubicBezTo>
                <a:cubicBezTo>
                  <a:pt x="297967" y="292574"/>
                  <a:pt x="403761" y="345853"/>
                  <a:pt x="458942" y="371766"/>
                </a:cubicBezTo>
                <a:cubicBezTo>
                  <a:pt x="514123" y="397679"/>
                  <a:pt x="551804" y="362241"/>
                  <a:pt x="543783" y="375877"/>
                </a:cubicBezTo>
              </a:path>
            </a:pathLst>
          </a:custGeom>
          <a:noFill/>
          <a:ln>
            <a:solidFill>
              <a:schemeClr val="accent1">
                <a:lumMod val="75000"/>
              </a:schemeClr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3CA2506C-F921-412A-B8A5-F940637A4F62}"/>
              </a:ext>
            </a:extLst>
          </p:cNvPr>
          <p:cNvSpPr txBox="1"/>
          <p:nvPr/>
        </p:nvSpPr>
        <p:spPr>
          <a:xfrm>
            <a:off x="2498814" y="3457317"/>
            <a:ext cx="9060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B0F0"/>
                </a:solidFill>
              </a:rPr>
              <a:t>PEEP</a:t>
            </a:r>
          </a:p>
        </p:txBody>
      </p:sp>
      <p:sp>
        <p:nvSpPr>
          <p:cNvPr id="3090" name="Freeform: Shape 3089">
            <a:extLst>
              <a:ext uri="{FF2B5EF4-FFF2-40B4-BE49-F238E27FC236}">
                <a16:creationId xmlns:a16="http://schemas.microsoft.com/office/drawing/2014/main" id="{3B895791-4F99-40DF-B371-D9EC59DE5D97}"/>
              </a:ext>
            </a:extLst>
          </p:cNvPr>
          <p:cNvSpPr/>
          <p:nvPr/>
        </p:nvSpPr>
        <p:spPr>
          <a:xfrm>
            <a:off x="3222915" y="5545327"/>
            <a:ext cx="492737" cy="62308"/>
          </a:xfrm>
          <a:custGeom>
            <a:avLst/>
            <a:gdLst>
              <a:gd name="connsiteX0" fmla="*/ 0 w 501805"/>
              <a:gd name="connsiteY0" fmla="*/ 17153 h 28304"/>
              <a:gd name="connsiteX1" fmla="*/ 167269 w 501805"/>
              <a:gd name="connsiteY1" fmla="*/ 426 h 28304"/>
              <a:gd name="connsiteX2" fmla="*/ 312235 w 501805"/>
              <a:gd name="connsiteY2" fmla="*/ 6002 h 28304"/>
              <a:gd name="connsiteX3" fmla="*/ 407020 w 501805"/>
              <a:gd name="connsiteY3" fmla="*/ 17153 h 28304"/>
              <a:gd name="connsiteX4" fmla="*/ 485078 w 501805"/>
              <a:gd name="connsiteY4" fmla="*/ 28304 h 28304"/>
              <a:gd name="connsiteX5" fmla="*/ 485078 w 501805"/>
              <a:gd name="connsiteY5" fmla="*/ 28304 h 28304"/>
              <a:gd name="connsiteX6" fmla="*/ 501805 w 501805"/>
              <a:gd name="connsiteY6" fmla="*/ 28304 h 28304"/>
              <a:gd name="connsiteX0" fmla="*/ 0 w 501805"/>
              <a:gd name="connsiteY0" fmla="*/ 22442 h 33593"/>
              <a:gd name="connsiteX1" fmla="*/ 167269 w 501805"/>
              <a:gd name="connsiteY1" fmla="*/ 5715 h 33593"/>
              <a:gd name="connsiteX2" fmla="*/ 306296 w 501805"/>
              <a:gd name="connsiteY2" fmla="*/ 936 h 33593"/>
              <a:gd name="connsiteX3" fmla="*/ 407020 w 501805"/>
              <a:gd name="connsiteY3" fmla="*/ 22442 h 33593"/>
              <a:gd name="connsiteX4" fmla="*/ 485078 w 501805"/>
              <a:gd name="connsiteY4" fmla="*/ 33593 h 33593"/>
              <a:gd name="connsiteX5" fmla="*/ 485078 w 501805"/>
              <a:gd name="connsiteY5" fmla="*/ 33593 h 33593"/>
              <a:gd name="connsiteX6" fmla="*/ 501805 w 501805"/>
              <a:gd name="connsiteY6" fmla="*/ 33593 h 33593"/>
              <a:gd name="connsiteX0" fmla="*/ 0 w 501805"/>
              <a:gd name="connsiteY0" fmla="*/ 23227 h 34378"/>
              <a:gd name="connsiteX1" fmla="*/ 167269 w 501805"/>
              <a:gd name="connsiteY1" fmla="*/ 6500 h 34378"/>
              <a:gd name="connsiteX2" fmla="*/ 306296 w 501805"/>
              <a:gd name="connsiteY2" fmla="*/ 1721 h 34378"/>
              <a:gd name="connsiteX3" fmla="*/ 485078 w 501805"/>
              <a:gd name="connsiteY3" fmla="*/ 34378 h 34378"/>
              <a:gd name="connsiteX4" fmla="*/ 485078 w 501805"/>
              <a:gd name="connsiteY4" fmla="*/ 34378 h 34378"/>
              <a:gd name="connsiteX5" fmla="*/ 501805 w 501805"/>
              <a:gd name="connsiteY5" fmla="*/ 34378 h 34378"/>
              <a:gd name="connsiteX0" fmla="*/ 0 w 501805"/>
              <a:gd name="connsiteY0" fmla="*/ 18376 h 29527"/>
              <a:gd name="connsiteX1" fmla="*/ 167269 w 501805"/>
              <a:gd name="connsiteY1" fmla="*/ 1649 h 29527"/>
              <a:gd name="connsiteX2" fmla="*/ 347865 w 501805"/>
              <a:gd name="connsiteY2" fmla="*/ 3774 h 29527"/>
              <a:gd name="connsiteX3" fmla="*/ 485078 w 501805"/>
              <a:gd name="connsiteY3" fmla="*/ 29527 h 29527"/>
              <a:gd name="connsiteX4" fmla="*/ 485078 w 501805"/>
              <a:gd name="connsiteY4" fmla="*/ 29527 h 29527"/>
              <a:gd name="connsiteX5" fmla="*/ 501805 w 501805"/>
              <a:gd name="connsiteY5" fmla="*/ 29527 h 2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1805" h="29527">
                <a:moveTo>
                  <a:pt x="0" y="18376"/>
                </a:moveTo>
                <a:cubicBezTo>
                  <a:pt x="57615" y="10941"/>
                  <a:pt x="109292" y="4083"/>
                  <a:pt x="167269" y="1649"/>
                </a:cubicBezTo>
                <a:cubicBezTo>
                  <a:pt x="225246" y="-785"/>
                  <a:pt x="294897" y="-872"/>
                  <a:pt x="347865" y="3774"/>
                </a:cubicBezTo>
                <a:cubicBezTo>
                  <a:pt x="400833" y="8420"/>
                  <a:pt x="462209" y="25235"/>
                  <a:pt x="485078" y="29527"/>
                </a:cubicBezTo>
                <a:lnTo>
                  <a:pt x="485078" y="29527"/>
                </a:lnTo>
                <a:lnTo>
                  <a:pt x="501805" y="29527"/>
                </a:lnTo>
              </a:path>
            </a:pathLst>
          </a:custGeom>
          <a:noFill/>
          <a:ln w="34925">
            <a:solidFill>
              <a:srgbClr val="FEF9F8"/>
            </a:solidFill>
          </a:ln>
          <a:effectLst>
            <a:outerShdw blurRad="101600" dist="12700" dir="5400000" algn="t" rotWithShape="0">
              <a:prstClr val="black">
                <a:alpha val="3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0" name="Freeform: Shape 279">
            <a:extLst>
              <a:ext uri="{FF2B5EF4-FFF2-40B4-BE49-F238E27FC236}">
                <a16:creationId xmlns:a16="http://schemas.microsoft.com/office/drawing/2014/main" id="{6A2340CE-071E-49D6-B025-102F19B95C44}"/>
              </a:ext>
            </a:extLst>
          </p:cNvPr>
          <p:cNvSpPr/>
          <p:nvPr/>
        </p:nvSpPr>
        <p:spPr>
          <a:xfrm>
            <a:off x="3222915" y="5675392"/>
            <a:ext cx="492737" cy="70000"/>
          </a:xfrm>
          <a:custGeom>
            <a:avLst/>
            <a:gdLst>
              <a:gd name="connsiteX0" fmla="*/ 0 w 501805"/>
              <a:gd name="connsiteY0" fmla="*/ 17153 h 28304"/>
              <a:gd name="connsiteX1" fmla="*/ 167269 w 501805"/>
              <a:gd name="connsiteY1" fmla="*/ 426 h 28304"/>
              <a:gd name="connsiteX2" fmla="*/ 312235 w 501805"/>
              <a:gd name="connsiteY2" fmla="*/ 6002 h 28304"/>
              <a:gd name="connsiteX3" fmla="*/ 407020 w 501805"/>
              <a:gd name="connsiteY3" fmla="*/ 17153 h 28304"/>
              <a:gd name="connsiteX4" fmla="*/ 485078 w 501805"/>
              <a:gd name="connsiteY4" fmla="*/ 28304 h 28304"/>
              <a:gd name="connsiteX5" fmla="*/ 485078 w 501805"/>
              <a:gd name="connsiteY5" fmla="*/ 28304 h 28304"/>
              <a:gd name="connsiteX6" fmla="*/ 501805 w 501805"/>
              <a:gd name="connsiteY6" fmla="*/ 28304 h 28304"/>
              <a:gd name="connsiteX0" fmla="*/ 0 w 501805"/>
              <a:gd name="connsiteY0" fmla="*/ 22442 h 33593"/>
              <a:gd name="connsiteX1" fmla="*/ 167269 w 501805"/>
              <a:gd name="connsiteY1" fmla="*/ 5715 h 33593"/>
              <a:gd name="connsiteX2" fmla="*/ 306296 w 501805"/>
              <a:gd name="connsiteY2" fmla="*/ 936 h 33593"/>
              <a:gd name="connsiteX3" fmla="*/ 407020 w 501805"/>
              <a:gd name="connsiteY3" fmla="*/ 22442 h 33593"/>
              <a:gd name="connsiteX4" fmla="*/ 485078 w 501805"/>
              <a:gd name="connsiteY4" fmla="*/ 33593 h 33593"/>
              <a:gd name="connsiteX5" fmla="*/ 485078 w 501805"/>
              <a:gd name="connsiteY5" fmla="*/ 33593 h 33593"/>
              <a:gd name="connsiteX6" fmla="*/ 501805 w 501805"/>
              <a:gd name="connsiteY6" fmla="*/ 33593 h 33593"/>
              <a:gd name="connsiteX0" fmla="*/ 0 w 501805"/>
              <a:gd name="connsiteY0" fmla="*/ 23227 h 34378"/>
              <a:gd name="connsiteX1" fmla="*/ 167269 w 501805"/>
              <a:gd name="connsiteY1" fmla="*/ 6500 h 34378"/>
              <a:gd name="connsiteX2" fmla="*/ 306296 w 501805"/>
              <a:gd name="connsiteY2" fmla="*/ 1721 h 34378"/>
              <a:gd name="connsiteX3" fmla="*/ 485078 w 501805"/>
              <a:gd name="connsiteY3" fmla="*/ 34378 h 34378"/>
              <a:gd name="connsiteX4" fmla="*/ 485078 w 501805"/>
              <a:gd name="connsiteY4" fmla="*/ 34378 h 34378"/>
              <a:gd name="connsiteX5" fmla="*/ 501805 w 501805"/>
              <a:gd name="connsiteY5" fmla="*/ 34378 h 34378"/>
              <a:gd name="connsiteX0" fmla="*/ 0 w 501805"/>
              <a:gd name="connsiteY0" fmla="*/ 18376 h 29527"/>
              <a:gd name="connsiteX1" fmla="*/ 167269 w 501805"/>
              <a:gd name="connsiteY1" fmla="*/ 1649 h 29527"/>
              <a:gd name="connsiteX2" fmla="*/ 347865 w 501805"/>
              <a:gd name="connsiteY2" fmla="*/ 3774 h 29527"/>
              <a:gd name="connsiteX3" fmla="*/ 485078 w 501805"/>
              <a:gd name="connsiteY3" fmla="*/ 29527 h 29527"/>
              <a:gd name="connsiteX4" fmla="*/ 485078 w 501805"/>
              <a:gd name="connsiteY4" fmla="*/ 29527 h 29527"/>
              <a:gd name="connsiteX5" fmla="*/ 501805 w 501805"/>
              <a:gd name="connsiteY5" fmla="*/ 29527 h 2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1805" h="29527">
                <a:moveTo>
                  <a:pt x="0" y="18376"/>
                </a:moveTo>
                <a:cubicBezTo>
                  <a:pt x="57615" y="10941"/>
                  <a:pt x="109292" y="4083"/>
                  <a:pt x="167269" y="1649"/>
                </a:cubicBezTo>
                <a:cubicBezTo>
                  <a:pt x="225246" y="-785"/>
                  <a:pt x="294897" y="-872"/>
                  <a:pt x="347865" y="3774"/>
                </a:cubicBezTo>
                <a:cubicBezTo>
                  <a:pt x="400833" y="8420"/>
                  <a:pt x="462209" y="25235"/>
                  <a:pt x="485078" y="29527"/>
                </a:cubicBezTo>
                <a:lnTo>
                  <a:pt x="485078" y="29527"/>
                </a:lnTo>
                <a:lnTo>
                  <a:pt x="501805" y="29527"/>
                </a:lnTo>
              </a:path>
            </a:pathLst>
          </a:custGeom>
          <a:noFill/>
          <a:ln w="34925">
            <a:solidFill>
              <a:srgbClr val="FEF9F8"/>
            </a:solidFill>
          </a:ln>
          <a:effectLst>
            <a:outerShdw blurRad="101600" dist="12700" dir="5400000" algn="t" rotWithShape="0">
              <a:prstClr val="black">
                <a:alpha val="3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Freeform: Shape 280">
            <a:extLst>
              <a:ext uri="{FF2B5EF4-FFF2-40B4-BE49-F238E27FC236}">
                <a16:creationId xmlns:a16="http://schemas.microsoft.com/office/drawing/2014/main" id="{5F49E5B4-ACEB-42BB-955F-8997A6C3924C}"/>
              </a:ext>
            </a:extLst>
          </p:cNvPr>
          <p:cNvSpPr/>
          <p:nvPr/>
        </p:nvSpPr>
        <p:spPr>
          <a:xfrm>
            <a:off x="3222915" y="5811039"/>
            <a:ext cx="492737" cy="73428"/>
          </a:xfrm>
          <a:custGeom>
            <a:avLst/>
            <a:gdLst>
              <a:gd name="connsiteX0" fmla="*/ 0 w 501805"/>
              <a:gd name="connsiteY0" fmla="*/ 17153 h 28304"/>
              <a:gd name="connsiteX1" fmla="*/ 167269 w 501805"/>
              <a:gd name="connsiteY1" fmla="*/ 426 h 28304"/>
              <a:gd name="connsiteX2" fmla="*/ 312235 w 501805"/>
              <a:gd name="connsiteY2" fmla="*/ 6002 h 28304"/>
              <a:gd name="connsiteX3" fmla="*/ 407020 w 501805"/>
              <a:gd name="connsiteY3" fmla="*/ 17153 h 28304"/>
              <a:gd name="connsiteX4" fmla="*/ 485078 w 501805"/>
              <a:gd name="connsiteY4" fmla="*/ 28304 h 28304"/>
              <a:gd name="connsiteX5" fmla="*/ 485078 w 501805"/>
              <a:gd name="connsiteY5" fmla="*/ 28304 h 28304"/>
              <a:gd name="connsiteX6" fmla="*/ 501805 w 501805"/>
              <a:gd name="connsiteY6" fmla="*/ 28304 h 28304"/>
              <a:gd name="connsiteX0" fmla="*/ 0 w 501805"/>
              <a:gd name="connsiteY0" fmla="*/ 22442 h 33593"/>
              <a:gd name="connsiteX1" fmla="*/ 167269 w 501805"/>
              <a:gd name="connsiteY1" fmla="*/ 5715 h 33593"/>
              <a:gd name="connsiteX2" fmla="*/ 306296 w 501805"/>
              <a:gd name="connsiteY2" fmla="*/ 936 h 33593"/>
              <a:gd name="connsiteX3" fmla="*/ 407020 w 501805"/>
              <a:gd name="connsiteY3" fmla="*/ 22442 h 33593"/>
              <a:gd name="connsiteX4" fmla="*/ 485078 w 501805"/>
              <a:gd name="connsiteY4" fmla="*/ 33593 h 33593"/>
              <a:gd name="connsiteX5" fmla="*/ 485078 w 501805"/>
              <a:gd name="connsiteY5" fmla="*/ 33593 h 33593"/>
              <a:gd name="connsiteX6" fmla="*/ 501805 w 501805"/>
              <a:gd name="connsiteY6" fmla="*/ 33593 h 33593"/>
              <a:gd name="connsiteX0" fmla="*/ 0 w 501805"/>
              <a:gd name="connsiteY0" fmla="*/ 23227 h 34378"/>
              <a:gd name="connsiteX1" fmla="*/ 167269 w 501805"/>
              <a:gd name="connsiteY1" fmla="*/ 6500 h 34378"/>
              <a:gd name="connsiteX2" fmla="*/ 306296 w 501805"/>
              <a:gd name="connsiteY2" fmla="*/ 1721 h 34378"/>
              <a:gd name="connsiteX3" fmla="*/ 485078 w 501805"/>
              <a:gd name="connsiteY3" fmla="*/ 34378 h 34378"/>
              <a:gd name="connsiteX4" fmla="*/ 485078 w 501805"/>
              <a:gd name="connsiteY4" fmla="*/ 34378 h 34378"/>
              <a:gd name="connsiteX5" fmla="*/ 501805 w 501805"/>
              <a:gd name="connsiteY5" fmla="*/ 34378 h 34378"/>
              <a:gd name="connsiteX0" fmla="*/ 0 w 501805"/>
              <a:gd name="connsiteY0" fmla="*/ 18376 h 29527"/>
              <a:gd name="connsiteX1" fmla="*/ 167269 w 501805"/>
              <a:gd name="connsiteY1" fmla="*/ 1649 h 29527"/>
              <a:gd name="connsiteX2" fmla="*/ 347865 w 501805"/>
              <a:gd name="connsiteY2" fmla="*/ 3774 h 29527"/>
              <a:gd name="connsiteX3" fmla="*/ 485078 w 501805"/>
              <a:gd name="connsiteY3" fmla="*/ 29527 h 29527"/>
              <a:gd name="connsiteX4" fmla="*/ 485078 w 501805"/>
              <a:gd name="connsiteY4" fmla="*/ 29527 h 29527"/>
              <a:gd name="connsiteX5" fmla="*/ 501805 w 501805"/>
              <a:gd name="connsiteY5" fmla="*/ 29527 h 2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1805" h="29527">
                <a:moveTo>
                  <a:pt x="0" y="18376"/>
                </a:moveTo>
                <a:cubicBezTo>
                  <a:pt x="57615" y="10941"/>
                  <a:pt x="109292" y="4083"/>
                  <a:pt x="167269" y="1649"/>
                </a:cubicBezTo>
                <a:cubicBezTo>
                  <a:pt x="225246" y="-785"/>
                  <a:pt x="294897" y="-872"/>
                  <a:pt x="347865" y="3774"/>
                </a:cubicBezTo>
                <a:cubicBezTo>
                  <a:pt x="400833" y="8420"/>
                  <a:pt x="462209" y="25235"/>
                  <a:pt x="485078" y="29527"/>
                </a:cubicBezTo>
                <a:lnTo>
                  <a:pt x="485078" y="29527"/>
                </a:lnTo>
                <a:lnTo>
                  <a:pt x="501805" y="29527"/>
                </a:lnTo>
              </a:path>
            </a:pathLst>
          </a:custGeom>
          <a:noFill/>
          <a:ln w="34925">
            <a:solidFill>
              <a:srgbClr val="FEF9F8"/>
            </a:solidFill>
          </a:ln>
          <a:effectLst>
            <a:outerShdw blurRad="101600" dist="12700" dir="5400000" algn="t" rotWithShape="0">
              <a:prstClr val="black">
                <a:alpha val="3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" name="Freeform: Shape 281">
            <a:extLst>
              <a:ext uri="{FF2B5EF4-FFF2-40B4-BE49-F238E27FC236}">
                <a16:creationId xmlns:a16="http://schemas.microsoft.com/office/drawing/2014/main" id="{50B9B392-173E-4828-9727-968886CCC7B9}"/>
              </a:ext>
            </a:extLst>
          </p:cNvPr>
          <p:cNvSpPr/>
          <p:nvPr/>
        </p:nvSpPr>
        <p:spPr>
          <a:xfrm>
            <a:off x="3222986" y="5950104"/>
            <a:ext cx="492666" cy="74453"/>
          </a:xfrm>
          <a:custGeom>
            <a:avLst/>
            <a:gdLst>
              <a:gd name="connsiteX0" fmla="*/ 0 w 501805"/>
              <a:gd name="connsiteY0" fmla="*/ 17153 h 28304"/>
              <a:gd name="connsiteX1" fmla="*/ 167269 w 501805"/>
              <a:gd name="connsiteY1" fmla="*/ 426 h 28304"/>
              <a:gd name="connsiteX2" fmla="*/ 312235 w 501805"/>
              <a:gd name="connsiteY2" fmla="*/ 6002 h 28304"/>
              <a:gd name="connsiteX3" fmla="*/ 407020 w 501805"/>
              <a:gd name="connsiteY3" fmla="*/ 17153 h 28304"/>
              <a:gd name="connsiteX4" fmla="*/ 485078 w 501805"/>
              <a:gd name="connsiteY4" fmla="*/ 28304 h 28304"/>
              <a:gd name="connsiteX5" fmla="*/ 485078 w 501805"/>
              <a:gd name="connsiteY5" fmla="*/ 28304 h 28304"/>
              <a:gd name="connsiteX6" fmla="*/ 501805 w 501805"/>
              <a:gd name="connsiteY6" fmla="*/ 28304 h 28304"/>
              <a:gd name="connsiteX0" fmla="*/ 0 w 501805"/>
              <a:gd name="connsiteY0" fmla="*/ 22442 h 33593"/>
              <a:gd name="connsiteX1" fmla="*/ 167269 w 501805"/>
              <a:gd name="connsiteY1" fmla="*/ 5715 h 33593"/>
              <a:gd name="connsiteX2" fmla="*/ 306296 w 501805"/>
              <a:gd name="connsiteY2" fmla="*/ 936 h 33593"/>
              <a:gd name="connsiteX3" fmla="*/ 407020 w 501805"/>
              <a:gd name="connsiteY3" fmla="*/ 22442 h 33593"/>
              <a:gd name="connsiteX4" fmla="*/ 485078 w 501805"/>
              <a:gd name="connsiteY4" fmla="*/ 33593 h 33593"/>
              <a:gd name="connsiteX5" fmla="*/ 485078 w 501805"/>
              <a:gd name="connsiteY5" fmla="*/ 33593 h 33593"/>
              <a:gd name="connsiteX6" fmla="*/ 501805 w 501805"/>
              <a:gd name="connsiteY6" fmla="*/ 33593 h 33593"/>
              <a:gd name="connsiteX0" fmla="*/ 0 w 501805"/>
              <a:gd name="connsiteY0" fmla="*/ 23227 h 34378"/>
              <a:gd name="connsiteX1" fmla="*/ 167269 w 501805"/>
              <a:gd name="connsiteY1" fmla="*/ 6500 h 34378"/>
              <a:gd name="connsiteX2" fmla="*/ 306296 w 501805"/>
              <a:gd name="connsiteY2" fmla="*/ 1721 h 34378"/>
              <a:gd name="connsiteX3" fmla="*/ 485078 w 501805"/>
              <a:gd name="connsiteY3" fmla="*/ 34378 h 34378"/>
              <a:gd name="connsiteX4" fmla="*/ 485078 w 501805"/>
              <a:gd name="connsiteY4" fmla="*/ 34378 h 34378"/>
              <a:gd name="connsiteX5" fmla="*/ 501805 w 501805"/>
              <a:gd name="connsiteY5" fmla="*/ 34378 h 34378"/>
              <a:gd name="connsiteX0" fmla="*/ 0 w 501805"/>
              <a:gd name="connsiteY0" fmla="*/ 18376 h 29527"/>
              <a:gd name="connsiteX1" fmla="*/ 167269 w 501805"/>
              <a:gd name="connsiteY1" fmla="*/ 1649 h 29527"/>
              <a:gd name="connsiteX2" fmla="*/ 347865 w 501805"/>
              <a:gd name="connsiteY2" fmla="*/ 3774 h 29527"/>
              <a:gd name="connsiteX3" fmla="*/ 485078 w 501805"/>
              <a:gd name="connsiteY3" fmla="*/ 29527 h 29527"/>
              <a:gd name="connsiteX4" fmla="*/ 485078 w 501805"/>
              <a:gd name="connsiteY4" fmla="*/ 29527 h 29527"/>
              <a:gd name="connsiteX5" fmla="*/ 501805 w 501805"/>
              <a:gd name="connsiteY5" fmla="*/ 29527 h 2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1805" h="29527">
                <a:moveTo>
                  <a:pt x="0" y="18376"/>
                </a:moveTo>
                <a:cubicBezTo>
                  <a:pt x="57615" y="10941"/>
                  <a:pt x="109292" y="4083"/>
                  <a:pt x="167269" y="1649"/>
                </a:cubicBezTo>
                <a:cubicBezTo>
                  <a:pt x="225246" y="-785"/>
                  <a:pt x="294897" y="-872"/>
                  <a:pt x="347865" y="3774"/>
                </a:cubicBezTo>
                <a:cubicBezTo>
                  <a:pt x="400833" y="8420"/>
                  <a:pt x="462209" y="25235"/>
                  <a:pt x="485078" y="29527"/>
                </a:cubicBezTo>
                <a:lnTo>
                  <a:pt x="485078" y="29527"/>
                </a:lnTo>
                <a:lnTo>
                  <a:pt x="501805" y="29527"/>
                </a:lnTo>
              </a:path>
            </a:pathLst>
          </a:custGeom>
          <a:noFill/>
          <a:ln w="34925">
            <a:solidFill>
              <a:srgbClr val="FEF9F8"/>
            </a:solidFill>
          </a:ln>
          <a:effectLst>
            <a:outerShdw blurRad="101600" dist="12700" dir="5400000" algn="t" rotWithShape="0">
              <a:prstClr val="black">
                <a:alpha val="3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Freeform: Shape 282">
            <a:extLst>
              <a:ext uri="{FF2B5EF4-FFF2-40B4-BE49-F238E27FC236}">
                <a16:creationId xmlns:a16="http://schemas.microsoft.com/office/drawing/2014/main" id="{3D092F4F-05E3-4C51-AA68-C7EF34E6985F}"/>
              </a:ext>
            </a:extLst>
          </p:cNvPr>
          <p:cNvSpPr/>
          <p:nvPr/>
        </p:nvSpPr>
        <p:spPr>
          <a:xfrm>
            <a:off x="3222915" y="6074080"/>
            <a:ext cx="487162" cy="83553"/>
          </a:xfrm>
          <a:custGeom>
            <a:avLst/>
            <a:gdLst>
              <a:gd name="connsiteX0" fmla="*/ 0 w 501805"/>
              <a:gd name="connsiteY0" fmla="*/ 17153 h 28304"/>
              <a:gd name="connsiteX1" fmla="*/ 167269 w 501805"/>
              <a:gd name="connsiteY1" fmla="*/ 426 h 28304"/>
              <a:gd name="connsiteX2" fmla="*/ 312235 w 501805"/>
              <a:gd name="connsiteY2" fmla="*/ 6002 h 28304"/>
              <a:gd name="connsiteX3" fmla="*/ 407020 w 501805"/>
              <a:gd name="connsiteY3" fmla="*/ 17153 h 28304"/>
              <a:gd name="connsiteX4" fmla="*/ 485078 w 501805"/>
              <a:gd name="connsiteY4" fmla="*/ 28304 h 28304"/>
              <a:gd name="connsiteX5" fmla="*/ 485078 w 501805"/>
              <a:gd name="connsiteY5" fmla="*/ 28304 h 28304"/>
              <a:gd name="connsiteX6" fmla="*/ 501805 w 501805"/>
              <a:gd name="connsiteY6" fmla="*/ 28304 h 28304"/>
              <a:gd name="connsiteX0" fmla="*/ 0 w 501805"/>
              <a:gd name="connsiteY0" fmla="*/ 22442 h 33593"/>
              <a:gd name="connsiteX1" fmla="*/ 167269 w 501805"/>
              <a:gd name="connsiteY1" fmla="*/ 5715 h 33593"/>
              <a:gd name="connsiteX2" fmla="*/ 306296 w 501805"/>
              <a:gd name="connsiteY2" fmla="*/ 936 h 33593"/>
              <a:gd name="connsiteX3" fmla="*/ 407020 w 501805"/>
              <a:gd name="connsiteY3" fmla="*/ 22442 h 33593"/>
              <a:gd name="connsiteX4" fmla="*/ 485078 w 501805"/>
              <a:gd name="connsiteY4" fmla="*/ 33593 h 33593"/>
              <a:gd name="connsiteX5" fmla="*/ 485078 w 501805"/>
              <a:gd name="connsiteY5" fmla="*/ 33593 h 33593"/>
              <a:gd name="connsiteX6" fmla="*/ 501805 w 501805"/>
              <a:gd name="connsiteY6" fmla="*/ 33593 h 33593"/>
              <a:gd name="connsiteX0" fmla="*/ 0 w 501805"/>
              <a:gd name="connsiteY0" fmla="*/ 23227 h 34378"/>
              <a:gd name="connsiteX1" fmla="*/ 167269 w 501805"/>
              <a:gd name="connsiteY1" fmla="*/ 6500 h 34378"/>
              <a:gd name="connsiteX2" fmla="*/ 306296 w 501805"/>
              <a:gd name="connsiteY2" fmla="*/ 1721 h 34378"/>
              <a:gd name="connsiteX3" fmla="*/ 485078 w 501805"/>
              <a:gd name="connsiteY3" fmla="*/ 34378 h 34378"/>
              <a:gd name="connsiteX4" fmla="*/ 485078 w 501805"/>
              <a:gd name="connsiteY4" fmla="*/ 34378 h 34378"/>
              <a:gd name="connsiteX5" fmla="*/ 501805 w 501805"/>
              <a:gd name="connsiteY5" fmla="*/ 34378 h 34378"/>
              <a:gd name="connsiteX0" fmla="*/ 0 w 501805"/>
              <a:gd name="connsiteY0" fmla="*/ 18376 h 29527"/>
              <a:gd name="connsiteX1" fmla="*/ 167269 w 501805"/>
              <a:gd name="connsiteY1" fmla="*/ 1649 h 29527"/>
              <a:gd name="connsiteX2" fmla="*/ 347865 w 501805"/>
              <a:gd name="connsiteY2" fmla="*/ 3774 h 29527"/>
              <a:gd name="connsiteX3" fmla="*/ 485078 w 501805"/>
              <a:gd name="connsiteY3" fmla="*/ 29527 h 29527"/>
              <a:gd name="connsiteX4" fmla="*/ 485078 w 501805"/>
              <a:gd name="connsiteY4" fmla="*/ 29527 h 29527"/>
              <a:gd name="connsiteX5" fmla="*/ 501805 w 501805"/>
              <a:gd name="connsiteY5" fmla="*/ 29527 h 2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1805" h="29527">
                <a:moveTo>
                  <a:pt x="0" y="18376"/>
                </a:moveTo>
                <a:cubicBezTo>
                  <a:pt x="57615" y="10941"/>
                  <a:pt x="109292" y="4083"/>
                  <a:pt x="167269" y="1649"/>
                </a:cubicBezTo>
                <a:cubicBezTo>
                  <a:pt x="225246" y="-785"/>
                  <a:pt x="294897" y="-872"/>
                  <a:pt x="347865" y="3774"/>
                </a:cubicBezTo>
                <a:cubicBezTo>
                  <a:pt x="400833" y="8420"/>
                  <a:pt x="462209" y="25235"/>
                  <a:pt x="485078" y="29527"/>
                </a:cubicBezTo>
                <a:lnTo>
                  <a:pt x="485078" y="29527"/>
                </a:lnTo>
                <a:lnTo>
                  <a:pt x="501805" y="29527"/>
                </a:lnTo>
              </a:path>
            </a:pathLst>
          </a:custGeom>
          <a:noFill/>
          <a:ln w="34925">
            <a:solidFill>
              <a:srgbClr val="FEF9F8"/>
            </a:solidFill>
          </a:ln>
          <a:effectLst>
            <a:outerShdw blurRad="101600" dist="12700" dir="5400000" algn="t" rotWithShape="0">
              <a:prstClr val="black">
                <a:alpha val="3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Freeform: Shape 283">
            <a:extLst>
              <a:ext uri="{FF2B5EF4-FFF2-40B4-BE49-F238E27FC236}">
                <a16:creationId xmlns:a16="http://schemas.microsoft.com/office/drawing/2014/main" id="{80A5DA88-F79F-4C5E-9E33-CB13369FC9FA}"/>
              </a:ext>
            </a:extLst>
          </p:cNvPr>
          <p:cNvSpPr/>
          <p:nvPr/>
        </p:nvSpPr>
        <p:spPr>
          <a:xfrm>
            <a:off x="3222997" y="6202699"/>
            <a:ext cx="493570" cy="59948"/>
          </a:xfrm>
          <a:custGeom>
            <a:avLst/>
            <a:gdLst>
              <a:gd name="connsiteX0" fmla="*/ 0 w 501805"/>
              <a:gd name="connsiteY0" fmla="*/ 17153 h 28304"/>
              <a:gd name="connsiteX1" fmla="*/ 167269 w 501805"/>
              <a:gd name="connsiteY1" fmla="*/ 426 h 28304"/>
              <a:gd name="connsiteX2" fmla="*/ 312235 w 501805"/>
              <a:gd name="connsiteY2" fmla="*/ 6002 h 28304"/>
              <a:gd name="connsiteX3" fmla="*/ 407020 w 501805"/>
              <a:gd name="connsiteY3" fmla="*/ 17153 h 28304"/>
              <a:gd name="connsiteX4" fmla="*/ 485078 w 501805"/>
              <a:gd name="connsiteY4" fmla="*/ 28304 h 28304"/>
              <a:gd name="connsiteX5" fmla="*/ 485078 w 501805"/>
              <a:gd name="connsiteY5" fmla="*/ 28304 h 28304"/>
              <a:gd name="connsiteX6" fmla="*/ 501805 w 501805"/>
              <a:gd name="connsiteY6" fmla="*/ 28304 h 28304"/>
              <a:gd name="connsiteX0" fmla="*/ 0 w 501805"/>
              <a:gd name="connsiteY0" fmla="*/ 22442 h 33593"/>
              <a:gd name="connsiteX1" fmla="*/ 167269 w 501805"/>
              <a:gd name="connsiteY1" fmla="*/ 5715 h 33593"/>
              <a:gd name="connsiteX2" fmla="*/ 306296 w 501805"/>
              <a:gd name="connsiteY2" fmla="*/ 936 h 33593"/>
              <a:gd name="connsiteX3" fmla="*/ 407020 w 501805"/>
              <a:gd name="connsiteY3" fmla="*/ 22442 h 33593"/>
              <a:gd name="connsiteX4" fmla="*/ 485078 w 501805"/>
              <a:gd name="connsiteY4" fmla="*/ 33593 h 33593"/>
              <a:gd name="connsiteX5" fmla="*/ 485078 w 501805"/>
              <a:gd name="connsiteY5" fmla="*/ 33593 h 33593"/>
              <a:gd name="connsiteX6" fmla="*/ 501805 w 501805"/>
              <a:gd name="connsiteY6" fmla="*/ 33593 h 33593"/>
              <a:gd name="connsiteX0" fmla="*/ 0 w 501805"/>
              <a:gd name="connsiteY0" fmla="*/ 23227 h 34378"/>
              <a:gd name="connsiteX1" fmla="*/ 167269 w 501805"/>
              <a:gd name="connsiteY1" fmla="*/ 6500 h 34378"/>
              <a:gd name="connsiteX2" fmla="*/ 306296 w 501805"/>
              <a:gd name="connsiteY2" fmla="*/ 1721 h 34378"/>
              <a:gd name="connsiteX3" fmla="*/ 485078 w 501805"/>
              <a:gd name="connsiteY3" fmla="*/ 34378 h 34378"/>
              <a:gd name="connsiteX4" fmla="*/ 485078 w 501805"/>
              <a:gd name="connsiteY4" fmla="*/ 34378 h 34378"/>
              <a:gd name="connsiteX5" fmla="*/ 501805 w 501805"/>
              <a:gd name="connsiteY5" fmla="*/ 34378 h 34378"/>
              <a:gd name="connsiteX0" fmla="*/ 0 w 501805"/>
              <a:gd name="connsiteY0" fmla="*/ 18376 h 29527"/>
              <a:gd name="connsiteX1" fmla="*/ 167269 w 501805"/>
              <a:gd name="connsiteY1" fmla="*/ 1649 h 29527"/>
              <a:gd name="connsiteX2" fmla="*/ 347865 w 501805"/>
              <a:gd name="connsiteY2" fmla="*/ 3774 h 29527"/>
              <a:gd name="connsiteX3" fmla="*/ 485078 w 501805"/>
              <a:gd name="connsiteY3" fmla="*/ 29527 h 29527"/>
              <a:gd name="connsiteX4" fmla="*/ 485078 w 501805"/>
              <a:gd name="connsiteY4" fmla="*/ 29527 h 29527"/>
              <a:gd name="connsiteX5" fmla="*/ 501805 w 501805"/>
              <a:gd name="connsiteY5" fmla="*/ 29527 h 2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1805" h="29527">
                <a:moveTo>
                  <a:pt x="0" y="18376"/>
                </a:moveTo>
                <a:cubicBezTo>
                  <a:pt x="57615" y="10941"/>
                  <a:pt x="109292" y="4083"/>
                  <a:pt x="167269" y="1649"/>
                </a:cubicBezTo>
                <a:cubicBezTo>
                  <a:pt x="225246" y="-785"/>
                  <a:pt x="294897" y="-872"/>
                  <a:pt x="347865" y="3774"/>
                </a:cubicBezTo>
                <a:cubicBezTo>
                  <a:pt x="400833" y="8420"/>
                  <a:pt x="462209" y="25235"/>
                  <a:pt x="485078" y="29527"/>
                </a:cubicBezTo>
                <a:lnTo>
                  <a:pt x="485078" y="29527"/>
                </a:lnTo>
                <a:lnTo>
                  <a:pt x="501805" y="29527"/>
                </a:lnTo>
              </a:path>
            </a:pathLst>
          </a:custGeom>
          <a:noFill/>
          <a:ln w="34925">
            <a:solidFill>
              <a:srgbClr val="FEF9F8"/>
            </a:solidFill>
          </a:ln>
          <a:effectLst>
            <a:outerShdw blurRad="101600" dist="12700" dir="5400000" algn="t" rotWithShape="0">
              <a:prstClr val="black">
                <a:alpha val="3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87" name="Group 3086">
            <a:extLst>
              <a:ext uri="{FF2B5EF4-FFF2-40B4-BE49-F238E27FC236}">
                <a16:creationId xmlns:a16="http://schemas.microsoft.com/office/drawing/2014/main" id="{85B86B93-A975-4AE5-ACA7-1191D31B0561}"/>
              </a:ext>
            </a:extLst>
          </p:cNvPr>
          <p:cNvGrpSpPr/>
          <p:nvPr/>
        </p:nvGrpSpPr>
        <p:grpSpPr>
          <a:xfrm>
            <a:off x="3340873" y="5476365"/>
            <a:ext cx="246512" cy="780712"/>
            <a:chOff x="2942476" y="5572476"/>
            <a:chExt cx="210098" cy="911271"/>
          </a:xfrm>
        </p:grpSpPr>
        <p:cxnSp>
          <p:nvCxnSpPr>
            <p:cNvPr id="3072" name="Straight Arrow Connector 3071">
              <a:extLst>
                <a:ext uri="{FF2B5EF4-FFF2-40B4-BE49-F238E27FC236}">
                  <a16:creationId xmlns:a16="http://schemas.microsoft.com/office/drawing/2014/main" id="{37FAFE01-18DA-4B20-A84B-818DF93AA199}"/>
                </a:ext>
              </a:extLst>
            </p:cNvPr>
            <p:cNvCxnSpPr>
              <a:cxnSpLocks/>
            </p:cNvCxnSpPr>
            <p:nvPr/>
          </p:nvCxnSpPr>
          <p:spPr>
            <a:xfrm>
              <a:off x="2942476" y="5572476"/>
              <a:ext cx="0" cy="903014"/>
            </a:xfrm>
            <a:prstGeom prst="straightConnector1">
              <a:avLst/>
            </a:prstGeom>
            <a:ln w="127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Arrow Connector 260">
              <a:extLst>
                <a:ext uri="{FF2B5EF4-FFF2-40B4-BE49-F238E27FC236}">
                  <a16:creationId xmlns:a16="http://schemas.microsoft.com/office/drawing/2014/main" id="{CA4FDB76-4985-460D-8BA5-E684F7DDDC87}"/>
                </a:ext>
              </a:extLst>
            </p:cNvPr>
            <p:cNvCxnSpPr>
              <a:cxnSpLocks/>
            </p:cNvCxnSpPr>
            <p:nvPr/>
          </p:nvCxnSpPr>
          <p:spPr>
            <a:xfrm>
              <a:off x="3047940" y="5580733"/>
              <a:ext cx="0" cy="903014"/>
            </a:xfrm>
            <a:prstGeom prst="straightConnector1">
              <a:avLst/>
            </a:prstGeom>
            <a:ln w="127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Arrow Connector 261">
              <a:extLst>
                <a:ext uri="{FF2B5EF4-FFF2-40B4-BE49-F238E27FC236}">
                  <a16:creationId xmlns:a16="http://schemas.microsoft.com/office/drawing/2014/main" id="{23F6C326-FFFD-4C21-8376-27CC1EB2212A}"/>
                </a:ext>
              </a:extLst>
            </p:cNvPr>
            <p:cNvCxnSpPr>
              <a:cxnSpLocks/>
            </p:cNvCxnSpPr>
            <p:nvPr/>
          </p:nvCxnSpPr>
          <p:spPr>
            <a:xfrm>
              <a:off x="3152574" y="5573772"/>
              <a:ext cx="0" cy="903014"/>
            </a:xfrm>
            <a:prstGeom prst="straightConnector1">
              <a:avLst/>
            </a:prstGeom>
            <a:ln w="127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92" name="Straight Connector 3091">
            <a:extLst>
              <a:ext uri="{FF2B5EF4-FFF2-40B4-BE49-F238E27FC236}">
                <a16:creationId xmlns:a16="http://schemas.microsoft.com/office/drawing/2014/main" id="{33F1574E-596C-424E-9A8C-24BE6632E63C}"/>
              </a:ext>
            </a:extLst>
          </p:cNvPr>
          <p:cNvCxnSpPr>
            <a:cxnSpLocks/>
            <a:stCxn id="280" idx="5"/>
          </p:cNvCxnSpPr>
          <p:nvPr/>
        </p:nvCxnSpPr>
        <p:spPr>
          <a:xfrm>
            <a:off x="3715652" y="5745392"/>
            <a:ext cx="2764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Rectangle 286">
            <a:extLst>
              <a:ext uri="{FF2B5EF4-FFF2-40B4-BE49-F238E27FC236}">
                <a16:creationId xmlns:a16="http://schemas.microsoft.com/office/drawing/2014/main" id="{A975C10D-0721-4B83-B352-53CF7F29DF7F}"/>
              </a:ext>
            </a:extLst>
          </p:cNvPr>
          <p:cNvSpPr/>
          <p:nvPr/>
        </p:nvSpPr>
        <p:spPr>
          <a:xfrm>
            <a:off x="3760133" y="5599757"/>
            <a:ext cx="117049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Trachea </a:t>
            </a: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9E961370-A2B5-4EB0-995E-1CC894D921A3}"/>
              </a:ext>
            </a:extLst>
          </p:cNvPr>
          <p:cNvSpPr/>
          <p:nvPr/>
        </p:nvSpPr>
        <p:spPr>
          <a:xfrm>
            <a:off x="157006" y="4957502"/>
            <a:ext cx="2793526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222222"/>
                </a:solidFill>
              </a:rPr>
              <a:t>High flow rates of O</a:t>
            </a:r>
            <a:r>
              <a:rPr lang="en-US" sz="1600" baseline="-25000" dirty="0">
                <a:solidFill>
                  <a:srgbClr val="222222"/>
                </a:solidFill>
              </a:rPr>
              <a:t>2</a:t>
            </a:r>
            <a:r>
              <a:rPr lang="en-US" sz="1600" dirty="0">
                <a:solidFill>
                  <a:srgbClr val="222222"/>
                </a:solidFill>
              </a:rPr>
              <a:t> wash out the nasopharynx and upper airways with the delivered O</a:t>
            </a:r>
            <a:r>
              <a:rPr lang="en-US" sz="1600" baseline="-25000" dirty="0">
                <a:solidFill>
                  <a:srgbClr val="222222"/>
                </a:solidFill>
              </a:rPr>
              <a:t>2</a:t>
            </a:r>
            <a:r>
              <a:rPr lang="en-US" sz="1600" dirty="0">
                <a:solidFill>
                  <a:srgbClr val="222222"/>
                </a:solidFill>
              </a:rPr>
              <a:t>, creating an oxygen reservoir. This also ↓ CO</a:t>
            </a:r>
            <a:r>
              <a:rPr lang="en-US" sz="1600" baseline="-25000" dirty="0">
                <a:solidFill>
                  <a:srgbClr val="222222"/>
                </a:solidFill>
              </a:rPr>
              <a:t>2</a:t>
            </a:r>
            <a:r>
              <a:rPr lang="en-US" sz="1600" dirty="0">
                <a:solidFill>
                  <a:srgbClr val="222222"/>
                </a:solidFill>
              </a:rPr>
              <a:t> rebreathing and dead space.</a:t>
            </a:r>
          </a:p>
        </p:txBody>
      </p:sp>
      <p:sp>
        <p:nvSpPr>
          <p:cNvPr id="185" name="1">
            <a:extLst>
              <a:ext uri="{FF2B5EF4-FFF2-40B4-BE49-F238E27FC236}">
                <a16:creationId xmlns:a16="http://schemas.microsoft.com/office/drawing/2014/main" id="{ACBAA9F2-3A2E-42AE-B146-838079851722}"/>
              </a:ext>
            </a:extLst>
          </p:cNvPr>
          <p:cNvSpPr/>
          <p:nvPr/>
        </p:nvSpPr>
        <p:spPr>
          <a:xfrm>
            <a:off x="11233532" y="1722577"/>
            <a:ext cx="576856" cy="584775"/>
          </a:xfrm>
          <a:prstGeom prst="ellipse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pic>
        <p:nvPicPr>
          <p:cNvPr id="186" name="Graphic 185" descr="Cursor">
            <a:extLst>
              <a:ext uri="{FF2B5EF4-FFF2-40B4-BE49-F238E27FC236}">
                <a16:creationId xmlns:a16="http://schemas.microsoft.com/office/drawing/2014/main" id="{637A3F6B-71AD-47C1-8D64-356F52A3464F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1565648" y="2061984"/>
            <a:ext cx="346628" cy="365760"/>
          </a:xfrm>
          <a:prstGeom prst="rect">
            <a:avLst/>
          </a:prstGeom>
        </p:spPr>
      </p:pic>
      <p:sp>
        <p:nvSpPr>
          <p:cNvPr id="187" name="TextBox 186">
            <a:extLst>
              <a:ext uri="{FF2B5EF4-FFF2-40B4-BE49-F238E27FC236}">
                <a16:creationId xmlns:a16="http://schemas.microsoft.com/office/drawing/2014/main" id="{A2ACD91D-A4E2-403B-A993-DACD117CD6D1}"/>
              </a:ext>
            </a:extLst>
          </p:cNvPr>
          <p:cNvSpPr txBox="1"/>
          <p:nvPr/>
        </p:nvSpPr>
        <p:spPr>
          <a:xfrm>
            <a:off x="6150625" y="5625835"/>
            <a:ext cx="56597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3363" indent="-174625">
              <a:buFont typeface="Arial" panose="020B0604020202020204" pitchFamily="34" charset="0"/>
              <a:buChar char="•"/>
            </a:pPr>
            <a:r>
              <a:rPr lang="en-US" sz="2000" dirty="0"/>
              <a:t>Higher flow rates delivered are able to match higher inspiratory flow rates in patients with ↑ work of breathing and minute ventilation.</a:t>
            </a:r>
          </a:p>
        </p:txBody>
      </p:sp>
      <p:sp>
        <p:nvSpPr>
          <p:cNvPr id="190" name="2">
            <a:extLst>
              <a:ext uri="{FF2B5EF4-FFF2-40B4-BE49-F238E27FC236}">
                <a16:creationId xmlns:a16="http://schemas.microsoft.com/office/drawing/2014/main" id="{440C38A6-FE19-4BC2-8140-B02DE8E2FC23}"/>
              </a:ext>
            </a:extLst>
          </p:cNvPr>
          <p:cNvSpPr/>
          <p:nvPr/>
        </p:nvSpPr>
        <p:spPr>
          <a:xfrm>
            <a:off x="346749" y="3313960"/>
            <a:ext cx="576856" cy="584775"/>
          </a:xfrm>
          <a:prstGeom prst="ellipse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pic>
        <p:nvPicPr>
          <p:cNvPr id="191" name="Graphic 190" descr="Cursor">
            <a:extLst>
              <a:ext uri="{FF2B5EF4-FFF2-40B4-BE49-F238E27FC236}">
                <a16:creationId xmlns:a16="http://schemas.microsoft.com/office/drawing/2014/main" id="{B0541A1E-A0D1-44B4-99BF-8232E2194BFF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78865" y="3653367"/>
            <a:ext cx="346628" cy="365760"/>
          </a:xfrm>
          <a:prstGeom prst="rect">
            <a:avLst/>
          </a:prstGeom>
        </p:spPr>
      </p:pic>
      <p:sp>
        <p:nvSpPr>
          <p:cNvPr id="192" name="3">
            <a:extLst>
              <a:ext uri="{FF2B5EF4-FFF2-40B4-BE49-F238E27FC236}">
                <a16:creationId xmlns:a16="http://schemas.microsoft.com/office/drawing/2014/main" id="{91483CAC-36FD-415D-A903-218AF074188E}"/>
              </a:ext>
            </a:extLst>
          </p:cNvPr>
          <p:cNvSpPr/>
          <p:nvPr/>
        </p:nvSpPr>
        <p:spPr>
          <a:xfrm>
            <a:off x="5260019" y="5732169"/>
            <a:ext cx="576856" cy="584775"/>
          </a:xfrm>
          <a:prstGeom prst="ellipse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pic>
        <p:nvPicPr>
          <p:cNvPr id="193" name="Graphic 192" descr="Cursor">
            <a:extLst>
              <a:ext uri="{FF2B5EF4-FFF2-40B4-BE49-F238E27FC236}">
                <a16:creationId xmlns:a16="http://schemas.microsoft.com/office/drawing/2014/main" id="{22CFC848-71A8-456D-93EE-1FF0601F3E4E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5592135" y="6071576"/>
            <a:ext cx="346628" cy="365760"/>
          </a:xfrm>
          <a:prstGeom prst="rect">
            <a:avLst/>
          </a:prstGeom>
        </p:spPr>
      </p:pic>
      <p:sp>
        <p:nvSpPr>
          <p:cNvPr id="188" name="Rectangle: Rounded Corners 187">
            <a:hlinkClick r:id="rId48" action="ppaction://hlinksldjump"/>
            <a:extLst>
              <a:ext uri="{FF2B5EF4-FFF2-40B4-BE49-F238E27FC236}">
                <a16:creationId xmlns:a16="http://schemas.microsoft.com/office/drawing/2014/main" id="{65B25A4E-5B1D-4D0E-ADD7-5214BC8B1CB6}"/>
              </a:ext>
            </a:extLst>
          </p:cNvPr>
          <p:cNvSpPr/>
          <p:nvPr/>
        </p:nvSpPr>
        <p:spPr>
          <a:xfrm>
            <a:off x="186814" y="131786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The Basics</a:t>
            </a:r>
          </a:p>
        </p:txBody>
      </p:sp>
      <p:sp>
        <p:nvSpPr>
          <p:cNvPr id="189" name="Rectangle: Rounded Corners 188">
            <a:hlinkClick r:id="rId49" action="ppaction://hlinksldjump"/>
            <a:extLst>
              <a:ext uri="{FF2B5EF4-FFF2-40B4-BE49-F238E27FC236}">
                <a16:creationId xmlns:a16="http://schemas.microsoft.com/office/drawing/2014/main" id="{A57D3795-87D6-4120-958F-B900018F09A3}"/>
              </a:ext>
            </a:extLst>
          </p:cNvPr>
          <p:cNvSpPr/>
          <p:nvPr/>
        </p:nvSpPr>
        <p:spPr>
          <a:xfrm>
            <a:off x="186814" y="657094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</a:t>
            </a:r>
            <a:r>
              <a:rPr lang="en-US" b="1" baseline="-25000" dirty="0">
                <a:solidFill>
                  <a:schemeClr val="tx1"/>
                </a:solidFill>
              </a:rPr>
              <a:t>2</a:t>
            </a:r>
            <a:r>
              <a:rPr lang="en-US" b="1" dirty="0">
                <a:solidFill>
                  <a:schemeClr val="tx1"/>
                </a:solidFill>
              </a:rPr>
              <a:t> Devices</a:t>
            </a:r>
          </a:p>
        </p:txBody>
      </p:sp>
      <p:pic>
        <p:nvPicPr>
          <p:cNvPr id="195" name="Graphic 194" descr="Cursor">
            <a:extLst>
              <a:ext uri="{FF2B5EF4-FFF2-40B4-BE49-F238E27FC236}">
                <a16:creationId xmlns:a16="http://schemas.microsoft.com/office/drawing/2014/main" id="{E50E7CC7-4546-47B0-8F0A-B2858FB30221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404925" y="355289"/>
            <a:ext cx="346628" cy="365760"/>
          </a:xfrm>
          <a:prstGeom prst="rect">
            <a:avLst/>
          </a:prstGeom>
        </p:spPr>
      </p:pic>
      <p:pic>
        <p:nvPicPr>
          <p:cNvPr id="196" name="Graphic 195" descr="Cursor">
            <a:extLst>
              <a:ext uri="{FF2B5EF4-FFF2-40B4-BE49-F238E27FC236}">
                <a16:creationId xmlns:a16="http://schemas.microsoft.com/office/drawing/2014/main" id="{B332A6B2-A803-4722-A00A-947F0BA0E10B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404925" y="862142"/>
            <a:ext cx="346628" cy="365760"/>
          </a:xfrm>
          <a:prstGeom prst="rect">
            <a:avLst/>
          </a:prstGeom>
        </p:spPr>
      </p:pic>
      <p:sp>
        <p:nvSpPr>
          <p:cNvPr id="197" name="Rectangle: Rounded Corners 196">
            <a:hlinkClick r:id="rId50" action="ppaction://hlinksldjump"/>
            <a:extLst>
              <a:ext uri="{FF2B5EF4-FFF2-40B4-BE49-F238E27FC236}">
                <a16:creationId xmlns:a16="http://schemas.microsoft.com/office/drawing/2014/main" id="{EA9A7DAC-2EAA-42CA-BA1C-506BE3B55159}"/>
              </a:ext>
            </a:extLst>
          </p:cNvPr>
          <p:cNvSpPr/>
          <p:nvPr/>
        </p:nvSpPr>
        <p:spPr>
          <a:xfrm>
            <a:off x="186814" y="1182402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198" name="Graphic 197" descr="Cursor">
            <a:extLst>
              <a:ext uri="{FF2B5EF4-FFF2-40B4-BE49-F238E27FC236}">
                <a16:creationId xmlns:a16="http://schemas.microsoft.com/office/drawing/2014/main" id="{BF4B29C5-47F8-4188-9338-158401E23224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434421" y="1397762"/>
            <a:ext cx="346628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136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</p:childTnLst>
        </p:cTn>
      </p:par>
    </p:tnLst>
    <p:bldLst>
      <p:bldP spid="194" grpId="0" animBg="1"/>
      <p:bldP spid="84" grpId="0"/>
      <p:bldP spid="244" grpId="0" animBg="1"/>
      <p:bldP spid="252" grpId="0"/>
      <p:bldP spid="3074" grpId="0" animBg="1"/>
      <p:bldP spid="265" grpId="0" animBg="1"/>
      <p:bldP spid="272" grpId="0"/>
      <p:bldP spid="250" grpId="0" animBg="1"/>
      <p:bldP spid="185" grpId="0" animBg="1"/>
      <p:bldP spid="187" grpId="0"/>
      <p:bldP spid="190" grpId="0" animBg="1"/>
      <p:bldP spid="19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non rebreather mask">
            <a:extLst>
              <a:ext uri="{FF2B5EF4-FFF2-40B4-BE49-F238E27FC236}">
                <a16:creationId xmlns:a16="http://schemas.microsoft.com/office/drawing/2014/main" id="{D180B8E5-F63D-4523-9092-D0ED7F8E7E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67" b="96167" l="1167" r="97667">
                        <a14:foregroundMark x1="69833" y1="16333" x2="44833" y2="1000"/>
                        <a14:foregroundMark x1="44833" y1="1000" x2="18167" y2="4833"/>
                        <a14:foregroundMark x1="18167" y1="4833" x2="7167" y2="12000"/>
                        <a14:foregroundMark x1="7167" y1="12000" x2="0" y2="43667"/>
                        <a14:foregroundMark x1="0" y1="43667" x2="12167" y2="54333"/>
                        <a14:foregroundMark x1="12167" y1="54333" x2="25000" y2="58667"/>
                        <a14:foregroundMark x1="25000" y1="58667" x2="47667" y2="94167"/>
                        <a14:foregroundMark x1="47667" y1="94167" x2="81500" y2="99833"/>
                        <a14:foregroundMark x1="81500" y1="99833" x2="93333" y2="93167"/>
                        <a14:foregroundMark x1="93333" y1="93167" x2="99167" y2="79333"/>
                        <a14:foregroundMark x1="99167" y1="79333" x2="97667" y2="63667"/>
                        <a14:foregroundMark x1="97667" y1="63667" x2="70333" y2="16667"/>
                        <a14:foregroundMark x1="70500" y1="16833" x2="70500" y2="16833"/>
                        <a14:foregroundMark x1="59833" y1="8167" x2="23833" y2="833"/>
                        <a14:foregroundMark x1="23833" y1="833" x2="5833" y2="2667"/>
                        <a14:foregroundMark x1="5833" y1="2667" x2="1167" y2="51000"/>
                        <a14:foregroundMark x1="1167" y1="51000" x2="13833" y2="51833"/>
                        <a14:foregroundMark x1="32333" y1="20500" x2="18500" y2="15167"/>
                        <a14:foregroundMark x1="18500" y1="15167" x2="6833" y2="21500"/>
                        <a14:foregroundMark x1="6833" y1="21500" x2="9333" y2="35167"/>
                        <a14:foregroundMark x1="9333" y1="35167" x2="22000" y2="44167"/>
                        <a14:foregroundMark x1="22000" y1="44167" x2="35833" y2="40167"/>
                        <a14:foregroundMark x1="35833" y1="40167" x2="41167" y2="27667"/>
                        <a14:foregroundMark x1="41167" y1="27667" x2="33000" y2="16833"/>
                        <a14:foregroundMark x1="33000" y1="16833" x2="27167" y2="14333"/>
                        <a14:foregroundMark x1="34667" y1="16167" x2="21000" y2="15667"/>
                        <a14:foregroundMark x1="21000" y1="15667" x2="13333" y2="27167"/>
                        <a14:foregroundMark x1="13333" y1="27167" x2="22833" y2="38000"/>
                        <a14:foregroundMark x1="22833" y1="38000" x2="37333" y2="39333"/>
                        <a14:foregroundMark x1="37333" y1="39333" x2="41333" y2="25833"/>
                        <a14:foregroundMark x1="41333" y1="25833" x2="34167" y2="14500"/>
                        <a14:foregroundMark x1="34167" y1="14500" x2="33833" y2="14500"/>
                        <a14:foregroundMark x1="64000" y1="14333" x2="53000" y2="3833"/>
                        <a14:foregroundMark x1="53000" y1="3833" x2="38333" y2="1833"/>
                        <a14:foregroundMark x1="38333" y1="1833" x2="24167" y2="14667"/>
                        <a14:foregroundMark x1="24167" y1="14667" x2="30333" y2="27667"/>
                        <a14:foregroundMark x1="30333" y1="27667" x2="44833" y2="31167"/>
                        <a14:foregroundMark x1="44833" y1="31167" x2="57000" y2="22833"/>
                        <a14:foregroundMark x1="57000" y1="22833" x2="63833" y2="12333"/>
                        <a14:foregroundMark x1="62833" y1="77167" x2="77500" y2="82167"/>
                        <a14:foregroundMark x1="77500" y1="82167" x2="89167" y2="95833"/>
                        <a14:foregroundMark x1="89167" y1="95833" x2="71000" y2="96167"/>
                        <a14:foregroundMark x1="71000" y1="96167" x2="42000" y2="83333"/>
                        <a14:foregroundMark x1="42000" y1="83333" x2="46333" y2="65000"/>
                        <a14:foregroundMark x1="46333" y1="65000" x2="57667" y2="56833"/>
                        <a14:foregroundMark x1="57667" y1="56833" x2="57833" y2="56667"/>
                        <a14:backgroundMark x1="78667" y1="833" x2="83000" y2="15000"/>
                        <a14:backgroundMark x1="83000" y1="15000" x2="93000" y2="24333"/>
                        <a14:backgroundMark x1="93000" y1="24333" x2="99000" y2="7667"/>
                        <a14:backgroundMark x1="99000" y1="7667" x2="87000" y2="167"/>
                        <a14:backgroundMark x1="87000" y1="167" x2="77833" y2="1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99" r="1076"/>
          <a:stretch/>
        </p:blipFill>
        <p:spPr bwMode="auto">
          <a:xfrm rot="19663341">
            <a:off x="7650403" y="-333841"/>
            <a:ext cx="3872684" cy="383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2" name="Group 131">
            <a:extLst>
              <a:ext uri="{FF2B5EF4-FFF2-40B4-BE49-F238E27FC236}">
                <a16:creationId xmlns:a16="http://schemas.microsoft.com/office/drawing/2014/main" id="{87419F61-9D94-41B0-BD01-C40E9EFDB48E}"/>
              </a:ext>
            </a:extLst>
          </p:cNvPr>
          <p:cNvGrpSpPr/>
          <p:nvPr/>
        </p:nvGrpSpPr>
        <p:grpSpPr>
          <a:xfrm>
            <a:off x="10004666" y="531373"/>
            <a:ext cx="882690" cy="2302486"/>
            <a:chOff x="9261745" y="600630"/>
            <a:chExt cx="882690" cy="2302486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F02E774-9E80-4270-824A-40FB8C6973FB}"/>
                </a:ext>
              </a:extLst>
            </p:cNvPr>
            <p:cNvSpPr/>
            <p:nvPr/>
          </p:nvSpPr>
          <p:spPr>
            <a:xfrm>
              <a:off x="9418113" y="653057"/>
              <a:ext cx="182844" cy="162290"/>
            </a:xfrm>
            <a:prstGeom prst="ellipse">
              <a:avLst/>
            </a:prstGeom>
            <a:gradFill flip="none" rotWithShape="1">
              <a:gsLst>
                <a:gs pos="0">
                  <a:schemeClr val="accent6">
                    <a:lumMod val="60000"/>
                    <a:lumOff val="40000"/>
                  </a:schemeClr>
                </a:gs>
                <a:gs pos="59000">
                  <a:schemeClr val="accent6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9ED268D-62A6-455F-B610-5F67A6F3D5CE}"/>
                </a:ext>
              </a:extLst>
            </p:cNvPr>
            <p:cNvSpPr/>
            <p:nvPr/>
          </p:nvSpPr>
          <p:spPr>
            <a:xfrm>
              <a:off x="9705771" y="2324824"/>
              <a:ext cx="161112" cy="13745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Isosceles Triangle 77">
              <a:extLst>
                <a:ext uri="{FF2B5EF4-FFF2-40B4-BE49-F238E27FC236}">
                  <a16:creationId xmlns:a16="http://schemas.microsoft.com/office/drawing/2014/main" id="{3FCDEF81-57FE-4045-A096-46868DAA0142}"/>
                </a:ext>
              </a:extLst>
            </p:cNvPr>
            <p:cNvSpPr/>
            <p:nvPr/>
          </p:nvSpPr>
          <p:spPr>
            <a:xfrm flipV="1">
              <a:off x="9351105" y="2620083"/>
              <a:ext cx="292682" cy="283033"/>
            </a:xfrm>
            <a:custGeom>
              <a:avLst/>
              <a:gdLst>
                <a:gd name="connsiteX0" fmla="*/ 0 w 414826"/>
                <a:gd name="connsiteY0" fmla="*/ 791248 h 791248"/>
                <a:gd name="connsiteX1" fmla="*/ 207413 w 414826"/>
                <a:gd name="connsiteY1" fmla="*/ 0 h 791248"/>
                <a:gd name="connsiteX2" fmla="*/ 414826 w 414826"/>
                <a:gd name="connsiteY2" fmla="*/ 791248 h 791248"/>
                <a:gd name="connsiteX3" fmla="*/ 0 w 414826"/>
                <a:gd name="connsiteY3" fmla="*/ 791248 h 791248"/>
                <a:gd name="connsiteX0" fmla="*/ 0 w 414826"/>
                <a:gd name="connsiteY0" fmla="*/ 791248 h 791248"/>
                <a:gd name="connsiteX1" fmla="*/ 207413 w 414826"/>
                <a:gd name="connsiteY1" fmla="*/ 0 h 791248"/>
                <a:gd name="connsiteX2" fmla="*/ 245240 w 414826"/>
                <a:gd name="connsiteY2" fmla="*/ 50381 h 791248"/>
                <a:gd name="connsiteX3" fmla="*/ 414826 w 414826"/>
                <a:gd name="connsiteY3" fmla="*/ 791248 h 791248"/>
                <a:gd name="connsiteX4" fmla="*/ 0 w 414826"/>
                <a:gd name="connsiteY4" fmla="*/ 791248 h 791248"/>
                <a:gd name="connsiteX0" fmla="*/ 0 w 414826"/>
                <a:gd name="connsiteY0" fmla="*/ 791248 h 791248"/>
                <a:gd name="connsiteX1" fmla="*/ 207413 w 414826"/>
                <a:gd name="connsiteY1" fmla="*/ 0 h 791248"/>
                <a:gd name="connsiteX2" fmla="*/ 149354 w 414826"/>
                <a:gd name="connsiteY2" fmla="*/ 100466 h 791248"/>
                <a:gd name="connsiteX3" fmla="*/ 414826 w 414826"/>
                <a:gd name="connsiteY3" fmla="*/ 791248 h 791248"/>
                <a:gd name="connsiteX4" fmla="*/ 0 w 414826"/>
                <a:gd name="connsiteY4" fmla="*/ 791248 h 791248"/>
                <a:gd name="connsiteX0" fmla="*/ 0 w 414826"/>
                <a:gd name="connsiteY0" fmla="*/ 791248 h 791248"/>
                <a:gd name="connsiteX1" fmla="*/ 207413 w 414826"/>
                <a:gd name="connsiteY1" fmla="*/ 0 h 791248"/>
                <a:gd name="connsiteX2" fmla="*/ 285741 w 414826"/>
                <a:gd name="connsiteY2" fmla="*/ 86416 h 791248"/>
                <a:gd name="connsiteX3" fmla="*/ 414826 w 414826"/>
                <a:gd name="connsiteY3" fmla="*/ 791248 h 791248"/>
                <a:gd name="connsiteX4" fmla="*/ 0 w 414826"/>
                <a:gd name="connsiteY4" fmla="*/ 791248 h 791248"/>
                <a:gd name="connsiteX0" fmla="*/ 0 w 414826"/>
                <a:gd name="connsiteY0" fmla="*/ 743618 h 743618"/>
                <a:gd name="connsiteX1" fmla="*/ 145569 w 414826"/>
                <a:gd name="connsiteY1" fmla="*/ 0 h 743618"/>
                <a:gd name="connsiteX2" fmla="*/ 285741 w 414826"/>
                <a:gd name="connsiteY2" fmla="*/ 38786 h 743618"/>
                <a:gd name="connsiteX3" fmla="*/ 414826 w 414826"/>
                <a:gd name="connsiteY3" fmla="*/ 743618 h 743618"/>
                <a:gd name="connsiteX4" fmla="*/ 0 w 414826"/>
                <a:gd name="connsiteY4" fmla="*/ 743618 h 743618"/>
                <a:gd name="connsiteX0" fmla="*/ 0 w 347186"/>
                <a:gd name="connsiteY0" fmla="*/ 743618 h 743618"/>
                <a:gd name="connsiteX1" fmla="*/ 145569 w 347186"/>
                <a:gd name="connsiteY1" fmla="*/ 0 h 743618"/>
                <a:gd name="connsiteX2" fmla="*/ 285741 w 347186"/>
                <a:gd name="connsiteY2" fmla="*/ 38786 h 743618"/>
                <a:gd name="connsiteX3" fmla="*/ 347186 w 347186"/>
                <a:gd name="connsiteY3" fmla="*/ 740074 h 743618"/>
                <a:gd name="connsiteX4" fmla="*/ 0 w 347186"/>
                <a:gd name="connsiteY4" fmla="*/ 743618 h 743618"/>
                <a:gd name="connsiteX0" fmla="*/ 0 w 347186"/>
                <a:gd name="connsiteY0" fmla="*/ 714911 h 714911"/>
                <a:gd name="connsiteX1" fmla="*/ 127108 w 347186"/>
                <a:gd name="connsiteY1" fmla="*/ 0 h 714911"/>
                <a:gd name="connsiteX2" fmla="*/ 285741 w 347186"/>
                <a:gd name="connsiteY2" fmla="*/ 10079 h 714911"/>
                <a:gd name="connsiteX3" fmla="*/ 347186 w 347186"/>
                <a:gd name="connsiteY3" fmla="*/ 711367 h 714911"/>
                <a:gd name="connsiteX4" fmla="*/ 0 w 347186"/>
                <a:gd name="connsiteY4" fmla="*/ 714911 h 714911"/>
                <a:gd name="connsiteX0" fmla="*/ 0 w 347186"/>
                <a:gd name="connsiteY0" fmla="*/ 714911 h 714911"/>
                <a:gd name="connsiteX1" fmla="*/ 127108 w 347186"/>
                <a:gd name="connsiteY1" fmla="*/ 0 h 714911"/>
                <a:gd name="connsiteX2" fmla="*/ 285741 w 347186"/>
                <a:gd name="connsiteY2" fmla="*/ 10079 h 714911"/>
                <a:gd name="connsiteX3" fmla="*/ 347186 w 347186"/>
                <a:gd name="connsiteY3" fmla="*/ 711367 h 714911"/>
                <a:gd name="connsiteX4" fmla="*/ 0 w 347186"/>
                <a:gd name="connsiteY4" fmla="*/ 714911 h 714911"/>
                <a:gd name="connsiteX0" fmla="*/ 0 w 347186"/>
                <a:gd name="connsiteY0" fmla="*/ 714911 h 714911"/>
                <a:gd name="connsiteX1" fmla="*/ 127108 w 347186"/>
                <a:gd name="connsiteY1" fmla="*/ 0 h 714911"/>
                <a:gd name="connsiteX2" fmla="*/ 245036 w 347186"/>
                <a:gd name="connsiteY2" fmla="*/ 58816 h 714911"/>
                <a:gd name="connsiteX3" fmla="*/ 347186 w 347186"/>
                <a:gd name="connsiteY3" fmla="*/ 711367 h 714911"/>
                <a:gd name="connsiteX4" fmla="*/ 0 w 347186"/>
                <a:gd name="connsiteY4" fmla="*/ 714911 h 714911"/>
                <a:gd name="connsiteX0" fmla="*/ 0 w 282887"/>
                <a:gd name="connsiteY0" fmla="*/ 714911 h 724955"/>
                <a:gd name="connsiteX1" fmla="*/ 127108 w 282887"/>
                <a:gd name="connsiteY1" fmla="*/ 0 h 724955"/>
                <a:gd name="connsiteX2" fmla="*/ 245036 w 282887"/>
                <a:gd name="connsiteY2" fmla="*/ 58816 h 724955"/>
                <a:gd name="connsiteX3" fmla="*/ 282887 w 282887"/>
                <a:gd name="connsiteY3" fmla="*/ 724955 h 724955"/>
                <a:gd name="connsiteX4" fmla="*/ 0 w 282887"/>
                <a:gd name="connsiteY4" fmla="*/ 714911 h 724955"/>
                <a:gd name="connsiteX0" fmla="*/ 0 w 282887"/>
                <a:gd name="connsiteY0" fmla="*/ 672415 h 682459"/>
                <a:gd name="connsiteX1" fmla="*/ 129121 w 282887"/>
                <a:gd name="connsiteY1" fmla="*/ 0 h 682459"/>
                <a:gd name="connsiteX2" fmla="*/ 245036 w 282887"/>
                <a:gd name="connsiteY2" fmla="*/ 16320 h 682459"/>
                <a:gd name="connsiteX3" fmla="*/ 282887 w 282887"/>
                <a:gd name="connsiteY3" fmla="*/ 682459 h 682459"/>
                <a:gd name="connsiteX4" fmla="*/ 0 w 282887"/>
                <a:gd name="connsiteY4" fmla="*/ 672415 h 682459"/>
                <a:gd name="connsiteX0" fmla="*/ 0 w 282887"/>
                <a:gd name="connsiteY0" fmla="*/ 672415 h 682459"/>
                <a:gd name="connsiteX1" fmla="*/ 129121 w 282887"/>
                <a:gd name="connsiteY1" fmla="*/ 0 h 682459"/>
                <a:gd name="connsiteX2" fmla="*/ 260395 w 282887"/>
                <a:gd name="connsiteY2" fmla="*/ 46800 h 682459"/>
                <a:gd name="connsiteX3" fmla="*/ 282887 w 282887"/>
                <a:gd name="connsiteY3" fmla="*/ 682459 h 682459"/>
                <a:gd name="connsiteX4" fmla="*/ 0 w 282887"/>
                <a:gd name="connsiteY4" fmla="*/ 672415 h 682459"/>
                <a:gd name="connsiteX0" fmla="*/ 0 w 282887"/>
                <a:gd name="connsiteY0" fmla="*/ 651277 h 661321"/>
                <a:gd name="connsiteX1" fmla="*/ 128014 w 282887"/>
                <a:gd name="connsiteY1" fmla="*/ 0 h 661321"/>
                <a:gd name="connsiteX2" fmla="*/ 260395 w 282887"/>
                <a:gd name="connsiteY2" fmla="*/ 25662 h 661321"/>
                <a:gd name="connsiteX3" fmla="*/ 282887 w 282887"/>
                <a:gd name="connsiteY3" fmla="*/ 661321 h 661321"/>
                <a:gd name="connsiteX4" fmla="*/ 0 w 282887"/>
                <a:gd name="connsiteY4" fmla="*/ 651277 h 661321"/>
                <a:gd name="connsiteX0" fmla="*/ 0 w 275318"/>
                <a:gd name="connsiteY0" fmla="*/ 668630 h 668630"/>
                <a:gd name="connsiteX1" fmla="*/ 120445 w 275318"/>
                <a:gd name="connsiteY1" fmla="*/ 0 h 668630"/>
                <a:gd name="connsiteX2" fmla="*/ 252826 w 275318"/>
                <a:gd name="connsiteY2" fmla="*/ 25662 h 668630"/>
                <a:gd name="connsiteX3" fmla="*/ 275318 w 275318"/>
                <a:gd name="connsiteY3" fmla="*/ 661321 h 668630"/>
                <a:gd name="connsiteX4" fmla="*/ 0 w 275318"/>
                <a:gd name="connsiteY4" fmla="*/ 668630 h 668630"/>
                <a:gd name="connsiteX0" fmla="*/ 0 w 280412"/>
                <a:gd name="connsiteY0" fmla="*/ 668630 h 668630"/>
                <a:gd name="connsiteX1" fmla="*/ 120445 w 280412"/>
                <a:gd name="connsiteY1" fmla="*/ 0 h 668630"/>
                <a:gd name="connsiteX2" fmla="*/ 252826 w 280412"/>
                <a:gd name="connsiteY2" fmla="*/ 25662 h 668630"/>
                <a:gd name="connsiteX3" fmla="*/ 280412 w 280412"/>
                <a:gd name="connsiteY3" fmla="*/ 564088 h 668630"/>
                <a:gd name="connsiteX4" fmla="*/ 0 w 280412"/>
                <a:gd name="connsiteY4" fmla="*/ 668630 h 668630"/>
                <a:gd name="connsiteX0" fmla="*/ 0 w 245282"/>
                <a:gd name="connsiteY0" fmla="*/ 564491 h 564491"/>
                <a:gd name="connsiteX1" fmla="*/ 85315 w 245282"/>
                <a:gd name="connsiteY1" fmla="*/ 0 h 564491"/>
                <a:gd name="connsiteX2" fmla="*/ 217696 w 245282"/>
                <a:gd name="connsiteY2" fmla="*/ 25662 h 564491"/>
                <a:gd name="connsiteX3" fmla="*/ 245282 w 245282"/>
                <a:gd name="connsiteY3" fmla="*/ 564088 h 564491"/>
                <a:gd name="connsiteX4" fmla="*/ 0 w 245282"/>
                <a:gd name="connsiteY4" fmla="*/ 564491 h 564491"/>
                <a:gd name="connsiteX0" fmla="*/ 0 w 245282"/>
                <a:gd name="connsiteY0" fmla="*/ 546855 h 546855"/>
                <a:gd name="connsiteX1" fmla="*/ 88213 w 245282"/>
                <a:gd name="connsiteY1" fmla="*/ 7950 h 546855"/>
                <a:gd name="connsiteX2" fmla="*/ 217696 w 245282"/>
                <a:gd name="connsiteY2" fmla="*/ 8026 h 546855"/>
                <a:gd name="connsiteX3" fmla="*/ 245282 w 245282"/>
                <a:gd name="connsiteY3" fmla="*/ 546452 h 546855"/>
                <a:gd name="connsiteX4" fmla="*/ 0 w 245282"/>
                <a:gd name="connsiteY4" fmla="*/ 546855 h 546855"/>
                <a:gd name="connsiteX0" fmla="*/ 0 w 245282"/>
                <a:gd name="connsiteY0" fmla="*/ 569161 h 569161"/>
                <a:gd name="connsiteX1" fmla="*/ 77081 w 245282"/>
                <a:gd name="connsiteY1" fmla="*/ 0 h 569161"/>
                <a:gd name="connsiteX2" fmla="*/ 217696 w 245282"/>
                <a:gd name="connsiteY2" fmla="*/ 30332 h 569161"/>
                <a:gd name="connsiteX3" fmla="*/ 245282 w 245282"/>
                <a:gd name="connsiteY3" fmla="*/ 568758 h 569161"/>
                <a:gd name="connsiteX4" fmla="*/ 0 w 245282"/>
                <a:gd name="connsiteY4" fmla="*/ 569161 h 569161"/>
                <a:gd name="connsiteX0" fmla="*/ 0 w 245282"/>
                <a:gd name="connsiteY0" fmla="*/ 569161 h 569161"/>
                <a:gd name="connsiteX1" fmla="*/ 77081 w 245282"/>
                <a:gd name="connsiteY1" fmla="*/ 0 h 569161"/>
                <a:gd name="connsiteX2" fmla="*/ 217696 w 245282"/>
                <a:gd name="connsiteY2" fmla="*/ 30332 h 569161"/>
                <a:gd name="connsiteX3" fmla="*/ 245282 w 245282"/>
                <a:gd name="connsiteY3" fmla="*/ 568758 h 569161"/>
                <a:gd name="connsiteX4" fmla="*/ 0 w 245282"/>
                <a:gd name="connsiteY4" fmla="*/ 569161 h 569161"/>
                <a:gd name="connsiteX0" fmla="*/ 0 w 245282"/>
                <a:gd name="connsiteY0" fmla="*/ 569590 h 569590"/>
                <a:gd name="connsiteX1" fmla="*/ 77081 w 245282"/>
                <a:gd name="connsiteY1" fmla="*/ 429 h 569590"/>
                <a:gd name="connsiteX2" fmla="*/ 217696 w 245282"/>
                <a:gd name="connsiteY2" fmla="*/ 30761 h 569590"/>
                <a:gd name="connsiteX3" fmla="*/ 245282 w 245282"/>
                <a:gd name="connsiteY3" fmla="*/ 569187 h 569590"/>
                <a:gd name="connsiteX4" fmla="*/ 0 w 245282"/>
                <a:gd name="connsiteY4" fmla="*/ 569590 h 569590"/>
                <a:gd name="connsiteX0" fmla="*/ 0 w 245282"/>
                <a:gd name="connsiteY0" fmla="*/ 569590 h 569590"/>
                <a:gd name="connsiteX1" fmla="*/ 77081 w 245282"/>
                <a:gd name="connsiteY1" fmla="*/ 429 h 569590"/>
                <a:gd name="connsiteX2" fmla="*/ 217696 w 245282"/>
                <a:gd name="connsiteY2" fmla="*/ 30761 h 569590"/>
                <a:gd name="connsiteX3" fmla="*/ 245282 w 245282"/>
                <a:gd name="connsiteY3" fmla="*/ 569187 h 569590"/>
                <a:gd name="connsiteX4" fmla="*/ 0 w 245282"/>
                <a:gd name="connsiteY4" fmla="*/ 569590 h 569590"/>
                <a:gd name="connsiteX0" fmla="*/ 0 w 245282"/>
                <a:gd name="connsiteY0" fmla="*/ 573750 h 573750"/>
                <a:gd name="connsiteX1" fmla="*/ 77081 w 245282"/>
                <a:gd name="connsiteY1" fmla="*/ 4589 h 573750"/>
                <a:gd name="connsiteX2" fmla="*/ 214354 w 245282"/>
                <a:gd name="connsiteY2" fmla="*/ 17789 h 573750"/>
                <a:gd name="connsiteX3" fmla="*/ 245282 w 245282"/>
                <a:gd name="connsiteY3" fmla="*/ 573347 h 573750"/>
                <a:gd name="connsiteX4" fmla="*/ 0 w 245282"/>
                <a:gd name="connsiteY4" fmla="*/ 573750 h 573750"/>
                <a:gd name="connsiteX0" fmla="*/ 0 w 245282"/>
                <a:gd name="connsiteY0" fmla="*/ 569489 h 569489"/>
                <a:gd name="connsiteX1" fmla="*/ 77081 w 245282"/>
                <a:gd name="connsiteY1" fmla="*/ 328 h 569489"/>
                <a:gd name="connsiteX2" fmla="*/ 187882 w 245282"/>
                <a:gd name="connsiteY2" fmla="*/ 33337 h 569489"/>
                <a:gd name="connsiteX3" fmla="*/ 245282 w 245282"/>
                <a:gd name="connsiteY3" fmla="*/ 569086 h 569489"/>
                <a:gd name="connsiteX4" fmla="*/ 0 w 245282"/>
                <a:gd name="connsiteY4" fmla="*/ 569489 h 569489"/>
                <a:gd name="connsiteX0" fmla="*/ 0 w 245282"/>
                <a:gd name="connsiteY0" fmla="*/ 570595 h 570595"/>
                <a:gd name="connsiteX1" fmla="*/ 77081 w 245282"/>
                <a:gd name="connsiteY1" fmla="*/ 1434 h 570595"/>
                <a:gd name="connsiteX2" fmla="*/ 218140 w 245282"/>
                <a:gd name="connsiteY2" fmla="*/ 23311 h 570595"/>
                <a:gd name="connsiteX3" fmla="*/ 245282 w 245282"/>
                <a:gd name="connsiteY3" fmla="*/ 570192 h 570595"/>
                <a:gd name="connsiteX4" fmla="*/ 0 w 245282"/>
                <a:gd name="connsiteY4" fmla="*/ 570595 h 570595"/>
                <a:gd name="connsiteX0" fmla="*/ 0 w 245282"/>
                <a:gd name="connsiteY0" fmla="*/ 570645 h 570645"/>
                <a:gd name="connsiteX1" fmla="*/ 77081 w 245282"/>
                <a:gd name="connsiteY1" fmla="*/ 1484 h 570645"/>
                <a:gd name="connsiteX2" fmla="*/ 213912 w 245282"/>
                <a:gd name="connsiteY2" fmla="*/ 23140 h 570645"/>
                <a:gd name="connsiteX3" fmla="*/ 245282 w 245282"/>
                <a:gd name="connsiteY3" fmla="*/ 570242 h 570645"/>
                <a:gd name="connsiteX4" fmla="*/ 0 w 245282"/>
                <a:gd name="connsiteY4" fmla="*/ 570645 h 570645"/>
                <a:gd name="connsiteX0" fmla="*/ 0 w 245282"/>
                <a:gd name="connsiteY0" fmla="*/ 571137 h 571137"/>
                <a:gd name="connsiteX1" fmla="*/ 77081 w 245282"/>
                <a:gd name="connsiteY1" fmla="*/ 1976 h 571137"/>
                <a:gd name="connsiteX2" fmla="*/ 213912 w 245282"/>
                <a:gd name="connsiteY2" fmla="*/ 23632 h 571137"/>
                <a:gd name="connsiteX3" fmla="*/ 245282 w 245282"/>
                <a:gd name="connsiteY3" fmla="*/ 570734 h 571137"/>
                <a:gd name="connsiteX4" fmla="*/ 0 w 245282"/>
                <a:gd name="connsiteY4" fmla="*/ 571137 h 571137"/>
                <a:gd name="connsiteX0" fmla="*/ 0 w 245282"/>
                <a:gd name="connsiteY0" fmla="*/ 564277 h 564277"/>
                <a:gd name="connsiteX1" fmla="*/ 76416 w 245282"/>
                <a:gd name="connsiteY1" fmla="*/ 7798 h 564277"/>
                <a:gd name="connsiteX2" fmla="*/ 213912 w 245282"/>
                <a:gd name="connsiteY2" fmla="*/ 16772 h 564277"/>
                <a:gd name="connsiteX3" fmla="*/ 245282 w 245282"/>
                <a:gd name="connsiteY3" fmla="*/ 563874 h 564277"/>
                <a:gd name="connsiteX4" fmla="*/ 0 w 245282"/>
                <a:gd name="connsiteY4" fmla="*/ 564277 h 564277"/>
                <a:gd name="connsiteX0" fmla="*/ 0 w 245282"/>
                <a:gd name="connsiteY0" fmla="*/ 564277 h 564277"/>
                <a:gd name="connsiteX1" fmla="*/ 76416 w 245282"/>
                <a:gd name="connsiteY1" fmla="*/ 7798 h 564277"/>
                <a:gd name="connsiteX2" fmla="*/ 213912 w 245282"/>
                <a:gd name="connsiteY2" fmla="*/ 16772 h 564277"/>
                <a:gd name="connsiteX3" fmla="*/ 245282 w 245282"/>
                <a:gd name="connsiteY3" fmla="*/ 563874 h 564277"/>
                <a:gd name="connsiteX4" fmla="*/ 0 w 245282"/>
                <a:gd name="connsiteY4" fmla="*/ 564277 h 564277"/>
                <a:gd name="connsiteX0" fmla="*/ 0 w 245282"/>
                <a:gd name="connsiteY0" fmla="*/ 566063 h 566063"/>
                <a:gd name="connsiteX1" fmla="*/ 76416 w 245282"/>
                <a:gd name="connsiteY1" fmla="*/ 9584 h 566063"/>
                <a:gd name="connsiteX2" fmla="*/ 213912 w 245282"/>
                <a:gd name="connsiteY2" fmla="*/ 18558 h 566063"/>
                <a:gd name="connsiteX3" fmla="*/ 245282 w 245282"/>
                <a:gd name="connsiteY3" fmla="*/ 565660 h 566063"/>
                <a:gd name="connsiteX4" fmla="*/ 0 w 245282"/>
                <a:gd name="connsiteY4" fmla="*/ 566063 h 566063"/>
                <a:gd name="connsiteX0" fmla="*/ 0 w 245282"/>
                <a:gd name="connsiteY0" fmla="*/ 566063 h 566063"/>
                <a:gd name="connsiteX1" fmla="*/ 76416 w 245282"/>
                <a:gd name="connsiteY1" fmla="*/ 9584 h 566063"/>
                <a:gd name="connsiteX2" fmla="*/ 192626 w 245282"/>
                <a:gd name="connsiteY2" fmla="*/ 18558 h 566063"/>
                <a:gd name="connsiteX3" fmla="*/ 245282 w 245282"/>
                <a:gd name="connsiteY3" fmla="*/ 565660 h 566063"/>
                <a:gd name="connsiteX4" fmla="*/ 0 w 245282"/>
                <a:gd name="connsiteY4" fmla="*/ 566063 h 566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282" h="566063">
                  <a:moveTo>
                    <a:pt x="0" y="566063"/>
                  </a:moveTo>
                  <a:cubicBezTo>
                    <a:pt x="25472" y="380570"/>
                    <a:pt x="50501" y="203533"/>
                    <a:pt x="76416" y="9584"/>
                  </a:cubicBezTo>
                  <a:cubicBezTo>
                    <a:pt x="139751" y="2187"/>
                    <a:pt x="143968" y="-11429"/>
                    <a:pt x="192626" y="18558"/>
                  </a:cubicBezTo>
                  <a:lnTo>
                    <a:pt x="245282" y="565660"/>
                  </a:lnTo>
                  <a:lnTo>
                    <a:pt x="0" y="566063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Cylinder 48">
              <a:extLst>
                <a:ext uri="{FF2B5EF4-FFF2-40B4-BE49-F238E27FC236}">
                  <a16:creationId xmlns:a16="http://schemas.microsoft.com/office/drawing/2014/main" id="{38C9273A-B162-4BF5-89AA-193D48018FB2}"/>
                </a:ext>
              </a:extLst>
            </p:cNvPr>
            <p:cNvSpPr/>
            <p:nvPr/>
          </p:nvSpPr>
          <p:spPr>
            <a:xfrm rot="5400000">
              <a:off x="9767447" y="2243096"/>
              <a:ext cx="395867" cy="358108"/>
            </a:xfrm>
            <a:prstGeom prst="can">
              <a:avLst>
                <a:gd name="adj" fmla="val 9632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Cylinder 49">
              <a:extLst>
                <a:ext uri="{FF2B5EF4-FFF2-40B4-BE49-F238E27FC236}">
                  <a16:creationId xmlns:a16="http://schemas.microsoft.com/office/drawing/2014/main" id="{25F048EE-8046-4F18-AB11-B0832B1644EF}"/>
                </a:ext>
              </a:extLst>
            </p:cNvPr>
            <p:cNvSpPr/>
            <p:nvPr/>
          </p:nvSpPr>
          <p:spPr>
            <a:xfrm>
              <a:off x="9261745" y="2198573"/>
              <a:ext cx="471401" cy="421510"/>
            </a:xfrm>
            <a:prstGeom prst="can">
              <a:avLst>
                <a:gd name="adj" fmla="val 14654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51" name="Isosceles Triangle 79">
              <a:extLst>
                <a:ext uri="{FF2B5EF4-FFF2-40B4-BE49-F238E27FC236}">
                  <a16:creationId xmlns:a16="http://schemas.microsoft.com/office/drawing/2014/main" id="{F0DEAEA1-5904-4833-93C2-C6535F8C122B}"/>
                </a:ext>
              </a:extLst>
            </p:cNvPr>
            <p:cNvSpPr/>
            <p:nvPr/>
          </p:nvSpPr>
          <p:spPr>
            <a:xfrm>
              <a:off x="9302469" y="600630"/>
              <a:ext cx="382784" cy="1633518"/>
            </a:xfrm>
            <a:custGeom>
              <a:avLst/>
              <a:gdLst>
                <a:gd name="connsiteX0" fmla="*/ 0 w 382784"/>
                <a:gd name="connsiteY0" fmla="*/ 1822311 h 1822311"/>
                <a:gd name="connsiteX1" fmla="*/ 191392 w 382784"/>
                <a:gd name="connsiteY1" fmla="*/ 0 h 1822311"/>
                <a:gd name="connsiteX2" fmla="*/ 382784 w 382784"/>
                <a:gd name="connsiteY2" fmla="*/ 1822311 h 1822311"/>
                <a:gd name="connsiteX3" fmla="*/ 0 w 382784"/>
                <a:gd name="connsiteY3" fmla="*/ 1822311 h 1822311"/>
                <a:gd name="connsiteX0" fmla="*/ 0 w 382784"/>
                <a:gd name="connsiteY0" fmla="*/ 1822311 h 1822311"/>
                <a:gd name="connsiteX1" fmla="*/ 191392 w 382784"/>
                <a:gd name="connsiteY1" fmla="*/ 0 h 1822311"/>
                <a:gd name="connsiteX2" fmla="*/ 270801 w 382784"/>
                <a:gd name="connsiteY2" fmla="*/ 118957 h 1822311"/>
                <a:gd name="connsiteX3" fmla="*/ 382784 w 382784"/>
                <a:gd name="connsiteY3" fmla="*/ 1822311 h 1822311"/>
                <a:gd name="connsiteX4" fmla="*/ 0 w 382784"/>
                <a:gd name="connsiteY4" fmla="*/ 1822311 h 1822311"/>
                <a:gd name="connsiteX0" fmla="*/ 0 w 382784"/>
                <a:gd name="connsiteY0" fmla="*/ 1714599 h 1714599"/>
                <a:gd name="connsiteX1" fmla="*/ 96142 w 382784"/>
                <a:gd name="connsiteY1" fmla="*/ 178038 h 1714599"/>
                <a:gd name="connsiteX2" fmla="*/ 270801 w 382784"/>
                <a:gd name="connsiteY2" fmla="*/ 11245 h 1714599"/>
                <a:gd name="connsiteX3" fmla="*/ 382784 w 382784"/>
                <a:gd name="connsiteY3" fmla="*/ 1714599 h 1714599"/>
                <a:gd name="connsiteX4" fmla="*/ 0 w 382784"/>
                <a:gd name="connsiteY4" fmla="*/ 1714599 h 1714599"/>
                <a:gd name="connsiteX0" fmla="*/ 0 w 382784"/>
                <a:gd name="connsiteY0" fmla="*/ 1599710 h 1599710"/>
                <a:gd name="connsiteX1" fmla="*/ 96142 w 382784"/>
                <a:gd name="connsiteY1" fmla="*/ 63149 h 1599710"/>
                <a:gd name="connsiteX2" fmla="*/ 289851 w 382784"/>
                <a:gd name="connsiteY2" fmla="*/ 17006 h 1599710"/>
                <a:gd name="connsiteX3" fmla="*/ 382784 w 382784"/>
                <a:gd name="connsiteY3" fmla="*/ 1599710 h 1599710"/>
                <a:gd name="connsiteX4" fmla="*/ 0 w 382784"/>
                <a:gd name="connsiteY4" fmla="*/ 1599710 h 1599710"/>
                <a:gd name="connsiteX0" fmla="*/ 0 w 382784"/>
                <a:gd name="connsiteY0" fmla="*/ 1612761 h 1612761"/>
                <a:gd name="connsiteX1" fmla="*/ 89792 w 382784"/>
                <a:gd name="connsiteY1" fmla="*/ 0 h 1612761"/>
                <a:gd name="connsiteX2" fmla="*/ 289851 w 382784"/>
                <a:gd name="connsiteY2" fmla="*/ 30057 h 1612761"/>
                <a:gd name="connsiteX3" fmla="*/ 382784 w 382784"/>
                <a:gd name="connsiteY3" fmla="*/ 1612761 h 1612761"/>
                <a:gd name="connsiteX4" fmla="*/ 0 w 382784"/>
                <a:gd name="connsiteY4" fmla="*/ 1612761 h 1612761"/>
                <a:gd name="connsiteX0" fmla="*/ 0 w 382784"/>
                <a:gd name="connsiteY0" fmla="*/ 1612761 h 1612761"/>
                <a:gd name="connsiteX1" fmla="*/ 89792 w 382784"/>
                <a:gd name="connsiteY1" fmla="*/ 0 h 1612761"/>
                <a:gd name="connsiteX2" fmla="*/ 289851 w 382784"/>
                <a:gd name="connsiteY2" fmla="*/ 30057 h 1612761"/>
                <a:gd name="connsiteX3" fmla="*/ 382784 w 382784"/>
                <a:gd name="connsiteY3" fmla="*/ 1612761 h 1612761"/>
                <a:gd name="connsiteX4" fmla="*/ 0 w 382784"/>
                <a:gd name="connsiteY4" fmla="*/ 1612761 h 1612761"/>
                <a:gd name="connsiteX0" fmla="*/ 0 w 382784"/>
                <a:gd name="connsiteY0" fmla="*/ 1651958 h 1651958"/>
                <a:gd name="connsiteX1" fmla="*/ 89792 w 382784"/>
                <a:gd name="connsiteY1" fmla="*/ 39197 h 1651958"/>
                <a:gd name="connsiteX2" fmla="*/ 289851 w 382784"/>
                <a:gd name="connsiteY2" fmla="*/ 69254 h 1651958"/>
                <a:gd name="connsiteX3" fmla="*/ 382784 w 382784"/>
                <a:gd name="connsiteY3" fmla="*/ 1651958 h 1651958"/>
                <a:gd name="connsiteX4" fmla="*/ 0 w 382784"/>
                <a:gd name="connsiteY4" fmla="*/ 1651958 h 1651958"/>
                <a:gd name="connsiteX0" fmla="*/ 0 w 382784"/>
                <a:gd name="connsiteY0" fmla="*/ 1662822 h 1662822"/>
                <a:gd name="connsiteX1" fmla="*/ 89792 w 382784"/>
                <a:gd name="connsiteY1" fmla="*/ 50061 h 1662822"/>
                <a:gd name="connsiteX2" fmla="*/ 321601 w 382784"/>
                <a:gd name="connsiteY2" fmla="*/ 54718 h 1662822"/>
                <a:gd name="connsiteX3" fmla="*/ 382784 w 382784"/>
                <a:gd name="connsiteY3" fmla="*/ 1662822 h 1662822"/>
                <a:gd name="connsiteX4" fmla="*/ 0 w 382784"/>
                <a:gd name="connsiteY4" fmla="*/ 1662822 h 1662822"/>
                <a:gd name="connsiteX0" fmla="*/ 0 w 382784"/>
                <a:gd name="connsiteY0" fmla="*/ 1662822 h 1662822"/>
                <a:gd name="connsiteX1" fmla="*/ 89792 w 382784"/>
                <a:gd name="connsiteY1" fmla="*/ 50061 h 1662822"/>
                <a:gd name="connsiteX2" fmla="*/ 321601 w 382784"/>
                <a:gd name="connsiteY2" fmla="*/ 54718 h 1662822"/>
                <a:gd name="connsiteX3" fmla="*/ 382784 w 382784"/>
                <a:gd name="connsiteY3" fmla="*/ 1662822 h 1662822"/>
                <a:gd name="connsiteX4" fmla="*/ 0 w 382784"/>
                <a:gd name="connsiteY4" fmla="*/ 1662822 h 1662822"/>
                <a:gd name="connsiteX0" fmla="*/ 0 w 382784"/>
                <a:gd name="connsiteY0" fmla="*/ 1649746 h 1649746"/>
                <a:gd name="connsiteX1" fmla="*/ 89792 w 382784"/>
                <a:gd name="connsiteY1" fmla="*/ 36985 h 1649746"/>
                <a:gd name="connsiteX2" fmla="*/ 321601 w 382784"/>
                <a:gd name="connsiteY2" fmla="*/ 73392 h 1649746"/>
                <a:gd name="connsiteX3" fmla="*/ 382784 w 382784"/>
                <a:gd name="connsiteY3" fmla="*/ 1649746 h 1649746"/>
                <a:gd name="connsiteX4" fmla="*/ 0 w 382784"/>
                <a:gd name="connsiteY4" fmla="*/ 1649746 h 1649746"/>
                <a:gd name="connsiteX0" fmla="*/ 0 w 382784"/>
                <a:gd name="connsiteY0" fmla="*/ 1634390 h 1634390"/>
                <a:gd name="connsiteX1" fmla="*/ 83442 w 382784"/>
                <a:gd name="connsiteY1" fmla="*/ 47029 h 1634390"/>
                <a:gd name="connsiteX2" fmla="*/ 321601 w 382784"/>
                <a:gd name="connsiteY2" fmla="*/ 58036 h 1634390"/>
                <a:gd name="connsiteX3" fmla="*/ 382784 w 382784"/>
                <a:gd name="connsiteY3" fmla="*/ 1634390 h 1634390"/>
                <a:gd name="connsiteX4" fmla="*/ 0 w 382784"/>
                <a:gd name="connsiteY4" fmla="*/ 1634390 h 1634390"/>
                <a:gd name="connsiteX0" fmla="*/ 0 w 382784"/>
                <a:gd name="connsiteY0" fmla="*/ 1626559 h 1626559"/>
                <a:gd name="connsiteX1" fmla="*/ 83442 w 382784"/>
                <a:gd name="connsiteY1" fmla="*/ 39198 h 1626559"/>
                <a:gd name="connsiteX2" fmla="*/ 340651 w 382784"/>
                <a:gd name="connsiteY2" fmla="*/ 69255 h 1626559"/>
                <a:gd name="connsiteX3" fmla="*/ 382784 w 382784"/>
                <a:gd name="connsiteY3" fmla="*/ 1626559 h 1626559"/>
                <a:gd name="connsiteX4" fmla="*/ 0 w 382784"/>
                <a:gd name="connsiteY4" fmla="*/ 1626559 h 1626559"/>
                <a:gd name="connsiteX0" fmla="*/ 0 w 382784"/>
                <a:gd name="connsiteY0" fmla="*/ 1632538 h 1632538"/>
                <a:gd name="connsiteX1" fmla="*/ 83442 w 382784"/>
                <a:gd name="connsiteY1" fmla="*/ 45177 h 1632538"/>
                <a:gd name="connsiteX2" fmla="*/ 340651 w 382784"/>
                <a:gd name="connsiteY2" fmla="*/ 75234 h 1632538"/>
                <a:gd name="connsiteX3" fmla="*/ 382784 w 382784"/>
                <a:gd name="connsiteY3" fmla="*/ 1632538 h 1632538"/>
                <a:gd name="connsiteX4" fmla="*/ 0 w 382784"/>
                <a:gd name="connsiteY4" fmla="*/ 1632538 h 1632538"/>
                <a:gd name="connsiteX0" fmla="*/ 0 w 382784"/>
                <a:gd name="connsiteY0" fmla="*/ 1644734 h 1644734"/>
                <a:gd name="connsiteX1" fmla="*/ 83442 w 382784"/>
                <a:gd name="connsiteY1" fmla="*/ 57373 h 1644734"/>
                <a:gd name="connsiteX2" fmla="*/ 340651 w 382784"/>
                <a:gd name="connsiteY2" fmla="*/ 62030 h 1644734"/>
                <a:gd name="connsiteX3" fmla="*/ 382784 w 382784"/>
                <a:gd name="connsiteY3" fmla="*/ 1644734 h 1644734"/>
                <a:gd name="connsiteX4" fmla="*/ 0 w 382784"/>
                <a:gd name="connsiteY4" fmla="*/ 1644734 h 1644734"/>
                <a:gd name="connsiteX0" fmla="*/ 0 w 382784"/>
                <a:gd name="connsiteY0" fmla="*/ 1639814 h 1639814"/>
                <a:gd name="connsiteX1" fmla="*/ 83442 w 382784"/>
                <a:gd name="connsiteY1" fmla="*/ 52453 h 1639814"/>
                <a:gd name="connsiteX2" fmla="*/ 340651 w 382784"/>
                <a:gd name="connsiteY2" fmla="*/ 57110 h 1639814"/>
                <a:gd name="connsiteX3" fmla="*/ 382784 w 382784"/>
                <a:gd name="connsiteY3" fmla="*/ 1639814 h 1639814"/>
                <a:gd name="connsiteX4" fmla="*/ 0 w 382784"/>
                <a:gd name="connsiteY4" fmla="*/ 1639814 h 1639814"/>
                <a:gd name="connsiteX0" fmla="*/ 0 w 382784"/>
                <a:gd name="connsiteY0" fmla="*/ 1643162 h 1643162"/>
                <a:gd name="connsiteX1" fmla="*/ 83442 w 382784"/>
                <a:gd name="connsiteY1" fmla="*/ 55801 h 1643162"/>
                <a:gd name="connsiteX2" fmla="*/ 321601 w 382784"/>
                <a:gd name="connsiteY2" fmla="*/ 54108 h 1643162"/>
                <a:gd name="connsiteX3" fmla="*/ 382784 w 382784"/>
                <a:gd name="connsiteY3" fmla="*/ 1643162 h 1643162"/>
                <a:gd name="connsiteX4" fmla="*/ 0 w 382784"/>
                <a:gd name="connsiteY4" fmla="*/ 1643162 h 1643162"/>
                <a:gd name="connsiteX0" fmla="*/ 0 w 382784"/>
                <a:gd name="connsiteY0" fmla="*/ 1633099 h 1633099"/>
                <a:gd name="connsiteX1" fmla="*/ 51692 w 382784"/>
                <a:gd name="connsiteY1" fmla="*/ 71138 h 1633099"/>
                <a:gd name="connsiteX2" fmla="*/ 321601 w 382784"/>
                <a:gd name="connsiteY2" fmla="*/ 44045 h 1633099"/>
                <a:gd name="connsiteX3" fmla="*/ 382784 w 382784"/>
                <a:gd name="connsiteY3" fmla="*/ 1633099 h 1633099"/>
                <a:gd name="connsiteX4" fmla="*/ 0 w 382784"/>
                <a:gd name="connsiteY4" fmla="*/ 1633099 h 1633099"/>
                <a:gd name="connsiteX0" fmla="*/ 0 w 382784"/>
                <a:gd name="connsiteY0" fmla="*/ 1617763 h 1617763"/>
                <a:gd name="connsiteX1" fmla="*/ 51692 w 382784"/>
                <a:gd name="connsiteY1" fmla="*/ 55802 h 1617763"/>
                <a:gd name="connsiteX2" fmla="*/ 334301 w 382784"/>
                <a:gd name="connsiteY2" fmla="*/ 54109 h 1617763"/>
                <a:gd name="connsiteX3" fmla="*/ 382784 w 382784"/>
                <a:gd name="connsiteY3" fmla="*/ 1617763 h 1617763"/>
                <a:gd name="connsiteX4" fmla="*/ 0 w 382784"/>
                <a:gd name="connsiteY4" fmla="*/ 1617763 h 1617763"/>
                <a:gd name="connsiteX0" fmla="*/ 0 w 382784"/>
                <a:gd name="connsiteY0" fmla="*/ 1617763 h 1633636"/>
                <a:gd name="connsiteX1" fmla="*/ 51692 w 382784"/>
                <a:gd name="connsiteY1" fmla="*/ 55802 h 1633636"/>
                <a:gd name="connsiteX2" fmla="*/ 334301 w 382784"/>
                <a:gd name="connsiteY2" fmla="*/ 54109 h 1633636"/>
                <a:gd name="connsiteX3" fmla="*/ 382784 w 382784"/>
                <a:gd name="connsiteY3" fmla="*/ 1617763 h 1633636"/>
                <a:gd name="connsiteX4" fmla="*/ 173903 w 382784"/>
                <a:gd name="connsiteY4" fmla="*/ 1633518 h 1633636"/>
                <a:gd name="connsiteX5" fmla="*/ 0 w 382784"/>
                <a:gd name="connsiteY5" fmla="*/ 1617763 h 1633636"/>
                <a:gd name="connsiteX0" fmla="*/ 0 w 382784"/>
                <a:gd name="connsiteY0" fmla="*/ 1617763 h 1633636"/>
                <a:gd name="connsiteX1" fmla="*/ 51692 w 382784"/>
                <a:gd name="connsiteY1" fmla="*/ 55802 h 1633636"/>
                <a:gd name="connsiteX2" fmla="*/ 334301 w 382784"/>
                <a:gd name="connsiteY2" fmla="*/ 54109 h 1633636"/>
                <a:gd name="connsiteX3" fmla="*/ 382784 w 382784"/>
                <a:gd name="connsiteY3" fmla="*/ 1617763 h 1633636"/>
                <a:gd name="connsiteX4" fmla="*/ 173903 w 382784"/>
                <a:gd name="connsiteY4" fmla="*/ 1633518 h 1633636"/>
                <a:gd name="connsiteX5" fmla="*/ 0 w 382784"/>
                <a:gd name="connsiteY5" fmla="*/ 1617763 h 1633636"/>
                <a:gd name="connsiteX0" fmla="*/ 0 w 382784"/>
                <a:gd name="connsiteY0" fmla="*/ 1617763 h 1634031"/>
                <a:gd name="connsiteX1" fmla="*/ 51692 w 382784"/>
                <a:gd name="connsiteY1" fmla="*/ 55802 h 1634031"/>
                <a:gd name="connsiteX2" fmla="*/ 334301 w 382784"/>
                <a:gd name="connsiteY2" fmla="*/ 54109 h 1634031"/>
                <a:gd name="connsiteX3" fmla="*/ 382784 w 382784"/>
                <a:gd name="connsiteY3" fmla="*/ 1617763 h 1634031"/>
                <a:gd name="connsiteX4" fmla="*/ 173903 w 382784"/>
                <a:gd name="connsiteY4" fmla="*/ 1633518 h 1634031"/>
                <a:gd name="connsiteX5" fmla="*/ 0 w 382784"/>
                <a:gd name="connsiteY5" fmla="*/ 1617763 h 1634031"/>
                <a:gd name="connsiteX0" fmla="*/ 0 w 382784"/>
                <a:gd name="connsiteY0" fmla="*/ 1617763 h 1642179"/>
                <a:gd name="connsiteX1" fmla="*/ 51692 w 382784"/>
                <a:gd name="connsiteY1" fmla="*/ 55802 h 1642179"/>
                <a:gd name="connsiteX2" fmla="*/ 334301 w 382784"/>
                <a:gd name="connsiteY2" fmla="*/ 54109 h 1642179"/>
                <a:gd name="connsiteX3" fmla="*/ 382784 w 382784"/>
                <a:gd name="connsiteY3" fmla="*/ 1617763 h 1642179"/>
                <a:gd name="connsiteX4" fmla="*/ 190837 w 382784"/>
                <a:gd name="connsiteY4" fmla="*/ 1641984 h 1642179"/>
                <a:gd name="connsiteX5" fmla="*/ 0 w 382784"/>
                <a:gd name="connsiteY5" fmla="*/ 1617763 h 1642179"/>
                <a:gd name="connsiteX0" fmla="*/ 0 w 382784"/>
                <a:gd name="connsiteY0" fmla="*/ 1617763 h 1642179"/>
                <a:gd name="connsiteX1" fmla="*/ 51692 w 382784"/>
                <a:gd name="connsiteY1" fmla="*/ 55802 h 1642179"/>
                <a:gd name="connsiteX2" fmla="*/ 334301 w 382784"/>
                <a:gd name="connsiteY2" fmla="*/ 54109 h 1642179"/>
                <a:gd name="connsiteX3" fmla="*/ 382784 w 382784"/>
                <a:gd name="connsiteY3" fmla="*/ 1617763 h 1642179"/>
                <a:gd name="connsiteX4" fmla="*/ 190837 w 382784"/>
                <a:gd name="connsiteY4" fmla="*/ 1641984 h 1642179"/>
                <a:gd name="connsiteX5" fmla="*/ 0 w 382784"/>
                <a:gd name="connsiteY5" fmla="*/ 1617763 h 1642179"/>
                <a:gd name="connsiteX0" fmla="*/ 0 w 382784"/>
                <a:gd name="connsiteY0" fmla="*/ 1617763 h 1642179"/>
                <a:gd name="connsiteX1" fmla="*/ 51692 w 382784"/>
                <a:gd name="connsiteY1" fmla="*/ 55802 h 1642179"/>
                <a:gd name="connsiteX2" fmla="*/ 334301 w 382784"/>
                <a:gd name="connsiteY2" fmla="*/ 54109 h 1642179"/>
                <a:gd name="connsiteX3" fmla="*/ 382784 w 382784"/>
                <a:gd name="connsiteY3" fmla="*/ 1617763 h 1642179"/>
                <a:gd name="connsiteX4" fmla="*/ 190837 w 382784"/>
                <a:gd name="connsiteY4" fmla="*/ 1641984 h 1642179"/>
                <a:gd name="connsiteX5" fmla="*/ 0 w 382784"/>
                <a:gd name="connsiteY5" fmla="*/ 1617763 h 1642179"/>
                <a:gd name="connsiteX0" fmla="*/ 0 w 382784"/>
                <a:gd name="connsiteY0" fmla="*/ 1617763 h 1634031"/>
                <a:gd name="connsiteX1" fmla="*/ 51692 w 382784"/>
                <a:gd name="connsiteY1" fmla="*/ 55802 h 1634031"/>
                <a:gd name="connsiteX2" fmla="*/ 334301 w 382784"/>
                <a:gd name="connsiteY2" fmla="*/ 54109 h 1634031"/>
                <a:gd name="connsiteX3" fmla="*/ 382784 w 382784"/>
                <a:gd name="connsiteY3" fmla="*/ 1617763 h 1634031"/>
                <a:gd name="connsiteX4" fmla="*/ 190837 w 382784"/>
                <a:gd name="connsiteY4" fmla="*/ 1633518 h 1634031"/>
                <a:gd name="connsiteX5" fmla="*/ 0 w 382784"/>
                <a:gd name="connsiteY5" fmla="*/ 1617763 h 1634031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9083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9083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9083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9083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9083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43043"/>
                <a:gd name="connsiteX1" fmla="*/ 51692 w 382784"/>
                <a:gd name="connsiteY1" fmla="*/ 55802 h 1643043"/>
                <a:gd name="connsiteX2" fmla="*/ 334301 w 382784"/>
                <a:gd name="connsiteY2" fmla="*/ 54109 h 1643043"/>
                <a:gd name="connsiteX3" fmla="*/ 382784 w 382784"/>
                <a:gd name="connsiteY3" fmla="*/ 1617763 h 1643043"/>
                <a:gd name="connsiteX4" fmla="*/ 194012 w 382784"/>
                <a:gd name="connsiteY4" fmla="*/ 1643043 h 1643043"/>
                <a:gd name="connsiteX5" fmla="*/ 0 w 382784"/>
                <a:gd name="connsiteY5" fmla="*/ 1617763 h 1643043"/>
                <a:gd name="connsiteX0" fmla="*/ 0 w 382784"/>
                <a:gd name="connsiteY0" fmla="*/ 1617763 h 1643043"/>
                <a:gd name="connsiteX1" fmla="*/ 51692 w 382784"/>
                <a:gd name="connsiteY1" fmla="*/ 55802 h 1643043"/>
                <a:gd name="connsiteX2" fmla="*/ 334301 w 382784"/>
                <a:gd name="connsiteY2" fmla="*/ 54109 h 1643043"/>
                <a:gd name="connsiteX3" fmla="*/ 382784 w 382784"/>
                <a:gd name="connsiteY3" fmla="*/ 1617763 h 1643043"/>
                <a:gd name="connsiteX4" fmla="*/ 194012 w 382784"/>
                <a:gd name="connsiteY4" fmla="*/ 1643043 h 1643043"/>
                <a:gd name="connsiteX5" fmla="*/ 0 w 382784"/>
                <a:gd name="connsiteY5" fmla="*/ 1617763 h 1643043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8448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84487 w 382784"/>
                <a:gd name="connsiteY4" fmla="*/ 1633518 h 1633518"/>
                <a:gd name="connsiteX5" fmla="*/ 0 w 382784"/>
                <a:gd name="connsiteY5" fmla="*/ 1617763 h 1633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2784" h="1633518">
                  <a:moveTo>
                    <a:pt x="0" y="1617763"/>
                  </a:moveTo>
                  <a:lnTo>
                    <a:pt x="51692" y="55802"/>
                  </a:lnTo>
                  <a:cubicBezTo>
                    <a:pt x="135312" y="-10379"/>
                    <a:pt x="225281" y="-25760"/>
                    <a:pt x="334301" y="54109"/>
                  </a:cubicBezTo>
                  <a:lnTo>
                    <a:pt x="382784" y="1617763"/>
                  </a:lnTo>
                  <a:cubicBezTo>
                    <a:pt x="295871" y="1639242"/>
                    <a:pt x="276691" y="1619447"/>
                    <a:pt x="184487" y="1633518"/>
                  </a:cubicBezTo>
                  <a:cubicBezTo>
                    <a:pt x="93358" y="1620152"/>
                    <a:pt x="79487" y="1635362"/>
                    <a:pt x="0" y="1617763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8F16764-A54B-461E-8AC0-73167F6471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87635" y="694331"/>
              <a:ext cx="27674" cy="14926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C4D6C3B-8461-4B85-B927-56D7DC89F186}"/>
                </a:ext>
              </a:extLst>
            </p:cNvPr>
            <p:cNvCxnSpPr>
              <a:cxnSpLocks/>
              <a:stCxn id="51" idx="0"/>
              <a:endCxn id="51" idx="4"/>
            </p:cNvCxnSpPr>
            <p:nvPr/>
          </p:nvCxnSpPr>
          <p:spPr>
            <a:xfrm>
              <a:off x="9302469" y="2218393"/>
              <a:ext cx="184487" cy="1575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Arc 53">
              <a:extLst>
                <a:ext uri="{FF2B5EF4-FFF2-40B4-BE49-F238E27FC236}">
                  <a16:creationId xmlns:a16="http://schemas.microsoft.com/office/drawing/2014/main" id="{E4261FE3-D093-4CEE-BB60-5A723200FACF}"/>
                </a:ext>
              </a:extLst>
            </p:cNvPr>
            <p:cNvSpPr/>
            <p:nvPr/>
          </p:nvSpPr>
          <p:spPr>
            <a:xfrm rot="10455752">
              <a:off x="9331060" y="2106065"/>
              <a:ext cx="294204" cy="81457"/>
            </a:xfrm>
            <a:prstGeom prst="arc">
              <a:avLst>
                <a:gd name="adj1" fmla="val 15628279"/>
                <a:gd name="adj2" fmla="val 21412419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55" name="Arc 54">
              <a:extLst>
                <a:ext uri="{FF2B5EF4-FFF2-40B4-BE49-F238E27FC236}">
                  <a16:creationId xmlns:a16="http://schemas.microsoft.com/office/drawing/2014/main" id="{1CA56028-01A7-4F2A-BED2-6520F1B3061B}"/>
                </a:ext>
              </a:extLst>
            </p:cNvPr>
            <p:cNvSpPr/>
            <p:nvPr/>
          </p:nvSpPr>
          <p:spPr>
            <a:xfrm rot="10455752">
              <a:off x="9371245" y="1162589"/>
              <a:ext cx="223299" cy="4571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56" name="Arc 55">
              <a:extLst>
                <a:ext uri="{FF2B5EF4-FFF2-40B4-BE49-F238E27FC236}">
                  <a16:creationId xmlns:a16="http://schemas.microsoft.com/office/drawing/2014/main" id="{76CC1914-4C28-4169-A117-7352FE808B5E}"/>
                </a:ext>
              </a:extLst>
            </p:cNvPr>
            <p:cNvSpPr/>
            <p:nvPr/>
          </p:nvSpPr>
          <p:spPr>
            <a:xfrm rot="10455752">
              <a:off x="9337914" y="1994333"/>
              <a:ext cx="303590" cy="5612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57" name="Arc 56">
              <a:extLst>
                <a:ext uri="{FF2B5EF4-FFF2-40B4-BE49-F238E27FC236}">
                  <a16:creationId xmlns:a16="http://schemas.microsoft.com/office/drawing/2014/main" id="{DF93FBA0-D22F-4683-8313-B9AFC8556B1F}"/>
                </a:ext>
              </a:extLst>
            </p:cNvPr>
            <p:cNvSpPr/>
            <p:nvPr/>
          </p:nvSpPr>
          <p:spPr>
            <a:xfrm rot="10455752">
              <a:off x="9372710" y="1014794"/>
              <a:ext cx="221938" cy="4571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58" name="Arc 57">
              <a:extLst>
                <a:ext uri="{FF2B5EF4-FFF2-40B4-BE49-F238E27FC236}">
                  <a16:creationId xmlns:a16="http://schemas.microsoft.com/office/drawing/2014/main" id="{BAAEEC09-3AB0-40EC-B58F-9D5DBB914E1A}"/>
                </a:ext>
              </a:extLst>
            </p:cNvPr>
            <p:cNvSpPr/>
            <p:nvPr/>
          </p:nvSpPr>
          <p:spPr>
            <a:xfrm rot="10455752">
              <a:off x="9344785" y="1848486"/>
              <a:ext cx="281338" cy="63614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59" name="Arc 58">
              <a:extLst>
                <a:ext uri="{FF2B5EF4-FFF2-40B4-BE49-F238E27FC236}">
                  <a16:creationId xmlns:a16="http://schemas.microsoft.com/office/drawing/2014/main" id="{2DC9732D-ECFF-44C2-826C-0534D24712D6}"/>
                </a:ext>
              </a:extLst>
            </p:cNvPr>
            <p:cNvSpPr/>
            <p:nvPr/>
          </p:nvSpPr>
          <p:spPr>
            <a:xfrm rot="10455752">
              <a:off x="9367420" y="1309667"/>
              <a:ext cx="231795" cy="4729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79047A94-0094-4987-9025-5EA353B117A9}"/>
                </a:ext>
              </a:extLst>
            </p:cNvPr>
            <p:cNvSpPr/>
            <p:nvPr/>
          </p:nvSpPr>
          <p:spPr>
            <a:xfrm rot="10455752">
              <a:off x="9348953" y="1711726"/>
              <a:ext cx="250236" cy="5893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61" name="Arc 60">
              <a:extLst>
                <a:ext uri="{FF2B5EF4-FFF2-40B4-BE49-F238E27FC236}">
                  <a16:creationId xmlns:a16="http://schemas.microsoft.com/office/drawing/2014/main" id="{6F2FF06E-AF48-4A92-982F-A960D61D1275}"/>
                </a:ext>
              </a:extLst>
            </p:cNvPr>
            <p:cNvSpPr/>
            <p:nvPr/>
          </p:nvSpPr>
          <p:spPr>
            <a:xfrm rot="10455752">
              <a:off x="9358199" y="1447809"/>
              <a:ext cx="250236" cy="4802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D809618C-E8F2-4BA4-ABDD-803451A5BB44}"/>
                </a:ext>
              </a:extLst>
            </p:cNvPr>
            <p:cNvSpPr/>
            <p:nvPr/>
          </p:nvSpPr>
          <p:spPr>
            <a:xfrm rot="10455752">
              <a:off x="9352935" y="1583524"/>
              <a:ext cx="250236" cy="49164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63" name="Arc 62">
              <a:extLst>
                <a:ext uri="{FF2B5EF4-FFF2-40B4-BE49-F238E27FC236}">
                  <a16:creationId xmlns:a16="http://schemas.microsoft.com/office/drawing/2014/main" id="{E9643B28-C6BD-4D80-9B82-063B9C9B627D}"/>
                </a:ext>
              </a:extLst>
            </p:cNvPr>
            <p:cNvSpPr/>
            <p:nvPr/>
          </p:nvSpPr>
          <p:spPr>
            <a:xfrm rot="10455752">
              <a:off x="9380652" y="866324"/>
              <a:ext cx="206022" cy="4571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64" name="Arc 63">
              <a:extLst>
                <a:ext uri="{FF2B5EF4-FFF2-40B4-BE49-F238E27FC236}">
                  <a16:creationId xmlns:a16="http://schemas.microsoft.com/office/drawing/2014/main" id="{23A9678C-9CC8-4C58-845F-DC93E3FE15D2}"/>
                </a:ext>
              </a:extLst>
            </p:cNvPr>
            <p:cNvSpPr/>
            <p:nvPr/>
          </p:nvSpPr>
          <p:spPr>
            <a:xfrm rot="10455752">
              <a:off x="9382277" y="690225"/>
              <a:ext cx="204540" cy="4571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76D58F1-8E32-4CDF-9063-EE378895E688}"/>
                </a:ext>
              </a:extLst>
            </p:cNvPr>
            <p:cNvSpPr txBox="1"/>
            <p:nvPr/>
          </p:nvSpPr>
          <p:spPr>
            <a:xfrm>
              <a:off x="9407043" y="2091191"/>
              <a:ext cx="19727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6383C2C-934A-4744-B260-D3FBD3D997B5}"/>
                </a:ext>
              </a:extLst>
            </p:cNvPr>
            <p:cNvSpPr txBox="1"/>
            <p:nvPr/>
          </p:nvSpPr>
          <p:spPr>
            <a:xfrm>
              <a:off x="9400365" y="1961797"/>
              <a:ext cx="20225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1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F2A26FB-0E84-4F95-A840-9687A4529B69}"/>
                </a:ext>
              </a:extLst>
            </p:cNvPr>
            <p:cNvSpPr txBox="1"/>
            <p:nvPr/>
          </p:nvSpPr>
          <p:spPr>
            <a:xfrm>
              <a:off x="9400172" y="1824439"/>
              <a:ext cx="19976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2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F4715B0-9CA9-46CD-AA66-C7E912BB2292}"/>
                </a:ext>
              </a:extLst>
            </p:cNvPr>
            <p:cNvSpPr txBox="1"/>
            <p:nvPr/>
          </p:nvSpPr>
          <p:spPr>
            <a:xfrm>
              <a:off x="9408488" y="1677672"/>
              <a:ext cx="276765" cy="189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3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C4398EF-F663-4B91-85C7-36CF9B03CAB1}"/>
                </a:ext>
              </a:extLst>
            </p:cNvPr>
            <p:cNvSpPr txBox="1"/>
            <p:nvPr/>
          </p:nvSpPr>
          <p:spPr>
            <a:xfrm>
              <a:off x="9404845" y="1536090"/>
              <a:ext cx="20253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4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E11769F-6694-4256-9A66-D1DD16024584}"/>
                </a:ext>
              </a:extLst>
            </p:cNvPr>
            <p:cNvSpPr txBox="1"/>
            <p:nvPr/>
          </p:nvSpPr>
          <p:spPr>
            <a:xfrm>
              <a:off x="9407217" y="1402226"/>
              <a:ext cx="19325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5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2F57F9E-F56E-4442-9FEA-A1A083239853}"/>
                </a:ext>
              </a:extLst>
            </p:cNvPr>
            <p:cNvSpPr txBox="1"/>
            <p:nvPr/>
          </p:nvSpPr>
          <p:spPr>
            <a:xfrm>
              <a:off x="9407218" y="1262806"/>
              <a:ext cx="19325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6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077B589-A7EE-4491-869F-4D33FE2591C4}"/>
                </a:ext>
              </a:extLst>
            </p:cNvPr>
            <p:cNvSpPr txBox="1"/>
            <p:nvPr/>
          </p:nvSpPr>
          <p:spPr>
            <a:xfrm>
              <a:off x="9412852" y="1109982"/>
              <a:ext cx="19325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8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9A789AE-5DDB-481A-876E-0D4997DBD3E5}"/>
                </a:ext>
              </a:extLst>
            </p:cNvPr>
            <p:cNvSpPr txBox="1"/>
            <p:nvPr/>
          </p:nvSpPr>
          <p:spPr>
            <a:xfrm>
              <a:off x="9401796" y="970849"/>
              <a:ext cx="26923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10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DEEF1A9-AC52-4A8A-833D-B7978F02871C}"/>
                </a:ext>
              </a:extLst>
            </p:cNvPr>
            <p:cNvSpPr txBox="1"/>
            <p:nvPr/>
          </p:nvSpPr>
          <p:spPr>
            <a:xfrm>
              <a:off x="9410077" y="821484"/>
              <a:ext cx="26788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12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E196033-DEA5-47B5-952E-C37A4C746DCB}"/>
                </a:ext>
              </a:extLst>
            </p:cNvPr>
            <p:cNvSpPr txBox="1"/>
            <p:nvPr/>
          </p:nvSpPr>
          <p:spPr>
            <a:xfrm>
              <a:off x="9402005" y="653100"/>
              <a:ext cx="27683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15</a:t>
              </a:r>
            </a:p>
          </p:txBody>
        </p:sp>
      </p:grpSp>
      <p:sp>
        <p:nvSpPr>
          <p:cNvPr id="428" name="TextBox 427">
            <a:extLst>
              <a:ext uri="{FF2B5EF4-FFF2-40B4-BE49-F238E27FC236}">
                <a16:creationId xmlns:a16="http://schemas.microsoft.com/office/drawing/2014/main" id="{7386CCEF-D8E3-49A5-BDA3-5A18D6261B96}"/>
              </a:ext>
            </a:extLst>
          </p:cNvPr>
          <p:cNvSpPr txBox="1"/>
          <p:nvPr/>
        </p:nvSpPr>
        <p:spPr>
          <a:xfrm>
            <a:off x="3715462" y="82110"/>
            <a:ext cx="48807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Non-rebreather Mask</a:t>
            </a:r>
          </a:p>
        </p:txBody>
      </p:sp>
      <p:sp>
        <p:nvSpPr>
          <p:cNvPr id="429" name="Freeform: Shape 428">
            <a:extLst>
              <a:ext uri="{FF2B5EF4-FFF2-40B4-BE49-F238E27FC236}">
                <a16:creationId xmlns:a16="http://schemas.microsoft.com/office/drawing/2014/main" id="{D454A1E1-31B9-400E-A212-091F8BFFEA60}"/>
              </a:ext>
            </a:extLst>
          </p:cNvPr>
          <p:cNvSpPr/>
          <p:nvPr/>
        </p:nvSpPr>
        <p:spPr>
          <a:xfrm>
            <a:off x="8082173" y="2826871"/>
            <a:ext cx="803063" cy="625686"/>
          </a:xfrm>
          <a:custGeom>
            <a:avLst/>
            <a:gdLst>
              <a:gd name="connsiteX0" fmla="*/ 741680 w 741680"/>
              <a:gd name="connsiteY0" fmla="*/ 0 h 604520"/>
              <a:gd name="connsiteX1" fmla="*/ 624840 w 741680"/>
              <a:gd name="connsiteY1" fmla="*/ 86360 h 604520"/>
              <a:gd name="connsiteX2" fmla="*/ 462280 w 741680"/>
              <a:gd name="connsiteY2" fmla="*/ 375920 h 604520"/>
              <a:gd name="connsiteX3" fmla="*/ 289560 w 741680"/>
              <a:gd name="connsiteY3" fmla="*/ 563880 h 604520"/>
              <a:gd name="connsiteX4" fmla="*/ 0 w 741680"/>
              <a:gd name="connsiteY4" fmla="*/ 604520 h 604520"/>
              <a:gd name="connsiteX0" fmla="*/ 754380 w 754380"/>
              <a:gd name="connsiteY0" fmla="*/ 0 h 629920"/>
              <a:gd name="connsiteX1" fmla="*/ 637540 w 754380"/>
              <a:gd name="connsiteY1" fmla="*/ 86360 h 629920"/>
              <a:gd name="connsiteX2" fmla="*/ 474980 w 754380"/>
              <a:gd name="connsiteY2" fmla="*/ 375920 h 629920"/>
              <a:gd name="connsiteX3" fmla="*/ 302260 w 754380"/>
              <a:gd name="connsiteY3" fmla="*/ 563880 h 629920"/>
              <a:gd name="connsiteX4" fmla="*/ 0 w 754380"/>
              <a:gd name="connsiteY4" fmla="*/ 629920 h 629920"/>
              <a:gd name="connsiteX0" fmla="*/ 792480 w 792480"/>
              <a:gd name="connsiteY0" fmla="*/ 0 h 617220"/>
              <a:gd name="connsiteX1" fmla="*/ 637540 w 792480"/>
              <a:gd name="connsiteY1" fmla="*/ 73660 h 617220"/>
              <a:gd name="connsiteX2" fmla="*/ 474980 w 792480"/>
              <a:gd name="connsiteY2" fmla="*/ 363220 h 617220"/>
              <a:gd name="connsiteX3" fmla="*/ 302260 w 792480"/>
              <a:gd name="connsiteY3" fmla="*/ 551180 h 617220"/>
              <a:gd name="connsiteX4" fmla="*/ 0 w 792480"/>
              <a:gd name="connsiteY4" fmla="*/ 617220 h 617220"/>
              <a:gd name="connsiteX0" fmla="*/ 792480 w 792480"/>
              <a:gd name="connsiteY0" fmla="*/ 0 h 617220"/>
              <a:gd name="connsiteX1" fmla="*/ 637540 w 792480"/>
              <a:gd name="connsiteY1" fmla="*/ 73660 h 617220"/>
              <a:gd name="connsiteX2" fmla="*/ 462280 w 792480"/>
              <a:gd name="connsiteY2" fmla="*/ 356870 h 617220"/>
              <a:gd name="connsiteX3" fmla="*/ 302260 w 792480"/>
              <a:gd name="connsiteY3" fmla="*/ 551180 h 617220"/>
              <a:gd name="connsiteX4" fmla="*/ 0 w 792480"/>
              <a:gd name="connsiteY4" fmla="*/ 617220 h 617220"/>
              <a:gd name="connsiteX0" fmla="*/ 792480 w 792480"/>
              <a:gd name="connsiteY0" fmla="*/ 0 h 617220"/>
              <a:gd name="connsiteX1" fmla="*/ 637540 w 792480"/>
              <a:gd name="connsiteY1" fmla="*/ 73660 h 617220"/>
              <a:gd name="connsiteX2" fmla="*/ 462280 w 792480"/>
              <a:gd name="connsiteY2" fmla="*/ 356870 h 617220"/>
              <a:gd name="connsiteX3" fmla="*/ 302260 w 792480"/>
              <a:gd name="connsiteY3" fmla="*/ 551180 h 617220"/>
              <a:gd name="connsiteX4" fmla="*/ 0 w 792480"/>
              <a:gd name="connsiteY4" fmla="*/ 617220 h 617220"/>
              <a:gd name="connsiteX0" fmla="*/ 792480 w 792480"/>
              <a:gd name="connsiteY0" fmla="*/ 0 h 642620"/>
              <a:gd name="connsiteX1" fmla="*/ 637540 w 792480"/>
              <a:gd name="connsiteY1" fmla="*/ 73660 h 642620"/>
              <a:gd name="connsiteX2" fmla="*/ 462280 w 792480"/>
              <a:gd name="connsiteY2" fmla="*/ 356870 h 642620"/>
              <a:gd name="connsiteX3" fmla="*/ 302260 w 792480"/>
              <a:gd name="connsiteY3" fmla="*/ 551180 h 642620"/>
              <a:gd name="connsiteX4" fmla="*/ 0 w 792480"/>
              <a:gd name="connsiteY4" fmla="*/ 642620 h 642620"/>
              <a:gd name="connsiteX0" fmla="*/ 792480 w 792480"/>
              <a:gd name="connsiteY0" fmla="*/ 0 h 642620"/>
              <a:gd name="connsiteX1" fmla="*/ 641773 w 792480"/>
              <a:gd name="connsiteY1" fmla="*/ 94827 h 642620"/>
              <a:gd name="connsiteX2" fmla="*/ 462280 w 792480"/>
              <a:gd name="connsiteY2" fmla="*/ 356870 h 642620"/>
              <a:gd name="connsiteX3" fmla="*/ 302260 w 792480"/>
              <a:gd name="connsiteY3" fmla="*/ 551180 h 642620"/>
              <a:gd name="connsiteX4" fmla="*/ 0 w 792480"/>
              <a:gd name="connsiteY4" fmla="*/ 642620 h 642620"/>
              <a:gd name="connsiteX0" fmla="*/ 803063 w 803063"/>
              <a:gd name="connsiteY0" fmla="*/ 0 h 625686"/>
              <a:gd name="connsiteX1" fmla="*/ 641773 w 803063"/>
              <a:gd name="connsiteY1" fmla="*/ 77893 h 625686"/>
              <a:gd name="connsiteX2" fmla="*/ 462280 w 803063"/>
              <a:gd name="connsiteY2" fmla="*/ 339936 h 625686"/>
              <a:gd name="connsiteX3" fmla="*/ 302260 w 803063"/>
              <a:gd name="connsiteY3" fmla="*/ 534246 h 625686"/>
              <a:gd name="connsiteX4" fmla="*/ 0 w 803063"/>
              <a:gd name="connsiteY4" fmla="*/ 625686 h 625686"/>
              <a:gd name="connsiteX0" fmla="*/ 803063 w 803063"/>
              <a:gd name="connsiteY0" fmla="*/ 0 h 625686"/>
              <a:gd name="connsiteX1" fmla="*/ 641773 w 803063"/>
              <a:gd name="connsiteY1" fmla="*/ 77893 h 625686"/>
              <a:gd name="connsiteX2" fmla="*/ 487680 w 803063"/>
              <a:gd name="connsiteY2" fmla="*/ 287020 h 625686"/>
              <a:gd name="connsiteX3" fmla="*/ 302260 w 803063"/>
              <a:gd name="connsiteY3" fmla="*/ 534246 h 625686"/>
              <a:gd name="connsiteX4" fmla="*/ 0 w 803063"/>
              <a:gd name="connsiteY4" fmla="*/ 625686 h 625686"/>
              <a:gd name="connsiteX0" fmla="*/ 803063 w 803063"/>
              <a:gd name="connsiteY0" fmla="*/ 0 h 625686"/>
              <a:gd name="connsiteX1" fmla="*/ 641773 w 803063"/>
              <a:gd name="connsiteY1" fmla="*/ 77893 h 625686"/>
              <a:gd name="connsiteX2" fmla="*/ 487680 w 803063"/>
              <a:gd name="connsiteY2" fmla="*/ 287020 h 625686"/>
              <a:gd name="connsiteX3" fmla="*/ 302260 w 803063"/>
              <a:gd name="connsiteY3" fmla="*/ 534246 h 625686"/>
              <a:gd name="connsiteX4" fmla="*/ 0 w 803063"/>
              <a:gd name="connsiteY4" fmla="*/ 625686 h 625686"/>
              <a:gd name="connsiteX0" fmla="*/ 803063 w 803063"/>
              <a:gd name="connsiteY0" fmla="*/ 0 h 625686"/>
              <a:gd name="connsiteX1" fmla="*/ 641773 w 803063"/>
              <a:gd name="connsiteY1" fmla="*/ 77893 h 625686"/>
              <a:gd name="connsiteX2" fmla="*/ 496147 w 803063"/>
              <a:gd name="connsiteY2" fmla="*/ 295487 h 625686"/>
              <a:gd name="connsiteX3" fmla="*/ 302260 w 803063"/>
              <a:gd name="connsiteY3" fmla="*/ 534246 h 625686"/>
              <a:gd name="connsiteX4" fmla="*/ 0 w 803063"/>
              <a:gd name="connsiteY4" fmla="*/ 625686 h 625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3063" h="625686">
                <a:moveTo>
                  <a:pt x="803063" y="0"/>
                </a:moveTo>
                <a:cubicBezTo>
                  <a:pt x="767926" y="11853"/>
                  <a:pt x="692926" y="28645"/>
                  <a:pt x="641773" y="77893"/>
                </a:cubicBezTo>
                <a:cubicBezTo>
                  <a:pt x="590620" y="127141"/>
                  <a:pt x="544265" y="213078"/>
                  <a:pt x="496147" y="295487"/>
                </a:cubicBezTo>
                <a:cubicBezTo>
                  <a:pt x="448029" y="377896"/>
                  <a:pt x="379307" y="490854"/>
                  <a:pt x="302260" y="534246"/>
                </a:cubicBezTo>
                <a:cubicBezTo>
                  <a:pt x="225213" y="577638"/>
                  <a:pt x="106256" y="624416"/>
                  <a:pt x="0" y="625686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9F35187-405E-4E66-94E4-8DBD29AA8B16}"/>
              </a:ext>
            </a:extLst>
          </p:cNvPr>
          <p:cNvSpPr/>
          <p:nvPr/>
        </p:nvSpPr>
        <p:spPr>
          <a:xfrm>
            <a:off x="1623423" y="146500"/>
            <a:ext cx="3174035" cy="3922816"/>
          </a:xfrm>
          <a:custGeom>
            <a:avLst/>
            <a:gdLst>
              <a:gd name="connsiteX0" fmla="*/ 779862 w 1855561"/>
              <a:gd name="connsiteY0" fmla="*/ 16409 h 2240676"/>
              <a:gd name="connsiteX1" fmla="*/ 500462 w 1855561"/>
              <a:gd name="connsiteY1" fmla="*/ 151876 h 2240676"/>
              <a:gd name="connsiteX2" fmla="*/ 263395 w 1855561"/>
              <a:gd name="connsiteY2" fmla="*/ 397409 h 2240676"/>
              <a:gd name="connsiteX3" fmla="*/ 144862 w 1855561"/>
              <a:gd name="connsiteY3" fmla="*/ 854609 h 2240676"/>
              <a:gd name="connsiteX4" fmla="*/ 153329 w 1855561"/>
              <a:gd name="connsiteY4" fmla="*/ 1227143 h 2240676"/>
              <a:gd name="connsiteX5" fmla="*/ 153329 w 1855561"/>
              <a:gd name="connsiteY5" fmla="*/ 1311809 h 2240676"/>
              <a:gd name="connsiteX6" fmla="*/ 102529 w 1855561"/>
              <a:gd name="connsiteY6" fmla="*/ 1252543 h 2240676"/>
              <a:gd name="connsiteX7" fmla="*/ 68662 w 1855561"/>
              <a:gd name="connsiteY7" fmla="*/ 1235609 h 2240676"/>
              <a:gd name="connsiteX8" fmla="*/ 929 w 1855561"/>
              <a:gd name="connsiteY8" fmla="*/ 1269476 h 2240676"/>
              <a:gd name="connsiteX9" fmla="*/ 34795 w 1855561"/>
              <a:gd name="connsiteY9" fmla="*/ 1455743 h 2240676"/>
              <a:gd name="connsiteX10" fmla="*/ 110995 w 1855561"/>
              <a:gd name="connsiteY10" fmla="*/ 1557343 h 2240676"/>
              <a:gd name="connsiteX11" fmla="*/ 144862 w 1855561"/>
              <a:gd name="connsiteY11" fmla="*/ 1650476 h 2240676"/>
              <a:gd name="connsiteX12" fmla="*/ 212595 w 1855561"/>
              <a:gd name="connsiteY12" fmla="*/ 1633543 h 2240676"/>
              <a:gd name="connsiteX13" fmla="*/ 221062 w 1855561"/>
              <a:gd name="connsiteY13" fmla="*/ 1574276 h 2240676"/>
              <a:gd name="connsiteX14" fmla="*/ 221062 w 1855561"/>
              <a:gd name="connsiteY14" fmla="*/ 1540409 h 2240676"/>
              <a:gd name="connsiteX15" fmla="*/ 348062 w 1855561"/>
              <a:gd name="connsiteY15" fmla="*/ 1769009 h 2240676"/>
              <a:gd name="connsiteX16" fmla="*/ 534329 w 1855561"/>
              <a:gd name="connsiteY16" fmla="*/ 1997609 h 2240676"/>
              <a:gd name="connsiteX17" fmla="*/ 1008462 w 1855561"/>
              <a:gd name="connsiteY17" fmla="*/ 2209276 h 2240676"/>
              <a:gd name="connsiteX18" fmla="*/ 1203195 w 1855561"/>
              <a:gd name="connsiteY18" fmla="*/ 2209276 h 2240676"/>
              <a:gd name="connsiteX19" fmla="*/ 1575729 w 1855561"/>
              <a:gd name="connsiteY19" fmla="*/ 1921409 h 2240676"/>
              <a:gd name="connsiteX20" fmla="*/ 1685795 w 1855561"/>
              <a:gd name="connsiteY20" fmla="*/ 1531943 h 2240676"/>
              <a:gd name="connsiteX21" fmla="*/ 1677329 w 1855561"/>
              <a:gd name="connsiteY21" fmla="*/ 1464209 h 2240676"/>
              <a:gd name="connsiteX22" fmla="*/ 1736595 w 1855561"/>
              <a:gd name="connsiteY22" fmla="*/ 1557343 h 2240676"/>
              <a:gd name="connsiteX23" fmla="*/ 1787395 w 1855561"/>
              <a:gd name="connsiteY23" fmla="*/ 1531943 h 2240676"/>
              <a:gd name="connsiteX24" fmla="*/ 1804329 w 1855561"/>
              <a:gd name="connsiteY24" fmla="*/ 1413409 h 2240676"/>
              <a:gd name="connsiteX25" fmla="*/ 1812795 w 1855561"/>
              <a:gd name="connsiteY25" fmla="*/ 1311809 h 2240676"/>
              <a:gd name="connsiteX26" fmla="*/ 1855129 w 1855561"/>
              <a:gd name="connsiteY26" fmla="*/ 1218676 h 2240676"/>
              <a:gd name="connsiteX27" fmla="*/ 1829729 w 1855561"/>
              <a:gd name="connsiteY27" fmla="*/ 1100143 h 2240676"/>
              <a:gd name="connsiteX28" fmla="*/ 1753529 w 1855561"/>
              <a:gd name="connsiteY28" fmla="*/ 1125543 h 2240676"/>
              <a:gd name="connsiteX29" fmla="*/ 1694262 w 1855561"/>
              <a:gd name="connsiteY29" fmla="*/ 1210209 h 2240676"/>
              <a:gd name="connsiteX30" fmla="*/ 1685795 w 1855561"/>
              <a:gd name="connsiteY30" fmla="*/ 1244076 h 2240676"/>
              <a:gd name="connsiteX31" fmla="*/ 1702729 w 1855561"/>
              <a:gd name="connsiteY31" fmla="*/ 837676 h 2240676"/>
              <a:gd name="connsiteX32" fmla="*/ 1643462 w 1855561"/>
              <a:gd name="connsiteY32" fmla="*/ 456676 h 2240676"/>
              <a:gd name="connsiteX33" fmla="*/ 1474129 w 1855561"/>
              <a:gd name="connsiteY33" fmla="*/ 194209 h 2240676"/>
              <a:gd name="connsiteX34" fmla="*/ 1220129 w 1855561"/>
              <a:gd name="connsiteY34" fmla="*/ 58743 h 2240676"/>
              <a:gd name="connsiteX35" fmla="*/ 906862 w 1855561"/>
              <a:gd name="connsiteY35" fmla="*/ 7943 h 2240676"/>
              <a:gd name="connsiteX36" fmla="*/ 779862 w 1855561"/>
              <a:gd name="connsiteY36" fmla="*/ 16409 h 2240676"/>
              <a:gd name="connsiteX0" fmla="*/ 779862 w 1855561"/>
              <a:gd name="connsiteY0" fmla="*/ 16409 h 2275329"/>
              <a:gd name="connsiteX1" fmla="*/ 500462 w 1855561"/>
              <a:gd name="connsiteY1" fmla="*/ 151876 h 2275329"/>
              <a:gd name="connsiteX2" fmla="*/ 263395 w 1855561"/>
              <a:gd name="connsiteY2" fmla="*/ 397409 h 2275329"/>
              <a:gd name="connsiteX3" fmla="*/ 144862 w 1855561"/>
              <a:gd name="connsiteY3" fmla="*/ 854609 h 2275329"/>
              <a:gd name="connsiteX4" fmla="*/ 153329 w 1855561"/>
              <a:gd name="connsiteY4" fmla="*/ 1227143 h 2275329"/>
              <a:gd name="connsiteX5" fmla="*/ 153329 w 1855561"/>
              <a:gd name="connsiteY5" fmla="*/ 1311809 h 2275329"/>
              <a:gd name="connsiteX6" fmla="*/ 102529 w 1855561"/>
              <a:gd name="connsiteY6" fmla="*/ 1252543 h 2275329"/>
              <a:gd name="connsiteX7" fmla="*/ 68662 w 1855561"/>
              <a:gd name="connsiteY7" fmla="*/ 1235609 h 2275329"/>
              <a:gd name="connsiteX8" fmla="*/ 929 w 1855561"/>
              <a:gd name="connsiteY8" fmla="*/ 1269476 h 2275329"/>
              <a:gd name="connsiteX9" fmla="*/ 34795 w 1855561"/>
              <a:gd name="connsiteY9" fmla="*/ 1455743 h 2275329"/>
              <a:gd name="connsiteX10" fmla="*/ 110995 w 1855561"/>
              <a:gd name="connsiteY10" fmla="*/ 1557343 h 2275329"/>
              <a:gd name="connsiteX11" fmla="*/ 144862 w 1855561"/>
              <a:gd name="connsiteY11" fmla="*/ 1650476 h 2275329"/>
              <a:gd name="connsiteX12" fmla="*/ 212595 w 1855561"/>
              <a:gd name="connsiteY12" fmla="*/ 1633543 h 2275329"/>
              <a:gd name="connsiteX13" fmla="*/ 221062 w 1855561"/>
              <a:gd name="connsiteY13" fmla="*/ 1574276 h 2275329"/>
              <a:gd name="connsiteX14" fmla="*/ 221062 w 1855561"/>
              <a:gd name="connsiteY14" fmla="*/ 1540409 h 2275329"/>
              <a:gd name="connsiteX15" fmla="*/ 348062 w 1855561"/>
              <a:gd name="connsiteY15" fmla="*/ 1769009 h 2275329"/>
              <a:gd name="connsiteX16" fmla="*/ 534329 w 1855561"/>
              <a:gd name="connsiteY16" fmla="*/ 1997609 h 2275329"/>
              <a:gd name="connsiteX17" fmla="*/ 966128 w 1855561"/>
              <a:gd name="connsiteY17" fmla="*/ 2260076 h 2275329"/>
              <a:gd name="connsiteX18" fmla="*/ 1203195 w 1855561"/>
              <a:gd name="connsiteY18" fmla="*/ 2209276 h 2275329"/>
              <a:gd name="connsiteX19" fmla="*/ 1575729 w 1855561"/>
              <a:gd name="connsiteY19" fmla="*/ 1921409 h 2275329"/>
              <a:gd name="connsiteX20" fmla="*/ 1685795 w 1855561"/>
              <a:gd name="connsiteY20" fmla="*/ 1531943 h 2275329"/>
              <a:gd name="connsiteX21" fmla="*/ 1677329 w 1855561"/>
              <a:gd name="connsiteY21" fmla="*/ 1464209 h 2275329"/>
              <a:gd name="connsiteX22" fmla="*/ 1736595 w 1855561"/>
              <a:gd name="connsiteY22" fmla="*/ 1557343 h 2275329"/>
              <a:gd name="connsiteX23" fmla="*/ 1787395 w 1855561"/>
              <a:gd name="connsiteY23" fmla="*/ 1531943 h 2275329"/>
              <a:gd name="connsiteX24" fmla="*/ 1804329 w 1855561"/>
              <a:gd name="connsiteY24" fmla="*/ 1413409 h 2275329"/>
              <a:gd name="connsiteX25" fmla="*/ 1812795 w 1855561"/>
              <a:gd name="connsiteY25" fmla="*/ 1311809 h 2275329"/>
              <a:gd name="connsiteX26" fmla="*/ 1855129 w 1855561"/>
              <a:gd name="connsiteY26" fmla="*/ 1218676 h 2275329"/>
              <a:gd name="connsiteX27" fmla="*/ 1829729 w 1855561"/>
              <a:gd name="connsiteY27" fmla="*/ 1100143 h 2275329"/>
              <a:gd name="connsiteX28" fmla="*/ 1753529 w 1855561"/>
              <a:gd name="connsiteY28" fmla="*/ 1125543 h 2275329"/>
              <a:gd name="connsiteX29" fmla="*/ 1694262 w 1855561"/>
              <a:gd name="connsiteY29" fmla="*/ 1210209 h 2275329"/>
              <a:gd name="connsiteX30" fmla="*/ 1685795 w 1855561"/>
              <a:gd name="connsiteY30" fmla="*/ 1244076 h 2275329"/>
              <a:gd name="connsiteX31" fmla="*/ 1702729 w 1855561"/>
              <a:gd name="connsiteY31" fmla="*/ 837676 h 2275329"/>
              <a:gd name="connsiteX32" fmla="*/ 1643462 w 1855561"/>
              <a:gd name="connsiteY32" fmla="*/ 456676 h 2275329"/>
              <a:gd name="connsiteX33" fmla="*/ 1474129 w 1855561"/>
              <a:gd name="connsiteY33" fmla="*/ 194209 h 2275329"/>
              <a:gd name="connsiteX34" fmla="*/ 1220129 w 1855561"/>
              <a:gd name="connsiteY34" fmla="*/ 58743 h 2275329"/>
              <a:gd name="connsiteX35" fmla="*/ 906862 w 1855561"/>
              <a:gd name="connsiteY35" fmla="*/ 7943 h 2275329"/>
              <a:gd name="connsiteX36" fmla="*/ 779862 w 1855561"/>
              <a:gd name="connsiteY36" fmla="*/ 16409 h 2275329"/>
              <a:gd name="connsiteX0" fmla="*/ 779862 w 1855561"/>
              <a:gd name="connsiteY0" fmla="*/ 16409 h 2266896"/>
              <a:gd name="connsiteX1" fmla="*/ 500462 w 1855561"/>
              <a:gd name="connsiteY1" fmla="*/ 151876 h 2266896"/>
              <a:gd name="connsiteX2" fmla="*/ 263395 w 1855561"/>
              <a:gd name="connsiteY2" fmla="*/ 397409 h 2266896"/>
              <a:gd name="connsiteX3" fmla="*/ 144862 w 1855561"/>
              <a:gd name="connsiteY3" fmla="*/ 854609 h 2266896"/>
              <a:gd name="connsiteX4" fmla="*/ 153329 w 1855561"/>
              <a:gd name="connsiteY4" fmla="*/ 1227143 h 2266896"/>
              <a:gd name="connsiteX5" fmla="*/ 153329 w 1855561"/>
              <a:gd name="connsiteY5" fmla="*/ 1311809 h 2266896"/>
              <a:gd name="connsiteX6" fmla="*/ 102529 w 1855561"/>
              <a:gd name="connsiteY6" fmla="*/ 1252543 h 2266896"/>
              <a:gd name="connsiteX7" fmla="*/ 68662 w 1855561"/>
              <a:gd name="connsiteY7" fmla="*/ 1235609 h 2266896"/>
              <a:gd name="connsiteX8" fmla="*/ 929 w 1855561"/>
              <a:gd name="connsiteY8" fmla="*/ 1269476 h 2266896"/>
              <a:gd name="connsiteX9" fmla="*/ 34795 w 1855561"/>
              <a:gd name="connsiteY9" fmla="*/ 1455743 h 2266896"/>
              <a:gd name="connsiteX10" fmla="*/ 110995 w 1855561"/>
              <a:gd name="connsiteY10" fmla="*/ 1557343 h 2266896"/>
              <a:gd name="connsiteX11" fmla="*/ 144862 w 1855561"/>
              <a:gd name="connsiteY11" fmla="*/ 1650476 h 2266896"/>
              <a:gd name="connsiteX12" fmla="*/ 212595 w 1855561"/>
              <a:gd name="connsiteY12" fmla="*/ 1633543 h 2266896"/>
              <a:gd name="connsiteX13" fmla="*/ 221062 w 1855561"/>
              <a:gd name="connsiteY13" fmla="*/ 1574276 h 2266896"/>
              <a:gd name="connsiteX14" fmla="*/ 221062 w 1855561"/>
              <a:gd name="connsiteY14" fmla="*/ 1540409 h 2266896"/>
              <a:gd name="connsiteX15" fmla="*/ 348062 w 1855561"/>
              <a:gd name="connsiteY15" fmla="*/ 1769009 h 2266896"/>
              <a:gd name="connsiteX16" fmla="*/ 534329 w 1855561"/>
              <a:gd name="connsiteY16" fmla="*/ 1997609 h 2266896"/>
              <a:gd name="connsiteX17" fmla="*/ 966128 w 1855561"/>
              <a:gd name="connsiteY17" fmla="*/ 2260076 h 2266896"/>
              <a:gd name="connsiteX18" fmla="*/ 1203195 w 1855561"/>
              <a:gd name="connsiteY18" fmla="*/ 2166943 h 2266896"/>
              <a:gd name="connsiteX19" fmla="*/ 1575729 w 1855561"/>
              <a:gd name="connsiteY19" fmla="*/ 1921409 h 2266896"/>
              <a:gd name="connsiteX20" fmla="*/ 1685795 w 1855561"/>
              <a:gd name="connsiteY20" fmla="*/ 1531943 h 2266896"/>
              <a:gd name="connsiteX21" fmla="*/ 1677329 w 1855561"/>
              <a:gd name="connsiteY21" fmla="*/ 1464209 h 2266896"/>
              <a:gd name="connsiteX22" fmla="*/ 1736595 w 1855561"/>
              <a:gd name="connsiteY22" fmla="*/ 1557343 h 2266896"/>
              <a:gd name="connsiteX23" fmla="*/ 1787395 w 1855561"/>
              <a:gd name="connsiteY23" fmla="*/ 1531943 h 2266896"/>
              <a:gd name="connsiteX24" fmla="*/ 1804329 w 1855561"/>
              <a:gd name="connsiteY24" fmla="*/ 1413409 h 2266896"/>
              <a:gd name="connsiteX25" fmla="*/ 1812795 w 1855561"/>
              <a:gd name="connsiteY25" fmla="*/ 1311809 h 2266896"/>
              <a:gd name="connsiteX26" fmla="*/ 1855129 w 1855561"/>
              <a:gd name="connsiteY26" fmla="*/ 1218676 h 2266896"/>
              <a:gd name="connsiteX27" fmla="*/ 1829729 w 1855561"/>
              <a:gd name="connsiteY27" fmla="*/ 1100143 h 2266896"/>
              <a:gd name="connsiteX28" fmla="*/ 1753529 w 1855561"/>
              <a:gd name="connsiteY28" fmla="*/ 1125543 h 2266896"/>
              <a:gd name="connsiteX29" fmla="*/ 1694262 w 1855561"/>
              <a:gd name="connsiteY29" fmla="*/ 1210209 h 2266896"/>
              <a:gd name="connsiteX30" fmla="*/ 1685795 w 1855561"/>
              <a:gd name="connsiteY30" fmla="*/ 1244076 h 2266896"/>
              <a:gd name="connsiteX31" fmla="*/ 1702729 w 1855561"/>
              <a:gd name="connsiteY31" fmla="*/ 837676 h 2266896"/>
              <a:gd name="connsiteX32" fmla="*/ 1643462 w 1855561"/>
              <a:gd name="connsiteY32" fmla="*/ 456676 h 2266896"/>
              <a:gd name="connsiteX33" fmla="*/ 1474129 w 1855561"/>
              <a:gd name="connsiteY33" fmla="*/ 194209 h 2266896"/>
              <a:gd name="connsiteX34" fmla="*/ 1220129 w 1855561"/>
              <a:gd name="connsiteY34" fmla="*/ 58743 h 2266896"/>
              <a:gd name="connsiteX35" fmla="*/ 906862 w 1855561"/>
              <a:gd name="connsiteY35" fmla="*/ 7943 h 2266896"/>
              <a:gd name="connsiteX36" fmla="*/ 779862 w 1855561"/>
              <a:gd name="connsiteY36" fmla="*/ 16409 h 2266896"/>
              <a:gd name="connsiteX0" fmla="*/ 779862 w 1855561"/>
              <a:gd name="connsiteY0" fmla="*/ 16409 h 2267531"/>
              <a:gd name="connsiteX1" fmla="*/ 500462 w 1855561"/>
              <a:gd name="connsiteY1" fmla="*/ 151876 h 2267531"/>
              <a:gd name="connsiteX2" fmla="*/ 263395 w 1855561"/>
              <a:gd name="connsiteY2" fmla="*/ 397409 h 2267531"/>
              <a:gd name="connsiteX3" fmla="*/ 144862 w 1855561"/>
              <a:gd name="connsiteY3" fmla="*/ 854609 h 2267531"/>
              <a:gd name="connsiteX4" fmla="*/ 153329 w 1855561"/>
              <a:gd name="connsiteY4" fmla="*/ 1227143 h 2267531"/>
              <a:gd name="connsiteX5" fmla="*/ 153329 w 1855561"/>
              <a:gd name="connsiteY5" fmla="*/ 1311809 h 2267531"/>
              <a:gd name="connsiteX6" fmla="*/ 102529 w 1855561"/>
              <a:gd name="connsiteY6" fmla="*/ 1252543 h 2267531"/>
              <a:gd name="connsiteX7" fmla="*/ 68662 w 1855561"/>
              <a:gd name="connsiteY7" fmla="*/ 1235609 h 2267531"/>
              <a:gd name="connsiteX8" fmla="*/ 929 w 1855561"/>
              <a:gd name="connsiteY8" fmla="*/ 1269476 h 2267531"/>
              <a:gd name="connsiteX9" fmla="*/ 34795 w 1855561"/>
              <a:gd name="connsiteY9" fmla="*/ 1455743 h 2267531"/>
              <a:gd name="connsiteX10" fmla="*/ 110995 w 1855561"/>
              <a:gd name="connsiteY10" fmla="*/ 1557343 h 2267531"/>
              <a:gd name="connsiteX11" fmla="*/ 144862 w 1855561"/>
              <a:gd name="connsiteY11" fmla="*/ 1650476 h 2267531"/>
              <a:gd name="connsiteX12" fmla="*/ 212595 w 1855561"/>
              <a:gd name="connsiteY12" fmla="*/ 1633543 h 2267531"/>
              <a:gd name="connsiteX13" fmla="*/ 221062 w 1855561"/>
              <a:gd name="connsiteY13" fmla="*/ 1574276 h 2267531"/>
              <a:gd name="connsiteX14" fmla="*/ 221062 w 1855561"/>
              <a:gd name="connsiteY14" fmla="*/ 1540409 h 2267531"/>
              <a:gd name="connsiteX15" fmla="*/ 348062 w 1855561"/>
              <a:gd name="connsiteY15" fmla="*/ 1769009 h 2267531"/>
              <a:gd name="connsiteX16" fmla="*/ 534329 w 1855561"/>
              <a:gd name="connsiteY16" fmla="*/ 1997609 h 2267531"/>
              <a:gd name="connsiteX17" fmla="*/ 966128 w 1855561"/>
              <a:gd name="connsiteY17" fmla="*/ 2260076 h 2267531"/>
              <a:gd name="connsiteX18" fmla="*/ 1203195 w 1855561"/>
              <a:gd name="connsiteY18" fmla="*/ 2166943 h 2267531"/>
              <a:gd name="connsiteX19" fmla="*/ 1567262 w 1855561"/>
              <a:gd name="connsiteY19" fmla="*/ 1870609 h 2267531"/>
              <a:gd name="connsiteX20" fmla="*/ 1685795 w 1855561"/>
              <a:gd name="connsiteY20" fmla="*/ 1531943 h 2267531"/>
              <a:gd name="connsiteX21" fmla="*/ 1677329 w 1855561"/>
              <a:gd name="connsiteY21" fmla="*/ 1464209 h 2267531"/>
              <a:gd name="connsiteX22" fmla="*/ 1736595 w 1855561"/>
              <a:gd name="connsiteY22" fmla="*/ 1557343 h 2267531"/>
              <a:gd name="connsiteX23" fmla="*/ 1787395 w 1855561"/>
              <a:gd name="connsiteY23" fmla="*/ 1531943 h 2267531"/>
              <a:gd name="connsiteX24" fmla="*/ 1804329 w 1855561"/>
              <a:gd name="connsiteY24" fmla="*/ 1413409 h 2267531"/>
              <a:gd name="connsiteX25" fmla="*/ 1812795 w 1855561"/>
              <a:gd name="connsiteY25" fmla="*/ 1311809 h 2267531"/>
              <a:gd name="connsiteX26" fmla="*/ 1855129 w 1855561"/>
              <a:gd name="connsiteY26" fmla="*/ 1218676 h 2267531"/>
              <a:gd name="connsiteX27" fmla="*/ 1829729 w 1855561"/>
              <a:gd name="connsiteY27" fmla="*/ 1100143 h 2267531"/>
              <a:gd name="connsiteX28" fmla="*/ 1753529 w 1855561"/>
              <a:gd name="connsiteY28" fmla="*/ 1125543 h 2267531"/>
              <a:gd name="connsiteX29" fmla="*/ 1694262 w 1855561"/>
              <a:gd name="connsiteY29" fmla="*/ 1210209 h 2267531"/>
              <a:gd name="connsiteX30" fmla="*/ 1685795 w 1855561"/>
              <a:gd name="connsiteY30" fmla="*/ 1244076 h 2267531"/>
              <a:gd name="connsiteX31" fmla="*/ 1702729 w 1855561"/>
              <a:gd name="connsiteY31" fmla="*/ 837676 h 2267531"/>
              <a:gd name="connsiteX32" fmla="*/ 1643462 w 1855561"/>
              <a:gd name="connsiteY32" fmla="*/ 456676 h 2267531"/>
              <a:gd name="connsiteX33" fmla="*/ 1474129 w 1855561"/>
              <a:gd name="connsiteY33" fmla="*/ 194209 h 2267531"/>
              <a:gd name="connsiteX34" fmla="*/ 1220129 w 1855561"/>
              <a:gd name="connsiteY34" fmla="*/ 58743 h 2267531"/>
              <a:gd name="connsiteX35" fmla="*/ 906862 w 1855561"/>
              <a:gd name="connsiteY35" fmla="*/ 7943 h 2267531"/>
              <a:gd name="connsiteX36" fmla="*/ 779862 w 1855561"/>
              <a:gd name="connsiteY36" fmla="*/ 16409 h 2267531"/>
              <a:gd name="connsiteX0" fmla="*/ 779862 w 1855561"/>
              <a:gd name="connsiteY0" fmla="*/ 16409 h 2267019"/>
              <a:gd name="connsiteX1" fmla="*/ 500462 w 1855561"/>
              <a:gd name="connsiteY1" fmla="*/ 151876 h 2267019"/>
              <a:gd name="connsiteX2" fmla="*/ 263395 w 1855561"/>
              <a:gd name="connsiteY2" fmla="*/ 397409 h 2267019"/>
              <a:gd name="connsiteX3" fmla="*/ 144862 w 1855561"/>
              <a:gd name="connsiteY3" fmla="*/ 854609 h 2267019"/>
              <a:gd name="connsiteX4" fmla="*/ 153329 w 1855561"/>
              <a:gd name="connsiteY4" fmla="*/ 1227143 h 2267019"/>
              <a:gd name="connsiteX5" fmla="*/ 153329 w 1855561"/>
              <a:gd name="connsiteY5" fmla="*/ 1311809 h 2267019"/>
              <a:gd name="connsiteX6" fmla="*/ 102529 w 1855561"/>
              <a:gd name="connsiteY6" fmla="*/ 1252543 h 2267019"/>
              <a:gd name="connsiteX7" fmla="*/ 68662 w 1855561"/>
              <a:gd name="connsiteY7" fmla="*/ 1235609 h 2267019"/>
              <a:gd name="connsiteX8" fmla="*/ 929 w 1855561"/>
              <a:gd name="connsiteY8" fmla="*/ 1269476 h 2267019"/>
              <a:gd name="connsiteX9" fmla="*/ 34795 w 1855561"/>
              <a:gd name="connsiteY9" fmla="*/ 1455743 h 2267019"/>
              <a:gd name="connsiteX10" fmla="*/ 110995 w 1855561"/>
              <a:gd name="connsiteY10" fmla="*/ 1557343 h 2267019"/>
              <a:gd name="connsiteX11" fmla="*/ 144862 w 1855561"/>
              <a:gd name="connsiteY11" fmla="*/ 1650476 h 2267019"/>
              <a:gd name="connsiteX12" fmla="*/ 212595 w 1855561"/>
              <a:gd name="connsiteY12" fmla="*/ 1633543 h 2267019"/>
              <a:gd name="connsiteX13" fmla="*/ 221062 w 1855561"/>
              <a:gd name="connsiteY13" fmla="*/ 1574276 h 2267019"/>
              <a:gd name="connsiteX14" fmla="*/ 221062 w 1855561"/>
              <a:gd name="connsiteY14" fmla="*/ 1540409 h 2267019"/>
              <a:gd name="connsiteX15" fmla="*/ 348062 w 1855561"/>
              <a:gd name="connsiteY15" fmla="*/ 1769009 h 2267019"/>
              <a:gd name="connsiteX16" fmla="*/ 483529 w 1855561"/>
              <a:gd name="connsiteY16" fmla="*/ 2006076 h 2267019"/>
              <a:gd name="connsiteX17" fmla="*/ 966128 w 1855561"/>
              <a:gd name="connsiteY17" fmla="*/ 2260076 h 2267019"/>
              <a:gd name="connsiteX18" fmla="*/ 1203195 w 1855561"/>
              <a:gd name="connsiteY18" fmla="*/ 2166943 h 2267019"/>
              <a:gd name="connsiteX19" fmla="*/ 1567262 w 1855561"/>
              <a:gd name="connsiteY19" fmla="*/ 1870609 h 2267019"/>
              <a:gd name="connsiteX20" fmla="*/ 1685795 w 1855561"/>
              <a:gd name="connsiteY20" fmla="*/ 1531943 h 2267019"/>
              <a:gd name="connsiteX21" fmla="*/ 1677329 w 1855561"/>
              <a:gd name="connsiteY21" fmla="*/ 1464209 h 2267019"/>
              <a:gd name="connsiteX22" fmla="*/ 1736595 w 1855561"/>
              <a:gd name="connsiteY22" fmla="*/ 1557343 h 2267019"/>
              <a:gd name="connsiteX23" fmla="*/ 1787395 w 1855561"/>
              <a:gd name="connsiteY23" fmla="*/ 1531943 h 2267019"/>
              <a:gd name="connsiteX24" fmla="*/ 1804329 w 1855561"/>
              <a:gd name="connsiteY24" fmla="*/ 1413409 h 2267019"/>
              <a:gd name="connsiteX25" fmla="*/ 1812795 w 1855561"/>
              <a:gd name="connsiteY25" fmla="*/ 1311809 h 2267019"/>
              <a:gd name="connsiteX26" fmla="*/ 1855129 w 1855561"/>
              <a:gd name="connsiteY26" fmla="*/ 1218676 h 2267019"/>
              <a:gd name="connsiteX27" fmla="*/ 1829729 w 1855561"/>
              <a:gd name="connsiteY27" fmla="*/ 1100143 h 2267019"/>
              <a:gd name="connsiteX28" fmla="*/ 1753529 w 1855561"/>
              <a:gd name="connsiteY28" fmla="*/ 1125543 h 2267019"/>
              <a:gd name="connsiteX29" fmla="*/ 1694262 w 1855561"/>
              <a:gd name="connsiteY29" fmla="*/ 1210209 h 2267019"/>
              <a:gd name="connsiteX30" fmla="*/ 1685795 w 1855561"/>
              <a:gd name="connsiteY30" fmla="*/ 1244076 h 2267019"/>
              <a:gd name="connsiteX31" fmla="*/ 1702729 w 1855561"/>
              <a:gd name="connsiteY31" fmla="*/ 837676 h 2267019"/>
              <a:gd name="connsiteX32" fmla="*/ 1643462 w 1855561"/>
              <a:gd name="connsiteY32" fmla="*/ 456676 h 2267019"/>
              <a:gd name="connsiteX33" fmla="*/ 1474129 w 1855561"/>
              <a:gd name="connsiteY33" fmla="*/ 194209 h 2267019"/>
              <a:gd name="connsiteX34" fmla="*/ 1220129 w 1855561"/>
              <a:gd name="connsiteY34" fmla="*/ 58743 h 2267019"/>
              <a:gd name="connsiteX35" fmla="*/ 906862 w 1855561"/>
              <a:gd name="connsiteY35" fmla="*/ 7943 h 2267019"/>
              <a:gd name="connsiteX36" fmla="*/ 779862 w 1855561"/>
              <a:gd name="connsiteY36" fmla="*/ 16409 h 2267019"/>
              <a:gd name="connsiteX0" fmla="*/ 779862 w 1855561"/>
              <a:gd name="connsiteY0" fmla="*/ 16409 h 2299088"/>
              <a:gd name="connsiteX1" fmla="*/ 500462 w 1855561"/>
              <a:gd name="connsiteY1" fmla="*/ 151876 h 2299088"/>
              <a:gd name="connsiteX2" fmla="*/ 263395 w 1855561"/>
              <a:gd name="connsiteY2" fmla="*/ 397409 h 2299088"/>
              <a:gd name="connsiteX3" fmla="*/ 144862 w 1855561"/>
              <a:gd name="connsiteY3" fmla="*/ 854609 h 2299088"/>
              <a:gd name="connsiteX4" fmla="*/ 153329 w 1855561"/>
              <a:gd name="connsiteY4" fmla="*/ 1227143 h 2299088"/>
              <a:gd name="connsiteX5" fmla="*/ 153329 w 1855561"/>
              <a:gd name="connsiteY5" fmla="*/ 1311809 h 2299088"/>
              <a:gd name="connsiteX6" fmla="*/ 102529 w 1855561"/>
              <a:gd name="connsiteY6" fmla="*/ 1252543 h 2299088"/>
              <a:gd name="connsiteX7" fmla="*/ 68662 w 1855561"/>
              <a:gd name="connsiteY7" fmla="*/ 1235609 h 2299088"/>
              <a:gd name="connsiteX8" fmla="*/ 929 w 1855561"/>
              <a:gd name="connsiteY8" fmla="*/ 1269476 h 2299088"/>
              <a:gd name="connsiteX9" fmla="*/ 34795 w 1855561"/>
              <a:gd name="connsiteY9" fmla="*/ 1455743 h 2299088"/>
              <a:gd name="connsiteX10" fmla="*/ 110995 w 1855561"/>
              <a:gd name="connsiteY10" fmla="*/ 1557343 h 2299088"/>
              <a:gd name="connsiteX11" fmla="*/ 144862 w 1855561"/>
              <a:gd name="connsiteY11" fmla="*/ 1650476 h 2299088"/>
              <a:gd name="connsiteX12" fmla="*/ 212595 w 1855561"/>
              <a:gd name="connsiteY12" fmla="*/ 1633543 h 2299088"/>
              <a:gd name="connsiteX13" fmla="*/ 221062 w 1855561"/>
              <a:gd name="connsiteY13" fmla="*/ 1574276 h 2299088"/>
              <a:gd name="connsiteX14" fmla="*/ 221062 w 1855561"/>
              <a:gd name="connsiteY14" fmla="*/ 1540409 h 2299088"/>
              <a:gd name="connsiteX15" fmla="*/ 348062 w 1855561"/>
              <a:gd name="connsiteY15" fmla="*/ 1769009 h 2299088"/>
              <a:gd name="connsiteX16" fmla="*/ 483529 w 1855561"/>
              <a:gd name="connsiteY16" fmla="*/ 2006076 h 2299088"/>
              <a:gd name="connsiteX17" fmla="*/ 940728 w 1855561"/>
              <a:gd name="connsiteY17" fmla="*/ 2293942 h 2299088"/>
              <a:gd name="connsiteX18" fmla="*/ 1203195 w 1855561"/>
              <a:gd name="connsiteY18" fmla="*/ 2166943 h 2299088"/>
              <a:gd name="connsiteX19" fmla="*/ 1567262 w 1855561"/>
              <a:gd name="connsiteY19" fmla="*/ 1870609 h 2299088"/>
              <a:gd name="connsiteX20" fmla="*/ 1685795 w 1855561"/>
              <a:gd name="connsiteY20" fmla="*/ 1531943 h 2299088"/>
              <a:gd name="connsiteX21" fmla="*/ 1677329 w 1855561"/>
              <a:gd name="connsiteY21" fmla="*/ 1464209 h 2299088"/>
              <a:gd name="connsiteX22" fmla="*/ 1736595 w 1855561"/>
              <a:gd name="connsiteY22" fmla="*/ 1557343 h 2299088"/>
              <a:gd name="connsiteX23" fmla="*/ 1787395 w 1855561"/>
              <a:gd name="connsiteY23" fmla="*/ 1531943 h 2299088"/>
              <a:gd name="connsiteX24" fmla="*/ 1804329 w 1855561"/>
              <a:gd name="connsiteY24" fmla="*/ 1413409 h 2299088"/>
              <a:gd name="connsiteX25" fmla="*/ 1812795 w 1855561"/>
              <a:gd name="connsiteY25" fmla="*/ 1311809 h 2299088"/>
              <a:gd name="connsiteX26" fmla="*/ 1855129 w 1855561"/>
              <a:gd name="connsiteY26" fmla="*/ 1218676 h 2299088"/>
              <a:gd name="connsiteX27" fmla="*/ 1829729 w 1855561"/>
              <a:gd name="connsiteY27" fmla="*/ 1100143 h 2299088"/>
              <a:gd name="connsiteX28" fmla="*/ 1753529 w 1855561"/>
              <a:gd name="connsiteY28" fmla="*/ 1125543 h 2299088"/>
              <a:gd name="connsiteX29" fmla="*/ 1694262 w 1855561"/>
              <a:gd name="connsiteY29" fmla="*/ 1210209 h 2299088"/>
              <a:gd name="connsiteX30" fmla="*/ 1685795 w 1855561"/>
              <a:gd name="connsiteY30" fmla="*/ 1244076 h 2299088"/>
              <a:gd name="connsiteX31" fmla="*/ 1702729 w 1855561"/>
              <a:gd name="connsiteY31" fmla="*/ 837676 h 2299088"/>
              <a:gd name="connsiteX32" fmla="*/ 1643462 w 1855561"/>
              <a:gd name="connsiteY32" fmla="*/ 456676 h 2299088"/>
              <a:gd name="connsiteX33" fmla="*/ 1474129 w 1855561"/>
              <a:gd name="connsiteY33" fmla="*/ 194209 h 2299088"/>
              <a:gd name="connsiteX34" fmla="*/ 1220129 w 1855561"/>
              <a:gd name="connsiteY34" fmla="*/ 58743 h 2299088"/>
              <a:gd name="connsiteX35" fmla="*/ 906862 w 1855561"/>
              <a:gd name="connsiteY35" fmla="*/ 7943 h 2299088"/>
              <a:gd name="connsiteX36" fmla="*/ 779862 w 1855561"/>
              <a:gd name="connsiteY36" fmla="*/ 16409 h 2299088"/>
              <a:gd name="connsiteX0" fmla="*/ 779862 w 1855561"/>
              <a:gd name="connsiteY0" fmla="*/ 16409 h 2299088"/>
              <a:gd name="connsiteX1" fmla="*/ 500462 w 1855561"/>
              <a:gd name="connsiteY1" fmla="*/ 151876 h 2299088"/>
              <a:gd name="connsiteX2" fmla="*/ 263395 w 1855561"/>
              <a:gd name="connsiteY2" fmla="*/ 397409 h 2299088"/>
              <a:gd name="connsiteX3" fmla="*/ 144862 w 1855561"/>
              <a:gd name="connsiteY3" fmla="*/ 854609 h 2299088"/>
              <a:gd name="connsiteX4" fmla="*/ 153329 w 1855561"/>
              <a:gd name="connsiteY4" fmla="*/ 1227143 h 2299088"/>
              <a:gd name="connsiteX5" fmla="*/ 153329 w 1855561"/>
              <a:gd name="connsiteY5" fmla="*/ 1311809 h 2299088"/>
              <a:gd name="connsiteX6" fmla="*/ 102529 w 1855561"/>
              <a:gd name="connsiteY6" fmla="*/ 1252543 h 2299088"/>
              <a:gd name="connsiteX7" fmla="*/ 68662 w 1855561"/>
              <a:gd name="connsiteY7" fmla="*/ 1235609 h 2299088"/>
              <a:gd name="connsiteX8" fmla="*/ 929 w 1855561"/>
              <a:gd name="connsiteY8" fmla="*/ 1269476 h 2299088"/>
              <a:gd name="connsiteX9" fmla="*/ 34795 w 1855561"/>
              <a:gd name="connsiteY9" fmla="*/ 1455743 h 2299088"/>
              <a:gd name="connsiteX10" fmla="*/ 110995 w 1855561"/>
              <a:gd name="connsiteY10" fmla="*/ 1557343 h 2299088"/>
              <a:gd name="connsiteX11" fmla="*/ 144862 w 1855561"/>
              <a:gd name="connsiteY11" fmla="*/ 1650476 h 2299088"/>
              <a:gd name="connsiteX12" fmla="*/ 212595 w 1855561"/>
              <a:gd name="connsiteY12" fmla="*/ 1633543 h 2299088"/>
              <a:gd name="connsiteX13" fmla="*/ 221062 w 1855561"/>
              <a:gd name="connsiteY13" fmla="*/ 1574276 h 2299088"/>
              <a:gd name="connsiteX14" fmla="*/ 221062 w 1855561"/>
              <a:gd name="connsiteY14" fmla="*/ 1540409 h 2299088"/>
              <a:gd name="connsiteX15" fmla="*/ 348062 w 1855561"/>
              <a:gd name="connsiteY15" fmla="*/ 1769009 h 2299088"/>
              <a:gd name="connsiteX16" fmla="*/ 483529 w 1855561"/>
              <a:gd name="connsiteY16" fmla="*/ 2006076 h 2299088"/>
              <a:gd name="connsiteX17" fmla="*/ 940728 w 1855561"/>
              <a:gd name="connsiteY17" fmla="*/ 2293942 h 2299088"/>
              <a:gd name="connsiteX18" fmla="*/ 1304795 w 1855561"/>
              <a:gd name="connsiteY18" fmla="*/ 2166943 h 2299088"/>
              <a:gd name="connsiteX19" fmla="*/ 1567262 w 1855561"/>
              <a:gd name="connsiteY19" fmla="*/ 1870609 h 2299088"/>
              <a:gd name="connsiteX20" fmla="*/ 1685795 w 1855561"/>
              <a:gd name="connsiteY20" fmla="*/ 1531943 h 2299088"/>
              <a:gd name="connsiteX21" fmla="*/ 1677329 w 1855561"/>
              <a:gd name="connsiteY21" fmla="*/ 1464209 h 2299088"/>
              <a:gd name="connsiteX22" fmla="*/ 1736595 w 1855561"/>
              <a:gd name="connsiteY22" fmla="*/ 1557343 h 2299088"/>
              <a:gd name="connsiteX23" fmla="*/ 1787395 w 1855561"/>
              <a:gd name="connsiteY23" fmla="*/ 1531943 h 2299088"/>
              <a:gd name="connsiteX24" fmla="*/ 1804329 w 1855561"/>
              <a:gd name="connsiteY24" fmla="*/ 1413409 h 2299088"/>
              <a:gd name="connsiteX25" fmla="*/ 1812795 w 1855561"/>
              <a:gd name="connsiteY25" fmla="*/ 1311809 h 2299088"/>
              <a:gd name="connsiteX26" fmla="*/ 1855129 w 1855561"/>
              <a:gd name="connsiteY26" fmla="*/ 1218676 h 2299088"/>
              <a:gd name="connsiteX27" fmla="*/ 1829729 w 1855561"/>
              <a:gd name="connsiteY27" fmla="*/ 1100143 h 2299088"/>
              <a:gd name="connsiteX28" fmla="*/ 1753529 w 1855561"/>
              <a:gd name="connsiteY28" fmla="*/ 1125543 h 2299088"/>
              <a:gd name="connsiteX29" fmla="*/ 1694262 w 1855561"/>
              <a:gd name="connsiteY29" fmla="*/ 1210209 h 2299088"/>
              <a:gd name="connsiteX30" fmla="*/ 1685795 w 1855561"/>
              <a:gd name="connsiteY30" fmla="*/ 1244076 h 2299088"/>
              <a:gd name="connsiteX31" fmla="*/ 1702729 w 1855561"/>
              <a:gd name="connsiteY31" fmla="*/ 837676 h 2299088"/>
              <a:gd name="connsiteX32" fmla="*/ 1643462 w 1855561"/>
              <a:gd name="connsiteY32" fmla="*/ 456676 h 2299088"/>
              <a:gd name="connsiteX33" fmla="*/ 1474129 w 1855561"/>
              <a:gd name="connsiteY33" fmla="*/ 194209 h 2299088"/>
              <a:gd name="connsiteX34" fmla="*/ 1220129 w 1855561"/>
              <a:gd name="connsiteY34" fmla="*/ 58743 h 2299088"/>
              <a:gd name="connsiteX35" fmla="*/ 906862 w 1855561"/>
              <a:gd name="connsiteY35" fmla="*/ 7943 h 2299088"/>
              <a:gd name="connsiteX36" fmla="*/ 779862 w 1855561"/>
              <a:gd name="connsiteY36" fmla="*/ 16409 h 2299088"/>
              <a:gd name="connsiteX0" fmla="*/ 779862 w 1855561"/>
              <a:gd name="connsiteY0" fmla="*/ 16409 h 2301869"/>
              <a:gd name="connsiteX1" fmla="*/ 500462 w 1855561"/>
              <a:gd name="connsiteY1" fmla="*/ 151876 h 2301869"/>
              <a:gd name="connsiteX2" fmla="*/ 263395 w 1855561"/>
              <a:gd name="connsiteY2" fmla="*/ 397409 h 2301869"/>
              <a:gd name="connsiteX3" fmla="*/ 144862 w 1855561"/>
              <a:gd name="connsiteY3" fmla="*/ 854609 h 2301869"/>
              <a:gd name="connsiteX4" fmla="*/ 153329 w 1855561"/>
              <a:gd name="connsiteY4" fmla="*/ 1227143 h 2301869"/>
              <a:gd name="connsiteX5" fmla="*/ 153329 w 1855561"/>
              <a:gd name="connsiteY5" fmla="*/ 1311809 h 2301869"/>
              <a:gd name="connsiteX6" fmla="*/ 102529 w 1855561"/>
              <a:gd name="connsiteY6" fmla="*/ 1252543 h 2301869"/>
              <a:gd name="connsiteX7" fmla="*/ 68662 w 1855561"/>
              <a:gd name="connsiteY7" fmla="*/ 1235609 h 2301869"/>
              <a:gd name="connsiteX8" fmla="*/ 929 w 1855561"/>
              <a:gd name="connsiteY8" fmla="*/ 1269476 h 2301869"/>
              <a:gd name="connsiteX9" fmla="*/ 34795 w 1855561"/>
              <a:gd name="connsiteY9" fmla="*/ 1455743 h 2301869"/>
              <a:gd name="connsiteX10" fmla="*/ 110995 w 1855561"/>
              <a:gd name="connsiteY10" fmla="*/ 1557343 h 2301869"/>
              <a:gd name="connsiteX11" fmla="*/ 144862 w 1855561"/>
              <a:gd name="connsiteY11" fmla="*/ 1650476 h 2301869"/>
              <a:gd name="connsiteX12" fmla="*/ 212595 w 1855561"/>
              <a:gd name="connsiteY12" fmla="*/ 1633543 h 2301869"/>
              <a:gd name="connsiteX13" fmla="*/ 221062 w 1855561"/>
              <a:gd name="connsiteY13" fmla="*/ 1574276 h 2301869"/>
              <a:gd name="connsiteX14" fmla="*/ 221062 w 1855561"/>
              <a:gd name="connsiteY14" fmla="*/ 1540409 h 2301869"/>
              <a:gd name="connsiteX15" fmla="*/ 348062 w 1855561"/>
              <a:gd name="connsiteY15" fmla="*/ 1769009 h 2301869"/>
              <a:gd name="connsiteX16" fmla="*/ 483529 w 1855561"/>
              <a:gd name="connsiteY16" fmla="*/ 2006076 h 2301869"/>
              <a:gd name="connsiteX17" fmla="*/ 940728 w 1855561"/>
              <a:gd name="connsiteY17" fmla="*/ 2293942 h 2301869"/>
              <a:gd name="connsiteX18" fmla="*/ 1304795 w 1855561"/>
              <a:gd name="connsiteY18" fmla="*/ 2166943 h 2301869"/>
              <a:gd name="connsiteX19" fmla="*/ 1567262 w 1855561"/>
              <a:gd name="connsiteY19" fmla="*/ 1870609 h 2301869"/>
              <a:gd name="connsiteX20" fmla="*/ 1685795 w 1855561"/>
              <a:gd name="connsiteY20" fmla="*/ 1531943 h 2301869"/>
              <a:gd name="connsiteX21" fmla="*/ 1677329 w 1855561"/>
              <a:gd name="connsiteY21" fmla="*/ 1464209 h 2301869"/>
              <a:gd name="connsiteX22" fmla="*/ 1736595 w 1855561"/>
              <a:gd name="connsiteY22" fmla="*/ 1557343 h 2301869"/>
              <a:gd name="connsiteX23" fmla="*/ 1787395 w 1855561"/>
              <a:gd name="connsiteY23" fmla="*/ 1531943 h 2301869"/>
              <a:gd name="connsiteX24" fmla="*/ 1804329 w 1855561"/>
              <a:gd name="connsiteY24" fmla="*/ 1413409 h 2301869"/>
              <a:gd name="connsiteX25" fmla="*/ 1812795 w 1855561"/>
              <a:gd name="connsiteY25" fmla="*/ 1311809 h 2301869"/>
              <a:gd name="connsiteX26" fmla="*/ 1855129 w 1855561"/>
              <a:gd name="connsiteY26" fmla="*/ 1218676 h 2301869"/>
              <a:gd name="connsiteX27" fmla="*/ 1829729 w 1855561"/>
              <a:gd name="connsiteY27" fmla="*/ 1100143 h 2301869"/>
              <a:gd name="connsiteX28" fmla="*/ 1753529 w 1855561"/>
              <a:gd name="connsiteY28" fmla="*/ 1125543 h 2301869"/>
              <a:gd name="connsiteX29" fmla="*/ 1694262 w 1855561"/>
              <a:gd name="connsiteY29" fmla="*/ 1210209 h 2301869"/>
              <a:gd name="connsiteX30" fmla="*/ 1685795 w 1855561"/>
              <a:gd name="connsiteY30" fmla="*/ 1244076 h 2301869"/>
              <a:gd name="connsiteX31" fmla="*/ 1702729 w 1855561"/>
              <a:gd name="connsiteY31" fmla="*/ 837676 h 2301869"/>
              <a:gd name="connsiteX32" fmla="*/ 1643462 w 1855561"/>
              <a:gd name="connsiteY32" fmla="*/ 456676 h 2301869"/>
              <a:gd name="connsiteX33" fmla="*/ 1474129 w 1855561"/>
              <a:gd name="connsiteY33" fmla="*/ 194209 h 2301869"/>
              <a:gd name="connsiteX34" fmla="*/ 1220129 w 1855561"/>
              <a:gd name="connsiteY34" fmla="*/ 58743 h 2301869"/>
              <a:gd name="connsiteX35" fmla="*/ 906862 w 1855561"/>
              <a:gd name="connsiteY35" fmla="*/ 7943 h 2301869"/>
              <a:gd name="connsiteX36" fmla="*/ 779862 w 1855561"/>
              <a:gd name="connsiteY36" fmla="*/ 16409 h 2301869"/>
              <a:gd name="connsiteX0" fmla="*/ 779862 w 1855561"/>
              <a:gd name="connsiteY0" fmla="*/ 16409 h 2274933"/>
              <a:gd name="connsiteX1" fmla="*/ 500462 w 1855561"/>
              <a:gd name="connsiteY1" fmla="*/ 151876 h 2274933"/>
              <a:gd name="connsiteX2" fmla="*/ 263395 w 1855561"/>
              <a:gd name="connsiteY2" fmla="*/ 397409 h 2274933"/>
              <a:gd name="connsiteX3" fmla="*/ 144862 w 1855561"/>
              <a:gd name="connsiteY3" fmla="*/ 854609 h 2274933"/>
              <a:gd name="connsiteX4" fmla="*/ 153329 w 1855561"/>
              <a:gd name="connsiteY4" fmla="*/ 1227143 h 2274933"/>
              <a:gd name="connsiteX5" fmla="*/ 153329 w 1855561"/>
              <a:gd name="connsiteY5" fmla="*/ 1311809 h 2274933"/>
              <a:gd name="connsiteX6" fmla="*/ 102529 w 1855561"/>
              <a:gd name="connsiteY6" fmla="*/ 1252543 h 2274933"/>
              <a:gd name="connsiteX7" fmla="*/ 68662 w 1855561"/>
              <a:gd name="connsiteY7" fmla="*/ 1235609 h 2274933"/>
              <a:gd name="connsiteX8" fmla="*/ 929 w 1855561"/>
              <a:gd name="connsiteY8" fmla="*/ 1269476 h 2274933"/>
              <a:gd name="connsiteX9" fmla="*/ 34795 w 1855561"/>
              <a:gd name="connsiteY9" fmla="*/ 1455743 h 2274933"/>
              <a:gd name="connsiteX10" fmla="*/ 110995 w 1855561"/>
              <a:gd name="connsiteY10" fmla="*/ 1557343 h 2274933"/>
              <a:gd name="connsiteX11" fmla="*/ 144862 w 1855561"/>
              <a:gd name="connsiteY11" fmla="*/ 1650476 h 2274933"/>
              <a:gd name="connsiteX12" fmla="*/ 212595 w 1855561"/>
              <a:gd name="connsiteY12" fmla="*/ 1633543 h 2274933"/>
              <a:gd name="connsiteX13" fmla="*/ 221062 w 1855561"/>
              <a:gd name="connsiteY13" fmla="*/ 1574276 h 2274933"/>
              <a:gd name="connsiteX14" fmla="*/ 221062 w 1855561"/>
              <a:gd name="connsiteY14" fmla="*/ 1540409 h 2274933"/>
              <a:gd name="connsiteX15" fmla="*/ 348062 w 1855561"/>
              <a:gd name="connsiteY15" fmla="*/ 1769009 h 2274933"/>
              <a:gd name="connsiteX16" fmla="*/ 483529 w 1855561"/>
              <a:gd name="connsiteY16" fmla="*/ 2006076 h 2274933"/>
              <a:gd name="connsiteX17" fmla="*/ 906861 w 1855561"/>
              <a:gd name="connsiteY17" fmla="*/ 2268542 h 2274933"/>
              <a:gd name="connsiteX18" fmla="*/ 1304795 w 1855561"/>
              <a:gd name="connsiteY18" fmla="*/ 2166943 h 2274933"/>
              <a:gd name="connsiteX19" fmla="*/ 1567262 w 1855561"/>
              <a:gd name="connsiteY19" fmla="*/ 1870609 h 2274933"/>
              <a:gd name="connsiteX20" fmla="*/ 1685795 w 1855561"/>
              <a:gd name="connsiteY20" fmla="*/ 1531943 h 2274933"/>
              <a:gd name="connsiteX21" fmla="*/ 1677329 w 1855561"/>
              <a:gd name="connsiteY21" fmla="*/ 1464209 h 2274933"/>
              <a:gd name="connsiteX22" fmla="*/ 1736595 w 1855561"/>
              <a:gd name="connsiteY22" fmla="*/ 1557343 h 2274933"/>
              <a:gd name="connsiteX23" fmla="*/ 1787395 w 1855561"/>
              <a:gd name="connsiteY23" fmla="*/ 1531943 h 2274933"/>
              <a:gd name="connsiteX24" fmla="*/ 1804329 w 1855561"/>
              <a:gd name="connsiteY24" fmla="*/ 1413409 h 2274933"/>
              <a:gd name="connsiteX25" fmla="*/ 1812795 w 1855561"/>
              <a:gd name="connsiteY25" fmla="*/ 1311809 h 2274933"/>
              <a:gd name="connsiteX26" fmla="*/ 1855129 w 1855561"/>
              <a:gd name="connsiteY26" fmla="*/ 1218676 h 2274933"/>
              <a:gd name="connsiteX27" fmla="*/ 1829729 w 1855561"/>
              <a:gd name="connsiteY27" fmla="*/ 1100143 h 2274933"/>
              <a:gd name="connsiteX28" fmla="*/ 1753529 w 1855561"/>
              <a:gd name="connsiteY28" fmla="*/ 1125543 h 2274933"/>
              <a:gd name="connsiteX29" fmla="*/ 1694262 w 1855561"/>
              <a:gd name="connsiteY29" fmla="*/ 1210209 h 2274933"/>
              <a:gd name="connsiteX30" fmla="*/ 1685795 w 1855561"/>
              <a:gd name="connsiteY30" fmla="*/ 1244076 h 2274933"/>
              <a:gd name="connsiteX31" fmla="*/ 1702729 w 1855561"/>
              <a:gd name="connsiteY31" fmla="*/ 837676 h 2274933"/>
              <a:gd name="connsiteX32" fmla="*/ 1643462 w 1855561"/>
              <a:gd name="connsiteY32" fmla="*/ 456676 h 2274933"/>
              <a:gd name="connsiteX33" fmla="*/ 1474129 w 1855561"/>
              <a:gd name="connsiteY33" fmla="*/ 194209 h 2274933"/>
              <a:gd name="connsiteX34" fmla="*/ 1220129 w 1855561"/>
              <a:gd name="connsiteY34" fmla="*/ 58743 h 2274933"/>
              <a:gd name="connsiteX35" fmla="*/ 906862 w 1855561"/>
              <a:gd name="connsiteY35" fmla="*/ 7943 h 2274933"/>
              <a:gd name="connsiteX36" fmla="*/ 779862 w 1855561"/>
              <a:gd name="connsiteY36" fmla="*/ 16409 h 2274933"/>
              <a:gd name="connsiteX0" fmla="*/ 779862 w 1855561"/>
              <a:gd name="connsiteY0" fmla="*/ 16409 h 2274933"/>
              <a:gd name="connsiteX1" fmla="*/ 500462 w 1855561"/>
              <a:gd name="connsiteY1" fmla="*/ 151876 h 2274933"/>
              <a:gd name="connsiteX2" fmla="*/ 263395 w 1855561"/>
              <a:gd name="connsiteY2" fmla="*/ 397409 h 2274933"/>
              <a:gd name="connsiteX3" fmla="*/ 117345 w 1855561"/>
              <a:gd name="connsiteY3" fmla="*/ 790050 h 2274933"/>
              <a:gd name="connsiteX4" fmla="*/ 153329 w 1855561"/>
              <a:gd name="connsiteY4" fmla="*/ 1227143 h 2274933"/>
              <a:gd name="connsiteX5" fmla="*/ 153329 w 1855561"/>
              <a:gd name="connsiteY5" fmla="*/ 1311809 h 2274933"/>
              <a:gd name="connsiteX6" fmla="*/ 102529 w 1855561"/>
              <a:gd name="connsiteY6" fmla="*/ 1252543 h 2274933"/>
              <a:gd name="connsiteX7" fmla="*/ 68662 w 1855561"/>
              <a:gd name="connsiteY7" fmla="*/ 1235609 h 2274933"/>
              <a:gd name="connsiteX8" fmla="*/ 929 w 1855561"/>
              <a:gd name="connsiteY8" fmla="*/ 1269476 h 2274933"/>
              <a:gd name="connsiteX9" fmla="*/ 34795 w 1855561"/>
              <a:gd name="connsiteY9" fmla="*/ 1455743 h 2274933"/>
              <a:gd name="connsiteX10" fmla="*/ 110995 w 1855561"/>
              <a:gd name="connsiteY10" fmla="*/ 1557343 h 2274933"/>
              <a:gd name="connsiteX11" fmla="*/ 144862 w 1855561"/>
              <a:gd name="connsiteY11" fmla="*/ 1650476 h 2274933"/>
              <a:gd name="connsiteX12" fmla="*/ 212595 w 1855561"/>
              <a:gd name="connsiteY12" fmla="*/ 1633543 h 2274933"/>
              <a:gd name="connsiteX13" fmla="*/ 221062 w 1855561"/>
              <a:gd name="connsiteY13" fmla="*/ 1574276 h 2274933"/>
              <a:gd name="connsiteX14" fmla="*/ 221062 w 1855561"/>
              <a:gd name="connsiteY14" fmla="*/ 1540409 h 2274933"/>
              <a:gd name="connsiteX15" fmla="*/ 348062 w 1855561"/>
              <a:gd name="connsiteY15" fmla="*/ 1769009 h 2274933"/>
              <a:gd name="connsiteX16" fmla="*/ 483529 w 1855561"/>
              <a:gd name="connsiteY16" fmla="*/ 2006076 h 2274933"/>
              <a:gd name="connsiteX17" fmla="*/ 906861 w 1855561"/>
              <a:gd name="connsiteY17" fmla="*/ 2268542 h 2274933"/>
              <a:gd name="connsiteX18" fmla="*/ 1304795 w 1855561"/>
              <a:gd name="connsiteY18" fmla="*/ 2166943 h 2274933"/>
              <a:gd name="connsiteX19" fmla="*/ 1567262 w 1855561"/>
              <a:gd name="connsiteY19" fmla="*/ 1870609 h 2274933"/>
              <a:gd name="connsiteX20" fmla="*/ 1685795 w 1855561"/>
              <a:gd name="connsiteY20" fmla="*/ 1531943 h 2274933"/>
              <a:gd name="connsiteX21" fmla="*/ 1677329 w 1855561"/>
              <a:gd name="connsiteY21" fmla="*/ 1464209 h 2274933"/>
              <a:gd name="connsiteX22" fmla="*/ 1736595 w 1855561"/>
              <a:gd name="connsiteY22" fmla="*/ 1557343 h 2274933"/>
              <a:gd name="connsiteX23" fmla="*/ 1787395 w 1855561"/>
              <a:gd name="connsiteY23" fmla="*/ 1531943 h 2274933"/>
              <a:gd name="connsiteX24" fmla="*/ 1804329 w 1855561"/>
              <a:gd name="connsiteY24" fmla="*/ 1413409 h 2274933"/>
              <a:gd name="connsiteX25" fmla="*/ 1812795 w 1855561"/>
              <a:gd name="connsiteY25" fmla="*/ 1311809 h 2274933"/>
              <a:gd name="connsiteX26" fmla="*/ 1855129 w 1855561"/>
              <a:gd name="connsiteY26" fmla="*/ 1218676 h 2274933"/>
              <a:gd name="connsiteX27" fmla="*/ 1829729 w 1855561"/>
              <a:gd name="connsiteY27" fmla="*/ 1100143 h 2274933"/>
              <a:gd name="connsiteX28" fmla="*/ 1753529 w 1855561"/>
              <a:gd name="connsiteY28" fmla="*/ 1125543 h 2274933"/>
              <a:gd name="connsiteX29" fmla="*/ 1694262 w 1855561"/>
              <a:gd name="connsiteY29" fmla="*/ 1210209 h 2274933"/>
              <a:gd name="connsiteX30" fmla="*/ 1685795 w 1855561"/>
              <a:gd name="connsiteY30" fmla="*/ 1244076 h 2274933"/>
              <a:gd name="connsiteX31" fmla="*/ 1702729 w 1855561"/>
              <a:gd name="connsiteY31" fmla="*/ 837676 h 2274933"/>
              <a:gd name="connsiteX32" fmla="*/ 1643462 w 1855561"/>
              <a:gd name="connsiteY32" fmla="*/ 456676 h 2274933"/>
              <a:gd name="connsiteX33" fmla="*/ 1474129 w 1855561"/>
              <a:gd name="connsiteY33" fmla="*/ 194209 h 2274933"/>
              <a:gd name="connsiteX34" fmla="*/ 1220129 w 1855561"/>
              <a:gd name="connsiteY34" fmla="*/ 58743 h 2274933"/>
              <a:gd name="connsiteX35" fmla="*/ 906862 w 1855561"/>
              <a:gd name="connsiteY35" fmla="*/ 7943 h 2274933"/>
              <a:gd name="connsiteX36" fmla="*/ 779862 w 1855561"/>
              <a:gd name="connsiteY36" fmla="*/ 16409 h 2274933"/>
              <a:gd name="connsiteX0" fmla="*/ 779862 w 1855561"/>
              <a:gd name="connsiteY0" fmla="*/ 16409 h 2274933"/>
              <a:gd name="connsiteX1" fmla="*/ 500462 w 1855561"/>
              <a:gd name="connsiteY1" fmla="*/ 151876 h 2274933"/>
              <a:gd name="connsiteX2" fmla="*/ 263395 w 1855561"/>
              <a:gd name="connsiteY2" fmla="*/ 397409 h 2274933"/>
              <a:gd name="connsiteX3" fmla="*/ 117345 w 1855561"/>
              <a:gd name="connsiteY3" fmla="*/ 790050 h 2274933"/>
              <a:gd name="connsiteX4" fmla="*/ 142745 w 1855561"/>
              <a:gd name="connsiteY4" fmla="*/ 758300 h 2274933"/>
              <a:gd name="connsiteX5" fmla="*/ 153329 w 1855561"/>
              <a:gd name="connsiteY5" fmla="*/ 1227143 h 2274933"/>
              <a:gd name="connsiteX6" fmla="*/ 153329 w 1855561"/>
              <a:gd name="connsiteY6" fmla="*/ 1311809 h 2274933"/>
              <a:gd name="connsiteX7" fmla="*/ 102529 w 1855561"/>
              <a:gd name="connsiteY7" fmla="*/ 1252543 h 2274933"/>
              <a:gd name="connsiteX8" fmla="*/ 68662 w 1855561"/>
              <a:gd name="connsiteY8" fmla="*/ 1235609 h 2274933"/>
              <a:gd name="connsiteX9" fmla="*/ 929 w 1855561"/>
              <a:gd name="connsiteY9" fmla="*/ 1269476 h 2274933"/>
              <a:gd name="connsiteX10" fmla="*/ 34795 w 1855561"/>
              <a:gd name="connsiteY10" fmla="*/ 1455743 h 2274933"/>
              <a:gd name="connsiteX11" fmla="*/ 110995 w 1855561"/>
              <a:gd name="connsiteY11" fmla="*/ 1557343 h 2274933"/>
              <a:gd name="connsiteX12" fmla="*/ 144862 w 1855561"/>
              <a:gd name="connsiteY12" fmla="*/ 1650476 h 2274933"/>
              <a:gd name="connsiteX13" fmla="*/ 212595 w 1855561"/>
              <a:gd name="connsiteY13" fmla="*/ 1633543 h 2274933"/>
              <a:gd name="connsiteX14" fmla="*/ 221062 w 1855561"/>
              <a:gd name="connsiteY14" fmla="*/ 1574276 h 2274933"/>
              <a:gd name="connsiteX15" fmla="*/ 221062 w 1855561"/>
              <a:gd name="connsiteY15" fmla="*/ 1540409 h 2274933"/>
              <a:gd name="connsiteX16" fmla="*/ 348062 w 1855561"/>
              <a:gd name="connsiteY16" fmla="*/ 1769009 h 2274933"/>
              <a:gd name="connsiteX17" fmla="*/ 483529 w 1855561"/>
              <a:gd name="connsiteY17" fmla="*/ 2006076 h 2274933"/>
              <a:gd name="connsiteX18" fmla="*/ 906861 w 1855561"/>
              <a:gd name="connsiteY18" fmla="*/ 2268542 h 2274933"/>
              <a:gd name="connsiteX19" fmla="*/ 1304795 w 1855561"/>
              <a:gd name="connsiteY19" fmla="*/ 2166943 h 2274933"/>
              <a:gd name="connsiteX20" fmla="*/ 1567262 w 1855561"/>
              <a:gd name="connsiteY20" fmla="*/ 1870609 h 2274933"/>
              <a:gd name="connsiteX21" fmla="*/ 1685795 w 1855561"/>
              <a:gd name="connsiteY21" fmla="*/ 1531943 h 2274933"/>
              <a:gd name="connsiteX22" fmla="*/ 1677329 w 1855561"/>
              <a:gd name="connsiteY22" fmla="*/ 1464209 h 2274933"/>
              <a:gd name="connsiteX23" fmla="*/ 1736595 w 1855561"/>
              <a:gd name="connsiteY23" fmla="*/ 1557343 h 2274933"/>
              <a:gd name="connsiteX24" fmla="*/ 1787395 w 1855561"/>
              <a:gd name="connsiteY24" fmla="*/ 1531943 h 2274933"/>
              <a:gd name="connsiteX25" fmla="*/ 1804329 w 1855561"/>
              <a:gd name="connsiteY25" fmla="*/ 1413409 h 2274933"/>
              <a:gd name="connsiteX26" fmla="*/ 1812795 w 1855561"/>
              <a:gd name="connsiteY26" fmla="*/ 1311809 h 2274933"/>
              <a:gd name="connsiteX27" fmla="*/ 1855129 w 1855561"/>
              <a:gd name="connsiteY27" fmla="*/ 1218676 h 2274933"/>
              <a:gd name="connsiteX28" fmla="*/ 1829729 w 1855561"/>
              <a:gd name="connsiteY28" fmla="*/ 1100143 h 2274933"/>
              <a:gd name="connsiteX29" fmla="*/ 1753529 w 1855561"/>
              <a:gd name="connsiteY29" fmla="*/ 1125543 h 2274933"/>
              <a:gd name="connsiteX30" fmla="*/ 1694262 w 1855561"/>
              <a:gd name="connsiteY30" fmla="*/ 1210209 h 2274933"/>
              <a:gd name="connsiteX31" fmla="*/ 1685795 w 1855561"/>
              <a:gd name="connsiteY31" fmla="*/ 1244076 h 2274933"/>
              <a:gd name="connsiteX32" fmla="*/ 1702729 w 1855561"/>
              <a:gd name="connsiteY32" fmla="*/ 837676 h 2274933"/>
              <a:gd name="connsiteX33" fmla="*/ 1643462 w 1855561"/>
              <a:gd name="connsiteY33" fmla="*/ 456676 h 2274933"/>
              <a:gd name="connsiteX34" fmla="*/ 1474129 w 1855561"/>
              <a:gd name="connsiteY34" fmla="*/ 194209 h 2274933"/>
              <a:gd name="connsiteX35" fmla="*/ 1220129 w 1855561"/>
              <a:gd name="connsiteY35" fmla="*/ 58743 h 2274933"/>
              <a:gd name="connsiteX36" fmla="*/ 906862 w 1855561"/>
              <a:gd name="connsiteY36" fmla="*/ 7943 h 2274933"/>
              <a:gd name="connsiteX37" fmla="*/ 779862 w 1855561"/>
              <a:gd name="connsiteY37" fmla="*/ 16409 h 2274933"/>
              <a:gd name="connsiteX0" fmla="*/ 698370 w 1855561"/>
              <a:gd name="connsiteY0" fmla="*/ 37974 h 2267188"/>
              <a:gd name="connsiteX1" fmla="*/ 500462 w 1855561"/>
              <a:gd name="connsiteY1" fmla="*/ 144131 h 2267188"/>
              <a:gd name="connsiteX2" fmla="*/ 263395 w 1855561"/>
              <a:gd name="connsiteY2" fmla="*/ 389664 h 2267188"/>
              <a:gd name="connsiteX3" fmla="*/ 117345 w 1855561"/>
              <a:gd name="connsiteY3" fmla="*/ 782305 h 2267188"/>
              <a:gd name="connsiteX4" fmla="*/ 142745 w 1855561"/>
              <a:gd name="connsiteY4" fmla="*/ 750555 h 2267188"/>
              <a:gd name="connsiteX5" fmla="*/ 153329 w 1855561"/>
              <a:gd name="connsiteY5" fmla="*/ 1219398 h 2267188"/>
              <a:gd name="connsiteX6" fmla="*/ 153329 w 1855561"/>
              <a:gd name="connsiteY6" fmla="*/ 1304064 h 2267188"/>
              <a:gd name="connsiteX7" fmla="*/ 102529 w 1855561"/>
              <a:gd name="connsiteY7" fmla="*/ 1244798 h 2267188"/>
              <a:gd name="connsiteX8" fmla="*/ 68662 w 1855561"/>
              <a:gd name="connsiteY8" fmla="*/ 1227864 h 2267188"/>
              <a:gd name="connsiteX9" fmla="*/ 929 w 1855561"/>
              <a:gd name="connsiteY9" fmla="*/ 1261731 h 2267188"/>
              <a:gd name="connsiteX10" fmla="*/ 34795 w 1855561"/>
              <a:gd name="connsiteY10" fmla="*/ 1447998 h 2267188"/>
              <a:gd name="connsiteX11" fmla="*/ 110995 w 1855561"/>
              <a:gd name="connsiteY11" fmla="*/ 1549598 h 2267188"/>
              <a:gd name="connsiteX12" fmla="*/ 144862 w 1855561"/>
              <a:gd name="connsiteY12" fmla="*/ 1642731 h 2267188"/>
              <a:gd name="connsiteX13" fmla="*/ 212595 w 1855561"/>
              <a:gd name="connsiteY13" fmla="*/ 1625798 h 2267188"/>
              <a:gd name="connsiteX14" fmla="*/ 221062 w 1855561"/>
              <a:gd name="connsiteY14" fmla="*/ 1566531 h 2267188"/>
              <a:gd name="connsiteX15" fmla="*/ 221062 w 1855561"/>
              <a:gd name="connsiteY15" fmla="*/ 1532664 h 2267188"/>
              <a:gd name="connsiteX16" fmla="*/ 348062 w 1855561"/>
              <a:gd name="connsiteY16" fmla="*/ 1761264 h 2267188"/>
              <a:gd name="connsiteX17" fmla="*/ 483529 w 1855561"/>
              <a:gd name="connsiteY17" fmla="*/ 1998331 h 2267188"/>
              <a:gd name="connsiteX18" fmla="*/ 906861 w 1855561"/>
              <a:gd name="connsiteY18" fmla="*/ 2260797 h 2267188"/>
              <a:gd name="connsiteX19" fmla="*/ 1304795 w 1855561"/>
              <a:gd name="connsiteY19" fmla="*/ 2159198 h 2267188"/>
              <a:gd name="connsiteX20" fmla="*/ 1567262 w 1855561"/>
              <a:gd name="connsiteY20" fmla="*/ 1862864 h 2267188"/>
              <a:gd name="connsiteX21" fmla="*/ 1685795 w 1855561"/>
              <a:gd name="connsiteY21" fmla="*/ 1524198 h 2267188"/>
              <a:gd name="connsiteX22" fmla="*/ 1677329 w 1855561"/>
              <a:gd name="connsiteY22" fmla="*/ 1456464 h 2267188"/>
              <a:gd name="connsiteX23" fmla="*/ 1736595 w 1855561"/>
              <a:gd name="connsiteY23" fmla="*/ 1549598 h 2267188"/>
              <a:gd name="connsiteX24" fmla="*/ 1787395 w 1855561"/>
              <a:gd name="connsiteY24" fmla="*/ 1524198 h 2267188"/>
              <a:gd name="connsiteX25" fmla="*/ 1804329 w 1855561"/>
              <a:gd name="connsiteY25" fmla="*/ 1405664 h 2267188"/>
              <a:gd name="connsiteX26" fmla="*/ 1812795 w 1855561"/>
              <a:gd name="connsiteY26" fmla="*/ 1304064 h 2267188"/>
              <a:gd name="connsiteX27" fmla="*/ 1855129 w 1855561"/>
              <a:gd name="connsiteY27" fmla="*/ 1210931 h 2267188"/>
              <a:gd name="connsiteX28" fmla="*/ 1829729 w 1855561"/>
              <a:gd name="connsiteY28" fmla="*/ 1092398 h 2267188"/>
              <a:gd name="connsiteX29" fmla="*/ 1753529 w 1855561"/>
              <a:gd name="connsiteY29" fmla="*/ 1117798 h 2267188"/>
              <a:gd name="connsiteX30" fmla="*/ 1694262 w 1855561"/>
              <a:gd name="connsiteY30" fmla="*/ 1202464 h 2267188"/>
              <a:gd name="connsiteX31" fmla="*/ 1685795 w 1855561"/>
              <a:gd name="connsiteY31" fmla="*/ 1236331 h 2267188"/>
              <a:gd name="connsiteX32" fmla="*/ 1702729 w 1855561"/>
              <a:gd name="connsiteY32" fmla="*/ 829931 h 2267188"/>
              <a:gd name="connsiteX33" fmla="*/ 1643462 w 1855561"/>
              <a:gd name="connsiteY33" fmla="*/ 448931 h 2267188"/>
              <a:gd name="connsiteX34" fmla="*/ 1474129 w 1855561"/>
              <a:gd name="connsiteY34" fmla="*/ 186464 h 2267188"/>
              <a:gd name="connsiteX35" fmla="*/ 1220129 w 1855561"/>
              <a:gd name="connsiteY35" fmla="*/ 50998 h 2267188"/>
              <a:gd name="connsiteX36" fmla="*/ 906862 w 1855561"/>
              <a:gd name="connsiteY36" fmla="*/ 198 h 2267188"/>
              <a:gd name="connsiteX37" fmla="*/ 698370 w 1855561"/>
              <a:gd name="connsiteY37" fmla="*/ 37974 h 2267188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263395 w 1855561"/>
              <a:gd name="connsiteY2" fmla="*/ 389543 h 2267067"/>
              <a:gd name="connsiteX3" fmla="*/ 117345 w 1855561"/>
              <a:gd name="connsiteY3" fmla="*/ 782184 h 2267067"/>
              <a:gd name="connsiteX4" fmla="*/ 142745 w 1855561"/>
              <a:gd name="connsiteY4" fmla="*/ 750434 h 2267067"/>
              <a:gd name="connsiteX5" fmla="*/ 153329 w 1855561"/>
              <a:gd name="connsiteY5" fmla="*/ 1219277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263395 w 1855561"/>
              <a:gd name="connsiteY2" fmla="*/ 389543 h 2267067"/>
              <a:gd name="connsiteX3" fmla="*/ 117345 w 1855561"/>
              <a:gd name="connsiteY3" fmla="*/ 782184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263395 w 1855561"/>
              <a:gd name="connsiteY2" fmla="*/ 389543 h 2267067"/>
              <a:gd name="connsiteX3" fmla="*/ 161795 w 1855561"/>
              <a:gd name="connsiteY3" fmla="*/ 598033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263395 w 1855561"/>
              <a:gd name="connsiteY2" fmla="*/ 389543 h 2267067"/>
              <a:gd name="connsiteX3" fmla="*/ 193545 w 1855561"/>
              <a:gd name="connsiteY3" fmla="*/ 499608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333245 w 1855561"/>
              <a:gd name="connsiteY2" fmla="*/ 274183 h 2267067"/>
              <a:gd name="connsiteX3" fmla="*/ 193545 w 1855561"/>
              <a:gd name="connsiteY3" fmla="*/ 499608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349120 w 1855561"/>
              <a:gd name="connsiteY2" fmla="*/ 274183 h 2267067"/>
              <a:gd name="connsiteX3" fmla="*/ 193545 w 1855561"/>
              <a:gd name="connsiteY3" fmla="*/ 499608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358645 w 1855561"/>
              <a:gd name="connsiteY2" fmla="*/ 226558 h 2267067"/>
              <a:gd name="connsiteX3" fmla="*/ 193545 w 1855561"/>
              <a:gd name="connsiteY3" fmla="*/ 499608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33 h 2267047"/>
              <a:gd name="connsiteX1" fmla="*/ 530095 w 1855561"/>
              <a:gd name="connsiteY1" fmla="*/ 109063 h 2267047"/>
              <a:gd name="connsiteX2" fmla="*/ 358645 w 1855561"/>
              <a:gd name="connsiteY2" fmla="*/ 226538 h 2267047"/>
              <a:gd name="connsiteX3" fmla="*/ 193545 w 1855561"/>
              <a:gd name="connsiteY3" fmla="*/ 499588 h 2267047"/>
              <a:gd name="connsiteX4" fmla="*/ 142745 w 1855561"/>
              <a:gd name="connsiteY4" fmla="*/ 750414 h 2267047"/>
              <a:gd name="connsiteX5" fmla="*/ 142745 w 1855561"/>
              <a:gd name="connsiteY5" fmla="*/ 1058388 h 2267047"/>
              <a:gd name="connsiteX6" fmla="*/ 153329 w 1855561"/>
              <a:gd name="connsiteY6" fmla="*/ 1303923 h 2267047"/>
              <a:gd name="connsiteX7" fmla="*/ 102529 w 1855561"/>
              <a:gd name="connsiteY7" fmla="*/ 1244657 h 2267047"/>
              <a:gd name="connsiteX8" fmla="*/ 68662 w 1855561"/>
              <a:gd name="connsiteY8" fmla="*/ 1227723 h 2267047"/>
              <a:gd name="connsiteX9" fmla="*/ 929 w 1855561"/>
              <a:gd name="connsiteY9" fmla="*/ 1261590 h 2267047"/>
              <a:gd name="connsiteX10" fmla="*/ 34795 w 1855561"/>
              <a:gd name="connsiteY10" fmla="*/ 1447857 h 2267047"/>
              <a:gd name="connsiteX11" fmla="*/ 110995 w 1855561"/>
              <a:gd name="connsiteY11" fmla="*/ 1549457 h 2267047"/>
              <a:gd name="connsiteX12" fmla="*/ 144862 w 1855561"/>
              <a:gd name="connsiteY12" fmla="*/ 1642590 h 2267047"/>
              <a:gd name="connsiteX13" fmla="*/ 212595 w 1855561"/>
              <a:gd name="connsiteY13" fmla="*/ 1625657 h 2267047"/>
              <a:gd name="connsiteX14" fmla="*/ 221062 w 1855561"/>
              <a:gd name="connsiteY14" fmla="*/ 1566390 h 2267047"/>
              <a:gd name="connsiteX15" fmla="*/ 221062 w 1855561"/>
              <a:gd name="connsiteY15" fmla="*/ 1532523 h 2267047"/>
              <a:gd name="connsiteX16" fmla="*/ 348062 w 1855561"/>
              <a:gd name="connsiteY16" fmla="*/ 1761123 h 2267047"/>
              <a:gd name="connsiteX17" fmla="*/ 483529 w 1855561"/>
              <a:gd name="connsiteY17" fmla="*/ 1998190 h 2267047"/>
              <a:gd name="connsiteX18" fmla="*/ 906861 w 1855561"/>
              <a:gd name="connsiteY18" fmla="*/ 2260656 h 2267047"/>
              <a:gd name="connsiteX19" fmla="*/ 1304795 w 1855561"/>
              <a:gd name="connsiteY19" fmla="*/ 2159057 h 2267047"/>
              <a:gd name="connsiteX20" fmla="*/ 1567262 w 1855561"/>
              <a:gd name="connsiteY20" fmla="*/ 1862723 h 2267047"/>
              <a:gd name="connsiteX21" fmla="*/ 1685795 w 1855561"/>
              <a:gd name="connsiteY21" fmla="*/ 1524057 h 2267047"/>
              <a:gd name="connsiteX22" fmla="*/ 1677329 w 1855561"/>
              <a:gd name="connsiteY22" fmla="*/ 1456323 h 2267047"/>
              <a:gd name="connsiteX23" fmla="*/ 1736595 w 1855561"/>
              <a:gd name="connsiteY23" fmla="*/ 1549457 h 2267047"/>
              <a:gd name="connsiteX24" fmla="*/ 1787395 w 1855561"/>
              <a:gd name="connsiteY24" fmla="*/ 1524057 h 2267047"/>
              <a:gd name="connsiteX25" fmla="*/ 1804329 w 1855561"/>
              <a:gd name="connsiteY25" fmla="*/ 1405523 h 2267047"/>
              <a:gd name="connsiteX26" fmla="*/ 1812795 w 1855561"/>
              <a:gd name="connsiteY26" fmla="*/ 1303923 h 2267047"/>
              <a:gd name="connsiteX27" fmla="*/ 1855129 w 1855561"/>
              <a:gd name="connsiteY27" fmla="*/ 1210790 h 2267047"/>
              <a:gd name="connsiteX28" fmla="*/ 1829729 w 1855561"/>
              <a:gd name="connsiteY28" fmla="*/ 1092257 h 2267047"/>
              <a:gd name="connsiteX29" fmla="*/ 1753529 w 1855561"/>
              <a:gd name="connsiteY29" fmla="*/ 1117657 h 2267047"/>
              <a:gd name="connsiteX30" fmla="*/ 1694262 w 1855561"/>
              <a:gd name="connsiteY30" fmla="*/ 1202323 h 2267047"/>
              <a:gd name="connsiteX31" fmla="*/ 1685795 w 1855561"/>
              <a:gd name="connsiteY31" fmla="*/ 1236190 h 2267047"/>
              <a:gd name="connsiteX32" fmla="*/ 1702729 w 1855561"/>
              <a:gd name="connsiteY32" fmla="*/ 829790 h 2267047"/>
              <a:gd name="connsiteX33" fmla="*/ 1643462 w 1855561"/>
              <a:gd name="connsiteY33" fmla="*/ 448790 h 2267047"/>
              <a:gd name="connsiteX34" fmla="*/ 1474129 w 1855561"/>
              <a:gd name="connsiteY34" fmla="*/ 186323 h 2267047"/>
              <a:gd name="connsiteX35" fmla="*/ 1263520 w 1855561"/>
              <a:gd name="connsiteY35" fmla="*/ 45578 h 2267047"/>
              <a:gd name="connsiteX36" fmla="*/ 906862 w 1855561"/>
              <a:gd name="connsiteY36" fmla="*/ 57 h 2267047"/>
              <a:gd name="connsiteX37" fmla="*/ 698370 w 1855561"/>
              <a:gd name="connsiteY37" fmla="*/ 37833 h 2267047"/>
              <a:gd name="connsiteX0" fmla="*/ 698370 w 1855561"/>
              <a:gd name="connsiteY0" fmla="*/ 37833 h 2267047"/>
              <a:gd name="connsiteX1" fmla="*/ 530095 w 1855561"/>
              <a:gd name="connsiteY1" fmla="*/ 109063 h 2267047"/>
              <a:gd name="connsiteX2" fmla="*/ 358645 w 1855561"/>
              <a:gd name="connsiteY2" fmla="*/ 226538 h 2267047"/>
              <a:gd name="connsiteX3" fmla="*/ 193545 w 1855561"/>
              <a:gd name="connsiteY3" fmla="*/ 499588 h 2267047"/>
              <a:gd name="connsiteX4" fmla="*/ 142745 w 1855561"/>
              <a:gd name="connsiteY4" fmla="*/ 690089 h 2267047"/>
              <a:gd name="connsiteX5" fmla="*/ 142745 w 1855561"/>
              <a:gd name="connsiteY5" fmla="*/ 1058388 h 2267047"/>
              <a:gd name="connsiteX6" fmla="*/ 153329 w 1855561"/>
              <a:gd name="connsiteY6" fmla="*/ 1303923 h 2267047"/>
              <a:gd name="connsiteX7" fmla="*/ 102529 w 1855561"/>
              <a:gd name="connsiteY7" fmla="*/ 1244657 h 2267047"/>
              <a:gd name="connsiteX8" fmla="*/ 68662 w 1855561"/>
              <a:gd name="connsiteY8" fmla="*/ 1227723 h 2267047"/>
              <a:gd name="connsiteX9" fmla="*/ 929 w 1855561"/>
              <a:gd name="connsiteY9" fmla="*/ 1261590 h 2267047"/>
              <a:gd name="connsiteX10" fmla="*/ 34795 w 1855561"/>
              <a:gd name="connsiteY10" fmla="*/ 1447857 h 2267047"/>
              <a:gd name="connsiteX11" fmla="*/ 110995 w 1855561"/>
              <a:gd name="connsiteY11" fmla="*/ 1549457 h 2267047"/>
              <a:gd name="connsiteX12" fmla="*/ 144862 w 1855561"/>
              <a:gd name="connsiteY12" fmla="*/ 1642590 h 2267047"/>
              <a:gd name="connsiteX13" fmla="*/ 212595 w 1855561"/>
              <a:gd name="connsiteY13" fmla="*/ 1625657 h 2267047"/>
              <a:gd name="connsiteX14" fmla="*/ 221062 w 1855561"/>
              <a:gd name="connsiteY14" fmla="*/ 1566390 h 2267047"/>
              <a:gd name="connsiteX15" fmla="*/ 221062 w 1855561"/>
              <a:gd name="connsiteY15" fmla="*/ 1532523 h 2267047"/>
              <a:gd name="connsiteX16" fmla="*/ 348062 w 1855561"/>
              <a:gd name="connsiteY16" fmla="*/ 1761123 h 2267047"/>
              <a:gd name="connsiteX17" fmla="*/ 483529 w 1855561"/>
              <a:gd name="connsiteY17" fmla="*/ 1998190 h 2267047"/>
              <a:gd name="connsiteX18" fmla="*/ 906861 w 1855561"/>
              <a:gd name="connsiteY18" fmla="*/ 2260656 h 2267047"/>
              <a:gd name="connsiteX19" fmla="*/ 1304795 w 1855561"/>
              <a:gd name="connsiteY19" fmla="*/ 2159057 h 2267047"/>
              <a:gd name="connsiteX20" fmla="*/ 1567262 w 1855561"/>
              <a:gd name="connsiteY20" fmla="*/ 1862723 h 2267047"/>
              <a:gd name="connsiteX21" fmla="*/ 1685795 w 1855561"/>
              <a:gd name="connsiteY21" fmla="*/ 1524057 h 2267047"/>
              <a:gd name="connsiteX22" fmla="*/ 1677329 w 1855561"/>
              <a:gd name="connsiteY22" fmla="*/ 1456323 h 2267047"/>
              <a:gd name="connsiteX23" fmla="*/ 1736595 w 1855561"/>
              <a:gd name="connsiteY23" fmla="*/ 1549457 h 2267047"/>
              <a:gd name="connsiteX24" fmla="*/ 1787395 w 1855561"/>
              <a:gd name="connsiteY24" fmla="*/ 1524057 h 2267047"/>
              <a:gd name="connsiteX25" fmla="*/ 1804329 w 1855561"/>
              <a:gd name="connsiteY25" fmla="*/ 1405523 h 2267047"/>
              <a:gd name="connsiteX26" fmla="*/ 1812795 w 1855561"/>
              <a:gd name="connsiteY26" fmla="*/ 1303923 h 2267047"/>
              <a:gd name="connsiteX27" fmla="*/ 1855129 w 1855561"/>
              <a:gd name="connsiteY27" fmla="*/ 1210790 h 2267047"/>
              <a:gd name="connsiteX28" fmla="*/ 1829729 w 1855561"/>
              <a:gd name="connsiteY28" fmla="*/ 1092257 h 2267047"/>
              <a:gd name="connsiteX29" fmla="*/ 1753529 w 1855561"/>
              <a:gd name="connsiteY29" fmla="*/ 1117657 h 2267047"/>
              <a:gd name="connsiteX30" fmla="*/ 1694262 w 1855561"/>
              <a:gd name="connsiteY30" fmla="*/ 1202323 h 2267047"/>
              <a:gd name="connsiteX31" fmla="*/ 1685795 w 1855561"/>
              <a:gd name="connsiteY31" fmla="*/ 1236190 h 2267047"/>
              <a:gd name="connsiteX32" fmla="*/ 1702729 w 1855561"/>
              <a:gd name="connsiteY32" fmla="*/ 829790 h 2267047"/>
              <a:gd name="connsiteX33" fmla="*/ 1643462 w 1855561"/>
              <a:gd name="connsiteY33" fmla="*/ 448790 h 2267047"/>
              <a:gd name="connsiteX34" fmla="*/ 1474129 w 1855561"/>
              <a:gd name="connsiteY34" fmla="*/ 186323 h 2267047"/>
              <a:gd name="connsiteX35" fmla="*/ 1263520 w 1855561"/>
              <a:gd name="connsiteY35" fmla="*/ 45578 h 2267047"/>
              <a:gd name="connsiteX36" fmla="*/ 906862 w 1855561"/>
              <a:gd name="connsiteY36" fmla="*/ 57 h 2267047"/>
              <a:gd name="connsiteX37" fmla="*/ 698370 w 1855561"/>
              <a:gd name="connsiteY37" fmla="*/ 37833 h 2267047"/>
              <a:gd name="connsiteX0" fmla="*/ 698370 w 1855561"/>
              <a:gd name="connsiteY0" fmla="*/ 37833 h 2267047"/>
              <a:gd name="connsiteX1" fmla="*/ 530095 w 1855561"/>
              <a:gd name="connsiteY1" fmla="*/ 109063 h 2267047"/>
              <a:gd name="connsiteX2" fmla="*/ 358645 w 1855561"/>
              <a:gd name="connsiteY2" fmla="*/ 226538 h 2267047"/>
              <a:gd name="connsiteX3" fmla="*/ 193545 w 1855561"/>
              <a:gd name="connsiteY3" fmla="*/ 499588 h 2267047"/>
              <a:gd name="connsiteX4" fmla="*/ 142745 w 1855561"/>
              <a:gd name="connsiteY4" fmla="*/ 690089 h 2267047"/>
              <a:gd name="connsiteX5" fmla="*/ 142745 w 1855561"/>
              <a:gd name="connsiteY5" fmla="*/ 1058388 h 2267047"/>
              <a:gd name="connsiteX6" fmla="*/ 143804 w 1855561"/>
              <a:gd name="connsiteY6" fmla="*/ 1195973 h 2267047"/>
              <a:gd name="connsiteX7" fmla="*/ 102529 w 1855561"/>
              <a:gd name="connsiteY7" fmla="*/ 1244657 h 2267047"/>
              <a:gd name="connsiteX8" fmla="*/ 68662 w 1855561"/>
              <a:gd name="connsiteY8" fmla="*/ 1227723 h 2267047"/>
              <a:gd name="connsiteX9" fmla="*/ 929 w 1855561"/>
              <a:gd name="connsiteY9" fmla="*/ 1261590 h 2267047"/>
              <a:gd name="connsiteX10" fmla="*/ 34795 w 1855561"/>
              <a:gd name="connsiteY10" fmla="*/ 1447857 h 2267047"/>
              <a:gd name="connsiteX11" fmla="*/ 110995 w 1855561"/>
              <a:gd name="connsiteY11" fmla="*/ 1549457 h 2267047"/>
              <a:gd name="connsiteX12" fmla="*/ 144862 w 1855561"/>
              <a:gd name="connsiteY12" fmla="*/ 1642590 h 2267047"/>
              <a:gd name="connsiteX13" fmla="*/ 212595 w 1855561"/>
              <a:gd name="connsiteY13" fmla="*/ 1625657 h 2267047"/>
              <a:gd name="connsiteX14" fmla="*/ 221062 w 1855561"/>
              <a:gd name="connsiteY14" fmla="*/ 1566390 h 2267047"/>
              <a:gd name="connsiteX15" fmla="*/ 221062 w 1855561"/>
              <a:gd name="connsiteY15" fmla="*/ 1532523 h 2267047"/>
              <a:gd name="connsiteX16" fmla="*/ 348062 w 1855561"/>
              <a:gd name="connsiteY16" fmla="*/ 1761123 h 2267047"/>
              <a:gd name="connsiteX17" fmla="*/ 483529 w 1855561"/>
              <a:gd name="connsiteY17" fmla="*/ 1998190 h 2267047"/>
              <a:gd name="connsiteX18" fmla="*/ 906861 w 1855561"/>
              <a:gd name="connsiteY18" fmla="*/ 2260656 h 2267047"/>
              <a:gd name="connsiteX19" fmla="*/ 1304795 w 1855561"/>
              <a:gd name="connsiteY19" fmla="*/ 2159057 h 2267047"/>
              <a:gd name="connsiteX20" fmla="*/ 1567262 w 1855561"/>
              <a:gd name="connsiteY20" fmla="*/ 1862723 h 2267047"/>
              <a:gd name="connsiteX21" fmla="*/ 1685795 w 1855561"/>
              <a:gd name="connsiteY21" fmla="*/ 1524057 h 2267047"/>
              <a:gd name="connsiteX22" fmla="*/ 1677329 w 1855561"/>
              <a:gd name="connsiteY22" fmla="*/ 1456323 h 2267047"/>
              <a:gd name="connsiteX23" fmla="*/ 1736595 w 1855561"/>
              <a:gd name="connsiteY23" fmla="*/ 1549457 h 2267047"/>
              <a:gd name="connsiteX24" fmla="*/ 1787395 w 1855561"/>
              <a:gd name="connsiteY24" fmla="*/ 1524057 h 2267047"/>
              <a:gd name="connsiteX25" fmla="*/ 1804329 w 1855561"/>
              <a:gd name="connsiteY25" fmla="*/ 1405523 h 2267047"/>
              <a:gd name="connsiteX26" fmla="*/ 1812795 w 1855561"/>
              <a:gd name="connsiteY26" fmla="*/ 1303923 h 2267047"/>
              <a:gd name="connsiteX27" fmla="*/ 1855129 w 1855561"/>
              <a:gd name="connsiteY27" fmla="*/ 1210790 h 2267047"/>
              <a:gd name="connsiteX28" fmla="*/ 1829729 w 1855561"/>
              <a:gd name="connsiteY28" fmla="*/ 1092257 h 2267047"/>
              <a:gd name="connsiteX29" fmla="*/ 1753529 w 1855561"/>
              <a:gd name="connsiteY29" fmla="*/ 1117657 h 2267047"/>
              <a:gd name="connsiteX30" fmla="*/ 1694262 w 1855561"/>
              <a:gd name="connsiteY30" fmla="*/ 1202323 h 2267047"/>
              <a:gd name="connsiteX31" fmla="*/ 1685795 w 1855561"/>
              <a:gd name="connsiteY31" fmla="*/ 1236190 h 2267047"/>
              <a:gd name="connsiteX32" fmla="*/ 1702729 w 1855561"/>
              <a:gd name="connsiteY32" fmla="*/ 829790 h 2267047"/>
              <a:gd name="connsiteX33" fmla="*/ 1643462 w 1855561"/>
              <a:gd name="connsiteY33" fmla="*/ 448790 h 2267047"/>
              <a:gd name="connsiteX34" fmla="*/ 1474129 w 1855561"/>
              <a:gd name="connsiteY34" fmla="*/ 186323 h 2267047"/>
              <a:gd name="connsiteX35" fmla="*/ 1263520 w 1855561"/>
              <a:gd name="connsiteY35" fmla="*/ 45578 h 2267047"/>
              <a:gd name="connsiteX36" fmla="*/ 906862 w 1855561"/>
              <a:gd name="connsiteY36" fmla="*/ 57 h 2267047"/>
              <a:gd name="connsiteX37" fmla="*/ 698370 w 1855561"/>
              <a:gd name="connsiteY37" fmla="*/ 37833 h 2267047"/>
              <a:gd name="connsiteX0" fmla="*/ 697938 w 1855129"/>
              <a:gd name="connsiteY0" fmla="*/ 37833 h 2267047"/>
              <a:gd name="connsiteX1" fmla="*/ 529663 w 1855129"/>
              <a:gd name="connsiteY1" fmla="*/ 109063 h 2267047"/>
              <a:gd name="connsiteX2" fmla="*/ 358213 w 1855129"/>
              <a:gd name="connsiteY2" fmla="*/ 226538 h 2267047"/>
              <a:gd name="connsiteX3" fmla="*/ 193113 w 1855129"/>
              <a:gd name="connsiteY3" fmla="*/ 499588 h 2267047"/>
              <a:gd name="connsiteX4" fmla="*/ 142313 w 1855129"/>
              <a:gd name="connsiteY4" fmla="*/ 690089 h 2267047"/>
              <a:gd name="connsiteX5" fmla="*/ 142313 w 1855129"/>
              <a:gd name="connsiteY5" fmla="*/ 1058388 h 2267047"/>
              <a:gd name="connsiteX6" fmla="*/ 143372 w 1855129"/>
              <a:gd name="connsiteY6" fmla="*/ 1195973 h 2267047"/>
              <a:gd name="connsiteX7" fmla="*/ 102097 w 1855129"/>
              <a:gd name="connsiteY7" fmla="*/ 1244657 h 2267047"/>
              <a:gd name="connsiteX8" fmla="*/ 20605 w 1855129"/>
              <a:gd name="connsiteY8" fmla="*/ 1167398 h 2267047"/>
              <a:gd name="connsiteX9" fmla="*/ 497 w 1855129"/>
              <a:gd name="connsiteY9" fmla="*/ 1261590 h 2267047"/>
              <a:gd name="connsiteX10" fmla="*/ 34363 w 1855129"/>
              <a:gd name="connsiteY10" fmla="*/ 1447857 h 2267047"/>
              <a:gd name="connsiteX11" fmla="*/ 110563 w 1855129"/>
              <a:gd name="connsiteY11" fmla="*/ 1549457 h 2267047"/>
              <a:gd name="connsiteX12" fmla="*/ 144430 w 1855129"/>
              <a:gd name="connsiteY12" fmla="*/ 1642590 h 2267047"/>
              <a:gd name="connsiteX13" fmla="*/ 212163 w 1855129"/>
              <a:gd name="connsiteY13" fmla="*/ 1625657 h 2267047"/>
              <a:gd name="connsiteX14" fmla="*/ 220630 w 1855129"/>
              <a:gd name="connsiteY14" fmla="*/ 1566390 h 2267047"/>
              <a:gd name="connsiteX15" fmla="*/ 220630 w 1855129"/>
              <a:gd name="connsiteY15" fmla="*/ 1532523 h 2267047"/>
              <a:gd name="connsiteX16" fmla="*/ 347630 w 1855129"/>
              <a:gd name="connsiteY16" fmla="*/ 1761123 h 2267047"/>
              <a:gd name="connsiteX17" fmla="*/ 483097 w 1855129"/>
              <a:gd name="connsiteY17" fmla="*/ 1998190 h 2267047"/>
              <a:gd name="connsiteX18" fmla="*/ 906429 w 1855129"/>
              <a:gd name="connsiteY18" fmla="*/ 2260656 h 2267047"/>
              <a:gd name="connsiteX19" fmla="*/ 1304363 w 1855129"/>
              <a:gd name="connsiteY19" fmla="*/ 2159057 h 2267047"/>
              <a:gd name="connsiteX20" fmla="*/ 1566830 w 1855129"/>
              <a:gd name="connsiteY20" fmla="*/ 1862723 h 2267047"/>
              <a:gd name="connsiteX21" fmla="*/ 1685363 w 1855129"/>
              <a:gd name="connsiteY21" fmla="*/ 1524057 h 2267047"/>
              <a:gd name="connsiteX22" fmla="*/ 1676897 w 1855129"/>
              <a:gd name="connsiteY22" fmla="*/ 1456323 h 2267047"/>
              <a:gd name="connsiteX23" fmla="*/ 1736163 w 1855129"/>
              <a:gd name="connsiteY23" fmla="*/ 1549457 h 2267047"/>
              <a:gd name="connsiteX24" fmla="*/ 1786963 w 1855129"/>
              <a:gd name="connsiteY24" fmla="*/ 1524057 h 2267047"/>
              <a:gd name="connsiteX25" fmla="*/ 1803897 w 1855129"/>
              <a:gd name="connsiteY25" fmla="*/ 1405523 h 2267047"/>
              <a:gd name="connsiteX26" fmla="*/ 1812363 w 1855129"/>
              <a:gd name="connsiteY26" fmla="*/ 1303923 h 2267047"/>
              <a:gd name="connsiteX27" fmla="*/ 1854697 w 1855129"/>
              <a:gd name="connsiteY27" fmla="*/ 1210790 h 2267047"/>
              <a:gd name="connsiteX28" fmla="*/ 1829297 w 1855129"/>
              <a:gd name="connsiteY28" fmla="*/ 1092257 h 2267047"/>
              <a:gd name="connsiteX29" fmla="*/ 1753097 w 1855129"/>
              <a:gd name="connsiteY29" fmla="*/ 1117657 h 2267047"/>
              <a:gd name="connsiteX30" fmla="*/ 1693830 w 1855129"/>
              <a:gd name="connsiteY30" fmla="*/ 1202323 h 2267047"/>
              <a:gd name="connsiteX31" fmla="*/ 1685363 w 1855129"/>
              <a:gd name="connsiteY31" fmla="*/ 1236190 h 2267047"/>
              <a:gd name="connsiteX32" fmla="*/ 1702297 w 1855129"/>
              <a:gd name="connsiteY32" fmla="*/ 829790 h 2267047"/>
              <a:gd name="connsiteX33" fmla="*/ 1643030 w 1855129"/>
              <a:gd name="connsiteY33" fmla="*/ 448790 h 2267047"/>
              <a:gd name="connsiteX34" fmla="*/ 1473697 w 1855129"/>
              <a:gd name="connsiteY34" fmla="*/ 186323 h 2267047"/>
              <a:gd name="connsiteX35" fmla="*/ 1263088 w 1855129"/>
              <a:gd name="connsiteY35" fmla="*/ 45578 h 2267047"/>
              <a:gd name="connsiteX36" fmla="*/ 906430 w 1855129"/>
              <a:gd name="connsiteY36" fmla="*/ 57 h 2267047"/>
              <a:gd name="connsiteX37" fmla="*/ 697938 w 1855129"/>
              <a:gd name="connsiteY37" fmla="*/ 37833 h 2267047"/>
              <a:gd name="connsiteX0" fmla="*/ 697998 w 1855189"/>
              <a:gd name="connsiteY0" fmla="*/ 37833 h 2267047"/>
              <a:gd name="connsiteX1" fmla="*/ 529723 w 1855189"/>
              <a:gd name="connsiteY1" fmla="*/ 109063 h 2267047"/>
              <a:gd name="connsiteX2" fmla="*/ 358273 w 1855189"/>
              <a:gd name="connsiteY2" fmla="*/ 226538 h 2267047"/>
              <a:gd name="connsiteX3" fmla="*/ 193173 w 1855189"/>
              <a:gd name="connsiteY3" fmla="*/ 499588 h 2267047"/>
              <a:gd name="connsiteX4" fmla="*/ 142373 w 1855189"/>
              <a:gd name="connsiteY4" fmla="*/ 690089 h 2267047"/>
              <a:gd name="connsiteX5" fmla="*/ 142373 w 1855189"/>
              <a:gd name="connsiteY5" fmla="*/ 1058388 h 2267047"/>
              <a:gd name="connsiteX6" fmla="*/ 143432 w 1855189"/>
              <a:gd name="connsiteY6" fmla="*/ 1195973 h 2267047"/>
              <a:gd name="connsiteX7" fmla="*/ 108507 w 1855189"/>
              <a:gd name="connsiteY7" fmla="*/ 1200207 h 2267047"/>
              <a:gd name="connsiteX8" fmla="*/ 20665 w 1855189"/>
              <a:gd name="connsiteY8" fmla="*/ 1167398 h 2267047"/>
              <a:gd name="connsiteX9" fmla="*/ 557 w 1855189"/>
              <a:gd name="connsiteY9" fmla="*/ 1261590 h 2267047"/>
              <a:gd name="connsiteX10" fmla="*/ 34423 w 1855189"/>
              <a:gd name="connsiteY10" fmla="*/ 1447857 h 2267047"/>
              <a:gd name="connsiteX11" fmla="*/ 110623 w 1855189"/>
              <a:gd name="connsiteY11" fmla="*/ 1549457 h 2267047"/>
              <a:gd name="connsiteX12" fmla="*/ 144490 w 1855189"/>
              <a:gd name="connsiteY12" fmla="*/ 1642590 h 2267047"/>
              <a:gd name="connsiteX13" fmla="*/ 212223 w 1855189"/>
              <a:gd name="connsiteY13" fmla="*/ 1625657 h 2267047"/>
              <a:gd name="connsiteX14" fmla="*/ 220690 w 1855189"/>
              <a:gd name="connsiteY14" fmla="*/ 1566390 h 2267047"/>
              <a:gd name="connsiteX15" fmla="*/ 220690 w 1855189"/>
              <a:gd name="connsiteY15" fmla="*/ 1532523 h 2267047"/>
              <a:gd name="connsiteX16" fmla="*/ 347690 w 1855189"/>
              <a:gd name="connsiteY16" fmla="*/ 1761123 h 2267047"/>
              <a:gd name="connsiteX17" fmla="*/ 483157 w 1855189"/>
              <a:gd name="connsiteY17" fmla="*/ 1998190 h 2267047"/>
              <a:gd name="connsiteX18" fmla="*/ 906489 w 1855189"/>
              <a:gd name="connsiteY18" fmla="*/ 2260656 h 2267047"/>
              <a:gd name="connsiteX19" fmla="*/ 1304423 w 1855189"/>
              <a:gd name="connsiteY19" fmla="*/ 2159057 h 2267047"/>
              <a:gd name="connsiteX20" fmla="*/ 1566890 w 1855189"/>
              <a:gd name="connsiteY20" fmla="*/ 1862723 h 2267047"/>
              <a:gd name="connsiteX21" fmla="*/ 1685423 w 1855189"/>
              <a:gd name="connsiteY21" fmla="*/ 1524057 h 2267047"/>
              <a:gd name="connsiteX22" fmla="*/ 1676957 w 1855189"/>
              <a:gd name="connsiteY22" fmla="*/ 1456323 h 2267047"/>
              <a:gd name="connsiteX23" fmla="*/ 1736223 w 1855189"/>
              <a:gd name="connsiteY23" fmla="*/ 1549457 h 2267047"/>
              <a:gd name="connsiteX24" fmla="*/ 1787023 w 1855189"/>
              <a:gd name="connsiteY24" fmla="*/ 1524057 h 2267047"/>
              <a:gd name="connsiteX25" fmla="*/ 1803957 w 1855189"/>
              <a:gd name="connsiteY25" fmla="*/ 1405523 h 2267047"/>
              <a:gd name="connsiteX26" fmla="*/ 1812423 w 1855189"/>
              <a:gd name="connsiteY26" fmla="*/ 1303923 h 2267047"/>
              <a:gd name="connsiteX27" fmla="*/ 1854757 w 1855189"/>
              <a:gd name="connsiteY27" fmla="*/ 1210790 h 2267047"/>
              <a:gd name="connsiteX28" fmla="*/ 1829357 w 1855189"/>
              <a:gd name="connsiteY28" fmla="*/ 1092257 h 2267047"/>
              <a:gd name="connsiteX29" fmla="*/ 1753157 w 1855189"/>
              <a:gd name="connsiteY29" fmla="*/ 1117657 h 2267047"/>
              <a:gd name="connsiteX30" fmla="*/ 1693890 w 1855189"/>
              <a:gd name="connsiteY30" fmla="*/ 1202323 h 2267047"/>
              <a:gd name="connsiteX31" fmla="*/ 1685423 w 1855189"/>
              <a:gd name="connsiteY31" fmla="*/ 1236190 h 2267047"/>
              <a:gd name="connsiteX32" fmla="*/ 1702357 w 1855189"/>
              <a:gd name="connsiteY32" fmla="*/ 829790 h 2267047"/>
              <a:gd name="connsiteX33" fmla="*/ 1643090 w 1855189"/>
              <a:gd name="connsiteY33" fmla="*/ 448790 h 2267047"/>
              <a:gd name="connsiteX34" fmla="*/ 1473757 w 1855189"/>
              <a:gd name="connsiteY34" fmla="*/ 186323 h 2267047"/>
              <a:gd name="connsiteX35" fmla="*/ 1263148 w 1855189"/>
              <a:gd name="connsiteY35" fmla="*/ 45578 h 2267047"/>
              <a:gd name="connsiteX36" fmla="*/ 906490 w 1855189"/>
              <a:gd name="connsiteY36" fmla="*/ 57 h 2267047"/>
              <a:gd name="connsiteX37" fmla="*/ 697998 w 1855189"/>
              <a:gd name="connsiteY37" fmla="*/ 37833 h 2267047"/>
              <a:gd name="connsiteX0" fmla="*/ 697998 w 1855189"/>
              <a:gd name="connsiteY0" fmla="*/ 37833 h 2267047"/>
              <a:gd name="connsiteX1" fmla="*/ 529723 w 1855189"/>
              <a:gd name="connsiteY1" fmla="*/ 109063 h 2267047"/>
              <a:gd name="connsiteX2" fmla="*/ 358273 w 1855189"/>
              <a:gd name="connsiteY2" fmla="*/ 226538 h 2267047"/>
              <a:gd name="connsiteX3" fmla="*/ 193173 w 1855189"/>
              <a:gd name="connsiteY3" fmla="*/ 499588 h 2267047"/>
              <a:gd name="connsiteX4" fmla="*/ 142373 w 1855189"/>
              <a:gd name="connsiteY4" fmla="*/ 690089 h 2267047"/>
              <a:gd name="connsiteX5" fmla="*/ 142373 w 1855189"/>
              <a:gd name="connsiteY5" fmla="*/ 1058388 h 2267047"/>
              <a:gd name="connsiteX6" fmla="*/ 143432 w 1855189"/>
              <a:gd name="connsiteY6" fmla="*/ 1195973 h 2267047"/>
              <a:gd name="connsiteX7" fmla="*/ 108507 w 1855189"/>
              <a:gd name="connsiteY7" fmla="*/ 1200207 h 2267047"/>
              <a:gd name="connsiteX8" fmla="*/ 20665 w 1855189"/>
              <a:gd name="connsiteY8" fmla="*/ 1167398 h 2267047"/>
              <a:gd name="connsiteX9" fmla="*/ 557 w 1855189"/>
              <a:gd name="connsiteY9" fmla="*/ 1261590 h 2267047"/>
              <a:gd name="connsiteX10" fmla="*/ 34423 w 1855189"/>
              <a:gd name="connsiteY10" fmla="*/ 1447857 h 2267047"/>
              <a:gd name="connsiteX11" fmla="*/ 110623 w 1855189"/>
              <a:gd name="connsiteY11" fmla="*/ 1549457 h 2267047"/>
              <a:gd name="connsiteX12" fmla="*/ 144490 w 1855189"/>
              <a:gd name="connsiteY12" fmla="*/ 1642590 h 2267047"/>
              <a:gd name="connsiteX13" fmla="*/ 212223 w 1855189"/>
              <a:gd name="connsiteY13" fmla="*/ 1625657 h 2267047"/>
              <a:gd name="connsiteX14" fmla="*/ 220690 w 1855189"/>
              <a:gd name="connsiteY14" fmla="*/ 1566390 h 2267047"/>
              <a:gd name="connsiteX15" fmla="*/ 220690 w 1855189"/>
              <a:gd name="connsiteY15" fmla="*/ 1532523 h 2267047"/>
              <a:gd name="connsiteX16" fmla="*/ 347690 w 1855189"/>
              <a:gd name="connsiteY16" fmla="*/ 1761123 h 2267047"/>
              <a:gd name="connsiteX17" fmla="*/ 483157 w 1855189"/>
              <a:gd name="connsiteY17" fmla="*/ 1998190 h 2267047"/>
              <a:gd name="connsiteX18" fmla="*/ 906489 w 1855189"/>
              <a:gd name="connsiteY18" fmla="*/ 2260656 h 2267047"/>
              <a:gd name="connsiteX19" fmla="*/ 1304423 w 1855189"/>
              <a:gd name="connsiteY19" fmla="*/ 2159057 h 2267047"/>
              <a:gd name="connsiteX20" fmla="*/ 1566890 w 1855189"/>
              <a:gd name="connsiteY20" fmla="*/ 1862723 h 2267047"/>
              <a:gd name="connsiteX21" fmla="*/ 1685423 w 1855189"/>
              <a:gd name="connsiteY21" fmla="*/ 1524057 h 2267047"/>
              <a:gd name="connsiteX22" fmla="*/ 1676957 w 1855189"/>
              <a:gd name="connsiteY22" fmla="*/ 1456323 h 2267047"/>
              <a:gd name="connsiteX23" fmla="*/ 1736223 w 1855189"/>
              <a:gd name="connsiteY23" fmla="*/ 1549457 h 2267047"/>
              <a:gd name="connsiteX24" fmla="*/ 1787023 w 1855189"/>
              <a:gd name="connsiteY24" fmla="*/ 1524057 h 2267047"/>
              <a:gd name="connsiteX25" fmla="*/ 1803957 w 1855189"/>
              <a:gd name="connsiteY25" fmla="*/ 1405523 h 2267047"/>
              <a:gd name="connsiteX26" fmla="*/ 1812423 w 1855189"/>
              <a:gd name="connsiteY26" fmla="*/ 1303923 h 2267047"/>
              <a:gd name="connsiteX27" fmla="*/ 1854757 w 1855189"/>
              <a:gd name="connsiteY27" fmla="*/ 1210790 h 2267047"/>
              <a:gd name="connsiteX28" fmla="*/ 1829357 w 1855189"/>
              <a:gd name="connsiteY28" fmla="*/ 1092257 h 2267047"/>
              <a:gd name="connsiteX29" fmla="*/ 1753157 w 1855189"/>
              <a:gd name="connsiteY29" fmla="*/ 1117657 h 2267047"/>
              <a:gd name="connsiteX30" fmla="*/ 1693890 w 1855189"/>
              <a:gd name="connsiteY30" fmla="*/ 1202323 h 2267047"/>
              <a:gd name="connsiteX31" fmla="*/ 1685423 w 1855189"/>
              <a:gd name="connsiteY31" fmla="*/ 1236190 h 2267047"/>
              <a:gd name="connsiteX32" fmla="*/ 1702357 w 1855189"/>
              <a:gd name="connsiteY32" fmla="*/ 829790 h 2267047"/>
              <a:gd name="connsiteX33" fmla="*/ 1643090 w 1855189"/>
              <a:gd name="connsiteY33" fmla="*/ 448790 h 2267047"/>
              <a:gd name="connsiteX34" fmla="*/ 1473757 w 1855189"/>
              <a:gd name="connsiteY34" fmla="*/ 186323 h 2267047"/>
              <a:gd name="connsiteX35" fmla="*/ 1263148 w 1855189"/>
              <a:gd name="connsiteY35" fmla="*/ 45578 h 2267047"/>
              <a:gd name="connsiteX36" fmla="*/ 906490 w 1855189"/>
              <a:gd name="connsiteY36" fmla="*/ 57 h 2267047"/>
              <a:gd name="connsiteX37" fmla="*/ 697998 w 1855189"/>
              <a:gd name="connsiteY37" fmla="*/ 37833 h 2267047"/>
              <a:gd name="connsiteX0" fmla="*/ 697858 w 1855049"/>
              <a:gd name="connsiteY0" fmla="*/ 37833 h 2267047"/>
              <a:gd name="connsiteX1" fmla="*/ 529583 w 1855049"/>
              <a:gd name="connsiteY1" fmla="*/ 109063 h 2267047"/>
              <a:gd name="connsiteX2" fmla="*/ 358133 w 1855049"/>
              <a:gd name="connsiteY2" fmla="*/ 226538 h 2267047"/>
              <a:gd name="connsiteX3" fmla="*/ 193033 w 1855049"/>
              <a:gd name="connsiteY3" fmla="*/ 499588 h 2267047"/>
              <a:gd name="connsiteX4" fmla="*/ 142233 w 1855049"/>
              <a:gd name="connsiteY4" fmla="*/ 690089 h 2267047"/>
              <a:gd name="connsiteX5" fmla="*/ 142233 w 1855049"/>
              <a:gd name="connsiteY5" fmla="*/ 1058388 h 2267047"/>
              <a:gd name="connsiteX6" fmla="*/ 143292 w 1855049"/>
              <a:gd name="connsiteY6" fmla="*/ 1195973 h 2267047"/>
              <a:gd name="connsiteX7" fmla="*/ 91434 w 1855049"/>
              <a:gd name="connsiteY7" fmla="*/ 1145173 h 2267047"/>
              <a:gd name="connsiteX8" fmla="*/ 20525 w 1855049"/>
              <a:gd name="connsiteY8" fmla="*/ 1167398 h 2267047"/>
              <a:gd name="connsiteX9" fmla="*/ 417 w 1855049"/>
              <a:gd name="connsiteY9" fmla="*/ 1261590 h 2267047"/>
              <a:gd name="connsiteX10" fmla="*/ 34283 w 1855049"/>
              <a:gd name="connsiteY10" fmla="*/ 1447857 h 2267047"/>
              <a:gd name="connsiteX11" fmla="*/ 110483 w 1855049"/>
              <a:gd name="connsiteY11" fmla="*/ 1549457 h 2267047"/>
              <a:gd name="connsiteX12" fmla="*/ 144350 w 1855049"/>
              <a:gd name="connsiteY12" fmla="*/ 1642590 h 2267047"/>
              <a:gd name="connsiteX13" fmla="*/ 212083 w 1855049"/>
              <a:gd name="connsiteY13" fmla="*/ 1625657 h 2267047"/>
              <a:gd name="connsiteX14" fmla="*/ 220550 w 1855049"/>
              <a:gd name="connsiteY14" fmla="*/ 1566390 h 2267047"/>
              <a:gd name="connsiteX15" fmla="*/ 220550 w 1855049"/>
              <a:gd name="connsiteY15" fmla="*/ 1532523 h 2267047"/>
              <a:gd name="connsiteX16" fmla="*/ 347550 w 1855049"/>
              <a:gd name="connsiteY16" fmla="*/ 1761123 h 2267047"/>
              <a:gd name="connsiteX17" fmla="*/ 483017 w 1855049"/>
              <a:gd name="connsiteY17" fmla="*/ 1998190 h 2267047"/>
              <a:gd name="connsiteX18" fmla="*/ 906349 w 1855049"/>
              <a:gd name="connsiteY18" fmla="*/ 2260656 h 2267047"/>
              <a:gd name="connsiteX19" fmla="*/ 1304283 w 1855049"/>
              <a:gd name="connsiteY19" fmla="*/ 2159057 h 2267047"/>
              <a:gd name="connsiteX20" fmla="*/ 1566750 w 1855049"/>
              <a:gd name="connsiteY20" fmla="*/ 1862723 h 2267047"/>
              <a:gd name="connsiteX21" fmla="*/ 1685283 w 1855049"/>
              <a:gd name="connsiteY21" fmla="*/ 1524057 h 2267047"/>
              <a:gd name="connsiteX22" fmla="*/ 1676817 w 1855049"/>
              <a:gd name="connsiteY22" fmla="*/ 1456323 h 2267047"/>
              <a:gd name="connsiteX23" fmla="*/ 1736083 w 1855049"/>
              <a:gd name="connsiteY23" fmla="*/ 1549457 h 2267047"/>
              <a:gd name="connsiteX24" fmla="*/ 1786883 w 1855049"/>
              <a:gd name="connsiteY24" fmla="*/ 1524057 h 2267047"/>
              <a:gd name="connsiteX25" fmla="*/ 1803817 w 1855049"/>
              <a:gd name="connsiteY25" fmla="*/ 1405523 h 2267047"/>
              <a:gd name="connsiteX26" fmla="*/ 1812283 w 1855049"/>
              <a:gd name="connsiteY26" fmla="*/ 1303923 h 2267047"/>
              <a:gd name="connsiteX27" fmla="*/ 1854617 w 1855049"/>
              <a:gd name="connsiteY27" fmla="*/ 1210790 h 2267047"/>
              <a:gd name="connsiteX28" fmla="*/ 1829217 w 1855049"/>
              <a:gd name="connsiteY28" fmla="*/ 1092257 h 2267047"/>
              <a:gd name="connsiteX29" fmla="*/ 1753017 w 1855049"/>
              <a:gd name="connsiteY29" fmla="*/ 1117657 h 2267047"/>
              <a:gd name="connsiteX30" fmla="*/ 1693750 w 1855049"/>
              <a:gd name="connsiteY30" fmla="*/ 1202323 h 2267047"/>
              <a:gd name="connsiteX31" fmla="*/ 1685283 w 1855049"/>
              <a:gd name="connsiteY31" fmla="*/ 1236190 h 2267047"/>
              <a:gd name="connsiteX32" fmla="*/ 1702217 w 1855049"/>
              <a:gd name="connsiteY32" fmla="*/ 829790 h 2267047"/>
              <a:gd name="connsiteX33" fmla="*/ 1642950 w 1855049"/>
              <a:gd name="connsiteY33" fmla="*/ 448790 h 2267047"/>
              <a:gd name="connsiteX34" fmla="*/ 1473617 w 1855049"/>
              <a:gd name="connsiteY34" fmla="*/ 186323 h 2267047"/>
              <a:gd name="connsiteX35" fmla="*/ 1263008 w 1855049"/>
              <a:gd name="connsiteY35" fmla="*/ 45578 h 2267047"/>
              <a:gd name="connsiteX36" fmla="*/ 906350 w 1855049"/>
              <a:gd name="connsiteY36" fmla="*/ 57 h 2267047"/>
              <a:gd name="connsiteX37" fmla="*/ 697858 w 1855049"/>
              <a:gd name="connsiteY37" fmla="*/ 37833 h 2267047"/>
              <a:gd name="connsiteX0" fmla="*/ 699441 w 1856632"/>
              <a:gd name="connsiteY0" fmla="*/ 37833 h 2267047"/>
              <a:gd name="connsiteX1" fmla="*/ 531166 w 1856632"/>
              <a:gd name="connsiteY1" fmla="*/ 109063 h 2267047"/>
              <a:gd name="connsiteX2" fmla="*/ 359716 w 1856632"/>
              <a:gd name="connsiteY2" fmla="*/ 226538 h 2267047"/>
              <a:gd name="connsiteX3" fmla="*/ 194616 w 1856632"/>
              <a:gd name="connsiteY3" fmla="*/ 499588 h 2267047"/>
              <a:gd name="connsiteX4" fmla="*/ 143816 w 1856632"/>
              <a:gd name="connsiteY4" fmla="*/ 690089 h 2267047"/>
              <a:gd name="connsiteX5" fmla="*/ 143816 w 1856632"/>
              <a:gd name="connsiteY5" fmla="*/ 1058388 h 2267047"/>
              <a:gd name="connsiteX6" fmla="*/ 144875 w 1856632"/>
              <a:gd name="connsiteY6" fmla="*/ 1195973 h 2267047"/>
              <a:gd name="connsiteX7" fmla="*/ 93017 w 1856632"/>
              <a:gd name="connsiteY7" fmla="*/ 1145173 h 2267047"/>
              <a:gd name="connsiteX8" fmla="*/ 13642 w 1856632"/>
              <a:gd name="connsiteY8" fmla="*/ 1150465 h 2267047"/>
              <a:gd name="connsiteX9" fmla="*/ 2000 w 1856632"/>
              <a:gd name="connsiteY9" fmla="*/ 1261590 h 2267047"/>
              <a:gd name="connsiteX10" fmla="*/ 35866 w 1856632"/>
              <a:gd name="connsiteY10" fmla="*/ 1447857 h 2267047"/>
              <a:gd name="connsiteX11" fmla="*/ 112066 w 1856632"/>
              <a:gd name="connsiteY11" fmla="*/ 1549457 h 2267047"/>
              <a:gd name="connsiteX12" fmla="*/ 145933 w 1856632"/>
              <a:gd name="connsiteY12" fmla="*/ 1642590 h 2267047"/>
              <a:gd name="connsiteX13" fmla="*/ 213666 w 1856632"/>
              <a:gd name="connsiteY13" fmla="*/ 1625657 h 2267047"/>
              <a:gd name="connsiteX14" fmla="*/ 222133 w 1856632"/>
              <a:gd name="connsiteY14" fmla="*/ 1566390 h 2267047"/>
              <a:gd name="connsiteX15" fmla="*/ 222133 w 1856632"/>
              <a:gd name="connsiteY15" fmla="*/ 1532523 h 2267047"/>
              <a:gd name="connsiteX16" fmla="*/ 349133 w 1856632"/>
              <a:gd name="connsiteY16" fmla="*/ 1761123 h 2267047"/>
              <a:gd name="connsiteX17" fmla="*/ 484600 w 1856632"/>
              <a:gd name="connsiteY17" fmla="*/ 1998190 h 2267047"/>
              <a:gd name="connsiteX18" fmla="*/ 907932 w 1856632"/>
              <a:gd name="connsiteY18" fmla="*/ 2260656 h 2267047"/>
              <a:gd name="connsiteX19" fmla="*/ 1305866 w 1856632"/>
              <a:gd name="connsiteY19" fmla="*/ 2159057 h 2267047"/>
              <a:gd name="connsiteX20" fmla="*/ 1568333 w 1856632"/>
              <a:gd name="connsiteY20" fmla="*/ 1862723 h 2267047"/>
              <a:gd name="connsiteX21" fmla="*/ 1686866 w 1856632"/>
              <a:gd name="connsiteY21" fmla="*/ 1524057 h 2267047"/>
              <a:gd name="connsiteX22" fmla="*/ 1678400 w 1856632"/>
              <a:gd name="connsiteY22" fmla="*/ 1456323 h 2267047"/>
              <a:gd name="connsiteX23" fmla="*/ 1737666 w 1856632"/>
              <a:gd name="connsiteY23" fmla="*/ 1549457 h 2267047"/>
              <a:gd name="connsiteX24" fmla="*/ 1788466 w 1856632"/>
              <a:gd name="connsiteY24" fmla="*/ 1524057 h 2267047"/>
              <a:gd name="connsiteX25" fmla="*/ 1805400 w 1856632"/>
              <a:gd name="connsiteY25" fmla="*/ 1405523 h 2267047"/>
              <a:gd name="connsiteX26" fmla="*/ 1813866 w 1856632"/>
              <a:gd name="connsiteY26" fmla="*/ 1303923 h 2267047"/>
              <a:gd name="connsiteX27" fmla="*/ 1856200 w 1856632"/>
              <a:gd name="connsiteY27" fmla="*/ 1210790 h 2267047"/>
              <a:gd name="connsiteX28" fmla="*/ 1830800 w 1856632"/>
              <a:gd name="connsiteY28" fmla="*/ 1092257 h 2267047"/>
              <a:gd name="connsiteX29" fmla="*/ 1754600 w 1856632"/>
              <a:gd name="connsiteY29" fmla="*/ 1117657 h 2267047"/>
              <a:gd name="connsiteX30" fmla="*/ 1695333 w 1856632"/>
              <a:gd name="connsiteY30" fmla="*/ 1202323 h 2267047"/>
              <a:gd name="connsiteX31" fmla="*/ 1686866 w 1856632"/>
              <a:gd name="connsiteY31" fmla="*/ 1236190 h 2267047"/>
              <a:gd name="connsiteX32" fmla="*/ 1703800 w 1856632"/>
              <a:gd name="connsiteY32" fmla="*/ 829790 h 2267047"/>
              <a:gd name="connsiteX33" fmla="*/ 1644533 w 1856632"/>
              <a:gd name="connsiteY33" fmla="*/ 448790 h 2267047"/>
              <a:gd name="connsiteX34" fmla="*/ 1475200 w 1856632"/>
              <a:gd name="connsiteY34" fmla="*/ 186323 h 2267047"/>
              <a:gd name="connsiteX35" fmla="*/ 1264591 w 1856632"/>
              <a:gd name="connsiteY35" fmla="*/ 45578 h 2267047"/>
              <a:gd name="connsiteX36" fmla="*/ 907933 w 1856632"/>
              <a:gd name="connsiteY36" fmla="*/ 57 h 2267047"/>
              <a:gd name="connsiteX37" fmla="*/ 699441 w 1856632"/>
              <a:gd name="connsiteY37" fmla="*/ 37833 h 2267047"/>
              <a:gd name="connsiteX0" fmla="*/ 699128 w 1856319"/>
              <a:gd name="connsiteY0" fmla="*/ 37833 h 2267047"/>
              <a:gd name="connsiteX1" fmla="*/ 530853 w 1856319"/>
              <a:gd name="connsiteY1" fmla="*/ 109063 h 2267047"/>
              <a:gd name="connsiteX2" fmla="*/ 359403 w 1856319"/>
              <a:gd name="connsiteY2" fmla="*/ 226538 h 2267047"/>
              <a:gd name="connsiteX3" fmla="*/ 194303 w 1856319"/>
              <a:gd name="connsiteY3" fmla="*/ 499588 h 2267047"/>
              <a:gd name="connsiteX4" fmla="*/ 143503 w 1856319"/>
              <a:gd name="connsiteY4" fmla="*/ 690089 h 2267047"/>
              <a:gd name="connsiteX5" fmla="*/ 143503 w 1856319"/>
              <a:gd name="connsiteY5" fmla="*/ 1058388 h 2267047"/>
              <a:gd name="connsiteX6" fmla="*/ 144562 w 1856319"/>
              <a:gd name="connsiteY6" fmla="*/ 1195973 h 2267047"/>
              <a:gd name="connsiteX7" fmla="*/ 92704 w 1856319"/>
              <a:gd name="connsiteY7" fmla="*/ 1145173 h 2267047"/>
              <a:gd name="connsiteX8" fmla="*/ 13329 w 1856319"/>
              <a:gd name="connsiteY8" fmla="*/ 1150465 h 2267047"/>
              <a:gd name="connsiteX9" fmla="*/ 1687 w 1856319"/>
              <a:gd name="connsiteY9" fmla="*/ 1261590 h 2267047"/>
              <a:gd name="connsiteX10" fmla="*/ 31320 w 1856319"/>
              <a:gd name="connsiteY10" fmla="*/ 1405524 h 2267047"/>
              <a:gd name="connsiteX11" fmla="*/ 111753 w 1856319"/>
              <a:gd name="connsiteY11" fmla="*/ 1549457 h 2267047"/>
              <a:gd name="connsiteX12" fmla="*/ 145620 w 1856319"/>
              <a:gd name="connsiteY12" fmla="*/ 1642590 h 2267047"/>
              <a:gd name="connsiteX13" fmla="*/ 213353 w 1856319"/>
              <a:gd name="connsiteY13" fmla="*/ 1625657 h 2267047"/>
              <a:gd name="connsiteX14" fmla="*/ 221820 w 1856319"/>
              <a:gd name="connsiteY14" fmla="*/ 1566390 h 2267047"/>
              <a:gd name="connsiteX15" fmla="*/ 221820 w 1856319"/>
              <a:gd name="connsiteY15" fmla="*/ 1532523 h 2267047"/>
              <a:gd name="connsiteX16" fmla="*/ 348820 w 1856319"/>
              <a:gd name="connsiteY16" fmla="*/ 1761123 h 2267047"/>
              <a:gd name="connsiteX17" fmla="*/ 484287 w 1856319"/>
              <a:gd name="connsiteY17" fmla="*/ 1998190 h 2267047"/>
              <a:gd name="connsiteX18" fmla="*/ 907619 w 1856319"/>
              <a:gd name="connsiteY18" fmla="*/ 2260656 h 2267047"/>
              <a:gd name="connsiteX19" fmla="*/ 1305553 w 1856319"/>
              <a:gd name="connsiteY19" fmla="*/ 2159057 h 2267047"/>
              <a:gd name="connsiteX20" fmla="*/ 1568020 w 1856319"/>
              <a:gd name="connsiteY20" fmla="*/ 1862723 h 2267047"/>
              <a:gd name="connsiteX21" fmla="*/ 1686553 w 1856319"/>
              <a:gd name="connsiteY21" fmla="*/ 1524057 h 2267047"/>
              <a:gd name="connsiteX22" fmla="*/ 1678087 w 1856319"/>
              <a:gd name="connsiteY22" fmla="*/ 1456323 h 2267047"/>
              <a:gd name="connsiteX23" fmla="*/ 1737353 w 1856319"/>
              <a:gd name="connsiteY23" fmla="*/ 1549457 h 2267047"/>
              <a:gd name="connsiteX24" fmla="*/ 1788153 w 1856319"/>
              <a:gd name="connsiteY24" fmla="*/ 1524057 h 2267047"/>
              <a:gd name="connsiteX25" fmla="*/ 1805087 w 1856319"/>
              <a:gd name="connsiteY25" fmla="*/ 1405523 h 2267047"/>
              <a:gd name="connsiteX26" fmla="*/ 1813553 w 1856319"/>
              <a:gd name="connsiteY26" fmla="*/ 1303923 h 2267047"/>
              <a:gd name="connsiteX27" fmla="*/ 1855887 w 1856319"/>
              <a:gd name="connsiteY27" fmla="*/ 1210790 h 2267047"/>
              <a:gd name="connsiteX28" fmla="*/ 1830487 w 1856319"/>
              <a:gd name="connsiteY28" fmla="*/ 1092257 h 2267047"/>
              <a:gd name="connsiteX29" fmla="*/ 1754287 w 1856319"/>
              <a:gd name="connsiteY29" fmla="*/ 1117657 h 2267047"/>
              <a:gd name="connsiteX30" fmla="*/ 1695020 w 1856319"/>
              <a:gd name="connsiteY30" fmla="*/ 1202323 h 2267047"/>
              <a:gd name="connsiteX31" fmla="*/ 1686553 w 1856319"/>
              <a:gd name="connsiteY31" fmla="*/ 1236190 h 2267047"/>
              <a:gd name="connsiteX32" fmla="*/ 1703487 w 1856319"/>
              <a:gd name="connsiteY32" fmla="*/ 829790 h 2267047"/>
              <a:gd name="connsiteX33" fmla="*/ 1644220 w 1856319"/>
              <a:gd name="connsiteY33" fmla="*/ 448790 h 2267047"/>
              <a:gd name="connsiteX34" fmla="*/ 1474887 w 1856319"/>
              <a:gd name="connsiteY34" fmla="*/ 186323 h 2267047"/>
              <a:gd name="connsiteX35" fmla="*/ 1264278 w 1856319"/>
              <a:gd name="connsiteY35" fmla="*/ 45578 h 2267047"/>
              <a:gd name="connsiteX36" fmla="*/ 907620 w 1856319"/>
              <a:gd name="connsiteY36" fmla="*/ 57 h 2267047"/>
              <a:gd name="connsiteX37" fmla="*/ 699128 w 1856319"/>
              <a:gd name="connsiteY37" fmla="*/ 37833 h 2267047"/>
              <a:gd name="connsiteX0" fmla="*/ 699128 w 1856319"/>
              <a:gd name="connsiteY0" fmla="*/ 37833 h 2267047"/>
              <a:gd name="connsiteX1" fmla="*/ 530853 w 1856319"/>
              <a:gd name="connsiteY1" fmla="*/ 109063 h 2267047"/>
              <a:gd name="connsiteX2" fmla="*/ 359403 w 1856319"/>
              <a:gd name="connsiteY2" fmla="*/ 226538 h 2267047"/>
              <a:gd name="connsiteX3" fmla="*/ 194303 w 1856319"/>
              <a:gd name="connsiteY3" fmla="*/ 499588 h 2267047"/>
              <a:gd name="connsiteX4" fmla="*/ 143503 w 1856319"/>
              <a:gd name="connsiteY4" fmla="*/ 690089 h 2267047"/>
              <a:gd name="connsiteX5" fmla="*/ 143503 w 1856319"/>
              <a:gd name="connsiteY5" fmla="*/ 1058388 h 2267047"/>
              <a:gd name="connsiteX6" fmla="*/ 144562 w 1856319"/>
              <a:gd name="connsiteY6" fmla="*/ 1195973 h 2267047"/>
              <a:gd name="connsiteX7" fmla="*/ 92704 w 1856319"/>
              <a:gd name="connsiteY7" fmla="*/ 1145173 h 2267047"/>
              <a:gd name="connsiteX8" fmla="*/ 13329 w 1856319"/>
              <a:gd name="connsiteY8" fmla="*/ 1150465 h 2267047"/>
              <a:gd name="connsiteX9" fmla="*/ 1687 w 1856319"/>
              <a:gd name="connsiteY9" fmla="*/ 1261590 h 2267047"/>
              <a:gd name="connsiteX10" fmla="*/ 31320 w 1856319"/>
              <a:gd name="connsiteY10" fmla="*/ 1405524 h 2267047"/>
              <a:gd name="connsiteX11" fmla="*/ 99053 w 1856319"/>
              <a:gd name="connsiteY11" fmla="*/ 1511357 h 2267047"/>
              <a:gd name="connsiteX12" fmla="*/ 145620 w 1856319"/>
              <a:gd name="connsiteY12" fmla="*/ 1642590 h 2267047"/>
              <a:gd name="connsiteX13" fmla="*/ 213353 w 1856319"/>
              <a:gd name="connsiteY13" fmla="*/ 1625657 h 2267047"/>
              <a:gd name="connsiteX14" fmla="*/ 221820 w 1856319"/>
              <a:gd name="connsiteY14" fmla="*/ 1566390 h 2267047"/>
              <a:gd name="connsiteX15" fmla="*/ 221820 w 1856319"/>
              <a:gd name="connsiteY15" fmla="*/ 1532523 h 2267047"/>
              <a:gd name="connsiteX16" fmla="*/ 348820 w 1856319"/>
              <a:gd name="connsiteY16" fmla="*/ 1761123 h 2267047"/>
              <a:gd name="connsiteX17" fmla="*/ 484287 w 1856319"/>
              <a:gd name="connsiteY17" fmla="*/ 1998190 h 2267047"/>
              <a:gd name="connsiteX18" fmla="*/ 907619 w 1856319"/>
              <a:gd name="connsiteY18" fmla="*/ 2260656 h 2267047"/>
              <a:gd name="connsiteX19" fmla="*/ 1305553 w 1856319"/>
              <a:gd name="connsiteY19" fmla="*/ 2159057 h 2267047"/>
              <a:gd name="connsiteX20" fmla="*/ 1568020 w 1856319"/>
              <a:gd name="connsiteY20" fmla="*/ 1862723 h 2267047"/>
              <a:gd name="connsiteX21" fmla="*/ 1686553 w 1856319"/>
              <a:gd name="connsiteY21" fmla="*/ 1524057 h 2267047"/>
              <a:gd name="connsiteX22" fmla="*/ 1678087 w 1856319"/>
              <a:gd name="connsiteY22" fmla="*/ 1456323 h 2267047"/>
              <a:gd name="connsiteX23" fmla="*/ 1737353 w 1856319"/>
              <a:gd name="connsiteY23" fmla="*/ 1549457 h 2267047"/>
              <a:gd name="connsiteX24" fmla="*/ 1788153 w 1856319"/>
              <a:gd name="connsiteY24" fmla="*/ 1524057 h 2267047"/>
              <a:gd name="connsiteX25" fmla="*/ 1805087 w 1856319"/>
              <a:gd name="connsiteY25" fmla="*/ 1405523 h 2267047"/>
              <a:gd name="connsiteX26" fmla="*/ 1813553 w 1856319"/>
              <a:gd name="connsiteY26" fmla="*/ 1303923 h 2267047"/>
              <a:gd name="connsiteX27" fmla="*/ 1855887 w 1856319"/>
              <a:gd name="connsiteY27" fmla="*/ 1210790 h 2267047"/>
              <a:gd name="connsiteX28" fmla="*/ 1830487 w 1856319"/>
              <a:gd name="connsiteY28" fmla="*/ 1092257 h 2267047"/>
              <a:gd name="connsiteX29" fmla="*/ 1754287 w 1856319"/>
              <a:gd name="connsiteY29" fmla="*/ 1117657 h 2267047"/>
              <a:gd name="connsiteX30" fmla="*/ 1695020 w 1856319"/>
              <a:gd name="connsiteY30" fmla="*/ 1202323 h 2267047"/>
              <a:gd name="connsiteX31" fmla="*/ 1686553 w 1856319"/>
              <a:gd name="connsiteY31" fmla="*/ 1236190 h 2267047"/>
              <a:gd name="connsiteX32" fmla="*/ 1703487 w 1856319"/>
              <a:gd name="connsiteY32" fmla="*/ 829790 h 2267047"/>
              <a:gd name="connsiteX33" fmla="*/ 1644220 w 1856319"/>
              <a:gd name="connsiteY33" fmla="*/ 448790 h 2267047"/>
              <a:gd name="connsiteX34" fmla="*/ 1474887 w 1856319"/>
              <a:gd name="connsiteY34" fmla="*/ 186323 h 2267047"/>
              <a:gd name="connsiteX35" fmla="*/ 1264278 w 1856319"/>
              <a:gd name="connsiteY35" fmla="*/ 45578 h 2267047"/>
              <a:gd name="connsiteX36" fmla="*/ 907620 w 1856319"/>
              <a:gd name="connsiteY36" fmla="*/ 57 h 2267047"/>
              <a:gd name="connsiteX37" fmla="*/ 699128 w 1856319"/>
              <a:gd name="connsiteY37" fmla="*/ 37833 h 2267047"/>
              <a:gd name="connsiteX0" fmla="*/ 699128 w 1856319"/>
              <a:gd name="connsiteY0" fmla="*/ 37833 h 2267047"/>
              <a:gd name="connsiteX1" fmla="*/ 530853 w 1856319"/>
              <a:gd name="connsiteY1" fmla="*/ 109063 h 2267047"/>
              <a:gd name="connsiteX2" fmla="*/ 359403 w 1856319"/>
              <a:gd name="connsiteY2" fmla="*/ 226538 h 2267047"/>
              <a:gd name="connsiteX3" fmla="*/ 194303 w 1856319"/>
              <a:gd name="connsiteY3" fmla="*/ 499588 h 2267047"/>
              <a:gd name="connsiteX4" fmla="*/ 143503 w 1856319"/>
              <a:gd name="connsiteY4" fmla="*/ 690089 h 2267047"/>
              <a:gd name="connsiteX5" fmla="*/ 143503 w 1856319"/>
              <a:gd name="connsiteY5" fmla="*/ 1058388 h 2267047"/>
              <a:gd name="connsiteX6" fmla="*/ 144562 w 1856319"/>
              <a:gd name="connsiteY6" fmla="*/ 1195973 h 2267047"/>
              <a:gd name="connsiteX7" fmla="*/ 92704 w 1856319"/>
              <a:gd name="connsiteY7" fmla="*/ 1145173 h 2267047"/>
              <a:gd name="connsiteX8" fmla="*/ 13329 w 1856319"/>
              <a:gd name="connsiteY8" fmla="*/ 1150465 h 2267047"/>
              <a:gd name="connsiteX9" fmla="*/ 1687 w 1856319"/>
              <a:gd name="connsiteY9" fmla="*/ 1261590 h 2267047"/>
              <a:gd name="connsiteX10" fmla="*/ 31320 w 1856319"/>
              <a:gd name="connsiteY10" fmla="*/ 1405524 h 2267047"/>
              <a:gd name="connsiteX11" fmla="*/ 99053 w 1856319"/>
              <a:gd name="connsiteY11" fmla="*/ 1511357 h 2267047"/>
              <a:gd name="connsiteX12" fmla="*/ 149853 w 1856319"/>
              <a:gd name="connsiteY12" fmla="*/ 1608723 h 2267047"/>
              <a:gd name="connsiteX13" fmla="*/ 213353 w 1856319"/>
              <a:gd name="connsiteY13" fmla="*/ 1625657 h 2267047"/>
              <a:gd name="connsiteX14" fmla="*/ 221820 w 1856319"/>
              <a:gd name="connsiteY14" fmla="*/ 1566390 h 2267047"/>
              <a:gd name="connsiteX15" fmla="*/ 221820 w 1856319"/>
              <a:gd name="connsiteY15" fmla="*/ 1532523 h 2267047"/>
              <a:gd name="connsiteX16" fmla="*/ 348820 w 1856319"/>
              <a:gd name="connsiteY16" fmla="*/ 1761123 h 2267047"/>
              <a:gd name="connsiteX17" fmla="*/ 484287 w 1856319"/>
              <a:gd name="connsiteY17" fmla="*/ 1998190 h 2267047"/>
              <a:gd name="connsiteX18" fmla="*/ 907619 w 1856319"/>
              <a:gd name="connsiteY18" fmla="*/ 2260656 h 2267047"/>
              <a:gd name="connsiteX19" fmla="*/ 1305553 w 1856319"/>
              <a:gd name="connsiteY19" fmla="*/ 2159057 h 2267047"/>
              <a:gd name="connsiteX20" fmla="*/ 1568020 w 1856319"/>
              <a:gd name="connsiteY20" fmla="*/ 1862723 h 2267047"/>
              <a:gd name="connsiteX21" fmla="*/ 1686553 w 1856319"/>
              <a:gd name="connsiteY21" fmla="*/ 1524057 h 2267047"/>
              <a:gd name="connsiteX22" fmla="*/ 1678087 w 1856319"/>
              <a:gd name="connsiteY22" fmla="*/ 1456323 h 2267047"/>
              <a:gd name="connsiteX23" fmla="*/ 1737353 w 1856319"/>
              <a:gd name="connsiteY23" fmla="*/ 1549457 h 2267047"/>
              <a:gd name="connsiteX24" fmla="*/ 1788153 w 1856319"/>
              <a:gd name="connsiteY24" fmla="*/ 1524057 h 2267047"/>
              <a:gd name="connsiteX25" fmla="*/ 1805087 w 1856319"/>
              <a:gd name="connsiteY25" fmla="*/ 1405523 h 2267047"/>
              <a:gd name="connsiteX26" fmla="*/ 1813553 w 1856319"/>
              <a:gd name="connsiteY26" fmla="*/ 1303923 h 2267047"/>
              <a:gd name="connsiteX27" fmla="*/ 1855887 w 1856319"/>
              <a:gd name="connsiteY27" fmla="*/ 1210790 h 2267047"/>
              <a:gd name="connsiteX28" fmla="*/ 1830487 w 1856319"/>
              <a:gd name="connsiteY28" fmla="*/ 1092257 h 2267047"/>
              <a:gd name="connsiteX29" fmla="*/ 1754287 w 1856319"/>
              <a:gd name="connsiteY29" fmla="*/ 1117657 h 2267047"/>
              <a:gd name="connsiteX30" fmla="*/ 1695020 w 1856319"/>
              <a:gd name="connsiteY30" fmla="*/ 1202323 h 2267047"/>
              <a:gd name="connsiteX31" fmla="*/ 1686553 w 1856319"/>
              <a:gd name="connsiteY31" fmla="*/ 1236190 h 2267047"/>
              <a:gd name="connsiteX32" fmla="*/ 1703487 w 1856319"/>
              <a:gd name="connsiteY32" fmla="*/ 829790 h 2267047"/>
              <a:gd name="connsiteX33" fmla="*/ 1644220 w 1856319"/>
              <a:gd name="connsiteY33" fmla="*/ 448790 h 2267047"/>
              <a:gd name="connsiteX34" fmla="*/ 1474887 w 1856319"/>
              <a:gd name="connsiteY34" fmla="*/ 186323 h 2267047"/>
              <a:gd name="connsiteX35" fmla="*/ 1264278 w 1856319"/>
              <a:gd name="connsiteY35" fmla="*/ 45578 h 2267047"/>
              <a:gd name="connsiteX36" fmla="*/ 907620 w 1856319"/>
              <a:gd name="connsiteY36" fmla="*/ 57 h 2267047"/>
              <a:gd name="connsiteX37" fmla="*/ 699128 w 1856319"/>
              <a:gd name="connsiteY37" fmla="*/ 37833 h 2267047"/>
              <a:gd name="connsiteX0" fmla="*/ 699128 w 1856319"/>
              <a:gd name="connsiteY0" fmla="*/ 37833 h 2267047"/>
              <a:gd name="connsiteX1" fmla="*/ 530853 w 1856319"/>
              <a:gd name="connsiteY1" fmla="*/ 109063 h 2267047"/>
              <a:gd name="connsiteX2" fmla="*/ 359403 w 1856319"/>
              <a:gd name="connsiteY2" fmla="*/ 226538 h 2267047"/>
              <a:gd name="connsiteX3" fmla="*/ 194303 w 1856319"/>
              <a:gd name="connsiteY3" fmla="*/ 499588 h 2267047"/>
              <a:gd name="connsiteX4" fmla="*/ 143503 w 1856319"/>
              <a:gd name="connsiteY4" fmla="*/ 690089 h 2267047"/>
              <a:gd name="connsiteX5" fmla="*/ 143503 w 1856319"/>
              <a:gd name="connsiteY5" fmla="*/ 1058388 h 2267047"/>
              <a:gd name="connsiteX6" fmla="*/ 144562 w 1856319"/>
              <a:gd name="connsiteY6" fmla="*/ 1195973 h 2267047"/>
              <a:gd name="connsiteX7" fmla="*/ 92704 w 1856319"/>
              <a:gd name="connsiteY7" fmla="*/ 1145173 h 2267047"/>
              <a:gd name="connsiteX8" fmla="*/ 13329 w 1856319"/>
              <a:gd name="connsiteY8" fmla="*/ 1150465 h 2267047"/>
              <a:gd name="connsiteX9" fmla="*/ 1687 w 1856319"/>
              <a:gd name="connsiteY9" fmla="*/ 1261590 h 2267047"/>
              <a:gd name="connsiteX10" fmla="*/ 31320 w 1856319"/>
              <a:gd name="connsiteY10" fmla="*/ 1405524 h 2267047"/>
              <a:gd name="connsiteX11" fmla="*/ 99053 w 1856319"/>
              <a:gd name="connsiteY11" fmla="*/ 1511357 h 2267047"/>
              <a:gd name="connsiteX12" fmla="*/ 149853 w 1856319"/>
              <a:gd name="connsiteY12" fmla="*/ 1608723 h 2267047"/>
              <a:gd name="connsiteX13" fmla="*/ 213353 w 1856319"/>
              <a:gd name="connsiteY13" fmla="*/ 1625657 h 2267047"/>
              <a:gd name="connsiteX14" fmla="*/ 221820 w 1856319"/>
              <a:gd name="connsiteY14" fmla="*/ 1566390 h 2267047"/>
              <a:gd name="connsiteX15" fmla="*/ 221820 w 1856319"/>
              <a:gd name="connsiteY15" fmla="*/ 1532523 h 2267047"/>
              <a:gd name="connsiteX16" fmla="*/ 348820 w 1856319"/>
              <a:gd name="connsiteY16" fmla="*/ 1761123 h 2267047"/>
              <a:gd name="connsiteX17" fmla="*/ 484287 w 1856319"/>
              <a:gd name="connsiteY17" fmla="*/ 1998190 h 2267047"/>
              <a:gd name="connsiteX18" fmla="*/ 907619 w 1856319"/>
              <a:gd name="connsiteY18" fmla="*/ 2260656 h 2267047"/>
              <a:gd name="connsiteX19" fmla="*/ 1305553 w 1856319"/>
              <a:gd name="connsiteY19" fmla="*/ 2159057 h 2267047"/>
              <a:gd name="connsiteX20" fmla="*/ 1568020 w 1856319"/>
              <a:gd name="connsiteY20" fmla="*/ 1862723 h 2267047"/>
              <a:gd name="connsiteX21" fmla="*/ 1686553 w 1856319"/>
              <a:gd name="connsiteY21" fmla="*/ 1524057 h 2267047"/>
              <a:gd name="connsiteX22" fmla="*/ 1678087 w 1856319"/>
              <a:gd name="connsiteY22" fmla="*/ 1456323 h 2267047"/>
              <a:gd name="connsiteX23" fmla="*/ 1737353 w 1856319"/>
              <a:gd name="connsiteY23" fmla="*/ 1549457 h 2267047"/>
              <a:gd name="connsiteX24" fmla="*/ 1788153 w 1856319"/>
              <a:gd name="connsiteY24" fmla="*/ 1524057 h 2267047"/>
              <a:gd name="connsiteX25" fmla="*/ 1805087 w 1856319"/>
              <a:gd name="connsiteY25" fmla="*/ 1405523 h 2267047"/>
              <a:gd name="connsiteX26" fmla="*/ 1813553 w 1856319"/>
              <a:gd name="connsiteY26" fmla="*/ 1303923 h 2267047"/>
              <a:gd name="connsiteX27" fmla="*/ 1855887 w 1856319"/>
              <a:gd name="connsiteY27" fmla="*/ 1210790 h 2267047"/>
              <a:gd name="connsiteX28" fmla="*/ 1830487 w 1856319"/>
              <a:gd name="connsiteY28" fmla="*/ 1092257 h 2267047"/>
              <a:gd name="connsiteX29" fmla="*/ 1754287 w 1856319"/>
              <a:gd name="connsiteY29" fmla="*/ 1117657 h 2267047"/>
              <a:gd name="connsiteX30" fmla="*/ 1720420 w 1856319"/>
              <a:gd name="connsiteY30" fmla="*/ 1164223 h 2267047"/>
              <a:gd name="connsiteX31" fmla="*/ 1686553 w 1856319"/>
              <a:gd name="connsiteY31" fmla="*/ 1236190 h 2267047"/>
              <a:gd name="connsiteX32" fmla="*/ 1703487 w 1856319"/>
              <a:gd name="connsiteY32" fmla="*/ 829790 h 2267047"/>
              <a:gd name="connsiteX33" fmla="*/ 1644220 w 1856319"/>
              <a:gd name="connsiteY33" fmla="*/ 448790 h 2267047"/>
              <a:gd name="connsiteX34" fmla="*/ 1474887 w 1856319"/>
              <a:gd name="connsiteY34" fmla="*/ 186323 h 2267047"/>
              <a:gd name="connsiteX35" fmla="*/ 1264278 w 1856319"/>
              <a:gd name="connsiteY35" fmla="*/ 45578 h 2267047"/>
              <a:gd name="connsiteX36" fmla="*/ 907620 w 1856319"/>
              <a:gd name="connsiteY36" fmla="*/ 57 h 2267047"/>
              <a:gd name="connsiteX37" fmla="*/ 699128 w 1856319"/>
              <a:gd name="connsiteY37" fmla="*/ 37833 h 2267047"/>
              <a:gd name="connsiteX0" fmla="*/ 699128 w 1856319"/>
              <a:gd name="connsiteY0" fmla="*/ 38246 h 2267460"/>
              <a:gd name="connsiteX1" fmla="*/ 530853 w 1856319"/>
              <a:gd name="connsiteY1" fmla="*/ 109476 h 2267460"/>
              <a:gd name="connsiteX2" fmla="*/ 359403 w 1856319"/>
              <a:gd name="connsiteY2" fmla="*/ 226951 h 2267460"/>
              <a:gd name="connsiteX3" fmla="*/ 194303 w 1856319"/>
              <a:gd name="connsiteY3" fmla="*/ 500001 h 2267460"/>
              <a:gd name="connsiteX4" fmla="*/ 143503 w 1856319"/>
              <a:gd name="connsiteY4" fmla="*/ 690502 h 2267460"/>
              <a:gd name="connsiteX5" fmla="*/ 143503 w 1856319"/>
              <a:gd name="connsiteY5" fmla="*/ 1058801 h 2267460"/>
              <a:gd name="connsiteX6" fmla="*/ 144562 w 1856319"/>
              <a:gd name="connsiteY6" fmla="*/ 1196386 h 2267460"/>
              <a:gd name="connsiteX7" fmla="*/ 92704 w 1856319"/>
              <a:gd name="connsiteY7" fmla="*/ 1145586 h 2267460"/>
              <a:gd name="connsiteX8" fmla="*/ 13329 w 1856319"/>
              <a:gd name="connsiteY8" fmla="*/ 1150878 h 2267460"/>
              <a:gd name="connsiteX9" fmla="*/ 1687 w 1856319"/>
              <a:gd name="connsiteY9" fmla="*/ 1262003 h 2267460"/>
              <a:gd name="connsiteX10" fmla="*/ 31320 w 1856319"/>
              <a:gd name="connsiteY10" fmla="*/ 1405937 h 2267460"/>
              <a:gd name="connsiteX11" fmla="*/ 99053 w 1856319"/>
              <a:gd name="connsiteY11" fmla="*/ 1511770 h 2267460"/>
              <a:gd name="connsiteX12" fmla="*/ 149853 w 1856319"/>
              <a:gd name="connsiteY12" fmla="*/ 1609136 h 2267460"/>
              <a:gd name="connsiteX13" fmla="*/ 213353 w 1856319"/>
              <a:gd name="connsiteY13" fmla="*/ 1626070 h 2267460"/>
              <a:gd name="connsiteX14" fmla="*/ 221820 w 1856319"/>
              <a:gd name="connsiteY14" fmla="*/ 1566803 h 2267460"/>
              <a:gd name="connsiteX15" fmla="*/ 221820 w 1856319"/>
              <a:gd name="connsiteY15" fmla="*/ 1532936 h 2267460"/>
              <a:gd name="connsiteX16" fmla="*/ 348820 w 1856319"/>
              <a:gd name="connsiteY16" fmla="*/ 1761536 h 2267460"/>
              <a:gd name="connsiteX17" fmla="*/ 484287 w 1856319"/>
              <a:gd name="connsiteY17" fmla="*/ 1998603 h 2267460"/>
              <a:gd name="connsiteX18" fmla="*/ 907619 w 1856319"/>
              <a:gd name="connsiteY18" fmla="*/ 2261069 h 2267460"/>
              <a:gd name="connsiteX19" fmla="*/ 1305553 w 1856319"/>
              <a:gd name="connsiteY19" fmla="*/ 2159470 h 2267460"/>
              <a:gd name="connsiteX20" fmla="*/ 1568020 w 1856319"/>
              <a:gd name="connsiteY20" fmla="*/ 1863136 h 2267460"/>
              <a:gd name="connsiteX21" fmla="*/ 1686553 w 1856319"/>
              <a:gd name="connsiteY21" fmla="*/ 1524470 h 2267460"/>
              <a:gd name="connsiteX22" fmla="*/ 1678087 w 1856319"/>
              <a:gd name="connsiteY22" fmla="*/ 1456736 h 2267460"/>
              <a:gd name="connsiteX23" fmla="*/ 1737353 w 1856319"/>
              <a:gd name="connsiteY23" fmla="*/ 1549870 h 2267460"/>
              <a:gd name="connsiteX24" fmla="*/ 1788153 w 1856319"/>
              <a:gd name="connsiteY24" fmla="*/ 1524470 h 2267460"/>
              <a:gd name="connsiteX25" fmla="*/ 1805087 w 1856319"/>
              <a:gd name="connsiteY25" fmla="*/ 1405936 h 2267460"/>
              <a:gd name="connsiteX26" fmla="*/ 1813553 w 1856319"/>
              <a:gd name="connsiteY26" fmla="*/ 1304336 h 2267460"/>
              <a:gd name="connsiteX27" fmla="*/ 1855887 w 1856319"/>
              <a:gd name="connsiteY27" fmla="*/ 1211203 h 2267460"/>
              <a:gd name="connsiteX28" fmla="*/ 1830487 w 1856319"/>
              <a:gd name="connsiteY28" fmla="*/ 1092670 h 2267460"/>
              <a:gd name="connsiteX29" fmla="*/ 1754287 w 1856319"/>
              <a:gd name="connsiteY29" fmla="*/ 1118070 h 2267460"/>
              <a:gd name="connsiteX30" fmla="*/ 1720420 w 1856319"/>
              <a:gd name="connsiteY30" fmla="*/ 1164636 h 2267460"/>
              <a:gd name="connsiteX31" fmla="*/ 1686553 w 1856319"/>
              <a:gd name="connsiteY31" fmla="*/ 1236603 h 2267460"/>
              <a:gd name="connsiteX32" fmla="*/ 1703487 w 1856319"/>
              <a:gd name="connsiteY32" fmla="*/ 830203 h 2267460"/>
              <a:gd name="connsiteX33" fmla="*/ 1644220 w 1856319"/>
              <a:gd name="connsiteY33" fmla="*/ 449203 h 2267460"/>
              <a:gd name="connsiteX34" fmla="*/ 1474887 w 1856319"/>
              <a:gd name="connsiteY34" fmla="*/ 186736 h 2267460"/>
              <a:gd name="connsiteX35" fmla="*/ 1264278 w 1856319"/>
              <a:gd name="connsiteY35" fmla="*/ 62925 h 2267460"/>
              <a:gd name="connsiteX36" fmla="*/ 907620 w 1856319"/>
              <a:gd name="connsiteY36" fmla="*/ 470 h 2267460"/>
              <a:gd name="connsiteX37" fmla="*/ 699128 w 1856319"/>
              <a:gd name="connsiteY37" fmla="*/ 38246 h 2267460"/>
              <a:gd name="connsiteX0" fmla="*/ 699128 w 1856319"/>
              <a:gd name="connsiteY0" fmla="*/ 38246 h 2275272"/>
              <a:gd name="connsiteX1" fmla="*/ 530853 w 1856319"/>
              <a:gd name="connsiteY1" fmla="*/ 109476 h 2275272"/>
              <a:gd name="connsiteX2" fmla="*/ 359403 w 1856319"/>
              <a:gd name="connsiteY2" fmla="*/ 226951 h 2275272"/>
              <a:gd name="connsiteX3" fmla="*/ 194303 w 1856319"/>
              <a:gd name="connsiteY3" fmla="*/ 500001 h 2275272"/>
              <a:gd name="connsiteX4" fmla="*/ 143503 w 1856319"/>
              <a:gd name="connsiteY4" fmla="*/ 690502 h 2275272"/>
              <a:gd name="connsiteX5" fmla="*/ 143503 w 1856319"/>
              <a:gd name="connsiteY5" fmla="*/ 1058801 h 2275272"/>
              <a:gd name="connsiteX6" fmla="*/ 144562 w 1856319"/>
              <a:gd name="connsiteY6" fmla="*/ 1196386 h 2275272"/>
              <a:gd name="connsiteX7" fmla="*/ 92704 w 1856319"/>
              <a:gd name="connsiteY7" fmla="*/ 1145586 h 2275272"/>
              <a:gd name="connsiteX8" fmla="*/ 13329 w 1856319"/>
              <a:gd name="connsiteY8" fmla="*/ 1150878 h 2275272"/>
              <a:gd name="connsiteX9" fmla="*/ 1687 w 1856319"/>
              <a:gd name="connsiteY9" fmla="*/ 1262003 h 2275272"/>
              <a:gd name="connsiteX10" fmla="*/ 31320 w 1856319"/>
              <a:gd name="connsiteY10" fmla="*/ 1405937 h 2275272"/>
              <a:gd name="connsiteX11" fmla="*/ 99053 w 1856319"/>
              <a:gd name="connsiteY11" fmla="*/ 1511770 h 2275272"/>
              <a:gd name="connsiteX12" fmla="*/ 149853 w 1856319"/>
              <a:gd name="connsiteY12" fmla="*/ 1609136 h 2275272"/>
              <a:gd name="connsiteX13" fmla="*/ 213353 w 1856319"/>
              <a:gd name="connsiteY13" fmla="*/ 1626070 h 2275272"/>
              <a:gd name="connsiteX14" fmla="*/ 221820 w 1856319"/>
              <a:gd name="connsiteY14" fmla="*/ 1566803 h 2275272"/>
              <a:gd name="connsiteX15" fmla="*/ 221820 w 1856319"/>
              <a:gd name="connsiteY15" fmla="*/ 1532936 h 2275272"/>
              <a:gd name="connsiteX16" fmla="*/ 348820 w 1856319"/>
              <a:gd name="connsiteY16" fmla="*/ 1761536 h 2275272"/>
              <a:gd name="connsiteX17" fmla="*/ 484287 w 1856319"/>
              <a:gd name="connsiteY17" fmla="*/ 1998603 h 2275272"/>
              <a:gd name="connsiteX18" fmla="*/ 907619 w 1856319"/>
              <a:gd name="connsiteY18" fmla="*/ 2261069 h 2275272"/>
              <a:gd name="connsiteX19" fmla="*/ 1214113 w 1856319"/>
              <a:gd name="connsiteY19" fmla="*/ 2200110 h 2275272"/>
              <a:gd name="connsiteX20" fmla="*/ 1568020 w 1856319"/>
              <a:gd name="connsiteY20" fmla="*/ 1863136 h 2275272"/>
              <a:gd name="connsiteX21" fmla="*/ 1686553 w 1856319"/>
              <a:gd name="connsiteY21" fmla="*/ 1524470 h 2275272"/>
              <a:gd name="connsiteX22" fmla="*/ 1678087 w 1856319"/>
              <a:gd name="connsiteY22" fmla="*/ 1456736 h 2275272"/>
              <a:gd name="connsiteX23" fmla="*/ 1737353 w 1856319"/>
              <a:gd name="connsiteY23" fmla="*/ 1549870 h 2275272"/>
              <a:gd name="connsiteX24" fmla="*/ 1788153 w 1856319"/>
              <a:gd name="connsiteY24" fmla="*/ 1524470 h 2275272"/>
              <a:gd name="connsiteX25" fmla="*/ 1805087 w 1856319"/>
              <a:gd name="connsiteY25" fmla="*/ 1405936 h 2275272"/>
              <a:gd name="connsiteX26" fmla="*/ 1813553 w 1856319"/>
              <a:gd name="connsiteY26" fmla="*/ 1304336 h 2275272"/>
              <a:gd name="connsiteX27" fmla="*/ 1855887 w 1856319"/>
              <a:gd name="connsiteY27" fmla="*/ 1211203 h 2275272"/>
              <a:gd name="connsiteX28" fmla="*/ 1830487 w 1856319"/>
              <a:gd name="connsiteY28" fmla="*/ 1092670 h 2275272"/>
              <a:gd name="connsiteX29" fmla="*/ 1754287 w 1856319"/>
              <a:gd name="connsiteY29" fmla="*/ 1118070 h 2275272"/>
              <a:gd name="connsiteX30" fmla="*/ 1720420 w 1856319"/>
              <a:gd name="connsiteY30" fmla="*/ 1164636 h 2275272"/>
              <a:gd name="connsiteX31" fmla="*/ 1686553 w 1856319"/>
              <a:gd name="connsiteY31" fmla="*/ 1236603 h 2275272"/>
              <a:gd name="connsiteX32" fmla="*/ 1703487 w 1856319"/>
              <a:gd name="connsiteY32" fmla="*/ 830203 h 2275272"/>
              <a:gd name="connsiteX33" fmla="*/ 1644220 w 1856319"/>
              <a:gd name="connsiteY33" fmla="*/ 449203 h 2275272"/>
              <a:gd name="connsiteX34" fmla="*/ 1474887 w 1856319"/>
              <a:gd name="connsiteY34" fmla="*/ 186736 h 2275272"/>
              <a:gd name="connsiteX35" fmla="*/ 1264278 w 1856319"/>
              <a:gd name="connsiteY35" fmla="*/ 62925 h 2275272"/>
              <a:gd name="connsiteX36" fmla="*/ 907620 w 1856319"/>
              <a:gd name="connsiteY36" fmla="*/ 470 h 2275272"/>
              <a:gd name="connsiteX37" fmla="*/ 699128 w 1856319"/>
              <a:gd name="connsiteY37" fmla="*/ 38246 h 2275272"/>
              <a:gd name="connsiteX0" fmla="*/ 699128 w 1856319"/>
              <a:gd name="connsiteY0" fmla="*/ 38246 h 2275576"/>
              <a:gd name="connsiteX1" fmla="*/ 530853 w 1856319"/>
              <a:gd name="connsiteY1" fmla="*/ 109476 h 2275576"/>
              <a:gd name="connsiteX2" fmla="*/ 359403 w 1856319"/>
              <a:gd name="connsiteY2" fmla="*/ 226951 h 2275576"/>
              <a:gd name="connsiteX3" fmla="*/ 194303 w 1856319"/>
              <a:gd name="connsiteY3" fmla="*/ 500001 h 2275576"/>
              <a:gd name="connsiteX4" fmla="*/ 143503 w 1856319"/>
              <a:gd name="connsiteY4" fmla="*/ 690502 h 2275576"/>
              <a:gd name="connsiteX5" fmla="*/ 143503 w 1856319"/>
              <a:gd name="connsiteY5" fmla="*/ 1058801 h 2275576"/>
              <a:gd name="connsiteX6" fmla="*/ 144562 w 1856319"/>
              <a:gd name="connsiteY6" fmla="*/ 1196386 h 2275576"/>
              <a:gd name="connsiteX7" fmla="*/ 92704 w 1856319"/>
              <a:gd name="connsiteY7" fmla="*/ 1145586 h 2275576"/>
              <a:gd name="connsiteX8" fmla="*/ 13329 w 1856319"/>
              <a:gd name="connsiteY8" fmla="*/ 1150878 h 2275576"/>
              <a:gd name="connsiteX9" fmla="*/ 1687 w 1856319"/>
              <a:gd name="connsiteY9" fmla="*/ 1262003 h 2275576"/>
              <a:gd name="connsiteX10" fmla="*/ 31320 w 1856319"/>
              <a:gd name="connsiteY10" fmla="*/ 1405937 h 2275576"/>
              <a:gd name="connsiteX11" fmla="*/ 99053 w 1856319"/>
              <a:gd name="connsiteY11" fmla="*/ 1511770 h 2275576"/>
              <a:gd name="connsiteX12" fmla="*/ 149853 w 1856319"/>
              <a:gd name="connsiteY12" fmla="*/ 1609136 h 2275576"/>
              <a:gd name="connsiteX13" fmla="*/ 213353 w 1856319"/>
              <a:gd name="connsiteY13" fmla="*/ 1626070 h 2275576"/>
              <a:gd name="connsiteX14" fmla="*/ 221820 w 1856319"/>
              <a:gd name="connsiteY14" fmla="*/ 1566803 h 2275576"/>
              <a:gd name="connsiteX15" fmla="*/ 221820 w 1856319"/>
              <a:gd name="connsiteY15" fmla="*/ 1532936 h 2275576"/>
              <a:gd name="connsiteX16" fmla="*/ 348820 w 1856319"/>
              <a:gd name="connsiteY16" fmla="*/ 1761536 h 2275576"/>
              <a:gd name="connsiteX17" fmla="*/ 484287 w 1856319"/>
              <a:gd name="connsiteY17" fmla="*/ 1998603 h 2275576"/>
              <a:gd name="connsiteX18" fmla="*/ 907619 w 1856319"/>
              <a:gd name="connsiteY18" fmla="*/ 2261069 h 2275576"/>
              <a:gd name="connsiteX19" fmla="*/ 1214113 w 1856319"/>
              <a:gd name="connsiteY19" fmla="*/ 2200110 h 2275576"/>
              <a:gd name="connsiteX20" fmla="*/ 1568020 w 1856319"/>
              <a:gd name="connsiteY20" fmla="*/ 1852976 h 2275576"/>
              <a:gd name="connsiteX21" fmla="*/ 1686553 w 1856319"/>
              <a:gd name="connsiteY21" fmla="*/ 1524470 h 2275576"/>
              <a:gd name="connsiteX22" fmla="*/ 1678087 w 1856319"/>
              <a:gd name="connsiteY22" fmla="*/ 1456736 h 2275576"/>
              <a:gd name="connsiteX23" fmla="*/ 1737353 w 1856319"/>
              <a:gd name="connsiteY23" fmla="*/ 1549870 h 2275576"/>
              <a:gd name="connsiteX24" fmla="*/ 1788153 w 1856319"/>
              <a:gd name="connsiteY24" fmla="*/ 1524470 h 2275576"/>
              <a:gd name="connsiteX25" fmla="*/ 1805087 w 1856319"/>
              <a:gd name="connsiteY25" fmla="*/ 1405936 h 2275576"/>
              <a:gd name="connsiteX26" fmla="*/ 1813553 w 1856319"/>
              <a:gd name="connsiteY26" fmla="*/ 1304336 h 2275576"/>
              <a:gd name="connsiteX27" fmla="*/ 1855887 w 1856319"/>
              <a:gd name="connsiteY27" fmla="*/ 1211203 h 2275576"/>
              <a:gd name="connsiteX28" fmla="*/ 1830487 w 1856319"/>
              <a:gd name="connsiteY28" fmla="*/ 1092670 h 2275576"/>
              <a:gd name="connsiteX29" fmla="*/ 1754287 w 1856319"/>
              <a:gd name="connsiteY29" fmla="*/ 1118070 h 2275576"/>
              <a:gd name="connsiteX30" fmla="*/ 1720420 w 1856319"/>
              <a:gd name="connsiteY30" fmla="*/ 1164636 h 2275576"/>
              <a:gd name="connsiteX31" fmla="*/ 1686553 w 1856319"/>
              <a:gd name="connsiteY31" fmla="*/ 1236603 h 2275576"/>
              <a:gd name="connsiteX32" fmla="*/ 1703487 w 1856319"/>
              <a:gd name="connsiteY32" fmla="*/ 830203 h 2275576"/>
              <a:gd name="connsiteX33" fmla="*/ 1644220 w 1856319"/>
              <a:gd name="connsiteY33" fmla="*/ 449203 h 2275576"/>
              <a:gd name="connsiteX34" fmla="*/ 1474887 w 1856319"/>
              <a:gd name="connsiteY34" fmla="*/ 186736 h 2275576"/>
              <a:gd name="connsiteX35" fmla="*/ 1264278 w 1856319"/>
              <a:gd name="connsiteY35" fmla="*/ 62925 h 2275576"/>
              <a:gd name="connsiteX36" fmla="*/ 907620 w 1856319"/>
              <a:gd name="connsiteY36" fmla="*/ 470 h 2275576"/>
              <a:gd name="connsiteX37" fmla="*/ 699128 w 1856319"/>
              <a:gd name="connsiteY37" fmla="*/ 38246 h 2275576"/>
              <a:gd name="connsiteX0" fmla="*/ 699128 w 1856319"/>
              <a:gd name="connsiteY0" fmla="*/ 38246 h 2271864"/>
              <a:gd name="connsiteX1" fmla="*/ 530853 w 1856319"/>
              <a:gd name="connsiteY1" fmla="*/ 109476 h 2271864"/>
              <a:gd name="connsiteX2" fmla="*/ 359403 w 1856319"/>
              <a:gd name="connsiteY2" fmla="*/ 226951 h 2271864"/>
              <a:gd name="connsiteX3" fmla="*/ 194303 w 1856319"/>
              <a:gd name="connsiteY3" fmla="*/ 500001 h 2271864"/>
              <a:gd name="connsiteX4" fmla="*/ 143503 w 1856319"/>
              <a:gd name="connsiteY4" fmla="*/ 690502 h 2271864"/>
              <a:gd name="connsiteX5" fmla="*/ 143503 w 1856319"/>
              <a:gd name="connsiteY5" fmla="*/ 1058801 h 2271864"/>
              <a:gd name="connsiteX6" fmla="*/ 144562 w 1856319"/>
              <a:gd name="connsiteY6" fmla="*/ 1196386 h 2271864"/>
              <a:gd name="connsiteX7" fmla="*/ 92704 w 1856319"/>
              <a:gd name="connsiteY7" fmla="*/ 1145586 h 2271864"/>
              <a:gd name="connsiteX8" fmla="*/ 13329 w 1856319"/>
              <a:gd name="connsiteY8" fmla="*/ 1150878 h 2271864"/>
              <a:gd name="connsiteX9" fmla="*/ 1687 w 1856319"/>
              <a:gd name="connsiteY9" fmla="*/ 1262003 h 2271864"/>
              <a:gd name="connsiteX10" fmla="*/ 31320 w 1856319"/>
              <a:gd name="connsiteY10" fmla="*/ 1405937 h 2271864"/>
              <a:gd name="connsiteX11" fmla="*/ 99053 w 1856319"/>
              <a:gd name="connsiteY11" fmla="*/ 1511770 h 2271864"/>
              <a:gd name="connsiteX12" fmla="*/ 149853 w 1856319"/>
              <a:gd name="connsiteY12" fmla="*/ 1609136 h 2271864"/>
              <a:gd name="connsiteX13" fmla="*/ 213353 w 1856319"/>
              <a:gd name="connsiteY13" fmla="*/ 1626070 h 2271864"/>
              <a:gd name="connsiteX14" fmla="*/ 221820 w 1856319"/>
              <a:gd name="connsiteY14" fmla="*/ 1566803 h 2271864"/>
              <a:gd name="connsiteX15" fmla="*/ 221820 w 1856319"/>
              <a:gd name="connsiteY15" fmla="*/ 1532936 h 2271864"/>
              <a:gd name="connsiteX16" fmla="*/ 348820 w 1856319"/>
              <a:gd name="connsiteY16" fmla="*/ 1761536 h 2271864"/>
              <a:gd name="connsiteX17" fmla="*/ 484287 w 1856319"/>
              <a:gd name="connsiteY17" fmla="*/ 1998603 h 2271864"/>
              <a:gd name="connsiteX18" fmla="*/ 907619 w 1856319"/>
              <a:gd name="connsiteY18" fmla="*/ 2261069 h 2271864"/>
              <a:gd name="connsiteX19" fmla="*/ 1214113 w 1856319"/>
              <a:gd name="connsiteY19" fmla="*/ 2200110 h 2271864"/>
              <a:gd name="connsiteX20" fmla="*/ 1432553 w 1856319"/>
              <a:gd name="connsiteY20" fmla="*/ 2003681 h 2271864"/>
              <a:gd name="connsiteX21" fmla="*/ 1568020 w 1856319"/>
              <a:gd name="connsiteY21" fmla="*/ 1852976 h 2271864"/>
              <a:gd name="connsiteX22" fmla="*/ 1686553 w 1856319"/>
              <a:gd name="connsiteY22" fmla="*/ 1524470 h 2271864"/>
              <a:gd name="connsiteX23" fmla="*/ 1678087 w 1856319"/>
              <a:gd name="connsiteY23" fmla="*/ 1456736 h 2271864"/>
              <a:gd name="connsiteX24" fmla="*/ 1737353 w 1856319"/>
              <a:gd name="connsiteY24" fmla="*/ 1549870 h 2271864"/>
              <a:gd name="connsiteX25" fmla="*/ 1788153 w 1856319"/>
              <a:gd name="connsiteY25" fmla="*/ 1524470 h 2271864"/>
              <a:gd name="connsiteX26" fmla="*/ 1805087 w 1856319"/>
              <a:gd name="connsiteY26" fmla="*/ 1405936 h 2271864"/>
              <a:gd name="connsiteX27" fmla="*/ 1813553 w 1856319"/>
              <a:gd name="connsiteY27" fmla="*/ 1304336 h 2271864"/>
              <a:gd name="connsiteX28" fmla="*/ 1855887 w 1856319"/>
              <a:gd name="connsiteY28" fmla="*/ 1211203 h 2271864"/>
              <a:gd name="connsiteX29" fmla="*/ 1830487 w 1856319"/>
              <a:gd name="connsiteY29" fmla="*/ 1092670 h 2271864"/>
              <a:gd name="connsiteX30" fmla="*/ 1754287 w 1856319"/>
              <a:gd name="connsiteY30" fmla="*/ 1118070 h 2271864"/>
              <a:gd name="connsiteX31" fmla="*/ 1720420 w 1856319"/>
              <a:gd name="connsiteY31" fmla="*/ 1164636 h 2271864"/>
              <a:gd name="connsiteX32" fmla="*/ 1686553 w 1856319"/>
              <a:gd name="connsiteY32" fmla="*/ 1236603 h 2271864"/>
              <a:gd name="connsiteX33" fmla="*/ 1703487 w 1856319"/>
              <a:gd name="connsiteY33" fmla="*/ 830203 h 2271864"/>
              <a:gd name="connsiteX34" fmla="*/ 1644220 w 1856319"/>
              <a:gd name="connsiteY34" fmla="*/ 449203 h 2271864"/>
              <a:gd name="connsiteX35" fmla="*/ 1474887 w 1856319"/>
              <a:gd name="connsiteY35" fmla="*/ 186736 h 2271864"/>
              <a:gd name="connsiteX36" fmla="*/ 1264278 w 1856319"/>
              <a:gd name="connsiteY36" fmla="*/ 62925 h 2271864"/>
              <a:gd name="connsiteX37" fmla="*/ 907620 w 1856319"/>
              <a:gd name="connsiteY37" fmla="*/ 470 h 2271864"/>
              <a:gd name="connsiteX38" fmla="*/ 699128 w 1856319"/>
              <a:gd name="connsiteY38" fmla="*/ 38246 h 2271864"/>
              <a:gd name="connsiteX0" fmla="*/ 699128 w 1856319"/>
              <a:gd name="connsiteY0" fmla="*/ 38246 h 2271864"/>
              <a:gd name="connsiteX1" fmla="*/ 530853 w 1856319"/>
              <a:gd name="connsiteY1" fmla="*/ 109476 h 2271864"/>
              <a:gd name="connsiteX2" fmla="*/ 359403 w 1856319"/>
              <a:gd name="connsiteY2" fmla="*/ 226951 h 2271864"/>
              <a:gd name="connsiteX3" fmla="*/ 194303 w 1856319"/>
              <a:gd name="connsiteY3" fmla="*/ 500001 h 2271864"/>
              <a:gd name="connsiteX4" fmla="*/ 143503 w 1856319"/>
              <a:gd name="connsiteY4" fmla="*/ 690502 h 2271864"/>
              <a:gd name="connsiteX5" fmla="*/ 143503 w 1856319"/>
              <a:gd name="connsiteY5" fmla="*/ 1058801 h 2271864"/>
              <a:gd name="connsiteX6" fmla="*/ 144562 w 1856319"/>
              <a:gd name="connsiteY6" fmla="*/ 1196386 h 2271864"/>
              <a:gd name="connsiteX7" fmla="*/ 92704 w 1856319"/>
              <a:gd name="connsiteY7" fmla="*/ 1145586 h 2271864"/>
              <a:gd name="connsiteX8" fmla="*/ 13329 w 1856319"/>
              <a:gd name="connsiteY8" fmla="*/ 1150878 h 2271864"/>
              <a:gd name="connsiteX9" fmla="*/ 1687 w 1856319"/>
              <a:gd name="connsiteY9" fmla="*/ 1262003 h 2271864"/>
              <a:gd name="connsiteX10" fmla="*/ 31320 w 1856319"/>
              <a:gd name="connsiteY10" fmla="*/ 1405937 h 2271864"/>
              <a:gd name="connsiteX11" fmla="*/ 99053 w 1856319"/>
              <a:gd name="connsiteY11" fmla="*/ 1511770 h 2271864"/>
              <a:gd name="connsiteX12" fmla="*/ 149853 w 1856319"/>
              <a:gd name="connsiteY12" fmla="*/ 1609136 h 2271864"/>
              <a:gd name="connsiteX13" fmla="*/ 213353 w 1856319"/>
              <a:gd name="connsiteY13" fmla="*/ 1626070 h 2271864"/>
              <a:gd name="connsiteX14" fmla="*/ 221820 w 1856319"/>
              <a:gd name="connsiteY14" fmla="*/ 1566803 h 2271864"/>
              <a:gd name="connsiteX15" fmla="*/ 221820 w 1856319"/>
              <a:gd name="connsiteY15" fmla="*/ 1532936 h 2271864"/>
              <a:gd name="connsiteX16" fmla="*/ 348820 w 1856319"/>
              <a:gd name="connsiteY16" fmla="*/ 1761536 h 2271864"/>
              <a:gd name="connsiteX17" fmla="*/ 484287 w 1856319"/>
              <a:gd name="connsiteY17" fmla="*/ 1998603 h 2271864"/>
              <a:gd name="connsiteX18" fmla="*/ 907619 w 1856319"/>
              <a:gd name="connsiteY18" fmla="*/ 2261069 h 2271864"/>
              <a:gd name="connsiteX19" fmla="*/ 1214113 w 1856319"/>
              <a:gd name="connsiteY19" fmla="*/ 2200110 h 2271864"/>
              <a:gd name="connsiteX20" fmla="*/ 1432553 w 1856319"/>
              <a:gd name="connsiteY20" fmla="*/ 2003681 h 2271864"/>
              <a:gd name="connsiteX21" fmla="*/ 1568020 w 1856319"/>
              <a:gd name="connsiteY21" fmla="*/ 1852976 h 2271864"/>
              <a:gd name="connsiteX22" fmla="*/ 1645913 w 1856319"/>
              <a:gd name="connsiteY22" fmla="*/ 1754761 h 2271864"/>
              <a:gd name="connsiteX23" fmla="*/ 1686553 w 1856319"/>
              <a:gd name="connsiteY23" fmla="*/ 1524470 h 2271864"/>
              <a:gd name="connsiteX24" fmla="*/ 1678087 w 1856319"/>
              <a:gd name="connsiteY24" fmla="*/ 1456736 h 2271864"/>
              <a:gd name="connsiteX25" fmla="*/ 1737353 w 1856319"/>
              <a:gd name="connsiteY25" fmla="*/ 1549870 h 2271864"/>
              <a:gd name="connsiteX26" fmla="*/ 1788153 w 1856319"/>
              <a:gd name="connsiteY26" fmla="*/ 1524470 h 2271864"/>
              <a:gd name="connsiteX27" fmla="*/ 1805087 w 1856319"/>
              <a:gd name="connsiteY27" fmla="*/ 1405936 h 2271864"/>
              <a:gd name="connsiteX28" fmla="*/ 1813553 w 1856319"/>
              <a:gd name="connsiteY28" fmla="*/ 1304336 h 2271864"/>
              <a:gd name="connsiteX29" fmla="*/ 1855887 w 1856319"/>
              <a:gd name="connsiteY29" fmla="*/ 1211203 h 2271864"/>
              <a:gd name="connsiteX30" fmla="*/ 1830487 w 1856319"/>
              <a:gd name="connsiteY30" fmla="*/ 1092670 h 2271864"/>
              <a:gd name="connsiteX31" fmla="*/ 1754287 w 1856319"/>
              <a:gd name="connsiteY31" fmla="*/ 1118070 h 2271864"/>
              <a:gd name="connsiteX32" fmla="*/ 1720420 w 1856319"/>
              <a:gd name="connsiteY32" fmla="*/ 1164636 h 2271864"/>
              <a:gd name="connsiteX33" fmla="*/ 1686553 w 1856319"/>
              <a:gd name="connsiteY33" fmla="*/ 1236603 h 2271864"/>
              <a:gd name="connsiteX34" fmla="*/ 1703487 w 1856319"/>
              <a:gd name="connsiteY34" fmla="*/ 830203 h 2271864"/>
              <a:gd name="connsiteX35" fmla="*/ 1644220 w 1856319"/>
              <a:gd name="connsiteY35" fmla="*/ 449203 h 2271864"/>
              <a:gd name="connsiteX36" fmla="*/ 1474887 w 1856319"/>
              <a:gd name="connsiteY36" fmla="*/ 186736 h 2271864"/>
              <a:gd name="connsiteX37" fmla="*/ 1264278 w 1856319"/>
              <a:gd name="connsiteY37" fmla="*/ 62925 h 2271864"/>
              <a:gd name="connsiteX38" fmla="*/ 907620 w 1856319"/>
              <a:gd name="connsiteY38" fmla="*/ 470 h 2271864"/>
              <a:gd name="connsiteX39" fmla="*/ 699128 w 1856319"/>
              <a:gd name="connsiteY39" fmla="*/ 38246 h 2271864"/>
              <a:gd name="connsiteX0" fmla="*/ 699128 w 1856319"/>
              <a:gd name="connsiteY0" fmla="*/ 38246 h 2271864"/>
              <a:gd name="connsiteX1" fmla="*/ 530853 w 1856319"/>
              <a:gd name="connsiteY1" fmla="*/ 109476 h 2271864"/>
              <a:gd name="connsiteX2" fmla="*/ 359403 w 1856319"/>
              <a:gd name="connsiteY2" fmla="*/ 226951 h 2271864"/>
              <a:gd name="connsiteX3" fmla="*/ 194303 w 1856319"/>
              <a:gd name="connsiteY3" fmla="*/ 500001 h 2271864"/>
              <a:gd name="connsiteX4" fmla="*/ 143503 w 1856319"/>
              <a:gd name="connsiteY4" fmla="*/ 690502 h 2271864"/>
              <a:gd name="connsiteX5" fmla="*/ 143503 w 1856319"/>
              <a:gd name="connsiteY5" fmla="*/ 1058801 h 2271864"/>
              <a:gd name="connsiteX6" fmla="*/ 144562 w 1856319"/>
              <a:gd name="connsiteY6" fmla="*/ 1196386 h 2271864"/>
              <a:gd name="connsiteX7" fmla="*/ 92704 w 1856319"/>
              <a:gd name="connsiteY7" fmla="*/ 1145586 h 2271864"/>
              <a:gd name="connsiteX8" fmla="*/ 13329 w 1856319"/>
              <a:gd name="connsiteY8" fmla="*/ 1150878 h 2271864"/>
              <a:gd name="connsiteX9" fmla="*/ 1687 w 1856319"/>
              <a:gd name="connsiteY9" fmla="*/ 1262003 h 2271864"/>
              <a:gd name="connsiteX10" fmla="*/ 31320 w 1856319"/>
              <a:gd name="connsiteY10" fmla="*/ 1405937 h 2271864"/>
              <a:gd name="connsiteX11" fmla="*/ 99053 w 1856319"/>
              <a:gd name="connsiteY11" fmla="*/ 1511770 h 2271864"/>
              <a:gd name="connsiteX12" fmla="*/ 149853 w 1856319"/>
              <a:gd name="connsiteY12" fmla="*/ 1609136 h 2271864"/>
              <a:gd name="connsiteX13" fmla="*/ 213353 w 1856319"/>
              <a:gd name="connsiteY13" fmla="*/ 1626070 h 2271864"/>
              <a:gd name="connsiteX14" fmla="*/ 221820 w 1856319"/>
              <a:gd name="connsiteY14" fmla="*/ 1566803 h 2271864"/>
              <a:gd name="connsiteX15" fmla="*/ 221820 w 1856319"/>
              <a:gd name="connsiteY15" fmla="*/ 1532936 h 2271864"/>
              <a:gd name="connsiteX16" fmla="*/ 348820 w 1856319"/>
              <a:gd name="connsiteY16" fmla="*/ 1761536 h 2271864"/>
              <a:gd name="connsiteX17" fmla="*/ 484287 w 1856319"/>
              <a:gd name="connsiteY17" fmla="*/ 1998603 h 2271864"/>
              <a:gd name="connsiteX18" fmla="*/ 907619 w 1856319"/>
              <a:gd name="connsiteY18" fmla="*/ 2261069 h 2271864"/>
              <a:gd name="connsiteX19" fmla="*/ 1214113 w 1856319"/>
              <a:gd name="connsiteY19" fmla="*/ 2200110 h 2271864"/>
              <a:gd name="connsiteX20" fmla="*/ 1432553 w 1856319"/>
              <a:gd name="connsiteY20" fmla="*/ 2003681 h 2271864"/>
              <a:gd name="connsiteX21" fmla="*/ 1562940 w 1856319"/>
              <a:gd name="connsiteY21" fmla="*/ 1893616 h 2271864"/>
              <a:gd name="connsiteX22" fmla="*/ 1645913 w 1856319"/>
              <a:gd name="connsiteY22" fmla="*/ 1754761 h 2271864"/>
              <a:gd name="connsiteX23" fmla="*/ 1686553 w 1856319"/>
              <a:gd name="connsiteY23" fmla="*/ 1524470 h 2271864"/>
              <a:gd name="connsiteX24" fmla="*/ 1678087 w 1856319"/>
              <a:gd name="connsiteY24" fmla="*/ 1456736 h 2271864"/>
              <a:gd name="connsiteX25" fmla="*/ 1737353 w 1856319"/>
              <a:gd name="connsiteY25" fmla="*/ 1549870 h 2271864"/>
              <a:gd name="connsiteX26" fmla="*/ 1788153 w 1856319"/>
              <a:gd name="connsiteY26" fmla="*/ 1524470 h 2271864"/>
              <a:gd name="connsiteX27" fmla="*/ 1805087 w 1856319"/>
              <a:gd name="connsiteY27" fmla="*/ 1405936 h 2271864"/>
              <a:gd name="connsiteX28" fmla="*/ 1813553 w 1856319"/>
              <a:gd name="connsiteY28" fmla="*/ 1304336 h 2271864"/>
              <a:gd name="connsiteX29" fmla="*/ 1855887 w 1856319"/>
              <a:gd name="connsiteY29" fmla="*/ 1211203 h 2271864"/>
              <a:gd name="connsiteX30" fmla="*/ 1830487 w 1856319"/>
              <a:gd name="connsiteY30" fmla="*/ 1092670 h 2271864"/>
              <a:gd name="connsiteX31" fmla="*/ 1754287 w 1856319"/>
              <a:gd name="connsiteY31" fmla="*/ 1118070 h 2271864"/>
              <a:gd name="connsiteX32" fmla="*/ 1720420 w 1856319"/>
              <a:gd name="connsiteY32" fmla="*/ 1164636 h 2271864"/>
              <a:gd name="connsiteX33" fmla="*/ 1686553 w 1856319"/>
              <a:gd name="connsiteY33" fmla="*/ 1236603 h 2271864"/>
              <a:gd name="connsiteX34" fmla="*/ 1703487 w 1856319"/>
              <a:gd name="connsiteY34" fmla="*/ 830203 h 2271864"/>
              <a:gd name="connsiteX35" fmla="*/ 1644220 w 1856319"/>
              <a:gd name="connsiteY35" fmla="*/ 449203 h 2271864"/>
              <a:gd name="connsiteX36" fmla="*/ 1474887 w 1856319"/>
              <a:gd name="connsiteY36" fmla="*/ 186736 h 2271864"/>
              <a:gd name="connsiteX37" fmla="*/ 1264278 w 1856319"/>
              <a:gd name="connsiteY37" fmla="*/ 62925 h 2271864"/>
              <a:gd name="connsiteX38" fmla="*/ 907620 w 1856319"/>
              <a:gd name="connsiteY38" fmla="*/ 470 h 2271864"/>
              <a:gd name="connsiteX39" fmla="*/ 699128 w 1856319"/>
              <a:gd name="connsiteY39" fmla="*/ 38246 h 2271864"/>
              <a:gd name="connsiteX0" fmla="*/ 699128 w 1856319"/>
              <a:gd name="connsiteY0" fmla="*/ 38246 h 2271113"/>
              <a:gd name="connsiteX1" fmla="*/ 530853 w 1856319"/>
              <a:gd name="connsiteY1" fmla="*/ 109476 h 2271113"/>
              <a:gd name="connsiteX2" fmla="*/ 359403 w 1856319"/>
              <a:gd name="connsiteY2" fmla="*/ 226951 h 2271113"/>
              <a:gd name="connsiteX3" fmla="*/ 194303 w 1856319"/>
              <a:gd name="connsiteY3" fmla="*/ 500001 h 2271113"/>
              <a:gd name="connsiteX4" fmla="*/ 143503 w 1856319"/>
              <a:gd name="connsiteY4" fmla="*/ 690502 h 2271113"/>
              <a:gd name="connsiteX5" fmla="*/ 143503 w 1856319"/>
              <a:gd name="connsiteY5" fmla="*/ 1058801 h 2271113"/>
              <a:gd name="connsiteX6" fmla="*/ 144562 w 1856319"/>
              <a:gd name="connsiteY6" fmla="*/ 1196386 h 2271113"/>
              <a:gd name="connsiteX7" fmla="*/ 92704 w 1856319"/>
              <a:gd name="connsiteY7" fmla="*/ 1145586 h 2271113"/>
              <a:gd name="connsiteX8" fmla="*/ 13329 w 1856319"/>
              <a:gd name="connsiteY8" fmla="*/ 1150878 h 2271113"/>
              <a:gd name="connsiteX9" fmla="*/ 1687 w 1856319"/>
              <a:gd name="connsiteY9" fmla="*/ 1262003 h 2271113"/>
              <a:gd name="connsiteX10" fmla="*/ 31320 w 1856319"/>
              <a:gd name="connsiteY10" fmla="*/ 1405937 h 2271113"/>
              <a:gd name="connsiteX11" fmla="*/ 99053 w 1856319"/>
              <a:gd name="connsiteY11" fmla="*/ 1511770 h 2271113"/>
              <a:gd name="connsiteX12" fmla="*/ 149853 w 1856319"/>
              <a:gd name="connsiteY12" fmla="*/ 1609136 h 2271113"/>
              <a:gd name="connsiteX13" fmla="*/ 213353 w 1856319"/>
              <a:gd name="connsiteY13" fmla="*/ 1626070 h 2271113"/>
              <a:gd name="connsiteX14" fmla="*/ 221820 w 1856319"/>
              <a:gd name="connsiteY14" fmla="*/ 1566803 h 2271113"/>
              <a:gd name="connsiteX15" fmla="*/ 221820 w 1856319"/>
              <a:gd name="connsiteY15" fmla="*/ 1532936 h 2271113"/>
              <a:gd name="connsiteX16" fmla="*/ 348820 w 1856319"/>
              <a:gd name="connsiteY16" fmla="*/ 1761536 h 2271113"/>
              <a:gd name="connsiteX17" fmla="*/ 484287 w 1856319"/>
              <a:gd name="connsiteY17" fmla="*/ 1998603 h 2271113"/>
              <a:gd name="connsiteX18" fmla="*/ 907619 w 1856319"/>
              <a:gd name="connsiteY18" fmla="*/ 2261069 h 2271113"/>
              <a:gd name="connsiteX19" fmla="*/ 1214113 w 1856319"/>
              <a:gd name="connsiteY19" fmla="*/ 2200110 h 2271113"/>
              <a:gd name="connsiteX20" fmla="*/ 1402073 w 1856319"/>
              <a:gd name="connsiteY20" fmla="*/ 2044321 h 2271113"/>
              <a:gd name="connsiteX21" fmla="*/ 1562940 w 1856319"/>
              <a:gd name="connsiteY21" fmla="*/ 1893616 h 2271113"/>
              <a:gd name="connsiteX22" fmla="*/ 1645913 w 1856319"/>
              <a:gd name="connsiteY22" fmla="*/ 1754761 h 2271113"/>
              <a:gd name="connsiteX23" fmla="*/ 1686553 w 1856319"/>
              <a:gd name="connsiteY23" fmla="*/ 1524470 h 2271113"/>
              <a:gd name="connsiteX24" fmla="*/ 1678087 w 1856319"/>
              <a:gd name="connsiteY24" fmla="*/ 1456736 h 2271113"/>
              <a:gd name="connsiteX25" fmla="*/ 1737353 w 1856319"/>
              <a:gd name="connsiteY25" fmla="*/ 1549870 h 2271113"/>
              <a:gd name="connsiteX26" fmla="*/ 1788153 w 1856319"/>
              <a:gd name="connsiteY26" fmla="*/ 1524470 h 2271113"/>
              <a:gd name="connsiteX27" fmla="*/ 1805087 w 1856319"/>
              <a:gd name="connsiteY27" fmla="*/ 1405936 h 2271113"/>
              <a:gd name="connsiteX28" fmla="*/ 1813553 w 1856319"/>
              <a:gd name="connsiteY28" fmla="*/ 1304336 h 2271113"/>
              <a:gd name="connsiteX29" fmla="*/ 1855887 w 1856319"/>
              <a:gd name="connsiteY29" fmla="*/ 1211203 h 2271113"/>
              <a:gd name="connsiteX30" fmla="*/ 1830487 w 1856319"/>
              <a:gd name="connsiteY30" fmla="*/ 1092670 h 2271113"/>
              <a:gd name="connsiteX31" fmla="*/ 1754287 w 1856319"/>
              <a:gd name="connsiteY31" fmla="*/ 1118070 h 2271113"/>
              <a:gd name="connsiteX32" fmla="*/ 1720420 w 1856319"/>
              <a:gd name="connsiteY32" fmla="*/ 1164636 h 2271113"/>
              <a:gd name="connsiteX33" fmla="*/ 1686553 w 1856319"/>
              <a:gd name="connsiteY33" fmla="*/ 1236603 h 2271113"/>
              <a:gd name="connsiteX34" fmla="*/ 1703487 w 1856319"/>
              <a:gd name="connsiteY34" fmla="*/ 830203 h 2271113"/>
              <a:gd name="connsiteX35" fmla="*/ 1644220 w 1856319"/>
              <a:gd name="connsiteY35" fmla="*/ 449203 h 2271113"/>
              <a:gd name="connsiteX36" fmla="*/ 1474887 w 1856319"/>
              <a:gd name="connsiteY36" fmla="*/ 186736 h 2271113"/>
              <a:gd name="connsiteX37" fmla="*/ 1264278 w 1856319"/>
              <a:gd name="connsiteY37" fmla="*/ 62925 h 2271113"/>
              <a:gd name="connsiteX38" fmla="*/ 907620 w 1856319"/>
              <a:gd name="connsiteY38" fmla="*/ 470 h 2271113"/>
              <a:gd name="connsiteX39" fmla="*/ 699128 w 1856319"/>
              <a:gd name="connsiteY39" fmla="*/ 38246 h 2271113"/>
              <a:gd name="connsiteX0" fmla="*/ 699128 w 1856319"/>
              <a:gd name="connsiteY0" fmla="*/ 38246 h 2276895"/>
              <a:gd name="connsiteX1" fmla="*/ 530853 w 1856319"/>
              <a:gd name="connsiteY1" fmla="*/ 109476 h 2276895"/>
              <a:gd name="connsiteX2" fmla="*/ 359403 w 1856319"/>
              <a:gd name="connsiteY2" fmla="*/ 226951 h 2276895"/>
              <a:gd name="connsiteX3" fmla="*/ 194303 w 1856319"/>
              <a:gd name="connsiteY3" fmla="*/ 500001 h 2276895"/>
              <a:gd name="connsiteX4" fmla="*/ 143503 w 1856319"/>
              <a:gd name="connsiteY4" fmla="*/ 690502 h 2276895"/>
              <a:gd name="connsiteX5" fmla="*/ 143503 w 1856319"/>
              <a:gd name="connsiteY5" fmla="*/ 1058801 h 2276895"/>
              <a:gd name="connsiteX6" fmla="*/ 144562 w 1856319"/>
              <a:gd name="connsiteY6" fmla="*/ 1196386 h 2276895"/>
              <a:gd name="connsiteX7" fmla="*/ 92704 w 1856319"/>
              <a:gd name="connsiteY7" fmla="*/ 1145586 h 2276895"/>
              <a:gd name="connsiteX8" fmla="*/ 13329 w 1856319"/>
              <a:gd name="connsiteY8" fmla="*/ 1150878 h 2276895"/>
              <a:gd name="connsiteX9" fmla="*/ 1687 w 1856319"/>
              <a:gd name="connsiteY9" fmla="*/ 1262003 h 2276895"/>
              <a:gd name="connsiteX10" fmla="*/ 31320 w 1856319"/>
              <a:gd name="connsiteY10" fmla="*/ 1405937 h 2276895"/>
              <a:gd name="connsiteX11" fmla="*/ 99053 w 1856319"/>
              <a:gd name="connsiteY11" fmla="*/ 1511770 h 2276895"/>
              <a:gd name="connsiteX12" fmla="*/ 149853 w 1856319"/>
              <a:gd name="connsiteY12" fmla="*/ 1609136 h 2276895"/>
              <a:gd name="connsiteX13" fmla="*/ 213353 w 1856319"/>
              <a:gd name="connsiteY13" fmla="*/ 1626070 h 2276895"/>
              <a:gd name="connsiteX14" fmla="*/ 221820 w 1856319"/>
              <a:gd name="connsiteY14" fmla="*/ 1566803 h 2276895"/>
              <a:gd name="connsiteX15" fmla="*/ 221820 w 1856319"/>
              <a:gd name="connsiteY15" fmla="*/ 1532936 h 2276895"/>
              <a:gd name="connsiteX16" fmla="*/ 348820 w 1856319"/>
              <a:gd name="connsiteY16" fmla="*/ 1761536 h 2276895"/>
              <a:gd name="connsiteX17" fmla="*/ 484287 w 1856319"/>
              <a:gd name="connsiteY17" fmla="*/ 1998603 h 2276895"/>
              <a:gd name="connsiteX18" fmla="*/ 907619 w 1856319"/>
              <a:gd name="connsiteY18" fmla="*/ 2261069 h 2276895"/>
              <a:gd name="connsiteX19" fmla="*/ 1168393 w 1856319"/>
              <a:gd name="connsiteY19" fmla="*/ 2225510 h 2276895"/>
              <a:gd name="connsiteX20" fmla="*/ 1402073 w 1856319"/>
              <a:gd name="connsiteY20" fmla="*/ 2044321 h 2276895"/>
              <a:gd name="connsiteX21" fmla="*/ 1562940 w 1856319"/>
              <a:gd name="connsiteY21" fmla="*/ 1893616 h 2276895"/>
              <a:gd name="connsiteX22" fmla="*/ 1645913 w 1856319"/>
              <a:gd name="connsiteY22" fmla="*/ 1754761 h 2276895"/>
              <a:gd name="connsiteX23" fmla="*/ 1686553 w 1856319"/>
              <a:gd name="connsiteY23" fmla="*/ 1524470 h 2276895"/>
              <a:gd name="connsiteX24" fmla="*/ 1678087 w 1856319"/>
              <a:gd name="connsiteY24" fmla="*/ 1456736 h 2276895"/>
              <a:gd name="connsiteX25" fmla="*/ 1737353 w 1856319"/>
              <a:gd name="connsiteY25" fmla="*/ 1549870 h 2276895"/>
              <a:gd name="connsiteX26" fmla="*/ 1788153 w 1856319"/>
              <a:gd name="connsiteY26" fmla="*/ 1524470 h 2276895"/>
              <a:gd name="connsiteX27" fmla="*/ 1805087 w 1856319"/>
              <a:gd name="connsiteY27" fmla="*/ 1405936 h 2276895"/>
              <a:gd name="connsiteX28" fmla="*/ 1813553 w 1856319"/>
              <a:gd name="connsiteY28" fmla="*/ 1304336 h 2276895"/>
              <a:gd name="connsiteX29" fmla="*/ 1855887 w 1856319"/>
              <a:gd name="connsiteY29" fmla="*/ 1211203 h 2276895"/>
              <a:gd name="connsiteX30" fmla="*/ 1830487 w 1856319"/>
              <a:gd name="connsiteY30" fmla="*/ 1092670 h 2276895"/>
              <a:gd name="connsiteX31" fmla="*/ 1754287 w 1856319"/>
              <a:gd name="connsiteY31" fmla="*/ 1118070 h 2276895"/>
              <a:gd name="connsiteX32" fmla="*/ 1720420 w 1856319"/>
              <a:gd name="connsiteY32" fmla="*/ 1164636 h 2276895"/>
              <a:gd name="connsiteX33" fmla="*/ 1686553 w 1856319"/>
              <a:gd name="connsiteY33" fmla="*/ 1236603 h 2276895"/>
              <a:gd name="connsiteX34" fmla="*/ 1703487 w 1856319"/>
              <a:gd name="connsiteY34" fmla="*/ 830203 h 2276895"/>
              <a:gd name="connsiteX35" fmla="*/ 1644220 w 1856319"/>
              <a:gd name="connsiteY35" fmla="*/ 449203 h 2276895"/>
              <a:gd name="connsiteX36" fmla="*/ 1474887 w 1856319"/>
              <a:gd name="connsiteY36" fmla="*/ 186736 h 2276895"/>
              <a:gd name="connsiteX37" fmla="*/ 1264278 w 1856319"/>
              <a:gd name="connsiteY37" fmla="*/ 62925 h 2276895"/>
              <a:gd name="connsiteX38" fmla="*/ 907620 w 1856319"/>
              <a:gd name="connsiteY38" fmla="*/ 470 h 2276895"/>
              <a:gd name="connsiteX39" fmla="*/ 699128 w 1856319"/>
              <a:gd name="connsiteY39" fmla="*/ 38246 h 2276895"/>
              <a:gd name="connsiteX0" fmla="*/ 699128 w 1856319"/>
              <a:gd name="connsiteY0" fmla="*/ 38246 h 2276895"/>
              <a:gd name="connsiteX1" fmla="*/ 530853 w 1856319"/>
              <a:gd name="connsiteY1" fmla="*/ 109476 h 2276895"/>
              <a:gd name="connsiteX2" fmla="*/ 359403 w 1856319"/>
              <a:gd name="connsiteY2" fmla="*/ 226951 h 2276895"/>
              <a:gd name="connsiteX3" fmla="*/ 194303 w 1856319"/>
              <a:gd name="connsiteY3" fmla="*/ 500001 h 2276895"/>
              <a:gd name="connsiteX4" fmla="*/ 143503 w 1856319"/>
              <a:gd name="connsiteY4" fmla="*/ 690502 h 2276895"/>
              <a:gd name="connsiteX5" fmla="*/ 143503 w 1856319"/>
              <a:gd name="connsiteY5" fmla="*/ 1058801 h 2276895"/>
              <a:gd name="connsiteX6" fmla="*/ 144562 w 1856319"/>
              <a:gd name="connsiteY6" fmla="*/ 1196386 h 2276895"/>
              <a:gd name="connsiteX7" fmla="*/ 92704 w 1856319"/>
              <a:gd name="connsiteY7" fmla="*/ 1145586 h 2276895"/>
              <a:gd name="connsiteX8" fmla="*/ 13329 w 1856319"/>
              <a:gd name="connsiteY8" fmla="*/ 1150878 h 2276895"/>
              <a:gd name="connsiteX9" fmla="*/ 1687 w 1856319"/>
              <a:gd name="connsiteY9" fmla="*/ 1262003 h 2276895"/>
              <a:gd name="connsiteX10" fmla="*/ 31320 w 1856319"/>
              <a:gd name="connsiteY10" fmla="*/ 1405937 h 2276895"/>
              <a:gd name="connsiteX11" fmla="*/ 99053 w 1856319"/>
              <a:gd name="connsiteY11" fmla="*/ 1511770 h 2276895"/>
              <a:gd name="connsiteX12" fmla="*/ 149853 w 1856319"/>
              <a:gd name="connsiteY12" fmla="*/ 1609136 h 2276895"/>
              <a:gd name="connsiteX13" fmla="*/ 213353 w 1856319"/>
              <a:gd name="connsiteY13" fmla="*/ 1626070 h 2276895"/>
              <a:gd name="connsiteX14" fmla="*/ 221820 w 1856319"/>
              <a:gd name="connsiteY14" fmla="*/ 1566803 h 2276895"/>
              <a:gd name="connsiteX15" fmla="*/ 221820 w 1856319"/>
              <a:gd name="connsiteY15" fmla="*/ 1532936 h 2276895"/>
              <a:gd name="connsiteX16" fmla="*/ 348820 w 1856319"/>
              <a:gd name="connsiteY16" fmla="*/ 1761536 h 2276895"/>
              <a:gd name="connsiteX17" fmla="*/ 484287 w 1856319"/>
              <a:gd name="connsiteY17" fmla="*/ 1998603 h 2276895"/>
              <a:gd name="connsiteX18" fmla="*/ 907619 w 1856319"/>
              <a:gd name="connsiteY18" fmla="*/ 2261069 h 2276895"/>
              <a:gd name="connsiteX19" fmla="*/ 1168393 w 1856319"/>
              <a:gd name="connsiteY19" fmla="*/ 2225510 h 2276895"/>
              <a:gd name="connsiteX20" fmla="*/ 1402073 w 1856319"/>
              <a:gd name="connsiteY20" fmla="*/ 2044321 h 2276895"/>
              <a:gd name="connsiteX21" fmla="*/ 1562940 w 1856319"/>
              <a:gd name="connsiteY21" fmla="*/ 1893616 h 2276895"/>
              <a:gd name="connsiteX22" fmla="*/ 1645913 w 1856319"/>
              <a:gd name="connsiteY22" fmla="*/ 1754761 h 2276895"/>
              <a:gd name="connsiteX23" fmla="*/ 1686553 w 1856319"/>
              <a:gd name="connsiteY23" fmla="*/ 1524470 h 2276895"/>
              <a:gd name="connsiteX24" fmla="*/ 1678087 w 1856319"/>
              <a:gd name="connsiteY24" fmla="*/ 1456736 h 2276895"/>
              <a:gd name="connsiteX25" fmla="*/ 1737353 w 1856319"/>
              <a:gd name="connsiteY25" fmla="*/ 1549870 h 2276895"/>
              <a:gd name="connsiteX26" fmla="*/ 1788153 w 1856319"/>
              <a:gd name="connsiteY26" fmla="*/ 1524470 h 2276895"/>
              <a:gd name="connsiteX27" fmla="*/ 1805087 w 1856319"/>
              <a:gd name="connsiteY27" fmla="*/ 1405936 h 2276895"/>
              <a:gd name="connsiteX28" fmla="*/ 1813553 w 1856319"/>
              <a:gd name="connsiteY28" fmla="*/ 1304336 h 2276895"/>
              <a:gd name="connsiteX29" fmla="*/ 1855887 w 1856319"/>
              <a:gd name="connsiteY29" fmla="*/ 1211203 h 2276895"/>
              <a:gd name="connsiteX30" fmla="*/ 1830487 w 1856319"/>
              <a:gd name="connsiteY30" fmla="*/ 1092670 h 2276895"/>
              <a:gd name="connsiteX31" fmla="*/ 1754287 w 1856319"/>
              <a:gd name="connsiteY31" fmla="*/ 1118070 h 2276895"/>
              <a:gd name="connsiteX32" fmla="*/ 1720420 w 1856319"/>
              <a:gd name="connsiteY32" fmla="*/ 1164636 h 2276895"/>
              <a:gd name="connsiteX33" fmla="*/ 1686553 w 1856319"/>
              <a:gd name="connsiteY33" fmla="*/ 1236603 h 2276895"/>
              <a:gd name="connsiteX34" fmla="*/ 1703487 w 1856319"/>
              <a:gd name="connsiteY34" fmla="*/ 830203 h 2276895"/>
              <a:gd name="connsiteX35" fmla="*/ 1669620 w 1856319"/>
              <a:gd name="connsiteY35" fmla="*/ 505083 h 2276895"/>
              <a:gd name="connsiteX36" fmla="*/ 1474887 w 1856319"/>
              <a:gd name="connsiteY36" fmla="*/ 186736 h 2276895"/>
              <a:gd name="connsiteX37" fmla="*/ 1264278 w 1856319"/>
              <a:gd name="connsiteY37" fmla="*/ 62925 h 2276895"/>
              <a:gd name="connsiteX38" fmla="*/ 907620 w 1856319"/>
              <a:gd name="connsiteY38" fmla="*/ 470 h 2276895"/>
              <a:gd name="connsiteX39" fmla="*/ 699128 w 1856319"/>
              <a:gd name="connsiteY39" fmla="*/ 38246 h 2276895"/>
              <a:gd name="connsiteX0" fmla="*/ 699128 w 1857396"/>
              <a:gd name="connsiteY0" fmla="*/ 38246 h 2276895"/>
              <a:gd name="connsiteX1" fmla="*/ 530853 w 1857396"/>
              <a:gd name="connsiteY1" fmla="*/ 109476 h 2276895"/>
              <a:gd name="connsiteX2" fmla="*/ 359403 w 1857396"/>
              <a:gd name="connsiteY2" fmla="*/ 226951 h 2276895"/>
              <a:gd name="connsiteX3" fmla="*/ 194303 w 1857396"/>
              <a:gd name="connsiteY3" fmla="*/ 500001 h 2276895"/>
              <a:gd name="connsiteX4" fmla="*/ 143503 w 1857396"/>
              <a:gd name="connsiteY4" fmla="*/ 690502 h 2276895"/>
              <a:gd name="connsiteX5" fmla="*/ 143503 w 1857396"/>
              <a:gd name="connsiteY5" fmla="*/ 1058801 h 2276895"/>
              <a:gd name="connsiteX6" fmla="*/ 144562 w 1857396"/>
              <a:gd name="connsiteY6" fmla="*/ 1196386 h 2276895"/>
              <a:gd name="connsiteX7" fmla="*/ 92704 w 1857396"/>
              <a:gd name="connsiteY7" fmla="*/ 1145586 h 2276895"/>
              <a:gd name="connsiteX8" fmla="*/ 13329 w 1857396"/>
              <a:gd name="connsiteY8" fmla="*/ 1150878 h 2276895"/>
              <a:gd name="connsiteX9" fmla="*/ 1687 w 1857396"/>
              <a:gd name="connsiteY9" fmla="*/ 1262003 h 2276895"/>
              <a:gd name="connsiteX10" fmla="*/ 31320 w 1857396"/>
              <a:gd name="connsiteY10" fmla="*/ 1405937 h 2276895"/>
              <a:gd name="connsiteX11" fmla="*/ 99053 w 1857396"/>
              <a:gd name="connsiteY11" fmla="*/ 1511770 h 2276895"/>
              <a:gd name="connsiteX12" fmla="*/ 149853 w 1857396"/>
              <a:gd name="connsiteY12" fmla="*/ 1609136 h 2276895"/>
              <a:gd name="connsiteX13" fmla="*/ 213353 w 1857396"/>
              <a:gd name="connsiteY13" fmla="*/ 1626070 h 2276895"/>
              <a:gd name="connsiteX14" fmla="*/ 221820 w 1857396"/>
              <a:gd name="connsiteY14" fmla="*/ 1566803 h 2276895"/>
              <a:gd name="connsiteX15" fmla="*/ 221820 w 1857396"/>
              <a:gd name="connsiteY15" fmla="*/ 1532936 h 2276895"/>
              <a:gd name="connsiteX16" fmla="*/ 348820 w 1857396"/>
              <a:gd name="connsiteY16" fmla="*/ 1761536 h 2276895"/>
              <a:gd name="connsiteX17" fmla="*/ 484287 w 1857396"/>
              <a:gd name="connsiteY17" fmla="*/ 1998603 h 2276895"/>
              <a:gd name="connsiteX18" fmla="*/ 907619 w 1857396"/>
              <a:gd name="connsiteY18" fmla="*/ 2261069 h 2276895"/>
              <a:gd name="connsiteX19" fmla="*/ 1168393 w 1857396"/>
              <a:gd name="connsiteY19" fmla="*/ 2225510 h 2276895"/>
              <a:gd name="connsiteX20" fmla="*/ 1402073 w 1857396"/>
              <a:gd name="connsiteY20" fmla="*/ 2044321 h 2276895"/>
              <a:gd name="connsiteX21" fmla="*/ 1562940 w 1857396"/>
              <a:gd name="connsiteY21" fmla="*/ 1893616 h 2276895"/>
              <a:gd name="connsiteX22" fmla="*/ 1645913 w 1857396"/>
              <a:gd name="connsiteY22" fmla="*/ 1754761 h 2276895"/>
              <a:gd name="connsiteX23" fmla="*/ 1686553 w 1857396"/>
              <a:gd name="connsiteY23" fmla="*/ 1524470 h 2276895"/>
              <a:gd name="connsiteX24" fmla="*/ 1678087 w 1857396"/>
              <a:gd name="connsiteY24" fmla="*/ 1456736 h 2276895"/>
              <a:gd name="connsiteX25" fmla="*/ 1737353 w 1857396"/>
              <a:gd name="connsiteY25" fmla="*/ 1549870 h 2276895"/>
              <a:gd name="connsiteX26" fmla="*/ 1788153 w 1857396"/>
              <a:gd name="connsiteY26" fmla="*/ 1524470 h 2276895"/>
              <a:gd name="connsiteX27" fmla="*/ 1805087 w 1857396"/>
              <a:gd name="connsiteY27" fmla="*/ 1405936 h 2276895"/>
              <a:gd name="connsiteX28" fmla="*/ 1849113 w 1857396"/>
              <a:gd name="connsiteY28" fmla="*/ 1309416 h 2276895"/>
              <a:gd name="connsiteX29" fmla="*/ 1855887 w 1857396"/>
              <a:gd name="connsiteY29" fmla="*/ 1211203 h 2276895"/>
              <a:gd name="connsiteX30" fmla="*/ 1830487 w 1857396"/>
              <a:gd name="connsiteY30" fmla="*/ 1092670 h 2276895"/>
              <a:gd name="connsiteX31" fmla="*/ 1754287 w 1857396"/>
              <a:gd name="connsiteY31" fmla="*/ 1118070 h 2276895"/>
              <a:gd name="connsiteX32" fmla="*/ 1720420 w 1857396"/>
              <a:gd name="connsiteY32" fmla="*/ 1164636 h 2276895"/>
              <a:gd name="connsiteX33" fmla="*/ 1686553 w 1857396"/>
              <a:gd name="connsiteY33" fmla="*/ 1236603 h 2276895"/>
              <a:gd name="connsiteX34" fmla="*/ 1703487 w 1857396"/>
              <a:gd name="connsiteY34" fmla="*/ 830203 h 2276895"/>
              <a:gd name="connsiteX35" fmla="*/ 1669620 w 1857396"/>
              <a:gd name="connsiteY35" fmla="*/ 505083 h 2276895"/>
              <a:gd name="connsiteX36" fmla="*/ 1474887 w 1857396"/>
              <a:gd name="connsiteY36" fmla="*/ 186736 h 2276895"/>
              <a:gd name="connsiteX37" fmla="*/ 1264278 w 1857396"/>
              <a:gd name="connsiteY37" fmla="*/ 62925 h 2276895"/>
              <a:gd name="connsiteX38" fmla="*/ 907620 w 1857396"/>
              <a:gd name="connsiteY38" fmla="*/ 470 h 2276895"/>
              <a:gd name="connsiteX39" fmla="*/ 699128 w 1857396"/>
              <a:gd name="connsiteY39" fmla="*/ 38246 h 2276895"/>
              <a:gd name="connsiteX0" fmla="*/ 699128 w 1857234"/>
              <a:gd name="connsiteY0" fmla="*/ 38246 h 2276895"/>
              <a:gd name="connsiteX1" fmla="*/ 530853 w 1857234"/>
              <a:gd name="connsiteY1" fmla="*/ 109476 h 2276895"/>
              <a:gd name="connsiteX2" fmla="*/ 359403 w 1857234"/>
              <a:gd name="connsiteY2" fmla="*/ 226951 h 2276895"/>
              <a:gd name="connsiteX3" fmla="*/ 194303 w 1857234"/>
              <a:gd name="connsiteY3" fmla="*/ 500001 h 2276895"/>
              <a:gd name="connsiteX4" fmla="*/ 143503 w 1857234"/>
              <a:gd name="connsiteY4" fmla="*/ 690502 h 2276895"/>
              <a:gd name="connsiteX5" fmla="*/ 143503 w 1857234"/>
              <a:gd name="connsiteY5" fmla="*/ 1058801 h 2276895"/>
              <a:gd name="connsiteX6" fmla="*/ 144562 w 1857234"/>
              <a:gd name="connsiteY6" fmla="*/ 1196386 h 2276895"/>
              <a:gd name="connsiteX7" fmla="*/ 92704 w 1857234"/>
              <a:gd name="connsiteY7" fmla="*/ 1145586 h 2276895"/>
              <a:gd name="connsiteX8" fmla="*/ 13329 w 1857234"/>
              <a:gd name="connsiteY8" fmla="*/ 1150878 h 2276895"/>
              <a:gd name="connsiteX9" fmla="*/ 1687 w 1857234"/>
              <a:gd name="connsiteY9" fmla="*/ 1262003 h 2276895"/>
              <a:gd name="connsiteX10" fmla="*/ 31320 w 1857234"/>
              <a:gd name="connsiteY10" fmla="*/ 1405937 h 2276895"/>
              <a:gd name="connsiteX11" fmla="*/ 99053 w 1857234"/>
              <a:gd name="connsiteY11" fmla="*/ 1511770 h 2276895"/>
              <a:gd name="connsiteX12" fmla="*/ 149853 w 1857234"/>
              <a:gd name="connsiteY12" fmla="*/ 1609136 h 2276895"/>
              <a:gd name="connsiteX13" fmla="*/ 213353 w 1857234"/>
              <a:gd name="connsiteY13" fmla="*/ 1626070 h 2276895"/>
              <a:gd name="connsiteX14" fmla="*/ 221820 w 1857234"/>
              <a:gd name="connsiteY14" fmla="*/ 1566803 h 2276895"/>
              <a:gd name="connsiteX15" fmla="*/ 221820 w 1857234"/>
              <a:gd name="connsiteY15" fmla="*/ 1532936 h 2276895"/>
              <a:gd name="connsiteX16" fmla="*/ 348820 w 1857234"/>
              <a:gd name="connsiteY16" fmla="*/ 1761536 h 2276895"/>
              <a:gd name="connsiteX17" fmla="*/ 484287 w 1857234"/>
              <a:gd name="connsiteY17" fmla="*/ 1998603 h 2276895"/>
              <a:gd name="connsiteX18" fmla="*/ 907619 w 1857234"/>
              <a:gd name="connsiteY18" fmla="*/ 2261069 h 2276895"/>
              <a:gd name="connsiteX19" fmla="*/ 1168393 w 1857234"/>
              <a:gd name="connsiteY19" fmla="*/ 2225510 h 2276895"/>
              <a:gd name="connsiteX20" fmla="*/ 1402073 w 1857234"/>
              <a:gd name="connsiteY20" fmla="*/ 2044321 h 2276895"/>
              <a:gd name="connsiteX21" fmla="*/ 1562940 w 1857234"/>
              <a:gd name="connsiteY21" fmla="*/ 1893616 h 2276895"/>
              <a:gd name="connsiteX22" fmla="*/ 1645913 w 1857234"/>
              <a:gd name="connsiteY22" fmla="*/ 1754761 h 2276895"/>
              <a:gd name="connsiteX23" fmla="*/ 1686553 w 1857234"/>
              <a:gd name="connsiteY23" fmla="*/ 1524470 h 2276895"/>
              <a:gd name="connsiteX24" fmla="*/ 1678087 w 1857234"/>
              <a:gd name="connsiteY24" fmla="*/ 1456736 h 2276895"/>
              <a:gd name="connsiteX25" fmla="*/ 1737353 w 1857234"/>
              <a:gd name="connsiteY25" fmla="*/ 1549870 h 2276895"/>
              <a:gd name="connsiteX26" fmla="*/ 1788153 w 1857234"/>
              <a:gd name="connsiteY26" fmla="*/ 1524470 h 2276895"/>
              <a:gd name="connsiteX27" fmla="*/ 1810167 w 1857234"/>
              <a:gd name="connsiteY27" fmla="*/ 1405936 h 2276895"/>
              <a:gd name="connsiteX28" fmla="*/ 1849113 w 1857234"/>
              <a:gd name="connsiteY28" fmla="*/ 1309416 h 2276895"/>
              <a:gd name="connsiteX29" fmla="*/ 1855887 w 1857234"/>
              <a:gd name="connsiteY29" fmla="*/ 1211203 h 2276895"/>
              <a:gd name="connsiteX30" fmla="*/ 1830487 w 1857234"/>
              <a:gd name="connsiteY30" fmla="*/ 1092670 h 2276895"/>
              <a:gd name="connsiteX31" fmla="*/ 1754287 w 1857234"/>
              <a:gd name="connsiteY31" fmla="*/ 1118070 h 2276895"/>
              <a:gd name="connsiteX32" fmla="*/ 1720420 w 1857234"/>
              <a:gd name="connsiteY32" fmla="*/ 1164636 h 2276895"/>
              <a:gd name="connsiteX33" fmla="*/ 1686553 w 1857234"/>
              <a:gd name="connsiteY33" fmla="*/ 1236603 h 2276895"/>
              <a:gd name="connsiteX34" fmla="*/ 1703487 w 1857234"/>
              <a:gd name="connsiteY34" fmla="*/ 830203 h 2276895"/>
              <a:gd name="connsiteX35" fmla="*/ 1669620 w 1857234"/>
              <a:gd name="connsiteY35" fmla="*/ 505083 h 2276895"/>
              <a:gd name="connsiteX36" fmla="*/ 1474887 w 1857234"/>
              <a:gd name="connsiteY36" fmla="*/ 186736 h 2276895"/>
              <a:gd name="connsiteX37" fmla="*/ 1264278 w 1857234"/>
              <a:gd name="connsiteY37" fmla="*/ 62925 h 2276895"/>
              <a:gd name="connsiteX38" fmla="*/ 907620 w 1857234"/>
              <a:gd name="connsiteY38" fmla="*/ 470 h 2276895"/>
              <a:gd name="connsiteX39" fmla="*/ 699128 w 1857234"/>
              <a:gd name="connsiteY39" fmla="*/ 38246 h 2276895"/>
              <a:gd name="connsiteX0" fmla="*/ 699128 w 1857234"/>
              <a:gd name="connsiteY0" fmla="*/ 38246 h 2279038"/>
              <a:gd name="connsiteX1" fmla="*/ 530853 w 1857234"/>
              <a:gd name="connsiteY1" fmla="*/ 109476 h 2279038"/>
              <a:gd name="connsiteX2" fmla="*/ 359403 w 1857234"/>
              <a:gd name="connsiteY2" fmla="*/ 226951 h 2279038"/>
              <a:gd name="connsiteX3" fmla="*/ 194303 w 1857234"/>
              <a:gd name="connsiteY3" fmla="*/ 500001 h 2279038"/>
              <a:gd name="connsiteX4" fmla="*/ 143503 w 1857234"/>
              <a:gd name="connsiteY4" fmla="*/ 690502 h 2279038"/>
              <a:gd name="connsiteX5" fmla="*/ 143503 w 1857234"/>
              <a:gd name="connsiteY5" fmla="*/ 1058801 h 2279038"/>
              <a:gd name="connsiteX6" fmla="*/ 144562 w 1857234"/>
              <a:gd name="connsiteY6" fmla="*/ 1196386 h 2279038"/>
              <a:gd name="connsiteX7" fmla="*/ 92704 w 1857234"/>
              <a:gd name="connsiteY7" fmla="*/ 1145586 h 2279038"/>
              <a:gd name="connsiteX8" fmla="*/ 13329 w 1857234"/>
              <a:gd name="connsiteY8" fmla="*/ 1150878 h 2279038"/>
              <a:gd name="connsiteX9" fmla="*/ 1687 w 1857234"/>
              <a:gd name="connsiteY9" fmla="*/ 1262003 h 2279038"/>
              <a:gd name="connsiteX10" fmla="*/ 31320 w 1857234"/>
              <a:gd name="connsiteY10" fmla="*/ 1405937 h 2279038"/>
              <a:gd name="connsiteX11" fmla="*/ 99053 w 1857234"/>
              <a:gd name="connsiteY11" fmla="*/ 1511770 h 2279038"/>
              <a:gd name="connsiteX12" fmla="*/ 149853 w 1857234"/>
              <a:gd name="connsiteY12" fmla="*/ 1609136 h 2279038"/>
              <a:gd name="connsiteX13" fmla="*/ 213353 w 1857234"/>
              <a:gd name="connsiteY13" fmla="*/ 1626070 h 2279038"/>
              <a:gd name="connsiteX14" fmla="*/ 221820 w 1857234"/>
              <a:gd name="connsiteY14" fmla="*/ 1566803 h 2279038"/>
              <a:gd name="connsiteX15" fmla="*/ 221820 w 1857234"/>
              <a:gd name="connsiteY15" fmla="*/ 1532936 h 2279038"/>
              <a:gd name="connsiteX16" fmla="*/ 348820 w 1857234"/>
              <a:gd name="connsiteY16" fmla="*/ 1761536 h 2279038"/>
              <a:gd name="connsiteX17" fmla="*/ 484287 w 1857234"/>
              <a:gd name="connsiteY17" fmla="*/ 1998603 h 2279038"/>
              <a:gd name="connsiteX18" fmla="*/ 907619 w 1857234"/>
              <a:gd name="connsiteY18" fmla="*/ 2261069 h 2279038"/>
              <a:gd name="connsiteX19" fmla="*/ 1132832 w 1857234"/>
              <a:gd name="connsiteY19" fmla="*/ 2232550 h 2279038"/>
              <a:gd name="connsiteX20" fmla="*/ 1402073 w 1857234"/>
              <a:gd name="connsiteY20" fmla="*/ 2044321 h 2279038"/>
              <a:gd name="connsiteX21" fmla="*/ 1562940 w 1857234"/>
              <a:gd name="connsiteY21" fmla="*/ 1893616 h 2279038"/>
              <a:gd name="connsiteX22" fmla="*/ 1645913 w 1857234"/>
              <a:gd name="connsiteY22" fmla="*/ 1754761 h 2279038"/>
              <a:gd name="connsiteX23" fmla="*/ 1686553 w 1857234"/>
              <a:gd name="connsiteY23" fmla="*/ 1524470 h 2279038"/>
              <a:gd name="connsiteX24" fmla="*/ 1678087 w 1857234"/>
              <a:gd name="connsiteY24" fmla="*/ 1456736 h 2279038"/>
              <a:gd name="connsiteX25" fmla="*/ 1737353 w 1857234"/>
              <a:gd name="connsiteY25" fmla="*/ 1549870 h 2279038"/>
              <a:gd name="connsiteX26" fmla="*/ 1788153 w 1857234"/>
              <a:gd name="connsiteY26" fmla="*/ 1524470 h 2279038"/>
              <a:gd name="connsiteX27" fmla="*/ 1810167 w 1857234"/>
              <a:gd name="connsiteY27" fmla="*/ 1405936 h 2279038"/>
              <a:gd name="connsiteX28" fmla="*/ 1849113 w 1857234"/>
              <a:gd name="connsiteY28" fmla="*/ 1309416 h 2279038"/>
              <a:gd name="connsiteX29" fmla="*/ 1855887 w 1857234"/>
              <a:gd name="connsiteY29" fmla="*/ 1211203 h 2279038"/>
              <a:gd name="connsiteX30" fmla="*/ 1830487 w 1857234"/>
              <a:gd name="connsiteY30" fmla="*/ 1092670 h 2279038"/>
              <a:gd name="connsiteX31" fmla="*/ 1754287 w 1857234"/>
              <a:gd name="connsiteY31" fmla="*/ 1118070 h 2279038"/>
              <a:gd name="connsiteX32" fmla="*/ 1720420 w 1857234"/>
              <a:gd name="connsiteY32" fmla="*/ 1164636 h 2279038"/>
              <a:gd name="connsiteX33" fmla="*/ 1686553 w 1857234"/>
              <a:gd name="connsiteY33" fmla="*/ 1236603 h 2279038"/>
              <a:gd name="connsiteX34" fmla="*/ 1703487 w 1857234"/>
              <a:gd name="connsiteY34" fmla="*/ 830203 h 2279038"/>
              <a:gd name="connsiteX35" fmla="*/ 1669620 w 1857234"/>
              <a:gd name="connsiteY35" fmla="*/ 505083 h 2279038"/>
              <a:gd name="connsiteX36" fmla="*/ 1474887 w 1857234"/>
              <a:gd name="connsiteY36" fmla="*/ 186736 h 2279038"/>
              <a:gd name="connsiteX37" fmla="*/ 1264278 w 1857234"/>
              <a:gd name="connsiteY37" fmla="*/ 62925 h 2279038"/>
              <a:gd name="connsiteX38" fmla="*/ 907620 w 1857234"/>
              <a:gd name="connsiteY38" fmla="*/ 470 h 2279038"/>
              <a:gd name="connsiteX39" fmla="*/ 699128 w 1857234"/>
              <a:gd name="connsiteY39" fmla="*/ 38246 h 2279038"/>
              <a:gd name="connsiteX0" fmla="*/ 699128 w 1857234"/>
              <a:gd name="connsiteY0" fmla="*/ 38246 h 2263673"/>
              <a:gd name="connsiteX1" fmla="*/ 530853 w 1857234"/>
              <a:gd name="connsiteY1" fmla="*/ 109476 h 2263673"/>
              <a:gd name="connsiteX2" fmla="*/ 359403 w 1857234"/>
              <a:gd name="connsiteY2" fmla="*/ 226951 h 2263673"/>
              <a:gd name="connsiteX3" fmla="*/ 194303 w 1857234"/>
              <a:gd name="connsiteY3" fmla="*/ 500001 h 2263673"/>
              <a:gd name="connsiteX4" fmla="*/ 143503 w 1857234"/>
              <a:gd name="connsiteY4" fmla="*/ 690502 h 2263673"/>
              <a:gd name="connsiteX5" fmla="*/ 143503 w 1857234"/>
              <a:gd name="connsiteY5" fmla="*/ 1058801 h 2263673"/>
              <a:gd name="connsiteX6" fmla="*/ 144562 w 1857234"/>
              <a:gd name="connsiteY6" fmla="*/ 1196386 h 2263673"/>
              <a:gd name="connsiteX7" fmla="*/ 92704 w 1857234"/>
              <a:gd name="connsiteY7" fmla="*/ 1145586 h 2263673"/>
              <a:gd name="connsiteX8" fmla="*/ 13329 w 1857234"/>
              <a:gd name="connsiteY8" fmla="*/ 1150878 h 2263673"/>
              <a:gd name="connsiteX9" fmla="*/ 1687 w 1857234"/>
              <a:gd name="connsiteY9" fmla="*/ 1262003 h 2263673"/>
              <a:gd name="connsiteX10" fmla="*/ 31320 w 1857234"/>
              <a:gd name="connsiteY10" fmla="*/ 1405937 h 2263673"/>
              <a:gd name="connsiteX11" fmla="*/ 99053 w 1857234"/>
              <a:gd name="connsiteY11" fmla="*/ 1511770 h 2263673"/>
              <a:gd name="connsiteX12" fmla="*/ 149853 w 1857234"/>
              <a:gd name="connsiteY12" fmla="*/ 1609136 h 2263673"/>
              <a:gd name="connsiteX13" fmla="*/ 213353 w 1857234"/>
              <a:gd name="connsiteY13" fmla="*/ 1626070 h 2263673"/>
              <a:gd name="connsiteX14" fmla="*/ 221820 w 1857234"/>
              <a:gd name="connsiteY14" fmla="*/ 1566803 h 2263673"/>
              <a:gd name="connsiteX15" fmla="*/ 221820 w 1857234"/>
              <a:gd name="connsiteY15" fmla="*/ 1532936 h 2263673"/>
              <a:gd name="connsiteX16" fmla="*/ 348820 w 1857234"/>
              <a:gd name="connsiteY16" fmla="*/ 1761536 h 2263673"/>
              <a:gd name="connsiteX17" fmla="*/ 484287 w 1857234"/>
              <a:gd name="connsiteY17" fmla="*/ 1998603 h 2263673"/>
              <a:gd name="connsiteX18" fmla="*/ 868502 w 1857234"/>
              <a:gd name="connsiteY18" fmla="*/ 2239950 h 2263673"/>
              <a:gd name="connsiteX19" fmla="*/ 1132832 w 1857234"/>
              <a:gd name="connsiteY19" fmla="*/ 2232550 h 2263673"/>
              <a:gd name="connsiteX20" fmla="*/ 1402073 w 1857234"/>
              <a:gd name="connsiteY20" fmla="*/ 2044321 h 2263673"/>
              <a:gd name="connsiteX21" fmla="*/ 1562940 w 1857234"/>
              <a:gd name="connsiteY21" fmla="*/ 1893616 h 2263673"/>
              <a:gd name="connsiteX22" fmla="*/ 1645913 w 1857234"/>
              <a:gd name="connsiteY22" fmla="*/ 1754761 h 2263673"/>
              <a:gd name="connsiteX23" fmla="*/ 1686553 w 1857234"/>
              <a:gd name="connsiteY23" fmla="*/ 1524470 h 2263673"/>
              <a:gd name="connsiteX24" fmla="*/ 1678087 w 1857234"/>
              <a:gd name="connsiteY24" fmla="*/ 1456736 h 2263673"/>
              <a:gd name="connsiteX25" fmla="*/ 1737353 w 1857234"/>
              <a:gd name="connsiteY25" fmla="*/ 1549870 h 2263673"/>
              <a:gd name="connsiteX26" fmla="*/ 1788153 w 1857234"/>
              <a:gd name="connsiteY26" fmla="*/ 1524470 h 2263673"/>
              <a:gd name="connsiteX27" fmla="*/ 1810167 w 1857234"/>
              <a:gd name="connsiteY27" fmla="*/ 1405936 h 2263673"/>
              <a:gd name="connsiteX28" fmla="*/ 1849113 w 1857234"/>
              <a:gd name="connsiteY28" fmla="*/ 1309416 h 2263673"/>
              <a:gd name="connsiteX29" fmla="*/ 1855887 w 1857234"/>
              <a:gd name="connsiteY29" fmla="*/ 1211203 h 2263673"/>
              <a:gd name="connsiteX30" fmla="*/ 1830487 w 1857234"/>
              <a:gd name="connsiteY30" fmla="*/ 1092670 h 2263673"/>
              <a:gd name="connsiteX31" fmla="*/ 1754287 w 1857234"/>
              <a:gd name="connsiteY31" fmla="*/ 1118070 h 2263673"/>
              <a:gd name="connsiteX32" fmla="*/ 1720420 w 1857234"/>
              <a:gd name="connsiteY32" fmla="*/ 1164636 h 2263673"/>
              <a:gd name="connsiteX33" fmla="*/ 1686553 w 1857234"/>
              <a:gd name="connsiteY33" fmla="*/ 1236603 h 2263673"/>
              <a:gd name="connsiteX34" fmla="*/ 1703487 w 1857234"/>
              <a:gd name="connsiteY34" fmla="*/ 830203 h 2263673"/>
              <a:gd name="connsiteX35" fmla="*/ 1669620 w 1857234"/>
              <a:gd name="connsiteY35" fmla="*/ 505083 h 2263673"/>
              <a:gd name="connsiteX36" fmla="*/ 1474887 w 1857234"/>
              <a:gd name="connsiteY36" fmla="*/ 186736 h 2263673"/>
              <a:gd name="connsiteX37" fmla="*/ 1264278 w 1857234"/>
              <a:gd name="connsiteY37" fmla="*/ 62925 h 2263673"/>
              <a:gd name="connsiteX38" fmla="*/ 907620 w 1857234"/>
              <a:gd name="connsiteY38" fmla="*/ 470 h 2263673"/>
              <a:gd name="connsiteX39" fmla="*/ 699128 w 1857234"/>
              <a:gd name="connsiteY39" fmla="*/ 38246 h 2263673"/>
              <a:gd name="connsiteX0" fmla="*/ 699128 w 1857234"/>
              <a:gd name="connsiteY0" fmla="*/ 38246 h 2262944"/>
              <a:gd name="connsiteX1" fmla="*/ 530853 w 1857234"/>
              <a:gd name="connsiteY1" fmla="*/ 109476 h 2262944"/>
              <a:gd name="connsiteX2" fmla="*/ 359403 w 1857234"/>
              <a:gd name="connsiteY2" fmla="*/ 226951 h 2262944"/>
              <a:gd name="connsiteX3" fmla="*/ 194303 w 1857234"/>
              <a:gd name="connsiteY3" fmla="*/ 500001 h 2262944"/>
              <a:gd name="connsiteX4" fmla="*/ 143503 w 1857234"/>
              <a:gd name="connsiteY4" fmla="*/ 690502 h 2262944"/>
              <a:gd name="connsiteX5" fmla="*/ 143503 w 1857234"/>
              <a:gd name="connsiteY5" fmla="*/ 1058801 h 2262944"/>
              <a:gd name="connsiteX6" fmla="*/ 144562 w 1857234"/>
              <a:gd name="connsiteY6" fmla="*/ 1196386 h 2262944"/>
              <a:gd name="connsiteX7" fmla="*/ 92704 w 1857234"/>
              <a:gd name="connsiteY7" fmla="*/ 1145586 h 2262944"/>
              <a:gd name="connsiteX8" fmla="*/ 13329 w 1857234"/>
              <a:gd name="connsiteY8" fmla="*/ 1150878 h 2262944"/>
              <a:gd name="connsiteX9" fmla="*/ 1687 w 1857234"/>
              <a:gd name="connsiteY9" fmla="*/ 1262003 h 2262944"/>
              <a:gd name="connsiteX10" fmla="*/ 31320 w 1857234"/>
              <a:gd name="connsiteY10" fmla="*/ 1405937 h 2262944"/>
              <a:gd name="connsiteX11" fmla="*/ 99053 w 1857234"/>
              <a:gd name="connsiteY11" fmla="*/ 1511770 h 2262944"/>
              <a:gd name="connsiteX12" fmla="*/ 149853 w 1857234"/>
              <a:gd name="connsiteY12" fmla="*/ 1609136 h 2262944"/>
              <a:gd name="connsiteX13" fmla="*/ 213353 w 1857234"/>
              <a:gd name="connsiteY13" fmla="*/ 1626070 h 2262944"/>
              <a:gd name="connsiteX14" fmla="*/ 221820 w 1857234"/>
              <a:gd name="connsiteY14" fmla="*/ 1566803 h 2262944"/>
              <a:gd name="connsiteX15" fmla="*/ 221820 w 1857234"/>
              <a:gd name="connsiteY15" fmla="*/ 1532936 h 2262944"/>
              <a:gd name="connsiteX16" fmla="*/ 348820 w 1857234"/>
              <a:gd name="connsiteY16" fmla="*/ 1761536 h 2262944"/>
              <a:gd name="connsiteX17" fmla="*/ 484287 w 1857234"/>
              <a:gd name="connsiteY17" fmla="*/ 1998603 h 2262944"/>
              <a:gd name="connsiteX18" fmla="*/ 868502 w 1857234"/>
              <a:gd name="connsiteY18" fmla="*/ 2239950 h 2262944"/>
              <a:gd name="connsiteX19" fmla="*/ 1132832 w 1857234"/>
              <a:gd name="connsiteY19" fmla="*/ 2232550 h 2262944"/>
              <a:gd name="connsiteX20" fmla="*/ 1370068 w 1857234"/>
              <a:gd name="connsiteY20" fmla="*/ 2058400 h 2262944"/>
              <a:gd name="connsiteX21" fmla="*/ 1562940 w 1857234"/>
              <a:gd name="connsiteY21" fmla="*/ 1893616 h 2262944"/>
              <a:gd name="connsiteX22" fmla="*/ 1645913 w 1857234"/>
              <a:gd name="connsiteY22" fmla="*/ 1754761 h 2262944"/>
              <a:gd name="connsiteX23" fmla="*/ 1686553 w 1857234"/>
              <a:gd name="connsiteY23" fmla="*/ 1524470 h 2262944"/>
              <a:gd name="connsiteX24" fmla="*/ 1678087 w 1857234"/>
              <a:gd name="connsiteY24" fmla="*/ 1456736 h 2262944"/>
              <a:gd name="connsiteX25" fmla="*/ 1737353 w 1857234"/>
              <a:gd name="connsiteY25" fmla="*/ 1549870 h 2262944"/>
              <a:gd name="connsiteX26" fmla="*/ 1788153 w 1857234"/>
              <a:gd name="connsiteY26" fmla="*/ 1524470 h 2262944"/>
              <a:gd name="connsiteX27" fmla="*/ 1810167 w 1857234"/>
              <a:gd name="connsiteY27" fmla="*/ 1405936 h 2262944"/>
              <a:gd name="connsiteX28" fmla="*/ 1849113 w 1857234"/>
              <a:gd name="connsiteY28" fmla="*/ 1309416 h 2262944"/>
              <a:gd name="connsiteX29" fmla="*/ 1855887 w 1857234"/>
              <a:gd name="connsiteY29" fmla="*/ 1211203 h 2262944"/>
              <a:gd name="connsiteX30" fmla="*/ 1830487 w 1857234"/>
              <a:gd name="connsiteY30" fmla="*/ 1092670 h 2262944"/>
              <a:gd name="connsiteX31" fmla="*/ 1754287 w 1857234"/>
              <a:gd name="connsiteY31" fmla="*/ 1118070 h 2262944"/>
              <a:gd name="connsiteX32" fmla="*/ 1720420 w 1857234"/>
              <a:gd name="connsiteY32" fmla="*/ 1164636 h 2262944"/>
              <a:gd name="connsiteX33" fmla="*/ 1686553 w 1857234"/>
              <a:gd name="connsiteY33" fmla="*/ 1236603 h 2262944"/>
              <a:gd name="connsiteX34" fmla="*/ 1703487 w 1857234"/>
              <a:gd name="connsiteY34" fmla="*/ 830203 h 2262944"/>
              <a:gd name="connsiteX35" fmla="*/ 1669620 w 1857234"/>
              <a:gd name="connsiteY35" fmla="*/ 505083 h 2262944"/>
              <a:gd name="connsiteX36" fmla="*/ 1474887 w 1857234"/>
              <a:gd name="connsiteY36" fmla="*/ 186736 h 2262944"/>
              <a:gd name="connsiteX37" fmla="*/ 1264278 w 1857234"/>
              <a:gd name="connsiteY37" fmla="*/ 62925 h 2262944"/>
              <a:gd name="connsiteX38" fmla="*/ 907620 w 1857234"/>
              <a:gd name="connsiteY38" fmla="*/ 470 h 2262944"/>
              <a:gd name="connsiteX39" fmla="*/ 699128 w 1857234"/>
              <a:gd name="connsiteY39" fmla="*/ 38246 h 2262944"/>
              <a:gd name="connsiteX0" fmla="*/ 699128 w 1857234"/>
              <a:gd name="connsiteY0" fmla="*/ 38246 h 2262944"/>
              <a:gd name="connsiteX1" fmla="*/ 530853 w 1857234"/>
              <a:gd name="connsiteY1" fmla="*/ 109476 h 2262944"/>
              <a:gd name="connsiteX2" fmla="*/ 359403 w 1857234"/>
              <a:gd name="connsiteY2" fmla="*/ 226951 h 2262944"/>
              <a:gd name="connsiteX3" fmla="*/ 194303 w 1857234"/>
              <a:gd name="connsiteY3" fmla="*/ 500001 h 2262944"/>
              <a:gd name="connsiteX4" fmla="*/ 143503 w 1857234"/>
              <a:gd name="connsiteY4" fmla="*/ 690502 h 2262944"/>
              <a:gd name="connsiteX5" fmla="*/ 143503 w 1857234"/>
              <a:gd name="connsiteY5" fmla="*/ 1058801 h 2262944"/>
              <a:gd name="connsiteX6" fmla="*/ 144562 w 1857234"/>
              <a:gd name="connsiteY6" fmla="*/ 1196386 h 2262944"/>
              <a:gd name="connsiteX7" fmla="*/ 92704 w 1857234"/>
              <a:gd name="connsiteY7" fmla="*/ 1145586 h 2262944"/>
              <a:gd name="connsiteX8" fmla="*/ 13329 w 1857234"/>
              <a:gd name="connsiteY8" fmla="*/ 1150878 h 2262944"/>
              <a:gd name="connsiteX9" fmla="*/ 1687 w 1857234"/>
              <a:gd name="connsiteY9" fmla="*/ 1262003 h 2262944"/>
              <a:gd name="connsiteX10" fmla="*/ 31320 w 1857234"/>
              <a:gd name="connsiteY10" fmla="*/ 1405937 h 2262944"/>
              <a:gd name="connsiteX11" fmla="*/ 99053 w 1857234"/>
              <a:gd name="connsiteY11" fmla="*/ 1511770 h 2262944"/>
              <a:gd name="connsiteX12" fmla="*/ 149853 w 1857234"/>
              <a:gd name="connsiteY12" fmla="*/ 1609136 h 2262944"/>
              <a:gd name="connsiteX13" fmla="*/ 213353 w 1857234"/>
              <a:gd name="connsiteY13" fmla="*/ 1626070 h 2262944"/>
              <a:gd name="connsiteX14" fmla="*/ 221820 w 1857234"/>
              <a:gd name="connsiteY14" fmla="*/ 1566803 h 2262944"/>
              <a:gd name="connsiteX15" fmla="*/ 221820 w 1857234"/>
              <a:gd name="connsiteY15" fmla="*/ 1532936 h 2262944"/>
              <a:gd name="connsiteX16" fmla="*/ 348820 w 1857234"/>
              <a:gd name="connsiteY16" fmla="*/ 1761536 h 2262944"/>
              <a:gd name="connsiteX17" fmla="*/ 484287 w 1857234"/>
              <a:gd name="connsiteY17" fmla="*/ 1998603 h 2262944"/>
              <a:gd name="connsiteX18" fmla="*/ 868502 w 1857234"/>
              <a:gd name="connsiteY18" fmla="*/ 2239950 h 2262944"/>
              <a:gd name="connsiteX19" fmla="*/ 1132832 w 1857234"/>
              <a:gd name="connsiteY19" fmla="*/ 2232550 h 2262944"/>
              <a:gd name="connsiteX20" fmla="*/ 1370068 w 1857234"/>
              <a:gd name="connsiteY20" fmla="*/ 2058400 h 2262944"/>
              <a:gd name="connsiteX21" fmla="*/ 1538047 w 1857234"/>
              <a:gd name="connsiteY21" fmla="*/ 1897136 h 2262944"/>
              <a:gd name="connsiteX22" fmla="*/ 1645913 w 1857234"/>
              <a:gd name="connsiteY22" fmla="*/ 1754761 h 2262944"/>
              <a:gd name="connsiteX23" fmla="*/ 1686553 w 1857234"/>
              <a:gd name="connsiteY23" fmla="*/ 1524470 h 2262944"/>
              <a:gd name="connsiteX24" fmla="*/ 1678087 w 1857234"/>
              <a:gd name="connsiteY24" fmla="*/ 1456736 h 2262944"/>
              <a:gd name="connsiteX25" fmla="*/ 1737353 w 1857234"/>
              <a:gd name="connsiteY25" fmla="*/ 1549870 h 2262944"/>
              <a:gd name="connsiteX26" fmla="*/ 1788153 w 1857234"/>
              <a:gd name="connsiteY26" fmla="*/ 1524470 h 2262944"/>
              <a:gd name="connsiteX27" fmla="*/ 1810167 w 1857234"/>
              <a:gd name="connsiteY27" fmla="*/ 1405936 h 2262944"/>
              <a:gd name="connsiteX28" fmla="*/ 1849113 w 1857234"/>
              <a:gd name="connsiteY28" fmla="*/ 1309416 h 2262944"/>
              <a:gd name="connsiteX29" fmla="*/ 1855887 w 1857234"/>
              <a:gd name="connsiteY29" fmla="*/ 1211203 h 2262944"/>
              <a:gd name="connsiteX30" fmla="*/ 1830487 w 1857234"/>
              <a:gd name="connsiteY30" fmla="*/ 1092670 h 2262944"/>
              <a:gd name="connsiteX31" fmla="*/ 1754287 w 1857234"/>
              <a:gd name="connsiteY31" fmla="*/ 1118070 h 2262944"/>
              <a:gd name="connsiteX32" fmla="*/ 1720420 w 1857234"/>
              <a:gd name="connsiteY32" fmla="*/ 1164636 h 2262944"/>
              <a:gd name="connsiteX33" fmla="*/ 1686553 w 1857234"/>
              <a:gd name="connsiteY33" fmla="*/ 1236603 h 2262944"/>
              <a:gd name="connsiteX34" fmla="*/ 1703487 w 1857234"/>
              <a:gd name="connsiteY34" fmla="*/ 830203 h 2262944"/>
              <a:gd name="connsiteX35" fmla="*/ 1669620 w 1857234"/>
              <a:gd name="connsiteY35" fmla="*/ 505083 h 2262944"/>
              <a:gd name="connsiteX36" fmla="*/ 1474887 w 1857234"/>
              <a:gd name="connsiteY36" fmla="*/ 186736 h 2262944"/>
              <a:gd name="connsiteX37" fmla="*/ 1264278 w 1857234"/>
              <a:gd name="connsiteY37" fmla="*/ 62925 h 2262944"/>
              <a:gd name="connsiteX38" fmla="*/ 907620 w 1857234"/>
              <a:gd name="connsiteY38" fmla="*/ 470 h 2262944"/>
              <a:gd name="connsiteX39" fmla="*/ 699128 w 1857234"/>
              <a:gd name="connsiteY39" fmla="*/ 38246 h 2262944"/>
              <a:gd name="connsiteX0" fmla="*/ 699128 w 1857234"/>
              <a:gd name="connsiteY0" fmla="*/ 38246 h 2262944"/>
              <a:gd name="connsiteX1" fmla="*/ 530853 w 1857234"/>
              <a:gd name="connsiteY1" fmla="*/ 109476 h 2262944"/>
              <a:gd name="connsiteX2" fmla="*/ 359403 w 1857234"/>
              <a:gd name="connsiteY2" fmla="*/ 226951 h 2262944"/>
              <a:gd name="connsiteX3" fmla="*/ 194303 w 1857234"/>
              <a:gd name="connsiteY3" fmla="*/ 500001 h 2262944"/>
              <a:gd name="connsiteX4" fmla="*/ 143503 w 1857234"/>
              <a:gd name="connsiteY4" fmla="*/ 690502 h 2262944"/>
              <a:gd name="connsiteX5" fmla="*/ 143503 w 1857234"/>
              <a:gd name="connsiteY5" fmla="*/ 1058801 h 2262944"/>
              <a:gd name="connsiteX6" fmla="*/ 144562 w 1857234"/>
              <a:gd name="connsiteY6" fmla="*/ 1196386 h 2262944"/>
              <a:gd name="connsiteX7" fmla="*/ 92704 w 1857234"/>
              <a:gd name="connsiteY7" fmla="*/ 1145586 h 2262944"/>
              <a:gd name="connsiteX8" fmla="*/ 13329 w 1857234"/>
              <a:gd name="connsiteY8" fmla="*/ 1150878 h 2262944"/>
              <a:gd name="connsiteX9" fmla="*/ 1687 w 1857234"/>
              <a:gd name="connsiteY9" fmla="*/ 1262003 h 2262944"/>
              <a:gd name="connsiteX10" fmla="*/ 31320 w 1857234"/>
              <a:gd name="connsiteY10" fmla="*/ 1405937 h 2262944"/>
              <a:gd name="connsiteX11" fmla="*/ 99053 w 1857234"/>
              <a:gd name="connsiteY11" fmla="*/ 1511770 h 2262944"/>
              <a:gd name="connsiteX12" fmla="*/ 149853 w 1857234"/>
              <a:gd name="connsiteY12" fmla="*/ 1609136 h 2262944"/>
              <a:gd name="connsiteX13" fmla="*/ 213353 w 1857234"/>
              <a:gd name="connsiteY13" fmla="*/ 1626070 h 2262944"/>
              <a:gd name="connsiteX14" fmla="*/ 221820 w 1857234"/>
              <a:gd name="connsiteY14" fmla="*/ 1566803 h 2262944"/>
              <a:gd name="connsiteX15" fmla="*/ 221820 w 1857234"/>
              <a:gd name="connsiteY15" fmla="*/ 1532936 h 2262944"/>
              <a:gd name="connsiteX16" fmla="*/ 348820 w 1857234"/>
              <a:gd name="connsiteY16" fmla="*/ 1761536 h 2262944"/>
              <a:gd name="connsiteX17" fmla="*/ 484287 w 1857234"/>
              <a:gd name="connsiteY17" fmla="*/ 1998603 h 2262944"/>
              <a:gd name="connsiteX18" fmla="*/ 868502 w 1857234"/>
              <a:gd name="connsiteY18" fmla="*/ 2239950 h 2262944"/>
              <a:gd name="connsiteX19" fmla="*/ 1132832 w 1857234"/>
              <a:gd name="connsiteY19" fmla="*/ 2232550 h 2262944"/>
              <a:gd name="connsiteX20" fmla="*/ 1370068 w 1857234"/>
              <a:gd name="connsiteY20" fmla="*/ 2058400 h 2262944"/>
              <a:gd name="connsiteX21" fmla="*/ 1538047 w 1857234"/>
              <a:gd name="connsiteY21" fmla="*/ 1897136 h 2262944"/>
              <a:gd name="connsiteX22" fmla="*/ 1635245 w 1857234"/>
              <a:gd name="connsiteY22" fmla="*/ 1744202 h 2262944"/>
              <a:gd name="connsiteX23" fmla="*/ 1686553 w 1857234"/>
              <a:gd name="connsiteY23" fmla="*/ 1524470 h 2262944"/>
              <a:gd name="connsiteX24" fmla="*/ 1678087 w 1857234"/>
              <a:gd name="connsiteY24" fmla="*/ 1456736 h 2262944"/>
              <a:gd name="connsiteX25" fmla="*/ 1737353 w 1857234"/>
              <a:gd name="connsiteY25" fmla="*/ 1549870 h 2262944"/>
              <a:gd name="connsiteX26" fmla="*/ 1788153 w 1857234"/>
              <a:gd name="connsiteY26" fmla="*/ 1524470 h 2262944"/>
              <a:gd name="connsiteX27" fmla="*/ 1810167 w 1857234"/>
              <a:gd name="connsiteY27" fmla="*/ 1405936 h 2262944"/>
              <a:gd name="connsiteX28" fmla="*/ 1849113 w 1857234"/>
              <a:gd name="connsiteY28" fmla="*/ 1309416 h 2262944"/>
              <a:gd name="connsiteX29" fmla="*/ 1855887 w 1857234"/>
              <a:gd name="connsiteY29" fmla="*/ 1211203 h 2262944"/>
              <a:gd name="connsiteX30" fmla="*/ 1830487 w 1857234"/>
              <a:gd name="connsiteY30" fmla="*/ 1092670 h 2262944"/>
              <a:gd name="connsiteX31" fmla="*/ 1754287 w 1857234"/>
              <a:gd name="connsiteY31" fmla="*/ 1118070 h 2262944"/>
              <a:gd name="connsiteX32" fmla="*/ 1720420 w 1857234"/>
              <a:gd name="connsiteY32" fmla="*/ 1164636 h 2262944"/>
              <a:gd name="connsiteX33" fmla="*/ 1686553 w 1857234"/>
              <a:gd name="connsiteY33" fmla="*/ 1236603 h 2262944"/>
              <a:gd name="connsiteX34" fmla="*/ 1703487 w 1857234"/>
              <a:gd name="connsiteY34" fmla="*/ 830203 h 2262944"/>
              <a:gd name="connsiteX35" fmla="*/ 1669620 w 1857234"/>
              <a:gd name="connsiteY35" fmla="*/ 505083 h 2262944"/>
              <a:gd name="connsiteX36" fmla="*/ 1474887 w 1857234"/>
              <a:gd name="connsiteY36" fmla="*/ 186736 h 2262944"/>
              <a:gd name="connsiteX37" fmla="*/ 1264278 w 1857234"/>
              <a:gd name="connsiteY37" fmla="*/ 62925 h 2262944"/>
              <a:gd name="connsiteX38" fmla="*/ 907620 w 1857234"/>
              <a:gd name="connsiteY38" fmla="*/ 470 h 2262944"/>
              <a:gd name="connsiteX39" fmla="*/ 699128 w 1857234"/>
              <a:gd name="connsiteY39" fmla="*/ 38246 h 2262944"/>
              <a:gd name="connsiteX0" fmla="*/ 699128 w 1857234"/>
              <a:gd name="connsiteY0" fmla="*/ 38246 h 2263942"/>
              <a:gd name="connsiteX1" fmla="*/ 530853 w 1857234"/>
              <a:gd name="connsiteY1" fmla="*/ 109476 h 2263942"/>
              <a:gd name="connsiteX2" fmla="*/ 359403 w 1857234"/>
              <a:gd name="connsiteY2" fmla="*/ 226951 h 2263942"/>
              <a:gd name="connsiteX3" fmla="*/ 194303 w 1857234"/>
              <a:gd name="connsiteY3" fmla="*/ 500001 h 2263942"/>
              <a:gd name="connsiteX4" fmla="*/ 143503 w 1857234"/>
              <a:gd name="connsiteY4" fmla="*/ 690502 h 2263942"/>
              <a:gd name="connsiteX5" fmla="*/ 143503 w 1857234"/>
              <a:gd name="connsiteY5" fmla="*/ 1058801 h 2263942"/>
              <a:gd name="connsiteX6" fmla="*/ 144562 w 1857234"/>
              <a:gd name="connsiteY6" fmla="*/ 1196386 h 2263942"/>
              <a:gd name="connsiteX7" fmla="*/ 92704 w 1857234"/>
              <a:gd name="connsiteY7" fmla="*/ 1145586 h 2263942"/>
              <a:gd name="connsiteX8" fmla="*/ 13329 w 1857234"/>
              <a:gd name="connsiteY8" fmla="*/ 1150878 h 2263942"/>
              <a:gd name="connsiteX9" fmla="*/ 1687 w 1857234"/>
              <a:gd name="connsiteY9" fmla="*/ 1262003 h 2263942"/>
              <a:gd name="connsiteX10" fmla="*/ 31320 w 1857234"/>
              <a:gd name="connsiteY10" fmla="*/ 1405937 h 2263942"/>
              <a:gd name="connsiteX11" fmla="*/ 99053 w 1857234"/>
              <a:gd name="connsiteY11" fmla="*/ 1511770 h 2263942"/>
              <a:gd name="connsiteX12" fmla="*/ 149853 w 1857234"/>
              <a:gd name="connsiteY12" fmla="*/ 1609136 h 2263942"/>
              <a:gd name="connsiteX13" fmla="*/ 213353 w 1857234"/>
              <a:gd name="connsiteY13" fmla="*/ 1626070 h 2263942"/>
              <a:gd name="connsiteX14" fmla="*/ 221820 w 1857234"/>
              <a:gd name="connsiteY14" fmla="*/ 1566803 h 2263942"/>
              <a:gd name="connsiteX15" fmla="*/ 221820 w 1857234"/>
              <a:gd name="connsiteY15" fmla="*/ 1532936 h 2263942"/>
              <a:gd name="connsiteX16" fmla="*/ 348820 w 1857234"/>
              <a:gd name="connsiteY16" fmla="*/ 1761536 h 2263942"/>
              <a:gd name="connsiteX17" fmla="*/ 494956 w 1857234"/>
              <a:gd name="connsiteY17" fmla="*/ 1984524 h 2263942"/>
              <a:gd name="connsiteX18" fmla="*/ 868502 w 1857234"/>
              <a:gd name="connsiteY18" fmla="*/ 2239950 h 2263942"/>
              <a:gd name="connsiteX19" fmla="*/ 1132832 w 1857234"/>
              <a:gd name="connsiteY19" fmla="*/ 2232550 h 2263942"/>
              <a:gd name="connsiteX20" fmla="*/ 1370068 w 1857234"/>
              <a:gd name="connsiteY20" fmla="*/ 2058400 h 2263942"/>
              <a:gd name="connsiteX21" fmla="*/ 1538047 w 1857234"/>
              <a:gd name="connsiteY21" fmla="*/ 1897136 h 2263942"/>
              <a:gd name="connsiteX22" fmla="*/ 1635245 w 1857234"/>
              <a:gd name="connsiteY22" fmla="*/ 1744202 h 2263942"/>
              <a:gd name="connsiteX23" fmla="*/ 1686553 w 1857234"/>
              <a:gd name="connsiteY23" fmla="*/ 1524470 h 2263942"/>
              <a:gd name="connsiteX24" fmla="*/ 1678087 w 1857234"/>
              <a:gd name="connsiteY24" fmla="*/ 1456736 h 2263942"/>
              <a:gd name="connsiteX25" fmla="*/ 1737353 w 1857234"/>
              <a:gd name="connsiteY25" fmla="*/ 1549870 h 2263942"/>
              <a:gd name="connsiteX26" fmla="*/ 1788153 w 1857234"/>
              <a:gd name="connsiteY26" fmla="*/ 1524470 h 2263942"/>
              <a:gd name="connsiteX27" fmla="*/ 1810167 w 1857234"/>
              <a:gd name="connsiteY27" fmla="*/ 1405936 h 2263942"/>
              <a:gd name="connsiteX28" fmla="*/ 1849113 w 1857234"/>
              <a:gd name="connsiteY28" fmla="*/ 1309416 h 2263942"/>
              <a:gd name="connsiteX29" fmla="*/ 1855887 w 1857234"/>
              <a:gd name="connsiteY29" fmla="*/ 1211203 h 2263942"/>
              <a:gd name="connsiteX30" fmla="*/ 1830487 w 1857234"/>
              <a:gd name="connsiteY30" fmla="*/ 1092670 h 2263942"/>
              <a:gd name="connsiteX31" fmla="*/ 1754287 w 1857234"/>
              <a:gd name="connsiteY31" fmla="*/ 1118070 h 2263942"/>
              <a:gd name="connsiteX32" fmla="*/ 1720420 w 1857234"/>
              <a:gd name="connsiteY32" fmla="*/ 1164636 h 2263942"/>
              <a:gd name="connsiteX33" fmla="*/ 1686553 w 1857234"/>
              <a:gd name="connsiteY33" fmla="*/ 1236603 h 2263942"/>
              <a:gd name="connsiteX34" fmla="*/ 1703487 w 1857234"/>
              <a:gd name="connsiteY34" fmla="*/ 830203 h 2263942"/>
              <a:gd name="connsiteX35" fmla="*/ 1669620 w 1857234"/>
              <a:gd name="connsiteY35" fmla="*/ 505083 h 2263942"/>
              <a:gd name="connsiteX36" fmla="*/ 1474887 w 1857234"/>
              <a:gd name="connsiteY36" fmla="*/ 186736 h 2263942"/>
              <a:gd name="connsiteX37" fmla="*/ 1264278 w 1857234"/>
              <a:gd name="connsiteY37" fmla="*/ 62925 h 2263942"/>
              <a:gd name="connsiteX38" fmla="*/ 907620 w 1857234"/>
              <a:gd name="connsiteY38" fmla="*/ 470 h 2263942"/>
              <a:gd name="connsiteX39" fmla="*/ 699128 w 1857234"/>
              <a:gd name="connsiteY39" fmla="*/ 38246 h 2263942"/>
              <a:gd name="connsiteX0" fmla="*/ 699128 w 1857234"/>
              <a:gd name="connsiteY0" fmla="*/ 38246 h 2255841"/>
              <a:gd name="connsiteX1" fmla="*/ 530853 w 1857234"/>
              <a:gd name="connsiteY1" fmla="*/ 109476 h 2255841"/>
              <a:gd name="connsiteX2" fmla="*/ 359403 w 1857234"/>
              <a:gd name="connsiteY2" fmla="*/ 226951 h 2255841"/>
              <a:gd name="connsiteX3" fmla="*/ 194303 w 1857234"/>
              <a:gd name="connsiteY3" fmla="*/ 500001 h 2255841"/>
              <a:gd name="connsiteX4" fmla="*/ 143503 w 1857234"/>
              <a:gd name="connsiteY4" fmla="*/ 690502 h 2255841"/>
              <a:gd name="connsiteX5" fmla="*/ 143503 w 1857234"/>
              <a:gd name="connsiteY5" fmla="*/ 1058801 h 2255841"/>
              <a:gd name="connsiteX6" fmla="*/ 144562 w 1857234"/>
              <a:gd name="connsiteY6" fmla="*/ 1196386 h 2255841"/>
              <a:gd name="connsiteX7" fmla="*/ 92704 w 1857234"/>
              <a:gd name="connsiteY7" fmla="*/ 1145586 h 2255841"/>
              <a:gd name="connsiteX8" fmla="*/ 13329 w 1857234"/>
              <a:gd name="connsiteY8" fmla="*/ 1150878 h 2255841"/>
              <a:gd name="connsiteX9" fmla="*/ 1687 w 1857234"/>
              <a:gd name="connsiteY9" fmla="*/ 1262003 h 2255841"/>
              <a:gd name="connsiteX10" fmla="*/ 31320 w 1857234"/>
              <a:gd name="connsiteY10" fmla="*/ 1405937 h 2255841"/>
              <a:gd name="connsiteX11" fmla="*/ 99053 w 1857234"/>
              <a:gd name="connsiteY11" fmla="*/ 1511770 h 2255841"/>
              <a:gd name="connsiteX12" fmla="*/ 149853 w 1857234"/>
              <a:gd name="connsiteY12" fmla="*/ 1609136 h 2255841"/>
              <a:gd name="connsiteX13" fmla="*/ 213353 w 1857234"/>
              <a:gd name="connsiteY13" fmla="*/ 1626070 h 2255841"/>
              <a:gd name="connsiteX14" fmla="*/ 221820 w 1857234"/>
              <a:gd name="connsiteY14" fmla="*/ 1566803 h 2255841"/>
              <a:gd name="connsiteX15" fmla="*/ 221820 w 1857234"/>
              <a:gd name="connsiteY15" fmla="*/ 1532936 h 2255841"/>
              <a:gd name="connsiteX16" fmla="*/ 348820 w 1857234"/>
              <a:gd name="connsiteY16" fmla="*/ 1761536 h 2255841"/>
              <a:gd name="connsiteX17" fmla="*/ 494956 w 1857234"/>
              <a:gd name="connsiteY17" fmla="*/ 1984524 h 2255841"/>
              <a:gd name="connsiteX18" fmla="*/ 567865 w 1857234"/>
              <a:gd name="connsiteY18" fmla="*/ 2101798 h 2255841"/>
              <a:gd name="connsiteX19" fmla="*/ 868502 w 1857234"/>
              <a:gd name="connsiteY19" fmla="*/ 2239950 h 2255841"/>
              <a:gd name="connsiteX20" fmla="*/ 1132832 w 1857234"/>
              <a:gd name="connsiteY20" fmla="*/ 2232550 h 2255841"/>
              <a:gd name="connsiteX21" fmla="*/ 1370068 w 1857234"/>
              <a:gd name="connsiteY21" fmla="*/ 2058400 h 2255841"/>
              <a:gd name="connsiteX22" fmla="*/ 1538047 w 1857234"/>
              <a:gd name="connsiteY22" fmla="*/ 1897136 h 2255841"/>
              <a:gd name="connsiteX23" fmla="*/ 1635245 w 1857234"/>
              <a:gd name="connsiteY23" fmla="*/ 1744202 h 2255841"/>
              <a:gd name="connsiteX24" fmla="*/ 1686553 w 1857234"/>
              <a:gd name="connsiteY24" fmla="*/ 1524470 h 2255841"/>
              <a:gd name="connsiteX25" fmla="*/ 1678087 w 1857234"/>
              <a:gd name="connsiteY25" fmla="*/ 1456736 h 2255841"/>
              <a:gd name="connsiteX26" fmla="*/ 1737353 w 1857234"/>
              <a:gd name="connsiteY26" fmla="*/ 1549870 h 2255841"/>
              <a:gd name="connsiteX27" fmla="*/ 1788153 w 1857234"/>
              <a:gd name="connsiteY27" fmla="*/ 1524470 h 2255841"/>
              <a:gd name="connsiteX28" fmla="*/ 1810167 w 1857234"/>
              <a:gd name="connsiteY28" fmla="*/ 1405936 h 2255841"/>
              <a:gd name="connsiteX29" fmla="*/ 1849113 w 1857234"/>
              <a:gd name="connsiteY29" fmla="*/ 1309416 h 2255841"/>
              <a:gd name="connsiteX30" fmla="*/ 1855887 w 1857234"/>
              <a:gd name="connsiteY30" fmla="*/ 1211203 h 2255841"/>
              <a:gd name="connsiteX31" fmla="*/ 1830487 w 1857234"/>
              <a:gd name="connsiteY31" fmla="*/ 1092670 h 2255841"/>
              <a:gd name="connsiteX32" fmla="*/ 1754287 w 1857234"/>
              <a:gd name="connsiteY32" fmla="*/ 1118070 h 2255841"/>
              <a:gd name="connsiteX33" fmla="*/ 1720420 w 1857234"/>
              <a:gd name="connsiteY33" fmla="*/ 1164636 h 2255841"/>
              <a:gd name="connsiteX34" fmla="*/ 1686553 w 1857234"/>
              <a:gd name="connsiteY34" fmla="*/ 1236603 h 2255841"/>
              <a:gd name="connsiteX35" fmla="*/ 1703487 w 1857234"/>
              <a:gd name="connsiteY35" fmla="*/ 830203 h 2255841"/>
              <a:gd name="connsiteX36" fmla="*/ 1669620 w 1857234"/>
              <a:gd name="connsiteY36" fmla="*/ 505083 h 2255841"/>
              <a:gd name="connsiteX37" fmla="*/ 1474887 w 1857234"/>
              <a:gd name="connsiteY37" fmla="*/ 186736 h 2255841"/>
              <a:gd name="connsiteX38" fmla="*/ 1264278 w 1857234"/>
              <a:gd name="connsiteY38" fmla="*/ 62925 h 2255841"/>
              <a:gd name="connsiteX39" fmla="*/ 907620 w 1857234"/>
              <a:gd name="connsiteY39" fmla="*/ 470 h 2255841"/>
              <a:gd name="connsiteX40" fmla="*/ 699128 w 1857234"/>
              <a:gd name="connsiteY40" fmla="*/ 38246 h 2255841"/>
              <a:gd name="connsiteX0" fmla="*/ 699128 w 1857234"/>
              <a:gd name="connsiteY0" fmla="*/ 38246 h 2265321"/>
              <a:gd name="connsiteX1" fmla="*/ 530853 w 1857234"/>
              <a:gd name="connsiteY1" fmla="*/ 109476 h 2265321"/>
              <a:gd name="connsiteX2" fmla="*/ 359403 w 1857234"/>
              <a:gd name="connsiteY2" fmla="*/ 226951 h 2265321"/>
              <a:gd name="connsiteX3" fmla="*/ 194303 w 1857234"/>
              <a:gd name="connsiteY3" fmla="*/ 500001 h 2265321"/>
              <a:gd name="connsiteX4" fmla="*/ 143503 w 1857234"/>
              <a:gd name="connsiteY4" fmla="*/ 690502 h 2265321"/>
              <a:gd name="connsiteX5" fmla="*/ 143503 w 1857234"/>
              <a:gd name="connsiteY5" fmla="*/ 1058801 h 2265321"/>
              <a:gd name="connsiteX6" fmla="*/ 144562 w 1857234"/>
              <a:gd name="connsiteY6" fmla="*/ 1196386 h 2265321"/>
              <a:gd name="connsiteX7" fmla="*/ 92704 w 1857234"/>
              <a:gd name="connsiteY7" fmla="*/ 1145586 h 2265321"/>
              <a:gd name="connsiteX8" fmla="*/ 13329 w 1857234"/>
              <a:gd name="connsiteY8" fmla="*/ 1150878 h 2265321"/>
              <a:gd name="connsiteX9" fmla="*/ 1687 w 1857234"/>
              <a:gd name="connsiteY9" fmla="*/ 1262003 h 2265321"/>
              <a:gd name="connsiteX10" fmla="*/ 31320 w 1857234"/>
              <a:gd name="connsiteY10" fmla="*/ 1405937 h 2265321"/>
              <a:gd name="connsiteX11" fmla="*/ 99053 w 1857234"/>
              <a:gd name="connsiteY11" fmla="*/ 1511770 h 2265321"/>
              <a:gd name="connsiteX12" fmla="*/ 149853 w 1857234"/>
              <a:gd name="connsiteY12" fmla="*/ 1609136 h 2265321"/>
              <a:gd name="connsiteX13" fmla="*/ 213353 w 1857234"/>
              <a:gd name="connsiteY13" fmla="*/ 1626070 h 2265321"/>
              <a:gd name="connsiteX14" fmla="*/ 221820 w 1857234"/>
              <a:gd name="connsiteY14" fmla="*/ 1566803 h 2265321"/>
              <a:gd name="connsiteX15" fmla="*/ 221820 w 1857234"/>
              <a:gd name="connsiteY15" fmla="*/ 1532936 h 2265321"/>
              <a:gd name="connsiteX16" fmla="*/ 348820 w 1857234"/>
              <a:gd name="connsiteY16" fmla="*/ 1761536 h 2265321"/>
              <a:gd name="connsiteX17" fmla="*/ 494956 w 1857234"/>
              <a:gd name="connsiteY17" fmla="*/ 1984524 h 2265321"/>
              <a:gd name="connsiteX18" fmla="*/ 567865 w 1857234"/>
              <a:gd name="connsiteY18" fmla="*/ 2101798 h 2265321"/>
              <a:gd name="connsiteX19" fmla="*/ 849730 w 1857234"/>
              <a:gd name="connsiteY19" fmla="*/ 2253876 h 2265321"/>
              <a:gd name="connsiteX20" fmla="*/ 1132832 w 1857234"/>
              <a:gd name="connsiteY20" fmla="*/ 2232550 h 2265321"/>
              <a:gd name="connsiteX21" fmla="*/ 1370068 w 1857234"/>
              <a:gd name="connsiteY21" fmla="*/ 2058400 h 2265321"/>
              <a:gd name="connsiteX22" fmla="*/ 1538047 w 1857234"/>
              <a:gd name="connsiteY22" fmla="*/ 1897136 h 2265321"/>
              <a:gd name="connsiteX23" fmla="*/ 1635245 w 1857234"/>
              <a:gd name="connsiteY23" fmla="*/ 1744202 h 2265321"/>
              <a:gd name="connsiteX24" fmla="*/ 1686553 w 1857234"/>
              <a:gd name="connsiteY24" fmla="*/ 1524470 h 2265321"/>
              <a:gd name="connsiteX25" fmla="*/ 1678087 w 1857234"/>
              <a:gd name="connsiteY25" fmla="*/ 1456736 h 2265321"/>
              <a:gd name="connsiteX26" fmla="*/ 1737353 w 1857234"/>
              <a:gd name="connsiteY26" fmla="*/ 1549870 h 2265321"/>
              <a:gd name="connsiteX27" fmla="*/ 1788153 w 1857234"/>
              <a:gd name="connsiteY27" fmla="*/ 1524470 h 2265321"/>
              <a:gd name="connsiteX28" fmla="*/ 1810167 w 1857234"/>
              <a:gd name="connsiteY28" fmla="*/ 1405936 h 2265321"/>
              <a:gd name="connsiteX29" fmla="*/ 1849113 w 1857234"/>
              <a:gd name="connsiteY29" fmla="*/ 1309416 h 2265321"/>
              <a:gd name="connsiteX30" fmla="*/ 1855887 w 1857234"/>
              <a:gd name="connsiteY30" fmla="*/ 1211203 h 2265321"/>
              <a:gd name="connsiteX31" fmla="*/ 1830487 w 1857234"/>
              <a:gd name="connsiteY31" fmla="*/ 1092670 h 2265321"/>
              <a:gd name="connsiteX32" fmla="*/ 1754287 w 1857234"/>
              <a:gd name="connsiteY32" fmla="*/ 1118070 h 2265321"/>
              <a:gd name="connsiteX33" fmla="*/ 1720420 w 1857234"/>
              <a:gd name="connsiteY33" fmla="*/ 1164636 h 2265321"/>
              <a:gd name="connsiteX34" fmla="*/ 1686553 w 1857234"/>
              <a:gd name="connsiteY34" fmla="*/ 1236603 h 2265321"/>
              <a:gd name="connsiteX35" fmla="*/ 1703487 w 1857234"/>
              <a:gd name="connsiteY35" fmla="*/ 830203 h 2265321"/>
              <a:gd name="connsiteX36" fmla="*/ 1669620 w 1857234"/>
              <a:gd name="connsiteY36" fmla="*/ 505083 h 2265321"/>
              <a:gd name="connsiteX37" fmla="*/ 1474887 w 1857234"/>
              <a:gd name="connsiteY37" fmla="*/ 186736 h 2265321"/>
              <a:gd name="connsiteX38" fmla="*/ 1264278 w 1857234"/>
              <a:gd name="connsiteY38" fmla="*/ 62925 h 2265321"/>
              <a:gd name="connsiteX39" fmla="*/ 907620 w 1857234"/>
              <a:gd name="connsiteY39" fmla="*/ 470 h 2265321"/>
              <a:gd name="connsiteX40" fmla="*/ 699128 w 1857234"/>
              <a:gd name="connsiteY40" fmla="*/ 38246 h 2265321"/>
              <a:gd name="connsiteX0" fmla="*/ 699128 w 1857234"/>
              <a:gd name="connsiteY0" fmla="*/ 38246 h 2265321"/>
              <a:gd name="connsiteX1" fmla="*/ 530853 w 1857234"/>
              <a:gd name="connsiteY1" fmla="*/ 109476 h 2265321"/>
              <a:gd name="connsiteX2" fmla="*/ 359403 w 1857234"/>
              <a:gd name="connsiteY2" fmla="*/ 226951 h 2265321"/>
              <a:gd name="connsiteX3" fmla="*/ 194303 w 1857234"/>
              <a:gd name="connsiteY3" fmla="*/ 500001 h 2265321"/>
              <a:gd name="connsiteX4" fmla="*/ 143503 w 1857234"/>
              <a:gd name="connsiteY4" fmla="*/ 690502 h 2265321"/>
              <a:gd name="connsiteX5" fmla="*/ 143503 w 1857234"/>
              <a:gd name="connsiteY5" fmla="*/ 1058801 h 2265321"/>
              <a:gd name="connsiteX6" fmla="*/ 144562 w 1857234"/>
              <a:gd name="connsiteY6" fmla="*/ 1196386 h 2265321"/>
              <a:gd name="connsiteX7" fmla="*/ 92704 w 1857234"/>
              <a:gd name="connsiteY7" fmla="*/ 1145586 h 2265321"/>
              <a:gd name="connsiteX8" fmla="*/ 13329 w 1857234"/>
              <a:gd name="connsiteY8" fmla="*/ 1150878 h 2265321"/>
              <a:gd name="connsiteX9" fmla="*/ 1687 w 1857234"/>
              <a:gd name="connsiteY9" fmla="*/ 1262003 h 2265321"/>
              <a:gd name="connsiteX10" fmla="*/ 31320 w 1857234"/>
              <a:gd name="connsiteY10" fmla="*/ 1405937 h 2265321"/>
              <a:gd name="connsiteX11" fmla="*/ 99053 w 1857234"/>
              <a:gd name="connsiteY11" fmla="*/ 1511770 h 2265321"/>
              <a:gd name="connsiteX12" fmla="*/ 149853 w 1857234"/>
              <a:gd name="connsiteY12" fmla="*/ 1609136 h 2265321"/>
              <a:gd name="connsiteX13" fmla="*/ 213353 w 1857234"/>
              <a:gd name="connsiteY13" fmla="*/ 1626070 h 2265321"/>
              <a:gd name="connsiteX14" fmla="*/ 221820 w 1857234"/>
              <a:gd name="connsiteY14" fmla="*/ 1566803 h 2265321"/>
              <a:gd name="connsiteX15" fmla="*/ 221820 w 1857234"/>
              <a:gd name="connsiteY15" fmla="*/ 1532936 h 2265321"/>
              <a:gd name="connsiteX16" fmla="*/ 348820 w 1857234"/>
              <a:gd name="connsiteY16" fmla="*/ 1761536 h 2265321"/>
              <a:gd name="connsiteX17" fmla="*/ 424560 w 1857234"/>
              <a:gd name="connsiteY17" fmla="*/ 1933462 h 2265321"/>
              <a:gd name="connsiteX18" fmla="*/ 567865 w 1857234"/>
              <a:gd name="connsiteY18" fmla="*/ 2101798 h 2265321"/>
              <a:gd name="connsiteX19" fmla="*/ 849730 w 1857234"/>
              <a:gd name="connsiteY19" fmla="*/ 2253876 h 2265321"/>
              <a:gd name="connsiteX20" fmla="*/ 1132832 w 1857234"/>
              <a:gd name="connsiteY20" fmla="*/ 2232550 h 2265321"/>
              <a:gd name="connsiteX21" fmla="*/ 1370068 w 1857234"/>
              <a:gd name="connsiteY21" fmla="*/ 2058400 h 2265321"/>
              <a:gd name="connsiteX22" fmla="*/ 1538047 w 1857234"/>
              <a:gd name="connsiteY22" fmla="*/ 1897136 h 2265321"/>
              <a:gd name="connsiteX23" fmla="*/ 1635245 w 1857234"/>
              <a:gd name="connsiteY23" fmla="*/ 1744202 h 2265321"/>
              <a:gd name="connsiteX24" fmla="*/ 1686553 w 1857234"/>
              <a:gd name="connsiteY24" fmla="*/ 1524470 h 2265321"/>
              <a:gd name="connsiteX25" fmla="*/ 1678087 w 1857234"/>
              <a:gd name="connsiteY25" fmla="*/ 1456736 h 2265321"/>
              <a:gd name="connsiteX26" fmla="*/ 1737353 w 1857234"/>
              <a:gd name="connsiteY26" fmla="*/ 1549870 h 2265321"/>
              <a:gd name="connsiteX27" fmla="*/ 1788153 w 1857234"/>
              <a:gd name="connsiteY27" fmla="*/ 1524470 h 2265321"/>
              <a:gd name="connsiteX28" fmla="*/ 1810167 w 1857234"/>
              <a:gd name="connsiteY28" fmla="*/ 1405936 h 2265321"/>
              <a:gd name="connsiteX29" fmla="*/ 1849113 w 1857234"/>
              <a:gd name="connsiteY29" fmla="*/ 1309416 h 2265321"/>
              <a:gd name="connsiteX30" fmla="*/ 1855887 w 1857234"/>
              <a:gd name="connsiteY30" fmla="*/ 1211203 h 2265321"/>
              <a:gd name="connsiteX31" fmla="*/ 1830487 w 1857234"/>
              <a:gd name="connsiteY31" fmla="*/ 1092670 h 2265321"/>
              <a:gd name="connsiteX32" fmla="*/ 1754287 w 1857234"/>
              <a:gd name="connsiteY32" fmla="*/ 1118070 h 2265321"/>
              <a:gd name="connsiteX33" fmla="*/ 1720420 w 1857234"/>
              <a:gd name="connsiteY33" fmla="*/ 1164636 h 2265321"/>
              <a:gd name="connsiteX34" fmla="*/ 1686553 w 1857234"/>
              <a:gd name="connsiteY34" fmla="*/ 1236603 h 2265321"/>
              <a:gd name="connsiteX35" fmla="*/ 1703487 w 1857234"/>
              <a:gd name="connsiteY35" fmla="*/ 830203 h 2265321"/>
              <a:gd name="connsiteX36" fmla="*/ 1669620 w 1857234"/>
              <a:gd name="connsiteY36" fmla="*/ 505083 h 2265321"/>
              <a:gd name="connsiteX37" fmla="*/ 1474887 w 1857234"/>
              <a:gd name="connsiteY37" fmla="*/ 186736 h 2265321"/>
              <a:gd name="connsiteX38" fmla="*/ 1264278 w 1857234"/>
              <a:gd name="connsiteY38" fmla="*/ 62925 h 2265321"/>
              <a:gd name="connsiteX39" fmla="*/ 907620 w 1857234"/>
              <a:gd name="connsiteY39" fmla="*/ 470 h 2265321"/>
              <a:gd name="connsiteX40" fmla="*/ 699128 w 1857234"/>
              <a:gd name="connsiteY40" fmla="*/ 38246 h 2265321"/>
              <a:gd name="connsiteX0" fmla="*/ 699128 w 1857234"/>
              <a:gd name="connsiteY0" fmla="*/ 38246 h 2263952"/>
              <a:gd name="connsiteX1" fmla="*/ 530853 w 1857234"/>
              <a:gd name="connsiteY1" fmla="*/ 109476 h 2263952"/>
              <a:gd name="connsiteX2" fmla="*/ 359403 w 1857234"/>
              <a:gd name="connsiteY2" fmla="*/ 226951 h 2263952"/>
              <a:gd name="connsiteX3" fmla="*/ 194303 w 1857234"/>
              <a:gd name="connsiteY3" fmla="*/ 500001 h 2263952"/>
              <a:gd name="connsiteX4" fmla="*/ 143503 w 1857234"/>
              <a:gd name="connsiteY4" fmla="*/ 690502 h 2263952"/>
              <a:gd name="connsiteX5" fmla="*/ 143503 w 1857234"/>
              <a:gd name="connsiteY5" fmla="*/ 1058801 h 2263952"/>
              <a:gd name="connsiteX6" fmla="*/ 144562 w 1857234"/>
              <a:gd name="connsiteY6" fmla="*/ 1196386 h 2263952"/>
              <a:gd name="connsiteX7" fmla="*/ 92704 w 1857234"/>
              <a:gd name="connsiteY7" fmla="*/ 1145586 h 2263952"/>
              <a:gd name="connsiteX8" fmla="*/ 13329 w 1857234"/>
              <a:gd name="connsiteY8" fmla="*/ 1150878 h 2263952"/>
              <a:gd name="connsiteX9" fmla="*/ 1687 w 1857234"/>
              <a:gd name="connsiteY9" fmla="*/ 1262003 h 2263952"/>
              <a:gd name="connsiteX10" fmla="*/ 31320 w 1857234"/>
              <a:gd name="connsiteY10" fmla="*/ 1405937 h 2263952"/>
              <a:gd name="connsiteX11" fmla="*/ 99053 w 1857234"/>
              <a:gd name="connsiteY11" fmla="*/ 1511770 h 2263952"/>
              <a:gd name="connsiteX12" fmla="*/ 149853 w 1857234"/>
              <a:gd name="connsiteY12" fmla="*/ 1609136 h 2263952"/>
              <a:gd name="connsiteX13" fmla="*/ 213353 w 1857234"/>
              <a:gd name="connsiteY13" fmla="*/ 1626070 h 2263952"/>
              <a:gd name="connsiteX14" fmla="*/ 221820 w 1857234"/>
              <a:gd name="connsiteY14" fmla="*/ 1566803 h 2263952"/>
              <a:gd name="connsiteX15" fmla="*/ 221820 w 1857234"/>
              <a:gd name="connsiteY15" fmla="*/ 1532936 h 2263952"/>
              <a:gd name="connsiteX16" fmla="*/ 348820 w 1857234"/>
              <a:gd name="connsiteY16" fmla="*/ 1761536 h 2263952"/>
              <a:gd name="connsiteX17" fmla="*/ 424560 w 1857234"/>
              <a:gd name="connsiteY17" fmla="*/ 1933462 h 2263952"/>
              <a:gd name="connsiteX18" fmla="*/ 605410 w 1857234"/>
              <a:gd name="connsiteY18" fmla="*/ 2120367 h 2263952"/>
              <a:gd name="connsiteX19" fmla="*/ 849730 w 1857234"/>
              <a:gd name="connsiteY19" fmla="*/ 2253876 h 2263952"/>
              <a:gd name="connsiteX20" fmla="*/ 1132832 w 1857234"/>
              <a:gd name="connsiteY20" fmla="*/ 2232550 h 2263952"/>
              <a:gd name="connsiteX21" fmla="*/ 1370068 w 1857234"/>
              <a:gd name="connsiteY21" fmla="*/ 2058400 h 2263952"/>
              <a:gd name="connsiteX22" fmla="*/ 1538047 w 1857234"/>
              <a:gd name="connsiteY22" fmla="*/ 1897136 h 2263952"/>
              <a:gd name="connsiteX23" fmla="*/ 1635245 w 1857234"/>
              <a:gd name="connsiteY23" fmla="*/ 1744202 h 2263952"/>
              <a:gd name="connsiteX24" fmla="*/ 1686553 w 1857234"/>
              <a:gd name="connsiteY24" fmla="*/ 1524470 h 2263952"/>
              <a:gd name="connsiteX25" fmla="*/ 1678087 w 1857234"/>
              <a:gd name="connsiteY25" fmla="*/ 1456736 h 2263952"/>
              <a:gd name="connsiteX26" fmla="*/ 1737353 w 1857234"/>
              <a:gd name="connsiteY26" fmla="*/ 1549870 h 2263952"/>
              <a:gd name="connsiteX27" fmla="*/ 1788153 w 1857234"/>
              <a:gd name="connsiteY27" fmla="*/ 1524470 h 2263952"/>
              <a:gd name="connsiteX28" fmla="*/ 1810167 w 1857234"/>
              <a:gd name="connsiteY28" fmla="*/ 1405936 h 2263952"/>
              <a:gd name="connsiteX29" fmla="*/ 1849113 w 1857234"/>
              <a:gd name="connsiteY29" fmla="*/ 1309416 h 2263952"/>
              <a:gd name="connsiteX30" fmla="*/ 1855887 w 1857234"/>
              <a:gd name="connsiteY30" fmla="*/ 1211203 h 2263952"/>
              <a:gd name="connsiteX31" fmla="*/ 1830487 w 1857234"/>
              <a:gd name="connsiteY31" fmla="*/ 1092670 h 2263952"/>
              <a:gd name="connsiteX32" fmla="*/ 1754287 w 1857234"/>
              <a:gd name="connsiteY32" fmla="*/ 1118070 h 2263952"/>
              <a:gd name="connsiteX33" fmla="*/ 1720420 w 1857234"/>
              <a:gd name="connsiteY33" fmla="*/ 1164636 h 2263952"/>
              <a:gd name="connsiteX34" fmla="*/ 1686553 w 1857234"/>
              <a:gd name="connsiteY34" fmla="*/ 1236603 h 2263952"/>
              <a:gd name="connsiteX35" fmla="*/ 1703487 w 1857234"/>
              <a:gd name="connsiteY35" fmla="*/ 830203 h 2263952"/>
              <a:gd name="connsiteX36" fmla="*/ 1669620 w 1857234"/>
              <a:gd name="connsiteY36" fmla="*/ 505083 h 2263952"/>
              <a:gd name="connsiteX37" fmla="*/ 1474887 w 1857234"/>
              <a:gd name="connsiteY37" fmla="*/ 186736 h 2263952"/>
              <a:gd name="connsiteX38" fmla="*/ 1264278 w 1857234"/>
              <a:gd name="connsiteY38" fmla="*/ 62925 h 2263952"/>
              <a:gd name="connsiteX39" fmla="*/ 907620 w 1857234"/>
              <a:gd name="connsiteY39" fmla="*/ 470 h 2263952"/>
              <a:gd name="connsiteX40" fmla="*/ 699128 w 1857234"/>
              <a:gd name="connsiteY40" fmla="*/ 38246 h 2263952"/>
              <a:gd name="connsiteX0" fmla="*/ 699128 w 1857234"/>
              <a:gd name="connsiteY0" fmla="*/ 38246 h 2254628"/>
              <a:gd name="connsiteX1" fmla="*/ 530853 w 1857234"/>
              <a:gd name="connsiteY1" fmla="*/ 109476 h 2254628"/>
              <a:gd name="connsiteX2" fmla="*/ 359403 w 1857234"/>
              <a:gd name="connsiteY2" fmla="*/ 226951 h 2254628"/>
              <a:gd name="connsiteX3" fmla="*/ 194303 w 1857234"/>
              <a:gd name="connsiteY3" fmla="*/ 500001 h 2254628"/>
              <a:gd name="connsiteX4" fmla="*/ 143503 w 1857234"/>
              <a:gd name="connsiteY4" fmla="*/ 690502 h 2254628"/>
              <a:gd name="connsiteX5" fmla="*/ 143503 w 1857234"/>
              <a:gd name="connsiteY5" fmla="*/ 1058801 h 2254628"/>
              <a:gd name="connsiteX6" fmla="*/ 144562 w 1857234"/>
              <a:gd name="connsiteY6" fmla="*/ 1196386 h 2254628"/>
              <a:gd name="connsiteX7" fmla="*/ 92704 w 1857234"/>
              <a:gd name="connsiteY7" fmla="*/ 1145586 h 2254628"/>
              <a:gd name="connsiteX8" fmla="*/ 13329 w 1857234"/>
              <a:gd name="connsiteY8" fmla="*/ 1150878 h 2254628"/>
              <a:gd name="connsiteX9" fmla="*/ 1687 w 1857234"/>
              <a:gd name="connsiteY9" fmla="*/ 1262003 h 2254628"/>
              <a:gd name="connsiteX10" fmla="*/ 31320 w 1857234"/>
              <a:gd name="connsiteY10" fmla="*/ 1405937 h 2254628"/>
              <a:gd name="connsiteX11" fmla="*/ 99053 w 1857234"/>
              <a:gd name="connsiteY11" fmla="*/ 1511770 h 2254628"/>
              <a:gd name="connsiteX12" fmla="*/ 149853 w 1857234"/>
              <a:gd name="connsiteY12" fmla="*/ 1609136 h 2254628"/>
              <a:gd name="connsiteX13" fmla="*/ 213353 w 1857234"/>
              <a:gd name="connsiteY13" fmla="*/ 1626070 h 2254628"/>
              <a:gd name="connsiteX14" fmla="*/ 221820 w 1857234"/>
              <a:gd name="connsiteY14" fmla="*/ 1566803 h 2254628"/>
              <a:gd name="connsiteX15" fmla="*/ 221820 w 1857234"/>
              <a:gd name="connsiteY15" fmla="*/ 1532936 h 2254628"/>
              <a:gd name="connsiteX16" fmla="*/ 348820 w 1857234"/>
              <a:gd name="connsiteY16" fmla="*/ 1761536 h 2254628"/>
              <a:gd name="connsiteX17" fmla="*/ 424560 w 1857234"/>
              <a:gd name="connsiteY17" fmla="*/ 1933462 h 2254628"/>
              <a:gd name="connsiteX18" fmla="*/ 605410 w 1857234"/>
              <a:gd name="connsiteY18" fmla="*/ 2120367 h 2254628"/>
              <a:gd name="connsiteX19" fmla="*/ 868503 w 1857234"/>
              <a:gd name="connsiteY19" fmla="*/ 2239950 h 2254628"/>
              <a:gd name="connsiteX20" fmla="*/ 1132832 w 1857234"/>
              <a:gd name="connsiteY20" fmla="*/ 2232550 h 2254628"/>
              <a:gd name="connsiteX21" fmla="*/ 1370068 w 1857234"/>
              <a:gd name="connsiteY21" fmla="*/ 2058400 h 2254628"/>
              <a:gd name="connsiteX22" fmla="*/ 1538047 w 1857234"/>
              <a:gd name="connsiteY22" fmla="*/ 1897136 h 2254628"/>
              <a:gd name="connsiteX23" fmla="*/ 1635245 w 1857234"/>
              <a:gd name="connsiteY23" fmla="*/ 1744202 h 2254628"/>
              <a:gd name="connsiteX24" fmla="*/ 1686553 w 1857234"/>
              <a:gd name="connsiteY24" fmla="*/ 1524470 h 2254628"/>
              <a:gd name="connsiteX25" fmla="*/ 1678087 w 1857234"/>
              <a:gd name="connsiteY25" fmla="*/ 1456736 h 2254628"/>
              <a:gd name="connsiteX26" fmla="*/ 1737353 w 1857234"/>
              <a:gd name="connsiteY26" fmla="*/ 1549870 h 2254628"/>
              <a:gd name="connsiteX27" fmla="*/ 1788153 w 1857234"/>
              <a:gd name="connsiteY27" fmla="*/ 1524470 h 2254628"/>
              <a:gd name="connsiteX28" fmla="*/ 1810167 w 1857234"/>
              <a:gd name="connsiteY28" fmla="*/ 1405936 h 2254628"/>
              <a:gd name="connsiteX29" fmla="*/ 1849113 w 1857234"/>
              <a:gd name="connsiteY29" fmla="*/ 1309416 h 2254628"/>
              <a:gd name="connsiteX30" fmla="*/ 1855887 w 1857234"/>
              <a:gd name="connsiteY30" fmla="*/ 1211203 h 2254628"/>
              <a:gd name="connsiteX31" fmla="*/ 1830487 w 1857234"/>
              <a:gd name="connsiteY31" fmla="*/ 1092670 h 2254628"/>
              <a:gd name="connsiteX32" fmla="*/ 1754287 w 1857234"/>
              <a:gd name="connsiteY32" fmla="*/ 1118070 h 2254628"/>
              <a:gd name="connsiteX33" fmla="*/ 1720420 w 1857234"/>
              <a:gd name="connsiteY33" fmla="*/ 1164636 h 2254628"/>
              <a:gd name="connsiteX34" fmla="*/ 1686553 w 1857234"/>
              <a:gd name="connsiteY34" fmla="*/ 1236603 h 2254628"/>
              <a:gd name="connsiteX35" fmla="*/ 1703487 w 1857234"/>
              <a:gd name="connsiteY35" fmla="*/ 830203 h 2254628"/>
              <a:gd name="connsiteX36" fmla="*/ 1669620 w 1857234"/>
              <a:gd name="connsiteY36" fmla="*/ 505083 h 2254628"/>
              <a:gd name="connsiteX37" fmla="*/ 1474887 w 1857234"/>
              <a:gd name="connsiteY37" fmla="*/ 186736 h 2254628"/>
              <a:gd name="connsiteX38" fmla="*/ 1264278 w 1857234"/>
              <a:gd name="connsiteY38" fmla="*/ 62925 h 2254628"/>
              <a:gd name="connsiteX39" fmla="*/ 907620 w 1857234"/>
              <a:gd name="connsiteY39" fmla="*/ 470 h 2254628"/>
              <a:gd name="connsiteX40" fmla="*/ 699128 w 1857234"/>
              <a:gd name="connsiteY40" fmla="*/ 38246 h 2254628"/>
              <a:gd name="connsiteX0" fmla="*/ 699128 w 1857234"/>
              <a:gd name="connsiteY0" fmla="*/ 38246 h 2254628"/>
              <a:gd name="connsiteX1" fmla="*/ 530853 w 1857234"/>
              <a:gd name="connsiteY1" fmla="*/ 109476 h 2254628"/>
              <a:gd name="connsiteX2" fmla="*/ 359403 w 1857234"/>
              <a:gd name="connsiteY2" fmla="*/ 226951 h 2254628"/>
              <a:gd name="connsiteX3" fmla="*/ 194303 w 1857234"/>
              <a:gd name="connsiteY3" fmla="*/ 500001 h 2254628"/>
              <a:gd name="connsiteX4" fmla="*/ 143503 w 1857234"/>
              <a:gd name="connsiteY4" fmla="*/ 690502 h 2254628"/>
              <a:gd name="connsiteX5" fmla="*/ 143503 w 1857234"/>
              <a:gd name="connsiteY5" fmla="*/ 1058801 h 2254628"/>
              <a:gd name="connsiteX6" fmla="*/ 144562 w 1857234"/>
              <a:gd name="connsiteY6" fmla="*/ 1196386 h 2254628"/>
              <a:gd name="connsiteX7" fmla="*/ 92704 w 1857234"/>
              <a:gd name="connsiteY7" fmla="*/ 1145586 h 2254628"/>
              <a:gd name="connsiteX8" fmla="*/ 13329 w 1857234"/>
              <a:gd name="connsiteY8" fmla="*/ 1150878 h 2254628"/>
              <a:gd name="connsiteX9" fmla="*/ 1687 w 1857234"/>
              <a:gd name="connsiteY9" fmla="*/ 1262003 h 2254628"/>
              <a:gd name="connsiteX10" fmla="*/ 31320 w 1857234"/>
              <a:gd name="connsiteY10" fmla="*/ 1405937 h 2254628"/>
              <a:gd name="connsiteX11" fmla="*/ 99053 w 1857234"/>
              <a:gd name="connsiteY11" fmla="*/ 1511770 h 2254628"/>
              <a:gd name="connsiteX12" fmla="*/ 149853 w 1857234"/>
              <a:gd name="connsiteY12" fmla="*/ 1609136 h 2254628"/>
              <a:gd name="connsiteX13" fmla="*/ 213353 w 1857234"/>
              <a:gd name="connsiteY13" fmla="*/ 1626070 h 2254628"/>
              <a:gd name="connsiteX14" fmla="*/ 221820 w 1857234"/>
              <a:gd name="connsiteY14" fmla="*/ 1566803 h 2254628"/>
              <a:gd name="connsiteX15" fmla="*/ 221820 w 1857234"/>
              <a:gd name="connsiteY15" fmla="*/ 1532936 h 2254628"/>
              <a:gd name="connsiteX16" fmla="*/ 334741 w 1857234"/>
              <a:gd name="connsiteY16" fmla="*/ 1789388 h 2254628"/>
              <a:gd name="connsiteX17" fmla="*/ 424560 w 1857234"/>
              <a:gd name="connsiteY17" fmla="*/ 1933462 h 2254628"/>
              <a:gd name="connsiteX18" fmla="*/ 605410 w 1857234"/>
              <a:gd name="connsiteY18" fmla="*/ 2120367 h 2254628"/>
              <a:gd name="connsiteX19" fmla="*/ 868503 w 1857234"/>
              <a:gd name="connsiteY19" fmla="*/ 2239950 h 2254628"/>
              <a:gd name="connsiteX20" fmla="*/ 1132832 w 1857234"/>
              <a:gd name="connsiteY20" fmla="*/ 2232550 h 2254628"/>
              <a:gd name="connsiteX21" fmla="*/ 1370068 w 1857234"/>
              <a:gd name="connsiteY21" fmla="*/ 2058400 h 2254628"/>
              <a:gd name="connsiteX22" fmla="*/ 1538047 w 1857234"/>
              <a:gd name="connsiteY22" fmla="*/ 1897136 h 2254628"/>
              <a:gd name="connsiteX23" fmla="*/ 1635245 w 1857234"/>
              <a:gd name="connsiteY23" fmla="*/ 1744202 h 2254628"/>
              <a:gd name="connsiteX24" fmla="*/ 1686553 w 1857234"/>
              <a:gd name="connsiteY24" fmla="*/ 1524470 h 2254628"/>
              <a:gd name="connsiteX25" fmla="*/ 1678087 w 1857234"/>
              <a:gd name="connsiteY25" fmla="*/ 1456736 h 2254628"/>
              <a:gd name="connsiteX26" fmla="*/ 1737353 w 1857234"/>
              <a:gd name="connsiteY26" fmla="*/ 1549870 h 2254628"/>
              <a:gd name="connsiteX27" fmla="*/ 1788153 w 1857234"/>
              <a:gd name="connsiteY27" fmla="*/ 1524470 h 2254628"/>
              <a:gd name="connsiteX28" fmla="*/ 1810167 w 1857234"/>
              <a:gd name="connsiteY28" fmla="*/ 1405936 h 2254628"/>
              <a:gd name="connsiteX29" fmla="*/ 1849113 w 1857234"/>
              <a:gd name="connsiteY29" fmla="*/ 1309416 h 2254628"/>
              <a:gd name="connsiteX30" fmla="*/ 1855887 w 1857234"/>
              <a:gd name="connsiteY30" fmla="*/ 1211203 h 2254628"/>
              <a:gd name="connsiteX31" fmla="*/ 1830487 w 1857234"/>
              <a:gd name="connsiteY31" fmla="*/ 1092670 h 2254628"/>
              <a:gd name="connsiteX32" fmla="*/ 1754287 w 1857234"/>
              <a:gd name="connsiteY32" fmla="*/ 1118070 h 2254628"/>
              <a:gd name="connsiteX33" fmla="*/ 1720420 w 1857234"/>
              <a:gd name="connsiteY33" fmla="*/ 1164636 h 2254628"/>
              <a:gd name="connsiteX34" fmla="*/ 1686553 w 1857234"/>
              <a:gd name="connsiteY34" fmla="*/ 1236603 h 2254628"/>
              <a:gd name="connsiteX35" fmla="*/ 1703487 w 1857234"/>
              <a:gd name="connsiteY35" fmla="*/ 830203 h 2254628"/>
              <a:gd name="connsiteX36" fmla="*/ 1669620 w 1857234"/>
              <a:gd name="connsiteY36" fmla="*/ 505083 h 2254628"/>
              <a:gd name="connsiteX37" fmla="*/ 1474887 w 1857234"/>
              <a:gd name="connsiteY37" fmla="*/ 186736 h 2254628"/>
              <a:gd name="connsiteX38" fmla="*/ 1264278 w 1857234"/>
              <a:gd name="connsiteY38" fmla="*/ 62925 h 2254628"/>
              <a:gd name="connsiteX39" fmla="*/ 907620 w 1857234"/>
              <a:gd name="connsiteY39" fmla="*/ 470 h 2254628"/>
              <a:gd name="connsiteX40" fmla="*/ 699128 w 1857234"/>
              <a:gd name="connsiteY40" fmla="*/ 38246 h 2254628"/>
              <a:gd name="connsiteX0" fmla="*/ 699128 w 1857234"/>
              <a:gd name="connsiteY0" fmla="*/ 38246 h 2254628"/>
              <a:gd name="connsiteX1" fmla="*/ 530853 w 1857234"/>
              <a:gd name="connsiteY1" fmla="*/ 109476 h 2254628"/>
              <a:gd name="connsiteX2" fmla="*/ 359403 w 1857234"/>
              <a:gd name="connsiteY2" fmla="*/ 226951 h 2254628"/>
              <a:gd name="connsiteX3" fmla="*/ 194303 w 1857234"/>
              <a:gd name="connsiteY3" fmla="*/ 500001 h 2254628"/>
              <a:gd name="connsiteX4" fmla="*/ 143503 w 1857234"/>
              <a:gd name="connsiteY4" fmla="*/ 690502 h 2254628"/>
              <a:gd name="connsiteX5" fmla="*/ 143503 w 1857234"/>
              <a:gd name="connsiteY5" fmla="*/ 1058801 h 2254628"/>
              <a:gd name="connsiteX6" fmla="*/ 144562 w 1857234"/>
              <a:gd name="connsiteY6" fmla="*/ 1196386 h 2254628"/>
              <a:gd name="connsiteX7" fmla="*/ 92704 w 1857234"/>
              <a:gd name="connsiteY7" fmla="*/ 1145586 h 2254628"/>
              <a:gd name="connsiteX8" fmla="*/ 13329 w 1857234"/>
              <a:gd name="connsiteY8" fmla="*/ 1150878 h 2254628"/>
              <a:gd name="connsiteX9" fmla="*/ 1687 w 1857234"/>
              <a:gd name="connsiteY9" fmla="*/ 1262003 h 2254628"/>
              <a:gd name="connsiteX10" fmla="*/ 31320 w 1857234"/>
              <a:gd name="connsiteY10" fmla="*/ 1405937 h 2254628"/>
              <a:gd name="connsiteX11" fmla="*/ 99053 w 1857234"/>
              <a:gd name="connsiteY11" fmla="*/ 1511770 h 2254628"/>
              <a:gd name="connsiteX12" fmla="*/ 149853 w 1857234"/>
              <a:gd name="connsiteY12" fmla="*/ 1609136 h 2254628"/>
              <a:gd name="connsiteX13" fmla="*/ 213353 w 1857234"/>
              <a:gd name="connsiteY13" fmla="*/ 1626070 h 2254628"/>
              <a:gd name="connsiteX14" fmla="*/ 221820 w 1857234"/>
              <a:gd name="connsiteY14" fmla="*/ 1566803 h 2254628"/>
              <a:gd name="connsiteX15" fmla="*/ 221820 w 1857234"/>
              <a:gd name="connsiteY15" fmla="*/ 1532936 h 2254628"/>
              <a:gd name="connsiteX16" fmla="*/ 334741 w 1857234"/>
              <a:gd name="connsiteY16" fmla="*/ 1789388 h 2254628"/>
              <a:gd name="connsiteX17" fmla="*/ 448026 w 1857234"/>
              <a:gd name="connsiteY17" fmla="*/ 1942746 h 2254628"/>
              <a:gd name="connsiteX18" fmla="*/ 605410 w 1857234"/>
              <a:gd name="connsiteY18" fmla="*/ 2120367 h 2254628"/>
              <a:gd name="connsiteX19" fmla="*/ 868503 w 1857234"/>
              <a:gd name="connsiteY19" fmla="*/ 2239950 h 2254628"/>
              <a:gd name="connsiteX20" fmla="*/ 1132832 w 1857234"/>
              <a:gd name="connsiteY20" fmla="*/ 2232550 h 2254628"/>
              <a:gd name="connsiteX21" fmla="*/ 1370068 w 1857234"/>
              <a:gd name="connsiteY21" fmla="*/ 2058400 h 2254628"/>
              <a:gd name="connsiteX22" fmla="*/ 1538047 w 1857234"/>
              <a:gd name="connsiteY22" fmla="*/ 1897136 h 2254628"/>
              <a:gd name="connsiteX23" fmla="*/ 1635245 w 1857234"/>
              <a:gd name="connsiteY23" fmla="*/ 1744202 h 2254628"/>
              <a:gd name="connsiteX24" fmla="*/ 1686553 w 1857234"/>
              <a:gd name="connsiteY24" fmla="*/ 1524470 h 2254628"/>
              <a:gd name="connsiteX25" fmla="*/ 1678087 w 1857234"/>
              <a:gd name="connsiteY25" fmla="*/ 1456736 h 2254628"/>
              <a:gd name="connsiteX26" fmla="*/ 1737353 w 1857234"/>
              <a:gd name="connsiteY26" fmla="*/ 1549870 h 2254628"/>
              <a:gd name="connsiteX27" fmla="*/ 1788153 w 1857234"/>
              <a:gd name="connsiteY27" fmla="*/ 1524470 h 2254628"/>
              <a:gd name="connsiteX28" fmla="*/ 1810167 w 1857234"/>
              <a:gd name="connsiteY28" fmla="*/ 1405936 h 2254628"/>
              <a:gd name="connsiteX29" fmla="*/ 1849113 w 1857234"/>
              <a:gd name="connsiteY29" fmla="*/ 1309416 h 2254628"/>
              <a:gd name="connsiteX30" fmla="*/ 1855887 w 1857234"/>
              <a:gd name="connsiteY30" fmla="*/ 1211203 h 2254628"/>
              <a:gd name="connsiteX31" fmla="*/ 1830487 w 1857234"/>
              <a:gd name="connsiteY31" fmla="*/ 1092670 h 2254628"/>
              <a:gd name="connsiteX32" fmla="*/ 1754287 w 1857234"/>
              <a:gd name="connsiteY32" fmla="*/ 1118070 h 2254628"/>
              <a:gd name="connsiteX33" fmla="*/ 1720420 w 1857234"/>
              <a:gd name="connsiteY33" fmla="*/ 1164636 h 2254628"/>
              <a:gd name="connsiteX34" fmla="*/ 1686553 w 1857234"/>
              <a:gd name="connsiteY34" fmla="*/ 1236603 h 2254628"/>
              <a:gd name="connsiteX35" fmla="*/ 1703487 w 1857234"/>
              <a:gd name="connsiteY35" fmla="*/ 830203 h 2254628"/>
              <a:gd name="connsiteX36" fmla="*/ 1669620 w 1857234"/>
              <a:gd name="connsiteY36" fmla="*/ 505083 h 2254628"/>
              <a:gd name="connsiteX37" fmla="*/ 1474887 w 1857234"/>
              <a:gd name="connsiteY37" fmla="*/ 186736 h 2254628"/>
              <a:gd name="connsiteX38" fmla="*/ 1264278 w 1857234"/>
              <a:gd name="connsiteY38" fmla="*/ 62925 h 2254628"/>
              <a:gd name="connsiteX39" fmla="*/ 907620 w 1857234"/>
              <a:gd name="connsiteY39" fmla="*/ 470 h 2254628"/>
              <a:gd name="connsiteX40" fmla="*/ 699128 w 1857234"/>
              <a:gd name="connsiteY40" fmla="*/ 38246 h 2254628"/>
              <a:gd name="connsiteX0" fmla="*/ 699128 w 1857234"/>
              <a:gd name="connsiteY0" fmla="*/ 38246 h 2254628"/>
              <a:gd name="connsiteX1" fmla="*/ 530853 w 1857234"/>
              <a:gd name="connsiteY1" fmla="*/ 109476 h 2254628"/>
              <a:gd name="connsiteX2" fmla="*/ 359403 w 1857234"/>
              <a:gd name="connsiteY2" fmla="*/ 226951 h 2254628"/>
              <a:gd name="connsiteX3" fmla="*/ 194303 w 1857234"/>
              <a:gd name="connsiteY3" fmla="*/ 500001 h 2254628"/>
              <a:gd name="connsiteX4" fmla="*/ 143503 w 1857234"/>
              <a:gd name="connsiteY4" fmla="*/ 690502 h 2254628"/>
              <a:gd name="connsiteX5" fmla="*/ 143503 w 1857234"/>
              <a:gd name="connsiteY5" fmla="*/ 1058801 h 2254628"/>
              <a:gd name="connsiteX6" fmla="*/ 144562 w 1857234"/>
              <a:gd name="connsiteY6" fmla="*/ 1196386 h 2254628"/>
              <a:gd name="connsiteX7" fmla="*/ 92704 w 1857234"/>
              <a:gd name="connsiteY7" fmla="*/ 1145586 h 2254628"/>
              <a:gd name="connsiteX8" fmla="*/ 13329 w 1857234"/>
              <a:gd name="connsiteY8" fmla="*/ 1150878 h 2254628"/>
              <a:gd name="connsiteX9" fmla="*/ 1687 w 1857234"/>
              <a:gd name="connsiteY9" fmla="*/ 1262003 h 2254628"/>
              <a:gd name="connsiteX10" fmla="*/ 31320 w 1857234"/>
              <a:gd name="connsiteY10" fmla="*/ 1405937 h 2254628"/>
              <a:gd name="connsiteX11" fmla="*/ 99053 w 1857234"/>
              <a:gd name="connsiteY11" fmla="*/ 1511770 h 2254628"/>
              <a:gd name="connsiteX12" fmla="*/ 149853 w 1857234"/>
              <a:gd name="connsiteY12" fmla="*/ 1609136 h 2254628"/>
              <a:gd name="connsiteX13" fmla="*/ 213353 w 1857234"/>
              <a:gd name="connsiteY13" fmla="*/ 1626070 h 2254628"/>
              <a:gd name="connsiteX14" fmla="*/ 221820 w 1857234"/>
              <a:gd name="connsiteY14" fmla="*/ 1566803 h 2254628"/>
              <a:gd name="connsiteX15" fmla="*/ 221820 w 1857234"/>
              <a:gd name="connsiteY15" fmla="*/ 1532936 h 2254628"/>
              <a:gd name="connsiteX16" fmla="*/ 334741 w 1857234"/>
              <a:gd name="connsiteY16" fmla="*/ 1789388 h 2254628"/>
              <a:gd name="connsiteX17" fmla="*/ 448026 w 1857234"/>
              <a:gd name="connsiteY17" fmla="*/ 1942746 h 2254628"/>
              <a:gd name="connsiteX18" fmla="*/ 619489 w 1857234"/>
              <a:gd name="connsiteY18" fmla="*/ 2120367 h 2254628"/>
              <a:gd name="connsiteX19" fmla="*/ 868503 w 1857234"/>
              <a:gd name="connsiteY19" fmla="*/ 2239950 h 2254628"/>
              <a:gd name="connsiteX20" fmla="*/ 1132832 w 1857234"/>
              <a:gd name="connsiteY20" fmla="*/ 2232550 h 2254628"/>
              <a:gd name="connsiteX21" fmla="*/ 1370068 w 1857234"/>
              <a:gd name="connsiteY21" fmla="*/ 2058400 h 2254628"/>
              <a:gd name="connsiteX22" fmla="*/ 1538047 w 1857234"/>
              <a:gd name="connsiteY22" fmla="*/ 1897136 h 2254628"/>
              <a:gd name="connsiteX23" fmla="*/ 1635245 w 1857234"/>
              <a:gd name="connsiteY23" fmla="*/ 1744202 h 2254628"/>
              <a:gd name="connsiteX24" fmla="*/ 1686553 w 1857234"/>
              <a:gd name="connsiteY24" fmla="*/ 1524470 h 2254628"/>
              <a:gd name="connsiteX25" fmla="*/ 1678087 w 1857234"/>
              <a:gd name="connsiteY25" fmla="*/ 1456736 h 2254628"/>
              <a:gd name="connsiteX26" fmla="*/ 1737353 w 1857234"/>
              <a:gd name="connsiteY26" fmla="*/ 1549870 h 2254628"/>
              <a:gd name="connsiteX27" fmla="*/ 1788153 w 1857234"/>
              <a:gd name="connsiteY27" fmla="*/ 1524470 h 2254628"/>
              <a:gd name="connsiteX28" fmla="*/ 1810167 w 1857234"/>
              <a:gd name="connsiteY28" fmla="*/ 1405936 h 2254628"/>
              <a:gd name="connsiteX29" fmla="*/ 1849113 w 1857234"/>
              <a:gd name="connsiteY29" fmla="*/ 1309416 h 2254628"/>
              <a:gd name="connsiteX30" fmla="*/ 1855887 w 1857234"/>
              <a:gd name="connsiteY30" fmla="*/ 1211203 h 2254628"/>
              <a:gd name="connsiteX31" fmla="*/ 1830487 w 1857234"/>
              <a:gd name="connsiteY31" fmla="*/ 1092670 h 2254628"/>
              <a:gd name="connsiteX32" fmla="*/ 1754287 w 1857234"/>
              <a:gd name="connsiteY32" fmla="*/ 1118070 h 2254628"/>
              <a:gd name="connsiteX33" fmla="*/ 1720420 w 1857234"/>
              <a:gd name="connsiteY33" fmla="*/ 1164636 h 2254628"/>
              <a:gd name="connsiteX34" fmla="*/ 1686553 w 1857234"/>
              <a:gd name="connsiteY34" fmla="*/ 1236603 h 2254628"/>
              <a:gd name="connsiteX35" fmla="*/ 1703487 w 1857234"/>
              <a:gd name="connsiteY35" fmla="*/ 830203 h 2254628"/>
              <a:gd name="connsiteX36" fmla="*/ 1669620 w 1857234"/>
              <a:gd name="connsiteY36" fmla="*/ 505083 h 2254628"/>
              <a:gd name="connsiteX37" fmla="*/ 1474887 w 1857234"/>
              <a:gd name="connsiteY37" fmla="*/ 186736 h 2254628"/>
              <a:gd name="connsiteX38" fmla="*/ 1264278 w 1857234"/>
              <a:gd name="connsiteY38" fmla="*/ 62925 h 2254628"/>
              <a:gd name="connsiteX39" fmla="*/ 907620 w 1857234"/>
              <a:gd name="connsiteY39" fmla="*/ 470 h 2254628"/>
              <a:gd name="connsiteX40" fmla="*/ 699128 w 1857234"/>
              <a:gd name="connsiteY40" fmla="*/ 38246 h 2254628"/>
              <a:gd name="connsiteX0" fmla="*/ 699128 w 1857234"/>
              <a:gd name="connsiteY0" fmla="*/ 38246 h 2257482"/>
              <a:gd name="connsiteX1" fmla="*/ 530853 w 1857234"/>
              <a:gd name="connsiteY1" fmla="*/ 109476 h 2257482"/>
              <a:gd name="connsiteX2" fmla="*/ 359403 w 1857234"/>
              <a:gd name="connsiteY2" fmla="*/ 226951 h 2257482"/>
              <a:gd name="connsiteX3" fmla="*/ 194303 w 1857234"/>
              <a:gd name="connsiteY3" fmla="*/ 500001 h 2257482"/>
              <a:gd name="connsiteX4" fmla="*/ 143503 w 1857234"/>
              <a:gd name="connsiteY4" fmla="*/ 690502 h 2257482"/>
              <a:gd name="connsiteX5" fmla="*/ 143503 w 1857234"/>
              <a:gd name="connsiteY5" fmla="*/ 1058801 h 2257482"/>
              <a:gd name="connsiteX6" fmla="*/ 144562 w 1857234"/>
              <a:gd name="connsiteY6" fmla="*/ 1196386 h 2257482"/>
              <a:gd name="connsiteX7" fmla="*/ 92704 w 1857234"/>
              <a:gd name="connsiteY7" fmla="*/ 1145586 h 2257482"/>
              <a:gd name="connsiteX8" fmla="*/ 13329 w 1857234"/>
              <a:gd name="connsiteY8" fmla="*/ 1150878 h 2257482"/>
              <a:gd name="connsiteX9" fmla="*/ 1687 w 1857234"/>
              <a:gd name="connsiteY9" fmla="*/ 1262003 h 2257482"/>
              <a:gd name="connsiteX10" fmla="*/ 31320 w 1857234"/>
              <a:gd name="connsiteY10" fmla="*/ 1405937 h 2257482"/>
              <a:gd name="connsiteX11" fmla="*/ 99053 w 1857234"/>
              <a:gd name="connsiteY11" fmla="*/ 1511770 h 2257482"/>
              <a:gd name="connsiteX12" fmla="*/ 149853 w 1857234"/>
              <a:gd name="connsiteY12" fmla="*/ 1609136 h 2257482"/>
              <a:gd name="connsiteX13" fmla="*/ 213353 w 1857234"/>
              <a:gd name="connsiteY13" fmla="*/ 1626070 h 2257482"/>
              <a:gd name="connsiteX14" fmla="*/ 221820 w 1857234"/>
              <a:gd name="connsiteY14" fmla="*/ 1566803 h 2257482"/>
              <a:gd name="connsiteX15" fmla="*/ 221820 w 1857234"/>
              <a:gd name="connsiteY15" fmla="*/ 1532936 h 2257482"/>
              <a:gd name="connsiteX16" fmla="*/ 334741 w 1857234"/>
              <a:gd name="connsiteY16" fmla="*/ 1789388 h 2257482"/>
              <a:gd name="connsiteX17" fmla="*/ 448026 w 1857234"/>
              <a:gd name="connsiteY17" fmla="*/ 1942746 h 2257482"/>
              <a:gd name="connsiteX18" fmla="*/ 619489 w 1857234"/>
              <a:gd name="connsiteY18" fmla="*/ 2120367 h 2257482"/>
              <a:gd name="connsiteX19" fmla="*/ 868503 w 1857234"/>
              <a:gd name="connsiteY19" fmla="*/ 2244593 h 2257482"/>
              <a:gd name="connsiteX20" fmla="*/ 1132832 w 1857234"/>
              <a:gd name="connsiteY20" fmla="*/ 2232550 h 2257482"/>
              <a:gd name="connsiteX21" fmla="*/ 1370068 w 1857234"/>
              <a:gd name="connsiteY21" fmla="*/ 2058400 h 2257482"/>
              <a:gd name="connsiteX22" fmla="*/ 1538047 w 1857234"/>
              <a:gd name="connsiteY22" fmla="*/ 1897136 h 2257482"/>
              <a:gd name="connsiteX23" fmla="*/ 1635245 w 1857234"/>
              <a:gd name="connsiteY23" fmla="*/ 1744202 h 2257482"/>
              <a:gd name="connsiteX24" fmla="*/ 1686553 w 1857234"/>
              <a:gd name="connsiteY24" fmla="*/ 1524470 h 2257482"/>
              <a:gd name="connsiteX25" fmla="*/ 1678087 w 1857234"/>
              <a:gd name="connsiteY25" fmla="*/ 1456736 h 2257482"/>
              <a:gd name="connsiteX26" fmla="*/ 1737353 w 1857234"/>
              <a:gd name="connsiteY26" fmla="*/ 1549870 h 2257482"/>
              <a:gd name="connsiteX27" fmla="*/ 1788153 w 1857234"/>
              <a:gd name="connsiteY27" fmla="*/ 1524470 h 2257482"/>
              <a:gd name="connsiteX28" fmla="*/ 1810167 w 1857234"/>
              <a:gd name="connsiteY28" fmla="*/ 1405936 h 2257482"/>
              <a:gd name="connsiteX29" fmla="*/ 1849113 w 1857234"/>
              <a:gd name="connsiteY29" fmla="*/ 1309416 h 2257482"/>
              <a:gd name="connsiteX30" fmla="*/ 1855887 w 1857234"/>
              <a:gd name="connsiteY30" fmla="*/ 1211203 h 2257482"/>
              <a:gd name="connsiteX31" fmla="*/ 1830487 w 1857234"/>
              <a:gd name="connsiteY31" fmla="*/ 1092670 h 2257482"/>
              <a:gd name="connsiteX32" fmla="*/ 1754287 w 1857234"/>
              <a:gd name="connsiteY32" fmla="*/ 1118070 h 2257482"/>
              <a:gd name="connsiteX33" fmla="*/ 1720420 w 1857234"/>
              <a:gd name="connsiteY33" fmla="*/ 1164636 h 2257482"/>
              <a:gd name="connsiteX34" fmla="*/ 1686553 w 1857234"/>
              <a:gd name="connsiteY34" fmla="*/ 1236603 h 2257482"/>
              <a:gd name="connsiteX35" fmla="*/ 1703487 w 1857234"/>
              <a:gd name="connsiteY35" fmla="*/ 830203 h 2257482"/>
              <a:gd name="connsiteX36" fmla="*/ 1669620 w 1857234"/>
              <a:gd name="connsiteY36" fmla="*/ 505083 h 2257482"/>
              <a:gd name="connsiteX37" fmla="*/ 1474887 w 1857234"/>
              <a:gd name="connsiteY37" fmla="*/ 186736 h 2257482"/>
              <a:gd name="connsiteX38" fmla="*/ 1264278 w 1857234"/>
              <a:gd name="connsiteY38" fmla="*/ 62925 h 2257482"/>
              <a:gd name="connsiteX39" fmla="*/ 907620 w 1857234"/>
              <a:gd name="connsiteY39" fmla="*/ 470 h 2257482"/>
              <a:gd name="connsiteX40" fmla="*/ 699128 w 1857234"/>
              <a:gd name="connsiteY40" fmla="*/ 38246 h 2257482"/>
              <a:gd name="connsiteX0" fmla="*/ 699128 w 1857234"/>
              <a:gd name="connsiteY0" fmla="*/ 38246 h 2278914"/>
              <a:gd name="connsiteX1" fmla="*/ 530853 w 1857234"/>
              <a:gd name="connsiteY1" fmla="*/ 109476 h 2278914"/>
              <a:gd name="connsiteX2" fmla="*/ 359403 w 1857234"/>
              <a:gd name="connsiteY2" fmla="*/ 226951 h 2278914"/>
              <a:gd name="connsiteX3" fmla="*/ 194303 w 1857234"/>
              <a:gd name="connsiteY3" fmla="*/ 500001 h 2278914"/>
              <a:gd name="connsiteX4" fmla="*/ 143503 w 1857234"/>
              <a:gd name="connsiteY4" fmla="*/ 690502 h 2278914"/>
              <a:gd name="connsiteX5" fmla="*/ 143503 w 1857234"/>
              <a:gd name="connsiteY5" fmla="*/ 1058801 h 2278914"/>
              <a:gd name="connsiteX6" fmla="*/ 144562 w 1857234"/>
              <a:gd name="connsiteY6" fmla="*/ 1196386 h 2278914"/>
              <a:gd name="connsiteX7" fmla="*/ 92704 w 1857234"/>
              <a:gd name="connsiteY7" fmla="*/ 1145586 h 2278914"/>
              <a:gd name="connsiteX8" fmla="*/ 13329 w 1857234"/>
              <a:gd name="connsiteY8" fmla="*/ 1150878 h 2278914"/>
              <a:gd name="connsiteX9" fmla="*/ 1687 w 1857234"/>
              <a:gd name="connsiteY9" fmla="*/ 1262003 h 2278914"/>
              <a:gd name="connsiteX10" fmla="*/ 31320 w 1857234"/>
              <a:gd name="connsiteY10" fmla="*/ 1405937 h 2278914"/>
              <a:gd name="connsiteX11" fmla="*/ 99053 w 1857234"/>
              <a:gd name="connsiteY11" fmla="*/ 1511770 h 2278914"/>
              <a:gd name="connsiteX12" fmla="*/ 149853 w 1857234"/>
              <a:gd name="connsiteY12" fmla="*/ 1609136 h 2278914"/>
              <a:gd name="connsiteX13" fmla="*/ 213353 w 1857234"/>
              <a:gd name="connsiteY13" fmla="*/ 1626070 h 2278914"/>
              <a:gd name="connsiteX14" fmla="*/ 221820 w 1857234"/>
              <a:gd name="connsiteY14" fmla="*/ 1566803 h 2278914"/>
              <a:gd name="connsiteX15" fmla="*/ 221820 w 1857234"/>
              <a:gd name="connsiteY15" fmla="*/ 1532936 h 2278914"/>
              <a:gd name="connsiteX16" fmla="*/ 334741 w 1857234"/>
              <a:gd name="connsiteY16" fmla="*/ 1789388 h 2278914"/>
              <a:gd name="connsiteX17" fmla="*/ 448026 w 1857234"/>
              <a:gd name="connsiteY17" fmla="*/ 1942746 h 2278914"/>
              <a:gd name="connsiteX18" fmla="*/ 619489 w 1857234"/>
              <a:gd name="connsiteY18" fmla="*/ 2120367 h 2278914"/>
              <a:gd name="connsiteX19" fmla="*/ 868503 w 1857234"/>
              <a:gd name="connsiteY19" fmla="*/ 2244593 h 2278914"/>
              <a:gd name="connsiteX20" fmla="*/ 1062435 w 1857234"/>
              <a:gd name="connsiteY20" fmla="*/ 2265044 h 2278914"/>
              <a:gd name="connsiteX21" fmla="*/ 1370068 w 1857234"/>
              <a:gd name="connsiteY21" fmla="*/ 2058400 h 2278914"/>
              <a:gd name="connsiteX22" fmla="*/ 1538047 w 1857234"/>
              <a:gd name="connsiteY22" fmla="*/ 1897136 h 2278914"/>
              <a:gd name="connsiteX23" fmla="*/ 1635245 w 1857234"/>
              <a:gd name="connsiteY23" fmla="*/ 1744202 h 2278914"/>
              <a:gd name="connsiteX24" fmla="*/ 1686553 w 1857234"/>
              <a:gd name="connsiteY24" fmla="*/ 1524470 h 2278914"/>
              <a:gd name="connsiteX25" fmla="*/ 1678087 w 1857234"/>
              <a:gd name="connsiteY25" fmla="*/ 1456736 h 2278914"/>
              <a:gd name="connsiteX26" fmla="*/ 1737353 w 1857234"/>
              <a:gd name="connsiteY26" fmla="*/ 1549870 h 2278914"/>
              <a:gd name="connsiteX27" fmla="*/ 1788153 w 1857234"/>
              <a:gd name="connsiteY27" fmla="*/ 1524470 h 2278914"/>
              <a:gd name="connsiteX28" fmla="*/ 1810167 w 1857234"/>
              <a:gd name="connsiteY28" fmla="*/ 1405936 h 2278914"/>
              <a:gd name="connsiteX29" fmla="*/ 1849113 w 1857234"/>
              <a:gd name="connsiteY29" fmla="*/ 1309416 h 2278914"/>
              <a:gd name="connsiteX30" fmla="*/ 1855887 w 1857234"/>
              <a:gd name="connsiteY30" fmla="*/ 1211203 h 2278914"/>
              <a:gd name="connsiteX31" fmla="*/ 1830487 w 1857234"/>
              <a:gd name="connsiteY31" fmla="*/ 1092670 h 2278914"/>
              <a:gd name="connsiteX32" fmla="*/ 1754287 w 1857234"/>
              <a:gd name="connsiteY32" fmla="*/ 1118070 h 2278914"/>
              <a:gd name="connsiteX33" fmla="*/ 1720420 w 1857234"/>
              <a:gd name="connsiteY33" fmla="*/ 1164636 h 2278914"/>
              <a:gd name="connsiteX34" fmla="*/ 1686553 w 1857234"/>
              <a:gd name="connsiteY34" fmla="*/ 1236603 h 2278914"/>
              <a:gd name="connsiteX35" fmla="*/ 1703487 w 1857234"/>
              <a:gd name="connsiteY35" fmla="*/ 830203 h 2278914"/>
              <a:gd name="connsiteX36" fmla="*/ 1669620 w 1857234"/>
              <a:gd name="connsiteY36" fmla="*/ 505083 h 2278914"/>
              <a:gd name="connsiteX37" fmla="*/ 1474887 w 1857234"/>
              <a:gd name="connsiteY37" fmla="*/ 186736 h 2278914"/>
              <a:gd name="connsiteX38" fmla="*/ 1264278 w 1857234"/>
              <a:gd name="connsiteY38" fmla="*/ 62925 h 2278914"/>
              <a:gd name="connsiteX39" fmla="*/ 907620 w 1857234"/>
              <a:gd name="connsiteY39" fmla="*/ 470 h 2278914"/>
              <a:gd name="connsiteX40" fmla="*/ 699128 w 1857234"/>
              <a:gd name="connsiteY40" fmla="*/ 38246 h 2278914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38047 w 1857234"/>
              <a:gd name="connsiteY22" fmla="*/ 1897136 h 2275138"/>
              <a:gd name="connsiteX23" fmla="*/ 1635245 w 1857234"/>
              <a:gd name="connsiteY23" fmla="*/ 1744202 h 2275138"/>
              <a:gd name="connsiteX24" fmla="*/ 1686553 w 1857234"/>
              <a:gd name="connsiteY24" fmla="*/ 1524470 h 2275138"/>
              <a:gd name="connsiteX25" fmla="*/ 1678087 w 1857234"/>
              <a:gd name="connsiteY25" fmla="*/ 1456736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5245 w 1857234"/>
              <a:gd name="connsiteY23" fmla="*/ 1744202 h 2275138"/>
              <a:gd name="connsiteX24" fmla="*/ 1686553 w 1857234"/>
              <a:gd name="connsiteY24" fmla="*/ 1524470 h 2275138"/>
              <a:gd name="connsiteX25" fmla="*/ 1678087 w 1857234"/>
              <a:gd name="connsiteY25" fmla="*/ 1456736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86553 w 1857234"/>
              <a:gd name="connsiteY24" fmla="*/ 1524470 h 2275138"/>
              <a:gd name="connsiteX25" fmla="*/ 1678087 w 1857234"/>
              <a:gd name="connsiteY25" fmla="*/ 1456736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63088 w 1857234"/>
              <a:gd name="connsiteY24" fmla="*/ 1524470 h 2275138"/>
              <a:gd name="connsiteX25" fmla="*/ 1678087 w 1857234"/>
              <a:gd name="connsiteY25" fmla="*/ 1456736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67781 w 1857234"/>
              <a:gd name="connsiteY24" fmla="*/ 1594101 h 2275138"/>
              <a:gd name="connsiteX25" fmla="*/ 1678087 w 1857234"/>
              <a:gd name="connsiteY25" fmla="*/ 1456736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67781 w 1857234"/>
              <a:gd name="connsiteY24" fmla="*/ 1594101 h 2275138"/>
              <a:gd name="connsiteX25" fmla="*/ 1678087 w 1857234"/>
              <a:gd name="connsiteY25" fmla="*/ 1484588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11275 w 1857234"/>
              <a:gd name="connsiteY16" fmla="*/ 176617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67781 w 1857234"/>
              <a:gd name="connsiteY24" fmla="*/ 1594101 h 2275138"/>
              <a:gd name="connsiteX25" fmla="*/ 1678087 w 1857234"/>
              <a:gd name="connsiteY25" fmla="*/ 1484588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11275 w 1857234"/>
              <a:gd name="connsiteY16" fmla="*/ 176617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67781 w 1857234"/>
              <a:gd name="connsiteY24" fmla="*/ 1594101 h 2275138"/>
              <a:gd name="connsiteX25" fmla="*/ 1678087 w 1857234"/>
              <a:gd name="connsiteY25" fmla="*/ 1484588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297"/>
              <a:gd name="connsiteX1" fmla="*/ 530853 w 1857234"/>
              <a:gd name="connsiteY1" fmla="*/ 109476 h 2275297"/>
              <a:gd name="connsiteX2" fmla="*/ 359403 w 1857234"/>
              <a:gd name="connsiteY2" fmla="*/ 226951 h 2275297"/>
              <a:gd name="connsiteX3" fmla="*/ 194303 w 1857234"/>
              <a:gd name="connsiteY3" fmla="*/ 500001 h 2275297"/>
              <a:gd name="connsiteX4" fmla="*/ 143503 w 1857234"/>
              <a:gd name="connsiteY4" fmla="*/ 690502 h 2275297"/>
              <a:gd name="connsiteX5" fmla="*/ 143503 w 1857234"/>
              <a:gd name="connsiteY5" fmla="*/ 1058801 h 2275297"/>
              <a:gd name="connsiteX6" fmla="*/ 144562 w 1857234"/>
              <a:gd name="connsiteY6" fmla="*/ 1196386 h 2275297"/>
              <a:gd name="connsiteX7" fmla="*/ 92704 w 1857234"/>
              <a:gd name="connsiteY7" fmla="*/ 1145586 h 2275297"/>
              <a:gd name="connsiteX8" fmla="*/ 13329 w 1857234"/>
              <a:gd name="connsiteY8" fmla="*/ 1150878 h 2275297"/>
              <a:gd name="connsiteX9" fmla="*/ 1687 w 1857234"/>
              <a:gd name="connsiteY9" fmla="*/ 1262003 h 2275297"/>
              <a:gd name="connsiteX10" fmla="*/ 31320 w 1857234"/>
              <a:gd name="connsiteY10" fmla="*/ 1405937 h 2275297"/>
              <a:gd name="connsiteX11" fmla="*/ 99053 w 1857234"/>
              <a:gd name="connsiteY11" fmla="*/ 1511770 h 2275297"/>
              <a:gd name="connsiteX12" fmla="*/ 149853 w 1857234"/>
              <a:gd name="connsiteY12" fmla="*/ 1609136 h 2275297"/>
              <a:gd name="connsiteX13" fmla="*/ 213353 w 1857234"/>
              <a:gd name="connsiteY13" fmla="*/ 1626070 h 2275297"/>
              <a:gd name="connsiteX14" fmla="*/ 221820 w 1857234"/>
              <a:gd name="connsiteY14" fmla="*/ 1566803 h 2275297"/>
              <a:gd name="connsiteX15" fmla="*/ 221820 w 1857234"/>
              <a:gd name="connsiteY15" fmla="*/ 1532936 h 2275297"/>
              <a:gd name="connsiteX16" fmla="*/ 311275 w 1857234"/>
              <a:gd name="connsiteY16" fmla="*/ 1766178 h 2275297"/>
              <a:gd name="connsiteX17" fmla="*/ 448026 w 1857234"/>
              <a:gd name="connsiteY17" fmla="*/ 1942746 h 2275297"/>
              <a:gd name="connsiteX18" fmla="*/ 642954 w 1857234"/>
              <a:gd name="connsiteY18" fmla="*/ 2115725 h 2275297"/>
              <a:gd name="connsiteX19" fmla="*/ 868503 w 1857234"/>
              <a:gd name="connsiteY19" fmla="*/ 2244593 h 2275297"/>
              <a:gd name="connsiteX20" fmla="*/ 1062435 w 1857234"/>
              <a:gd name="connsiteY20" fmla="*/ 2265044 h 2275297"/>
              <a:gd name="connsiteX21" fmla="*/ 1304365 w 1857234"/>
              <a:gd name="connsiteY21" fmla="*/ 2109462 h 2275297"/>
              <a:gd name="connsiteX22" fmla="*/ 1519275 w 1857234"/>
              <a:gd name="connsiteY22" fmla="*/ 1901778 h 2275297"/>
              <a:gd name="connsiteX23" fmla="*/ 1630552 w 1857234"/>
              <a:gd name="connsiteY23" fmla="*/ 1734918 h 2275297"/>
              <a:gd name="connsiteX24" fmla="*/ 1667781 w 1857234"/>
              <a:gd name="connsiteY24" fmla="*/ 1594101 h 2275297"/>
              <a:gd name="connsiteX25" fmla="*/ 1678087 w 1857234"/>
              <a:gd name="connsiteY25" fmla="*/ 1484588 h 2275297"/>
              <a:gd name="connsiteX26" fmla="*/ 1737353 w 1857234"/>
              <a:gd name="connsiteY26" fmla="*/ 1549870 h 2275297"/>
              <a:gd name="connsiteX27" fmla="*/ 1788153 w 1857234"/>
              <a:gd name="connsiteY27" fmla="*/ 1524470 h 2275297"/>
              <a:gd name="connsiteX28" fmla="*/ 1810167 w 1857234"/>
              <a:gd name="connsiteY28" fmla="*/ 1405936 h 2275297"/>
              <a:gd name="connsiteX29" fmla="*/ 1849113 w 1857234"/>
              <a:gd name="connsiteY29" fmla="*/ 1309416 h 2275297"/>
              <a:gd name="connsiteX30" fmla="*/ 1855887 w 1857234"/>
              <a:gd name="connsiteY30" fmla="*/ 1211203 h 2275297"/>
              <a:gd name="connsiteX31" fmla="*/ 1830487 w 1857234"/>
              <a:gd name="connsiteY31" fmla="*/ 1092670 h 2275297"/>
              <a:gd name="connsiteX32" fmla="*/ 1754287 w 1857234"/>
              <a:gd name="connsiteY32" fmla="*/ 1118070 h 2275297"/>
              <a:gd name="connsiteX33" fmla="*/ 1720420 w 1857234"/>
              <a:gd name="connsiteY33" fmla="*/ 1164636 h 2275297"/>
              <a:gd name="connsiteX34" fmla="*/ 1686553 w 1857234"/>
              <a:gd name="connsiteY34" fmla="*/ 1236603 h 2275297"/>
              <a:gd name="connsiteX35" fmla="*/ 1703487 w 1857234"/>
              <a:gd name="connsiteY35" fmla="*/ 830203 h 2275297"/>
              <a:gd name="connsiteX36" fmla="*/ 1669620 w 1857234"/>
              <a:gd name="connsiteY36" fmla="*/ 505083 h 2275297"/>
              <a:gd name="connsiteX37" fmla="*/ 1474887 w 1857234"/>
              <a:gd name="connsiteY37" fmla="*/ 186736 h 2275297"/>
              <a:gd name="connsiteX38" fmla="*/ 1264278 w 1857234"/>
              <a:gd name="connsiteY38" fmla="*/ 62925 h 2275297"/>
              <a:gd name="connsiteX39" fmla="*/ 907620 w 1857234"/>
              <a:gd name="connsiteY39" fmla="*/ 470 h 2275297"/>
              <a:gd name="connsiteX40" fmla="*/ 699128 w 1857234"/>
              <a:gd name="connsiteY40" fmla="*/ 38246 h 2275297"/>
              <a:gd name="connsiteX0" fmla="*/ 699128 w 1857234"/>
              <a:gd name="connsiteY0" fmla="*/ 38246 h 2275297"/>
              <a:gd name="connsiteX1" fmla="*/ 530853 w 1857234"/>
              <a:gd name="connsiteY1" fmla="*/ 109476 h 2275297"/>
              <a:gd name="connsiteX2" fmla="*/ 359403 w 1857234"/>
              <a:gd name="connsiteY2" fmla="*/ 226951 h 2275297"/>
              <a:gd name="connsiteX3" fmla="*/ 194303 w 1857234"/>
              <a:gd name="connsiteY3" fmla="*/ 500001 h 2275297"/>
              <a:gd name="connsiteX4" fmla="*/ 143503 w 1857234"/>
              <a:gd name="connsiteY4" fmla="*/ 690502 h 2275297"/>
              <a:gd name="connsiteX5" fmla="*/ 143503 w 1857234"/>
              <a:gd name="connsiteY5" fmla="*/ 1058801 h 2275297"/>
              <a:gd name="connsiteX6" fmla="*/ 144562 w 1857234"/>
              <a:gd name="connsiteY6" fmla="*/ 1196386 h 2275297"/>
              <a:gd name="connsiteX7" fmla="*/ 92704 w 1857234"/>
              <a:gd name="connsiteY7" fmla="*/ 1145586 h 2275297"/>
              <a:gd name="connsiteX8" fmla="*/ 13329 w 1857234"/>
              <a:gd name="connsiteY8" fmla="*/ 1150878 h 2275297"/>
              <a:gd name="connsiteX9" fmla="*/ 1687 w 1857234"/>
              <a:gd name="connsiteY9" fmla="*/ 1262003 h 2275297"/>
              <a:gd name="connsiteX10" fmla="*/ 31320 w 1857234"/>
              <a:gd name="connsiteY10" fmla="*/ 1405937 h 2275297"/>
              <a:gd name="connsiteX11" fmla="*/ 99053 w 1857234"/>
              <a:gd name="connsiteY11" fmla="*/ 1511770 h 2275297"/>
              <a:gd name="connsiteX12" fmla="*/ 149853 w 1857234"/>
              <a:gd name="connsiteY12" fmla="*/ 1609136 h 2275297"/>
              <a:gd name="connsiteX13" fmla="*/ 213353 w 1857234"/>
              <a:gd name="connsiteY13" fmla="*/ 1626070 h 2275297"/>
              <a:gd name="connsiteX14" fmla="*/ 221820 w 1857234"/>
              <a:gd name="connsiteY14" fmla="*/ 1566803 h 2275297"/>
              <a:gd name="connsiteX15" fmla="*/ 221820 w 1857234"/>
              <a:gd name="connsiteY15" fmla="*/ 1532936 h 2275297"/>
              <a:gd name="connsiteX16" fmla="*/ 311275 w 1857234"/>
              <a:gd name="connsiteY16" fmla="*/ 1766178 h 2275297"/>
              <a:gd name="connsiteX17" fmla="*/ 448026 w 1857234"/>
              <a:gd name="connsiteY17" fmla="*/ 1942746 h 2275297"/>
              <a:gd name="connsiteX18" fmla="*/ 642954 w 1857234"/>
              <a:gd name="connsiteY18" fmla="*/ 2115725 h 2275297"/>
              <a:gd name="connsiteX19" fmla="*/ 868503 w 1857234"/>
              <a:gd name="connsiteY19" fmla="*/ 2244593 h 2275297"/>
              <a:gd name="connsiteX20" fmla="*/ 1062435 w 1857234"/>
              <a:gd name="connsiteY20" fmla="*/ 2265044 h 2275297"/>
              <a:gd name="connsiteX21" fmla="*/ 1304365 w 1857234"/>
              <a:gd name="connsiteY21" fmla="*/ 2109462 h 2275297"/>
              <a:gd name="connsiteX22" fmla="*/ 1519275 w 1857234"/>
              <a:gd name="connsiteY22" fmla="*/ 1901778 h 2275297"/>
              <a:gd name="connsiteX23" fmla="*/ 1630552 w 1857234"/>
              <a:gd name="connsiteY23" fmla="*/ 1734918 h 2275297"/>
              <a:gd name="connsiteX24" fmla="*/ 1667781 w 1857234"/>
              <a:gd name="connsiteY24" fmla="*/ 1594101 h 2275297"/>
              <a:gd name="connsiteX25" fmla="*/ 1678087 w 1857234"/>
              <a:gd name="connsiteY25" fmla="*/ 1484588 h 2275297"/>
              <a:gd name="connsiteX26" fmla="*/ 1737353 w 1857234"/>
              <a:gd name="connsiteY26" fmla="*/ 1549870 h 2275297"/>
              <a:gd name="connsiteX27" fmla="*/ 1788153 w 1857234"/>
              <a:gd name="connsiteY27" fmla="*/ 1524470 h 2275297"/>
              <a:gd name="connsiteX28" fmla="*/ 1810167 w 1857234"/>
              <a:gd name="connsiteY28" fmla="*/ 1405936 h 2275297"/>
              <a:gd name="connsiteX29" fmla="*/ 1849113 w 1857234"/>
              <a:gd name="connsiteY29" fmla="*/ 1309416 h 2275297"/>
              <a:gd name="connsiteX30" fmla="*/ 1855887 w 1857234"/>
              <a:gd name="connsiteY30" fmla="*/ 1211203 h 2275297"/>
              <a:gd name="connsiteX31" fmla="*/ 1830487 w 1857234"/>
              <a:gd name="connsiteY31" fmla="*/ 1092670 h 2275297"/>
              <a:gd name="connsiteX32" fmla="*/ 1754287 w 1857234"/>
              <a:gd name="connsiteY32" fmla="*/ 1118070 h 2275297"/>
              <a:gd name="connsiteX33" fmla="*/ 1720420 w 1857234"/>
              <a:gd name="connsiteY33" fmla="*/ 1164636 h 2275297"/>
              <a:gd name="connsiteX34" fmla="*/ 1686553 w 1857234"/>
              <a:gd name="connsiteY34" fmla="*/ 1236603 h 2275297"/>
              <a:gd name="connsiteX35" fmla="*/ 1703487 w 1857234"/>
              <a:gd name="connsiteY35" fmla="*/ 830203 h 2275297"/>
              <a:gd name="connsiteX36" fmla="*/ 1669620 w 1857234"/>
              <a:gd name="connsiteY36" fmla="*/ 505083 h 2275297"/>
              <a:gd name="connsiteX37" fmla="*/ 1474887 w 1857234"/>
              <a:gd name="connsiteY37" fmla="*/ 186736 h 2275297"/>
              <a:gd name="connsiteX38" fmla="*/ 1264278 w 1857234"/>
              <a:gd name="connsiteY38" fmla="*/ 62925 h 2275297"/>
              <a:gd name="connsiteX39" fmla="*/ 907620 w 1857234"/>
              <a:gd name="connsiteY39" fmla="*/ 470 h 2275297"/>
              <a:gd name="connsiteX40" fmla="*/ 699128 w 1857234"/>
              <a:gd name="connsiteY40" fmla="*/ 38246 h 2275297"/>
              <a:gd name="connsiteX0" fmla="*/ 699128 w 1857234"/>
              <a:gd name="connsiteY0" fmla="*/ 38246 h 2275298"/>
              <a:gd name="connsiteX1" fmla="*/ 530853 w 1857234"/>
              <a:gd name="connsiteY1" fmla="*/ 109476 h 2275298"/>
              <a:gd name="connsiteX2" fmla="*/ 359403 w 1857234"/>
              <a:gd name="connsiteY2" fmla="*/ 226951 h 2275298"/>
              <a:gd name="connsiteX3" fmla="*/ 194303 w 1857234"/>
              <a:gd name="connsiteY3" fmla="*/ 500001 h 2275298"/>
              <a:gd name="connsiteX4" fmla="*/ 143503 w 1857234"/>
              <a:gd name="connsiteY4" fmla="*/ 690502 h 2275298"/>
              <a:gd name="connsiteX5" fmla="*/ 143503 w 1857234"/>
              <a:gd name="connsiteY5" fmla="*/ 1058801 h 2275298"/>
              <a:gd name="connsiteX6" fmla="*/ 144562 w 1857234"/>
              <a:gd name="connsiteY6" fmla="*/ 1196386 h 2275298"/>
              <a:gd name="connsiteX7" fmla="*/ 92704 w 1857234"/>
              <a:gd name="connsiteY7" fmla="*/ 1145586 h 2275298"/>
              <a:gd name="connsiteX8" fmla="*/ 13329 w 1857234"/>
              <a:gd name="connsiteY8" fmla="*/ 1150878 h 2275298"/>
              <a:gd name="connsiteX9" fmla="*/ 1687 w 1857234"/>
              <a:gd name="connsiteY9" fmla="*/ 1262003 h 2275298"/>
              <a:gd name="connsiteX10" fmla="*/ 31320 w 1857234"/>
              <a:gd name="connsiteY10" fmla="*/ 1405937 h 2275298"/>
              <a:gd name="connsiteX11" fmla="*/ 99053 w 1857234"/>
              <a:gd name="connsiteY11" fmla="*/ 1511770 h 2275298"/>
              <a:gd name="connsiteX12" fmla="*/ 149853 w 1857234"/>
              <a:gd name="connsiteY12" fmla="*/ 1609136 h 2275298"/>
              <a:gd name="connsiteX13" fmla="*/ 213353 w 1857234"/>
              <a:gd name="connsiteY13" fmla="*/ 1626070 h 2275298"/>
              <a:gd name="connsiteX14" fmla="*/ 221820 w 1857234"/>
              <a:gd name="connsiteY14" fmla="*/ 1566803 h 2275298"/>
              <a:gd name="connsiteX15" fmla="*/ 221820 w 1857234"/>
              <a:gd name="connsiteY15" fmla="*/ 1532936 h 2275298"/>
              <a:gd name="connsiteX16" fmla="*/ 311275 w 1857234"/>
              <a:gd name="connsiteY16" fmla="*/ 1766178 h 2275298"/>
              <a:gd name="connsiteX17" fmla="*/ 448026 w 1857234"/>
              <a:gd name="connsiteY17" fmla="*/ 1942746 h 2275298"/>
              <a:gd name="connsiteX18" fmla="*/ 642954 w 1857234"/>
              <a:gd name="connsiteY18" fmla="*/ 2115725 h 2275298"/>
              <a:gd name="connsiteX19" fmla="*/ 868503 w 1857234"/>
              <a:gd name="connsiteY19" fmla="*/ 2244593 h 2275298"/>
              <a:gd name="connsiteX20" fmla="*/ 1015504 w 1857234"/>
              <a:gd name="connsiteY20" fmla="*/ 2265044 h 2275298"/>
              <a:gd name="connsiteX21" fmla="*/ 1304365 w 1857234"/>
              <a:gd name="connsiteY21" fmla="*/ 2109462 h 2275298"/>
              <a:gd name="connsiteX22" fmla="*/ 1519275 w 1857234"/>
              <a:gd name="connsiteY22" fmla="*/ 1901778 h 2275298"/>
              <a:gd name="connsiteX23" fmla="*/ 1630552 w 1857234"/>
              <a:gd name="connsiteY23" fmla="*/ 1734918 h 2275298"/>
              <a:gd name="connsiteX24" fmla="*/ 1667781 w 1857234"/>
              <a:gd name="connsiteY24" fmla="*/ 1594101 h 2275298"/>
              <a:gd name="connsiteX25" fmla="*/ 1678087 w 1857234"/>
              <a:gd name="connsiteY25" fmla="*/ 1484588 h 2275298"/>
              <a:gd name="connsiteX26" fmla="*/ 1737353 w 1857234"/>
              <a:gd name="connsiteY26" fmla="*/ 1549870 h 2275298"/>
              <a:gd name="connsiteX27" fmla="*/ 1788153 w 1857234"/>
              <a:gd name="connsiteY27" fmla="*/ 1524470 h 2275298"/>
              <a:gd name="connsiteX28" fmla="*/ 1810167 w 1857234"/>
              <a:gd name="connsiteY28" fmla="*/ 1405936 h 2275298"/>
              <a:gd name="connsiteX29" fmla="*/ 1849113 w 1857234"/>
              <a:gd name="connsiteY29" fmla="*/ 1309416 h 2275298"/>
              <a:gd name="connsiteX30" fmla="*/ 1855887 w 1857234"/>
              <a:gd name="connsiteY30" fmla="*/ 1211203 h 2275298"/>
              <a:gd name="connsiteX31" fmla="*/ 1830487 w 1857234"/>
              <a:gd name="connsiteY31" fmla="*/ 1092670 h 2275298"/>
              <a:gd name="connsiteX32" fmla="*/ 1754287 w 1857234"/>
              <a:gd name="connsiteY32" fmla="*/ 1118070 h 2275298"/>
              <a:gd name="connsiteX33" fmla="*/ 1720420 w 1857234"/>
              <a:gd name="connsiteY33" fmla="*/ 1164636 h 2275298"/>
              <a:gd name="connsiteX34" fmla="*/ 1686553 w 1857234"/>
              <a:gd name="connsiteY34" fmla="*/ 1236603 h 2275298"/>
              <a:gd name="connsiteX35" fmla="*/ 1703487 w 1857234"/>
              <a:gd name="connsiteY35" fmla="*/ 830203 h 2275298"/>
              <a:gd name="connsiteX36" fmla="*/ 1669620 w 1857234"/>
              <a:gd name="connsiteY36" fmla="*/ 505083 h 2275298"/>
              <a:gd name="connsiteX37" fmla="*/ 1474887 w 1857234"/>
              <a:gd name="connsiteY37" fmla="*/ 186736 h 2275298"/>
              <a:gd name="connsiteX38" fmla="*/ 1264278 w 1857234"/>
              <a:gd name="connsiteY38" fmla="*/ 62925 h 2275298"/>
              <a:gd name="connsiteX39" fmla="*/ 907620 w 1857234"/>
              <a:gd name="connsiteY39" fmla="*/ 470 h 2275298"/>
              <a:gd name="connsiteX40" fmla="*/ 699128 w 1857234"/>
              <a:gd name="connsiteY40" fmla="*/ 38246 h 2275298"/>
              <a:gd name="connsiteX0" fmla="*/ 699128 w 1857234"/>
              <a:gd name="connsiteY0" fmla="*/ 38246 h 2277359"/>
              <a:gd name="connsiteX1" fmla="*/ 530853 w 1857234"/>
              <a:gd name="connsiteY1" fmla="*/ 109476 h 2277359"/>
              <a:gd name="connsiteX2" fmla="*/ 359403 w 1857234"/>
              <a:gd name="connsiteY2" fmla="*/ 226951 h 2277359"/>
              <a:gd name="connsiteX3" fmla="*/ 194303 w 1857234"/>
              <a:gd name="connsiteY3" fmla="*/ 500001 h 2277359"/>
              <a:gd name="connsiteX4" fmla="*/ 143503 w 1857234"/>
              <a:gd name="connsiteY4" fmla="*/ 690502 h 2277359"/>
              <a:gd name="connsiteX5" fmla="*/ 143503 w 1857234"/>
              <a:gd name="connsiteY5" fmla="*/ 1058801 h 2277359"/>
              <a:gd name="connsiteX6" fmla="*/ 144562 w 1857234"/>
              <a:gd name="connsiteY6" fmla="*/ 1196386 h 2277359"/>
              <a:gd name="connsiteX7" fmla="*/ 92704 w 1857234"/>
              <a:gd name="connsiteY7" fmla="*/ 1145586 h 2277359"/>
              <a:gd name="connsiteX8" fmla="*/ 13329 w 1857234"/>
              <a:gd name="connsiteY8" fmla="*/ 1150878 h 2277359"/>
              <a:gd name="connsiteX9" fmla="*/ 1687 w 1857234"/>
              <a:gd name="connsiteY9" fmla="*/ 1262003 h 2277359"/>
              <a:gd name="connsiteX10" fmla="*/ 31320 w 1857234"/>
              <a:gd name="connsiteY10" fmla="*/ 1405937 h 2277359"/>
              <a:gd name="connsiteX11" fmla="*/ 99053 w 1857234"/>
              <a:gd name="connsiteY11" fmla="*/ 1511770 h 2277359"/>
              <a:gd name="connsiteX12" fmla="*/ 149853 w 1857234"/>
              <a:gd name="connsiteY12" fmla="*/ 1609136 h 2277359"/>
              <a:gd name="connsiteX13" fmla="*/ 213353 w 1857234"/>
              <a:gd name="connsiteY13" fmla="*/ 1626070 h 2277359"/>
              <a:gd name="connsiteX14" fmla="*/ 221820 w 1857234"/>
              <a:gd name="connsiteY14" fmla="*/ 1566803 h 2277359"/>
              <a:gd name="connsiteX15" fmla="*/ 221820 w 1857234"/>
              <a:gd name="connsiteY15" fmla="*/ 1532936 h 2277359"/>
              <a:gd name="connsiteX16" fmla="*/ 311275 w 1857234"/>
              <a:gd name="connsiteY16" fmla="*/ 1766178 h 2277359"/>
              <a:gd name="connsiteX17" fmla="*/ 448026 w 1857234"/>
              <a:gd name="connsiteY17" fmla="*/ 1942746 h 2277359"/>
              <a:gd name="connsiteX18" fmla="*/ 642954 w 1857234"/>
              <a:gd name="connsiteY18" fmla="*/ 2115725 h 2277359"/>
              <a:gd name="connsiteX19" fmla="*/ 868503 w 1857234"/>
              <a:gd name="connsiteY19" fmla="*/ 2244593 h 2277359"/>
              <a:gd name="connsiteX20" fmla="*/ 1015504 w 1857234"/>
              <a:gd name="connsiteY20" fmla="*/ 2265044 h 2277359"/>
              <a:gd name="connsiteX21" fmla="*/ 1304365 w 1857234"/>
              <a:gd name="connsiteY21" fmla="*/ 2109462 h 2277359"/>
              <a:gd name="connsiteX22" fmla="*/ 1519275 w 1857234"/>
              <a:gd name="connsiteY22" fmla="*/ 1901778 h 2277359"/>
              <a:gd name="connsiteX23" fmla="*/ 1630552 w 1857234"/>
              <a:gd name="connsiteY23" fmla="*/ 1734918 h 2277359"/>
              <a:gd name="connsiteX24" fmla="*/ 1667781 w 1857234"/>
              <a:gd name="connsiteY24" fmla="*/ 1594101 h 2277359"/>
              <a:gd name="connsiteX25" fmla="*/ 1678087 w 1857234"/>
              <a:gd name="connsiteY25" fmla="*/ 1484588 h 2277359"/>
              <a:gd name="connsiteX26" fmla="*/ 1737353 w 1857234"/>
              <a:gd name="connsiteY26" fmla="*/ 1549870 h 2277359"/>
              <a:gd name="connsiteX27" fmla="*/ 1788153 w 1857234"/>
              <a:gd name="connsiteY27" fmla="*/ 1524470 h 2277359"/>
              <a:gd name="connsiteX28" fmla="*/ 1810167 w 1857234"/>
              <a:gd name="connsiteY28" fmla="*/ 1405936 h 2277359"/>
              <a:gd name="connsiteX29" fmla="*/ 1849113 w 1857234"/>
              <a:gd name="connsiteY29" fmla="*/ 1309416 h 2277359"/>
              <a:gd name="connsiteX30" fmla="*/ 1855887 w 1857234"/>
              <a:gd name="connsiteY30" fmla="*/ 1211203 h 2277359"/>
              <a:gd name="connsiteX31" fmla="*/ 1830487 w 1857234"/>
              <a:gd name="connsiteY31" fmla="*/ 1092670 h 2277359"/>
              <a:gd name="connsiteX32" fmla="*/ 1754287 w 1857234"/>
              <a:gd name="connsiteY32" fmla="*/ 1118070 h 2277359"/>
              <a:gd name="connsiteX33" fmla="*/ 1720420 w 1857234"/>
              <a:gd name="connsiteY33" fmla="*/ 1164636 h 2277359"/>
              <a:gd name="connsiteX34" fmla="*/ 1686553 w 1857234"/>
              <a:gd name="connsiteY34" fmla="*/ 1236603 h 2277359"/>
              <a:gd name="connsiteX35" fmla="*/ 1703487 w 1857234"/>
              <a:gd name="connsiteY35" fmla="*/ 830203 h 2277359"/>
              <a:gd name="connsiteX36" fmla="*/ 1669620 w 1857234"/>
              <a:gd name="connsiteY36" fmla="*/ 505083 h 2277359"/>
              <a:gd name="connsiteX37" fmla="*/ 1474887 w 1857234"/>
              <a:gd name="connsiteY37" fmla="*/ 186736 h 2277359"/>
              <a:gd name="connsiteX38" fmla="*/ 1264278 w 1857234"/>
              <a:gd name="connsiteY38" fmla="*/ 62925 h 2277359"/>
              <a:gd name="connsiteX39" fmla="*/ 907620 w 1857234"/>
              <a:gd name="connsiteY39" fmla="*/ 470 h 2277359"/>
              <a:gd name="connsiteX40" fmla="*/ 699128 w 1857234"/>
              <a:gd name="connsiteY40" fmla="*/ 38246 h 2277359"/>
              <a:gd name="connsiteX0" fmla="*/ 699128 w 1857234"/>
              <a:gd name="connsiteY0" fmla="*/ 38246 h 2277359"/>
              <a:gd name="connsiteX1" fmla="*/ 530853 w 1857234"/>
              <a:gd name="connsiteY1" fmla="*/ 109476 h 2277359"/>
              <a:gd name="connsiteX2" fmla="*/ 359403 w 1857234"/>
              <a:gd name="connsiteY2" fmla="*/ 226951 h 2277359"/>
              <a:gd name="connsiteX3" fmla="*/ 194303 w 1857234"/>
              <a:gd name="connsiteY3" fmla="*/ 500001 h 2277359"/>
              <a:gd name="connsiteX4" fmla="*/ 143503 w 1857234"/>
              <a:gd name="connsiteY4" fmla="*/ 690502 h 2277359"/>
              <a:gd name="connsiteX5" fmla="*/ 143503 w 1857234"/>
              <a:gd name="connsiteY5" fmla="*/ 1058801 h 2277359"/>
              <a:gd name="connsiteX6" fmla="*/ 144562 w 1857234"/>
              <a:gd name="connsiteY6" fmla="*/ 1196386 h 2277359"/>
              <a:gd name="connsiteX7" fmla="*/ 92704 w 1857234"/>
              <a:gd name="connsiteY7" fmla="*/ 1145586 h 2277359"/>
              <a:gd name="connsiteX8" fmla="*/ 13329 w 1857234"/>
              <a:gd name="connsiteY8" fmla="*/ 1150878 h 2277359"/>
              <a:gd name="connsiteX9" fmla="*/ 1687 w 1857234"/>
              <a:gd name="connsiteY9" fmla="*/ 1262003 h 2277359"/>
              <a:gd name="connsiteX10" fmla="*/ 31320 w 1857234"/>
              <a:gd name="connsiteY10" fmla="*/ 1405937 h 2277359"/>
              <a:gd name="connsiteX11" fmla="*/ 99053 w 1857234"/>
              <a:gd name="connsiteY11" fmla="*/ 1511770 h 2277359"/>
              <a:gd name="connsiteX12" fmla="*/ 149853 w 1857234"/>
              <a:gd name="connsiteY12" fmla="*/ 1609136 h 2277359"/>
              <a:gd name="connsiteX13" fmla="*/ 213353 w 1857234"/>
              <a:gd name="connsiteY13" fmla="*/ 1626070 h 2277359"/>
              <a:gd name="connsiteX14" fmla="*/ 221820 w 1857234"/>
              <a:gd name="connsiteY14" fmla="*/ 1566803 h 2277359"/>
              <a:gd name="connsiteX15" fmla="*/ 221820 w 1857234"/>
              <a:gd name="connsiteY15" fmla="*/ 1532936 h 2277359"/>
              <a:gd name="connsiteX16" fmla="*/ 311275 w 1857234"/>
              <a:gd name="connsiteY16" fmla="*/ 1766178 h 2277359"/>
              <a:gd name="connsiteX17" fmla="*/ 448026 w 1857234"/>
              <a:gd name="connsiteY17" fmla="*/ 1942746 h 2277359"/>
              <a:gd name="connsiteX18" fmla="*/ 642954 w 1857234"/>
              <a:gd name="connsiteY18" fmla="*/ 2115725 h 2277359"/>
              <a:gd name="connsiteX19" fmla="*/ 868503 w 1857234"/>
              <a:gd name="connsiteY19" fmla="*/ 2244593 h 2277359"/>
              <a:gd name="connsiteX20" fmla="*/ 1015504 w 1857234"/>
              <a:gd name="connsiteY20" fmla="*/ 2265044 h 2277359"/>
              <a:gd name="connsiteX21" fmla="*/ 1304365 w 1857234"/>
              <a:gd name="connsiteY21" fmla="*/ 2109462 h 2277359"/>
              <a:gd name="connsiteX22" fmla="*/ 1519275 w 1857234"/>
              <a:gd name="connsiteY22" fmla="*/ 1901778 h 2277359"/>
              <a:gd name="connsiteX23" fmla="*/ 1630552 w 1857234"/>
              <a:gd name="connsiteY23" fmla="*/ 1734918 h 2277359"/>
              <a:gd name="connsiteX24" fmla="*/ 1667781 w 1857234"/>
              <a:gd name="connsiteY24" fmla="*/ 1594101 h 2277359"/>
              <a:gd name="connsiteX25" fmla="*/ 1678087 w 1857234"/>
              <a:gd name="connsiteY25" fmla="*/ 1484588 h 2277359"/>
              <a:gd name="connsiteX26" fmla="*/ 1737353 w 1857234"/>
              <a:gd name="connsiteY26" fmla="*/ 1549870 h 2277359"/>
              <a:gd name="connsiteX27" fmla="*/ 1788153 w 1857234"/>
              <a:gd name="connsiteY27" fmla="*/ 1524470 h 2277359"/>
              <a:gd name="connsiteX28" fmla="*/ 1810167 w 1857234"/>
              <a:gd name="connsiteY28" fmla="*/ 1405936 h 2277359"/>
              <a:gd name="connsiteX29" fmla="*/ 1849113 w 1857234"/>
              <a:gd name="connsiteY29" fmla="*/ 1309416 h 2277359"/>
              <a:gd name="connsiteX30" fmla="*/ 1855887 w 1857234"/>
              <a:gd name="connsiteY30" fmla="*/ 1211203 h 2277359"/>
              <a:gd name="connsiteX31" fmla="*/ 1830487 w 1857234"/>
              <a:gd name="connsiteY31" fmla="*/ 1092670 h 2277359"/>
              <a:gd name="connsiteX32" fmla="*/ 1754287 w 1857234"/>
              <a:gd name="connsiteY32" fmla="*/ 1118070 h 2277359"/>
              <a:gd name="connsiteX33" fmla="*/ 1720420 w 1857234"/>
              <a:gd name="connsiteY33" fmla="*/ 1164636 h 2277359"/>
              <a:gd name="connsiteX34" fmla="*/ 1686553 w 1857234"/>
              <a:gd name="connsiteY34" fmla="*/ 1236603 h 2277359"/>
              <a:gd name="connsiteX35" fmla="*/ 1703487 w 1857234"/>
              <a:gd name="connsiteY35" fmla="*/ 830203 h 2277359"/>
              <a:gd name="connsiteX36" fmla="*/ 1669620 w 1857234"/>
              <a:gd name="connsiteY36" fmla="*/ 505083 h 2277359"/>
              <a:gd name="connsiteX37" fmla="*/ 1474887 w 1857234"/>
              <a:gd name="connsiteY37" fmla="*/ 186736 h 2277359"/>
              <a:gd name="connsiteX38" fmla="*/ 1264278 w 1857234"/>
              <a:gd name="connsiteY38" fmla="*/ 62925 h 2277359"/>
              <a:gd name="connsiteX39" fmla="*/ 907620 w 1857234"/>
              <a:gd name="connsiteY39" fmla="*/ 470 h 2277359"/>
              <a:gd name="connsiteX40" fmla="*/ 699128 w 1857234"/>
              <a:gd name="connsiteY40" fmla="*/ 38246 h 2277359"/>
              <a:gd name="connsiteX0" fmla="*/ 699128 w 1857234"/>
              <a:gd name="connsiteY0" fmla="*/ 38246 h 2283078"/>
              <a:gd name="connsiteX1" fmla="*/ 530853 w 1857234"/>
              <a:gd name="connsiteY1" fmla="*/ 109476 h 2283078"/>
              <a:gd name="connsiteX2" fmla="*/ 359403 w 1857234"/>
              <a:gd name="connsiteY2" fmla="*/ 226951 h 2283078"/>
              <a:gd name="connsiteX3" fmla="*/ 194303 w 1857234"/>
              <a:gd name="connsiteY3" fmla="*/ 500001 h 2283078"/>
              <a:gd name="connsiteX4" fmla="*/ 143503 w 1857234"/>
              <a:gd name="connsiteY4" fmla="*/ 690502 h 2283078"/>
              <a:gd name="connsiteX5" fmla="*/ 143503 w 1857234"/>
              <a:gd name="connsiteY5" fmla="*/ 1058801 h 2283078"/>
              <a:gd name="connsiteX6" fmla="*/ 144562 w 1857234"/>
              <a:gd name="connsiteY6" fmla="*/ 1196386 h 2283078"/>
              <a:gd name="connsiteX7" fmla="*/ 92704 w 1857234"/>
              <a:gd name="connsiteY7" fmla="*/ 1145586 h 2283078"/>
              <a:gd name="connsiteX8" fmla="*/ 13329 w 1857234"/>
              <a:gd name="connsiteY8" fmla="*/ 1150878 h 2283078"/>
              <a:gd name="connsiteX9" fmla="*/ 1687 w 1857234"/>
              <a:gd name="connsiteY9" fmla="*/ 1262003 h 2283078"/>
              <a:gd name="connsiteX10" fmla="*/ 31320 w 1857234"/>
              <a:gd name="connsiteY10" fmla="*/ 1405937 h 2283078"/>
              <a:gd name="connsiteX11" fmla="*/ 99053 w 1857234"/>
              <a:gd name="connsiteY11" fmla="*/ 1511770 h 2283078"/>
              <a:gd name="connsiteX12" fmla="*/ 149853 w 1857234"/>
              <a:gd name="connsiteY12" fmla="*/ 1609136 h 2283078"/>
              <a:gd name="connsiteX13" fmla="*/ 213353 w 1857234"/>
              <a:gd name="connsiteY13" fmla="*/ 1626070 h 2283078"/>
              <a:gd name="connsiteX14" fmla="*/ 221820 w 1857234"/>
              <a:gd name="connsiteY14" fmla="*/ 1566803 h 2283078"/>
              <a:gd name="connsiteX15" fmla="*/ 221820 w 1857234"/>
              <a:gd name="connsiteY15" fmla="*/ 1532936 h 2283078"/>
              <a:gd name="connsiteX16" fmla="*/ 311275 w 1857234"/>
              <a:gd name="connsiteY16" fmla="*/ 1766178 h 2283078"/>
              <a:gd name="connsiteX17" fmla="*/ 448026 w 1857234"/>
              <a:gd name="connsiteY17" fmla="*/ 1942746 h 2283078"/>
              <a:gd name="connsiteX18" fmla="*/ 642954 w 1857234"/>
              <a:gd name="connsiteY18" fmla="*/ 2115725 h 2283078"/>
              <a:gd name="connsiteX19" fmla="*/ 817318 w 1857234"/>
              <a:gd name="connsiteY19" fmla="*/ 2263161 h 2283078"/>
              <a:gd name="connsiteX20" fmla="*/ 1015504 w 1857234"/>
              <a:gd name="connsiteY20" fmla="*/ 2265044 h 2283078"/>
              <a:gd name="connsiteX21" fmla="*/ 1304365 w 1857234"/>
              <a:gd name="connsiteY21" fmla="*/ 2109462 h 2283078"/>
              <a:gd name="connsiteX22" fmla="*/ 1519275 w 1857234"/>
              <a:gd name="connsiteY22" fmla="*/ 1901778 h 2283078"/>
              <a:gd name="connsiteX23" fmla="*/ 1630552 w 1857234"/>
              <a:gd name="connsiteY23" fmla="*/ 1734918 h 2283078"/>
              <a:gd name="connsiteX24" fmla="*/ 1667781 w 1857234"/>
              <a:gd name="connsiteY24" fmla="*/ 1594101 h 2283078"/>
              <a:gd name="connsiteX25" fmla="*/ 1678087 w 1857234"/>
              <a:gd name="connsiteY25" fmla="*/ 1484588 h 2283078"/>
              <a:gd name="connsiteX26" fmla="*/ 1737353 w 1857234"/>
              <a:gd name="connsiteY26" fmla="*/ 1549870 h 2283078"/>
              <a:gd name="connsiteX27" fmla="*/ 1788153 w 1857234"/>
              <a:gd name="connsiteY27" fmla="*/ 1524470 h 2283078"/>
              <a:gd name="connsiteX28" fmla="*/ 1810167 w 1857234"/>
              <a:gd name="connsiteY28" fmla="*/ 1405936 h 2283078"/>
              <a:gd name="connsiteX29" fmla="*/ 1849113 w 1857234"/>
              <a:gd name="connsiteY29" fmla="*/ 1309416 h 2283078"/>
              <a:gd name="connsiteX30" fmla="*/ 1855887 w 1857234"/>
              <a:gd name="connsiteY30" fmla="*/ 1211203 h 2283078"/>
              <a:gd name="connsiteX31" fmla="*/ 1830487 w 1857234"/>
              <a:gd name="connsiteY31" fmla="*/ 1092670 h 2283078"/>
              <a:gd name="connsiteX32" fmla="*/ 1754287 w 1857234"/>
              <a:gd name="connsiteY32" fmla="*/ 1118070 h 2283078"/>
              <a:gd name="connsiteX33" fmla="*/ 1720420 w 1857234"/>
              <a:gd name="connsiteY33" fmla="*/ 1164636 h 2283078"/>
              <a:gd name="connsiteX34" fmla="*/ 1686553 w 1857234"/>
              <a:gd name="connsiteY34" fmla="*/ 1236603 h 2283078"/>
              <a:gd name="connsiteX35" fmla="*/ 1703487 w 1857234"/>
              <a:gd name="connsiteY35" fmla="*/ 830203 h 2283078"/>
              <a:gd name="connsiteX36" fmla="*/ 1669620 w 1857234"/>
              <a:gd name="connsiteY36" fmla="*/ 505083 h 2283078"/>
              <a:gd name="connsiteX37" fmla="*/ 1474887 w 1857234"/>
              <a:gd name="connsiteY37" fmla="*/ 186736 h 2283078"/>
              <a:gd name="connsiteX38" fmla="*/ 1264278 w 1857234"/>
              <a:gd name="connsiteY38" fmla="*/ 62925 h 2283078"/>
              <a:gd name="connsiteX39" fmla="*/ 907620 w 1857234"/>
              <a:gd name="connsiteY39" fmla="*/ 470 h 2283078"/>
              <a:gd name="connsiteX40" fmla="*/ 699128 w 1857234"/>
              <a:gd name="connsiteY40" fmla="*/ 38246 h 2283078"/>
              <a:gd name="connsiteX0" fmla="*/ 699128 w 1857234"/>
              <a:gd name="connsiteY0" fmla="*/ 38246 h 2280460"/>
              <a:gd name="connsiteX1" fmla="*/ 530853 w 1857234"/>
              <a:gd name="connsiteY1" fmla="*/ 109476 h 2280460"/>
              <a:gd name="connsiteX2" fmla="*/ 359403 w 1857234"/>
              <a:gd name="connsiteY2" fmla="*/ 226951 h 2280460"/>
              <a:gd name="connsiteX3" fmla="*/ 194303 w 1857234"/>
              <a:gd name="connsiteY3" fmla="*/ 500001 h 2280460"/>
              <a:gd name="connsiteX4" fmla="*/ 143503 w 1857234"/>
              <a:gd name="connsiteY4" fmla="*/ 690502 h 2280460"/>
              <a:gd name="connsiteX5" fmla="*/ 143503 w 1857234"/>
              <a:gd name="connsiteY5" fmla="*/ 1058801 h 2280460"/>
              <a:gd name="connsiteX6" fmla="*/ 144562 w 1857234"/>
              <a:gd name="connsiteY6" fmla="*/ 1196386 h 2280460"/>
              <a:gd name="connsiteX7" fmla="*/ 92704 w 1857234"/>
              <a:gd name="connsiteY7" fmla="*/ 1145586 h 2280460"/>
              <a:gd name="connsiteX8" fmla="*/ 13329 w 1857234"/>
              <a:gd name="connsiteY8" fmla="*/ 1150878 h 2280460"/>
              <a:gd name="connsiteX9" fmla="*/ 1687 w 1857234"/>
              <a:gd name="connsiteY9" fmla="*/ 1262003 h 2280460"/>
              <a:gd name="connsiteX10" fmla="*/ 31320 w 1857234"/>
              <a:gd name="connsiteY10" fmla="*/ 1405937 h 2280460"/>
              <a:gd name="connsiteX11" fmla="*/ 99053 w 1857234"/>
              <a:gd name="connsiteY11" fmla="*/ 1511770 h 2280460"/>
              <a:gd name="connsiteX12" fmla="*/ 149853 w 1857234"/>
              <a:gd name="connsiteY12" fmla="*/ 1609136 h 2280460"/>
              <a:gd name="connsiteX13" fmla="*/ 213353 w 1857234"/>
              <a:gd name="connsiteY13" fmla="*/ 1626070 h 2280460"/>
              <a:gd name="connsiteX14" fmla="*/ 221820 w 1857234"/>
              <a:gd name="connsiteY14" fmla="*/ 1566803 h 2280460"/>
              <a:gd name="connsiteX15" fmla="*/ 221820 w 1857234"/>
              <a:gd name="connsiteY15" fmla="*/ 1532936 h 2280460"/>
              <a:gd name="connsiteX16" fmla="*/ 311275 w 1857234"/>
              <a:gd name="connsiteY16" fmla="*/ 1766178 h 2280460"/>
              <a:gd name="connsiteX17" fmla="*/ 448026 w 1857234"/>
              <a:gd name="connsiteY17" fmla="*/ 1942746 h 2280460"/>
              <a:gd name="connsiteX18" fmla="*/ 642954 w 1857234"/>
              <a:gd name="connsiteY18" fmla="*/ 2115725 h 2280460"/>
              <a:gd name="connsiteX19" fmla="*/ 817318 w 1857234"/>
              <a:gd name="connsiteY19" fmla="*/ 2263161 h 2280460"/>
              <a:gd name="connsiteX20" fmla="*/ 1085302 w 1857234"/>
              <a:gd name="connsiteY20" fmla="*/ 2260402 h 2280460"/>
              <a:gd name="connsiteX21" fmla="*/ 1304365 w 1857234"/>
              <a:gd name="connsiteY21" fmla="*/ 2109462 h 2280460"/>
              <a:gd name="connsiteX22" fmla="*/ 1519275 w 1857234"/>
              <a:gd name="connsiteY22" fmla="*/ 1901778 h 2280460"/>
              <a:gd name="connsiteX23" fmla="*/ 1630552 w 1857234"/>
              <a:gd name="connsiteY23" fmla="*/ 1734918 h 2280460"/>
              <a:gd name="connsiteX24" fmla="*/ 1667781 w 1857234"/>
              <a:gd name="connsiteY24" fmla="*/ 1594101 h 2280460"/>
              <a:gd name="connsiteX25" fmla="*/ 1678087 w 1857234"/>
              <a:gd name="connsiteY25" fmla="*/ 1484588 h 2280460"/>
              <a:gd name="connsiteX26" fmla="*/ 1737353 w 1857234"/>
              <a:gd name="connsiteY26" fmla="*/ 1549870 h 2280460"/>
              <a:gd name="connsiteX27" fmla="*/ 1788153 w 1857234"/>
              <a:gd name="connsiteY27" fmla="*/ 1524470 h 2280460"/>
              <a:gd name="connsiteX28" fmla="*/ 1810167 w 1857234"/>
              <a:gd name="connsiteY28" fmla="*/ 1405936 h 2280460"/>
              <a:gd name="connsiteX29" fmla="*/ 1849113 w 1857234"/>
              <a:gd name="connsiteY29" fmla="*/ 1309416 h 2280460"/>
              <a:gd name="connsiteX30" fmla="*/ 1855887 w 1857234"/>
              <a:gd name="connsiteY30" fmla="*/ 1211203 h 2280460"/>
              <a:gd name="connsiteX31" fmla="*/ 1830487 w 1857234"/>
              <a:gd name="connsiteY31" fmla="*/ 1092670 h 2280460"/>
              <a:gd name="connsiteX32" fmla="*/ 1754287 w 1857234"/>
              <a:gd name="connsiteY32" fmla="*/ 1118070 h 2280460"/>
              <a:gd name="connsiteX33" fmla="*/ 1720420 w 1857234"/>
              <a:gd name="connsiteY33" fmla="*/ 1164636 h 2280460"/>
              <a:gd name="connsiteX34" fmla="*/ 1686553 w 1857234"/>
              <a:gd name="connsiteY34" fmla="*/ 1236603 h 2280460"/>
              <a:gd name="connsiteX35" fmla="*/ 1703487 w 1857234"/>
              <a:gd name="connsiteY35" fmla="*/ 830203 h 2280460"/>
              <a:gd name="connsiteX36" fmla="*/ 1669620 w 1857234"/>
              <a:gd name="connsiteY36" fmla="*/ 505083 h 2280460"/>
              <a:gd name="connsiteX37" fmla="*/ 1474887 w 1857234"/>
              <a:gd name="connsiteY37" fmla="*/ 186736 h 2280460"/>
              <a:gd name="connsiteX38" fmla="*/ 1264278 w 1857234"/>
              <a:gd name="connsiteY38" fmla="*/ 62925 h 2280460"/>
              <a:gd name="connsiteX39" fmla="*/ 907620 w 1857234"/>
              <a:gd name="connsiteY39" fmla="*/ 470 h 2280460"/>
              <a:gd name="connsiteX40" fmla="*/ 699128 w 1857234"/>
              <a:gd name="connsiteY40" fmla="*/ 38246 h 2280460"/>
              <a:gd name="connsiteX0" fmla="*/ 699128 w 1857234"/>
              <a:gd name="connsiteY0" fmla="*/ 38246 h 2273485"/>
              <a:gd name="connsiteX1" fmla="*/ 530853 w 1857234"/>
              <a:gd name="connsiteY1" fmla="*/ 109476 h 2273485"/>
              <a:gd name="connsiteX2" fmla="*/ 359403 w 1857234"/>
              <a:gd name="connsiteY2" fmla="*/ 226951 h 2273485"/>
              <a:gd name="connsiteX3" fmla="*/ 194303 w 1857234"/>
              <a:gd name="connsiteY3" fmla="*/ 500001 h 2273485"/>
              <a:gd name="connsiteX4" fmla="*/ 143503 w 1857234"/>
              <a:gd name="connsiteY4" fmla="*/ 690502 h 2273485"/>
              <a:gd name="connsiteX5" fmla="*/ 143503 w 1857234"/>
              <a:gd name="connsiteY5" fmla="*/ 1058801 h 2273485"/>
              <a:gd name="connsiteX6" fmla="*/ 144562 w 1857234"/>
              <a:gd name="connsiteY6" fmla="*/ 1196386 h 2273485"/>
              <a:gd name="connsiteX7" fmla="*/ 92704 w 1857234"/>
              <a:gd name="connsiteY7" fmla="*/ 1145586 h 2273485"/>
              <a:gd name="connsiteX8" fmla="*/ 13329 w 1857234"/>
              <a:gd name="connsiteY8" fmla="*/ 1150878 h 2273485"/>
              <a:gd name="connsiteX9" fmla="*/ 1687 w 1857234"/>
              <a:gd name="connsiteY9" fmla="*/ 1262003 h 2273485"/>
              <a:gd name="connsiteX10" fmla="*/ 31320 w 1857234"/>
              <a:gd name="connsiteY10" fmla="*/ 1405937 h 2273485"/>
              <a:gd name="connsiteX11" fmla="*/ 99053 w 1857234"/>
              <a:gd name="connsiteY11" fmla="*/ 1511770 h 2273485"/>
              <a:gd name="connsiteX12" fmla="*/ 149853 w 1857234"/>
              <a:gd name="connsiteY12" fmla="*/ 1609136 h 2273485"/>
              <a:gd name="connsiteX13" fmla="*/ 213353 w 1857234"/>
              <a:gd name="connsiteY13" fmla="*/ 1626070 h 2273485"/>
              <a:gd name="connsiteX14" fmla="*/ 221820 w 1857234"/>
              <a:gd name="connsiteY14" fmla="*/ 1566803 h 2273485"/>
              <a:gd name="connsiteX15" fmla="*/ 221820 w 1857234"/>
              <a:gd name="connsiteY15" fmla="*/ 1532936 h 2273485"/>
              <a:gd name="connsiteX16" fmla="*/ 311275 w 1857234"/>
              <a:gd name="connsiteY16" fmla="*/ 1766178 h 2273485"/>
              <a:gd name="connsiteX17" fmla="*/ 448026 w 1857234"/>
              <a:gd name="connsiteY17" fmla="*/ 1942746 h 2273485"/>
              <a:gd name="connsiteX18" fmla="*/ 642954 w 1857234"/>
              <a:gd name="connsiteY18" fmla="*/ 2115725 h 2273485"/>
              <a:gd name="connsiteX19" fmla="*/ 817318 w 1857234"/>
              <a:gd name="connsiteY19" fmla="*/ 2249235 h 2273485"/>
              <a:gd name="connsiteX20" fmla="*/ 1085302 w 1857234"/>
              <a:gd name="connsiteY20" fmla="*/ 2260402 h 2273485"/>
              <a:gd name="connsiteX21" fmla="*/ 1304365 w 1857234"/>
              <a:gd name="connsiteY21" fmla="*/ 2109462 h 2273485"/>
              <a:gd name="connsiteX22" fmla="*/ 1519275 w 1857234"/>
              <a:gd name="connsiteY22" fmla="*/ 1901778 h 2273485"/>
              <a:gd name="connsiteX23" fmla="*/ 1630552 w 1857234"/>
              <a:gd name="connsiteY23" fmla="*/ 1734918 h 2273485"/>
              <a:gd name="connsiteX24" fmla="*/ 1667781 w 1857234"/>
              <a:gd name="connsiteY24" fmla="*/ 1594101 h 2273485"/>
              <a:gd name="connsiteX25" fmla="*/ 1678087 w 1857234"/>
              <a:gd name="connsiteY25" fmla="*/ 1484588 h 2273485"/>
              <a:gd name="connsiteX26" fmla="*/ 1737353 w 1857234"/>
              <a:gd name="connsiteY26" fmla="*/ 1549870 h 2273485"/>
              <a:gd name="connsiteX27" fmla="*/ 1788153 w 1857234"/>
              <a:gd name="connsiteY27" fmla="*/ 1524470 h 2273485"/>
              <a:gd name="connsiteX28" fmla="*/ 1810167 w 1857234"/>
              <a:gd name="connsiteY28" fmla="*/ 1405936 h 2273485"/>
              <a:gd name="connsiteX29" fmla="*/ 1849113 w 1857234"/>
              <a:gd name="connsiteY29" fmla="*/ 1309416 h 2273485"/>
              <a:gd name="connsiteX30" fmla="*/ 1855887 w 1857234"/>
              <a:gd name="connsiteY30" fmla="*/ 1211203 h 2273485"/>
              <a:gd name="connsiteX31" fmla="*/ 1830487 w 1857234"/>
              <a:gd name="connsiteY31" fmla="*/ 1092670 h 2273485"/>
              <a:gd name="connsiteX32" fmla="*/ 1754287 w 1857234"/>
              <a:gd name="connsiteY32" fmla="*/ 1118070 h 2273485"/>
              <a:gd name="connsiteX33" fmla="*/ 1720420 w 1857234"/>
              <a:gd name="connsiteY33" fmla="*/ 1164636 h 2273485"/>
              <a:gd name="connsiteX34" fmla="*/ 1686553 w 1857234"/>
              <a:gd name="connsiteY34" fmla="*/ 1236603 h 2273485"/>
              <a:gd name="connsiteX35" fmla="*/ 1703487 w 1857234"/>
              <a:gd name="connsiteY35" fmla="*/ 830203 h 2273485"/>
              <a:gd name="connsiteX36" fmla="*/ 1669620 w 1857234"/>
              <a:gd name="connsiteY36" fmla="*/ 505083 h 2273485"/>
              <a:gd name="connsiteX37" fmla="*/ 1474887 w 1857234"/>
              <a:gd name="connsiteY37" fmla="*/ 186736 h 2273485"/>
              <a:gd name="connsiteX38" fmla="*/ 1264278 w 1857234"/>
              <a:gd name="connsiteY38" fmla="*/ 62925 h 2273485"/>
              <a:gd name="connsiteX39" fmla="*/ 907620 w 1857234"/>
              <a:gd name="connsiteY39" fmla="*/ 470 h 2273485"/>
              <a:gd name="connsiteX40" fmla="*/ 699128 w 1857234"/>
              <a:gd name="connsiteY40" fmla="*/ 38246 h 2273485"/>
              <a:gd name="connsiteX0" fmla="*/ 699128 w 1857234"/>
              <a:gd name="connsiteY0" fmla="*/ 38246 h 2264613"/>
              <a:gd name="connsiteX1" fmla="*/ 530853 w 1857234"/>
              <a:gd name="connsiteY1" fmla="*/ 109476 h 2264613"/>
              <a:gd name="connsiteX2" fmla="*/ 359403 w 1857234"/>
              <a:gd name="connsiteY2" fmla="*/ 226951 h 2264613"/>
              <a:gd name="connsiteX3" fmla="*/ 194303 w 1857234"/>
              <a:gd name="connsiteY3" fmla="*/ 500001 h 2264613"/>
              <a:gd name="connsiteX4" fmla="*/ 143503 w 1857234"/>
              <a:gd name="connsiteY4" fmla="*/ 690502 h 2264613"/>
              <a:gd name="connsiteX5" fmla="*/ 143503 w 1857234"/>
              <a:gd name="connsiteY5" fmla="*/ 1058801 h 2264613"/>
              <a:gd name="connsiteX6" fmla="*/ 144562 w 1857234"/>
              <a:gd name="connsiteY6" fmla="*/ 1196386 h 2264613"/>
              <a:gd name="connsiteX7" fmla="*/ 92704 w 1857234"/>
              <a:gd name="connsiteY7" fmla="*/ 1145586 h 2264613"/>
              <a:gd name="connsiteX8" fmla="*/ 13329 w 1857234"/>
              <a:gd name="connsiteY8" fmla="*/ 1150878 h 2264613"/>
              <a:gd name="connsiteX9" fmla="*/ 1687 w 1857234"/>
              <a:gd name="connsiteY9" fmla="*/ 1262003 h 2264613"/>
              <a:gd name="connsiteX10" fmla="*/ 31320 w 1857234"/>
              <a:gd name="connsiteY10" fmla="*/ 1405937 h 2264613"/>
              <a:gd name="connsiteX11" fmla="*/ 99053 w 1857234"/>
              <a:gd name="connsiteY11" fmla="*/ 1511770 h 2264613"/>
              <a:gd name="connsiteX12" fmla="*/ 149853 w 1857234"/>
              <a:gd name="connsiteY12" fmla="*/ 1609136 h 2264613"/>
              <a:gd name="connsiteX13" fmla="*/ 213353 w 1857234"/>
              <a:gd name="connsiteY13" fmla="*/ 1626070 h 2264613"/>
              <a:gd name="connsiteX14" fmla="*/ 221820 w 1857234"/>
              <a:gd name="connsiteY14" fmla="*/ 1566803 h 2264613"/>
              <a:gd name="connsiteX15" fmla="*/ 221820 w 1857234"/>
              <a:gd name="connsiteY15" fmla="*/ 1532936 h 2264613"/>
              <a:gd name="connsiteX16" fmla="*/ 311275 w 1857234"/>
              <a:gd name="connsiteY16" fmla="*/ 1766178 h 2264613"/>
              <a:gd name="connsiteX17" fmla="*/ 448026 w 1857234"/>
              <a:gd name="connsiteY17" fmla="*/ 1942746 h 2264613"/>
              <a:gd name="connsiteX18" fmla="*/ 642954 w 1857234"/>
              <a:gd name="connsiteY18" fmla="*/ 2115725 h 2264613"/>
              <a:gd name="connsiteX19" fmla="*/ 817318 w 1857234"/>
              <a:gd name="connsiteY19" fmla="*/ 2249235 h 2264613"/>
              <a:gd name="connsiteX20" fmla="*/ 1085302 w 1857234"/>
              <a:gd name="connsiteY20" fmla="*/ 2260402 h 2264613"/>
              <a:gd name="connsiteX21" fmla="*/ 1135990 w 1857234"/>
              <a:gd name="connsiteY21" fmla="*/ 2237196 h 2264613"/>
              <a:gd name="connsiteX22" fmla="*/ 1304365 w 1857234"/>
              <a:gd name="connsiteY22" fmla="*/ 2109462 h 2264613"/>
              <a:gd name="connsiteX23" fmla="*/ 1519275 w 1857234"/>
              <a:gd name="connsiteY23" fmla="*/ 1901778 h 2264613"/>
              <a:gd name="connsiteX24" fmla="*/ 1630552 w 1857234"/>
              <a:gd name="connsiteY24" fmla="*/ 1734918 h 2264613"/>
              <a:gd name="connsiteX25" fmla="*/ 1667781 w 1857234"/>
              <a:gd name="connsiteY25" fmla="*/ 1594101 h 2264613"/>
              <a:gd name="connsiteX26" fmla="*/ 1678087 w 1857234"/>
              <a:gd name="connsiteY26" fmla="*/ 1484588 h 2264613"/>
              <a:gd name="connsiteX27" fmla="*/ 1737353 w 1857234"/>
              <a:gd name="connsiteY27" fmla="*/ 1549870 h 2264613"/>
              <a:gd name="connsiteX28" fmla="*/ 1788153 w 1857234"/>
              <a:gd name="connsiteY28" fmla="*/ 1524470 h 2264613"/>
              <a:gd name="connsiteX29" fmla="*/ 1810167 w 1857234"/>
              <a:gd name="connsiteY29" fmla="*/ 1405936 h 2264613"/>
              <a:gd name="connsiteX30" fmla="*/ 1849113 w 1857234"/>
              <a:gd name="connsiteY30" fmla="*/ 1309416 h 2264613"/>
              <a:gd name="connsiteX31" fmla="*/ 1855887 w 1857234"/>
              <a:gd name="connsiteY31" fmla="*/ 1211203 h 2264613"/>
              <a:gd name="connsiteX32" fmla="*/ 1830487 w 1857234"/>
              <a:gd name="connsiteY32" fmla="*/ 1092670 h 2264613"/>
              <a:gd name="connsiteX33" fmla="*/ 1754287 w 1857234"/>
              <a:gd name="connsiteY33" fmla="*/ 1118070 h 2264613"/>
              <a:gd name="connsiteX34" fmla="*/ 1720420 w 1857234"/>
              <a:gd name="connsiteY34" fmla="*/ 1164636 h 2264613"/>
              <a:gd name="connsiteX35" fmla="*/ 1686553 w 1857234"/>
              <a:gd name="connsiteY35" fmla="*/ 1236603 h 2264613"/>
              <a:gd name="connsiteX36" fmla="*/ 1703487 w 1857234"/>
              <a:gd name="connsiteY36" fmla="*/ 830203 h 2264613"/>
              <a:gd name="connsiteX37" fmla="*/ 1669620 w 1857234"/>
              <a:gd name="connsiteY37" fmla="*/ 505083 h 2264613"/>
              <a:gd name="connsiteX38" fmla="*/ 1474887 w 1857234"/>
              <a:gd name="connsiteY38" fmla="*/ 186736 h 2264613"/>
              <a:gd name="connsiteX39" fmla="*/ 1264278 w 1857234"/>
              <a:gd name="connsiteY39" fmla="*/ 62925 h 2264613"/>
              <a:gd name="connsiteX40" fmla="*/ 907620 w 1857234"/>
              <a:gd name="connsiteY40" fmla="*/ 470 h 2264613"/>
              <a:gd name="connsiteX41" fmla="*/ 699128 w 1857234"/>
              <a:gd name="connsiteY41" fmla="*/ 38246 h 2264613"/>
              <a:gd name="connsiteX0" fmla="*/ 699128 w 1857234"/>
              <a:gd name="connsiteY0" fmla="*/ 38246 h 2260791"/>
              <a:gd name="connsiteX1" fmla="*/ 530853 w 1857234"/>
              <a:gd name="connsiteY1" fmla="*/ 109476 h 2260791"/>
              <a:gd name="connsiteX2" fmla="*/ 359403 w 1857234"/>
              <a:gd name="connsiteY2" fmla="*/ 226951 h 2260791"/>
              <a:gd name="connsiteX3" fmla="*/ 194303 w 1857234"/>
              <a:gd name="connsiteY3" fmla="*/ 500001 h 2260791"/>
              <a:gd name="connsiteX4" fmla="*/ 143503 w 1857234"/>
              <a:gd name="connsiteY4" fmla="*/ 690502 h 2260791"/>
              <a:gd name="connsiteX5" fmla="*/ 143503 w 1857234"/>
              <a:gd name="connsiteY5" fmla="*/ 1058801 h 2260791"/>
              <a:gd name="connsiteX6" fmla="*/ 144562 w 1857234"/>
              <a:gd name="connsiteY6" fmla="*/ 1196386 h 2260791"/>
              <a:gd name="connsiteX7" fmla="*/ 92704 w 1857234"/>
              <a:gd name="connsiteY7" fmla="*/ 1145586 h 2260791"/>
              <a:gd name="connsiteX8" fmla="*/ 13329 w 1857234"/>
              <a:gd name="connsiteY8" fmla="*/ 1150878 h 2260791"/>
              <a:gd name="connsiteX9" fmla="*/ 1687 w 1857234"/>
              <a:gd name="connsiteY9" fmla="*/ 1262003 h 2260791"/>
              <a:gd name="connsiteX10" fmla="*/ 31320 w 1857234"/>
              <a:gd name="connsiteY10" fmla="*/ 1405937 h 2260791"/>
              <a:gd name="connsiteX11" fmla="*/ 99053 w 1857234"/>
              <a:gd name="connsiteY11" fmla="*/ 1511770 h 2260791"/>
              <a:gd name="connsiteX12" fmla="*/ 149853 w 1857234"/>
              <a:gd name="connsiteY12" fmla="*/ 1609136 h 2260791"/>
              <a:gd name="connsiteX13" fmla="*/ 213353 w 1857234"/>
              <a:gd name="connsiteY13" fmla="*/ 1626070 h 2260791"/>
              <a:gd name="connsiteX14" fmla="*/ 221820 w 1857234"/>
              <a:gd name="connsiteY14" fmla="*/ 1566803 h 2260791"/>
              <a:gd name="connsiteX15" fmla="*/ 221820 w 1857234"/>
              <a:gd name="connsiteY15" fmla="*/ 1532936 h 2260791"/>
              <a:gd name="connsiteX16" fmla="*/ 311275 w 1857234"/>
              <a:gd name="connsiteY16" fmla="*/ 1766178 h 2260791"/>
              <a:gd name="connsiteX17" fmla="*/ 448026 w 1857234"/>
              <a:gd name="connsiteY17" fmla="*/ 1942746 h 2260791"/>
              <a:gd name="connsiteX18" fmla="*/ 642954 w 1857234"/>
              <a:gd name="connsiteY18" fmla="*/ 2115725 h 2260791"/>
              <a:gd name="connsiteX19" fmla="*/ 812665 w 1857234"/>
              <a:gd name="connsiteY19" fmla="*/ 2239951 h 2260791"/>
              <a:gd name="connsiteX20" fmla="*/ 1085302 w 1857234"/>
              <a:gd name="connsiteY20" fmla="*/ 2260402 h 2260791"/>
              <a:gd name="connsiteX21" fmla="*/ 1135990 w 1857234"/>
              <a:gd name="connsiteY21" fmla="*/ 2237196 h 2260791"/>
              <a:gd name="connsiteX22" fmla="*/ 1304365 w 1857234"/>
              <a:gd name="connsiteY22" fmla="*/ 2109462 h 2260791"/>
              <a:gd name="connsiteX23" fmla="*/ 1519275 w 1857234"/>
              <a:gd name="connsiteY23" fmla="*/ 1901778 h 2260791"/>
              <a:gd name="connsiteX24" fmla="*/ 1630552 w 1857234"/>
              <a:gd name="connsiteY24" fmla="*/ 1734918 h 2260791"/>
              <a:gd name="connsiteX25" fmla="*/ 1667781 w 1857234"/>
              <a:gd name="connsiteY25" fmla="*/ 1594101 h 2260791"/>
              <a:gd name="connsiteX26" fmla="*/ 1678087 w 1857234"/>
              <a:gd name="connsiteY26" fmla="*/ 1484588 h 2260791"/>
              <a:gd name="connsiteX27" fmla="*/ 1737353 w 1857234"/>
              <a:gd name="connsiteY27" fmla="*/ 1549870 h 2260791"/>
              <a:gd name="connsiteX28" fmla="*/ 1788153 w 1857234"/>
              <a:gd name="connsiteY28" fmla="*/ 1524470 h 2260791"/>
              <a:gd name="connsiteX29" fmla="*/ 1810167 w 1857234"/>
              <a:gd name="connsiteY29" fmla="*/ 1405936 h 2260791"/>
              <a:gd name="connsiteX30" fmla="*/ 1849113 w 1857234"/>
              <a:gd name="connsiteY30" fmla="*/ 1309416 h 2260791"/>
              <a:gd name="connsiteX31" fmla="*/ 1855887 w 1857234"/>
              <a:gd name="connsiteY31" fmla="*/ 1211203 h 2260791"/>
              <a:gd name="connsiteX32" fmla="*/ 1830487 w 1857234"/>
              <a:gd name="connsiteY32" fmla="*/ 1092670 h 2260791"/>
              <a:gd name="connsiteX33" fmla="*/ 1754287 w 1857234"/>
              <a:gd name="connsiteY33" fmla="*/ 1118070 h 2260791"/>
              <a:gd name="connsiteX34" fmla="*/ 1720420 w 1857234"/>
              <a:gd name="connsiteY34" fmla="*/ 1164636 h 2260791"/>
              <a:gd name="connsiteX35" fmla="*/ 1686553 w 1857234"/>
              <a:gd name="connsiteY35" fmla="*/ 1236603 h 2260791"/>
              <a:gd name="connsiteX36" fmla="*/ 1703487 w 1857234"/>
              <a:gd name="connsiteY36" fmla="*/ 830203 h 2260791"/>
              <a:gd name="connsiteX37" fmla="*/ 1669620 w 1857234"/>
              <a:gd name="connsiteY37" fmla="*/ 505083 h 2260791"/>
              <a:gd name="connsiteX38" fmla="*/ 1474887 w 1857234"/>
              <a:gd name="connsiteY38" fmla="*/ 186736 h 2260791"/>
              <a:gd name="connsiteX39" fmla="*/ 1264278 w 1857234"/>
              <a:gd name="connsiteY39" fmla="*/ 62925 h 2260791"/>
              <a:gd name="connsiteX40" fmla="*/ 907620 w 1857234"/>
              <a:gd name="connsiteY40" fmla="*/ 470 h 2260791"/>
              <a:gd name="connsiteX41" fmla="*/ 699128 w 1857234"/>
              <a:gd name="connsiteY41" fmla="*/ 38246 h 2260791"/>
              <a:gd name="connsiteX0" fmla="*/ 699128 w 1857234"/>
              <a:gd name="connsiteY0" fmla="*/ 38246 h 2249919"/>
              <a:gd name="connsiteX1" fmla="*/ 530853 w 1857234"/>
              <a:gd name="connsiteY1" fmla="*/ 109476 h 2249919"/>
              <a:gd name="connsiteX2" fmla="*/ 359403 w 1857234"/>
              <a:gd name="connsiteY2" fmla="*/ 226951 h 2249919"/>
              <a:gd name="connsiteX3" fmla="*/ 194303 w 1857234"/>
              <a:gd name="connsiteY3" fmla="*/ 500001 h 2249919"/>
              <a:gd name="connsiteX4" fmla="*/ 143503 w 1857234"/>
              <a:gd name="connsiteY4" fmla="*/ 690502 h 2249919"/>
              <a:gd name="connsiteX5" fmla="*/ 143503 w 1857234"/>
              <a:gd name="connsiteY5" fmla="*/ 1058801 h 2249919"/>
              <a:gd name="connsiteX6" fmla="*/ 144562 w 1857234"/>
              <a:gd name="connsiteY6" fmla="*/ 1196386 h 2249919"/>
              <a:gd name="connsiteX7" fmla="*/ 92704 w 1857234"/>
              <a:gd name="connsiteY7" fmla="*/ 1145586 h 2249919"/>
              <a:gd name="connsiteX8" fmla="*/ 13329 w 1857234"/>
              <a:gd name="connsiteY8" fmla="*/ 1150878 h 2249919"/>
              <a:gd name="connsiteX9" fmla="*/ 1687 w 1857234"/>
              <a:gd name="connsiteY9" fmla="*/ 1262003 h 2249919"/>
              <a:gd name="connsiteX10" fmla="*/ 31320 w 1857234"/>
              <a:gd name="connsiteY10" fmla="*/ 1405937 h 2249919"/>
              <a:gd name="connsiteX11" fmla="*/ 99053 w 1857234"/>
              <a:gd name="connsiteY11" fmla="*/ 1511770 h 2249919"/>
              <a:gd name="connsiteX12" fmla="*/ 149853 w 1857234"/>
              <a:gd name="connsiteY12" fmla="*/ 1609136 h 2249919"/>
              <a:gd name="connsiteX13" fmla="*/ 213353 w 1857234"/>
              <a:gd name="connsiteY13" fmla="*/ 1626070 h 2249919"/>
              <a:gd name="connsiteX14" fmla="*/ 221820 w 1857234"/>
              <a:gd name="connsiteY14" fmla="*/ 1566803 h 2249919"/>
              <a:gd name="connsiteX15" fmla="*/ 221820 w 1857234"/>
              <a:gd name="connsiteY15" fmla="*/ 1532936 h 2249919"/>
              <a:gd name="connsiteX16" fmla="*/ 311275 w 1857234"/>
              <a:gd name="connsiteY16" fmla="*/ 1766178 h 2249919"/>
              <a:gd name="connsiteX17" fmla="*/ 448026 w 1857234"/>
              <a:gd name="connsiteY17" fmla="*/ 1942746 h 2249919"/>
              <a:gd name="connsiteX18" fmla="*/ 642954 w 1857234"/>
              <a:gd name="connsiteY18" fmla="*/ 2115725 h 2249919"/>
              <a:gd name="connsiteX19" fmla="*/ 812665 w 1857234"/>
              <a:gd name="connsiteY19" fmla="*/ 2239951 h 2249919"/>
              <a:gd name="connsiteX20" fmla="*/ 1108568 w 1857234"/>
              <a:gd name="connsiteY20" fmla="*/ 2241834 h 2249919"/>
              <a:gd name="connsiteX21" fmla="*/ 1135990 w 1857234"/>
              <a:gd name="connsiteY21" fmla="*/ 2237196 h 2249919"/>
              <a:gd name="connsiteX22" fmla="*/ 1304365 w 1857234"/>
              <a:gd name="connsiteY22" fmla="*/ 2109462 h 2249919"/>
              <a:gd name="connsiteX23" fmla="*/ 1519275 w 1857234"/>
              <a:gd name="connsiteY23" fmla="*/ 1901778 h 2249919"/>
              <a:gd name="connsiteX24" fmla="*/ 1630552 w 1857234"/>
              <a:gd name="connsiteY24" fmla="*/ 1734918 h 2249919"/>
              <a:gd name="connsiteX25" fmla="*/ 1667781 w 1857234"/>
              <a:gd name="connsiteY25" fmla="*/ 1594101 h 2249919"/>
              <a:gd name="connsiteX26" fmla="*/ 1678087 w 1857234"/>
              <a:gd name="connsiteY26" fmla="*/ 1484588 h 2249919"/>
              <a:gd name="connsiteX27" fmla="*/ 1737353 w 1857234"/>
              <a:gd name="connsiteY27" fmla="*/ 1549870 h 2249919"/>
              <a:gd name="connsiteX28" fmla="*/ 1788153 w 1857234"/>
              <a:gd name="connsiteY28" fmla="*/ 1524470 h 2249919"/>
              <a:gd name="connsiteX29" fmla="*/ 1810167 w 1857234"/>
              <a:gd name="connsiteY29" fmla="*/ 1405936 h 2249919"/>
              <a:gd name="connsiteX30" fmla="*/ 1849113 w 1857234"/>
              <a:gd name="connsiteY30" fmla="*/ 1309416 h 2249919"/>
              <a:gd name="connsiteX31" fmla="*/ 1855887 w 1857234"/>
              <a:gd name="connsiteY31" fmla="*/ 1211203 h 2249919"/>
              <a:gd name="connsiteX32" fmla="*/ 1830487 w 1857234"/>
              <a:gd name="connsiteY32" fmla="*/ 1092670 h 2249919"/>
              <a:gd name="connsiteX33" fmla="*/ 1754287 w 1857234"/>
              <a:gd name="connsiteY33" fmla="*/ 1118070 h 2249919"/>
              <a:gd name="connsiteX34" fmla="*/ 1720420 w 1857234"/>
              <a:gd name="connsiteY34" fmla="*/ 1164636 h 2249919"/>
              <a:gd name="connsiteX35" fmla="*/ 1686553 w 1857234"/>
              <a:gd name="connsiteY35" fmla="*/ 1236603 h 2249919"/>
              <a:gd name="connsiteX36" fmla="*/ 1703487 w 1857234"/>
              <a:gd name="connsiteY36" fmla="*/ 830203 h 2249919"/>
              <a:gd name="connsiteX37" fmla="*/ 1669620 w 1857234"/>
              <a:gd name="connsiteY37" fmla="*/ 505083 h 2249919"/>
              <a:gd name="connsiteX38" fmla="*/ 1474887 w 1857234"/>
              <a:gd name="connsiteY38" fmla="*/ 186736 h 2249919"/>
              <a:gd name="connsiteX39" fmla="*/ 1264278 w 1857234"/>
              <a:gd name="connsiteY39" fmla="*/ 62925 h 2249919"/>
              <a:gd name="connsiteX40" fmla="*/ 907620 w 1857234"/>
              <a:gd name="connsiteY40" fmla="*/ 470 h 2249919"/>
              <a:gd name="connsiteX41" fmla="*/ 699128 w 1857234"/>
              <a:gd name="connsiteY41" fmla="*/ 38246 h 2249919"/>
              <a:gd name="connsiteX0" fmla="*/ 699128 w 1857234"/>
              <a:gd name="connsiteY0" fmla="*/ 38246 h 2260616"/>
              <a:gd name="connsiteX1" fmla="*/ 530853 w 1857234"/>
              <a:gd name="connsiteY1" fmla="*/ 109476 h 2260616"/>
              <a:gd name="connsiteX2" fmla="*/ 359403 w 1857234"/>
              <a:gd name="connsiteY2" fmla="*/ 226951 h 2260616"/>
              <a:gd name="connsiteX3" fmla="*/ 194303 w 1857234"/>
              <a:gd name="connsiteY3" fmla="*/ 500001 h 2260616"/>
              <a:gd name="connsiteX4" fmla="*/ 143503 w 1857234"/>
              <a:gd name="connsiteY4" fmla="*/ 690502 h 2260616"/>
              <a:gd name="connsiteX5" fmla="*/ 143503 w 1857234"/>
              <a:gd name="connsiteY5" fmla="*/ 1058801 h 2260616"/>
              <a:gd name="connsiteX6" fmla="*/ 144562 w 1857234"/>
              <a:gd name="connsiteY6" fmla="*/ 1196386 h 2260616"/>
              <a:gd name="connsiteX7" fmla="*/ 92704 w 1857234"/>
              <a:gd name="connsiteY7" fmla="*/ 1145586 h 2260616"/>
              <a:gd name="connsiteX8" fmla="*/ 13329 w 1857234"/>
              <a:gd name="connsiteY8" fmla="*/ 1150878 h 2260616"/>
              <a:gd name="connsiteX9" fmla="*/ 1687 w 1857234"/>
              <a:gd name="connsiteY9" fmla="*/ 1262003 h 2260616"/>
              <a:gd name="connsiteX10" fmla="*/ 31320 w 1857234"/>
              <a:gd name="connsiteY10" fmla="*/ 1405937 h 2260616"/>
              <a:gd name="connsiteX11" fmla="*/ 99053 w 1857234"/>
              <a:gd name="connsiteY11" fmla="*/ 1511770 h 2260616"/>
              <a:gd name="connsiteX12" fmla="*/ 149853 w 1857234"/>
              <a:gd name="connsiteY12" fmla="*/ 1609136 h 2260616"/>
              <a:gd name="connsiteX13" fmla="*/ 213353 w 1857234"/>
              <a:gd name="connsiteY13" fmla="*/ 1626070 h 2260616"/>
              <a:gd name="connsiteX14" fmla="*/ 221820 w 1857234"/>
              <a:gd name="connsiteY14" fmla="*/ 1566803 h 2260616"/>
              <a:gd name="connsiteX15" fmla="*/ 221820 w 1857234"/>
              <a:gd name="connsiteY15" fmla="*/ 1532936 h 2260616"/>
              <a:gd name="connsiteX16" fmla="*/ 311275 w 1857234"/>
              <a:gd name="connsiteY16" fmla="*/ 1766178 h 2260616"/>
              <a:gd name="connsiteX17" fmla="*/ 448026 w 1857234"/>
              <a:gd name="connsiteY17" fmla="*/ 1942746 h 2260616"/>
              <a:gd name="connsiteX18" fmla="*/ 642954 w 1857234"/>
              <a:gd name="connsiteY18" fmla="*/ 2115725 h 2260616"/>
              <a:gd name="connsiteX19" fmla="*/ 812665 w 1857234"/>
              <a:gd name="connsiteY19" fmla="*/ 2239951 h 2260616"/>
              <a:gd name="connsiteX20" fmla="*/ 1108568 w 1857234"/>
              <a:gd name="connsiteY20" fmla="*/ 2241834 h 2260616"/>
              <a:gd name="connsiteX21" fmla="*/ 1163909 w 1857234"/>
              <a:gd name="connsiteY21" fmla="*/ 2251122 h 2260616"/>
              <a:gd name="connsiteX22" fmla="*/ 1304365 w 1857234"/>
              <a:gd name="connsiteY22" fmla="*/ 2109462 h 2260616"/>
              <a:gd name="connsiteX23" fmla="*/ 1519275 w 1857234"/>
              <a:gd name="connsiteY23" fmla="*/ 1901778 h 2260616"/>
              <a:gd name="connsiteX24" fmla="*/ 1630552 w 1857234"/>
              <a:gd name="connsiteY24" fmla="*/ 1734918 h 2260616"/>
              <a:gd name="connsiteX25" fmla="*/ 1667781 w 1857234"/>
              <a:gd name="connsiteY25" fmla="*/ 1594101 h 2260616"/>
              <a:gd name="connsiteX26" fmla="*/ 1678087 w 1857234"/>
              <a:gd name="connsiteY26" fmla="*/ 1484588 h 2260616"/>
              <a:gd name="connsiteX27" fmla="*/ 1737353 w 1857234"/>
              <a:gd name="connsiteY27" fmla="*/ 1549870 h 2260616"/>
              <a:gd name="connsiteX28" fmla="*/ 1788153 w 1857234"/>
              <a:gd name="connsiteY28" fmla="*/ 1524470 h 2260616"/>
              <a:gd name="connsiteX29" fmla="*/ 1810167 w 1857234"/>
              <a:gd name="connsiteY29" fmla="*/ 1405936 h 2260616"/>
              <a:gd name="connsiteX30" fmla="*/ 1849113 w 1857234"/>
              <a:gd name="connsiteY30" fmla="*/ 1309416 h 2260616"/>
              <a:gd name="connsiteX31" fmla="*/ 1855887 w 1857234"/>
              <a:gd name="connsiteY31" fmla="*/ 1211203 h 2260616"/>
              <a:gd name="connsiteX32" fmla="*/ 1830487 w 1857234"/>
              <a:gd name="connsiteY32" fmla="*/ 1092670 h 2260616"/>
              <a:gd name="connsiteX33" fmla="*/ 1754287 w 1857234"/>
              <a:gd name="connsiteY33" fmla="*/ 1118070 h 2260616"/>
              <a:gd name="connsiteX34" fmla="*/ 1720420 w 1857234"/>
              <a:gd name="connsiteY34" fmla="*/ 1164636 h 2260616"/>
              <a:gd name="connsiteX35" fmla="*/ 1686553 w 1857234"/>
              <a:gd name="connsiteY35" fmla="*/ 1236603 h 2260616"/>
              <a:gd name="connsiteX36" fmla="*/ 1703487 w 1857234"/>
              <a:gd name="connsiteY36" fmla="*/ 830203 h 2260616"/>
              <a:gd name="connsiteX37" fmla="*/ 1669620 w 1857234"/>
              <a:gd name="connsiteY37" fmla="*/ 505083 h 2260616"/>
              <a:gd name="connsiteX38" fmla="*/ 1474887 w 1857234"/>
              <a:gd name="connsiteY38" fmla="*/ 186736 h 2260616"/>
              <a:gd name="connsiteX39" fmla="*/ 1264278 w 1857234"/>
              <a:gd name="connsiteY39" fmla="*/ 62925 h 2260616"/>
              <a:gd name="connsiteX40" fmla="*/ 907620 w 1857234"/>
              <a:gd name="connsiteY40" fmla="*/ 470 h 2260616"/>
              <a:gd name="connsiteX41" fmla="*/ 699128 w 1857234"/>
              <a:gd name="connsiteY41" fmla="*/ 38246 h 2260616"/>
              <a:gd name="connsiteX0" fmla="*/ 699128 w 1857234"/>
              <a:gd name="connsiteY0" fmla="*/ 38246 h 2252593"/>
              <a:gd name="connsiteX1" fmla="*/ 530853 w 1857234"/>
              <a:gd name="connsiteY1" fmla="*/ 109476 h 2252593"/>
              <a:gd name="connsiteX2" fmla="*/ 359403 w 1857234"/>
              <a:gd name="connsiteY2" fmla="*/ 226951 h 2252593"/>
              <a:gd name="connsiteX3" fmla="*/ 194303 w 1857234"/>
              <a:gd name="connsiteY3" fmla="*/ 500001 h 2252593"/>
              <a:gd name="connsiteX4" fmla="*/ 143503 w 1857234"/>
              <a:gd name="connsiteY4" fmla="*/ 690502 h 2252593"/>
              <a:gd name="connsiteX5" fmla="*/ 143503 w 1857234"/>
              <a:gd name="connsiteY5" fmla="*/ 1058801 h 2252593"/>
              <a:gd name="connsiteX6" fmla="*/ 144562 w 1857234"/>
              <a:gd name="connsiteY6" fmla="*/ 1196386 h 2252593"/>
              <a:gd name="connsiteX7" fmla="*/ 92704 w 1857234"/>
              <a:gd name="connsiteY7" fmla="*/ 1145586 h 2252593"/>
              <a:gd name="connsiteX8" fmla="*/ 13329 w 1857234"/>
              <a:gd name="connsiteY8" fmla="*/ 1150878 h 2252593"/>
              <a:gd name="connsiteX9" fmla="*/ 1687 w 1857234"/>
              <a:gd name="connsiteY9" fmla="*/ 1262003 h 2252593"/>
              <a:gd name="connsiteX10" fmla="*/ 31320 w 1857234"/>
              <a:gd name="connsiteY10" fmla="*/ 1405937 h 2252593"/>
              <a:gd name="connsiteX11" fmla="*/ 99053 w 1857234"/>
              <a:gd name="connsiteY11" fmla="*/ 1511770 h 2252593"/>
              <a:gd name="connsiteX12" fmla="*/ 149853 w 1857234"/>
              <a:gd name="connsiteY12" fmla="*/ 1609136 h 2252593"/>
              <a:gd name="connsiteX13" fmla="*/ 213353 w 1857234"/>
              <a:gd name="connsiteY13" fmla="*/ 1626070 h 2252593"/>
              <a:gd name="connsiteX14" fmla="*/ 221820 w 1857234"/>
              <a:gd name="connsiteY14" fmla="*/ 1566803 h 2252593"/>
              <a:gd name="connsiteX15" fmla="*/ 221820 w 1857234"/>
              <a:gd name="connsiteY15" fmla="*/ 1532936 h 2252593"/>
              <a:gd name="connsiteX16" fmla="*/ 311275 w 1857234"/>
              <a:gd name="connsiteY16" fmla="*/ 1766178 h 2252593"/>
              <a:gd name="connsiteX17" fmla="*/ 448026 w 1857234"/>
              <a:gd name="connsiteY17" fmla="*/ 1942746 h 2252593"/>
              <a:gd name="connsiteX18" fmla="*/ 642954 w 1857234"/>
              <a:gd name="connsiteY18" fmla="*/ 2115725 h 2252593"/>
              <a:gd name="connsiteX19" fmla="*/ 812665 w 1857234"/>
              <a:gd name="connsiteY19" fmla="*/ 2239951 h 2252593"/>
              <a:gd name="connsiteX20" fmla="*/ 1108568 w 1857234"/>
              <a:gd name="connsiteY20" fmla="*/ 2241834 h 2252593"/>
              <a:gd name="connsiteX21" fmla="*/ 1219747 w 1857234"/>
              <a:gd name="connsiteY21" fmla="*/ 2181492 h 2252593"/>
              <a:gd name="connsiteX22" fmla="*/ 1304365 w 1857234"/>
              <a:gd name="connsiteY22" fmla="*/ 2109462 h 2252593"/>
              <a:gd name="connsiteX23" fmla="*/ 1519275 w 1857234"/>
              <a:gd name="connsiteY23" fmla="*/ 1901778 h 2252593"/>
              <a:gd name="connsiteX24" fmla="*/ 1630552 w 1857234"/>
              <a:gd name="connsiteY24" fmla="*/ 1734918 h 2252593"/>
              <a:gd name="connsiteX25" fmla="*/ 1667781 w 1857234"/>
              <a:gd name="connsiteY25" fmla="*/ 1594101 h 2252593"/>
              <a:gd name="connsiteX26" fmla="*/ 1678087 w 1857234"/>
              <a:gd name="connsiteY26" fmla="*/ 1484588 h 2252593"/>
              <a:gd name="connsiteX27" fmla="*/ 1737353 w 1857234"/>
              <a:gd name="connsiteY27" fmla="*/ 1549870 h 2252593"/>
              <a:gd name="connsiteX28" fmla="*/ 1788153 w 1857234"/>
              <a:gd name="connsiteY28" fmla="*/ 1524470 h 2252593"/>
              <a:gd name="connsiteX29" fmla="*/ 1810167 w 1857234"/>
              <a:gd name="connsiteY29" fmla="*/ 1405936 h 2252593"/>
              <a:gd name="connsiteX30" fmla="*/ 1849113 w 1857234"/>
              <a:gd name="connsiteY30" fmla="*/ 1309416 h 2252593"/>
              <a:gd name="connsiteX31" fmla="*/ 1855887 w 1857234"/>
              <a:gd name="connsiteY31" fmla="*/ 1211203 h 2252593"/>
              <a:gd name="connsiteX32" fmla="*/ 1830487 w 1857234"/>
              <a:gd name="connsiteY32" fmla="*/ 1092670 h 2252593"/>
              <a:gd name="connsiteX33" fmla="*/ 1754287 w 1857234"/>
              <a:gd name="connsiteY33" fmla="*/ 1118070 h 2252593"/>
              <a:gd name="connsiteX34" fmla="*/ 1720420 w 1857234"/>
              <a:gd name="connsiteY34" fmla="*/ 1164636 h 2252593"/>
              <a:gd name="connsiteX35" fmla="*/ 1686553 w 1857234"/>
              <a:gd name="connsiteY35" fmla="*/ 1236603 h 2252593"/>
              <a:gd name="connsiteX36" fmla="*/ 1703487 w 1857234"/>
              <a:gd name="connsiteY36" fmla="*/ 830203 h 2252593"/>
              <a:gd name="connsiteX37" fmla="*/ 1669620 w 1857234"/>
              <a:gd name="connsiteY37" fmla="*/ 505083 h 2252593"/>
              <a:gd name="connsiteX38" fmla="*/ 1474887 w 1857234"/>
              <a:gd name="connsiteY38" fmla="*/ 186736 h 2252593"/>
              <a:gd name="connsiteX39" fmla="*/ 1264278 w 1857234"/>
              <a:gd name="connsiteY39" fmla="*/ 62925 h 2252593"/>
              <a:gd name="connsiteX40" fmla="*/ 907620 w 1857234"/>
              <a:gd name="connsiteY40" fmla="*/ 470 h 2252593"/>
              <a:gd name="connsiteX41" fmla="*/ 699128 w 1857234"/>
              <a:gd name="connsiteY41" fmla="*/ 38246 h 2252593"/>
              <a:gd name="connsiteX0" fmla="*/ 699128 w 1857234"/>
              <a:gd name="connsiteY0" fmla="*/ 38246 h 2264838"/>
              <a:gd name="connsiteX1" fmla="*/ 530853 w 1857234"/>
              <a:gd name="connsiteY1" fmla="*/ 109476 h 2264838"/>
              <a:gd name="connsiteX2" fmla="*/ 359403 w 1857234"/>
              <a:gd name="connsiteY2" fmla="*/ 226951 h 2264838"/>
              <a:gd name="connsiteX3" fmla="*/ 194303 w 1857234"/>
              <a:gd name="connsiteY3" fmla="*/ 500001 h 2264838"/>
              <a:gd name="connsiteX4" fmla="*/ 143503 w 1857234"/>
              <a:gd name="connsiteY4" fmla="*/ 690502 h 2264838"/>
              <a:gd name="connsiteX5" fmla="*/ 143503 w 1857234"/>
              <a:gd name="connsiteY5" fmla="*/ 1058801 h 2264838"/>
              <a:gd name="connsiteX6" fmla="*/ 144562 w 1857234"/>
              <a:gd name="connsiteY6" fmla="*/ 1196386 h 2264838"/>
              <a:gd name="connsiteX7" fmla="*/ 92704 w 1857234"/>
              <a:gd name="connsiteY7" fmla="*/ 1145586 h 2264838"/>
              <a:gd name="connsiteX8" fmla="*/ 13329 w 1857234"/>
              <a:gd name="connsiteY8" fmla="*/ 1150878 h 2264838"/>
              <a:gd name="connsiteX9" fmla="*/ 1687 w 1857234"/>
              <a:gd name="connsiteY9" fmla="*/ 1262003 h 2264838"/>
              <a:gd name="connsiteX10" fmla="*/ 31320 w 1857234"/>
              <a:gd name="connsiteY10" fmla="*/ 1405937 h 2264838"/>
              <a:gd name="connsiteX11" fmla="*/ 99053 w 1857234"/>
              <a:gd name="connsiteY11" fmla="*/ 1511770 h 2264838"/>
              <a:gd name="connsiteX12" fmla="*/ 149853 w 1857234"/>
              <a:gd name="connsiteY12" fmla="*/ 1609136 h 2264838"/>
              <a:gd name="connsiteX13" fmla="*/ 213353 w 1857234"/>
              <a:gd name="connsiteY13" fmla="*/ 1626070 h 2264838"/>
              <a:gd name="connsiteX14" fmla="*/ 221820 w 1857234"/>
              <a:gd name="connsiteY14" fmla="*/ 1566803 h 2264838"/>
              <a:gd name="connsiteX15" fmla="*/ 221820 w 1857234"/>
              <a:gd name="connsiteY15" fmla="*/ 1532936 h 2264838"/>
              <a:gd name="connsiteX16" fmla="*/ 311275 w 1857234"/>
              <a:gd name="connsiteY16" fmla="*/ 1766178 h 2264838"/>
              <a:gd name="connsiteX17" fmla="*/ 448026 w 1857234"/>
              <a:gd name="connsiteY17" fmla="*/ 1942746 h 2264838"/>
              <a:gd name="connsiteX18" fmla="*/ 642954 w 1857234"/>
              <a:gd name="connsiteY18" fmla="*/ 2115725 h 2264838"/>
              <a:gd name="connsiteX19" fmla="*/ 812665 w 1857234"/>
              <a:gd name="connsiteY19" fmla="*/ 2239951 h 2264838"/>
              <a:gd name="connsiteX20" fmla="*/ 1108568 w 1857234"/>
              <a:gd name="connsiteY20" fmla="*/ 2260402 h 2264838"/>
              <a:gd name="connsiteX21" fmla="*/ 1219747 w 1857234"/>
              <a:gd name="connsiteY21" fmla="*/ 2181492 h 2264838"/>
              <a:gd name="connsiteX22" fmla="*/ 1304365 w 1857234"/>
              <a:gd name="connsiteY22" fmla="*/ 2109462 h 2264838"/>
              <a:gd name="connsiteX23" fmla="*/ 1519275 w 1857234"/>
              <a:gd name="connsiteY23" fmla="*/ 1901778 h 2264838"/>
              <a:gd name="connsiteX24" fmla="*/ 1630552 w 1857234"/>
              <a:gd name="connsiteY24" fmla="*/ 1734918 h 2264838"/>
              <a:gd name="connsiteX25" fmla="*/ 1667781 w 1857234"/>
              <a:gd name="connsiteY25" fmla="*/ 1594101 h 2264838"/>
              <a:gd name="connsiteX26" fmla="*/ 1678087 w 1857234"/>
              <a:gd name="connsiteY26" fmla="*/ 1484588 h 2264838"/>
              <a:gd name="connsiteX27" fmla="*/ 1737353 w 1857234"/>
              <a:gd name="connsiteY27" fmla="*/ 1549870 h 2264838"/>
              <a:gd name="connsiteX28" fmla="*/ 1788153 w 1857234"/>
              <a:gd name="connsiteY28" fmla="*/ 1524470 h 2264838"/>
              <a:gd name="connsiteX29" fmla="*/ 1810167 w 1857234"/>
              <a:gd name="connsiteY29" fmla="*/ 1405936 h 2264838"/>
              <a:gd name="connsiteX30" fmla="*/ 1849113 w 1857234"/>
              <a:gd name="connsiteY30" fmla="*/ 1309416 h 2264838"/>
              <a:gd name="connsiteX31" fmla="*/ 1855887 w 1857234"/>
              <a:gd name="connsiteY31" fmla="*/ 1211203 h 2264838"/>
              <a:gd name="connsiteX32" fmla="*/ 1830487 w 1857234"/>
              <a:gd name="connsiteY32" fmla="*/ 1092670 h 2264838"/>
              <a:gd name="connsiteX33" fmla="*/ 1754287 w 1857234"/>
              <a:gd name="connsiteY33" fmla="*/ 1118070 h 2264838"/>
              <a:gd name="connsiteX34" fmla="*/ 1720420 w 1857234"/>
              <a:gd name="connsiteY34" fmla="*/ 1164636 h 2264838"/>
              <a:gd name="connsiteX35" fmla="*/ 1686553 w 1857234"/>
              <a:gd name="connsiteY35" fmla="*/ 1236603 h 2264838"/>
              <a:gd name="connsiteX36" fmla="*/ 1703487 w 1857234"/>
              <a:gd name="connsiteY36" fmla="*/ 830203 h 2264838"/>
              <a:gd name="connsiteX37" fmla="*/ 1669620 w 1857234"/>
              <a:gd name="connsiteY37" fmla="*/ 505083 h 2264838"/>
              <a:gd name="connsiteX38" fmla="*/ 1474887 w 1857234"/>
              <a:gd name="connsiteY38" fmla="*/ 186736 h 2264838"/>
              <a:gd name="connsiteX39" fmla="*/ 1264278 w 1857234"/>
              <a:gd name="connsiteY39" fmla="*/ 62925 h 2264838"/>
              <a:gd name="connsiteX40" fmla="*/ 907620 w 1857234"/>
              <a:gd name="connsiteY40" fmla="*/ 470 h 2264838"/>
              <a:gd name="connsiteX41" fmla="*/ 699128 w 1857234"/>
              <a:gd name="connsiteY41" fmla="*/ 38246 h 2264838"/>
              <a:gd name="connsiteX0" fmla="*/ 699128 w 1857234"/>
              <a:gd name="connsiteY0" fmla="*/ 38246 h 2264838"/>
              <a:gd name="connsiteX1" fmla="*/ 530853 w 1857234"/>
              <a:gd name="connsiteY1" fmla="*/ 109476 h 2264838"/>
              <a:gd name="connsiteX2" fmla="*/ 359403 w 1857234"/>
              <a:gd name="connsiteY2" fmla="*/ 226951 h 2264838"/>
              <a:gd name="connsiteX3" fmla="*/ 194303 w 1857234"/>
              <a:gd name="connsiteY3" fmla="*/ 500001 h 2264838"/>
              <a:gd name="connsiteX4" fmla="*/ 143503 w 1857234"/>
              <a:gd name="connsiteY4" fmla="*/ 690502 h 2264838"/>
              <a:gd name="connsiteX5" fmla="*/ 143503 w 1857234"/>
              <a:gd name="connsiteY5" fmla="*/ 1058801 h 2264838"/>
              <a:gd name="connsiteX6" fmla="*/ 144562 w 1857234"/>
              <a:gd name="connsiteY6" fmla="*/ 1196386 h 2264838"/>
              <a:gd name="connsiteX7" fmla="*/ 92704 w 1857234"/>
              <a:gd name="connsiteY7" fmla="*/ 1145586 h 2264838"/>
              <a:gd name="connsiteX8" fmla="*/ 13329 w 1857234"/>
              <a:gd name="connsiteY8" fmla="*/ 1150878 h 2264838"/>
              <a:gd name="connsiteX9" fmla="*/ 1687 w 1857234"/>
              <a:gd name="connsiteY9" fmla="*/ 1262003 h 2264838"/>
              <a:gd name="connsiteX10" fmla="*/ 31320 w 1857234"/>
              <a:gd name="connsiteY10" fmla="*/ 1405937 h 2264838"/>
              <a:gd name="connsiteX11" fmla="*/ 99053 w 1857234"/>
              <a:gd name="connsiteY11" fmla="*/ 1511770 h 2264838"/>
              <a:gd name="connsiteX12" fmla="*/ 149853 w 1857234"/>
              <a:gd name="connsiteY12" fmla="*/ 1609136 h 2264838"/>
              <a:gd name="connsiteX13" fmla="*/ 213353 w 1857234"/>
              <a:gd name="connsiteY13" fmla="*/ 1626070 h 2264838"/>
              <a:gd name="connsiteX14" fmla="*/ 221820 w 1857234"/>
              <a:gd name="connsiteY14" fmla="*/ 1566803 h 2264838"/>
              <a:gd name="connsiteX15" fmla="*/ 221820 w 1857234"/>
              <a:gd name="connsiteY15" fmla="*/ 1532936 h 2264838"/>
              <a:gd name="connsiteX16" fmla="*/ 311275 w 1857234"/>
              <a:gd name="connsiteY16" fmla="*/ 1766178 h 2264838"/>
              <a:gd name="connsiteX17" fmla="*/ 448026 w 1857234"/>
              <a:gd name="connsiteY17" fmla="*/ 1942746 h 2264838"/>
              <a:gd name="connsiteX18" fmla="*/ 642954 w 1857234"/>
              <a:gd name="connsiteY18" fmla="*/ 2115725 h 2264838"/>
              <a:gd name="connsiteX19" fmla="*/ 812665 w 1857234"/>
              <a:gd name="connsiteY19" fmla="*/ 2239951 h 2264838"/>
              <a:gd name="connsiteX20" fmla="*/ 1141140 w 1857234"/>
              <a:gd name="connsiteY20" fmla="*/ 2260402 h 2264838"/>
              <a:gd name="connsiteX21" fmla="*/ 1219747 w 1857234"/>
              <a:gd name="connsiteY21" fmla="*/ 2181492 h 2264838"/>
              <a:gd name="connsiteX22" fmla="*/ 1304365 w 1857234"/>
              <a:gd name="connsiteY22" fmla="*/ 2109462 h 2264838"/>
              <a:gd name="connsiteX23" fmla="*/ 1519275 w 1857234"/>
              <a:gd name="connsiteY23" fmla="*/ 1901778 h 2264838"/>
              <a:gd name="connsiteX24" fmla="*/ 1630552 w 1857234"/>
              <a:gd name="connsiteY24" fmla="*/ 1734918 h 2264838"/>
              <a:gd name="connsiteX25" fmla="*/ 1667781 w 1857234"/>
              <a:gd name="connsiteY25" fmla="*/ 1594101 h 2264838"/>
              <a:gd name="connsiteX26" fmla="*/ 1678087 w 1857234"/>
              <a:gd name="connsiteY26" fmla="*/ 1484588 h 2264838"/>
              <a:gd name="connsiteX27" fmla="*/ 1737353 w 1857234"/>
              <a:gd name="connsiteY27" fmla="*/ 1549870 h 2264838"/>
              <a:gd name="connsiteX28" fmla="*/ 1788153 w 1857234"/>
              <a:gd name="connsiteY28" fmla="*/ 1524470 h 2264838"/>
              <a:gd name="connsiteX29" fmla="*/ 1810167 w 1857234"/>
              <a:gd name="connsiteY29" fmla="*/ 1405936 h 2264838"/>
              <a:gd name="connsiteX30" fmla="*/ 1849113 w 1857234"/>
              <a:gd name="connsiteY30" fmla="*/ 1309416 h 2264838"/>
              <a:gd name="connsiteX31" fmla="*/ 1855887 w 1857234"/>
              <a:gd name="connsiteY31" fmla="*/ 1211203 h 2264838"/>
              <a:gd name="connsiteX32" fmla="*/ 1830487 w 1857234"/>
              <a:gd name="connsiteY32" fmla="*/ 1092670 h 2264838"/>
              <a:gd name="connsiteX33" fmla="*/ 1754287 w 1857234"/>
              <a:gd name="connsiteY33" fmla="*/ 1118070 h 2264838"/>
              <a:gd name="connsiteX34" fmla="*/ 1720420 w 1857234"/>
              <a:gd name="connsiteY34" fmla="*/ 1164636 h 2264838"/>
              <a:gd name="connsiteX35" fmla="*/ 1686553 w 1857234"/>
              <a:gd name="connsiteY35" fmla="*/ 1236603 h 2264838"/>
              <a:gd name="connsiteX36" fmla="*/ 1703487 w 1857234"/>
              <a:gd name="connsiteY36" fmla="*/ 830203 h 2264838"/>
              <a:gd name="connsiteX37" fmla="*/ 1669620 w 1857234"/>
              <a:gd name="connsiteY37" fmla="*/ 505083 h 2264838"/>
              <a:gd name="connsiteX38" fmla="*/ 1474887 w 1857234"/>
              <a:gd name="connsiteY38" fmla="*/ 186736 h 2264838"/>
              <a:gd name="connsiteX39" fmla="*/ 1264278 w 1857234"/>
              <a:gd name="connsiteY39" fmla="*/ 62925 h 2264838"/>
              <a:gd name="connsiteX40" fmla="*/ 907620 w 1857234"/>
              <a:gd name="connsiteY40" fmla="*/ 470 h 2264838"/>
              <a:gd name="connsiteX41" fmla="*/ 699128 w 1857234"/>
              <a:gd name="connsiteY41" fmla="*/ 38246 h 2264838"/>
              <a:gd name="connsiteX0" fmla="*/ 699128 w 1857234"/>
              <a:gd name="connsiteY0" fmla="*/ 38246 h 2264838"/>
              <a:gd name="connsiteX1" fmla="*/ 530853 w 1857234"/>
              <a:gd name="connsiteY1" fmla="*/ 109476 h 2264838"/>
              <a:gd name="connsiteX2" fmla="*/ 359403 w 1857234"/>
              <a:gd name="connsiteY2" fmla="*/ 226951 h 2264838"/>
              <a:gd name="connsiteX3" fmla="*/ 194303 w 1857234"/>
              <a:gd name="connsiteY3" fmla="*/ 500001 h 2264838"/>
              <a:gd name="connsiteX4" fmla="*/ 143503 w 1857234"/>
              <a:gd name="connsiteY4" fmla="*/ 690502 h 2264838"/>
              <a:gd name="connsiteX5" fmla="*/ 143503 w 1857234"/>
              <a:gd name="connsiteY5" fmla="*/ 1058801 h 2264838"/>
              <a:gd name="connsiteX6" fmla="*/ 144562 w 1857234"/>
              <a:gd name="connsiteY6" fmla="*/ 1196386 h 2264838"/>
              <a:gd name="connsiteX7" fmla="*/ 92704 w 1857234"/>
              <a:gd name="connsiteY7" fmla="*/ 1145586 h 2264838"/>
              <a:gd name="connsiteX8" fmla="*/ 13329 w 1857234"/>
              <a:gd name="connsiteY8" fmla="*/ 1150878 h 2264838"/>
              <a:gd name="connsiteX9" fmla="*/ 1687 w 1857234"/>
              <a:gd name="connsiteY9" fmla="*/ 1262003 h 2264838"/>
              <a:gd name="connsiteX10" fmla="*/ 31320 w 1857234"/>
              <a:gd name="connsiteY10" fmla="*/ 1405937 h 2264838"/>
              <a:gd name="connsiteX11" fmla="*/ 99053 w 1857234"/>
              <a:gd name="connsiteY11" fmla="*/ 1511770 h 2264838"/>
              <a:gd name="connsiteX12" fmla="*/ 149853 w 1857234"/>
              <a:gd name="connsiteY12" fmla="*/ 1609136 h 2264838"/>
              <a:gd name="connsiteX13" fmla="*/ 213353 w 1857234"/>
              <a:gd name="connsiteY13" fmla="*/ 1626070 h 2264838"/>
              <a:gd name="connsiteX14" fmla="*/ 221820 w 1857234"/>
              <a:gd name="connsiteY14" fmla="*/ 1566803 h 2264838"/>
              <a:gd name="connsiteX15" fmla="*/ 221820 w 1857234"/>
              <a:gd name="connsiteY15" fmla="*/ 1532936 h 2264838"/>
              <a:gd name="connsiteX16" fmla="*/ 311275 w 1857234"/>
              <a:gd name="connsiteY16" fmla="*/ 1766178 h 2264838"/>
              <a:gd name="connsiteX17" fmla="*/ 448026 w 1857234"/>
              <a:gd name="connsiteY17" fmla="*/ 1942746 h 2264838"/>
              <a:gd name="connsiteX18" fmla="*/ 642954 w 1857234"/>
              <a:gd name="connsiteY18" fmla="*/ 2115725 h 2264838"/>
              <a:gd name="connsiteX19" fmla="*/ 812665 w 1857234"/>
              <a:gd name="connsiteY19" fmla="*/ 2239951 h 2264838"/>
              <a:gd name="connsiteX20" fmla="*/ 1131834 w 1857234"/>
              <a:gd name="connsiteY20" fmla="*/ 2260402 h 2264838"/>
              <a:gd name="connsiteX21" fmla="*/ 1219747 w 1857234"/>
              <a:gd name="connsiteY21" fmla="*/ 2181492 h 2264838"/>
              <a:gd name="connsiteX22" fmla="*/ 1304365 w 1857234"/>
              <a:gd name="connsiteY22" fmla="*/ 2109462 h 2264838"/>
              <a:gd name="connsiteX23" fmla="*/ 1519275 w 1857234"/>
              <a:gd name="connsiteY23" fmla="*/ 1901778 h 2264838"/>
              <a:gd name="connsiteX24" fmla="*/ 1630552 w 1857234"/>
              <a:gd name="connsiteY24" fmla="*/ 1734918 h 2264838"/>
              <a:gd name="connsiteX25" fmla="*/ 1667781 w 1857234"/>
              <a:gd name="connsiteY25" fmla="*/ 1594101 h 2264838"/>
              <a:gd name="connsiteX26" fmla="*/ 1678087 w 1857234"/>
              <a:gd name="connsiteY26" fmla="*/ 1484588 h 2264838"/>
              <a:gd name="connsiteX27" fmla="*/ 1737353 w 1857234"/>
              <a:gd name="connsiteY27" fmla="*/ 1549870 h 2264838"/>
              <a:gd name="connsiteX28" fmla="*/ 1788153 w 1857234"/>
              <a:gd name="connsiteY28" fmla="*/ 1524470 h 2264838"/>
              <a:gd name="connsiteX29" fmla="*/ 1810167 w 1857234"/>
              <a:gd name="connsiteY29" fmla="*/ 1405936 h 2264838"/>
              <a:gd name="connsiteX30" fmla="*/ 1849113 w 1857234"/>
              <a:gd name="connsiteY30" fmla="*/ 1309416 h 2264838"/>
              <a:gd name="connsiteX31" fmla="*/ 1855887 w 1857234"/>
              <a:gd name="connsiteY31" fmla="*/ 1211203 h 2264838"/>
              <a:gd name="connsiteX32" fmla="*/ 1830487 w 1857234"/>
              <a:gd name="connsiteY32" fmla="*/ 1092670 h 2264838"/>
              <a:gd name="connsiteX33" fmla="*/ 1754287 w 1857234"/>
              <a:gd name="connsiteY33" fmla="*/ 1118070 h 2264838"/>
              <a:gd name="connsiteX34" fmla="*/ 1720420 w 1857234"/>
              <a:gd name="connsiteY34" fmla="*/ 1164636 h 2264838"/>
              <a:gd name="connsiteX35" fmla="*/ 1686553 w 1857234"/>
              <a:gd name="connsiteY35" fmla="*/ 1236603 h 2264838"/>
              <a:gd name="connsiteX36" fmla="*/ 1703487 w 1857234"/>
              <a:gd name="connsiteY36" fmla="*/ 830203 h 2264838"/>
              <a:gd name="connsiteX37" fmla="*/ 1669620 w 1857234"/>
              <a:gd name="connsiteY37" fmla="*/ 505083 h 2264838"/>
              <a:gd name="connsiteX38" fmla="*/ 1474887 w 1857234"/>
              <a:gd name="connsiteY38" fmla="*/ 186736 h 2264838"/>
              <a:gd name="connsiteX39" fmla="*/ 1264278 w 1857234"/>
              <a:gd name="connsiteY39" fmla="*/ 62925 h 2264838"/>
              <a:gd name="connsiteX40" fmla="*/ 907620 w 1857234"/>
              <a:gd name="connsiteY40" fmla="*/ 470 h 2264838"/>
              <a:gd name="connsiteX41" fmla="*/ 699128 w 1857234"/>
              <a:gd name="connsiteY41" fmla="*/ 38246 h 2264838"/>
              <a:gd name="connsiteX0" fmla="*/ 699128 w 1857234"/>
              <a:gd name="connsiteY0" fmla="*/ 38246 h 2264838"/>
              <a:gd name="connsiteX1" fmla="*/ 530853 w 1857234"/>
              <a:gd name="connsiteY1" fmla="*/ 109476 h 2264838"/>
              <a:gd name="connsiteX2" fmla="*/ 359403 w 1857234"/>
              <a:gd name="connsiteY2" fmla="*/ 226951 h 2264838"/>
              <a:gd name="connsiteX3" fmla="*/ 194303 w 1857234"/>
              <a:gd name="connsiteY3" fmla="*/ 500001 h 2264838"/>
              <a:gd name="connsiteX4" fmla="*/ 143503 w 1857234"/>
              <a:gd name="connsiteY4" fmla="*/ 690502 h 2264838"/>
              <a:gd name="connsiteX5" fmla="*/ 143503 w 1857234"/>
              <a:gd name="connsiteY5" fmla="*/ 1058801 h 2264838"/>
              <a:gd name="connsiteX6" fmla="*/ 144562 w 1857234"/>
              <a:gd name="connsiteY6" fmla="*/ 1196386 h 2264838"/>
              <a:gd name="connsiteX7" fmla="*/ 92704 w 1857234"/>
              <a:gd name="connsiteY7" fmla="*/ 1145586 h 2264838"/>
              <a:gd name="connsiteX8" fmla="*/ 13329 w 1857234"/>
              <a:gd name="connsiteY8" fmla="*/ 1150878 h 2264838"/>
              <a:gd name="connsiteX9" fmla="*/ 1687 w 1857234"/>
              <a:gd name="connsiteY9" fmla="*/ 1262003 h 2264838"/>
              <a:gd name="connsiteX10" fmla="*/ 31320 w 1857234"/>
              <a:gd name="connsiteY10" fmla="*/ 1405937 h 2264838"/>
              <a:gd name="connsiteX11" fmla="*/ 99053 w 1857234"/>
              <a:gd name="connsiteY11" fmla="*/ 1511770 h 2264838"/>
              <a:gd name="connsiteX12" fmla="*/ 149853 w 1857234"/>
              <a:gd name="connsiteY12" fmla="*/ 1609136 h 2264838"/>
              <a:gd name="connsiteX13" fmla="*/ 213353 w 1857234"/>
              <a:gd name="connsiteY13" fmla="*/ 1626070 h 2264838"/>
              <a:gd name="connsiteX14" fmla="*/ 221820 w 1857234"/>
              <a:gd name="connsiteY14" fmla="*/ 1566803 h 2264838"/>
              <a:gd name="connsiteX15" fmla="*/ 221820 w 1857234"/>
              <a:gd name="connsiteY15" fmla="*/ 1532936 h 2264838"/>
              <a:gd name="connsiteX16" fmla="*/ 301968 w 1857234"/>
              <a:gd name="connsiteY16" fmla="*/ 1803314 h 2264838"/>
              <a:gd name="connsiteX17" fmla="*/ 448026 w 1857234"/>
              <a:gd name="connsiteY17" fmla="*/ 1942746 h 2264838"/>
              <a:gd name="connsiteX18" fmla="*/ 642954 w 1857234"/>
              <a:gd name="connsiteY18" fmla="*/ 2115725 h 2264838"/>
              <a:gd name="connsiteX19" fmla="*/ 812665 w 1857234"/>
              <a:gd name="connsiteY19" fmla="*/ 2239951 h 2264838"/>
              <a:gd name="connsiteX20" fmla="*/ 1131834 w 1857234"/>
              <a:gd name="connsiteY20" fmla="*/ 2260402 h 2264838"/>
              <a:gd name="connsiteX21" fmla="*/ 1219747 w 1857234"/>
              <a:gd name="connsiteY21" fmla="*/ 2181492 h 2264838"/>
              <a:gd name="connsiteX22" fmla="*/ 1304365 w 1857234"/>
              <a:gd name="connsiteY22" fmla="*/ 2109462 h 2264838"/>
              <a:gd name="connsiteX23" fmla="*/ 1519275 w 1857234"/>
              <a:gd name="connsiteY23" fmla="*/ 1901778 h 2264838"/>
              <a:gd name="connsiteX24" fmla="*/ 1630552 w 1857234"/>
              <a:gd name="connsiteY24" fmla="*/ 1734918 h 2264838"/>
              <a:gd name="connsiteX25" fmla="*/ 1667781 w 1857234"/>
              <a:gd name="connsiteY25" fmla="*/ 1594101 h 2264838"/>
              <a:gd name="connsiteX26" fmla="*/ 1678087 w 1857234"/>
              <a:gd name="connsiteY26" fmla="*/ 1484588 h 2264838"/>
              <a:gd name="connsiteX27" fmla="*/ 1737353 w 1857234"/>
              <a:gd name="connsiteY27" fmla="*/ 1549870 h 2264838"/>
              <a:gd name="connsiteX28" fmla="*/ 1788153 w 1857234"/>
              <a:gd name="connsiteY28" fmla="*/ 1524470 h 2264838"/>
              <a:gd name="connsiteX29" fmla="*/ 1810167 w 1857234"/>
              <a:gd name="connsiteY29" fmla="*/ 1405936 h 2264838"/>
              <a:gd name="connsiteX30" fmla="*/ 1849113 w 1857234"/>
              <a:gd name="connsiteY30" fmla="*/ 1309416 h 2264838"/>
              <a:gd name="connsiteX31" fmla="*/ 1855887 w 1857234"/>
              <a:gd name="connsiteY31" fmla="*/ 1211203 h 2264838"/>
              <a:gd name="connsiteX32" fmla="*/ 1830487 w 1857234"/>
              <a:gd name="connsiteY32" fmla="*/ 1092670 h 2264838"/>
              <a:gd name="connsiteX33" fmla="*/ 1754287 w 1857234"/>
              <a:gd name="connsiteY33" fmla="*/ 1118070 h 2264838"/>
              <a:gd name="connsiteX34" fmla="*/ 1720420 w 1857234"/>
              <a:gd name="connsiteY34" fmla="*/ 1164636 h 2264838"/>
              <a:gd name="connsiteX35" fmla="*/ 1686553 w 1857234"/>
              <a:gd name="connsiteY35" fmla="*/ 1236603 h 2264838"/>
              <a:gd name="connsiteX36" fmla="*/ 1703487 w 1857234"/>
              <a:gd name="connsiteY36" fmla="*/ 830203 h 2264838"/>
              <a:gd name="connsiteX37" fmla="*/ 1669620 w 1857234"/>
              <a:gd name="connsiteY37" fmla="*/ 505083 h 2264838"/>
              <a:gd name="connsiteX38" fmla="*/ 1474887 w 1857234"/>
              <a:gd name="connsiteY38" fmla="*/ 186736 h 2264838"/>
              <a:gd name="connsiteX39" fmla="*/ 1264278 w 1857234"/>
              <a:gd name="connsiteY39" fmla="*/ 62925 h 2264838"/>
              <a:gd name="connsiteX40" fmla="*/ 907620 w 1857234"/>
              <a:gd name="connsiteY40" fmla="*/ 470 h 2264838"/>
              <a:gd name="connsiteX41" fmla="*/ 699128 w 1857234"/>
              <a:gd name="connsiteY41" fmla="*/ 38246 h 2264838"/>
              <a:gd name="connsiteX0" fmla="*/ 699128 w 1857234"/>
              <a:gd name="connsiteY0" fmla="*/ 38246 h 2264838"/>
              <a:gd name="connsiteX1" fmla="*/ 530853 w 1857234"/>
              <a:gd name="connsiteY1" fmla="*/ 109476 h 2264838"/>
              <a:gd name="connsiteX2" fmla="*/ 359403 w 1857234"/>
              <a:gd name="connsiteY2" fmla="*/ 226951 h 2264838"/>
              <a:gd name="connsiteX3" fmla="*/ 194303 w 1857234"/>
              <a:gd name="connsiteY3" fmla="*/ 500001 h 2264838"/>
              <a:gd name="connsiteX4" fmla="*/ 143503 w 1857234"/>
              <a:gd name="connsiteY4" fmla="*/ 690502 h 2264838"/>
              <a:gd name="connsiteX5" fmla="*/ 143503 w 1857234"/>
              <a:gd name="connsiteY5" fmla="*/ 1058801 h 2264838"/>
              <a:gd name="connsiteX6" fmla="*/ 144562 w 1857234"/>
              <a:gd name="connsiteY6" fmla="*/ 1196386 h 2264838"/>
              <a:gd name="connsiteX7" fmla="*/ 92704 w 1857234"/>
              <a:gd name="connsiteY7" fmla="*/ 1145586 h 2264838"/>
              <a:gd name="connsiteX8" fmla="*/ 13329 w 1857234"/>
              <a:gd name="connsiteY8" fmla="*/ 1150878 h 2264838"/>
              <a:gd name="connsiteX9" fmla="*/ 1687 w 1857234"/>
              <a:gd name="connsiteY9" fmla="*/ 1262003 h 2264838"/>
              <a:gd name="connsiteX10" fmla="*/ 31320 w 1857234"/>
              <a:gd name="connsiteY10" fmla="*/ 1405937 h 2264838"/>
              <a:gd name="connsiteX11" fmla="*/ 99053 w 1857234"/>
              <a:gd name="connsiteY11" fmla="*/ 1511770 h 2264838"/>
              <a:gd name="connsiteX12" fmla="*/ 149853 w 1857234"/>
              <a:gd name="connsiteY12" fmla="*/ 1609136 h 2264838"/>
              <a:gd name="connsiteX13" fmla="*/ 213353 w 1857234"/>
              <a:gd name="connsiteY13" fmla="*/ 1626070 h 2264838"/>
              <a:gd name="connsiteX14" fmla="*/ 221820 w 1857234"/>
              <a:gd name="connsiteY14" fmla="*/ 1566803 h 2264838"/>
              <a:gd name="connsiteX15" fmla="*/ 221820 w 1857234"/>
              <a:gd name="connsiteY15" fmla="*/ 1532936 h 2264838"/>
              <a:gd name="connsiteX16" fmla="*/ 301968 w 1857234"/>
              <a:gd name="connsiteY16" fmla="*/ 1803314 h 2264838"/>
              <a:gd name="connsiteX17" fmla="*/ 443372 w 1857234"/>
              <a:gd name="connsiteY17" fmla="*/ 1961314 h 2264838"/>
              <a:gd name="connsiteX18" fmla="*/ 642954 w 1857234"/>
              <a:gd name="connsiteY18" fmla="*/ 2115725 h 2264838"/>
              <a:gd name="connsiteX19" fmla="*/ 812665 w 1857234"/>
              <a:gd name="connsiteY19" fmla="*/ 2239951 h 2264838"/>
              <a:gd name="connsiteX20" fmla="*/ 1131834 w 1857234"/>
              <a:gd name="connsiteY20" fmla="*/ 2260402 h 2264838"/>
              <a:gd name="connsiteX21" fmla="*/ 1219747 w 1857234"/>
              <a:gd name="connsiteY21" fmla="*/ 2181492 h 2264838"/>
              <a:gd name="connsiteX22" fmla="*/ 1304365 w 1857234"/>
              <a:gd name="connsiteY22" fmla="*/ 2109462 h 2264838"/>
              <a:gd name="connsiteX23" fmla="*/ 1519275 w 1857234"/>
              <a:gd name="connsiteY23" fmla="*/ 1901778 h 2264838"/>
              <a:gd name="connsiteX24" fmla="*/ 1630552 w 1857234"/>
              <a:gd name="connsiteY24" fmla="*/ 1734918 h 2264838"/>
              <a:gd name="connsiteX25" fmla="*/ 1667781 w 1857234"/>
              <a:gd name="connsiteY25" fmla="*/ 1594101 h 2264838"/>
              <a:gd name="connsiteX26" fmla="*/ 1678087 w 1857234"/>
              <a:gd name="connsiteY26" fmla="*/ 1484588 h 2264838"/>
              <a:gd name="connsiteX27" fmla="*/ 1737353 w 1857234"/>
              <a:gd name="connsiteY27" fmla="*/ 1549870 h 2264838"/>
              <a:gd name="connsiteX28" fmla="*/ 1788153 w 1857234"/>
              <a:gd name="connsiteY28" fmla="*/ 1524470 h 2264838"/>
              <a:gd name="connsiteX29" fmla="*/ 1810167 w 1857234"/>
              <a:gd name="connsiteY29" fmla="*/ 1405936 h 2264838"/>
              <a:gd name="connsiteX30" fmla="*/ 1849113 w 1857234"/>
              <a:gd name="connsiteY30" fmla="*/ 1309416 h 2264838"/>
              <a:gd name="connsiteX31" fmla="*/ 1855887 w 1857234"/>
              <a:gd name="connsiteY31" fmla="*/ 1211203 h 2264838"/>
              <a:gd name="connsiteX32" fmla="*/ 1830487 w 1857234"/>
              <a:gd name="connsiteY32" fmla="*/ 1092670 h 2264838"/>
              <a:gd name="connsiteX33" fmla="*/ 1754287 w 1857234"/>
              <a:gd name="connsiteY33" fmla="*/ 1118070 h 2264838"/>
              <a:gd name="connsiteX34" fmla="*/ 1720420 w 1857234"/>
              <a:gd name="connsiteY34" fmla="*/ 1164636 h 2264838"/>
              <a:gd name="connsiteX35" fmla="*/ 1686553 w 1857234"/>
              <a:gd name="connsiteY35" fmla="*/ 1236603 h 2264838"/>
              <a:gd name="connsiteX36" fmla="*/ 1703487 w 1857234"/>
              <a:gd name="connsiteY36" fmla="*/ 830203 h 2264838"/>
              <a:gd name="connsiteX37" fmla="*/ 1669620 w 1857234"/>
              <a:gd name="connsiteY37" fmla="*/ 505083 h 2264838"/>
              <a:gd name="connsiteX38" fmla="*/ 1474887 w 1857234"/>
              <a:gd name="connsiteY38" fmla="*/ 186736 h 2264838"/>
              <a:gd name="connsiteX39" fmla="*/ 1264278 w 1857234"/>
              <a:gd name="connsiteY39" fmla="*/ 62925 h 2264838"/>
              <a:gd name="connsiteX40" fmla="*/ 907620 w 1857234"/>
              <a:gd name="connsiteY40" fmla="*/ 470 h 2264838"/>
              <a:gd name="connsiteX41" fmla="*/ 699128 w 1857234"/>
              <a:gd name="connsiteY41" fmla="*/ 38246 h 2264838"/>
              <a:gd name="connsiteX0" fmla="*/ 699128 w 1857234"/>
              <a:gd name="connsiteY0" fmla="*/ 38246 h 2264173"/>
              <a:gd name="connsiteX1" fmla="*/ 530853 w 1857234"/>
              <a:gd name="connsiteY1" fmla="*/ 109476 h 2264173"/>
              <a:gd name="connsiteX2" fmla="*/ 359403 w 1857234"/>
              <a:gd name="connsiteY2" fmla="*/ 226951 h 2264173"/>
              <a:gd name="connsiteX3" fmla="*/ 194303 w 1857234"/>
              <a:gd name="connsiteY3" fmla="*/ 500001 h 2264173"/>
              <a:gd name="connsiteX4" fmla="*/ 143503 w 1857234"/>
              <a:gd name="connsiteY4" fmla="*/ 690502 h 2264173"/>
              <a:gd name="connsiteX5" fmla="*/ 143503 w 1857234"/>
              <a:gd name="connsiteY5" fmla="*/ 1058801 h 2264173"/>
              <a:gd name="connsiteX6" fmla="*/ 144562 w 1857234"/>
              <a:gd name="connsiteY6" fmla="*/ 1196386 h 2264173"/>
              <a:gd name="connsiteX7" fmla="*/ 92704 w 1857234"/>
              <a:gd name="connsiteY7" fmla="*/ 1145586 h 2264173"/>
              <a:gd name="connsiteX8" fmla="*/ 13329 w 1857234"/>
              <a:gd name="connsiteY8" fmla="*/ 1150878 h 2264173"/>
              <a:gd name="connsiteX9" fmla="*/ 1687 w 1857234"/>
              <a:gd name="connsiteY9" fmla="*/ 1262003 h 2264173"/>
              <a:gd name="connsiteX10" fmla="*/ 31320 w 1857234"/>
              <a:gd name="connsiteY10" fmla="*/ 1405937 h 2264173"/>
              <a:gd name="connsiteX11" fmla="*/ 99053 w 1857234"/>
              <a:gd name="connsiteY11" fmla="*/ 1511770 h 2264173"/>
              <a:gd name="connsiteX12" fmla="*/ 149853 w 1857234"/>
              <a:gd name="connsiteY12" fmla="*/ 1609136 h 2264173"/>
              <a:gd name="connsiteX13" fmla="*/ 213353 w 1857234"/>
              <a:gd name="connsiteY13" fmla="*/ 1626070 h 2264173"/>
              <a:gd name="connsiteX14" fmla="*/ 221820 w 1857234"/>
              <a:gd name="connsiteY14" fmla="*/ 1566803 h 2264173"/>
              <a:gd name="connsiteX15" fmla="*/ 221820 w 1857234"/>
              <a:gd name="connsiteY15" fmla="*/ 1532936 h 2264173"/>
              <a:gd name="connsiteX16" fmla="*/ 301968 w 1857234"/>
              <a:gd name="connsiteY16" fmla="*/ 1803314 h 2264173"/>
              <a:gd name="connsiteX17" fmla="*/ 443372 w 1857234"/>
              <a:gd name="connsiteY17" fmla="*/ 1961314 h 2264173"/>
              <a:gd name="connsiteX18" fmla="*/ 647608 w 1857234"/>
              <a:gd name="connsiteY18" fmla="*/ 2138936 h 2264173"/>
              <a:gd name="connsiteX19" fmla="*/ 812665 w 1857234"/>
              <a:gd name="connsiteY19" fmla="*/ 2239951 h 2264173"/>
              <a:gd name="connsiteX20" fmla="*/ 1131834 w 1857234"/>
              <a:gd name="connsiteY20" fmla="*/ 2260402 h 2264173"/>
              <a:gd name="connsiteX21" fmla="*/ 1219747 w 1857234"/>
              <a:gd name="connsiteY21" fmla="*/ 2181492 h 2264173"/>
              <a:gd name="connsiteX22" fmla="*/ 1304365 w 1857234"/>
              <a:gd name="connsiteY22" fmla="*/ 2109462 h 2264173"/>
              <a:gd name="connsiteX23" fmla="*/ 1519275 w 1857234"/>
              <a:gd name="connsiteY23" fmla="*/ 1901778 h 2264173"/>
              <a:gd name="connsiteX24" fmla="*/ 1630552 w 1857234"/>
              <a:gd name="connsiteY24" fmla="*/ 1734918 h 2264173"/>
              <a:gd name="connsiteX25" fmla="*/ 1667781 w 1857234"/>
              <a:gd name="connsiteY25" fmla="*/ 1594101 h 2264173"/>
              <a:gd name="connsiteX26" fmla="*/ 1678087 w 1857234"/>
              <a:gd name="connsiteY26" fmla="*/ 1484588 h 2264173"/>
              <a:gd name="connsiteX27" fmla="*/ 1737353 w 1857234"/>
              <a:gd name="connsiteY27" fmla="*/ 1549870 h 2264173"/>
              <a:gd name="connsiteX28" fmla="*/ 1788153 w 1857234"/>
              <a:gd name="connsiteY28" fmla="*/ 1524470 h 2264173"/>
              <a:gd name="connsiteX29" fmla="*/ 1810167 w 1857234"/>
              <a:gd name="connsiteY29" fmla="*/ 1405936 h 2264173"/>
              <a:gd name="connsiteX30" fmla="*/ 1849113 w 1857234"/>
              <a:gd name="connsiteY30" fmla="*/ 1309416 h 2264173"/>
              <a:gd name="connsiteX31" fmla="*/ 1855887 w 1857234"/>
              <a:gd name="connsiteY31" fmla="*/ 1211203 h 2264173"/>
              <a:gd name="connsiteX32" fmla="*/ 1830487 w 1857234"/>
              <a:gd name="connsiteY32" fmla="*/ 1092670 h 2264173"/>
              <a:gd name="connsiteX33" fmla="*/ 1754287 w 1857234"/>
              <a:gd name="connsiteY33" fmla="*/ 1118070 h 2264173"/>
              <a:gd name="connsiteX34" fmla="*/ 1720420 w 1857234"/>
              <a:gd name="connsiteY34" fmla="*/ 1164636 h 2264173"/>
              <a:gd name="connsiteX35" fmla="*/ 1686553 w 1857234"/>
              <a:gd name="connsiteY35" fmla="*/ 1236603 h 2264173"/>
              <a:gd name="connsiteX36" fmla="*/ 1703487 w 1857234"/>
              <a:gd name="connsiteY36" fmla="*/ 830203 h 2264173"/>
              <a:gd name="connsiteX37" fmla="*/ 1669620 w 1857234"/>
              <a:gd name="connsiteY37" fmla="*/ 505083 h 2264173"/>
              <a:gd name="connsiteX38" fmla="*/ 1474887 w 1857234"/>
              <a:gd name="connsiteY38" fmla="*/ 186736 h 2264173"/>
              <a:gd name="connsiteX39" fmla="*/ 1264278 w 1857234"/>
              <a:gd name="connsiteY39" fmla="*/ 62925 h 2264173"/>
              <a:gd name="connsiteX40" fmla="*/ 907620 w 1857234"/>
              <a:gd name="connsiteY40" fmla="*/ 470 h 2264173"/>
              <a:gd name="connsiteX41" fmla="*/ 699128 w 1857234"/>
              <a:gd name="connsiteY41" fmla="*/ 38246 h 2264173"/>
              <a:gd name="connsiteX0" fmla="*/ 699128 w 1857234"/>
              <a:gd name="connsiteY0" fmla="*/ 38246 h 2264173"/>
              <a:gd name="connsiteX1" fmla="*/ 530853 w 1857234"/>
              <a:gd name="connsiteY1" fmla="*/ 109476 h 2264173"/>
              <a:gd name="connsiteX2" fmla="*/ 359403 w 1857234"/>
              <a:gd name="connsiteY2" fmla="*/ 226951 h 2264173"/>
              <a:gd name="connsiteX3" fmla="*/ 194303 w 1857234"/>
              <a:gd name="connsiteY3" fmla="*/ 500001 h 2264173"/>
              <a:gd name="connsiteX4" fmla="*/ 143503 w 1857234"/>
              <a:gd name="connsiteY4" fmla="*/ 690502 h 2264173"/>
              <a:gd name="connsiteX5" fmla="*/ 143503 w 1857234"/>
              <a:gd name="connsiteY5" fmla="*/ 1058801 h 2264173"/>
              <a:gd name="connsiteX6" fmla="*/ 144562 w 1857234"/>
              <a:gd name="connsiteY6" fmla="*/ 1196386 h 2264173"/>
              <a:gd name="connsiteX7" fmla="*/ 92704 w 1857234"/>
              <a:gd name="connsiteY7" fmla="*/ 1145586 h 2264173"/>
              <a:gd name="connsiteX8" fmla="*/ 13329 w 1857234"/>
              <a:gd name="connsiteY8" fmla="*/ 1150878 h 2264173"/>
              <a:gd name="connsiteX9" fmla="*/ 1687 w 1857234"/>
              <a:gd name="connsiteY9" fmla="*/ 1262003 h 2264173"/>
              <a:gd name="connsiteX10" fmla="*/ 31320 w 1857234"/>
              <a:gd name="connsiteY10" fmla="*/ 1405937 h 2264173"/>
              <a:gd name="connsiteX11" fmla="*/ 99053 w 1857234"/>
              <a:gd name="connsiteY11" fmla="*/ 1511770 h 2264173"/>
              <a:gd name="connsiteX12" fmla="*/ 149853 w 1857234"/>
              <a:gd name="connsiteY12" fmla="*/ 1609136 h 2264173"/>
              <a:gd name="connsiteX13" fmla="*/ 213353 w 1857234"/>
              <a:gd name="connsiteY13" fmla="*/ 1626070 h 2264173"/>
              <a:gd name="connsiteX14" fmla="*/ 221820 w 1857234"/>
              <a:gd name="connsiteY14" fmla="*/ 1566803 h 2264173"/>
              <a:gd name="connsiteX15" fmla="*/ 221820 w 1857234"/>
              <a:gd name="connsiteY15" fmla="*/ 1532936 h 2264173"/>
              <a:gd name="connsiteX16" fmla="*/ 301968 w 1857234"/>
              <a:gd name="connsiteY16" fmla="*/ 1803314 h 2264173"/>
              <a:gd name="connsiteX17" fmla="*/ 443372 w 1857234"/>
              <a:gd name="connsiteY17" fmla="*/ 1961314 h 2264173"/>
              <a:gd name="connsiteX18" fmla="*/ 647608 w 1857234"/>
              <a:gd name="connsiteY18" fmla="*/ 2138936 h 2264173"/>
              <a:gd name="connsiteX19" fmla="*/ 812665 w 1857234"/>
              <a:gd name="connsiteY19" fmla="*/ 2239951 h 2264173"/>
              <a:gd name="connsiteX20" fmla="*/ 1131834 w 1857234"/>
              <a:gd name="connsiteY20" fmla="*/ 2260402 h 2264173"/>
              <a:gd name="connsiteX21" fmla="*/ 1219747 w 1857234"/>
              <a:gd name="connsiteY21" fmla="*/ 2181492 h 2264173"/>
              <a:gd name="connsiteX22" fmla="*/ 1304365 w 1857234"/>
              <a:gd name="connsiteY22" fmla="*/ 2109462 h 2264173"/>
              <a:gd name="connsiteX23" fmla="*/ 1519275 w 1857234"/>
              <a:gd name="connsiteY23" fmla="*/ 1901778 h 2264173"/>
              <a:gd name="connsiteX24" fmla="*/ 1649165 w 1857234"/>
              <a:gd name="connsiteY24" fmla="*/ 1767412 h 2264173"/>
              <a:gd name="connsiteX25" fmla="*/ 1667781 w 1857234"/>
              <a:gd name="connsiteY25" fmla="*/ 1594101 h 2264173"/>
              <a:gd name="connsiteX26" fmla="*/ 1678087 w 1857234"/>
              <a:gd name="connsiteY26" fmla="*/ 1484588 h 2264173"/>
              <a:gd name="connsiteX27" fmla="*/ 1737353 w 1857234"/>
              <a:gd name="connsiteY27" fmla="*/ 1549870 h 2264173"/>
              <a:gd name="connsiteX28" fmla="*/ 1788153 w 1857234"/>
              <a:gd name="connsiteY28" fmla="*/ 1524470 h 2264173"/>
              <a:gd name="connsiteX29" fmla="*/ 1810167 w 1857234"/>
              <a:gd name="connsiteY29" fmla="*/ 1405936 h 2264173"/>
              <a:gd name="connsiteX30" fmla="*/ 1849113 w 1857234"/>
              <a:gd name="connsiteY30" fmla="*/ 1309416 h 2264173"/>
              <a:gd name="connsiteX31" fmla="*/ 1855887 w 1857234"/>
              <a:gd name="connsiteY31" fmla="*/ 1211203 h 2264173"/>
              <a:gd name="connsiteX32" fmla="*/ 1830487 w 1857234"/>
              <a:gd name="connsiteY32" fmla="*/ 1092670 h 2264173"/>
              <a:gd name="connsiteX33" fmla="*/ 1754287 w 1857234"/>
              <a:gd name="connsiteY33" fmla="*/ 1118070 h 2264173"/>
              <a:gd name="connsiteX34" fmla="*/ 1720420 w 1857234"/>
              <a:gd name="connsiteY34" fmla="*/ 1164636 h 2264173"/>
              <a:gd name="connsiteX35" fmla="*/ 1686553 w 1857234"/>
              <a:gd name="connsiteY35" fmla="*/ 1236603 h 2264173"/>
              <a:gd name="connsiteX36" fmla="*/ 1703487 w 1857234"/>
              <a:gd name="connsiteY36" fmla="*/ 830203 h 2264173"/>
              <a:gd name="connsiteX37" fmla="*/ 1669620 w 1857234"/>
              <a:gd name="connsiteY37" fmla="*/ 505083 h 2264173"/>
              <a:gd name="connsiteX38" fmla="*/ 1474887 w 1857234"/>
              <a:gd name="connsiteY38" fmla="*/ 186736 h 2264173"/>
              <a:gd name="connsiteX39" fmla="*/ 1264278 w 1857234"/>
              <a:gd name="connsiteY39" fmla="*/ 62925 h 2264173"/>
              <a:gd name="connsiteX40" fmla="*/ 907620 w 1857234"/>
              <a:gd name="connsiteY40" fmla="*/ 470 h 2264173"/>
              <a:gd name="connsiteX41" fmla="*/ 699128 w 1857234"/>
              <a:gd name="connsiteY41" fmla="*/ 38246 h 2264173"/>
              <a:gd name="connsiteX0" fmla="*/ 699128 w 1857234"/>
              <a:gd name="connsiteY0" fmla="*/ 38246 h 2263842"/>
              <a:gd name="connsiteX1" fmla="*/ 530853 w 1857234"/>
              <a:gd name="connsiteY1" fmla="*/ 109476 h 2263842"/>
              <a:gd name="connsiteX2" fmla="*/ 359403 w 1857234"/>
              <a:gd name="connsiteY2" fmla="*/ 226951 h 2263842"/>
              <a:gd name="connsiteX3" fmla="*/ 194303 w 1857234"/>
              <a:gd name="connsiteY3" fmla="*/ 500001 h 2263842"/>
              <a:gd name="connsiteX4" fmla="*/ 143503 w 1857234"/>
              <a:gd name="connsiteY4" fmla="*/ 690502 h 2263842"/>
              <a:gd name="connsiteX5" fmla="*/ 143503 w 1857234"/>
              <a:gd name="connsiteY5" fmla="*/ 1058801 h 2263842"/>
              <a:gd name="connsiteX6" fmla="*/ 144562 w 1857234"/>
              <a:gd name="connsiteY6" fmla="*/ 1196386 h 2263842"/>
              <a:gd name="connsiteX7" fmla="*/ 92704 w 1857234"/>
              <a:gd name="connsiteY7" fmla="*/ 1145586 h 2263842"/>
              <a:gd name="connsiteX8" fmla="*/ 13329 w 1857234"/>
              <a:gd name="connsiteY8" fmla="*/ 1150878 h 2263842"/>
              <a:gd name="connsiteX9" fmla="*/ 1687 w 1857234"/>
              <a:gd name="connsiteY9" fmla="*/ 1262003 h 2263842"/>
              <a:gd name="connsiteX10" fmla="*/ 31320 w 1857234"/>
              <a:gd name="connsiteY10" fmla="*/ 1405937 h 2263842"/>
              <a:gd name="connsiteX11" fmla="*/ 99053 w 1857234"/>
              <a:gd name="connsiteY11" fmla="*/ 1511770 h 2263842"/>
              <a:gd name="connsiteX12" fmla="*/ 149853 w 1857234"/>
              <a:gd name="connsiteY12" fmla="*/ 1609136 h 2263842"/>
              <a:gd name="connsiteX13" fmla="*/ 213353 w 1857234"/>
              <a:gd name="connsiteY13" fmla="*/ 1626070 h 2263842"/>
              <a:gd name="connsiteX14" fmla="*/ 221820 w 1857234"/>
              <a:gd name="connsiteY14" fmla="*/ 1566803 h 2263842"/>
              <a:gd name="connsiteX15" fmla="*/ 221820 w 1857234"/>
              <a:gd name="connsiteY15" fmla="*/ 1532936 h 2263842"/>
              <a:gd name="connsiteX16" fmla="*/ 301968 w 1857234"/>
              <a:gd name="connsiteY16" fmla="*/ 1803314 h 2263842"/>
              <a:gd name="connsiteX17" fmla="*/ 443372 w 1857234"/>
              <a:gd name="connsiteY17" fmla="*/ 1961314 h 2263842"/>
              <a:gd name="connsiteX18" fmla="*/ 647608 w 1857234"/>
              <a:gd name="connsiteY18" fmla="*/ 2138936 h 2263842"/>
              <a:gd name="connsiteX19" fmla="*/ 812665 w 1857234"/>
              <a:gd name="connsiteY19" fmla="*/ 2239951 h 2263842"/>
              <a:gd name="connsiteX20" fmla="*/ 1131834 w 1857234"/>
              <a:gd name="connsiteY20" fmla="*/ 2260402 h 2263842"/>
              <a:gd name="connsiteX21" fmla="*/ 1252319 w 1857234"/>
              <a:gd name="connsiteY21" fmla="*/ 2186134 h 2263842"/>
              <a:gd name="connsiteX22" fmla="*/ 1304365 w 1857234"/>
              <a:gd name="connsiteY22" fmla="*/ 2109462 h 2263842"/>
              <a:gd name="connsiteX23" fmla="*/ 1519275 w 1857234"/>
              <a:gd name="connsiteY23" fmla="*/ 1901778 h 2263842"/>
              <a:gd name="connsiteX24" fmla="*/ 1649165 w 1857234"/>
              <a:gd name="connsiteY24" fmla="*/ 1767412 h 2263842"/>
              <a:gd name="connsiteX25" fmla="*/ 1667781 w 1857234"/>
              <a:gd name="connsiteY25" fmla="*/ 1594101 h 2263842"/>
              <a:gd name="connsiteX26" fmla="*/ 1678087 w 1857234"/>
              <a:gd name="connsiteY26" fmla="*/ 1484588 h 2263842"/>
              <a:gd name="connsiteX27" fmla="*/ 1737353 w 1857234"/>
              <a:gd name="connsiteY27" fmla="*/ 1549870 h 2263842"/>
              <a:gd name="connsiteX28" fmla="*/ 1788153 w 1857234"/>
              <a:gd name="connsiteY28" fmla="*/ 1524470 h 2263842"/>
              <a:gd name="connsiteX29" fmla="*/ 1810167 w 1857234"/>
              <a:gd name="connsiteY29" fmla="*/ 1405936 h 2263842"/>
              <a:gd name="connsiteX30" fmla="*/ 1849113 w 1857234"/>
              <a:gd name="connsiteY30" fmla="*/ 1309416 h 2263842"/>
              <a:gd name="connsiteX31" fmla="*/ 1855887 w 1857234"/>
              <a:gd name="connsiteY31" fmla="*/ 1211203 h 2263842"/>
              <a:gd name="connsiteX32" fmla="*/ 1830487 w 1857234"/>
              <a:gd name="connsiteY32" fmla="*/ 1092670 h 2263842"/>
              <a:gd name="connsiteX33" fmla="*/ 1754287 w 1857234"/>
              <a:gd name="connsiteY33" fmla="*/ 1118070 h 2263842"/>
              <a:gd name="connsiteX34" fmla="*/ 1720420 w 1857234"/>
              <a:gd name="connsiteY34" fmla="*/ 1164636 h 2263842"/>
              <a:gd name="connsiteX35" fmla="*/ 1686553 w 1857234"/>
              <a:gd name="connsiteY35" fmla="*/ 1236603 h 2263842"/>
              <a:gd name="connsiteX36" fmla="*/ 1703487 w 1857234"/>
              <a:gd name="connsiteY36" fmla="*/ 830203 h 2263842"/>
              <a:gd name="connsiteX37" fmla="*/ 1669620 w 1857234"/>
              <a:gd name="connsiteY37" fmla="*/ 505083 h 2263842"/>
              <a:gd name="connsiteX38" fmla="*/ 1474887 w 1857234"/>
              <a:gd name="connsiteY38" fmla="*/ 186736 h 2263842"/>
              <a:gd name="connsiteX39" fmla="*/ 1264278 w 1857234"/>
              <a:gd name="connsiteY39" fmla="*/ 62925 h 2263842"/>
              <a:gd name="connsiteX40" fmla="*/ 907620 w 1857234"/>
              <a:gd name="connsiteY40" fmla="*/ 470 h 2263842"/>
              <a:gd name="connsiteX41" fmla="*/ 699128 w 1857234"/>
              <a:gd name="connsiteY41" fmla="*/ 38246 h 2263842"/>
              <a:gd name="connsiteX0" fmla="*/ 699128 w 1857234"/>
              <a:gd name="connsiteY0" fmla="*/ 38246 h 2263842"/>
              <a:gd name="connsiteX1" fmla="*/ 530853 w 1857234"/>
              <a:gd name="connsiteY1" fmla="*/ 109476 h 2263842"/>
              <a:gd name="connsiteX2" fmla="*/ 359403 w 1857234"/>
              <a:gd name="connsiteY2" fmla="*/ 226951 h 2263842"/>
              <a:gd name="connsiteX3" fmla="*/ 194303 w 1857234"/>
              <a:gd name="connsiteY3" fmla="*/ 500001 h 2263842"/>
              <a:gd name="connsiteX4" fmla="*/ 143503 w 1857234"/>
              <a:gd name="connsiteY4" fmla="*/ 690502 h 2263842"/>
              <a:gd name="connsiteX5" fmla="*/ 143503 w 1857234"/>
              <a:gd name="connsiteY5" fmla="*/ 1058801 h 2263842"/>
              <a:gd name="connsiteX6" fmla="*/ 144562 w 1857234"/>
              <a:gd name="connsiteY6" fmla="*/ 1196386 h 2263842"/>
              <a:gd name="connsiteX7" fmla="*/ 92704 w 1857234"/>
              <a:gd name="connsiteY7" fmla="*/ 1145586 h 2263842"/>
              <a:gd name="connsiteX8" fmla="*/ 13329 w 1857234"/>
              <a:gd name="connsiteY8" fmla="*/ 1150878 h 2263842"/>
              <a:gd name="connsiteX9" fmla="*/ 1687 w 1857234"/>
              <a:gd name="connsiteY9" fmla="*/ 1262003 h 2263842"/>
              <a:gd name="connsiteX10" fmla="*/ 31320 w 1857234"/>
              <a:gd name="connsiteY10" fmla="*/ 1405937 h 2263842"/>
              <a:gd name="connsiteX11" fmla="*/ 99053 w 1857234"/>
              <a:gd name="connsiteY11" fmla="*/ 1511770 h 2263842"/>
              <a:gd name="connsiteX12" fmla="*/ 149853 w 1857234"/>
              <a:gd name="connsiteY12" fmla="*/ 1609136 h 2263842"/>
              <a:gd name="connsiteX13" fmla="*/ 213353 w 1857234"/>
              <a:gd name="connsiteY13" fmla="*/ 1626070 h 2263842"/>
              <a:gd name="connsiteX14" fmla="*/ 221820 w 1857234"/>
              <a:gd name="connsiteY14" fmla="*/ 1566803 h 2263842"/>
              <a:gd name="connsiteX15" fmla="*/ 221820 w 1857234"/>
              <a:gd name="connsiteY15" fmla="*/ 1532936 h 2263842"/>
              <a:gd name="connsiteX16" fmla="*/ 301968 w 1857234"/>
              <a:gd name="connsiteY16" fmla="*/ 1803314 h 2263842"/>
              <a:gd name="connsiteX17" fmla="*/ 443372 w 1857234"/>
              <a:gd name="connsiteY17" fmla="*/ 1961314 h 2263842"/>
              <a:gd name="connsiteX18" fmla="*/ 647608 w 1857234"/>
              <a:gd name="connsiteY18" fmla="*/ 2138936 h 2263842"/>
              <a:gd name="connsiteX19" fmla="*/ 812665 w 1857234"/>
              <a:gd name="connsiteY19" fmla="*/ 2239951 h 2263842"/>
              <a:gd name="connsiteX20" fmla="*/ 1131834 w 1857234"/>
              <a:gd name="connsiteY20" fmla="*/ 2260402 h 2263842"/>
              <a:gd name="connsiteX21" fmla="*/ 1252319 w 1857234"/>
              <a:gd name="connsiteY21" fmla="*/ 2186134 h 2263842"/>
              <a:gd name="connsiteX22" fmla="*/ 1324044 w 1857234"/>
              <a:gd name="connsiteY22" fmla="*/ 2095439 h 2263842"/>
              <a:gd name="connsiteX23" fmla="*/ 1519275 w 1857234"/>
              <a:gd name="connsiteY23" fmla="*/ 1901778 h 2263842"/>
              <a:gd name="connsiteX24" fmla="*/ 1649165 w 1857234"/>
              <a:gd name="connsiteY24" fmla="*/ 1767412 h 2263842"/>
              <a:gd name="connsiteX25" fmla="*/ 1667781 w 1857234"/>
              <a:gd name="connsiteY25" fmla="*/ 1594101 h 2263842"/>
              <a:gd name="connsiteX26" fmla="*/ 1678087 w 1857234"/>
              <a:gd name="connsiteY26" fmla="*/ 1484588 h 2263842"/>
              <a:gd name="connsiteX27" fmla="*/ 1737353 w 1857234"/>
              <a:gd name="connsiteY27" fmla="*/ 1549870 h 2263842"/>
              <a:gd name="connsiteX28" fmla="*/ 1788153 w 1857234"/>
              <a:gd name="connsiteY28" fmla="*/ 1524470 h 2263842"/>
              <a:gd name="connsiteX29" fmla="*/ 1810167 w 1857234"/>
              <a:gd name="connsiteY29" fmla="*/ 1405936 h 2263842"/>
              <a:gd name="connsiteX30" fmla="*/ 1849113 w 1857234"/>
              <a:gd name="connsiteY30" fmla="*/ 1309416 h 2263842"/>
              <a:gd name="connsiteX31" fmla="*/ 1855887 w 1857234"/>
              <a:gd name="connsiteY31" fmla="*/ 1211203 h 2263842"/>
              <a:gd name="connsiteX32" fmla="*/ 1830487 w 1857234"/>
              <a:gd name="connsiteY32" fmla="*/ 1092670 h 2263842"/>
              <a:gd name="connsiteX33" fmla="*/ 1754287 w 1857234"/>
              <a:gd name="connsiteY33" fmla="*/ 1118070 h 2263842"/>
              <a:gd name="connsiteX34" fmla="*/ 1720420 w 1857234"/>
              <a:gd name="connsiteY34" fmla="*/ 1164636 h 2263842"/>
              <a:gd name="connsiteX35" fmla="*/ 1686553 w 1857234"/>
              <a:gd name="connsiteY35" fmla="*/ 1236603 h 2263842"/>
              <a:gd name="connsiteX36" fmla="*/ 1703487 w 1857234"/>
              <a:gd name="connsiteY36" fmla="*/ 830203 h 2263842"/>
              <a:gd name="connsiteX37" fmla="*/ 1669620 w 1857234"/>
              <a:gd name="connsiteY37" fmla="*/ 505083 h 2263842"/>
              <a:gd name="connsiteX38" fmla="*/ 1474887 w 1857234"/>
              <a:gd name="connsiteY38" fmla="*/ 186736 h 2263842"/>
              <a:gd name="connsiteX39" fmla="*/ 1264278 w 1857234"/>
              <a:gd name="connsiteY39" fmla="*/ 62925 h 2263842"/>
              <a:gd name="connsiteX40" fmla="*/ 907620 w 1857234"/>
              <a:gd name="connsiteY40" fmla="*/ 470 h 2263842"/>
              <a:gd name="connsiteX41" fmla="*/ 699128 w 1857234"/>
              <a:gd name="connsiteY41" fmla="*/ 38246 h 2263842"/>
              <a:gd name="connsiteX0" fmla="*/ 699128 w 1857234"/>
              <a:gd name="connsiteY0" fmla="*/ 38246 h 2263842"/>
              <a:gd name="connsiteX1" fmla="*/ 530853 w 1857234"/>
              <a:gd name="connsiteY1" fmla="*/ 109476 h 2263842"/>
              <a:gd name="connsiteX2" fmla="*/ 359403 w 1857234"/>
              <a:gd name="connsiteY2" fmla="*/ 226951 h 2263842"/>
              <a:gd name="connsiteX3" fmla="*/ 194303 w 1857234"/>
              <a:gd name="connsiteY3" fmla="*/ 500001 h 2263842"/>
              <a:gd name="connsiteX4" fmla="*/ 143503 w 1857234"/>
              <a:gd name="connsiteY4" fmla="*/ 690502 h 2263842"/>
              <a:gd name="connsiteX5" fmla="*/ 143503 w 1857234"/>
              <a:gd name="connsiteY5" fmla="*/ 1058801 h 2263842"/>
              <a:gd name="connsiteX6" fmla="*/ 144562 w 1857234"/>
              <a:gd name="connsiteY6" fmla="*/ 1196386 h 2263842"/>
              <a:gd name="connsiteX7" fmla="*/ 92704 w 1857234"/>
              <a:gd name="connsiteY7" fmla="*/ 1145586 h 2263842"/>
              <a:gd name="connsiteX8" fmla="*/ 13329 w 1857234"/>
              <a:gd name="connsiteY8" fmla="*/ 1150878 h 2263842"/>
              <a:gd name="connsiteX9" fmla="*/ 1687 w 1857234"/>
              <a:gd name="connsiteY9" fmla="*/ 1262003 h 2263842"/>
              <a:gd name="connsiteX10" fmla="*/ 31320 w 1857234"/>
              <a:gd name="connsiteY10" fmla="*/ 1405937 h 2263842"/>
              <a:gd name="connsiteX11" fmla="*/ 99053 w 1857234"/>
              <a:gd name="connsiteY11" fmla="*/ 1511770 h 2263842"/>
              <a:gd name="connsiteX12" fmla="*/ 149853 w 1857234"/>
              <a:gd name="connsiteY12" fmla="*/ 1609136 h 2263842"/>
              <a:gd name="connsiteX13" fmla="*/ 213353 w 1857234"/>
              <a:gd name="connsiteY13" fmla="*/ 1626070 h 2263842"/>
              <a:gd name="connsiteX14" fmla="*/ 221820 w 1857234"/>
              <a:gd name="connsiteY14" fmla="*/ 1566803 h 2263842"/>
              <a:gd name="connsiteX15" fmla="*/ 221820 w 1857234"/>
              <a:gd name="connsiteY15" fmla="*/ 1532936 h 2263842"/>
              <a:gd name="connsiteX16" fmla="*/ 301968 w 1857234"/>
              <a:gd name="connsiteY16" fmla="*/ 1803314 h 2263842"/>
              <a:gd name="connsiteX17" fmla="*/ 443372 w 1857234"/>
              <a:gd name="connsiteY17" fmla="*/ 1961314 h 2263842"/>
              <a:gd name="connsiteX18" fmla="*/ 647608 w 1857234"/>
              <a:gd name="connsiteY18" fmla="*/ 2138936 h 2263842"/>
              <a:gd name="connsiteX19" fmla="*/ 812665 w 1857234"/>
              <a:gd name="connsiteY19" fmla="*/ 2239951 h 2263842"/>
              <a:gd name="connsiteX20" fmla="*/ 1131834 w 1857234"/>
              <a:gd name="connsiteY20" fmla="*/ 2260402 h 2263842"/>
              <a:gd name="connsiteX21" fmla="*/ 1252319 w 1857234"/>
              <a:gd name="connsiteY21" fmla="*/ 2186134 h 2263842"/>
              <a:gd name="connsiteX22" fmla="*/ 1377459 w 1857234"/>
              <a:gd name="connsiteY22" fmla="*/ 2070198 h 2263842"/>
              <a:gd name="connsiteX23" fmla="*/ 1519275 w 1857234"/>
              <a:gd name="connsiteY23" fmla="*/ 1901778 h 2263842"/>
              <a:gd name="connsiteX24" fmla="*/ 1649165 w 1857234"/>
              <a:gd name="connsiteY24" fmla="*/ 1767412 h 2263842"/>
              <a:gd name="connsiteX25" fmla="*/ 1667781 w 1857234"/>
              <a:gd name="connsiteY25" fmla="*/ 1594101 h 2263842"/>
              <a:gd name="connsiteX26" fmla="*/ 1678087 w 1857234"/>
              <a:gd name="connsiteY26" fmla="*/ 1484588 h 2263842"/>
              <a:gd name="connsiteX27" fmla="*/ 1737353 w 1857234"/>
              <a:gd name="connsiteY27" fmla="*/ 1549870 h 2263842"/>
              <a:gd name="connsiteX28" fmla="*/ 1788153 w 1857234"/>
              <a:gd name="connsiteY28" fmla="*/ 1524470 h 2263842"/>
              <a:gd name="connsiteX29" fmla="*/ 1810167 w 1857234"/>
              <a:gd name="connsiteY29" fmla="*/ 1405936 h 2263842"/>
              <a:gd name="connsiteX30" fmla="*/ 1849113 w 1857234"/>
              <a:gd name="connsiteY30" fmla="*/ 1309416 h 2263842"/>
              <a:gd name="connsiteX31" fmla="*/ 1855887 w 1857234"/>
              <a:gd name="connsiteY31" fmla="*/ 1211203 h 2263842"/>
              <a:gd name="connsiteX32" fmla="*/ 1830487 w 1857234"/>
              <a:gd name="connsiteY32" fmla="*/ 1092670 h 2263842"/>
              <a:gd name="connsiteX33" fmla="*/ 1754287 w 1857234"/>
              <a:gd name="connsiteY33" fmla="*/ 1118070 h 2263842"/>
              <a:gd name="connsiteX34" fmla="*/ 1720420 w 1857234"/>
              <a:gd name="connsiteY34" fmla="*/ 1164636 h 2263842"/>
              <a:gd name="connsiteX35" fmla="*/ 1686553 w 1857234"/>
              <a:gd name="connsiteY35" fmla="*/ 1236603 h 2263842"/>
              <a:gd name="connsiteX36" fmla="*/ 1703487 w 1857234"/>
              <a:gd name="connsiteY36" fmla="*/ 830203 h 2263842"/>
              <a:gd name="connsiteX37" fmla="*/ 1669620 w 1857234"/>
              <a:gd name="connsiteY37" fmla="*/ 505083 h 2263842"/>
              <a:gd name="connsiteX38" fmla="*/ 1474887 w 1857234"/>
              <a:gd name="connsiteY38" fmla="*/ 186736 h 2263842"/>
              <a:gd name="connsiteX39" fmla="*/ 1264278 w 1857234"/>
              <a:gd name="connsiteY39" fmla="*/ 62925 h 2263842"/>
              <a:gd name="connsiteX40" fmla="*/ 907620 w 1857234"/>
              <a:gd name="connsiteY40" fmla="*/ 470 h 2263842"/>
              <a:gd name="connsiteX41" fmla="*/ 699128 w 1857234"/>
              <a:gd name="connsiteY41" fmla="*/ 38246 h 2263842"/>
              <a:gd name="connsiteX0" fmla="*/ 699128 w 1857234"/>
              <a:gd name="connsiteY0" fmla="*/ 38246 h 2263842"/>
              <a:gd name="connsiteX1" fmla="*/ 530853 w 1857234"/>
              <a:gd name="connsiteY1" fmla="*/ 109476 h 2263842"/>
              <a:gd name="connsiteX2" fmla="*/ 359403 w 1857234"/>
              <a:gd name="connsiteY2" fmla="*/ 226951 h 2263842"/>
              <a:gd name="connsiteX3" fmla="*/ 194303 w 1857234"/>
              <a:gd name="connsiteY3" fmla="*/ 500001 h 2263842"/>
              <a:gd name="connsiteX4" fmla="*/ 143503 w 1857234"/>
              <a:gd name="connsiteY4" fmla="*/ 690502 h 2263842"/>
              <a:gd name="connsiteX5" fmla="*/ 143503 w 1857234"/>
              <a:gd name="connsiteY5" fmla="*/ 1058801 h 2263842"/>
              <a:gd name="connsiteX6" fmla="*/ 144562 w 1857234"/>
              <a:gd name="connsiteY6" fmla="*/ 1196386 h 2263842"/>
              <a:gd name="connsiteX7" fmla="*/ 92704 w 1857234"/>
              <a:gd name="connsiteY7" fmla="*/ 1145586 h 2263842"/>
              <a:gd name="connsiteX8" fmla="*/ 13329 w 1857234"/>
              <a:gd name="connsiteY8" fmla="*/ 1150878 h 2263842"/>
              <a:gd name="connsiteX9" fmla="*/ 1687 w 1857234"/>
              <a:gd name="connsiteY9" fmla="*/ 1262003 h 2263842"/>
              <a:gd name="connsiteX10" fmla="*/ 31320 w 1857234"/>
              <a:gd name="connsiteY10" fmla="*/ 1405937 h 2263842"/>
              <a:gd name="connsiteX11" fmla="*/ 99053 w 1857234"/>
              <a:gd name="connsiteY11" fmla="*/ 1511770 h 2263842"/>
              <a:gd name="connsiteX12" fmla="*/ 149853 w 1857234"/>
              <a:gd name="connsiteY12" fmla="*/ 1609136 h 2263842"/>
              <a:gd name="connsiteX13" fmla="*/ 213353 w 1857234"/>
              <a:gd name="connsiteY13" fmla="*/ 1626070 h 2263842"/>
              <a:gd name="connsiteX14" fmla="*/ 221820 w 1857234"/>
              <a:gd name="connsiteY14" fmla="*/ 1566803 h 2263842"/>
              <a:gd name="connsiteX15" fmla="*/ 221820 w 1857234"/>
              <a:gd name="connsiteY15" fmla="*/ 1532936 h 2263842"/>
              <a:gd name="connsiteX16" fmla="*/ 301968 w 1857234"/>
              <a:gd name="connsiteY16" fmla="*/ 1803314 h 2263842"/>
              <a:gd name="connsiteX17" fmla="*/ 443372 w 1857234"/>
              <a:gd name="connsiteY17" fmla="*/ 1961314 h 2263842"/>
              <a:gd name="connsiteX18" fmla="*/ 647608 w 1857234"/>
              <a:gd name="connsiteY18" fmla="*/ 2138936 h 2263842"/>
              <a:gd name="connsiteX19" fmla="*/ 812665 w 1857234"/>
              <a:gd name="connsiteY19" fmla="*/ 2239951 h 2263842"/>
              <a:gd name="connsiteX20" fmla="*/ 1131834 w 1857234"/>
              <a:gd name="connsiteY20" fmla="*/ 2260402 h 2263842"/>
              <a:gd name="connsiteX21" fmla="*/ 1252319 w 1857234"/>
              <a:gd name="connsiteY21" fmla="*/ 2186134 h 2263842"/>
              <a:gd name="connsiteX22" fmla="*/ 1377459 w 1857234"/>
              <a:gd name="connsiteY22" fmla="*/ 2070198 h 2263842"/>
              <a:gd name="connsiteX23" fmla="*/ 1538954 w 1857234"/>
              <a:gd name="connsiteY23" fmla="*/ 1904583 h 2263842"/>
              <a:gd name="connsiteX24" fmla="*/ 1649165 w 1857234"/>
              <a:gd name="connsiteY24" fmla="*/ 1767412 h 2263842"/>
              <a:gd name="connsiteX25" fmla="*/ 1667781 w 1857234"/>
              <a:gd name="connsiteY25" fmla="*/ 1594101 h 2263842"/>
              <a:gd name="connsiteX26" fmla="*/ 1678087 w 1857234"/>
              <a:gd name="connsiteY26" fmla="*/ 1484588 h 2263842"/>
              <a:gd name="connsiteX27" fmla="*/ 1737353 w 1857234"/>
              <a:gd name="connsiteY27" fmla="*/ 1549870 h 2263842"/>
              <a:gd name="connsiteX28" fmla="*/ 1788153 w 1857234"/>
              <a:gd name="connsiteY28" fmla="*/ 1524470 h 2263842"/>
              <a:gd name="connsiteX29" fmla="*/ 1810167 w 1857234"/>
              <a:gd name="connsiteY29" fmla="*/ 1405936 h 2263842"/>
              <a:gd name="connsiteX30" fmla="*/ 1849113 w 1857234"/>
              <a:gd name="connsiteY30" fmla="*/ 1309416 h 2263842"/>
              <a:gd name="connsiteX31" fmla="*/ 1855887 w 1857234"/>
              <a:gd name="connsiteY31" fmla="*/ 1211203 h 2263842"/>
              <a:gd name="connsiteX32" fmla="*/ 1830487 w 1857234"/>
              <a:gd name="connsiteY32" fmla="*/ 1092670 h 2263842"/>
              <a:gd name="connsiteX33" fmla="*/ 1754287 w 1857234"/>
              <a:gd name="connsiteY33" fmla="*/ 1118070 h 2263842"/>
              <a:gd name="connsiteX34" fmla="*/ 1720420 w 1857234"/>
              <a:gd name="connsiteY34" fmla="*/ 1164636 h 2263842"/>
              <a:gd name="connsiteX35" fmla="*/ 1686553 w 1857234"/>
              <a:gd name="connsiteY35" fmla="*/ 1236603 h 2263842"/>
              <a:gd name="connsiteX36" fmla="*/ 1703487 w 1857234"/>
              <a:gd name="connsiteY36" fmla="*/ 830203 h 2263842"/>
              <a:gd name="connsiteX37" fmla="*/ 1669620 w 1857234"/>
              <a:gd name="connsiteY37" fmla="*/ 505083 h 2263842"/>
              <a:gd name="connsiteX38" fmla="*/ 1474887 w 1857234"/>
              <a:gd name="connsiteY38" fmla="*/ 186736 h 2263842"/>
              <a:gd name="connsiteX39" fmla="*/ 1264278 w 1857234"/>
              <a:gd name="connsiteY39" fmla="*/ 62925 h 2263842"/>
              <a:gd name="connsiteX40" fmla="*/ 907620 w 1857234"/>
              <a:gd name="connsiteY40" fmla="*/ 470 h 2263842"/>
              <a:gd name="connsiteX41" fmla="*/ 699128 w 1857234"/>
              <a:gd name="connsiteY41" fmla="*/ 38246 h 2263842"/>
              <a:gd name="connsiteX0" fmla="*/ 699128 w 1857234"/>
              <a:gd name="connsiteY0" fmla="*/ 38246 h 2261482"/>
              <a:gd name="connsiteX1" fmla="*/ 530853 w 1857234"/>
              <a:gd name="connsiteY1" fmla="*/ 109476 h 2261482"/>
              <a:gd name="connsiteX2" fmla="*/ 359403 w 1857234"/>
              <a:gd name="connsiteY2" fmla="*/ 226951 h 2261482"/>
              <a:gd name="connsiteX3" fmla="*/ 194303 w 1857234"/>
              <a:gd name="connsiteY3" fmla="*/ 500001 h 2261482"/>
              <a:gd name="connsiteX4" fmla="*/ 143503 w 1857234"/>
              <a:gd name="connsiteY4" fmla="*/ 690502 h 2261482"/>
              <a:gd name="connsiteX5" fmla="*/ 143503 w 1857234"/>
              <a:gd name="connsiteY5" fmla="*/ 1058801 h 2261482"/>
              <a:gd name="connsiteX6" fmla="*/ 144562 w 1857234"/>
              <a:gd name="connsiteY6" fmla="*/ 1196386 h 2261482"/>
              <a:gd name="connsiteX7" fmla="*/ 92704 w 1857234"/>
              <a:gd name="connsiteY7" fmla="*/ 1145586 h 2261482"/>
              <a:gd name="connsiteX8" fmla="*/ 13329 w 1857234"/>
              <a:gd name="connsiteY8" fmla="*/ 1150878 h 2261482"/>
              <a:gd name="connsiteX9" fmla="*/ 1687 w 1857234"/>
              <a:gd name="connsiteY9" fmla="*/ 1262003 h 2261482"/>
              <a:gd name="connsiteX10" fmla="*/ 31320 w 1857234"/>
              <a:gd name="connsiteY10" fmla="*/ 1405937 h 2261482"/>
              <a:gd name="connsiteX11" fmla="*/ 99053 w 1857234"/>
              <a:gd name="connsiteY11" fmla="*/ 1511770 h 2261482"/>
              <a:gd name="connsiteX12" fmla="*/ 149853 w 1857234"/>
              <a:gd name="connsiteY12" fmla="*/ 1609136 h 2261482"/>
              <a:gd name="connsiteX13" fmla="*/ 213353 w 1857234"/>
              <a:gd name="connsiteY13" fmla="*/ 1626070 h 2261482"/>
              <a:gd name="connsiteX14" fmla="*/ 221820 w 1857234"/>
              <a:gd name="connsiteY14" fmla="*/ 1566803 h 2261482"/>
              <a:gd name="connsiteX15" fmla="*/ 221820 w 1857234"/>
              <a:gd name="connsiteY15" fmla="*/ 1532936 h 2261482"/>
              <a:gd name="connsiteX16" fmla="*/ 301968 w 1857234"/>
              <a:gd name="connsiteY16" fmla="*/ 1803314 h 2261482"/>
              <a:gd name="connsiteX17" fmla="*/ 443372 w 1857234"/>
              <a:gd name="connsiteY17" fmla="*/ 1961314 h 2261482"/>
              <a:gd name="connsiteX18" fmla="*/ 647608 w 1857234"/>
              <a:gd name="connsiteY18" fmla="*/ 2138936 h 2261482"/>
              <a:gd name="connsiteX19" fmla="*/ 812665 w 1857234"/>
              <a:gd name="connsiteY19" fmla="*/ 2239951 h 2261482"/>
              <a:gd name="connsiteX20" fmla="*/ 1095287 w 1857234"/>
              <a:gd name="connsiteY20" fmla="*/ 2257597 h 2261482"/>
              <a:gd name="connsiteX21" fmla="*/ 1252319 w 1857234"/>
              <a:gd name="connsiteY21" fmla="*/ 2186134 h 2261482"/>
              <a:gd name="connsiteX22" fmla="*/ 1377459 w 1857234"/>
              <a:gd name="connsiteY22" fmla="*/ 2070198 h 2261482"/>
              <a:gd name="connsiteX23" fmla="*/ 1538954 w 1857234"/>
              <a:gd name="connsiteY23" fmla="*/ 1904583 h 2261482"/>
              <a:gd name="connsiteX24" fmla="*/ 1649165 w 1857234"/>
              <a:gd name="connsiteY24" fmla="*/ 1767412 h 2261482"/>
              <a:gd name="connsiteX25" fmla="*/ 1667781 w 1857234"/>
              <a:gd name="connsiteY25" fmla="*/ 1594101 h 2261482"/>
              <a:gd name="connsiteX26" fmla="*/ 1678087 w 1857234"/>
              <a:gd name="connsiteY26" fmla="*/ 1484588 h 2261482"/>
              <a:gd name="connsiteX27" fmla="*/ 1737353 w 1857234"/>
              <a:gd name="connsiteY27" fmla="*/ 1549870 h 2261482"/>
              <a:gd name="connsiteX28" fmla="*/ 1788153 w 1857234"/>
              <a:gd name="connsiteY28" fmla="*/ 1524470 h 2261482"/>
              <a:gd name="connsiteX29" fmla="*/ 1810167 w 1857234"/>
              <a:gd name="connsiteY29" fmla="*/ 1405936 h 2261482"/>
              <a:gd name="connsiteX30" fmla="*/ 1849113 w 1857234"/>
              <a:gd name="connsiteY30" fmla="*/ 1309416 h 2261482"/>
              <a:gd name="connsiteX31" fmla="*/ 1855887 w 1857234"/>
              <a:gd name="connsiteY31" fmla="*/ 1211203 h 2261482"/>
              <a:gd name="connsiteX32" fmla="*/ 1830487 w 1857234"/>
              <a:gd name="connsiteY32" fmla="*/ 1092670 h 2261482"/>
              <a:gd name="connsiteX33" fmla="*/ 1754287 w 1857234"/>
              <a:gd name="connsiteY33" fmla="*/ 1118070 h 2261482"/>
              <a:gd name="connsiteX34" fmla="*/ 1720420 w 1857234"/>
              <a:gd name="connsiteY34" fmla="*/ 1164636 h 2261482"/>
              <a:gd name="connsiteX35" fmla="*/ 1686553 w 1857234"/>
              <a:gd name="connsiteY35" fmla="*/ 1236603 h 2261482"/>
              <a:gd name="connsiteX36" fmla="*/ 1703487 w 1857234"/>
              <a:gd name="connsiteY36" fmla="*/ 830203 h 2261482"/>
              <a:gd name="connsiteX37" fmla="*/ 1669620 w 1857234"/>
              <a:gd name="connsiteY37" fmla="*/ 505083 h 2261482"/>
              <a:gd name="connsiteX38" fmla="*/ 1474887 w 1857234"/>
              <a:gd name="connsiteY38" fmla="*/ 186736 h 2261482"/>
              <a:gd name="connsiteX39" fmla="*/ 1264278 w 1857234"/>
              <a:gd name="connsiteY39" fmla="*/ 62925 h 2261482"/>
              <a:gd name="connsiteX40" fmla="*/ 907620 w 1857234"/>
              <a:gd name="connsiteY40" fmla="*/ 470 h 2261482"/>
              <a:gd name="connsiteX41" fmla="*/ 699128 w 1857234"/>
              <a:gd name="connsiteY41" fmla="*/ 38246 h 2261482"/>
              <a:gd name="connsiteX0" fmla="*/ 699128 w 1857234"/>
              <a:gd name="connsiteY0" fmla="*/ 38246 h 2262304"/>
              <a:gd name="connsiteX1" fmla="*/ 530853 w 1857234"/>
              <a:gd name="connsiteY1" fmla="*/ 109476 h 2262304"/>
              <a:gd name="connsiteX2" fmla="*/ 359403 w 1857234"/>
              <a:gd name="connsiteY2" fmla="*/ 226951 h 2262304"/>
              <a:gd name="connsiteX3" fmla="*/ 194303 w 1857234"/>
              <a:gd name="connsiteY3" fmla="*/ 500001 h 2262304"/>
              <a:gd name="connsiteX4" fmla="*/ 143503 w 1857234"/>
              <a:gd name="connsiteY4" fmla="*/ 690502 h 2262304"/>
              <a:gd name="connsiteX5" fmla="*/ 143503 w 1857234"/>
              <a:gd name="connsiteY5" fmla="*/ 1058801 h 2262304"/>
              <a:gd name="connsiteX6" fmla="*/ 144562 w 1857234"/>
              <a:gd name="connsiteY6" fmla="*/ 1196386 h 2262304"/>
              <a:gd name="connsiteX7" fmla="*/ 92704 w 1857234"/>
              <a:gd name="connsiteY7" fmla="*/ 1145586 h 2262304"/>
              <a:gd name="connsiteX8" fmla="*/ 13329 w 1857234"/>
              <a:gd name="connsiteY8" fmla="*/ 1150878 h 2262304"/>
              <a:gd name="connsiteX9" fmla="*/ 1687 w 1857234"/>
              <a:gd name="connsiteY9" fmla="*/ 1262003 h 2262304"/>
              <a:gd name="connsiteX10" fmla="*/ 31320 w 1857234"/>
              <a:gd name="connsiteY10" fmla="*/ 1405937 h 2262304"/>
              <a:gd name="connsiteX11" fmla="*/ 99053 w 1857234"/>
              <a:gd name="connsiteY11" fmla="*/ 1511770 h 2262304"/>
              <a:gd name="connsiteX12" fmla="*/ 149853 w 1857234"/>
              <a:gd name="connsiteY12" fmla="*/ 1609136 h 2262304"/>
              <a:gd name="connsiteX13" fmla="*/ 213353 w 1857234"/>
              <a:gd name="connsiteY13" fmla="*/ 1626070 h 2262304"/>
              <a:gd name="connsiteX14" fmla="*/ 221820 w 1857234"/>
              <a:gd name="connsiteY14" fmla="*/ 1566803 h 2262304"/>
              <a:gd name="connsiteX15" fmla="*/ 221820 w 1857234"/>
              <a:gd name="connsiteY15" fmla="*/ 1532936 h 2262304"/>
              <a:gd name="connsiteX16" fmla="*/ 301968 w 1857234"/>
              <a:gd name="connsiteY16" fmla="*/ 1803314 h 2262304"/>
              <a:gd name="connsiteX17" fmla="*/ 443372 w 1857234"/>
              <a:gd name="connsiteY17" fmla="*/ 1961314 h 2262304"/>
              <a:gd name="connsiteX18" fmla="*/ 647608 w 1857234"/>
              <a:gd name="connsiteY18" fmla="*/ 2138936 h 2262304"/>
              <a:gd name="connsiteX19" fmla="*/ 812665 w 1857234"/>
              <a:gd name="connsiteY19" fmla="*/ 2239951 h 2262304"/>
              <a:gd name="connsiteX20" fmla="*/ 1095287 w 1857234"/>
              <a:gd name="connsiteY20" fmla="*/ 2257597 h 2262304"/>
              <a:gd name="connsiteX21" fmla="*/ 1252319 w 1857234"/>
              <a:gd name="connsiteY21" fmla="*/ 2174916 h 2262304"/>
              <a:gd name="connsiteX22" fmla="*/ 1377459 w 1857234"/>
              <a:gd name="connsiteY22" fmla="*/ 2070198 h 2262304"/>
              <a:gd name="connsiteX23" fmla="*/ 1538954 w 1857234"/>
              <a:gd name="connsiteY23" fmla="*/ 1904583 h 2262304"/>
              <a:gd name="connsiteX24" fmla="*/ 1649165 w 1857234"/>
              <a:gd name="connsiteY24" fmla="*/ 1767412 h 2262304"/>
              <a:gd name="connsiteX25" fmla="*/ 1667781 w 1857234"/>
              <a:gd name="connsiteY25" fmla="*/ 1594101 h 2262304"/>
              <a:gd name="connsiteX26" fmla="*/ 1678087 w 1857234"/>
              <a:gd name="connsiteY26" fmla="*/ 1484588 h 2262304"/>
              <a:gd name="connsiteX27" fmla="*/ 1737353 w 1857234"/>
              <a:gd name="connsiteY27" fmla="*/ 1549870 h 2262304"/>
              <a:gd name="connsiteX28" fmla="*/ 1788153 w 1857234"/>
              <a:gd name="connsiteY28" fmla="*/ 1524470 h 2262304"/>
              <a:gd name="connsiteX29" fmla="*/ 1810167 w 1857234"/>
              <a:gd name="connsiteY29" fmla="*/ 1405936 h 2262304"/>
              <a:gd name="connsiteX30" fmla="*/ 1849113 w 1857234"/>
              <a:gd name="connsiteY30" fmla="*/ 1309416 h 2262304"/>
              <a:gd name="connsiteX31" fmla="*/ 1855887 w 1857234"/>
              <a:gd name="connsiteY31" fmla="*/ 1211203 h 2262304"/>
              <a:gd name="connsiteX32" fmla="*/ 1830487 w 1857234"/>
              <a:gd name="connsiteY32" fmla="*/ 1092670 h 2262304"/>
              <a:gd name="connsiteX33" fmla="*/ 1754287 w 1857234"/>
              <a:gd name="connsiteY33" fmla="*/ 1118070 h 2262304"/>
              <a:gd name="connsiteX34" fmla="*/ 1720420 w 1857234"/>
              <a:gd name="connsiteY34" fmla="*/ 1164636 h 2262304"/>
              <a:gd name="connsiteX35" fmla="*/ 1686553 w 1857234"/>
              <a:gd name="connsiteY35" fmla="*/ 1236603 h 2262304"/>
              <a:gd name="connsiteX36" fmla="*/ 1703487 w 1857234"/>
              <a:gd name="connsiteY36" fmla="*/ 830203 h 2262304"/>
              <a:gd name="connsiteX37" fmla="*/ 1669620 w 1857234"/>
              <a:gd name="connsiteY37" fmla="*/ 505083 h 2262304"/>
              <a:gd name="connsiteX38" fmla="*/ 1474887 w 1857234"/>
              <a:gd name="connsiteY38" fmla="*/ 186736 h 2262304"/>
              <a:gd name="connsiteX39" fmla="*/ 1264278 w 1857234"/>
              <a:gd name="connsiteY39" fmla="*/ 62925 h 2262304"/>
              <a:gd name="connsiteX40" fmla="*/ 907620 w 1857234"/>
              <a:gd name="connsiteY40" fmla="*/ 470 h 2262304"/>
              <a:gd name="connsiteX41" fmla="*/ 699128 w 1857234"/>
              <a:gd name="connsiteY41" fmla="*/ 38246 h 2262304"/>
              <a:gd name="connsiteX0" fmla="*/ 699128 w 1857234"/>
              <a:gd name="connsiteY0" fmla="*/ 38246 h 2249517"/>
              <a:gd name="connsiteX1" fmla="*/ 530853 w 1857234"/>
              <a:gd name="connsiteY1" fmla="*/ 109476 h 2249517"/>
              <a:gd name="connsiteX2" fmla="*/ 359403 w 1857234"/>
              <a:gd name="connsiteY2" fmla="*/ 226951 h 2249517"/>
              <a:gd name="connsiteX3" fmla="*/ 194303 w 1857234"/>
              <a:gd name="connsiteY3" fmla="*/ 500001 h 2249517"/>
              <a:gd name="connsiteX4" fmla="*/ 143503 w 1857234"/>
              <a:gd name="connsiteY4" fmla="*/ 690502 h 2249517"/>
              <a:gd name="connsiteX5" fmla="*/ 143503 w 1857234"/>
              <a:gd name="connsiteY5" fmla="*/ 1058801 h 2249517"/>
              <a:gd name="connsiteX6" fmla="*/ 144562 w 1857234"/>
              <a:gd name="connsiteY6" fmla="*/ 1196386 h 2249517"/>
              <a:gd name="connsiteX7" fmla="*/ 92704 w 1857234"/>
              <a:gd name="connsiteY7" fmla="*/ 1145586 h 2249517"/>
              <a:gd name="connsiteX8" fmla="*/ 13329 w 1857234"/>
              <a:gd name="connsiteY8" fmla="*/ 1150878 h 2249517"/>
              <a:gd name="connsiteX9" fmla="*/ 1687 w 1857234"/>
              <a:gd name="connsiteY9" fmla="*/ 1262003 h 2249517"/>
              <a:gd name="connsiteX10" fmla="*/ 31320 w 1857234"/>
              <a:gd name="connsiteY10" fmla="*/ 1405937 h 2249517"/>
              <a:gd name="connsiteX11" fmla="*/ 99053 w 1857234"/>
              <a:gd name="connsiteY11" fmla="*/ 1511770 h 2249517"/>
              <a:gd name="connsiteX12" fmla="*/ 149853 w 1857234"/>
              <a:gd name="connsiteY12" fmla="*/ 1609136 h 2249517"/>
              <a:gd name="connsiteX13" fmla="*/ 213353 w 1857234"/>
              <a:gd name="connsiteY13" fmla="*/ 1626070 h 2249517"/>
              <a:gd name="connsiteX14" fmla="*/ 221820 w 1857234"/>
              <a:gd name="connsiteY14" fmla="*/ 1566803 h 2249517"/>
              <a:gd name="connsiteX15" fmla="*/ 221820 w 1857234"/>
              <a:gd name="connsiteY15" fmla="*/ 1532936 h 2249517"/>
              <a:gd name="connsiteX16" fmla="*/ 301968 w 1857234"/>
              <a:gd name="connsiteY16" fmla="*/ 1803314 h 2249517"/>
              <a:gd name="connsiteX17" fmla="*/ 443372 w 1857234"/>
              <a:gd name="connsiteY17" fmla="*/ 1961314 h 2249517"/>
              <a:gd name="connsiteX18" fmla="*/ 647608 w 1857234"/>
              <a:gd name="connsiteY18" fmla="*/ 2138936 h 2249517"/>
              <a:gd name="connsiteX19" fmla="*/ 812665 w 1857234"/>
              <a:gd name="connsiteY19" fmla="*/ 2239951 h 2249517"/>
              <a:gd name="connsiteX20" fmla="*/ 1112155 w 1857234"/>
              <a:gd name="connsiteY20" fmla="*/ 2237965 h 2249517"/>
              <a:gd name="connsiteX21" fmla="*/ 1252319 w 1857234"/>
              <a:gd name="connsiteY21" fmla="*/ 2174916 h 2249517"/>
              <a:gd name="connsiteX22" fmla="*/ 1377459 w 1857234"/>
              <a:gd name="connsiteY22" fmla="*/ 2070198 h 2249517"/>
              <a:gd name="connsiteX23" fmla="*/ 1538954 w 1857234"/>
              <a:gd name="connsiteY23" fmla="*/ 1904583 h 2249517"/>
              <a:gd name="connsiteX24" fmla="*/ 1649165 w 1857234"/>
              <a:gd name="connsiteY24" fmla="*/ 1767412 h 2249517"/>
              <a:gd name="connsiteX25" fmla="*/ 1667781 w 1857234"/>
              <a:gd name="connsiteY25" fmla="*/ 1594101 h 2249517"/>
              <a:gd name="connsiteX26" fmla="*/ 1678087 w 1857234"/>
              <a:gd name="connsiteY26" fmla="*/ 1484588 h 2249517"/>
              <a:gd name="connsiteX27" fmla="*/ 1737353 w 1857234"/>
              <a:gd name="connsiteY27" fmla="*/ 1549870 h 2249517"/>
              <a:gd name="connsiteX28" fmla="*/ 1788153 w 1857234"/>
              <a:gd name="connsiteY28" fmla="*/ 1524470 h 2249517"/>
              <a:gd name="connsiteX29" fmla="*/ 1810167 w 1857234"/>
              <a:gd name="connsiteY29" fmla="*/ 1405936 h 2249517"/>
              <a:gd name="connsiteX30" fmla="*/ 1849113 w 1857234"/>
              <a:gd name="connsiteY30" fmla="*/ 1309416 h 2249517"/>
              <a:gd name="connsiteX31" fmla="*/ 1855887 w 1857234"/>
              <a:gd name="connsiteY31" fmla="*/ 1211203 h 2249517"/>
              <a:gd name="connsiteX32" fmla="*/ 1830487 w 1857234"/>
              <a:gd name="connsiteY32" fmla="*/ 1092670 h 2249517"/>
              <a:gd name="connsiteX33" fmla="*/ 1754287 w 1857234"/>
              <a:gd name="connsiteY33" fmla="*/ 1118070 h 2249517"/>
              <a:gd name="connsiteX34" fmla="*/ 1720420 w 1857234"/>
              <a:gd name="connsiteY34" fmla="*/ 1164636 h 2249517"/>
              <a:gd name="connsiteX35" fmla="*/ 1686553 w 1857234"/>
              <a:gd name="connsiteY35" fmla="*/ 1236603 h 2249517"/>
              <a:gd name="connsiteX36" fmla="*/ 1703487 w 1857234"/>
              <a:gd name="connsiteY36" fmla="*/ 830203 h 2249517"/>
              <a:gd name="connsiteX37" fmla="*/ 1669620 w 1857234"/>
              <a:gd name="connsiteY37" fmla="*/ 505083 h 2249517"/>
              <a:gd name="connsiteX38" fmla="*/ 1474887 w 1857234"/>
              <a:gd name="connsiteY38" fmla="*/ 186736 h 2249517"/>
              <a:gd name="connsiteX39" fmla="*/ 1264278 w 1857234"/>
              <a:gd name="connsiteY39" fmla="*/ 62925 h 2249517"/>
              <a:gd name="connsiteX40" fmla="*/ 907620 w 1857234"/>
              <a:gd name="connsiteY40" fmla="*/ 470 h 2249517"/>
              <a:gd name="connsiteX41" fmla="*/ 699128 w 1857234"/>
              <a:gd name="connsiteY41" fmla="*/ 38246 h 2249517"/>
              <a:gd name="connsiteX0" fmla="*/ 699128 w 1857234"/>
              <a:gd name="connsiteY0" fmla="*/ 38246 h 2249517"/>
              <a:gd name="connsiteX1" fmla="*/ 530853 w 1857234"/>
              <a:gd name="connsiteY1" fmla="*/ 109476 h 2249517"/>
              <a:gd name="connsiteX2" fmla="*/ 359403 w 1857234"/>
              <a:gd name="connsiteY2" fmla="*/ 226951 h 2249517"/>
              <a:gd name="connsiteX3" fmla="*/ 194303 w 1857234"/>
              <a:gd name="connsiteY3" fmla="*/ 500001 h 2249517"/>
              <a:gd name="connsiteX4" fmla="*/ 143503 w 1857234"/>
              <a:gd name="connsiteY4" fmla="*/ 690502 h 2249517"/>
              <a:gd name="connsiteX5" fmla="*/ 143503 w 1857234"/>
              <a:gd name="connsiteY5" fmla="*/ 1058801 h 2249517"/>
              <a:gd name="connsiteX6" fmla="*/ 144562 w 1857234"/>
              <a:gd name="connsiteY6" fmla="*/ 1196386 h 2249517"/>
              <a:gd name="connsiteX7" fmla="*/ 92704 w 1857234"/>
              <a:gd name="connsiteY7" fmla="*/ 1145586 h 2249517"/>
              <a:gd name="connsiteX8" fmla="*/ 13329 w 1857234"/>
              <a:gd name="connsiteY8" fmla="*/ 1150878 h 2249517"/>
              <a:gd name="connsiteX9" fmla="*/ 1687 w 1857234"/>
              <a:gd name="connsiteY9" fmla="*/ 1262003 h 2249517"/>
              <a:gd name="connsiteX10" fmla="*/ 31320 w 1857234"/>
              <a:gd name="connsiteY10" fmla="*/ 1405937 h 2249517"/>
              <a:gd name="connsiteX11" fmla="*/ 99053 w 1857234"/>
              <a:gd name="connsiteY11" fmla="*/ 1511770 h 2249517"/>
              <a:gd name="connsiteX12" fmla="*/ 149853 w 1857234"/>
              <a:gd name="connsiteY12" fmla="*/ 1609136 h 2249517"/>
              <a:gd name="connsiteX13" fmla="*/ 213353 w 1857234"/>
              <a:gd name="connsiteY13" fmla="*/ 1626070 h 2249517"/>
              <a:gd name="connsiteX14" fmla="*/ 221820 w 1857234"/>
              <a:gd name="connsiteY14" fmla="*/ 1566803 h 2249517"/>
              <a:gd name="connsiteX15" fmla="*/ 221820 w 1857234"/>
              <a:gd name="connsiteY15" fmla="*/ 1532936 h 2249517"/>
              <a:gd name="connsiteX16" fmla="*/ 301968 w 1857234"/>
              <a:gd name="connsiteY16" fmla="*/ 1803314 h 2249517"/>
              <a:gd name="connsiteX17" fmla="*/ 443372 w 1857234"/>
              <a:gd name="connsiteY17" fmla="*/ 1961314 h 2249517"/>
              <a:gd name="connsiteX18" fmla="*/ 647608 w 1857234"/>
              <a:gd name="connsiteY18" fmla="*/ 2138936 h 2249517"/>
              <a:gd name="connsiteX19" fmla="*/ 812665 w 1857234"/>
              <a:gd name="connsiteY19" fmla="*/ 2239951 h 2249517"/>
              <a:gd name="connsiteX20" fmla="*/ 1112155 w 1857234"/>
              <a:gd name="connsiteY20" fmla="*/ 2237965 h 2249517"/>
              <a:gd name="connsiteX21" fmla="*/ 1252319 w 1857234"/>
              <a:gd name="connsiteY21" fmla="*/ 2174916 h 2249517"/>
              <a:gd name="connsiteX22" fmla="*/ 1377459 w 1857234"/>
              <a:gd name="connsiteY22" fmla="*/ 2070198 h 2249517"/>
              <a:gd name="connsiteX23" fmla="*/ 1538954 w 1857234"/>
              <a:gd name="connsiteY23" fmla="*/ 1904583 h 2249517"/>
              <a:gd name="connsiteX24" fmla="*/ 1649165 w 1857234"/>
              <a:gd name="connsiteY24" fmla="*/ 1767412 h 2249517"/>
              <a:gd name="connsiteX25" fmla="*/ 1667781 w 1857234"/>
              <a:gd name="connsiteY25" fmla="*/ 1594101 h 2249517"/>
              <a:gd name="connsiteX26" fmla="*/ 1678087 w 1857234"/>
              <a:gd name="connsiteY26" fmla="*/ 1484588 h 2249517"/>
              <a:gd name="connsiteX27" fmla="*/ 1737353 w 1857234"/>
              <a:gd name="connsiteY27" fmla="*/ 1549870 h 2249517"/>
              <a:gd name="connsiteX28" fmla="*/ 1788153 w 1857234"/>
              <a:gd name="connsiteY28" fmla="*/ 1524470 h 2249517"/>
              <a:gd name="connsiteX29" fmla="*/ 1810167 w 1857234"/>
              <a:gd name="connsiteY29" fmla="*/ 1405936 h 2249517"/>
              <a:gd name="connsiteX30" fmla="*/ 1849113 w 1857234"/>
              <a:gd name="connsiteY30" fmla="*/ 1309416 h 2249517"/>
              <a:gd name="connsiteX31" fmla="*/ 1855887 w 1857234"/>
              <a:gd name="connsiteY31" fmla="*/ 1211203 h 2249517"/>
              <a:gd name="connsiteX32" fmla="*/ 1830487 w 1857234"/>
              <a:gd name="connsiteY32" fmla="*/ 1092670 h 2249517"/>
              <a:gd name="connsiteX33" fmla="*/ 1754287 w 1857234"/>
              <a:gd name="connsiteY33" fmla="*/ 1118070 h 2249517"/>
              <a:gd name="connsiteX34" fmla="*/ 1720420 w 1857234"/>
              <a:gd name="connsiteY34" fmla="*/ 1164636 h 2249517"/>
              <a:gd name="connsiteX35" fmla="*/ 1686553 w 1857234"/>
              <a:gd name="connsiteY35" fmla="*/ 1236603 h 2249517"/>
              <a:gd name="connsiteX36" fmla="*/ 1703487 w 1857234"/>
              <a:gd name="connsiteY36" fmla="*/ 830203 h 2249517"/>
              <a:gd name="connsiteX37" fmla="*/ 1669620 w 1857234"/>
              <a:gd name="connsiteY37" fmla="*/ 505083 h 2249517"/>
              <a:gd name="connsiteX38" fmla="*/ 1474887 w 1857234"/>
              <a:gd name="connsiteY38" fmla="*/ 186736 h 2249517"/>
              <a:gd name="connsiteX39" fmla="*/ 1264278 w 1857234"/>
              <a:gd name="connsiteY39" fmla="*/ 62925 h 2249517"/>
              <a:gd name="connsiteX40" fmla="*/ 907620 w 1857234"/>
              <a:gd name="connsiteY40" fmla="*/ 470 h 2249517"/>
              <a:gd name="connsiteX41" fmla="*/ 699128 w 1857234"/>
              <a:gd name="connsiteY41" fmla="*/ 38246 h 2249517"/>
              <a:gd name="connsiteX0" fmla="*/ 699128 w 1857234"/>
              <a:gd name="connsiteY0" fmla="*/ 38246 h 2250445"/>
              <a:gd name="connsiteX1" fmla="*/ 530853 w 1857234"/>
              <a:gd name="connsiteY1" fmla="*/ 109476 h 2250445"/>
              <a:gd name="connsiteX2" fmla="*/ 359403 w 1857234"/>
              <a:gd name="connsiteY2" fmla="*/ 226951 h 2250445"/>
              <a:gd name="connsiteX3" fmla="*/ 194303 w 1857234"/>
              <a:gd name="connsiteY3" fmla="*/ 500001 h 2250445"/>
              <a:gd name="connsiteX4" fmla="*/ 143503 w 1857234"/>
              <a:gd name="connsiteY4" fmla="*/ 690502 h 2250445"/>
              <a:gd name="connsiteX5" fmla="*/ 143503 w 1857234"/>
              <a:gd name="connsiteY5" fmla="*/ 1058801 h 2250445"/>
              <a:gd name="connsiteX6" fmla="*/ 144562 w 1857234"/>
              <a:gd name="connsiteY6" fmla="*/ 1196386 h 2250445"/>
              <a:gd name="connsiteX7" fmla="*/ 92704 w 1857234"/>
              <a:gd name="connsiteY7" fmla="*/ 1145586 h 2250445"/>
              <a:gd name="connsiteX8" fmla="*/ 13329 w 1857234"/>
              <a:gd name="connsiteY8" fmla="*/ 1150878 h 2250445"/>
              <a:gd name="connsiteX9" fmla="*/ 1687 w 1857234"/>
              <a:gd name="connsiteY9" fmla="*/ 1262003 h 2250445"/>
              <a:gd name="connsiteX10" fmla="*/ 31320 w 1857234"/>
              <a:gd name="connsiteY10" fmla="*/ 1405937 h 2250445"/>
              <a:gd name="connsiteX11" fmla="*/ 99053 w 1857234"/>
              <a:gd name="connsiteY11" fmla="*/ 1511770 h 2250445"/>
              <a:gd name="connsiteX12" fmla="*/ 149853 w 1857234"/>
              <a:gd name="connsiteY12" fmla="*/ 1609136 h 2250445"/>
              <a:gd name="connsiteX13" fmla="*/ 213353 w 1857234"/>
              <a:gd name="connsiteY13" fmla="*/ 1626070 h 2250445"/>
              <a:gd name="connsiteX14" fmla="*/ 221820 w 1857234"/>
              <a:gd name="connsiteY14" fmla="*/ 1566803 h 2250445"/>
              <a:gd name="connsiteX15" fmla="*/ 221820 w 1857234"/>
              <a:gd name="connsiteY15" fmla="*/ 1532936 h 2250445"/>
              <a:gd name="connsiteX16" fmla="*/ 301968 w 1857234"/>
              <a:gd name="connsiteY16" fmla="*/ 1803314 h 2250445"/>
              <a:gd name="connsiteX17" fmla="*/ 443372 w 1857234"/>
              <a:gd name="connsiteY17" fmla="*/ 1961314 h 2250445"/>
              <a:gd name="connsiteX18" fmla="*/ 647608 w 1857234"/>
              <a:gd name="connsiteY18" fmla="*/ 2138936 h 2250445"/>
              <a:gd name="connsiteX19" fmla="*/ 812665 w 1857234"/>
              <a:gd name="connsiteY19" fmla="*/ 2239951 h 2250445"/>
              <a:gd name="connsiteX20" fmla="*/ 864941 w 1857234"/>
              <a:gd name="connsiteY20" fmla="*/ 2247060 h 2250445"/>
              <a:gd name="connsiteX21" fmla="*/ 1112155 w 1857234"/>
              <a:gd name="connsiteY21" fmla="*/ 2237965 h 2250445"/>
              <a:gd name="connsiteX22" fmla="*/ 1252319 w 1857234"/>
              <a:gd name="connsiteY22" fmla="*/ 2174916 h 2250445"/>
              <a:gd name="connsiteX23" fmla="*/ 1377459 w 1857234"/>
              <a:gd name="connsiteY23" fmla="*/ 2070198 h 2250445"/>
              <a:gd name="connsiteX24" fmla="*/ 1538954 w 1857234"/>
              <a:gd name="connsiteY24" fmla="*/ 1904583 h 2250445"/>
              <a:gd name="connsiteX25" fmla="*/ 1649165 w 1857234"/>
              <a:gd name="connsiteY25" fmla="*/ 1767412 h 2250445"/>
              <a:gd name="connsiteX26" fmla="*/ 1667781 w 1857234"/>
              <a:gd name="connsiteY26" fmla="*/ 1594101 h 2250445"/>
              <a:gd name="connsiteX27" fmla="*/ 1678087 w 1857234"/>
              <a:gd name="connsiteY27" fmla="*/ 1484588 h 2250445"/>
              <a:gd name="connsiteX28" fmla="*/ 1737353 w 1857234"/>
              <a:gd name="connsiteY28" fmla="*/ 1549870 h 2250445"/>
              <a:gd name="connsiteX29" fmla="*/ 1788153 w 1857234"/>
              <a:gd name="connsiteY29" fmla="*/ 1524470 h 2250445"/>
              <a:gd name="connsiteX30" fmla="*/ 1810167 w 1857234"/>
              <a:gd name="connsiteY30" fmla="*/ 1405936 h 2250445"/>
              <a:gd name="connsiteX31" fmla="*/ 1849113 w 1857234"/>
              <a:gd name="connsiteY31" fmla="*/ 1309416 h 2250445"/>
              <a:gd name="connsiteX32" fmla="*/ 1855887 w 1857234"/>
              <a:gd name="connsiteY32" fmla="*/ 1211203 h 2250445"/>
              <a:gd name="connsiteX33" fmla="*/ 1830487 w 1857234"/>
              <a:gd name="connsiteY33" fmla="*/ 1092670 h 2250445"/>
              <a:gd name="connsiteX34" fmla="*/ 1754287 w 1857234"/>
              <a:gd name="connsiteY34" fmla="*/ 1118070 h 2250445"/>
              <a:gd name="connsiteX35" fmla="*/ 1720420 w 1857234"/>
              <a:gd name="connsiteY35" fmla="*/ 1164636 h 2250445"/>
              <a:gd name="connsiteX36" fmla="*/ 1686553 w 1857234"/>
              <a:gd name="connsiteY36" fmla="*/ 1236603 h 2250445"/>
              <a:gd name="connsiteX37" fmla="*/ 1703487 w 1857234"/>
              <a:gd name="connsiteY37" fmla="*/ 830203 h 2250445"/>
              <a:gd name="connsiteX38" fmla="*/ 1669620 w 1857234"/>
              <a:gd name="connsiteY38" fmla="*/ 505083 h 2250445"/>
              <a:gd name="connsiteX39" fmla="*/ 1474887 w 1857234"/>
              <a:gd name="connsiteY39" fmla="*/ 186736 h 2250445"/>
              <a:gd name="connsiteX40" fmla="*/ 1264278 w 1857234"/>
              <a:gd name="connsiteY40" fmla="*/ 62925 h 2250445"/>
              <a:gd name="connsiteX41" fmla="*/ 907620 w 1857234"/>
              <a:gd name="connsiteY41" fmla="*/ 470 h 2250445"/>
              <a:gd name="connsiteX42" fmla="*/ 699128 w 1857234"/>
              <a:gd name="connsiteY42" fmla="*/ 38246 h 2250445"/>
              <a:gd name="connsiteX0" fmla="*/ 699128 w 1857234"/>
              <a:gd name="connsiteY0" fmla="*/ 38246 h 2253795"/>
              <a:gd name="connsiteX1" fmla="*/ 530853 w 1857234"/>
              <a:gd name="connsiteY1" fmla="*/ 109476 h 2253795"/>
              <a:gd name="connsiteX2" fmla="*/ 359403 w 1857234"/>
              <a:gd name="connsiteY2" fmla="*/ 226951 h 2253795"/>
              <a:gd name="connsiteX3" fmla="*/ 194303 w 1857234"/>
              <a:gd name="connsiteY3" fmla="*/ 500001 h 2253795"/>
              <a:gd name="connsiteX4" fmla="*/ 143503 w 1857234"/>
              <a:gd name="connsiteY4" fmla="*/ 690502 h 2253795"/>
              <a:gd name="connsiteX5" fmla="*/ 143503 w 1857234"/>
              <a:gd name="connsiteY5" fmla="*/ 1058801 h 2253795"/>
              <a:gd name="connsiteX6" fmla="*/ 144562 w 1857234"/>
              <a:gd name="connsiteY6" fmla="*/ 1196386 h 2253795"/>
              <a:gd name="connsiteX7" fmla="*/ 92704 w 1857234"/>
              <a:gd name="connsiteY7" fmla="*/ 1145586 h 2253795"/>
              <a:gd name="connsiteX8" fmla="*/ 13329 w 1857234"/>
              <a:gd name="connsiteY8" fmla="*/ 1150878 h 2253795"/>
              <a:gd name="connsiteX9" fmla="*/ 1687 w 1857234"/>
              <a:gd name="connsiteY9" fmla="*/ 1262003 h 2253795"/>
              <a:gd name="connsiteX10" fmla="*/ 31320 w 1857234"/>
              <a:gd name="connsiteY10" fmla="*/ 1405937 h 2253795"/>
              <a:gd name="connsiteX11" fmla="*/ 99053 w 1857234"/>
              <a:gd name="connsiteY11" fmla="*/ 1511770 h 2253795"/>
              <a:gd name="connsiteX12" fmla="*/ 149853 w 1857234"/>
              <a:gd name="connsiteY12" fmla="*/ 1609136 h 2253795"/>
              <a:gd name="connsiteX13" fmla="*/ 213353 w 1857234"/>
              <a:gd name="connsiteY13" fmla="*/ 1626070 h 2253795"/>
              <a:gd name="connsiteX14" fmla="*/ 221820 w 1857234"/>
              <a:gd name="connsiteY14" fmla="*/ 1566803 h 2253795"/>
              <a:gd name="connsiteX15" fmla="*/ 221820 w 1857234"/>
              <a:gd name="connsiteY15" fmla="*/ 1532936 h 2253795"/>
              <a:gd name="connsiteX16" fmla="*/ 301968 w 1857234"/>
              <a:gd name="connsiteY16" fmla="*/ 1803314 h 2253795"/>
              <a:gd name="connsiteX17" fmla="*/ 443372 w 1857234"/>
              <a:gd name="connsiteY17" fmla="*/ 1961314 h 2253795"/>
              <a:gd name="connsiteX18" fmla="*/ 647608 w 1857234"/>
              <a:gd name="connsiteY18" fmla="*/ 2138936 h 2253795"/>
              <a:gd name="connsiteX19" fmla="*/ 812665 w 1857234"/>
              <a:gd name="connsiteY19" fmla="*/ 2239951 h 2253795"/>
              <a:gd name="connsiteX20" fmla="*/ 890243 w 1857234"/>
              <a:gd name="connsiteY20" fmla="*/ 2252669 h 2253795"/>
              <a:gd name="connsiteX21" fmla="*/ 1112155 w 1857234"/>
              <a:gd name="connsiteY21" fmla="*/ 2237965 h 2253795"/>
              <a:gd name="connsiteX22" fmla="*/ 1252319 w 1857234"/>
              <a:gd name="connsiteY22" fmla="*/ 2174916 h 2253795"/>
              <a:gd name="connsiteX23" fmla="*/ 1377459 w 1857234"/>
              <a:gd name="connsiteY23" fmla="*/ 2070198 h 2253795"/>
              <a:gd name="connsiteX24" fmla="*/ 1538954 w 1857234"/>
              <a:gd name="connsiteY24" fmla="*/ 1904583 h 2253795"/>
              <a:gd name="connsiteX25" fmla="*/ 1649165 w 1857234"/>
              <a:gd name="connsiteY25" fmla="*/ 1767412 h 2253795"/>
              <a:gd name="connsiteX26" fmla="*/ 1667781 w 1857234"/>
              <a:gd name="connsiteY26" fmla="*/ 1594101 h 2253795"/>
              <a:gd name="connsiteX27" fmla="*/ 1678087 w 1857234"/>
              <a:gd name="connsiteY27" fmla="*/ 1484588 h 2253795"/>
              <a:gd name="connsiteX28" fmla="*/ 1737353 w 1857234"/>
              <a:gd name="connsiteY28" fmla="*/ 1549870 h 2253795"/>
              <a:gd name="connsiteX29" fmla="*/ 1788153 w 1857234"/>
              <a:gd name="connsiteY29" fmla="*/ 1524470 h 2253795"/>
              <a:gd name="connsiteX30" fmla="*/ 1810167 w 1857234"/>
              <a:gd name="connsiteY30" fmla="*/ 1405936 h 2253795"/>
              <a:gd name="connsiteX31" fmla="*/ 1849113 w 1857234"/>
              <a:gd name="connsiteY31" fmla="*/ 1309416 h 2253795"/>
              <a:gd name="connsiteX32" fmla="*/ 1855887 w 1857234"/>
              <a:gd name="connsiteY32" fmla="*/ 1211203 h 2253795"/>
              <a:gd name="connsiteX33" fmla="*/ 1830487 w 1857234"/>
              <a:gd name="connsiteY33" fmla="*/ 1092670 h 2253795"/>
              <a:gd name="connsiteX34" fmla="*/ 1754287 w 1857234"/>
              <a:gd name="connsiteY34" fmla="*/ 1118070 h 2253795"/>
              <a:gd name="connsiteX35" fmla="*/ 1720420 w 1857234"/>
              <a:gd name="connsiteY35" fmla="*/ 1164636 h 2253795"/>
              <a:gd name="connsiteX36" fmla="*/ 1686553 w 1857234"/>
              <a:gd name="connsiteY36" fmla="*/ 1236603 h 2253795"/>
              <a:gd name="connsiteX37" fmla="*/ 1703487 w 1857234"/>
              <a:gd name="connsiteY37" fmla="*/ 830203 h 2253795"/>
              <a:gd name="connsiteX38" fmla="*/ 1669620 w 1857234"/>
              <a:gd name="connsiteY38" fmla="*/ 505083 h 2253795"/>
              <a:gd name="connsiteX39" fmla="*/ 1474887 w 1857234"/>
              <a:gd name="connsiteY39" fmla="*/ 186736 h 2253795"/>
              <a:gd name="connsiteX40" fmla="*/ 1264278 w 1857234"/>
              <a:gd name="connsiteY40" fmla="*/ 62925 h 2253795"/>
              <a:gd name="connsiteX41" fmla="*/ 907620 w 1857234"/>
              <a:gd name="connsiteY41" fmla="*/ 470 h 2253795"/>
              <a:gd name="connsiteX42" fmla="*/ 699128 w 1857234"/>
              <a:gd name="connsiteY42" fmla="*/ 38246 h 2253795"/>
              <a:gd name="connsiteX0" fmla="*/ 699128 w 1857234"/>
              <a:gd name="connsiteY0" fmla="*/ 38246 h 2261125"/>
              <a:gd name="connsiteX1" fmla="*/ 530853 w 1857234"/>
              <a:gd name="connsiteY1" fmla="*/ 109476 h 2261125"/>
              <a:gd name="connsiteX2" fmla="*/ 359403 w 1857234"/>
              <a:gd name="connsiteY2" fmla="*/ 226951 h 2261125"/>
              <a:gd name="connsiteX3" fmla="*/ 194303 w 1857234"/>
              <a:gd name="connsiteY3" fmla="*/ 500001 h 2261125"/>
              <a:gd name="connsiteX4" fmla="*/ 143503 w 1857234"/>
              <a:gd name="connsiteY4" fmla="*/ 690502 h 2261125"/>
              <a:gd name="connsiteX5" fmla="*/ 143503 w 1857234"/>
              <a:gd name="connsiteY5" fmla="*/ 1058801 h 2261125"/>
              <a:gd name="connsiteX6" fmla="*/ 144562 w 1857234"/>
              <a:gd name="connsiteY6" fmla="*/ 1196386 h 2261125"/>
              <a:gd name="connsiteX7" fmla="*/ 92704 w 1857234"/>
              <a:gd name="connsiteY7" fmla="*/ 1145586 h 2261125"/>
              <a:gd name="connsiteX8" fmla="*/ 13329 w 1857234"/>
              <a:gd name="connsiteY8" fmla="*/ 1150878 h 2261125"/>
              <a:gd name="connsiteX9" fmla="*/ 1687 w 1857234"/>
              <a:gd name="connsiteY9" fmla="*/ 1262003 h 2261125"/>
              <a:gd name="connsiteX10" fmla="*/ 31320 w 1857234"/>
              <a:gd name="connsiteY10" fmla="*/ 1405937 h 2261125"/>
              <a:gd name="connsiteX11" fmla="*/ 99053 w 1857234"/>
              <a:gd name="connsiteY11" fmla="*/ 1511770 h 2261125"/>
              <a:gd name="connsiteX12" fmla="*/ 149853 w 1857234"/>
              <a:gd name="connsiteY12" fmla="*/ 1609136 h 2261125"/>
              <a:gd name="connsiteX13" fmla="*/ 213353 w 1857234"/>
              <a:gd name="connsiteY13" fmla="*/ 1626070 h 2261125"/>
              <a:gd name="connsiteX14" fmla="*/ 221820 w 1857234"/>
              <a:gd name="connsiteY14" fmla="*/ 1566803 h 2261125"/>
              <a:gd name="connsiteX15" fmla="*/ 221820 w 1857234"/>
              <a:gd name="connsiteY15" fmla="*/ 1532936 h 2261125"/>
              <a:gd name="connsiteX16" fmla="*/ 301968 w 1857234"/>
              <a:gd name="connsiteY16" fmla="*/ 1803314 h 2261125"/>
              <a:gd name="connsiteX17" fmla="*/ 443372 w 1857234"/>
              <a:gd name="connsiteY17" fmla="*/ 1961314 h 2261125"/>
              <a:gd name="connsiteX18" fmla="*/ 647608 w 1857234"/>
              <a:gd name="connsiteY18" fmla="*/ 2138936 h 2261125"/>
              <a:gd name="connsiteX19" fmla="*/ 812665 w 1857234"/>
              <a:gd name="connsiteY19" fmla="*/ 2239951 h 2261125"/>
              <a:gd name="connsiteX20" fmla="*/ 960526 w 1857234"/>
              <a:gd name="connsiteY20" fmla="*/ 2261083 h 2261125"/>
              <a:gd name="connsiteX21" fmla="*/ 1112155 w 1857234"/>
              <a:gd name="connsiteY21" fmla="*/ 2237965 h 2261125"/>
              <a:gd name="connsiteX22" fmla="*/ 1252319 w 1857234"/>
              <a:gd name="connsiteY22" fmla="*/ 2174916 h 2261125"/>
              <a:gd name="connsiteX23" fmla="*/ 1377459 w 1857234"/>
              <a:gd name="connsiteY23" fmla="*/ 2070198 h 2261125"/>
              <a:gd name="connsiteX24" fmla="*/ 1538954 w 1857234"/>
              <a:gd name="connsiteY24" fmla="*/ 1904583 h 2261125"/>
              <a:gd name="connsiteX25" fmla="*/ 1649165 w 1857234"/>
              <a:gd name="connsiteY25" fmla="*/ 1767412 h 2261125"/>
              <a:gd name="connsiteX26" fmla="*/ 1667781 w 1857234"/>
              <a:gd name="connsiteY26" fmla="*/ 1594101 h 2261125"/>
              <a:gd name="connsiteX27" fmla="*/ 1678087 w 1857234"/>
              <a:gd name="connsiteY27" fmla="*/ 1484588 h 2261125"/>
              <a:gd name="connsiteX28" fmla="*/ 1737353 w 1857234"/>
              <a:gd name="connsiteY28" fmla="*/ 1549870 h 2261125"/>
              <a:gd name="connsiteX29" fmla="*/ 1788153 w 1857234"/>
              <a:gd name="connsiteY29" fmla="*/ 1524470 h 2261125"/>
              <a:gd name="connsiteX30" fmla="*/ 1810167 w 1857234"/>
              <a:gd name="connsiteY30" fmla="*/ 1405936 h 2261125"/>
              <a:gd name="connsiteX31" fmla="*/ 1849113 w 1857234"/>
              <a:gd name="connsiteY31" fmla="*/ 1309416 h 2261125"/>
              <a:gd name="connsiteX32" fmla="*/ 1855887 w 1857234"/>
              <a:gd name="connsiteY32" fmla="*/ 1211203 h 2261125"/>
              <a:gd name="connsiteX33" fmla="*/ 1830487 w 1857234"/>
              <a:gd name="connsiteY33" fmla="*/ 1092670 h 2261125"/>
              <a:gd name="connsiteX34" fmla="*/ 1754287 w 1857234"/>
              <a:gd name="connsiteY34" fmla="*/ 1118070 h 2261125"/>
              <a:gd name="connsiteX35" fmla="*/ 1720420 w 1857234"/>
              <a:gd name="connsiteY35" fmla="*/ 1164636 h 2261125"/>
              <a:gd name="connsiteX36" fmla="*/ 1686553 w 1857234"/>
              <a:gd name="connsiteY36" fmla="*/ 1236603 h 2261125"/>
              <a:gd name="connsiteX37" fmla="*/ 1703487 w 1857234"/>
              <a:gd name="connsiteY37" fmla="*/ 830203 h 2261125"/>
              <a:gd name="connsiteX38" fmla="*/ 1669620 w 1857234"/>
              <a:gd name="connsiteY38" fmla="*/ 505083 h 2261125"/>
              <a:gd name="connsiteX39" fmla="*/ 1474887 w 1857234"/>
              <a:gd name="connsiteY39" fmla="*/ 186736 h 2261125"/>
              <a:gd name="connsiteX40" fmla="*/ 1264278 w 1857234"/>
              <a:gd name="connsiteY40" fmla="*/ 62925 h 2261125"/>
              <a:gd name="connsiteX41" fmla="*/ 907620 w 1857234"/>
              <a:gd name="connsiteY41" fmla="*/ 470 h 2261125"/>
              <a:gd name="connsiteX42" fmla="*/ 699128 w 1857234"/>
              <a:gd name="connsiteY42" fmla="*/ 38246 h 2261125"/>
              <a:gd name="connsiteX0" fmla="*/ 699128 w 1857234"/>
              <a:gd name="connsiteY0" fmla="*/ 38246 h 2261125"/>
              <a:gd name="connsiteX1" fmla="*/ 530853 w 1857234"/>
              <a:gd name="connsiteY1" fmla="*/ 109476 h 2261125"/>
              <a:gd name="connsiteX2" fmla="*/ 359403 w 1857234"/>
              <a:gd name="connsiteY2" fmla="*/ 226951 h 2261125"/>
              <a:gd name="connsiteX3" fmla="*/ 194303 w 1857234"/>
              <a:gd name="connsiteY3" fmla="*/ 500001 h 2261125"/>
              <a:gd name="connsiteX4" fmla="*/ 143503 w 1857234"/>
              <a:gd name="connsiteY4" fmla="*/ 690502 h 2261125"/>
              <a:gd name="connsiteX5" fmla="*/ 143503 w 1857234"/>
              <a:gd name="connsiteY5" fmla="*/ 1058801 h 2261125"/>
              <a:gd name="connsiteX6" fmla="*/ 144562 w 1857234"/>
              <a:gd name="connsiteY6" fmla="*/ 1196386 h 2261125"/>
              <a:gd name="connsiteX7" fmla="*/ 92704 w 1857234"/>
              <a:gd name="connsiteY7" fmla="*/ 1145586 h 2261125"/>
              <a:gd name="connsiteX8" fmla="*/ 13329 w 1857234"/>
              <a:gd name="connsiteY8" fmla="*/ 1150878 h 2261125"/>
              <a:gd name="connsiteX9" fmla="*/ 1687 w 1857234"/>
              <a:gd name="connsiteY9" fmla="*/ 1262003 h 2261125"/>
              <a:gd name="connsiteX10" fmla="*/ 31320 w 1857234"/>
              <a:gd name="connsiteY10" fmla="*/ 1405937 h 2261125"/>
              <a:gd name="connsiteX11" fmla="*/ 99053 w 1857234"/>
              <a:gd name="connsiteY11" fmla="*/ 1511770 h 2261125"/>
              <a:gd name="connsiteX12" fmla="*/ 149853 w 1857234"/>
              <a:gd name="connsiteY12" fmla="*/ 1609136 h 2261125"/>
              <a:gd name="connsiteX13" fmla="*/ 213353 w 1857234"/>
              <a:gd name="connsiteY13" fmla="*/ 1626070 h 2261125"/>
              <a:gd name="connsiteX14" fmla="*/ 221820 w 1857234"/>
              <a:gd name="connsiteY14" fmla="*/ 1566803 h 2261125"/>
              <a:gd name="connsiteX15" fmla="*/ 221820 w 1857234"/>
              <a:gd name="connsiteY15" fmla="*/ 1532936 h 2261125"/>
              <a:gd name="connsiteX16" fmla="*/ 301968 w 1857234"/>
              <a:gd name="connsiteY16" fmla="*/ 1803314 h 2261125"/>
              <a:gd name="connsiteX17" fmla="*/ 443372 w 1857234"/>
              <a:gd name="connsiteY17" fmla="*/ 1961314 h 2261125"/>
              <a:gd name="connsiteX18" fmla="*/ 647608 w 1857234"/>
              <a:gd name="connsiteY18" fmla="*/ 2138936 h 2261125"/>
              <a:gd name="connsiteX19" fmla="*/ 812665 w 1857234"/>
              <a:gd name="connsiteY19" fmla="*/ 2239951 h 2261125"/>
              <a:gd name="connsiteX20" fmla="*/ 960526 w 1857234"/>
              <a:gd name="connsiteY20" fmla="*/ 2261083 h 2261125"/>
              <a:gd name="connsiteX21" fmla="*/ 1112155 w 1857234"/>
              <a:gd name="connsiteY21" fmla="*/ 2237965 h 2261125"/>
              <a:gd name="connsiteX22" fmla="*/ 1252319 w 1857234"/>
              <a:gd name="connsiteY22" fmla="*/ 2174916 h 2261125"/>
              <a:gd name="connsiteX23" fmla="*/ 1377459 w 1857234"/>
              <a:gd name="connsiteY23" fmla="*/ 2070198 h 2261125"/>
              <a:gd name="connsiteX24" fmla="*/ 1538954 w 1857234"/>
              <a:gd name="connsiteY24" fmla="*/ 1904583 h 2261125"/>
              <a:gd name="connsiteX25" fmla="*/ 1649165 w 1857234"/>
              <a:gd name="connsiteY25" fmla="*/ 1767412 h 2261125"/>
              <a:gd name="connsiteX26" fmla="*/ 1667781 w 1857234"/>
              <a:gd name="connsiteY26" fmla="*/ 1594101 h 2261125"/>
              <a:gd name="connsiteX27" fmla="*/ 1678087 w 1857234"/>
              <a:gd name="connsiteY27" fmla="*/ 1484588 h 2261125"/>
              <a:gd name="connsiteX28" fmla="*/ 1737353 w 1857234"/>
              <a:gd name="connsiteY28" fmla="*/ 1549870 h 2261125"/>
              <a:gd name="connsiteX29" fmla="*/ 1788153 w 1857234"/>
              <a:gd name="connsiteY29" fmla="*/ 1524470 h 2261125"/>
              <a:gd name="connsiteX30" fmla="*/ 1810167 w 1857234"/>
              <a:gd name="connsiteY30" fmla="*/ 1405936 h 2261125"/>
              <a:gd name="connsiteX31" fmla="*/ 1849113 w 1857234"/>
              <a:gd name="connsiteY31" fmla="*/ 1309416 h 2261125"/>
              <a:gd name="connsiteX32" fmla="*/ 1855887 w 1857234"/>
              <a:gd name="connsiteY32" fmla="*/ 1211203 h 2261125"/>
              <a:gd name="connsiteX33" fmla="*/ 1830487 w 1857234"/>
              <a:gd name="connsiteY33" fmla="*/ 1092670 h 2261125"/>
              <a:gd name="connsiteX34" fmla="*/ 1754287 w 1857234"/>
              <a:gd name="connsiteY34" fmla="*/ 1118070 h 2261125"/>
              <a:gd name="connsiteX35" fmla="*/ 1720420 w 1857234"/>
              <a:gd name="connsiteY35" fmla="*/ 1164636 h 2261125"/>
              <a:gd name="connsiteX36" fmla="*/ 1686553 w 1857234"/>
              <a:gd name="connsiteY36" fmla="*/ 1236603 h 2261125"/>
              <a:gd name="connsiteX37" fmla="*/ 1703487 w 1857234"/>
              <a:gd name="connsiteY37" fmla="*/ 830203 h 2261125"/>
              <a:gd name="connsiteX38" fmla="*/ 1669620 w 1857234"/>
              <a:gd name="connsiteY38" fmla="*/ 505083 h 2261125"/>
              <a:gd name="connsiteX39" fmla="*/ 1474887 w 1857234"/>
              <a:gd name="connsiteY39" fmla="*/ 186736 h 2261125"/>
              <a:gd name="connsiteX40" fmla="*/ 1264278 w 1857234"/>
              <a:gd name="connsiteY40" fmla="*/ 62925 h 2261125"/>
              <a:gd name="connsiteX41" fmla="*/ 907620 w 1857234"/>
              <a:gd name="connsiteY41" fmla="*/ 470 h 2261125"/>
              <a:gd name="connsiteX42" fmla="*/ 699128 w 1857234"/>
              <a:gd name="connsiteY42" fmla="*/ 38246 h 2261125"/>
              <a:gd name="connsiteX0" fmla="*/ 699128 w 1857234"/>
              <a:gd name="connsiteY0" fmla="*/ 38246 h 2261125"/>
              <a:gd name="connsiteX1" fmla="*/ 530853 w 1857234"/>
              <a:gd name="connsiteY1" fmla="*/ 109476 h 2261125"/>
              <a:gd name="connsiteX2" fmla="*/ 359403 w 1857234"/>
              <a:gd name="connsiteY2" fmla="*/ 226951 h 2261125"/>
              <a:gd name="connsiteX3" fmla="*/ 194303 w 1857234"/>
              <a:gd name="connsiteY3" fmla="*/ 500001 h 2261125"/>
              <a:gd name="connsiteX4" fmla="*/ 143503 w 1857234"/>
              <a:gd name="connsiteY4" fmla="*/ 690502 h 2261125"/>
              <a:gd name="connsiteX5" fmla="*/ 143503 w 1857234"/>
              <a:gd name="connsiteY5" fmla="*/ 1058801 h 2261125"/>
              <a:gd name="connsiteX6" fmla="*/ 144562 w 1857234"/>
              <a:gd name="connsiteY6" fmla="*/ 1196386 h 2261125"/>
              <a:gd name="connsiteX7" fmla="*/ 92704 w 1857234"/>
              <a:gd name="connsiteY7" fmla="*/ 1145586 h 2261125"/>
              <a:gd name="connsiteX8" fmla="*/ 13329 w 1857234"/>
              <a:gd name="connsiteY8" fmla="*/ 1150878 h 2261125"/>
              <a:gd name="connsiteX9" fmla="*/ 1687 w 1857234"/>
              <a:gd name="connsiteY9" fmla="*/ 1262003 h 2261125"/>
              <a:gd name="connsiteX10" fmla="*/ 31320 w 1857234"/>
              <a:gd name="connsiteY10" fmla="*/ 1405937 h 2261125"/>
              <a:gd name="connsiteX11" fmla="*/ 99053 w 1857234"/>
              <a:gd name="connsiteY11" fmla="*/ 1511770 h 2261125"/>
              <a:gd name="connsiteX12" fmla="*/ 149853 w 1857234"/>
              <a:gd name="connsiteY12" fmla="*/ 1609136 h 2261125"/>
              <a:gd name="connsiteX13" fmla="*/ 213353 w 1857234"/>
              <a:gd name="connsiteY13" fmla="*/ 1626070 h 2261125"/>
              <a:gd name="connsiteX14" fmla="*/ 221820 w 1857234"/>
              <a:gd name="connsiteY14" fmla="*/ 1566803 h 2261125"/>
              <a:gd name="connsiteX15" fmla="*/ 221820 w 1857234"/>
              <a:gd name="connsiteY15" fmla="*/ 1532936 h 2261125"/>
              <a:gd name="connsiteX16" fmla="*/ 301968 w 1857234"/>
              <a:gd name="connsiteY16" fmla="*/ 1803314 h 2261125"/>
              <a:gd name="connsiteX17" fmla="*/ 443372 w 1857234"/>
              <a:gd name="connsiteY17" fmla="*/ 1961314 h 2261125"/>
              <a:gd name="connsiteX18" fmla="*/ 647608 w 1857234"/>
              <a:gd name="connsiteY18" fmla="*/ 2138936 h 2261125"/>
              <a:gd name="connsiteX19" fmla="*/ 812665 w 1857234"/>
              <a:gd name="connsiteY19" fmla="*/ 2239951 h 2261125"/>
              <a:gd name="connsiteX20" fmla="*/ 960526 w 1857234"/>
              <a:gd name="connsiteY20" fmla="*/ 2261083 h 2261125"/>
              <a:gd name="connsiteX21" fmla="*/ 1123400 w 1857234"/>
              <a:gd name="connsiteY21" fmla="*/ 2246379 h 2261125"/>
              <a:gd name="connsiteX22" fmla="*/ 1252319 w 1857234"/>
              <a:gd name="connsiteY22" fmla="*/ 2174916 h 2261125"/>
              <a:gd name="connsiteX23" fmla="*/ 1377459 w 1857234"/>
              <a:gd name="connsiteY23" fmla="*/ 2070198 h 2261125"/>
              <a:gd name="connsiteX24" fmla="*/ 1538954 w 1857234"/>
              <a:gd name="connsiteY24" fmla="*/ 1904583 h 2261125"/>
              <a:gd name="connsiteX25" fmla="*/ 1649165 w 1857234"/>
              <a:gd name="connsiteY25" fmla="*/ 1767412 h 2261125"/>
              <a:gd name="connsiteX26" fmla="*/ 1667781 w 1857234"/>
              <a:gd name="connsiteY26" fmla="*/ 1594101 h 2261125"/>
              <a:gd name="connsiteX27" fmla="*/ 1678087 w 1857234"/>
              <a:gd name="connsiteY27" fmla="*/ 1484588 h 2261125"/>
              <a:gd name="connsiteX28" fmla="*/ 1737353 w 1857234"/>
              <a:gd name="connsiteY28" fmla="*/ 1549870 h 2261125"/>
              <a:gd name="connsiteX29" fmla="*/ 1788153 w 1857234"/>
              <a:gd name="connsiteY29" fmla="*/ 1524470 h 2261125"/>
              <a:gd name="connsiteX30" fmla="*/ 1810167 w 1857234"/>
              <a:gd name="connsiteY30" fmla="*/ 1405936 h 2261125"/>
              <a:gd name="connsiteX31" fmla="*/ 1849113 w 1857234"/>
              <a:gd name="connsiteY31" fmla="*/ 1309416 h 2261125"/>
              <a:gd name="connsiteX32" fmla="*/ 1855887 w 1857234"/>
              <a:gd name="connsiteY32" fmla="*/ 1211203 h 2261125"/>
              <a:gd name="connsiteX33" fmla="*/ 1830487 w 1857234"/>
              <a:gd name="connsiteY33" fmla="*/ 1092670 h 2261125"/>
              <a:gd name="connsiteX34" fmla="*/ 1754287 w 1857234"/>
              <a:gd name="connsiteY34" fmla="*/ 1118070 h 2261125"/>
              <a:gd name="connsiteX35" fmla="*/ 1720420 w 1857234"/>
              <a:gd name="connsiteY35" fmla="*/ 1164636 h 2261125"/>
              <a:gd name="connsiteX36" fmla="*/ 1686553 w 1857234"/>
              <a:gd name="connsiteY36" fmla="*/ 1236603 h 2261125"/>
              <a:gd name="connsiteX37" fmla="*/ 1703487 w 1857234"/>
              <a:gd name="connsiteY37" fmla="*/ 830203 h 2261125"/>
              <a:gd name="connsiteX38" fmla="*/ 1669620 w 1857234"/>
              <a:gd name="connsiteY38" fmla="*/ 505083 h 2261125"/>
              <a:gd name="connsiteX39" fmla="*/ 1474887 w 1857234"/>
              <a:gd name="connsiteY39" fmla="*/ 186736 h 2261125"/>
              <a:gd name="connsiteX40" fmla="*/ 1264278 w 1857234"/>
              <a:gd name="connsiteY40" fmla="*/ 62925 h 2261125"/>
              <a:gd name="connsiteX41" fmla="*/ 907620 w 1857234"/>
              <a:gd name="connsiteY41" fmla="*/ 470 h 2261125"/>
              <a:gd name="connsiteX42" fmla="*/ 699128 w 1857234"/>
              <a:gd name="connsiteY42" fmla="*/ 38246 h 2261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857234" h="2261125">
                <a:moveTo>
                  <a:pt x="699128" y="38246"/>
                </a:moveTo>
                <a:cubicBezTo>
                  <a:pt x="636334" y="56414"/>
                  <a:pt x="587474" y="78025"/>
                  <a:pt x="530853" y="109476"/>
                </a:cubicBezTo>
                <a:cubicBezTo>
                  <a:pt x="474232" y="140927"/>
                  <a:pt x="415495" y="161864"/>
                  <a:pt x="359403" y="226951"/>
                </a:cubicBezTo>
                <a:cubicBezTo>
                  <a:pt x="303311" y="292038"/>
                  <a:pt x="230286" y="422743"/>
                  <a:pt x="194303" y="500001"/>
                </a:cubicBezTo>
                <a:cubicBezTo>
                  <a:pt x="158320" y="577259"/>
                  <a:pt x="137506" y="617653"/>
                  <a:pt x="143503" y="690502"/>
                </a:cubicBezTo>
                <a:cubicBezTo>
                  <a:pt x="149500" y="763351"/>
                  <a:pt x="143327" y="974487"/>
                  <a:pt x="143503" y="1058801"/>
                </a:cubicBezTo>
                <a:cubicBezTo>
                  <a:pt x="143679" y="1143115"/>
                  <a:pt x="153028" y="1181922"/>
                  <a:pt x="144562" y="1196386"/>
                </a:cubicBezTo>
                <a:cubicBezTo>
                  <a:pt x="136096" y="1210850"/>
                  <a:pt x="114576" y="1153171"/>
                  <a:pt x="92704" y="1145586"/>
                </a:cubicBezTo>
                <a:cubicBezTo>
                  <a:pt x="70832" y="1138001"/>
                  <a:pt x="28498" y="1131475"/>
                  <a:pt x="13329" y="1150878"/>
                </a:cubicBezTo>
                <a:cubicBezTo>
                  <a:pt x="-1840" y="1170281"/>
                  <a:pt x="-1311" y="1219493"/>
                  <a:pt x="1687" y="1262003"/>
                </a:cubicBezTo>
                <a:cubicBezTo>
                  <a:pt x="4685" y="1304513"/>
                  <a:pt x="15092" y="1364309"/>
                  <a:pt x="31320" y="1405937"/>
                </a:cubicBezTo>
                <a:cubicBezTo>
                  <a:pt x="47548" y="1447565"/>
                  <a:pt x="79298" y="1477904"/>
                  <a:pt x="99053" y="1511770"/>
                </a:cubicBezTo>
                <a:cubicBezTo>
                  <a:pt x="118808" y="1545636"/>
                  <a:pt x="130803" y="1590086"/>
                  <a:pt x="149853" y="1609136"/>
                </a:cubicBezTo>
                <a:cubicBezTo>
                  <a:pt x="168903" y="1628186"/>
                  <a:pt x="201359" y="1633125"/>
                  <a:pt x="213353" y="1626070"/>
                </a:cubicBezTo>
                <a:cubicBezTo>
                  <a:pt x="225347" y="1619015"/>
                  <a:pt x="221820" y="1566803"/>
                  <a:pt x="221820" y="1566803"/>
                </a:cubicBezTo>
                <a:cubicBezTo>
                  <a:pt x="223231" y="1551281"/>
                  <a:pt x="208462" y="1493518"/>
                  <a:pt x="221820" y="1532936"/>
                </a:cubicBezTo>
                <a:cubicBezTo>
                  <a:pt x="235178" y="1572355"/>
                  <a:pt x="265043" y="1731918"/>
                  <a:pt x="301968" y="1803314"/>
                </a:cubicBezTo>
                <a:cubicBezTo>
                  <a:pt x="338893" y="1874710"/>
                  <a:pt x="385765" y="1905377"/>
                  <a:pt x="443372" y="1961314"/>
                </a:cubicBezTo>
                <a:cubicBezTo>
                  <a:pt x="500979" y="2017251"/>
                  <a:pt x="585350" y="2096365"/>
                  <a:pt x="647608" y="2138936"/>
                </a:cubicBezTo>
                <a:cubicBezTo>
                  <a:pt x="709866" y="2181507"/>
                  <a:pt x="760512" y="2219593"/>
                  <a:pt x="812665" y="2239951"/>
                </a:cubicBezTo>
                <a:cubicBezTo>
                  <a:pt x="864818" y="2260309"/>
                  <a:pt x="910611" y="2261414"/>
                  <a:pt x="960526" y="2261083"/>
                </a:cubicBezTo>
                <a:cubicBezTo>
                  <a:pt x="1044177" y="2257948"/>
                  <a:pt x="1074768" y="2260740"/>
                  <a:pt x="1123400" y="2246379"/>
                </a:cubicBezTo>
                <a:cubicBezTo>
                  <a:pt x="1172032" y="2232018"/>
                  <a:pt x="1215809" y="2200073"/>
                  <a:pt x="1252319" y="2174916"/>
                </a:cubicBezTo>
                <a:cubicBezTo>
                  <a:pt x="1288829" y="2149759"/>
                  <a:pt x="1313578" y="2126101"/>
                  <a:pt x="1377459" y="2070198"/>
                </a:cubicBezTo>
                <a:cubicBezTo>
                  <a:pt x="1441340" y="2014295"/>
                  <a:pt x="1493670" y="1955047"/>
                  <a:pt x="1538954" y="1904583"/>
                </a:cubicBezTo>
                <a:cubicBezTo>
                  <a:pt x="1584238" y="1854119"/>
                  <a:pt x="1629409" y="1822163"/>
                  <a:pt x="1649165" y="1767412"/>
                </a:cubicBezTo>
                <a:cubicBezTo>
                  <a:pt x="1668921" y="1712661"/>
                  <a:pt x="1662961" y="1641238"/>
                  <a:pt x="1667781" y="1594101"/>
                </a:cubicBezTo>
                <a:cubicBezTo>
                  <a:pt x="1672601" y="1546964"/>
                  <a:pt x="1666492" y="1491960"/>
                  <a:pt x="1678087" y="1484588"/>
                </a:cubicBezTo>
                <a:cubicBezTo>
                  <a:pt x="1689682" y="1477216"/>
                  <a:pt x="1719009" y="1543223"/>
                  <a:pt x="1737353" y="1549870"/>
                </a:cubicBezTo>
                <a:cubicBezTo>
                  <a:pt x="1755697" y="1556517"/>
                  <a:pt x="1776017" y="1548459"/>
                  <a:pt x="1788153" y="1524470"/>
                </a:cubicBezTo>
                <a:cubicBezTo>
                  <a:pt x="1800289" y="1500481"/>
                  <a:pt x="1800007" y="1441778"/>
                  <a:pt x="1810167" y="1405936"/>
                </a:cubicBezTo>
                <a:cubicBezTo>
                  <a:pt x="1820327" y="1370094"/>
                  <a:pt x="1841493" y="1341871"/>
                  <a:pt x="1849113" y="1309416"/>
                </a:cubicBezTo>
                <a:cubicBezTo>
                  <a:pt x="1856733" y="1276961"/>
                  <a:pt x="1858991" y="1247327"/>
                  <a:pt x="1855887" y="1211203"/>
                </a:cubicBezTo>
                <a:cubicBezTo>
                  <a:pt x="1852783" y="1175079"/>
                  <a:pt x="1847420" y="1108192"/>
                  <a:pt x="1830487" y="1092670"/>
                </a:cubicBezTo>
                <a:cubicBezTo>
                  <a:pt x="1813554" y="1077148"/>
                  <a:pt x="1772632" y="1106076"/>
                  <a:pt x="1754287" y="1118070"/>
                </a:cubicBezTo>
                <a:cubicBezTo>
                  <a:pt x="1735943" y="1130064"/>
                  <a:pt x="1731709" y="1144881"/>
                  <a:pt x="1720420" y="1164636"/>
                </a:cubicBezTo>
                <a:cubicBezTo>
                  <a:pt x="1709131" y="1184391"/>
                  <a:pt x="1689375" y="1292342"/>
                  <a:pt x="1686553" y="1236603"/>
                </a:cubicBezTo>
                <a:cubicBezTo>
                  <a:pt x="1683731" y="1180864"/>
                  <a:pt x="1706309" y="952123"/>
                  <a:pt x="1703487" y="830203"/>
                </a:cubicBezTo>
                <a:cubicBezTo>
                  <a:pt x="1700665" y="708283"/>
                  <a:pt x="1707720" y="612328"/>
                  <a:pt x="1669620" y="505083"/>
                </a:cubicBezTo>
                <a:cubicBezTo>
                  <a:pt x="1631520" y="397839"/>
                  <a:pt x="1542444" y="260429"/>
                  <a:pt x="1474887" y="186736"/>
                </a:cubicBezTo>
                <a:cubicBezTo>
                  <a:pt x="1407330" y="113043"/>
                  <a:pt x="1358822" y="93969"/>
                  <a:pt x="1264278" y="62925"/>
                </a:cubicBezTo>
                <a:cubicBezTo>
                  <a:pt x="1169734" y="31881"/>
                  <a:pt x="1001812" y="4583"/>
                  <a:pt x="907620" y="470"/>
                </a:cubicBezTo>
                <a:cubicBezTo>
                  <a:pt x="813428" y="-3643"/>
                  <a:pt x="761922" y="20078"/>
                  <a:pt x="699128" y="38246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042A98C-DD9B-43E3-B74A-E991C451ABB1}"/>
              </a:ext>
            </a:extLst>
          </p:cNvPr>
          <p:cNvGrpSpPr/>
          <p:nvPr/>
        </p:nvGrpSpPr>
        <p:grpSpPr>
          <a:xfrm>
            <a:off x="2266159" y="1635556"/>
            <a:ext cx="788688" cy="621425"/>
            <a:chOff x="1817287" y="2345741"/>
            <a:chExt cx="1042380" cy="81100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9A828C1-3516-4747-8B53-B58250D2CAF8}"/>
                </a:ext>
              </a:extLst>
            </p:cNvPr>
            <p:cNvSpPr/>
            <p:nvPr/>
          </p:nvSpPr>
          <p:spPr>
            <a:xfrm rot="454907">
              <a:off x="1817287" y="2345741"/>
              <a:ext cx="1042380" cy="272859"/>
            </a:xfrm>
            <a:custGeom>
              <a:avLst/>
              <a:gdLst>
                <a:gd name="connsiteX0" fmla="*/ 1577 w 380133"/>
                <a:gd name="connsiteY0" fmla="*/ 100504 h 105028"/>
                <a:gd name="connsiteX1" fmla="*/ 108257 w 380133"/>
                <a:gd name="connsiteY1" fmla="*/ 9064 h 105028"/>
                <a:gd name="connsiteX2" fmla="*/ 204777 w 380133"/>
                <a:gd name="connsiteY2" fmla="*/ 9064 h 105028"/>
                <a:gd name="connsiteX3" fmla="*/ 352097 w 380133"/>
                <a:gd name="connsiteY3" fmla="*/ 59864 h 105028"/>
                <a:gd name="connsiteX4" fmla="*/ 372417 w 380133"/>
                <a:gd name="connsiteY4" fmla="*/ 80184 h 105028"/>
                <a:gd name="connsiteX5" fmla="*/ 260657 w 380133"/>
                <a:gd name="connsiteY5" fmla="*/ 64944 h 105028"/>
                <a:gd name="connsiteX6" fmla="*/ 179377 w 380133"/>
                <a:gd name="connsiteY6" fmla="*/ 34464 h 105028"/>
                <a:gd name="connsiteX7" fmla="*/ 52377 w 380133"/>
                <a:gd name="connsiteY7" fmla="*/ 85264 h 105028"/>
                <a:gd name="connsiteX8" fmla="*/ 1577 w 380133"/>
                <a:gd name="connsiteY8" fmla="*/ 100504 h 105028"/>
                <a:gd name="connsiteX0" fmla="*/ 1558 w 380114"/>
                <a:gd name="connsiteY0" fmla="*/ 100504 h 104508"/>
                <a:gd name="connsiteX1" fmla="*/ 108238 w 380114"/>
                <a:gd name="connsiteY1" fmla="*/ 9064 h 104508"/>
                <a:gd name="connsiteX2" fmla="*/ 204758 w 380114"/>
                <a:gd name="connsiteY2" fmla="*/ 9064 h 104508"/>
                <a:gd name="connsiteX3" fmla="*/ 352078 w 380114"/>
                <a:gd name="connsiteY3" fmla="*/ 59864 h 104508"/>
                <a:gd name="connsiteX4" fmla="*/ 372398 w 380114"/>
                <a:gd name="connsiteY4" fmla="*/ 80184 h 104508"/>
                <a:gd name="connsiteX5" fmla="*/ 260638 w 380114"/>
                <a:gd name="connsiteY5" fmla="*/ 64944 h 104508"/>
                <a:gd name="connsiteX6" fmla="*/ 155692 w 380114"/>
                <a:gd name="connsiteY6" fmla="*/ 58570 h 104508"/>
                <a:gd name="connsiteX7" fmla="*/ 52358 w 380114"/>
                <a:gd name="connsiteY7" fmla="*/ 85264 h 104508"/>
                <a:gd name="connsiteX8" fmla="*/ 1558 w 380114"/>
                <a:gd name="connsiteY8" fmla="*/ 100504 h 1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0114" h="104508">
                  <a:moveTo>
                    <a:pt x="1558" y="100504"/>
                  </a:moveTo>
                  <a:cubicBezTo>
                    <a:pt x="10871" y="87804"/>
                    <a:pt x="74371" y="24304"/>
                    <a:pt x="108238" y="9064"/>
                  </a:cubicBezTo>
                  <a:cubicBezTo>
                    <a:pt x="142105" y="-6176"/>
                    <a:pt x="164118" y="597"/>
                    <a:pt x="204758" y="9064"/>
                  </a:cubicBezTo>
                  <a:cubicBezTo>
                    <a:pt x="245398" y="17531"/>
                    <a:pt x="324138" y="48011"/>
                    <a:pt x="352078" y="59864"/>
                  </a:cubicBezTo>
                  <a:cubicBezTo>
                    <a:pt x="380018" y="71717"/>
                    <a:pt x="387638" y="79337"/>
                    <a:pt x="372398" y="80184"/>
                  </a:cubicBezTo>
                  <a:cubicBezTo>
                    <a:pt x="357158" y="81031"/>
                    <a:pt x="296756" y="68546"/>
                    <a:pt x="260638" y="64944"/>
                  </a:cubicBezTo>
                  <a:cubicBezTo>
                    <a:pt x="224520" y="61342"/>
                    <a:pt x="190405" y="55183"/>
                    <a:pt x="155692" y="58570"/>
                  </a:cubicBezTo>
                  <a:cubicBezTo>
                    <a:pt x="120979" y="61957"/>
                    <a:pt x="78047" y="78275"/>
                    <a:pt x="52358" y="85264"/>
                  </a:cubicBezTo>
                  <a:cubicBezTo>
                    <a:pt x="26669" y="92253"/>
                    <a:pt x="-7755" y="113204"/>
                    <a:pt x="1558" y="10050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1BD0804-2415-4D6E-87C0-B6CA0D4F43FF}"/>
                </a:ext>
              </a:extLst>
            </p:cNvPr>
            <p:cNvSpPr/>
            <p:nvPr/>
          </p:nvSpPr>
          <p:spPr>
            <a:xfrm rot="230838">
              <a:off x="1922275" y="2774802"/>
              <a:ext cx="706787" cy="180669"/>
            </a:xfrm>
            <a:custGeom>
              <a:avLst/>
              <a:gdLst>
                <a:gd name="connsiteX0" fmla="*/ 285750 w 285750"/>
                <a:gd name="connsiteY0" fmla="*/ 65818 h 84868"/>
                <a:gd name="connsiteX1" fmla="*/ 219075 w 285750"/>
                <a:gd name="connsiteY1" fmla="*/ 18193 h 84868"/>
                <a:gd name="connsiteX2" fmla="*/ 122238 w 285750"/>
                <a:gd name="connsiteY2" fmla="*/ 3906 h 84868"/>
                <a:gd name="connsiteX3" fmla="*/ 0 w 285750"/>
                <a:gd name="connsiteY3" fmla="*/ 84868 h 84868"/>
                <a:gd name="connsiteX0" fmla="*/ 285750 w 285750"/>
                <a:gd name="connsiteY0" fmla="*/ 54112 h 73162"/>
                <a:gd name="connsiteX1" fmla="*/ 219075 w 285750"/>
                <a:gd name="connsiteY1" fmla="*/ 6487 h 73162"/>
                <a:gd name="connsiteX2" fmla="*/ 106957 w 285750"/>
                <a:gd name="connsiteY2" fmla="*/ 7664 h 73162"/>
                <a:gd name="connsiteX3" fmla="*/ 0 w 285750"/>
                <a:gd name="connsiteY3" fmla="*/ 73162 h 73162"/>
                <a:gd name="connsiteX0" fmla="*/ 285750 w 285750"/>
                <a:gd name="connsiteY0" fmla="*/ 54112 h 73162"/>
                <a:gd name="connsiteX1" fmla="*/ 219075 w 285750"/>
                <a:gd name="connsiteY1" fmla="*/ 6487 h 73162"/>
                <a:gd name="connsiteX2" fmla="*/ 106957 w 285750"/>
                <a:gd name="connsiteY2" fmla="*/ 7664 h 73162"/>
                <a:gd name="connsiteX3" fmla="*/ 0 w 285750"/>
                <a:gd name="connsiteY3" fmla="*/ 73162 h 7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0" h="73162">
                  <a:moveTo>
                    <a:pt x="285750" y="54112"/>
                  </a:moveTo>
                  <a:cubicBezTo>
                    <a:pt x="266038" y="35459"/>
                    <a:pt x="248874" y="14228"/>
                    <a:pt x="219075" y="6487"/>
                  </a:cubicBezTo>
                  <a:cubicBezTo>
                    <a:pt x="189276" y="-1254"/>
                    <a:pt x="143469" y="-3448"/>
                    <a:pt x="106957" y="7664"/>
                  </a:cubicBezTo>
                  <a:cubicBezTo>
                    <a:pt x="70445" y="18776"/>
                    <a:pt x="42863" y="38237"/>
                    <a:pt x="0" y="73162"/>
                  </a:cubicBezTo>
                </a:path>
              </a:pathLst>
            </a:custGeom>
            <a:noFill/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BA17AD7-1BB6-4486-B3E7-8DCED2CBE9D3}"/>
                </a:ext>
              </a:extLst>
            </p:cNvPr>
            <p:cNvSpPr/>
            <p:nvPr/>
          </p:nvSpPr>
          <p:spPr>
            <a:xfrm rot="171542">
              <a:off x="1939546" y="2848866"/>
              <a:ext cx="715280" cy="307883"/>
            </a:xfrm>
            <a:custGeom>
              <a:avLst/>
              <a:gdLst>
                <a:gd name="connsiteX0" fmla="*/ 96 w 293337"/>
                <a:gd name="connsiteY0" fmla="*/ 72084 h 113549"/>
                <a:gd name="connsiteX1" fmla="*/ 55659 w 293337"/>
                <a:gd name="connsiteY1" fmla="*/ 35571 h 113549"/>
                <a:gd name="connsiteX2" fmla="*/ 123921 w 293337"/>
                <a:gd name="connsiteY2" fmla="*/ 2234 h 113549"/>
                <a:gd name="connsiteX3" fmla="*/ 217584 w 293337"/>
                <a:gd name="connsiteY3" fmla="*/ 6996 h 113549"/>
                <a:gd name="connsiteX4" fmla="*/ 274734 w 293337"/>
                <a:gd name="connsiteY4" fmla="*/ 38746 h 113549"/>
                <a:gd name="connsiteX5" fmla="*/ 285846 w 293337"/>
                <a:gd name="connsiteY5" fmla="*/ 48271 h 113549"/>
                <a:gd name="connsiteX6" fmla="*/ 289021 w 293337"/>
                <a:gd name="connsiteY6" fmla="*/ 49859 h 113549"/>
                <a:gd name="connsiteX7" fmla="*/ 223934 w 293337"/>
                <a:gd name="connsiteY7" fmla="*/ 102246 h 113549"/>
                <a:gd name="connsiteX8" fmla="*/ 127096 w 293337"/>
                <a:gd name="connsiteY8" fmla="*/ 113359 h 113549"/>
                <a:gd name="connsiteX9" fmla="*/ 44546 w 293337"/>
                <a:gd name="connsiteY9" fmla="*/ 97484 h 113549"/>
                <a:gd name="connsiteX10" fmla="*/ 96 w 293337"/>
                <a:gd name="connsiteY10" fmla="*/ 72084 h 113549"/>
                <a:gd name="connsiteX0" fmla="*/ 96 w 300145"/>
                <a:gd name="connsiteY0" fmla="*/ 72084 h 113464"/>
                <a:gd name="connsiteX1" fmla="*/ 55659 w 300145"/>
                <a:gd name="connsiteY1" fmla="*/ 35571 h 113464"/>
                <a:gd name="connsiteX2" fmla="*/ 123921 w 300145"/>
                <a:gd name="connsiteY2" fmla="*/ 2234 h 113464"/>
                <a:gd name="connsiteX3" fmla="*/ 217584 w 300145"/>
                <a:gd name="connsiteY3" fmla="*/ 6996 h 113464"/>
                <a:gd name="connsiteX4" fmla="*/ 274734 w 300145"/>
                <a:gd name="connsiteY4" fmla="*/ 38746 h 113464"/>
                <a:gd name="connsiteX5" fmla="*/ 285846 w 300145"/>
                <a:gd name="connsiteY5" fmla="*/ 48271 h 113464"/>
                <a:gd name="connsiteX6" fmla="*/ 296959 w 300145"/>
                <a:gd name="connsiteY6" fmla="*/ 64146 h 113464"/>
                <a:gd name="connsiteX7" fmla="*/ 223934 w 300145"/>
                <a:gd name="connsiteY7" fmla="*/ 102246 h 113464"/>
                <a:gd name="connsiteX8" fmla="*/ 127096 w 300145"/>
                <a:gd name="connsiteY8" fmla="*/ 113359 h 113464"/>
                <a:gd name="connsiteX9" fmla="*/ 44546 w 300145"/>
                <a:gd name="connsiteY9" fmla="*/ 97484 h 113464"/>
                <a:gd name="connsiteX10" fmla="*/ 96 w 300145"/>
                <a:gd name="connsiteY10" fmla="*/ 72084 h 113464"/>
                <a:gd name="connsiteX0" fmla="*/ 711 w 300760"/>
                <a:gd name="connsiteY0" fmla="*/ 72084 h 113464"/>
                <a:gd name="connsiteX1" fmla="*/ 56274 w 300760"/>
                <a:gd name="connsiteY1" fmla="*/ 35571 h 113464"/>
                <a:gd name="connsiteX2" fmla="*/ 124536 w 300760"/>
                <a:gd name="connsiteY2" fmla="*/ 2234 h 113464"/>
                <a:gd name="connsiteX3" fmla="*/ 218199 w 300760"/>
                <a:gd name="connsiteY3" fmla="*/ 6996 h 113464"/>
                <a:gd name="connsiteX4" fmla="*/ 275349 w 300760"/>
                <a:gd name="connsiteY4" fmla="*/ 38746 h 113464"/>
                <a:gd name="connsiteX5" fmla="*/ 286461 w 300760"/>
                <a:gd name="connsiteY5" fmla="*/ 48271 h 113464"/>
                <a:gd name="connsiteX6" fmla="*/ 297574 w 300760"/>
                <a:gd name="connsiteY6" fmla="*/ 64146 h 113464"/>
                <a:gd name="connsiteX7" fmla="*/ 224549 w 300760"/>
                <a:gd name="connsiteY7" fmla="*/ 102246 h 113464"/>
                <a:gd name="connsiteX8" fmla="*/ 127711 w 300760"/>
                <a:gd name="connsiteY8" fmla="*/ 113359 h 113464"/>
                <a:gd name="connsiteX9" fmla="*/ 45161 w 300760"/>
                <a:gd name="connsiteY9" fmla="*/ 97484 h 113464"/>
                <a:gd name="connsiteX10" fmla="*/ 26111 w 300760"/>
                <a:gd name="connsiteY10" fmla="*/ 87959 h 113464"/>
                <a:gd name="connsiteX11" fmla="*/ 711 w 300760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44830 w 300429"/>
                <a:gd name="connsiteY9" fmla="*/ 97484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67055 w 300429"/>
                <a:gd name="connsiteY9" fmla="*/ 100659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67055 w 300429"/>
                <a:gd name="connsiteY9" fmla="*/ 100659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1609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298047"/>
                <a:gd name="connsiteY0" fmla="*/ 72084 h 118178"/>
                <a:gd name="connsiteX1" fmla="*/ 55943 w 298047"/>
                <a:gd name="connsiteY1" fmla="*/ 35571 h 118178"/>
                <a:gd name="connsiteX2" fmla="*/ 124205 w 298047"/>
                <a:gd name="connsiteY2" fmla="*/ 2234 h 118178"/>
                <a:gd name="connsiteX3" fmla="*/ 217868 w 298047"/>
                <a:gd name="connsiteY3" fmla="*/ 6996 h 118178"/>
                <a:gd name="connsiteX4" fmla="*/ 275018 w 298047"/>
                <a:gd name="connsiteY4" fmla="*/ 38746 h 118178"/>
                <a:gd name="connsiteX5" fmla="*/ 263905 w 298047"/>
                <a:gd name="connsiteY5" fmla="*/ 33983 h 118178"/>
                <a:gd name="connsiteX6" fmla="*/ 297243 w 298047"/>
                <a:gd name="connsiteY6" fmla="*/ 64146 h 118178"/>
                <a:gd name="connsiteX7" fmla="*/ 224218 w 298047"/>
                <a:gd name="connsiteY7" fmla="*/ 102246 h 118178"/>
                <a:gd name="connsiteX8" fmla="*/ 152780 w 298047"/>
                <a:gd name="connsiteY8" fmla="*/ 118122 h 118178"/>
                <a:gd name="connsiteX9" fmla="*/ 67055 w 298047"/>
                <a:gd name="connsiteY9" fmla="*/ 100659 h 118178"/>
                <a:gd name="connsiteX10" fmla="*/ 32130 w 298047"/>
                <a:gd name="connsiteY10" fmla="*/ 89546 h 118178"/>
                <a:gd name="connsiteX11" fmla="*/ 380 w 298047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6683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6683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298047"/>
                <a:gd name="connsiteY0" fmla="*/ 72084 h 118178"/>
                <a:gd name="connsiteX1" fmla="*/ 55943 w 298047"/>
                <a:gd name="connsiteY1" fmla="*/ 35571 h 118178"/>
                <a:gd name="connsiteX2" fmla="*/ 124205 w 298047"/>
                <a:gd name="connsiteY2" fmla="*/ 2234 h 118178"/>
                <a:gd name="connsiteX3" fmla="*/ 217868 w 298047"/>
                <a:gd name="connsiteY3" fmla="*/ 6996 h 118178"/>
                <a:gd name="connsiteX4" fmla="*/ 275018 w 298047"/>
                <a:gd name="connsiteY4" fmla="*/ 38746 h 118178"/>
                <a:gd name="connsiteX5" fmla="*/ 263905 w 298047"/>
                <a:gd name="connsiteY5" fmla="*/ 29220 h 118178"/>
                <a:gd name="connsiteX6" fmla="*/ 297243 w 298047"/>
                <a:gd name="connsiteY6" fmla="*/ 64146 h 118178"/>
                <a:gd name="connsiteX7" fmla="*/ 224218 w 298047"/>
                <a:gd name="connsiteY7" fmla="*/ 102246 h 118178"/>
                <a:gd name="connsiteX8" fmla="*/ 152780 w 298047"/>
                <a:gd name="connsiteY8" fmla="*/ 118122 h 118178"/>
                <a:gd name="connsiteX9" fmla="*/ 67055 w 298047"/>
                <a:gd name="connsiteY9" fmla="*/ 100659 h 118178"/>
                <a:gd name="connsiteX10" fmla="*/ 32130 w 298047"/>
                <a:gd name="connsiteY10" fmla="*/ 89546 h 118178"/>
                <a:gd name="connsiteX11" fmla="*/ 380 w 298047"/>
                <a:gd name="connsiteY11" fmla="*/ 72084 h 118178"/>
                <a:gd name="connsiteX0" fmla="*/ 380 w 297469"/>
                <a:gd name="connsiteY0" fmla="*/ 72084 h 118178"/>
                <a:gd name="connsiteX1" fmla="*/ 55943 w 297469"/>
                <a:gd name="connsiteY1" fmla="*/ 35571 h 118178"/>
                <a:gd name="connsiteX2" fmla="*/ 124205 w 297469"/>
                <a:gd name="connsiteY2" fmla="*/ 2234 h 118178"/>
                <a:gd name="connsiteX3" fmla="*/ 217868 w 297469"/>
                <a:gd name="connsiteY3" fmla="*/ 6996 h 118178"/>
                <a:gd name="connsiteX4" fmla="*/ 275018 w 297469"/>
                <a:gd name="connsiteY4" fmla="*/ 38746 h 118178"/>
                <a:gd name="connsiteX5" fmla="*/ 248030 w 297469"/>
                <a:gd name="connsiteY5" fmla="*/ 19695 h 118178"/>
                <a:gd name="connsiteX6" fmla="*/ 297243 w 297469"/>
                <a:gd name="connsiteY6" fmla="*/ 64146 h 118178"/>
                <a:gd name="connsiteX7" fmla="*/ 224218 w 297469"/>
                <a:gd name="connsiteY7" fmla="*/ 102246 h 118178"/>
                <a:gd name="connsiteX8" fmla="*/ 152780 w 297469"/>
                <a:gd name="connsiteY8" fmla="*/ 118122 h 118178"/>
                <a:gd name="connsiteX9" fmla="*/ 67055 w 297469"/>
                <a:gd name="connsiteY9" fmla="*/ 100659 h 118178"/>
                <a:gd name="connsiteX10" fmla="*/ 32130 w 297469"/>
                <a:gd name="connsiteY10" fmla="*/ 89546 h 118178"/>
                <a:gd name="connsiteX11" fmla="*/ 380 w 297469"/>
                <a:gd name="connsiteY11" fmla="*/ 72084 h 118178"/>
                <a:gd name="connsiteX0" fmla="*/ 380 w 297467"/>
                <a:gd name="connsiteY0" fmla="*/ 72142 h 118236"/>
                <a:gd name="connsiteX1" fmla="*/ 55943 w 297467"/>
                <a:gd name="connsiteY1" fmla="*/ 35629 h 118236"/>
                <a:gd name="connsiteX2" fmla="*/ 124205 w 297467"/>
                <a:gd name="connsiteY2" fmla="*/ 2292 h 118236"/>
                <a:gd name="connsiteX3" fmla="*/ 217868 w 297467"/>
                <a:gd name="connsiteY3" fmla="*/ 7054 h 118236"/>
                <a:gd name="connsiteX4" fmla="*/ 278193 w 297467"/>
                <a:gd name="connsiteY4" fmla="*/ 40391 h 118236"/>
                <a:gd name="connsiteX5" fmla="*/ 248030 w 297467"/>
                <a:gd name="connsiteY5" fmla="*/ 19753 h 118236"/>
                <a:gd name="connsiteX6" fmla="*/ 297243 w 297467"/>
                <a:gd name="connsiteY6" fmla="*/ 64204 h 118236"/>
                <a:gd name="connsiteX7" fmla="*/ 224218 w 297467"/>
                <a:gd name="connsiteY7" fmla="*/ 102304 h 118236"/>
                <a:gd name="connsiteX8" fmla="*/ 152780 w 297467"/>
                <a:gd name="connsiteY8" fmla="*/ 118180 h 118236"/>
                <a:gd name="connsiteX9" fmla="*/ 67055 w 297467"/>
                <a:gd name="connsiteY9" fmla="*/ 100717 h 118236"/>
                <a:gd name="connsiteX10" fmla="*/ 32130 w 297467"/>
                <a:gd name="connsiteY10" fmla="*/ 89604 h 118236"/>
                <a:gd name="connsiteX11" fmla="*/ 380 w 297467"/>
                <a:gd name="connsiteY11" fmla="*/ 72142 h 118236"/>
                <a:gd name="connsiteX0" fmla="*/ 380 w 297467"/>
                <a:gd name="connsiteY0" fmla="*/ 72142 h 118236"/>
                <a:gd name="connsiteX1" fmla="*/ 55943 w 297467"/>
                <a:gd name="connsiteY1" fmla="*/ 35629 h 118236"/>
                <a:gd name="connsiteX2" fmla="*/ 124205 w 297467"/>
                <a:gd name="connsiteY2" fmla="*/ 2292 h 118236"/>
                <a:gd name="connsiteX3" fmla="*/ 217868 w 297467"/>
                <a:gd name="connsiteY3" fmla="*/ 7054 h 118236"/>
                <a:gd name="connsiteX4" fmla="*/ 278193 w 297467"/>
                <a:gd name="connsiteY4" fmla="*/ 40391 h 118236"/>
                <a:gd name="connsiteX5" fmla="*/ 248030 w 297467"/>
                <a:gd name="connsiteY5" fmla="*/ 19753 h 118236"/>
                <a:gd name="connsiteX6" fmla="*/ 297243 w 297467"/>
                <a:gd name="connsiteY6" fmla="*/ 64204 h 118236"/>
                <a:gd name="connsiteX7" fmla="*/ 224218 w 297467"/>
                <a:gd name="connsiteY7" fmla="*/ 102304 h 118236"/>
                <a:gd name="connsiteX8" fmla="*/ 152780 w 297467"/>
                <a:gd name="connsiteY8" fmla="*/ 118180 h 118236"/>
                <a:gd name="connsiteX9" fmla="*/ 67055 w 297467"/>
                <a:gd name="connsiteY9" fmla="*/ 100717 h 118236"/>
                <a:gd name="connsiteX10" fmla="*/ 32130 w 297467"/>
                <a:gd name="connsiteY10" fmla="*/ 89604 h 118236"/>
                <a:gd name="connsiteX11" fmla="*/ 380 w 297467"/>
                <a:gd name="connsiteY11" fmla="*/ 72142 h 118236"/>
                <a:gd name="connsiteX0" fmla="*/ 380 w 297467"/>
                <a:gd name="connsiteY0" fmla="*/ 76481 h 122575"/>
                <a:gd name="connsiteX1" fmla="*/ 55943 w 297467"/>
                <a:gd name="connsiteY1" fmla="*/ 39968 h 122575"/>
                <a:gd name="connsiteX2" fmla="*/ 124205 w 297467"/>
                <a:gd name="connsiteY2" fmla="*/ 6631 h 122575"/>
                <a:gd name="connsiteX3" fmla="*/ 170243 w 297467"/>
                <a:gd name="connsiteY3" fmla="*/ 281 h 122575"/>
                <a:gd name="connsiteX4" fmla="*/ 217868 w 297467"/>
                <a:gd name="connsiteY4" fmla="*/ 11393 h 122575"/>
                <a:gd name="connsiteX5" fmla="*/ 278193 w 297467"/>
                <a:gd name="connsiteY5" fmla="*/ 44730 h 122575"/>
                <a:gd name="connsiteX6" fmla="*/ 248030 w 297467"/>
                <a:gd name="connsiteY6" fmla="*/ 24092 h 122575"/>
                <a:gd name="connsiteX7" fmla="*/ 297243 w 297467"/>
                <a:gd name="connsiteY7" fmla="*/ 68543 h 122575"/>
                <a:gd name="connsiteX8" fmla="*/ 224218 w 297467"/>
                <a:gd name="connsiteY8" fmla="*/ 106643 h 122575"/>
                <a:gd name="connsiteX9" fmla="*/ 152780 w 297467"/>
                <a:gd name="connsiteY9" fmla="*/ 122519 h 122575"/>
                <a:gd name="connsiteX10" fmla="*/ 67055 w 297467"/>
                <a:gd name="connsiteY10" fmla="*/ 105056 h 122575"/>
                <a:gd name="connsiteX11" fmla="*/ 32130 w 297467"/>
                <a:gd name="connsiteY11" fmla="*/ 93943 h 122575"/>
                <a:gd name="connsiteX12" fmla="*/ 380 w 297467"/>
                <a:gd name="connsiteY12" fmla="*/ 76481 h 122575"/>
                <a:gd name="connsiteX0" fmla="*/ 380 w 297467"/>
                <a:gd name="connsiteY0" fmla="*/ 76293 h 122387"/>
                <a:gd name="connsiteX1" fmla="*/ 55943 w 297467"/>
                <a:gd name="connsiteY1" fmla="*/ 39780 h 122387"/>
                <a:gd name="connsiteX2" fmla="*/ 79755 w 297467"/>
                <a:gd name="connsiteY2" fmla="*/ 15969 h 122387"/>
                <a:gd name="connsiteX3" fmla="*/ 124205 w 297467"/>
                <a:gd name="connsiteY3" fmla="*/ 6443 h 122387"/>
                <a:gd name="connsiteX4" fmla="*/ 170243 w 297467"/>
                <a:gd name="connsiteY4" fmla="*/ 93 h 122387"/>
                <a:gd name="connsiteX5" fmla="*/ 217868 w 297467"/>
                <a:gd name="connsiteY5" fmla="*/ 11205 h 122387"/>
                <a:gd name="connsiteX6" fmla="*/ 278193 w 297467"/>
                <a:gd name="connsiteY6" fmla="*/ 44542 h 122387"/>
                <a:gd name="connsiteX7" fmla="*/ 248030 w 297467"/>
                <a:gd name="connsiteY7" fmla="*/ 23904 h 122387"/>
                <a:gd name="connsiteX8" fmla="*/ 297243 w 297467"/>
                <a:gd name="connsiteY8" fmla="*/ 68355 h 122387"/>
                <a:gd name="connsiteX9" fmla="*/ 224218 w 297467"/>
                <a:gd name="connsiteY9" fmla="*/ 106455 h 122387"/>
                <a:gd name="connsiteX10" fmla="*/ 152780 w 297467"/>
                <a:gd name="connsiteY10" fmla="*/ 122331 h 122387"/>
                <a:gd name="connsiteX11" fmla="*/ 67055 w 297467"/>
                <a:gd name="connsiteY11" fmla="*/ 104868 h 122387"/>
                <a:gd name="connsiteX12" fmla="*/ 32130 w 297467"/>
                <a:gd name="connsiteY12" fmla="*/ 93755 h 122387"/>
                <a:gd name="connsiteX13" fmla="*/ 380 w 297467"/>
                <a:gd name="connsiteY13" fmla="*/ 76293 h 122387"/>
                <a:gd name="connsiteX0" fmla="*/ 380 w 297467"/>
                <a:gd name="connsiteY0" fmla="*/ 76293 h 122387"/>
                <a:gd name="connsiteX1" fmla="*/ 55943 w 297467"/>
                <a:gd name="connsiteY1" fmla="*/ 39780 h 122387"/>
                <a:gd name="connsiteX2" fmla="*/ 79755 w 297467"/>
                <a:gd name="connsiteY2" fmla="*/ 15969 h 122387"/>
                <a:gd name="connsiteX3" fmla="*/ 124205 w 297467"/>
                <a:gd name="connsiteY3" fmla="*/ 6443 h 122387"/>
                <a:gd name="connsiteX4" fmla="*/ 170243 w 297467"/>
                <a:gd name="connsiteY4" fmla="*/ 93 h 122387"/>
                <a:gd name="connsiteX5" fmla="*/ 217868 w 297467"/>
                <a:gd name="connsiteY5" fmla="*/ 11205 h 122387"/>
                <a:gd name="connsiteX6" fmla="*/ 278193 w 297467"/>
                <a:gd name="connsiteY6" fmla="*/ 44542 h 122387"/>
                <a:gd name="connsiteX7" fmla="*/ 248030 w 297467"/>
                <a:gd name="connsiteY7" fmla="*/ 23904 h 122387"/>
                <a:gd name="connsiteX8" fmla="*/ 297243 w 297467"/>
                <a:gd name="connsiteY8" fmla="*/ 68355 h 122387"/>
                <a:gd name="connsiteX9" fmla="*/ 224218 w 297467"/>
                <a:gd name="connsiteY9" fmla="*/ 106455 h 122387"/>
                <a:gd name="connsiteX10" fmla="*/ 152780 w 297467"/>
                <a:gd name="connsiteY10" fmla="*/ 122331 h 122387"/>
                <a:gd name="connsiteX11" fmla="*/ 67055 w 297467"/>
                <a:gd name="connsiteY11" fmla="*/ 104868 h 122387"/>
                <a:gd name="connsiteX12" fmla="*/ 32130 w 297467"/>
                <a:gd name="connsiteY12" fmla="*/ 93755 h 122387"/>
                <a:gd name="connsiteX13" fmla="*/ 380 w 297467"/>
                <a:gd name="connsiteY13" fmla="*/ 76293 h 122387"/>
                <a:gd name="connsiteX0" fmla="*/ 380 w 297467"/>
                <a:gd name="connsiteY0" fmla="*/ 77573 h 123667"/>
                <a:gd name="connsiteX1" fmla="*/ 55943 w 297467"/>
                <a:gd name="connsiteY1" fmla="*/ 41060 h 123667"/>
                <a:gd name="connsiteX2" fmla="*/ 79755 w 297467"/>
                <a:gd name="connsiteY2" fmla="*/ 17249 h 123667"/>
                <a:gd name="connsiteX3" fmla="*/ 122617 w 297467"/>
                <a:gd name="connsiteY3" fmla="*/ 1373 h 123667"/>
                <a:gd name="connsiteX4" fmla="*/ 170243 w 297467"/>
                <a:gd name="connsiteY4" fmla="*/ 1373 h 123667"/>
                <a:gd name="connsiteX5" fmla="*/ 217868 w 297467"/>
                <a:gd name="connsiteY5" fmla="*/ 12485 h 123667"/>
                <a:gd name="connsiteX6" fmla="*/ 278193 w 297467"/>
                <a:gd name="connsiteY6" fmla="*/ 45822 h 123667"/>
                <a:gd name="connsiteX7" fmla="*/ 248030 w 297467"/>
                <a:gd name="connsiteY7" fmla="*/ 25184 h 123667"/>
                <a:gd name="connsiteX8" fmla="*/ 297243 w 297467"/>
                <a:gd name="connsiteY8" fmla="*/ 69635 h 123667"/>
                <a:gd name="connsiteX9" fmla="*/ 224218 w 297467"/>
                <a:gd name="connsiteY9" fmla="*/ 107735 h 123667"/>
                <a:gd name="connsiteX10" fmla="*/ 152780 w 297467"/>
                <a:gd name="connsiteY10" fmla="*/ 123611 h 123667"/>
                <a:gd name="connsiteX11" fmla="*/ 67055 w 297467"/>
                <a:gd name="connsiteY11" fmla="*/ 106148 h 123667"/>
                <a:gd name="connsiteX12" fmla="*/ 32130 w 297467"/>
                <a:gd name="connsiteY12" fmla="*/ 95035 h 123667"/>
                <a:gd name="connsiteX13" fmla="*/ 380 w 297467"/>
                <a:gd name="connsiteY13" fmla="*/ 77573 h 123667"/>
                <a:gd name="connsiteX0" fmla="*/ 336 w 297423"/>
                <a:gd name="connsiteY0" fmla="*/ 77573 h 123667"/>
                <a:gd name="connsiteX1" fmla="*/ 54312 w 297423"/>
                <a:gd name="connsiteY1" fmla="*/ 37885 h 123667"/>
                <a:gd name="connsiteX2" fmla="*/ 79711 w 297423"/>
                <a:gd name="connsiteY2" fmla="*/ 17249 h 123667"/>
                <a:gd name="connsiteX3" fmla="*/ 122573 w 297423"/>
                <a:gd name="connsiteY3" fmla="*/ 1373 h 123667"/>
                <a:gd name="connsiteX4" fmla="*/ 170199 w 297423"/>
                <a:gd name="connsiteY4" fmla="*/ 1373 h 123667"/>
                <a:gd name="connsiteX5" fmla="*/ 217824 w 297423"/>
                <a:gd name="connsiteY5" fmla="*/ 12485 h 123667"/>
                <a:gd name="connsiteX6" fmla="*/ 278149 w 297423"/>
                <a:gd name="connsiteY6" fmla="*/ 45822 h 123667"/>
                <a:gd name="connsiteX7" fmla="*/ 247986 w 297423"/>
                <a:gd name="connsiteY7" fmla="*/ 25184 h 123667"/>
                <a:gd name="connsiteX8" fmla="*/ 297199 w 297423"/>
                <a:gd name="connsiteY8" fmla="*/ 69635 h 123667"/>
                <a:gd name="connsiteX9" fmla="*/ 224174 w 297423"/>
                <a:gd name="connsiteY9" fmla="*/ 107735 h 123667"/>
                <a:gd name="connsiteX10" fmla="*/ 152736 w 297423"/>
                <a:gd name="connsiteY10" fmla="*/ 123611 h 123667"/>
                <a:gd name="connsiteX11" fmla="*/ 67011 w 297423"/>
                <a:gd name="connsiteY11" fmla="*/ 106148 h 123667"/>
                <a:gd name="connsiteX12" fmla="*/ 32086 w 297423"/>
                <a:gd name="connsiteY12" fmla="*/ 95035 h 123667"/>
                <a:gd name="connsiteX13" fmla="*/ 336 w 297423"/>
                <a:gd name="connsiteY13" fmla="*/ 77573 h 123667"/>
                <a:gd name="connsiteX0" fmla="*/ 336 w 297423"/>
                <a:gd name="connsiteY0" fmla="*/ 77573 h 123667"/>
                <a:gd name="connsiteX1" fmla="*/ 54312 w 297423"/>
                <a:gd name="connsiteY1" fmla="*/ 37885 h 123667"/>
                <a:gd name="connsiteX2" fmla="*/ 79711 w 297423"/>
                <a:gd name="connsiteY2" fmla="*/ 17249 h 123667"/>
                <a:gd name="connsiteX3" fmla="*/ 122573 w 297423"/>
                <a:gd name="connsiteY3" fmla="*/ 1373 h 123667"/>
                <a:gd name="connsiteX4" fmla="*/ 170199 w 297423"/>
                <a:gd name="connsiteY4" fmla="*/ 1373 h 123667"/>
                <a:gd name="connsiteX5" fmla="*/ 217824 w 297423"/>
                <a:gd name="connsiteY5" fmla="*/ 12485 h 123667"/>
                <a:gd name="connsiteX6" fmla="*/ 278149 w 297423"/>
                <a:gd name="connsiteY6" fmla="*/ 45822 h 123667"/>
                <a:gd name="connsiteX7" fmla="*/ 247986 w 297423"/>
                <a:gd name="connsiteY7" fmla="*/ 25184 h 123667"/>
                <a:gd name="connsiteX8" fmla="*/ 297199 w 297423"/>
                <a:gd name="connsiteY8" fmla="*/ 69635 h 123667"/>
                <a:gd name="connsiteX9" fmla="*/ 224174 w 297423"/>
                <a:gd name="connsiteY9" fmla="*/ 107735 h 123667"/>
                <a:gd name="connsiteX10" fmla="*/ 152736 w 297423"/>
                <a:gd name="connsiteY10" fmla="*/ 123611 h 123667"/>
                <a:gd name="connsiteX11" fmla="*/ 67011 w 297423"/>
                <a:gd name="connsiteY11" fmla="*/ 106148 h 123667"/>
                <a:gd name="connsiteX12" fmla="*/ 32086 w 297423"/>
                <a:gd name="connsiteY12" fmla="*/ 95035 h 123667"/>
                <a:gd name="connsiteX13" fmla="*/ 336 w 297423"/>
                <a:gd name="connsiteY13" fmla="*/ 77573 h 123667"/>
                <a:gd name="connsiteX0" fmla="*/ 336 w 297423"/>
                <a:gd name="connsiteY0" fmla="*/ 78504 h 124598"/>
                <a:gd name="connsiteX1" fmla="*/ 54312 w 297423"/>
                <a:gd name="connsiteY1" fmla="*/ 38816 h 124598"/>
                <a:gd name="connsiteX2" fmla="*/ 57486 w 297423"/>
                <a:gd name="connsiteY2" fmla="*/ 30880 h 124598"/>
                <a:gd name="connsiteX3" fmla="*/ 122573 w 297423"/>
                <a:gd name="connsiteY3" fmla="*/ 2304 h 124598"/>
                <a:gd name="connsiteX4" fmla="*/ 170199 w 297423"/>
                <a:gd name="connsiteY4" fmla="*/ 2304 h 124598"/>
                <a:gd name="connsiteX5" fmla="*/ 217824 w 297423"/>
                <a:gd name="connsiteY5" fmla="*/ 13416 h 124598"/>
                <a:gd name="connsiteX6" fmla="*/ 278149 w 297423"/>
                <a:gd name="connsiteY6" fmla="*/ 46753 h 124598"/>
                <a:gd name="connsiteX7" fmla="*/ 247986 w 297423"/>
                <a:gd name="connsiteY7" fmla="*/ 26115 h 124598"/>
                <a:gd name="connsiteX8" fmla="*/ 297199 w 297423"/>
                <a:gd name="connsiteY8" fmla="*/ 70566 h 124598"/>
                <a:gd name="connsiteX9" fmla="*/ 224174 w 297423"/>
                <a:gd name="connsiteY9" fmla="*/ 108666 h 124598"/>
                <a:gd name="connsiteX10" fmla="*/ 152736 w 297423"/>
                <a:gd name="connsiteY10" fmla="*/ 124542 h 124598"/>
                <a:gd name="connsiteX11" fmla="*/ 67011 w 297423"/>
                <a:gd name="connsiteY11" fmla="*/ 107079 h 124598"/>
                <a:gd name="connsiteX12" fmla="*/ 32086 w 297423"/>
                <a:gd name="connsiteY12" fmla="*/ 95966 h 124598"/>
                <a:gd name="connsiteX13" fmla="*/ 336 w 297423"/>
                <a:gd name="connsiteY13" fmla="*/ 78504 h 124598"/>
                <a:gd name="connsiteX0" fmla="*/ 336 w 297423"/>
                <a:gd name="connsiteY0" fmla="*/ 80615 h 126709"/>
                <a:gd name="connsiteX1" fmla="*/ 54312 w 297423"/>
                <a:gd name="connsiteY1" fmla="*/ 40927 h 126709"/>
                <a:gd name="connsiteX2" fmla="*/ 57486 w 297423"/>
                <a:gd name="connsiteY2" fmla="*/ 32991 h 126709"/>
                <a:gd name="connsiteX3" fmla="*/ 122573 w 297423"/>
                <a:gd name="connsiteY3" fmla="*/ 4415 h 126709"/>
                <a:gd name="connsiteX4" fmla="*/ 170199 w 297423"/>
                <a:gd name="connsiteY4" fmla="*/ 4415 h 126709"/>
                <a:gd name="connsiteX5" fmla="*/ 217824 w 297423"/>
                <a:gd name="connsiteY5" fmla="*/ 15527 h 126709"/>
                <a:gd name="connsiteX6" fmla="*/ 278149 w 297423"/>
                <a:gd name="connsiteY6" fmla="*/ 48864 h 126709"/>
                <a:gd name="connsiteX7" fmla="*/ 247986 w 297423"/>
                <a:gd name="connsiteY7" fmla="*/ 28226 h 126709"/>
                <a:gd name="connsiteX8" fmla="*/ 297199 w 297423"/>
                <a:gd name="connsiteY8" fmla="*/ 72677 h 126709"/>
                <a:gd name="connsiteX9" fmla="*/ 224174 w 297423"/>
                <a:gd name="connsiteY9" fmla="*/ 110777 h 126709"/>
                <a:gd name="connsiteX10" fmla="*/ 152736 w 297423"/>
                <a:gd name="connsiteY10" fmla="*/ 126653 h 126709"/>
                <a:gd name="connsiteX11" fmla="*/ 67011 w 297423"/>
                <a:gd name="connsiteY11" fmla="*/ 109190 h 126709"/>
                <a:gd name="connsiteX12" fmla="*/ 32086 w 297423"/>
                <a:gd name="connsiteY12" fmla="*/ 98077 h 126709"/>
                <a:gd name="connsiteX13" fmla="*/ 336 w 297423"/>
                <a:gd name="connsiteY13" fmla="*/ 80615 h 126709"/>
                <a:gd name="connsiteX0" fmla="*/ 336 w 297423"/>
                <a:gd name="connsiteY0" fmla="*/ 81014 h 127108"/>
                <a:gd name="connsiteX1" fmla="*/ 54312 w 297423"/>
                <a:gd name="connsiteY1" fmla="*/ 41326 h 127108"/>
                <a:gd name="connsiteX2" fmla="*/ 57486 w 297423"/>
                <a:gd name="connsiteY2" fmla="*/ 33390 h 127108"/>
                <a:gd name="connsiteX3" fmla="*/ 122573 w 297423"/>
                <a:gd name="connsiteY3" fmla="*/ 4814 h 127108"/>
                <a:gd name="connsiteX4" fmla="*/ 170199 w 297423"/>
                <a:gd name="connsiteY4" fmla="*/ 4814 h 127108"/>
                <a:gd name="connsiteX5" fmla="*/ 217824 w 297423"/>
                <a:gd name="connsiteY5" fmla="*/ 15926 h 127108"/>
                <a:gd name="connsiteX6" fmla="*/ 278149 w 297423"/>
                <a:gd name="connsiteY6" fmla="*/ 49263 h 127108"/>
                <a:gd name="connsiteX7" fmla="*/ 247986 w 297423"/>
                <a:gd name="connsiteY7" fmla="*/ 28625 h 127108"/>
                <a:gd name="connsiteX8" fmla="*/ 297199 w 297423"/>
                <a:gd name="connsiteY8" fmla="*/ 73076 h 127108"/>
                <a:gd name="connsiteX9" fmla="*/ 224174 w 297423"/>
                <a:gd name="connsiteY9" fmla="*/ 111176 h 127108"/>
                <a:gd name="connsiteX10" fmla="*/ 152736 w 297423"/>
                <a:gd name="connsiteY10" fmla="*/ 127052 h 127108"/>
                <a:gd name="connsiteX11" fmla="*/ 67011 w 297423"/>
                <a:gd name="connsiteY11" fmla="*/ 109589 h 127108"/>
                <a:gd name="connsiteX12" fmla="*/ 32086 w 297423"/>
                <a:gd name="connsiteY12" fmla="*/ 98476 h 127108"/>
                <a:gd name="connsiteX13" fmla="*/ 336 w 297423"/>
                <a:gd name="connsiteY13" fmla="*/ 81014 h 127108"/>
                <a:gd name="connsiteX0" fmla="*/ 336 w 297423"/>
                <a:gd name="connsiteY0" fmla="*/ 78190 h 124284"/>
                <a:gd name="connsiteX1" fmla="*/ 54312 w 297423"/>
                <a:gd name="connsiteY1" fmla="*/ 38502 h 124284"/>
                <a:gd name="connsiteX2" fmla="*/ 79711 w 297423"/>
                <a:gd name="connsiteY2" fmla="*/ 19453 h 124284"/>
                <a:gd name="connsiteX3" fmla="*/ 122573 w 297423"/>
                <a:gd name="connsiteY3" fmla="*/ 1990 h 124284"/>
                <a:gd name="connsiteX4" fmla="*/ 170199 w 297423"/>
                <a:gd name="connsiteY4" fmla="*/ 1990 h 124284"/>
                <a:gd name="connsiteX5" fmla="*/ 217824 w 297423"/>
                <a:gd name="connsiteY5" fmla="*/ 13102 h 124284"/>
                <a:gd name="connsiteX6" fmla="*/ 278149 w 297423"/>
                <a:gd name="connsiteY6" fmla="*/ 46439 h 124284"/>
                <a:gd name="connsiteX7" fmla="*/ 247986 w 297423"/>
                <a:gd name="connsiteY7" fmla="*/ 25801 h 124284"/>
                <a:gd name="connsiteX8" fmla="*/ 297199 w 297423"/>
                <a:gd name="connsiteY8" fmla="*/ 70252 h 124284"/>
                <a:gd name="connsiteX9" fmla="*/ 224174 w 297423"/>
                <a:gd name="connsiteY9" fmla="*/ 108352 h 124284"/>
                <a:gd name="connsiteX10" fmla="*/ 152736 w 297423"/>
                <a:gd name="connsiteY10" fmla="*/ 124228 h 124284"/>
                <a:gd name="connsiteX11" fmla="*/ 67011 w 297423"/>
                <a:gd name="connsiteY11" fmla="*/ 106765 h 124284"/>
                <a:gd name="connsiteX12" fmla="*/ 32086 w 297423"/>
                <a:gd name="connsiteY12" fmla="*/ 95652 h 124284"/>
                <a:gd name="connsiteX13" fmla="*/ 336 w 297423"/>
                <a:gd name="connsiteY13" fmla="*/ 78190 h 124284"/>
                <a:gd name="connsiteX0" fmla="*/ 94 w 297181"/>
                <a:gd name="connsiteY0" fmla="*/ 78190 h 124284"/>
                <a:gd name="connsiteX1" fmla="*/ 42958 w 297181"/>
                <a:gd name="connsiteY1" fmla="*/ 40089 h 124284"/>
                <a:gd name="connsiteX2" fmla="*/ 79469 w 297181"/>
                <a:gd name="connsiteY2" fmla="*/ 19453 h 124284"/>
                <a:gd name="connsiteX3" fmla="*/ 122331 w 297181"/>
                <a:gd name="connsiteY3" fmla="*/ 1990 h 124284"/>
                <a:gd name="connsiteX4" fmla="*/ 169957 w 297181"/>
                <a:gd name="connsiteY4" fmla="*/ 1990 h 124284"/>
                <a:gd name="connsiteX5" fmla="*/ 217582 w 297181"/>
                <a:gd name="connsiteY5" fmla="*/ 13102 h 124284"/>
                <a:gd name="connsiteX6" fmla="*/ 277907 w 297181"/>
                <a:gd name="connsiteY6" fmla="*/ 46439 h 124284"/>
                <a:gd name="connsiteX7" fmla="*/ 247744 w 297181"/>
                <a:gd name="connsiteY7" fmla="*/ 25801 h 124284"/>
                <a:gd name="connsiteX8" fmla="*/ 296957 w 297181"/>
                <a:gd name="connsiteY8" fmla="*/ 70252 h 124284"/>
                <a:gd name="connsiteX9" fmla="*/ 223932 w 297181"/>
                <a:gd name="connsiteY9" fmla="*/ 108352 h 124284"/>
                <a:gd name="connsiteX10" fmla="*/ 152494 w 297181"/>
                <a:gd name="connsiteY10" fmla="*/ 124228 h 124284"/>
                <a:gd name="connsiteX11" fmla="*/ 66769 w 297181"/>
                <a:gd name="connsiteY11" fmla="*/ 106765 h 124284"/>
                <a:gd name="connsiteX12" fmla="*/ 31844 w 297181"/>
                <a:gd name="connsiteY12" fmla="*/ 95652 h 124284"/>
                <a:gd name="connsiteX13" fmla="*/ 94 w 297181"/>
                <a:gd name="connsiteY13" fmla="*/ 78190 h 124284"/>
                <a:gd name="connsiteX0" fmla="*/ 94 w 297181"/>
                <a:gd name="connsiteY0" fmla="*/ 79199 h 125293"/>
                <a:gd name="connsiteX1" fmla="*/ 42958 w 297181"/>
                <a:gd name="connsiteY1" fmla="*/ 41098 h 125293"/>
                <a:gd name="connsiteX2" fmla="*/ 79469 w 297181"/>
                <a:gd name="connsiteY2" fmla="*/ 20462 h 125293"/>
                <a:gd name="connsiteX3" fmla="*/ 135031 w 297181"/>
                <a:gd name="connsiteY3" fmla="*/ 1412 h 125293"/>
                <a:gd name="connsiteX4" fmla="*/ 169957 w 297181"/>
                <a:gd name="connsiteY4" fmla="*/ 2999 h 125293"/>
                <a:gd name="connsiteX5" fmla="*/ 217582 w 297181"/>
                <a:gd name="connsiteY5" fmla="*/ 14111 h 125293"/>
                <a:gd name="connsiteX6" fmla="*/ 277907 w 297181"/>
                <a:gd name="connsiteY6" fmla="*/ 47448 h 125293"/>
                <a:gd name="connsiteX7" fmla="*/ 247744 w 297181"/>
                <a:gd name="connsiteY7" fmla="*/ 26810 h 125293"/>
                <a:gd name="connsiteX8" fmla="*/ 296957 w 297181"/>
                <a:gd name="connsiteY8" fmla="*/ 71261 h 125293"/>
                <a:gd name="connsiteX9" fmla="*/ 223932 w 297181"/>
                <a:gd name="connsiteY9" fmla="*/ 109361 h 125293"/>
                <a:gd name="connsiteX10" fmla="*/ 152494 w 297181"/>
                <a:gd name="connsiteY10" fmla="*/ 125237 h 125293"/>
                <a:gd name="connsiteX11" fmla="*/ 66769 w 297181"/>
                <a:gd name="connsiteY11" fmla="*/ 107774 h 125293"/>
                <a:gd name="connsiteX12" fmla="*/ 31844 w 297181"/>
                <a:gd name="connsiteY12" fmla="*/ 96661 h 125293"/>
                <a:gd name="connsiteX13" fmla="*/ 94 w 297181"/>
                <a:gd name="connsiteY13" fmla="*/ 79199 h 125293"/>
                <a:gd name="connsiteX0" fmla="*/ 94 w 297181"/>
                <a:gd name="connsiteY0" fmla="*/ 79200 h 125294"/>
                <a:gd name="connsiteX1" fmla="*/ 42958 w 297181"/>
                <a:gd name="connsiteY1" fmla="*/ 41099 h 125294"/>
                <a:gd name="connsiteX2" fmla="*/ 79469 w 297181"/>
                <a:gd name="connsiteY2" fmla="*/ 20463 h 125294"/>
                <a:gd name="connsiteX3" fmla="*/ 135031 w 297181"/>
                <a:gd name="connsiteY3" fmla="*/ 1413 h 125294"/>
                <a:gd name="connsiteX4" fmla="*/ 182657 w 297181"/>
                <a:gd name="connsiteY4" fmla="*/ 3000 h 125294"/>
                <a:gd name="connsiteX5" fmla="*/ 217582 w 297181"/>
                <a:gd name="connsiteY5" fmla="*/ 14112 h 125294"/>
                <a:gd name="connsiteX6" fmla="*/ 277907 w 297181"/>
                <a:gd name="connsiteY6" fmla="*/ 47449 h 125294"/>
                <a:gd name="connsiteX7" fmla="*/ 247744 w 297181"/>
                <a:gd name="connsiteY7" fmla="*/ 26811 h 125294"/>
                <a:gd name="connsiteX8" fmla="*/ 296957 w 297181"/>
                <a:gd name="connsiteY8" fmla="*/ 71262 h 125294"/>
                <a:gd name="connsiteX9" fmla="*/ 223932 w 297181"/>
                <a:gd name="connsiteY9" fmla="*/ 109362 h 125294"/>
                <a:gd name="connsiteX10" fmla="*/ 152494 w 297181"/>
                <a:gd name="connsiteY10" fmla="*/ 125238 h 125294"/>
                <a:gd name="connsiteX11" fmla="*/ 66769 w 297181"/>
                <a:gd name="connsiteY11" fmla="*/ 107775 h 125294"/>
                <a:gd name="connsiteX12" fmla="*/ 31844 w 297181"/>
                <a:gd name="connsiteY12" fmla="*/ 96662 h 125294"/>
                <a:gd name="connsiteX13" fmla="*/ 94 w 297181"/>
                <a:gd name="connsiteY13" fmla="*/ 79200 h 125294"/>
                <a:gd name="connsiteX0" fmla="*/ 94 w 297181"/>
                <a:gd name="connsiteY0" fmla="*/ 79200 h 125294"/>
                <a:gd name="connsiteX1" fmla="*/ 42958 w 297181"/>
                <a:gd name="connsiteY1" fmla="*/ 41099 h 125294"/>
                <a:gd name="connsiteX2" fmla="*/ 79469 w 297181"/>
                <a:gd name="connsiteY2" fmla="*/ 20463 h 125294"/>
                <a:gd name="connsiteX3" fmla="*/ 135031 w 297181"/>
                <a:gd name="connsiteY3" fmla="*/ 1413 h 125294"/>
                <a:gd name="connsiteX4" fmla="*/ 182657 w 297181"/>
                <a:gd name="connsiteY4" fmla="*/ 3000 h 125294"/>
                <a:gd name="connsiteX5" fmla="*/ 222345 w 297181"/>
                <a:gd name="connsiteY5" fmla="*/ 14112 h 125294"/>
                <a:gd name="connsiteX6" fmla="*/ 277907 w 297181"/>
                <a:gd name="connsiteY6" fmla="*/ 47449 h 125294"/>
                <a:gd name="connsiteX7" fmla="*/ 247744 w 297181"/>
                <a:gd name="connsiteY7" fmla="*/ 26811 h 125294"/>
                <a:gd name="connsiteX8" fmla="*/ 296957 w 297181"/>
                <a:gd name="connsiteY8" fmla="*/ 71262 h 125294"/>
                <a:gd name="connsiteX9" fmla="*/ 223932 w 297181"/>
                <a:gd name="connsiteY9" fmla="*/ 109362 h 125294"/>
                <a:gd name="connsiteX10" fmla="*/ 152494 w 297181"/>
                <a:gd name="connsiteY10" fmla="*/ 125238 h 125294"/>
                <a:gd name="connsiteX11" fmla="*/ 66769 w 297181"/>
                <a:gd name="connsiteY11" fmla="*/ 107775 h 125294"/>
                <a:gd name="connsiteX12" fmla="*/ 31844 w 297181"/>
                <a:gd name="connsiteY12" fmla="*/ 96662 h 125294"/>
                <a:gd name="connsiteX13" fmla="*/ 94 w 297181"/>
                <a:gd name="connsiteY13" fmla="*/ 79200 h 125294"/>
                <a:gd name="connsiteX0" fmla="*/ 28 w 297115"/>
                <a:gd name="connsiteY0" fmla="*/ 79200 h 125294"/>
                <a:gd name="connsiteX1" fmla="*/ 42892 w 297115"/>
                <a:gd name="connsiteY1" fmla="*/ 41099 h 125294"/>
                <a:gd name="connsiteX2" fmla="*/ 79403 w 297115"/>
                <a:gd name="connsiteY2" fmla="*/ 20463 h 125294"/>
                <a:gd name="connsiteX3" fmla="*/ 134965 w 297115"/>
                <a:gd name="connsiteY3" fmla="*/ 1413 h 125294"/>
                <a:gd name="connsiteX4" fmla="*/ 182591 w 297115"/>
                <a:gd name="connsiteY4" fmla="*/ 3000 h 125294"/>
                <a:gd name="connsiteX5" fmla="*/ 222279 w 297115"/>
                <a:gd name="connsiteY5" fmla="*/ 14112 h 125294"/>
                <a:gd name="connsiteX6" fmla="*/ 277841 w 297115"/>
                <a:gd name="connsiteY6" fmla="*/ 47449 h 125294"/>
                <a:gd name="connsiteX7" fmla="*/ 247678 w 297115"/>
                <a:gd name="connsiteY7" fmla="*/ 26811 h 125294"/>
                <a:gd name="connsiteX8" fmla="*/ 296891 w 297115"/>
                <a:gd name="connsiteY8" fmla="*/ 71262 h 125294"/>
                <a:gd name="connsiteX9" fmla="*/ 223866 w 297115"/>
                <a:gd name="connsiteY9" fmla="*/ 109362 h 125294"/>
                <a:gd name="connsiteX10" fmla="*/ 152428 w 297115"/>
                <a:gd name="connsiteY10" fmla="*/ 125238 h 125294"/>
                <a:gd name="connsiteX11" fmla="*/ 66703 w 297115"/>
                <a:gd name="connsiteY11" fmla="*/ 107775 h 125294"/>
                <a:gd name="connsiteX12" fmla="*/ 36541 w 297115"/>
                <a:gd name="connsiteY12" fmla="*/ 90312 h 125294"/>
                <a:gd name="connsiteX13" fmla="*/ 28 w 297115"/>
                <a:gd name="connsiteY13" fmla="*/ 79200 h 125294"/>
                <a:gd name="connsiteX0" fmla="*/ 345 w 297432"/>
                <a:gd name="connsiteY0" fmla="*/ 79200 h 125294"/>
                <a:gd name="connsiteX1" fmla="*/ 43209 w 297432"/>
                <a:gd name="connsiteY1" fmla="*/ 41099 h 125294"/>
                <a:gd name="connsiteX2" fmla="*/ 79720 w 297432"/>
                <a:gd name="connsiteY2" fmla="*/ 20463 h 125294"/>
                <a:gd name="connsiteX3" fmla="*/ 135282 w 297432"/>
                <a:gd name="connsiteY3" fmla="*/ 1413 h 125294"/>
                <a:gd name="connsiteX4" fmla="*/ 182908 w 297432"/>
                <a:gd name="connsiteY4" fmla="*/ 3000 h 125294"/>
                <a:gd name="connsiteX5" fmla="*/ 222596 w 297432"/>
                <a:gd name="connsiteY5" fmla="*/ 14112 h 125294"/>
                <a:gd name="connsiteX6" fmla="*/ 278158 w 297432"/>
                <a:gd name="connsiteY6" fmla="*/ 47449 h 125294"/>
                <a:gd name="connsiteX7" fmla="*/ 247995 w 297432"/>
                <a:gd name="connsiteY7" fmla="*/ 26811 h 125294"/>
                <a:gd name="connsiteX8" fmla="*/ 297208 w 297432"/>
                <a:gd name="connsiteY8" fmla="*/ 71262 h 125294"/>
                <a:gd name="connsiteX9" fmla="*/ 224183 w 297432"/>
                <a:gd name="connsiteY9" fmla="*/ 109362 h 125294"/>
                <a:gd name="connsiteX10" fmla="*/ 152745 w 297432"/>
                <a:gd name="connsiteY10" fmla="*/ 125238 h 125294"/>
                <a:gd name="connsiteX11" fmla="*/ 67020 w 297432"/>
                <a:gd name="connsiteY11" fmla="*/ 107775 h 125294"/>
                <a:gd name="connsiteX12" fmla="*/ 24158 w 297432"/>
                <a:gd name="connsiteY12" fmla="*/ 88724 h 125294"/>
                <a:gd name="connsiteX13" fmla="*/ 345 w 297432"/>
                <a:gd name="connsiteY13" fmla="*/ 79200 h 125294"/>
                <a:gd name="connsiteX0" fmla="*/ 345 w 297432"/>
                <a:gd name="connsiteY0" fmla="*/ 79200 h 125294"/>
                <a:gd name="connsiteX1" fmla="*/ 43209 w 297432"/>
                <a:gd name="connsiteY1" fmla="*/ 41099 h 125294"/>
                <a:gd name="connsiteX2" fmla="*/ 79720 w 297432"/>
                <a:gd name="connsiteY2" fmla="*/ 20463 h 125294"/>
                <a:gd name="connsiteX3" fmla="*/ 135282 w 297432"/>
                <a:gd name="connsiteY3" fmla="*/ 1413 h 125294"/>
                <a:gd name="connsiteX4" fmla="*/ 182908 w 297432"/>
                <a:gd name="connsiteY4" fmla="*/ 3000 h 125294"/>
                <a:gd name="connsiteX5" fmla="*/ 222596 w 297432"/>
                <a:gd name="connsiteY5" fmla="*/ 14112 h 125294"/>
                <a:gd name="connsiteX6" fmla="*/ 278158 w 297432"/>
                <a:gd name="connsiteY6" fmla="*/ 47449 h 125294"/>
                <a:gd name="connsiteX7" fmla="*/ 247995 w 297432"/>
                <a:gd name="connsiteY7" fmla="*/ 26811 h 125294"/>
                <a:gd name="connsiteX8" fmla="*/ 297208 w 297432"/>
                <a:gd name="connsiteY8" fmla="*/ 71262 h 125294"/>
                <a:gd name="connsiteX9" fmla="*/ 224183 w 297432"/>
                <a:gd name="connsiteY9" fmla="*/ 109362 h 125294"/>
                <a:gd name="connsiteX10" fmla="*/ 152745 w 297432"/>
                <a:gd name="connsiteY10" fmla="*/ 125238 h 125294"/>
                <a:gd name="connsiteX11" fmla="*/ 82895 w 297432"/>
                <a:gd name="connsiteY11" fmla="*/ 112538 h 125294"/>
                <a:gd name="connsiteX12" fmla="*/ 24158 w 297432"/>
                <a:gd name="connsiteY12" fmla="*/ 88724 h 125294"/>
                <a:gd name="connsiteX13" fmla="*/ 345 w 297432"/>
                <a:gd name="connsiteY13" fmla="*/ 79200 h 125294"/>
                <a:gd name="connsiteX0" fmla="*/ 345 w 297432"/>
                <a:gd name="connsiteY0" fmla="*/ 79200 h 123717"/>
                <a:gd name="connsiteX1" fmla="*/ 43209 w 297432"/>
                <a:gd name="connsiteY1" fmla="*/ 41099 h 123717"/>
                <a:gd name="connsiteX2" fmla="*/ 79720 w 297432"/>
                <a:gd name="connsiteY2" fmla="*/ 20463 h 123717"/>
                <a:gd name="connsiteX3" fmla="*/ 135282 w 297432"/>
                <a:gd name="connsiteY3" fmla="*/ 1413 h 123717"/>
                <a:gd name="connsiteX4" fmla="*/ 182908 w 297432"/>
                <a:gd name="connsiteY4" fmla="*/ 3000 h 123717"/>
                <a:gd name="connsiteX5" fmla="*/ 222596 w 297432"/>
                <a:gd name="connsiteY5" fmla="*/ 14112 h 123717"/>
                <a:gd name="connsiteX6" fmla="*/ 278158 w 297432"/>
                <a:gd name="connsiteY6" fmla="*/ 47449 h 123717"/>
                <a:gd name="connsiteX7" fmla="*/ 247995 w 297432"/>
                <a:gd name="connsiteY7" fmla="*/ 26811 h 123717"/>
                <a:gd name="connsiteX8" fmla="*/ 297208 w 297432"/>
                <a:gd name="connsiteY8" fmla="*/ 71262 h 123717"/>
                <a:gd name="connsiteX9" fmla="*/ 224183 w 297432"/>
                <a:gd name="connsiteY9" fmla="*/ 109362 h 123717"/>
                <a:gd name="connsiteX10" fmla="*/ 168620 w 297432"/>
                <a:gd name="connsiteY10" fmla="*/ 123650 h 123717"/>
                <a:gd name="connsiteX11" fmla="*/ 82895 w 297432"/>
                <a:gd name="connsiteY11" fmla="*/ 112538 h 123717"/>
                <a:gd name="connsiteX12" fmla="*/ 24158 w 297432"/>
                <a:gd name="connsiteY12" fmla="*/ 88724 h 123717"/>
                <a:gd name="connsiteX13" fmla="*/ 345 w 297432"/>
                <a:gd name="connsiteY13" fmla="*/ 79200 h 123717"/>
                <a:gd name="connsiteX0" fmla="*/ 345 w 297292"/>
                <a:gd name="connsiteY0" fmla="*/ 79200 h 123690"/>
                <a:gd name="connsiteX1" fmla="*/ 43209 w 297292"/>
                <a:gd name="connsiteY1" fmla="*/ 41099 h 123690"/>
                <a:gd name="connsiteX2" fmla="*/ 79720 w 297292"/>
                <a:gd name="connsiteY2" fmla="*/ 20463 h 123690"/>
                <a:gd name="connsiteX3" fmla="*/ 135282 w 297292"/>
                <a:gd name="connsiteY3" fmla="*/ 1413 h 123690"/>
                <a:gd name="connsiteX4" fmla="*/ 182908 w 297292"/>
                <a:gd name="connsiteY4" fmla="*/ 3000 h 123690"/>
                <a:gd name="connsiteX5" fmla="*/ 222596 w 297292"/>
                <a:gd name="connsiteY5" fmla="*/ 14112 h 123690"/>
                <a:gd name="connsiteX6" fmla="*/ 278158 w 297292"/>
                <a:gd name="connsiteY6" fmla="*/ 47449 h 123690"/>
                <a:gd name="connsiteX7" fmla="*/ 247995 w 297292"/>
                <a:gd name="connsiteY7" fmla="*/ 26811 h 123690"/>
                <a:gd name="connsiteX8" fmla="*/ 297208 w 297292"/>
                <a:gd name="connsiteY8" fmla="*/ 71262 h 123690"/>
                <a:gd name="connsiteX9" fmla="*/ 233708 w 297292"/>
                <a:gd name="connsiteY9" fmla="*/ 104600 h 123690"/>
                <a:gd name="connsiteX10" fmla="*/ 168620 w 297292"/>
                <a:gd name="connsiteY10" fmla="*/ 123650 h 123690"/>
                <a:gd name="connsiteX11" fmla="*/ 82895 w 297292"/>
                <a:gd name="connsiteY11" fmla="*/ 112538 h 123690"/>
                <a:gd name="connsiteX12" fmla="*/ 24158 w 297292"/>
                <a:gd name="connsiteY12" fmla="*/ 88724 h 123690"/>
                <a:gd name="connsiteX13" fmla="*/ 345 w 297292"/>
                <a:gd name="connsiteY13" fmla="*/ 79200 h 123690"/>
                <a:gd name="connsiteX0" fmla="*/ 345 w 298292"/>
                <a:gd name="connsiteY0" fmla="*/ 79200 h 123686"/>
                <a:gd name="connsiteX1" fmla="*/ 43209 w 298292"/>
                <a:gd name="connsiteY1" fmla="*/ 41099 h 123686"/>
                <a:gd name="connsiteX2" fmla="*/ 79720 w 298292"/>
                <a:gd name="connsiteY2" fmla="*/ 20463 h 123686"/>
                <a:gd name="connsiteX3" fmla="*/ 135282 w 298292"/>
                <a:gd name="connsiteY3" fmla="*/ 1413 h 123686"/>
                <a:gd name="connsiteX4" fmla="*/ 182908 w 298292"/>
                <a:gd name="connsiteY4" fmla="*/ 3000 h 123686"/>
                <a:gd name="connsiteX5" fmla="*/ 222596 w 298292"/>
                <a:gd name="connsiteY5" fmla="*/ 14112 h 123686"/>
                <a:gd name="connsiteX6" fmla="*/ 278158 w 298292"/>
                <a:gd name="connsiteY6" fmla="*/ 47449 h 123686"/>
                <a:gd name="connsiteX7" fmla="*/ 247995 w 298292"/>
                <a:gd name="connsiteY7" fmla="*/ 26811 h 123686"/>
                <a:gd name="connsiteX8" fmla="*/ 297208 w 298292"/>
                <a:gd name="connsiteY8" fmla="*/ 71262 h 123686"/>
                <a:gd name="connsiteX9" fmla="*/ 278158 w 298292"/>
                <a:gd name="connsiteY9" fmla="*/ 79204 h 123686"/>
                <a:gd name="connsiteX10" fmla="*/ 233708 w 298292"/>
                <a:gd name="connsiteY10" fmla="*/ 104600 h 123686"/>
                <a:gd name="connsiteX11" fmla="*/ 168620 w 298292"/>
                <a:gd name="connsiteY11" fmla="*/ 123650 h 123686"/>
                <a:gd name="connsiteX12" fmla="*/ 82895 w 298292"/>
                <a:gd name="connsiteY12" fmla="*/ 112538 h 123686"/>
                <a:gd name="connsiteX13" fmla="*/ 24158 w 298292"/>
                <a:gd name="connsiteY13" fmla="*/ 88724 h 123686"/>
                <a:gd name="connsiteX14" fmla="*/ 345 w 298292"/>
                <a:gd name="connsiteY14" fmla="*/ 79200 h 123686"/>
                <a:gd name="connsiteX0" fmla="*/ 345 w 298292"/>
                <a:gd name="connsiteY0" fmla="*/ 79200 h 123686"/>
                <a:gd name="connsiteX1" fmla="*/ 43209 w 298292"/>
                <a:gd name="connsiteY1" fmla="*/ 41099 h 123686"/>
                <a:gd name="connsiteX2" fmla="*/ 79720 w 298292"/>
                <a:gd name="connsiteY2" fmla="*/ 20463 h 123686"/>
                <a:gd name="connsiteX3" fmla="*/ 135282 w 298292"/>
                <a:gd name="connsiteY3" fmla="*/ 1413 h 123686"/>
                <a:gd name="connsiteX4" fmla="*/ 182908 w 298292"/>
                <a:gd name="connsiteY4" fmla="*/ 3000 h 123686"/>
                <a:gd name="connsiteX5" fmla="*/ 222596 w 298292"/>
                <a:gd name="connsiteY5" fmla="*/ 14112 h 123686"/>
                <a:gd name="connsiteX6" fmla="*/ 225771 w 298292"/>
                <a:gd name="connsiteY6" fmla="*/ 15699 h 123686"/>
                <a:gd name="connsiteX7" fmla="*/ 247995 w 298292"/>
                <a:gd name="connsiteY7" fmla="*/ 26811 h 123686"/>
                <a:gd name="connsiteX8" fmla="*/ 297208 w 298292"/>
                <a:gd name="connsiteY8" fmla="*/ 71262 h 123686"/>
                <a:gd name="connsiteX9" fmla="*/ 278158 w 298292"/>
                <a:gd name="connsiteY9" fmla="*/ 79204 h 123686"/>
                <a:gd name="connsiteX10" fmla="*/ 233708 w 298292"/>
                <a:gd name="connsiteY10" fmla="*/ 104600 h 123686"/>
                <a:gd name="connsiteX11" fmla="*/ 168620 w 298292"/>
                <a:gd name="connsiteY11" fmla="*/ 123650 h 123686"/>
                <a:gd name="connsiteX12" fmla="*/ 82895 w 298292"/>
                <a:gd name="connsiteY12" fmla="*/ 112538 h 123686"/>
                <a:gd name="connsiteX13" fmla="*/ 24158 w 298292"/>
                <a:gd name="connsiteY13" fmla="*/ 88724 h 123686"/>
                <a:gd name="connsiteX14" fmla="*/ 345 w 298292"/>
                <a:gd name="connsiteY14" fmla="*/ 79200 h 123686"/>
                <a:gd name="connsiteX0" fmla="*/ 345 w 297711"/>
                <a:gd name="connsiteY0" fmla="*/ 79200 h 123686"/>
                <a:gd name="connsiteX1" fmla="*/ 43209 w 297711"/>
                <a:gd name="connsiteY1" fmla="*/ 41099 h 123686"/>
                <a:gd name="connsiteX2" fmla="*/ 79720 w 297711"/>
                <a:gd name="connsiteY2" fmla="*/ 20463 h 123686"/>
                <a:gd name="connsiteX3" fmla="*/ 135282 w 297711"/>
                <a:gd name="connsiteY3" fmla="*/ 1413 h 123686"/>
                <a:gd name="connsiteX4" fmla="*/ 182908 w 297711"/>
                <a:gd name="connsiteY4" fmla="*/ 3000 h 123686"/>
                <a:gd name="connsiteX5" fmla="*/ 222596 w 297711"/>
                <a:gd name="connsiteY5" fmla="*/ 14112 h 123686"/>
                <a:gd name="connsiteX6" fmla="*/ 225771 w 297711"/>
                <a:gd name="connsiteY6" fmla="*/ 15699 h 123686"/>
                <a:gd name="connsiteX7" fmla="*/ 286095 w 297711"/>
                <a:gd name="connsiteY7" fmla="*/ 47448 h 123686"/>
                <a:gd name="connsiteX8" fmla="*/ 297208 w 297711"/>
                <a:gd name="connsiteY8" fmla="*/ 71262 h 123686"/>
                <a:gd name="connsiteX9" fmla="*/ 278158 w 297711"/>
                <a:gd name="connsiteY9" fmla="*/ 79204 h 123686"/>
                <a:gd name="connsiteX10" fmla="*/ 233708 w 297711"/>
                <a:gd name="connsiteY10" fmla="*/ 104600 h 123686"/>
                <a:gd name="connsiteX11" fmla="*/ 168620 w 297711"/>
                <a:gd name="connsiteY11" fmla="*/ 123650 h 123686"/>
                <a:gd name="connsiteX12" fmla="*/ 82895 w 297711"/>
                <a:gd name="connsiteY12" fmla="*/ 112538 h 123686"/>
                <a:gd name="connsiteX13" fmla="*/ 24158 w 297711"/>
                <a:gd name="connsiteY13" fmla="*/ 88724 h 123686"/>
                <a:gd name="connsiteX14" fmla="*/ 345 w 297711"/>
                <a:gd name="connsiteY14" fmla="*/ 79200 h 123686"/>
                <a:gd name="connsiteX0" fmla="*/ 345 w 297980"/>
                <a:gd name="connsiteY0" fmla="*/ 79200 h 123686"/>
                <a:gd name="connsiteX1" fmla="*/ 43209 w 297980"/>
                <a:gd name="connsiteY1" fmla="*/ 41099 h 123686"/>
                <a:gd name="connsiteX2" fmla="*/ 79720 w 297980"/>
                <a:gd name="connsiteY2" fmla="*/ 20463 h 123686"/>
                <a:gd name="connsiteX3" fmla="*/ 135282 w 297980"/>
                <a:gd name="connsiteY3" fmla="*/ 1413 h 123686"/>
                <a:gd name="connsiteX4" fmla="*/ 182908 w 297980"/>
                <a:gd name="connsiteY4" fmla="*/ 3000 h 123686"/>
                <a:gd name="connsiteX5" fmla="*/ 222596 w 297980"/>
                <a:gd name="connsiteY5" fmla="*/ 14112 h 123686"/>
                <a:gd name="connsiteX6" fmla="*/ 225771 w 297980"/>
                <a:gd name="connsiteY6" fmla="*/ 15699 h 123686"/>
                <a:gd name="connsiteX7" fmla="*/ 286095 w 297980"/>
                <a:gd name="connsiteY7" fmla="*/ 47448 h 123686"/>
                <a:gd name="connsiteX8" fmla="*/ 297208 w 297980"/>
                <a:gd name="connsiteY8" fmla="*/ 71262 h 123686"/>
                <a:gd name="connsiteX9" fmla="*/ 278158 w 297980"/>
                <a:gd name="connsiteY9" fmla="*/ 79204 h 123686"/>
                <a:gd name="connsiteX10" fmla="*/ 233708 w 297980"/>
                <a:gd name="connsiteY10" fmla="*/ 104600 h 123686"/>
                <a:gd name="connsiteX11" fmla="*/ 168620 w 297980"/>
                <a:gd name="connsiteY11" fmla="*/ 123650 h 123686"/>
                <a:gd name="connsiteX12" fmla="*/ 82895 w 297980"/>
                <a:gd name="connsiteY12" fmla="*/ 112538 h 123686"/>
                <a:gd name="connsiteX13" fmla="*/ 24158 w 297980"/>
                <a:gd name="connsiteY13" fmla="*/ 88724 h 123686"/>
                <a:gd name="connsiteX14" fmla="*/ 345 w 297980"/>
                <a:gd name="connsiteY14" fmla="*/ 79200 h 123686"/>
                <a:gd name="connsiteX0" fmla="*/ 345 w 297469"/>
                <a:gd name="connsiteY0" fmla="*/ 79200 h 123686"/>
                <a:gd name="connsiteX1" fmla="*/ 43209 w 297469"/>
                <a:gd name="connsiteY1" fmla="*/ 41099 h 123686"/>
                <a:gd name="connsiteX2" fmla="*/ 79720 w 297469"/>
                <a:gd name="connsiteY2" fmla="*/ 20463 h 123686"/>
                <a:gd name="connsiteX3" fmla="*/ 135282 w 297469"/>
                <a:gd name="connsiteY3" fmla="*/ 1413 h 123686"/>
                <a:gd name="connsiteX4" fmla="*/ 182908 w 297469"/>
                <a:gd name="connsiteY4" fmla="*/ 3000 h 123686"/>
                <a:gd name="connsiteX5" fmla="*/ 222596 w 297469"/>
                <a:gd name="connsiteY5" fmla="*/ 14112 h 123686"/>
                <a:gd name="connsiteX6" fmla="*/ 244821 w 297469"/>
                <a:gd name="connsiteY6" fmla="*/ 22049 h 123686"/>
                <a:gd name="connsiteX7" fmla="*/ 286095 w 297469"/>
                <a:gd name="connsiteY7" fmla="*/ 47448 h 123686"/>
                <a:gd name="connsiteX8" fmla="*/ 297208 w 297469"/>
                <a:gd name="connsiteY8" fmla="*/ 71262 h 123686"/>
                <a:gd name="connsiteX9" fmla="*/ 278158 w 297469"/>
                <a:gd name="connsiteY9" fmla="*/ 79204 h 123686"/>
                <a:gd name="connsiteX10" fmla="*/ 233708 w 297469"/>
                <a:gd name="connsiteY10" fmla="*/ 104600 h 123686"/>
                <a:gd name="connsiteX11" fmla="*/ 168620 w 297469"/>
                <a:gd name="connsiteY11" fmla="*/ 123650 h 123686"/>
                <a:gd name="connsiteX12" fmla="*/ 82895 w 297469"/>
                <a:gd name="connsiteY12" fmla="*/ 112538 h 123686"/>
                <a:gd name="connsiteX13" fmla="*/ 24158 w 297469"/>
                <a:gd name="connsiteY13" fmla="*/ 88724 h 123686"/>
                <a:gd name="connsiteX14" fmla="*/ 345 w 297469"/>
                <a:gd name="connsiteY14" fmla="*/ 79200 h 123686"/>
                <a:gd name="connsiteX0" fmla="*/ 345 w 297469"/>
                <a:gd name="connsiteY0" fmla="*/ 79200 h 123686"/>
                <a:gd name="connsiteX1" fmla="*/ 43209 w 297469"/>
                <a:gd name="connsiteY1" fmla="*/ 41099 h 123686"/>
                <a:gd name="connsiteX2" fmla="*/ 79720 w 297469"/>
                <a:gd name="connsiteY2" fmla="*/ 20463 h 123686"/>
                <a:gd name="connsiteX3" fmla="*/ 135282 w 297469"/>
                <a:gd name="connsiteY3" fmla="*/ 1413 h 123686"/>
                <a:gd name="connsiteX4" fmla="*/ 182908 w 297469"/>
                <a:gd name="connsiteY4" fmla="*/ 3000 h 123686"/>
                <a:gd name="connsiteX5" fmla="*/ 214659 w 297469"/>
                <a:gd name="connsiteY5" fmla="*/ 9350 h 123686"/>
                <a:gd name="connsiteX6" fmla="*/ 244821 w 297469"/>
                <a:gd name="connsiteY6" fmla="*/ 22049 h 123686"/>
                <a:gd name="connsiteX7" fmla="*/ 286095 w 297469"/>
                <a:gd name="connsiteY7" fmla="*/ 47448 h 123686"/>
                <a:gd name="connsiteX8" fmla="*/ 297208 w 297469"/>
                <a:gd name="connsiteY8" fmla="*/ 71262 h 123686"/>
                <a:gd name="connsiteX9" fmla="*/ 278158 w 297469"/>
                <a:gd name="connsiteY9" fmla="*/ 79204 h 123686"/>
                <a:gd name="connsiteX10" fmla="*/ 233708 w 297469"/>
                <a:gd name="connsiteY10" fmla="*/ 104600 h 123686"/>
                <a:gd name="connsiteX11" fmla="*/ 168620 w 297469"/>
                <a:gd name="connsiteY11" fmla="*/ 123650 h 123686"/>
                <a:gd name="connsiteX12" fmla="*/ 82895 w 297469"/>
                <a:gd name="connsiteY12" fmla="*/ 112538 h 123686"/>
                <a:gd name="connsiteX13" fmla="*/ 24158 w 297469"/>
                <a:gd name="connsiteY13" fmla="*/ 88724 h 123686"/>
                <a:gd name="connsiteX14" fmla="*/ 345 w 297469"/>
                <a:gd name="connsiteY14" fmla="*/ 79200 h 123686"/>
                <a:gd name="connsiteX0" fmla="*/ 345 w 302119"/>
                <a:gd name="connsiteY0" fmla="*/ 79200 h 123686"/>
                <a:gd name="connsiteX1" fmla="*/ 43209 w 302119"/>
                <a:gd name="connsiteY1" fmla="*/ 41099 h 123686"/>
                <a:gd name="connsiteX2" fmla="*/ 79720 w 302119"/>
                <a:gd name="connsiteY2" fmla="*/ 20463 h 123686"/>
                <a:gd name="connsiteX3" fmla="*/ 135282 w 302119"/>
                <a:gd name="connsiteY3" fmla="*/ 1413 h 123686"/>
                <a:gd name="connsiteX4" fmla="*/ 182908 w 302119"/>
                <a:gd name="connsiteY4" fmla="*/ 3000 h 123686"/>
                <a:gd name="connsiteX5" fmla="*/ 214659 w 302119"/>
                <a:gd name="connsiteY5" fmla="*/ 9350 h 123686"/>
                <a:gd name="connsiteX6" fmla="*/ 244821 w 302119"/>
                <a:gd name="connsiteY6" fmla="*/ 22049 h 123686"/>
                <a:gd name="connsiteX7" fmla="*/ 286095 w 302119"/>
                <a:gd name="connsiteY7" fmla="*/ 47448 h 123686"/>
                <a:gd name="connsiteX8" fmla="*/ 301971 w 302119"/>
                <a:gd name="connsiteY8" fmla="*/ 77612 h 123686"/>
                <a:gd name="connsiteX9" fmla="*/ 278158 w 302119"/>
                <a:gd name="connsiteY9" fmla="*/ 79204 h 123686"/>
                <a:gd name="connsiteX10" fmla="*/ 233708 w 302119"/>
                <a:gd name="connsiteY10" fmla="*/ 104600 h 123686"/>
                <a:gd name="connsiteX11" fmla="*/ 168620 w 302119"/>
                <a:gd name="connsiteY11" fmla="*/ 123650 h 123686"/>
                <a:gd name="connsiteX12" fmla="*/ 82895 w 302119"/>
                <a:gd name="connsiteY12" fmla="*/ 112538 h 123686"/>
                <a:gd name="connsiteX13" fmla="*/ 24158 w 302119"/>
                <a:gd name="connsiteY13" fmla="*/ 88724 h 123686"/>
                <a:gd name="connsiteX14" fmla="*/ 345 w 302119"/>
                <a:gd name="connsiteY14" fmla="*/ 79200 h 123686"/>
                <a:gd name="connsiteX0" fmla="*/ 345 w 302119"/>
                <a:gd name="connsiteY0" fmla="*/ 79200 h 123686"/>
                <a:gd name="connsiteX1" fmla="*/ 43209 w 302119"/>
                <a:gd name="connsiteY1" fmla="*/ 41099 h 123686"/>
                <a:gd name="connsiteX2" fmla="*/ 79720 w 302119"/>
                <a:gd name="connsiteY2" fmla="*/ 20463 h 123686"/>
                <a:gd name="connsiteX3" fmla="*/ 135282 w 302119"/>
                <a:gd name="connsiteY3" fmla="*/ 1413 h 123686"/>
                <a:gd name="connsiteX4" fmla="*/ 182908 w 302119"/>
                <a:gd name="connsiteY4" fmla="*/ 3000 h 123686"/>
                <a:gd name="connsiteX5" fmla="*/ 222597 w 302119"/>
                <a:gd name="connsiteY5" fmla="*/ 10937 h 123686"/>
                <a:gd name="connsiteX6" fmla="*/ 244821 w 302119"/>
                <a:gd name="connsiteY6" fmla="*/ 22049 h 123686"/>
                <a:gd name="connsiteX7" fmla="*/ 286095 w 302119"/>
                <a:gd name="connsiteY7" fmla="*/ 47448 h 123686"/>
                <a:gd name="connsiteX8" fmla="*/ 301971 w 302119"/>
                <a:gd name="connsiteY8" fmla="*/ 77612 h 123686"/>
                <a:gd name="connsiteX9" fmla="*/ 278158 w 302119"/>
                <a:gd name="connsiteY9" fmla="*/ 79204 h 123686"/>
                <a:gd name="connsiteX10" fmla="*/ 233708 w 302119"/>
                <a:gd name="connsiteY10" fmla="*/ 104600 h 123686"/>
                <a:gd name="connsiteX11" fmla="*/ 168620 w 302119"/>
                <a:gd name="connsiteY11" fmla="*/ 123650 h 123686"/>
                <a:gd name="connsiteX12" fmla="*/ 82895 w 302119"/>
                <a:gd name="connsiteY12" fmla="*/ 112538 h 123686"/>
                <a:gd name="connsiteX13" fmla="*/ 24158 w 302119"/>
                <a:gd name="connsiteY13" fmla="*/ 88724 h 123686"/>
                <a:gd name="connsiteX14" fmla="*/ 345 w 302119"/>
                <a:gd name="connsiteY14" fmla="*/ 79200 h 123686"/>
                <a:gd name="connsiteX0" fmla="*/ 345 w 302119"/>
                <a:gd name="connsiteY0" fmla="*/ 83370 h 127856"/>
                <a:gd name="connsiteX1" fmla="*/ 43209 w 302119"/>
                <a:gd name="connsiteY1" fmla="*/ 45269 h 127856"/>
                <a:gd name="connsiteX2" fmla="*/ 79720 w 302119"/>
                <a:gd name="connsiteY2" fmla="*/ 24633 h 127856"/>
                <a:gd name="connsiteX3" fmla="*/ 135282 w 302119"/>
                <a:gd name="connsiteY3" fmla="*/ 5583 h 127856"/>
                <a:gd name="connsiteX4" fmla="*/ 178146 w 302119"/>
                <a:gd name="connsiteY4" fmla="*/ 820 h 127856"/>
                <a:gd name="connsiteX5" fmla="*/ 222597 w 302119"/>
                <a:gd name="connsiteY5" fmla="*/ 15107 h 127856"/>
                <a:gd name="connsiteX6" fmla="*/ 244821 w 302119"/>
                <a:gd name="connsiteY6" fmla="*/ 26219 h 127856"/>
                <a:gd name="connsiteX7" fmla="*/ 286095 w 302119"/>
                <a:gd name="connsiteY7" fmla="*/ 51618 h 127856"/>
                <a:gd name="connsiteX8" fmla="*/ 301971 w 302119"/>
                <a:gd name="connsiteY8" fmla="*/ 81782 h 127856"/>
                <a:gd name="connsiteX9" fmla="*/ 278158 w 302119"/>
                <a:gd name="connsiteY9" fmla="*/ 83374 h 127856"/>
                <a:gd name="connsiteX10" fmla="*/ 233708 w 302119"/>
                <a:gd name="connsiteY10" fmla="*/ 108770 h 127856"/>
                <a:gd name="connsiteX11" fmla="*/ 168620 w 302119"/>
                <a:gd name="connsiteY11" fmla="*/ 127820 h 127856"/>
                <a:gd name="connsiteX12" fmla="*/ 82895 w 302119"/>
                <a:gd name="connsiteY12" fmla="*/ 116708 h 127856"/>
                <a:gd name="connsiteX13" fmla="*/ 24158 w 302119"/>
                <a:gd name="connsiteY13" fmla="*/ 92894 h 127856"/>
                <a:gd name="connsiteX14" fmla="*/ 345 w 302119"/>
                <a:gd name="connsiteY14" fmla="*/ 83370 h 127856"/>
                <a:gd name="connsiteX0" fmla="*/ 345 w 302119"/>
                <a:gd name="connsiteY0" fmla="*/ 83370 h 127856"/>
                <a:gd name="connsiteX1" fmla="*/ 43209 w 302119"/>
                <a:gd name="connsiteY1" fmla="*/ 45269 h 127856"/>
                <a:gd name="connsiteX2" fmla="*/ 79720 w 302119"/>
                <a:gd name="connsiteY2" fmla="*/ 24633 h 127856"/>
                <a:gd name="connsiteX3" fmla="*/ 135282 w 302119"/>
                <a:gd name="connsiteY3" fmla="*/ 5583 h 127856"/>
                <a:gd name="connsiteX4" fmla="*/ 178146 w 302119"/>
                <a:gd name="connsiteY4" fmla="*/ 820 h 127856"/>
                <a:gd name="connsiteX5" fmla="*/ 227360 w 302119"/>
                <a:gd name="connsiteY5" fmla="*/ 10344 h 127856"/>
                <a:gd name="connsiteX6" fmla="*/ 244821 w 302119"/>
                <a:gd name="connsiteY6" fmla="*/ 26219 h 127856"/>
                <a:gd name="connsiteX7" fmla="*/ 286095 w 302119"/>
                <a:gd name="connsiteY7" fmla="*/ 51618 h 127856"/>
                <a:gd name="connsiteX8" fmla="*/ 301971 w 302119"/>
                <a:gd name="connsiteY8" fmla="*/ 81782 h 127856"/>
                <a:gd name="connsiteX9" fmla="*/ 278158 w 302119"/>
                <a:gd name="connsiteY9" fmla="*/ 83374 h 127856"/>
                <a:gd name="connsiteX10" fmla="*/ 233708 w 302119"/>
                <a:gd name="connsiteY10" fmla="*/ 108770 h 127856"/>
                <a:gd name="connsiteX11" fmla="*/ 168620 w 302119"/>
                <a:gd name="connsiteY11" fmla="*/ 127820 h 127856"/>
                <a:gd name="connsiteX12" fmla="*/ 82895 w 302119"/>
                <a:gd name="connsiteY12" fmla="*/ 116708 h 127856"/>
                <a:gd name="connsiteX13" fmla="*/ 24158 w 302119"/>
                <a:gd name="connsiteY13" fmla="*/ 92894 h 127856"/>
                <a:gd name="connsiteX14" fmla="*/ 345 w 302119"/>
                <a:gd name="connsiteY14" fmla="*/ 83370 h 127856"/>
                <a:gd name="connsiteX0" fmla="*/ 345 w 302108"/>
                <a:gd name="connsiteY0" fmla="*/ 83370 h 127856"/>
                <a:gd name="connsiteX1" fmla="*/ 43209 w 302108"/>
                <a:gd name="connsiteY1" fmla="*/ 45269 h 127856"/>
                <a:gd name="connsiteX2" fmla="*/ 79720 w 302108"/>
                <a:gd name="connsiteY2" fmla="*/ 24633 h 127856"/>
                <a:gd name="connsiteX3" fmla="*/ 135282 w 302108"/>
                <a:gd name="connsiteY3" fmla="*/ 5583 h 127856"/>
                <a:gd name="connsiteX4" fmla="*/ 178146 w 302108"/>
                <a:gd name="connsiteY4" fmla="*/ 820 h 127856"/>
                <a:gd name="connsiteX5" fmla="*/ 227360 w 302108"/>
                <a:gd name="connsiteY5" fmla="*/ 10344 h 127856"/>
                <a:gd name="connsiteX6" fmla="*/ 249583 w 302108"/>
                <a:gd name="connsiteY6" fmla="*/ 26219 h 127856"/>
                <a:gd name="connsiteX7" fmla="*/ 286095 w 302108"/>
                <a:gd name="connsiteY7" fmla="*/ 51618 h 127856"/>
                <a:gd name="connsiteX8" fmla="*/ 301971 w 302108"/>
                <a:gd name="connsiteY8" fmla="*/ 81782 h 127856"/>
                <a:gd name="connsiteX9" fmla="*/ 278158 w 302108"/>
                <a:gd name="connsiteY9" fmla="*/ 83374 h 127856"/>
                <a:gd name="connsiteX10" fmla="*/ 233708 w 302108"/>
                <a:gd name="connsiteY10" fmla="*/ 108770 h 127856"/>
                <a:gd name="connsiteX11" fmla="*/ 168620 w 302108"/>
                <a:gd name="connsiteY11" fmla="*/ 127820 h 127856"/>
                <a:gd name="connsiteX12" fmla="*/ 82895 w 302108"/>
                <a:gd name="connsiteY12" fmla="*/ 116708 h 127856"/>
                <a:gd name="connsiteX13" fmla="*/ 24158 w 302108"/>
                <a:gd name="connsiteY13" fmla="*/ 92894 h 127856"/>
                <a:gd name="connsiteX14" fmla="*/ 345 w 302108"/>
                <a:gd name="connsiteY14" fmla="*/ 83370 h 127856"/>
                <a:gd name="connsiteX0" fmla="*/ 345 w 300542"/>
                <a:gd name="connsiteY0" fmla="*/ 83370 h 127856"/>
                <a:gd name="connsiteX1" fmla="*/ 43209 w 300542"/>
                <a:gd name="connsiteY1" fmla="*/ 45269 h 127856"/>
                <a:gd name="connsiteX2" fmla="*/ 79720 w 300542"/>
                <a:gd name="connsiteY2" fmla="*/ 24633 h 127856"/>
                <a:gd name="connsiteX3" fmla="*/ 135282 w 300542"/>
                <a:gd name="connsiteY3" fmla="*/ 5583 h 127856"/>
                <a:gd name="connsiteX4" fmla="*/ 178146 w 300542"/>
                <a:gd name="connsiteY4" fmla="*/ 820 h 127856"/>
                <a:gd name="connsiteX5" fmla="*/ 227360 w 300542"/>
                <a:gd name="connsiteY5" fmla="*/ 10344 h 127856"/>
                <a:gd name="connsiteX6" fmla="*/ 249583 w 300542"/>
                <a:gd name="connsiteY6" fmla="*/ 26219 h 127856"/>
                <a:gd name="connsiteX7" fmla="*/ 286095 w 300542"/>
                <a:gd name="connsiteY7" fmla="*/ 51618 h 127856"/>
                <a:gd name="connsiteX8" fmla="*/ 300384 w 300542"/>
                <a:gd name="connsiteY8" fmla="*/ 77020 h 127856"/>
                <a:gd name="connsiteX9" fmla="*/ 278158 w 300542"/>
                <a:gd name="connsiteY9" fmla="*/ 83374 h 127856"/>
                <a:gd name="connsiteX10" fmla="*/ 233708 w 300542"/>
                <a:gd name="connsiteY10" fmla="*/ 108770 h 127856"/>
                <a:gd name="connsiteX11" fmla="*/ 168620 w 300542"/>
                <a:gd name="connsiteY11" fmla="*/ 127820 h 127856"/>
                <a:gd name="connsiteX12" fmla="*/ 82895 w 300542"/>
                <a:gd name="connsiteY12" fmla="*/ 116708 h 127856"/>
                <a:gd name="connsiteX13" fmla="*/ 24158 w 300542"/>
                <a:gd name="connsiteY13" fmla="*/ 92894 h 127856"/>
                <a:gd name="connsiteX14" fmla="*/ 345 w 300542"/>
                <a:gd name="connsiteY14" fmla="*/ 83370 h 127856"/>
                <a:gd name="connsiteX0" fmla="*/ 345 w 300429"/>
                <a:gd name="connsiteY0" fmla="*/ 83370 h 127856"/>
                <a:gd name="connsiteX1" fmla="*/ 43209 w 300429"/>
                <a:gd name="connsiteY1" fmla="*/ 45269 h 127856"/>
                <a:gd name="connsiteX2" fmla="*/ 79720 w 300429"/>
                <a:gd name="connsiteY2" fmla="*/ 24633 h 127856"/>
                <a:gd name="connsiteX3" fmla="*/ 135282 w 300429"/>
                <a:gd name="connsiteY3" fmla="*/ 5583 h 127856"/>
                <a:gd name="connsiteX4" fmla="*/ 178146 w 300429"/>
                <a:gd name="connsiteY4" fmla="*/ 820 h 127856"/>
                <a:gd name="connsiteX5" fmla="*/ 227360 w 300429"/>
                <a:gd name="connsiteY5" fmla="*/ 10344 h 127856"/>
                <a:gd name="connsiteX6" fmla="*/ 249583 w 300429"/>
                <a:gd name="connsiteY6" fmla="*/ 26219 h 127856"/>
                <a:gd name="connsiteX7" fmla="*/ 282920 w 300429"/>
                <a:gd name="connsiteY7" fmla="*/ 46856 h 127856"/>
                <a:gd name="connsiteX8" fmla="*/ 300384 w 300429"/>
                <a:gd name="connsiteY8" fmla="*/ 77020 h 127856"/>
                <a:gd name="connsiteX9" fmla="*/ 278158 w 300429"/>
                <a:gd name="connsiteY9" fmla="*/ 83374 h 127856"/>
                <a:gd name="connsiteX10" fmla="*/ 233708 w 300429"/>
                <a:gd name="connsiteY10" fmla="*/ 108770 h 127856"/>
                <a:gd name="connsiteX11" fmla="*/ 168620 w 300429"/>
                <a:gd name="connsiteY11" fmla="*/ 127820 h 127856"/>
                <a:gd name="connsiteX12" fmla="*/ 82895 w 300429"/>
                <a:gd name="connsiteY12" fmla="*/ 116708 h 127856"/>
                <a:gd name="connsiteX13" fmla="*/ 24158 w 300429"/>
                <a:gd name="connsiteY13" fmla="*/ 92894 h 127856"/>
                <a:gd name="connsiteX14" fmla="*/ 345 w 300429"/>
                <a:gd name="connsiteY14" fmla="*/ 83370 h 127856"/>
                <a:gd name="connsiteX0" fmla="*/ 345 w 300429"/>
                <a:gd name="connsiteY0" fmla="*/ 83370 h 127856"/>
                <a:gd name="connsiteX1" fmla="*/ 43209 w 300429"/>
                <a:gd name="connsiteY1" fmla="*/ 45269 h 127856"/>
                <a:gd name="connsiteX2" fmla="*/ 79720 w 300429"/>
                <a:gd name="connsiteY2" fmla="*/ 24633 h 127856"/>
                <a:gd name="connsiteX3" fmla="*/ 135282 w 300429"/>
                <a:gd name="connsiteY3" fmla="*/ 5583 h 127856"/>
                <a:gd name="connsiteX4" fmla="*/ 178146 w 300429"/>
                <a:gd name="connsiteY4" fmla="*/ 820 h 127856"/>
                <a:gd name="connsiteX5" fmla="*/ 227360 w 300429"/>
                <a:gd name="connsiteY5" fmla="*/ 10344 h 127856"/>
                <a:gd name="connsiteX6" fmla="*/ 249583 w 300429"/>
                <a:gd name="connsiteY6" fmla="*/ 23044 h 127856"/>
                <a:gd name="connsiteX7" fmla="*/ 282920 w 300429"/>
                <a:gd name="connsiteY7" fmla="*/ 46856 h 127856"/>
                <a:gd name="connsiteX8" fmla="*/ 300384 w 300429"/>
                <a:gd name="connsiteY8" fmla="*/ 77020 h 127856"/>
                <a:gd name="connsiteX9" fmla="*/ 278158 w 300429"/>
                <a:gd name="connsiteY9" fmla="*/ 83374 h 127856"/>
                <a:gd name="connsiteX10" fmla="*/ 233708 w 300429"/>
                <a:gd name="connsiteY10" fmla="*/ 108770 h 127856"/>
                <a:gd name="connsiteX11" fmla="*/ 168620 w 300429"/>
                <a:gd name="connsiteY11" fmla="*/ 127820 h 127856"/>
                <a:gd name="connsiteX12" fmla="*/ 82895 w 300429"/>
                <a:gd name="connsiteY12" fmla="*/ 116708 h 127856"/>
                <a:gd name="connsiteX13" fmla="*/ 24158 w 300429"/>
                <a:gd name="connsiteY13" fmla="*/ 92894 h 127856"/>
                <a:gd name="connsiteX14" fmla="*/ 345 w 300429"/>
                <a:gd name="connsiteY14" fmla="*/ 83370 h 127856"/>
                <a:gd name="connsiteX0" fmla="*/ 345 w 300429"/>
                <a:gd name="connsiteY0" fmla="*/ 83250 h 127736"/>
                <a:gd name="connsiteX1" fmla="*/ 43209 w 300429"/>
                <a:gd name="connsiteY1" fmla="*/ 45149 h 127736"/>
                <a:gd name="connsiteX2" fmla="*/ 81307 w 300429"/>
                <a:gd name="connsiteY2" fmla="*/ 18163 h 127736"/>
                <a:gd name="connsiteX3" fmla="*/ 135282 w 300429"/>
                <a:gd name="connsiteY3" fmla="*/ 5463 h 127736"/>
                <a:gd name="connsiteX4" fmla="*/ 178146 w 300429"/>
                <a:gd name="connsiteY4" fmla="*/ 700 h 127736"/>
                <a:gd name="connsiteX5" fmla="*/ 227360 w 300429"/>
                <a:gd name="connsiteY5" fmla="*/ 10224 h 127736"/>
                <a:gd name="connsiteX6" fmla="*/ 249583 w 300429"/>
                <a:gd name="connsiteY6" fmla="*/ 22924 h 127736"/>
                <a:gd name="connsiteX7" fmla="*/ 282920 w 300429"/>
                <a:gd name="connsiteY7" fmla="*/ 46736 h 127736"/>
                <a:gd name="connsiteX8" fmla="*/ 300384 w 300429"/>
                <a:gd name="connsiteY8" fmla="*/ 76900 h 127736"/>
                <a:gd name="connsiteX9" fmla="*/ 278158 w 300429"/>
                <a:gd name="connsiteY9" fmla="*/ 83254 h 127736"/>
                <a:gd name="connsiteX10" fmla="*/ 233708 w 300429"/>
                <a:gd name="connsiteY10" fmla="*/ 108650 h 127736"/>
                <a:gd name="connsiteX11" fmla="*/ 168620 w 300429"/>
                <a:gd name="connsiteY11" fmla="*/ 127700 h 127736"/>
                <a:gd name="connsiteX12" fmla="*/ 82895 w 300429"/>
                <a:gd name="connsiteY12" fmla="*/ 116588 h 127736"/>
                <a:gd name="connsiteX13" fmla="*/ 24158 w 300429"/>
                <a:gd name="connsiteY13" fmla="*/ 92774 h 127736"/>
                <a:gd name="connsiteX14" fmla="*/ 345 w 300429"/>
                <a:gd name="connsiteY14" fmla="*/ 83250 h 127736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509 h 127995"/>
                <a:gd name="connsiteX1" fmla="*/ 43209 w 300429"/>
                <a:gd name="connsiteY1" fmla="*/ 45408 h 127995"/>
                <a:gd name="connsiteX2" fmla="*/ 81307 w 300429"/>
                <a:gd name="connsiteY2" fmla="*/ 18422 h 127995"/>
                <a:gd name="connsiteX3" fmla="*/ 135282 w 300429"/>
                <a:gd name="connsiteY3" fmla="*/ 2547 h 127995"/>
                <a:gd name="connsiteX4" fmla="*/ 178146 w 300429"/>
                <a:gd name="connsiteY4" fmla="*/ 959 h 127995"/>
                <a:gd name="connsiteX5" fmla="*/ 227360 w 300429"/>
                <a:gd name="connsiteY5" fmla="*/ 10483 h 127995"/>
                <a:gd name="connsiteX6" fmla="*/ 249583 w 300429"/>
                <a:gd name="connsiteY6" fmla="*/ 23183 h 127995"/>
                <a:gd name="connsiteX7" fmla="*/ 282920 w 300429"/>
                <a:gd name="connsiteY7" fmla="*/ 46995 h 127995"/>
                <a:gd name="connsiteX8" fmla="*/ 300384 w 300429"/>
                <a:gd name="connsiteY8" fmla="*/ 77159 h 127995"/>
                <a:gd name="connsiteX9" fmla="*/ 278158 w 300429"/>
                <a:gd name="connsiteY9" fmla="*/ 83513 h 127995"/>
                <a:gd name="connsiteX10" fmla="*/ 233708 w 300429"/>
                <a:gd name="connsiteY10" fmla="*/ 108909 h 127995"/>
                <a:gd name="connsiteX11" fmla="*/ 168620 w 300429"/>
                <a:gd name="connsiteY11" fmla="*/ 127959 h 127995"/>
                <a:gd name="connsiteX12" fmla="*/ 82895 w 300429"/>
                <a:gd name="connsiteY12" fmla="*/ 116847 h 127995"/>
                <a:gd name="connsiteX13" fmla="*/ 24158 w 300429"/>
                <a:gd name="connsiteY13" fmla="*/ 93033 h 127995"/>
                <a:gd name="connsiteX14" fmla="*/ 345 w 300429"/>
                <a:gd name="connsiteY14" fmla="*/ 83509 h 127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0429" h="127995">
                  <a:moveTo>
                    <a:pt x="345" y="83509"/>
                  </a:moveTo>
                  <a:cubicBezTo>
                    <a:pt x="3520" y="75572"/>
                    <a:pt x="29715" y="56256"/>
                    <a:pt x="43209" y="45408"/>
                  </a:cubicBezTo>
                  <a:cubicBezTo>
                    <a:pt x="56703" y="34560"/>
                    <a:pt x="42942" y="41440"/>
                    <a:pt x="81307" y="18422"/>
                  </a:cubicBezTo>
                  <a:cubicBezTo>
                    <a:pt x="124434" y="-3009"/>
                    <a:pt x="122317" y="3869"/>
                    <a:pt x="135282" y="2547"/>
                  </a:cubicBezTo>
                  <a:cubicBezTo>
                    <a:pt x="148247" y="1225"/>
                    <a:pt x="126024" y="-1423"/>
                    <a:pt x="178146" y="959"/>
                  </a:cubicBezTo>
                  <a:cubicBezTo>
                    <a:pt x="193756" y="1753"/>
                    <a:pt x="215454" y="6779"/>
                    <a:pt x="227360" y="10483"/>
                  </a:cubicBezTo>
                  <a:cubicBezTo>
                    <a:pt x="239266" y="14187"/>
                    <a:pt x="240323" y="17098"/>
                    <a:pt x="249583" y="23183"/>
                  </a:cubicBezTo>
                  <a:cubicBezTo>
                    <a:pt x="258843" y="29268"/>
                    <a:pt x="274453" y="37999"/>
                    <a:pt x="282920" y="46995"/>
                  </a:cubicBezTo>
                  <a:cubicBezTo>
                    <a:pt x="291387" y="55991"/>
                    <a:pt x="301178" y="71073"/>
                    <a:pt x="300384" y="77159"/>
                  </a:cubicBezTo>
                  <a:cubicBezTo>
                    <a:pt x="299590" y="83245"/>
                    <a:pt x="288741" y="77957"/>
                    <a:pt x="278158" y="83513"/>
                  </a:cubicBezTo>
                  <a:cubicBezTo>
                    <a:pt x="267575" y="89069"/>
                    <a:pt x="251964" y="101501"/>
                    <a:pt x="233708" y="108909"/>
                  </a:cubicBezTo>
                  <a:cubicBezTo>
                    <a:pt x="215452" y="116317"/>
                    <a:pt x="198518" y="128753"/>
                    <a:pt x="168620" y="127959"/>
                  </a:cubicBezTo>
                  <a:cubicBezTo>
                    <a:pt x="138722" y="127165"/>
                    <a:pt x="106972" y="122668"/>
                    <a:pt x="82895" y="116847"/>
                  </a:cubicBezTo>
                  <a:cubicBezTo>
                    <a:pt x="58818" y="111026"/>
                    <a:pt x="31566" y="97266"/>
                    <a:pt x="24158" y="93033"/>
                  </a:cubicBezTo>
                  <a:cubicBezTo>
                    <a:pt x="16750" y="88800"/>
                    <a:pt x="-2830" y="91447"/>
                    <a:pt x="345" y="83509"/>
                  </a:cubicBez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4783A10-3854-4027-9191-FF2E37457BDE}"/>
                </a:ext>
              </a:extLst>
            </p:cNvPr>
            <p:cNvSpPr/>
            <p:nvPr/>
          </p:nvSpPr>
          <p:spPr>
            <a:xfrm rot="227284">
              <a:off x="2177061" y="2876778"/>
              <a:ext cx="272201" cy="244928"/>
            </a:xfrm>
            <a:custGeom>
              <a:avLst/>
              <a:gdLst>
                <a:gd name="connsiteX0" fmla="*/ 13527 w 147543"/>
                <a:gd name="connsiteY0" fmla="*/ 8840 h 124154"/>
                <a:gd name="connsiteX1" fmla="*/ 827 w 147543"/>
                <a:gd name="connsiteY1" fmla="*/ 58053 h 124154"/>
                <a:gd name="connsiteX2" fmla="*/ 19877 w 147543"/>
                <a:gd name="connsiteY2" fmla="*/ 118378 h 124154"/>
                <a:gd name="connsiteX3" fmla="*/ 78615 w 147543"/>
                <a:gd name="connsiteY3" fmla="*/ 121553 h 124154"/>
                <a:gd name="connsiteX4" fmla="*/ 126240 w 147543"/>
                <a:gd name="connsiteY4" fmla="*/ 116790 h 124154"/>
                <a:gd name="connsiteX5" fmla="*/ 143702 w 147543"/>
                <a:gd name="connsiteY5" fmla="*/ 91390 h 124154"/>
                <a:gd name="connsiteX6" fmla="*/ 146877 w 147543"/>
                <a:gd name="connsiteY6" fmla="*/ 37415 h 124154"/>
                <a:gd name="connsiteX7" fmla="*/ 134177 w 147543"/>
                <a:gd name="connsiteY7" fmla="*/ 8840 h 124154"/>
                <a:gd name="connsiteX8" fmla="*/ 99252 w 147543"/>
                <a:gd name="connsiteY8" fmla="*/ 903 h 124154"/>
                <a:gd name="connsiteX9" fmla="*/ 13527 w 147543"/>
                <a:gd name="connsiteY9" fmla="*/ 8840 h 124154"/>
                <a:gd name="connsiteX0" fmla="*/ 13527 w 147543"/>
                <a:gd name="connsiteY0" fmla="*/ 8840 h 137082"/>
                <a:gd name="connsiteX1" fmla="*/ 827 w 147543"/>
                <a:gd name="connsiteY1" fmla="*/ 58053 h 137082"/>
                <a:gd name="connsiteX2" fmla="*/ 19877 w 147543"/>
                <a:gd name="connsiteY2" fmla="*/ 118378 h 137082"/>
                <a:gd name="connsiteX3" fmla="*/ 84762 w 147543"/>
                <a:gd name="connsiteY3" fmla="*/ 137074 h 137082"/>
                <a:gd name="connsiteX4" fmla="*/ 126240 w 147543"/>
                <a:gd name="connsiteY4" fmla="*/ 116790 h 137082"/>
                <a:gd name="connsiteX5" fmla="*/ 143702 w 147543"/>
                <a:gd name="connsiteY5" fmla="*/ 91390 h 137082"/>
                <a:gd name="connsiteX6" fmla="*/ 146877 w 147543"/>
                <a:gd name="connsiteY6" fmla="*/ 37415 h 137082"/>
                <a:gd name="connsiteX7" fmla="*/ 134177 w 147543"/>
                <a:gd name="connsiteY7" fmla="*/ 8840 h 137082"/>
                <a:gd name="connsiteX8" fmla="*/ 99252 w 147543"/>
                <a:gd name="connsiteY8" fmla="*/ 903 h 137082"/>
                <a:gd name="connsiteX9" fmla="*/ 13527 w 147543"/>
                <a:gd name="connsiteY9" fmla="*/ 8840 h 137082"/>
                <a:gd name="connsiteX0" fmla="*/ 13527 w 147543"/>
                <a:gd name="connsiteY0" fmla="*/ 4221 h 141776"/>
                <a:gd name="connsiteX1" fmla="*/ 827 w 147543"/>
                <a:gd name="connsiteY1" fmla="*/ 62747 h 141776"/>
                <a:gd name="connsiteX2" fmla="*/ 19877 w 147543"/>
                <a:gd name="connsiteY2" fmla="*/ 123072 h 141776"/>
                <a:gd name="connsiteX3" fmla="*/ 84762 w 147543"/>
                <a:gd name="connsiteY3" fmla="*/ 141768 h 141776"/>
                <a:gd name="connsiteX4" fmla="*/ 126240 w 147543"/>
                <a:gd name="connsiteY4" fmla="*/ 121484 h 141776"/>
                <a:gd name="connsiteX5" fmla="*/ 143702 w 147543"/>
                <a:gd name="connsiteY5" fmla="*/ 96084 h 141776"/>
                <a:gd name="connsiteX6" fmla="*/ 146877 w 147543"/>
                <a:gd name="connsiteY6" fmla="*/ 42109 h 141776"/>
                <a:gd name="connsiteX7" fmla="*/ 134177 w 147543"/>
                <a:gd name="connsiteY7" fmla="*/ 13534 h 141776"/>
                <a:gd name="connsiteX8" fmla="*/ 99252 w 147543"/>
                <a:gd name="connsiteY8" fmla="*/ 5597 h 141776"/>
                <a:gd name="connsiteX9" fmla="*/ 13527 w 147543"/>
                <a:gd name="connsiteY9" fmla="*/ 4221 h 141776"/>
                <a:gd name="connsiteX0" fmla="*/ 21951 w 146745"/>
                <a:gd name="connsiteY0" fmla="*/ 11110 h 136249"/>
                <a:gd name="connsiteX1" fmla="*/ 29 w 146745"/>
                <a:gd name="connsiteY1" fmla="*/ 57220 h 136249"/>
                <a:gd name="connsiteX2" fmla="*/ 19079 w 146745"/>
                <a:gd name="connsiteY2" fmla="*/ 117545 h 136249"/>
                <a:gd name="connsiteX3" fmla="*/ 83964 w 146745"/>
                <a:gd name="connsiteY3" fmla="*/ 136241 h 136249"/>
                <a:gd name="connsiteX4" fmla="*/ 125442 w 146745"/>
                <a:gd name="connsiteY4" fmla="*/ 115957 h 136249"/>
                <a:gd name="connsiteX5" fmla="*/ 142904 w 146745"/>
                <a:gd name="connsiteY5" fmla="*/ 90557 h 136249"/>
                <a:gd name="connsiteX6" fmla="*/ 146079 w 146745"/>
                <a:gd name="connsiteY6" fmla="*/ 36582 h 136249"/>
                <a:gd name="connsiteX7" fmla="*/ 133379 w 146745"/>
                <a:gd name="connsiteY7" fmla="*/ 8007 h 136249"/>
                <a:gd name="connsiteX8" fmla="*/ 98454 w 146745"/>
                <a:gd name="connsiteY8" fmla="*/ 70 h 136249"/>
                <a:gd name="connsiteX9" fmla="*/ 21951 w 146745"/>
                <a:gd name="connsiteY9" fmla="*/ 11110 h 136249"/>
                <a:gd name="connsiteX0" fmla="*/ 18850 w 146718"/>
                <a:gd name="connsiteY0" fmla="*/ 5021 h 139471"/>
                <a:gd name="connsiteX1" fmla="*/ 2 w 146718"/>
                <a:gd name="connsiteY1" fmla="*/ 60442 h 139471"/>
                <a:gd name="connsiteX2" fmla="*/ 19052 w 146718"/>
                <a:gd name="connsiteY2" fmla="*/ 120767 h 139471"/>
                <a:gd name="connsiteX3" fmla="*/ 83937 w 146718"/>
                <a:gd name="connsiteY3" fmla="*/ 139463 h 139471"/>
                <a:gd name="connsiteX4" fmla="*/ 125415 w 146718"/>
                <a:gd name="connsiteY4" fmla="*/ 119179 h 139471"/>
                <a:gd name="connsiteX5" fmla="*/ 142877 w 146718"/>
                <a:gd name="connsiteY5" fmla="*/ 93779 h 139471"/>
                <a:gd name="connsiteX6" fmla="*/ 146052 w 146718"/>
                <a:gd name="connsiteY6" fmla="*/ 39804 h 139471"/>
                <a:gd name="connsiteX7" fmla="*/ 133352 w 146718"/>
                <a:gd name="connsiteY7" fmla="*/ 11229 h 139471"/>
                <a:gd name="connsiteX8" fmla="*/ 98427 w 146718"/>
                <a:gd name="connsiteY8" fmla="*/ 3292 h 139471"/>
                <a:gd name="connsiteX9" fmla="*/ 18850 w 146718"/>
                <a:gd name="connsiteY9" fmla="*/ 5021 h 139471"/>
                <a:gd name="connsiteX0" fmla="*/ 18848 w 146493"/>
                <a:gd name="connsiteY0" fmla="*/ 4734 h 139184"/>
                <a:gd name="connsiteX1" fmla="*/ 0 w 146493"/>
                <a:gd name="connsiteY1" fmla="*/ 60155 h 139184"/>
                <a:gd name="connsiteX2" fmla="*/ 19050 w 146493"/>
                <a:gd name="connsiteY2" fmla="*/ 120480 h 139184"/>
                <a:gd name="connsiteX3" fmla="*/ 83935 w 146493"/>
                <a:gd name="connsiteY3" fmla="*/ 139176 h 139184"/>
                <a:gd name="connsiteX4" fmla="*/ 125413 w 146493"/>
                <a:gd name="connsiteY4" fmla="*/ 118892 h 139184"/>
                <a:gd name="connsiteX5" fmla="*/ 142875 w 146493"/>
                <a:gd name="connsiteY5" fmla="*/ 93492 h 139184"/>
                <a:gd name="connsiteX6" fmla="*/ 146050 w 146493"/>
                <a:gd name="connsiteY6" fmla="*/ 39517 h 139184"/>
                <a:gd name="connsiteX7" fmla="*/ 136423 w 146493"/>
                <a:gd name="connsiteY7" fmla="*/ 4734 h 139184"/>
                <a:gd name="connsiteX8" fmla="*/ 98425 w 146493"/>
                <a:gd name="connsiteY8" fmla="*/ 3005 h 139184"/>
                <a:gd name="connsiteX9" fmla="*/ 18848 w 146493"/>
                <a:gd name="connsiteY9" fmla="*/ 4734 h 139184"/>
                <a:gd name="connsiteX0" fmla="*/ 18848 w 146493"/>
                <a:gd name="connsiteY0" fmla="*/ 4734 h 139786"/>
                <a:gd name="connsiteX1" fmla="*/ 0 w 146493"/>
                <a:gd name="connsiteY1" fmla="*/ 60155 h 139786"/>
                <a:gd name="connsiteX2" fmla="*/ 19050 w 146493"/>
                <a:gd name="connsiteY2" fmla="*/ 120480 h 139786"/>
                <a:gd name="connsiteX3" fmla="*/ 83935 w 146493"/>
                <a:gd name="connsiteY3" fmla="*/ 139176 h 139786"/>
                <a:gd name="connsiteX4" fmla="*/ 125413 w 146493"/>
                <a:gd name="connsiteY4" fmla="*/ 131307 h 139786"/>
                <a:gd name="connsiteX5" fmla="*/ 142875 w 146493"/>
                <a:gd name="connsiteY5" fmla="*/ 93492 h 139786"/>
                <a:gd name="connsiteX6" fmla="*/ 146050 w 146493"/>
                <a:gd name="connsiteY6" fmla="*/ 39517 h 139786"/>
                <a:gd name="connsiteX7" fmla="*/ 136423 w 146493"/>
                <a:gd name="connsiteY7" fmla="*/ 4734 h 139786"/>
                <a:gd name="connsiteX8" fmla="*/ 98425 w 146493"/>
                <a:gd name="connsiteY8" fmla="*/ 3005 h 139786"/>
                <a:gd name="connsiteX9" fmla="*/ 18848 w 146493"/>
                <a:gd name="connsiteY9" fmla="*/ 4734 h 139786"/>
                <a:gd name="connsiteX0" fmla="*/ 21485 w 149130"/>
                <a:gd name="connsiteY0" fmla="*/ 4734 h 139569"/>
                <a:gd name="connsiteX1" fmla="*/ 2637 w 149130"/>
                <a:gd name="connsiteY1" fmla="*/ 60155 h 139569"/>
                <a:gd name="connsiteX2" fmla="*/ 9393 w 149130"/>
                <a:gd name="connsiteY2" fmla="*/ 129793 h 139569"/>
                <a:gd name="connsiteX3" fmla="*/ 86572 w 149130"/>
                <a:gd name="connsiteY3" fmla="*/ 139176 h 139569"/>
                <a:gd name="connsiteX4" fmla="*/ 128050 w 149130"/>
                <a:gd name="connsiteY4" fmla="*/ 131307 h 139569"/>
                <a:gd name="connsiteX5" fmla="*/ 145512 w 149130"/>
                <a:gd name="connsiteY5" fmla="*/ 93492 h 139569"/>
                <a:gd name="connsiteX6" fmla="*/ 148687 w 149130"/>
                <a:gd name="connsiteY6" fmla="*/ 39517 h 139569"/>
                <a:gd name="connsiteX7" fmla="*/ 139060 w 149130"/>
                <a:gd name="connsiteY7" fmla="*/ 4734 h 139569"/>
                <a:gd name="connsiteX8" fmla="*/ 101062 w 149130"/>
                <a:gd name="connsiteY8" fmla="*/ 3005 h 139569"/>
                <a:gd name="connsiteX9" fmla="*/ 21485 w 149130"/>
                <a:gd name="connsiteY9" fmla="*/ 4734 h 139569"/>
                <a:gd name="connsiteX0" fmla="*/ 25946 w 153591"/>
                <a:gd name="connsiteY0" fmla="*/ 4734 h 139569"/>
                <a:gd name="connsiteX1" fmla="*/ 951 w 153591"/>
                <a:gd name="connsiteY1" fmla="*/ 60155 h 139569"/>
                <a:gd name="connsiteX2" fmla="*/ 13854 w 153591"/>
                <a:gd name="connsiteY2" fmla="*/ 129793 h 139569"/>
                <a:gd name="connsiteX3" fmla="*/ 91033 w 153591"/>
                <a:gd name="connsiteY3" fmla="*/ 139176 h 139569"/>
                <a:gd name="connsiteX4" fmla="*/ 132511 w 153591"/>
                <a:gd name="connsiteY4" fmla="*/ 131307 h 139569"/>
                <a:gd name="connsiteX5" fmla="*/ 149973 w 153591"/>
                <a:gd name="connsiteY5" fmla="*/ 93492 h 139569"/>
                <a:gd name="connsiteX6" fmla="*/ 153148 w 153591"/>
                <a:gd name="connsiteY6" fmla="*/ 39517 h 139569"/>
                <a:gd name="connsiteX7" fmla="*/ 143521 w 153591"/>
                <a:gd name="connsiteY7" fmla="*/ 4734 h 139569"/>
                <a:gd name="connsiteX8" fmla="*/ 105523 w 153591"/>
                <a:gd name="connsiteY8" fmla="*/ 3005 h 139569"/>
                <a:gd name="connsiteX9" fmla="*/ 25946 w 153591"/>
                <a:gd name="connsiteY9" fmla="*/ 4734 h 139569"/>
                <a:gd name="connsiteX0" fmla="*/ 25948 w 156424"/>
                <a:gd name="connsiteY0" fmla="*/ 4734 h 139569"/>
                <a:gd name="connsiteX1" fmla="*/ 953 w 156424"/>
                <a:gd name="connsiteY1" fmla="*/ 60155 h 139569"/>
                <a:gd name="connsiteX2" fmla="*/ 13856 w 156424"/>
                <a:gd name="connsiteY2" fmla="*/ 129793 h 139569"/>
                <a:gd name="connsiteX3" fmla="*/ 91035 w 156424"/>
                <a:gd name="connsiteY3" fmla="*/ 139176 h 139569"/>
                <a:gd name="connsiteX4" fmla="*/ 132513 w 156424"/>
                <a:gd name="connsiteY4" fmla="*/ 131307 h 139569"/>
                <a:gd name="connsiteX5" fmla="*/ 149975 w 156424"/>
                <a:gd name="connsiteY5" fmla="*/ 93492 h 139569"/>
                <a:gd name="connsiteX6" fmla="*/ 156222 w 156424"/>
                <a:gd name="connsiteY6" fmla="*/ 58139 h 139569"/>
                <a:gd name="connsiteX7" fmla="*/ 143523 w 156424"/>
                <a:gd name="connsiteY7" fmla="*/ 4734 h 139569"/>
                <a:gd name="connsiteX8" fmla="*/ 105525 w 156424"/>
                <a:gd name="connsiteY8" fmla="*/ 3005 h 139569"/>
                <a:gd name="connsiteX9" fmla="*/ 25948 w 156424"/>
                <a:gd name="connsiteY9" fmla="*/ 4734 h 139569"/>
                <a:gd name="connsiteX0" fmla="*/ 26319 w 156795"/>
                <a:gd name="connsiteY0" fmla="*/ 4734 h 139491"/>
                <a:gd name="connsiteX1" fmla="*/ 1324 w 156795"/>
                <a:gd name="connsiteY1" fmla="*/ 60155 h 139491"/>
                <a:gd name="connsiteX2" fmla="*/ 12923 w 156795"/>
                <a:gd name="connsiteY2" fmla="*/ 125021 h 139491"/>
                <a:gd name="connsiteX3" fmla="*/ 91406 w 156795"/>
                <a:gd name="connsiteY3" fmla="*/ 139176 h 139491"/>
                <a:gd name="connsiteX4" fmla="*/ 132884 w 156795"/>
                <a:gd name="connsiteY4" fmla="*/ 131307 h 139491"/>
                <a:gd name="connsiteX5" fmla="*/ 150346 w 156795"/>
                <a:gd name="connsiteY5" fmla="*/ 93492 h 139491"/>
                <a:gd name="connsiteX6" fmla="*/ 156593 w 156795"/>
                <a:gd name="connsiteY6" fmla="*/ 58139 h 139491"/>
                <a:gd name="connsiteX7" fmla="*/ 143894 w 156795"/>
                <a:gd name="connsiteY7" fmla="*/ 4734 h 139491"/>
                <a:gd name="connsiteX8" fmla="*/ 105896 w 156795"/>
                <a:gd name="connsiteY8" fmla="*/ 3005 h 139491"/>
                <a:gd name="connsiteX9" fmla="*/ 26319 w 156795"/>
                <a:gd name="connsiteY9" fmla="*/ 4734 h 139491"/>
                <a:gd name="connsiteX0" fmla="*/ 25999 w 156475"/>
                <a:gd name="connsiteY0" fmla="*/ 4734 h 139491"/>
                <a:gd name="connsiteX1" fmla="*/ 1004 w 156475"/>
                <a:gd name="connsiteY1" fmla="*/ 60155 h 139491"/>
                <a:gd name="connsiteX2" fmla="*/ 12603 w 156475"/>
                <a:gd name="connsiteY2" fmla="*/ 125021 h 139491"/>
                <a:gd name="connsiteX3" fmla="*/ 80658 w 156475"/>
                <a:gd name="connsiteY3" fmla="*/ 139176 h 139491"/>
                <a:gd name="connsiteX4" fmla="*/ 132564 w 156475"/>
                <a:gd name="connsiteY4" fmla="*/ 131307 h 139491"/>
                <a:gd name="connsiteX5" fmla="*/ 150026 w 156475"/>
                <a:gd name="connsiteY5" fmla="*/ 93492 h 139491"/>
                <a:gd name="connsiteX6" fmla="*/ 156273 w 156475"/>
                <a:gd name="connsiteY6" fmla="*/ 58139 h 139491"/>
                <a:gd name="connsiteX7" fmla="*/ 143574 w 156475"/>
                <a:gd name="connsiteY7" fmla="*/ 4734 h 139491"/>
                <a:gd name="connsiteX8" fmla="*/ 105576 w 156475"/>
                <a:gd name="connsiteY8" fmla="*/ 3005 h 139491"/>
                <a:gd name="connsiteX9" fmla="*/ 25999 w 156475"/>
                <a:gd name="connsiteY9" fmla="*/ 4734 h 139491"/>
                <a:gd name="connsiteX0" fmla="*/ 25999 w 156466"/>
                <a:gd name="connsiteY0" fmla="*/ 4734 h 139208"/>
                <a:gd name="connsiteX1" fmla="*/ 1004 w 156466"/>
                <a:gd name="connsiteY1" fmla="*/ 60155 h 139208"/>
                <a:gd name="connsiteX2" fmla="*/ 12603 w 156466"/>
                <a:gd name="connsiteY2" fmla="*/ 125021 h 139208"/>
                <a:gd name="connsiteX3" fmla="*/ 80658 w 156466"/>
                <a:gd name="connsiteY3" fmla="*/ 139176 h 139208"/>
                <a:gd name="connsiteX4" fmla="*/ 133867 w 156466"/>
                <a:gd name="connsiteY4" fmla="*/ 127728 h 139208"/>
                <a:gd name="connsiteX5" fmla="*/ 150026 w 156466"/>
                <a:gd name="connsiteY5" fmla="*/ 93492 h 139208"/>
                <a:gd name="connsiteX6" fmla="*/ 156273 w 156466"/>
                <a:gd name="connsiteY6" fmla="*/ 58139 h 139208"/>
                <a:gd name="connsiteX7" fmla="*/ 143574 w 156466"/>
                <a:gd name="connsiteY7" fmla="*/ 4734 h 139208"/>
                <a:gd name="connsiteX8" fmla="*/ 105576 w 156466"/>
                <a:gd name="connsiteY8" fmla="*/ 3005 h 139208"/>
                <a:gd name="connsiteX9" fmla="*/ 25999 w 156466"/>
                <a:gd name="connsiteY9" fmla="*/ 4734 h 139208"/>
                <a:gd name="connsiteX0" fmla="*/ 25999 w 156466"/>
                <a:gd name="connsiteY0" fmla="*/ 10093 h 144567"/>
                <a:gd name="connsiteX1" fmla="*/ 1004 w 156466"/>
                <a:gd name="connsiteY1" fmla="*/ 65514 h 144567"/>
                <a:gd name="connsiteX2" fmla="*/ 12603 w 156466"/>
                <a:gd name="connsiteY2" fmla="*/ 130380 h 144567"/>
                <a:gd name="connsiteX3" fmla="*/ 80658 w 156466"/>
                <a:gd name="connsiteY3" fmla="*/ 144535 h 144567"/>
                <a:gd name="connsiteX4" fmla="*/ 133867 w 156466"/>
                <a:gd name="connsiteY4" fmla="*/ 133087 h 144567"/>
                <a:gd name="connsiteX5" fmla="*/ 150026 w 156466"/>
                <a:gd name="connsiteY5" fmla="*/ 98851 h 144567"/>
                <a:gd name="connsiteX6" fmla="*/ 156273 w 156466"/>
                <a:gd name="connsiteY6" fmla="*/ 63498 h 144567"/>
                <a:gd name="connsiteX7" fmla="*/ 143574 w 156466"/>
                <a:gd name="connsiteY7" fmla="*/ 10093 h 144567"/>
                <a:gd name="connsiteX8" fmla="*/ 89934 w 156466"/>
                <a:gd name="connsiteY8" fmla="*/ 14 h 144567"/>
                <a:gd name="connsiteX9" fmla="*/ 25999 w 156466"/>
                <a:gd name="connsiteY9" fmla="*/ 10093 h 144567"/>
                <a:gd name="connsiteX0" fmla="*/ 25999 w 156530"/>
                <a:gd name="connsiteY0" fmla="*/ 10232 h 144706"/>
                <a:gd name="connsiteX1" fmla="*/ 1004 w 156530"/>
                <a:gd name="connsiteY1" fmla="*/ 65653 h 144706"/>
                <a:gd name="connsiteX2" fmla="*/ 12603 w 156530"/>
                <a:gd name="connsiteY2" fmla="*/ 130519 h 144706"/>
                <a:gd name="connsiteX3" fmla="*/ 80658 w 156530"/>
                <a:gd name="connsiteY3" fmla="*/ 144674 h 144706"/>
                <a:gd name="connsiteX4" fmla="*/ 133867 w 156530"/>
                <a:gd name="connsiteY4" fmla="*/ 133226 h 144706"/>
                <a:gd name="connsiteX5" fmla="*/ 150026 w 156530"/>
                <a:gd name="connsiteY5" fmla="*/ 98990 h 144706"/>
                <a:gd name="connsiteX6" fmla="*/ 156273 w 156530"/>
                <a:gd name="connsiteY6" fmla="*/ 63637 h 144706"/>
                <a:gd name="connsiteX7" fmla="*/ 142270 w 156530"/>
                <a:gd name="connsiteY7" fmla="*/ 12618 h 144706"/>
                <a:gd name="connsiteX8" fmla="*/ 89934 w 156530"/>
                <a:gd name="connsiteY8" fmla="*/ 153 h 144706"/>
                <a:gd name="connsiteX9" fmla="*/ 25999 w 156530"/>
                <a:gd name="connsiteY9" fmla="*/ 10232 h 144706"/>
                <a:gd name="connsiteX0" fmla="*/ 25999 w 156530"/>
                <a:gd name="connsiteY0" fmla="*/ 10232 h 144706"/>
                <a:gd name="connsiteX1" fmla="*/ 1004 w 156530"/>
                <a:gd name="connsiteY1" fmla="*/ 65653 h 144706"/>
                <a:gd name="connsiteX2" fmla="*/ 12603 w 156530"/>
                <a:gd name="connsiteY2" fmla="*/ 130519 h 144706"/>
                <a:gd name="connsiteX3" fmla="*/ 80658 w 156530"/>
                <a:gd name="connsiteY3" fmla="*/ 144674 h 144706"/>
                <a:gd name="connsiteX4" fmla="*/ 133867 w 156530"/>
                <a:gd name="connsiteY4" fmla="*/ 133226 h 144706"/>
                <a:gd name="connsiteX5" fmla="*/ 150026 w 156530"/>
                <a:gd name="connsiteY5" fmla="*/ 98990 h 144706"/>
                <a:gd name="connsiteX6" fmla="*/ 156273 w 156530"/>
                <a:gd name="connsiteY6" fmla="*/ 63637 h 144706"/>
                <a:gd name="connsiteX7" fmla="*/ 142270 w 156530"/>
                <a:gd name="connsiteY7" fmla="*/ 12618 h 144706"/>
                <a:gd name="connsiteX8" fmla="*/ 89934 w 156530"/>
                <a:gd name="connsiteY8" fmla="*/ 153 h 144706"/>
                <a:gd name="connsiteX9" fmla="*/ 25999 w 156530"/>
                <a:gd name="connsiteY9" fmla="*/ 10232 h 144706"/>
                <a:gd name="connsiteX0" fmla="*/ 25999 w 156961"/>
                <a:gd name="connsiteY0" fmla="*/ 10232 h 144702"/>
                <a:gd name="connsiteX1" fmla="*/ 1004 w 156961"/>
                <a:gd name="connsiteY1" fmla="*/ 65653 h 144702"/>
                <a:gd name="connsiteX2" fmla="*/ 12603 w 156961"/>
                <a:gd name="connsiteY2" fmla="*/ 130519 h 144702"/>
                <a:gd name="connsiteX3" fmla="*/ 80658 w 156961"/>
                <a:gd name="connsiteY3" fmla="*/ 144674 h 144702"/>
                <a:gd name="connsiteX4" fmla="*/ 133867 w 156961"/>
                <a:gd name="connsiteY4" fmla="*/ 133226 h 144702"/>
                <a:gd name="connsiteX5" fmla="*/ 152633 w 156961"/>
                <a:gd name="connsiteY5" fmla="*/ 102569 h 144702"/>
                <a:gd name="connsiteX6" fmla="*/ 156273 w 156961"/>
                <a:gd name="connsiteY6" fmla="*/ 63637 h 144702"/>
                <a:gd name="connsiteX7" fmla="*/ 142270 w 156961"/>
                <a:gd name="connsiteY7" fmla="*/ 12618 h 144702"/>
                <a:gd name="connsiteX8" fmla="*/ 89934 w 156961"/>
                <a:gd name="connsiteY8" fmla="*/ 153 h 144702"/>
                <a:gd name="connsiteX9" fmla="*/ 25999 w 156961"/>
                <a:gd name="connsiteY9" fmla="*/ 10232 h 144702"/>
                <a:gd name="connsiteX0" fmla="*/ 25999 w 157373"/>
                <a:gd name="connsiteY0" fmla="*/ 10232 h 144706"/>
                <a:gd name="connsiteX1" fmla="*/ 1004 w 157373"/>
                <a:gd name="connsiteY1" fmla="*/ 65653 h 144706"/>
                <a:gd name="connsiteX2" fmla="*/ 12603 w 157373"/>
                <a:gd name="connsiteY2" fmla="*/ 130519 h 144706"/>
                <a:gd name="connsiteX3" fmla="*/ 80658 w 157373"/>
                <a:gd name="connsiteY3" fmla="*/ 144674 h 144706"/>
                <a:gd name="connsiteX4" fmla="*/ 133867 w 157373"/>
                <a:gd name="connsiteY4" fmla="*/ 133226 h 144706"/>
                <a:gd name="connsiteX5" fmla="*/ 153937 w 157373"/>
                <a:gd name="connsiteY5" fmla="*/ 98990 h 144706"/>
                <a:gd name="connsiteX6" fmla="*/ 156273 w 157373"/>
                <a:gd name="connsiteY6" fmla="*/ 63637 h 144706"/>
                <a:gd name="connsiteX7" fmla="*/ 142270 w 157373"/>
                <a:gd name="connsiteY7" fmla="*/ 12618 h 144706"/>
                <a:gd name="connsiteX8" fmla="*/ 89934 w 157373"/>
                <a:gd name="connsiteY8" fmla="*/ 153 h 144706"/>
                <a:gd name="connsiteX9" fmla="*/ 25999 w 157373"/>
                <a:gd name="connsiteY9" fmla="*/ 10232 h 144706"/>
                <a:gd name="connsiteX0" fmla="*/ 25999 w 157688"/>
                <a:gd name="connsiteY0" fmla="*/ 10232 h 144706"/>
                <a:gd name="connsiteX1" fmla="*/ 1004 w 157688"/>
                <a:gd name="connsiteY1" fmla="*/ 65653 h 144706"/>
                <a:gd name="connsiteX2" fmla="*/ 12603 w 157688"/>
                <a:gd name="connsiteY2" fmla="*/ 130519 h 144706"/>
                <a:gd name="connsiteX3" fmla="*/ 80658 w 157688"/>
                <a:gd name="connsiteY3" fmla="*/ 144674 h 144706"/>
                <a:gd name="connsiteX4" fmla="*/ 127350 w 157688"/>
                <a:gd name="connsiteY4" fmla="*/ 133226 h 144706"/>
                <a:gd name="connsiteX5" fmla="*/ 153937 w 157688"/>
                <a:gd name="connsiteY5" fmla="*/ 98990 h 144706"/>
                <a:gd name="connsiteX6" fmla="*/ 156273 w 157688"/>
                <a:gd name="connsiteY6" fmla="*/ 63637 h 144706"/>
                <a:gd name="connsiteX7" fmla="*/ 142270 w 157688"/>
                <a:gd name="connsiteY7" fmla="*/ 12618 h 144706"/>
                <a:gd name="connsiteX8" fmla="*/ 89934 w 157688"/>
                <a:gd name="connsiteY8" fmla="*/ 153 h 144706"/>
                <a:gd name="connsiteX9" fmla="*/ 25999 w 157688"/>
                <a:gd name="connsiteY9" fmla="*/ 10232 h 144706"/>
                <a:gd name="connsiteX0" fmla="*/ 25999 w 157688"/>
                <a:gd name="connsiteY0" fmla="*/ 10232 h 144966"/>
                <a:gd name="connsiteX1" fmla="*/ 1004 w 157688"/>
                <a:gd name="connsiteY1" fmla="*/ 65653 h 144966"/>
                <a:gd name="connsiteX2" fmla="*/ 12603 w 157688"/>
                <a:gd name="connsiteY2" fmla="*/ 123361 h 144966"/>
                <a:gd name="connsiteX3" fmla="*/ 80658 w 157688"/>
                <a:gd name="connsiteY3" fmla="*/ 144674 h 144966"/>
                <a:gd name="connsiteX4" fmla="*/ 127350 w 157688"/>
                <a:gd name="connsiteY4" fmla="*/ 133226 h 144966"/>
                <a:gd name="connsiteX5" fmla="*/ 153937 w 157688"/>
                <a:gd name="connsiteY5" fmla="*/ 98990 h 144966"/>
                <a:gd name="connsiteX6" fmla="*/ 156273 w 157688"/>
                <a:gd name="connsiteY6" fmla="*/ 63637 h 144966"/>
                <a:gd name="connsiteX7" fmla="*/ 142270 w 157688"/>
                <a:gd name="connsiteY7" fmla="*/ 12618 h 144966"/>
                <a:gd name="connsiteX8" fmla="*/ 89934 w 157688"/>
                <a:gd name="connsiteY8" fmla="*/ 153 h 144966"/>
                <a:gd name="connsiteX9" fmla="*/ 25999 w 157688"/>
                <a:gd name="connsiteY9" fmla="*/ 10232 h 144966"/>
                <a:gd name="connsiteX0" fmla="*/ 25999 w 157688"/>
                <a:gd name="connsiteY0" fmla="*/ 10232 h 144966"/>
                <a:gd name="connsiteX1" fmla="*/ 1004 w 157688"/>
                <a:gd name="connsiteY1" fmla="*/ 65653 h 144966"/>
                <a:gd name="connsiteX2" fmla="*/ 12603 w 157688"/>
                <a:gd name="connsiteY2" fmla="*/ 123361 h 144966"/>
                <a:gd name="connsiteX3" fmla="*/ 80658 w 157688"/>
                <a:gd name="connsiteY3" fmla="*/ 144674 h 144966"/>
                <a:gd name="connsiteX4" fmla="*/ 127350 w 157688"/>
                <a:gd name="connsiteY4" fmla="*/ 133226 h 144966"/>
                <a:gd name="connsiteX5" fmla="*/ 153937 w 157688"/>
                <a:gd name="connsiteY5" fmla="*/ 98990 h 144966"/>
                <a:gd name="connsiteX6" fmla="*/ 156273 w 157688"/>
                <a:gd name="connsiteY6" fmla="*/ 63637 h 144966"/>
                <a:gd name="connsiteX7" fmla="*/ 142270 w 157688"/>
                <a:gd name="connsiteY7" fmla="*/ 12618 h 144966"/>
                <a:gd name="connsiteX8" fmla="*/ 89934 w 157688"/>
                <a:gd name="connsiteY8" fmla="*/ 153 h 144966"/>
                <a:gd name="connsiteX9" fmla="*/ 25999 w 157688"/>
                <a:gd name="connsiteY9" fmla="*/ 10232 h 144966"/>
                <a:gd name="connsiteX0" fmla="*/ 25932 w 157621"/>
                <a:gd name="connsiteY0" fmla="*/ 10232 h 140513"/>
                <a:gd name="connsiteX1" fmla="*/ 937 w 157621"/>
                <a:gd name="connsiteY1" fmla="*/ 65653 h 140513"/>
                <a:gd name="connsiteX2" fmla="*/ 12536 w 157621"/>
                <a:gd name="connsiteY2" fmla="*/ 123361 h 140513"/>
                <a:gd name="connsiteX3" fmla="*/ 77984 w 157621"/>
                <a:gd name="connsiteY3" fmla="*/ 139903 h 140513"/>
                <a:gd name="connsiteX4" fmla="*/ 127283 w 157621"/>
                <a:gd name="connsiteY4" fmla="*/ 133226 h 140513"/>
                <a:gd name="connsiteX5" fmla="*/ 153870 w 157621"/>
                <a:gd name="connsiteY5" fmla="*/ 98990 h 140513"/>
                <a:gd name="connsiteX6" fmla="*/ 156206 w 157621"/>
                <a:gd name="connsiteY6" fmla="*/ 63637 h 140513"/>
                <a:gd name="connsiteX7" fmla="*/ 142203 w 157621"/>
                <a:gd name="connsiteY7" fmla="*/ 12618 h 140513"/>
                <a:gd name="connsiteX8" fmla="*/ 89867 w 157621"/>
                <a:gd name="connsiteY8" fmla="*/ 153 h 140513"/>
                <a:gd name="connsiteX9" fmla="*/ 25932 w 157621"/>
                <a:gd name="connsiteY9" fmla="*/ 10232 h 140513"/>
                <a:gd name="connsiteX0" fmla="*/ 25932 w 157621"/>
                <a:gd name="connsiteY0" fmla="*/ 10232 h 140152"/>
                <a:gd name="connsiteX1" fmla="*/ 937 w 157621"/>
                <a:gd name="connsiteY1" fmla="*/ 65653 h 140152"/>
                <a:gd name="connsiteX2" fmla="*/ 12536 w 157621"/>
                <a:gd name="connsiteY2" fmla="*/ 123361 h 140152"/>
                <a:gd name="connsiteX3" fmla="*/ 77984 w 157621"/>
                <a:gd name="connsiteY3" fmla="*/ 139903 h 140152"/>
                <a:gd name="connsiteX4" fmla="*/ 127283 w 157621"/>
                <a:gd name="connsiteY4" fmla="*/ 130841 h 140152"/>
                <a:gd name="connsiteX5" fmla="*/ 153870 w 157621"/>
                <a:gd name="connsiteY5" fmla="*/ 98990 h 140152"/>
                <a:gd name="connsiteX6" fmla="*/ 156206 w 157621"/>
                <a:gd name="connsiteY6" fmla="*/ 63637 h 140152"/>
                <a:gd name="connsiteX7" fmla="*/ 142203 w 157621"/>
                <a:gd name="connsiteY7" fmla="*/ 12618 h 140152"/>
                <a:gd name="connsiteX8" fmla="*/ 89867 w 157621"/>
                <a:gd name="connsiteY8" fmla="*/ 153 h 140152"/>
                <a:gd name="connsiteX9" fmla="*/ 25932 w 157621"/>
                <a:gd name="connsiteY9" fmla="*/ 10232 h 140152"/>
                <a:gd name="connsiteX0" fmla="*/ 25932 w 157620"/>
                <a:gd name="connsiteY0" fmla="*/ 10232 h 140152"/>
                <a:gd name="connsiteX1" fmla="*/ 937 w 157620"/>
                <a:gd name="connsiteY1" fmla="*/ 65653 h 140152"/>
                <a:gd name="connsiteX2" fmla="*/ 12536 w 157620"/>
                <a:gd name="connsiteY2" fmla="*/ 123361 h 140152"/>
                <a:gd name="connsiteX3" fmla="*/ 77984 w 157620"/>
                <a:gd name="connsiteY3" fmla="*/ 139903 h 140152"/>
                <a:gd name="connsiteX4" fmla="*/ 127283 w 157620"/>
                <a:gd name="connsiteY4" fmla="*/ 130841 h 140152"/>
                <a:gd name="connsiteX5" fmla="*/ 153870 w 157620"/>
                <a:gd name="connsiteY5" fmla="*/ 98990 h 140152"/>
                <a:gd name="connsiteX6" fmla="*/ 156206 w 157620"/>
                <a:gd name="connsiteY6" fmla="*/ 60059 h 140152"/>
                <a:gd name="connsiteX7" fmla="*/ 142203 w 157620"/>
                <a:gd name="connsiteY7" fmla="*/ 12618 h 140152"/>
                <a:gd name="connsiteX8" fmla="*/ 89867 w 157620"/>
                <a:gd name="connsiteY8" fmla="*/ 153 h 140152"/>
                <a:gd name="connsiteX9" fmla="*/ 25932 w 157620"/>
                <a:gd name="connsiteY9" fmla="*/ 10232 h 140152"/>
                <a:gd name="connsiteX0" fmla="*/ 25932 w 159605"/>
                <a:gd name="connsiteY0" fmla="*/ 10232 h 140152"/>
                <a:gd name="connsiteX1" fmla="*/ 937 w 159605"/>
                <a:gd name="connsiteY1" fmla="*/ 65653 h 140152"/>
                <a:gd name="connsiteX2" fmla="*/ 12536 w 159605"/>
                <a:gd name="connsiteY2" fmla="*/ 123361 h 140152"/>
                <a:gd name="connsiteX3" fmla="*/ 77984 w 159605"/>
                <a:gd name="connsiteY3" fmla="*/ 139903 h 140152"/>
                <a:gd name="connsiteX4" fmla="*/ 127283 w 159605"/>
                <a:gd name="connsiteY4" fmla="*/ 130841 h 140152"/>
                <a:gd name="connsiteX5" fmla="*/ 153870 w 159605"/>
                <a:gd name="connsiteY5" fmla="*/ 98990 h 140152"/>
                <a:gd name="connsiteX6" fmla="*/ 158813 w 159605"/>
                <a:gd name="connsiteY6" fmla="*/ 60059 h 140152"/>
                <a:gd name="connsiteX7" fmla="*/ 142203 w 159605"/>
                <a:gd name="connsiteY7" fmla="*/ 12618 h 140152"/>
                <a:gd name="connsiteX8" fmla="*/ 89867 w 159605"/>
                <a:gd name="connsiteY8" fmla="*/ 153 h 140152"/>
                <a:gd name="connsiteX9" fmla="*/ 25932 w 159605"/>
                <a:gd name="connsiteY9" fmla="*/ 10232 h 140152"/>
                <a:gd name="connsiteX0" fmla="*/ 25932 w 158846"/>
                <a:gd name="connsiteY0" fmla="*/ 10232 h 140152"/>
                <a:gd name="connsiteX1" fmla="*/ 937 w 158846"/>
                <a:gd name="connsiteY1" fmla="*/ 65653 h 140152"/>
                <a:gd name="connsiteX2" fmla="*/ 12536 w 158846"/>
                <a:gd name="connsiteY2" fmla="*/ 123361 h 140152"/>
                <a:gd name="connsiteX3" fmla="*/ 77984 w 158846"/>
                <a:gd name="connsiteY3" fmla="*/ 139903 h 140152"/>
                <a:gd name="connsiteX4" fmla="*/ 127283 w 158846"/>
                <a:gd name="connsiteY4" fmla="*/ 130841 h 140152"/>
                <a:gd name="connsiteX5" fmla="*/ 153870 w 158846"/>
                <a:gd name="connsiteY5" fmla="*/ 98990 h 140152"/>
                <a:gd name="connsiteX6" fmla="*/ 158813 w 158846"/>
                <a:gd name="connsiteY6" fmla="*/ 60059 h 140152"/>
                <a:gd name="connsiteX7" fmla="*/ 142203 w 158846"/>
                <a:gd name="connsiteY7" fmla="*/ 12618 h 140152"/>
                <a:gd name="connsiteX8" fmla="*/ 89867 w 158846"/>
                <a:gd name="connsiteY8" fmla="*/ 153 h 140152"/>
                <a:gd name="connsiteX9" fmla="*/ 25932 w 158846"/>
                <a:gd name="connsiteY9" fmla="*/ 10232 h 140152"/>
                <a:gd name="connsiteX0" fmla="*/ 29469 w 162383"/>
                <a:gd name="connsiteY0" fmla="*/ 10152 h 140072"/>
                <a:gd name="connsiteX1" fmla="*/ 563 w 162383"/>
                <a:gd name="connsiteY1" fmla="*/ 57223 h 140072"/>
                <a:gd name="connsiteX2" fmla="*/ 16073 w 162383"/>
                <a:gd name="connsiteY2" fmla="*/ 123281 h 140072"/>
                <a:gd name="connsiteX3" fmla="*/ 81521 w 162383"/>
                <a:gd name="connsiteY3" fmla="*/ 139823 h 140072"/>
                <a:gd name="connsiteX4" fmla="*/ 130820 w 162383"/>
                <a:gd name="connsiteY4" fmla="*/ 130761 h 140072"/>
                <a:gd name="connsiteX5" fmla="*/ 157407 w 162383"/>
                <a:gd name="connsiteY5" fmla="*/ 98910 h 140072"/>
                <a:gd name="connsiteX6" fmla="*/ 162350 w 162383"/>
                <a:gd name="connsiteY6" fmla="*/ 59979 h 140072"/>
                <a:gd name="connsiteX7" fmla="*/ 145740 w 162383"/>
                <a:gd name="connsiteY7" fmla="*/ 12538 h 140072"/>
                <a:gd name="connsiteX8" fmla="*/ 93404 w 162383"/>
                <a:gd name="connsiteY8" fmla="*/ 73 h 140072"/>
                <a:gd name="connsiteX9" fmla="*/ 29469 w 162383"/>
                <a:gd name="connsiteY9" fmla="*/ 10152 h 140072"/>
                <a:gd name="connsiteX0" fmla="*/ 29319 w 162233"/>
                <a:gd name="connsiteY0" fmla="*/ 10152 h 140334"/>
                <a:gd name="connsiteX1" fmla="*/ 413 w 162233"/>
                <a:gd name="connsiteY1" fmla="*/ 57223 h 140334"/>
                <a:gd name="connsiteX2" fmla="*/ 17227 w 162233"/>
                <a:gd name="connsiteY2" fmla="*/ 118510 h 140334"/>
                <a:gd name="connsiteX3" fmla="*/ 81371 w 162233"/>
                <a:gd name="connsiteY3" fmla="*/ 139823 h 140334"/>
                <a:gd name="connsiteX4" fmla="*/ 130670 w 162233"/>
                <a:gd name="connsiteY4" fmla="*/ 130761 h 140334"/>
                <a:gd name="connsiteX5" fmla="*/ 157257 w 162233"/>
                <a:gd name="connsiteY5" fmla="*/ 98910 h 140334"/>
                <a:gd name="connsiteX6" fmla="*/ 162200 w 162233"/>
                <a:gd name="connsiteY6" fmla="*/ 59979 h 140334"/>
                <a:gd name="connsiteX7" fmla="*/ 145590 w 162233"/>
                <a:gd name="connsiteY7" fmla="*/ 12538 h 140334"/>
                <a:gd name="connsiteX8" fmla="*/ 93254 w 162233"/>
                <a:gd name="connsiteY8" fmla="*/ 73 h 140334"/>
                <a:gd name="connsiteX9" fmla="*/ 29319 w 162233"/>
                <a:gd name="connsiteY9" fmla="*/ 10152 h 140334"/>
                <a:gd name="connsiteX0" fmla="*/ 29319 w 167435"/>
                <a:gd name="connsiteY0" fmla="*/ 10152 h 140334"/>
                <a:gd name="connsiteX1" fmla="*/ 413 w 167435"/>
                <a:gd name="connsiteY1" fmla="*/ 57223 h 140334"/>
                <a:gd name="connsiteX2" fmla="*/ 17227 w 167435"/>
                <a:gd name="connsiteY2" fmla="*/ 118510 h 140334"/>
                <a:gd name="connsiteX3" fmla="*/ 81371 w 167435"/>
                <a:gd name="connsiteY3" fmla="*/ 139823 h 140334"/>
                <a:gd name="connsiteX4" fmla="*/ 130670 w 167435"/>
                <a:gd name="connsiteY4" fmla="*/ 130761 h 140334"/>
                <a:gd name="connsiteX5" fmla="*/ 157257 w 167435"/>
                <a:gd name="connsiteY5" fmla="*/ 98910 h 140334"/>
                <a:gd name="connsiteX6" fmla="*/ 167414 w 167435"/>
                <a:gd name="connsiteY6" fmla="*/ 58786 h 140334"/>
                <a:gd name="connsiteX7" fmla="*/ 145590 w 167435"/>
                <a:gd name="connsiteY7" fmla="*/ 12538 h 140334"/>
                <a:gd name="connsiteX8" fmla="*/ 93254 w 167435"/>
                <a:gd name="connsiteY8" fmla="*/ 73 h 140334"/>
                <a:gd name="connsiteX9" fmla="*/ 29319 w 167435"/>
                <a:gd name="connsiteY9" fmla="*/ 10152 h 140334"/>
                <a:gd name="connsiteX0" fmla="*/ 29319 w 167678"/>
                <a:gd name="connsiteY0" fmla="*/ 10152 h 140294"/>
                <a:gd name="connsiteX1" fmla="*/ 413 w 167678"/>
                <a:gd name="connsiteY1" fmla="*/ 57223 h 140294"/>
                <a:gd name="connsiteX2" fmla="*/ 17227 w 167678"/>
                <a:gd name="connsiteY2" fmla="*/ 118510 h 140294"/>
                <a:gd name="connsiteX3" fmla="*/ 81371 w 167678"/>
                <a:gd name="connsiteY3" fmla="*/ 139823 h 140294"/>
                <a:gd name="connsiteX4" fmla="*/ 130670 w 167678"/>
                <a:gd name="connsiteY4" fmla="*/ 130761 h 140294"/>
                <a:gd name="connsiteX5" fmla="*/ 155953 w 167678"/>
                <a:gd name="connsiteY5" fmla="*/ 102489 h 140294"/>
                <a:gd name="connsiteX6" fmla="*/ 167414 w 167678"/>
                <a:gd name="connsiteY6" fmla="*/ 58786 h 140294"/>
                <a:gd name="connsiteX7" fmla="*/ 145590 w 167678"/>
                <a:gd name="connsiteY7" fmla="*/ 12538 h 140294"/>
                <a:gd name="connsiteX8" fmla="*/ 93254 w 167678"/>
                <a:gd name="connsiteY8" fmla="*/ 73 h 140294"/>
                <a:gd name="connsiteX9" fmla="*/ 29319 w 167678"/>
                <a:gd name="connsiteY9" fmla="*/ 10152 h 140294"/>
                <a:gd name="connsiteX0" fmla="*/ 29319 w 167678"/>
                <a:gd name="connsiteY0" fmla="*/ 10540 h 140682"/>
                <a:gd name="connsiteX1" fmla="*/ 413 w 167678"/>
                <a:gd name="connsiteY1" fmla="*/ 57611 h 140682"/>
                <a:gd name="connsiteX2" fmla="*/ 17227 w 167678"/>
                <a:gd name="connsiteY2" fmla="*/ 118898 h 140682"/>
                <a:gd name="connsiteX3" fmla="*/ 81371 w 167678"/>
                <a:gd name="connsiteY3" fmla="*/ 140211 h 140682"/>
                <a:gd name="connsiteX4" fmla="*/ 130670 w 167678"/>
                <a:gd name="connsiteY4" fmla="*/ 131149 h 140682"/>
                <a:gd name="connsiteX5" fmla="*/ 155953 w 167678"/>
                <a:gd name="connsiteY5" fmla="*/ 102877 h 140682"/>
                <a:gd name="connsiteX6" fmla="*/ 167414 w 167678"/>
                <a:gd name="connsiteY6" fmla="*/ 59174 h 140682"/>
                <a:gd name="connsiteX7" fmla="*/ 145590 w 167678"/>
                <a:gd name="connsiteY7" fmla="*/ 12926 h 140682"/>
                <a:gd name="connsiteX8" fmla="*/ 93254 w 167678"/>
                <a:gd name="connsiteY8" fmla="*/ 461 h 140682"/>
                <a:gd name="connsiteX9" fmla="*/ 64636 w 167678"/>
                <a:gd name="connsiteY9" fmla="*/ 3421 h 140682"/>
                <a:gd name="connsiteX10" fmla="*/ 29319 w 167678"/>
                <a:gd name="connsiteY10" fmla="*/ 10540 h 140682"/>
                <a:gd name="connsiteX0" fmla="*/ 29319 w 167678"/>
                <a:gd name="connsiteY0" fmla="*/ 10540 h 140682"/>
                <a:gd name="connsiteX1" fmla="*/ 413 w 167678"/>
                <a:gd name="connsiteY1" fmla="*/ 57611 h 140682"/>
                <a:gd name="connsiteX2" fmla="*/ 17227 w 167678"/>
                <a:gd name="connsiteY2" fmla="*/ 118898 h 140682"/>
                <a:gd name="connsiteX3" fmla="*/ 81371 w 167678"/>
                <a:gd name="connsiteY3" fmla="*/ 140211 h 140682"/>
                <a:gd name="connsiteX4" fmla="*/ 130670 w 167678"/>
                <a:gd name="connsiteY4" fmla="*/ 131149 h 140682"/>
                <a:gd name="connsiteX5" fmla="*/ 155953 w 167678"/>
                <a:gd name="connsiteY5" fmla="*/ 102877 h 140682"/>
                <a:gd name="connsiteX6" fmla="*/ 167414 w 167678"/>
                <a:gd name="connsiteY6" fmla="*/ 59174 h 140682"/>
                <a:gd name="connsiteX7" fmla="*/ 145590 w 167678"/>
                <a:gd name="connsiteY7" fmla="*/ 12926 h 140682"/>
                <a:gd name="connsiteX8" fmla="*/ 102379 w 167678"/>
                <a:gd name="connsiteY8" fmla="*/ 461 h 140682"/>
                <a:gd name="connsiteX9" fmla="*/ 64636 w 167678"/>
                <a:gd name="connsiteY9" fmla="*/ 3421 h 140682"/>
                <a:gd name="connsiteX10" fmla="*/ 29319 w 167678"/>
                <a:gd name="connsiteY10" fmla="*/ 10540 h 140682"/>
                <a:gd name="connsiteX0" fmla="*/ 29319 w 167678"/>
                <a:gd name="connsiteY0" fmla="*/ 9523 h 139665"/>
                <a:gd name="connsiteX1" fmla="*/ 413 w 167678"/>
                <a:gd name="connsiteY1" fmla="*/ 56594 h 139665"/>
                <a:gd name="connsiteX2" fmla="*/ 17227 w 167678"/>
                <a:gd name="connsiteY2" fmla="*/ 117881 h 139665"/>
                <a:gd name="connsiteX3" fmla="*/ 81371 w 167678"/>
                <a:gd name="connsiteY3" fmla="*/ 139194 h 139665"/>
                <a:gd name="connsiteX4" fmla="*/ 130670 w 167678"/>
                <a:gd name="connsiteY4" fmla="*/ 130132 h 139665"/>
                <a:gd name="connsiteX5" fmla="*/ 155953 w 167678"/>
                <a:gd name="connsiteY5" fmla="*/ 101860 h 139665"/>
                <a:gd name="connsiteX6" fmla="*/ 167414 w 167678"/>
                <a:gd name="connsiteY6" fmla="*/ 58157 h 139665"/>
                <a:gd name="connsiteX7" fmla="*/ 145590 w 167678"/>
                <a:gd name="connsiteY7" fmla="*/ 11909 h 139665"/>
                <a:gd name="connsiteX8" fmla="*/ 110200 w 167678"/>
                <a:gd name="connsiteY8" fmla="*/ 637 h 139665"/>
                <a:gd name="connsiteX9" fmla="*/ 64636 w 167678"/>
                <a:gd name="connsiteY9" fmla="*/ 2404 h 139665"/>
                <a:gd name="connsiteX10" fmla="*/ 29319 w 167678"/>
                <a:gd name="connsiteY10" fmla="*/ 9523 h 139665"/>
                <a:gd name="connsiteX0" fmla="*/ 29319 w 167678"/>
                <a:gd name="connsiteY0" fmla="*/ 9436 h 139578"/>
                <a:gd name="connsiteX1" fmla="*/ 413 w 167678"/>
                <a:gd name="connsiteY1" fmla="*/ 56507 h 139578"/>
                <a:gd name="connsiteX2" fmla="*/ 17227 w 167678"/>
                <a:gd name="connsiteY2" fmla="*/ 117794 h 139578"/>
                <a:gd name="connsiteX3" fmla="*/ 81371 w 167678"/>
                <a:gd name="connsiteY3" fmla="*/ 139107 h 139578"/>
                <a:gd name="connsiteX4" fmla="*/ 130670 w 167678"/>
                <a:gd name="connsiteY4" fmla="*/ 130045 h 139578"/>
                <a:gd name="connsiteX5" fmla="*/ 155953 w 167678"/>
                <a:gd name="connsiteY5" fmla="*/ 101773 h 139578"/>
                <a:gd name="connsiteX6" fmla="*/ 167414 w 167678"/>
                <a:gd name="connsiteY6" fmla="*/ 58070 h 139578"/>
                <a:gd name="connsiteX7" fmla="*/ 145590 w 167678"/>
                <a:gd name="connsiteY7" fmla="*/ 10629 h 139578"/>
                <a:gd name="connsiteX8" fmla="*/ 110200 w 167678"/>
                <a:gd name="connsiteY8" fmla="*/ 550 h 139578"/>
                <a:gd name="connsiteX9" fmla="*/ 64636 w 167678"/>
                <a:gd name="connsiteY9" fmla="*/ 2317 h 139578"/>
                <a:gd name="connsiteX10" fmla="*/ 29319 w 167678"/>
                <a:gd name="connsiteY10" fmla="*/ 9436 h 139578"/>
                <a:gd name="connsiteX0" fmla="*/ 29319 w 167678"/>
                <a:gd name="connsiteY0" fmla="*/ 9854 h 139996"/>
                <a:gd name="connsiteX1" fmla="*/ 413 w 167678"/>
                <a:gd name="connsiteY1" fmla="*/ 56925 h 139996"/>
                <a:gd name="connsiteX2" fmla="*/ 17227 w 167678"/>
                <a:gd name="connsiteY2" fmla="*/ 118212 h 139996"/>
                <a:gd name="connsiteX3" fmla="*/ 81371 w 167678"/>
                <a:gd name="connsiteY3" fmla="*/ 139525 h 139996"/>
                <a:gd name="connsiteX4" fmla="*/ 130670 w 167678"/>
                <a:gd name="connsiteY4" fmla="*/ 130463 h 139996"/>
                <a:gd name="connsiteX5" fmla="*/ 155953 w 167678"/>
                <a:gd name="connsiteY5" fmla="*/ 102191 h 139996"/>
                <a:gd name="connsiteX6" fmla="*/ 167414 w 167678"/>
                <a:gd name="connsiteY6" fmla="*/ 58488 h 139996"/>
                <a:gd name="connsiteX7" fmla="*/ 145590 w 167678"/>
                <a:gd name="connsiteY7" fmla="*/ 11047 h 139996"/>
                <a:gd name="connsiteX8" fmla="*/ 110200 w 167678"/>
                <a:gd name="connsiteY8" fmla="*/ 968 h 139996"/>
                <a:gd name="connsiteX9" fmla="*/ 59422 w 167678"/>
                <a:gd name="connsiteY9" fmla="*/ 1542 h 139996"/>
                <a:gd name="connsiteX10" fmla="*/ 29319 w 167678"/>
                <a:gd name="connsiteY10" fmla="*/ 9854 h 139996"/>
                <a:gd name="connsiteX0" fmla="*/ 29203 w 167562"/>
                <a:gd name="connsiteY0" fmla="*/ 9854 h 140203"/>
                <a:gd name="connsiteX1" fmla="*/ 297 w 167562"/>
                <a:gd name="connsiteY1" fmla="*/ 56925 h 140203"/>
                <a:gd name="connsiteX2" fmla="*/ 18415 w 167562"/>
                <a:gd name="connsiteY2" fmla="*/ 114633 h 140203"/>
                <a:gd name="connsiteX3" fmla="*/ 81255 w 167562"/>
                <a:gd name="connsiteY3" fmla="*/ 139525 h 140203"/>
                <a:gd name="connsiteX4" fmla="*/ 130554 w 167562"/>
                <a:gd name="connsiteY4" fmla="*/ 130463 h 140203"/>
                <a:gd name="connsiteX5" fmla="*/ 155837 w 167562"/>
                <a:gd name="connsiteY5" fmla="*/ 102191 h 140203"/>
                <a:gd name="connsiteX6" fmla="*/ 167298 w 167562"/>
                <a:gd name="connsiteY6" fmla="*/ 58488 h 140203"/>
                <a:gd name="connsiteX7" fmla="*/ 145474 w 167562"/>
                <a:gd name="connsiteY7" fmla="*/ 11047 h 140203"/>
                <a:gd name="connsiteX8" fmla="*/ 110084 w 167562"/>
                <a:gd name="connsiteY8" fmla="*/ 968 h 140203"/>
                <a:gd name="connsiteX9" fmla="*/ 59306 w 167562"/>
                <a:gd name="connsiteY9" fmla="*/ 1542 h 140203"/>
                <a:gd name="connsiteX10" fmla="*/ 29203 w 167562"/>
                <a:gd name="connsiteY10" fmla="*/ 9854 h 140203"/>
                <a:gd name="connsiteX0" fmla="*/ 29165 w 167524"/>
                <a:gd name="connsiteY0" fmla="*/ 9854 h 138033"/>
                <a:gd name="connsiteX1" fmla="*/ 259 w 167524"/>
                <a:gd name="connsiteY1" fmla="*/ 56925 h 138033"/>
                <a:gd name="connsiteX2" fmla="*/ 18377 w 167524"/>
                <a:gd name="connsiteY2" fmla="*/ 114633 h 138033"/>
                <a:gd name="connsiteX3" fmla="*/ 73396 w 167524"/>
                <a:gd name="connsiteY3" fmla="*/ 137139 h 138033"/>
                <a:gd name="connsiteX4" fmla="*/ 130516 w 167524"/>
                <a:gd name="connsiteY4" fmla="*/ 130463 h 138033"/>
                <a:gd name="connsiteX5" fmla="*/ 155799 w 167524"/>
                <a:gd name="connsiteY5" fmla="*/ 102191 h 138033"/>
                <a:gd name="connsiteX6" fmla="*/ 167260 w 167524"/>
                <a:gd name="connsiteY6" fmla="*/ 58488 h 138033"/>
                <a:gd name="connsiteX7" fmla="*/ 145436 w 167524"/>
                <a:gd name="connsiteY7" fmla="*/ 11047 h 138033"/>
                <a:gd name="connsiteX8" fmla="*/ 110046 w 167524"/>
                <a:gd name="connsiteY8" fmla="*/ 968 h 138033"/>
                <a:gd name="connsiteX9" fmla="*/ 59268 w 167524"/>
                <a:gd name="connsiteY9" fmla="*/ 1542 h 138033"/>
                <a:gd name="connsiteX10" fmla="*/ 29165 w 167524"/>
                <a:gd name="connsiteY10" fmla="*/ 9854 h 138033"/>
                <a:gd name="connsiteX0" fmla="*/ 29165 w 167524"/>
                <a:gd name="connsiteY0" fmla="*/ 9854 h 138033"/>
                <a:gd name="connsiteX1" fmla="*/ 259 w 167524"/>
                <a:gd name="connsiteY1" fmla="*/ 56925 h 138033"/>
                <a:gd name="connsiteX2" fmla="*/ 18377 w 167524"/>
                <a:gd name="connsiteY2" fmla="*/ 114633 h 138033"/>
                <a:gd name="connsiteX3" fmla="*/ 73396 w 167524"/>
                <a:gd name="connsiteY3" fmla="*/ 137139 h 138033"/>
                <a:gd name="connsiteX4" fmla="*/ 130516 w 167524"/>
                <a:gd name="connsiteY4" fmla="*/ 130463 h 138033"/>
                <a:gd name="connsiteX5" fmla="*/ 155799 w 167524"/>
                <a:gd name="connsiteY5" fmla="*/ 102191 h 138033"/>
                <a:gd name="connsiteX6" fmla="*/ 167260 w 167524"/>
                <a:gd name="connsiteY6" fmla="*/ 58488 h 138033"/>
                <a:gd name="connsiteX7" fmla="*/ 145436 w 167524"/>
                <a:gd name="connsiteY7" fmla="*/ 11047 h 138033"/>
                <a:gd name="connsiteX8" fmla="*/ 110046 w 167524"/>
                <a:gd name="connsiteY8" fmla="*/ 968 h 138033"/>
                <a:gd name="connsiteX9" fmla="*/ 59268 w 167524"/>
                <a:gd name="connsiteY9" fmla="*/ 1542 h 138033"/>
                <a:gd name="connsiteX10" fmla="*/ 29165 w 167524"/>
                <a:gd name="connsiteY10" fmla="*/ 9854 h 138033"/>
                <a:gd name="connsiteX0" fmla="*/ 29165 w 167633"/>
                <a:gd name="connsiteY0" fmla="*/ 9854 h 138033"/>
                <a:gd name="connsiteX1" fmla="*/ 259 w 167633"/>
                <a:gd name="connsiteY1" fmla="*/ 56925 h 138033"/>
                <a:gd name="connsiteX2" fmla="*/ 18377 w 167633"/>
                <a:gd name="connsiteY2" fmla="*/ 114633 h 138033"/>
                <a:gd name="connsiteX3" fmla="*/ 73396 w 167633"/>
                <a:gd name="connsiteY3" fmla="*/ 137139 h 138033"/>
                <a:gd name="connsiteX4" fmla="*/ 130516 w 167633"/>
                <a:gd name="connsiteY4" fmla="*/ 130463 h 138033"/>
                <a:gd name="connsiteX5" fmla="*/ 157102 w 167633"/>
                <a:gd name="connsiteY5" fmla="*/ 102191 h 138033"/>
                <a:gd name="connsiteX6" fmla="*/ 167260 w 167633"/>
                <a:gd name="connsiteY6" fmla="*/ 58488 h 138033"/>
                <a:gd name="connsiteX7" fmla="*/ 145436 w 167633"/>
                <a:gd name="connsiteY7" fmla="*/ 11047 h 138033"/>
                <a:gd name="connsiteX8" fmla="*/ 110046 w 167633"/>
                <a:gd name="connsiteY8" fmla="*/ 968 h 138033"/>
                <a:gd name="connsiteX9" fmla="*/ 59268 w 167633"/>
                <a:gd name="connsiteY9" fmla="*/ 1542 h 138033"/>
                <a:gd name="connsiteX10" fmla="*/ 29165 w 167633"/>
                <a:gd name="connsiteY10" fmla="*/ 9854 h 13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33" h="138033">
                  <a:moveTo>
                    <a:pt x="29165" y="9854"/>
                  </a:moveTo>
                  <a:cubicBezTo>
                    <a:pt x="19330" y="19084"/>
                    <a:pt x="2057" y="39462"/>
                    <a:pt x="259" y="56925"/>
                  </a:cubicBezTo>
                  <a:cubicBezTo>
                    <a:pt x="-1539" y="74388"/>
                    <a:pt x="6188" y="101264"/>
                    <a:pt x="18377" y="114633"/>
                  </a:cubicBezTo>
                  <a:cubicBezTo>
                    <a:pt x="30567" y="128002"/>
                    <a:pt x="54706" y="134501"/>
                    <a:pt x="73396" y="137139"/>
                  </a:cubicBezTo>
                  <a:cubicBezTo>
                    <a:pt x="92086" y="139777"/>
                    <a:pt x="116565" y="136288"/>
                    <a:pt x="130516" y="130463"/>
                  </a:cubicBezTo>
                  <a:cubicBezTo>
                    <a:pt x="144467" y="124638"/>
                    <a:pt x="150978" y="114187"/>
                    <a:pt x="157102" y="102191"/>
                  </a:cubicBezTo>
                  <a:cubicBezTo>
                    <a:pt x="163226" y="90195"/>
                    <a:pt x="169204" y="73679"/>
                    <a:pt x="167260" y="58488"/>
                  </a:cubicBezTo>
                  <a:cubicBezTo>
                    <a:pt x="165316" y="43297"/>
                    <a:pt x="153373" y="17132"/>
                    <a:pt x="145436" y="11047"/>
                  </a:cubicBezTo>
                  <a:cubicBezTo>
                    <a:pt x="137499" y="4962"/>
                    <a:pt x="124407" y="2552"/>
                    <a:pt x="110046" y="968"/>
                  </a:cubicBezTo>
                  <a:cubicBezTo>
                    <a:pt x="95685" y="-616"/>
                    <a:pt x="69924" y="-138"/>
                    <a:pt x="59268" y="1542"/>
                  </a:cubicBezTo>
                  <a:cubicBezTo>
                    <a:pt x="48612" y="3222"/>
                    <a:pt x="39000" y="624"/>
                    <a:pt x="29165" y="985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57150">
              <a:gradFill flip="none" rotWithShape="1">
                <a:gsLst>
                  <a:gs pos="81000">
                    <a:srgbClr val="321704"/>
                  </a:gs>
                  <a:gs pos="50000">
                    <a:schemeClr val="accent2">
                      <a:lumMod val="50000"/>
                    </a:schemeClr>
                  </a:gs>
                  <a:gs pos="21000">
                    <a:schemeClr val="accent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429FE5A-CA21-4596-AC86-4AA04E9E1F3A}"/>
                </a:ext>
              </a:extLst>
            </p:cNvPr>
            <p:cNvSpPr/>
            <p:nvPr/>
          </p:nvSpPr>
          <p:spPr>
            <a:xfrm>
              <a:off x="2290837" y="2978304"/>
              <a:ext cx="47641" cy="4596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3FF4508-1534-4C75-AD06-19D3069468FD}"/>
                </a:ext>
              </a:extLst>
            </p:cNvPr>
            <p:cNvSpPr/>
            <p:nvPr/>
          </p:nvSpPr>
          <p:spPr>
            <a:xfrm>
              <a:off x="2314657" y="2924795"/>
              <a:ext cx="47641" cy="45961"/>
            </a:xfrm>
            <a:prstGeom prst="ellipse">
              <a:avLst/>
            </a:prstGeom>
            <a:gradFill>
              <a:gsLst>
                <a:gs pos="81000">
                  <a:schemeClr val="accent1">
                    <a:lumMod val="40000"/>
                    <a:lumOff val="60000"/>
                  </a:schemeClr>
                </a:gs>
                <a:gs pos="50000">
                  <a:schemeClr val="accent1">
                    <a:lumMod val="20000"/>
                    <a:lumOff val="80000"/>
                  </a:schemeClr>
                </a:gs>
                <a:gs pos="21000">
                  <a:schemeClr val="bg1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36CDDE8-5091-44C5-8D0D-DBA246D5A6E4}"/>
              </a:ext>
            </a:extLst>
          </p:cNvPr>
          <p:cNvGrpSpPr/>
          <p:nvPr/>
        </p:nvGrpSpPr>
        <p:grpSpPr>
          <a:xfrm>
            <a:off x="3467919" y="1648486"/>
            <a:ext cx="784349" cy="625542"/>
            <a:chOff x="3517993" y="2378465"/>
            <a:chExt cx="1036646" cy="81638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E357E31-5849-4947-891D-05FD0215E7FF}"/>
                </a:ext>
              </a:extLst>
            </p:cNvPr>
            <p:cNvSpPr/>
            <p:nvPr/>
          </p:nvSpPr>
          <p:spPr>
            <a:xfrm rot="21289200" flipH="1">
              <a:off x="3517993" y="2378465"/>
              <a:ext cx="1036646" cy="281935"/>
            </a:xfrm>
            <a:custGeom>
              <a:avLst/>
              <a:gdLst>
                <a:gd name="connsiteX0" fmla="*/ 1577 w 380133"/>
                <a:gd name="connsiteY0" fmla="*/ 100504 h 105028"/>
                <a:gd name="connsiteX1" fmla="*/ 108257 w 380133"/>
                <a:gd name="connsiteY1" fmla="*/ 9064 h 105028"/>
                <a:gd name="connsiteX2" fmla="*/ 204777 w 380133"/>
                <a:gd name="connsiteY2" fmla="*/ 9064 h 105028"/>
                <a:gd name="connsiteX3" fmla="*/ 352097 w 380133"/>
                <a:gd name="connsiteY3" fmla="*/ 59864 h 105028"/>
                <a:gd name="connsiteX4" fmla="*/ 372417 w 380133"/>
                <a:gd name="connsiteY4" fmla="*/ 80184 h 105028"/>
                <a:gd name="connsiteX5" fmla="*/ 260657 w 380133"/>
                <a:gd name="connsiteY5" fmla="*/ 64944 h 105028"/>
                <a:gd name="connsiteX6" fmla="*/ 179377 w 380133"/>
                <a:gd name="connsiteY6" fmla="*/ 34464 h 105028"/>
                <a:gd name="connsiteX7" fmla="*/ 52377 w 380133"/>
                <a:gd name="connsiteY7" fmla="*/ 85264 h 105028"/>
                <a:gd name="connsiteX8" fmla="*/ 1577 w 380133"/>
                <a:gd name="connsiteY8" fmla="*/ 100504 h 105028"/>
                <a:gd name="connsiteX0" fmla="*/ 1558 w 380114"/>
                <a:gd name="connsiteY0" fmla="*/ 100504 h 104508"/>
                <a:gd name="connsiteX1" fmla="*/ 108238 w 380114"/>
                <a:gd name="connsiteY1" fmla="*/ 9064 h 104508"/>
                <a:gd name="connsiteX2" fmla="*/ 204758 w 380114"/>
                <a:gd name="connsiteY2" fmla="*/ 9064 h 104508"/>
                <a:gd name="connsiteX3" fmla="*/ 352078 w 380114"/>
                <a:gd name="connsiteY3" fmla="*/ 59864 h 104508"/>
                <a:gd name="connsiteX4" fmla="*/ 372398 w 380114"/>
                <a:gd name="connsiteY4" fmla="*/ 80184 h 104508"/>
                <a:gd name="connsiteX5" fmla="*/ 260638 w 380114"/>
                <a:gd name="connsiteY5" fmla="*/ 64944 h 104508"/>
                <a:gd name="connsiteX6" fmla="*/ 155692 w 380114"/>
                <a:gd name="connsiteY6" fmla="*/ 58570 h 104508"/>
                <a:gd name="connsiteX7" fmla="*/ 52358 w 380114"/>
                <a:gd name="connsiteY7" fmla="*/ 85264 h 104508"/>
                <a:gd name="connsiteX8" fmla="*/ 1558 w 380114"/>
                <a:gd name="connsiteY8" fmla="*/ 100504 h 1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0114" h="104508">
                  <a:moveTo>
                    <a:pt x="1558" y="100504"/>
                  </a:moveTo>
                  <a:cubicBezTo>
                    <a:pt x="10871" y="87804"/>
                    <a:pt x="74371" y="24304"/>
                    <a:pt x="108238" y="9064"/>
                  </a:cubicBezTo>
                  <a:cubicBezTo>
                    <a:pt x="142105" y="-6176"/>
                    <a:pt x="164118" y="597"/>
                    <a:pt x="204758" y="9064"/>
                  </a:cubicBezTo>
                  <a:cubicBezTo>
                    <a:pt x="245398" y="17531"/>
                    <a:pt x="324138" y="48011"/>
                    <a:pt x="352078" y="59864"/>
                  </a:cubicBezTo>
                  <a:cubicBezTo>
                    <a:pt x="380018" y="71717"/>
                    <a:pt x="387638" y="79337"/>
                    <a:pt x="372398" y="80184"/>
                  </a:cubicBezTo>
                  <a:cubicBezTo>
                    <a:pt x="357158" y="81031"/>
                    <a:pt x="296756" y="68546"/>
                    <a:pt x="260638" y="64944"/>
                  </a:cubicBezTo>
                  <a:cubicBezTo>
                    <a:pt x="224520" y="61342"/>
                    <a:pt x="190405" y="55183"/>
                    <a:pt x="155692" y="58570"/>
                  </a:cubicBezTo>
                  <a:cubicBezTo>
                    <a:pt x="120979" y="61957"/>
                    <a:pt x="78047" y="78275"/>
                    <a:pt x="52358" y="85264"/>
                  </a:cubicBezTo>
                  <a:cubicBezTo>
                    <a:pt x="26669" y="92253"/>
                    <a:pt x="-7755" y="113204"/>
                    <a:pt x="1558" y="10050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3B5597B-705A-40DC-9BC2-A92549114211}"/>
                </a:ext>
              </a:extLst>
            </p:cNvPr>
            <p:cNvSpPr/>
            <p:nvPr/>
          </p:nvSpPr>
          <p:spPr>
            <a:xfrm rot="21084791" flipH="1">
              <a:off x="3703457" y="2812899"/>
              <a:ext cx="706787" cy="180669"/>
            </a:xfrm>
            <a:custGeom>
              <a:avLst/>
              <a:gdLst>
                <a:gd name="connsiteX0" fmla="*/ 285750 w 285750"/>
                <a:gd name="connsiteY0" fmla="*/ 65818 h 84868"/>
                <a:gd name="connsiteX1" fmla="*/ 219075 w 285750"/>
                <a:gd name="connsiteY1" fmla="*/ 18193 h 84868"/>
                <a:gd name="connsiteX2" fmla="*/ 122238 w 285750"/>
                <a:gd name="connsiteY2" fmla="*/ 3906 h 84868"/>
                <a:gd name="connsiteX3" fmla="*/ 0 w 285750"/>
                <a:gd name="connsiteY3" fmla="*/ 84868 h 84868"/>
                <a:gd name="connsiteX0" fmla="*/ 285750 w 285750"/>
                <a:gd name="connsiteY0" fmla="*/ 54112 h 73162"/>
                <a:gd name="connsiteX1" fmla="*/ 219075 w 285750"/>
                <a:gd name="connsiteY1" fmla="*/ 6487 h 73162"/>
                <a:gd name="connsiteX2" fmla="*/ 106957 w 285750"/>
                <a:gd name="connsiteY2" fmla="*/ 7664 h 73162"/>
                <a:gd name="connsiteX3" fmla="*/ 0 w 285750"/>
                <a:gd name="connsiteY3" fmla="*/ 73162 h 73162"/>
                <a:gd name="connsiteX0" fmla="*/ 285750 w 285750"/>
                <a:gd name="connsiteY0" fmla="*/ 54112 h 73162"/>
                <a:gd name="connsiteX1" fmla="*/ 219075 w 285750"/>
                <a:gd name="connsiteY1" fmla="*/ 6487 h 73162"/>
                <a:gd name="connsiteX2" fmla="*/ 106957 w 285750"/>
                <a:gd name="connsiteY2" fmla="*/ 7664 h 73162"/>
                <a:gd name="connsiteX3" fmla="*/ 0 w 285750"/>
                <a:gd name="connsiteY3" fmla="*/ 73162 h 7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0" h="73162">
                  <a:moveTo>
                    <a:pt x="285750" y="54112"/>
                  </a:moveTo>
                  <a:cubicBezTo>
                    <a:pt x="266038" y="35459"/>
                    <a:pt x="248874" y="14228"/>
                    <a:pt x="219075" y="6487"/>
                  </a:cubicBezTo>
                  <a:cubicBezTo>
                    <a:pt x="189276" y="-1254"/>
                    <a:pt x="143469" y="-3448"/>
                    <a:pt x="106957" y="7664"/>
                  </a:cubicBezTo>
                  <a:cubicBezTo>
                    <a:pt x="70445" y="18776"/>
                    <a:pt x="42863" y="38237"/>
                    <a:pt x="0" y="73162"/>
                  </a:cubicBezTo>
                </a:path>
              </a:pathLst>
            </a:custGeom>
            <a:noFill/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4F1116-5683-4AB9-BA54-10AD2A804AB9}"/>
                </a:ext>
              </a:extLst>
            </p:cNvPr>
            <p:cNvSpPr/>
            <p:nvPr/>
          </p:nvSpPr>
          <p:spPr>
            <a:xfrm rot="21437140" flipH="1">
              <a:off x="3720728" y="2886963"/>
              <a:ext cx="715280" cy="307883"/>
            </a:xfrm>
            <a:custGeom>
              <a:avLst/>
              <a:gdLst>
                <a:gd name="connsiteX0" fmla="*/ 96 w 293337"/>
                <a:gd name="connsiteY0" fmla="*/ 72084 h 113549"/>
                <a:gd name="connsiteX1" fmla="*/ 55659 w 293337"/>
                <a:gd name="connsiteY1" fmla="*/ 35571 h 113549"/>
                <a:gd name="connsiteX2" fmla="*/ 123921 w 293337"/>
                <a:gd name="connsiteY2" fmla="*/ 2234 h 113549"/>
                <a:gd name="connsiteX3" fmla="*/ 217584 w 293337"/>
                <a:gd name="connsiteY3" fmla="*/ 6996 h 113549"/>
                <a:gd name="connsiteX4" fmla="*/ 274734 w 293337"/>
                <a:gd name="connsiteY4" fmla="*/ 38746 h 113549"/>
                <a:gd name="connsiteX5" fmla="*/ 285846 w 293337"/>
                <a:gd name="connsiteY5" fmla="*/ 48271 h 113549"/>
                <a:gd name="connsiteX6" fmla="*/ 289021 w 293337"/>
                <a:gd name="connsiteY6" fmla="*/ 49859 h 113549"/>
                <a:gd name="connsiteX7" fmla="*/ 223934 w 293337"/>
                <a:gd name="connsiteY7" fmla="*/ 102246 h 113549"/>
                <a:gd name="connsiteX8" fmla="*/ 127096 w 293337"/>
                <a:gd name="connsiteY8" fmla="*/ 113359 h 113549"/>
                <a:gd name="connsiteX9" fmla="*/ 44546 w 293337"/>
                <a:gd name="connsiteY9" fmla="*/ 97484 h 113549"/>
                <a:gd name="connsiteX10" fmla="*/ 96 w 293337"/>
                <a:gd name="connsiteY10" fmla="*/ 72084 h 113549"/>
                <a:gd name="connsiteX0" fmla="*/ 96 w 300145"/>
                <a:gd name="connsiteY0" fmla="*/ 72084 h 113464"/>
                <a:gd name="connsiteX1" fmla="*/ 55659 w 300145"/>
                <a:gd name="connsiteY1" fmla="*/ 35571 h 113464"/>
                <a:gd name="connsiteX2" fmla="*/ 123921 w 300145"/>
                <a:gd name="connsiteY2" fmla="*/ 2234 h 113464"/>
                <a:gd name="connsiteX3" fmla="*/ 217584 w 300145"/>
                <a:gd name="connsiteY3" fmla="*/ 6996 h 113464"/>
                <a:gd name="connsiteX4" fmla="*/ 274734 w 300145"/>
                <a:gd name="connsiteY4" fmla="*/ 38746 h 113464"/>
                <a:gd name="connsiteX5" fmla="*/ 285846 w 300145"/>
                <a:gd name="connsiteY5" fmla="*/ 48271 h 113464"/>
                <a:gd name="connsiteX6" fmla="*/ 296959 w 300145"/>
                <a:gd name="connsiteY6" fmla="*/ 64146 h 113464"/>
                <a:gd name="connsiteX7" fmla="*/ 223934 w 300145"/>
                <a:gd name="connsiteY7" fmla="*/ 102246 h 113464"/>
                <a:gd name="connsiteX8" fmla="*/ 127096 w 300145"/>
                <a:gd name="connsiteY8" fmla="*/ 113359 h 113464"/>
                <a:gd name="connsiteX9" fmla="*/ 44546 w 300145"/>
                <a:gd name="connsiteY9" fmla="*/ 97484 h 113464"/>
                <a:gd name="connsiteX10" fmla="*/ 96 w 300145"/>
                <a:gd name="connsiteY10" fmla="*/ 72084 h 113464"/>
                <a:gd name="connsiteX0" fmla="*/ 711 w 300760"/>
                <a:gd name="connsiteY0" fmla="*/ 72084 h 113464"/>
                <a:gd name="connsiteX1" fmla="*/ 56274 w 300760"/>
                <a:gd name="connsiteY1" fmla="*/ 35571 h 113464"/>
                <a:gd name="connsiteX2" fmla="*/ 124536 w 300760"/>
                <a:gd name="connsiteY2" fmla="*/ 2234 h 113464"/>
                <a:gd name="connsiteX3" fmla="*/ 218199 w 300760"/>
                <a:gd name="connsiteY3" fmla="*/ 6996 h 113464"/>
                <a:gd name="connsiteX4" fmla="*/ 275349 w 300760"/>
                <a:gd name="connsiteY4" fmla="*/ 38746 h 113464"/>
                <a:gd name="connsiteX5" fmla="*/ 286461 w 300760"/>
                <a:gd name="connsiteY5" fmla="*/ 48271 h 113464"/>
                <a:gd name="connsiteX6" fmla="*/ 297574 w 300760"/>
                <a:gd name="connsiteY6" fmla="*/ 64146 h 113464"/>
                <a:gd name="connsiteX7" fmla="*/ 224549 w 300760"/>
                <a:gd name="connsiteY7" fmla="*/ 102246 h 113464"/>
                <a:gd name="connsiteX8" fmla="*/ 127711 w 300760"/>
                <a:gd name="connsiteY8" fmla="*/ 113359 h 113464"/>
                <a:gd name="connsiteX9" fmla="*/ 45161 w 300760"/>
                <a:gd name="connsiteY9" fmla="*/ 97484 h 113464"/>
                <a:gd name="connsiteX10" fmla="*/ 26111 w 300760"/>
                <a:gd name="connsiteY10" fmla="*/ 87959 h 113464"/>
                <a:gd name="connsiteX11" fmla="*/ 711 w 300760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44830 w 300429"/>
                <a:gd name="connsiteY9" fmla="*/ 97484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67055 w 300429"/>
                <a:gd name="connsiteY9" fmla="*/ 100659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67055 w 300429"/>
                <a:gd name="connsiteY9" fmla="*/ 100659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1609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298047"/>
                <a:gd name="connsiteY0" fmla="*/ 72084 h 118178"/>
                <a:gd name="connsiteX1" fmla="*/ 55943 w 298047"/>
                <a:gd name="connsiteY1" fmla="*/ 35571 h 118178"/>
                <a:gd name="connsiteX2" fmla="*/ 124205 w 298047"/>
                <a:gd name="connsiteY2" fmla="*/ 2234 h 118178"/>
                <a:gd name="connsiteX3" fmla="*/ 217868 w 298047"/>
                <a:gd name="connsiteY3" fmla="*/ 6996 h 118178"/>
                <a:gd name="connsiteX4" fmla="*/ 275018 w 298047"/>
                <a:gd name="connsiteY4" fmla="*/ 38746 h 118178"/>
                <a:gd name="connsiteX5" fmla="*/ 263905 w 298047"/>
                <a:gd name="connsiteY5" fmla="*/ 33983 h 118178"/>
                <a:gd name="connsiteX6" fmla="*/ 297243 w 298047"/>
                <a:gd name="connsiteY6" fmla="*/ 64146 h 118178"/>
                <a:gd name="connsiteX7" fmla="*/ 224218 w 298047"/>
                <a:gd name="connsiteY7" fmla="*/ 102246 h 118178"/>
                <a:gd name="connsiteX8" fmla="*/ 152780 w 298047"/>
                <a:gd name="connsiteY8" fmla="*/ 118122 h 118178"/>
                <a:gd name="connsiteX9" fmla="*/ 67055 w 298047"/>
                <a:gd name="connsiteY9" fmla="*/ 100659 h 118178"/>
                <a:gd name="connsiteX10" fmla="*/ 32130 w 298047"/>
                <a:gd name="connsiteY10" fmla="*/ 89546 h 118178"/>
                <a:gd name="connsiteX11" fmla="*/ 380 w 298047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6683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6683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298047"/>
                <a:gd name="connsiteY0" fmla="*/ 72084 h 118178"/>
                <a:gd name="connsiteX1" fmla="*/ 55943 w 298047"/>
                <a:gd name="connsiteY1" fmla="*/ 35571 h 118178"/>
                <a:gd name="connsiteX2" fmla="*/ 124205 w 298047"/>
                <a:gd name="connsiteY2" fmla="*/ 2234 h 118178"/>
                <a:gd name="connsiteX3" fmla="*/ 217868 w 298047"/>
                <a:gd name="connsiteY3" fmla="*/ 6996 h 118178"/>
                <a:gd name="connsiteX4" fmla="*/ 275018 w 298047"/>
                <a:gd name="connsiteY4" fmla="*/ 38746 h 118178"/>
                <a:gd name="connsiteX5" fmla="*/ 263905 w 298047"/>
                <a:gd name="connsiteY5" fmla="*/ 29220 h 118178"/>
                <a:gd name="connsiteX6" fmla="*/ 297243 w 298047"/>
                <a:gd name="connsiteY6" fmla="*/ 64146 h 118178"/>
                <a:gd name="connsiteX7" fmla="*/ 224218 w 298047"/>
                <a:gd name="connsiteY7" fmla="*/ 102246 h 118178"/>
                <a:gd name="connsiteX8" fmla="*/ 152780 w 298047"/>
                <a:gd name="connsiteY8" fmla="*/ 118122 h 118178"/>
                <a:gd name="connsiteX9" fmla="*/ 67055 w 298047"/>
                <a:gd name="connsiteY9" fmla="*/ 100659 h 118178"/>
                <a:gd name="connsiteX10" fmla="*/ 32130 w 298047"/>
                <a:gd name="connsiteY10" fmla="*/ 89546 h 118178"/>
                <a:gd name="connsiteX11" fmla="*/ 380 w 298047"/>
                <a:gd name="connsiteY11" fmla="*/ 72084 h 118178"/>
                <a:gd name="connsiteX0" fmla="*/ 380 w 297469"/>
                <a:gd name="connsiteY0" fmla="*/ 72084 h 118178"/>
                <a:gd name="connsiteX1" fmla="*/ 55943 w 297469"/>
                <a:gd name="connsiteY1" fmla="*/ 35571 h 118178"/>
                <a:gd name="connsiteX2" fmla="*/ 124205 w 297469"/>
                <a:gd name="connsiteY2" fmla="*/ 2234 h 118178"/>
                <a:gd name="connsiteX3" fmla="*/ 217868 w 297469"/>
                <a:gd name="connsiteY3" fmla="*/ 6996 h 118178"/>
                <a:gd name="connsiteX4" fmla="*/ 275018 w 297469"/>
                <a:gd name="connsiteY4" fmla="*/ 38746 h 118178"/>
                <a:gd name="connsiteX5" fmla="*/ 248030 w 297469"/>
                <a:gd name="connsiteY5" fmla="*/ 19695 h 118178"/>
                <a:gd name="connsiteX6" fmla="*/ 297243 w 297469"/>
                <a:gd name="connsiteY6" fmla="*/ 64146 h 118178"/>
                <a:gd name="connsiteX7" fmla="*/ 224218 w 297469"/>
                <a:gd name="connsiteY7" fmla="*/ 102246 h 118178"/>
                <a:gd name="connsiteX8" fmla="*/ 152780 w 297469"/>
                <a:gd name="connsiteY8" fmla="*/ 118122 h 118178"/>
                <a:gd name="connsiteX9" fmla="*/ 67055 w 297469"/>
                <a:gd name="connsiteY9" fmla="*/ 100659 h 118178"/>
                <a:gd name="connsiteX10" fmla="*/ 32130 w 297469"/>
                <a:gd name="connsiteY10" fmla="*/ 89546 h 118178"/>
                <a:gd name="connsiteX11" fmla="*/ 380 w 297469"/>
                <a:gd name="connsiteY11" fmla="*/ 72084 h 118178"/>
                <a:gd name="connsiteX0" fmla="*/ 380 w 297467"/>
                <a:gd name="connsiteY0" fmla="*/ 72142 h 118236"/>
                <a:gd name="connsiteX1" fmla="*/ 55943 w 297467"/>
                <a:gd name="connsiteY1" fmla="*/ 35629 h 118236"/>
                <a:gd name="connsiteX2" fmla="*/ 124205 w 297467"/>
                <a:gd name="connsiteY2" fmla="*/ 2292 h 118236"/>
                <a:gd name="connsiteX3" fmla="*/ 217868 w 297467"/>
                <a:gd name="connsiteY3" fmla="*/ 7054 h 118236"/>
                <a:gd name="connsiteX4" fmla="*/ 278193 w 297467"/>
                <a:gd name="connsiteY4" fmla="*/ 40391 h 118236"/>
                <a:gd name="connsiteX5" fmla="*/ 248030 w 297467"/>
                <a:gd name="connsiteY5" fmla="*/ 19753 h 118236"/>
                <a:gd name="connsiteX6" fmla="*/ 297243 w 297467"/>
                <a:gd name="connsiteY6" fmla="*/ 64204 h 118236"/>
                <a:gd name="connsiteX7" fmla="*/ 224218 w 297467"/>
                <a:gd name="connsiteY7" fmla="*/ 102304 h 118236"/>
                <a:gd name="connsiteX8" fmla="*/ 152780 w 297467"/>
                <a:gd name="connsiteY8" fmla="*/ 118180 h 118236"/>
                <a:gd name="connsiteX9" fmla="*/ 67055 w 297467"/>
                <a:gd name="connsiteY9" fmla="*/ 100717 h 118236"/>
                <a:gd name="connsiteX10" fmla="*/ 32130 w 297467"/>
                <a:gd name="connsiteY10" fmla="*/ 89604 h 118236"/>
                <a:gd name="connsiteX11" fmla="*/ 380 w 297467"/>
                <a:gd name="connsiteY11" fmla="*/ 72142 h 118236"/>
                <a:gd name="connsiteX0" fmla="*/ 380 w 297467"/>
                <a:gd name="connsiteY0" fmla="*/ 72142 h 118236"/>
                <a:gd name="connsiteX1" fmla="*/ 55943 w 297467"/>
                <a:gd name="connsiteY1" fmla="*/ 35629 h 118236"/>
                <a:gd name="connsiteX2" fmla="*/ 124205 w 297467"/>
                <a:gd name="connsiteY2" fmla="*/ 2292 h 118236"/>
                <a:gd name="connsiteX3" fmla="*/ 217868 w 297467"/>
                <a:gd name="connsiteY3" fmla="*/ 7054 h 118236"/>
                <a:gd name="connsiteX4" fmla="*/ 278193 w 297467"/>
                <a:gd name="connsiteY4" fmla="*/ 40391 h 118236"/>
                <a:gd name="connsiteX5" fmla="*/ 248030 w 297467"/>
                <a:gd name="connsiteY5" fmla="*/ 19753 h 118236"/>
                <a:gd name="connsiteX6" fmla="*/ 297243 w 297467"/>
                <a:gd name="connsiteY6" fmla="*/ 64204 h 118236"/>
                <a:gd name="connsiteX7" fmla="*/ 224218 w 297467"/>
                <a:gd name="connsiteY7" fmla="*/ 102304 h 118236"/>
                <a:gd name="connsiteX8" fmla="*/ 152780 w 297467"/>
                <a:gd name="connsiteY8" fmla="*/ 118180 h 118236"/>
                <a:gd name="connsiteX9" fmla="*/ 67055 w 297467"/>
                <a:gd name="connsiteY9" fmla="*/ 100717 h 118236"/>
                <a:gd name="connsiteX10" fmla="*/ 32130 w 297467"/>
                <a:gd name="connsiteY10" fmla="*/ 89604 h 118236"/>
                <a:gd name="connsiteX11" fmla="*/ 380 w 297467"/>
                <a:gd name="connsiteY11" fmla="*/ 72142 h 118236"/>
                <a:gd name="connsiteX0" fmla="*/ 380 w 297467"/>
                <a:gd name="connsiteY0" fmla="*/ 76481 h 122575"/>
                <a:gd name="connsiteX1" fmla="*/ 55943 w 297467"/>
                <a:gd name="connsiteY1" fmla="*/ 39968 h 122575"/>
                <a:gd name="connsiteX2" fmla="*/ 124205 w 297467"/>
                <a:gd name="connsiteY2" fmla="*/ 6631 h 122575"/>
                <a:gd name="connsiteX3" fmla="*/ 170243 w 297467"/>
                <a:gd name="connsiteY3" fmla="*/ 281 h 122575"/>
                <a:gd name="connsiteX4" fmla="*/ 217868 w 297467"/>
                <a:gd name="connsiteY4" fmla="*/ 11393 h 122575"/>
                <a:gd name="connsiteX5" fmla="*/ 278193 w 297467"/>
                <a:gd name="connsiteY5" fmla="*/ 44730 h 122575"/>
                <a:gd name="connsiteX6" fmla="*/ 248030 w 297467"/>
                <a:gd name="connsiteY6" fmla="*/ 24092 h 122575"/>
                <a:gd name="connsiteX7" fmla="*/ 297243 w 297467"/>
                <a:gd name="connsiteY7" fmla="*/ 68543 h 122575"/>
                <a:gd name="connsiteX8" fmla="*/ 224218 w 297467"/>
                <a:gd name="connsiteY8" fmla="*/ 106643 h 122575"/>
                <a:gd name="connsiteX9" fmla="*/ 152780 w 297467"/>
                <a:gd name="connsiteY9" fmla="*/ 122519 h 122575"/>
                <a:gd name="connsiteX10" fmla="*/ 67055 w 297467"/>
                <a:gd name="connsiteY10" fmla="*/ 105056 h 122575"/>
                <a:gd name="connsiteX11" fmla="*/ 32130 w 297467"/>
                <a:gd name="connsiteY11" fmla="*/ 93943 h 122575"/>
                <a:gd name="connsiteX12" fmla="*/ 380 w 297467"/>
                <a:gd name="connsiteY12" fmla="*/ 76481 h 122575"/>
                <a:gd name="connsiteX0" fmla="*/ 380 w 297467"/>
                <a:gd name="connsiteY0" fmla="*/ 76293 h 122387"/>
                <a:gd name="connsiteX1" fmla="*/ 55943 w 297467"/>
                <a:gd name="connsiteY1" fmla="*/ 39780 h 122387"/>
                <a:gd name="connsiteX2" fmla="*/ 79755 w 297467"/>
                <a:gd name="connsiteY2" fmla="*/ 15969 h 122387"/>
                <a:gd name="connsiteX3" fmla="*/ 124205 w 297467"/>
                <a:gd name="connsiteY3" fmla="*/ 6443 h 122387"/>
                <a:gd name="connsiteX4" fmla="*/ 170243 w 297467"/>
                <a:gd name="connsiteY4" fmla="*/ 93 h 122387"/>
                <a:gd name="connsiteX5" fmla="*/ 217868 w 297467"/>
                <a:gd name="connsiteY5" fmla="*/ 11205 h 122387"/>
                <a:gd name="connsiteX6" fmla="*/ 278193 w 297467"/>
                <a:gd name="connsiteY6" fmla="*/ 44542 h 122387"/>
                <a:gd name="connsiteX7" fmla="*/ 248030 w 297467"/>
                <a:gd name="connsiteY7" fmla="*/ 23904 h 122387"/>
                <a:gd name="connsiteX8" fmla="*/ 297243 w 297467"/>
                <a:gd name="connsiteY8" fmla="*/ 68355 h 122387"/>
                <a:gd name="connsiteX9" fmla="*/ 224218 w 297467"/>
                <a:gd name="connsiteY9" fmla="*/ 106455 h 122387"/>
                <a:gd name="connsiteX10" fmla="*/ 152780 w 297467"/>
                <a:gd name="connsiteY10" fmla="*/ 122331 h 122387"/>
                <a:gd name="connsiteX11" fmla="*/ 67055 w 297467"/>
                <a:gd name="connsiteY11" fmla="*/ 104868 h 122387"/>
                <a:gd name="connsiteX12" fmla="*/ 32130 w 297467"/>
                <a:gd name="connsiteY12" fmla="*/ 93755 h 122387"/>
                <a:gd name="connsiteX13" fmla="*/ 380 w 297467"/>
                <a:gd name="connsiteY13" fmla="*/ 76293 h 122387"/>
                <a:gd name="connsiteX0" fmla="*/ 380 w 297467"/>
                <a:gd name="connsiteY0" fmla="*/ 76293 h 122387"/>
                <a:gd name="connsiteX1" fmla="*/ 55943 w 297467"/>
                <a:gd name="connsiteY1" fmla="*/ 39780 h 122387"/>
                <a:gd name="connsiteX2" fmla="*/ 79755 w 297467"/>
                <a:gd name="connsiteY2" fmla="*/ 15969 h 122387"/>
                <a:gd name="connsiteX3" fmla="*/ 124205 w 297467"/>
                <a:gd name="connsiteY3" fmla="*/ 6443 h 122387"/>
                <a:gd name="connsiteX4" fmla="*/ 170243 w 297467"/>
                <a:gd name="connsiteY4" fmla="*/ 93 h 122387"/>
                <a:gd name="connsiteX5" fmla="*/ 217868 w 297467"/>
                <a:gd name="connsiteY5" fmla="*/ 11205 h 122387"/>
                <a:gd name="connsiteX6" fmla="*/ 278193 w 297467"/>
                <a:gd name="connsiteY6" fmla="*/ 44542 h 122387"/>
                <a:gd name="connsiteX7" fmla="*/ 248030 w 297467"/>
                <a:gd name="connsiteY7" fmla="*/ 23904 h 122387"/>
                <a:gd name="connsiteX8" fmla="*/ 297243 w 297467"/>
                <a:gd name="connsiteY8" fmla="*/ 68355 h 122387"/>
                <a:gd name="connsiteX9" fmla="*/ 224218 w 297467"/>
                <a:gd name="connsiteY9" fmla="*/ 106455 h 122387"/>
                <a:gd name="connsiteX10" fmla="*/ 152780 w 297467"/>
                <a:gd name="connsiteY10" fmla="*/ 122331 h 122387"/>
                <a:gd name="connsiteX11" fmla="*/ 67055 w 297467"/>
                <a:gd name="connsiteY11" fmla="*/ 104868 h 122387"/>
                <a:gd name="connsiteX12" fmla="*/ 32130 w 297467"/>
                <a:gd name="connsiteY12" fmla="*/ 93755 h 122387"/>
                <a:gd name="connsiteX13" fmla="*/ 380 w 297467"/>
                <a:gd name="connsiteY13" fmla="*/ 76293 h 122387"/>
                <a:gd name="connsiteX0" fmla="*/ 380 w 297467"/>
                <a:gd name="connsiteY0" fmla="*/ 77573 h 123667"/>
                <a:gd name="connsiteX1" fmla="*/ 55943 w 297467"/>
                <a:gd name="connsiteY1" fmla="*/ 41060 h 123667"/>
                <a:gd name="connsiteX2" fmla="*/ 79755 w 297467"/>
                <a:gd name="connsiteY2" fmla="*/ 17249 h 123667"/>
                <a:gd name="connsiteX3" fmla="*/ 122617 w 297467"/>
                <a:gd name="connsiteY3" fmla="*/ 1373 h 123667"/>
                <a:gd name="connsiteX4" fmla="*/ 170243 w 297467"/>
                <a:gd name="connsiteY4" fmla="*/ 1373 h 123667"/>
                <a:gd name="connsiteX5" fmla="*/ 217868 w 297467"/>
                <a:gd name="connsiteY5" fmla="*/ 12485 h 123667"/>
                <a:gd name="connsiteX6" fmla="*/ 278193 w 297467"/>
                <a:gd name="connsiteY6" fmla="*/ 45822 h 123667"/>
                <a:gd name="connsiteX7" fmla="*/ 248030 w 297467"/>
                <a:gd name="connsiteY7" fmla="*/ 25184 h 123667"/>
                <a:gd name="connsiteX8" fmla="*/ 297243 w 297467"/>
                <a:gd name="connsiteY8" fmla="*/ 69635 h 123667"/>
                <a:gd name="connsiteX9" fmla="*/ 224218 w 297467"/>
                <a:gd name="connsiteY9" fmla="*/ 107735 h 123667"/>
                <a:gd name="connsiteX10" fmla="*/ 152780 w 297467"/>
                <a:gd name="connsiteY10" fmla="*/ 123611 h 123667"/>
                <a:gd name="connsiteX11" fmla="*/ 67055 w 297467"/>
                <a:gd name="connsiteY11" fmla="*/ 106148 h 123667"/>
                <a:gd name="connsiteX12" fmla="*/ 32130 w 297467"/>
                <a:gd name="connsiteY12" fmla="*/ 95035 h 123667"/>
                <a:gd name="connsiteX13" fmla="*/ 380 w 297467"/>
                <a:gd name="connsiteY13" fmla="*/ 77573 h 123667"/>
                <a:gd name="connsiteX0" fmla="*/ 336 w 297423"/>
                <a:gd name="connsiteY0" fmla="*/ 77573 h 123667"/>
                <a:gd name="connsiteX1" fmla="*/ 54312 w 297423"/>
                <a:gd name="connsiteY1" fmla="*/ 37885 h 123667"/>
                <a:gd name="connsiteX2" fmla="*/ 79711 w 297423"/>
                <a:gd name="connsiteY2" fmla="*/ 17249 h 123667"/>
                <a:gd name="connsiteX3" fmla="*/ 122573 w 297423"/>
                <a:gd name="connsiteY3" fmla="*/ 1373 h 123667"/>
                <a:gd name="connsiteX4" fmla="*/ 170199 w 297423"/>
                <a:gd name="connsiteY4" fmla="*/ 1373 h 123667"/>
                <a:gd name="connsiteX5" fmla="*/ 217824 w 297423"/>
                <a:gd name="connsiteY5" fmla="*/ 12485 h 123667"/>
                <a:gd name="connsiteX6" fmla="*/ 278149 w 297423"/>
                <a:gd name="connsiteY6" fmla="*/ 45822 h 123667"/>
                <a:gd name="connsiteX7" fmla="*/ 247986 w 297423"/>
                <a:gd name="connsiteY7" fmla="*/ 25184 h 123667"/>
                <a:gd name="connsiteX8" fmla="*/ 297199 w 297423"/>
                <a:gd name="connsiteY8" fmla="*/ 69635 h 123667"/>
                <a:gd name="connsiteX9" fmla="*/ 224174 w 297423"/>
                <a:gd name="connsiteY9" fmla="*/ 107735 h 123667"/>
                <a:gd name="connsiteX10" fmla="*/ 152736 w 297423"/>
                <a:gd name="connsiteY10" fmla="*/ 123611 h 123667"/>
                <a:gd name="connsiteX11" fmla="*/ 67011 w 297423"/>
                <a:gd name="connsiteY11" fmla="*/ 106148 h 123667"/>
                <a:gd name="connsiteX12" fmla="*/ 32086 w 297423"/>
                <a:gd name="connsiteY12" fmla="*/ 95035 h 123667"/>
                <a:gd name="connsiteX13" fmla="*/ 336 w 297423"/>
                <a:gd name="connsiteY13" fmla="*/ 77573 h 123667"/>
                <a:gd name="connsiteX0" fmla="*/ 336 w 297423"/>
                <a:gd name="connsiteY0" fmla="*/ 77573 h 123667"/>
                <a:gd name="connsiteX1" fmla="*/ 54312 w 297423"/>
                <a:gd name="connsiteY1" fmla="*/ 37885 h 123667"/>
                <a:gd name="connsiteX2" fmla="*/ 79711 w 297423"/>
                <a:gd name="connsiteY2" fmla="*/ 17249 h 123667"/>
                <a:gd name="connsiteX3" fmla="*/ 122573 w 297423"/>
                <a:gd name="connsiteY3" fmla="*/ 1373 h 123667"/>
                <a:gd name="connsiteX4" fmla="*/ 170199 w 297423"/>
                <a:gd name="connsiteY4" fmla="*/ 1373 h 123667"/>
                <a:gd name="connsiteX5" fmla="*/ 217824 w 297423"/>
                <a:gd name="connsiteY5" fmla="*/ 12485 h 123667"/>
                <a:gd name="connsiteX6" fmla="*/ 278149 w 297423"/>
                <a:gd name="connsiteY6" fmla="*/ 45822 h 123667"/>
                <a:gd name="connsiteX7" fmla="*/ 247986 w 297423"/>
                <a:gd name="connsiteY7" fmla="*/ 25184 h 123667"/>
                <a:gd name="connsiteX8" fmla="*/ 297199 w 297423"/>
                <a:gd name="connsiteY8" fmla="*/ 69635 h 123667"/>
                <a:gd name="connsiteX9" fmla="*/ 224174 w 297423"/>
                <a:gd name="connsiteY9" fmla="*/ 107735 h 123667"/>
                <a:gd name="connsiteX10" fmla="*/ 152736 w 297423"/>
                <a:gd name="connsiteY10" fmla="*/ 123611 h 123667"/>
                <a:gd name="connsiteX11" fmla="*/ 67011 w 297423"/>
                <a:gd name="connsiteY11" fmla="*/ 106148 h 123667"/>
                <a:gd name="connsiteX12" fmla="*/ 32086 w 297423"/>
                <a:gd name="connsiteY12" fmla="*/ 95035 h 123667"/>
                <a:gd name="connsiteX13" fmla="*/ 336 w 297423"/>
                <a:gd name="connsiteY13" fmla="*/ 77573 h 123667"/>
                <a:gd name="connsiteX0" fmla="*/ 336 w 297423"/>
                <a:gd name="connsiteY0" fmla="*/ 78504 h 124598"/>
                <a:gd name="connsiteX1" fmla="*/ 54312 w 297423"/>
                <a:gd name="connsiteY1" fmla="*/ 38816 h 124598"/>
                <a:gd name="connsiteX2" fmla="*/ 57486 w 297423"/>
                <a:gd name="connsiteY2" fmla="*/ 30880 h 124598"/>
                <a:gd name="connsiteX3" fmla="*/ 122573 w 297423"/>
                <a:gd name="connsiteY3" fmla="*/ 2304 h 124598"/>
                <a:gd name="connsiteX4" fmla="*/ 170199 w 297423"/>
                <a:gd name="connsiteY4" fmla="*/ 2304 h 124598"/>
                <a:gd name="connsiteX5" fmla="*/ 217824 w 297423"/>
                <a:gd name="connsiteY5" fmla="*/ 13416 h 124598"/>
                <a:gd name="connsiteX6" fmla="*/ 278149 w 297423"/>
                <a:gd name="connsiteY6" fmla="*/ 46753 h 124598"/>
                <a:gd name="connsiteX7" fmla="*/ 247986 w 297423"/>
                <a:gd name="connsiteY7" fmla="*/ 26115 h 124598"/>
                <a:gd name="connsiteX8" fmla="*/ 297199 w 297423"/>
                <a:gd name="connsiteY8" fmla="*/ 70566 h 124598"/>
                <a:gd name="connsiteX9" fmla="*/ 224174 w 297423"/>
                <a:gd name="connsiteY9" fmla="*/ 108666 h 124598"/>
                <a:gd name="connsiteX10" fmla="*/ 152736 w 297423"/>
                <a:gd name="connsiteY10" fmla="*/ 124542 h 124598"/>
                <a:gd name="connsiteX11" fmla="*/ 67011 w 297423"/>
                <a:gd name="connsiteY11" fmla="*/ 107079 h 124598"/>
                <a:gd name="connsiteX12" fmla="*/ 32086 w 297423"/>
                <a:gd name="connsiteY12" fmla="*/ 95966 h 124598"/>
                <a:gd name="connsiteX13" fmla="*/ 336 w 297423"/>
                <a:gd name="connsiteY13" fmla="*/ 78504 h 124598"/>
                <a:gd name="connsiteX0" fmla="*/ 336 w 297423"/>
                <a:gd name="connsiteY0" fmla="*/ 80615 h 126709"/>
                <a:gd name="connsiteX1" fmla="*/ 54312 w 297423"/>
                <a:gd name="connsiteY1" fmla="*/ 40927 h 126709"/>
                <a:gd name="connsiteX2" fmla="*/ 57486 w 297423"/>
                <a:gd name="connsiteY2" fmla="*/ 32991 h 126709"/>
                <a:gd name="connsiteX3" fmla="*/ 122573 w 297423"/>
                <a:gd name="connsiteY3" fmla="*/ 4415 h 126709"/>
                <a:gd name="connsiteX4" fmla="*/ 170199 w 297423"/>
                <a:gd name="connsiteY4" fmla="*/ 4415 h 126709"/>
                <a:gd name="connsiteX5" fmla="*/ 217824 w 297423"/>
                <a:gd name="connsiteY5" fmla="*/ 15527 h 126709"/>
                <a:gd name="connsiteX6" fmla="*/ 278149 w 297423"/>
                <a:gd name="connsiteY6" fmla="*/ 48864 h 126709"/>
                <a:gd name="connsiteX7" fmla="*/ 247986 w 297423"/>
                <a:gd name="connsiteY7" fmla="*/ 28226 h 126709"/>
                <a:gd name="connsiteX8" fmla="*/ 297199 w 297423"/>
                <a:gd name="connsiteY8" fmla="*/ 72677 h 126709"/>
                <a:gd name="connsiteX9" fmla="*/ 224174 w 297423"/>
                <a:gd name="connsiteY9" fmla="*/ 110777 h 126709"/>
                <a:gd name="connsiteX10" fmla="*/ 152736 w 297423"/>
                <a:gd name="connsiteY10" fmla="*/ 126653 h 126709"/>
                <a:gd name="connsiteX11" fmla="*/ 67011 w 297423"/>
                <a:gd name="connsiteY11" fmla="*/ 109190 h 126709"/>
                <a:gd name="connsiteX12" fmla="*/ 32086 w 297423"/>
                <a:gd name="connsiteY12" fmla="*/ 98077 h 126709"/>
                <a:gd name="connsiteX13" fmla="*/ 336 w 297423"/>
                <a:gd name="connsiteY13" fmla="*/ 80615 h 126709"/>
                <a:gd name="connsiteX0" fmla="*/ 336 w 297423"/>
                <a:gd name="connsiteY0" fmla="*/ 81014 h 127108"/>
                <a:gd name="connsiteX1" fmla="*/ 54312 w 297423"/>
                <a:gd name="connsiteY1" fmla="*/ 41326 h 127108"/>
                <a:gd name="connsiteX2" fmla="*/ 57486 w 297423"/>
                <a:gd name="connsiteY2" fmla="*/ 33390 h 127108"/>
                <a:gd name="connsiteX3" fmla="*/ 122573 w 297423"/>
                <a:gd name="connsiteY3" fmla="*/ 4814 h 127108"/>
                <a:gd name="connsiteX4" fmla="*/ 170199 w 297423"/>
                <a:gd name="connsiteY4" fmla="*/ 4814 h 127108"/>
                <a:gd name="connsiteX5" fmla="*/ 217824 w 297423"/>
                <a:gd name="connsiteY5" fmla="*/ 15926 h 127108"/>
                <a:gd name="connsiteX6" fmla="*/ 278149 w 297423"/>
                <a:gd name="connsiteY6" fmla="*/ 49263 h 127108"/>
                <a:gd name="connsiteX7" fmla="*/ 247986 w 297423"/>
                <a:gd name="connsiteY7" fmla="*/ 28625 h 127108"/>
                <a:gd name="connsiteX8" fmla="*/ 297199 w 297423"/>
                <a:gd name="connsiteY8" fmla="*/ 73076 h 127108"/>
                <a:gd name="connsiteX9" fmla="*/ 224174 w 297423"/>
                <a:gd name="connsiteY9" fmla="*/ 111176 h 127108"/>
                <a:gd name="connsiteX10" fmla="*/ 152736 w 297423"/>
                <a:gd name="connsiteY10" fmla="*/ 127052 h 127108"/>
                <a:gd name="connsiteX11" fmla="*/ 67011 w 297423"/>
                <a:gd name="connsiteY11" fmla="*/ 109589 h 127108"/>
                <a:gd name="connsiteX12" fmla="*/ 32086 w 297423"/>
                <a:gd name="connsiteY12" fmla="*/ 98476 h 127108"/>
                <a:gd name="connsiteX13" fmla="*/ 336 w 297423"/>
                <a:gd name="connsiteY13" fmla="*/ 81014 h 127108"/>
                <a:gd name="connsiteX0" fmla="*/ 336 w 297423"/>
                <a:gd name="connsiteY0" fmla="*/ 78190 h 124284"/>
                <a:gd name="connsiteX1" fmla="*/ 54312 w 297423"/>
                <a:gd name="connsiteY1" fmla="*/ 38502 h 124284"/>
                <a:gd name="connsiteX2" fmla="*/ 79711 w 297423"/>
                <a:gd name="connsiteY2" fmla="*/ 19453 h 124284"/>
                <a:gd name="connsiteX3" fmla="*/ 122573 w 297423"/>
                <a:gd name="connsiteY3" fmla="*/ 1990 h 124284"/>
                <a:gd name="connsiteX4" fmla="*/ 170199 w 297423"/>
                <a:gd name="connsiteY4" fmla="*/ 1990 h 124284"/>
                <a:gd name="connsiteX5" fmla="*/ 217824 w 297423"/>
                <a:gd name="connsiteY5" fmla="*/ 13102 h 124284"/>
                <a:gd name="connsiteX6" fmla="*/ 278149 w 297423"/>
                <a:gd name="connsiteY6" fmla="*/ 46439 h 124284"/>
                <a:gd name="connsiteX7" fmla="*/ 247986 w 297423"/>
                <a:gd name="connsiteY7" fmla="*/ 25801 h 124284"/>
                <a:gd name="connsiteX8" fmla="*/ 297199 w 297423"/>
                <a:gd name="connsiteY8" fmla="*/ 70252 h 124284"/>
                <a:gd name="connsiteX9" fmla="*/ 224174 w 297423"/>
                <a:gd name="connsiteY9" fmla="*/ 108352 h 124284"/>
                <a:gd name="connsiteX10" fmla="*/ 152736 w 297423"/>
                <a:gd name="connsiteY10" fmla="*/ 124228 h 124284"/>
                <a:gd name="connsiteX11" fmla="*/ 67011 w 297423"/>
                <a:gd name="connsiteY11" fmla="*/ 106765 h 124284"/>
                <a:gd name="connsiteX12" fmla="*/ 32086 w 297423"/>
                <a:gd name="connsiteY12" fmla="*/ 95652 h 124284"/>
                <a:gd name="connsiteX13" fmla="*/ 336 w 297423"/>
                <a:gd name="connsiteY13" fmla="*/ 78190 h 124284"/>
                <a:gd name="connsiteX0" fmla="*/ 94 w 297181"/>
                <a:gd name="connsiteY0" fmla="*/ 78190 h 124284"/>
                <a:gd name="connsiteX1" fmla="*/ 42958 w 297181"/>
                <a:gd name="connsiteY1" fmla="*/ 40089 h 124284"/>
                <a:gd name="connsiteX2" fmla="*/ 79469 w 297181"/>
                <a:gd name="connsiteY2" fmla="*/ 19453 h 124284"/>
                <a:gd name="connsiteX3" fmla="*/ 122331 w 297181"/>
                <a:gd name="connsiteY3" fmla="*/ 1990 h 124284"/>
                <a:gd name="connsiteX4" fmla="*/ 169957 w 297181"/>
                <a:gd name="connsiteY4" fmla="*/ 1990 h 124284"/>
                <a:gd name="connsiteX5" fmla="*/ 217582 w 297181"/>
                <a:gd name="connsiteY5" fmla="*/ 13102 h 124284"/>
                <a:gd name="connsiteX6" fmla="*/ 277907 w 297181"/>
                <a:gd name="connsiteY6" fmla="*/ 46439 h 124284"/>
                <a:gd name="connsiteX7" fmla="*/ 247744 w 297181"/>
                <a:gd name="connsiteY7" fmla="*/ 25801 h 124284"/>
                <a:gd name="connsiteX8" fmla="*/ 296957 w 297181"/>
                <a:gd name="connsiteY8" fmla="*/ 70252 h 124284"/>
                <a:gd name="connsiteX9" fmla="*/ 223932 w 297181"/>
                <a:gd name="connsiteY9" fmla="*/ 108352 h 124284"/>
                <a:gd name="connsiteX10" fmla="*/ 152494 w 297181"/>
                <a:gd name="connsiteY10" fmla="*/ 124228 h 124284"/>
                <a:gd name="connsiteX11" fmla="*/ 66769 w 297181"/>
                <a:gd name="connsiteY11" fmla="*/ 106765 h 124284"/>
                <a:gd name="connsiteX12" fmla="*/ 31844 w 297181"/>
                <a:gd name="connsiteY12" fmla="*/ 95652 h 124284"/>
                <a:gd name="connsiteX13" fmla="*/ 94 w 297181"/>
                <a:gd name="connsiteY13" fmla="*/ 78190 h 124284"/>
                <a:gd name="connsiteX0" fmla="*/ 94 w 297181"/>
                <a:gd name="connsiteY0" fmla="*/ 79199 h 125293"/>
                <a:gd name="connsiteX1" fmla="*/ 42958 w 297181"/>
                <a:gd name="connsiteY1" fmla="*/ 41098 h 125293"/>
                <a:gd name="connsiteX2" fmla="*/ 79469 w 297181"/>
                <a:gd name="connsiteY2" fmla="*/ 20462 h 125293"/>
                <a:gd name="connsiteX3" fmla="*/ 135031 w 297181"/>
                <a:gd name="connsiteY3" fmla="*/ 1412 h 125293"/>
                <a:gd name="connsiteX4" fmla="*/ 169957 w 297181"/>
                <a:gd name="connsiteY4" fmla="*/ 2999 h 125293"/>
                <a:gd name="connsiteX5" fmla="*/ 217582 w 297181"/>
                <a:gd name="connsiteY5" fmla="*/ 14111 h 125293"/>
                <a:gd name="connsiteX6" fmla="*/ 277907 w 297181"/>
                <a:gd name="connsiteY6" fmla="*/ 47448 h 125293"/>
                <a:gd name="connsiteX7" fmla="*/ 247744 w 297181"/>
                <a:gd name="connsiteY7" fmla="*/ 26810 h 125293"/>
                <a:gd name="connsiteX8" fmla="*/ 296957 w 297181"/>
                <a:gd name="connsiteY8" fmla="*/ 71261 h 125293"/>
                <a:gd name="connsiteX9" fmla="*/ 223932 w 297181"/>
                <a:gd name="connsiteY9" fmla="*/ 109361 h 125293"/>
                <a:gd name="connsiteX10" fmla="*/ 152494 w 297181"/>
                <a:gd name="connsiteY10" fmla="*/ 125237 h 125293"/>
                <a:gd name="connsiteX11" fmla="*/ 66769 w 297181"/>
                <a:gd name="connsiteY11" fmla="*/ 107774 h 125293"/>
                <a:gd name="connsiteX12" fmla="*/ 31844 w 297181"/>
                <a:gd name="connsiteY12" fmla="*/ 96661 h 125293"/>
                <a:gd name="connsiteX13" fmla="*/ 94 w 297181"/>
                <a:gd name="connsiteY13" fmla="*/ 79199 h 125293"/>
                <a:gd name="connsiteX0" fmla="*/ 94 w 297181"/>
                <a:gd name="connsiteY0" fmla="*/ 79200 h 125294"/>
                <a:gd name="connsiteX1" fmla="*/ 42958 w 297181"/>
                <a:gd name="connsiteY1" fmla="*/ 41099 h 125294"/>
                <a:gd name="connsiteX2" fmla="*/ 79469 w 297181"/>
                <a:gd name="connsiteY2" fmla="*/ 20463 h 125294"/>
                <a:gd name="connsiteX3" fmla="*/ 135031 w 297181"/>
                <a:gd name="connsiteY3" fmla="*/ 1413 h 125294"/>
                <a:gd name="connsiteX4" fmla="*/ 182657 w 297181"/>
                <a:gd name="connsiteY4" fmla="*/ 3000 h 125294"/>
                <a:gd name="connsiteX5" fmla="*/ 217582 w 297181"/>
                <a:gd name="connsiteY5" fmla="*/ 14112 h 125294"/>
                <a:gd name="connsiteX6" fmla="*/ 277907 w 297181"/>
                <a:gd name="connsiteY6" fmla="*/ 47449 h 125294"/>
                <a:gd name="connsiteX7" fmla="*/ 247744 w 297181"/>
                <a:gd name="connsiteY7" fmla="*/ 26811 h 125294"/>
                <a:gd name="connsiteX8" fmla="*/ 296957 w 297181"/>
                <a:gd name="connsiteY8" fmla="*/ 71262 h 125294"/>
                <a:gd name="connsiteX9" fmla="*/ 223932 w 297181"/>
                <a:gd name="connsiteY9" fmla="*/ 109362 h 125294"/>
                <a:gd name="connsiteX10" fmla="*/ 152494 w 297181"/>
                <a:gd name="connsiteY10" fmla="*/ 125238 h 125294"/>
                <a:gd name="connsiteX11" fmla="*/ 66769 w 297181"/>
                <a:gd name="connsiteY11" fmla="*/ 107775 h 125294"/>
                <a:gd name="connsiteX12" fmla="*/ 31844 w 297181"/>
                <a:gd name="connsiteY12" fmla="*/ 96662 h 125294"/>
                <a:gd name="connsiteX13" fmla="*/ 94 w 297181"/>
                <a:gd name="connsiteY13" fmla="*/ 79200 h 125294"/>
                <a:gd name="connsiteX0" fmla="*/ 94 w 297181"/>
                <a:gd name="connsiteY0" fmla="*/ 79200 h 125294"/>
                <a:gd name="connsiteX1" fmla="*/ 42958 w 297181"/>
                <a:gd name="connsiteY1" fmla="*/ 41099 h 125294"/>
                <a:gd name="connsiteX2" fmla="*/ 79469 w 297181"/>
                <a:gd name="connsiteY2" fmla="*/ 20463 h 125294"/>
                <a:gd name="connsiteX3" fmla="*/ 135031 w 297181"/>
                <a:gd name="connsiteY3" fmla="*/ 1413 h 125294"/>
                <a:gd name="connsiteX4" fmla="*/ 182657 w 297181"/>
                <a:gd name="connsiteY4" fmla="*/ 3000 h 125294"/>
                <a:gd name="connsiteX5" fmla="*/ 222345 w 297181"/>
                <a:gd name="connsiteY5" fmla="*/ 14112 h 125294"/>
                <a:gd name="connsiteX6" fmla="*/ 277907 w 297181"/>
                <a:gd name="connsiteY6" fmla="*/ 47449 h 125294"/>
                <a:gd name="connsiteX7" fmla="*/ 247744 w 297181"/>
                <a:gd name="connsiteY7" fmla="*/ 26811 h 125294"/>
                <a:gd name="connsiteX8" fmla="*/ 296957 w 297181"/>
                <a:gd name="connsiteY8" fmla="*/ 71262 h 125294"/>
                <a:gd name="connsiteX9" fmla="*/ 223932 w 297181"/>
                <a:gd name="connsiteY9" fmla="*/ 109362 h 125294"/>
                <a:gd name="connsiteX10" fmla="*/ 152494 w 297181"/>
                <a:gd name="connsiteY10" fmla="*/ 125238 h 125294"/>
                <a:gd name="connsiteX11" fmla="*/ 66769 w 297181"/>
                <a:gd name="connsiteY11" fmla="*/ 107775 h 125294"/>
                <a:gd name="connsiteX12" fmla="*/ 31844 w 297181"/>
                <a:gd name="connsiteY12" fmla="*/ 96662 h 125294"/>
                <a:gd name="connsiteX13" fmla="*/ 94 w 297181"/>
                <a:gd name="connsiteY13" fmla="*/ 79200 h 125294"/>
                <a:gd name="connsiteX0" fmla="*/ 28 w 297115"/>
                <a:gd name="connsiteY0" fmla="*/ 79200 h 125294"/>
                <a:gd name="connsiteX1" fmla="*/ 42892 w 297115"/>
                <a:gd name="connsiteY1" fmla="*/ 41099 h 125294"/>
                <a:gd name="connsiteX2" fmla="*/ 79403 w 297115"/>
                <a:gd name="connsiteY2" fmla="*/ 20463 h 125294"/>
                <a:gd name="connsiteX3" fmla="*/ 134965 w 297115"/>
                <a:gd name="connsiteY3" fmla="*/ 1413 h 125294"/>
                <a:gd name="connsiteX4" fmla="*/ 182591 w 297115"/>
                <a:gd name="connsiteY4" fmla="*/ 3000 h 125294"/>
                <a:gd name="connsiteX5" fmla="*/ 222279 w 297115"/>
                <a:gd name="connsiteY5" fmla="*/ 14112 h 125294"/>
                <a:gd name="connsiteX6" fmla="*/ 277841 w 297115"/>
                <a:gd name="connsiteY6" fmla="*/ 47449 h 125294"/>
                <a:gd name="connsiteX7" fmla="*/ 247678 w 297115"/>
                <a:gd name="connsiteY7" fmla="*/ 26811 h 125294"/>
                <a:gd name="connsiteX8" fmla="*/ 296891 w 297115"/>
                <a:gd name="connsiteY8" fmla="*/ 71262 h 125294"/>
                <a:gd name="connsiteX9" fmla="*/ 223866 w 297115"/>
                <a:gd name="connsiteY9" fmla="*/ 109362 h 125294"/>
                <a:gd name="connsiteX10" fmla="*/ 152428 w 297115"/>
                <a:gd name="connsiteY10" fmla="*/ 125238 h 125294"/>
                <a:gd name="connsiteX11" fmla="*/ 66703 w 297115"/>
                <a:gd name="connsiteY11" fmla="*/ 107775 h 125294"/>
                <a:gd name="connsiteX12" fmla="*/ 36541 w 297115"/>
                <a:gd name="connsiteY12" fmla="*/ 90312 h 125294"/>
                <a:gd name="connsiteX13" fmla="*/ 28 w 297115"/>
                <a:gd name="connsiteY13" fmla="*/ 79200 h 125294"/>
                <a:gd name="connsiteX0" fmla="*/ 345 w 297432"/>
                <a:gd name="connsiteY0" fmla="*/ 79200 h 125294"/>
                <a:gd name="connsiteX1" fmla="*/ 43209 w 297432"/>
                <a:gd name="connsiteY1" fmla="*/ 41099 h 125294"/>
                <a:gd name="connsiteX2" fmla="*/ 79720 w 297432"/>
                <a:gd name="connsiteY2" fmla="*/ 20463 h 125294"/>
                <a:gd name="connsiteX3" fmla="*/ 135282 w 297432"/>
                <a:gd name="connsiteY3" fmla="*/ 1413 h 125294"/>
                <a:gd name="connsiteX4" fmla="*/ 182908 w 297432"/>
                <a:gd name="connsiteY4" fmla="*/ 3000 h 125294"/>
                <a:gd name="connsiteX5" fmla="*/ 222596 w 297432"/>
                <a:gd name="connsiteY5" fmla="*/ 14112 h 125294"/>
                <a:gd name="connsiteX6" fmla="*/ 278158 w 297432"/>
                <a:gd name="connsiteY6" fmla="*/ 47449 h 125294"/>
                <a:gd name="connsiteX7" fmla="*/ 247995 w 297432"/>
                <a:gd name="connsiteY7" fmla="*/ 26811 h 125294"/>
                <a:gd name="connsiteX8" fmla="*/ 297208 w 297432"/>
                <a:gd name="connsiteY8" fmla="*/ 71262 h 125294"/>
                <a:gd name="connsiteX9" fmla="*/ 224183 w 297432"/>
                <a:gd name="connsiteY9" fmla="*/ 109362 h 125294"/>
                <a:gd name="connsiteX10" fmla="*/ 152745 w 297432"/>
                <a:gd name="connsiteY10" fmla="*/ 125238 h 125294"/>
                <a:gd name="connsiteX11" fmla="*/ 67020 w 297432"/>
                <a:gd name="connsiteY11" fmla="*/ 107775 h 125294"/>
                <a:gd name="connsiteX12" fmla="*/ 24158 w 297432"/>
                <a:gd name="connsiteY12" fmla="*/ 88724 h 125294"/>
                <a:gd name="connsiteX13" fmla="*/ 345 w 297432"/>
                <a:gd name="connsiteY13" fmla="*/ 79200 h 125294"/>
                <a:gd name="connsiteX0" fmla="*/ 345 w 297432"/>
                <a:gd name="connsiteY0" fmla="*/ 79200 h 125294"/>
                <a:gd name="connsiteX1" fmla="*/ 43209 w 297432"/>
                <a:gd name="connsiteY1" fmla="*/ 41099 h 125294"/>
                <a:gd name="connsiteX2" fmla="*/ 79720 w 297432"/>
                <a:gd name="connsiteY2" fmla="*/ 20463 h 125294"/>
                <a:gd name="connsiteX3" fmla="*/ 135282 w 297432"/>
                <a:gd name="connsiteY3" fmla="*/ 1413 h 125294"/>
                <a:gd name="connsiteX4" fmla="*/ 182908 w 297432"/>
                <a:gd name="connsiteY4" fmla="*/ 3000 h 125294"/>
                <a:gd name="connsiteX5" fmla="*/ 222596 w 297432"/>
                <a:gd name="connsiteY5" fmla="*/ 14112 h 125294"/>
                <a:gd name="connsiteX6" fmla="*/ 278158 w 297432"/>
                <a:gd name="connsiteY6" fmla="*/ 47449 h 125294"/>
                <a:gd name="connsiteX7" fmla="*/ 247995 w 297432"/>
                <a:gd name="connsiteY7" fmla="*/ 26811 h 125294"/>
                <a:gd name="connsiteX8" fmla="*/ 297208 w 297432"/>
                <a:gd name="connsiteY8" fmla="*/ 71262 h 125294"/>
                <a:gd name="connsiteX9" fmla="*/ 224183 w 297432"/>
                <a:gd name="connsiteY9" fmla="*/ 109362 h 125294"/>
                <a:gd name="connsiteX10" fmla="*/ 152745 w 297432"/>
                <a:gd name="connsiteY10" fmla="*/ 125238 h 125294"/>
                <a:gd name="connsiteX11" fmla="*/ 82895 w 297432"/>
                <a:gd name="connsiteY11" fmla="*/ 112538 h 125294"/>
                <a:gd name="connsiteX12" fmla="*/ 24158 w 297432"/>
                <a:gd name="connsiteY12" fmla="*/ 88724 h 125294"/>
                <a:gd name="connsiteX13" fmla="*/ 345 w 297432"/>
                <a:gd name="connsiteY13" fmla="*/ 79200 h 125294"/>
                <a:gd name="connsiteX0" fmla="*/ 345 w 297432"/>
                <a:gd name="connsiteY0" fmla="*/ 79200 h 123717"/>
                <a:gd name="connsiteX1" fmla="*/ 43209 w 297432"/>
                <a:gd name="connsiteY1" fmla="*/ 41099 h 123717"/>
                <a:gd name="connsiteX2" fmla="*/ 79720 w 297432"/>
                <a:gd name="connsiteY2" fmla="*/ 20463 h 123717"/>
                <a:gd name="connsiteX3" fmla="*/ 135282 w 297432"/>
                <a:gd name="connsiteY3" fmla="*/ 1413 h 123717"/>
                <a:gd name="connsiteX4" fmla="*/ 182908 w 297432"/>
                <a:gd name="connsiteY4" fmla="*/ 3000 h 123717"/>
                <a:gd name="connsiteX5" fmla="*/ 222596 w 297432"/>
                <a:gd name="connsiteY5" fmla="*/ 14112 h 123717"/>
                <a:gd name="connsiteX6" fmla="*/ 278158 w 297432"/>
                <a:gd name="connsiteY6" fmla="*/ 47449 h 123717"/>
                <a:gd name="connsiteX7" fmla="*/ 247995 w 297432"/>
                <a:gd name="connsiteY7" fmla="*/ 26811 h 123717"/>
                <a:gd name="connsiteX8" fmla="*/ 297208 w 297432"/>
                <a:gd name="connsiteY8" fmla="*/ 71262 h 123717"/>
                <a:gd name="connsiteX9" fmla="*/ 224183 w 297432"/>
                <a:gd name="connsiteY9" fmla="*/ 109362 h 123717"/>
                <a:gd name="connsiteX10" fmla="*/ 168620 w 297432"/>
                <a:gd name="connsiteY10" fmla="*/ 123650 h 123717"/>
                <a:gd name="connsiteX11" fmla="*/ 82895 w 297432"/>
                <a:gd name="connsiteY11" fmla="*/ 112538 h 123717"/>
                <a:gd name="connsiteX12" fmla="*/ 24158 w 297432"/>
                <a:gd name="connsiteY12" fmla="*/ 88724 h 123717"/>
                <a:gd name="connsiteX13" fmla="*/ 345 w 297432"/>
                <a:gd name="connsiteY13" fmla="*/ 79200 h 123717"/>
                <a:gd name="connsiteX0" fmla="*/ 345 w 297292"/>
                <a:gd name="connsiteY0" fmla="*/ 79200 h 123690"/>
                <a:gd name="connsiteX1" fmla="*/ 43209 w 297292"/>
                <a:gd name="connsiteY1" fmla="*/ 41099 h 123690"/>
                <a:gd name="connsiteX2" fmla="*/ 79720 w 297292"/>
                <a:gd name="connsiteY2" fmla="*/ 20463 h 123690"/>
                <a:gd name="connsiteX3" fmla="*/ 135282 w 297292"/>
                <a:gd name="connsiteY3" fmla="*/ 1413 h 123690"/>
                <a:gd name="connsiteX4" fmla="*/ 182908 w 297292"/>
                <a:gd name="connsiteY4" fmla="*/ 3000 h 123690"/>
                <a:gd name="connsiteX5" fmla="*/ 222596 w 297292"/>
                <a:gd name="connsiteY5" fmla="*/ 14112 h 123690"/>
                <a:gd name="connsiteX6" fmla="*/ 278158 w 297292"/>
                <a:gd name="connsiteY6" fmla="*/ 47449 h 123690"/>
                <a:gd name="connsiteX7" fmla="*/ 247995 w 297292"/>
                <a:gd name="connsiteY7" fmla="*/ 26811 h 123690"/>
                <a:gd name="connsiteX8" fmla="*/ 297208 w 297292"/>
                <a:gd name="connsiteY8" fmla="*/ 71262 h 123690"/>
                <a:gd name="connsiteX9" fmla="*/ 233708 w 297292"/>
                <a:gd name="connsiteY9" fmla="*/ 104600 h 123690"/>
                <a:gd name="connsiteX10" fmla="*/ 168620 w 297292"/>
                <a:gd name="connsiteY10" fmla="*/ 123650 h 123690"/>
                <a:gd name="connsiteX11" fmla="*/ 82895 w 297292"/>
                <a:gd name="connsiteY11" fmla="*/ 112538 h 123690"/>
                <a:gd name="connsiteX12" fmla="*/ 24158 w 297292"/>
                <a:gd name="connsiteY12" fmla="*/ 88724 h 123690"/>
                <a:gd name="connsiteX13" fmla="*/ 345 w 297292"/>
                <a:gd name="connsiteY13" fmla="*/ 79200 h 123690"/>
                <a:gd name="connsiteX0" fmla="*/ 345 w 298292"/>
                <a:gd name="connsiteY0" fmla="*/ 79200 h 123686"/>
                <a:gd name="connsiteX1" fmla="*/ 43209 w 298292"/>
                <a:gd name="connsiteY1" fmla="*/ 41099 h 123686"/>
                <a:gd name="connsiteX2" fmla="*/ 79720 w 298292"/>
                <a:gd name="connsiteY2" fmla="*/ 20463 h 123686"/>
                <a:gd name="connsiteX3" fmla="*/ 135282 w 298292"/>
                <a:gd name="connsiteY3" fmla="*/ 1413 h 123686"/>
                <a:gd name="connsiteX4" fmla="*/ 182908 w 298292"/>
                <a:gd name="connsiteY4" fmla="*/ 3000 h 123686"/>
                <a:gd name="connsiteX5" fmla="*/ 222596 w 298292"/>
                <a:gd name="connsiteY5" fmla="*/ 14112 h 123686"/>
                <a:gd name="connsiteX6" fmla="*/ 278158 w 298292"/>
                <a:gd name="connsiteY6" fmla="*/ 47449 h 123686"/>
                <a:gd name="connsiteX7" fmla="*/ 247995 w 298292"/>
                <a:gd name="connsiteY7" fmla="*/ 26811 h 123686"/>
                <a:gd name="connsiteX8" fmla="*/ 297208 w 298292"/>
                <a:gd name="connsiteY8" fmla="*/ 71262 h 123686"/>
                <a:gd name="connsiteX9" fmla="*/ 278158 w 298292"/>
                <a:gd name="connsiteY9" fmla="*/ 79204 h 123686"/>
                <a:gd name="connsiteX10" fmla="*/ 233708 w 298292"/>
                <a:gd name="connsiteY10" fmla="*/ 104600 h 123686"/>
                <a:gd name="connsiteX11" fmla="*/ 168620 w 298292"/>
                <a:gd name="connsiteY11" fmla="*/ 123650 h 123686"/>
                <a:gd name="connsiteX12" fmla="*/ 82895 w 298292"/>
                <a:gd name="connsiteY12" fmla="*/ 112538 h 123686"/>
                <a:gd name="connsiteX13" fmla="*/ 24158 w 298292"/>
                <a:gd name="connsiteY13" fmla="*/ 88724 h 123686"/>
                <a:gd name="connsiteX14" fmla="*/ 345 w 298292"/>
                <a:gd name="connsiteY14" fmla="*/ 79200 h 123686"/>
                <a:gd name="connsiteX0" fmla="*/ 345 w 298292"/>
                <a:gd name="connsiteY0" fmla="*/ 79200 h 123686"/>
                <a:gd name="connsiteX1" fmla="*/ 43209 w 298292"/>
                <a:gd name="connsiteY1" fmla="*/ 41099 h 123686"/>
                <a:gd name="connsiteX2" fmla="*/ 79720 w 298292"/>
                <a:gd name="connsiteY2" fmla="*/ 20463 h 123686"/>
                <a:gd name="connsiteX3" fmla="*/ 135282 w 298292"/>
                <a:gd name="connsiteY3" fmla="*/ 1413 h 123686"/>
                <a:gd name="connsiteX4" fmla="*/ 182908 w 298292"/>
                <a:gd name="connsiteY4" fmla="*/ 3000 h 123686"/>
                <a:gd name="connsiteX5" fmla="*/ 222596 w 298292"/>
                <a:gd name="connsiteY5" fmla="*/ 14112 h 123686"/>
                <a:gd name="connsiteX6" fmla="*/ 225771 w 298292"/>
                <a:gd name="connsiteY6" fmla="*/ 15699 h 123686"/>
                <a:gd name="connsiteX7" fmla="*/ 247995 w 298292"/>
                <a:gd name="connsiteY7" fmla="*/ 26811 h 123686"/>
                <a:gd name="connsiteX8" fmla="*/ 297208 w 298292"/>
                <a:gd name="connsiteY8" fmla="*/ 71262 h 123686"/>
                <a:gd name="connsiteX9" fmla="*/ 278158 w 298292"/>
                <a:gd name="connsiteY9" fmla="*/ 79204 h 123686"/>
                <a:gd name="connsiteX10" fmla="*/ 233708 w 298292"/>
                <a:gd name="connsiteY10" fmla="*/ 104600 h 123686"/>
                <a:gd name="connsiteX11" fmla="*/ 168620 w 298292"/>
                <a:gd name="connsiteY11" fmla="*/ 123650 h 123686"/>
                <a:gd name="connsiteX12" fmla="*/ 82895 w 298292"/>
                <a:gd name="connsiteY12" fmla="*/ 112538 h 123686"/>
                <a:gd name="connsiteX13" fmla="*/ 24158 w 298292"/>
                <a:gd name="connsiteY13" fmla="*/ 88724 h 123686"/>
                <a:gd name="connsiteX14" fmla="*/ 345 w 298292"/>
                <a:gd name="connsiteY14" fmla="*/ 79200 h 123686"/>
                <a:gd name="connsiteX0" fmla="*/ 345 w 297711"/>
                <a:gd name="connsiteY0" fmla="*/ 79200 h 123686"/>
                <a:gd name="connsiteX1" fmla="*/ 43209 w 297711"/>
                <a:gd name="connsiteY1" fmla="*/ 41099 h 123686"/>
                <a:gd name="connsiteX2" fmla="*/ 79720 w 297711"/>
                <a:gd name="connsiteY2" fmla="*/ 20463 h 123686"/>
                <a:gd name="connsiteX3" fmla="*/ 135282 w 297711"/>
                <a:gd name="connsiteY3" fmla="*/ 1413 h 123686"/>
                <a:gd name="connsiteX4" fmla="*/ 182908 w 297711"/>
                <a:gd name="connsiteY4" fmla="*/ 3000 h 123686"/>
                <a:gd name="connsiteX5" fmla="*/ 222596 w 297711"/>
                <a:gd name="connsiteY5" fmla="*/ 14112 h 123686"/>
                <a:gd name="connsiteX6" fmla="*/ 225771 w 297711"/>
                <a:gd name="connsiteY6" fmla="*/ 15699 h 123686"/>
                <a:gd name="connsiteX7" fmla="*/ 286095 w 297711"/>
                <a:gd name="connsiteY7" fmla="*/ 47448 h 123686"/>
                <a:gd name="connsiteX8" fmla="*/ 297208 w 297711"/>
                <a:gd name="connsiteY8" fmla="*/ 71262 h 123686"/>
                <a:gd name="connsiteX9" fmla="*/ 278158 w 297711"/>
                <a:gd name="connsiteY9" fmla="*/ 79204 h 123686"/>
                <a:gd name="connsiteX10" fmla="*/ 233708 w 297711"/>
                <a:gd name="connsiteY10" fmla="*/ 104600 h 123686"/>
                <a:gd name="connsiteX11" fmla="*/ 168620 w 297711"/>
                <a:gd name="connsiteY11" fmla="*/ 123650 h 123686"/>
                <a:gd name="connsiteX12" fmla="*/ 82895 w 297711"/>
                <a:gd name="connsiteY12" fmla="*/ 112538 h 123686"/>
                <a:gd name="connsiteX13" fmla="*/ 24158 w 297711"/>
                <a:gd name="connsiteY13" fmla="*/ 88724 h 123686"/>
                <a:gd name="connsiteX14" fmla="*/ 345 w 297711"/>
                <a:gd name="connsiteY14" fmla="*/ 79200 h 123686"/>
                <a:gd name="connsiteX0" fmla="*/ 345 w 297980"/>
                <a:gd name="connsiteY0" fmla="*/ 79200 h 123686"/>
                <a:gd name="connsiteX1" fmla="*/ 43209 w 297980"/>
                <a:gd name="connsiteY1" fmla="*/ 41099 h 123686"/>
                <a:gd name="connsiteX2" fmla="*/ 79720 w 297980"/>
                <a:gd name="connsiteY2" fmla="*/ 20463 h 123686"/>
                <a:gd name="connsiteX3" fmla="*/ 135282 w 297980"/>
                <a:gd name="connsiteY3" fmla="*/ 1413 h 123686"/>
                <a:gd name="connsiteX4" fmla="*/ 182908 w 297980"/>
                <a:gd name="connsiteY4" fmla="*/ 3000 h 123686"/>
                <a:gd name="connsiteX5" fmla="*/ 222596 w 297980"/>
                <a:gd name="connsiteY5" fmla="*/ 14112 h 123686"/>
                <a:gd name="connsiteX6" fmla="*/ 225771 w 297980"/>
                <a:gd name="connsiteY6" fmla="*/ 15699 h 123686"/>
                <a:gd name="connsiteX7" fmla="*/ 286095 w 297980"/>
                <a:gd name="connsiteY7" fmla="*/ 47448 h 123686"/>
                <a:gd name="connsiteX8" fmla="*/ 297208 w 297980"/>
                <a:gd name="connsiteY8" fmla="*/ 71262 h 123686"/>
                <a:gd name="connsiteX9" fmla="*/ 278158 w 297980"/>
                <a:gd name="connsiteY9" fmla="*/ 79204 h 123686"/>
                <a:gd name="connsiteX10" fmla="*/ 233708 w 297980"/>
                <a:gd name="connsiteY10" fmla="*/ 104600 h 123686"/>
                <a:gd name="connsiteX11" fmla="*/ 168620 w 297980"/>
                <a:gd name="connsiteY11" fmla="*/ 123650 h 123686"/>
                <a:gd name="connsiteX12" fmla="*/ 82895 w 297980"/>
                <a:gd name="connsiteY12" fmla="*/ 112538 h 123686"/>
                <a:gd name="connsiteX13" fmla="*/ 24158 w 297980"/>
                <a:gd name="connsiteY13" fmla="*/ 88724 h 123686"/>
                <a:gd name="connsiteX14" fmla="*/ 345 w 297980"/>
                <a:gd name="connsiteY14" fmla="*/ 79200 h 123686"/>
                <a:gd name="connsiteX0" fmla="*/ 345 w 297469"/>
                <a:gd name="connsiteY0" fmla="*/ 79200 h 123686"/>
                <a:gd name="connsiteX1" fmla="*/ 43209 w 297469"/>
                <a:gd name="connsiteY1" fmla="*/ 41099 h 123686"/>
                <a:gd name="connsiteX2" fmla="*/ 79720 w 297469"/>
                <a:gd name="connsiteY2" fmla="*/ 20463 h 123686"/>
                <a:gd name="connsiteX3" fmla="*/ 135282 w 297469"/>
                <a:gd name="connsiteY3" fmla="*/ 1413 h 123686"/>
                <a:gd name="connsiteX4" fmla="*/ 182908 w 297469"/>
                <a:gd name="connsiteY4" fmla="*/ 3000 h 123686"/>
                <a:gd name="connsiteX5" fmla="*/ 222596 w 297469"/>
                <a:gd name="connsiteY5" fmla="*/ 14112 h 123686"/>
                <a:gd name="connsiteX6" fmla="*/ 244821 w 297469"/>
                <a:gd name="connsiteY6" fmla="*/ 22049 h 123686"/>
                <a:gd name="connsiteX7" fmla="*/ 286095 w 297469"/>
                <a:gd name="connsiteY7" fmla="*/ 47448 h 123686"/>
                <a:gd name="connsiteX8" fmla="*/ 297208 w 297469"/>
                <a:gd name="connsiteY8" fmla="*/ 71262 h 123686"/>
                <a:gd name="connsiteX9" fmla="*/ 278158 w 297469"/>
                <a:gd name="connsiteY9" fmla="*/ 79204 h 123686"/>
                <a:gd name="connsiteX10" fmla="*/ 233708 w 297469"/>
                <a:gd name="connsiteY10" fmla="*/ 104600 h 123686"/>
                <a:gd name="connsiteX11" fmla="*/ 168620 w 297469"/>
                <a:gd name="connsiteY11" fmla="*/ 123650 h 123686"/>
                <a:gd name="connsiteX12" fmla="*/ 82895 w 297469"/>
                <a:gd name="connsiteY12" fmla="*/ 112538 h 123686"/>
                <a:gd name="connsiteX13" fmla="*/ 24158 w 297469"/>
                <a:gd name="connsiteY13" fmla="*/ 88724 h 123686"/>
                <a:gd name="connsiteX14" fmla="*/ 345 w 297469"/>
                <a:gd name="connsiteY14" fmla="*/ 79200 h 123686"/>
                <a:gd name="connsiteX0" fmla="*/ 345 w 297469"/>
                <a:gd name="connsiteY0" fmla="*/ 79200 h 123686"/>
                <a:gd name="connsiteX1" fmla="*/ 43209 w 297469"/>
                <a:gd name="connsiteY1" fmla="*/ 41099 h 123686"/>
                <a:gd name="connsiteX2" fmla="*/ 79720 w 297469"/>
                <a:gd name="connsiteY2" fmla="*/ 20463 h 123686"/>
                <a:gd name="connsiteX3" fmla="*/ 135282 w 297469"/>
                <a:gd name="connsiteY3" fmla="*/ 1413 h 123686"/>
                <a:gd name="connsiteX4" fmla="*/ 182908 w 297469"/>
                <a:gd name="connsiteY4" fmla="*/ 3000 h 123686"/>
                <a:gd name="connsiteX5" fmla="*/ 214659 w 297469"/>
                <a:gd name="connsiteY5" fmla="*/ 9350 h 123686"/>
                <a:gd name="connsiteX6" fmla="*/ 244821 w 297469"/>
                <a:gd name="connsiteY6" fmla="*/ 22049 h 123686"/>
                <a:gd name="connsiteX7" fmla="*/ 286095 w 297469"/>
                <a:gd name="connsiteY7" fmla="*/ 47448 h 123686"/>
                <a:gd name="connsiteX8" fmla="*/ 297208 w 297469"/>
                <a:gd name="connsiteY8" fmla="*/ 71262 h 123686"/>
                <a:gd name="connsiteX9" fmla="*/ 278158 w 297469"/>
                <a:gd name="connsiteY9" fmla="*/ 79204 h 123686"/>
                <a:gd name="connsiteX10" fmla="*/ 233708 w 297469"/>
                <a:gd name="connsiteY10" fmla="*/ 104600 h 123686"/>
                <a:gd name="connsiteX11" fmla="*/ 168620 w 297469"/>
                <a:gd name="connsiteY11" fmla="*/ 123650 h 123686"/>
                <a:gd name="connsiteX12" fmla="*/ 82895 w 297469"/>
                <a:gd name="connsiteY12" fmla="*/ 112538 h 123686"/>
                <a:gd name="connsiteX13" fmla="*/ 24158 w 297469"/>
                <a:gd name="connsiteY13" fmla="*/ 88724 h 123686"/>
                <a:gd name="connsiteX14" fmla="*/ 345 w 297469"/>
                <a:gd name="connsiteY14" fmla="*/ 79200 h 123686"/>
                <a:gd name="connsiteX0" fmla="*/ 345 w 302119"/>
                <a:gd name="connsiteY0" fmla="*/ 79200 h 123686"/>
                <a:gd name="connsiteX1" fmla="*/ 43209 w 302119"/>
                <a:gd name="connsiteY1" fmla="*/ 41099 h 123686"/>
                <a:gd name="connsiteX2" fmla="*/ 79720 w 302119"/>
                <a:gd name="connsiteY2" fmla="*/ 20463 h 123686"/>
                <a:gd name="connsiteX3" fmla="*/ 135282 w 302119"/>
                <a:gd name="connsiteY3" fmla="*/ 1413 h 123686"/>
                <a:gd name="connsiteX4" fmla="*/ 182908 w 302119"/>
                <a:gd name="connsiteY4" fmla="*/ 3000 h 123686"/>
                <a:gd name="connsiteX5" fmla="*/ 214659 w 302119"/>
                <a:gd name="connsiteY5" fmla="*/ 9350 h 123686"/>
                <a:gd name="connsiteX6" fmla="*/ 244821 w 302119"/>
                <a:gd name="connsiteY6" fmla="*/ 22049 h 123686"/>
                <a:gd name="connsiteX7" fmla="*/ 286095 w 302119"/>
                <a:gd name="connsiteY7" fmla="*/ 47448 h 123686"/>
                <a:gd name="connsiteX8" fmla="*/ 301971 w 302119"/>
                <a:gd name="connsiteY8" fmla="*/ 77612 h 123686"/>
                <a:gd name="connsiteX9" fmla="*/ 278158 w 302119"/>
                <a:gd name="connsiteY9" fmla="*/ 79204 h 123686"/>
                <a:gd name="connsiteX10" fmla="*/ 233708 w 302119"/>
                <a:gd name="connsiteY10" fmla="*/ 104600 h 123686"/>
                <a:gd name="connsiteX11" fmla="*/ 168620 w 302119"/>
                <a:gd name="connsiteY11" fmla="*/ 123650 h 123686"/>
                <a:gd name="connsiteX12" fmla="*/ 82895 w 302119"/>
                <a:gd name="connsiteY12" fmla="*/ 112538 h 123686"/>
                <a:gd name="connsiteX13" fmla="*/ 24158 w 302119"/>
                <a:gd name="connsiteY13" fmla="*/ 88724 h 123686"/>
                <a:gd name="connsiteX14" fmla="*/ 345 w 302119"/>
                <a:gd name="connsiteY14" fmla="*/ 79200 h 123686"/>
                <a:gd name="connsiteX0" fmla="*/ 345 w 302119"/>
                <a:gd name="connsiteY0" fmla="*/ 79200 h 123686"/>
                <a:gd name="connsiteX1" fmla="*/ 43209 w 302119"/>
                <a:gd name="connsiteY1" fmla="*/ 41099 h 123686"/>
                <a:gd name="connsiteX2" fmla="*/ 79720 w 302119"/>
                <a:gd name="connsiteY2" fmla="*/ 20463 h 123686"/>
                <a:gd name="connsiteX3" fmla="*/ 135282 w 302119"/>
                <a:gd name="connsiteY3" fmla="*/ 1413 h 123686"/>
                <a:gd name="connsiteX4" fmla="*/ 182908 w 302119"/>
                <a:gd name="connsiteY4" fmla="*/ 3000 h 123686"/>
                <a:gd name="connsiteX5" fmla="*/ 222597 w 302119"/>
                <a:gd name="connsiteY5" fmla="*/ 10937 h 123686"/>
                <a:gd name="connsiteX6" fmla="*/ 244821 w 302119"/>
                <a:gd name="connsiteY6" fmla="*/ 22049 h 123686"/>
                <a:gd name="connsiteX7" fmla="*/ 286095 w 302119"/>
                <a:gd name="connsiteY7" fmla="*/ 47448 h 123686"/>
                <a:gd name="connsiteX8" fmla="*/ 301971 w 302119"/>
                <a:gd name="connsiteY8" fmla="*/ 77612 h 123686"/>
                <a:gd name="connsiteX9" fmla="*/ 278158 w 302119"/>
                <a:gd name="connsiteY9" fmla="*/ 79204 h 123686"/>
                <a:gd name="connsiteX10" fmla="*/ 233708 w 302119"/>
                <a:gd name="connsiteY10" fmla="*/ 104600 h 123686"/>
                <a:gd name="connsiteX11" fmla="*/ 168620 w 302119"/>
                <a:gd name="connsiteY11" fmla="*/ 123650 h 123686"/>
                <a:gd name="connsiteX12" fmla="*/ 82895 w 302119"/>
                <a:gd name="connsiteY12" fmla="*/ 112538 h 123686"/>
                <a:gd name="connsiteX13" fmla="*/ 24158 w 302119"/>
                <a:gd name="connsiteY13" fmla="*/ 88724 h 123686"/>
                <a:gd name="connsiteX14" fmla="*/ 345 w 302119"/>
                <a:gd name="connsiteY14" fmla="*/ 79200 h 123686"/>
                <a:gd name="connsiteX0" fmla="*/ 345 w 302119"/>
                <a:gd name="connsiteY0" fmla="*/ 83370 h 127856"/>
                <a:gd name="connsiteX1" fmla="*/ 43209 w 302119"/>
                <a:gd name="connsiteY1" fmla="*/ 45269 h 127856"/>
                <a:gd name="connsiteX2" fmla="*/ 79720 w 302119"/>
                <a:gd name="connsiteY2" fmla="*/ 24633 h 127856"/>
                <a:gd name="connsiteX3" fmla="*/ 135282 w 302119"/>
                <a:gd name="connsiteY3" fmla="*/ 5583 h 127856"/>
                <a:gd name="connsiteX4" fmla="*/ 178146 w 302119"/>
                <a:gd name="connsiteY4" fmla="*/ 820 h 127856"/>
                <a:gd name="connsiteX5" fmla="*/ 222597 w 302119"/>
                <a:gd name="connsiteY5" fmla="*/ 15107 h 127856"/>
                <a:gd name="connsiteX6" fmla="*/ 244821 w 302119"/>
                <a:gd name="connsiteY6" fmla="*/ 26219 h 127856"/>
                <a:gd name="connsiteX7" fmla="*/ 286095 w 302119"/>
                <a:gd name="connsiteY7" fmla="*/ 51618 h 127856"/>
                <a:gd name="connsiteX8" fmla="*/ 301971 w 302119"/>
                <a:gd name="connsiteY8" fmla="*/ 81782 h 127856"/>
                <a:gd name="connsiteX9" fmla="*/ 278158 w 302119"/>
                <a:gd name="connsiteY9" fmla="*/ 83374 h 127856"/>
                <a:gd name="connsiteX10" fmla="*/ 233708 w 302119"/>
                <a:gd name="connsiteY10" fmla="*/ 108770 h 127856"/>
                <a:gd name="connsiteX11" fmla="*/ 168620 w 302119"/>
                <a:gd name="connsiteY11" fmla="*/ 127820 h 127856"/>
                <a:gd name="connsiteX12" fmla="*/ 82895 w 302119"/>
                <a:gd name="connsiteY12" fmla="*/ 116708 h 127856"/>
                <a:gd name="connsiteX13" fmla="*/ 24158 w 302119"/>
                <a:gd name="connsiteY13" fmla="*/ 92894 h 127856"/>
                <a:gd name="connsiteX14" fmla="*/ 345 w 302119"/>
                <a:gd name="connsiteY14" fmla="*/ 83370 h 127856"/>
                <a:gd name="connsiteX0" fmla="*/ 345 w 302119"/>
                <a:gd name="connsiteY0" fmla="*/ 83370 h 127856"/>
                <a:gd name="connsiteX1" fmla="*/ 43209 w 302119"/>
                <a:gd name="connsiteY1" fmla="*/ 45269 h 127856"/>
                <a:gd name="connsiteX2" fmla="*/ 79720 w 302119"/>
                <a:gd name="connsiteY2" fmla="*/ 24633 h 127856"/>
                <a:gd name="connsiteX3" fmla="*/ 135282 w 302119"/>
                <a:gd name="connsiteY3" fmla="*/ 5583 h 127856"/>
                <a:gd name="connsiteX4" fmla="*/ 178146 w 302119"/>
                <a:gd name="connsiteY4" fmla="*/ 820 h 127856"/>
                <a:gd name="connsiteX5" fmla="*/ 227360 w 302119"/>
                <a:gd name="connsiteY5" fmla="*/ 10344 h 127856"/>
                <a:gd name="connsiteX6" fmla="*/ 244821 w 302119"/>
                <a:gd name="connsiteY6" fmla="*/ 26219 h 127856"/>
                <a:gd name="connsiteX7" fmla="*/ 286095 w 302119"/>
                <a:gd name="connsiteY7" fmla="*/ 51618 h 127856"/>
                <a:gd name="connsiteX8" fmla="*/ 301971 w 302119"/>
                <a:gd name="connsiteY8" fmla="*/ 81782 h 127856"/>
                <a:gd name="connsiteX9" fmla="*/ 278158 w 302119"/>
                <a:gd name="connsiteY9" fmla="*/ 83374 h 127856"/>
                <a:gd name="connsiteX10" fmla="*/ 233708 w 302119"/>
                <a:gd name="connsiteY10" fmla="*/ 108770 h 127856"/>
                <a:gd name="connsiteX11" fmla="*/ 168620 w 302119"/>
                <a:gd name="connsiteY11" fmla="*/ 127820 h 127856"/>
                <a:gd name="connsiteX12" fmla="*/ 82895 w 302119"/>
                <a:gd name="connsiteY12" fmla="*/ 116708 h 127856"/>
                <a:gd name="connsiteX13" fmla="*/ 24158 w 302119"/>
                <a:gd name="connsiteY13" fmla="*/ 92894 h 127856"/>
                <a:gd name="connsiteX14" fmla="*/ 345 w 302119"/>
                <a:gd name="connsiteY14" fmla="*/ 83370 h 127856"/>
                <a:gd name="connsiteX0" fmla="*/ 345 w 302108"/>
                <a:gd name="connsiteY0" fmla="*/ 83370 h 127856"/>
                <a:gd name="connsiteX1" fmla="*/ 43209 w 302108"/>
                <a:gd name="connsiteY1" fmla="*/ 45269 h 127856"/>
                <a:gd name="connsiteX2" fmla="*/ 79720 w 302108"/>
                <a:gd name="connsiteY2" fmla="*/ 24633 h 127856"/>
                <a:gd name="connsiteX3" fmla="*/ 135282 w 302108"/>
                <a:gd name="connsiteY3" fmla="*/ 5583 h 127856"/>
                <a:gd name="connsiteX4" fmla="*/ 178146 w 302108"/>
                <a:gd name="connsiteY4" fmla="*/ 820 h 127856"/>
                <a:gd name="connsiteX5" fmla="*/ 227360 w 302108"/>
                <a:gd name="connsiteY5" fmla="*/ 10344 h 127856"/>
                <a:gd name="connsiteX6" fmla="*/ 249583 w 302108"/>
                <a:gd name="connsiteY6" fmla="*/ 26219 h 127856"/>
                <a:gd name="connsiteX7" fmla="*/ 286095 w 302108"/>
                <a:gd name="connsiteY7" fmla="*/ 51618 h 127856"/>
                <a:gd name="connsiteX8" fmla="*/ 301971 w 302108"/>
                <a:gd name="connsiteY8" fmla="*/ 81782 h 127856"/>
                <a:gd name="connsiteX9" fmla="*/ 278158 w 302108"/>
                <a:gd name="connsiteY9" fmla="*/ 83374 h 127856"/>
                <a:gd name="connsiteX10" fmla="*/ 233708 w 302108"/>
                <a:gd name="connsiteY10" fmla="*/ 108770 h 127856"/>
                <a:gd name="connsiteX11" fmla="*/ 168620 w 302108"/>
                <a:gd name="connsiteY11" fmla="*/ 127820 h 127856"/>
                <a:gd name="connsiteX12" fmla="*/ 82895 w 302108"/>
                <a:gd name="connsiteY12" fmla="*/ 116708 h 127856"/>
                <a:gd name="connsiteX13" fmla="*/ 24158 w 302108"/>
                <a:gd name="connsiteY13" fmla="*/ 92894 h 127856"/>
                <a:gd name="connsiteX14" fmla="*/ 345 w 302108"/>
                <a:gd name="connsiteY14" fmla="*/ 83370 h 127856"/>
                <a:gd name="connsiteX0" fmla="*/ 345 w 300542"/>
                <a:gd name="connsiteY0" fmla="*/ 83370 h 127856"/>
                <a:gd name="connsiteX1" fmla="*/ 43209 w 300542"/>
                <a:gd name="connsiteY1" fmla="*/ 45269 h 127856"/>
                <a:gd name="connsiteX2" fmla="*/ 79720 w 300542"/>
                <a:gd name="connsiteY2" fmla="*/ 24633 h 127856"/>
                <a:gd name="connsiteX3" fmla="*/ 135282 w 300542"/>
                <a:gd name="connsiteY3" fmla="*/ 5583 h 127856"/>
                <a:gd name="connsiteX4" fmla="*/ 178146 w 300542"/>
                <a:gd name="connsiteY4" fmla="*/ 820 h 127856"/>
                <a:gd name="connsiteX5" fmla="*/ 227360 w 300542"/>
                <a:gd name="connsiteY5" fmla="*/ 10344 h 127856"/>
                <a:gd name="connsiteX6" fmla="*/ 249583 w 300542"/>
                <a:gd name="connsiteY6" fmla="*/ 26219 h 127856"/>
                <a:gd name="connsiteX7" fmla="*/ 286095 w 300542"/>
                <a:gd name="connsiteY7" fmla="*/ 51618 h 127856"/>
                <a:gd name="connsiteX8" fmla="*/ 300384 w 300542"/>
                <a:gd name="connsiteY8" fmla="*/ 77020 h 127856"/>
                <a:gd name="connsiteX9" fmla="*/ 278158 w 300542"/>
                <a:gd name="connsiteY9" fmla="*/ 83374 h 127856"/>
                <a:gd name="connsiteX10" fmla="*/ 233708 w 300542"/>
                <a:gd name="connsiteY10" fmla="*/ 108770 h 127856"/>
                <a:gd name="connsiteX11" fmla="*/ 168620 w 300542"/>
                <a:gd name="connsiteY11" fmla="*/ 127820 h 127856"/>
                <a:gd name="connsiteX12" fmla="*/ 82895 w 300542"/>
                <a:gd name="connsiteY12" fmla="*/ 116708 h 127856"/>
                <a:gd name="connsiteX13" fmla="*/ 24158 w 300542"/>
                <a:gd name="connsiteY13" fmla="*/ 92894 h 127856"/>
                <a:gd name="connsiteX14" fmla="*/ 345 w 300542"/>
                <a:gd name="connsiteY14" fmla="*/ 83370 h 127856"/>
                <a:gd name="connsiteX0" fmla="*/ 345 w 300429"/>
                <a:gd name="connsiteY0" fmla="*/ 83370 h 127856"/>
                <a:gd name="connsiteX1" fmla="*/ 43209 w 300429"/>
                <a:gd name="connsiteY1" fmla="*/ 45269 h 127856"/>
                <a:gd name="connsiteX2" fmla="*/ 79720 w 300429"/>
                <a:gd name="connsiteY2" fmla="*/ 24633 h 127856"/>
                <a:gd name="connsiteX3" fmla="*/ 135282 w 300429"/>
                <a:gd name="connsiteY3" fmla="*/ 5583 h 127856"/>
                <a:gd name="connsiteX4" fmla="*/ 178146 w 300429"/>
                <a:gd name="connsiteY4" fmla="*/ 820 h 127856"/>
                <a:gd name="connsiteX5" fmla="*/ 227360 w 300429"/>
                <a:gd name="connsiteY5" fmla="*/ 10344 h 127856"/>
                <a:gd name="connsiteX6" fmla="*/ 249583 w 300429"/>
                <a:gd name="connsiteY6" fmla="*/ 26219 h 127856"/>
                <a:gd name="connsiteX7" fmla="*/ 282920 w 300429"/>
                <a:gd name="connsiteY7" fmla="*/ 46856 h 127856"/>
                <a:gd name="connsiteX8" fmla="*/ 300384 w 300429"/>
                <a:gd name="connsiteY8" fmla="*/ 77020 h 127856"/>
                <a:gd name="connsiteX9" fmla="*/ 278158 w 300429"/>
                <a:gd name="connsiteY9" fmla="*/ 83374 h 127856"/>
                <a:gd name="connsiteX10" fmla="*/ 233708 w 300429"/>
                <a:gd name="connsiteY10" fmla="*/ 108770 h 127856"/>
                <a:gd name="connsiteX11" fmla="*/ 168620 w 300429"/>
                <a:gd name="connsiteY11" fmla="*/ 127820 h 127856"/>
                <a:gd name="connsiteX12" fmla="*/ 82895 w 300429"/>
                <a:gd name="connsiteY12" fmla="*/ 116708 h 127856"/>
                <a:gd name="connsiteX13" fmla="*/ 24158 w 300429"/>
                <a:gd name="connsiteY13" fmla="*/ 92894 h 127856"/>
                <a:gd name="connsiteX14" fmla="*/ 345 w 300429"/>
                <a:gd name="connsiteY14" fmla="*/ 83370 h 127856"/>
                <a:gd name="connsiteX0" fmla="*/ 345 w 300429"/>
                <a:gd name="connsiteY0" fmla="*/ 83370 h 127856"/>
                <a:gd name="connsiteX1" fmla="*/ 43209 w 300429"/>
                <a:gd name="connsiteY1" fmla="*/ 45269 h 127856"/>
                <a:gd name="connsiteX2" fmla="*/ 79720 w 300429"/>
                <a:gd name="connsiteY2" fmla="*/ 24633 h 127856"/>
                <a:gd name="connsiteX3" fmla="*/ 135282 w 300429"/>
                <a:gd name="connsiteY3" fmla="*/ 5583 h 127856"/>
                <a:gd name="connsiteX4" fmla="*/ 178146 w 300429"/>
                <a:gd name="connsiteY4" fmla="*/ 820 h 127856"/>
                <a:gd name="connsiteX5" fmla="*/ 227360 w 300429"/>
                <a:gd name="connsiteY5" fmla="*/ 10344 h 127856"/>
                <a:gd name="connsiteX6" fmla="*/ 249583 w 300429"/>
                <a:gd name="connsiteY6" fmla="*/ 23044 h 127856"/>
                <a:gd name="connsiteX7" fmla="*/ 282920 w 300429"/>
                <a:gd name="connsiteY7" fmla="*/ 46856 h 127856"/>
                <a:gd name="connsiteX8" fmla="*/ 300384 w 300429"/>
                <a:gd name="connsiteY8" fmla="*/ 77020 h 127856"/>
                <a:gd name="connsiteX9" fmla="*/ 278158 w 300429"/>
                <a:gd name="connsiteY9" fmla="*/ 83374 h 127856"/>
                <a:gd name="connsiteX10" fmla="*/ 233708 w 300429"/>
                <a:gd name="connsiteY10" fmla="*/ 108770 h 127856"/>
                <a:gd name="connsiteX11" fmla="*/ 168620 w 300429"/>
                <a:gd name="connsiteY11" fmla="*/ 127820 h 127856"/>
                <a:gd name="connsiteX12" fmla="*/ 82895 w 300429"/>
                <a:gd name="connsiteY12" fmla="*/ 116708 h 127856"/>
                <a:gd name="connsiteX13" fmla="*/ 24158 w 300429"/>
                <a:gd name="connsiteY13" fmla="*/ 92894 h 127856"/>
                <a:gd name="connsiteX14" fmla="*/ 345 w 300429"/>
                <a:gd name="connsiteY14" fmla="*/ 83370 h 127856"/>
                <a:gd name="connsiteX0" fmla="*/ 345 w 300429"/>
                <a:gd name="connsiteY0" fmla="*/ 83250 h 127736"/>
                <a:gd name="connsiteX1" fmla="*/ 43209 w 300429"/>
                <a:gd name="connsiteY1" fmla="*/ 45149 h 127736"/>
                <a:gd name="connsiteX2" fmla="*/ 81307 w 300429"/>
                <a:gd name="connsiteY2" fmla="*/ 18163 h 127736"/>
                <a:gd name="connsiteX3" fmla="*/ 135282 w 300429"/>
                <a:gd name="connsiteY3" fmla="*/ 5463 h 127736"/>
                <a:gd name="connsiteX4" fmla="*/ 178146 w 300429"/>
                <a:gd name="connsiteY4" fmla="*/ 700 h 127736"/>
                <a:gd name="connsiteX5" fmla="*/ 227360 w 300429"/>
                <a:gd name="connsiteY5" fmla="*/ 10224 h 127736"/>
                <a:gd name="connsiteX6" fmla="*/ 249583 w 300429"/>
                <a:gd name="connsiteY6" fmla="*/ 22924 h 127736"/>
                <a:gd name="connsiteX7" fmla="*/ 282920 w 300429"/>
                <a:gd name="connsiteY7" fmla="*/ 46736 h 127736"/>
                <a:gd name="connsiteX8" fmla="*/ 300384 w 300429"/>
                <a:gd name="connsiteY8" fmla="*/ 76900 h 127736"/>
                <a:gd name="connsiteX9" fmla="*/ 278158 w 300429"/>
                <a:gd name="connsiteY9" fmla="*/ 83254 h 127736"/>
                <a:gd name="connsiteX10" fmla="*/ 233708 w 300429"/>
                <a:gd name="connsiteY10" fmla="*/ 108650 h 127736"/>
                <a:gd name="connsiteX11" fmla="*/ 168620 w 300429"/>
                <a:gd name="connsiteY11" fmla="*/ 127700 h 127736"/>
                <a:gd name="connsiteX12" fmla="*/ 82895 w 300429"/>
                <a:gd name="connsiteY12" fmla="*/ 116588 h 127736"/>
                <a:gd name="connsiteX13" fmla="*/ 24158 w 300429"/>
                <a:gd name="connsiteY13" fmla="*/ 92774 h 127736"/>
                <a:gd name="connsiteX14" fmla="*/ 345 w 300429"/>
                <a:gd name="connsiteY14" fmla="*/ 83250 h 127736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509 h 127995"/>
                <a:gd name="connsiteX1" fmla="*/ 43209 w 300429"/>
                <a:gd name="connsiteY1" fmla="*/ 45408 h 127995"/>
                <a:gd name="connsiteX2" fmla="*/ 81307 w 300429"/>
                <a:gd name="connsiteY2" fmla="*/ 18422 h 127995"/>
                <a:gd name="connsiteX3" fmla="*/ 135282 w 300429"/>
                <a:gd name="connsiteY3" fmla="*/ 2547 h 127995"/>
                <a:gd name="connsiteX4" fmla="*/ 178146 w 300429"/>
                <a:gd name="connsiteY4" fmla="*/ 959 h 127995"/>
                <a:gd name="connsiteX5" fmla="*/ 227360 w 300429"/>
                <a:gd name="connsiteY5" fmla="*/ 10483 h 127995"/>
                <a:gd name="connsiteX6" fmla="*/ 249583 w 300429"/>
                <a:gd name="connsiteY6" fmla="*/ 23183 h 127995"/>
                <a:gd name="connsiteX7" fmla="*/ 282920 w 300429"/>
                <a:gd name="connsiteY7" fmla="*/ 46995 h 127995"/>
                <a:gd name="connsiteX8" fmla="*/ 300384 w 300429"/>
                <a:gd name="connsiteY8" fmla="*/ 77159 h 127995"/>
                <a:gd name="connsiteX9" fmla="*/ 278158 w 300429"/>
                <a:gd name="connsiteY9" fmla="*/ 83513 h 127995"/>
                <a:gd name="connsiteX10" fmla="*/ 233708 w 300429"/>
                <a:gd name="connsiteY10" fmla="*/ 108909 h 127995"/>
                <a:gd name="connsiteX11" fmla="*/ 168620 w 300429"/>
                <a:gd name="connsiteY11" fmla="*/ 127959 h 127995"/>
                <a:gd name="connsiteX12" fmla="*/ 82895 w 300429"/>
                <a:gd name="connsiteY12" fmla="*/ 116847 h 127995"/>
                <a:gd name="connsiteX13" fmla="*/ 24158 w 300429"/>
                <a:gd name="connsiteY13" fmla="*/ 93033 h 127995"/>
                <a:gd name="connsiteX14" fmla="*/ 345 w 300429"/>
                <a:gd name="connsiteY14" fmla="*/ 83509 h 127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0429" h="127995">
                  <a:moveTo>
                    <a:pt x="345" y="83509"/>
                  </a:moveTo>
                  <a:cubicBezTo>
                    <a:pt x="3520" y="75572"/>
                    <a:pt x="29715" y="56256"/>
                    <a:pt x="43209" y="45408"/>
                  </a:cubicBezTo>
                  <a:cubicBezTo>
                    <a:pt x="56703" y="34560"/>
                    <a:pt x="42942" y="41440"/>
                    <a:pt x="81307" y="18422"/>
                  </a:cubicBezTo>
                  <a:cubicBezTo>
                    <a:pt x="124434" y="-3009"/>
                    <a:pt x="122317" y="3869"/>
                    <a:pt x="135282" y="2547"/>
                  </a:cubicBezTo>
                  <a:cubicBezTo>
                    <a:pt x="148247" y="1225"/>
                    <a:pt x="126024" y="-1423"/>
                    <a:pt x="178146" y="959"/>
                  </a:cubicBezTo>
                  <a:cubicBezTo>
                    <a:pt x="193756" y="1753"/>
                    <a:pt x="215454" y="6779"/>
                    <a:pt x="227360" y="10483"/>
                  </a:cubicBezTo>
                  <a:cubicBezTo>
                    <a:pt x="239266" y="14187"/>
                    <a:pt x="240323" y="17098"/>
                    <a:pt x="249583" y="23183"/>
                  </a:cubicBezTo>
                  <a:cubicBezTo>
                    <a:pt x="258843" y="29268"/>
                    <a:pt x="274453" y="37999"/>
                    <a:pt x="282920" y="46995"/>
                  </a:cubicBezTo>
                  <a:cubicBezTo>
                    <a:pt x="291387" y="55991"/>
                    <a:pt x="301178" y="71073"/>
                    <a:pt x="300384" y="77159"/>
                  </a:cubicBezTo>
                  <a:cubicBezTo>
                    <a:pt x="299590" y="83245"/>
                    <a:pt x="288741" y="77957"/>
                    <a:pt x="278158" y="83513"/>
                  </a:cubicBezTo>
                  <a:cubicBezTo>
                    <a:pt x="267575" y="89069"/>
                    <a:pt x="251964" y="101501"/>
                    <a:pt x="233708" y="108909"/>
                  </a:cubicBezTo>
                  <a:cubicBezTo>
                    <a:pt x="215452" y="116317"/>
                    <a:pt x="198518" y="128753"/>
                    <a:pt x="168620" y="127959"/>
                  </a:cubicBezTo>
                  <a:cubicBezTo>
                    <a:pt x="138722" y="127165"/>
                    <a:pt x="106972" y="122668"/>
                    <a:pt x="82895" y="116847"/>
                  </a:cubicBezTo>
                  <a:cubicBezTo>
                    <a:pt x="58818" y="111026"/>
                    <a:pt x="31566" y="97266"/>
                    <a:pt x="24158" y="93033"/>
                  </a:cubicBezTo>
                  <a:cubicBezTo>
                    <a:pt x="16750" y="88800"/>
                    <a:pt x="-2830" y="91447"/>
                    <a:pt x="345" y="83509"/>
                  </a:cubicBez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9E84448-7416-40A7-998A-9614B5A86536}"/>
                </a:ext>
              </a:extLst>
            </p:cNvPr>
            <p:cNvSpPr/>
            <p:nvPr/>
          </p:nvSpPr>
          <p:spPr>
            <a:xfrm flipH="1">
              <a:off x="3935918" y="2911732"/>
              <a:ext cx="272201" cy="244928"/>
            </a:xfrm>
            <a:custGeom>
              <a:avLst/>
              <a:gdLst>
                <a:gd name="connsiteX0" fmla="*/ 13527 w 147543"/>
                <a:gd name="connsiteY0" fmla="*/ 8840 h 124154"/>
                <a:gd name="connsiteX1" fmla="*/ 827 w 147543"/>
                <a:gd name="connsiteY1" fmla="*/ 58053 h 124154"/>
                <a:gd name="connsiteX2" fmla="*/ 19877 w 147543"/>
                <a:gd name="connsiteY2" fmla="*/ 118378 h 124154"/>
                <a:gd name="connsiteX3" fmla="*/ 78615 w 147543"/>
                <a:gd name="connsiteY3" fmla="*/ 121553 h 124154"/>
                <a:gd name="connsiteX4" fmla="*/ 126240 w 147543"/>
                <a:gd name="connsiteY4" fmla="*/ 116790 h 124154"/>
                <a:gd name="connsiteX5" fmla="*/ 143702 w 147543"/>
                <a:gd name="connsiteY5" fmla="*/ 91390 h 124154"/>
                <a:gd name="connsiteX6" fmla="*/ 146877 w 147543"/>
                <a:gd name="connsiteY6" fmla="*/ 37415 h 124154"/>
                <a:gd name="connsiteX7" fmla="*/ 134177 w 147543"/>
                <a:gd name="connsiteY7" fmla="*/ 8840 h 124154"/>
                <a:gd name="connsiteX8" fmla="*/ 99252 w 147543"/>
                <a:gd name="connsiteY8" fmla="*/ 903 h 124154"/>
                <a:gd name="connsiteX9" fmla="*/ 13527 w 147543"/>
                <a:gd name="connsiteY9" fmla="*/ 8840 h 124154"/>
                <a:gd name="connsiteX0" fmla="*/ 13527 w 147543"/>
                <a:gd name="connsiteY0" fmla="*/ 8840 h 137082"/>
                <a:gd name="connsiteX1" fmla="*/ 827 w 147543"/>
                <a:gd name="connsiteY1" fmla="*/ 58053 h 137082"/>
                <a:gd name="connsiteX2" fmla="*/ 19877 w 147543"/>
                <a:gd name="connsiteY2" fmla="*/ 118378 h 137082"/>
                <a:gd name="connsiteX3" fmla="*/ 84762 w 147543"/>
                <a:gd name="connsiteY3" fmla="*/ 137074 h 137082"/>
                <a:gd name="connsiteX4" fmla="*/ 126240 w 147543"/>
                <a:gd name="connsiteY4" fmla="*/ 116790 h 137082"/>
                <a:gd name="connsiteX5" fmla="*/ 143702 w 147543"/>
                <a:gd name="connsiteY5" fmla="*/ 91390 h 137082"/>
                <a:gd name="connsiteX6" fmla="*/ 146877 w 147543"/>
                <a:gd name="connsiteY6" fmla="*/ 37415 h 137082"/>
                <a:gd name="connsiteX7" fmla="*/ 134177 w 147543"/>
                <a:gd name="connsiteY7" fmla="*/ 8840 h 137082"/>
                <a:gd name="connsiteX8" fmla="*/ 99252 w 147543"/>
                <a:gd name="connsiteY8" fmla="*/ 903 h 137082"/>
                <a:gd name="connsiteX9" fmla="*/ 13527 w 147543"/>
                <a:gd name="connsiteY9" fmla="*/ 8840 h 137082"/>
                <a:gd name="connsiteX0" fmla="*/ 13527 w 147543"/>
                <a:gd name="connsiteY0" fmla="*/ 4221 h 141776"/>
                <a:gd name="connsiteX1" fmla="*/ 827 w 147543"/>
                <a:gd name="connsiteY1" fmla="*/ 62747 h 141776"/>
                <a:gd name="connsiteX2" fmla="*/ 19877 w 147543"/>
                <a:gd name="connsiteY2" fmla="*/ 123072 h 141776"/>
                <a:gd name="connsiteX3" fmla="*/ 84762 w 147543"/>
                <a:gd name="connsiteY3" fmla="*/ 141768 h 141776"/>
                <a:gd name="connsiteX4" fmla="*/ 126240 w 147543"/>
                <a:gd name="connsiteY4" fmla="*/ 121484 h 141776"/>
                <a:gd name="connsiteX5" fmla="*/ 143702 w 147543"/>
                <a:gd name="connsiteY5" fmla="*/ 96084 h 141776"/>
                <a:gd name="connsiteX6" fmla="*/ 146877 w 147543"/>
                <a:gd name="connsiteY6" fmla="*/ 42109 h 141776"/>
                <a:gd name="connsiteX7" fmla="*/ 134177 w 147543"/>
                <a:gd name="connsiteY7" fmla="*/ 13534 h 141776"/>
                <a:gd name="connsiteX8" fmla="*/ 99252 w 147543"/>
                <a:gd name="connsiteY8" fmla="*/ 5597 h 141776"/>
                <a:gd name="connsiteX9" fmla="*/ 13527 w 147543"/>
                <a:gd name="connsiteY9" fmla="*/ 4221 h 141776"/>
                <a:gd name="connsiteX0" fmla="*/ 21951 w 146745"/>
                <a:gd name="connsiteY0" fmla="*/ 11110 h 136249"/>
                <a:gd name="connsiteX1" fmla="*/ 29 w 146745"/>
                <a:gd name="connsiteY1" fmla="*/ 57220 h 136249"/>
                <a:gd name="connsiteX2" fmla="*/ 19079 w 146745"/>
                <a:gd name="connsiteY2" fmla="*/ 117545 h 136249"/>
                <a:gd name="connsiteX3" fmla="*/ 83964 w 146745"/>
                <a:gd name="connsiteY3" fmla="*/ 136241 h 136249"/>
                <a:gd name="connsiteX4" fmla="*/ 125442 w 146745"/>
                <a:gd name="connsiteY4" fmla="*/ 115957 h 136249"/>
                <a:gd name="connsiteX5" fmla="*/ 142904 w 146745"/>
                <a:gd name="connsiteY5" fmla="*/ 90557 h 136249"/>
                <a:gd name="connsiteX6" fmla="*/ 146079 w 146745"/>
                <a:gd name="connsiteY6" fmla="*/ 36582 h 136249"/>
                <a:gd name="connsiteX7" fmla="*/ 133379 w 146745"/>
                <a:gd name="connsiteY7" fmla="*/ 8007 h 136249"/>
                <a:gd name="connsiteX8" fmla="*/ 98454 w 146745"/>
                <a:gd name="connsiteY8" fmla="*/ 70 h 136249"/>
                <a:gd name="connsiteX9" fmla="*/ 21951 w 146745"/>
                <a:gd name="connsiteY9" fmla="*/ 11110 h 136249"/>
                <a:gd name="connsiteX0" fmla="*/ 18850 w 146718"/>
                <a:gd name="connsiteY0" fmla="*/ 5021 h 139471"/>
                <a:gd name="connsiteX1" fmla="*/ 2 w 146718"/>
                <a:gd name="connsiteY1" fmla="*/ 60442 h 139471"/>
                <a:gd name="connsiteX2" fmla="*/ 19052 w 146718"/>
                <a:gd name="connsiteY2" fmla="*/ 120767 h 139471"/>
                <a:gd name="connsiteX3" fmla="*/ 83937 w 146718"/>
                <a:gd name="connsiteY3" fmla="*/ 139463 h 139471"/>
                <a:gd name="connsiteX4" fmla="*/ 125415 w 146718"/>
                <a:gd name="connsiteY4" fmla="*/ 119179 h 139471"/>
                <a:gd name="connsiteX5" fmla="*/ 142877 w 146718"/>
                <a:gd name="connsiteY5" fmla="*/ 93779 h 139471"/>
                <a:gd name="connsiteX6" fmla="*/ 146052 w 146718"/>
                <a:gd name="connsiteY6" fmla="*/ 39804 h 139471"/>
                <a:gd name="connsiteX7" fmla="*/ 133352 w 146718"/>
                <a:gd name="connsiteY7" fmla="*/ 11229 h 139471"/>
                <a:gd name="connsiteX8" fmla="*/ 98427 w 146718"/>
                <a:gd name="connsiteY8" fmla="*/ 3292 h 139471"/>
                <a:gd name="connsiteX9" fmla="*/ 18850 w 146718"/>
                <a:gd name="connsiteY9" fmla="*/ 5021 h 139471"/>
                <a:gd name="connsiteX0" fmla="*/ 18848 w 146493"/>
                <a:gd name="connsiteY0" fmla="*/ 4734 h 139184"/>
                <a:gd name="connsiteX1" fmla="*/ 0 w 146493"/>
                <a:gd name="connsiteY1" fmla="*/ 60155 h 139184"/>
                <a:gd name="connsiteX2" fmla="*/ 19050 w 146493"/>
                <a:gd name="connsiteY2" fmla="*/ 120480 h 139184"/>
                <a:gd name="connsiteX3" fmla="*/ 83935 w 146493"/>
                <a:gd name="connsiteY3" fmla="*/ 139176 h 139184"/>
                <a:gd name="connsiteX4" fmla="*/ 125413 w 146493"/>
                <a:gd name="connsiteY4" fmla="*/ 118892 h 139184"/>
                <a:gd name="connsiteX5" fmla="*/ 142875 w 146493"/>
                <a:gd name="connsiteY5" fmla="*/ 93492 h 139184"/>
                <a:gd name="connsiteX6" fmla="*/ 146050 w 146493"/>
                <a:gd name="connsiteY6" fmla="*/ 39517 h 139184"/>
                <a:gd name="connsiteX7" fmla="*/ 136423 w 146493"/>
                <a:gd name="connsiteY7" fmla="*/ 4734 h 139184"/>
                <a:gd name="connsiteX8" fmla="*/ 98425 w 146493"/>
                <a:gd name="connsiteY8" fmla="*/ 3005 h 139184"/>
                <a:gd name="connsiteX9" fmla="*/ 18848 w 146493"/>
                <a:gd name="connsiteY9" fmla="*/ 4734 h 139184"/>
                <a:gd name="connsiteX0" fmla="*/ 18848 w 146493"/>
                <a:gd name="connsiteY0" fmla="*/ 4734 h 139786"/>
                <a:gd name="connsiteX1" fmla="*/ 0 w 146493"/>
                <a:gd name="connsiteY1" fmla="*/ 60155 h 139786"/>
                <a:gd name="connsiteX2" fmla="*/ 19050 w 146493"/>
                <a:gd name="connsiteY2" fmla="*/ 120480 h 139786"/>
                <a:gd name="connsiteX3" fmla="*/ 83935 w 146493"/>
                <a:gd name="connsiteY3" fmla="*/ 139176 h 139786"/>
                <a:gd name="connsiteX4" fmla="*/ 125413 w 146493"/>
                <a:gd name="connsiteY4" fmla="*/ 131307 h 139786"/>
                <a:gd name="connsiteX5" fmla="*/ 142875 w 146493"/>
                <a:gd name="connsiteY5" fmla="*/ 93492 h 139786"/>
                <a:gd name="connsiteX6" fmla="*/ 146050 w 146493"/>
                <a:gd name="connsiteY6" fmla="*/ 39517 h 139786"/>
                <a:gd name="connsiteX7" fmla="*/ 136423 w 146493"/>
                <a:gd name="connsiteY7" fmla="*/ 4734 h 139786"/>
                <a:gd name="connsiteX8" fmla="*/ 98425 w 146493"/>
                <a:gd name="connsiteY8" fmla="*/ 3005 h 139786"/>
                <a:gd name="connsiteX9" fmla="*/ 18848 w 146493"/>
                <a:gd name="connsiteY9" fmla="*/ 4734 h 139786"/>
                <a:gd name="connsiteX0" fmla="*/ 21485 w 149130"/>
                <a:gd name="connsiteY0" fmla="*/ 4734 h 139569"/>
                <a:gd name="connsiteX1" fmla="*/ 2637 w 149130"/>
                <a:gd name="connsiteY1" fmla="*/ 60155 h 139569"/>
                <a:gd name="connsiteX2" fmla="*/ 9393 w 149130"/>
                <a:gd name="connsiteY2" fmla="*/ 129793 h 139569"/>
                <a:gd name="connsiteX3" fmla="*/ 86572 w 149130"/>
                <a:gd name="connsiteY3" fmla="*/ 139176 h 139569"/>
                <a:gd name="connsiteX4" fmla="*/ 128050 w 149130"/>
                <a:gd name="connsiteY4" fmla="*/ 131307 h 139569"/>
                <a:gd name="connsiteX5" fmla="*/ 145512 w 149130"/>
                <a:gd name="connsiteY5" fmla="*/ 93492 h 139569"/>
                <a:gd name="connsiteX6" fmla="*/ 148687 w 149130"/>
                <a:gd name="connsiteY6" fmla="*/ 39517 h 139569"/>
                <a:gd name="connsiteX7" fmla="*/ 139060 w 149130"/>
                <a:gd name="connsiteY7" fmla="*/ 4734 h 139569"/>
                <a:gd name="connsiteX8" fmla="*/ 101062 w 149130"/>
                <a:gd name="connsiteY8" fmla="*/ 3005 h 139569"/>
                <a:gd name="connsiteX9" fmla="*/ 21485 w 149130"/>
                <a:gd name="connsiteY9" fmla="*/ 4734 h 139569"/>
                <a:gd name="connsiteX0" fmla="*/ 25946 w 153591"/>
                <a:gd name="connsiteY0" fmla="*/ 4734 h 139569"/>
                <a:gd name="connsiteX1" fmla="*/ 951 w 153591"/>
                <a:gd name="connsiteY1" fmla="*/ 60155 h 139569"/>
                <a:gd name="connsiteX2" fmla="*/ 13854 w 153591"/>
                <a:gd name="connsiteY2" fmla="*/ 129793 h 139569"/>
                <a:gd name="connsiteX3" fmla="*/ 91033 w 153591"/>
                <a:gd name="connsiteY3" fmla="*/ 139176 h 139569"/>
                <a:gd name="connsiteX4" fmla="*/ 132511 w 153591"/>
                <a:gd name="connsiteY4" fmla="*/ 131307 h 139569"/>
                <a:gd name="connsiteX5" fmla="*/ 149973 w 153591"/>
                <a:gd name="connsiteY5" fmla="*/ 93492 h 139569"/>
                <a:gd name="connsiteX6" fmla="*/ 153148 w 153591"/>
                <a:gd name="connsiteY6" fmla="*/ 39517 h 139569"/>
                <a:gd name="connsiteX7" fmla="*/ 143521 w 153591"/>
                <a:gd name="connsiteY7" fmla="*/ 4734 h 139569"/>
                <a:gd name="connsiteX8" fmla="*/ 105523 w 153591"/>
                <a:gd name="connsiteY8" fmla="*/ 3005 h 139569"/>
                <a:gd name="connsiteX9" fmla="*/ 25946 w 153591"/>
                <a:gd name="connsiteY9" fmla="*/ 4734 h 139569"/>
                <a:gd name="connsiteX0" fmla="*/ 25948 w 156424"/>
                <a:gd name="connsiteY0" fmla="*/ 4734 h 139569"/>
                <a:gd name="connsiteX1" fmla="*/ 953 w 156424"/>
                <a:gd name="connsiteY1" fmla="*/ 60155 h 139569"/>
                <a:gd name="connsiteX2" fmla="*/ 13856 w 156424"/>
                <a:gd name="connsiteY2" fmla="*/ 129793 h 139569"/>
                <a:gd name="connsiteX3" fmla="*/ 91035 w 156424"/>
                <a:gd name="connsiteY3" fmla="*/ 139176 h 139569"/>
                <a:gd name="connsiteX4" fmla="*/ 132513 w 156424"/>
                <a:gd name="connsiteY4" fmla="*/ 131307 h 139569"/>
                <a:gd name="connsiteX5" fmla="*/ 149975 w 156424"/>
                <a:gd name="connsiteY5" fmla="*/ 93492 h 139569"/>
                <a:gd name="connsiteX6" fmla="*/ 156222 w 156424"/>
                <a:gd name="connsiteY6" fmla="*/ 58139 h 139569"/>
                <a:gd name="connsiteX7" fmla="*/ 143523 w 156424"/>
                <a:gd name="connsiteY7" fmla="*/ 4734 h 139569"/>
                <a:gd name="connsiteX8" fmla="*/ 105525 w 156424"/>
                <a:gd name="connsiteY8" fmla="*/ 3005 h 139569"/>
                <a:gd name="connsiteX9" fmla="*/ 25948 w 156424"/>
                <a:gd name="connsiteY9" fmla="*/ 4734 h 139569"/>
                <a:gd name="connsiteX0" fmla="*/ 26319 w 156795"/>
                <a:gd name="connsiteY0" fmla="*/ 4734 h 139491"/>
                <a:gd name="connsiteX1" fmla="*/ 1324 w 156795"/>
                <a:gd name="connsiteY1" fmla="*/ 60155 h 139491"/>
                <a:gd name="connsiteX2" fmla="*/ 12923 w 156795"/>
                <a:gd name="connsiteY2" fmla="*/ 125021 h 139491"/>
                <a:gd name="connsiteX3" fmla="*/ 91406 w 156795"/>
                <a:gd name="connsiteY3" fmla="*/ 139176 h 139491"/>
                <a:gd name="connsiteX4" fmla="*/ 132884 w 156795"/>
                <a:gd name="connsiteY4" fmla="*/ 131307 h 139491"/>
                <a:gd name="connsiteX5" fmla="*/ 150346 w 156795"/>
                <a:gd name="connsiteY5" fmla="*/ 93492 h 139491"/>
                <a:gd name="connsiteX6" fmla="*/ 156593 w 156795"/>
                <a:gd name="connsiteY6" fmla="*/ 58139 h 139491"/>
                <a:gd name="connsiteX7" fmla="*/ 143894 w 156795"/>
                <a:gd name="connsiteY7" fmla="*/ 4734 h 139491"/>
                <a:gd name="connsiteX8" fmla="*/ 105896 w 156795"/>
                <a:gd name="connsiteY8" fmla="*/ 3005 h 139491"/>
                <a:gd name="connsiteX9" fmla="*/ 26319 w 156795"/>
                <a:gd name="connsiteY9" fmla="*/ 4734 h 139491"/>
                <a:gd name="connsiteX0" fmla="*/ 25999 w 156475"/>
                <a:gd name="connsiteY0" fmla="*/ 4734 h 139491"/>
                <a:gd name="connsiteX1" fmla="*/ 1004 w 156475"/>
                <a:gd name="connsiteY1" fmla="*/ 60155 h 139491"/>
                <a:gd name="connsiteX2" fmla="*/ 12603 w 156475"/>
                <a:gd name="connsiteY2" fmla="*/ 125021 h 139491"/>
                <a:gd name="connsiteX3" fmla="*/ 80658 w 156475"/>
                <a:gd name="connsiteY3" fmla="*/ 139176 h 139491"/>
                <a:gd name="connsiteX4" fmla="*/ 132564 w 156475"/>
                <a:gd name="connsiteY4" fmla="*/ 131307 h 139491"/>
                <a:gd name="connsiteX5" fmla="*/ 150026 w 156475"/>
                <a:gd name="connsiteY5" fmla="*/ 93492 h 139491"/>
                <a:gd name="connsiteX6" fmla="*/ 156273 w 156475"/>
                <a:gd name="connsiteY6" fmla="*/ 58139 h 139491"/>
                <a:gd name="connsiteX7" fmla="*/ 143574 w 156475"/>
                <a:gd name="connsiteY7" fmla="*/ 4734 h 139491"/>
                <a:gd name="connsiteX8" fmla="*/ 105576 w 156475"/>
                <a:gd name="connsiteY8" fmla="*/ 3005 h 139491"/>
                <a:gd name="connsiteX9" fmla="*/ 25999 w 156475"/>
                <a:gd name="connsiteY9" fmla="*/ 4734 h 139491"/>
                <a:gd name="connsiteX0" fmla="*/ 25999 w 156466"/>
                <a:gd name="connsiteY0" fmla="*/ 4734 h 139208"/>
                <a:gd name="connsiteX1" fmla="*/ 1004 w 156466"/>
                <a:gd name="connsiteY1" fmla="*/ 60155 h 139208"/>
                <a:gd name="connsiteX2" fmla="*/ 12603 w 156466"/>
                <a:gd name="connsiteY2" fmla="*/ 125021 h 139208"/>
                <a:gd name="connsiteX3" fmla="*/ 80658 w 156466"/>
                <a:gd name="connsiteY3" fmla="*/ 139176 h 139208"/>
                <a:gd name="connsiteX4" fmla="*/ 133867 w 156466"/>
                <a:gd name="connsiteY4" fmla="*/ 127728 h 139208"/>
                <a:gd name="connsiteX5" fmla="*/ 150026 w 156466"/>
                <a:gd name="connsiteY5" fmla="*/ 93492 h 139208"/>
                <a:gd name="connsiteX6" fmla="*/ 156273 w 156466"/>
                <a:gd name="connsiteY6" fmla="*/ 58139 h 139208"/>
                <a:gd name="connsiteX7" fmla="*/ 143574 w 156466"/>
                <a:gd name="connsiteY7" fmla="*/ 4734 h 139208"/>
                <a:gd name="connsiteX8" fmla="*/ 105576 w 156466"/>
                <a:gd name="connsiteY8" fmla="*/ 3005 h 139208"/>
                <a:gd name="connsiteX9" fmla="*/ 25999 w 156466"/>
                <a:gd name="connsiteY9" fmla="*/ 4734 h 139208"/>
                <a:gd name="connsiteX0" fmla="*/ 25999 w 156466"/>
                <a:gd name="connsiteY0" fmla="*/ 10093 h 144567"/>
                <a:gd name="connsiteX1" fmla="*/ 1004 w 156466"/>
                <a:gd name="connsiteY1" fmla="*/ 65514 h 144567"/>
                <a:gd name="connsiteX2" fmla="*/ 12603 w 156466"/>
                <a:gd name="connsiteY2" fmla="*/ 130380 h 144567"/>
                <a:gd name="connsiteX3" fmla="*/ 80658 w 156466"/>
                <a:gd name="connsiteY3" fmla="*/ 144535 h 144567"/>
                <a:gd name="connsiteX4" fmla="*/ 133867 w 156466"/>
                <a:gd name="connsiteY4" fmla="*/ 133087 h 144567"/>
                <a:gd name="connsiteX5" fmla="*/ 150026 w 156466"/>
                <a:gd name="connsiteY5" fmla="*/ 98851 h 144567"/>
                <a:gd name="connsiteX6" fmla="*/ 156273 w 156466"/>
                <a:gd name="connsiteY6" fmla="*/ 63498 h 144567"/>
                <a:gd name="connsiteX7" fmla="*/ 143574 w 156466"/>
                <a:gd name="connsiteY7" fmla="*/ 10093 h 144567"/>
                <a:gd name="connsiteX8" fmla="*/ 89934 w 156466"/>
                <a:gd name="connsiteY8" fmla="*/ 14 h 144567"/>
                <a:gd name="connsiteX9" fmla="*/ 25999 w 156466"/>
                <a:gd name="connsiteY9" fmla="*/ 10093 h 144567"/>
                <a:gd name="connsiteX0" fmla="*/ 25999 w 156530"/>
                <a:gd name="connsiteY0" fmla="*/ 10232 h 144706"/>
                <a:gd name="connsiteX1" fmla="*/ 1004 w 156530"/>
                <a:gd name="connsiteY1" fmla="*/ 65653 h 144706"/>
                <a:gd name="connsiteX2" fmla="*/ 12603 w 156530"/>
                <a:gd name="connsiteY2" fmla="*/ 130519 h 144706"/>
                <a:gd name="connsiteX3" fmla="*/ 80658 w 156530"/>
                <a:gd name="connsiteY3" fmla="*/ 144674 h 144706"/>
                <a:gd name="connsiteX4" fmla="*/ 133867 w 156530"/>
                <a:gd name="connsiteY4" fmla="*/ 133226 h 144706"/>
                <a:gd name="connsiteX5" fmla="*/ 150026 w 156530"/>
                <a:gd name="connsiteY5" fmla="*/ 98990 h 144706"/>
                <a:gd name="connsiteX6" fmla="*/ 156273 w 156530"/>
                <a:gd name="connsiteY6" fmla="*/ 63637 h 144706"/>
                <a:gd name="connsiteX7" fmla="*/ 142270 w 156530"/>
                <a:gd name="connsiteY7" fmla="*/ 12618 h 144706"/>
                <a:gd name="connsiteX8" fmla="*/ 89934 w 156530"/>
                <a:gd name="connsiteY8" fmla="*/ 153 h 144706"/>
                <a:gd name="connsiteX9" fmla="*/ 25999 w 156530"/>
                <a:gd name="connsiteY9" fmla="*/ 10232 h 144706"/>
                <a:gd name="connsiteX0" fmla="*/ 25999 w 156530"/>
                <a:gd name="connsiteY0" fmla="*/ 10232 h 144706"/>
                <a:gd name="connsiteX1" fmla="*/ 1004 w 156530"/>
                <a:gd name="connsiteY1" fmla="*/ 65653 h 144706"/>
                <a:gd name="connsiteX2" fmla="*/ 12603 w 156530"/>
                <a:gd name="connsiteY2" fmla="*/ 130519 h 144706"/>
                <a:gd name="connsiteX3" fmla="*/ 80658 w 156530"/>
                <a:gd name="connsiteY3" fmla="*/ 144674 h 144706"/>
                <a:gd name="connsiteX4" fmla="*/ 133867 w 156530"/>
                <a:gd name="connsiteY4" fmla="*/ 133226 h 144706"/>
                <a:gd name="connsiteX5" fmla="*/ 150026 w 156530"/>
                <a:gd name="connsiteY5" fmla="*/ 98990 h 144706"/>
                <a:gd name="connsiteX6" fmla="*/ 156273 w 156530"/>
                <a:gd name="connsiteY6" fmla="*/ 63637 h 144706"/>
                <a:gd name="connsiteX7" fmla="*/ 142270 w 156530"/>
                <a:gd name="connsiteY7" fmla="*/ 12618 h 144706"/>
                <a:gd name="connsiteX8" fmla="*/ 89934 w 156530"/>
                <a:gd name="connsiteY8" fmla="*/ 153 h 144706"/>
                <a:gd name="connsiteX9" fmla="*/ 25999 w 156530"/>
                <a:gd name="connsiteY9" fmla="*/ 10232 h 144706"/>
                <a:gd name="connsiteX0" fmla="*/ 25999 w 156961"/>
                <a:gd name="connsiteY0" fmla="*/ 10232 h 144702"/>
                <a:gd name="connsiteX1" fmla="*/ 1004 w 156961"/>
                <a:gd name="connsiteY1" fmla="*/ 65653 h 144702"/>
                <a:gd name="connsiteX2" fmla="*/ 12603 w 156961"/>
                <a:gd name="connsiteY2" fmla="*/ 130519 h 144702"/>
                <a:gd name="connsiteX3" fmla="*/ 80658 w 156961"/>
                <a:gd name="connsiteY3" fmla="*/ 144674 h 144702"/>
                <a:gd name="connsiteX4" fmla="*/ 133867 w 156961"/>
                <a:gd name="connsiteY4" fmla="*/ 133226 h 144702"/>
                <a:gd name="connsiteX5" fmla="*/ 152633 w 156961"/>
                <a:gd name="connsiteY5" fmla="*/ 102569 h 144702"/>
                <a:gd name="connsiteX6" fmla="*/ 156273 w 156961"/>
                <a:gd name="connsiteY6" fmla="*/ 63637 h 144702"/>
                <a:gd name="connsiteX7" fmla="*/ 142270 w 156961"/>
                <a:gd name="connsiteY7" fmla="*/ 12618 h 144702"/>
                <a:gd name="connsiteX8" fmla="*/ 89934 w 156961"/>
                <a:gd name="connsiteY8" fmla="*/ 153 h 144702"/>
                <a:gd name="connsiteX9" fmla="*/ 25999 w 156961"/>
                <a:gd name="connsiteY9" fmla="*/ 10232 h 144702"/>
                <a:gd name="connsiteX0" fmla="*/ 25999 w 157373"/>
                <a:gd name="connsiteY0" fmla="*/ 10232 h 144706"/>
                <a:gd name="connsiteX1" fmla="*/ 1004 w 157373"/>
                <a:gd name="connsiteY1" fmla="*/ 65653 h 144706"/>
                <a:gd name="connsiteX2" fmla="*/ 12603 w 157373"/>
                <a:gd name="connsiteY2" fmla="*/ 130519 h 144706"/>
                <a:gd name="connsiteX3" fmla="*/ 80658 w 157373"/>
                <a:gd name="connsiteY3" fmla="*/ 144674 h 144706"/>
                <a:gd name="connsiteX4" fmla="*/ 133867 w 157373"/>
                <a:gd name="connsiteY4" fmla="*/ 133226 h 144706"/>
                <a:gd name="connsiteX5" fmla="*/ 153937 w 157373"/>
                <a:gd name="connsiteY5" fmla="*/ 98990 h 144706"/>
                <a:gd name="connsiteX6" fmla="*/ 156273 w 157373"/>
                <a:gd name="connsiteY6" fmla="*/ 63637 h 144706"/>
                <a:gd name="connsiteX7" fmla="*/ 142270 w 157373"/>
                <a:gd name="connsiteY7" fmla="*/ 12618 h 144706"/>
                <a:gd name="connsiteX8" fmla="*/ 89934 w 157373"/>
                <a:gd name="connsiteY8" fmla="*/ 153 h 144706"/>
                <a:gd name="connsiteX9" fmla="*/ 25999 w 157373"/>
                <a:gd name="connsiteY9" fmla="*/ 10232 h 144706"/>
                <a:gd name="connsiteX0" fmla="*/ 25999 w 157688"/>
                <a:gd name="connsiteY0" fmla="*/ 10232 h 144706"/>
                <a:gd name="connsiteX1" fmla="*/ 1004 w 157688"/>
                <a:gd name="connsiteY1" fmla="*/ 65653 h 144706"/>
                <a:gd name="connsiteX2" fmla="*/ 12603 w 157688"/>
                <a:gd name="connsiteY2" fmla="*/ 130519 h 144706"/>
                <a:gd name="connsiteX3" fmla="*/ 80658 w 157688"/>
                <a:gd name="connsiteY3" fmla="*/ 144674 h 144706"/>
                <a:gd name="connsiteX4" fmla="*/ 127350 w 157688"/>
                <a:gd name="connsiteY4" fmla="*/ 133226 h 144706"/>
                <a:gd name="connsiteX5" fmla="*/ 153937 w 157688"/>
                <a:gd name="connsiteY5" fmla="*/ 98990 h 144706"/>
                <a:gd name="connsiteX6" fmla="*/ 156273 w 157688"/>
                <a:gd name="connsiteY6" fmla="*/ 63637 h 144706"/>
                <a:gd name="connsiteX7" fmla="*/ 142270 w 157688"/>
                <a:gd name="connsiteY7" fmla="*/ 12618 h 144706"/>
                <a:gd name="connsiteX8" fmla="*/ 89934 w 157688"/>
                <a:gd name="connsiteY8" fmla="*/ 153 h 144706"/>
                <a:gd name="connsiteX9" fmla="*/ 25999 w 157688"/>
                <a:gd name="connsiteY9" fmla="*/ 10232 h 144706"/>
                <a:gd name="connsiteX0" fmla="*/ 25999 w 157688"/>
                <a:gd name="connsiteY0" fmla="*/ 10232 h 144966"/>
                <a:gd name="connsiteX1" fmla="*/ 1004 w 157688"/>
                <a:gd name="connsiteY1" fmla="*/ 65653 h 144966"/>
                <a:gd name="connsiteX2" fmla="*/ 12603 w 157688"/>
                <a:gd name="connsiteY2" fmla="*/ 123361 h 144966"/>
                <a:gd name="connsiteX3" fmla="*/ 80658 w 157688"/>
                <a:gd name="connsiteY3" fmla="*/ 144674 h 144966"/>
                <a:gd name="connsiteX4" fmla="*/ 127350 w 157688"/>
                <a:gd name="connsiteY4" fmla="*/ 133226 h 144966"/>
                <a:gd name="connsiteX5" fmla="*/ 153937 w 157688"/>
                <a:gd name="connsiteY5" fmla="*/ 98990 h 144966"/>
                <a:gd name="connsiteX6" fmla="*/ 156273 w 157688"/>
                <a:gd name="connsiteY6" fmla="*/ 63637 h 144966"/>
                <a:gd name="connsiteX7" fmla="*/ 142270 w 157688"/>
                <a:gd name="connsiteY7" fmla="*/ 12618 h 144966"/>
                <a:gd name="connsiteX8" fmla="*/ 89934 w 157688"/>
                <a:gd name="connsiteY8" fmla="*/ 153 h 144966"/>
                <a:gd name="connsiteX9" fmla="*/ 25999 w 157688"/>
                <a:gd name="connsiteY9" fmla="*/ 10232 h 144966"/>
                <a:gd name="connsiteX0" fmla="*/ 25999 w 157688"/>
                <a:gd name="connsiteY0" fmla="*/ 10232 h 144966"/>
                <a:gd name="connsiteX1" fmla="*/ 1004 w 157688"/>
                <a:gd name="connsiteY1" fmla="*/ 65653 h 144966"/>
                <a:gd name="connsiteX2" fmla="*/ 12603 w 157688"/>
                <a:gd name="connsiteY2" fmla="*/ 123361 h 144966"/>
                <a:gd name="connsiteX3" fmla="*/ 80658 w 157688"/>
                <a:gd name="connsiteY3" fmla="*/ 144674 h 144966"/>
                <a:gd name="connsiteX4" fmla="*/ 127350 w 157688"/>
                <a:gd name="connsiteY4" fmla="*/ 133226 h 144966"/>
                <a:gd name="connsiteX5" fmla="*/ 153937 w 157688"/>
                <a:gd name="connsiteY5" fmla="*/ 98990 h 144966"/>
                <a:gd name="connsiteX6" fmla="*/ 156273 w 157688"/>
                <a:gd name="connsiteY6" fmla="*/ 63637 h 144966"/>
                <a:gd name="connsiteX7" fmla="*/ 142270 w 157688"/>
                <a:gd name="connsiteY7" fmla="*/ 12618 h 144966"/>
                <a:gd name="connsiteX8" fmla="*/ 89934 w 157688"/>
                <a:gd name="connsiteY8" fmla="*/ 153 h 144966"/>
                <a:gd name="connsiteX9" fmla="*/ 25999 w 157688"/>
                <a:gd name="connsiteY9" fmla="*/ 10232 h 144966"/>
                <a:gd name="connsiteX0" fmla="*/ 25932 w 157621"/>
                <a:gd name="connsiteY0" fmla="*/ 10232 h 140513"/>
                <a:gd name="connsiteX1" fmla="*/ 937 w 157621"/>
                <a:gd name="connsiteY1" fmla="*/ 65653 h 140513"/>
                <a:gd name="connsiteX2" fmla="*/ 12536 w 157621"/>
                <a:gd name="connsiteY2" fmla="*/ 123361 h 140513"/>
                <a:gd name="connsiteX3" fmla="*/ 77984 w 157621"/>
                <a:gd name="connsiteY3" fmla="*/ 139903 h 140513"/>
                <a:gd name="connsiteX4" fmla="*/ 127283 w 157621"/>
                <a:gd name="connsiteY4" fmla="*/ 133226 h 140513"/>
                <a:gd name="connsiteX5" fmla="*/ 153870 w 157621"/>
                <a:gd name="connsiteY5" fmla="*/ 98990 h 140513"/>
                <a:gd name="connsiteX6" fmla="*/ 156206 w 157621"/>
                <a:gd name="connsiteY6" fmla="*/ 63637 h 140513"/>
                <a:gd name="connsiteX7" fmla="*/ 142203 w 157621"/>
                <a:gd name="connsiteY7" fmla="*/ 12618 h 140513"/>
                <a:gd name="connsiteX8" fmla="*/ 89867 w 157621"/>
                <a:gd name="connsiteY8" fmla="*/ 153 h 140513"/>
                <a:gd name="connsiteX9" fmla="*/ 25932 w 157621"/>
                <a:gd name="connsiteY9" fmla="*/ 10232 h 140513"/>
                <a:gd name="connsiteX0" fmla="*/ 25932 w 157621"/>
                <a:gd name="connsiteY0" fmla="*/ 10232 h 140152"/>
                <a:gd name="connsiteX1" fmla="*/ 937 w 157621"/>
                <a:gd name="connsiteY1" fmla="*/ 65653 h 140152"/>
                <a:gd name="connsiteX2" fmla="*/ 12536 w 157621"/>
                <a:gd name="connsiteY2" fmla="*/ 123361 h 140152"/>
                <a:gd name="connsiteX3" fmla="*/ 77984 w 157621"/>
                <a:gd name="connsiteY3" fmla="*/ 139903 h 140152"/>
                <a:gd name="connsiteX4" fmla="*/ 127283 w 157621"/>
                <a:gd name="connsiteY4" fmla="*/ 130841 h 140152"/>
                <a:gd name="connsiteX5" fmla="*/ 153870 w 157621"/>
                <a:gd name="connsiteY5" fmla="*/ 98990 h 140152"/>
                <a:gd name="connsiteX6" fmla="*/ 156206 w 157621"/>
                <a:gd name="connsiteY6" fmla="*/ 63637 h 140152"/>
                <a:gd name="connsiteX7" fmla="*/ 142203 w 157621"/>
                <a:gd name="connsiteY7" fmla="*/ 12618 h 140152"/>
                <a:gd name="connsiteX8" fmla="*/ 89867 w 157621"/>
                <a:gd name="connsiteY8" fmla="*/ 153 h 140152"/>
                <a:gd name="connsiteX9" fmla="*/ 25932 w 157621"/>
                <a:gd name="connsiteY9" fmla="*/ 10232 h 140152"/>
                <a:gd name="connsiteX0" fmla="*/ 25932 w 157620"/>
                <a:gd name="connsiteY0" fmla="*/ 10232 h 140152"/>
                <a:gd name="connsiteX1" fmla="*/ 937 w 157620"/>
                <a:gd name="connsiteY1" fmla="*/ 65653 h 140152"/>
                <a:gd name="connsiteX2" fmla="*/ 12536 w 157620"/>
                <a:gd name="connsiteY2" fmla="*/ 123361 h 140152"/>
                <a:gd name="connsiteX3" fmla="*/ 77984 w 157620"/>
                <a:gd name="connsiteY3" fmla="*/ 139903 h 140152"/>
                <a:gd name="connsiteX4" fmla="*/ 127283 w 157620"/>
                <a:gd name="connsiteY4" fmla="*/ 130841 h 140152"/>
                <a:gd name="connsiteX5" fmla="*/ 153870 w 157620"/>
                <a:gd name="connsiteY5" fmla="*/ 98990 h 140152"/>
                <a:gd name="connsiteX6" fmla="*/ 156206 w 157620"/>
                <a:gd name="connsiteY6" fmla="*/ 60059 h 140152"/>
                <a:gd name="connsiteX7" fmla="*/ 142203 w 157620"/>
                <a:gd name="connsiteY7" fmla="*/ 12618 h 140152"/>
                <a:gd name="connsiteX8" fmla="*/ 89867 w 157620"/>
                <a:gd name="connsiteY8" fmla="*/ 153 h 140152"/>
                <a:gd name="connsiteX9" fmla="*/ 25932 w 157620"/>
                <a:gd name="connsiteY9" fmla="*/ 10232 h 140152"/>
                <a:gd name="connsiteX0" fmla="*/ 25932 w 159605"/>
                <a:gd name="connsiteY0" fmla="*/ 10232 h 140152"/>
                <a:gd name="connsiteX1" fmla="*/ 937 w 159605"/>
                <a:gd name="connsiteY1" fmla="*/ 65653 h 140152"/>
                <a:gd name="connsiteX2" fmla="*/ 12536 w 159605"/>
                <a:gd name="connsiteY2" fmla="*/ 123361 h 140152"/>
                <a:gd name="connsiteX3" fmla="*/ 77984 w 159605"/>
                <a:gd name="connsiteY3" fmla="*/ 139903 h 140152"/>
                <a:gd name="connsiteX4" fmla="*/ 127283 w 159605"/>
                <a:gd name="connsiteY4" fmla="*/ 130841 h 140152"/>
                <a:gd name="connsiteX5" fmla="*/ 153870 w 159605"/>
                <a:gd name="connsiteY5" fmla="*/ 98990 h 140152"/>
                <a:gd name="connsiteX6" fmla="*/ 158813 w 159605"/>
                <a:gd name="connsiteY6" fmla="*/ 60059 h 140152"/>
                <a:gd name="connsiteX7" fmla="*/ 142203 w 159605"/>
                <a:gd name="connsiteY7" fmla="*/ 12618 h 140152"/>
                <a:gd name="connsiteX8" fmla="*/ 89867 w 159605"/>
                <a:gd name="connsiteY8" fmla="*/ 153 h 140152"/>
                <a:gd name="connsiteX9" fmla="*/ 25932 w 159605"/>
                <a:gd name="connsiteY9" fmla="*/ 10232 h 140152"/>
                <a:gd name="connsiteX0" fmla="*/ 25932 w 158846"/>
                <a:gd name="connsiteY0" fmla="*/ 10232 h 140152"/>
                <a:gd name="connsiteX1" fmla="*/ 937 w 158846"/>
                <a:gd name="connsiteY1" fmla="*/ 65653 h 140152"/>
                <a:gd name="connsiteX2" fmla="*/ 12536 w 158846"/>
                <a:gd name="connsiteY2" fmla="*/ 123361 h 140152"/>
                <a:gd name="connsiteX3" fmla="*/ 77984 w 158846"/>
                <a:gd name="connsiteY3" fmla="*/ 139903 h 140152"/>
                <a:gd name="connsiteX4" fmla="*/ 127283 w 158846"/>
                <a:gd name="connsiteY4" fmla="*/ 130841 h 140152"/>
                <a:gd name="connsiteX5" fmla="*/ 153870 w 158846"/>
                <a:gd name="connsiteY5" fmla="*/ 98990 h 140152"/>
                <a:gd name="connsiteX6" fmla="*/ 158813 w 158846"/>
                <a:gd name="connsiteY6" fmla="*/ 60059 h 140152"/>
                <a:gd name="connsiteX7" fmla="*/ 142203 w 158846"/>
                <a:gd name="connsiteY7" fmla="*/ 12618 h 140152"/>
                <a:gd name="connsiteX8" fmla="*/ 89867 w 158846"/>
                <a:gd name="connsiteY8" fmla="*/ 153 h 140152"/>
                <a:gd name="connsiteX9" fmla="*/ 25932 w 158846"/>
                <a:gd name="connsiteY9" fmla="*/ 10232 h 140152"/>
                <a:gd name="connsiteX0" fmla="*/ 29469 w 162383"/>
                <a:gd name="connsiteY0" fmla="*/ 10152 h 140072"/>
                <a:gd name="connsiteX1" fmla="*/ 563 w 162383"/>
                <a:gd name="connsiteY1" fmla="*/ 57223 h 140072"/>
                <a:gd name="connsiteX2" fmla="*/ 16073 w 162383"/>
                <a:gd name="connsiteY2" fmla="*/ 123281 h 140072"/>
                <a:gd name="connsiteX3" fmla="*/ 81521 w 162383"/>
                <a:gd name="connsiteY3" fmla="*/ 139823 h 140072"/>
                <a:gd name="connsiteX4" fmla="*/ 130820 w 162383"/>
                <a:gd name="connsiteY4" fmla="*/ 130761 h 140072"/>
                <a:gd name="connsiteX5" fmla="*/ 157407 w 162383"/>
                <a:gd name="connsiteY5" fmla="*/ 98910 h 140072"/>
                <a:gd name="connsiteX6" fmla="*/ 162350 w 162383"/>
                <a:gd name="connsiteY6" fmla="*/ 59979 h 140072"/>
                <a:gd name="connsiteX7" fmla="*/ 145740 w 162383"/>
                <a:gd name="connsiteY7" fmla="*/ 12538 h 140072"/>
                <a:gd name="connsiteX8" fmla="*/ 93404 w 162383"/>
                <a:gd name="connsiteY8" fmla="*/ 73 h 140072"/>
                <a:gd name="connsiteX9" fmla="*/ 29469 w 162383"/>
                <a:gd name="connsiteY9" fmla="*/ 10152 h 140072"/>
                <a:gd name="connsiteX0" fmla="*/ 29319 w 162233"/>
                <a:gd name="connsiteY0" fmla="*/ 10152 h 140334"/>
                <a:gd name="connsiteX1" fmla="*/ 413 w 162233"/>
                <a:gd name="connsiteY1" fmla="*/ 57223 h 140334"/>
                <a:gd name="connsiteX2" fmla="*/ 17227 w 162233"/>
                <a:gd name="connsiteY2" fmla="*/ 118510 h 140334"/>
                <a:gd name="connsiteX3" fmla="*/ 81371 w 162233"/>
                <a:gd name="connsiteY3" fmla="*/ 139823 h 140334"/>
                <a:gd name="connsiteX4" fmla="*/ 130670 w 162233"/>
                <a:gd name="connsiteY4" fmla="*/ 130761 h 140334"/>
                <a:gd name="connsiteX5" fmla="*/ 157257 w 162233"/>
                <a:gd name="connsiteY5" fmla="*/ 98910 h 140334"/>
                <a:gd name="connsiteX6" fmla="*/ 162200 w 162233"/>
                <a:gd name="connsiteY6" fmla="*/ 59979 h 140334"/>
                <a:gd name="connsiteX7" fmla="*/ 145590 w 162233"/>
                <a:gd name="connsiteY7" fmla="*/ 12538 h 140334"/>
                <a:gd name="connsiteX8" fmla="*/ 93254 w 162233"/>
                <a:gd name="connsiteY8" fmla="*/ 73 h 140334"/>
                <a:gd name="connsiteX9" fmla="*/ 29319 w 162233"/>
                <a:gd name="connsiteY9" fmla="*/ 10152 h 140334"/>
                <a:gd name="connsiteX0" fmla="*/ 29319 w 167435"/>
                <a:gd name="connsiteY0" fmla="*/ 10152 h 140334"/>
                <a:gd name="connsiteX1" fmla="*/ 413 w 167435"/>
                <a:gd name="connsiteY1" fmla="*/ 57223 h 140334"/>
                <a:gd name="connsiteX2" fmla="*/ 17227 w 167435"/>
                <a:gd name="connsiteY2" fmla="*/ 118510 h 140334"/>
                <a:gd name="connsiteX3" fmla="*/ 81371 w 167435"/>
                <a:gd name="connsiteY3" fmla="*/ 139823 h 140334"/>
                <a:gd name="connsiteX4" fmla="*/ 130670 w 167435"/>
                <a:gd name="connsiteY4" fmla="*/ 130761 h 140334"/>
                <a:gd name="connsiteX5" fmla="*/ 157257 w 167435"/>
                <a:gd name="connsiteY5" fmla="*/ 98910 h 140334"/>
                <a:gd name="connsiteX6" fmla="*/ 167414 w 167435"/>
                <a:gd name="connsiteY6" fmla="*/ 58786 h 140334"/>
                <a:gd name="connsiteX7" fmla="*/ 145590 w 167435"/>
                <a:gd name="connsiteY7" fmla="*/ 12538 h 140334"/>
                <a:gd name="connsiteX8" fmla="*/ 93254 w 167435"/>
                <a:gd name="connsiteY8" fmla="*/ 73 h 140334"/>
                <a:gd name="connsiteX9" fmla="*/ 29319 w 167435"/>
                <a:gd name="connsiteY9" fmla="*/ 10152 h 140334"/>
                <a:gd name="connsiteX0" fmla="*/ 29319 w 167678"/>
                <a:gd name="connsiteY0" fmla="*/ 10152 h 140294"/>
                <a:gd name="connsiteX1" fmla="*/ 413 w 167678"/>
                <a:gd name="connsiteY1" fmla="*/ 57223 h 140294"/>
                <a:gd name="connsiteX2" fmla="*/ 17227 w 167678"/>
                <a:gd name="connsiteY2" fmla="*/ 118510 h 140294"/>
                <a:gd name="connsiteX3" fmla="*/ 81371 w 167678"/>
                <a:gd name="connsiteY3" fmla="*/ 139823 h 140294"/>
                <a:gd name="connsiteX4" fmla="*/ 130670 w 167678"/>
                <a:gd name="connsiteY4" fmla="*/ 130761 h 140294"/>
                <a:gd name="connsiteX5" fmla="*/ 155953 w 167678"/>
                <a:gd name="connsiteY5" fmla="*/ 102489 h 140294"/>
                <a:gd name="connsiteX6" fmla="*/ 167414 w 167678"/>
                <a:gd name="connsiteY6" fmla="*/ 58786 h 140294"/>
                <a:gd name="connsiteX7" fmla="*/ 145590 w 167678"/>
                <a:gd name="connsiteY7" fmla="*/ 12538 h 140294"/>
                <a:gd name="connsiteX8" fmla="*/ 93254 w 167678"/>
                <a:gd name="connsiteY8" fmla="*/ 73 h 140294"/>
                <a:gd name="connsiteX9" fmla="*/ 29319 w 167678"/>
                <a:gd name="connsiteY9" fmla="*/ 10152 h 140294"/>
                <a:gd name="connsiteX0" fmla="*/ 29319 w 167678"/>
                <a:gd name="connsiteY0" fmla="*/ 10540 h 140682"/>
                <a:gd name="connsiteX1" fmla="*/ 413 w 167678"/>
                <a:gd name="connsiteY1" fmla="*/ 57611 h 140682"/>
                <a:gd name="connsiteX2" fmla="*/ 17227 w 167678"/>
                <a:gd name="connsiteY2" fmla="*/ 118898 h 140682"/>
                <a:gd name="connsiteX3" fmla="*/ 81371 w 167678"/>
                <a:gd name="connsiteY3" fmla="*/ 140211 h 140682"/>
                <a:gd name="connsiteX4" fmla="*/ 130670 w 167678"/>
                <a:gd name="connsiteY4" fmla="*/ 131149 h 140682"/>
                <a:gd name="connsiteX5" fmla="*/ 155953 w 167678"/>
                <a:gd name="connsiteY5" fmla="*/ 102877 h 140682"/>
                <a:gd name="connsiteX6" fmla="*/ 167414 w 167678"/>
                <a:gd name="connsiteY6" fmla="*/ 59174 h 140682"/>
                <a:gd name="connsiteX7" fmla="*/ 145590 w 167678"/>
                <a:gd name="connsiteY7" fmla="*/ 12926 h 140682"/>
                <a:gd name="connsiteX8" fmla="*/ 93254 w 167678"/>
                <a:gd name="connsiteY8" fmla="*/ 461 h 140682"/>
                <a:gd name="connsiteX9" fmla="*/ 64636 w 167678"/>
                <a:gd name="connsiteY9" fmla="*/ 3421 h 140682"/>
                <a:gd name="connsiteX10" fmla="*/ 29319 w 167678"/>
                <a:gd name="connsiteY10" fmla="*/ 10540 h 140682"/>
                <a:gd name="connsiteX0" fmla="*/ 29319 w 167678"/>
                <a:gd name="connsiteY0" fmla="*/ 10540 h 140682"/>
                <a:gd name="connsiteX1" fmla="*/ 413 w 167678"/>
                <a:gd name="connsiteY1" fmla="*/ 57611 h 140682"/>
                <a:gd name="connsiteX2" fmla="*/ 17227 w 167678"/>
                <a:gd name="connsiteY2" fmla="*/ 118898 h 140682"/>
                <a:gd name="connsiteX3" fmla="*/ 81371 w 167678"/>
                <a:gd name="connsiteY3" fmla="*/ 140211 h 140682"/>
                <a:gd name="connsiteX4" fmla="*/ 130670 w 167678"/>
                <a:gd name="connsiteY4" fmla="*/ 131149 h 140682"/>
                <a:gd name="connsiteX5" fmla="*/ 155953 w 167678"/>
                <a:gd name="connsiteY5" fmla="*/ 102877 h 140682"/>
                <a:gd name="connsiteX6" fmla="*/ 167414 w 167678"/>
                <a:gd name="connsiteY6" fmla="*/ 59174 h 140682"/>
                <a:gd name="connsiteX7" fmla="*/ 145590 w 167678"/>
                <a:gd name="connsiteY7" fmla="*/ 12926 h 140682"/>
                <a:gd name="connsiteX8" fmla="*/ 102379 w 167678"/>
                <a:gd name="connsiteY8" fmla="*/ 461 h 140682"/>
                <a:gd name="connsiteX9" fmla="*/ 64636 w 167678"/>
                <a:gd name="connsiteY9" fmla="*/ 3421 h 140682"/>
                <a:gd name="connsiteX10" fmla="*/ 29319 w 167678"/>
                <a:gd name="connsiteY10" fmla="*/ 10540 h 140682"/>
                <a:gd name="connsiteX0" fmla="*/ 29319 w 167678"/>
                <a:gd name="connsiteY0" fmla="*/ 9523 h 139665"/>
                <a:gd name="connsiteX1" fmla="*/ 413 w 167678"/>
                <a:gd name="connsiteY1" fmla="*/ 56594 h 139665"/>
                <a:gd name="connsiteX2" fmla="*/ 17227 w 167678"/>
                <a:gd name="connsiteY2" fmla="*/ 117881 h 139665"/>
                <a:gd name="connsiteX3" fmla="*/ 81371 w 167678"/>
                <a:gd name="connsiteY3" fmla="*/ 139194 h 139665"/>
                <a:gd name="connsiteX4" fmla="*/ 130670 w 167678"/>
                <a:gd name="connsiteY4" fmla="*/ 130132 h 139665"/>
                <a:gd name="connsiteX5" fmla="*/ 155953 w 167678"/>
                <a:gd name="connsiteY5" fmla="*/ 101860 h 139665"/>
                <a:gd name="connsiteX6" fmla="*/ 167414 w 167678"/>
                <a:gd name="connsiteY6" fmla="*/ 58157 h 139665"/>
                <a:gd name="connsiteX7" fmla="*/ 145590 w 167678"/>
                <a:gd name="connsiteY7" fmla="*/ 11909 h 139665"/>
                <a:gd name="connsiteX8" fmla="*/ 110200 w 167678"/>
                <a:gd name="connsiteY8" fmla="*/ 637 h 139665"/>
                <a:gd name="connsiteX9" fmla="*/ 64636 w 167678"/>
                <a:gd name="connsiteY9" fmla="*/ 2404 h 139665"/>
                <a:gd name="connsiteX10" fmla="*/ 29319 w 167678"/>
                <a:gd name="connsiteY10" fmla="*/ 9523 h 139665"/>
                <a:gd name="connsiteX0" fmla="*/ 29319 w 167678"/>
                <a:gd name="connsiteY0" fmla="*/ 9436 h 139578"/>
                <a:gd name="connsiteX1" fmla="*/ 413 w 167678"/>
                <a:gd name="connsiteY1" fmla="*/ 56507 h 139578"/>
                <a:gd name="connsiteX2" fmla="*/ 17227 w 167678"/>
                <a:gd name="connsiteY2" fmla="*/ 117794 h 139578"/>
                <a:gd name="connsiteX3" fmla="*/ 81371 w 167678"/>
                <a:gd name="connsiteY3" fmla="*/ 139107 h 139578"/>
                <a:gd name="connsiteX4" fmla="*/ 130670 w 167678"/>
                <a:gd name="connsiteY4" fmla="*/ 130045 h 139578"/>
                <a:gd name="connsiteX5" fmla="*/ 155953 w 167678"/>
                <a:gd name="connsiteY5" fmla="*/ 101773 h 139578"/>
                <a:gd name="connsiteX6" fmla="*/ 167414 w 167678"/>
                <a:gd name="connsiteY6" fmla="*/ 58070 h 139578"/>
                <a:gd name="connsiteX7" fmla="*/ 145590 w 167678"/>
                <a:gd name="connsiteY7" fmla="*/ 10629 h 139578"/>
                <a:gd name="connsiteX8" fmla="*/ 110200 w 167678"/>
                <a:gd name="connsiteY8" fmla="*/ 550 h 139578"/>
                <a:gd name="connsiteX9" fmla="*/ 64636 w 167678"/>
                <a:gd name="connsiteY9" fmla="*/ 2317 h 139578"/>
                <a:gd name="connsiteX10" fmla="*/ 29319 w 167678"/>
                <a:gd name="connsiteY10" fmla="*/ 9436 h 139578"/>
                <a:gd name="connsiteX0" fmla="*/ 29319 w 167678"/>
                <a:gd name="connsiteY0" fmla="*/ 9854 h 139996"/>
                <a:gd name="connsiteX1" fmla="*/ 413 w 167678"/>
                <a:gd name="connsiteY1" fmla="*/ 56925 h 139996"/>
                <a:gd name="connsiteX2" fmla="*/ 17227 w 167678"/>
                <a:gd name="connsiteY2" fmla="*/ 118212 h 139996"/>
                <a:gd name="connsiteX3" fmla="*/ 81371 w 167678"/>
                <a:gd name="connsiteY3" fmla="*/ 139525 h 139996"/>
                <a:gd name="connsiteX4" fmla="*/ 130670 w 167678"/>
                <a:gd name="connsiteY4" fmla="*/ 130463 h 139996"/>
                <a:gd name="connsiteX5" fmla="*/ 155953 w 167678"/>
                <a:gd name="connsiteY5" fmla="*/ 102191 h 139996"/>
                <a:gd name="connsiteX6" fmla="*/ 167414 w 167678"/>
                <a:gd name="connsiteY6" fmla="*/ 58488 h 139996"/>
                <a:gd name="connsiteX7" fmla="*/ 145590 w 167678"/>
                <a:gd name="connsiteY7" fmla="*/ 11047 h 139996"/>
                <a:gd name="connsiteX8" fmla="*/ 110200 w 167678"/>
                <a:gd name="connsiteY8" fmla="*/ 968 h 139996"/>
                <a:gd name="connsiteX9" fmla="*/ 59422 w 167678"/>
                <a:gd name="connsiteY9" fmla="*/ 1542 h 139996"/>
                <a:gd name="connsiteX10" fmla="*/ 29319 w 167678"/>
                <a:gd name="connsiteY10" fmla="*/ 9854 h 139996"/>
                <a:gd name="connsiteX0" fmla="*/ 29203 w 167562"/>
                <a:gd name="connsiteY0" fmla="*/ 9854 h 140203"/>
                <a:gd name="connsiteX1" fmla="*/ 297 w 167562"/>
                <a:gd name="connsiteY1" fmla="*/ 56925 h 140203"/>
                <a:gd name="connsiteX2" fmla="*/ 18415 w 167562"/>
                <a:gd name="connsiteY2" fmla="*/ 114633 h 140203"/>
                <a:gd name="connsiteX3" fmla="*/ 81255 w 167562"/>
                <a:gd name="connsiteY3" fmla="*/ 139525 h 140203"/>
                <a:gd name="connsiteX4" fmla="*/ 130554 w 167562"/>
                <a:gd name="connsiteY4" fmla="*/ 130463 h 140203"/>
                <a:gd name="connsiteX5" fmla="*/ 155837 w 167562"/>
                <a:gd name="connsiteY5" fmla="*/ 102191 h 140203"/>
                <a:gd name="connsiteX6" fmla="*/ 167298 w 167562"/>
                <a:gd name="connsiteY6" fmla="*/ 58488 h 140203"/>
                <a:gd name="connsiteX7" fmla="*/ 145474 w 167562"/>
                <a:gd name="connsiteY7" fmla="*/ 11047 h 140203"/>
                <a:gd name="connsiteX8" fmla="*/ 110084 w 167562"/>
                <a:gd name="connsiteY8" fmla="*/ 968 h 140203"/>
                <a:gd name="connsiteX9" fmla="*/ 59306 w 167562"/>
                <a:gd name="connsiteY9" fmla="*/ 1542 h 140203"/>
                <a:gd name="connsiteX10" fmla="*/ 29203 w 167562"/>
                <a:gd name="connsiteY10" fmla="*/ 9854 h 140203"/>
                <a:gd name="connsiteX0" fmla="*/ 29165 w 167524"/>
                <a:gd name="connsiteY0" fmla="*/ 9854 h 138033"/>
                <a:gd name="connsiteX1" fmla="*/ 259 w 167524"/>
                <a:gd name="connsiteY1" fmla="*/ 56925 h 138033"/>
                <a:gd name="connsiteX2" fmla="*/ 18377 w 167524"/>
                <a:gd name="connsiteY2" fmla="*/ 114633 h 138033"/>
                <a:gd name="connsiteX3" fmla="*/ 73396 w 167524"/>
                <a:gd name="connsiteY3" fmla="*/ 137139 h 138033"/>
                <a:gd name="connsiteX4" fmla="*/ 130516 w 167524"/>
                <a:gd name="connsiteY4" fmla="*/ 130463 h 138033"/>
                <a:gd name="connsiteX5" fmla="*/ 155799 w 167524"/>
                <a:gd name="connsiteY5" fmla="*/ 102191 h 138033"/>
                <a:gd name="connsiteX6" fmla="*/ 167260 w 167524"/>
                <a:gd name="connsiteY6" fmla="*/ 58488 h 138033"/>
                <a:gd name="connsiteX7" fmla="*/ 145436 w 167524"/>
                <a:gd name="connsiteY7" fmla="*/ 11047 h 138033"/>
                <a:gd name="connsiteX8" fmla="*/ 110046 w 167524"/>
                <a:gd name="connsiteY8" fmla="*/ 968 h 138033"/>
                <a:gd name="connsiteX9" fmla="*/ 59268 w 167524"/>
                <a:gd name="connsiteY9" fmla="*/ 1542 h 138033"/>
                <a:gd name="connsiteX10" fmla="*/ 29165 w 167524"/>
                <a:gd name="connsiteY10" fmla="*/ 9854 h 138033"/>
                <a:gd name="connsiteX0" fmla="*/ 29165 w 167524"/>
                <a:gd name="connsiteY0" fmla="*/ 9854 h 138033"/>
                <a:gd name="connsiteX1" fmla="*/ 259 w 167524"/>
                <a:gd name="connsiteY1" fmla="*/ 56925 h 138033"/>
                <a:gd name="connsiteX2" fmla="*/ 18377 w 167524"/>
                <a:gd name="connsiteY2" fmla="*/ 114633 h 138033"/>
                <a:gd name="connsiteX3" fmla="*/ 73396 w 167524"/>
                <a:gd name="connsiteY3" fmla="*/ 137139 h 138033"/>
                <a:gd name="connsiteX4" fmla="*/ 130516 w 167524"/>
                <a:gd name="connsiteY4" fmla="*/ 130463 h 138033"/>
                <a:gd name="connsiteX5" fmla="*/ 155799 w 167524"/>
                <a:gd name="connsiteY5" fmla="*/ 102191 h 138033"/>
                <a:gd name="connsiteX6" fmla="*/ 167260 w 167524"/>
                <a:gd name="connsiteY6" fmla="*/ 58488 h 138033"/>
                <a:gd name="connsiteX7" fmla="*/ 145436 w 167524"/>
                <a:gd name="connsiteY7" fmla="*/ 11047 h 138033"/>
                <a:gd name="connsiteX8" fmla="*/ 110046 w 167524"/>
                <a:gd name="connsiteY8" fmla="*/ 968 h 138033"/>
                <a:gd name="connsiteX9" fmla="*/ 59268 w 167524"/>
                <a:gd name="connsiteY9" fmla="*/ 1542 h 138033"/>
                <a:gd name="connsiteX10" fmla="*/ 29165 w 167524"/>
                <a:gd name="connsiteY10" fmla="*/ 9854 h 138033"/>
                <a:gd name="connsiteX0" fmla="*/ 29165 w 167633"/>
                <a:gd name="connsiteY0" fmla="*/ 9854 h 138033"/>
                <a:gd name="connsiteX1" fmla="*/ 259 w 167633"/>
                <a:gd name="connsiteY1" fmla="*/ 56925 h 138033"/>
                <a:gd name="connsiteX2" fmla="*/ 18377 w 167633"/>
                <a:gd name="connsiteY2" fmla="*/ 114633 h 138033"/>
                <a:gd name="connsiteX3" fmla="*/ 73396 w 167633"/>
                <a:gd name="connsiteY3" fmla="*/ 137139 h 138033"/>
                <a:gd name="connsiteX4" fmla="*/ 130516 w 167633"/>
                <a:gd name="connsiteY4" fmla="*/ 130463 h 138033"/>
                <a:gd name="connsiteX5" fmla="*/ 157102 w 167633"/>
                <a:gd name="connsiteY5" fmla="*/ 102191 h 138033"/>
                <a:gd name="connsiteX6" fmla="*/ 167260 w 167633"/>
                <a:gd name="connsiteY6" fmla="*/ 58488 h 138033"/>
                <a:gd name="connsiteX7" fmla="*/ 145436 w 167633"/>
                <a:gd name="connsiteY7" fmla="*/ 11047 h 138033"/>
                <a:gd name="connsiteX8" fmla="*/ 110046 w 167633"/>
                <a:gd name="connsiteY8" fmla="*/ 968 h 138033"/>
                <a:gd name="connsiteX9" fmla="*/ 59268 w 167633"/>
                <a:gd name="connsiteY9" fmla="*/ 1542 h 138033"/>
                <a:gd name="connsiteX10" fmla="*/ 29165 w 167633"/>
                <a:gd name="connsiteY10" fmla="*/ 9854 h 13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33" h="138033">
                  <a:moveTo>
                    <a:pt x="29165" y="9854"/>
                  </a:moveTo>
                  <a:cubicBezTo>
                    <a:pt x="19330" y="19084"/>
                    <a:pt x="2057" y="39462"/>
                    <a:pt x="259" y="56925"/>
                  </a:cubicBezTo>
                  <a:cubicBezTo>
                    <a:pt x="-1539" y="74388"/>
                    <a:pt x="6188" y="101264"/>
                    <a:pt x="18377" y="114633"/>
                  </a:cubicBezTo>
                  <a:cubicBezTo>
                    <a:pt x="30567" y="128002"/>
                    <a:pt x="54706" y="134501"/>
                    <a:pt x="73396" y="137139"/>
                  </a:cubicBezTo>
                  <a:cubicBezTo>
                    <a:pt x="92086" y="139777"/>
                    <a:pt x="116565" y="136288"/>
                    <a:pt x="130516" y="130463"/>
                  </a:cubicBezTo>
                  <a:cubicBezTo>
                    <a:pt x="144467" y="124638"/>
                    <a:pt x="150978" y="114187"/>
                    <a:pt x="157102" y="102191"/>
                  </a:cubicBezTo>
                  <a:cubicBezTo>
                    <a:pt x="163226" y="90195"/>
                    <a:pt x="169204" y="73679"/>
                    <a:pt x="167260" y="58488"/>
                  </a:cubicBezTo>
                  <a:cubicBezTo>
                    <a:pt x="165316" y="43297"/>
                    <a:pt x="153373" y="17132"/>
                    <a:pt x="145436" y="11047"/>
                  </a:cubicBezTo>
                  <a:cubicBezTo>
                    <a:pt x="137499" y="4962"/>
                    <a:pt x="124407" y="2552"/>
                    <a:pt x="110046" y="968"/>
                  </a:cubicBezTo>
                  <a:cubicBezTo>
                    <a:pt x="95685" y="-616"/>
                    <a:pt x="69924" y="-138"/>
                    <a:pt x="59268" y="1542"/>
                  </a:cubicBezTo>
                  <a:cubicBezTo>
                    <a:pt x="48612" y="3222"/>
                    <a:pt x="39000" y="624"/>
                    <a:pt x="29165" y="985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57150">
              <a:gradFill flip="none" rotWithShape="1">
                <a:gsLst>
                  <a:gs pos="81000">
                    <a:srgbClr val="321704"/>
                  </a:gs>
                  <a:gs pos="50000">
                    <a:schemeClr val="accent2">
                      <a:lumMod val="50000"/>
                    </a:schemeClr>
                  </a:gs>
                  <a:gs pos="21000">
                    <a:schemeClr val="accent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24C2555-BCD3-40CA-99A0-B2648CB5DA13}"/>
                </a:ext>
              </a:extLst>
            </p:cNvPr>
            <p:cNvSpPr/>
            <p:nvPr/>
          </p:nvSpPr>
          <p:spPr>
            <a:xfrm flipH="1">
              <a:off x="4046619" y="3016401"/>
              <a:ext cx="47641" cy="4596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CF60B81-B2B7-4002-A287-35249189FD69}"/>
                </a:ext>
              </a:extLst>
            </p:cNvPr>
            <p:cNvSpPr/>
            <p:nvPr/>
          </p:nvSpPr>
          <p:spPr>
            <a:xfrm flipH="1">
              <a:off x="4095839" y="2962892"/>
              <a:ext cx="47641" cy="45961"/>
            </a:xfrm>
            <a:prstGeom prst="ellipse">
              <a:avLst/>
            </a:prstGeom>
            <a:gradFill>
              <a:gsLst>
                <a:gs pos="81000">
                  <a:schemeClr val="accent1">
                    <a:lumMod val="40000"/>
                    <a:lumOff val="60000"/>
                  </a:schemeClr>
                </a:gs>
                <a:gs pos="50000">
                  <a:schemeClr val="accent1">
                    <a:lumMod val="20000"/>
                    <a:lumOff val="80000"/>
                  </a:schemeClr>
                </a:gs>
                <a:gs pos="21000">
                  <a:schemeClr val="bg1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7A16498-6ED8-4342-A359-75D604886935}"/>
              </a:ext>
            </a:extLst>
          </p:cNvPr>
          <p:cNvSpPr/>
          <p:nvPr/>
        </p:nvSpPr>
        <p:spPr>
          <a:xfrm>
            <a:off x="1781049" y="94962"/>
            <a:ext cx="2840750" cy="2239823"/>
          </a:xfrm>
          <a:custGeom>
            <a:avLst/>
            <a:gdLst>
              <a:gd name="connsiteX0" fmla="*/ 140679 w 3772635"/>
              <a:gd name="connsiteY0" fmla="*/ 2890354 h 3029576"/>
              <a:gd name="connsiteX1" fmla="*/ 256293 w 3772635"/>
              <a:gd name="connsiteY1" fmla="*/ 2837802 h 3029576"/>
              <a:gd name="connsiteX2" fmla="*/ 287824 w 3772635"/>
              <a:gd name="connsiteY2" fmla="*/ 2301774 h 3029576"/>
              <a:gd name="connsiteX3" fmla="*/ 350886 w 3772635"/>
              <a:gd name="connsiteY3" fmla="*/ 1692174 h 3029576"/>
              <a:gd name="connsiteX4" fmla="*/ 739769 w 3772635"/>
              <a:gd name="connsiteY4" fmla="*/ 1376864 h 3029576"/>
              <a:gd name="connsiteX5" fmla="*/ 886914 w 3772635"/>
              <a:gd name="connsiteY5" fmla="*/ 1082574 h 3029576"/>
              <a:gd name="connsiteX6" fmla="*/ 1275796 w 3772635"/>
              <a:gd name="connsiteY6" fmla="*/ 725223 h 3029576"/>
              <a:gd name="connsiteX7" fmla="*/ 1328348 w 3772635"/>
              <a:gd name="connsiteY7" fmla="*/ 578078 h 3029576"/>
              <a:gd name="connsiteX8" fmla="*/ 1422941 w 3772635"/>
              <a:gd name="connsiteY8" fmla="*/ 777774 h 3029576"/>
              <a:gd name="connsiteX9" fmla="*/ 1738252 w 3772635"/>
              <a:gd name="connsiteY9" fmla="*/ 935429 h 3029576"/>
              <a:gd name="connsiteX10" fmla="*/ 2169176 w 3772635"/>
              <a:gd name="connsiteY10" fmla="*/ 1114105 h 3029576"/>
              <a:gd name="connsiteX11" fmla="*/ 2295300 w 3772635"/>
              <a:gd name="connsiteY11" fmla="*/ 1103595 h 3029576"/>
              <a:gd name="connsiteX12" fmla="*/ 2589589 w 3772635"/>
              <a:gd name="connsiteY12" fmla="*/ 1313802 h 3029576"/>
              <a:gd name="connsiteX13" fmla="*/ 2915410 w 3772635"/>
              <a:gd name="connsiteY13" fmla="*/ 1587071 h 3029576"/>
              <a:gd name="connsiteX14" fmla="*/ 3251741 w 3772635"/>
              <a:gd name="connsiteY14" fmla="*/ 1692174 h 3029576"/>
              <a:gd name="connsiteX15" fmla="*/ 3556541 w 3772635"/>
              <a:gd name="connsiteY15" fmla="*/ 2165140 h 3029576"/>
              <a:gd name="connsiteX16" fmla="*/ 3609093 w 3772635"/>
              <a:gd name="connsiteY16" fmla="*/ 2627595 h 3029576"/>
              <a:gd name="connsiteX17" fmla="*/ 3588072 w 3772635"/>
              <a:gd name="connsiteY17" fmla="*/ 2900864 h 3029576"/>
              <a:gd name="connsiteX18" fmla="*/ 3630114 w 3772635"/>
              <a:gd name="connsiteY18" fmla="*/ 3016478 h 3029576"/>
              <a:gd name="connsiteX19" fmla="*/ 3724707 w 3772635"/>
              <a:gd name="connsiteY19" fmla="*/ 2606574 h 3029576"/>
              <a:gd name="connsiteX20" fmla="*/ 3766748 w 3772635"/>
              <a:gd name="connsiteY20" fmla="*/ 1923402 h 3029576"/>
              <a:gd name="connsiteX21" fmla="*/ 3598583 w 3772635"/>
              <a:gd name="connsiteY21" fmla="*/ 777774 h 3029576"/>
              <a:gd name="connsiteX22" fmla="*/ 2715714 w 3772635"/>
              <a:gd name="connsiteY22" fmla="*/ 126133 h 3029576"/>
              <a:gd name="connsiteX23" fmla="*/ 1937948 w 3772635"/>
              <a:gd name="connsiteY23" fmla="*/ 9 h 3029576"/>
              <a:gd name="connsiteX24" fmla="*/ 1181203 w 3772635"/>
              <a:gd name="connsiteY24" fmla="*/ 126133 h 3029576"/>
              <a:gd name="connsiteX25" fmla="*/ 1076100 w 3772635"/>
              <a:gd name="connsiteY25" fmla="*/ 52560 h 3029576"/>
              <a:gd name="connsiteX26" fmla="*/ 1044569 w 3772635"/>
              <a:gd name="connsiteY26" fmla="*/ 189195 h 3029576"/>
              <a:gd name="connsiteX27" fmla="*/ 960486 w 3772635"/>
              <a:gd name="connsiteY27" fmla="*/ 136643 h 3029576"/>
              <a:gd name="connsiteX28" fmla="*/ 960486 w 3772635"/>
              <a:gd name="connsiteY28" fmla="*/ 241747 h 3029576"/>
              <a:gd name="connsiteX29" fmla="*/ 781810 w 3772635"/>
              <a:gd name="connsiteY29" fmla="*/ 388892 h 3029576"/>
              <a:gd name="connsiteX30" fmla="*/ 466500 w 3772635"/>
              <a:gd name="connsiteY30" fmla="*/ 578078 h 3029576"/>
              <a:gd name="connsiteX31" fmla="*/ 67107 w 3772635"/>
              <a:gd name="connsiteY31" fmla="*/ 1240229 h 3029576"/>
              <a:gd name="connsiteX32" fmla="*/ 4045 w 3772635"/>
              <a:gd name="connsiteY32" fmla="*/ 2091567 h 3029576"/>
              <a:gd name="connsiteX33" fmla="*/ 140679 w 3772635"/>
              <a:gd name="connsiteY33" fmla="*/ 2890354 h 3029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772635" h="3029576">
                <a:moveTo>
                  <a:pt x="140679" y="2890354"/>
                </a:moveTo>
                <a:cubicBezTo>
                  <a:pt x="182720" y="3014726"/>
                  <a:pt x="231769" y="2935899"/>
                  <a:pt x="256293" y="2837802"/>
                </a:cubicBezTo>
                <a:cubicBezTo>
                  <a:pt x="280817" y="2739705"/>
                  <a:pt x="272059" y="2492712"/>
                  <a:pt x="287824" y="2301774"/>
                </a:cubicBezTo>
                <a:cubicBezTo>
                  <a:pt x="303589" y="2110836"/>
                  <a:pt x="275562" y="1846326"/>
                  <a:pt x="350886" y="1692174"/>
                </a:cubicBezTo>
                <a:cubicBezTo>
                  <a:pt x="426210" y="1538022"/>
                  <a:pt x="650431" y="1478464"/>
                  <a:pt x="739769" y="1376864"/>
                </a:cubicBezTo>
                <a:cubicBezTo>
                  <a:pt x="829107" y="1275264"/>
                  <a:pt x="797576" y="1191181"/>
                  <a:pt x="886914" y="1082574"/>
                </a:cubicBezTo>
                <a:cubicBezTo>
                  <a:pt x="976252" y="973967"/>
                  <a:pt x="1202224" y="809306"/>
                  <a:pt x="1275796" y="725223"/>
                </a:cubicBezTo>
                <a:cubicBezTo>
                  <a:pt x="1349368" y="641140"/>
                  <a:pt x="1303824" y="569320"/>
                  <a:pt x="1328348" y="578078"/>
                </a:cubicBezTo>
                <a:cubicBezTo>
                  <a:pt x="1352872" y="586836"/>
                  <a:pt x="1354624" y="718215"/>
                  <a:pt x="1422941" y="777774"/>
                </a:cubicBezTo>
                <a:cubicBezTo>
                  <a:pt x="1491258" y="837332"/>
                  <a:pt x="1613880" y="879374"/>
                  <a:pt x="1738252" y="935429"/>
                </a:cubicBezTo>
                <a:cubicBezTo>
                  <a:pt x="1862624" y="991484"/>
                  <a:pt x="2076335" y="1086077"/>
                  <a:pt x="2169176" y="1114105"/>
                </a:cubicBezTo>
                <a:cubicBezTo>
                  <a:pt x="2262017" y="1142133"/>
                  <a:pt x="2225231" y="1070312"/>
                  <a:pt x="2295300" y="1103595"/>
                </a:cubicBezTo>
                <a:cubicBezTo>
                  <a:pt x="2365369" y="1136878"/>
                  <a:pt x="2486237" y="1233223"/>
                  <a:pt x="2589589" y="1313802"/>
                </a:cubicBezTo>
                <a:cubicBezTo>
                  <a:pt x="2692941" y="1394381"/>
                  <a:pt x="2805051" y="1524009"/>
                  <a:pt x="2915410" y="1587071"/>
                </a:cubicBezTo>
                <a:cubicBezTo>
                  <a:pt x="3025769" y="1650133"/>
                  <a:pt x="3144886" y="1595829"/>
                  <a:pt x="3251741" y="1692174"/>
                </a:cubicBezTo>
                <a:cubicBezTo>
                  <a:pt x="3358596" y="1788519"/>
                  <a:pt x="3496982" y="2009236"/>
                  <a:pt x="3556541" y="2165140"/>
                </a:cubicBezTo>
                <a:cubicBezTo>
                  <a:pt x="3616100" y="2321043"/>
                  <a:pt x="3603838" y="2504974"/>
                  <a:pt x="3609093" y="2627595"/>
                </a:cubicBezTo>
                <a:cubicBezTo>
                  <a:pt x="3614348" y="2750216"/>
                  <a:pt x="3584569" y="2836050"/>
                  <a:pt x="3588072" y="2900864"/>
                </a:cubicBezTo>
                <a:cubicBezTo>
                  <a:pt x="3591575" y="2965678"/>
                  <a:pt x="3607342" y="3065526"/>
                  <a:pt x="3630114" y="3016478"/>
                </a:cubicBezTo>
                <a:cubicBezTo>
                  <a:pt x="3652886" y="2967430"/>
                  <a:pt x="3701935" y="2788753"/>
                  <a:pt x="3724707" y="2606574"/>
                </a:cubicBezTo>
                <a:cubicBezTo>
                  <a:pt x="3747479" y="2424395"/>
                  <a:pt x="3787769" y="2228202"/>
                  <a:pt x="3766748" y="1923402"/>
                </a:cubicBezTo>
                <a:cubicBezTo>
                  <a:pt x="3745727" y="1618602"/>
                  <a:pt x="3773755" y="1077319"/>
                  <a:pt x="3598583" y="777774"/>
                </a:cubicBezTo>
                <a:cubicBezTo>
                  <a:pt x="3423411" y="478229"/>
                  <a:pt x="2992486" y="255760"/>
                  <a:pt x="2715714" y="126133"/>
                </a:cubicBezTo>
                <a:cubicBezTo>
                  <a:pt x="2438942" y="-3494"/>
                  <a:pt x="2193700" y="9"/>
                  <a:pt x="1937948" y="9"/>
                </a:cubicBezTo>
                <a:cubicBezTo>
                  <a:pt x="1682196" y="9"/>
                  <a:pt x="1324844" y="117375"/>
                  <a:pt x="1181203" y="126133"/>
                </a:cubicBezTo>
                <a:cubicBezTo>
                  <a:pt x="1037562" y="134891"/>
                  <a:pt x="1098872" y="42050"/>
                  <a:pt x="1076100" y="52560"/>
                </a:cubicBezTo>
                <a:cubicBezTo>
                  <a:pt x="1053328" y="63070"/>
                  <a:pt x="1063838" y="175181"/>
                  <a:pt x="1044569" y="189195"/>
                </a:cubicBezTo>
                <a:cubicBezTo>
                  <a:pt x="1025300" y="203209"/>
                  <a:pt x="974500" y="127884"/>
                  <a:pt x="960486" y="136643"/>
                </a:cubicBezTo>
                <a:cubicBezTo>
                  <a:pt x="946472" y="145402"/>
                  <a:pt x="990265" y="199705"/>
                  <a:pt x="960486" y="241747"/>
                </a:cubicBezTo>
                <a:cubicBezTo>
                  <a:pt x="930707" y="283788"/>
                  <a:pt x="864141" y="332837"/>
                  <a:pt x="781810" y="388892"/>
                </a:cubicBezTo>
                <a:cubicBezTo>
                  <a:pt x="699479" y="444947"/>
                  <a:pt x="585617" y="436189"/>
                  <a:pt x="466500" y="578078"/>
                </a:cubicBezTo>
                <a:cubicBezTo>
                  <a:pt x="347383" y="719967"/>
                  <a:pt x="144183" y="987981"/>
                  <a:pt x="67107" y="1240229"/>
                </a:cubicBezTo>
                <a:cubicBezTo>
                  <a:pt x="-9969" y="1492477"/>
                  <a:pt x="-2962" y="1816546"/>
                  <a:pt x="4045" y="2091567"/>
                </a:cubicBezTo>
                <a:cubicBezTo>
                  <a:pt x="11052" y="2366588"/>
                  <a:pt x="98638" y="2765982"/>
                  <a:pt x="140679" y="289035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4368DD2-C7AA-4237-BD6E-B88CA3AA5256}"/>
                  </a:ext>
                </a:extLst>
              </p14:cNvPr>
              <p14:cNvContentPartPr/>
              <p14:nvPr/>
            </p14:nvContentPartPr>
            <p14:xfrm>
              <a:off x="1792944" y="2556080"/>
              <a:ext cx="55929" cy="566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4368DD2-C7AA-4237-BD6E-B88CA3AA525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88642" y="2551778"/>
                <a:ext cx="63816" cy="645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20154F6-18B0-45D6-A11D-FA8ED5DEE4A7}"/>
                  </a:ext>
                </a:extLst>
              </p14:cNvPr>
              <p14:cNvContentPartPr/>
              <p14:nvPr/>
            </p14:nvContentPartPr>
            <p14:xfrm>
              <a:off x="2421242" y="3651372"/>
              <a:ext cx="3269" cy="184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20154F6-18B0-45D6-A11D-FA8ED5DEE4A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18627" y="3649164"/>
                <a:ext cx="8064" cy="4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00AC43D-A30B-40DD-840F-B19CF94A123C}"/>
                  </a:ext>
                </a:extLst>
              </p14:cNvPr>
              <p14:cNvContentPartPr/>
              <p14:nvPr/>
            </p14:nvContentPartPr>
            <p14:xfrm>
              <a:off x="4379157" y="2732670"/>
              <a:ext cx="182" cy="184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00AC43D-A30B-40DD-840F-B19CF94A123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76973" y="2730462"/>
                <a:ext cx="4186" cy="4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11DBD99-2A72-41A3-9E35-AE087C690DBC}"/>
                  </a:ext>
                </a:extLst>
              </p14:cNvPr>
              <p14:cNvContentPartPr/>
              <p14:nvPr/>
            </p14:nvContentPartPr>
            <p14:xfrm>
              <a:off x="4697302" y="2297753"/>
              <a:ext cx="182" cy="184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11DBD99-2A72-41A3-9E35-AE087C690DB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95118" y="2295545"/>
                <a:ext cx="4186" cy="4232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157AFC7-6EBD-4AA5-BB01-244C93C79F0F}"/>
              </a:ext>
            </a:extLst>
          </p:cNvPr>
          <p:cNvSpPr/>
          <p:nvPr/>
        </p:nvSpPr>
        <p:spPr>
          <a:xfrm>
            <a:off x="3175179" y="3034087"/>
            <a:ext cx="201615" cy="294614"/>
          </a:xfrm>
          <a:custGeom>
            <a:avLst/>
            <a:gdLst>
              <a:gd name="connsiteX0" fmla="*/ 8665 w 151422"/>
              <a:gd name="connsiteY0" fmla="*/ 19082 h 323971"/>
              <a:gd name="connsiteX1" fmla="*/ 27715 w 151422"/>
              <a:gd name="connsiteY1" fmla="*/ 184182 h 323971"/>
              <a:gd name="connsiteX2" fmla="*/ 2315 w 151422"/>
              <a:gd name="connsiteY2" fmla="*/ 266732 h 323971"/>
              <a:gd name="connsiteX3" fmla="*/ 97565 w 151422"/>
              <a:gd name="connsiteY3" fmla="*/ 323882 h 323971"/>
              <a:gd name="connsiteX4" fmla="*/ 142015 w 151422"/>
              <a:gd name="connsiteY4" fmla="*/ 254032 h 323971"/>
              <a:gd name="connsiteX5" fmla="*/ 148365 w 151422"/>
              <a:gd name="connsiteY5" fmla="*/ 165132 h 323971"/>
              <a:gd name="connsiteX6" fmla="*/ 103915 w 151422"/>
              <a:gd name="connsiteY6" fmla="*/ 165132 h 323971"/>
              <a:gd name="connsiteX7" fmla="*/ 122965 w 151422"/>
              <a:gd name="connsiteY7" fmla="*/ 19082 h 323971"/>
              <a:gd name="connsiteX8" fmla="*/ 8665 w 151422"/>
              <a:gd name="connsiteY8" fmla="*/ 19082 h 323971"/>
              <a:gd name="connsiteX0" fmla="*/ 8665 w 149776"/>
              <a:gd name="connsiteY0" fmla="*/ 19273 h 324162"/>
              <a:gd name="connsiteX1" fmla="*/ 27715 w 149776"/>
              <a:gd name="connsiteY1" fmla="*/ 184373 h 324162"/>
              <a:gd name="connsiteX2" fmla="*/ 2315 w 149776"/>
              <a:gd name="connsiteY2" fmla="*/ 266923 h 324162"/>
              <a:gd name="connsiteX3" fmla="*/ 97565 w 149776"/>
              <a:gd name="connsiteY3" fmla="*/ 324073 h 324162"/>
              <a:gd name="connsiteX4" fmla="*/ 142015 w 149776"/>
              <a:gd name="connsiteY4" fmla="*/ 254223 h 324162"/>
              <a:gd name="connsiteX5" fmla="*/ 148365 w 149776"/>
              <a:gd name="connsiteY5" fmla="*/ 165323 h 324162"/>
              <a:gd name="connsiteX6" fmla="*/ 126140 w 149776"/>
              <a:gd name="connsiteY6" fmla="*/ 162148 h 324162"/>
              <a:gd name="connsiteX7" fmla="*/ 122965 w 149776"/>
              <a:gd name="connsiteY7" fmla="*/ 19273 h 324162"/>
              <a:gd name="connsiteX8" fmla="*/ 8665 w 149776"/>
              <a:gd name="connsiteY8" fmla="*/ 19273 h 324162"/>
              <a:gd name="connsiteX0" fmla="*/ 8665 w 172412"/>
              <a:gd name="connsiteY0" fmla="*/ 19273 h 324162"/>
              <a:gd name="connsiteX1" fmla="*/ 27715 w 172412"/>
              <a:gd name="connsiteY1" fmla="*/ 184373 h 324162"/>
              <a:gd name="connsiteX2" fmla="*/ 2315 w 172412"/>
              <a:gd name="connsiteY2" fmla="*/ 266923 h 324162"/>
              <a:gd name="connsiteX3" fmla="*/ 97565 w 172412"/>
              <a:gd name="connsiteY3" fmla="*/ 324073 h 324162"/>
              <a:gd name="connsiteX4" fmla="*/ 142015 w 172412"/>
              <a:gd name="connsiteY4" fmla="*/ 254223 h 324162"/>
              <a:gd name="connsiteX5" fmla="*/ 172178 w 172412"/>
              <a:gd name="connsiteY5" fmla="*/ 230411 h 324162"/>
              <a:gd name="connsiteX6" fmla="*/ 126140 w 172412"/>
              <a:gd name="connsiteY6" fmla="*/ 162148 h 324162"/>
              <a:gd name="connsiteX7" fmla="*/ 122965 w 172412"/>
              <a:gd name="connsiteY7" fmla="*/ 19273 h 324162"/>
              <a:gd name="connsiteX8" fmla="*/ 8665 w 172412"/>
              <a:gd name="connsiteY8" fmla="*/ 19273 h 324162"/>
              <a:gd name="connsiteX0" fmla="*/ 8665 w 173404"/>
              <a:gd name="connsiteY0" fmla="*/ 19273 h 324085"/>
              <a:gd name="connsiteX1" fmla="*/ 27715 w 173404"/>
              <a:gd name="connsiteY1" fmla="*/ 184373 h 324085"/>
              <a:gd name="connsiteX2" fmla="*/ 2315 w 173404"/>
              <a:gd name="connsiteY2" fmla="*/ 266923 h 324085"/>
              <a:gd name="connsiteX3" fmla="*/ 97565 w 173404"/>
              <a:gd name="connsiteY3" fmla="*/ 324073 h 324085"/>
              <a:gd name="connsiteX4" fmla="*/ 154715 w 173404"/>
              <a:gd name="connsiteY4" fmla="*/ 271685 h 324085"/>
              <a:gd name="connsiteX5" fmla="*/ 172178 w 173404"/>
              <a:gd name="connsiteY5" fmla="*/ 230411 h 324085"/>
              <a:gd name="connsiteX6" fmla="*/ 126140 w 173404"/>
              <a:gd name="connsiteY6" fmla="*/ 162148 h 324085"/>
              <a:gd name="connsiteX7" fmla="*/ 122965 w 173404"/>
              <a:gd name="connsiteY7" fmla="*/ 19273 h 324085"/>
              <a:gd name="connsiteX8" fmla="*/ 8665 w 173404"/>
              <a:gd name="connsiteY8" fmla="*/ 19273 h 324085"/>
              <a:gd name="connsiteX0" fmla="*/ 8190 w 173062"/>
              <a:gd name="connsiteY0" fmla="*/ 19273 h 328847"/>
              <a:gd name="connsiteX1" fmla="*/ 27240 w 173062"/>
              <a:gd name="connsiteY1" fmla="*/ 184373 h 328847"/>
              <a:gd name="connsiteX2" fmla="*/ 1840 w 173062"/>
              <a:gd name="connsiteY2" fmla="*/ 266923 h 328847"/>
              <a:gd name="connsiteX3" fmla="*/ 87565 w 173062"/>
              <a:gd name="connsiteY3" fmla="*/ 328836 h 328847"/>
              <a:gd name="connsiteX4" fmla="*/ 154240 w 173062"/>
              <a:gd name="connsiteY4" fmla="*/ 271685 h 328847"/>
              <a:gd name="connsiteX5" fmla="*/ 171703 w 173062"/>
              <a:gd name="connsiteY5" fmla="*/ 230411 h 328847"/>
              <a:gd name="connsiteX6" fmla="*/ 125665 w 173062"/>
              <a:gd name="connsiteY6" fmla="*/ 162148 h 328847"/>
              <a:gd name="connsiteX7" fmla="*/ 122490 w 173062"/>
              <a:gd name="connsiteY7" fmla="*/ 19273 h 328847"/>
              <a:gd name="connsiteX8" fmla="*/ 8190 w 173062"/>
              <a:gd name="connsiteY8" fmla="*/ 19273 h 328847"/>
              <a:gd name="connsiteX0" fmla="*/ 8190 w 172630"/>
              <a:gd name="connsiteY0" fmla="*/ 19273 h 328989"/>
              <a:gd name="connsiteX1" fmla="*/ 27240 w 172630"/>
              <a:gd name="connsiteY1" fmla="*/ 184373 h 328989"/>
              <a:gd name="connsiteX2" fmla="*/ 1840 w 172630"/>
              <a:gd name="connsiteY2" fmla="*/ 266923 h 328989"/>
              <a:gd name="connsiteX3" fmla="*/ 87565 w 172630"/>
              <a:gd name="connsiteY3" fmla="*/ 328836 h 328989"/>
              <a:gd name="connsiteX4" fmla="*/ 151065 w 172630"/>
              <a:gd name="connsiteY4" fmla="*/ 282797 h 328989"/>
              <a:gd name="connsiteX5" fmla="*/ 171703 w 172630"/>
              <a:gd name="connsiteY5" fmla="*/ 230411 h 328989"/>
              <a:gd name="connsiteX6" fmla="*/ 125665 w 172630"/>
              <a:gd name="connsiteY6" fmla="*/ 162148 h 328989"/>
              <a:gd name="connsiteX7" fmla="*/ 122490 w 172630"/>
              <a:gd name="connsiteY7" fmla="*/ 19273 h 328989"/>
              <a:gd name="connsiteX8" fmla="*/ 8190 w 172630"/>
              <a:gd name="connsiteY8" fmla="*/ 19273 h 328989"/>
              <a:gd name="connsiteX0" fmla="*/ 8190 w 164001"/>
              <a:gd name="connsiteY0" fmla="*/ 19273 h 328979"/>
              <a:gd name="connsiteX1" fmla="*/ 27240 w 164001"/>
              <a:gd name="connsiteY1" fmla="*/ 184373 h 328979"/>
              <a:gd name="connsiteX2" fmla="*/ 1840 w 164001"/>
              <a:gd name="connsiteY2" fmla="*/ 266923 h 328979"/>
              <a:gd name="connsiteX3" fmla="*/ 87565 w 164001"/>
              <a:gd name="connsiteY3" fmla="*/ 328836 h 328979"/>
              <a:gd name="connsiteX4" fmla="*/ 151065 w 164001"/>
              <a:gd name="connsiteY4" fmla="*/ 282797 h 328979"/>
              <a:gd name="connsiteX5" fmla="*/ 162178 w 164001"/>
              <a:gd name="connsiteY5" fmla="*/ 244698 h 328979"/>
              <a:gd name="connsiteX6" fmla="*/ 125665 w 164001"/>
              <a:gd name="connsiteY6" fmla="*/ 162148 h 328979"/>
              <a:gd name="connsiteX7" fmla="*/ 122490 w 164001"/>
              <a:gd name="connsiteY7" fmla="*/ 19273 h 328979"/>
              <a:gd name="connsiteX8" fmla="*/ 8190 w 164001"/>
              <a:gd name="connsiteY8" fmla="*/ 19273 h 328979"/>
              <a:gd name="connsiteX0" fmla="*/ 8190 w 164117"/>
              <a:gd name="connsiteY0" fmla="*/ 20836 h 330542"/>
              <a:gd name="connsiteX1" fmla="*/ 27240 w 164117"/>
              <a:gd name="connsiteY1" fmla="*/ 185936 h 330542"/>
              <a:gd name="connsiteX2" fmla="*/ 1840 w 164117"/>
              <a:gd name="connsiteY2" fmla="*/ 268486 h 330542"/>
              <a:gd name="connsiteX3" fmla="*/ 87565 w 164117"/>
              <a:gd name="connsiteY3" fmla="*/ 330399 h 330542"/>
              <a:gd name="connsiteX4" fmla="*/ 151065 w 164117"/>
              <a:gd name="connsiteY4" fmla="*/ 284360 h 330542"/>
              <a:gd name="connsiteX5" fmla="*/ 162178 w 164117"/>
              <a:gd name="connsiteY5" fmla="*/ 246261 h 330542"/>
              <a:gd name="connsiteX6" fmla="*/ 124078 w 164117"/>
              <a:gd name="connsiteY6" fmla="*/ 189111 h 330542"/>
              <a:gd name="connsiteX7" fmla="*/ 122490 w 164117"/>
              <a:gd name="connsiteY7" fmla="*/ 20836 h 330542"/>
              <a:gd name="connsiteX8" fmla="*/ 8190 w 164117"/>
              <a:gd name="connsiteY8" fmla="*/ 20836 h 330542"/>
              <a:gd name="connsiteX0" fmla="*/ 8190 w 164117"/>
              <a:gd name="connsiteY0" fmla="*/ 6507 h 316213"/>
              <a:gd name="connsiteX1" fmla="*/ 27240 w 164117"/>
              <a:gd name="connsiteY1" fmla="*/ 171607 h 316213"/>
              <a:gd name="connsiteX2" fmla="*/ 1840 w 164117"/>
              <a:gd name="connsiteY2" fmla="*/ 254157 h 316213"/>
              <a:gd name="connsiteX3" fmla="*/ 87565 w 164117"/>
              <a:gd name="connsiteY3" fmla="*/ 316070 h 316213"/>
              <a:gd name="connsiteX4" fmla="*/ 151065 w 164117"/>
              <a:gd name="connsiteY4" fmla="*/ 270031 h 316213"/>
              <a:gd name="connsiteX5" fmla="*/ 162178 w 164117"/>
              <a:gd name="connsiteY5" fmla="*/ 231932 h 316213"/>
              <a:gd name="connsiteX6" fmla="*/ 124078 w 164117"/>
              <a:gd name="connsiteY6" fmla="*/ 174782 h 316213"/>
              <a:gd name="connsiteX7" fmla="*/ 122490 w 164117"/>
              <a:gd name="connsiteY7" fmla="*/ 6507 h 316213"/>
              <a:gd name="connsiteX8" fmla="*/ 74865 w 164117"/>
              <a:gd name="connsiteY8" fmla="*/ 31908 h 316213"/>
              <a:gd name="connsiteX9" fmla="*/ 8190 w 164117"/>
              <a:gd name="connsiteY9" fmla="*/ 6507 h 316213"/>
              <a:gd name="connsiteX0" fmla="*/ 8190 w 164117"/>
              <a:gd name="connsiteY0" fmla="*/ 6307 h 316013"/>
              <a:gd name="connsiteX1" fmla="*/ 27240 w 164117"/>
              <a:gd name="connsiteY1" fmla="*/ 171407 h 316013"/>
              <a:gd name="connsiteX2" fmla="*/ 1840 w 164117"/>
              <a:gd name="connsiteY2" fmla="*/ 253957 h 316013"/>
              <a:gd name="connsiteX3" fmla="*/ 87565 w 164117"/>
              <a:gd name="connsiteY3" fmla="*/ 315870 h 316013"/>
              <a:gd name="connsiteX4" fmla="*/ 151065 w 164117"/>
              <a:gd name="connsiteY4" fmla="*/ 269831 h 316013"/>
              <a:gd name="connsiteX5" fmla="*/ 162178 w 164117"/>
              <a:gd name="connsiteY5" fmla="*/ 231732 h 316013"/>
              <a:gd name="connsiteX6" fmla="*/ 124078 w 164117"/>
              <a:gd name="connsiteY6" fmla="*/ 174582 h 316013"/>
              <a:gd name="connsiteX7" fmla="*/ 143128 w 164117"/>
              <a:gd name="connsiteY7" fmla="*/ 23769 h 316013"/>
              <a:gd name="connsiteX8" fmla="*/ 74865 w 164117"/>
              <a:gd name="connsiteY8" fmla="*/ 31708 h 316013"/>
              <a:gd name="connsiteX9" fmla="*/ 8190 w 164117"/>
              <a:gd name="connsiteY9" fmla="*/ 6307 h 316013"/>
              <a:gd name="connsiteX0" fmla="*/ 9787 w 164127"/>
              <a:gd name="connsiteY0" fmla="*/ 8349 h 302180"/>
              <a:gd name="connsiteX1" fmla="*/ 27250 w 164127"/>
              <a:gd name="connsiteY1" fmla="*/ 157574 h 302180"/>
              <a:gd name="connsiteX2" fmla="*/ 1850 w 164127"/>
              <a:gd name="connsiteY2" fmla="*/ 240124 h 302180"/>
              <a:gd name="connsiteX3" fmla="*/ 87575 w 164127"/>
              <a:gd name="connsiteY3" fmla="*/ 302037 h 302180"/>
              <a:gd name="connsiteX4" fmla="*/ 151075 w 164127"/>
              <a:gd name="connsiteY4" fmla="*/ 255998 h 302180"/>
              <a:gd name="connsiteX5" fmla="*/ 162188 w 164127"/>
              <a:gd name="connsiteY5" fmla="*/ 217899 h 302180"/>
              <a:gd name="connsiteX6" fmla="*/ 124088 w 164127"/>
              <a:gd name="connsiteY6" fmla="*/ 160749 h 302180"/>
              <a:gd name="connsiteX7" fmla="*/ 143138 w 164127"/>
              <a:gd name="connsiteY7" fmla="*/ 9936 h 302180"/>
              <a:gd name="connsiteX8" fmla="*/ 74875 w 164127"/>
              <a:gd name="connsiteY8" fmla="*/ 17875 h 302180"/>
              <a:gd name="connsiteX9" fmla="*/ 9787 w 164127"/>
              <a:gd name="connsiteY9" fmla="*/ 8349 h 302180"/>
              <a:gd name="connsiteX0" fmla="*/ 9387 w 163727"/>
              <a:gd name="connsiteY0" fmla="*/ 8349 h 302180"/>
              <a:gd name="connsiteX1" fmla="*/ 31612 w 163727"/>
              <a:gd name="connsiteY1" fmla="*/ 157574 h 302180"/>
              <a:gd name="connsiteX2" fmla="*/ 1450 w 163727"/>
              <a:gd name="connsiteY2" fmla="*/ 240124 h 302180"/>
              <a:gd name="connsiteX3" fmla="*/ 87175 w 163727"/>
              <a:gd name="connsiteY3" fmla="*/ 302037 h 302180"/>
              <a:gd name="connsiteX4" fmla="*/ 150675 w 163727"/>
              <a:gd name="connsiteY4" fmla="*/ 255998 h 302180"/>
              <a:gd name="connsiteX5" fmla="*/ 161788 w 163727"/>
              <a:gd name="connsiteY5" fmla="*/ 217899 h 302180"/>
              <a:gd name="connsiteX6" fmla="*/ 123688 w 163727"/>
              <a:gd name="connsiteY6" fmla="*/ 160749 h 302180"/>
              <a:gd name="connsiteX7" fmla="*/ 142738 w 163727"/>
              <a:gd name="connsiteY7" fmla="*/ 9936 h 302180"/>
              <a:gd name="connsiteX8" fmla="*/ 74475 w 163727"/>
              <a:gd name="connsiteY8" fmla="*/ 17875 h 302180"/>
              <a:gd name="connsiteX9" fmla="*/ 9387 w 163727"/>
              <a:gd name="connsiteY9" fmla="*/ 8349 h 302180"/>
              <a:gd name="connsiteX0" fmla="*/ 9387 w 163842"/>
              <a:gd name="connsiteY0" fmla="*/ 8349 h 302180"/>
              <a:gd name="connsiteX1" fmla="*/ 31612 w 163842"/>
              <a:gd name="connsiteY1" fmla="*/ 157574 h 302180"/>
              <a:gd name="connsiteX2" fmla="*/ 1450 w 163842"/>
              <a:gd name="connsiteY2" fmla="*/ 240124 h 302180"/>
              <a:gd name="connsiteX3" fmla="*/ 87175 w 163842"/>
              <a:gd name="connsiteY3" fmla="*/ 302037 h 302180"/>
              <a:gd name="connsiteX4" fmla="*/ 150675 w 163842"/>
              <a:gd name="connsiteY4" fmla="*/ 255998 h 302180"/>
              <a:gd name="connsiteX5" fmla="*/ 161788 w 163842"/>
              <a:gd name="connsiteY5" fmla="*/ 217899 h 302180"/>
              <a:gd name="connsiteX6" fmla="*/ 122101 w 163842"/>
              <a:gd name="connsiteY6" fmla="*/ 159162 h 302180"/>
              <a:gd name="connsiteX7" fmla="*/ 142738 w 163842"/>
              <a:gd name="connsiteY7" fmla="*/ 9936 h 302180"/>
              <a:gd name="connsiteX8" fmla="*/ 74475 w 163842"/>
              <a:gd name="connsiteY8" fmla="*/ 17875 h 302180"/>
              <a:gd name="connsiteX9" fmla="*/ 9387 w 163842"/>
              <a:gd name="connsiteY9" fmla="*/ 8349 h 302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3842" h="302180">
                <a:moveTo>
                  <a:pt x="9387" y="8349"/>
                </a:moveTo>
                <a:cubicBezTo>
                  <a:pt x="2243" y="31632"/>
                  <a:pt x="32935" y="118945"/>
                  <a:pt x="31612" y="157574"/>
                </a:cubicBezTo>
                <a:cubicBezTo>
                  <a:pt x="30289" y="196203"/>
                  <a:pt x="-7810" y="216047"/>
                  <a:pt x="1450" y="240124"/>
                </a:cubicBezTo>
                <a:cubicBezTo>
                  <a:pt x="10710" y="264201"/>
                  <a:pt x="62304" y="299391"/>
                  <a:pt x="87175" y="302037"/>
                </a:cubicBezTo>
                <a:cubicBezTo>
                  <a:pt x="112046" y="304683"/>
                  <a:pt x="138240" y="270021"/>
                  <a:pt x="150675" y="255998"/>
                </a:cubicBezTo>
                <a:cubicBezTo>
                  <a:pt x="163110" y="241975"/>
                  <a:pt x="166550" y="234038"/>
                  <a:pt x="161788" y="217899"/>
                </a:cubicBezTo>
                <a:cubicBezTo>
                  <a:pt x="157026" y="201760"/>
                  <a:pt x="126334" y="183504"/>
                  <a:pt x="122101" y="159162"/>
                </a:cubicBezTo>
                <a:cubicBezTo>
                  <a:pt x="117868" y="134820"/>
                  <a:pt x="150676" y="33484"/>
                  <a:pt x="142738" y="9936"/>
                </a:cubicBezTo>
                <a:cubicBezTo>
                  <a:pt x="134800" y="-13612"/>
                  <a:pt x="93525" y="17875"/>
                  <a:pt x="74475" y="17875"/>
                </a:cubicBezTo>
                <a:cubicBezTo>
                  <a:pt x="55425" y="17875"/>
                  <a:pt x="16531" y="-14934"/>
                  <a:pt x="9387" y="8349"/>
                </a:cubicBezTo>
                <a:close/>
              </a:path>
            </a:pathLst>
          </a:custGeom>
          <a:gradFill flip="none" rotWithShape="1">
            <a:gsLst>
              <a:gs pos="72000">
                <a:srgbClr val="F9D1B5"/>
              </a:gs>
              <a:gs pos="96000">
                <a:srgbClr val="FCE4D4"/>
              </a:gs>
              <a:gs pos="5000">
                <a:schemeClr val="accent2">
                  <a:lumMod val="20000"/>
                  <a:lumOff val="80000"/>
                </a:schemeClr>
              </a:gs>
              <a:gs pos="50000">
                <a:srgbClr val="F6C3A0"/>
              </a:gs>
              <a:gs pos="24000">
                <a:srgbClr val="FAD6BE"/>
              </a:gs>
            </a:gsLst>
            <a:lin ang="0" scaled="1"/>
            <a:tileRect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09DAF3D-21AA-4A28-8B54-B656C70AD90B}"/>
              </a:ext>
            </a:extLst>
          </p:cNvPr>
          <p:cNvGrpSpPr/>
          <p:nvPr/>
        </p:nvGrpSpPr>
        <p:grpSpPr>
          <a:xfrm>
            <a:off x="2869780" y="3267869"/>
            <a:ext cx="828660" cy="321926"/>
            <a:chOff x="2663271" y="4649378"/>
            <a:chExt cx="1095210" cy="420138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9B16F1F-2F02-45C4-AE50-ADA0D24265EF}"/>
                </a:ext>
              </a:extLst>
            </p:cNvPr>
            <p:cNvSpPr/>
            <p:nvPr/>
          </p:nvSpPr>
          <p:spPr>
            <a:xfrm rot="156258">
              <a:off x="2664085" y="4748039"/>
              <a:ext cx="1074621" cy="321477"/>
            </a:xfrm>
            <a:custGeom>
              <a:avLst/>
              <a:gdLst>
                <a:gd name="connsiteX0" fmla="*/ 7239 w 1109882"/>
                <a:gd name="connsiteY0" fmla="*/ 95032 h 333200"/>
                <a:gd name="connsiteX1" fmla="*/ 396705 w 1109882"/>
                <a:gd name="connsiteY1" fmla="*/ 315166 h 333200"/>
                <a:gd name="connsiteX2" fmla="*/ 777705 w 1109882"/>
                <a:gd name="connsiteY2" fmla="*/ 306699 h 333200"/>
                <a:gd name="connsiteX3" fmla="*/ 997839 w 1109882"/>
                <a:gd name="connsiteY3" fmla="*/ 196632 h 333200"/>
                <a:gd name="connsiteX4" fmla="*/ 1099439 w 1109882"/>
                <a:gd name="connsiteY4" fmla="*/ 1899 h 333200"/>
                <a:gd name="connsiteX5" fmla="*/ 752305 w 1109882"/>
                <a:gd name="connsiteY5" fmla="*/ 95032 h 333200"/>
                <a:gd name="connsiteX6" fmla="*/ 7239 w 1109882"/>
                <a:gd name="connsiteY6" fmla="*/ 95032 h 333200"/>
                <a:gd name="connsiteX0" fmla="*/ 7239 w 1109882"/>
                <a:gd name="connsiteY0" fmla="*/ 61189 h 335712"/>
                <a:gd name="connsiteX1" fmla="*/ 396705 w 1109882"/>
                <a:gd name="connsiteY1" fmla="*/ 315190 h 335712"/>
                <a:gd name="connsiteX2" fmla="*/ 777705 w 1109882"/>
                <a:gd name="connsiteY2" fmla="*/ 306723 h 335712"/>
                <a:gd name="connsiteX3" fmla="*/ 997839 w 1109882"/>
                <a:gd name="connsiteY3" fmla="*/ 196656 h 335712"/>
                <a:gd name="connsiteX4" fmla="*/ 1099439 w 1109882"/>
                <a:gd name="connsiteY4" fmla="*/ 1923 h 335712"/>
                <a:gd name="connsiteX5" fmla="*/ 752305 w 1109882"/>
                <a:gd name="connsiteY5" fmla="*/ 95056 h 335712"/>
                <a:gd name="connsiteX6" fmla="*/ 7239 w 1109882"/>
                <a:gd name="connsiteY6" fmla="*/ 61189 h 335712"/>
                <a:gd name="connsiteX0" fmla="*/ 628 w 1103271"/>
                <a:gd name="connsiteY0" fmla="*/ 61751 h 336274"/>
                <a:gd name="connsiteX1" fmla="*/ 390094 w 1103271"/>
                <a:gd name="connsiteY1" fmla="*/ 315752 h 336274"/>
                <a:gd name="connsiteX2" fmla="*/ 771094 w 1103271"/>
                <a:gd name="connsiteY2" fmla="*/ 307285 h 336274"/>
                <a:gd name="connsiteX3" fmla="*/ 991228 w 1103271"/>
                <a:gd name="connsiteY3" fmla="*/ 197218 h 336274"/>
                <a:gd name="connsiteX4" fmla="*/ 1092828 w 1103271"/>
                <a:gd name="connsiteY4" fmla="*/ 2485 h 336274"/>
                <a:gd name="connsiteX5" fmla="*/ 483227 w 1103271"/>
                <a:gd name="connsiteY5" fmla="*/ 70218 h 336274"/>
                <a:gd name="connsiteX6" fmla="*/ 628 w 1103271"/>
                <a:gd name="connsiteY6" fmla="*/ 61751 h 336274"/>
                <a:gd name="connsiteX0" fmla="*/ 628 w 1103271"/>
                <a:gd name="connsiteY0" fmla="*/ 60847 h 335370"/>
                <a:gd name="connsiteX1" fmla="*/ 390094 w 1103271"/>
                <a:gd name="connsiteY1" fmla="*/ 314848 h 335370"/>
                <a:gd name="connsiteX2" fmla="*/ 771094 w 1103271"/>
                <a:gd name="connsiteY2" fmla="*/ 306381 h 335370"/>
                <a:gd name="connsiteX3" fmla="*/ 991228 w 1103271"/>
                <a:gd name="connsiteY3" fmla="*/ 196314 h 335370"/>
                <a:gd name="connsiteX4" fmla="*/ 1092828 w 1103271"/>
                <a:gd name="connsiteY4" fmla="*/ 1581 h 335370"/>
                <a:gd name="connsiteX5" fmla="*/ 483227 w 1103271"/>
                <a:gd name="connsiteY5" fmla="*/ 69314 h 335370"/>
                <a:gd name="connsiteX6" fmla="*/ 628 w 1103271"/>
                <a:gd name="connsiteY6" fmla="*/ 60847 h 335370"/>
                <a:gd name="connsiteX0" fmla="*/ 990 w 1103633"/>
                <a:gd name="connsiteY0" fmla="*/ 60531 h 335054"/>
                <a:gd name="connsiteX1" fmla="*/ 390456 w 1103633"/>
                <a:gd name="connsiteY1" fmla="*/ 314532 h 335054"/>
                <a:gd name="connsiteX2" fmla="*/ 771456 w 1103633"/>
                <a:gd name="connsiteY2" fmla="*/ 306065 h 335054"/>
                <a:gd name="connsiteX3" fmla="*/ 991590 w 1103633"/>
                <a:gd name="connsiteY3" fmla="*/ 195998 h 335054"/>
                <a:gd name="connsiteX4" fmla="*/ 1093190 w 1103633"/>
                <a:gd name="connsiteY4" fmla="*/ 1265 h 335054"/>
                <a:gd name="connsiteX5" fmla="*/ 508989 w 1103633"/>
                <a:gd name="connsiteY5" fmla="*/ 102865 h 335054"/>
                <a:gd name="connsiteX6" fmla="*/ 990 w 1103633"/>
                <a:gd name="connsiteY6" fmla="*/ 60531 h 335054"/>
                <a:gd name="connsiteX0" fmla="*/ 990 w 1103633"/>
                <a:gd name="connsiteY0" fmla="*/ 60939 h 335462"/>
                <a:gd name="connsiteX1" fmla="*/ 390456 w 1103633"/>
                <a:gd name="connsiteY1" fmla="*/ 314940 h 335462"/>
                <a:gd name="connsiteX2" fmla="*/ 771456 w 1103633"/>
                <a:gd name="connsiteY2" fmla="*/ 306473 h 335462"/>
                <a:gd name="connsiteX3" fmla="*/ 991590 w 1103633"/>
                <a:gd name="connsiteY3" fmla="*/ 196406 h 335462"/>
                <a:gd name="connsiteX4" fmla="*/ 1093190 w 1103633"/>
                <a:gd name="connsiteY4" fmla="*/ 1673 h 335462"/>
                <a:gd name="connsiteX5" fmla="*/ 508989 w 1103633"/>
                <a:gd name="connsiteY5" fmla="*/ 103273 h 335462"/>
                <a:gd name="connsiteX6" fmla="*/ 990 w 1103633"/>
                <a:gd name="connsiteY6" fmla="*/ 60939 h 335462"/>
                <a:gd name="connsiteX0" fmla="*/ 990 w 1098903"/>
                <a:gd name="connsiteY0" fmla="*/ 60939 h 334756"/>
                <a:gd name="connsiteX1" fmla="*/ 390456 w 1098903"/>
                <a:gd name="connsiteY1" fmla="*/ 314940 h 334756"/>
                <a:gd name="connsiteX2" fmla="*/ 771456 w 1098903"/>
                <a:gd name="connsiteY2" fmla="*/ 306473 h 334756"/>
                <a:gd name="connsiteX3" fmla="*/ 889990 w 1098903"/>
                <a:gd name="connsiteY3" fmla="*/ 213339 h 334756"/>
                <a:gd name="connsiteX4" fmla="*/ 1093190 w 1098903"/>
                <a:gd name="connsiteY4" fmla="*/ 1673 h 334756"/>
                <a:gd name="connsiteX5" fmla="*/ 508989 w 1098903"/>
                <a:gd name="connsiteY5" fmla="*/ 103273 h 334756"/>
                <a:gd name="connsiteX6" fmla="*/ 990 w 1098903"/>
                <a:gd name="connsiteY6" fmla="*/ 60939 h 334756"/>
                <a:gd name="connsiteX0" fmla="*/ 1780 w 1099693"/>
                <a:gd name="connsiteY0" fmla="*/ 60939 h 323037"/>
                <a:gd name="connsiteX1" fmla="*/ 357380 w 1099693"/>
                <a:gd name="connsiteY1" fmla="*/ 298006 h 323037"/>
                <a:gd name="connsiteX2" fmla="*/ 772246 w 1099693"/>
                <a:gd name="connsiteY2" fmla="*/ 306473 h 323037"/>
                <a:gd name="connsiteX3" fmla="*/ 890780 w 1099693"/>
                <a:gd name="connsiteY3" fmla="*/ 213339 h 323037"/>
                <a:gd name="connsiteX4" fmla="*/ 1093980 w 1099693"/>
                <a:gd name="connsiteY4" fmla="*/ 1673 h 323037"/>
                <a:gd name="connsiteX5" fmla="*/ 509779 w 1099693"/>
                <a:gd name="connsiteY5" fmla="*/ 103273 h 323037"/>
                <a:gd name="connsiteX6" fmla="*/ 1780 w 1099693"/>
                <a:gd name="connsiteY6" fmla="*/ 60939 h 323037"/>
                <a:gd name="connsiteX0" fmla="*/ 1506 w 1099419"/>
                <a:gd name="connsiteY0" fmla="*/ 60939 h 337361"/>
                <a:gd name="connsiteX1" fmla="*/ 357106 w 1099419"/>
                <a:gd name="connsiteY1" fmla="*/ 298006 h 337361"/>
                <a:gd name="connsiteX2" fmla="*/ 771972 w 1099419"/>
                <a:gd name="connsiteY2" fmla="*/ 306473 h 337361"/>
                <a:gd name="connsiteX3" fmla="*/ 890506 w 1099419"/>
                <a:gd name="connsiteY3" fmla="*/ 213339 h 337361"/>
                <a:gd name="connsiteX4" fmla="*/ 1093706 w 1099419"/>
                <a:gd name="connsiteY4" fmla="*/ 1673 h 337361"/>
                <a:gd name="connsiteX5" fmla="*/ 509505 w 1099419"/>
                <a:gd name="connsiteY5" fmla="*/ 103273 h 337361"/>
                <a:gd name="connsiteX6" fmla="*/ 1506 w 1099419"/>
                <a:gd name="connsiteY6" fmla="*/ 60939 h 337361"/>
                <a:gd name="connsiteX0" fmla="*/ 1318 w 1099231"/>
                <a:gd name="connsiteY0" fmla="*/ 60939 h 326221"/>
                <a:gd name="connsiteX1" fmla="*/ 365385 w 1099231"/>
                <a:gd name="connsiteY1" fmla="*/ 281073 h 326221"/>
                <a:gd name="connsiteX2" fmla="*/ 771784 w 1099231"/>
                <a:gd name="connsiteY2" fmla="*/ 306473 h 326221"/>
                <a:gd name="connsiteX3" fmla="*/ 890318 w 1099231"/>
                <a:gd name="connsiteY3" fmla="*/ 213339 h 326221"/>
                <a:gd name="connsiteX4" fmla="*/ 1093518 w 1099231"/>
                <a:gd name="connsiteY4" fmla="*/ 1673 h 326221"/>
                <a:gd name="connsiteX5" fmla="*/ 509317 w 1099231"/>
                <a:gd name="connsiteY5" fmla="*/ 103273 h 326221"/>
                <a:gd name="connsiteX6" fmla="*/ 1318 w 1099231"/>
                <a:gd name="connsiteY6" fmla="*/ 60939 h 326221"/>
                <a:gd name="connsiteX0" fmla="*/ 1439 w 1099970"/>
                <a:gd name="connsiteY0" fmla="*/ 60939 h 314201"/>
                <a:gd name="connsiteX1" fmla="*/ 365506 w 1099970"/>
                <a:gd name="connsiteY1" fmla="*/ 281073 h 314201"/>
                <a:gd name="connsiteX2" fmla="*/ 636439 w 1099970"/>
                <a:gd name="connsiteY2" fmla="*/ 306473 h 314201"/>
                <a:gd name="connsiteX3" fmla="*/ 890439 w 1099970"/>
                <a:gd name="connsiteY3" fmla="*/ 213339 h 314201"/>
                <a:gd name="connsiteX4" fmla="*/ 1093639 w 1099970"/>
                <a:gd name="connsiteY4" fmla="*/ 1673 h 314201"/>
                <a:gd name="connsiteX5" fmla="*/ 509438 w 1099970"/>
                <a:gd name="connsiteY5" fmla="*/ 103273 h 314201"/>
                <a:gd name="connsiteX6" fmla="*/ 1439 w 1099970"/>
                <a:gd name="connsiteY6" fmla="*/ 60939 h 314201"/>
                <a:gd name="connsiteX0" fmla="*/ 1439 w 1099261"/>
                <a:gd name="connsiteY0" fmla="*/ 60939 h 314201"/>
                <a:gd name="connsiteX1" fmla="*/ 365506 w 1099261"/>
                <a:gd name="connsiteY1" fmla="*/ 281073 h 314201"/>
                <a:gd name="connsiteX2" fmla="*/ 636439 w 1099261"/>
                <a:gd name="connsiteY2" fmla="*/ 306473 h 314201"/>
                <a:gd name="connsiteX3" fmla="*/ 865039 w 1099261"/>
                <a:gd name="connsiteY3" fmla="*/ 213339 h 314201"/>
                <a:gd name="connsiteX4" fmla="*/ 1093639 w 1099261"/>
                <a:gd name="connsiteY4" fmla="*/ 1673 h 314201"/>
                <a:gd name="connsiteX5" fmla="*/ 509438 w 1099261"/>
                <a:gd name="connsiteY5" fmla="*/ 103273 h 314201"/>
                <a:gd name="connsiteX6" fmla="*/ 1439 w 1099261"/>
                <a:gd name="connsiteY6" fmla="*/ 60939 h 314201"/>
                <a:gd name="connsiteX0" fmla="*/ 1439 w 1074445"/>
                <a:gd name="connsiteY0" fmla="*/ 44359 h 297621"/>
                <a:gd name="connsiteX1" fmla="*/ 365506 w 1074445"/>
                <a:gd name="connsiteY1" fmla="*/ 264493 h 297621"/>
                <a:gd name="connsiteX2" fmla="*/ 636439 w 1074445"/>
                <a:gd name="connsiteY2" fmla="*/ 289893 h 297621"/>
                <a:gd name="connsiteX3" fmla="*/ 865039 w 1074445"/>
                <a:gd name="connsiteY3" fmla="*/ 196759 h 297621"/>
                <a:gd name="connsiteX4" fmla="*/ 1068239 w 1074445"/>
                <a:gd name="connsiteY4" fmla="*/ 2027 h 297621"/>
                <a:gd name="connsiteX5" fmla="*/ 509438 w 1074445"/>
                <a:gd name="connsiteY5" fmla="*/ 86693 h 297621"/>
                <a:gd name="connsiteX6" fmla="*/ 1439 w 1074445"/>
                <a:gd name="connsiteY6" fmla="*/ 44359 h 297621"/>
                <a:gd name="connsiteX0" fmla="*/ 337 w 1073343"/>
                <a:gd name="connsiteY0" fmla="*/ 44445 h 297707"/>
                <a:gd name="connsiteX1" fmla="*/ 364404 w 1073343"/>
                <a:gd name="connsiteY1" fmla="*/ 264579 h 297707"/>
                <a:gd name="connsiteX2" fmla="*/ 635337 w 1073343"/>
                <a:gd name="connsiteY2" fmla="*/ 289979 h 297707"/>
                <a:gd name="connsiteX3" fmla="*/ 863937 w 1073343"/>
                <a:gd name="connsiteY3" fmla="*/ 196845 h 297707"/>
                <a:gd name="connsiteX4" fmla="*/ 1067137 w 1073343"/>
                <a:gd name="connsiteY4" fmla="*/ 2113 h 297707"/>
                <a:gd name="connsiteX5" fmla="*/ 508336 w 1073343"/>
                <a:gd name="connsiteY5" fmla="*/ 86779 h 297707"/>
                <a:gd name="connsiteX6" fmla="*/ 302734 w 1073343"/>
                <a:gd name="connsiteY6" fmla="*/ 71491 h 297707"/>
                <a:gd name="connsiteX7" fmla="*/ 337 w 1073343"/>
                <a:gd name="connsiteY7" fmla="*/ 44445 h 297707"/>
                <a:gd name="connsiteX0" fmla="*/ 337 w 1073343"/>
                <a:gd name="connsiteY0" fmla="*/ 44636 h 297898"/>
                <a:gd name="connsiteX1" fmla="*/ 364404 w 1073343"/>
                <a:gd name="connsiteY1" fmla="*/ 264770 h 297898"/>
                <a:gd name="connsiteX2" fmla="*/ 635337 w 1073343"/>
                <a:gd name="connsiteY2" fmla="*/ 290170 h 297898"/>
                <a:gd name="connsiteX3" fmla="*/ 863937 w 1073343"/>
                <a:gd name="connsiteY3" fmla="*/ 197036 h 297898"/>
                <a:gd name="connsiteX4" fmla="*/ 1067137 w 1073343"/>
                <a:gd name="connsiteY4" fmla="*/ 2304 h 297898"/>
                <a:gd name="connsiteX5" fmla="*/ 677669 w 1073343"/>
                <a:gd name="connsiteY5" fmla="*/ 78503 h 297898"/>
                <a:gd name="connsiteX6" fmla="*/ 302734 w 1073343"/>
                <a:gd name="connsiteY6" fmla="*/ 71682 h 297898"/>
                <a:gd name="connsiteX7" fmla="*/ 337 w 1073343"/>
                <a:gd name="connsiteY7" fmla="*/ 44636 h 297898"/>
                <a:gd name="connsiteX0" fmla="*/ 337 w 1073343"/>
                <a:gd name="connsiteY0" fmla="*/ 45827 h 299089"/>
                <a:gd name="connsiteX1" fmla="*/ 364404 w 1073343"/>
                <a:gd name="connsiteY1" fmla="*/ 265961 h 299089"/>
                <a:gd name="connsiteX2" fmla="*/ 635337 w 1073343"/>
                <a:gd name="connsiteY2" fmla="*/ 291361 h 299089"/>
                <a:gd name="connsiteX3" fmla="*/ 863937 w 1073343"/>
                <a:gd name="connsiteY3" fmla="*/ 198227 h 299089"/>
                <a:gd name="connsiteX4" fmla="*/ 1067137 w 1073343"/>
                <a:gd name="connsiteY4" fmla="*/ 3495 h 299089"/>
                <a:gd name="connsiteX5" fmla="*/ 677669 w 1073343"/>
                <a:gd name="connsiteY5" fmla="*/ 79694 h 299089"/>
                <a:gd name="connsiteX6" fmla="*/ 302734 w 1073343"/>
                <a:gd name="connsiteY6" fmla="*/ 72873 h 299089"/>
                <a:gd name="connsiteX7" fmla="*/ 337 w 1073343"/>
                <a:gd name="connsiteY7" fmla="*/ 45827 h 299089"/>
                <a:gd name="connsiteX0" fmla="*/ 337 w 1073343"/>
                <a:gd name="connsiteY0" fmla="*/ 44856 h 298118"/>
                <a:gd name="connsiteX1" fmla="*/ 364404 w 1073343"/>
                <a:gd name="connsiteY1" fmla="*/ 264990 h 298118"/>
                <a:gd name="connsiteX2" fmla="*/ 635337 w 1073343"/>
                <a:gd name="connsiteY2" fmla="*/ 290390 h 298118"/>
                <a:gd name="connsiteX3" fmla="*/ 863937 w 1073343"/>
                <a:gd name="connsiteY3" fmla="*/ 197256 h 298118"/>
                <a:gd name="connsiteX4" fmla="*/ 1067137 w 1073343"/>
                <a:gd name="connsiteY4" fmla="*/ 2524 h 298118"/>
                <a:gd name="connsiteX5" fmla="*/ 677669 w 1073343"/>
                <a:gd name="connsiteY5" fmla="*/ 78723 h 298118"/>
                <a:gd name="connsiteX6" fmla="*/ 302734 w 1073343"/>
                <a:gd name="connsiteY6" fmla="*/ 71902 h 298118"/>
                <a:gd name="connsiteX7" fmla="*/ 337 w 1073343"/>
                <a:gd name="connsiteY7" fmla="*/ 44856 h 298118"/>
                <a:gd name="connsiteX0" fmla="*/ 337 w 1073343"/>
                <a:gd name="connsiteY0" fmla="*/ 44540 h 297802"/>
                <a:gd name="connsiteX1" fmla="*/ 364404 w 1073343"/>
                <a:gd name="connsiteY1" fmla="*/ 264674 h 297802"/>
                <a:gd name="connsiteX2" fmla="*/ 635337 w 1073343"/>
                <a:gd name="connsiteY2" fmla="*/ 290074 h 297802"/>
                <a:gd name="connsiteX3" fmla="*/ 863937 w 1073343"/>
                <a:gd name="connsiteY3" fmla="*/ 196940 h 297802"/>
                <a:gd name="connsiteX4" fmla="*/ 1067137 w 1073343"/>
                <a:gd name="connsiteY4" fmla="*/ 2208 h 297802"/>
                <a:gd name="connsiteX5" fmla="*/ 677669 w 1073343"/>
                <a:gd name="connsiteY5" fmla="*/ 78407 h 297802"/>
                <a:gd name="connsiteX6" fmla="*/ 302734 w 1073343"/>
                <a:gd name="connsiteY6" fmla="*/ 46186 h 297802"/>
                <a:gd name="connsiteX7" fmla="*/ 337 w 1073343"/>
                <a:gd name="connsiteY7" fmla="*/ 44540 h 297802"/>
                <a:gd name="connsiteX0" fmla="*/ 337 w 1073343"/>
                <a:gd name="connsiteY0" fmla="*/ 45706 h 298968"/>
                <a:gd name="connsiteX1" fmla="*/ 364404 w 1073343"/>
                <a:gd name="connsiteY1" fmla="*/ 265840 h 298968"/>
                <a:gd name="connsiteX2" fmla="*/ 635337 w 1073343"/>
                <a:gd name="connsiteY2" fmla="*/ 291240 h 298968"/>
                <a:gd name="connsiteX3" fmla="*/ 863937 w 1073343"/>
                <a:gd name="connsiteY3" fmla="*/ 198106 h 298968"/>
                <a:gd name="connsiteX4" fmla="*/ 1067137 w 1073343"/>
                <a:gd name="connsiteY4" fmla="*/ 3374 h 298968"/>
                <a:gd name="connsiteX5" fmla="*/ 677669 w 1073343"/>
                <a:gd name="connsiteY5" fmla="*/ 45706 h 298968"/>
                <a:gd name="connsiteX6" fmla="*/ 302734 w 1073343"/>
                <a:gd name="connsiteY6" fmla="*/ 47352 h 298968"/>
                <a:gd name="connsiteX7" fmla="*/ 337 w 1073343"/>
                <a:gd name="connsiteY7" fmla="*/ 45706 h 298968"/>
                <a:gd name="connsiteX0" fmla="*/ 337 w 1073343"/>
                <a:gd name="connsiteY0" fmla="*/ 45706 h 298968"/>
                <a:gd name="connsiteX1" fmla="*/ 364404 w 1073343"/>
                <a:gd name="connsiteY1" fmla="*/ 265840 h 298968"/>
                <a:gd name="connsiteX2" fmla="*/ 635337 w 1073343"/>
                <a:gd name="connsiteY2" fmla="*/ 291240 h 298968"/>
                <a:gd name="connsiteX3" fmla="*/ 863937 w 1073343"/>
                <a:gd name="connsiteY3" fmla="*/ 198106 h 298968"/>
                <a:gd name="connsiteX4" fmla="*/ 1067137 w 1073343"/>
                <a:gd name="connsiteY4" fmla="*/ 3374 h 298968"/>
                <a:gd name="connsiteX5" fmla="*/ 677669 w 1073343"/>
                <a:gd name="connsiteY5" fmla="*/ 45706 h 298968"/>
                <a:gd name="connsiteX6" fmla="*/ 302734 w 1073343"/>
                <a:gd name="connsiteY6" fmla="*/ 47352 h 298968"/>
                <a:gd name="connsiteX7" fmla="*/ 337 w 1073343"/>
                <a:gd name="connsiteY7" fmla="*/ 45706 h 298968"/>
                <a:gd name="connsiteX0" fmla="*/ 337 w 1073302"/>
                <a:gd name="connsiteY0" fmla="*/ 45706 h 298968"/>
                <a:gd name="connsiteX1" fmla="*/ 364404 w 1073302"/>
                <a:gd name="connsiteY1" fmla="*/ 265840 h 298968"/>
                <a:gd name="connsiteX2" fmla="*/ 643804 w 1073302"/>
                <a:gd name="connsiteY2" fmla="*/ 291240 h 298968"/>
                <a:gd name="connsiteX3" fmla="*/ 863937 w 1073302"/>
                <a:gd name="connsiteY3" fmla="*/ 198106 h 298968"/>
                <a:gd name="connsiteX4" fmla="*/ 1067137 w 1073302"/>
                <a:gd name="connsiteY4" fmla="*/ 3374 h 298968"/>
                <a:gd name="connsiteX5" fmla="*/ 677669 w 1073302"/>
                <a:gd name="connsiteY5" fmla="*/ 45706 h 298968"/>
                <a:gd name="connsiteX6" fmla="*/ 302734 w 1073302"/>
                <a:gd name="connsiteY6" fmla="*/ 47352 h 298968"/>
                <a:gd name="connsiteX7" fmla="*/ 337 w 1073302"/>
                <a:gd name="connsiteY7" fmla="*/ 45706 h 298968"/>
                <a:gd name="connsiteX0" fmla="*/ 337 w 1073565"/>
                <a:gd name="connsiteY0" fmla="*/ 45706 h 299583"/>
                <a:gd name="connsiteX1" fmla="*/ 364404 w 1073565"/>
                <a:gd name="connsiteY1" fmla="*/ 265840 h 299583"/>
                <a:gd name="connsiteX2" fmla="*/ 643804 w 1073565"/>
                <a:gd name="connsiteY2" fmla="*/ 291240 h 299583"/>
                <a:gd name="connsiteX3" fmla="*/ 872404 w 1073565"/>
                <a:gd name="connsiteY3" fmla="*/ 189639 h 299583"/>
                <a:gd name="connsiteX4" fmla="*/ 1067137 w 1073565"/>
                <a:gd name="connsiteY4" fmla="*/ 3374 h 299583"/>
                <a:gd name="connsiteX5" fmla="*/ 677669 w 1073565"/>
                <a:gd name="connsiteY5" fmla="*/ 45706 h 299583"/>
                <a:gd name="connsiteX6" fmla="*/ 302734 w 1073565"/>
                <a:gd name="connsiteY6" fmla="*/ 47352 h 299583"/>
                <a:gd name="connsiteX7" fmla="*/ 337 w 1073565"/>
                <a:gd name="connsiteY7" fmla="*/ 45706 h 299583"/>
                <a:gd name="connsiteX0" fmla="*/ 337 w 1072441"/>
                <a:gd name="connsiteY0" fmla="*/ 70239 h 324116"/>
                <a:gd name="connsiteX1" fmla="*/ 364404 w 1072441"/>
                <a:gd name="connsiteY1" fmla="*/ 290373 h 324116"/>
                <a:gd name="connsiteX2" fmla="*/ 643804 w 1072441"/>
                <a:gd name="connsiteY2" fmla="*/ 315773 h 324116"/>
                <a:gd name="connsiteX3" fmla="*/ 872404 w 1072441"/>
                <a:gd name="connsiteY3" fmla="*/ 214172 h 324116"/>
                <a:gd name="connsiteX4" fmla="*/ 1065982 w 1072441"/>
                <a:gd name="connsiteY4" fmla="*/ 2533 h 324116"/>
                <a:gd name="connsiteX5" fmla="*/ 677669 w 1072441"/>
                <a:gd name="connsiteY5" fmla="*/ 70239 h 324116"/>
                <a:gd name="connsiteX6" fmla="*/ 302734 w 1072441"/>
                <a:gd name="connsiteY6" fmla="*/ 71885 h 324116"/>
                <a:gd name="connsiteX7" fmla="*/ 337 w 1072441"/>
                <a:gd name="connsiteY7" fmla="*/ 70239 h 324116"/>
                <a:gd name="connsiteX0" fmla="*/ 352 w 1072456"/>
                <a:gd name="connsiteY0" fmla="*/ 70239 h 344380"/>
                <a:gd name="connsiteX1" fmla="*/ 365958 w 1072456"/>
                <a:gd name="connsiteY1" fmla="*/ 324206 h 344380"/>
                <a:gd name="connsiteX2" fmla="*/ 643819 w 1072456"/>
                <a:gd name="connsiteY2" fmla="*/ 315773 h 344380"/>
                <a:gd name="connsiteX3" fmla="*/ 872419 w 1072456"/>
                <a:gd name="connsiteY3" fmla="*/ 214172 h 344380"/>
                <a:gd name="connsiteX4" fmla="*/ 1065997 w 1072456"/>
                <a:gd name="connsiteY4" fmla="*/ 2533 h 344380"/>
                <a:gd name="connsiteX5" fmla="*/ 677684 w 1072456"/>
                <a:gd name="connsiteY5" fmla="*/ 70239 h 344380"/>
                <a:gd name="connsiteX6" fmla="*/ 302749 w 1072456"/>
                <a:gd name="connsiteY6" fmla="*/ 71885 h 344380"/>
                <a:gd name="connsiteX7" fmla="*/ 352 w 1072456"/>
                <a:gd name="connsiteY7" fmla="*/ 70239 h 344380"/>
                <a:gd name="connsiteX0" fmla="*/ 352 w 1072456"/>
                <a:gd name="connsiteY0" fmla="*/ 70239 h 344380"/>
                <a:gd name="connsiteX1" fmla="*/ 365958 w 1072456"/>
                <a:gd name="connsiteY1" fmla="*/ 324206 h 344380"/>
                <a:gd name="connsiteX2" fmla="*/ 643819 w 1072456"/>
                <a:gd name="connsiteY2" fmla="*/ 315773 h 344380"/>
                <a:gd name="connsiteX3" fmla="*/ 872419 w 1072456"/>
                <a:gd name="connsiteY3" fmla="*/ 214172 h 344380"/>
                <a:gd name="connsiteX4" fmla="*/ 1065997 w 1072456"/>
                <a:gd name="connsiteY4" fmla="*/ 2533 h 344380"/>
                <a:gd name="connsiteX5" fmla="*/ 677684 w 1072456"/>
                <a:gd name="connsiteY5" fmla="*/ 70239 h 344380"/>
                <a:gd name="connsiteX6" fmla="*/ 302749 w 1072456"/>
                <a:gd name="connsiteY6" fmla="*/ 71885 h 344380"/>
                <a:gd name="connsiteX7" fmla="*/ 352 w 1072456"/>
                <a:gd name="connsiteY7" fmla="*/ 70239 h 344380"/>
                <a:gd name="connsiteX0" fmla="*/ 352 w 1072158"/>
                <a:gd name="connsiteY0" fmla="*/ 70239 h 346645"/>
                <a:gd name="connsiteX1" fmla="*/ 365958 w 1072158"/>
                <a:gd name="connsiteY1" fmla="*/ 324206 h 346645"/>
                <a:gd name="connsiteX2" fmla="*/ 703408 w 1072158"/>
                <a:gd name="connsiteY2" fmla="*/ 321538 h 346645"/>
                <a:gd name="connsiteX3" fmla="*/ 872419 w 1072158"/>
                <a:gd name="connsiteY3" fmla="*/ 214172 h 346645"/>
                <a:gd name="connsiteX4" fmla="*/ 1065997 w 1072158"/>
                <a:gd name="connsiteY4" fmla="*/ 2533 h 346645"/>
                <a:gd name="connsiteX5" fmla="*/ 677684 w 1072158"/>
                <a:gd name="connsiteY5" fmla="*/ 70239 h 346645"/>
                <a:gd name="connsiteX6" fmla="*/ 302749 w 1072158"/>
                <a:gd name="connsiteY6" fmla="*/ 71885 h 346645"/>
                <a:gd name="connsiteX7" fmla="*/ 352 w 1072158"/>
                <a:gd name="connsiteY7" fmla="*/ 70239 h 346645"/>
                <a:gd name="connsiteX0" fmla="*/ 352 w 1072124"/>
                <a:gd name="connsiteY0" fmla="*/ 70239 h 347876"/>
                <a:gd name="connsiteX1" fmla="*/ 365958 w 1072124"/>
                <a:gd name="connsiteY1" fmla="*/ 324206 h 347876"/>
                <a:gd name="connsiteX2" fmla="*/ 703408 w 1072124"/>
                <a:gd name="connsiteY2" fmla="*/ 321538 h 347876"/>
                <a:gd name="connsiteX3" fmla="*/ 871265 w 1072124"/>
                <a:gd name="connsiteY3" fmla="*/ 188799 h 347876"/>
                <a:gd name="connsiteX4" fmla="*/ 1065997 w 1072124"/>
                <a:gd name="connsiteY4" fmla="*/ 2533 h 347876"/>
                <a:gd name="connsiteX5" fmla="*/ 677684 w 1072124"/>
                <a:gd name="connsiteY5" fmla="*/ 70239 h 347876"/>
                <a:gd name="connsiteX6" fmla="*/ 302749 w 1072124"/>
                <a:gd name="connsiteY6" fmla="*/ 71885 h 347876"/>
                <a:gd name="connsiteX7" fmla="*/ 352 w 1072124"/>
                <a:gd name="connsiteY7" fmla="*/ 70239 h 347876"/>
                <a:gd name="connsiteX0" fmla="*/ 352 w 1072124"/>
                <a:gd name="connsiteY0" fmla="*/ 70239 h 347876"/>
                <a:gd name="connsiteX1" fmla="*/ 365958 w 1072124"/>
                <a:gd name="connsiteY1" fmla="*/ 324206 h 347876"/>
                <a:gd name="connsiteX2" fmla="*/ 703408 w 1072124"/>
                <a:gd name="connsiteY2" fmla="*/ 321538 h 347876"/>
                <a:gd name="connsiteX3" fmla="*/ 871265 w 1072124"/>
                <a:gd name="connsiteY3" fmla="*/ 188799 h 347876"/>
                <a:gd name="connsiteX4" fmla="*/ 1065997 w 1072124"/>
                <a:gd name="connsiteY4" fmla="*/ 2533 h 347876"/>
                <a:gd name="connsiteX5" fmla="*/ 677684 w 1072124"/>
                <a:gd name="connsiteY5" fmla="*/ 70239 h 347876"/>
                <a:gd name="connsiteX6" fmla="*/ 302749 w 1072124"/>
                <a:gd name="connsiteY6" fmla="*/ 71885 h 347876"/>
                <a:gd name="connsiteX7" fmla="*/ 352 w 1072124"/>
                <a:gd name="connsiteY7" fmla="*/ 70239 h 347876"/>
                <a:gd name="connsiteX0" fmla="*/ 2884 w 1074656"/>
                <a:gd name="connsiteY0" fmla="*/ 70239 h 339176"/>
                <a:gd name="connsiteX1" fmla="*/ 165023 w 1074656"/>
                <a:gd name="connsiteY1" fmla="*/ 196513 h 339176"/>
                <a:gd name="connsiteX2" fmla="*/ 368490 w 1074656"/>
                <a:gd name="connsiteY2" fmla="*/ 324206 h 339176"/>
                <a:gd name="connsiteX3" fmla="*/ 705940 w 1074656"/>
                <a:gd name="connsiteY3" fmla="*/ 321538 h 339176"/>
                <a:gd name="connsiteX4" fmla="*/ 873797 w 1074656"/>
                <a:gd name="connsiteY4" fmla="*/ 188799 h 339176"/>
                <a:gd name="connsiteX5" fmla="*/ 1068529 w 1074656"/>
                <a:gd name="connsiteY5" fmla="*/ 2533 h 339176"/>
                <a:gd name="connsiteX6" fmla="*/ 680216 w 1074656"/>
                <a:gd name="connsiteY6" fmla="*/ 70239 h 339176"/>
                <a:gd name="connsiteX7" fmla="*/ 305281 w 1074656"/>
                <a:gd name="connsiteY7" fmla="*/ 71885 h 339176"/>
                <a:gd name="connsiteX8" fmla="*/ 2884 w 1074656"/>
                <a:gd name="connsiteY8" fmla="*/ 70239 h 339176"/>
                <a:gd name="connsiteX0" fmla="*/ 2884 w 1074656"/>
                <a:gd name="connsiteY0" fmla="*/ 70239 h 334002"/>
                <a:gd name="connsiteX1" fmla="*/ 165023 w 1074656"/>
                <a:gd name="connsiteY1" fmla="*/ 196513 h 334002"/>
                <a:gd name="connsiteX2" fmla="*/ 401936 w 1074656"/>
                <a:gd name="connsiteY2" fmla="*/ 314209 h 334002"/>
                <a:gd name="connsiteX3" fmla="*/ 705940 w 1074656"/>
                <a:gd name="connsiteY3" fmla="*/ 321538 h 334002"/>
                <a:gd name="connsiteX4" fmla="*/ 873797 w 1074656"/>
                <a:gd name="connsiteY4" fmla="*/ 188799 h 334002"/>
                <a:gd name="connsiteX5" fmla="*/ 1068529 w 1074656"/>
                <a:gd name="connsiteY5" fmla="*/ 2533 h 334002"/>
                <a:gd name="connsiteX6" fmla="*/ 680216 w 1074656"/>
                <a:gd name="connsiteY6" fmla="*/ 70239 h 334002"/>
                <a:gd name="connsiteX7" fmla="*/ 305281 w 1074656"/>
                <a:gd name="connsiteY7" fmla="*/ 71885 h 334002"/>
                <a:gd name="connsiteX8" fmla="*/ 2884 w 1074656"/>
                <a:gd name="connsiteY8" fmla="*/ 70239 h 334002"/>
                <a:gd name="connsiteX0" fmla="*/ 2884 w 1074663"/>
                <a:gd name="connsiteY0" fmla="*/ 70239 h 319427"/>
                <a:gd name="connsiteX1" fmla="*/ 165023 w 1074663"/>
                <a:gd name="connsiteY1" fmla="*/ 196513 h 319427"/>
                <a:gd name="connsiteX2" fmla="*/ 401936 w 1074663"/>
                <a:gd name="connsiteY2" fmla="*/ 314209 h 319427"/>
                <a:gd name="connsiteX3" fmla="*/ 704401 w 1074663"/>
                <a:gd name="connsiteY3" fmla="*/ 287706 h 319427"/>
                <a:gd name="connsiteX4" fmla="*/ 873797 w 1074663"/>
                <a:gd name="connsiteY4" fmla="*/ 188799 h 319427"/>
                <a:gd name="connsiteX5" fmla="*/ 1068529 w 1074663"/>
                <a:gd name="connsiteY5" fmla="*/ 2533 h 319427"/>
                <a:gd name="connsiteX6" fmla="*/ 680216 w 1074663"/>
                <a:gd name="connsiteY6" fmla="*/ 70239 h 319427"/>
                <a:gd name="connsiteX7" fmla="*/ 305281 w 1074663"/>
                <a:gd name="connsiteY7" fmla="*/ 71885 h 319427"/>
                <a:gd name="connsiteX8" fmla="*/ 2884 w 1074663"/>
                <a:gd name="connsiteY8" fmla="*/ 70239 h 319427"/>
                <a:gd name="connsiteX0" fmla="*/ 2884 w 1074621"/>
                <a:gd name="connsiteY0" fmla="*/ 70239 h 321477"/>
                <a:gd name="connsiteX1" fmla="*/ 165023 w 1074621"/>
                <a:gd name="connsiteY1" fmla="*/ 196513 h 321477"/>
                <a:gd name="connsiteX2" fmla="*/ 401936 w 1074621"/>
                <a:gd name="connsiteY2" fmla="*/ 314209 h 321477"/>
                <a:gd name="connsiteX3" fmla="*/ 713243 w 1074621"/>
                <a:gd name="connsiteY3" fmla="*/ 295780 h 321477"/>
                <a:gd name="connsiteX4" fmla="*/ 873797 w 1074621"/>
                <a:gd name="connsiteY4" fmla="*/ 188799 h 321477"/>
                <a:gd name="connsiteX5" fmla="*/ 1068529 w 1074621"/>
                <a:gd name="connsiteY5" fmla="*/ 2533 h 321477"/>
                <a:gd name="connsiteX6" fmla="*/ 680216 w 1074621"/>
                <a:gd name="connsiteY6" fmla="*/ 70239 h 321477"/>
                <a:gd name="connsiteX7" fmla="*/ 305281 w 1074621"/>
                <a:gd name="connsiteY7" fmla="*/ 71885 h 321477"/>
                <a:gd name="connsiteX8" fmla="*/ 2884 w 1074621"/>
                <a:gd name="connsiteY8" fmla="*/ 70239 h 32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4621" h="321477">
                  <a:moveTo>
                    <a:pt x="2884" y="70239"/>
                  </a:moveTo>
                  <a:cubicBezTo>
                    <a:pt x="-20492" y="91010"/>
                    <a:pt x="104089" y="154185"/>
                    <a:pt x="165023" y="196513"/>
                  </a:cubicBezTo>
                  <a:cubicBezTo>
                    <a:pt x="225957" y="238841"/>
                    <a:pt x="310566" y="297665"/>
                    <a:pt x="401936" y="314209"/>
                  </a:cubicBezTo>
                  <a:cubicBezTo>
                    <a:pt x="493306" y="330753"/>
                    <a:pt x="634600" y="316682"/>
                    <a:pt x="713243" y="295780"/>
                  </a:cubicBezTo>
                  <a:cubicBezTo>
                    <a:pt x="791886" y="274878"/>
                    <a:pt x="814583" y="237673"/>
                    <a:pt x="873797" y="188799"/>
                  </a:cubicBezTo>
                  <a:cubicBezTo>
                    <a:pt x="933011" y="139925"/>
                    <a:pt x="1109451" y="19466"/>
                    <a:pt x="1068529" y="2533"/>
                  </a:cubicBezTo>
                  <a:cubicBezTo>
                    <a:pt x="1027607" y="-14400"/>
                    <a:pt x="807424" y="58680"/>
                    <a:pt x="680216" y="70239"/>
                  </a:cubicBezTo>
                  <a:cubicBezTo>
                    <a:pt x="553008" y="81798"/>
                    <a:pt x="389948" y="78941"/>
                    <a:pt x="305281" y="71885"/>
                  </a:cubicBezTo>
                  <a:cubicBezTo>
                    <a:pt x="220614" y="64829"/>
                    <a:pt x="26260" y="49468"/>
                    <a:pt x="2884" y="7023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8B7AE"/>
                </a:gs>
                <a:gs pos="61000">
                  <a:srgbClr val="F48C8C"/>
                </a:gs>
              </a:gsLst>
              <a:lin ang="16200000" scaled="1"/>
              <a:tileRect/>
            </a:gradFill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682D95C-E4E6-4480-8973-7F6E7D938428}"/>
                </a:ext>
              </a:extLst>
            </p:cNvPr>
            <p:cNvSpPr/>
            <p:nvPr/>
          </p:nvSpPr>
          <p:spPr>
            <a:xfrm rot="169825">
              <a:off x="2663271" y="4649378"/>
              <a:ext cx="1095210" cy="205641"/>
            </a:xfrm>
            <a:custGeom>
              <a:avLst/>
              <a:gdLst>
                <a:gd name="connsiteX0" fmla="*/ 5466 w 1323291"/>
                <a:gd name="connsiteY0" fmla="*/ 178072 h 203580"/>
                <a:gd name="connsiteX1" fmla="*/ 344133 w 1323291"/>
                <a:gd name="connsiteY1" fmla="*/ 127272 h 203580"/>
                <a:gd name="connsiteX2" fmla="*/ 538866 w 1323291"/>
                <a:gd name="connsiteY2" fmla="*/ 25672 h 203580"/>
                <a:gd name="connsiteX3" fmla="*/ 674333 w 1323291"/>
                <a:gd name="connsiteY3" fmla="*/ 68005 h 203580"/>
                <a:gd name="connsiteX4" fmla="*/ 784400 w 1323291"/>
                <a:gd name="connsiteY4" fmla="*/ 272 h 203580"/>
                <a:gd name="connsiteX5" fmla="*/ 962200 w 1323291"/>
                <a:gd name="connsiteY5" fmla="*/ 42605 h 203580"/>
                <a:gd name="connsiteX6" fmla="*/ 1267000 w 1323291"/>
                <a:gd name="connsiteY6" fmla="*/ 110338 h 203580"/>
                <a:gd name="connsiteX7" fmla="*/ 1283933 w 1323291"/>
                <a:gd name="connsiteY7" fmla="*/ 118805 h 203580"/>
                <a:gd name="connsiteX8" fmla="*/ 852133 w 1323291"/>
                <a:gd name="connsiteY8" fmla="*/ 169605 h 203580"/>
                <a:gd name="connsiteX9" fmla="*/ 801333 w 1323291"/>
                <a:gd name="connsiteY9" fmla="*/ 186538 h 203580"/>
                <a:gd name="connsiteX10" fmla="*/ 716666 w 1323291"/>
                <a:gd name="connsiteY10" fmla="*/ 203472 h 203580"/>
                <a:gd name="connsiteX11" fmla="*/ 640466 w 1323291"/>
                <a:gd name="connsiteY11" fmla="*/ 178072 h 203580"/>
                <a:gd name="connsiteX12" fmla="*/ 5466 w 1323291"/>
                <a:gd name="connsiteY12" fmla="*/ 178072 h 203580"/>
                <a:gd name="connsiteX0" fmla="*/ 3686 w 1321511"/>
                <a:gd name="connsiteY0" fmla="*/ 178072 h 203580"/>
                <a:gd name="connsiteX1" fmla="*/ 342353 w 1321511"/>
                <a:gd name="connsiteY1" fmla="*/ 127272 h 203580"/>
                <a:gd name="connsiteX2" fmla="*/ 537086 w 1321511"/>
                <a:gd name="connsiteY2" fmla="*/ 25672 h 203580"/>
                <a:gd name="connsiteX3" fmla="*/ 672553 w 1321511"/>
                <a:gd name="connsiteY3" fmla="*/ 68005 h 203580"/>
                <a:gd name="connsiteX4" fmla="*/ 782620 w 1321511"/>
                <a:gd name="connsiteY4" fmla="*/ 272 h 203580"/>
                <a:gd name="connsiteX5" fmla="*/ 960420 w 1321511"/>
                <a:gd name="connsiteY5" fmla="*/ 42605 h 203580"/>
                <a:gd name="connsiteX6" fmla="*/ 1265220 w 1321511"/>
                <a:gd name="connsiteY6" fmla="*/ 110338 h 203580"/>
                <a:gd name="connsiteX7" fmla="*/ 1282153 w 1321511"/>
                <a:gd name="connsiteY7" fmla="*/ 118805 h 203580"/>
                <a:gd name="connsiteX8" fmla="*/ 850353 w 1321511"/>
                <a:gd name="connsiteY8" fmla="*/ 169605 h 203580"/>
                <a:gd name="connsiteX9" fmla="*/ 799553 w 1321511"/>
                <a:gd name="connsiteY9" fmla="*/ 186538 h 203580"/>
                <a:gd name="connsiteX10" fmla="*/ 714886 w 1321511"/>
                <a:gd name="connsiteY10" fmla="*/ 203472 h 203580"/>
                <a:gd name="connsiteX11" fmla="*/ 579420 w 1321511"/>
                <a:gd name="connsiteY11" fmla="*/ 195005 h 203580"/>
                <a:gd name="connsiteX12" fmla="*/ 3686 w 1321511"/>
                <a:gd name="connsiteY12" fmla="*/ 178072 h 203580"/>
                <a:gd name="connsiteX0" fmla="*/ 3686 w 1318487"/>
                <a:gd name="connsiteY0" fmla="*/ 178072 h 203570"/>
                <a:gd name="connsiteX1" fmla="*/ 342353 w 1318487"/>
                <a:gd name="connsiteY1" fmla="*/ 127272 h 203570"/>
                <a:gd name="connsiteX2" fmla="*/ 537086 w 1318487"/>
                <a:gd name="connsiteY2" fmla="*/ 25672 h 203570"/>
                <a:gd name="connsiteX3" fmla="*/ 672553 w 1318487"/>
                <a:gd name="connsiteY3" fmla="*/ 68005 h 203570"/>
                <a:gd name="connsiteX4" fmla="*/ 782620 w 1318487"/>
                <a:gd name="connsiteY4" fmla="*/ 272 h 203570"/>
                <a:gd name="connsiteX5" fmla="*/ 960420 w 1318487"/>
                <a:gd name="connsiteY5" fmla="*/ 42605 h 203570"/>
                <a:gd name="connsiteX6" fmla="*/ 1265220 w 1318487"/>
                <a:gd name="connsiteY6" fmla="*/ 110338 h 203570"/>
                <a:gd name="connsiteX7" fmla="*/ 1282153 w 1318487"/>
                <a:gd name="connsiteY7" fmla="*/ 118805 h 203570"/>
                <a:gd name="connsiteX8" fmla="*/ 892686 w 1318487"/>
                <a:gd name="connsiteY8" fmla="*/ 178072 h 203570"/>
                <a:gd name="connsiteX9" fmla="*/ 799553 w 1318487"/>
                <a:gd name="connsiteY9" fmla="*/ 186538 h 203570"/>
                <a:gd name="connsiteX10" fmla="*/ 714886 w 1318487"/>
                <a:gd name="connsiteY10" fmla="*/ 203472 h 203570"/>
                <a:gd name="connsiteX11" fmla="*/ 579420 w 1318487"/>
                <a:gd name="connsiteY11" fmla="*/ 195005 h 203570"/>
                <a:gd name="connsiteX12" fmla="*/ 3686 w 1318487"/>
                <a:gd name="connsiteY12" fmla="*/ 178072 h 203570"/>
                <a:gd name="connsiteX0" fmla="*/ 3686 w 1318487"/>
                <a:gd name="connsiteY0" fmla="*/ 178072 h 212006"/>
                <a:gd name="connsiteX1" fmla="*/ 342353 w 1318487"/>
                <a:gd name="connsiteY1" fmla="*/ 127272 h 212006"/>
                <a:gd name="connsiteX2" fmla="*/ 537086 w 1318487"/>
                <a:gd name="connsiteY2" fmla="*/ 25672 h 212006"/>
                <a:gd name="connsiteX3" fmla="*/ 672553 w 1318487"/>
                <a:gd name="connsiteY3" fmla="*/ 68005 h 212006"/>
                <a:gd name="connsiteX4" fmla="*/ 782620 w 1318487"/>
                <a:gd name="connsiteY4" fmla="*/ 272 h 212006"/>
                <a:gd name="connsiteX5" fmla="*/ 960420 w 1318487"/>
                <a:gd name="connsiteY5" fmla="*/ 42605 h 212006"/>
                <a:gd name="connsiteX6" fmla="*/ 1265220 w 1318487"/>
                <a:gd name="connsiteY6" fmla="*/ 110338 h 212006"/>
                <a:gd name="connsiteX7" fmla="*/ 1282153 w 1318487"/>
                <a:gd name="connsiteY7" fmla="*/ 118805 h 212006"/>
                <a:gd name="connsiteX8" fmla="*/ 892686 w 1318487"/>
                <a:gd name="connsiteY8" fmla="*/ 178072 h 212006"/>
                <a:gd name="connsiteX9" fmla="*/ 799553 w 1318487"/>
                <a:gd name="connsiteY9" fmla="*/ 186538 h 212006"/>
                <a:gd name="connsiteX10" fmla="*/ 697952 w 1318487"/>
                <a:gd name="connsiteY10" fmla="*/ 211939 h 212006"/>
                <a:gd name="connsiteX11" fmla="*/ 579420 w 1318487"/>
                <a:gd name="connsiteY11" fmla="*/ 195005 h 212006"/>
                <a:gd name="connsiteX12" fmla="*/ 3686 w 1318487"/>
                <a:gd name="connsiteY12" fmla="*/ 178072 h 212006"/>
                <a:gd name="connsiteX0" fmla="*/ 1325 w 1316126"/>
                <a:gd name="connsiteY0" fmla="*/ 178072 h 214161"/>
                <a:gd name="connsiteX1" fmla="*/ 339992 w 1316126"/>
                <a:gd name="connsiteY1" fmla="*/ 127272 h 214161"/>
                <a:gd name="connsiteX2" fmla="*/ 534725 w 1316126"/>
                <a:gd name="connsiteY2" fmla="*/ 25672 h 214161"/>
                <a:gd name="connsiteX3" fmla="*/ 670192 w 1316126"/>
                <a:gd name="connsiteY3" fmla="*/ 68005 h 214161"/>
                <a:gd name="connsiteX4" fmla="*/ 780259 w 1316126"/>
                <a:gd name="connsiteY4" fmla="*/ 272 h 214161"/>
                <a:gd name="connsiteX5" fmla="*/ 958059 w 1316126"/>
                <a:gd name="connsiteY5" fmla="*/ 42605 h 214161"/>
                <a:gd name="connsiteX6" fmla="*/ 1262859 w 1316126"/>
                <a:gd name="connsiteY6" fmla="*/ 110338 h 214161"/>
                <a:gd name="connsiteX7" fmla="*/ 1279792 w 1316126"/>
                <a:gd name="connsiteY7" fmla="*/ 118805 h 214161"/>
                <a:gd name="connsiteX8" fmla="*/ 890325 w 1316126"/>
                <a:gd name="connsiteY8" fmla="*/ 178072 h 214161"/>
                <a:gd name="connsiteX9" fmla="*/ 797192 w 1316126"/>
                <a:gd name="connsiteY9" fmla="*/ 186538 h 214161"/>
                <a:gd name="connsiteX10" fmla="*/ 695591 w 1316126"/>
                <a:gd name="connsiteY10" fmla="*/ 211939 h 214161"/>
                <a:gd name="connsiteX11" fmla="*/ 475459 w 1316126"/>
                <a:gd name="connsiteY11" fmla="*/ 211938 h 214161"/>
                <a:gd name="connsiteX12" fmla="*/ 1325 w 1316126"/>
                <a:gd name="connsiteY12" fmla="*/ 178072 h 214161"/>
                <a:gd name="connsiteX0" fmla="*/ 3571 w 1318372"/>
                <a:gd name="connsiteY0" fmla="*/ 178072 h 214161"/>
                <a:gd name="connsiteX1" fmla="*/ 274505 w 1318372"/>
                <a:gd name="connsiteY1" fmla="*/ 101872 h 214161"/>
                <a:gd name="connsiteX2" fmla="*/ 536971 w 1318372"/>
                <a:gd name="connsiteY2" fmla="*/ 25672 h 214161"/>
                <a:gd name="connsiteX3" fmla="*/ 672438 w 1318372"/>
                <a:gd name="connsiteY3" fmla="*/ 68005 h 214161"/>
                <a:gd name="connsiteX4" fmla="*/ 782505 w 1318372"/>
                <a:gd name="connsiteY4" fmla="*/ 272 h 214161"/>
                <a:gd name="connsiteX5" fmla="*/ 960305 w 1318372"/>
                <a:gd name="connsiteY5" fmla="*/ 42605 h 214161"/>
                <a:gd name="connsiteX6" fmla="*/ 1265105 w 1318372"/>
                <a:gd name="connsiteY6" fmla="*/ 110338 h 214161"/>
                <a:gd name="connsiteX7" fmla="*/ 1282038 w 1318372"/>
                <a:gd name="connsiteY7" fmla="*/ 118805 h 214161"/>
                <a:gd name="connsiteX8" fmla="*/ 892571 w 1318372"/>
                <a:gd name="connsiteY8" fmla="*/ 178072 h 214161"/>
                <a:gd name="connsiteX9" fmla="*/ 799438 w 1318372"/>
                <a:gd name="connsiteY9" fmla="*/ 186538 h 214161"/>
                <a:gd name="connsiteX10" fmla="*/ 697837 w 1318372"/>
                <a:gd name="connsiteY10" fmla="*/ 211939 h 214161"/>
                <a:gd name="connsiteX11" fmla="*/ 477705 w 1318372"/>
                <a:gd name="connsiteY11" fmla="*/ 211938 h 214161"/>
                <a:gd name="connsiteX12" fmla="*/ 3571 w 1318372"/>
                <a:gd name="connsiteY12" fmla="*/ 178072 h 214161"/>
                <a:gd name="connsiteX0" fmla="*/ 3571 w 1266951"/>
                <a:gd name="connsiteY0" fmla="*/ 178072 h 214161"/>
                <a:gd name="connsiteX1" fmla="*/ 274505 w 1266951"/>
                <a:gd name="connsiteY1" fmla="*/ 101872 h 214161"/>
                <a:gd name="connsiteX2" fmla="*/ 536971 w 1266951"/>
                <a:gd name="connsiteY2" fmla="*/ 25672 h 214161"/>
                <a:gd name="connsiteX3" fmla="*/ 672438 w 1266951"/>
                <a:gd name="connsiteY3" fmla="*/ 68005 h 214161"/>
                <a:gd name="connsiteX4" fmla="*/ 782505 w 1266951"/>
                <a:gd name="connsiteY4" fmla="*/ 272 h 214161"/>
                <a:gd name="connsiteX5" fmla="*/ 960305 w 1266951"/>
                <a:gd name="connsiteY5" fmla="*/ 42605 h 214161"/>
                <a:gd name="connsiteX6" fmla="*/ 1265105 w 1266951"/>
                <a:gd name="connsiteY6" fmla="*/ 110338 h 214161"/>
                <a:gd name="connsiteX7" fmla="*/ 1078838 w 1266951"/>
                <a:gd name="connsiteY7" fmla="*/ 203472 h 214161"/>
                <a:gd name="connsiteX8" fmla="*/ 892571 w 1266951"/>
                <a:gd name="connsiteY8" fmla="*/ 178072 h 214161"/>
                <a:gd name="connsiteX9" fmla="*/ 799438 w 1266951"/>
                <a:gd name="connsiteY9" fmla="*/ 186538 h 214161"/>
                <a:gd name="connsiteX10" fmla="*/ 697837 w 1266951"/>
                <a:gd name="connsiteY10" fmla="*/ 211939 h 214161"/>
                <a:gd name="connsiteX11" fmla="*/ 477705 w 1266951"/>
                <a:gd name="connsiteY11" fmla="*/ 211938 h 214161"/>
                <a:gd name="connsiteX12" fmla="*/ 3571 w 1266951"/>
                <a:gd name="connsiteY12" fmla="*/ 178072 h 214161"/>
                <a:gd name="connsiteX0" fmla="*/ 3571 w 1317363"/>
                <a:gd name="connsiteY0" fmla="*/ 178177 h 214266"/>
                <a:gd name="connsiteX1" fmla="*/ 274505 w 1317363"/>
                <a:gd name="connsiteY1" fmla="*/ 101977 h 214266"/>
                <a:gd name="connsiteX2" fmla="*/ 536971 w 1317363"/>
                <a:gd name="connsiteY2" fmla="*/ 25777 h 214266"/>
                <a:gd name="connsiteX3" fmla="*/ 672438 w 1317363"/>
                <a:gd name="connsiteY3" fmla="*/ 68110 h 214266"/>
                <a:gd name="connsiteX4" fmla="*/ 782505 w 1317363"/>
                <a:gd name="connsiteY4" fmla="*/ 377 h 214266"/>
                <a:gd name="connsiteX5" fmla="*/ 960305 w 1317363"/>
                <a:gd name="connsiteY5" fmla="*/ 42710 h 214266"/>
                <a:gd name="connsiteX6" fmla="*/ 1315905 w 1317363"/>
                <a:gd name="connsiteY6" fmla="*/ 85043 h 214266"/>
                <a:gd name="connsiteX7" fmla="*/ 1078838 w 1317363"/>
                <a:gd name="connsiteY7" fmla="*/ 203577 h 214266"/>
                <a:gd name="connsiteX8" fmla="*/ 892571 w 1317363"/>
                <a:gd name="connsiteY8" fmla="*/ 178177 h 214266"/>
                <a:gd name="connsiteX9" fmla="*/ 799438 w 1317363"/>
                <a:gd name="connsiteY9" fmla="*/ 186643 h 214266"/>
                <a:gd name="connsiteX10" fmla="*/ 697837 w 1317363"/>
                <a:gd name="connsiteY10" fmla="*/ 212044 h 214266"/>
                <a:gd name="connsiteX11" fmla="*/ 477705 w 1317363"/>
                <a:gd name="connsiteY11" fmla="*/ 212043 h 214266"/>
                <a:gd name="connsiteX12" fmla="*/ 3571 w 1317363"/>
                <a:gd name="connsiteY12" fmla="*/ 178177 h 214266"/>
                <a:gd name="connsiteX0" fmla="*/ 3571 w 1317126"/>
                <a:gd name="connsiteY0" fmla="*/ 178177 h 214266"/>
                <a:gd name="connsiteX1" fmla="*/ 274505 w 1317126"/>
                <a:gd name="connsiteY1" fmla="*/ 101977 h 214266"/>
                <a:gd name="connsiteX2" fmla="*/ 536971 w 1317126"/>
                <a:gd name="connsiteY2" fmla="*/ 25777 h 214266"/>
                <a:gd name="connsiteX3" fmla="*/ 672438 w 1317126"/>
                <a:gd name="connsiteY3" fmla="*/ 68110 h 214266"/>
                <a:gd name="connsiteX4" fmla="*/ 782505 w 1317126"/>
                <a:gd name="connsiteY4" fmla="*/ 377 h 214266"/>
                <a:gd name="connsiteX5" fmla="*/ 960305 w 1317126"/>
                <a:gd name="connsiteY5" fmla="*/ 42710 h 214266"/>
                <a:gd name="connsiteX6" fmla="*/ 1315905 w 1317126"/>
                <a:gd name="connsiteY6" fmla="*/ 85043 h 214266"/>
                <a:gd name="connsiteX7" fmla="*/ 1070371 w 1317126"/>
                <a:gd name="connsiteY7" fmla="*/ 161243 h 214266"/>
                <a:gd name="connsiteX8" fmla="*/ 892571 w 1317126"/>
                <a:gd name="connsiteY8" fmla="*/ 178177 h 214266"/>
                <a:gd name="connsiteX9" fmla="*/ 799438 w 1317126"/>
                <a:gd name="connsiteY9" fmla="*/ 186643 h 214266"/>
                <a:gd name="connsiteX10" fmla="*/ 697837 w 1317126"/>
                <a:gd name="connsiteY10" fmla="*/ 212044 h 214266"/>
                <a:gd name="connsiteX11" fmla="*/ 477705 w 1317126"/>
                <a:gd name="connsiteY11" fmla="*/ 212043 h 214266"/>
                <a:gd name="connsiteX12" fmla="*/ 3571 w 1317126"/>
                <a:gd name="connsiteY12" fmla="*/ 178177 h 214266"/>
                <a:gd name="connsiteX0" fmla="*/ 3571 w 1315905"/>
                <a:gd name="connsiteY0" fmla="*/ 177944 h 214033"/>
                <a:gd name="connsiteX1" fmla="*/ 274505 w 1315905"/>
                <a:gd name="connsiteY1" fmla="*/ 101744 h 214033"/>
                <a:gd name="connsiteX2" fmla="*/ 536971 w 1315905"/>
                <a:gd name="connsiteY2" fmla="*/ 25544 h 214033"/>
                <a:gd name="connsiteX3" fmla="*/ 672438 w 1315905"/>
                <a:gd name="connsiteY3" fmla="*/ 67877 h 214033"/>
                <a:gd name="connsiteX4" fmla="*/ 782505 w 1315905"/>
                <a:gd name="connsiteY4" fmla="*/ 144 h 214033"/>
                <a:gd name="connsiteX5" fmla="*/ 1070371 w 1315905"/>
                <a:gd name="connsiteY5" fmla="*/ 50944 h 214033"/>
                <a:gd name="connsiteX6" fmla="*/ 1315905 w 1315905"/>
                <a:gd name="connsiteY6" fmla="*/ 84810 h 214033"/>
                <a:gd name="connsiteX7" fmla="*/ 1070371 w 1315905"/>
                <a:gd name="connsiteY7" fmla="*/ 161010 h 214033"/>
                <a:gd name="connsiteX8" fmla="*/ 892571 w 1315905"/>
                <a:gd name="connsiteY8" fmla="*/ 177944 h 214033"/>
                <a:gd name="connsiteX9" fmla="*/ 799438 w 1315905"/>
                <a:gd name="connsiteY9" fmla="*/ 186410 h 214033"/>
                <a:gd name="connsiteX10" fmla="*/ 697837 w 1315905"/>
                <a:gd name="connsiteY10" fmla="*/ 211811 h 214033"/>
                <a:gd name="connsiteX11" fmla="*/ 477705 w 1315905"/>
                <a:gd name="connsiteY11" fmla="*/ 211810 h 214033"/>
                <a:gd name="connsiteX12" fmla="*/ 3571 w 1315905"/>
                <a:gd name="connsiteY12" fmla="*/ 177944 h 214033"/>
                <a:gd name="connsiteX0" fmla="*/ 3718 w 1316052"/>
                <a:gd name="connsiteY0" fmla="*/ 177944 h 214033"/>
                <a:gd name="connsiteX1" fmla="*/ 274652 w 1316052"/>
                <a:gd name="connsiteY1" fmla="*/ 101744 h 214033"/>
                <a:gd name="connsiteX2" fmla="*/ 596384 w 1316052"/>
                <a:gd name="connsiteY2" fmla="*/ 17077 h 214033"/>
                <a:gd name="connsiteX3" fmla="*/ 672585 w 1316052"/>
                <a:gd name="connsiteY3" fmla="*/ 67877 h 214033"/>
                <a:gd name="connsiteX4" fmla="*/ 782652 w 1316052"/>
                <a:gd name="connsiteY4" fmla="*/ 144 h 214033"/>
                <a:gd name="connsiteX5" fmla="*/ 1070518 w 1316052"/>
                <a:gd name="connsiteY5" fmla="*/ 50944 h 214033"/>
                <a:gd name="connsiteX6" fmla="*/ 1316052 w 1316052"/>
                <a:gd name="connsiteY6" fmla="*/ 84810 h 214033"/>
                <a:gd name="connsiteX7" fmla="*/ 1070518 w 1316052"/>
                <a:gd name="connsiteY7" fmla="*/ 161010 h 214033"/>
                <a:gd name="connsiteX8" fmla="*/ 892718 w 1316052"/>
                <a:gd name="connsiteY8" fmla="*/ 177944 h 214033"/>
                <a:gd name="connsiteX9" fmla="*/ 799585 w 1316052"/>
                <a:gd name="connsiteY9" fmla="*/ 186410 h 214033"/>
                <a:gd name="connsiteX10" fmla="*/ 697984 w 1316052"/>
                <a:gd name="connsiteY10" fmla="*/ 211811 h 214033"/>
                <a:gd name="connsiteX11" fmla="*/ 477852 w 1316052"/>
                <a:gd name="connsiteY11" fmla="*/ 211810 h 214033"/>
                <a:gd name="connsiteX12" fmla="*/ 3718 w 1316052"/>
                <a:gd name="connsiteY12" fmla="*/ 177944 h 214033"/>
                <a:gd name="connsiteX0" fmla="*/ 3718 w 1316052"/>
                <a:gd name="connsiteY0" fmla="*/ 177839 h 213928"/>
                <a:gd name="connsiteX1" fmla="*/ 274652 w 1316052"/>
                <a:gd name="connsiteY1" fmla="*/ 101639 h 213928"/>
                <a:gd name="connsiteX2" fmla="*/ 596384 w 1316052"/>
                <a:gd name="connsiteY2" fmla="*/ 16972 h 213928"/>
                <a:gd name="connsiteX3" fmla="*/ 714919 w 1316052"/>
                <a:gd name="connsiteY3" fmla="*/ 59305 h 213928"/>
                <a:gd name="connsiteX4" fmla="*/ 782652 w 1316052"/>
                <a:gd name="connsiteY4" fmla="*/ 39 h 213928"/>
                <a:gd name="connsiteX5" fmla="*/ 1070518 w 1316052"/>
                <a:gd name="connsiteY5" fmla="*/ 50839 h 213928"/>
                <a:gd name="connsiteX6" fmla="*/ 1316052 w 1316052"/>
                <a:gd name="connsiteY6" fmla="*/ 84705 h 213928"/>
                <a:gd name="connsiteX7" fmla="*/ 1070518 w 1316052"/>
                <a:gd name="connsiteY7" fmla="*/ 160905 h 213928"/>
                <a:gd name="connsiteX8" fmla="*/ 892718 w 1316052"/>
                <a:gd name="connsiteY8" fmla="*/ 177839 h 213928"/>
                <a:gd name="connsiteX9" fmla="*/ 799585 w 1316052"/>
                <a:gd name="connsiteY9" fmla="*/ 186305 h 213928"/>
                <a:gd name="connsiteX10" fmla="*/ 697984 w 1316052"/>
                <a:gd name="connsiteY10" fmla="*/ 211706 h 213928"/>
                <a:gd name="connsiteX11" fmla="*/ 477852 w 1316052"/>
                <a:gd name="connsiteY11" fmla="*/ 211705 h 213928"/>
                <a:gd name="connsiteX12" fmla="*/ 3718 w 1316052"/>
                <a:gd name="connsiteY12" fmla="*/ 177839 h 213928"/>
                <a:gd name="connsiteX0" fmla="*/ 3718 w 1316052"/>
                <a:gd name="connsiteY0" fmla="*/ 177839 h 213928"/>
                <a:gd name="connsiteX1" fmla="*/ 274652 w 1316052"/>
                <a:gd name="connsiteY1" fmla="*/ 101639 h 213928"/>
                <a:gd name="connsiteX2" fmla="*/ 596384 w 1316052"/>
                <a:gd name="connsiteY2" fmla="*/ 16972 h 213928"/>
                <a:gd name="connsiteX3" fmla="*/ 714919 w 1316052"/>
                <a:gd name="connsiteY3" fmla="*/ 59305 h 213928"/>
                <a:gd name="connsiteX4" fmla="*/ 799585 w 1316052"/>
                <a:gd name="connsiteY4" fmla="*/ 39 h 213928"/>
                <a:gd name="connsiteX5" fmla="*/ 1070518 w 1316052"/>
                <a:gd name="connsiteY5" fmla="*/ 50839 h 213928"/>
                <a:gd name="connsiteX6" fmla="*/ 1316052 w 1316052"/>
                <a:gd name="connsiteY6" fmla="*/ 84705 h 213928"/>
                <a:gd name="connsiteX7" fmla="*/ 1070518 w 1316052"/>
                <a:gd name="connsiteY7" fmla="*/ 160905 h 213928"/>
                <a:gd name="connsiteX8" fmla="*/ 892718 w 1316052"/>
                <a:gd name="connsiteY8" fmla="*/ 177839 h 213928"/>
                <a:gd name="connsiteX9" fmla="*/ 799585 w 1316052"/>
                <a:gd name="connsiteY9" fmla="*/ 186305 h 213928"/>
                <a:gd name="connsiteX10" fmla="*/ 697984 w 1316052"/>
                <a:gd name="connsiteY10" fmla="*/ 211706 h 213928"/>
                <a:gd name="connsiteX11" fmla="*/ 477852 w 1316052"/>
                <a:gd name="connsiteY11" fmla="*/ 211705 h 213928"/>
                <a:gd name="connsiteX12" fmla="*/ 3718 w 1316052"/>
                <a:gd name="connsiteY12" fmla="*/ 177839 h 213928"/>
                <a:gd name="connsiteX0" fmla="*/ 8077 w 1168011"/>
                <a:gd name="connsiteY0" fmla="*/ 152439 h 215798"/>
                <a:gd name="connsiteX1" fmla="*/ 126611 w 1168011"/>
                <a:gd name="connsiteY1" fmla="*/ 101639 h 215798"/>
                <a:gd name="connsiteX2" fmla="*/ 448343 w 1168011"/>
                <a:gd name="connsiteY2" fmla="*/ 16972 h 215798"/>
                <a:gd name="connsiteX3" fmla="*/ 566878 w 1168011"/>
                <a:gd name="connsiteY3" fmla="*/ 59305 h 215798"/>
                <a:gd name="connsiteX4" fmla="*/ 651544 w 1168011"/>
                <a:gd name="connsiteY4" fmla="*/ 39 h 215798"/>
                <a:gd name="connsiteX5" fmla="*/ 922477 w 1168011"/>
                <a:gd name="connsiteY5" fmla="*/ 50839 h 215798"/>
                <a:gd name="connsiteX6" fmla="*/ 1168011 w 1168011"/>
                <a:gd name="connsiteY6" fmla="*/ 84705 h 215798"/>
                <a:gd name="connsiteX7" fmla="*/ 922477 w 1168011"/>
                <a:gd name="connsiteY7" fmla="*/ 160905 h 215798"/>
                <a:gd name="connsiteX8" fmla="*/ 744677 w 1168011"/>
                <a:gd name="connsiteY8" fmla="*/ 177839 h 215798"/>
                <a:gd name="connsiteX9" fmla="*/ 651544 w 1168011"/>
                <a:gd name="connsiteY9" fmla="*/ 186305 h 215798"/>
                <a:gd name="connsiteX10" fmla="*/ 549943 w 1168011"/>
                <a:gd name="connsiteY10" fmla="*/ 211706 h 215798"/>
                <a:gd name="connsiteX11" fmla="*/ 329811 w 1168011"/>
                <a:gd name="connsiteY11" fmla="*/ 211705 h 215798"/>
                <a:gd name="connsiteX12" fmla="*/ 8077 w 1168011"/>
                <a:gd name="connsiteY12" fmla="*/ 152439 h 215798"/>
                <a:gd name="connsiteX0" fmla="*/ 2506 w 1162440"/>
                <a:gd name="connsiteY0" fmla="*/ 152439 h 215798"/>
                <a:gd name="connsiteX1" fmla="*/ 188774 w 1162440"/>
                <a:gd name="connsiteY1" fmla="*/ 93172 h 215798"/>
                <a:gd name="connsiteX2" fmla="*/ 442772 w 1162440"/>
                <a:gd name="connsiteY2" fmla="*/ 16972 h 215798"/>
                <a:gd name="connsiteX3" fmla="*/ 561307 w 1162440"/>
                <a:gd name="connsiteY3" fmla="*/ 59305 h 215798"/>
                <a:gd name="connsiteX4" fmla="*/ 645973 w 1162440"/>
                <a:gd name="connsiteY4" fmla="*/ 39 h 215798"/>
                <a:gd name="connsiteX5" fmla="*/ 916906 w 1162440"/>
                <a:gd name="connsiteY5" fmla="*/ 50839 h 215798"/>
                <a:gd name="connsiteX6" fmla="*/ 1162440 w 1162440"/>
                <a:gd name="connsiteY6" fmla="*/ 84705 h 215798"/>
                <a:gd name="connsiteX7" fmla="*/ 916906 w 1162440"/>
                <a:gd name="connsiteY7" fmla="*/ 160905 h 215798"/>
                <a:gd name="connsiteX8" fmla="*/ 739106 w 1162440"/>
                <a:gd name="connsiteY8" fmla="*/ 177839 h 215798"/>
                <a:gd name="connsiteX9" fmla="*/ 645973 w 1162440"/>
                <a:gd name="connsiteY9" fmla="*/ 186305 h 215798"/>
                <a:gd name="connsiteX10" fmla="*/ 544372 w 1162440"/>
                <a:gd name="connsiteY10" fmla="*/ 211706 h 215798"/>
                <a:gd name="connsiteX11" fmla="*/ 324240 w 1162440"/>
                <a:gd name="connsiteY11" fmla="*/ 211705 h 215798"/>
                <a:gd name="connsiteX12" fmla="*/ 2506 w 1162440"/>
                <a:gd name="connsiteY12" fmla="*/ 152439 h 215798"/>
                <a:gd name="connsiteX0" fmla="*/ 2506 w 1120107"/>
                <a:gd name="connsiteY0" fmla="*/ 152439 h 215798"/>
                <a:gd name="connsiteX1" fmla="*/ 188774 w 1120107"/>
                <a:gd name="connsiteY1" fmla="*/ 93172 h 215798"/>
                <a:gd name="connsiteX2" fmla="*/ 442772 w 1120107"/>
                <a:gd name="connsiteY2" fmla="*/ 16972 h 215798"/>
                <a:gd name="connsiteX3" fmla="*/ 561307 w 1120107"/>
                <a:gd name="connsiteY3" fmla="*/ 59305 h 215798"/>
                <a:gd name="connsiteX4" fmla="*/ 645973 w 1120107"/>
                <a:gd name="connsiteY4" fmla="*/ 39 h 215798"/>
                <a:gd name="connsiteX5" fmla="*/ 916906 w 1120107"/>
                <a:gd name="connsiteY5" fmla="*/ 50839 h 215798"/>
                <a:gd name="connsiteX6" fmla="*/ 1120107 w 1120107"/>
                <a:gd name="connsiteY6" fmla="*/ 93172 h 215798"/>
                <a:gd name="connsiteX7" fmla="*/ 916906 w 1120107"/>
                <a:gd name="connsiteY7" fmla="*/ 160905 h 215798"/>
                <a:gd name="connsiteX8" fmla="*/ 739106 w 1120107"/>
                <a:gd name="connsiteY8" fmla="*/ 177839 h 215798"/>
                <a:gd name="connsiteX9" fmla="*/ 645973 w 1120107"/>
                <a:gd name="connsiteY9" fmla="*/ 186305 h 215798"/>
                <a:gd name="connsiteX10" fmla="*/ 544372 w 1120107"/>
                <a:gd name="connsiteY10" fmla="*/ 211706 h 215798"/>
                <a:gd name="connsiteX11" fmla="*/ 324240 w 1120107"/>
                <a:gd name="connsiteY11" fmla="*/ 211705 h 215798"/>
                <a:gd name="connsiteX12" fmla="*/ 2506 w 1120107"/>
                <a:gd name="connsiteY12" fmla="*/ 152439 h 215798"/>
                <a:gd name="connsiteX0" fmla="*/ 4320 w 1121921"/>
                <a:gd name="connsiteY0" fmla="*/ 152439 h 211773"/>
                <a:gd name="connsiteX1" fmla="*/ 190588 w 1121921"/>
                <a:gd name="connsiteY1" fmla="*/ 93172 h 211773"/>
                <a:gd name="connsiteX2" fmla="*/ 444586 w 1121921"/>
                <a:gd name="connsiteY2" fmla="*/ 16972 h 211773"/>
                <a:gd name="connsiteX3" fmla="*/ 563121 w 1121921"/>
                <a:gd name="connsiteY3" fmla="*/ 59305 h 211773"/>
                <a:gd name="connsiteX4" fmla="*/ 647787 w 1121921"/>
                <a:gd name="connsiteY4" fmla="*/ 39 h 211773"/>
                <a:gd name="connsiteX5" fmla="*/ 918720 w 1121921"/>
                <a:gd name="connsiteY5" fmla="*/ 50839 h 211773"/>
                <a:gd name="connsiteX6" fmla="*/ 1121921 w 1121921"/>
                <a:gd name="connsiteY6" fmla="*/ 93172 h 211773"/>
                <a:gd name="connsiteX7" fmla="*/ 918720 w 1121921"/>
                <a:gd name="connsiteY7" fmla="*/ 160905 h 211773"/>
                <a:gd name="connsiteX8" fmla="*/ 740920 w 1121921"/>
                <a:gd name="connsiteY8" fmla="*/ 177839 h 211773"/>
                <a:gd name="connsiteX9" fmla="*/ 647787 w 1121921"/>
                <a:gd name="connsiteY9" fmla="*/ 186305 h 211773"/>
                <a:gd name="connsiteX10" fmla="*/ 546186 w 1121921"/>
                <a:gd name="connsiteY10" fmla="*/ 211706 h 211773"/>
                <a:gd name="connsiteX11" fmla="*/ 376854 w 1121921"/>
                <a:gd name="connsiteY11" fmla="*/ 177838 h 211773"/>
                <a:gd name="connsiteX12" fmla="*/ 4320 w 1121921"/>
                <a:gd name="connsiteY12" fmla="*/ 152439 h 211773"/>
                <a:gd name="connsiteX0" fmla="*/ 4320 w 1122023"/>
                <a:gd name="connsiteY0" fmla="*/ 152439 h 211773"/>
                <a:gd name="connsiteX1" fmla="*/ 190588 w 1122023"/>
                <a:gd name="connsiteY1" fmla="*/ 93172 h 211773"/>
                <a:gd name="connsiteX2" fmla="*/ 444586 w 1122023"/>
                <a:gd name="connsiteY2" fmla="*/ 16972 h 211773"/>
                <a:gd name="connsiteX3" fmla="*/ 563121 w 1122023"/>
                <a:gd name="connsiteY3" fmla="*/ 59305 h 211773"/>
                <a:gd name="connsiteX4" fmla="*/ 647787 w 1122023"/>
                <a:gd name="connsiteY4" fmla="*/ 39 h 211773"/>
                <a:gd name="connsiteX5" fmla="*/ 918720 w 1122023"/>
                <a:gd name="connsiteY5" fmla="*/ 50839 h 211773"/>
                <a:gd name="connsiteX6" fmla="*/ 1121921 w 1122023"/>
                <a:gd name="connsiteY6" fmla="*/ 93172 h 211773"/>
                <a:gd name="connsiteX7" fmla="*/ 893320 w 1122023"/>
                <a:gd name="connsiteY7" fmla="*/ 152439 h 211773"/>
                <a:gd name="connsiteX8" fmla="*/ 740920 w 1122023"/>
                <a:gd name="connsiteY8" fmla="*/ 177839 h 211773"/>
                <a:gd name="connsiteX9" fmla="*/ 647787 w 1122023"/>
                <a:gd name="connsiteY9" fmla="*/ 186305 h 211773"/>
                <a:gd name="connsiteX10" fmla="*/ 546186 w 1122023"/>
                <a:gd name="connsiteY10" fmla="*/ 211706 h 211773"/>
                <a:gd name="connsiteX11" fmla="*/ 376854 w 1122023"/>
                <a:gd name="connsiteY11" fmla="*/ 177838 h 211773"/>
                <a:gd name="connsiteX12" fmla="*/ 4320 w 1122023"/>
                <a:gd name="connsiteY12" fmla="*/ 152439 h 211773"/>
                <a:gd name="connsiteX0" fmla="*/ 4320 w 1122023"/>
                <a:gd name="connsiteY0" fmla="*/ 152443 h 211777"/>
                <a:gd name="connsiteX1" fmla="*/ 190588 w 1122023"/>
                <a:gd name="connsiteY1" fmla="*/ 93176 h 211777"/>
                <a:gd name="connsiteX2" fmla="*/ 444586 w 1122023"/>
                <a:gd name="connsiteY2" fmla="*/ 16976 h 211777"/>
                <a:gd name="connsiteX3" fmla="*/ 554664 w 1122023"/>
                <a:gd name="connsiteY3" fmla="*/ 59727 h 211777"/>
                <a:gd name="connsiteX4" fmla="*/ 647787 w 1122023"/>
                <a:gd name="connsiteY4" fmla="*/ 43 h 211777"/>
                <a:gd name="connsiteX5" fmla="*/ 918720 w 1122023"/>
                <a:gd name="connsiteY5" fmla="*/ 50843 h 211777"/>
                <a:gd name="connsiteX6" fmla="*/ 1121921 w 1122023"/>
                <a:gd name="connsiteY6" fmla="*/ 93176 h 211777"/>
                <a:gd name="connsiteX7" fmla="*/ 893320 w 1122023"/>
                <a:gd name="connsiteY7" fmla="*/ 152443 h 211777"/>
                <a:gd name="connsiteX8" fmla="*/ 740920 w 1122023"/>
                <a:gd name="connsiteY8" fmla="*/ 177843 h 211777"/>
                <a:gd name="connsiteX9" fmla="*/ 647787 w 1122023"/>
                <a:gd name="connsiteY9" fmla="*/ 186309 h 211777"/>
                <a:gd name="connsiteX10" fmla="*/ 546186 w 1122023"/>
                <a:gd name="connsiteY10" fmla="*/ 211710 h 211777"/>
                <a:gd name="connsiteX11" fmla="*/ 376854 w 1122023"/>
                <a:gd name="connsiteY11" fmla="*/ 177842 h 211777"/>
                <a:gd name="connsiteX12" fmla="*/ 4320 w 1122023"/>
                <a:gd name="connsiteY12" fmla="*/ 152443 h 211777"/>
                <a:gd name="connsiteX0" fmla="*/ 4286 w 1123581"/>
                <a:gd name="connsiteY0" fmla="*/ 163117 h 211777"/>
                <a:gd name="connsiteX1" fmla="*/ 192146 w 1123581"/>
                <a:gd name="connsiteY1" fmla="*/ 93176 h 211777"/>
                <a:gd name="connsiteX2" fmla="*/ 446144 w 1123581"/>
                <a:gd name="connsiteY2" fmla="*/ 16976 h 211777"/>
                <a:gd name="connsiteX3" fmla="*/ 556222 w 1123581"/>
                <a:gd name="connsiteY3" fmla="*/ 59727 h 211777"/>
                <a:gd name="connsiteX4" fmla="*/ 649345 w 1123581"/>
                <a:gd name="connsiteY4" fmla="*/ 43 h 211777"/>
                <a:gd name="connsiteX5" fmla="*/ 920278 w 1123581"/>
                <a:gd name="connsiteY5" fmla="*/ 50843 h 211777"/>
                <a:gd name="connsiteX6" fmla="*/ 1123479 w 1123581"/>
                <a:gd name="connsiteY6" fmla="*/ 93176 h 211777"/>
                <a:gd name="connsiteX7" fmla="*/ 894878 w 1123581"/>
                <a:gd name="connsiteY7" fmla="*/ 152443 h 211777"/>
                <a:gd name="connsiteX8" fmla="*/ 742478 w 1123581"/>
                <a:gd name="connsiteY8" fmla="*/ 177843 h 211777"/>
                <a:gd name="connsiteX9" fmla="*/ 649345 w 1123581"/>
                <a:gd name="connsiteY9" fmla="*/ 186309 h 211777"/>
                <a:gd name="connsiteX10" fmla="*/ 547744 w 1123581"/>
                <a:gd name="connsiteY10" fmla="*/ 211710 h 211777"/>
                <a:gd name="connsiteX11" fmla="*/ 378412 w 1123581"/>
                <a:gd name="connsiteY11" fmla="*/ 177842 h 211777"/>
                <a:gd name="connsiteX12" fmla="*/ 4286 w 1123581"/>
                <a:gd name="connsiteY12" fmla="*/ 163117 h 211777"/>
                <a:gd name="connsiteX0" fmla="*/ 4286 w 1115966"/>
                <a:gd name="connsiteY0" fmla="*/ 163121 h 211781"/>
                <a:gd name="connsiteX1" fmla="*/ 192146 w 1115966"/>
                <a:gd name="connsiteY1" fmla="*/ 93180 h 211781"/>
                <a:gd name="connsiteX2" fmla="*/ 446144 w 1115966"/>
                <a:gd name="connsiteY2" fmla="*/ 16980 h 211781"/>
                <a:gd name="connsiteX3" fmla="*/ 556222 w 1115966"/>
                <a:gd name="connsiteY3" fmla="*/ 59731 h 211781"/>
                <a:gd name="connsiteX4" fmla="*/ 649345 w 1115966"/>
                <a:gd name="connsiteY4" fmla="*/ 47 h 211781"/>
                <a:gd name="connsiteX5" fmla="*/ 920278 w 1115966"/>
                <a:gd name="connsiteY5" fmla="*/ 50847 h 211781"/>
                <a:gd name="connsiteX6" fmla="*/ 1115859 w 1115966"/>
                <a:gd name="connsiteY6" fmla="*/ 110510 h 211781"/>
                <a:gd name="connsiteX7" fmla="*/ 894878 w 1115966"/>
                <a:gd name="connsiteY7" fmla="*/ 152447 h 211781"/>
                <a:gd name="connsiteX8" fmla="*/ 742478 w 1115966"/>
                <a:gd name="connsiteY8" fmla="*/ 177847 h 211781"/>
                <a:gd name="connsiteX9" fmla="*/ 649345 w 1115966"/>
                <a:gd name="connsiteY9" fmla="*/ 186313 h 211781"/>
                <a:gd name="connsiteX10" fmla="*/ 547744 w 1115966"/>
                <a:gd name="connsiteY10" fmla="*/ 211714 h 211781"/>
                <a:gd name="connsiteX11" fmla="*/ 378412 w 1115966"/>
                <a:gd name="connsiteY11" fmla="*/ 177846 h 211781"/>
                <a:gd name="connsiteX12" fmla="*/ 4286 w 1115966"/>
                <a:gd name="connsiteY12" fmla="*/ 163121 h 211781"/>
                <a:gd name="connsiteX0" fmla="*/ 4286 w 1115966"/>
                <a:gd name="connsiteY0" fmla="*/ 163121 h 214435"/>
                <a:gd name="connsiteX1" fmla="*/ 192146 w 1115966"/>
                <a:gd name="connsiteY1" fmla="*/ 93180 h 214435"/>
                <a:gd name="connsiteX2" fmla="*/ 446144 w 1115966"/>
                <a:gd name="connsiteY2" fmla="*/ 16980 h 214435"/>
                <a:gd name="connsiteX3" fmla="*/ 556222 w 1115966"/>
                <a:gd name="connsiteY3" fmla="*/ 59731 h 214435"/>
                <a:gd name="connsiteX4" fmla="*/ 649345 w 1115966"/>
                <a:gd name="connsiteY4" fmla="*/ 47 h 214435"/>
                <a:gd name="connsiteX5" fmla="*/ 920278 w 1115966"/>
                <a:gd name="connsiteY5" fmla="*/ 50847 h 214435"/>
                <a:gd name="connsiteX6" fmla="*/ 1115859 w 1115966"/>
                <a:gd name="connsiteY6" fmla="*/ 110510 h 214435"/>
                <a:gd name="connsiteX7" fmla="*/ 894878 w 1115966"/>
                <a:gd name="connsiteY7" fmla="*/ 152447 h 214435"/>
                <a:gd name="connsiteX8" fmla="*/ 742478 w 1115966"/>
                <a:gd name="connsiteY8" fmla="*/ 177847 h 214435"/>
                <a:gd name="connsiteX9" fmla="*/ 649345 w 1115966"/>
                <a:gd name="connsiteY9" fmla="*/ 186313 h 214435"/>
                <a:gd name="connsiteX10" fmla="*/ 579665 w 1115966"/>
                <a:gd name="connsiteY10" fmla="*/ 214374 h 214435"/>
                <a:gd name="connsiteX11" fmla="*/ 378412 w 1115966"/>
                <a:gd name="connsiteY11" fmla="*/ 177846 h 214435"/>
                <a:gd name="connsiteX12" fmla="*/ 4286 w 1115966"/>
                <a:gd name="connsiteY12" fmla="*/ 163121 h 214435"/>
                <a:gd name="connsiteX0" fmla="*/ 4286 w 1115966"/>
                <a:gd name="connsiteY0" fmla="*/ 163121 h 214416"/>
                <a:gd name="connsiteX1" fmla="*/ 192146 w 1115966"/>
                <a:gd name="connsiteY1" fmla="*/ 93180 h 214416"/>
                <a:gd name="connsiteX2" fmla="*/ 446144 w 1115966"/>
                <a:gd name="connsiteY2" fmla="*/ 16980 h 214416"/>
                <a:gd name="connsiteX3" fmla="*/ 556222 w 1115966"/>
                <a:gd name="connsiteY3" fmla="*/ 59731 h 214416"/>
                <a:gd name="connsiteX4" fmla="*/ 649345 w 1115966"/>
                <a:gd name="connsiteY4" fmla="*/ 47 h 214416"/>
                <a:gd name="connsiteX5" fmla="*/ 920278 w 1115966"/>
                <a:gd name="connsiteY5" fmla="*/ 50847 h 214416"/>
                <a:gd name="connsiteX6" fmla="*/ 1115859 w 1115966"/>
                <a:gd name="connsiteY6" fmla="*/ 110510 h 214416"/>
                <a:gd name="connsiteX7" fmla="*/ 894878 w 1115966"/>
                <a:gd name="connsiteY7" fmla="*/ 152447 h 214416"/>
                <a:gd name="connsiteX8" fmla="*/ 742478 w 1115966"/>
                <a:gd name="connsiteY8" fmla="*/ 177847 h 214416"/>
                <a:gd name="connsiteX9" fmla="*/ 648823 w 1115966"/>
                <a:gd name="connsiteY9" fmla="*/ 175742 h 214416"/>
                <a:gd name="connsiteX10" fmla="*/ 579665 w 1115966"/>
                <a:gd name="connsiteY10" fmla="*/ 214374 h 214416"/>
                <a:gd name="connsiteX11" fmla="*/ 378412 w 1115966"/>
                <a:gd name="connsiteY11" fmla="*/ 177846 h 214416"/>
                <a:gd name="connsiteX12" fmla="*/ 4286 w 1115966"/>
                <a:gd name="connsiteY12" fmla="*/ 163121 h 214416"/>
                <a:gd name="connsiteX0" fmla="*/ 4286 w 1115966"/>
                <a:gd name="connsiteY0" fmla="*/ 163121 h 214429"/>
                <a:gd name="connsiteX1" fmla="*/ 192146 w 1115966"/>
                <a:gd name="connsiteY1" fmla="*/ 93180 h 214429"/>
                <a:gd name="connsiteX2" fmla="*/ 446144 w 1115966"/>
                <a:gd name="connsiteY2" fmla="*/ 16980 h 214429"/>
                <a:gd name="connsiteX3" fmla="*/ 556222 w 1115966"/>
                <a:gd name="connsiteY3" fmla="*/ 59731 h 214429"/>
                <a:gd name="connsiteX4" fmla="*/ 649345 w 1115966"/>
                <a:gd name="connsiteY4" fmla="*/ 47 h 214429"/>
                <a:gd name="connsiteX5" fmla="*/ 920278 w 1115966"/>
                <a:gd name="connsiteY5" fmla="*/ 50847 h 214429"/>
                <a:gd name="connsiteX6" fmla="*/ 1115859 w 1115966"/>
                <a:gd name="connsiteY6" fmla="*/ 110510 h 214429"/>
                <a:gd name="connsiteX7" fmla="*/ 894878 w 1115966"/>
                <a:gd name="connsiteY7" fmla="*/ 152447 h 214429"/>
                <a:gd name="connsiteX8" fmla="*/ 742478 w 1115966"/>
                <a:gd name="connsiteY8" fmla="*/ 177847 h 214429"/>
                <a:gd name="connsiteX9" fmla="*/ 661925 w 1115966"/>
                <a:gd name="connsiteY9" fmla="*/ 183572 h 214429"/>
                <a:gd name="connsiteX10" fmla="*/ 579665 w 1115966"/>
                <a:gd name="connsiteY10" fmla="*/ 214374 h 214429"/>
                <a:gd name="connsiteX11" fmla="*/ 378412 w 1115966"/>
                <a:gd name="connsiteY11" fmla="*/ 177846 h 214429"/>
                <a:gd name="connsiteX12" fmla="*/ 4286 w 1115966"/>
                <a:gd name="connsiteY12" fmla="*/ 163121 h 214429"/>
                <a:gd name="connsiteX0" fmla="*/ 4286 w 1115966"/>
                <a:gd name="connsiteY0" fmla="*/ 163121 h 214434"/>
                <a:gd name="connsiteX1" fmla="*/ 192146 w 1115966"/>
                <a:gd name="connsiteY1" fmla="*/ 93180 h 214434"/>
                <a:gd name="connsiteX2" fmla="*/ 446144 w 1115966"/>
                <a:gd name="connsiteY2" fmla="*/ 16980 h 214434"/>
                <a:gd name="connsiteX3" fmla="*/ 556222 w 1115966"/>
                <a:gd name="connsiteY3" fmla="*/ 59731 h 214434"/>
                <a:gd name="connsiteX4" fmla="*/ 649345 w 1115966"/>
                <a:gd name="connsiteY4" fmla="*/ 47 h 214434"/>
                <a:gd name="connsiteX5" fmla="*/ 920278 w 1115966"/>
                <a:gd name="connsiteY5" fmla="*/ 50847 h 214434"/>
                <a:gd name="connsiteX6" fmla="*/ 1115859 w 1115966"/>
                <a:gd name="connsiteY6" fmla="*/ 110510 h 214434"/>
                <a:gd name="connsiteX7" fmla="*/ 894878 w 1115966"/>
                <a:gd name="connsiteY7" fmla="*/ 152447 h 214434"/>
                <a:gd name="connsiteX8" fmla="*/ 777791 w 1115966"/>
                <a:gd name="connsiteY8" fmla="*/ 163385 h 214434"/>
                <a:gd name="connsiteX9" fmla="*/ 661925 w 1115966"/>
                <a:gd name="connsiteY9" fmla="*/ 183572 h 214434"/>
                <a:gd name="connsiteX10" fmla="*/ 579665 w 1115966"/>
                <a:gd name="connsiteY10" fmla="*/ 214374 h 214434"/>
                <a:gd name="connsiteX11" fmla="*/ 378412 w 1115966"/>
                <a:gd name="connsiteY11" fmla="*/ 177846 h 214434"/>
                <a:gd name="connsiteX12" fmla="*/ 4286 w 1115966"/>
                <a:gd name="connsiteY12" fmla="*/ 163121 h 214434"/>
                <a:gd name="connsiteX0" fmla="*/ 4286 w 1115966"/>
                <a:gd name="connsiteY0" fmla="*/ 163121 h 214434"/>
                <a:gd name="connsiteX1" fmla="*/ 192146 w 1115966"/>
                <a:gd name="connsiteY1" fmla="*/ 93180 h 214434"/>
                <a:gd name="connsiteX2" fmla="*/ 446144 w 1115966"/>
                <a:gd name="connsiteY2" fmla="*/ 16980 h 214434"/>
                <a:gd name="connsiteX3" fmla="*/ 556222 w 1115966"/>
                <a:gd name="connsiteY3" fmla="*/ 59731 h 214434"/>
                <a:gd name="connsiteX4" fmla="*/ 649345 w 1115966"/>
                <a:gd name="connsiteY4" fmla="*/ 47 h 214434"/>
                <a:gd name="connsiteX5" fmla="*/ 920278 w 1115966"/>
                <a:gd name="connsiteY5" fmla="*/ 50847 h 214434"/>
                <a:gd name="connsiteX6" fmla="*/ 1115859 w 1115966"/>
                <a:gd name="connsiteY6" fmla="*/ 110510 h 214434"/>
                <a:gd name="connsiteX7" fmla="*/ 894878 w 1115966"/>
                <a:gd name="connsiteY7" fmla="*/ 152447 h 214434"/>
                <a:gd name="connsiteX8" fmla="*/ 777791 w 1115966"/>
                <a:gd name="connsiteY8" fmla="*/ 163385 h 214434"/>
                <a:gd name="connsiteX9" fmla="*/ 661925 w 1115966"/>
                <a:gd name="connsiteY9" fmla="*/ 183572 h 214434"/>
                <a:gd name="connsiteX10" fmla="*/ 579665 w 1115966"/>
                <a:gd name="connsiteY10" fmla="*/ 214374 h 214434"/>
                <a:gd name="connsiteX11" fmla="*/ 378412 w 1115966"/>
                <a:gd name="connsiteY11" fmla="*/ 177846 h 214434"/>
                <a:gd name="connsiteX12" fmla="*/ 4286 w 1115966"/>
                <a:gd name="connsiteY12" fmla="*/ 163121 h 214434"/>
                <a:gd name="connsiteX0" fmla="*/ 4286 w 1115966"/>
                <a:gd name="connsiteY0" fmla="*/ 163121 h 214480"/>
                <a:gd name="connsiteX1" fmla="*/ 192146 w 1115966"/>
                <a:gd name="connsiteY1" fmla="*/ 93180 h 214480"/>
                <a:gd name="connsiteX2" fmla="*/ 446144 w 1115966"/>
                <a:gd name="connsiteY2" fmla="*/ 16980 h 214480"/>
                <a:gd name="connsiteX3" fmla="*/ 556222 w 1115966"/>
                <a:gd name="connsiteY3" fmla="*/ 59731 h 214480"/>
                <a:gd name="connsiteX4" fmla="*/ 649345 w 1115966"/>
                <a:gd name="connsiteY4" fmla="*/ 47 h 214480"/>
                <a:gd name="connsiteX5" fmla="*/ 920278 w 1115966"/>
                <a:gd name="connsiteY5" fmla="*/ 50847 h 214480"/>
                <a:gd name="connsiteX6" fmla="*/ 1115859 w 1115966"/>
                <a:gd name="connsiteY6" fmla="*/ 110510 h 214480"/>
                <a:gd name="connsiteX7" fmla="*/ 894878 w 1115966"/>
                <a:gd name="connsiteY7" fmla="*/ 152447 h 214480"/>
                <a:gd name="connsiteX8" fmla="*/ 777791 w 1115966"/>
                <a:gd name="connsiteY8" fmla="*/ 163385 h 214480"/>
                <a:gd name="connsiteX9" fmla="*/ 661925 w 1115966"/>
                <a:gd name="connsiteY9" fmla="*/ 183572 h 214480"/>
                <a:gd name="connsiteX10" fmla="*/ 579665 w 1115966"/>
                <a:gd name="connsiteY10" fmla="*/ 214374 h 214480"/>
                <a:gd name="connsiteX11" fmla="*/ 502731 w 1115966"/>
                <a:gd name="connsiteY11" fmla="*/ 187142 h 214480"/>
                <a:gd name="connsiteX12" fmla="*/ 378412 w 1115966"/>
                <a:gd name="connsiteY12" fmla="*/ 177846 h 214480"/>
                <a:gd name="connsiteX13" fmla="*/ 4286 w 1115966"/>
                <a:gd name="connsiteY13" fmla="*/ 163121 h 214480"/>
                <a:gd name="connsiteX0" fmla="*/ 4286 w 1115966"/>
                <a:gd name="connsiteY0" fmla="*/ 163121 h 210587"/>
                <a:gd name="connsiteX1" fmla="*/ 192146 w 1115966"/>
                <a:gd name="connsiteY1" fmla="*/ 93180 h 210587"/>
                <a:gd name="connsiteX2" fmla="*/ 446144 w 1115966"/>
                <a:gd name="connsiteY2" fmla="*/ 16980 h 210587"/>
                <a:gd name="connsiteX3" fmla="*/ 556222 w 1115966"/>
                <a:gd name="connsiteY3" fmla="*/ 59731 h 210587"/>
                <a:gd name="connsiteX4" fmla="*/ 649345 w 1115966"/>
                <a:gd name="connsiteY4" fmla="*/ 47 h 210587"/>
                <a:gd name="connsiteX5" fmla="*/ 920278 w 1115966"/>
                <a:gd name="connsiteY5" fmla="*/ 50847 h 210587"/>
                <a:gd name="connsiteX6" fmla="*/ 1115859 w 1115966"/>
                <a:gd name="connsiteY6" fmla="*/ 110510 h 210587"/>
                <a:gd name="connsiteX7" fmla="*/ 894878 w 1115966"/>
                <a:gd name="connsiteY7" fmla="*/ 152447 h 210587"/>
                <a:gd name="connsiteX8" fmla="*/ 777791 w 1115966"/>
                <a:gd name="connsiteY8" fmla="*/ 163385 h 210587"/>
                <a:gd name="connsiteX9" fmla="*/ 661925 w 1115966"/>
                <a:gd name="connsiteY9" fmla="*/ 183572 h 210587"/>
                <a:gd name="connsiteX10" fmla="*/ 573114 w 1115966"/>
                <a:gd name="connsiteY10" fmla="*/ 210460 h 210587"/>
                <a:gd name="connsiteX11" fmla="*/ 502731 w 1115966"/>
                <a:gd name="connsiteY11" fmla="*/ 187142 h 210587"/>
                <a:gd name="connsiteX12" fmla="*/ 378412 w 1115966"/>
                <a:gd name="connsiteY12" fmla="*/ 177846 h 210587"/>
                <a:gd name="connsiteX13" fmla="*/ 4286 w 1115966"/>
                <a:gd name="connsiteY13" fmla="*/ 163121 h 210587"/>
                <a:gd name="connsiteX0" fmla="*/ 4286 w 1115966"/>
                <a:gd name="connsiteY0" fmla="*/ 163121 h 210587"/>
                <a:gd name="connsiteX1" fmla="*/ 192146 w 1115966"/>
                <a:gd name="connsiteY1" fmla="*/ 93180 h 210587"/>
                <a:gd name="connsiteX2" fmla="*/ 446144 w 1115966"/>
                <a:gd name="connsiteY2" fmla="*/ 16980 h 210587"/>
                <a:gd name="connsiteX3" fmla="*/ 556222 w 1115966"/>
                <a:gd name="connsiteY3" fmla="*/ 59731 h 210587"/>
                <a:gd name="connsiteX4" fmla="*/ 649345 w 1115966"/>
                <a:gd name="connsiteY4" fmla="*/ 47 h 210587"/>
                <a:gd name="connsiteX5" fmla="*/ 920278 w 1115966"/>
                <a:gd name="connsiteY5" fmla="*/ 50847 h 210587"/>
                <a:gd name="connsiteX6" fmla="*/ 1115859 w 1115966"/>
                <a:gd name="connsiteY6" fmla="*/ 110510 h 210587"/>
                <a:gd name="connsiteX7" fmla="*/ 894878 w 1115966"/>
                <a:gd name="connsiteY7" fmla="*/ 152447 h 210587"/>
                <a:gd name="connsiteX8" fmla="*/ 777791 w 1115966"/>
                <a:gd name="connsiteY8" fmla="*/ 163385 h 210587"/>
                <a:gd name="connsiteX9" fmla="*/ 642793 w 1115966"/>
                <a:gd name="connsiteY9" fmla="*/ 182399 h 210587"/>
                <a:gd name="connsiteX10" fmla="*/ 573114 w 1115966"/>
                <a:gd name="connsiteY10" fmla="*/ 210460 h 210587"/>
                <a:gd name="connsiteX11" fmla="*/ 502731 w 1115966"/>
                <a:gd name="connsiteY11" fmla="*/ 187142 h 210587"/>
                <a:gd name="connsiteX12" fmla="*/ 378412 w 1115966"/>
                <a:gd name="connsiteY12" fmla="*/ 177846 h 210587"/>
                <a:gd name="connsiteX13" fmla="*/ 4286 w 1115966"/>
                <a:gd name="connsiteY13" fmla="*/ 163121 h 210587"/>
                <a:gd name="connsiteX0" fmla="*/ 3585 w 1115265"/>
                <a:gd name="connsiteY0" fmla="*/ 163121 h 210587"/>
                <a:gd name="connsiteX1" fmla="*/ 191445 w 1115265"/>
                <a:gd name="connsiteY1" fmla="*/ 93180 h 210587"/>
                <a:gd name="connsiteX2" fmla="*/ 445443 w 1115265"/>
                <a:gd name="connsiteY2" fmla="*/ 16980 h 210587"/>
                <a:gd name="connsiteX3" fmla="*/ 555521 w 1115265"/>
                <a:gd name="connsiteY3" fmla="*/ 59731 h 210587"/>
                <a:gd name="connsiteX4" fmla="*/ 648644 w 1115265"/>
                <a:gd name="connsiteY4" fmla="*/ 47 h 210587"/>
                <a:gd name="connsiteX5" fmla="*/ 919577 w 1115265"/>
                <a:gd name="connsiteY5" fmla="*/ 50847 h 210587"/>
                <a:gd name="connsiteX6" fmla="*/ 1115158 w 1115265"/>
                <a:gd name="connsiteY6" fmla="*/ 110510 h 210587"/>
                <a:gd name="connsiteX7" fmla="*/ 894177 w 1115265"/>
                <a:gd name="connsiteY7" fmla="*/ 152447 h 210587"/>
                <a:gd name="connsiteX8" fmla="*/ 777090 w 1115265"/>
                <a:gd name="connsiteY8" fmla="*/ 163385 h 210587"/>
                <a:gd name="connsiteX9" fmla="*/ 642092 w 1115265"/>
                <a:gd name="connsiteY9" fmla="*/ 182399 h 210587"/>
                <a:gd name="connsiteX10" fmla="*/ 572413 w 1115265"/>
                <a:gd name="connsiteY10" fmla="*/ 210460 h 210587"/>
                <a:gd name="connsiteX11" fmla="*/ 502030 w 1115265"/>
                <a:gd name="connsiteY11" fmla="*/ 187142 h 210587"/>
                <a:gd name="connsiteX12" fmla="*/ 358998 w 1115265"/>
                <a:gd name="connsiteY12" fmla="*/ 185129 h 210587"/>
                <a:gd name="connsiteX13" fmla="*/ 3585 w 1115265"/>
                <a:gd name="connsiteY13" fmla="*/ 163121 h 210587"/>
                <a:gd name="connsiteX0" fmla="*/ 3984 w 1095800"/>
                <a:gd name="connsiteY0" fmla="*/ 179092 h 210587"/>
                <a:gd name="connsiteX1" fmla="*/ 171980 w 1095800"/>
                <a:gd name="connsiteY1" fmla="*/ 93180 h 210587"/>
                <a:gd name="connsiteX2" fmla="*/ 425978 w 1095800"/>
                <a:gd name="connsiteY2" fmla="*/ 16980 h 210587"/>
                <a:gd name="connsiteX3" fmla="*/ 536056 w 1095800"/>
                <a:gd name="connsiteY3" fmla="*/ 59731 h 210587"/>
                <a:gd name="connsiteX4" fmla="*/ 629179 w 1095800"/>
                <a:gd name="connsiteY4" fmla="*/ 47 h 210587"/>
                <a:gd name="connsiteX5" fmla="*/ 900112 w 1095800"/>
                <a:gd name="connsiteY5" fmla="*/ 50847 h 210587"/>
                <a:gd name="connsiteX6" fmla="*/ 1095693 w 1095800"/>
                <a:gd name="connsiteY6" fmla="*/ 110510 h 210587"/>
                <a:gd name="connsiteX7" fmla="*/ 874712 w 1095800"/>
                <a:gd name="connsiteY7" fmla="*/ 152447 h 210587"/>
                <a:gd name="connsiteX8" fmla="*/ 757625 w 1095800"/>
                <a:gd name="connsiteY8" fmla="*/ 163385 h 210587"/>
                <a:gd name="connsiteX9" fmla="*/ 622627 w 1095800"/>
                <a:gd name="connsiteY9" fmla="*/ 182399 h 210587"/>
                <a:gd name="connsiteX10" fmla="*/ 552948 w 1095800"/>
                <a:gd name="connsiteY10" fmla="*/ 210460 h 210587"/>
                <a:gd name="connsiteX11" fmla="*/ 482565 w 1095800"/>
                <a:gd name="connsiteY11" fmla="*/ 187142 h 210587"/>
                <a:gd name="connsiteX12" fmla="*/ 339533 w 1095800"/>
                <a:gd name="connsiteY12" fmla="*/ 185129 h 210587"/>
                <a:gd name="connsiteX13" fmla="*/ 3984 w 1095800"/>
                <a:gd name="connsiteY13" fmla="*/ 179092 h 210587"/>
                <a:gd name="connsiteX0" fmla="*/ 4085 w 1095901"/>
                <a:gd name="connsiteY0" fmla="*/ 179092 h 210587"/>
                <a:gd name="connsiteX1" fmla="*/ 172081 w 1095901"/>
                <a:gd name="connsiteY1" fmla="*/ 93180 h 210587"/>
                <a:gd name="connsiteX2" fmla="*/ 449229 w 1095901"/>
                <a:gd name="connsiteY2" fmla="*/ 13716 h 210587"/>
                <a:gd name="connsiteX3" fmla="*/ 536157 w 1095901"/>
                <a:gd name="connsiteY3" fmla="*/ 59731 h 210587"/>
                <a:gd name="connsiteX4" fmla="*/ 629280 w 1095901"/>
                <a:gd name="connsiteY4" fmla="*/ 47 h 210587"/>
                <a:gd name="connsiteX5" fmla="*/ 900213 w 1095901"/>
                <a:gd name="connsiteY5" fmla="*/ 50847 h 210587"/>
                <a:gd name="connsiteX6" fmla="*/ 1095794 w 1095901"/>
                <a:gd name="connsiteY6" fmla="*/ 110510 h 210587"/>
                <a:gd name="connsiteX7" fmla="*/ 874813 w 1095901"/>
                <a:gd name="connsiteY7" fmla="*/ 152447 h 210587"/>
                <a:gd name="connsiteX8" fmla="*/ 757726 w 1095901"/>
                <a:gd name="connsiteY8" fmla="*/ 163385 h 210587"/>
                <a:gd name="connsiteX9" fmla="*/ 622728 w 1095901"/>
                <a:gd name="connsiteY9" fmla="*/ 182399 h 210587"/>
                <a:gd name="connsiteX10" fmla="*/ 553049 w 1095901"/>
                <a:gd name="connsiteY10" fmla="*/ 210460 h 210587"/>
                <a:gd name="connsiteX11" fmla="*/ 482666 w 1095901"/>
                <a:gd name="connsiteY11" fmla="*/ 187142 h 210587"/>
                <a:gd name="connsiteX12" fmla="*/ 339634 w 1095901"/>
                <a:gd name="connsiteY12" fmla="*/ 185129 h 210587"/>
                <a:gd name="connsiteX13" fmla="*/ 4085 w 1095901"/>
                <a:gd name="connsiteY13" fmla="*/ 179092 h 210587"/>
                <a:gd name="connsiteX0" fmla="*/ 4085 w 1095904"/>
                <a:gd name="connsiteY0" fmla="*/ 173618 h 205113"/>
                <a:gd name="connsiteX1" fmla="*/ 172081 w 1095904"/>
                <a:gd name="connsiteY1" fmla="*/ 87706 h 205113"/>
                <a:gd name="connsiteX2" fmla="*/ 449229 w 1095904"/>
                <a:gd name="connsiteY2" fmla="*/ 8242 h 205113"/>
                <a:gd name="connsiteX3" fmla="*/ 536157 w 1095904"/>
                <a:gd name="connsiteY3" fmla="*/ 54257 h 205113"/>
                <a:gd name="connsiteX4" fmla="*/ 604120 w 1095904"/>
                <a:gd name="connsiteY4" fmla="*/ 55 h 205113"/>
                <a:gd name="connsiteX5" fmla="*/ 900213 w 1095904"/>
                <a:gd name="connsiteY5" fmla="*/ 45373 h 205113"/>
                <a:gd name="connsiteX6" fmla="*/ 1095794 w 1095904"/>
                <a:gd name="connsiteY6" fmla="*/ 105036 h 205113"/>
                <a:gd name="connsiteX7" fmla="*/ 874813 w 1095904"/>
                <a:gd name="connsiteY7" fmla="*/ 146973 h 205113"/>
                <a:gd name="connsiteX8" fmla="*/ 757726 w 1095904"/>
                <a:gd name="connsiteY8" fmla="*/ 157911 h 205113"/>
                <a:gd name="connsiteX9" fmla="*/ 622728 w 1095904"/>
                <a:gd name="connsiteY9" fmla="*/ 176925 h 205113"/>
                <a:gd name="connsiteX10" fmla="*/ 553049 w 1095904"/>
                <a:gd name="connsiteY10" fmla="*/ 204986 h 205113"/>
                <a:gd name="connsiteX11" fmla="*/ 482666 w 1095904"/>
                <a:gd name="connsiteY11" fmla="*/ 181668 h 205113"/>
                <a:gd name="connsiteX12" fmla="*/ 339634 w 1095904"/>
                <a:gd name="connsiteY12" fmla="*/ 179655 h 205113"/>
                <a:gd name="connsiteX13" fmla="*/ 4085 w 1095904"/>
                <a:gd name="connsiteY13" fmla="*/ 173618 h 205113"/>
                <a:gd name="connsiteX0" fmla="*/ 4085 w 1095886"/>
                <a:gd name="connsiteY0" fmla="*/ 174649 h 206144"/>
                <a:gd name="connsiteX1" fmla="*/ 172081 w 1095886"/>
                <a:gd name="connsiteY1" fmla="*/ 88737 h 206144"/>
                <a:gd name="connsiteX2" fmla="*/ 449229 w 1095886"/>
                <a:gd name="connsiteY2" fmla="*/ 9273 h 206144"/>
                <a:gd name="connsiteX3" fmla="*/ 536157 w 1095886"/>
                <a:gd name="connsiteY3" fmla="*/ 55288 h 206144"/>
                <a:gd name="connsiteX4" fmla="*/ 604120 w 1095886"/>
                <a:gd name="connsiteY4" fmla="*/ 1086 h 206144"/>
                <a:gd name="connsiteX5" fmla="*/ 750180 w 1095886"/>
                <a:gd name="connsiteY5" fmla="*/ 21124 h 206144"/>
                <a:gd name="connsiteX6" fmla="*/ 900213 w 1095886"/>
                <a:gd name="connsiteY6" fmla="*/ 46404 h 206144"/>
                <a:gd name="connsiteX7" fmla="*/ 1095794 w 1095886"/>
                <a:gd name="connsiteY7" fmla="*/ 106067 h 206144"/>
                <a:gd name="connsiteX8" fmla="*/ 874813 w 1095886"/>
                <a:gd name="connsiteY8" fmla="*/ 148004 h 206144"/>
                <a:gd name="connsiteX9" fmla="*/ 757726 w 1095886"/>
                <a:gd name="connsiteY9" fmla="*/ 158942 h 206144"/>
                <a:gd name="connsiteX10" fmla="*/ 622728 w 1095886"/>
                <a:gd name="connsiteY10" fmla="*/ 177956 h 206144"/>
                <a:gd name="connsiteX11" fmla="*/ 553049 w 1095886"/>
                <a:gd name="connsiteY11" fmla="*/ 206017 h 206144"/>
                <a:gd name="connsiteX12" fmla="*/ 482666 w 1095886"/>
                <a:gd name="connsiteY12" fmla="*/ 182699 h 206144"/>
                <a:gd name="connsiteX13" fmla="*/ 339634 w 1095886"/>
                <a:gd name="connsiteY13" fmla="*/ 180686 h 206144"/>
                <a:gd name="connsiteX14" fmla="*/ 4085 w 1095886"/>
                <a:gd name="connsiteY14" fmla="*/ 174649 h 206144"/>
                <a:gd name="connsiteX0" fmla="*/ 4085 w 1097480"/>
                <a:gd name="connsiteY0" fmla="*/ 174649 h 206144"/>
                <a:gd name="connsiteX1" fmla="*/ 172081 w 1097480"/>
                <a:gd name="connsiteY1" fmla="*/ 88737 h 206144"/>
                <a:gd name="connsiteX2" fmla="*/ 449229 w 1097480"/>
                <a:gd name="connsiteY2" fmla="*/ 9273 h 206144"/>
                <a:gd name="connsiteX3" fmla="*/ 536157 w 1097480"/>
                <a:gd name="connsiteY3" fmla="*/ 55288 h 206144"/>
                <a:gd name="connsiteX4" fmla="*/ 604120 w 1097480"/>
                <a:gd name="connsiteY4" fmla="*/ 1086 h 206144"/>
                <a:gd name="connsiteX5" fmla="*/ 750180 w 1097480"/>
                <a:gd name="connsiteY5" fmla="*/ 21124 h 206144"/>
                <a:gd name="connsiteX6" fmla="*/ 900213 w 1097480"/>
                <a:gd name="connsiteY6" fmla="*/ 46404 h 206144"/>
                <a:gd name="connsiteX7" fmla="*/ 972763 w 1097480"/>
                <a:gd name="connsiteY7" fmla="*/ 65219 h 206144"/>
                <a:gd name="connsiteX8" fmla="*/ 1095794 w 1097480"/>
                <a:gd name="connsiteY8" fmla="*/ 106067 h 206144"/>
                <a:gd name="connsiteX9" fmla="*/ 874813 w 1097480"/>
                <a:gd name="connsiteY9" fmla="*/ 148004 h 206144"/>
                <a:gd name="connsiteX10" fmla="*/ 757726 w 1097480"/>
                <a:gd name="connsiteY10" fmla="*/ 158942 h 206144"/>
                <a:gd name="connsiteX11" fmla="*/ 622728 w 1097480"/>
                <a:gd name="connsiteY11" fmla="*/ 177956 h 206144"/>
                <a:gd name="connsiteX12" fmla="*/ 553049 w 1097480"/>
                <a:gd name="connsiteY12" fmla="*/ 206017 h 206144"/>
                <a:gd name="connsiteX13" fmla="*/ 482666 w 1097480"/>
                <a:gd name="connsiteY13" fmla="*/ 182699 h 206144"/>
                <a:gd name="connsiteX14" fmla="*/ 339634 w 1097480"/>
                <a:gd name="connsiteY14" fmla="*/ 180686 h 206144"/>
                <a:gd name="connsiteX15" fmla="*/ 4085 w 1097480"/>
                <a:gd name="connsiteY15" fmla="*/ 174649 h 206144"/>
                <a:gd name="connsiteX0" fmla="*/ 4085 w 1097480"/>
                <a:gd name="connsiteY0" fmla="*/ 174649 h 206144"/>
                <a:gd name="connsiteX1" fmla="*/ 172081 w 1097480"/>
                <a:gd name="connsiteY1" fmla="*/ 88737 h 206144"/>
                <a:gd name="connsiteX2" fmla="*/ 449229 w 1097480"/>
                <a:gd name="connsiteY2" fmla="*/ 9273 h 206144"/>
                <a:gd name="connsiteX3" fmla="*/ 536157 w 1097480"/>
                <a:gd name="connsiteY3" fmla="*/ 55288 h 206144"/>
                <a:gd name="connsiteX4" fmla="*/ 604120 w 1097480"/>
                <a:gd name="connsiteY4" fmla="*/ 1086 h 206144"/>
                <a:gd name="connsiteX5" fmla="*/ 750180 w 1097480"/>
                <a:gd name="connsiteY5" fmla="*/ 21124 h 206144"/>
                <a:gd name="connsiteX6" fmla="*/ 894289 w 1097480"/>
                <a:gd name="connsiteY6" fmla="*/ 55175 h 206144"/>
                <a:gd name="connsiteX7" fmla="*/ 972763 w 1097480"/>
                <a:gd name="connsiteY7" fmla="*/ 65219 h 206144"/>
                <a:gd name="connsiteX8" fmla="*/ 1095794 w 1097480"/>
                <a:gd name="connsiteY8" fmla="*/ 106067 h 206144"/>
                <a:gd name="connsiteX9" fmla="*/ 874813 w 1097480"/>
                <a:gd name="connsiteY9" fmla="*/ 148004 h 206144"/>
                <a:gd name="connsiteX10" fmla="*/ 757726 w 1097480"/>
                <a:gd name="connsiteY10" fmla="*/ 158942 h 206144"/>
                <a:gd name="connsiteX11" fmla="*/ 622728 w 1097480"/>
                <a:gd name="connsiteY11" fmla="*/ 177956 h 206144"/>
                <a:gd name="connsiteX12" fmla="*/ 553049 w 1097480"/>
                <a:gd name="connsiteY12" fmla="*/ 206017 h 206144"/>
                <a:gd name="connsiteX13" fmla="*/ 482666 w 1097480"/>
                <a:gd name="connsiteY13" fmla="*/ 182699 h 206144"/>
                <a:gd name="connsiteX14" fmla="*/ 339634 w 1097480"/>
                <a:gd name="connsiteY14" fmla="*/ 180686 h 206144"/>
                <a:gd name="connsiteX15" fmla="*/ 4085 w 1097480"/>
                <a:gd name="connsiteY15" fmla="*/ 174649 h 206144"/>
                <a:gd name="connsiteX0" fmla="*/ 4085 w 1098026"/>
                <a:gd name="connsiteY0" fmla="*/ 174649 h 206144"/>
                <a:gd name="connsiteX1" fmla="*/ 172081 w 1098026"/>
                <a:gd name="connsiteY1" fmla="*/ 88737 h 206144"/>
                <a:gd name="connsiteX2" fmla="*/ 449229 w 1098026"/>
                <a:gd name="connsiteY2" fmla="*/ 9273 h 206144"/>
                <a:gd name="connsiteX3" fmla="*/ 536157 w 1098026"/>
                <a:gd name="connsiteY3" fmla="*/ 55288 h 206144"/>
                <a:gd name="connsiteX4" fmla="*/ 604120 w 1098026"/>
                <a:gd name="connsiteY4" fmla="*/ 1086 h 206144"/>
                <a:gd name="connsiteX5" fmla="*/ 750180 w 1098026"/>
                <a:gd name="connsiteY5" fmla="*/ 21124 h 206144"/>
                <a:gd name="connsiteX6" fmla="*/ 894289 w 1098026"/>
                <a:gd name="connsiteY6" fmla="*/ 55175 h 206144"/>
                <a:gd name="connsiteX7" fmla="*/ 983752 w 1098026"/>
                <a:gd name="connsiteY7" fmla="*/ 73153 h 206144"/>
                <a:gd name="connsiteX8" fmla="*/ 1095794 w 1098026"/>
                <a:gd name="connsiteY8" fmla="*/ 106067 h 206144"/>
                <a:gd name="connsiteX9" fmla="*/ 874813 w 1098026"/>
                <a:gd name="connsiteY9" fmla="*/ 148004 h 206144"/>
                <a:gd name="connsiteX10" fmla="*/ 757726 w 1098026"/>
                <a:gd name="connsiteY10" fmla="*/ 158942 h 206144"/>
                <a:gd name="connsiteX11" fmla="*/ 622728 w 1098026"/>
                <a:gd name="connsiteY11" fmla="*/ 177956 h 206144"/>
                <a:gd name="connsiteX12" fmla="*/ 553049 w 1098026"/>
                <a:gd name="connsiteY12" fmla="*/ 206017 h 206144"/>
                <a:gd name="connsiteX13" fmla="*/ 482666 w 1098026"/>
                <a:gd name="connsiteY13" fmla="*/ 182699 h 206144"/>
                <a:gd name="connsiteX14" fmla="*/ 339634 w 1098026"/>
                <a:gd name="connsiteY14" fmla="*/ 180686 h 206144"/>
                <a:gd name="connsiteX15" fmla="*/ 4085 w 1098026"/>
                <a:gd name="connsiteY15" fmla="*/ 174649 h 206144"/>
                <a:gd name="connsiteX0" fmla="*/ 4085 w 1098294"/>
                <a:gd name="connsiteY0" fmla="*/ 174649 h 206144"/>
                <a:gd name="connsiteX1" fmla="*/ 172081 w 1098294"/>
                <a:gd name="connsiteY1" fmla="*/ 88737 h 206144"/>
                <a:gd name="connsiteX2" fmla="*/ 449229 w 1098294"/>
                <a:gd name="connsiteY2" fmla="*/ 9273 h 206144"/>
                <a:gd name="connsiteX3" fmla="*/ 536157 w 1098294"/>
                <a:gd name="connsiteY3" fmla="*/ 55288 h 206144"/>
                <a:gd name="connsiteX4" fmla="*/ 604120 w 1098294"/>
                <a:gd name="connsiteY4" fmla="*/ 1086 h 206144"/>
                <a:gd name="connsiteX5" fmla="*/ 750180 w 1098294"/>
                <a:gd name="connsiteY5" fmla="*/ 21124 h 206144"/>
                <a:gd name="connsiteX6" fmla="*/ 894289 w 1098294"/>
                <a:gd name="connsiteY6" fmla="*/ 55175 h 206144"/>
                <a:gd name="connsiteX7" fmla="*/ 988399 w 1098294"/>
                <a:gd name="connsiteY7" fmla="*/ 81399 h 206144"/>
                <a:gd name="connsiteX8" fmla="*/ 1095794 w 1098294"/>
                <a:gd name="connsiteY8" fmla="*/ 106067 h 206144"/>
                <a:gd name="connsiteX9" fmla="*/ 874813 w 1098294"/>
                <a:gd name="connsiteY9" fmla="*/ 148004 h 206144"/>
                <a:gd name="connsiteX10" fmla="*/ 757726 w 1098294"/>
                <a:gd name="connsiteY10" fmla="*/ 158942 h 206144"/>
                <a:gd name="connsiteX11" fmla="*/ 622728 w 1098294"/>
                <a:gd name="connsiteY11" fmla="*/ 177956 h 206144"/>
                <a:gd name="connsiteX12" fmla="*/ 553049 w 1098294"/>
                <a:gd name="connsiteY12" fmla="*/ 206017 h 206144"/>
                <a:gd name="connsiteX13" fmla="*/ 482666 w 1098294"/>
                <a:gd name="connsiteY13" fmla="*/ 182699 h 206144"/>
                <a:gd name="connsiteX14" fmla="*/ 339634 w 1098294"/>
                <a:gd name="connsiteY14" fmla="*/ 180686 h 206144"/>
                <a:gd name="connsiteX15" fmla="*/ 4085 w 1098294"/>
                <a:gd name="connsiteY15" fmla="*/ 174649 h 206144"/>
                <a:gd name="connsiteX0" fmla="*/ 4085 w 1098294"/>
                <a:gd name="connsiteY0" fmla="*/ 174649 h 206144"/>
                <a:gd name="connsiteX1" fmla="*/ 172081 w 1098294"/>
                <a:gd name="connsiteY1" fmla="*/ 88737 h 206144"/>
                <a:gd name="connsiteX2" fmla="*/ 449229 w 1098294"/>
                <a:gd name="connsiteY2" fmla="*/ 9273 h 206144"/>
                <a:gd name="connsiteX3" fmla="*/ 536157 w 1098294"/>
                <a:gd name="connsiteY3" fmla="*/ 55288 h 206144"/>
                <a:gd name="connsiteX4" fmla="*/ 604120 w 1098294"/>
                <a:gd name="connsiteY4" fmla="*/ 1086 h 206144"/>
                <a:gd name="connsiteX5" fmla="*/ 750180 w 1098294"/>
                <a:gd name="connsiteY5" fmla="*/ 21124 h 206144"/>
                <a:gd name="connsiteX6" fmla="*/ 887947 w 1098294"/>
                <a:gd name="connsiteY6" fmla="*/ 55488 h 206144"/>
                <a:gd name="connsiteX7" fmla="*/ 988399 w 1098294"/>
                <a:gd name="connsiteY7" fmla="*/ 81399 h 206144"/>
                <a:gd name="connsiteX8" fmla="*/ 1095794 w 1098294"/>
                <a:gd name="connsiteY8" fmla="*/ 106067 h 206144"/>
                <a:gd name="connsiteX9" fmla="*/ 874813 w 1098294"/>
                <a:gd name="connsiteY9" fmla="*/ 148004 h 206144"/>
                <a:gd name="connsiteX10" fmla="*/ 757726 w 1098294"/>
                <a:gd name="connsiteY10" fmla="*/ 158942 h 206144"/>
                <a:gd name="connsiteX11" fmla="*/ 622728 w 1098294"/>
                <a:gd name="connsiteY11" fmla="*/ 177956 h 206144"/>
                <a:gd name="connsiteX12" fmla="*/ 553049 w 1098294"/>
                <a:gd name="connsiteY12" fmla="*/ 206017 h 206144"/>
                <a:gd name="connsiteX13" fmla="*/ 482666 w 1098294"/>
                <a:gd name="connsiteY13" fmla="*/ 182699 h 206144"/>
                <a:gd name="connsiteX14" fmla="*/ 339634 w 1098294"/>
                <a:gd name="connsiteY14" fmla="*/ 180686 h 206144"/>
                <a:gd name="connsiteX15" fmla="*/ 4085 w 1098294"/>
                <a:gd name="connsiteY15" fmla="*/ 174649 h 206144"/>
                <a:gd name="connsiteX0" fmla="*/ 4085 w 1098294"/>
                <a:gd name="connsiteY0" fmla="*/ 174649 h 206144"/>
                <a:gd name="connsiteX1" fmla="*/ 172081 w 1098294"/>
                <a:gd name="connsiteY1" fmla="*/ 88737 h 206144"/>
                <a:gd name="connsiteX2" fmla="*/ 449229 w 1098294"/>
                <a:gd name="connsiteY2" fmla="*/ 9273 h 206144"/>
                <a:gd name="connsiteX3" fmla="*/ 536157 w 1098294"/>
                <a:gd name="connsiteY3" fmla="*/ 55288 h 206144"/>
                <a:gd name="connsiteX4" fmla="*/ 604120 w 1098294"/>
                <a:gd name="connsiteY4" fmla="*/ 1086 h 206144"/>
                <a:gd name="connsiteX5" fmla="*/ 750180 w 1098294"/>
                <a:gd name="connsiteY5" fmla="*/ 21124 h 206144"/>
                <a:gd name="connsiteX6" fmla="*/ 887947 w 1098294"/>
                <a:gd name="connsiteY6" fmla="*/ 55488 h 206144"/>
                <a:gd name="connsiteX7" fmla="*/ 988399 w 1098294"/>
                <a:gd name="connsiteY7" fmla="*/ 81399 h 206144"/>
                <a:gd name="connsiteX8" fmla="*/ 1095794 w 1098294"/>
                <a:gd name="connsiteY8" fmla="*/ 106067 h 206144"/>
                <a:gd name="connsiteX9" fmla="*/ 874813 w 1098294"/>
                <a:gd name="connsiteY9" fmla="*/ 148004 h 206144"/>
                <a:gd name="connsiteX10" fmla="*/ 757726 w 1098294"/>
                <a:gd name="connsiteY10" fmla="*/ 158942 h 206144"/>
                <a:gd name="connsiteX11" fmla="*/ 622728 w 1098294"/>
                <a:gd name="connsiteY11" fmla="*/ 177956 h 206144"/>
                <a:gd name="connsiteX12" fmla="*/ 553049 w 1098294"/>
                <a:gd name="connsiteY12" fmla="*/ 206017 h 206144"/>
                <a:gd name="connsiteX13" fmla="*/ 482666 w 1098294"/>
                <a:gd name="connsiteY13" fmla="*/ 182699 h 206144"/>
                <a:gd name="connsiteX14" fmla="*/ 339634 w 1098294"/>
                <a:gd name="connsiteY14" fmla="*/ 180686 h 206144"/>
                <a:gd name="connsiteX15" fmla="*/ 4085 w 1098294"/>
                <a:gd name="connsiteY15" fmla="*/ 174649 h 206144"/>
                <a:gd name="connsiteX0" fmla="*/ 4085 w 1098294"/>
                <a:gd name="connsiteY0" fmla="*/ 174649 h 206144"/>
                <a:gd name="connsiteX1" fmla="*/ 172081 w 1098294"/>
                <a:gd name="connsiteY1" fmla="*/ 88737 h 206144"/>
                <a:gd name="connsiteX2" fmla="*/ 449229 w 1098294"/>
                <a:gd name="connsiteY2" fmla="*/ 9273 h 206144"/>
                <a:gd name="connsiteX3" fmla="*/ 536157 w 1098294"/>
                <a:gd name="connsiteY3" fmla="*/ 55288 h 206144"/>
                <a:gd name="connsiteX4" fmla="*/ 604120 w 1098294"/>
                <a:gd name="connsiteY4" fmla="*/ 1086 h 206144"/>
                <a:gd name="connsiteX5" fmla="*/ 750180 w 1098294"/>
                <a:gd name="connsiteY5" fmla="*/ 21124 h 206144"/>
                <a:gd name="connsiteX6" fmla="*/ 883928 w 1098294"/>
                <a:gd name="connsiteY6" fmla="*/ 59926 h 206144"/>
                <a:gd name="connsiteX7" fmla="*/ 988399 w 1098294"/>
                <a:gd name="connsiteY7" fmla="*/ 81399 h 206144"/>
                <a:gd name="connsiteX8" fmla="*/ 1095794 w 1098294"/>
                <a:gd name="connsiteY8" fmla="*/ 106067 h 206144"/>
                <a:gd name="connsiteX9" fmla="*/ 874813 w 1098294"/>
                <a:gd name="connsiteY9" fmla="*/ 148004 h 206144"/>
                <a:gd name="connsiteX10" fmla="*/ 757726 w 1098294"/>
                <a:gd name="connsiteY10" fmla="*/ 158942 h 206144"/>
                <a:gd name="connsiteX11" fmla="*/ 622728 w 1098294"/>
                <a:gd name="connsiteY11" fmla="*/ 177956 h 206144"/>
                <a:gd name="connsiteX12" fmla="*/ 553049 w 1098294"/>
                <a:gd name="connsiteY12" fmla="*/ 206017 h 206144"/>
                <a:gd name="connsiteX13" fmla="*/ 482666 w 1098294"/>
                <a:gd name="connsiteY13" fmla="*/ 182699 h 206144"/>
                <a:gd name="connsiteX14" fmla="*/ 339634 w 1098294"/>
                <a:gd name="connsiteY14" fmla="*/ 180686 h 206144"/>
                <a:gd name="connsiteX15" fmla="*/ 4085 w 1098294"/>
                <a:gd name="connsiteY15" fmla="*/ 174649 h 206144"/>
                <a:gd name="connsiteX0" fmla="*/ 4085 w 1098294"/>
                <a:gd name="connsiteY0" fmla="*/ 174034 h 205529"/>
                <a:gd name="connsiteX1" fmla="*/ 172081 w 1098294"/>
                <a:gd name="connsiteY1" fmla="*/ 88122 h 205529"/>
                <a:gd name="connsiteX2" fmla="*/ 449229 w 1098294"/>
                <a:gd name="connsiteY2" fmla="*/ 8658 h 205529"/>
                <a:gd name="connsiteX3" fmla="*/ 536157 w 1098294"/>
                <a:gd name="connsiteY3" fmla="*/ 54673 h 205529"/>
                <a:gd name="connsiteX4" fmla="*/ 604120 w 1098294"/>
                <a:gd name="connsiteY4" fmla="*/ 471 h 205529"/>
                <a:gd name="connsiteX5" fmla="*/ 744258 w 1098294"/>
                <a:gd name="connsiteY5" fmla="*/ 29279 h 205529"/>
                <a:gd name="connsiteX6" fmla="*/ 883928 w 1098294"/>
                <a:gd name="connsiteY6" fmla="*/ 59311 h 205529"/>
                <a:gd name="connsiteX7" fmla="*/ 988399 w 1098294"/>
                <a:gd name="connsiteY7" fmla="*/ 80784 h 205529"/>
                <a:gd name="connsiteX8" fmla="*/ 1095794 w 1098294"/>
                <a:gd name="connsiteY8" fmla="*/ 105452 h 205529"/>
                <a:gd name="connsiteX9" fmla="*/ 874813 w 1098294"/>
                <a:gd name="connsiteY9" fmla="*/ 147389 h 205529"/>
                <a:gd name="connsiteX10" fmla="*/ 757726 w 1098294"/>
                <a:gd name="connsiteY10" fmla="*/ 158327 h 205529"/>
                <a:gd name="connsiteX11" fmla="*/ 622728 w 1098294"/>
                <a:gd name="connsiteY11" fmla="*/ 177341 h 205529"/>
                <a:gd name="connsiteX12" fmla="*/ 553049 w 1098294"/>
                <a:gd name="connsiteY12" fmla="*/ 205402 h 205529"/>
                <a:gd name="connsiteX13" fmla="*/ 482666 w 1098294"/>
                <a:gd name="connsiteY13" fmla="*/ 182084 h 205529"/>
                <a:gd name="connsiteX14" fmla="*/ 339634 w 1098294"/>
                <a:gd name="connsiteY14" fmla="*/ 180071 h 205529"/>
                <a:gd name="connsiteX15" fmla="*/ 4085 w 1098294"/>
                <a:gd name="connsiteY15" fmla="*/ 174034 h 205529"/>
                <a:gd name="connsiteX0" fmla="*/ 4085 w 1098294"/>
                <a:gd name="connsiteY0" fmla="*/ 174146 h 205641"/>
                <a:gd name="connsiteX1" fmla="*/ 172081 w 1098294"/>
                <a:gd name="connsiteY1" fmla="*/ 88234 h 205641"/>
                <a:gd name="connsiteX2" fmla="*/ 449229 w 1098294"/>
                <a:gd name="connsiteY2" fmla="*/ 8770 h 205641"/>
                <a:gd name="connsiteX3" fmla="*/ 536157 w 1098294"/>
                <a:gd name="connsiteY3" fmla="*/ 54785 h 205641"/>
                <a:gd name="connsiteX4" fmla="*/ 604120 w 1098294"/>
                <a:gd name="connsiteY4" fmla="*/ 583 h 205641"/>
                <a:gd name="connsiteX5" fmla="*/ 744153 w 1098294"/>
                <a:gd name="connsiteY5" fmla="*/ 27276 h 205641"/>
                <a:gd name="connsiteX6" fmla="*/ 883928 w 1098294"/>
                <a:gd name="connsiteY6" fmla="*/ 59423 h 205641"/>
                <a:gd name="connsiteX7" fmla="*/ 988399 w 1098294"/>
                <a:gd name="connsiteY7" fmla="*/ 80896 h 205641"/>
                <a:gd name="connsiteX8" fmla="*/ 1095794 w 1098294"/>
                <a:gd name="connsiteY8" fmla="*/ 105564 h 205641"/>
                <a:gd name="connsiteX9" fmla="*/ 874813 w 1098294"/>
                <a:gd name="connsiteY9" fmla="*/ 147501 h 205641"/>
                <a:gd name="connsiteX10" fmla="*/ 757726 w 1098294"/>
                <a:gd name="connsiteY10" fmla="*/ 158439 h 205641"/>
                <a:gd name="connsiteX11" fmla="*/ 622728 w 1098294"/>
                <a:gd name="connsiteY11" fmla="*/ 177453 h 205641"/>
                <a:gd name="connsiteX12" fmla="*/ 553049 w 1098294"/>
                <a:gd name="connsiteY12" fmla="*/ 205514 h 205641"/>
                <a:gd name="connsiteX13" fmla="*/ 482666 w 1098294"/>
                <a:gd name="connsiteY13" fmla="*/ 182196 h 205641"/>
                <a:gd name="connsiteX14" fmla="*/ 339634 w 1098294"/>
                <a:gd name="connsiteY14" fmla="*/ 180183 h 205641"/>
                <a:gd name="connsiteX15" fmla="*/ 4085 w 1098294"/>
                <a:gd name="connsiteY15" fmla="*/ 174146 h 205641"/>
                <a:gd name="connsiteX0" fmla="*/ 3585 w 1097794"/>
                <a:gd name="connsiteY0" fmla="*/ 174146 h 205641"/>
                <a:gd name="connsiteX1" fmla="*/ 171581 w 1097794"/>
                <a:gd name="connsiteY1" fmla="*/ 88234 h 205641"/>
                <a:gd name="connsiteX2" fmla="*/ 322635 w 1097794"/>
                <a:gd name="connsiteY2" fmla="*/ 41735 h 205641"/>
                <a:gd name="connsiteX3" fmla="*/ 448729 w 1097794"/>
                <a:gd name="connsiteY3" fmla="*/ 8770 h 205641"/>
                <a:gd name="connsiteX4" fmla="*/ 535657 w 1097794"/>
                <a:gd name="connsiteY4" fmla="*/ 54785 h 205641"/>
                <a:gd name="connsiteX5" fmla="*/ 603620 w 1097794"/>
                <a:gd name="connsiteY5" fmla="*/ 583 h 205641"/>
                <a:gd name="connsiteX6" fmla="*/ 743653 w 1097794"/>
                <a:gd name="connsiteY6" fmla="*/ 27276 h 205641"/>
                <a:gd name="connsiteX7" fmla="*/ 883428 w 1097794"/>
                <a:gd name="connsiteY7" fmla="*/ 59423 h 205641"/>
                <a:gd name="connsiteX8" fmla="*/ 987899 w 1097794"/>
                <a:gd name="connsiteY8" fmla="*/ 80896 h 205641"/>
                <a:gd name="connsiteX9" fmla="*/ 1095294 w 1097794"/>
                <a:gd name="connsiteY9" fmla="*/ 105564 h 205641"/>
                <a:gd name="connsiteX10" fmla="*/ 874313 w 1097794"/>
                <a:gd name="connsiteY10" fmla="*/ 147501 h 205641"/>
                <a:gd name="connsiteX11" fmla="*/ 757226 w 1097794"/>
                <a:gd name="connsiteY11" fmla="*/ 158439 h 205641"/>
                <a:gd name="connsiteX12" fmla="*/ 622228 w 1097794"/>
                <a:gd name="connsiteY12" fmla="*/ 177453 h 205641"/>
                <a:gd name="connsiteX13" fmla="*/ 552549 w 1097794"/>
                <a:gd name="connsiteY13" fmla="*/ 205514 h 205641"/>
                <a:gd name="connsiteX14" fmla="*/ 482166 w 1097794"/>
                <a:gd name="connsiteY14" fmla="*/ 182196 h 205641"/>
                <a:gd name="connsiteX15" fmla="*/ 339134 w 1097794"/>
                <a:gd name="connsiteY15" fmla="*/ 180183 h 205641"/>
                <a:gd name="connsiteX16" fmla="*/ 3585 w 1097794"/>
                <a:gd name="connsiteY16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78022 w 1104235"/>
                <a:gd name="connsiteY2" fmla="*/ 88234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86792 w 1104235"/>
                <a:gd name="connsiteY2" fmla="*/ 94158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86792 w 1104235"/>
                <a:gd name="connsiteY2" fmla="*/ 94158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86792 w 1104235"/>
                <a:gd name="connsiteY2" fmla="*/ 94158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86792 w 1104235"/>
                <a:gd name="connsiteY2" fmla="*/ 94158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86792 w 1104235"/>
                <a:gd name="connsiteY2" fmla="*/ 94158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214171 w 1104235"/>
                <a:gd name="connsiteY2" fmla="*/ 90684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214171 w 1104235"/>
                <a:gd name="connsiteY2" fmla="*/ 90684 h 205641"/>
                <a:gd name="connsiteX3" fmla="*/ 337532 w 1104235"/>
                <a:gd name="connsiteY3" fmla="*/ 41317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214171 w 1104235"/>
                <a:gd name="connsiteY2" fmla="*/ 90684 h 205641"/>
                <a:gd name="connsiteX3" fmla="*/ 337532 w 1104235"/>
                <a:gd name="connsiteY3" fmla="*/ 41317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214171 w 1104235"/>
                <a:gd name="connsiteY2" fmla="*/ 90684 h 205641"/>
                <a:gd name="connsiteX3" fmla="*/ 350216 w 1104235"/>
                <a:gd name="connsiteY3" fmla="*/ 40690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980 w 1096189"/>
                <a:gd name="connsiteY0" fmla="*/ 174146 h 205641"/>
                <a:gd name="connsiteX1" fmla="*/ 87910 w 1096189"/>
                <a:gd name="connsiteY1" fmla="*/ 127434 h 205641"/>
                <a:gd name="connsiteX2" fmla="*/ 206125 w 1096189"/>
                <a:gd name="connsiteY2" fmla="*/ 90684 h 205641"/>
                <a:gd name="connsiteX3" fmla="*/ 342170 w 1096189"/>
                <a:gd name="connsiteY3" fmla="*/ 40690 h 205641"/>
                <a:gd name="connsiteX4" fmla="*/ 447124 w 1096189"/>
                <a:gd name="connsiteY4" fmla="*/ 8770 h 205641"/>
                <a:gd name="connsiteX5" fmla="*/ 534052 w 1096189"/>
                <a:gd name="connsiteY5" fmla="*/ 54785 h 205641"/>
                <a:gd name="connsiteX6" fmla="*/ 602015 w 1096189"/>
                <a:gd name="connsiteY6" fmla="*/ 583 h 205641"/>
                <a:gd name="connsiteX7" fmla="*/ 742048 w 1096189"/>
                <a:gd name="connsiteY7" fmla="*/ 27276 h 205641"/>
                <a:gd name="connsiteX8" fmla="*/ 881823 w 1096189"/>
                <a:gd name="connsiteY8" fmla="*/ 59423 h 205641"/>
                <a:gd name="connsiteX9" fmla="*/ 986294 w 1096189"/>
                <a:gd name="connsiteY9" fmla="*/ 80896 h 205641"/>
                <a:gd name="connsiteX10" fmla="*/ 1093689 w 1096189"/>
                <a:gd name="connsiteY10" fmla="*/ 105564 h 205641"/>
                <a:gd name="connsiteX11" fmla="*/ 872708 w 1096189"/>
                <a:gd name="connsiteY11" fmla="*/ 147501 h 205641"/>
                <a:gd name="connsiteX12" fmla="*/ 755621 w 1096189"/>
                <a:gd name="connsiteY12" fmla="*/ 158439 h 205641"/>
                <a:gd name="connsiteX13" fmla="*/ 620623 w 1096189"/>
                <a:gd name="connsiteY13" fmla="*/ 177453 h 205641"/>
                <a:gd name="connsiteX14" fmla="*/ 550944 w 1096189"/>
                <a:gd name="connsiteY14" fmla="*/ 205514 h 205641"/>
                <a:gd name="connsiteX15" fmla="*/ 480561 w 1096189"/>
                <a:gd name="connsiteY15" fmla="*/ 182196 h 205641"/>
                <a:gd name="connsiteX16" fmla="*/ 337529 w 1096189"/>
                <a:gd name="connsiteY16" fmla="*/ 180183 h 205641"/>
                <a:gd name="connsiteX17" fmla="*/ 177097 w 1096189"/>
                <a:gd name="connsiteY17" fmla="*/ 173887 h 205641"/>
                <a:gd name="connsiteX18" fmla="*/ 1980 w 1096189"/>
                <a:gd name="connsiteY18" fmla="*/ 174146 h 205641"/>
                <a:gd name="connsiteX0" fmla="*/ 1913 w 1096122"/>
                <a:gd name="connsiteY0" fmla="*/ 174146 h 205641"/>
                <a:gd name="connsiteX1" fmla="*/ 87843 w 1096122"/>
                <a:gd name="connsiteY1" fmla="*/ 127434 h 205641"/>
                <a:gd name="connsiteX2" fmla="*/ 206058 w 1096122"/>
                <a:gd name="connsiteY2" fmla="*/ 90684 h 205641"/>
                <a:gd name="connsiteX3" fmla="*/ 342103 w 1096122"/>
                <a:gd name="connsiteY3" fmla="*/ 40690 h 205641"/>
                <a:gd name="connsiteX4" fmla="*/ 447057 w 1096122"/>
                <a:gd name="connsiteY4" fmla="*/ 8770 h 205641"/>
                <a:gd name="connsiteX5" fmla="*/ 533985 w 1096122"/>
                <a:gd name="connsiteY5" fmla="*/ 54785 h 205641"/>
                <a:gd name="connsiteX6" fmla="*/ 601948 w 1096122"/>
                <a:gd name="connsiteY6" fmla="*/ 583 h 205641"/>
                <a:gd name="connsiteX7" fmla="*/ 741981 w 1096122"/>
                <a:gd name="connsiteY7" fmla="*/ 27276 h 205641"/>
                <a:gd name="connsiteX8" fmla="*/ 881756 w 1096122"/>
                <a:gd name="connsiteY8" fmla="*/ 59423 h 205641"/>
                <a:gd name="connsiteX9" fmla="*/ 986227 w 1096122"/>
                <a:gd name="connsiteY9" fmla="*/ 80896 h 205641"/>
                <a:gd name="connsiteX10" fmla="*/ 1093622 w 1096122"/>
                <a:gd name="connsiteY10" fmla="*/ 105564 h 205641"/>
                <a:gd name="connsiteX11" fmla="*/ 872641 w 1096122"/>
                <a:gd name="connsiteY11" fmla="*/ 147501 h 205641"/>
                <a:gd name="connsiteX12" fmla="*/ 755554 w 1096122"/>
                <a:gd name="connsiteY12" fmla="*/ 158439 h 205641"/>
                <a:gd name="connsiteX13" fmla="*/ 620556 w 1096122"/>
                <a:gd name="connsiteY13" fmla="*/ 177453 h 205641"/>
                <a:gd name="connsiteX14" fmla="*/ 550877 w 1096122"/>
                <a:gd name="connsiteY14" fmla="*/ 205514 h 205641"/>
                <a:gd name="connsiteX15" fmla="*/ 480494 w 1096122"/>
                <a:gd name="connsiteY15" fmla="*/ 182196 h 205641"/>
                <a:gd name="connsiteX16" fmla="*/ 337462 w 1096122"/>
                <a:gd name="connsiteY16" fmla="*/ 180183 h 205641"/>
                <a:gd name="connsiteX17" fmla="*/ 175229 w 1096122"/>
                <a:gd name="connsiteY17" fmla="*/ 180334 h 205641"/>
                <a:gd name="connsiteX18" fmla="*/ 1913 w 1096122"/>
                <a:gd name="connsiteY18" fmla="*/ 174146 h 205641"/>
                <a:gd name="connsiteX0" fmla="*/ 1001 w 1095210"/>
                <a:gd name="connsiteY0" fmla="*/ 174146 h 205641"/>
                <a:gd name="connsiteX1" fmla="*/ 106167 w 1095210"/>
                <a:gd name="connsiteY1" fmla="*/ 130721 h 205641"/>
                <a:gd name="connsiteX2" fmla="*/ 205146 w 1095210"/>
                <a:gd name="connsiteY2" fmla="*/ 90684 h 205641"/>
                <a:gd name="connsiteX3" fmla="*/ 341191 w 1095210"/>
                <a:gd name="connsiteY3" fmla="*/ 40690 h 205641"/>
                <a:gd name="connsiteX4" fmla="*/ 446145 w 1095210"/>
                <a:gd name="connsiteY4" fmla="*/ 8770 h 205641"/>
                <a:gd name="connsiteX5" fmla="*/ 533073 w 1095210"/>
                <a:gd name="connsiteY5" fmla="*/ 54785 h 205641"/>
                <a:gd name="connsiteX6" fmla="*/ 601036 w 1095210"/>
                <a:gd name="connsiteY6" fmla="*/ 583 h 205641"/>
                <a:gd name="connsiteX7" fmla="*/ 741069 w 1095210"/>
                <a:gd name="connsiteY7" fmla="*/ 27276 h 205641"/>
                <a:gd name="connsiteX8" fmla="*/ 880844 w 1095210"/>
                <a:gd name="connsiteY8" fmla="*/ 59423 h 205641"/>
                <a:gd name="connsiteX9" fmla="*/ 985315 w 1095210"/>
                <a:gd name="connsiteY9" fmla="*/ 80896 h 205641"/>
                <a:gd name="connsiteX10" fmla="*/ 1092710 w 1095210"/>
                <a:gd name="connsiteY10" fmla="*/ 105564 h 205641"/>
                <a:gd name="connsiteX11" fmla="*/ 871729 w 1095210"/>
                <a:gd name="connsiteY11" fmla="*/ 147501 h 205641"/>
                <a:gd name="connsiteX12" fmla="*/ 754642 w 1095210"/>
                <a:gd name="connsiteY12" fmla="*/ 158439 h 205641"/>
                <a:gd name="connsiteX13" fmla="*/ 619644 w 1095210"/>
                <a:gd name="connsiteY13" fmla="*/ 177453 h 205641"/>
                <a:gd name="connsiteX14" fmla="*/ 549965 w 1095210"/>
                <a:gd name="connsiteY14" fmla="*/ 205514 h 205641"/>
                <a:gd name="connsiteX15" fmla="*/ 479582 w 1095210"/>
                <a:gd name="connsiteY15" fmla="*/ 182196 h 205641"/>
                <a:gd name="connsiteX16" fmla="*/ 336550 w 1095210"/>
                <a:gd name="connsiteY16" fmla="*/ 180183 h 205641"/>
                <a:gd name="connsiteX17" fmla="*/ 174317 w 1095210"/>
                <a:gd name="connsiteY17" fmla="*/ 180334 h 205641"/>
                <a:gd name="connsiteX18" fmla="*/ 1001 w 1095210"/>
                <a:gd name="connsiteY18" fmla="*/ 174146 h 205641"/>
                <a:gd name="connsiteX0" fmla="*/ 1001 w 1095210"/>
                <a:gd name="connsiteY0" fmla="*/ 174146 h 205641"/>
                <a:gd name="connsiteX1" fmla="*/ 106167 w 1095210"/>
                <a:gd name="connsiteY1" fmla="*/ 130721 h 205641"/>
                <a:gd name="connsiteX2" fmla="*/ 217830 w 1095210"/>
                <a:gd name="connsiteY2" fmla="*/ 90056 h 205641"/>
                <a:gd name="connsiteX3" fmla="*/ 341191 w 1095210"/>
                <a:gd name="connsiteY3" fmla="*/ 40690 h 205641"/>
                <a:gd name="connsiteX4" fmla="*/ 446145 w 1095210"/>
                <a:gd name="connsiteY4" fmla="*/ 8770 h 205641"/>
                <a:gd name="connsiteX5" fmla="*/ 533073 w 1095210"/>
                <a:gd name="connsiteY5" fmla="*/ 54785 h 205641"/>
                <a:gd name="connsiteX6" fmla="*/ 601036 w 1095210"/>
                <a:gd name="connsiteY6" fmla="*/ 583 h 205641"/>
                <a:gd name="connsiteX7" fmla="*/ 741069 w 1095210"/>
                <a:gd name="connsiteY7" fmla="*/ 27276 h 205641"/>
                <a:gd name="connsiteX8" fmla="*/ 880844 w 1095210"/>
                <a:gd name="connsiteY8" fmla="*/ 59423 h 205641"/>
                <a:gd name="connsiteX9" fmla="*/ 985315 w 1095210"/>
                <a:gd name="connsiteY9" fmla="*/ 80896 h 205641"/>
                <a:gd name="connsiteX10" fmla="*/ 1092710 w 1095210"/>
                <a:gd name="connsiteY10" fmla="*/ 105564 h 205641"/>
                <a:gd name="connsiteX11" fmla="*/ 871729 w 1095210"/>
                <a:gd name="connsiteY11" fmla="*/ 147501 h 205641"/>
                <a:gd name="connsiteX12" fmla="*/ 754642 w 1095210"/>
                <a:gd name="connsiteY12" fmla="*/ 158439 h 205641"/>
                <a:gd name="connsiteX13" fmla="*/ 619644 w 1095210"/>
                <a:gd name="connsiteY13" fmla="*/ 177453 h 205641"/>
                <a:gd name="connsiteX14" fmla="*/ 549965 w 1095210"/>
                <a:gd name="connsiteY14" fmla="*/ 205514 h 205641"/>
                <a:gd name="connsiteX15" fmla="*/ 479582 w 1095210"/>
                <a:gd name="connsiteY15" fmla="*/ 182196 h 205641"/>
                <a:gd name="connsiteX16" fmla="*/ 336550 w 1095210"/>
                <a:gd name="connsiteY16" fmla="*/ 180183 h 205641"/>
                <a:gd name="connsiteX17" fmla="*/ 174317 w 1095210"/>
                <a:gd name="connsiteY17" fmla="*/ 180334 h 205641"/>
                <a:gd name="connsiteX18" fmla="*/ 1001 w 1095210"/>
                <a:gd name="connsiteY18" fmla="*/ 174146 h 205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95210" h="205641">
                  <a:moveTo>
                    <a:pt x="1001" y="174146"/>
                  </a:moveTo>
                  <a:cubicBezTo>
                    <a:pt x="-10357" y="165877"/>
                    <a:pt x="78168" y="145040"/>
                    <a:pt x="106167" y="130721"/>
                  </a:cubicBezTo>
                  <a:cubicBezTo>
                    <a:pt x="134166" y="116402"/>
                    <a:pt x="178659" y="105061"/>
                    <a:pt x="217830" y="90056"/>
                  </a:cubicBezTo>
                  <a:cubicBezTo>
                    <a:pt x="257001" y="75051"/>
                    <a:pt x="301656" y="59963"/>
                    <a:pt x="341191" y="40690"/>
                  </a:cubicBezTo>
                  <a:cubicBezTo>
                    <a:pt x="387382" y="27446"/>
                    <a:pt x="414165" y="6421"/>
                    <a:pt x="446145" y="8770"/>
                  </a:cubicBezTo>
                  <a:cubicBezTo>
                    <a:pt x="478125" y="11119"/>
                    <a:pt x="507258" y="56149"/>
                    <a:pt x="533073" y="54785"/>
                  </a:cubicBezTo>
                  <a:cubicBezTo>
                    <a:pt x="558888" y="53421"/>
                    <a:pt x="566370" y="5168"/>
                    <a:pt x="601036" y="583"/>
                  </a:cubicBezTo>
                  <a:cubicBezTo>
                    <a:pt x="635702" y="-4002"/>
                    <a:pt x="691720" y="19723"/>
                    <a:pt x="741069" y="27276"/>
                  </a:cubicBezTo>
                  <a:cubicBezTo>
                    <a:pt x="790418" y="34829"/>
                    <a:pt x="840136" y="50486"/>
                    <a:pt x="880844" y="59423"/>
                  </a:cubicBezTo>
                  <a:cubicBezTo>
                    <a:pt x="921552" y="68360"/>
                    <a:pt x="952718" y="70952"/>
                    <a:pt x="985315" y="80896"/>
                  </a:cubicBezTo>
                  <a:cubicBezTo>
                    <a:pt x="1017912" y="90840"/>
                    <a:pt x="1111641" y="94463"/>
                    <a:pt x="1092710" y="105564"/>
                  </a:cubicBezTo>
                  <a:cubicBezTo>
                    <a:pt x="1073779" y="116665"/>
                    <a:pt x="928074" y="138689"/>
                    <a:pt x="871729" y="147501"/>
                  </a:cubicBezTo>
                  <a:cubicBezTo>
                    <a:pt x="815384" y="156313"/>
                    <a:pt x="796656" y="153447"/>
                    <a:pt x="754642" y="158439"/>
                  </a:cubicBezTo>
                  <a:cubicBezTo>
                    <a:pt x="712628" y="163431"/>
                    <a:pt x="653757" y="169607"/>
                    <a:pt x="619644" y="177453"/>
                  </a:cubicBezTo>
                  <a:cubicBezTo>
                    <a:pt x="585531" y="185299"/>
                    <a:pt x="580673" y="203653"/>
                    <a:pt x="549965" y="205514"/>
                  </a:cubicBezTo>
                  <a:cubicBezTo>
                    <a:pt x="519257" y="207375"/>
                    <a:pt x="513124" y="188284"/>
                    <a:pt x="479582" y="182196"/>
                  </a:cubicBezTo>
                  <a:cubicBezTo>
                    <a:pt x="446040" y="176108"/>
                    <a:pt x="387427" y="180493"/>
                    <a:pt x="336550" y="180183"/>
                  </a:cubicBezTo>
                  <a:cubicBezTo>
                    <a:pt x="285673" y="179873"/>
                    <a:pt x="228464" y="181693"/>
                    <a:pt x="174317" y="180334"/>
                  </a:cubicBezTo>
                  <a:cubicBezTo>
                    <a:pt x="115945" y="180420"/>
                    <a:pt x="12359" y="182415"/>
                    <a:pt x="1001" y="174146"/>
                  </a:cubicBezTo>
                  <a:close/>
                </a:path>
              </a:pathLst>
            </a:custGeom>
            <a:gradFill>
              <a:gsLst>
                <a:gs pos="89000">
                  <a:srgbClr val="F7C6BF"/>
                </a:gs>
                <a:gs pos="52000">
                  <a:srgbClr val="F7A8A5"/>
                </a:gs>
                <a:gs pos="33000">
                  <a:srgbClr val="F6A4A4"/>
                </a:gs>
              </a:gsLst>
              <a:lin ang="16200000" scaled="1"/>
            </a:gradFill>
            <a:ln>
              <a:solidFill>
                <a:srgbClr val="FF65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56AA8E4F-BFE3-4512-A7E5-22563C2E639E}"/>
              </a:ext>
            </a:extLst>
          </p:cNvPr>
          <p:cNvSpPr txBox="1"/>
          <p:nvPr/>
        </p:nvSpPr>
        <p:spPr>
          <a:xfrm>
            <a:off x="743493" y="2314323"/>
            <a:ext cx="1139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ambient air (21% FiO</a:t>
            </a:r>
            <a:r>
              <a:rPr lang="en-US" sz="1400" baseline="-25000" dirty="0">
                <a:solidFill>
                  <a:srgbClr val="FF0000"/>
                </a:solidFill>
              </a:rPr>
              <a:t>2</a:t>
            </a:r>
            <a:r>
              <a:rPr lang="en-US" sz="1400" dirty="0">
                <a:solidFill>
                  <a:srgbClr val="FF0000"/>
                </a:solidFill>
              </a:rPr>
              <a:t>) 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DB8018BC-B5DD-40EA-863F-84B2E3B7F9F9}"/>
              </a:ext>
            </a:extLst>
          </p:cNvPr>
          <p:cNvSpPr/>
          <p:nvPr/>
        </p:nvSpPr>
        <p:spPr>
          <a:xfrm rot="576092">
            <a:off x="2953577" y="2674014"/>
            <a:ext cx="217202" cy="355649"/>
          </a:xfrm>
          <a:custGeom>
            <a:avLst/>
            <a:gdLst>
              <a:gd name="connsiteX0" fmla="*/ 238624 w 315502"/>
              <a:gd name="connsiteY0" fmla="*/ 34813 h 366709"/>
              <a:gd name="connsiteX1" fmla="*/ 111624 w 315502"/>
              <a:gd name="connsiteY1" fmla="*/ 9413 h 366709"/>
              <a:gd name="connsiteX2" fmla="*/ 1557 w 315502"/>
              <a:gd name="connsiteY2" fmla="*/ 144880 h 366709"/>
              <a:gd name="connsiteX3" fmla="*/ 52357 w 315502"/>
              <a:gd name="connsiteY3" fmla="*/ 348080 h 366709"/>
              <a:gd name="connsiteX4" fmla="*/ 128557 w 315502"/>
              <a:gd name="connsiteY4" fmla="*/ 356547 h 366709"/>
              <a:gd name="connsiteX5" fmla="*/ 187824 w 315502"/>
              <a:gd name="connsiteY5" fmla="*/ 339613 h 366709"/>
              <a:gd name="connsiteX6" fmla="*/ 314824 w 315502"/>
              <a:gd name="connsiteY6" fmla="*/ 322680 h 366709"/>
              <a:gd name="connsiteX7" fmla="*/ 238624 w 315502"/>
              <a:gd name="connsiteY7" fmla="*/ 221080 h 366709"/>
              <a:gd name="connsiteX8" fmla="*/ 238624 w 315502"/>
              <a:gd name="connsiteY8" fmla="*/ 34813 h 366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5502" h="366709">
                <a:moveTo>
                  <a:pt x="238624" y="34813"/>
                </a:moveTo>
                <a:cubicBezTo>
                  <a:pt x="217457" y="-465"/>
                  <a:pt x="151135" y="-8931"/>
                  <a:pt x="111624" y="9413"/>
                </a:cubicBezTo>
                <a:cubicBezTo>
                  <a:pt x="72113" y="27757"/>
                  <a:pt x="11435" y="88436"/>
                  <a:pt x="1557" y="144880"/>
                </a:cubicBezTo>
                <a:cubicBezTo>
                  <a:pt x="-8321" y="201324"/>
                  <a:pt x="31190" y="312802"/>
                  <a:pt x="52357" y="348080"/>
                </a:cubicBezTo>
                <a:cubicBezTo>
                  <a:pt x="73524" y="383358"/>
                  <a:pt x="105979" y="357958"/>
                  <a:pt x="128557" y="356547"/>
                </a:cubicBezTo>
                <a:cubicBezTo>
                  <a:pt x="151135" y="355136"/>
                  <a:pt x="156779" y="345258"/>
                  <a:pt x="187824" y="339613"/>
                </a:cubicBezTo>
                <a:cubicBezTo>
                  <a:pt x="218868" y="333969"/>
                  <a:pt x="306357" y="342435"/>
                  <a:pt x="314824" y="322680"/>
                </a:cubicBezTo>
                <a:cubicBezTo>
                  <a:pt x="323291" y="302925"/>
                  <a:pt x="249913" y="264824"/>
                  <a:pt x="238624" y="221080"/>
                </a:cubicBezTo>
                <a:cubicBezTo>
                  <a:pt x="227335" y="177336"/>
                  <a:pt x="259791" y="70091"/>
                  <a:pt x="238624" y="34813"/>
                </a:cubicBezTo>
                <a:close/>
              </a:path>
            </a:pathLst>
          </a:custGeom>
          <a:gradFill flip="none" rotWithShape="1">
            <a:gsLst>
              <a:gs pos="71000">
                <a:schemeClr val="accent2">
                  <a:lumMod val="20000"/>
                  <a:lumOff val="80000"/>
                </a:schemeClr>
              </a:gs>
              <a:gs pos="31000">
                <a:srgbClr val="F8CCAE"/>
              </a:gs>
              <a:gs pos="0">
                <a:srgbClr val="F6C3A0"/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35000">
                  <a:schemeClr val="accent2">
                    <a:lumMod val="20000"/>
                    <a:lumOff val="80000"/>
                  </a:schemeClr>
                </a:gs>
                <a:gs pos="65000">
                  <a:schemeClr val="accent2">
                    <a:lumMod val="60000"/>
                    <a:lumOff val="40000"/>
                  </a:schemeClr>
                </a:gs>
                <a:gs pos="83000">
                  <a:schemeClr val="accent2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08" name="Ink 407">
                <a:extLst>
                  <a:ext uri="{FF2B5EF4-FFF2-40B4-BE49-F238E27FC236}">
                    <a16:creationId xmlns:a16="http://schemas.microsoft.com/office/drawing/2014/main" id="{1C4701AD-0D5C-472B-8752-3A9B6651AC98}"/>
                  </a:ext>
                </a:extLst>
              </p14:cNvPr>
              <p14:cNvContentPartPr/>
              <p14:nvPr/>
            </p14:nvContentPartPr>
            <p14:xfrm>
              <a:off x="4494466" y="2849445"/>
              <a:ext cx="182" cy="184"/>
            </p14:xfrm>
          </p:contentPart>
        </mc:Choice>
        <mc:Fallback xmlns="">
          <p:pic>
            <p:nvPicPr>
              <p:cNvPr id="408" name="Ink 407">
                <a:extLst>
                  <a:ext uri="{FF2B5EF4-FFF2-40B4-BE49-F238E27FC236}">
                    <a16:creationId xmlns:a16="http://schemas.microsoft.com/office/drawing/2014/main" id="{1C4701AD-0D5C-472B-8752-3A9B6651AC9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92282" y="2847237"/>
                <a:ext cx="4186" cy="4232"/>
              </a:xfrm>
              <a:prstGeom prst="rect">
                <a:avLst/>
              </a:prstGeom>
            </p:spPr>
          </p:pic>
        </mc:Fallback>
      </mc:AlternateContent>
      <p:sp>
        <p:nvSpPr>
          <p:cNvPr id="431" name="Freeform: Shape 430">
            <a:extLst>
              <a:ext uri="{FF2B5EF4-FFF2-40B4-BE49-F238E27FC236}">
                <a16:creationId xmlns:a16="http://schemas.microsoft.com/office/drawing/2014/main" id="{3F177437-19BB-42CB-A7DF-B9037781AFFF}"/>
              </a:ext>
            </a:extLst>
          </p:cNvPr>
          <p:cNvSpPr/>
          <p:nvPr/>
        </p:nvSpPr>
        <p:spPr>
          <a:xfrm>
            <a:off x="1592489" y="2515634"/>
            <a:ext cx="1329510" cy="416389"/>
          </a:xfrm>
          <a:custGeom>
            <a:avLst/>
            <a:gdLst>
              <a:gd name="connsiteX0" fmla="*/ 0 w 1409700"/>
              <a:gd name="connsiteY0" fmla="*/ 1389631 h 1389631"/>
              <a:gd name="connsiteX1" fmla="*/ 431800 w 1409700"/>
              <a:gd name="connsiteY1" fmla="*/ 272031 h 1389631"/>
              <a:gd name="connsiteX2" fmla="*/ 1092200 w 1409700"/>
              <a:gd name="connsiteY2" fmla="*/ 5331 h 1389631"/>
              <a:gd name="connsiteX3" fmla="*/ 1409700 w 1409700"/>
              <a:gd name="connsiteY3" fmla="*/ 119631 h 1389631"/>
              <a:gd name="connsiteX0" fmla="*/ 0 w 1431951"/>
              <a:gd name="connsiteY0" fmla="*/ 1385586 h 1385586"/>
              <a:gd name="connsiteX1" fmla="*/ 431800 w 1431951"/>
              <a:gd name="connsiteY1" fmla="*/ 267986 h 1385586"/>
              <a:gd name="connsiteX2" fmla="*/ 1092200 w 1431951"/>
              <a:gd name="connsiteY2" fmla="*/ 1286 h 1385586"/>
              <a:gd name="connsiteX3" fmla="*/ 1431951 w 1431951"/>
              <a:gd name="connsiteY3" fmla="*/ 404357 h 1385586"/>
              <a:gd name="connsiteX0" fmla="*/ 0 w 1431951"/>
              <a:gd name="connsiteY0" fmla="*/ 1388337 h 1388337"/>
              <a:gd name="connsiteX1" fmla="*/ 431800 w 1431951"/>
              <a:gd name="connsiteY1" fmla="*/ 270737 h 1388337"/>
              <a:gd name="connsiteX2" fmla="*/ 1092200 w 1431951"/>
              <a:gd name="connsiteY2" fmla="*/ 4037 h 1388337"/>
              <a:gd name="connsiteX3" fmla="*/ 1431951 w 1431951"/>
              <a:gd name="connsiteY3" fmla="*/ 407108 h 1388337"/>
              <a:gd name="connsiteX0" fmla="*/ 0 w 1443076"/>
              <a:gd name="connsiteY0" fmla="*/ 1388337 h 1388337"/>
              <a:gd name="connsiteX1" fmla="*/ 431800 w 1443076"/>
              <a:gd name="connsiteY1" fmla="*/ 270737 h 1388337"/>
              <a:gd name="connsiteX2" fmla="*/ 1092200 w 1443076"/>
              <a:gd name="connsiteY2" fmla="*/ 4037 h 1388337"/>
              <a:gd name="connsiteX3" fmla="*/ 1443076 w 1443076"/>
              <a:gd name="connsiteY3" fmla="*/ 407108 h 1388337"/>
              <a:gd name="connsiteX0" fmla="*/ 0 w 1431951"/>
              <a:gd name="connsiteY0" fmla="*/ 1387589 h 1387589"/>
              <a:gd name="connsiteX1" fmla="*/ 431800 w 1431951"/>
              <a:gd name="connsiteY1" fmla="*/ 269989 h 1387589"/>
              <a:gd name="connsiteX2" fmla="*/ 1092200 w 1431951"/>
              <a:gd name="connsiteY2" fmla="*/ 3289 h 1387589"/>
              <a:gd name="connsiteX3" fmla="*/ 1431951 w 1431951"/>
              <a:gd name="connsiteY3" fmla="*/ 436233 h 1387589"/>
              <a:gd name="connsiteX0" fmla="*/ 0 w 1249893"/>
              <a:gd name="connsiteY0" fmla="*/ 354090 h 436233"/>
              <a:gd name="connsiteX1" fmla="*/ 249742 w 1249893"/>
              <a:gd name="connsiteY1" fmla="*/ 269989 h 436233"/>
              <a:gd name="connsiteX2" fmla="*/ 910142 w 1249893"/>
              <a:gd name="connsiteY2" fmla="*/ 3289 h 436233"/>
              <a:gd name="connsiteX3" fmla="*/ 1249893 w 1249893"/>
              <a:gd name="connsiteY3" fmla="*/ 436233 h 436233"/>
              <a:gd name="connsiteX0" fmla="*/ 0 w 1249893"/>
              <a:gd name="connsiteY0" fmla="*/ 354090 h 436233"/>
              <a:gd name="connsiteX1" fmla="*/ 688335 w 1249893"/>
              <a:gd name="connsiteY1" fmla="*/ 35989 h 436233"/>
              <a:gd name="connsiteX2" fmla="*/ 910142 w 1249893"/>
              <a:gd name="connsiteY2" fmla="*/ 3289 h 436233"/>
              <a:gd name="connsiteX3" fmla="*/ 1249893 w 1249893"/>
              <a:gd name="connsiteY3" fmla="*/ 436233 h 436233"/>
              <a:gd name="connsiteX0" fmla="*/ 0 w 1249893"/>
              <a:gd name="connsiteY0" fmla="*/ 354090 h 436233"/>
              <a:gd name="connsiteX1" fmla="*/ 688335 w 1249893"/>
              <a:gd name="connsiteY1" fmla="*/ 35989 h 436233"/>
              <a:gd name="connsiteX2" fmla="*/ 910142 w 1249893"/>
              <a:gd name="connsiteY2" fmla="*/ 3289 h 436233"/>
              <a:gd name="connsiteX3" fmla="*/ 1249893 w 1249893"/>
              <a:gd name="connsiteY3" fmla="*/ 436233 h 436233"/>
              <a:gd name="connsiteX0" fmla="*/ 0 w 1249893"/>
              <a:gd name="connsiteY0" fmla="*/ 431425 h 513568"/>
              <a:gd name="connsiteX1" fmla="*/ 704886 w 1249893"/>
              <a:gd name="connsiteY1" fmla="*/ 6074 h 513568"/>
              <a:gd name="connsiteX2" fmla="*/ 910142 w 1249893"/>
              <a:gd name="connsiteY2" fmla="*/ 80624 h 513568"/>
              <a:gd name="connsiteX3" fmla="*/ 1249893 w 1249893"/>
              <a:gd name="connsiteY3" fmla="*/ 513568 h 513568"/>
              <a:gd name="connsiteX0" fmla="*/ 0 w 1249893"/>
              <a:gd name="connsiteY0" fmla="*/ 444195 h 526338"/>
              <a:gd name="connsiteX1" fmla="*/ 704886 w 1249893"/>
              <a:gd name="connsiteY1" fmla="*/ 18844 h 526338"/>
              <a:gd name="connsiteX2" fmla="*/ 943243 w 1249893"/>
              <a:gd name="connsiteY2" fmla="*/ 54394 h 526338"/>
              <a:gd name="connsiteX3" fmla="*/ 1249893 w 1249893"/>
              <a:gd name="connsiteY3" fmla="*/ 526338 h 526338"/>
              <a:gd name="connsiteX0" fmla="*/ 0 w 1249893"/>
              <a:gd name="connsiteY0" fmla="*/ 456727 h 538870"/>
              <a:gd name="connsiteX1" fmla="*/ 704886 w 1249893"/>
              <a:gd name="connsiteY1" fmla="*/ 31376 h 538870"/>
              <a:gd name="connsiteX2" fmla="*/ 943243 w 1249893"/>
              <a:gd name="connsiteY2" fmla="*/ 66926 h 538870"/>
              <a:gd name="connsiteX3" fmla="*/ 1249893 w 1249893"/>
              <a:gd name="connsiteY3" fmla="*/ 538870 h 538870"/>
              <a:gd name="connsiteX0" fmla="*/ 0 w 1249893"/>
              <a:gd name="connsiteY0" fmla="*/ 456727 h 538870"/>
              <a:gd name="connsiteX1" fmla="*/ 704886 w 1249893"/>
              <a:gd name="connsiteY1" fmla="*/ 31376 h 538870"/>
              <a:gd name="connsiteX2" fmla="*/ 943243 w 1249893"/>
              <a:gd name="connsiteY2" fmla="*/ 66926 h 538870"/>
              <a:gd name="connsiteX3" fmla="*/ 1249893 w 1249893"/>
              <a:gd name="connsiteY3" fmla="*/ 538870 h 538870"/>
              <a:gd name="connsiteX0" fmla="*/ 0 w 1249893"/>
              <a:gd name="connsiteY0" fmla="*/ 454554 h 536697"/>
              <a:gd name="connsiteX1" fmla="*/ 704886 w 1249893"/>
              <a:gd name="connsiteY1" fmla="*/ 29203 h 536697"/>
              <a:gd name="connsiteX2" fmla="*/ 943243 w 1249893"/>
              <a:gd name="connsiteY2" fmla="*/ 64753 h 536697"/>
              <a:gd name="connsiteX3" fmla="*/ 1249893 w 1249893"/>
              <a:gd name="connsiteY3" fmla="*/ 536697 h 536697"/>
              <a:gd name="connsiteX0" fmla="*/ 0 w 1249893"/>
              <a:gd name="connsiteY0" fmla="*/ 434394 h 516537"/>
              <a:gd name="connsiteX1" fmla="*/ 464901 w 1249893"/>
              <a:gd name="connsiteY1" fmla="*/ 38292 h 516537"/>
              <a:gd name="connsiteX2" fmla="*/ 943243 w 1249893"/>
              <a:gd name="connsiteY2" fmla="*/ 44593 h 516537"/>
              <a:gd name="connsiteX3" fmla="*/ 1249893 w 1249893"/>
              <a:gd name="connsiteY3" fmla="*/ 516537 h 516537"/>
              <a:gd name="connsiteX0" fmla="*/ 0 w 1249893"/>
              <a:gd name="connsiteY0" fmla="*/ 422450 h 504593"/>
              <a:gd name="connsiteX1" fmla="*/ 464901 w 1249893"/>
              <a:gd name="connsiteY1" fmla="*/ 26348 h 504593"/>
              <a:gd name="connsiteX2" fmla="*/ 943243 w 1249893"/>
              <a:gd name="connsiteY2" fmla="*/ 32649 h 504593"/>
              <a:gd name="connsiteX3" fmla="*/ 1249893 w 1249893"/>
              <a:gd name="connsiteY3" fmla="*/ 504593 h 504593"/>
              <a:gd name="connsiteX0" fmla="*/ 0 w 1249893"/>
              <a:gd name="connsiteY0" fmla="*/ 446929 h 529072"/>
              <a:gd name="connsiteX1" fmla="*/ 464901 w 1249893"/>
              <a:gd name="connsiteY1" fmla="*/ 50827 h 529072"/>
              <a:gd name="connsiteX2" fmla="*/ 943243 w 1249893"/>
              <a:gd name="connsiteY2" fmla="*/ 57128 h 529072"/>
              <a:gd name="connsiteX3" fmla="*/ 1249893 w 1249893"/>
              <a:gd name="connsiteY3" fmla="*/ 529072 h 529072"/>
              <a:gd name="connsiteX0" fmla="*/ 0 w 1249893"/>
              <a:gd name="connsiteY0" fmla="*/ 426314 h 508457"/>
              <a:gd name="connsiteX1" fmla="*/ 464901 w 1249893"/>
              <a:gd name="connsiteY1" fmla="*/ 30212 h 508457"/>
              <a:gd name="connsiteX2" fmla="*/ 943243 w 1249893"/>
              <a:gd name="connsiteY2" fmla="*/ 36513 h 508457"/>
              <a:gd name="connsiteX3" fmla="*/ 1249893 w 1249893"/>
              <a:gd name="connsiteY3" fmla="*/ 508457 h 508457"/>
              <a:gd name="connsiteX0" fmla="*/ 0 w 1249893"/>
              <a:gd name="connsiteY0" fmla="*/ 438534 h 520677"/>
              <a:gd name="connsiteX1" fmla="*/ 464901 w 1249893"/>
              <a:gd name="connsiteY1" fmla="*/ 42432 h 520677"/>
              <a:gd name="connsiteX2" fmla="*/ 943243 w 1249893"/>
              <a:gd name="connsiteY2" fmla="*/ 48733 h 520677"/>
              <a:gd name="connsiteX3" fmla="*/ 1249893 w 1249893"/>
              <a:gd name="connsiteY3" fmla="*/ 520677 h 520677"/>
              <a:gd name="connsiteX0" fmla="*/ 0 w 1357472"/>
              <a:gd name="connsiteY0" fmla="*/ 259610 h 527001"/>
              <a:gd name="connsiteX1" fmla="*/ 572480 w 1357472"/>
              <a:gd name="connsiteY1" fmla="*/ 48756 h 527001"/>
              <a:gd name="connsiteX2" fmla="*/ 1050822 w 1357472"/>
              <a:gd name="connsiteY2" fmla="*/ 55057 h 527001"/>
              <a:gd name="connsiteX3" fmla="*/ 1357472 w 1357472"/>
              <a:gd name="connsiteY3" fmla="*/ 527001 h 527001"/>
              <a:gd name="connsiteX0" fmla="*/ 0 w 1357472"/>
              <a:gd name="connsiteY0" fmla="*/ 236576 h 503967"/>
              <a:gd name="connsiteX1" fmla="*/ 572480 w 1357472"/>
              <a:gd name="connsiteY1" fmla="*/ 25722 h 503967"/>
              <a:gd name="connsiteX2" fmla="*/ 1050822 w 1357472"/>
              <a:gd name="connsiteY2" fmla="*/ 32023 h 503967"/>
              <a:gd name="connsiteX3" fmla="*/ 1357472 w 1357472"/>
              <a:gd name="connsiteY3" fmla="*/ 503967 h 503967"/>
              <a:gd name="connsiteX0" fmla="*/ 0 w 1357472"/>
              <a:gd name="connsiteY0" fmla="*/ 236574 h 503965"/>
              <a:gd name="connsiteX1" fmla="*/ 572480 w 1357472"/>
              <a:gd name="connsiteY1" fmla="*/ 25720 h 503965"/>
              <a:gd name="connsiteX2" fmla="*/ 1050822 w 1357472"/>
              <a:gd name="connsiteY2" fmla="*/ 32021 h 503965"/>
              <a:gd name="connsiteX3" fmla="*/ 1357472 w 1357472"/>
              <a:gd name="connsiteY3" fmla="*/ 503965 h 503965"/>
              <a:gd name="connsiteX0" fmla="*/ 0 w 1732621"/>
              <a:gd name="connsiteY0" fmla="*/ 48571 h 679959"/>
              <a:gd name="connsiteX1" fmla="*/ 947629 w 1732621"/>
              <a:gd name="connsiteY1" fmla="*/ 201714 h 679959"/>
              <a:gd name="connsiteX2" fmla="*/ 1425971 w 1732621"/>
              <a:gd name="connsiteY2" fmla="*/ 208015 h 679959"/>
              <a:gd name="connsiteX3" fmla="*/ 1732621 w 1732621"/>
              <a:gd name="connsiteY3" fmla="*/ 679959 h 679959"/>
              <a:gd name="connsiteX0" fmla="*/ 0 w 1732621"/>
              <a:gd name="connsiteY0" fmla="*/ 3955 h 635343"/>
              <a:gd name="connsiteX1" fmla="*/ 947629 w 1732621"/>
              <a:gd name="connsiteY1" fmla="*/ 157098 h 635343"/>
              <a:gd name="connsiteX2" fmla="*/ 1425971 w 1732621"/>
              <a:gd name="connsiteY2" fmla="*/ 163399 h 635343"/>
              <a:gd name="connsiteX3" fmla="*/ 1732621 w 1732621"/>
              <a:gd name="connsiteY3" fmla="*/ 635343 h 635343"/>
              <a:gd name="connsiteX0" fmla="*/ 0 w 1732621"/>
              <a:gd name="connsiteY0" fmla="*/ 7947 h 639335"/>
              <a:gd name="connsiteX1" fmla="*/ 947629 w 1732621"/>
              <a:gd name="connsiteY1" fmla="*/ 70091 h 639335"/>
              <a:gd name="connsiteX2" fmla="*/ 1425971 w 1732621"/>
              <a:gd name="connsiteY2" fmla="*/ 167391 h 639335"/>
              <a:gd name="connsiteX3" fmla="*/ 1732621 w 1732621"/>
              <a:gd name="connsiteY3" fmla="*/ 639335 h 639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2621" h="639335">
                <a:moveTo>
                  <a:pt x="0" y="7947"/>
                </a:moveTo>
                <a:cubicBezTo>
                  <a:pt x="461413" y="-22747"/>
                  <a:pt x="709967" y="43517"/>
                  <a:pt x="947629" y="70091"/>
                </a:cubicBezTo>
                <a:cubicBezTo>
                  <a:pt x="1185291" y="96665"/>
                  <a:pt x="1163684" y="124541"/>
                  <a:pt x="1425971" y="167391"/>
                </a:cubicBezTo>
                <a:cubicBezTo>
                  <a:pt x="1613781" y="229741"/>
                  <a:pt x="1710989" y="300630"/>
                  <a:pt x="1732621" y="639335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8" name="Freeform: Shape 437">
            <a:extLst>
              <a:ext uri="{FF2B5EF4-FFF2-40B4-BE49-F238E27FC236}">
                <a16:creationId xmlns:a16="http://schemas.microsoft.com/office/drawing/2014/main" id="{A40033F8-DAD2-474D-88C8-85600DB6716D}"/>
              </a:ext>
            </a:extLst>
          </p:cNvPr>
          <p:cNvSpPr/>
          <p:nvPr/>
        </p:nvSpPr>
        <p:spPr>
          <a:xfrm>
            <a:off x="3798834" y="1944780"/>
            <a:ext cx="822966" cy="795980"/>
          </a:xfrm>
          <a:custGeom>
            <a:avLst/>
            <a:gdLst>
              <a:gd name="connsiteX0" fmla="*/ 37446 w 1113770"/>
              <a:gd name="connsiteY0" fmla="*/ 970811 h 1041476"/>
              <a:gd name="connsiteX1" fmla="*/ 431146 w 1113770"/>
              <a:gd name="connsiteY1" fmla="*/ 793011 h 1041476"/>
              <a:gd name="connsiteX2" fmla="*/ 913746 w 1113770"/>
              <a:gd name="connsiteY2" fmla="*/ 348511 h 1041476"/>
              <a:gd name="connsiteX3" fmla="*/ 1091546 w 1113770"/>
              <a:gd name="connsiteY3" fmla="*/ 5611 h 1041476"/>
              <a:gd name="connsiteX4" fmla="*/ 1091546 w 1113770"/>
              <a:gd name="connsiteY4" fmla="*/ 158011 h 1041476"/>
              <a:gd name="connsiteX5" fmla="*/ 913746 w 1113770"/>
              <a:gd name="connsiteY5" fmla="*/ 450111 h 1041476"/>
              <a:gd name="connsiteX6" fmla="*/ 608946 w 1113770"/>
              <a:gd name="connsiteY6" fmla="*/ 754911 h 1041476"/>
              <a:gd name="connsiteX7" fmla="*/ 227946 w 1113770"/>
              <a:gd name="connsiteY7" fmla="*/ 983511 h 1041476"/>
              <a:gd name="connsiteX8" fmla="*/ 100946 w 1113770"/>
              <a:gd name="connsiteY8" fmla="*/ 1034311 h 1041476"/>
              <a:gd name="connsiteX9" fmla="*/ 24746 w 1113770"/>
              <a:gd name="connsiteY9" fmla="*/ 1034311 h 1041476"/>
              <a:gd name="connsiteX10" fmla="*/ 37446 w 1113770"/>
              <a:gd name="connsiteY10" fmla="*/ 970811 h 1041476"/>
              <a:gd name="connsiteX0" fmla="*/ 44066 w 1101340"/>
              <a:gd name="connsiteY0" fmla="*/ 970811 h 1041476"/>
              <a:gd name="connsiteX1" fmla="*/ 418716 w 1101340"/>
              <a:gd name="connsiteY1" fmla="*/ 793011 h 1041476"/>
              <a:gd name="connsiteX2" fmla="*/ 901316 w 1101340"/>
              <a:gd name="connsiteY2" fmla="*/ 348511 h 1041476"/>
              <a:gd name="connsiteX3" fmla="*/ 1079116 w 1101340"/>
              <a:gd name="connsiteY3" fmla="*/ 5611 h 1041476"/>
              <a:gd name="connsiteX4" fmla="*/ 1079116 w 1101340"/>
              <a:gd name="connsiteY4" fmla="*/ 158011 h 1041476"/>
              <a:gd name="connsiteX5" fmla="*/ 901316 w 1101340"/>
              <a:gd name="connsiteY5" fmla="*/ 450111 h 1041476"/>
              <a:gd name="connsiteX6" fmla="*/ 596516 w 1101340"/>
              <a:gd name="connsiteY6" fmla="*/ 754911 h 1041476"/>
              <a:gd name="connsiteX7" fmla="*/ 215516 w 1101340"/>
              <a:gd name="connsiteY7" fmla="*/ 983511 h 1041476"/>
              <a:gd name="connsiteX8" fmla="*/ 88516 w 1101340"/>
              <a:gd name="connsiteY8" fmla="*/ 1034311 h 1041476"/>
              <a:gd name="connsiteX9" fmla="*/ 12316 w 1101340"/>
              <a:gd name="connsiteY9" fmla="*/ 1034311 h 1041476"/>
              <a:gd name="connsiteX10" fmla="*/ 44066 w 1101340"/>
              <a:gd name="connsiteY10" fmla="*/ 970811 h 1041476"/>
              <a:gd name="connsiteX0" fmla="*/ 44848 w 1102122"/>
              <a:gd name="connsiteY0" fmla="*/ 970811 h 1041476"/>
              <a:gd name="connsiteX1" fmla="*/ 432198 w 1102122"/>
              <a:gd name="connsiteY1" fmla="*/ 773961 h 1041476"/>
              <a:gd name="connsiteX2" fmla="*/ 902098 w 1102122"/>
              <a:gd name="connsiteY2" fmla="*/ 348511 h 1041476"/>
              <a:gd name="connsiteX3" fmla="*/ 1079898 w 1102122"/>
              <a:gd name="connsiteY3" fmla="*/ 5611 h 1041476"/>
              <a:gd name="connsiteX4" fmla="*/ 1079898 w 1102122"/>
              <a:gd name="connsiteY4" fmla="*/ 158011 h 1041476"/>
              <a:gd name="connsiteX5" fmla="*/ 902098 w 1102122"/>
              <a:gd name="connsiteY5" fmla="*/ 450111 h 1041476"/>
              <a:gd name="connsiteX6" fmla="*/ 597298 w 1102122"/>
              <a:gd name="connsiteY6" fmla="*/ 754911 h 1041476"/>
              <a:gd name="connsiteX7" fmla="*/ 216298 w 1102122"/>
              <a:gd name="connsiteY7" fmla="*/ 983511 h 1041476"/>
              <a:gd name="connsiteX8" fmla="*/ 89298 w 1102122"/>
              <a:gd name="connsiteY8" fmla="*/ 1034311 h 1041476"/>
              <a:gd name="connsiteX9" fmla="*/ 13098 w 1102122"/>
              <a:gd name="connsiteY9" fmla="*/ 1034311 h 1041476"/>
              <a:gd name="connsiteX10" fmla="*/ 44848 w 1102122"/>
              <a:gd name="connsiteY10" fmla="*/ 970811 h 1041476"/>
              <a:gd name="connsiteX0" fmla="*/ 44848 w 1102122"/>
              <a:gd name="connsiteY0" fmla="*/ 970811 h 1041476"/>
              <a:gd name="connsiteX1" fmla="*/ 432198 w 1102122"/>
              <a:gd name="connsiteY1" fmla="*/ 773961 h 1041476"/>
              <a:gd name="connsiteX2" fmla="*/ 902098 w 1102122"/>
              <a:gd name="connsiteY2" fmla="*/ 348511 h 1041476"/>
              <a:gd name="connsiteX3" fmla="*/ 1079898 w 1102122"/>
              <a:gd name="connsiteY3" fmla="*/ 5611 h 1041476"/>
              <a:gd name="connsiteX4" fmla="*/ 1079898 w 1102122"/>
              <a:gd name="connsiteY4" fmla="*/ 158011 h 1041476"/>
              <a:gd name="connsiteX5" fmla="*/ 902098 w 1102122"/>
              <a:gd name="connsiteY5" fmla="*/ 450111 h 1041476"/>
              <a:gd name="connsiteX6" fmla="*/ 609998 w 1102122"/>
              <a:gd name="connsiteY6" fmla="*/ 729511 h 1041476"/>
              <a:gd name="connsiteX7" fmla="*/ 216298 w 1102122"/>
              <a:gd name="connsiteY7" fmla="*/ 983511 h 1041476"/>
              <a:gd name="connsiteX8" fmla="*/ 89298 w 1102122"/>
              <a:gd name="connsiteY8" fmla="*/ 1034311 h 1041476"/>
              <a:gd name="connsiteX9" fmla="*/ 13098 w 1102122"/>
              <a:gd name="connsiteY9" fmla="*/ 1034311 h 1041476"/>
              <a:gd name="connsiteX10" fmla="*/ 44848 w 1102122"/>
              <a:gd name="connsiteY10" fmla="*/ 970811 h 1041476"/>
              <a:gd name="connsiteX0" fmla="*/ 44848 w 1102122"/>
              <a:gd name="connsiteY0" fmla="*/ 970811 h 1041476"/>
              <a:gd name="connsiteX1" fmla="*/ 432198 w 1102122"/>
              <a:gd name="connsiteY1" fmla="*/ 773961 h 1041476"/>
              <a:gd name="connsiteX2" fmla="*/ 902098 w 1102122"/>
              <a:gd name="connsiteY2" fmla="*/ 348511 h 1041476"/>
              <a:gd name="connsiteX3" fmla="*/ 1079898 w 1102122"/>
              <a:gd name="connsiteY3" fmla="*/ 5611 h 1041476"/>
              <a:gd name="connsiteX4" fmla="*/ 1079898 w 1102122"/>
              <a:gd name="connsiteY4" fmla="*/ 158011 h 1041476"/>
              <a:gd name="connsiteX5" fmla="*/ 902098 w 1102122"/>
              <a:gd name="connsiteY5" fmla="*/ 450111 h 1041476"/>
              <a:gd name="connsiteX6" fmla="*/ 609998 w 1102122"/>
              <a:gd name="connsiteY6" fmla="*/ 729511 h 1041476"/>
              <a:gd name="connsiteX7" fmla="*/ 241698 w 1102122"/>
              <a:gd name="connsiteY7" fmla="*/ 977161 h 1041476"/>
              <a:gd name="connsiteX8" fmla="*/ 89298 w 1102122"/>
              <a:gd name="connsiteY8" fmla="*/ 1034311 h 1041476"/>
              <a:gd name="connsiteX9" fmla="*/ 13098 w 1102122"/>
              <a:gd name="connsiteY9" fmla="*/ 1034311 h 1041476"/>
              <a:gd name="connsiteX10" fmla="*/ 44848 w 1102122"/>
              <a:gd name="connsiteY10" fmla="*/ 970811 h 1041476"/>
              <a:gd name="connsiteX0" fmla="*/ 44848 w 1102122"/>
              <a:gd name="connsiteY0" fmla="*/ 970811 h 1041476"/>
              <a:gd name="connsiteX1" fmla="*/ 432198 w 1102122"/>
              <a:gd name="connsiteY1" fmla="*/ 773961 h 1041476"/>
              <a:gd name="connsiteX2" fmla="*/ 902098 w 1102122"/>
              <a:gd name="connsiteY2" fmla="*/ 348511 h 1041476"/>
              <a:gd name="connsiteX3" fmla="*/ 1079898 w 1102122"/>
              <a:gd name="connsiteY3" fmla="*/ 5611 h 1041476"/>
              <a:gd name="connsiteX4" fmla="*/ 1079898 w 1102122"/>
              <a:gd name="connsiteY4" fmla="*/ 158011 h 1041476"/>
              <a:gd name="connsiteX5" fmla="*/ 902098 w 1102122"/>
              <a:gd name="connsiteY5" fmla="*/ 450111 h 1041476"/>
              <a:gd name="connsiteX6" fmla="*/ 609998 w 1102122"/>
              <a:gd name="connsiteY6" fmla="*/ 729511 h 1041476"/>
              <a:gd name="connsiteX7" fmla="*/ 241698 w 1102122"/>
              <a:gd name="connsiteY7" fmla="*/ 977161 h 1041476"/>
              <a:gd name="connsiteX8" fmla="*/ 89298 w 1102122"/>
              <a:gd name="connsiteY8" fmla="*/ 1034311 h 1041476"/>
              <a:gd name="connsiteX9" fmla="*/ 13098 w 1102122"/>
              <a:gd name="connsiteY9" fmla="*/ 1034311 h 1041476"/>
              <a:gd name="connsiteX10" fmla="*/ 44848 w 1102122"/>
              <a:gd name="connsiteY10" fmla="*/ 970811 h 1041476"/>
              <a:gd name="connsiteX0" fmla="*/ 44848 w 1102122"/>
              <a:gd name="connsiteY0" fmla="*/ 970811 h 1041476"/>
              <a:gd name="connsiteX1" fmla="*/ 432198 w 1102122"/>
              <a:gd name="connsiteY1" fmla="*/ 773961 h 1041476"/>
              <a:gd name="connsiteX2" fmla="*/ 902098 w 1102122"/>
              <a:gd name="connsiteY2" fmla="*/ 348511 h 1041476"/>
              <a:gd name="connsiteX3" fmla="*/ 1079898 w 1102122"/>
              <a:gd name="connsiteY3" fmla="*/ 5611 h 1041476"/>
              <a:gd name="connsiteX4" fmla="*/ 1079898 w 1102122"/>
              <a:gd name="connsiteY4" fmla="*/ 158011 h 1041476"/>
              <a:gd name="connsiteX5" fmla="*/ 902098 w 1102122"/>
              <a:gd name="connsiteY5" fmla="*/ 450111 h 1041476"/>
              <a:gd name="connsiteX6" fmla="*/ 609998 w 1102122"/>
              <a:gd name="connsiteY6" fmla="*/ 729511 h 1041476"/>
              <a:gd name="connsiteX7" fmla="*/ 241698 w 1102122"/>
              <a:gd name="connsiteY7" fmla="*/ 977161 h 1041476"/>
              <a:gd name="connsiteX8" fmla="*/ 89298 w 1102122"/>
              <a:gd name="connsiteY8" fmla="*/ 1034311 h 1041476"/>
              <a:gd name="connsiteX9" fmla="*/ 13098 w 1102122"/>
              <a:gd name="connsiteY9" fmla="*/ 1034311 h 1041476"/>
              <a:gd name="connsiteX10" fmla="*/ 44848 w 1102122"/>
              <a:gd name="connsiteY10" fmla="*/ 970811 h 1041476"/>
              <a:gd name="connsiteX0" fmla="*/ 30411 w 1087685"/>
              <a:gd name="connsiteY0" fmla="*/ 970811 h 1038815"/>
              <a:gd name="connsiteX1" fmla="*/ 417761 w 1087685"/>
              <a:gd name="connsiteY1" fmla="*/ 773961 h 1038815"/>
              <a:gd name="connsiteX2" fmla="*/ 887661 w 1087685"/>
              <a:gd name="connsiteY2" fmla="*/ 348511 h 1038815"/>
              <a:gd name="connsiteX3" fmla="*/ 1065461 w 1087685"/>
              <a:gd name="connsiteY3" fmla="*/ 5611 h 1038815"/>
              <a:gd name="connsiteX4" fmla="*/ 1065461 w 1087685"/>
              <a:gd name="connsiteY4" fmla="*/ 158011 h 1038815"/>
              <a:gd name="connsiteX5" fmla="*/ 887661 w 1087685"/>
              <a:gd name="connsiteY5" fmla="*/ 450111 h 1038815"/>
              <a:gd name="connsiteX6" fmla="*/ 595561 w 1087685"/>
              <a:gd name="connsiteY6" fmla="*/ 729511 h 1038815"/>
              <a:gd name="connsiteX7" fmla="*/ 227261 w 1087685"/>
              <a:gd name="connsiteY7" fmla="*/ 977161 h 1038815"/>
              <a:gd name="connsiteX8" fmla="*/ 74861 w 1087685"/>
              <a:gd name="connsiteY8" fmla="*/ 1034311 h 1038815"/>
              <a:gd name="connsiteX9" fmla="*/ 30411 w 1087685"/>
              <a:gd name="connsiteY9" fmla="*/ 1027961 h 1038815"/>
              <a:gd name="connsiteX10" fmla="*/ 30411 w 1087685"/>
              <a:gd name="connsiteY10" fmla="*/ 970811 h 1038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7685" h="1038815">
                <a:moveTo>
                  <a:pt x="30411" y="970811"/>
                </a:moveTo>
                <a:cubicBezTo>
                  <a:pt x="94969" y="928478"/>
                  <a:pt x="274886" y="877678"/>
                  <a:pt x="417761" y="773961"/>
                </a:cubicBezTo>
                <a:cubicBezTo>
                  <a:pt x="560636" y="670244"/>
                  <a:pt x="779711" y="476569"/>
                  <a:pt x="887661" y="348511"/>
                </a:cubicBezTo>
                <a:cubicBezTo>
                  <a:pt x="995611" y="220453"/>
                  <a:pt x="1035828" y="37361"/>
                  <a:pt x="1065461" y="5611"/>
                </a:cubicBezTo>
                <a:cubicBezTo>
                  <a:pt x="1095094" y="-26139"/>
                  <a:pt x="1095094" y="83928"/>
                  <a:pt x="1065461" y="158011"/>
                </a:cubicBezTo>
                <a:cubicBezTo>
                  <a:pt x="1035828" y="232094"/>
                  <a:pt x="965978" y="354861"/>
                  <a:pt x="887661" y="450111"/>
                </a:cubicBezTo>
                <a:cubicBezTo>
                  <a:pt x="809344" y="545361"/>
                  <a:pt x="705628" y="641669"/>
                  <a:pt x="595561" y="729511"/>
                </a:cubicBezTo>
                <a:cubicBezTo>
                  <a:pt x="485494" y="817353"/>
                  <a:pt x="314044" y="926361"/>
                  <a:pt x="227261" y="977161"/>
                </a:cubicBezTo>
                <a:cubicBezTo>
                  <a:pt x="140478" y="1027961"/>
                  <a:pt x="108728" y="1025844"/>
                  <a:pt x="74861" y="1034311"/>
                </a:cubicBezTo>
                <a:cubicBezTo>
                  <a:pt x="40994" y="1042778"/>
                  <a:pt x="37819" y="1038544"/>
                  <a:pt x="30411" y="1027961"/>
                </a:cubicBezTo>
                <a:cubicBezTo>
                  <a:pt x="23003" y="1017378"/>
                  <a:pt x="-34147" y="1013144"/>
                  <a:pt x="30411" y="970811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0" name="Freeform: Shape 439">
            <a:extLst>
              <a:ext uri="{FF2B5EF4-FFF2-40B4-BE49-F238E27FC236}">
                <a16:creationId xmlns:a16="http://schemas.microsoft.com/office/drawing/2014/main" id="{F672DC21-4702-4408-B475-F07FD2F21E04}"/>
              </a:ext>
            </a:extLst>
          </p:cNvPr>
          <p:cNvSpPr/>
          <p:nvPr/>
        </p:nvSpPr>
        <p:spPr>
          <a:xfrm flipH="1">
            <a:off x="1803709" y="2035771"/>
            <a:ext cx="887845" cy="727445"/>
          </a:xfrm>
          <a:custGeom>
            <a:avLst/>
            <a:gdLst>
              <a:gd name="connsiteX0" fmla="*/ 37446 w 1113770"/>
              <a:gd name="connsiteY0" fmla="*/ 970811 h 1041476"/>
              <a:gd name="connsiteX1" fmla="*/ 431146 w 1113770"/>
              <a:gd name="connsiteY1" fmla="*/ 793011 h 1041476"/>
              <a:gd name="connsiteX2" fmla="*/ 913746 w 1113770"/>
              <a:gd name="connsiteY2" fmla="*/ 348511 h 1041476"/>
              <a:gd name="connsiteX3" fmla="*/ 1091546 w 1113770"/>
              <a:gd name="connsiteY3" fmla="*/ 5611 h 1041476"/>
              <a:gd name="connsiteX4" fmla="*/ 1091546 w 1113770"/>
              <a:gd name="connsiteY4" fmla="*/ 158011 h 1041476"/>
              <a:gd name="connsiteX5" fmla="*/ 913746 w 1113770"/>
              <a:gd name="connsiteY5" fmla="*/ 450111 h 1041476"/>
              <a:gd name="connsiteX6" fmla="*/ 608946 w 1113770"/>
              <a:gd name="connsiteY6" fmla="*/ 754911 h 1041476"/>
              <a:gd name="connsiteX7" fmla="*/ 227946 w 1113770"/>
              <a:gd name="connsiteY7" fmla="*/ 983511 h 1041476"/>
              <a:gd name="connsiteX8" fmla="*/ 100946 w 1113770"/>
              <a:gd name="connsiteY8" fmla="*/ 1034311 h 1041476"/>
              <a:gd name="connsiteX9" fmla="*/ 24746 w 1113770"/>
              <a:gd name="connsiteY9" fmla="*/ 1034311 h 1041476"/>
              <a:gd name="connsiteX10" fmla="*/ 37446 w 1113770"/>
              <a:gd name="connsiteY10" fmla="*/ 970811 h 1041476"/>
              <a:gd name="connsiteX0" fmla="*/ 44066 w 1101340"/>
              <a:gd name="connsiteY0" fmla="*/ 970811 h 1041476"/>
              <a:gd name="connsiteX1" fmla="*/ 418716 w 1101340"/>
              <a:gd name="connsiteY1" fmla="*/ 793011 h 1041476"/>
              <a:gd name="connsiteX2" fmla="*/ 901316 w 1101340"/>
              <a:gd name="connsiteY2" fmla="*/ 348511 h 1041476"/>
              <a:gd name="connsiteX3" fmla="*/ 1079116 w 1101340"/>
              <a:gd name="connsiteY3" fmla="*/ 5611 h 1041476"/>
              <a:gd name="connsiteX4" fmla="*/ 1079116 w 1101340"/>
              <a:gd name="connsiteY4" fmla="*/ 158011 h 1041476"/>
              <a:gd name="connsiteX5" fmla="*/ 901316 w 1101340"/>
              <a:gd name="connsiteY5" fmla="*/ 450111 h 1041476"/>
              <a:gd name="connsiteX6" fmla="*/ 596516 w 1101340"/>
              <a:gd name="connsiteY6" fmla="*/ 754911 h 1041476"/>
              <a:gd name="connsiteX7" fmla="*/ 215516 w 1101340"/>
              <a:gd name="connsiteY7" fmla="*/ 983511 h 1041476"/>
              <a:gd name="connsiteX8" fmla="*/ 88516 w 1101340"/>
              <a:gd name="connsiteY8" fmla="*/ 1034311 h 1041476"/>
              <a:gd name="connsiteX9" fmla="*/ 12316 w 1101340"/>
              <a:gd name="connsiteY9" fmla="*/ 1034311 h 1041476"/>
              <a:gd name="connsiteX10" fmla="*/ 44066 w 1101340"/>
              <a:gd name="connsiteY10" fmla="*/ 970811 h 1041476"/>
              <a:gd name="connsiteX0" fmla="*/ 44848 w 1102122"/>
              <a:gd name="connsiteY0" fmla="*/ 970811 h 1041476"/>
              <a:gd name="connsiteX1" fmla="*/ 432198 w 1102122"/>
              <a:gd name="connsiteY1" fmla="*/ 773961 h 1041476"/>
              <a:gd name="connsiteX2" fmla="*/ 902098 w 1102122"/>
              <a:gd name="connsiteY2" fmla="*/ 348511 h 1041476"/>
              <a:gd name="connsiteX3" fmla="*/ 1079898 w 1102122"/>
              <a:gd name="connsiteY3" fmla="*/ 5611 h 1041476"/>
              <a:gd name="connsiteX4" fmla="*/ 1079898 w 1102122"/>
              <a:gd name="connsiteY4" fmla="*/ 158011 h 1041476"/>
              <a:gd name="connsiteX5" fmla="*/ 902098 w 1102122"/>
              <a:gd name="connsiteY5" fmla="*/ 450111 h 1041476"/>
              <a:gd name="connsiteX6" fmla="*/ 597298 w 1102122"/>
              <a:gd name="connsiteY6" fmla="*/ 754911 h 1041476"/>
              <a:gd name="connsiteX7" fmla="*/ 216298 w 1102122"/>
              <a:gd name="connsiteY7" fmla="*/ 983511 h 1041476"/>
              <a:gd name="connsiteX8" fmla="*/ 89298 w 1102122"/>
              <a:gd name="connsiteY8" fmla="*/ 1034311 h 1041476"/>
              <a:gd name="connsiteX9" fmla="*/ 13098 w 1102122"/>
              <a:gd name="connsiteY9" fmla="*/ 1034311 h 1041476"/>
              <a:gd name="connsiteX10" fmla="*/ 44848 w 1102122"/>
              <a:gd name="connsiteY10" fmla="*/ 970811 h 1041476"/>
              <a:gd name="connsiteX0" fmla="*/ 44848 w 1102122"/>
              <a:gd name="connsiteY0" fmla="*/ 970811 h 1041476"/>
              <a:gd name="connsiteX1" fmla="*/ 432198 w 1102122"/>
              <a:gd name="connsiteY1" fmla="*/ 773961 h 1041476"/>
              <a:gd name="connsiteX2" fmla="*/ 902098 w 1102122"/>
              <a:gd name="connsiteY2" fmla="*/ 348511 h 1041476"/>
              <a:gd name="connsiteX3" fmla="*/ 1079898 w 1102122"/>
              <a:gd name="connsiteY3" fmla="*/ 5611 h 1041476"/>
              <a:gd name="connsiteX4" fmla="*/ 1079898 w 1102122"/>
              <a:gd name="connsiteY4" fmla="*/ 158011 h 1041476"/>
              <a:gd name="connsiteX5" fmla="*/ 902098 w 1102122"/>
              <a:gd name="connsiteY5" fmla="*/ 450111 h 1041476"/>
              <a:gd name="connsiteX6" fmla="*/ 609998 w 1102122"/>
              <a:gd name="connsiteY6" fmla="*/ 729511 h 1041476"/>
              <a:gd name="connsiteX7" fmla="*/ 216298 w 1102122"/>
              <a:gd name="connsiteY7" fmla="*/ 983511 h 1041476"/>
              <a:gd name="connsiteX8" fmla="*/ 89298 w 1102122"/>
              <a:gd name="connsiteY8" fmla="*/ 1034311 h 1041476"/>
              <a:gd name="connsiteX9" fmla="*/ 13098 w 1102122"/>
              <a:gd name="connsiteY9" fmla="*/ 1034311 h 1041476"/>
              <a:gd name="connsiteX10" fmla="*/ 44848 w 1102122"/>
              <a:gd name="connsiteY10" fmla="*/ 970811 h 1041476"/>
              <a:gd name="connsiteX0" fmla="*/ 44848 w 1102122"/>
              <a:gd name="connsiteY0" fmla="*/ 970811 h 1041476"/>
              <a:gd name="connsiteX1" fmla="*/ 432198 w 1102122"/>
              <a:gd name="connsiteY1" fmla="*/ 773961 h 1041476"/>
              <a:gd name="connsiteX2" fmla="*/ 902098 w 1102122"/>
              <a:gd name="connsiteY2" fmla="*/ 348511 h 1041476"/>
              <a:gd name="connsiteX3" fmla="*/ 1079898 w 1102122"/>
              <a:gd name="connsiteY3" fmla="*/ 5611 h 1041476"/>
              <a:gd name="connsiteX4" fmla="*/ 1079898 w 1102122"/>
              <a:gd name="connsiteY4" fmla="*/ 158011 h 1041476"/>
              <a:gd name="connsiteX5" fmla="*/ 902098 w 1102122"/>
              <a:gd name="connsiteY5" fmla="*/ 450111 h 1041476"/>
              <a:gd name="connsiteX6" fmla="*/ 609998 w 1102122"/>
              <a:gd name="connsiteY6" fmla="*/ 729511 h 1041476"/>
              <a:gd name="connsiteX7" fmla="*/ 241698 w 1102122"/>
              <a:gd name="connsiteY7" fmla="*/ 977161 h 1041476"/>
              <a:gd name="connsiteX8" fmla="*/ 89298 w 1102122"/>
              <a:gd name="connsiteY8" fmla="*/ 1034311 h 1041476"/>
              <a:gd name="connsiteX9" fmla="*/ 13098 w 1102122"/>
              <a:gd name="connsiteY9" fmla="*/ 1034311 h 1041476"/>
              <a:gd name="connsiteX10" fmla="*/ 44848 w 1102122"/>
              <a:gd name="connsiteY10" fmla="*/ 970811 h 1041476"/>
              <a:gd name="connsiteX0" fmla="*/ 44848 w 1102122"/>
              <a:gd name="connsiteY0" fmla="*/ 970811 h 1041476"/>
              <a:gd name="connsiteX1" fmla="*/ 432198 w 1102122"/>
              <a:gd name="connsiteY1" fmla="*/ 773961 h 1041476"/>
              <a:gd name="connsiteX2" fmla="*/ 902098 w 1102122"/>
              <a:gd name="connsiteY2" fmla="*/ 348511 h 1041476"/>
              <a:gd name="connsiteX3" fmla="*/ 1079898 w 1102122"/>
              <a:gd name="connsiteY3" fmla="*/ 5611 h 1041476"/>
              <a:gd name="connsiteX4" fmla="*/ 1079898 w 1102122"/>
              <a:gd name="connsiteY4" fmla="*/ 158011 h 1041476"/>
              <a:gd name="connsiteX5" fmla="*/ 902098 w 1102122"/>
              <a:gd name="connsiteY5" fmla="*/ 450111 h 1041476"/>
              <a:gd name="connsiteX6" fmla="*/ 609998 w 1102122"/>
              <a:gd name="connsiteY6" fmla="*/ 729511 h 1041476"/>
              <a:gd name="connsiteX7" fmla="*/ 241698 w 1102122"/>
              <a:gd name="connsiteY7" fmla="*/ 977161 h 1041476"/>
              <a:gd name="connsiteX8" fmla="*/ 89298 w 1102122"/>
              <a:gd name="connsiteY8" fmla="*/ 1034311 h 1041476"/>
              <a:gd name="connsiteX9" fmla="*/ 13098 w 1102122"/>
              <a:gd name="connsiteY9" fmla="*/ 1034311 h 1041476"/>
              <a:gd name="connsiteX10" fmla="*/ 44848 w 1102122"/>
              <a:gd name="connsiteY10" fmla="*/ 970811 h 1041476"/>
              <a:gd name="connsiteX0" fmla="*/ 44848 w 1102122"/>
              <a:gd name="connsiteY0" fmla="*/ 970811 h 1041476"/>
              <a:gd name="connsiteX1" fmla="*/ 432198 w 1102122"/>
              <a:gd name="connsiteY1" fmla="*/ 773961 h 1041476"/>
              <a:gd name="connsiteX2" fmla="*/ 902098 w 1102122"/>
              <a:gd name="connsiteY2" fmla="*/ 348511 h 1041476"/>
              <a:gd name="connsiteX3" fmla="*/ 1079898 w 1102122"/>
              <a:gd name="connsiteY3" fmla="*/ 5611 h 1041476"/>
              <a:gd name="connsiteX4" fmla="*/ 1079898 w 1102122"/>
              <a:gd name="connsiteY4" fmla="*/ 158011 h 1041476"/>
              <a:gd name="connsiteX5" fmla="*/ 902098 w 1102122"/>
              <a:gd name="connsiteY5" fmla="*/ 450111 h 1041476"/>
              <a:gd name="connsiteX6" fmla="*/ 609998 w 1102122"/>
              <a:gd name="connsiteY6" fmla="*/ 729511 h 1041476"/>
              <a:gd name="connsiteX7" fmla="*/ 241698 w 1102122"/>
              <a:gd name="connsiteY7" fmla="*/ 977161 h 1041476"/>
              <a:gd name="connsiteX8" fmla="*/ 89298 w 1102122"/>
              <a:gd name="connsiteY8" fmla="*/ 1034311 h 1041476"/>
              <a:gd name="connsiteX9" fmla="*/ 13098 w 1102122"/>
              <a:gd name="connsiteY9" fmla="*/ 1034311 h 1041476"/>
              <a:gd name="connsiteX10" fmla="*/ 44848 w 1102122"/>
              <a:gd name="connsiteY10" fmla="*/ 970811 h 1041476"/>
              <a:gd name="connsiteX0" fmla="*/ 30411 w 1087685"/>
              <a:gd name="connsiteY0" fmla="*/ 970811 h 1038815"/>
              <a:gd name="connsiteX1" fmla="*/ 417761 w 1087685"/>
              <a:gd name="connsiteY1" fmla="*/ 773961 h 1038815"/>
              <a:gd name="connsiteX2" fmla="*/ 887661 w 1087685"/>
              <a:gd name="connsiteY2" fmla="*/ 348511 h 1038815"/>
              <a:gd name="connsiteX3" fmla="*/ 1065461 w 1087685"/>
              <a:gd name="connsiteY3" fmla="*/ 5611 h 1038815"/>
              <a:gd name="connsiteX4" fmla="*/ 1065461 w 1087685"/>
              <a:gd name="connsiteY4" fmla="*/ 158011 h 1038815"/>
              <a:gd name="connsiteX5" fmla="*/ 887661 w 1087685"/>
              <a:gd name="connsiteY5" fmla="*/ 450111 h 1038815"/>
              <a:gd name="connsiteX6" fmla="*/ 595561 w 1087685"/>
              <a:gd name="connsiteY6" fmla="*/ 729511 h 1038815"/>
              <a:gd name="connsiteX7" fmla="*/ 227261 w 1087685"/>
              <a:gd name="connsiteY7" fmla="*/ 977161 h 1038815"/>
              <a:gd name="connsiteX8" fmla="*/ 74861 w 1087685"/>
              <a:gd name="connsiteY8" fmla="*/ 1034311 h 1038815"/>
              <a:gd name="connsiteX9" fmla="*/ 30411 w 1087685"/>
              <a:gd name="connsiteY9" fmla="*/ 1027961 h 1038815"/>
              <a:gd name="connsiteX10" fmla="*/ 30411 w 1087685"/>
              <a:gd name="connsiteY10" fmla="*/ 970811 h 1038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7685" h="1038815">
                <a:moveTo>
                  <a:pt x="30411" y="970811"/>
                </a:moveTo>
                <a:cubicBezTo>
                  <a:pt x="94969" y="928478"/>
                  <a:pt x="274886" y="877678"/>
                  <a:pt x="417761" y="773961"/>
                </a:cubicBezTo>
                <a:cubicBezTo>
                  <a:pt x="560636" y="670244"/>
                  <a:pt x="779711" y="476569"/>
                  <a:pt x="887661" y="348511"/>
                </a:cubicBezTo>
                <a:cubicBezTo>
                  <a:pt x="995611" y="220453"/>
                  <a:pt x="1035828" y="37361"/>
                  <a:pt x="1065461" y="5611"/>
                </a:cubicBezTo>
                <a:cubicBezTo>
                  <a:pt x="1095094" y="-26139"/>
                  <a:pt x="1095094" y="83928"/>
                  <a:pt x="1065461" y="158011"/>
                </a:cubicBezTo>
                <a:cubicBezTo>
                  <a:pt x="1035828" y="232094"/>
                  <a:pt x="965978" y="354861"/>
                  <a:pt x="887661" y="450111"/>
                </a:cubicBezTo>
                <a:cubicBezTo>
                  <a:pt x="809344" y="545361"/>
                  <a:pt x="705628" y="641669"/>
                  <a:pt x="595561" y="729511"/>
                </a:cubicBezTo>
                <a:cubicBezTo>
                  <a:pt x="485494" y="817353"/>
                  <a:pt x="314044" y="926361"/>
                  <a:pt x="227261" y="977161"/>
                </a:cubicBezTo>
                <a:cubicBezTo>
                  <a:pt x="140478" y="1027961"/>
                  <a:pt x="108728" y="1025844"/>
                  <a:pt x="74861" y="1034311"/>
                </a:cubicBezTo>
                <a:cubicBezTo>
                  <a:pt x="40994" y="1042778"/>
                  <a:pt x="37819" y="1038544"/>
                  <a:pt x="30411" y="1027961"/>
                </a:cubicBezTo>
                <a:cubicBezTo>
                  <a:pt x="23003" y="1017378"/>
                  <a:pt x="-34147" y="1013144"/>
                  <a:pt x="30411" y="970811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D942F2F-D7CE-4C7E-8BAC-B99A8FA9872D}"/>
              </a:ext>
            </a:extLst>
          </p:cNvPr>
          <p:cNvSpPr txBox="1"/>
          <p:nvPr/>
        </p:nvSpPr>
        <p:spPr>
          <a:xfrm>
            <a:off x="4297569" y="3618716"/>
            <a:ext cx="593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CO</a:t>
            </a:r>
            <a:r>
              <a:rPr lang="en-US" sz="1400" baseline="-25000" dirty="0">
                <a:solidFill>
                  <a:schemeClr val="accent6"/>
                </a:solidFill>
              </a:rPr>
              <a:t>2</a:t>
            </a:r>
            <a:endParaRPr lang="en-US" sz="1400" dirty="0">
              <a:solidFill>
                <a:schemeClr val="accent6"/>
              </a:solidFill>
            </a:endParaRPr>
          </a:p>
        </p:txBody>
      </p:sp>
      <p:sp>
        <p:nvSpPr>
          <p:cNvPr id="430" name="TextBox 429">
            <a:extLst>
              <a:ext uri="{FF2B5EF4-FFF2-40B4-BE49-F238E27FC236}">
                <a16:creationId xmlns:a16="http://schemas.microsoft.com/office/drawing/2014/main" id="{8CA87356-F36E-4626-8D1F-FBAC4E63AD59}"/>
              </a:ext>
            </a:extLst>
          </p:cNvPr>
          <p:cNvSpPr txBox="1"/>
          <p:nvPr/>
        </p:nvSpPr>
        <p:spPr>
          <a:xfrm>
            <a:off x="2586590" y="4781454"/>
            <a:ext cx="1289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100% FiO</a:t>
            </a:r>
            <a:r>
              <a:rPr lang="en-US" sz="1400" baseline="-250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4DC667E1-273C-4F82-BEB2-F4780AE711C9}"/>
              </a:ext>
            </a:extLst>
          </p:cNvPr>
          <p:cNvSpPr/>
          <p:nvPr/>
        </p:nvSpPr>
        <p:spPr>
          <a:xfrm>
            <a:off x="3461867" y="2909418"/>
            <a:ext cx="411329" cy="417379"/>
          </a:xfrm>
          <a:custGeom>
            <a:avLst/>
            <a:gdLst>
              <a:gd name="connsiteX0" fmla="*/ 7332 w 327372"/>
              <a:gd name="connsiteY0" fmla="*/ 0 h 198133"/>
              <a:gd name="connsiteX1" fmla="*/ 7332 w 327372"/>
              <a:gd name="connsiteY1" fmla="*/ 162560 h 198133"/>
              <a:gd name="connsiteX2" fmla="*/ 83532 w 327372"/>
              <a:gd name="connsiteY2" fmla="*/ 193040 h 198133"/>
              <a:gd name="connsiteX3" fmla="*/ 281652 w 327372"/>
              <a:gd name="connsiteY3" fmla="*/ 187960 h 198133"/>
              <a:gd name="connsiteX4" fmla="*/ 327372 w 327372"/>
              <a:gd name="connsiteY4" fmla="*/ 96520 h 198133"/>
              <a:gd name="connsiteX0" fmla="*/ 4963 w 330083"/>
              <a:gd name="connsiteY0" fmla="*/ 5080 h 101613"/>
              <a:gd name="connsiteX1" fmla="*/ 10043 w 330083"/>
              <a:gd name="connsiteY1" fmla="*/ 66040 h 101613"/>
              <a:gd name="connsiteX2" fmla="*/ 86243 w 330083"/>
              <a:gd name="connsiteY2" fmla="*/ 96520 h 101613"/>
              <a:gd name="connsiteX3" fmla="*/ 284363 w 330083"/>
              <a:gd name="connsiteY3" fmla="*/ 91440 h 101613"/>
              <a:gd name="connsiteX4" fmla="*/ 330083 w 330083"/>
              <a:gd name="connsiteY4" fmla="*/ 0 h 101613"/>
              <a:gd name="connsiteX0" fmla="*/ 3035 w 334855"/>
              <a:gd name="connsiteY0" fmla="*/ 0 h 168454"/>
              <a:gd name="connsiteX1" fmla="*/ 14815 w 334855"/>
              <a:gd name="connsiteY1" fmla="*/ 132881 h 168454"/>
              <a:gd name="connsiteX2" fmla="*/ 91015 w 334855"/>
              <a:gd name="connsiteY2" fmla="*/ 163361 h 168454"/>
              <a:gd name="connsiteX3" fmla="*/ 289135 w 334855"/>
              <a:gd name="connsiteY3" fmla="*/ 158281 h 168454"/>
              <a:gd name="connsiteX4" fmla="*/ 334855 w 334855"/>
              <a:gd name="connsiteY4" fmla="*/ 66841 h 168454"/>
              <a:gd name="connsiteX0" fmla="*/ 1927 w 333747"/>
              <a:gd name="connsiteY0" fmla="*/ 0 h 168454"/>
              <a:gd name="connsiteX1" fmla="*/ 20407 w 333747"/>
              <a:gd name="connsiteY1" fmla="*/ 132881 h 168454"/>
              <a:gd name="connsiteX2" fmla="*/ 89907 w 333747"/>
              <a:gd name="connsiteY2" fmla="*/ 163361 h 168454"/>
              <a:gd name="connsiteX3" fmla="*/ 288027 w 333747"/>
              <a:gd name="connsiteY3" fmla="*/ 158281 h 168454"/>
              <a:gd name="connsiteX4" fmla="*/ 333747 w 333747"/>
              <a:gd name="connsiteY4" fmla="*/ 66841 h 168454"/>
              <a:gd name="connsiteX0" fmla="*/ 1927 w 333747"/>
              <a:gd name="connsiteY0" fmla="*/ 0 h 168454"/>
              <a:gd name="connsiteX1" fmla="*/ 20407 w 333747"/>
              <a:gd name="connsiteY1" fmla="*/ 132881 h 168454"/>
              <a:gd name="connsiteX2" fmla="*/ 89907 w 333747"/>
              <a:gd name="connsiteY2" fmla="*/ 163361 h 168454"/>
              <a:gd name="connsiteX3" fmla="*/ 238895 w 333747"/>
              <a:gd name="connsiteY3" fmla="*/ 158281 h 168454"/>
              <a:gd name="connsiteX4" fmla="*/ 333747 w 333747"/>
              <a:gd name="connsiteY4" fmla="*/ 66841 h 168454"/>
              <a:gd name="connsiteX0" fmla="*/ 1927 w 331514"/>
              <a:gd name="connsiteY0" fmla="*/ 0 h 164836"/>
              <a:gd name="connsiteX1" fmla="*/ 20407 w 331514"/>
              <a:gd name="connsiteY1" fmla="*/ 132881 h 164836"/>
              <a:gd name="connsiteX2" fmla="*/ 89907 w 331514"/>
              <a:gd name="connsiteY2" fmla="*/ 163361 h 164836"/>
              <a:gd name="connsiteX3" fmla="*/ 238895 w 331514"/>
              <a:gd name="connsiteY3" fmla="*/ 158281 h 164836"/>
              <a:gd name="connsiteX4" fmla="*/ 331514 w 331514"/>
              <a:gd name="connsiteY4" fmla="*/ 142757 h 164836"/>
              <a:gd name="connsiteX0" fmla="*/ 1927 w 331514"/>
              <a:gd name="connsiteY0" fmla="*/ 0 h 164836"/>
              <a:gd name="connsiteX1" fmla="*/ 20407 w 331514"/>
              <a:gd name="connsiteY1" fmla="*/ 132881 h 164836"/>
              <a:gd name="connsiteX2" fmla="*/ 89907 w 331514"/>
              <a:gd name="connsiteY2" fmla="*/ 163361 h 164836"/>
              <a:gd name="connsiteX3" fmla="*/ 238895 w 331514"/>
              <a:gd name="connsiteY3" fmla="*/ 158281 h 164836"/>
              <a:gd name="connsiteX4" fmla="*/ 331514 w 331514"/>
              <a:gd name="connsiteY4" fmla="*/ 142757 h 164836"/>
              <a:gd name="connsiteX0" fmla="*/ 1927 w 329281"/>
              <a:gd name="connsiteY0" fmla="*/ 0 h 173082"/>
              <a:gd name="connsiteX1" fmla="*/ 20407 w 329281"/>
              <a:gd name="connsiteY1" fmla="*/ 132881 h 173082"/>
              <a:gd name="connsiteX2" fmla="*/ 89907 w 329281"/>
              <a:gd name="connsiteY2" fmla="*/ 163361 h 173082"/>
              <a:gd name="connsiteX3" fmla="*/ 238895 w 329281"/>
              <a:gd name="connsiteY3" fmla="*/ 158281 h 173082"/>
              <a:gd name="connsiteX4" fmla="*/ 329281 w 329281"/>
              <a:gd name="connsiteY4" fmla="*/ 162735 h 173082"/>
              <a:gd name="connsiteX0" fmla="*/ 1927 w 329281"/>
              <a:gd name="connsiteY0" fmla="*/ 0 h 164472"/>
              <a:gd name="connsiteX1" fmla="*/ 20407 w 329281"/>
              <a:gd name="connsiteY1" fmla="*/ 132881 h 164472"/>
              <a:gd name="connsiteX2" fmla="*/ 89907 w 329281"/>
              <a:gd name="connsiteY2" fmla="*/ 163361 h 164472"/>
              <a:gd name="connsiteX3" fmla="*/ 238895 w 329281"/>
              <a:gd name="connsiteY3" fmla="*/ 158281 h 164472"/>
              <a:gd name="connsiteX4" fmla="*/ 329281 w 329281"/>
              <a:gd name="connsiteY4" fmla="*/ 162735 h 164472"/>
              <a:gd name="connsiteX0" fmla="*/ 1927 w 329281"/>
              <a:gd name="connsiteY0" fmla="*/ 0 h 174264"/>
              <a:gd name="connsiteX1" fmla="*/ 20407 w 329281"/>
              <a:gd name="connsiteY1" fmla="*/ 132881 h 174264"/>
              <a:gd name="connsiteX2" fmla="*/ 89907 w 329281"/>
              <a:gd name="connsiteY2" fmla="*/ 163361 h 174264"/>
              <a:gd name="connsiteX3" fmla="*/ 180830 w 329281"/>
              <a:gd name="connsiteY3" fmla="*/ 174263 h 174264"/>
              <a:gd name="connsiteX4" fmla="*/ 329281 w 329281"/>
              <a:gd name="connsiteY4" fmla="*/ 162735 h 174264"/>
              <a:gd name="connsiteX0" fmla="*/ 1599 w 328953"/>
              <a:gd name="connsiteY0" fmla="*/ 0 h 174279"/>
              <a:gd name="connsiteX1" fmla="*/ 20079 w 328953"/>
              <a:gd name="connsiteY1" fmla="*/ 132881 h 174279"/>
              <a:gd name="connsiteX2" fmla="*/ 67247 w 328953"/>
              <a:gd name="connsiteY2" fmla="*/ 159365 h 174279"/>
              <a:gd name="connsiteX3" fmla="*/ 180502 w 328953"/>
              <a:gd name="connsiteY3" fmla="*/ 174263 h 174279"/>
              <a:gd name="connsiteX4" fmla="*/ 328953 w 328953"/>
              <a:gd name="connsiteY4" fmla="*/ 162735 h 174279"/>
              <a:gd name="connsiteX0" fmla="*/ 1599 w 328953"/>
              <a:gd name="connsiteY0" fmla="*/ 0 h 174279"/>
              <a:gd name="connsiteX1" fmla="*/ 20079 w 328953"/>
              <a:gd name="connsiteY1" fmla="*/ 132881 h 174279"/>
              <a:gd name="connsiteX2" fmla="*/ 67247 w 328953"/>
              <a:gd name="connsiteY2" fmla="*/ 159365 h 174279"/>
              <a:gd name="connsiteX3" fmla="*/ 147003 w 328953"/>
              <a:gd name="connsiteY3" fmla="*/ 174263 h 174279"/>
              <a:gd name="connsiteX4" fmla="*/ 328953 w 328953"/>
              <a:gd name="connsiteY4" fmla="*/ 162735 h 174279"/>
              <a:gd name="connsiteX0" fmla="*/ 2053 w 329407"/>
              <a:gd name="connsiteY0" fmla="*/ 0 h 174279"/>
              <a:gd name="connsiteX1" fmla="*/ 16066 w 329407"/>
              <a:gd name="connsiteY1" fmla="*/ 120894 h 174279"/>
              <a:gd name="connsiteX2" fmla="*/ 67701 w 329407"/>
              <a:gd name="connsiteY2" fmla="*/ 159365 h 174279"/>
              <a:gd name="connsiteX3" fmla="*/ 147457 w 329407"/>
              <a:gd name="connsiteY3" fmla="*/ 174263 h 174279"/>
              <a:gd name="connsiteX4" fmla="*/ 329407 w 329407"/>
              <a:gd name="connsiteY4" fmla="*/ 162735 h 174279"/>
              <a:gd name="connsiteX0" fmla="*/ 2143 w 329497"/>
              <a:gd name="connsiteY0" fmla="*/ 0 h 174793"/>
              <a:gd name="connsiteX1" fmla="*/ 16156 w 329497"/>
              <a:gd name="connsiteY1" fmla="*/ 120894 h 174793"/>
              <a:gd name="connsiteX2" fmla="*/ 72258 w 329497"/>
              <a:gd name="connsiteY2" fmla="*/ 167356 h 174793"/>
              <a:gd name="connsiteX3" fmla="*/ 147547 w 329497"/>
              <a:gd name="connsiteY3" fmla="*/ 174263 h 174793"/>
              <a:gd name="connsiteX4" fmla="*/ 329497 w 329497"/>
              <a:gd name="connsiteY4" fmla="*/ 162735 h 174793"/>
              <a:gd name="connsiteX0" fmla="*/ 2143 w 329497"/>
              <a:gd name="connsiteY0" fmla="*/ 0 h 174793"/>
              <a:gd name="connsiteX1" fmla="*/ 16156 w 329497"/>
              <a:gd name="connsiteY1" fmla="*/ 120894 h 174793"/>
              <a:gd name="connsiteX2" fmla="*/ 72258 w 329497"/>
              <a:gd name="connsiteY2" fmla="*/ 167356 h 174793"/>
              <a:gd name="connsiteX3" fmla="*/ 140847 w 329497"/>
              <a:gd name="connsiteY3" fmla="*/ 174263 h 174793"/>
              <a:gd name="connsiteX4" fmla="*/ 329497 w 329497"/>
              <a:gd name="connsiteY4" fmla="*/ 162735 h 174793"/>
              <a:gd name="connsiteX0" fmla="*/ 2143 w 199968"/>
              <a:gd name="connsiteY0" fmla="*/ 0 h 174498"/>
              <a:gd name="connsiteX1" fmla="*/ 16156 w 199968"/>
              <a:gd name="connsiteY1" fmla="*/ 120894 h 174498"/>
              <a:gd name="connsiteX2" fmla="*/ 72258 w 199968"/>
              <a:gd name="connsiteY2" fmla="*/ 167356 h 174498"/>
              <a:gd name="connsiteX3" fmla="*/ 140847 w 199968"/>
              <a:gd name="connsiteY3" fmla="*/ 174263 h 174498"/>
              <a:gd name="connsiteX4" fmla="*/ 199968 w 199968"/>
              <a:gd name="connsiteY4" fmla="*/ 166731 h 174498"/>
              <a:gd name="connsiteX0" fmla="*/ 2143 w 199968"/>
              <a:gd name="connsiteY0" fmla="*/ 0 h 174498"/>
              <a:gd name="connsiteX1" fmla="*/ 16156 w 199968"/>
              <a:gd name="connsiteY1" fmla="*/ 120894 h 174498"/>
              <a:gd name="connsiteX2" fmla="*/ 72258 w 199968"/>
              <a:gd name="connsiteY2" fmla="*/ 167356 h 174498"/>
              <a:gd name="connsiteX3" fmla="*/ 140847 w 199968"/>
              <a:gd name="connsiteY3" fmla="*/ 174263 h 174498"/>
              <a:gd name="connsiteX4" fmla="*/ 199968 w 199968"/>
              <a:gd name="connsiteY4" fmla="*/ 166731 h 174498"/>
              <a:gd name="connsiteX0" fmla="*/ 1624 w 199449"/>
              <a:gd name="connsiteY0" fmla="*/ 0 h 174498"/>
              <a:gd name="connsiteX1" fmla="*/ 15637 w 199449"/>
              <a:gd name="connsiteY1" fmla="*/ 120894 h 174498"/>
              <a:gd name="connsiteX2" fmla="*/ 40473 w 199449"/>
              <a:gd name="connsiteY2" fmla="*/ 167356 h 174498"/>
              <a:gd name="connsiteX3" fmla="*/ 140328 w 199449"/>
              <a:gd name="connsiteY3" fmla="*/ 174263 h 174498"/>
              <a:gd name="connsiteX4" fmla="*/ 199449 w 199449"/>
              <a:gd name="connsiteY4" fmla="*/ 166731 h 174498"/>
              <a:gd name="connsiteX0" fmla="*/ 1624 w 199449"/>
              <a:gd name="connsiteY0" fmla="*/ 0 h 190246"/>
              <a:gd name="connsiteX1" fmla="*/ 15637 w 199449"/>
              <a:gd name="connsiteY1" fmla="*/ 120894 h 190246"/>
              <a:gd name="connsiteX2" fmla="*/ 40473 w 199449"/>
              <a:gd name="connsiteY2" fmla="*/ 167356 h 190246"/>
              <a:gd name="connsiteX3" fmla="*/ 77797 w 199449"/>
              <a:gd name="connsiteY3" fmla="*/ 190246 h 190246"/>
              <a:gd name="connsiteX4" fmla="*/ 199449 w 199449"/>
              <a:gd name="connsiteY4" fmla="*/ 166731 h 190246"/>
              <a:gd name="connsiteX0" fmla="*/ 1624 w 148084"/>
              <a:gd name="connsiteY0" fmla="*/ 0 h 234656"/>
              <a:gd name="connsiteX1" fmla="*/ 15637 w 148084"/>
              <a:gd name="connsiteY1" fmla="*/ 120894 h 234656"/>
              <a:gd name="connsiteX2" fmla="*/ 40473 w 148084"/>
              <a:gd name="connsiteY2" fmla="*/ 167356 h 234656"/>
              <a:gd name="connsiteX3" fmla="*/ 77797 w 148084"/>
              <a:gd name="connsiteY3" fmla="*/ 190246 h 234656"/>
              <a:gd name="connsiteX4" fmla="*/ 148084 w 148084"/>
              <a:gd name="connsiteY4" fmla="*/ 234656 h 234656"/>
              <a:gd name="connsiteX0" fmla="*/ 1624 w 148084"/>
              <a:gd name="connsiteY0" fmla="*/ 0 h 234656"/>
              <a:gd name="connsiteX1" fmla="*/ 15637 w 148084"/>
              <a:gd name="connsiteY1" fmla="*/ 120894 h 234656"/>
              <a:gd name="connsiteX2" fmla="*/ 40473 w 148084"/>
              <a:gd name="connsiteY2" fmla="*/ 167356 h 234656"/>
              <a:gd name="connsiteX3" fmla="*/ 100129 w 148084"/>
              <a:gd name="connsiteY3" fmla="*/ 142299 h 234656"/>
              <a:gd name="connsiteX4" fmla="*/ 148084 w 148084"/>
              <a:gd name="connsiteY4" fmla="*/ 234656 h 234656"/>
              <a:gd name="connsiteX0" fmla="*/ 1624 w 148084"/>
              <a:gd name="connsiteY0" fmla="*/ 0 h 238815"/>
              <a:gd name="connsiteX1" fmla="*/ 15637 w 148084"/>
              <a:gd name="connsiteY1" fmla="*/ 120894 h 238815"/>
              <a:gd name="connsiteX2" fmla="*/ 40473 w 148084"/>
              <a:gd name="connsiteY2" fmla="*/ 167356 h 238815"/>
              <a:gd name="connsiteX3" fmla="*/ 100129 w 148084"/>
              <a:gd name="connsiteY3" fmla="*/ 234197 h 238815"/>
              <a:gd name="connsiteX4" fmla="*/ 148084 w 148084"/>
              <a:gd name="connsiteY4" fmla="*/ 234656 h 238815"/>
              <a:gd name="connsiteX0" fmla="*/ 2396 w 148856"/>
              <a:gd name="connsiteY0" fmla="*/ 0 h 241767"/>
              <a:gd name="connsiteX1" fmla="*/ 16409 w 148856"/>
              <a:gd name="connsiteY1" fmla="*/ 120894 h 241767"/>
              <a:gd name="connsiteX2" fmla="*/ 83677 w 148856"/>
              <a:gd name="connsiteY2" fmla="*/ 127400 h 241767"/>
              <a:gd name="connsiteX3" fmla="*/ 100901 w 148856"/>
              <a:gd name="connsiteY3" fmla="*/ 234197 h 241767"/>
              <a:gd name="connsiteX4" fmla="*/ 148856 w 148856"/>
              <a:gd name="connsiteY4" fmla="*/ 234656 h 241767"/>
              <a:gd name="connsiteX0" fmla="*/ 2343 w 148803"/>
              <a:gd name="connsiteY0" fmla="*/ 0 h 240290"/>
              <a:gd name="connsiteX1" fmla="*/ 16356 w 148803"/>
              <a:gd name="connsiteY1" fmla="*/ 120894 h 240290"/>
              <a:gd name="connsiteX2" fmla="*/ 81391 w 148803"/>
              <a:gd name="connsiteY2" fmla="*/ 147378 h 240290"/>
              <a:gd name="connsiteX3" fmla="*/ 100848 w 148803"/>
              <a:gd name="connsiteY3" fmla="*/ 234197 h 240290"/>
              <a:gd name="connsiteX4" fmla="*/ 148803 w 148803"/>
              <a:gd name="connsiteY4" fmla="*/ 234656 h 240290"/>
              <a:gd name="connsiteX0" fmla="*/ 2343 w 159969"/>
              <a:gd name="connsiteY0" fmla="*/ 0 h 250638"/>
              <a:gd name="connsiteX1" fmla="*/ 16356 w 159969"/>
              <a:gd name="connsiteY1" fmla="*/ 120894 h 250638"/>
              <a:gd name="connsiteX2" fmla="*/ 81391 w 159969"/>
              <a:gd name="connsiteY2" fmla="*/ 147378 h 250638"/>
              <a:gd name="connsiteX3" fmla="*/ 100848 w 159969"/>
              <a:gd name="connsiteY3" fmla="*/ 234197 h 250638"/>
              <a:gd name="connsiteX4" fmla="*/ 159969 w 159969"/>
              <a:gd name="connsiteY4" fmla="*/ 250638 h 250638"/>
              <a:gd name="connsiteX0" fmla="*/ 2343 w 159969"/>
              <a:gd name="connsiteY0" fmla="*/ 0 h 250638"/>
              <a:gd name="connsiteX1" fmla="*/ 16356 w 159969"/>
              <a:gd name="connsiteY1" fmla="*/ 120894 h 250638"/>
              <a:gd name="connsiteX2" fmla="*/ 81391 w 159969"/>
              <a:gd name="connsiteY2" fmla="*/ 147378 h 250638"/>
              <a:gd name="connsiteX3" fmla="*/ 96382 w 159969"/>
              <a:gd name="connsiteY3" fmla="*/ 230201 h 250638"/>
              <a:gd name="connsiteX4" fmla="*/ 159969 w 159969"/>
              <a:gd name="connsiteY4" fmla="*/ 250638 h 250638"/>
              <a:gd name="connsiteX0" fmla="*/ 3276 w 160902"/>
              <a:gd name="connsiteY0" fmla="*/ 0 h 250638"/>
              <a:gd name="connsiteX1" fmla="*/ 12822 w 160902"/>
              <a:gd name="connsiteY1" fmla="*/ 100916 h 250638"/>
              <a:gd name="connsiteX2" fmla="*/ 82324 w 160902"/>
              <a:gd name="connsiteY2" fmla="*/ 147378 h 250638"/>
              <a:gd name="connsiteX3" fmla="*/ 97315 w 160902"/>
              <a:gd name="connsiteY3" fmla="*/ 230201 h 250638"/>
              <a:gd name="connsiteX4" fmla="*/ 160902 w 160902"/>
              <a:gd name="connsiteY4" fmla="*/ 250638 h 250638"/>
              <a:gd name="connsiteX0" fmla="*/ 10638 w 152631"/>
              <a:gd name="connsiteY0" fmla="*/ 0 h 262625"/>
              <a:gd name="connsiteX1" fmla="*/ 4551 w 152631"/>
              <a:gd name="connsiteY1" fmla="*/ 112903 h 262625"/>
              <a:gd name="connsiteX2" fmla="*/ 74053 w 152631"/>
              <a:gd name="connsiteY2" fmla="*/ 159365 h 262625"/>
              <a:gd name="connsiteX3" fmla="*/ 89044 w 152631"/>
              <a:gd name="connsiteY3" fmla="*/ 242188 h 262625"/>
              <a:gd name="connsiteX4" fmla="*/ 152631 w 152631"/>
              <a:gd name="connsiteY4" fmla="*/ 262625 h 262625"/>
              <a:gd name="connsiteX0" fmla="*/ 2737 w 144730"/>
              <a:gd name="connsiteY0" fmla="*/ 0 h 262625"/>
              <a:gd name="connsiteX1" fmla="*/ 12283 w 144730"/>
              <a:gd name="connsiteY1" fmla="*/ 112903 h 262625"/>
              <a:gd name="connsiteX2" fmla="*/ 66152 w 144730"/>
              <a:gd name="connsiteY2" fmla="*/ 159365 h 262625"/>
              <a:gd name="connsiteX3" fmla="*/ 81143 w 144730"/>
              <a:gd name="connsiteY3" fmla="*/ 242188 h 262625"/>
              <a:gd name="connsiteX4" fmla="*/ 144730 w 144730"/>
              <a:gd name="connsiteY4" fmla="*/ 262625 h 262625"/>
              <a:gd name="connsiteX0" fmla="*/ 2669 w 144662"/>
              <a:gd name="connsiteY0" fmla="*/ 0 h 262625"/>
              <a:gd name="connsiteX1" fmla="*/ 12215 w 144662"/>
              <a:gd name="connsiteY1" fmla="*/ 112903 h 262625"/>
              <a:gd name="connsiteX2" fmla="*/ 63851 w 144662"/>
              <a:gd name="connsiteY2" fmla="*/ 139387 h 262625"/>
              <a:gd name="connsiteX3" fmla="*/ 81075 w 144662"/>
              <a:gd name="connsiteY3" fmla="*/ 242188 h 262625"/>
              <a:gd name="connsiteX4" fmla="*/ 144662 w 144662"/>
              <a:gd name="connsiteY4" fmla="*/ 262625 h 262625"/>
              <a:gd name="connsiteX0" fmla="*/ 2953 w 144946"/>
              <a:gd name="connsiteY0" fmla="*/ 0 h 262625"/>
              <a:gd name="connsiteX1" fmla="*/ 12499 w 144946"/>
              <a:gd name="connsiteY1" fmla="*/ 112903 h 262625"/>
              <a:gd name="connsiteX2" fmla="*/ 73068 w 144946"/>
              <a:gd name="connsiteY2" fmla="*/ 123405 h 262625"/>
              <a:gd name="connsiteX3" fmla="*/ 81359 w 144946"/>
              <a:gd name="connsiteY3" fmla="*/ 242188 h 262625"/>
              <a:gd name="connsiteX4" fmla="*/ 144946 w 144946"/>
              <a:gd name="connsiteY4" fmla="*/ 262625 h 262625"/>
              <a:gd name="connsiteX0" fmla="*/ 2953 w 144946"/>
              <a:gd name="connsiteY0" fmla="*/ 0 h 262625"/>
              <a:gd name="connsiteX1" fmla="*/ 12499 w 144946"/>
              <a:gd name="connsiteY1" fmla="*/ 112903 h 262625"/>
              <a:gd name="connsiteX2" fmla="*/ 73068 w 144946"/>
              <a:gd name="connsiteY2" fmla="*/ 123405 h 262625"/>
              <a:gd name="connsiteX3" fmla="*/ 76893 w 144946"/>
              <a:gd name="connsiteY3" fmla="*/ 242188 h 262625"/>
              <a:gd name="connsiteX4" fmla="*/ 144946 w 144946"/>
              <a:gd name="connsiteY4" fmla="*/ 262625 h 262625"/>
              <a:gd name="connsiteX0" fmla="*/ 2669 w 144662"/>
              <a:gd name="connsiteY0" fmla="*/ 0 h 262625"/>
              <a:gd name="connsiteX1" fmla="*/ 12215 w 144662"/>
              <a:gd name="connsiteY1" fmla="*/ 112903 h 262625"/>
              <a:gd name="connsiteX2" fmla="*/ 63851 w 144662"/>
              <a:gd name="connsiteY2" fmla="*/ 139387 h 262625"/>
              <a:gd name="connsiteX3" fmla="*/ 76609 w 144662"/>
              <a:gd name="connsiteY3" fmla="*/ 242188 h 262625"/>
              <a:gd name="connsiteX4" fmla="*/ 144662 w 144662"/>
              <a:gd name="connsiteY4" fmla="*/ 262625 h 262625"/>
              <a:gd name="connsiteX0" fmla="*/ 2669 w 144662"/>
              <a:gd name="connsiteY0" fmla="*/ 0 h 262625"/>
              <a:gd name="connsiteX1" fmla="*/ 12215 w 144662"/>
              <a:gd name="connsiteY1" fmla="*/ 112903 h 262625"/>
              <a:gd name="connsiteX2" fmla="*/ 63851 w 144662"/>
              <a:gd name="connsiteY2" fmla="*/ 139387 h 262625"/>
              <a:gd name="connsiteX3" fmla="*/ 76609 w 144662"/>
              <a:gd name="connsiteY3" fmla="*/ 230201 h 262625"/>
              <a:gd name="connsiteX4" fmla="*/ 144662 w 144662"/>
              <a:gd name="connsiteY4" fmla="*/ 262625 h 262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662" h="262625">
                <a:moveTo>
                  <a:pt x="2669" y="0"/>
                </a:moveTo>
                <a:cubicBezTo>
                  <a:pt x="-3681" y="65193"/>
                  <a:pt x="2018" y="89672"/>
                  <a:pt x="12215" y="112903"/>
                </a:cubicBezTo>
                <a:cubicBezTo>
                  <a:pt x="22412" y="136134"/>
                  <a:pt x="53119" y="119837"/>
                  <a:pt x="63851" y="139387"/>
                </a:cubicBezTo>
                <a:cubicBezTo>
                  <a:pt x="74583" y="158937"/>
                  <a:pt x="63141" y="209661"/>
                  <a:pt x="76609" y="230201"/>
                </a:cubicBezTo>
                <a:cubicBezTo>
                  <a:pt x="90077" y="250741"/>
                  <a:pt x="110857" y="260346"/>
                  <a:pt x="144662" y="262625"/>
                </a:cubicBezTo>
              </a:path>
            </a:pathLst>
          </a:custGeom>
          <a:noFill/>
          <a:ln>
            <a:solidFill>
              <a:schemeClr val="accent6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C885FE9-9B25-4C77-8FBE-8829EE7A6D72}"/>
              </a:ext>
            </a:extLst>
          </p:cNvPr>
          <p:cNvCxnSpPr>
            <a:cxnSpLocks/>
          </p:cNvCxnSpPr>
          <p:nvPr/>
        </p:nvCxnSpPr>
        <p:spPr>
          <a:xfrm flipV="1">
            <a:off x="3211614" y="3559286"/>
            <a:ext cx="26697" cy="1222030"/>
          </a:xfrm>
          <a:prstGeom prst="straightConnector1">
            <a:avLst/>
          </a:prstGeom>
          <a:ln w="127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7ACF7BC3-CDF9-4238-8D22-F5570E03858B}"/>
              </a:ext>
            </a:extLst>
          </p:cNvPr>
          <p:cNvSpPr/>
          <p:nvPr/>
        </p:nvSpPr>
        <p:spPr>
          <a:xfrm>
            <a:off x="2898004" y="3005348"/>
            <a:ext cx="161413" cy="257187"/>
          </a:xfrm>
          <a:custGeom>
            <a:avLst/>
            <a:gdLst>
              <a:gd name="connsiteX0" fmla="*/ 113904 w 249567"/>
              <a:gd name="connsiteY0" fmla="*/ 0 h 423070"/>
              <a:gd name="connsiteX1" fmla="*/ 96970 w 249567"/>
              <a:gd name="connsiteY1" fmla="*/ 118533 h 423070"/>
              <a:gd name="connsiteX2" fmla="*/ 3837 w 249567"/>
              <a:gd name="connsiteY2" fmla="*/ 245533 h 423070"/>
              <a:gd name="connsiteX3" fmla="*/ 37704 w 249567"/>
              <a:gd name="connsiteY3" fmla="*/ 381000 h 423070"/>
              <a:gd name="connsiteX4" fmla="*/ 215504 w 249567"/>
              <a:gd name="connsiteY4" fmla="*/ 414866 h 423070"/>
              <a:gd name="connsiteX5" fmla="*/ 249370 w 249567"/>
              <a:gd name="connsiteY5" fmla="*/ 245533 h 423070"/>
              <a:gd name="connsiteX0" fmla="*/ 113904 w 226293"/>
              <a:gd name="connsiteY0" fmla="*/ 0 h 423070"/>
              <a:gd name="connsiteX1" fmla="*/ 96970 w 226293"/>
              <a:gd name="connsiteY1" fmla="*/ 118533 h 423070"/>
              <a:gd name="connsiteX2" fmla="*/ 3837 w 226293"/>
              <a:gd name="connsiteY2" fmla="*/ 245533 h 423070"/>
              <a:gd name="connsiteX3" fmla="*/ 37704 w 226293"/>
              <a:gd name="connsiteY3" fmla="*/ 381000 h 423070"/>
              <a:gd name="connsiteX4" fmla="*/ 215504 w 226293"/>
              <a:gd name="connsiteY4" fmla="*/ 414866 h 423070"/>
              <a:gd name="connsiteX5" fmla="*/ 207036 w 226293"/>
              <a:gd name="connsiteY5" fmla="*/ 245533 h 423070"/>
              <a:gd name="connsiteX0" fmla="*/ 117858 w 333143"/>
              <a:gd name="connsiteY0" fmla="*/ 0 h 386165"/>
              <a:gd name="connsiteX1" fmla="*/ 100924 w 333143"/>
              <a:gd name="connsiteY1" fmla="*/ 118533 h 386165"/>
              <a:gd name="connsiteX2" fmla="*/ 7791 w 333143"/>
              <a:gd name="connsiteY2" fmla="*/ 245533 h 386165"/>
              <a:gd name="connsiteX3" fmla="*/ 41658 w 333143"/>
              <a:gd name="connsiteY3" fmla="*/ 381000 h 386165"/>
              <a:gd name="connsiteX4" fmla="*/ 329524 w 333143"/>
              <a:gd name="connsiteY4" fmla="*/ 347133 h 386165"/>
              <a:gd name="connsiteX5" fmla="*/ 210990 w 333143"/>
              <a:gd name="connsiteY5" fmla="*/ 245533 h 386165"/>
              <a:gd name="connsiteX0" fmla="*/ 117858 w 337378"/>
              <a:gd name="connsiteY0" fmla="*/ 0 h 387425"/>
              <a:gd name="connsiteX1" fmla="*/ 100924 w 337378"/>
              <a:gd name="connsiteY1" fmla="*/ 118533 h 387425"/>
              <a:gd name="connsiteX2" fmla="*/ 7791 w 337378"/>
              <a:gd name="connsiteY2" fmla="*/ 245533 h 387425"/>
              <a:gd name="connsiteX3" fmla="*/ 41658 w 337378"/>
              <a:gd name="connsiteY3" fmla="*/ 381000 h 387425"/>
              <a:gd name="connsiteX4" fmla="*/ 329524 w 337378"/>
              <a:gd name="connsiteY4" fmla="*/ 347133 h 387425"/>
              <a:gd name="connsiteX5" fmla="*/ 261790 w 337378"/>
              <a:gd name="connsiteY5" fmla="*/ 186266 h 387425"/>
              <a:gd name="connsiteX0" fmla="*/ 114117 w 258333"/>
              <a:gd name="connsiteY0" fmla="*/ 0 h 413629"/>
              <a:gd name="connsiteX1" fmla="*/ 97183 w 258333"/>
              <a:gd name="connsiteY1" fmla="*/ 118533 h 413629"/>
              <a:gd name="connsiteX2" fmla="*/ 4050 w 258333"/>
              <a:gd name="connsiteY2" fmla="*/ 245533 h 413629"/>
              <a:gd name="connsiteX3" fmla="*/ 37917 w 258333"/>
              <a:gd name="connsiteY3" fmla="*/ 381000 h 413629"/>
              <a:gd name="connsiteX4" fmla="*/ 224183 w 258333"/>
              <a:gd name="connsiteY4" fmla="*/ 397933 h 413629"/>
              <a:gd name="connsiteX5" fmla="*/ 258049 w 258333"/>
              <a:gd name="connsiteY5" fmla="*/ 186266 h 413629"/>
              <a:gd name="connsiteX0" fmla="*/ 101288 w 245504"/>
              <a:gd name="connsiteY0" fmla="*/ 0 h 413629"/>
              <a:gd name="connsiteX1" fmla="*/ 84354 w 245504"/>
              <a:gd name="connsiteY1" fmla="*/ 118533 h 413629"/>
              <a:gd name="connsiteX2" fmla="*/ 8154 w 245504"/>
              <a:gd name="connsiteY2" fmla="*/ 245533 h 413629"/>
              <a:gd name="connsiteX3" fmla="*/ 25088 w 245504"/>
              <a:gd name="connsiteY3" fmla="*/ 381000 h 413629"/>
              <a:gd name="connsiteX4" fmla="*/ 211354 w 245504"/>
              <a:gd name="connsiteY4" fmla="*/ 397933 h 413629"/>
              <a:gd name="connsiteX5" fmla="*/ 245220 w 245504"/>
              <a:gd name="connsiteY5" fmla="*/ 186266 h 413629"/>
              <a:gd name="connsiteX0" fmla="*/ 95609 w 239680"/>
              <a:gd name="connsiteY0" fmla="*/ 0 h 413629"/>
              <a:gd name="connsiteX1" fmla="*/ 78675 w 239680"/>
              <a:gd name="connsiteY1" fmla="*/ 118533 h 413629"/>
              <a:gd name="connsiteX2" fmla="*/ 2475 w 239680"/>
              <a:gd name="connsiteY2" fmla="*/ 245533 h 413629"/>
              <a:gd name="connsiteX3" fmla="*/ 36343 w 239680"/>
              <a:gd name="connsiteY3" fmla="*/ 381000 h 413629"/>
              <a:gd name="connsiteX4" fmla="*/ 205675 w 239680"/>
              <a:gd name="connsiteY4" fmla="*/ 397933 h 413629"/>
              <a:gd name="connsiteX5" fmla="*/ 239541 w 239680"/>
              <a:gd name="connsiteY5" fmla="*/ 186266 h 413629"/>
              <a:gd name="connsiteX0" fmla="*/ 62600 w 239680"/>
              <a:gd name="connsiteY0" fmla="*/ 0 h 499827"/>
              <a:gd name="connsiteX1" fmla="*/ 78675 w 239680"/>
              <a:gd name="connsiteY1" fmla="*/ 204731 h 499827"/>
              <a:gd name="connsiteX2" fmla="*/ 2475 w 239680"/>
              <a:gd name="connsiteY2" fmla="*/ 331731 h 499827"/>
              <a:gd name="connsiteX3" fmla="*/ 36343 w 239680"/>
              <a:gd name="connsiteY3" fmla="*/ 467198 h 499827"/>
              <a:gd name="connsiteX4" fmla="*/ 205675 w 239680"/>
              <a:gd name="connsiteY4" fmla="*/ 484131 h 499827"/>
              <a:gd name="connsiteX5" fmla="*/ 239541 w 239680"/>
              <a:gd name="connsiteY5" fmla="*/ 272464 h 499827"/>
              <a:gd name="connsiteX0" fmla="*/ 60140 w 237220"/>
              <a:gd name="connsiteY0" fmla="*/ 0 h 499827"/>
              <a:gd name="connsiteX1" fmla="*/ 30003 w 237220"/>
              <a:gd name="connsiteY1" fmla="*/ 243911 h 499827"/>
              <a:gd name="connsiteX2" fmla="*/ 15 w 237220"/>
              <a:gd name="connsiteY2" fmla="*/ 331731 h 499827"/>
              <a:gd name="connsiteX3" fmla="*/ 33883 w 237220"/>
              <a:gd name="connsiteY3" fmla="*/ 467198 h 499827"/>
              <a:gd name="connsiteX4" fmla="*/ 203215 w 237220"/>
              <a:gd name="connsiteY4" fmla="*/ 484131 h 499827"/>
              <a:gd name="connsiteX5" fmla="*/ 237081 w 237220"/>
              <a:gd name="connsiteY5" fmla="*/ 272464 h 499827"/>
              <a:gd name="connsiteX0" fmla="*/ 60140 w 237220"/>
              <a:gd name="connsiteY0" fmla="*/ 0 h 506789"/>
              <a:gd name="connsiteX1" fmla="*/ 30003 w 237220"/>
              <a:gd name="connsiteY1" fmla="*/ 243911 h 506789"/>
              <a:gd name="connsiteX2" fmla="*/ 15 w 237220"/>
              <a:gd name="connsiteY2" fmla="*/ 331731 h 506789"/>
              <a:gd name="connsiteX3" fmla="*/ 33883 w 237220"/>
              <a:gd name="connsiteY3" fmla="*/ 467198 h 506789"/>
              <a:gd name="connsiteX4" fmla="*/ 203215 w 237220"/>
              <a:gd name="connsiteY4" fmla="*/ 484131 h 506789"/>
              <a:gd name="connsiteX5" fmla="*/ 237081 w 237220"/>
              <a:gd name="connsiteY5" fmla="*/ 178430 h 506789"/>
              <a:gd name="connsiteX0" fmla="*/ 60140 w 243080"/>
              <a:gd name="connsiteY0" fmla="*/ 0 h 473136"/>
              <a:gd name="connsiteX1" fmla="*/ 30003 w 243080"/>
              <a:gd name="connsiteY1" fmla="*/ 243911 h 473136"/>
              <a:gd name="connsiteX2" fmla="*/ 15 w 243080"/>
              <a:gd name="connsiteY2" fmla="*/ 331731 h 473136"/>
              <a:gd name="connsiteX3" fmla="*/ 33883 w 243080"/>
              <a:gd name="connsiteY3" fmla="*/ 467198 h 473136"/>
              <a:gd name="connsiteX4" fmla="*/ 223020 w 243080"/>
              <a:gd name="connsiteY4" fmla="*/ 421441 h 473136"/>
              <a:gd name="connsiteX5" fmla="*/ 237081 w 243080"/>
              <a:gd name="connsiteY5" fmla="*/ 178430 h 473136"/>
              <a:gd name="connsiteX0" fmla="*/ 61336 w 241743"/>
              <a:gd name="connsiteY0" fmla="*/ 0 h 473138"/>
              <a:gd name="connsiteX1" fmla="*/ 31199 w 241743"/>
              <a:gd name="connsiteY1" fmla="*/ 243911 h 473138"/>
              <a:gd name="connsiteX2" fmla="*/ 1211 w 241743"/>
              <a:gd name="connsiteY2" fmla="*/ 331731 h 473138"/>
              <a:gd name="connsiteX3" fmla="*/ 74689 w 241743"/>
              <a:gd name="connsiteY3" fmla="*/ 467199 h 473138"/>
              <a:gd name="connsiteX4" fmla="*/ 224216 w 241743"/>
              <a:gd name="connsiteY4" fmla="*/ 421441 h 473138"/>
              <a:gd name="connsiteX5" fmla="*/ 238277 w 241743"/>
              <a:gd name="connsiteY5" fmla="*/ 178430 h 473138"/>
              <a:gd name="connsiteX0" fmla="*/ 62311 w 241568"/>
              <a:gd name="connsiteY0" fmla="*/ 0 h 450344"/>
              <a:gd name="connsiteX1" fmla="*/ 32174 w 241568"/>
              <a:gd name="connsiteY1" fmla="*/ 243911 h 450344"/>
              <a:gd name="connsiteX2" fmla="*/ 2186 w 241568"/>
              <a:gd name="connsiteY2" fmla="*/ 331731 h 450344"/>
              <a:gd name="connsiteX3" fmla="*/ 95469 w 241568"/>
              <a:gd name="connsiteY3" fmla="*/ 435854 h 450344"/>
              <a:gd name="connsiteX4" fmla="*/ 225191 w 241568"/>
              <a:gd name="connsiteY4" fmla="*/ 421441 h 450344"/>
              <a:gd name="connsiteX5" fmla="*/ 239252 w 241568"/>
              <a:gd name="connsiteY5" fmla="*/ 178430 h 450344"/>
              <a:gd name="connsiteX0" fmla="*/ 62311 w 249435"/>
              <a:gd name="connsiteY0" fmla="*/ 0 h 446335"/>
              <a:gd name="connsiteX1" fmla="*/ 32174 w 249435"/>
              <a:gd name="connsiteY1" fmla="*/ 243911 h 446335"/>
              <a:gd name="connsiteX2" fmla="*/ 2186 w 249435"/>
              <a:gd name="connsiteY2" fmla="*/ 331731 h 446335"/>
              <a:gd name="connsiteX3" fmla="*/ 95469 w 249435"/>
              <a:gd name="connsiteY3" fmla="*/ 435854 h 446335"/>
              <a:gd name="connsiteX4" fmla="*/ 238395 w 249435"/>
              <a:gd name="connsiteY4" fmla="*/ 413605 h 446335"/>
              <a:gd name="connsiteX5" fmla="*/ 239252 w 249435"/>
              <a:gd name="connsiteY5" fmla="*/ 178430 h 446335"/>
              <a:gd name="connsiteX0" fmla="*/ 44128 w 231253"/>
              <a:gd name="connsiteY0" fmla="*/ 0 h 445787"/>
              <a:gd name="connsiteX1" fmla="*/ 13991 w 231253"/>
              <a:gd name="connsiteY1" fmla="*/ 243911 h 445787"/>
              <a:gd name="connsiteX2" fmla="*/ 3808 w 231253"/>
              <a:gd name="connsiteY2" fmla="*/ 339568 h 445787"/>
              <a:gd name="connsiteX3" fmla="*/ 77286 w 231253"/>
              <a:gd name="connsiteY3" fmla="*/ 435854 h 445787"/>
              <a:gd name="connsiteX4" fmla="*/ 220212 w 231253"/>
              <a:gd name="connsiteY4" fmla="*/ 413605 h 445787"/>
              <a:gd name="connsiteX5" fmla="*/ 221069 w 231253"/>
              <a:gd name="connsiteY5" fmla="*/ 178430 h 445787"/>
              <a:gd name="connsiteX0" fmla="*/ 31572 w 218697"/>
              <a:gd name="connsiteY0" fmla="*/ 0 h 442583"/>
              <a:gd name="connsiteX1" fmla="*/ 1435 w 218697"/>
              <a:gd name="connsiteY1" fmla="*/ 243911 h 442583"/>
              <a:gd name="connsiteX2" fmla="*/ 11057 w 218697"/>
              <a:gd name="connsiteY2" fmla="*/ 386585 h 442583"/>
              <a:gd name="connsiteX3" fmla="*/ 64730 w 218697"/>
              <a:gd name="connsiteY3" fmla="*/ 435854 h 442583"/>
              <a:gd name="connsiteX4" fmla="*/ 207656 w 218697"/>
              <a:gd name="connsiteY4" fmla="*/ 413605 h 442583"/>
              <a:gd name="connsiteX5" fmla="*/ 208513 w 218697"/>
              <a:gd name="connsiteY5" fmla="*/ 178430 h 442583"/>
              <a:gd name="connsiteX0" fmla="*/ 33185 w 217381"/>
              <a:gd name="connsiteY0" fmla="*/ 0 h 442583"/>
              <a:gd name="connsiteX1" fmla="*/ 3048 w 217381"/>
              <a:gd name="connsiteY1" fmla="*/ 243911 h 442583"/>
              <a:gd name="connsiteX2" fmla="*/ 12670 w 217381"/>
              <a:gd name="connsiteY2" fmla="*/ 386585 h 442583"/>
              <a:gd name="connsiteX3" fmla="*/ 105954 w 217381"/>
              <a:gd name="connsiteY3" fmla="*/ 435854 h 442583"/>
              <a:gd name="connsiteX4" fmla="*/ 209269 w 217381"/>
              <a:gd name="connsiteY4" fmla="*/ 413605 h 442583"/>
              <a:gd name="connsiteX5" fmla="*/ 210126 w 217381"/>
              <a:gd name="connsiteY5" fmla="*/ 178430 h 442583"/>
              <a:gd name="connsiteX0" fmla="*/ 33185 w 217381"/>
              <a:gd name="connsiteY0" fmla="*/ 0 h 435908"/>
              <a:gd name="connsiteX1" fmla="*/ 3048 w 217381"/>
              <a:gd name="connsiteY1" fmla="*/ 243911 h 435908"/>
              <a:gd name="connsiteX2" fmla="*/ 12670 w 217381"/>
              <a:gd name="connsiteY2" fmla="*/ 386585 h 435908"/>
              <a:gd name="connsiteX3" fmla="*/ 105954 w 217381"/>
              <a:gd name="connsiteY3" fmla="*/ 435854 h 435908"/>
              <a:gd name="connsiteX4" fmla="*/ 209269 w 217381"/>
              <a:gd name="connsiteY4" fmla="*/ 390096 h 435908"/>
              <a:gd name="connsiteX5" fmla="*/ 210126 w 217381"/>
              <a:gd name="connsiteY5" fmla="*/ 178430 h 435908"/>
              <a:gd name="connsiteX0" fmla="*/ 25249 w 209445"/>
              <a:gd name="connsiteY0" fmla="*/ 0 h 435908"/>
              <a:gd name="connsiteX1" fmla="*/ 14917 w 209445"/>
              <a:gd name="connsiteY1" fmla="*/ 236075 h 435908"/>
              <a:gd name="connsiteX2" fmla="*/ 4734 w 209445"/>
              <a:gd name="connsiteY2" fmla="*/ 386585 h 435908"/>
              <a:gd name="connsiteX3" fmla="*/ 98018 w 209445"/>
              <a:gd name="connsiteY3" fmla="*/ 435854 h 435908"/>
              <a:gd name="connsiteX4" fmla="*/ 201333 w 209445"/>
              <a:gd name="connsiteY4" fmla="*/ 390096 h 435908"/>
              <a:gd name="connsiteX5" fmla="*/ 202190 w 209445"/>
              <a:gd name="connsiteY5" fmla="*/ 178430 h 435908"/>
              <a:gd name="connsiteX0" fmla="*/ 45545 w 209936"/>
              <a:gd name="connsiteY0" fmla="*/ 0 h 373218"/>
              <a:gd name="connsiteX1" fmla="*/ 15408 w 209936"/>
              <a:gd name="connsiteY1" fmla="*/ 173385 h 373218"/>
              <a:gd name="connsiteX2" fmla="*/ 5225 w 209936"/>
              <a:gd name="connsiteY2" fmla="*/ 323895 h 373218"/>
              <a:gd name="connsiteX3" fmla="*/ 98509 w 209936"/>
              <a:gd name="connsiteY3" fmla="*/ 373164 h 373218"/>
              <a:gd name="connsiteX4" fmla="*/ 201824 w 209936"/>
              <a:gd name="connsiteY4" fmla="*/ 327406 h 373218"/>
              <a:gd name="connsiteX5" fmla="*/ 202681 w 209936"/>
              <a:gd name="connsiteY5" fmla="*/ 115740 h 373218"/>
              <a:gd name="connsiteX0" fmla="*/ 38772 w 209764"/>
              <a:gd name="connsiteY0" fmla="*/ 0 h 396727"/>
              <a:gd name="connsiteX1" fmla="*/ 15236 w 209764"/>
              <a:gd name="connsiteY1" fmla="*/ 196894 h 396727"/>
              <a:gd name="connsiteX2" fmla="*/ 5053 w 209764"/>
              <a:gd name="connsiteY2" fmla="*/ 347404 h 396727"/>
              <a:gd name="connsiteX3" fmla="*/ 98337 w 209764"/>
              <a:gd name="connsiteY3" fmla="*/ 396673 h 396727"/>
              <a:gd name="connsiteX4" fmla="*/ 201652 w 209764"/>
              <a:gd name="connsiteY4" fmla="*/ 350915 h 396727"/>
              <a:gd name="connsiteX5" fmla="*/ 202509 w 209764"/>
              <a:gd name="connsiteY5" fmla="*/ 139249 h 396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9764" h="396727">
                <a:moveTo>
                  <a:pt x="38772" y="0"/>
                </a:moveTo>
                <a:cubicBezTo>
                  <a:pt x="39477" y="38805"/>
                  <a:pt x="20856" y="138993"/>
                  <a:pt x="15236" y="196894"/>
                </a:cubicBezTo>
                <a:cubicBezTo>
                  <a:pt x="9616" y="254795"/>
                  <a:pt x="-8797" y="314108"/>
                  <a:pt x="5053" y="347404"/>
                </a:cubicBezTo>
                <a:cubicBezTo>
                  <a:pt x="18903" y="380700"/>
                  <a:pt x="65571" y="396088"/>
                  <a:pt x="98337" y="396673"/>
                </a:cubicBezTo>
                <a:cubicBezTo>
                  <a:pt x="131103" y="397258"/>
                  <a:pt x="184290" y="393819"/>
                  <a:pt x="201652" y="350915"/>
                </a:cubicBezTo>
                <a:cubicBezTo>
                  <a:pt x="219014" y="308011"/>
                  <a:pt x="203215" y="212626"/>
                  <a:pt x="202509" y="139249"/>
                </a:cubicBezTo>
              </a:path>
            </a:pathLst>
          </a:custGeom>
          <a:noFill/>
          <a:ln w="25400">
            <a:solidFill>
              <a:srgbClr val="7030A0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C5DB807-9471-4277-95D3-E27E5FBCDF68}"/>
              </a:ext>
            </a:extLst>
          </p:cNvPr>
          <p:cNvSpPr/>
          <p:nvPr/>
        </p:nvSpPr>
        <p:spPr>
          <a:xfrm rot="21040209" flipH="1">
            <a:off x="3332820" y="2675674"/>
            <a:ext cx="240601" cy="355649"/>
          </a:xfrm>
          <a:custGeom>
            <a:avLst/>
            <a:gdLst>
              <a:gd name="connsiteX0" fmla="*/ 238624 w 315502"/>
              <a:gd name="connsiteY0" fmla="*/ 34813 h 366709"/>
              <a:gd name="connsiteX1" fmla="*/ 111624 w 315502"/>
              <a:gd name="connsiteY1" fmla="*/ 9413 h 366709"/>
              <a:gd name="connsiteX2" fmla="*/ 1557 w 315502"/>
              <a:gd name="connsiteY2" fmla="*/ 144880 h 366709"/>
              <a:gd name="connsiteX3" fmla="*/ 52357 w 315502"/>
              <a:gd name="connsiteY3" fmla="*/ 348080 h 366709"/>
              <a:gd name="connsiteX4" fmla="*/ 128557 w 315502"/>
              <a:gd name="connsiteY4" fmla="*/ 356547 h 366709"/>
              <a:gd name="connsiteX5" fmla="*/ 187824 w 315502"/>
              <a:gd name="connsiteY5" fmla="*/ 339613 h 366709"/>
              <a:gd name="connsiteX6" fmla="*/ 314824 w 315502"/>
              <a:gd name="connsiteY6" fmla="*/ 322680 h 366709"/>
              <a:gd name="connsiteX7" fmla="*/ 238624 w 315502"/>
              <a:gd name="connsiteY7" fmla="*/ 221080 h 366709"/>
              <a:gd name="connsiteX8" fmla="*/ 238624 w 315502"/>
              <a:gd name="connsiteY8" fmla="*/ 34813 h 366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5502" h="366709">
                <a:moveTo>
                  <a:pt x="238624" y="34813"/>
                </a:moveTo>
                <a:cubicBezTo>
                  <a:pt x="217457" y="-465"/>
                  <a:pt x="151135" y="-8931"/>
                  <a:pt x="111624" y="9413"/>
                </a:cubicBezTo>
                <a:cubicBezTo>
                  <a:pt x="72113" y="27757"/>
                  <a:pt x="11435" y="88436"/>
                  <a:pt x="1557" y="144880"/>
                </a:cubicBezTo>
                <a:cubicBezTo>
                  <a:pt x="-8321" y="201324"/>
                  <a:pt x="31190" y="312802"/>
                  <a:pt x="52357" y="348080"/>
                </a:cubicBezTo>
                <a:cubicBezTo>
                  <a:pt x="73524" y="383358"/>
                  <a:pt x="105979" y="357958"/>
                  <a:pt x="128557" y="356547"/>
                </a:cubicBezTo>
                <a:cubicBezTo>
                  <a:pt x="151135" y="355136"/>
                  <a:pt x="156779" y="345258"/>
                  <a:pt x="187824" y="339613"/>
                </a:cubicBezTo>
                <a:cubicBezTo>
                  <a:pt x="218868" y="333969"/>
                  <a:pt x="306357" y="342435"/>
                  <a:pt x="314824" y="322680"/>
                </a:cubicBezTo>
                <a:cubicBezTo>
                  <a:pt x="323291" y="302925"/>
                  <a:pt x="249913" y="264824"/>
                  <a:pt x="238624" y="221080"/>
                </a:cubicBezTo>
                <a:cubicBezTo>
                  <a:pt x="227335" y="177336"/>
                  <a:pt x="259791" y="70091"/>
                  <a:pt x="238624" y="34813"/>
                </a:cubicBezTo>
                <a:close/>
              </a:path>
            </a:pathLst>
          </a:custGeom>
          <a:gradFill flip="none" rotWithShape="1">
            <a:gsLst>
              <a:gs pos="71000">
                <a:schemeClr val="accent2">
                  <a:lumMod val="20000"/>
                  <a:lumOff val="80000"/>
                </a:schemeClr>
              </a:gs>
              <a:gs pos="31000">
                <a:srgbClr val="F8CCAE"/>
              </a:gs>
              <a:gs pos="0">
                <a:srgbClr val="F6C3A0"/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35000">
                  <a:schemeClr val="accent2">
                    <a:lumMod val="20000"/>
                    <a:lumOff val="80000"/>
                  </a:schemeClr>
                </a:gs>
                <a:gs pos="65000">
                  <a:schemeClr val="accent2">
                    <a:lumMod val="60000"/>
                    <a:lumOff val="40000"/>
                  </a:schemeClr>
                </a:gs>
                <a:gs pos="83000">
                  <a:schemeClr val="accent2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DE073811-B391-423B-848B-2F8826FC118B}"/>
              </a:ext>
            </a:extLst>
          </p:cNvPr>
          <p:cNvSpPr/>
          <p:nvPr/>
        </p:nvSpPr>
        <p:spPr>
          <a:xfrm>
            <a:off x="2957824" y="1532954"/>
            <a:ext cx="640343" cy="1546422"/>
          </a:xfrm>
          <a:custGeom>
            <a:avLst/>
            <a:gdLst>
              <a:gd name="connsiteX0" fmla="*/ 11980 w 466167"/>
              <a:gd name="connsiteY0" fmla="*/ 27794 h 1475594"/>
              <a:gd name="connsiteX1" fmla="*/ 122046 w 466167"/>
              <a:gd name="connsiteY1" fmla="*/ 324128 h 1475594"/>
              <a:gd name="connsiteX2" fmla="*/ 138980 w 466167"/>
              <a:gd name="connsiteY2" fmla="*/ 603528 h 1475594"/>
              <a:gd name="connsiteX3" fmla="*/ 147446 w 466167"/>
              <a:gd name="connsiteY3" fmla="*/ 857528 h 1475594"/>
              <a:gd name="connsiteX4" fmla="*/ 71246 w 466167"/>
              <a:gd name="connsiteY4" fmla="*/ 1187728 h 1475594"/>
              <a:gd name="connsiteX5" fmla="*/ 62780 w 466167"/>
              <a:gd name="connsiteY5" fmla="*/ 1289328 h 1475594"/>
              <a:gd name="connsiteX6" fmla="*/ 189780 w 466167"/>
              <a:gd name="connsiteY6" fmla="*/ 1475594 h 1475594"/>
              <a:gd name="connsiteX7" fmla="*/ 367580 w 466167"/>
              <a:gd name="connsiteY7" fmla="*/ 1289328 h 1475594"/>
              <a:gd name="connsiteX8" fmla="*/ 325246 w 466167"/>
              <a:gd name="connsiteY8" fmla="*/ 1026861 h 1475594"/>
              <a:gd name="connsiteX9" fmla="*/ 308313 w 466167"/>
              <a:gd name="connsiteY9" fmla="*/ 713594 h 1475594"/>
              <a:gd name="connsiteX10" fmla="*/ 325246 w 466167"/>
              <a:gd name="connsiteY10" fmla="*/ 374928 h 1475594"/>
              <a:gd name="connsiteX11" fmla="*/ 401446 w 466167"/>
              <a:gd name="connsiteY11" fmla="*/ 61661 h 1475594"/>
              <a:gd name="connsiteX12" fmla="*/ 443780 w 466167"/>
              <a:gd name="connsiteY12" fmla="*/ 19328 h 1475594"/>
              <a:gd name="connsiteX13" fmla="*/ 11980 w 466167"/>
              <a:gd name="connsiteY13" fmla="*/ 27794 h 1475594"/>
              <a:gd name="connsiteX0" fmla="*/ 11980 w 466167"/>
              <a:gd name="connsiteY0" fmla="*/ 27794 h 1475594"/>
              <a:gd name="connsiteX1" fmla="*/ 122046 w 466167"/>
              <a:gd name="connsiteY1" fmla="*/ 324128 h 1475594"/>
              <a:gd name="connsiteX2" fmla="*/ 138980 w 466167"/>
              <a:gd name="connsiteY2" fmla="*/ 603528 h 1475594"/>
              <a:gd name="connsiteX3" fmla="*/ 147446 w 466167"/>
              <a:gd name="connsiteY3" fmla="*/ 857528 h 1475594"/>
              <a:gd name="connsiteX4" fmla="*/ 71246 w 466167"/>
              <a:gd name="connsiteY4" fmla="*/ 1136928 h 1475594"/>
              <a:gd name="connsiteX5" fmla="*/ 62780 w 466167"/>
              <a:gd name="connsiteY5" fmla="*/ 1289328 h 1475594"/>
              <a:gd name="connsiteX6" fmla="*/ 189780 w 466167"/>
              <a:gd name="connsiteY6" fmla="*/ 1475594 h 1475594"/>
              <a:gd name="connsiteX7" fmla="*/ 367580 w 466167"/>
              <a:gd name="connsiteY7" fmla="*/ 1289328 h 1475594"/>
              <a:gd name="connsiteX8" fmla="*/ 325246 w 466167"/>
              <a:gd name="connsiteY8" fmla="*/ 1026861 h 1475594"/>
              <a:gd name="connsiteX9" fmla="*/ 308313 w 466167"/>
              <a:gd name="connsiteY9" fmla="*/ 713594 h 1475594"/>
              <a:gd name="connsiteX10" fmla="*/ 325246 w 466167"/>
              <a:gd name="connsiteY10" fmla="*/ 374928 h 1475594"/>
              <a:gd name="connsiteX11" fmla="*/ 401446 w 466167"/>
              <a:gd name="connsiteY11" fmla="*/ 61661 h 1475594"/>
              <a:gd name="connsiteX12" fmla="*/ 443780 w 466167"/>
              <a:gd name="connsiteY12" fmla="*/ 19328 h 1475594"/>
              <a:gd name="connsiteX13" fmla="*/ 11980 w 466167"/>
              <a:gd name="connsiteY13" fmla="*/ 27794 h 1475594"/>
              <a:gd name="connsiteX0" fmla="*/ 11980 w 466167"/>
              <a:gd name="connsiteY0" fmla="*/ 27794 h 1475594"/>
              <a:gd name="connsiteX1" fmla="*/ 122046 w 466167"/>
              <a:gd name="connsiteY1" fmla="*/ 324128 h 1475594"/>
              <a:gd name="connsiteX2" fmla="*/ 138980 w 466167"/>
              <a:gd name="connsiteY2" fmla="*/ 603528 h 1475594"/>
              <a:gd name="connsiteX3" fmla="*/ 147446 w 466167"/>
              <a:gd name="connsiteY3" fmla="*/ 857528 h 1475594"/>
              <a:gd name="connsiteX4" fmla="*/ 96646 w 466167"/>
              <a:gd name="connsiteY4" fmla="*/ 1136928 h 1475594"/>
              <a:gd name="connsiteX5" fmla="*/ 62780 w 466167"/>
              <a:gd name="connsiteY5" fmla="*/ 1289328 h 1475594"/>
              <a:gd name="connsiteX6" fmla="*/ 189780 w 466167"/>
              <a:gd name="connsiteY6" fmla="*/ 1475594 h 1475594"/>
              <a:gd name="connsiteX7" fmla="*/ 367580 w 466167"/>
              <a:gd name="connsiteY7" fmla="*/ 1289328 h 1475594"/>
              <a:gd name="connsiteX8" fmla="*/ 325246 w 466167"/>
              <a:gd name="connsiteY8" fmla="*/ 1026861 h 1475594"/>
              <a:gd name="connsiteX9" fmla="*/ 308313 w 466167"/>
              <a:gd name="connsiteY9" fmla="*/ 713594 h 1475594"/>
              <a:gd name="connsiteX10" fmla="*/ 325246 w 466167"/>
              <a:gd name="connsiteY10" fmla="*/ 374928 h 1475594"/>
              <a:gd name="connsiteX11" fmla="*/ 401446 w 466167"/>
              <a:gd name="connsiteY11" fmla="*/ 61661 h 1475594"/>
              <a:gd name="connsiteX12" fmla="*/ 443780 w 466167"/>
              <a:gd name="connsiteY12" fmla="*/ 19328 h 1475594"/>
              <a:gd name="connsiteX13" fmla="*/ 11980 w 466167"/>
              <a:gd name="connsiteY13" fmla="*/ 27794 h 1475594"/>
              <a:gd name="connsiteX0" fmla="*/ 11980 w 466167"/>
              <a:gd name="connsiteY0" fmla="*/ 27794 h 1475594"/>
              <a:gd name="connsiteX1" fmla="*/ 122046 w 466167"/>
              <a:gd name="connsiteY1" fmla="*/ 324128 h 1475594"/>
              <a:gd name="connsiteX2" fmla="*/ 138980 w 466167"/>
              <a:gd name="connsiteY2" fmla="*/ 603528 h 1475594"/>
              <a:gd name="connsiteX3" fmla="*/ 147446 w 466167"/>
              <a:gd name="connsiteY3" fmla="*/ 857528 h 1475594"/>
              <a:gd name="connsiteX4" fmla="*/ 96646 w 466167"/>
              <a:gd name="connsiteY4" fmla="*/ 1136928 h 1475594"/>
              <a:gd name="connsiteX5" fmla="*/ 62780 w 466167"/>
              <a:gd name="connsiteY5" fmla="*/ 1289328 h 1475594"/>
              <a:gd name="connsiteX6" fmla="*/ 257513 w 466167"/>
              <a:gd name="connsiteY6" fmla="*/ 1475594 h 1475594"/>
              <a:gd name="connsiteX7" fmla="*/ 367580 w 466167"/>
              <a:gd name="connsiteY7" fmla="*/ 1289328 h 1475594"/>
              <a:gd name="connsiteX8" fmla="*/ 325246 w 466167"/>
              <a:gd name="connsiteY8" fmla="*/ 1026861 h 1475594"/>
              <a:gd name="connsiteX9" fmla="*/ 308313 w 466167"/>
              <a:gd name="connsiteY9" fmla="*/ 713594 h 1475594"/>
              <a:gd name="connsiteX10" fmla="*/ 325246 w 466167"/>
              <a:gd name="connsiteY10" fmla="*/ 374928 h 1475594"/>
              <a:gd name="connsiteX11" fmla="*/ 401446 w 466167"/>
              <a:gd name="connsiteY11" fmla="*/ 61661 h 1475594"/>
              <a:gd name="connsiteX12" fmla="*/ 443780 w 466167"/>
              <a:gd name="connsiteY12" fmla="*/ 19328 h 1475594"/>
              <a:gd name="connsiteX13" fmla="*/ 11980 w 466167"/>
              <a:gd name="connsiteY13" fmla="*/ 27794 h 1475594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474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289328 h 1492527"/>
              <a:gd name="connsiteX6" fmla="*/ 206713 w 466167"/>
              <a:gd name="connsiteY6" fmla="*/ 1492527 h 1492527"/>
              <a:gd name="connsiteX7" fmla="*/ 367580 w 466167"/>
              <a:gd name="connsiteY7" fmla="*/ 1289328 h 1492527"/>
              <a:gd name="connsiteX8" fmla="*/ 325246 w 466167"/>
              <a:gd name="connsiteY8" fmla="*/ 1026861 h 1492527"/>
              <a:gd name="connsiteX9" fmla="*/ 308313 w 466167"/>
              <a:gd name="connsiteY9" fmla="*/ 713594 h 1492527"/>
              <a:gd name="connsiteX10" fmla="*/ 325246 w 466167"/>
              <a:gd name="connsiteY10" fmla="*/ 374928 h 1492527"/>
              <a:gd name="connsiteX11" fmla="*/ 401446 w 466167"/>
              <a:gd name="connsiteY11" fmla="*/ 61661 h 1492527"/>
              <a:gd name="connsiteX12" fmla="*/ 443780 w 466167"/>
              <a:gd name="connsiteY12" fmla="*/ 19328 h 1492527"/>
              <a:gd name="connsiteX13" fmla="*/ 11980 w 466167"/>
              <a:gd name="connsiteY13" fmla="*/ 27794 h 1492527"/>
              <a:gd name="connsiteX0" fmla="*/ 11980 w 466167"/>
              <a:gd name="connsiteY0" fmla="*/ 27794 h 1493024"/>
              <a:gd name="connsiteX1" fmla="*/ 122046 w 466167"/>
              <a:gd name="connsiteY1" fmla="*/ 324128 h 1493024"/>
              <a:gd name="connsiteX2" fmla="*/ 138980 w 466167"/>
              <a:gd name="connsiteY2" fmla="*/ 603528 h 1493024"/>
              <a:gd name="connsiteX3" fmla="*/ 147446 w 466167"/>
              <a:gd name="connsiteY3" fmla="*/ 857528 h 1493024"/>
              <a:gd name="connsiteX4" fmla="*/ 96646 w 466167"/>
              <a:gd name="connsiteY4" fmla="*/ 1136928 h 1493024"/>
              <a:gd name="connsiteX5" fmla="*/ 62780 w 466167"/>
              <a:gd name="connsiteY5" fmla="*/ 1340128 h 1493024"/>
              <a:gd name="connsiteX6" fmla="*/ 206713 w 466167"/>
              <a:gd name="connsiteY6" fmla="*/ 1492527 h 1493024"/>
              <a:gd name="connsiteX7" fmla="*/ 367580 w 466167"/>
              <a:gd name="connsiteY7" fmla="*/ 1289328 h 1493024"/>
              <a:gd name="connsiteX8" fmla="*/ 325246 w 466167"/>
              <a:gd name="connsiteY8" fmla="*/ 1026861 h 1493024"/>
              <a:gd name="connsiteX9" fmla="*/ 308313 w 466167"/>
              <a:gd name="connsiteY9" fmla="*/ 713594 h 1493024"/>
              <a:gd name="connsiteX10" fmla="*/ 325246 w 466167"/>
              <a:gd name="connsiteY10" fmla="*/ 374928 h 1493024"/>
              <a:gd name="connsiteX11" fmla="*/ 401446 w 466167"/>
              <a:gd name="connsiteY11" fmla="*/ 61661 h 1493024"/>
              <a:gd name="connsiteX12" fmla="*/ 443780 w 466167"/>
              <a:gd name="connsiteY12" fmla="*/ 19328 h 1493024"/>
              <a:gd name="connsiteX13" fmla="*/ 11980 w 466167"/>
              <a:gd name="connsiteY13" fmla="*/ 27794 h 1493024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474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340128 h 1492527"/>
              <a:gd name="connsiteX6" fmla="*/ 206713 w 466167"/>
              <a:gd name="connsiteY6" fmla="*/ 1492527 h 1492527"/>
              <a:gd name="connsiteX7" fmla="*/ 367580 w 466167"/>
              <a:gd name="connsiteY7" fmla="*/ 1340128 h 1492527"/>
              <a:gd name="connsiteX8" fmla="*/ 325246 w 466167"/>
              <a:gd name="connsiteY8" fmla="*/ 1026861 h 1492527"/>
              <a:gd name="connsiteX9" fmla="*/ 308313 w 466167"/>
              <a:gd name="connsiteY9" fmla="*/ 713594 h 1492527"/>
              <a:gd name="connsiteX10" fmla="*/ 325246 w 466167"/>
              <a:gd name="connsiteY10" fmla="*/ 374928 h 1492527"/>
              <a:gd name="connsiteX11" fmla="*/ 401446 w 466167"/>
              <a:gd name="connsiteY11" fmla="*/ 61661 h 1492527"/>
              <a:gd name="connsiteX12" fmla="*/ 443780 w 466167"/>
              <a:gd name="connsiteY12" fmla="*/ 19328 h 1492527"/>
              <a:gd name="connsiteX13" fmla="*/ 11980 w 466167"/>
              <a:gd name="connsiteY13" fmla="*/ 27794 h 1492527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474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340128 h 1492527"/>
              <a:gd name="connsiteX6" fmla="*/ 206713 w 466167"/>
              <a:gd name="connsiteY6" fmla="*/ 1492527 h 1492527"/>
              <a:gd name="connsiteX7" fmla="*/ 367580 w 466167"/>
              <a:gd name="connsiteY7" fmla="*/ 1340128 h 1492527"/>
              <a:gd name="connsiteX8" fmla="*/ 333712 w 466167"/>
              <a:gd name="connsiteY8" fmla="*/ 1179261 h 1492527"/>
              <a:gd name="connsiteX9" fmla="*/ 308313 w 466167"/>
              <a:gd name="connsiteY9" fmla="*/ 713594 h 1492527"/>
              <a:gd name="connsiteX10" fmla="*/ 325246 w 466167"/>
              <a:gd name="connsiteY10" fmla="*/ 374928 h 1492527"/>
              <a:gd name="connsiteX11" fmla="*/ 401446 w 466167"/>
              <a:gd name="connsiteY11" fmla="*/ 61661 h 1492527"/>
              <a:gd name="connsiteX12" fmla="*/ 443780 w 466167"/>
              <a:gd name="connsiteY12" fmla="*/ 19328 h 1492527"/>
              <a:gd name="connsiteX13" fmla="*/ 11980 w 466167"/>
              <a:gd name="connsiteY13" fmla="*/ 27794 h 1492527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220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340128 h 1492527"/>
              <a:gd name="connsiteX6" fmla="*/ 206713 w 466167"/>
              <a:gd name="connsiteY6" fmla="*/ 1492527 h 1492527"/>
              <a:gd name="connsiteX7" fmla="*/ 367580 w 466167"/>
              <a:gd name="connsiteY7" fmla="*/ 1340128 h 1492527"/>
              <a:gd name="connsiteX8" fmla="*/ 333712 w 466167"/>
              <a:gd name="connsiteY8" fmla="*/ 1179261 h 1492527"/>
              <a:gd name="connsiteX9" fmla="*/ 308313 w 466167"/>
              <a:gd name="connsiteY9" fmla="*/ 713594 h 1492527"/>
              <a:gd name="connsiteX10" fmla="*/ 325246 w 466167"/>
              <a:gd name="connsiteY10" fmla="*/ 374928 h 1492527"/>
              <a:gd name="connsiteX11" fmla="*/ 401446 w 466167"/>
              <a:gd name="connsiteY11" fmla="*/ 61661 h 1492527"/>
              <a:gd name="connsiteX12" fmla="*/ 443780 w 466167"/>
              <a:gd name="connsiteY12" fmla="*/ 19328 h 1492527"/>
              <a:gd name="connsiteX13" fmla="*/ 11980 w 466167"/>
              <a:gd name="connsiteY13" fmla="*/ 27794 h 1492527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220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340128 h 1492527"/>
              <a:gd name="connsiteX6" fmla="*/ 206713 w 466167"/>
              <a:gd name="connsiteY6" fmla="*/ 1492527 h 1492527"/>
              <a:gd name="connsiteX7" fmla="*/ 367580 w 466167"/>
              <a:gd name="connsiteY7" fmla="*/ 1340128 h 1492527"/>
              <a:gd name="connsiteX8" fmla="*/ 333712 w 466167"/>
              <a:gd name="connsiteY8" fmla="*/ 1179261 h 1492527"/>
              <a:gd name="connsiteX9" fmla="*/ 291380 w 466167"/>
              <a:gd name="connsiteY9" fmla="*/ 849061 h 1492527"/>
              <a:gd name="connsiteX10" fmla="*/ 325246 w 466167"/>
              <a:gd name="connsiteY10" fmla="*/ 374928 h 1492527"/>
              <a:gd name="connsiteX11" fmla="*/ 401446 w 466167"/>
              <a:gd name="connsiteY11" fmla="*/ 61661 h 1492527"/>
              <a:gd name="connsiteX12" fmla="*/ 443780 w 466167"/>
              <a:gd name="connsiteY12" fmla="*/ 19328 h 1492527"/>
              <a:gd name="connsiteX13" fmla="*/ 11980 w 466167"/>
              <a:gd name="connsiteY13" fmla="*/ 27794 h 1492527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220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340128 h 1492527"/>
              <a:gd name="connsiteX6" fmla="*/ 206713 w 466167"/>
              <a:gd name="connsiteY6" fmla="*/ 1492527 h 1492527"/>
              <a:gd name="connsiteX7" fmla="*/ 367580 w 466167"/>
              <a:gd name="connsiteY7" fmla="*/ 1340128 h 1492527"/>
              <a:gd name="connsiteX8" fmla="*/ 333712 w 466167"/>
              <a:gd name="connsiteY8" fmla="*/ 1179261 h 1492527"/>
              <a:gd name="connsiteX9" fmla="*/ 291380 w 466167"/>
              <a:gd name="connsiteY9" fmla="*/ 849061 h 1492527"/>
              <a:gd name="connsiteX10" fmla="*/ 286643 w 466167"/>
              <a:gd name="connsiteY10" fmla="*/ 598164 h 1492527"/>
              <a:gd name="connsiteX11" fmla="*/ 325246 w 466167"/>
              <a:gd name="connsiteY11" fmla="*/ 374928 h 1492527"/>
              <a:gd name="connsiteX12" fmla="*/ 401446 w 466167"/>
              <a:gd name="connsiteY12" fmla="*/ 61661 h 1492527"/>
              <a:gd name="connsiteX13" fmla="*/ 443780 w 466167"/>
              <a:gd name="connsiteY13" fmla="*/ 19328 h 1492527"/>
              <a:gd name="connsiteX14" fmla="*/ 11980 w 466167"/>
              <a:gd name="connsiteY14" fmla="*/ 27794 h 1492527"/>
              <a:gd name="connsiteX0" fmla="*/ 13052 w 467239"/>
              <a:gd name="connsiteY0" fmla="*/ 31428 h 1496161"/>
              <a:gd name="connsiteX1" fmla="*/ 114652 w 467239"/>
              <a:gd name="connsiteY1" fmla="*/ 378562 h 1496161"/>
              <a:gd name="connsiteX2" fmla="*/ 140052 w 467239"/>
              <a:gd name="connsiteY2" fmla="*/ 607162 h 1496161"/>
              <a:gd name="connsiteX3" fmla="*/ 123118 w 467239"/>
              <a:gd name="connsiteY3" fmla="*/ 861162 h 1496161"/>
              <a:gd name="connsiteX4" fmla="*/ 97718 w 467239"/>
              <a:gd name="connsiteY4" fmla="*/ 1140562 h 1496161"/>
              <a:gd name="connsiteX5" fmla="*/ 63852 w 467239"/>
              <a:gd name="connsiteY5" fmla="*/ 1343762 h 1496161"/>
              <a:gd name="connsiteX6" fmla="*/ 207785 w 467239"/>
              <a:gd name="connsiteY6" fmla="*/ 1496161 h 1496161"/>
              <a:gd name="connsiteX7" fmla="*/ 368652 w 467239"/>
              <a:gd name="connsiteY7" fmla="*/ 1343762 h 1496161"/>
              <a:gd name="connsiteX8" fmla="*/ 334784 w 467239"/>
              <a:gd name="connsiteY8" fmla="*/ 1182895 h 1496161"/>
              <a:gd name="connsiteX9" fmla="*/ 292452 w 467239"/>
              <a:gd name="connsiteY9" fmla="*/ 852695 h 1496161"/>
              <a:gd name="connsiteX10" fmla="*/ 287715 w 467239"/>
              <a:gd name="connsiteY10" fmla="*/ 601798 h 1496161"/>
              <a:gd name="connsiteX11" fmla="*/ 326318 w 467239"/>
              <a:gd name="connsiteY11" fmla="*/ 378562 h 1496161"/>
              <a:gd name="connsiteX12" fmla="*/ 402518 w 467239"/>
              <a:gd name="connsiteY12" fmla="*/ 65295 h 1496161"/>
              <a:gd name="connsiteX13" fmla="*/ 444852 w 467239"/>
              <a:gd name="connsiteY13" fmla="*/ 22962 h 1496161"/>
              <a:gd name="connsiteX14" fmla="*/ 13052 w 467239"/>
              <a:gd name="connsiteY14" fmla="*/ 31428 h 1496161"/>
              <a:gd name="connsiteX0" fmla="*/ 3558 w 395530"/>
              <a:gd name="connsiteY0" fmla="*/ 28053 h 1492786"/>
              <a:gd name="connsiteX1" fmla="*/ 105158 w 395530"/>
              <a:gd name="connsiteY1" fmla="*/ 375187 h 1492786"/>
              <a:gd name="connsiteX2" fmla="*/ 130558 w 395530"/>
              <a:gd name="connsiteY2" fmla="*/ 603787 h 1492786"/>
              <a:gd name="connsiteX3" fmla="*/ 113624 w 395530"/>
              <a:gd name="connsiteY3" fmla="*/ 857787 h 1492786"/>
              <a:gd name="connsiteX4" fmla="*/ 88224 w 395530"/>
              <a:gd name="connsiteY4" fmla="*/ 1137187 h 1492786"/>
              <a:gd name="connsiteX5" fmla="*/ 54358 w 395530"/>
              <a:gd name="connsiteY5" fmla="*/ 1340387 h 1492786"/>
              <a:gd name="connsiteX6" fmla="*/ 198291 w 395530"/>
              <a:gd name="connsiteY6" fmla="*/ 1492786 h 1492786"/>
              <a:gd name="connsiteX7" fmla="*/ 359158 w 395530"/>
              <a:gd name="connsiteY7" fmla="*/ 1340387 h 1492786"/>
              <a:gd name="connsiteX8" fmla="*/ 325290 w 395530"/>
              <a:gd name="connsiteY8" fmla="*/ 1179520 h 1492786"/>
              <a:gd name="connsiteX9" fmla="*/ 282958 w 395530"/>
              <a:gd name="connsiteY9" fmla="*/ 849320 h 1492786"/>
              <a:gd name="connsiteX10" fmla="*/ 278221 w 395530"/>
              <a:gd name="connsiteY10" fmla="*/ 598423 h 1492786"/>
              <a:gd name="connsiteX11" fmla="*/ 316824 w 395530"/>
              <a:gd name="connsiteY11" fmla="*/ 375187 h 1492786"/>
              <a:gd name="connsiteX12" fmla="*/ 393024 w 395530"/>
              <a:gd name="connsiteY12" fmla="*/ 61920 h 1492786"/>
              <a:gd name="connsiteX13" fmla="*/ 249091 w 395530"/>
              <a:gd name="connsiteY13" fmla="*/ 28054 h 1492786"/>
              <a:gd name="connsiteX14" fmla="*/ 3558 w 395530"/>
              <a:gd name="connsiteY14" fmla="*/ 28053 h 1492786"/>
              <a:gd name="connsiteX0" fmla="*/ 3558 w 420592"/>
              <a:gd name="connsiteY0" fmla="*/ 33052 h 1497785"/>
              <a:gd name="connsiteX1" fmla="*/ 105158 w 420592"/>
              <a:gd name="connsiteY1" fmla="*/ 380186 h 1497785"/>
              <a:gd name="connsiteX2" fmla="*/ 130558 w 420592"/>
              <a:gd name="connsiteY2" fmla="*/ 608786 h 1497785"/>
              <a:gd name="connsiteX3" fmla="*/ 113624 w 420592"/>
              <a:gd name="connsiteY3" fmla="*/ 862786 h 1497785"/>
              <a:gd name="connsiteX4" fmla="*/ 88224 w 420592"/>
              <a:gd name="connsiteY4" fmla="*/ 1142186 h 1497785"/>
              <a:gd name="connsiteX5" fmla="*/ 54358 w 420592"/>
              <a:gd name="connsiteY5" fmla="*/ 1345386 h 1497785"/>
              <a:gd name="connsiteX6" fmla="*/ 198291 w 420592"/>
              <a:gd name="connsiteY6" fmla="*/ 1497785 h 1497785"/>
              <a:gd name="connsiteX7" fmla="*/ 359158 w 420592"/>
              <a:gd name="connsiteY7" fmla="*/ 1345386 h 1497785"/>
              <a:gd name="connsiteX8" fmla="*/ 325290 w 420592"/>
              <a:gd name="connsiteY8" fmla="*/ 1184519 h 1497785"/>
              <a:gd name="connsiteX9" fmla="*/ 282958 w 420592"/>
              <a:gd name="connsiteY9" fmla="*/ 854319 h 1497785"/>
              <a:gd name="connsiteX10" fmla="*/ 278221 w 420592"/>
              <a:gd name="connsiteY10" fmla="*/ 603422 h 1497785"/>
              <a:gd name="connsiteX11" fmla="*/ 316824 w 420592"/>
              <a:gd name="connsiteY11" fmla="*/ 380186 h 1497785"/>
              <a:gd name="connsiteX12" fmla="*/ 418424 w 420592"/>
              <a:gd name="connsiteY12" fmla="*/ 24586 h 1497785"/>
              <a:gd name="connsiteX13" fmla="*/ 249091 w 420592"/>
              <a:gd name="connsiteY13" fmla="*/ 33053 h 1497785"/>
              <a:gd name="connsiteX14" fmla="*/ 3558 w 420592"/>
              <a:gd name="connsiteY14" fmla="*/ 33052 h 1497785"/>
              <a:gd name="connsiteX0" fmla="*/ 2335 w 495783"/>
              <a:gd name="connsiteY0" fmla="*/ 17736 h 1533269"/>
              <a:gd name="connsiteX1" fmla="*/ 180135 w 495783"/>
              <a:gd name="connsiteY1" fmla="*/ 415670 h 1533269"/>
              <a:gd name="connsiteX2" fmla="*/ 205535 w 495783"/>
              <a:gd name="connsiteY2" fmla="*/ 644270 h 1533269"/>
              <a:gd name="connsiteX3" fmla="*/ 188601 w 495783"/>
              <a:gd name="connsiteY3" fmla="*/ 898270 h 1533269"/>
              <a:gd name="connsiteX4" fmla="*/ 163201 w 495783"/>
              <a:gd name="connsiteY4" fmla="*/ 1177670 h 1533269"/>
              <a:gd name="connsiteX5" fmla="*/ 129335 w 495783"/>
              <a:gd name="connsiteY5" fmla="*/ 1380870 h 1533269"/>
              <a:gd name="connsiteX6" fmla="*/ 273268 w 495783"/>
              <a:gd name="connsiteY6" fmla="*/ 1533269 h 1533269"/>
              <a:gd name="connsiteX7" fmla="*/ 434135 w 495783"/>
              <a:gd name="connsiteY7" fmla="*/ 1380870 h 1533269"/>
              <a:gd name="connsiteX8" fmla="*/ 400267 w 495783"/>
              <a:gd name="connsiteY8" fmla="*/ 1220003 h 1533269"/>
              <a:gd name="connsiteX9" fmla="*/ 357935 w 495783"/>
              <a:gd name="connsiteY9" fmla="*/ 889803 h 1533269"/>
              <a:gd name="connsiteX10" fmla="*/ 353198 w 495783"/>
              <a:gd name="connsiteY10" fmla="*/ 638906 h 1533269"/>
              <a:gd name="connsiteX11" fmla="*/ 391801 w 495783"/>
              <a:gd name="connsiteY11" fmla="*/ 415670 h 1533269"/>
              <a:gd name="connsiteX12" fmla="*/ 493401 w 495783"/>
              <a:gd name="connsiteY12" fmla="*/ 60070 h 1533269"/>
              <a:gd name="connsiteX13" fmla="*/ 324068 w 495783"/>
              <a:gd name="connsiteY13" fmla="*/ 68537 h 1533269"/>
              <a:gd name="connsiteX14" fmla="*/ 2335 w 495783"/>
              <a:gd name="connsiteY14" fmla="*/ 17736 h 1533269"/>
              <a:gd name="connsiteX0" fmla="*/ 586 w 493129"/>
              <a:gd name="connsiteY0" fmla="*/ 17736 h 1533269"/>
              <a:gd name="connsiteX1" fmla="*/ 178386 w 493129"/>
              <a:gd name="connsiteY1" fmla="*/ 415670 h 1533269"/>
              <a:gd name="connsiteX2" fmla="*/ 203786 w 493129"/>
              <a:gd name="connsiteY2" fmla="*/ 644270 h 1533269"/>
              <a:gd name="connsiteX3" fmla="*/ 186852 w 493129"/>
              <a:gd name="connsiteY3" fmla="*/ 898270 h 1533269"/>
              <a:gd name="connsiteX4" fmla="*/ 161452 w 493129"/>
              <a:gd name="connsiteY4" fmla="*/ 1177670 h 1533269"/>
              <a:gd name="connsiteX5" fmla="*/ 127586 w 493129"/>
              <a:gd name="connsiteY5" fmla="*/ 1380870 h 1533269"/>
              <a:gd name="connsiteX6" fmla="*/ 271519 w 493129"/>
              <a:gd name="connsiteY6" fmla="*/ 1533269 h 1533269"/>
              <a:gd name="connsiteX7" fmla="*/ 432386 w 493129"/>
              <a:gd name="connsiteY7" fmla="*/ 1380870 h 1533269"/>
              <a:gd name="connsiteX8" fmla="*/ 398518 w 493129"/>
              <a:gd name="connsiteY8" fmla="*/ 1220003 h 1533269"/>
              <a:gd name="connsiteX9" fmla="*/ 356186 w 493129"/>
              <a:gd name="connsiteY9" fmla="*/ 889803 h 1533269"/>
              <a:gd name="connsiteX10" fmla="*/ 351449 w 493129"/>
              <a:gd name="connsiteY10" fmla="*/ 638906 h 1533269"/>
              <a:gd name="connsiteX11" fmla="*/ 390052 w 493129"/>
              <a:gd name="connsiteY11" fmla="*/ 415670 h 1533269"/>
              <a:gd name="connsiteX12" fmla="*/ 491652 w 493129"/>
              <a:gd name="connsiteY12" fmla="*/ 60070 h 1533269"/>
              <a:gd name="connsiteX13" fmla="*/ 246119 w 493129"/>
              <a:gd name="connsiteY13" fmla="*/ 68537 h 1533269"/>
              <a:gd name="connsiteX14" fmla="*/ 586 w 493129"/>
              <a:gd name="connsiteY14" fmla="*/ 17736 h 1533269"/>
              <a:gd name="connsiteX0" fmla="*/ 586 w 518387"/>
              <a:gd name="connsiteY0" fmla="*/ 72432 h 1587965"/>
              <a:gd name="connsiteX1" fmla="*/ 178386 w 518387"/>
              <a:gd name="connsiteY1" fmla="*/ 470366 h 1587965"/>
              <a:gd name="connsiteX2" fmla="*/ 203786 w 518387"/>
              <a:gd name="connsiteY2" fmla="*/ 698966 h 1587965"/>
              <a:gd name="connsiteX3" fmla="*/ 186852 w 518387"/>
              <a:gd name="connsiteY3" fmla="*/ 952966 h 1587965"/>
              <a:gd name="connsiteX4" fmla="*/ 161452 w 518387"/>
              <a:gd name="connsiteY4" fmla="*/ 1232366 h 1587965"/>
              <a:gd name="connsiteX5" fmla="*/ 127586 w 518387"/>
              <a:gd name="connsiteY5" fmla="*/ 1435566 h 1587965"/>
              <a:gd name="connsiteX6" fmla="*/ 271519 w 518387"/>
              <a:gd name="connsiteY6" fmla="*/ 1587965 h 1587965"/>
              <a:gd name="connsiteX7" fmla="*/ 432386 w 518387"/>
              <a:gd name="connsiteY7" fmla="*/ 1435566 h 1587965"/>
              <a:gd name="connsiteX8" fmla="*/ 398518 w 518387"/>
              <a:gd name="connsiteY8" fmla="*/ 1274699 h 1587965"/>
              <a:gd name="connsiteX9" fmla="*/ 356186 w 518387"/>
              <a:gd name="connsiteY9" fmla="*/ 944499 h 1587965"/>
              <a:gd name="connsiteX10" fmla="*/ 351449 w 518387"/>
              <a:gd name="connsiteY10" fmla="*/ 693602 h 1587965"/>
              <a:gd name="connsiteX11" fmla="*/ 390052 w 518387"/>
              <a:gd name="connsiteY11" fmla="*/ 470366 h 1587965"/>
              <a:gd name="connsiteX12" fmla="*/ 517052 w 518387"/>
              <a:gd name="connsiteY12" fmla="*/ 13166 h 1587965"/>
              <a:gd name="connsiteX13" fmla="*/ 246119 w 518387"/>
              <a:gd name="connsiteY13" fmla="*/ 123233 h 1587965"/>
              <a:gd name="connsiteX14" fmla="*/ 586 w 518387"/>
              <a:gd name="connsiteY14" fmla="*/ 72432 h 1587965"/>
              <a:gd name="connsiteX0" fmla="*/ 1896 w 519697"/>
              <a:gd name="connsiteY0" fmla="*/ 72432 h 1587965"/>
              <a:gd name="connsiteX1" fmla="*/ 137363 w 519697"/>
              <a:gd name="connsiteY1" fmla="*/ 470366 h 1587965"/>
              <a:gd name="connsiteX2" fmla="*/ 205096 w 519697"/>
              <a:gd name="connsiteY2" fmla="*/ 698966 h 1587965"/>
              <a:gd name="connsiteX3" fmla="*/ 188162 w 519697"/>
              <a:gd name="connsiteY3" fmla="*/ 952966 h 1587965"/>
              <a:gd name="connsiteX4" fmla="*/ 162762 w 519697"/>
              <a:gd name="connsiteY4" fmla="*/ 1232366 h 1587965"/>
              <a:gd name="connsiteX5" fmla="*/ 128896 w 519697"/>
              <a:gd name="connsiteY5" fmla="*/ 1435566 h 1587965"/>
              <a:gd name="connsiteX6" fmla="*/ 272829 w 519697"/>
              <a:gd name="connsiteY6" fmla="*/ 1587965 h 1587965"/>
              <a:gd name="connsiteX7" fmla="*/ 433696 w 519697"/>
              <a:gd name="connsiteY7" fmla="*/ 1435566 h 1587965"/>
              <a:gd name="connsiteX8" fmla="*/ 399828 w 519697"/>
              <a:gd name="connsiteY8" fmla="*/ 1274699 h 1587965"/>
              <a:gd name="connsiteX9" fmla="*/ 357496 w 519697"/>
              <a:gd name="connsiteY9" fmla="*/ 944499 h 1587965"/>
              <a:gd name="connsiteX10" fmla="*/ 352759 w 519697"/>
              <a:gd name="connsiteY10" fmla="*/ 693602 h 1587965"/>
              <a:gd name="connsiteX11" fmla="*/ 391362 w 519697"/>
              <a:gd name="connsiteY11" fmla="*/ 470366 h 1587965"/>
              <a:gd name="connsiteX12" fmla="*/ 518362 w 519697"/>
              <a:gd name="connsiteY12" fmla="*/ 13166 h 1587965"/>
              <a:gd name="connsiteX13" fmla="*/ 247429 w 519697"/>
              <a:gd name="connsiteY13" fmla="*/ 123233 h 1587965"/>
              <a:gd name="connsiteX14" fmla="*/ 1896 w 519697"/>
              <a:gd name="connsiteY14" fmla="*/ 72432 h 1587965"/>
              <a:gd name="connsiteX0" fmla="*/ 1896 w 519697"/>
              <a:gd name="connsiteY0" fmla="*/ 72432 h 1587965"/>
              <a:gd name="connsiteX1" fmla="*/ 137363 w 519697"/>
              <a:gd name="connsiteY1" fmla="*/ 470366 h 1587965"/>
              <a:gd name="connsiteX2" fmla="*/ 205096 w 519697"/>
              <a:gd name="connsiteY2" fmla="*/ 698966 h 1587965"/>
              <a:gd name="connsiteX3" fmla="*/ 188162 w 519697"/>
              <a:gd name="connsiteY3" fmla="*/ 952966 h 1587965"/>
              <a:gd name="connsiteX4" fmla="*/ 162762 w 519697"/>
              <a:gd name="connsiteY4" fmla="*/ 1232366 h 1587965"/>
              <a:gd name="connsiteX5" fmla="*/ 128896 w 519697"/>
              <a:gd name="connsiteY5" fmla="*/ 1435566 h 1587965"/>
              <a:gd name="connsiteX6" fmla="*/ 272829 w 519697"/>
              <a:gd name="connsiteY6" fmla="*/ 1587965 h 1587965"/>
              <a:gd name="connsiteX7" fmla="*/ 433696 w 519697"/>
              <a:gd name="connsiteY7" fmla="*/ 1435566 h 1587965"/>
              <a:gd name="connsiteX8" fmla="*/ 399828 w 519697"/>
              <a:gd name="connsiteY8" fmla="*/ 1274699 h 1587965"/>
              <a:gd name="connsiteX9" fmla="*/ 357496 w 519697"/>
              <a:gd name="connsiteY9" fmla="*/ 944499 h 1587965"/>
              <a:gd name="connsiteX10" fmla="*/ 352759 w 519697"/>
              <a:gd name="connsiteY10" fmla="*/ 693602 h 1587965"/>
              <a:gd name="connsiteX11" fmla="*/ 357495 w 519697"/>
              <a:gd name="connsiteY11" fmla="*/ 470366 h 1587965"/>
              <a:gd name="connsiteX12" fmla="*/ 518362 w 519697"/>
              <a:gd name="connsiteY12" fmla="*/ 13166 h 1587965"/>
              <a:gd name="connsiteX13" fmla="*/ 247429 w 519697"/>
              <a:gd name="connsiteY13" fmla="*/ 123233 h 1587965"/>
              <a:gd name="connsiteX14" fmla="*/ 1896 w 519697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88053 w 519588"/>
              <a:gd name="connsiteY3" fmla="*/ 952966 h 1587965"/>
              <a:gd name="connsiteX4" fmla="*/ 162653 w 519588"/>
              <a:gd name="connsiteY4" fmla="*/ 1232366 h 1587965"/>
              <a:gd name="connsiteX5" fmla="*/ 128787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526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88053 w 519588"/>
              <a:gd name="connsiteY3" fmla="*/ 952966 h 1587965"/>
              <a:gd name="connsiteX4" fmla="*/ 162653 w 519588"/>
              <a:gd name="connsiteY4" fmla="*/ 1232366 h 1587965"/>
              <a:gd name="connsiteX5" fmla="*/ 128787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62653 w 519588"/>
              <a:gd name="connsiteY4" fmla="*/ 1232366 h 1587965"/>
              <a:gd name="connsiteX5" fmla="*/ 128787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62653 w 519588"/>
              <a:gd name="connsiteY4" fmla="*/ 1232366 h 1587965"/>
              <a:gd name="connsiteX5" fmla="*/ 128787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54186 w 519588"/>
              <a:gd name="connsiteY4" fmla="*/ 1240833 h 1587965"/>
              <a:gd name="connsiteX5" fmla="*/ 128787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54186 w 519588"/>
              <a:gd name="connsiteY4" fmla="*/ 1240833 h 1587965"/>
              <a:gd name="connsiteX5" fmla="*/ 120320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54186 w 519588"/>
              <a:gd name="connsiteY4" fmla="*/ 1240833 h 1587965"/>
              <a:gd name="connsiteX5" fmla="*/ 120320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74319 w 519588"/>
              <a:gd name="connsiteY8" fmla="*/ 1257765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54186 w 519588"/>
              <a:gd name="connsiteY4" fmla="*/ 1240833 h 1587965"/>
              <a:gd name="connsiteX5" fmla="*/ 120320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74319 w 519588"/>
              <a:gd name="connsiteY8" fmla="*/ 1257765 h 1587965"/>
              <a:gd name="connsiteX9" fmla="*/ 331987 w 519588"/>
              <a:gd name="connsiteY9" fmla="*/ 927566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54186 w 519588"/>
              <a:gd name="connsiteY4" fmla="*/ 1240833 h 1587965"/>
              <a:gd name="connsiteX5" fmla="*/ 120320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437317 w 519588"/>
              <a:gd name="connsiteY8" fmla="*/ 1328602 h 1587965"/>
              <a:gd name="connsiteX9" fmla="*/ 374319 w 519588"/>
              <a:gd name="connsiteY9" fmla="*/ 1257765 h 1587965"/>
              <a:gd name="connsiteX10" fmla="*/ 331987 w 519588"/>
              <a:gd name="connsiteY10" fmla="*/ 927566 h 1587965"/>
              <a:gd name="connsiteX11" fmla="*/ 327250 w 519588"/>
              <a:gd name="connsiteY11" fmla="*/ 693602 h 1587965"/>
              <a:gd name="connsiteX12" fmla="*/ 357386 w 519588"/>
              <a:gd name="connsiteY12" fmla="*/ 470366 h 1587965"/>
              <a:gd name="connsiteX13" fmla="*/ 518253 w 519588"/>
              <a:gd name="connsiteY13" fmla="*/ 13166 h 1587965"/>
              <a:gd name="connsiteX14" fmla="*/ 247320 w 519588"/>
              <a:gd name="connsiteY14" fmla="*/ 123233 h 1587965"/>
              <a:gd name="connsiteX15" fmla="*/ 1787 w 519588"/>
              <a:gd name="connsiteY15" fmla="*/ 72432 h 1587965"/>
              <a:gd name="connsiteX0" fmla="*/ 1787 w 519588"/>
              <a:gd name="connsiteY0" fmla="*/ 72432 h 1588435"/>
              <a:gd name="connsiteX1" fmla="*/ 137254 w 519588"/>
              <a:gd name="connsiteY1" fmla="*/ 470366 h 1588435"/>
              <a:gd name="connsiteX2" fmla="*/ 154187 w 519588"/>
              <a:gd name="connsiteY2" fmla="*/ 707432 h 1588435"/>
              <a:gd name="connsiteX3" fmla="*/ 154186 w 519588"/>
              <a:gd name="connsiteY3" fmla="*/ 969899 h 1588435"/>
              <a:gd name="connsiteX4" fmla="*/ 154186 w 519588"/>
              <a:gd name="connsiteY4" fmla="*/ 1240833 h 1588435"/>
              <a:gd name="connsiteX5" fmla="*/ 120320 w 519588"/>
              <a:gd name="connsiteY5" fmla="*/ 1435566 h 1588435"/>
              <a:gd name="connsiteX6" fmla="*/ 272720 w 519588"/>
              <a:gd name="connsiteY6" fmla="*/ 1587965 h 1588435"/>
              <a:gd name="connsiteX7" fmla="*/ 399721 w 519588"/>
              <a:gd name="connsiteY7" fmla="*/ 1477900 h 1588435"/>
              <a:gd name="connsiteX8" fmla="*/ 437317 w 519588"/>
              <a:gd name="connsiteY8" fmla="*/ 1328602 h 1588435"/>
              <a:gd name="connsiteX9" fmla="*/ 374319 w 519588"/>
              <a:gd name="connsiteY9" fmla="*/ 1257765 h 1588435"/>
              <a:gd name="connsiteX10" fmla="*/ 331987 w 519588"/>
              <a:gd name="connsiteY10" fmla="*/ 927566 h 1588435"/>
              <a:gd name="connsiteX11" fmla="*/ 327250 w 519588"/>
              <a:gd name="connsiteY11" fmla="*/ 693602 h 1588435"/>
              <a:gd name="connsiteX12" fmla="*/ 357386 w 519588"/>
              <a:gd name="connsiteY12" fmla="*/ 470366 h 1588435"/>
              <a:gd name="connsiteX13" fmla="*/ 518253 w 519588"/>
              <a:gd name="connsiteY13" fmla="*/ 13166 h 1588435"/>
              <a:gd name="connsiteX14" fmla="*/ 247320 w 519588"/>
              <a:gd name="connsiteY14" fmla="*/ 123233 h 1588435"/>
              <a:gd name="connsiteX15" fmla="*/ 1787 w 519588"/>
              <a:gd name="connsiteY15" fmla="*/ 72432 h 1588435"/>
              <a:gd name="connsiteX0" fmla="*/ 1787 w 519588"/>
              <a:gd name="connsiteY0" fmla="*/ 72432 h 1588391"/>
              <a:gd name="connsiteX1" fmla="*/ 137254 w 519588"/>
              <a:gd name="connsiteY1" fmla="*/ 470366 h 1588391"/>
              <a:gd name="connsiteX2" fmla="*/ 154187 w 519588"/>
              <a:gd name="connsiteY2" fmla="*/ 707432 h 1588391"/>
              <a:gd name="connsiteX3" fmla="*/ 154186 w 519588"/>
              <a:gd name="connsiteY3" fmla="*/ 969899 h 1588391"/>
              <a:gd name="connsiteX4" fmla="*/ 154186 w 519588"/>
              <a:gd name="connsiteY4" fmla="*/ 1240833 h 1588391"/>
              <a:gd name="connsiteX5" fmla="*/ 120320 w 519588"/>
              <a:gd name="connsiteY5" fmla="*/ 1435566 h 1588391"/>
              <a:gd name="connsiteX6" fmla="*/ 272720 w 519588"/>
              <a:gd name="connsiteY6" fmla="*/ 1587965 h 1588391"/>
              <a:gd name="connsiteX7" fmla="*/ 399721 w 519588"/>
              <a:gd name="connsiteY7" fmla="*/ 1477900 h 1588391"/>
              <a:gd name="connsiteX8" fmla="*/ 445784 w 519588"/>
              <a:gd name="connsiteY8" fmla="*/ 1379402 h 1588391"/>
              <a:gd name="connsiteX9" fmla="*/ 374319 w 519588"/>
              <a:gd name="connsiteY9" fmla="*/ 1257765 h 1588391"/>
              <a:gd name="connsiteX10" fmla="*/ 331987 w 519588"/>
              <a:gd name="connsiteY10" fmla="*/ 927566 h 1588391"/>
              <a:gd name="connsiteX11" fmla="*/ 327250 w 519588"/>
              <a:gd name="connsiteY11" fmla="*/ 693602 h 1588391"/>
              <a:gd name="connsiteX12" fmla="*/ 357386 w 519588"/>
              <a:gd name="connsiteY12" fmla="*/ 470366 h 1588391"/>
              <a:gd name="connsiteX13" fmla="*/ 518253 w 519588"/>
              <a:gd name="connsiteY13" fmla="*/ 13166 h 1588391"/>
              <a:gd name="connsiteX14" fmla="*/ 247320 w 519588"/>
              <a:gd name="connsiteY14" fmla="*/ 123233 h 1588391"/>
              <a:gd name="connsiteX15" fmla="*/ 1787 w 519588"/>
              <a:gd name="connsiteY15" fmla="*/ 72432 h 1588391"/>
              <a:gd name="connsiteX0" fmla="*/ 1787 w 519588"/>
              <a:gd name="connsiteY0" fmla="*/ 72432 h 1589733"/>
              <a:gd name="connsiteX1" fmla="*/ 137254 w 519588"/>
              <a:gd name="connsiteY1" fmla="*/ 470366 h 1589733"/>
              <a:gd name="connsiteX2" fmla="*/ 154187 w 519588"/>
              <a:gd name="connsiteY2" fmla="*/ 707432 h 1589733"/>
              <a:gd name="connsiteX3" fmla="*/ 154186 w 519588"/>
              <a:gd name="connsiteY3" fmla="*/ 969899 h 1589733"/>
              <a:gd name="connsiteX4" fmla="*/ 154186 w 519588"/>
              <a:gd name="connsiteY4" fmla="*/ 1240833 h 1589733"/>
              <a:gd name="connsiteX5" fmla="*/ 86453 w 519588"/>
              <a:gd name="connsiteY5" fmla="*/ 1384766 h 1589733"/>
              <a:gd name="connsiteX6" fmla="*/ 272720 w 519588"/>
              <a:gd name="connsiteY6" fmla="*/ 1587965 h 1589733"/>
              <a:gd name="connsiteX7" fmla="*/ 399721 w 519588"/>
              <a:gd name="connsiteY7" fmla="*/ 1477900 h 1589733"/>
              <a:gd name="connsiteX8" fmla="*/ 445784 w 519588"/>
              <a:gd name="connsiteY8" fmla="*/ 1379402 h 1589733"/>
              <a:gd name="connsiteX9" fmla="*/ 374319 w 519588"/>
              <a:gd name="connsiteY9" fmla="*/ 1257765 h 1589733"/>
              <a:gd name="connsiteX10" fmla="*/ 331987 w 519588"/>
              <a:gd name="connsiteY10" fmla="*/ 927566 h 1589733"/>
              <a:gd name="connsiteX11" fmla="*/ 327250 w 519588"/>
              <a:gd name="connsiteY11" fmla="*/ 693602 h 1589733"/>
              <a:gd name="connsiteX12" fmla="*/ 357386 w 519588"/>
              <a:gd name="connsiteY12" fmla="*/ 470366 h 1589733"/>
              <a:gd name="connsiteX13" fmla="*/ 518253 w 519588"/>
              <a:gd name="connsiteY13" fmla="*/ 13166 h 1589733"/>
              <a:gd name="connsiteX14" fmla="*/ 247320 w 519588"/>
              <a:gd name="connsiteY14" fmla="*/ 123233 h 1589733"/>
              <a:gd name="connsiteX15" fmla="*/ 1787 w 519588"/>
              <a:gd name="connsiteY15" fmla="*/ 72432 h 1589733"/>
              <a:gd name="connsiteX0" fmla="*/ 1787 w 519588"/>
              <a:gd name="connsiteY0" fmla="*/ 72432 h 1589733"/>
              <a:gd name="connsiteX1" fmla="*/ 137254 w 519588"/>
              <a:gd name="connsiteY1" fmla="*/ 470366 h 1589733"/>
              <a:gd name="connsiteX2" fmla="*/ 154187 w 519588"/>
              <a:gd name="connsiteY2" fmla="*/ 707432 h 1589733"/>
              <a:gd name="connsiteX3" fmla="*/ 154186 w 519588"/>
              <a:gd name="connsiteY3" fmla="*/ 969899 h 1589733"/>
              <a:gd name="connsiteX4" fmla="*/ 128786 w 519588"/>
              <a:gd name="connsiteY4" fmla="*/ 1173100 h 1589733"/>
              <a:gd name="connsiteX5" fmla="*/ 86453 w 519588"/>
              <a:gd name="connsiteY5" fmla="*/ 1384766 h 1589733"/>
              <a:gd name="connsiteX6" fmla="*/ 272720 w 519588"/>
              <a:gd name="connsiteY6" fmla="*/ 1587965 h 1589733"/>
              <a:gd name="connsiteX7" fmla="*/ 399721 w 519588"/>
              <a:gd name="connsiteY7" fmla="*/ 1477900 h 1589733"/>
              <a:gd name="connsiteX8" fmla="*/ 445784 w 519588"/>
              <a:gd name="connsiteY8" fmla="*/ 1379402 h 1589733"/>
              <a:gd name="connsiteX9" fmla="*/ 374319 w 519588"/>
              <a:gd name="connsiteY9" fmla="*/ 1257765 h 1589733"/>
              <a:gd name="connsiteX10" fmla="*/ 331987 w 519588"/>
              <a:gd name="connsiteY10" fmla="*/ 927566 h 1589733"/>
              <a:gd name="connsiteX11" fmla="*/ 327250 w 519588"/>
              <a:gd name="connsiteY11" fmla="*/ 693602 h 1589733"/>
              <a:gd name="connsiteX12" fmla="*/ 357386 w 519588"/>
              <a:gd name="connsiteY12" fmla="*/ 470366 h 1589733"/>
              <a:gd name="connsiteX13" fmla="*/ 518253 w 519588"/>
              <a:gd name="connsiteY13" fmla="*/ 13166 h 1589733"/>
              <a:gd name="connsiteX14" fmla="*/ 247320 w 519588"/>
              <a:gd name="connsiteY14" fmla="*/ 123233 h 1589733"/>
              <a:gd name="connsiteX15" fmla="*/ 1787 w 519588"/>
              <a:gd name="connsiteY15" fmla="*/ 72432 h 1589733"/>
              <a:gd name="connsiteX0" fmla="*/ 1787 w 519588"/>
              <a:gd name="connsiteY0" fmla="*/ 72432 h 1587967"/>
              <a:gd name="connsiteX1" fmla="*/ 137254 w 519588"/>
              <a:gd name="connsiteY1" fmla="*/ 470366 h 1587967"/>
              <a:gd name="connsiteX2" fmla="*/ 154187 w 519588"/>
              <a:gd name="connsiteY2" fmla="*/ 707432 h 1587967"/>
              <a:gd name="connsiteX3" fmla="*/ 154186 w 519588"/>
              <a:gd name="connsiteY3" fmla="*/ 969899 h 1587967"/>
              <a:gd name="connsiteX4" fmla="*/ 128786 w 519588"/>
              <a:gd name="connsiteY4" fmla="*/ 1173100 h 1587967"/>
              <a:gd name="connsiteX5" fmla="*/ 86453 w 519588"/>
              <a:gd name="connsiteY5" fmla="*/ 1384766 h 1587967"/>
              <a:gd name="connsiteX6" fmla="*/ 124050 w 519588"/>
              <a:gd name="connsiteY6" fmla="*/ 1481002 h 1587967"/>
              <a:gd name="connsiteX7" fmla="*/ 272720 w 519588"/>
              <a:gd name="connsiteY7" fmla="*/ 1587965 h 1587967"/>
              <a:gd name="connsiteX8" fmla="*/ 399721 w 519588"/>
              <a:gd name="connsiteY8" fmla="*/ 1477900 h 1587967"/>
              <a:gd name="connsiteX9" fmla="*/ 445784 w 519588"/>
              <a:gd name="connsiteY9" fmla="*/ 1379402 h 1587967"/>
              <a:gd name="connsiteX10" fmla="*/ 374319 w 519588"/>
              <a:gd name="connsiteY10" fmla="*/ 1257765 h 1587967"/>
              <a:gd name="connsiteX11" fmla="*/ 331987 w 519588"/>
              <a:gd name="connsiteY11" fmla="*/ 927566 h 1587967"/>
              <a:gd name="connsiteX12" fmla="*/ 327250 w 519588"/>
              <a:gd name="connsiteY12" fmla="*/ 693602 h 1587967"/>
              <a:gd name="connsiteX13" fmla="*/ 357386 w 519588"/>
              <a:gd name="connsiteY13" fmla="*/ 470366 h 1587967"/>
              <a:gd name="connsiteX14" fmla="*/ 518253 w 519588"/>
              <a:gd name="connsiteY14" fmla="*/ 13166 h 1587967"/>
              <a:gd name="connsiteX15" fmla="*/ 247320 w 519588"/>
              <a:gd name="connsiteY15" fmla="*/ 123233 h 1587967"/>
              <a:gd name="connsiteX16" fmla="*/ 1787 w 519588"/>
              <a:gd name="connsiteY16" fmla="*/ 72432 h 1587967"/>
              <a:gd name="connsiteX0" fmla="*/ 1787 w 519588"/>
              <a:gd name="connsiteY0" fmla="*/ 72432 h 1596434"/>
              <a:gd name="connsiteX1" fmla="*/ 137254 w 519588"/>
              <a:gd name="connsiteY1" fmla="*/ 470366 h 1596434"/>
              <a:gd name="connsiteX2" fmla="*/ 154187 w 519588"/>
              <a:gd name="connsiteY2" fmla="*/ 707432 h 1596434"/>
              <a:gd name="connsiteX3" fmla="*/ 154186 w 519588"/>
              <a:gd name="connsiteY3" fmla="*/ 969899 h 1596434"/>
              <a:gd name="connsiteX4" fmla="*/ 128786 w 519588"/>
              <a:gd name="connsiteY4" fmla="*/ 1173100 h 1596434"/>
              <a:gd name="connsiteX5" fmla="*/ 86453 w 519588"/>
              <a:gd name="connsiteY5" fmla="*/ 1384766 h 1596434"/>
              <a:gd name="connsiteX6" fmla="*/ 124050 w 519588"/>
              <a:gd name="connsiteY6" fmla="*/ 1481002 h 1596434"/>
              <a:gd name="connsiteX7" fmla="*/ 247320 w 519588"/>
              <a:gd name="connsiteY7" fmla="*/ 1596432 h 1596434"/>
              <a:gd name="connsiteX8" fmla="*/ 399721 w 519588"/>
              <a:gd name="connsiteY8" fmla="*/ 1477900 h 1596434"/>
              <a:gd name="connsiteX9" fmla="*/ 445784 w 519588"/>
              <a:gd name="connsiteY9" fmla="*/ 1379402 h 1596434"/>
              <a:gd name="connsiteX10" fmla="*/ 374319 w 519588"/>
              <a:gd name="connsiteY10" fmla="*/ 1257765 h 1596434"/>
              <a:gd name="connsiteX11" fmla="*/ 331987 w 519588"/>
              <a:gd name="connsiteY11" fmla="*/ 927566 h 1596434"/>
              <a:gd name="connsiteX12" fmla="*/ 327250 w 519588"/>
              <a:gd name="connsiteY12" fmla="*/ 693602 h 1596434"/>
              <a:gd name="connsiteX13" fmla="*/ 357386 w 519588"/>
              <a:gd name="connsiteY13" fmla="*/ 470366 h 1596434"/>
              <a:gd name="connsiteX14" fmla="*/ 518253 w 519588"/>
              <a:gd name="connsiteY14" fmla="*/ 13166 h 1596434"/>
              <a:gd name="connsiteX15" fmla="*/ 247320 w 519588"/>
              <a:gd name="connsiteY15" fmla="*/ 123233 h 1596434"/>
              <a:gd name="connsiteX16" fmla="*/ 1787 w 519588"/>
              <a:gd name="connsiteY16" fmla="*/ 72432 h 1596434"/>
              <a:gd name="connsiteX0" fmla="*/ 1787 w 519588"/>
              <a:gd name="connsiteY0" fmla="*/ 72432 h 1596595"/>
              <a:gd name="connsiteX1" fmla="*/ 137254 w 519588"/>
              <a:gd name="connsiteY1" fmla="*/ 470366 h 1596595"/>
              <a:gd name="connsiteX2" fmla="*/ 154187 w 519588"/>
              <a:gd name="connsiteY2" fmla="*/ 707432 h 1596595"/>
              <a:gd name="connsiteX3" fmla="*/ 154186 w 519588"/>
              <a:gd name="connsiteY3" fmla="*/ 969899 h 1596595"/>
              <a:gd name="connsiteX4" fmla="*/ 128786 w 519588"/>
              <a:gd name="connsiteY4" fmla="*/ 1173100 h 1596595"/>
              <a:gd name="connsiteX5" fmla="*/ 86453 w 519588"/>
              <a:gd name="connsiteY5" fmla="*/ 1384766 h 1596595"/>
              <a:gd name="connsiteX6" fmla="*/ 124050 w 519588"/>
              <a:gd name="connsiteY6" fmla="*/ 1481002 h 1596595"/>
              <a:gd name="connsiteX7" fmla="*/ 247320 w 519588"/>
              <a:gd name="connsiteY7" fmla="*/ 1596432 h 1596595"/>
              <a:gd name="connsiteX8" fmla="*/ 391255 w 519588"/>
              <a:gd name="connsiteY8" fmla="*/ 1503300 h 1596595"/>
              <a:gd name="connsiteX9" fmla="*/ 445784 w 519588"/>
              <a:gd name="connsiteY9" fmla="*/ 1379402 h 1596595"/>
              <a:gd name="connsiteX10" fmla="*/ 374319 w 519588"/>
              <a:gd name="connsiteY10" fmla="*/ 1257765 h 1596595"/>
              <a:gd name="connsiteX11" fmla="*/ 331987 w 519588"/>
              <a:gd name="connsiteY11" fmla="*/ 927566 h 1596595"/>
              <a:gd name="connsiteX12" fmla="*/ 327250 w 519588"/>
              <a:gd name="connsiteY12" fmla="*/ 693602 h 1596595"/>
              <a:gd name="connsiteX13" fmla="*/ 357386 w 519588"/>
              <a:gd name="connsiteY13" fmla="*/ 470366 h 1596595"/>
              <a:gd name="connsiteX14" fmla="*/ 518253 w 519588"/>
              <a:gd name="connsiteY14" fmla="*/ 13166 h 1596595"/>
              <a:gd name="connsiteX15" fmla="*/ 247320 w 519588"/>
              <a:gd name="connsiteY15" fmla="*/ 123233 h 1596595"/>
              <a:gd name="connsiteX16" fmla="*/ 1787 w 519588"/>
              <a:gd name="connsiteY16" fmla="*/ 72432 h 1596595"/>
              <a:gd name="connsiteX0" fmla="*/ 1787 w 519588"/>
              <a:gd name="connsiteY0" fmla="*/ 72432 h 1596595"/>
              <a:gd name="connsiteX1" fmla="*/ 137254 w 519588"/>
              <a:gd name="connsiteY1" fmla="*/ 470366 h 1596595"/>
              <a:gd name="connsiteX2" fmla="*/ 154187 w 519588"/>
              <a:gd name="connsiteY2" fmla="*/ 707432 h 1596595"/>
              <a:gd name="connsiteX3" fmla="*/ 154186 w 519588"/>
              <a:gd name="connsiteY3" fmla="*/ 969899 h 1596595"/>
              <a:gd name="connsiteX4" fmla="*/ 128786 w 519588"/>
              <a:gd name="connsiteY4" fmla="*/ 1173100 h 1596595"/>
              <a:gd name="connsiteX5" fmla="*/ 86453 w 519588"/>
              <a:gd name="connsiteY5" fmla="*/ 1384766 h 1596595"/>
              <a:gd name="connsiteX6" fmla="*/ 124050 w 519588"/>
              <a:gd name="connsiteY6" fmla="*/ 1481002 h 1596595"/>
              <a:gd name="connsiteX7" fmla="*/ 247320 w 519588"/>
              <a:gd name="connsiteY7" fmla="*/ 1596432 h 1596595"/>
              <a:gd name="connsiteX8" fmla="*/ 391255 w 519588"/>
              <a:gd name="connsiteY8" fmla="*/ 1503300 h 1596595"/>
              <a:gd name="connsiteX9" fmla="*/ 420384 w 519588"/>
              <a:gd name="connsiteY9" fmla="*/ 1379402 h 1596595"/>
              <a:gd name="connsiteX10" fmla="*/ 374319 w 519588"/>
              <a:gd name="connsiteY10" fmla="*/ 1257765 h 1596595"/>
              <a:gd name="connsiteX11" fmla="*/ 331987 w 519588"/>
              <a:gd name="connsiteY11" fmla="*/ 927566 h 1596595"/>
              <a:gd name="connsiteX12" fmla="*/ 327250 w 519588"/>
              <a:gd name="connsiteY12" fmla="*/ 693602 h 1596595"/>
              <a:gd name="connsiteX13" fmla="*/ 357386 w 519588"/>
              <a:gd name="connsiteY13" fmla="*/ 470366 h 1596595"/>
              <a:gd name="connsiteX14" fmla="*/ 518253 w 519588"/>
              <a:gd name="connsiteY14" fmla="*/ 13166 h 1596595"/>
              <a:gd name="connsiteX15" fmla="*/ 247320 w 519588"/>
              <a:gd name="connsiteY15" fmla="*/ 123233 h 1596595"/>
              <a:gd name="connsiteX16" fmla="*/ 1787 w 519588"/>
              <a:gd name="connsiteY16" fmla="*/ 72432 h 1596595"/>
              <a:gd name="connsiteX0" fmla="*/ 1787 w 519588"/>
              <a:gd name="connsiteY0" fmla="*/ 72432 h 1596595"/>
              <a:gd name="connsiteX1" fmla="*/ 137254 w 519588"/>
              <a:gd name="connsiteY1" fmla="*/ 470366 h 1596595"/>
              <a:gd name="connsiteX2" fmla="*/ 154187 w 519588"/>
              <a:gd name="connsiteY2" fmla="*/ 707432 h 1596595"/>
              <a:gd name="connsiteX3" fmla="*/ 154186 w 519588"/>
              <a:gd name="connsiteY3" fmla="*/ 969899 h 1596595"/>
              <a:gd name="connsiteX4" fmla="*/ 128786 w 519588"/>
              <a:gd name="connsiteY4" fmla="*/ 1173100 h 1596595"/>
              <a:gd name="connsiteX5" fmla="*/ 86453 w 519588"/>
              <a:gd name="connsiteY5" fmla="*/ 1384766 h 1596595"/>
              <a:gd name="connsiteX6" fmla="*/ 124050 w 519588"/>
              <a:gd name="connsiteY6" fmla="*/ 1481002 h 1596595"/>
              <a:gd name="connsiteX7" fmla="*/ 247320 w 519588"/>
              <a:gd name="connsiteY7" fmla="*/ 1596432 h 1596595"/>
              <a:gd name="connsiteX8" fmla="*/ 391255 w 519588"/>
              <a:gd name="connsiteY8" fmla="*/ 1503300 h 1596595"/>
              <a:gd name="connsiteX9" fmla="*/ 420384 w 519588"/>
              <a:gd name="connsiteY9" fmla="*/ 1379402 h 1596595"/>
              <a:gd name="connsiteX10" fmla="*/ 368232 w 519588"/>
              <a:gd name="connsiteY10" fmla="*/ 1206902 h 1596595"/>
              <a:gd name="connsiteX11" fmla="*/ 331987 w 519588"/>
              <a:gd name="connsiteY11" fmla="*/ 927566 h 1596595"/>
              <a:gd name="connsiteX12" fmla="*/ 327250 w 519588"/>
              <a:gd name="connsiteY12" fmla="*/ 693602 h 1596595"/>
              <a:gd name="connsiteX13" fmla="*/ 357386 w 519588"/>
              <a:gd name="connsiteY13" fmla="*/ 470366 h 1596595"/>
              <a:gd name="connsiteX14" fmla="*/ 518253 w 519588"/>
              <a:gd name="connsiteY14" fmla="*/ 13166 h 1596595"/>
              <a:gd name="connsiteX15" fmla="*/ 247320 w 519588"/>
              <a:gd name="connsiteY15" fmla="*/ 123233 h 1596595"/>
              <a:gd name="connsiteX16" fmla="*/ 1787 w 519588"/>
              <a:gd name="connsiteY16" fmla="*/ 72432 h 1596595"/>
              <a:gd name="connsiteX0" fmla="*/ 1787 w 519588"/>
              <a:gd name="connsiteY0" fmla="*/ 72432 h 1596489"/>
              <a:gd name="connsiteX1" fmla="*/ 137254 w 519588"/>
              <a:gd name="connsiteY1" fmla="*/ 470366 h 1596489"/>
              <a:gd name="connsiteX2" fmla="*/ 154187 w 519588"/>
              <a:gd name="connsiteY2" fmla="*/ 707432 h 1596489"/>
              <a:gd name="connsiteX3" fmla="*/ 154186 w 519588"/>
              <a:gd name="connsiteY3" fmla="*/ 969899 h 1596489"/>
              <a:gd name="connsiteX4" fmla="*/ 128786 w 519588"/>
              <a:gd name="connsiteY4" fmla="*/ 1173100 h 1596489"/>
              <a:gd name="connsiteX5" fmla="*/ 86453 w 519588"/>
              <a:gd name="connsiteY5" fmla="*/ 1384766 h 1596489"/>
              <a:gd name="connsiteX6" fmla="*/ 124050 w 519588"/>
              <a:gd name="connsiteY6" fmla="*/ 1481002 h 1596489"/>
              <a:gd name="connsiteX7" fmla="*/ 247320 w 519588"/>
              <a:gd name="connsiteY7" fmla="*/ 1596432 h 1596489"/>
              <a:gd name="connsiteX8" fmla="*/ 366907 w 519588"/>
              <a:gd name="connsiteY8" fmla="*/ 1494824 h 1596489"/>
              <a:gd name="connsiteX9" fmla="*/ 420384 w 519588"/>
              <a:gd name="connsiteY9" fmla="*/ 1379402 h 1596489"/>
              <a:gd name="connsiteX10" fmla="*/ 368232 w 519588"/>
              <a:gd name="connsiteY10" fmla="*/ 1206902 h 1596489"/>
              <a:gd name="connsiteX11" fmla="*/ 331987 w 519588"/>
              <a:gd name="connsiteY11" fmla="*/ 927566 h 1596489"/>
              <a:gd name="connsiteX12" fmla="*/ 327250 w 519588"/>
              <a:gd name="connsiteY12" fmla="*/ 693602 h 1596489"/>
              <a:gd name="connsiteX13" fmla="*/ 357386 w 519588"/>
              <a:gd name="connsiteY13" fmla="*/ 470366 h 1596489"/>
              <a:gd name="connsiteX14" fmla="*/ 518253 w 519588"/>
              <a:gd name="connsiteY14" fmla="*/ 13166 h 1596489"/>
              <a:gd name="connsiteX15" fmla="*/ 247320 w 519588"/>
              <a:gd name="connsiteY15" fmla="*/ 123233 h 1596489"/>
              <a:gd name="connsiteX16" fmla="*/ 1787 w 519588"/>
              <a:gd name="connsiteY16" fmla="*/ 72432 h 1596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588" h="1596489">
                <a:moveTo>
                  <a:pt x="1787" y="72432"/>
                </a:moveTo>
                <a:cubicBezTo>
                  <a:pt x="-16557" y="130288"/>
                  <a:pt x="111854" y="364533"/>
                  <a:pt x="137254" y="470366"/>
                </a:cubicBezTo>
                <a:cubicBezTo>
                  <a:pt x="162654" y="576199"/>
                  <a:pt x="151365" y="624177"/>
                  <a:pt x="154187" y="707432"/>
                </a:cubicBezTo>
                <a:cubicBezTo>
                  <a:pt x="157009" y="790687"/>
                  <a:pt x="158420" y="892288"/>
                  <a:pt x="154186" y="969899"/>
                </a:cubicBezTo>
                <a:cubicBezTo>
                  <a:pt x="149952" y="1047510"/>
                  <a:pt x="140075" y="1103956"/>
                  <a:pt x="128786" y="1173100"/>
                </a:cubicBezTo>
                <a:cubicBezTo>
                  <a:pt x="117497" y="1242244"/>
                  <a:pt x="87242" y="1333449"/>
                  <a:pt x="86453" y="1384766"/>
                </a:cubicBezTo>
                <a:cubicBezTo>
                  <a:pt x="85664" y="1436083"/>
                  <a:pt x="93006" y="1447136"/>
                  <a:pt x="124050" y="1481002"/>
                </a:cubicBezTo>
                <a:cubicBezTo>
                  <a:pt x="155095" y="1514869"/>
                  <a:pt x="206844" y="1594128"/>
                  <a:pt x="247320" y="1596432"/>
                </a:cubicBezTo>
                <a:cubicBezTo>
                  <a:pt x="287796" y="1598736"/>
                  <a:pt x="338063" y="1530996"/>
                  <a:pt x="366907" y="1494824"/>
                </a:cubicBezTo>
                <a:cubicBezTo>
                  <a:pt x="395751" y="1458652"/>
                  <a:pt x="430262" y="1409036"/>
                  <a:pt x="420384" y="1379402"/>
                </a:cubicBezTo>
                <a:cubicBezTo>
                  <a:pt x="410506" y="1349769"/>
                  <a:pt x="382965" y="1282208"/>
                  <a:pt x="368232" y="1206902"/>
                </a:cubicBezTo>
                <a:cubicBezTo>
                  <a:pt x="353499" y="1131596"/>
                  <a:pt x="338817" y="1013116"/>
                  <a:pt x="331987" y="927566"/>
                </a:cubicBezTo>
                <a:cubicBezTo>
                  <a:pt x="325157" y="842016"/>
                  <a:pt x="321606" y="772624"/>
                  <a:pt x="327250" y="693602"/>
                </a:cubicBezTo>
                <a:cubicBezTo>
                  <a:pt x="332894" y="614580"/>
                  <a:pt x="325552" y="583772"/>
                  <a:pt x="357386" y="470366"/>
                </a:cubicBezTo>
                <a:cubicBezTo>
                  <a:pt x="389220" y="356960"/>
                  <a:pt x="498497" y="72433"/>
                  <a:pt x="518253" y="13166"/>
                </a:cubicBezTo>
                <a:cubicBezTo>
                  <a:pt x="538009" y="-46101"/>
                  <a:pt x="333398" y="113355"/>
                  <a:pt x="247320" y="123233"/>
                </a:cubicBezTo>
                <a:cubicBezTo>
                  <a:pt x="161242" y="133111"/>
                  <a:pt x="20131" y="14577"/>
                  <a:pt x="1787" y="72432"/>
                </a:cubicBezTo>
                <a:close/>
              </a:path>
            </a:pathLst>
          </a:custGeom>
          <a:gradFill>
            <a:gsLst>
              <a:gs pos="24000">
                <a:schemeClr val="accent2">
                  <a:lumMod val="20000"/>
                  <a:lumOff val="80000"/>
                </a:schemeClr>
              </a:gs>
              <a:gs pos="81000">
                <a:srgbClr val="F7C39F"/>
              </a:gs>
              <a:gs pos="66000">
                <a:srgbClr val="F9D1B5"/>
              </a:gs>
              <a:gs pos="95000">
                <a:srgbClr val="FAD6BE"/>
              </a:gs>
            </a:gsLst>
            <a:lin ang="5400000" scaled="1"/>
          </a:gradFill>
          <a:ln>
            <a:gradFill flip="none" rotWithShape="1">
              <a:gsLst>
                <a:gs pos="31000">
                  <a:schemeClr val="accent2">
                    <a:lumMod val="20000"/>
                    <a:lumOff val="80000"/>
                  </a:schemeClr>
                </a:gs>
                <a:gs pos="89830">
                  <a:srgbClr val="D57738"/>
                </a:gs>
                <a:gs pos="81000">
                  <a:schemeClr val="accent2">
                    <a:lumMod val="60000"/>
                    <a:lumOff val="40000"/>
                  </a:schemeClr>
                </a:gs>
                <a:gs pos="58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6" name="Freeform: Shape 435">
            <a:extLst>
              <a:ext uri="{FF2B5EF4-FFF2-40B4-BE49-F238E27FC236}">
                <a16:creationId xmlns:a16="http://schemas.microsoft.com/office/drawing/2014/main" id="{D3F6869E-1046-467D-BA9D-B243B40C2B40}"/>
              </a:ext>
            </a:extLst>
          </p:cNvPr>
          <p:cNvSpPr/>
          <p:nvPr/>
        </p:nvSpPr>
        <p:spPr>
          <a:xfrm>
            <a:off x="2971006" y="2626900"/>
            <a:ext cx="372620" cy="558230"/>
          </a:xfrm>
          <a:custGeom>
            <a:avLst/>
            <a:gdLst>
              <a:gd name="connsiteX0" fmla="*/ 451992 w 492478"/>
              <a:gd name="connsiteY0" fmla="*/ 728534 h 728534"/>
              <a:gd name="connsiteX1" fmla="*/ 477392 w 492478"/>
              <a:gd name="connsiteY1" fmla="*/ 135867 h 728534"/>
              <a:gd name="connsiteX2" fmla="*/ 248792 w 492478"/>
              <a:gd name="connsiteY2" fmla="*/ 400 h 728534"/>
              <a:gd name="connsiteX3" fmla="*/ 37125 w 492478"/>
              <a:gd name="connsiteY3" fmla="*/ 102000 h 728534"/>
              <a:gd name="connsiteX4" fmla="*/ 3258 w 492478"/>
              <a:gd name="connsiteY4" fmla="*/ 313667 h 728534"/>
              <a:gd name="connsiteX5" fmla="*/ 3258 w 492478"/>
              <a:gd name="connsiteY5" fmla="*/ 406800 h 728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2478" h="728534">
                <a:moveTo>
                  <a:pt x="451992" y="728534"/>
                </a:moveTo>
                <a:cubicBezTo>
                  <a:pt x="481625" y="492878"/>
                  <a:pt x="511259" y="257223"/>
                  <a:pt x="477392" y="135867"/>
                </a:cubicBezTo>
                <a:cubicBezTo>
                  <a:pt x="443525" y="14511"/>
                  <a:pt x="322170" y="6045"/>
                  <a:pt x="248792" y="400"/>
                </a:cubicBezTo>
                <a:cubicBezTo>
                  <a:pt x="175414" y="-5245"/>
                  <a:pt x="78047" y="49789"/>
                  <a:pt x="37125" y="102000"/>
                </a:cubicBezTo>
                <a:cubicBezTo>
                  <a:pt x="-3797" y="154211"/>
                  <a:pt x="8902" y="262867"/>
                  <a:pt x="3258" y="313667"/>
                </a:cubicBezTo>
                <a:cubicBezTo>
                  <a:pt x="-2386" y="364467"/>
                  <a:pt x="436" y="385633"/>
                  <a:pt x="3258" y="406800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C701FF1-6A29-43E0-9A03-89DECB8C3F57}"/>
              </a:ext>
            </a:extLst>
          </p:cNvPr>
          <p:cNvSpPr/>
          <p:nvPr/>
        </p:nvSpPr>
        <p:spPr>
          <a:xfrm>
            <a:off x="3919278" y="3308664"/>
            <a:ext cx="437792" cy="457019"/>
          </a:xfrm>
          <a:custGeom>
            <a:avLst/>
            <a:gdLst>
              <a:gd name="connsiteX0" fmla="*/ 7332 w 327372"/>
              <a:gd name="connsiteY0" fmla="*/ 0 h 198133"/>
              <a:gd name="connsiteX1" fmla="*/ 7332 w 327372"/>
              <a:gd name="connsiteY1" fmla="*/ 162560 h 198133"/>
              <a:gd name="connsiteX2" fmla="*/ 83532 w 327372"/>
              <a:gd name="connsiteY2" fmla="*/ 193040 h 198133"/>
              <a:gd name="connsiteX3" fmla="*/ 281652 w 327372"/>
              <a:gd name="connsiteY3" fmla="*/ 187960 h 198133"/>
              <a:gd name="connsiteX4" fmla="*/ 327372 w 327372"/>
              <a:gd name="connsiteY4" fmla="*/ 96520 h 198133"/>
              <a:gd name="connsiteX0" fmla="*/ 4963 w 330083"/>
              <a:gd name="connsiteY0" fmla="*/ 5080 h 101613"/>
              <a:gd name="connsiteX1" fmla="*/ 10043 w 330083"/>
              <a:gd name="connsiteY1" fmla="*/ 66040 h 101613"/>
              <a:gd name="connsiteX2" fmla="*/ 86243 w 330083"/>
              <a:gd name="connsiteY2" fmla="*/ 96520 h 101613"/>
              <a:gd name="connsiteX3" fmla="*/ 284363 w 330083"/>
              <a:gd name="connsiteY3" fmla="*/ 91440 h 101613"/>
              <a:gd name="connsiteX4" fmla="*/ 330083 w 330083"/>
              <a:gd name="connsiteY4" fmla="*/ 0 h 101613"/>
              <a:gd name="connsiteX0" fmla="*/ 3035 w 334855"/>
              <a:gd name="connsiteY0" fmla="*/ 0 h 168454"/>
              <a:gd name="connsiteX1" fmla="*/ 14815 w 334855"/>
              <a:gd name="connsiteY1" fmla="*/ 132881 h 168454"/>
              <a:gd name="connsiteX2" fmla="*/ 91015 w 334855"/>
              <a:gd name="connsiteY2" fmla="*/ 163361 h 168454"/>
              <a:gd name="connsiteX3" fmla="*/ 289135 w 334855"/>
              <a:gd name="connsiteY3" fmla="*/ 158281 h 168454"/>
              <a:gd name="connsiteX4" fmla="*/ 334855 w 334855"/>
              <a:gd name="connsiteY4" fmla="*/ 66841 h 168454"/>
              <a:gd name="connsiteX0" fmla="*/ 1927 w 333747"/>
              <a:gd name="connsiteY0" fmla="*/ 0 h 168454"/>
              <a:gd name="connsiteX1" fmla="*/ 20407 w 333747"/>
              <a:gd name="connsiteY1" fmla="*/ 132881 h 168454"/>
              <a:gd name="connsiteX2" fmla="*/ 89907 w 333747"/>
              <a:gd name="connsiteY2" fmla="*/ 163361 h 168454"/>
              <a:gd name="connsiteX3" fmla="*/ 288027 w 333747"/>
              <a:gd name="connsiteY3" fmla="*/ 158281 h 168454"/>
              <a:gd name="connsiteX4" fmla="*/ 333747 w 333747"/>
              <a:gd name="connsiteY4" fmla="*/ 66841 h 168454"/>
              <a:gd name="connsiteX0" fmla="*/ 1927 w 333747"/>
              <a:gd name="connsiteY0" fmla="*/ 0 h 168454"/>
              <a:gd name="connsiteX1" fmla="*/ 20407 w 333747"/>
              <a:gd name="connsiteY1" fmla="*/ 132881 h 168454"/>
              <a:gd name="connsiteX2" fmla="*/ 89907 w 333747"/>
              <a:gd name="connsiteY2" fmla="*/ 163361 h 168454"/>
              <a:gd name="connsiteX3" fmla="*/ 238895 w 333747"/>
              <a:gd name="connsiteY3" fmla="*/ 158281 h 168454"/>
              <a:gd name="connsiteX4" fmla="*/ 333747 w 333747"/>
              <a:gd name="connsiteY4" fmla="*/ 66841 h 168454"/>
              <a:gd name="connsiteX0" fmla="*/ 1927 w 331514"/>
              <a:gd name="connsiteY0" fmla="*/ 0 h 164836"/>
              <a:gd name="connsiteX1" fmla="*/ 20407 w 331514"/>
              <a:gd name="connsiteY1" fmla="*/ 132881 h 164836"/>
              <a:gd name="connsiteX2" fmla="*/ 89907 w 331514"/>
              <a:gd name="connsiteY2" fmla="*/ 163361 h 164836"/>
              <a:gd name="connsiteX3" fmla="*/ 238895 w 331514"/>
              <a:gd name="connsiteY3" fmla="*/ 158281 h 164836"/>
              <a:gd name="connsiteX4" fmla="*/ 331514 w 331514"/>
              <a:gd name="connsiteY4" fmla="*/ 142757 h 164836"/>
              <a:gd name="connsiteX0" fmla="*/ 1927 w 331514"/>
              <a:gd name="connsiteY0" fmla="*/ 0 h 164836"/>
              <a:gd name="connsiteX1" fmla="*/ 20407 w 331514"/>
              <a:gd name="connsiteY1" fmla="*/ 132881 h 164836"/>
              <a:gd name="connsiteX2" fmla="*/ 89907 w 331514"/>
              <a:gd name="connsiteY2" fmla="*/ 163361 h 164836"/>
              <a:gd name="connsiteX3" fmla="*/ 238895 w 331514"/>
              <a:gd name="connsiteY3" fmla="*/ 158281 h 164836"/>
              <a:gd name="connsiteX4" fmla="*/ 331514 w 331514"/>
              <a:gd name="connsiteY4" fmla="*/ 142757 h 164836"/>
              <a:gd name="connsiteX0" fmla="*/ 1927 w 329281"/>
              <a:gd name="connsiteY0" fmla="*/ 0 h 173082"/>
              <a:gd name="connsiteX1" fmla="*/ 20407 w 329281"/>
              <a:gd name="connsiteY1" fmla="*/ 132881 h 173082"/>
              <a:gd name="connsiteX2" fmla="*/ 89907 w 329281"/>
              <a:gd name="connsiteY2" fmla="*/ 163361 h 173082"/>
              <a:gd name="connsiteX3" fmla="*/ 238895 w 329281"/>
              <a:gd name="connsiteY3" fmla="*/ 158281 h 173082"/>
              <a:gd name="connsiteX4" fmla="*/ 329281 w 329281"/>
              <a:gd name="connsiteY4" fmla="*/ 162735 h 173082"/>
              <a:gd name="connsiteX0" fmla="*/ 1927 w 329281"/>
              <a:gd name="connsiteY0" fmla="*/ 0 h 164472"/>
              <a:gd name="connsiteX1" fmla="*/ 20407 w 329281"/>
              <a:gd name="connsiteY1" fmla="*/ 132881 h 164472"/>
              <a:gd name="connsiteX2" fmla="*/ 89907 w 329281"/>
              <a:gd name="connsiteY2" fmla="*/ 163361 h 164472"/>
              <a:gd name="connsiteX3" fmla="*/ 238895 w 329281"/>
              <a:gd name="connsiteY3" fmla="*/ 158281 h 164472"/>
              <a:gd name="connsiteX4" fmla="*/ 329281 w 329281"/>
              <a:gd name="connsiteY4" fmla="*/ 162735 h 164472"/>
              <a:gd name="connsiteX0" fmla="*/ 1927 w 329281"/>
              <a:gd name="connsiteY0" fmla="*/ 0 h 174264"/>
              <a:gd name="connsiteX1" fmla="*/ 20407 w 329281"/>
              <a:gd name="connsiteY1" fmla="*/ 132881 h 174264"/>
              <a:gd name="connsiteX2" fmla="*/ 89907 w 329281"/>
              <a:gd name="connsiteY2" fmla="*/ 163361 h 174264"/>
              <a:gd name="connsiteX3" fmla="*/ 180830 w 329281"/>
              <a:gd name="connsiteY3" fmla="*/ 174263 h 174264"/>
              <a:gd name="connsiteX4" fmla="*/ 329281 w 329281"/>
              <a:gd name="connsiteY4" fmla="*/ 162735 h 174264"/>
              <a:gd name="connsiteX0" fmla="*/ 1599 w 328953"/>
              <a:gd name="connsiteY0" fmla="*/ 0 h 174279"/>
              <a:gd name="connsiteX1" fmla="*/ 20079 w 328953"/>
              <a:gd name="connsiteY1" fmla="*/ 132881 h 174279"/>
              <a:gd name="connsiteX2" fmla="*/ 67247 w 328953"/>
              <a:gd name="connsiteY2" fmla="*/ 159365 h 174279"/>
              <a:gd name="connsiteX3" fmla="*/ 180502 w 328953"/>
              <a:gd name="connsiteY3" fmla="*/ 174263 h 174279"/>
              <a:gd name="connsiteX4" fmla="*/ 328953 w 328953"/>
              <a:gd name="connsiteY4" fmla="*/ 162735 h 174279"/>
              <a:gd name="connsiteX0" fmla="*/ 1599 w 328953"/>
              <a:gd name="connsiteY0" fmla="*/ 0 h 174279"/>
              <a:gd name="connsiteX1" fmla="*/ 20079 w 328953"/>
              <a:gd name="connsiteY1" fmla="*/ 132881 h 174279"/>
              <a:gd name="connsiteX2" fmla="*/ 67247 w 328953"/>
              <a:gd name="connsiteY2" fmla="*/ 159365 h 174279"/>
              <a:gd name="connsiteX3" fmla="*/ 147003 w 328953"/>
              <a:gd name="connsiteY3" fmla="*/ 174263 h 174279"/>
              <a:gd name="connsiteX4" fmla="*/ 328953 w 328953"/>
              <a:gd name="connsiteY4" fmla="*/ 162735 h 174279"/>
              <a:gd name="connsiteX0" fmla="*/ 2053 w 329407"/>
              <a:gd name="connsiteY0" fmla="*/ 0 h 174279"/>
              <a:gd name="connsiteX1" fmla="*/ 16066 w 329407"/>
              <a:gd name="connsiteY1" fmla="*/ 120894 h 174279"/>
              <a:gd name="connsiteX2" fmla="*/ 67701 w 329407"/>
              <a:gd name="connsiteY2" fmla="*/ 159365 h 174279"/>
              <a:gd name="connsiteX3" fmla="*/ 147457 w 329407"/>
              <a:gd name="connsiteY3" fmla="*/ 174263 h 174279"/>
              <a:gd name="connsiteX4" fmla="*/ 329407 w 329407"/>
              <a:gd name="connsiteY4" fmla="*/ 162735 h 174279"/>
              <a:gd name="connsiteX0" fmla="*/ 2143 w 329497"/>
              <a:gd name="connsiteY0" fmla="*/ 0 h 174793"/>
              <a:gd name="connsiteX1" fmla="*/ 16156 w 329497"/>
              <a:gd name="connsiteY1" fmla="*/ 120894 h 174793"/>
              <a:gd name="connsiteX2" fmla="*/ 72258 w 329497"/>
              <a:gd name="connsiteY2" fmla="*/ 167356 h 174793"/>
              <a:gd name="connsiteX3" fmla="*/ 147547 w 329497"/>
              <a:gd name="connsiteY3" fmla="*/ 174263 h 174793"/>
              <a:gd name="connsiteX4" fmla="*/ 329497 w 329497"/>
              <a:gd name="connsiteY4" fmla="*/ 162735 h 174793"/>
              <a:gd name="connsiteX0" fmla="*/ 2143 w 329497"/>
              <a:gd name="connsiteY0" fmla="*/ 0 h 174793"/>
              <a:gd name="connsiteX1" fmla="*/ 16156 w 329497"/>
              <a:gd name="connsiteY1" fmla="*/ 120894 h 174793"/>
              <a:gd name="connsiteX2" fmla="*/ 72258 w 329497"/>
              <a:gd name="connsiteY2" fmla="*/ 167356 h 174793"/>
              <a:gd name="connsiteX3" fmla="*/ 140847 w 329497"/>
              <a:gd name="connsiteY3" fmla="*/ 174263 h 174793"/>
              <a:gd name="connsiteX4" fmla="*/ 329497 w 329497"/>
              <a:gd name="connsiteY4" fmla="*/ 162735 h 174793"/>
              <a:gd name="connsiteX0" fmla="*/ 2143 w 199968"/>
              <a:gd name="connsiteY0" fmla="*/ 0 h 174498"/>
              <a:gd name="connsiteX1" fmla="*/ 16156 w 199968"/>
              <a:gd name="connsiteY1" fmla="*/ 120894 h 174498"/>
              <a:gd name="connsiteX2" fmla="*/ 72258 w 199968"/>
              <a:gd name="connsiteY2" fmla="*/ 167356 h 174498"/>
              <a:gd name="connsiteX3" fmla="*/ 140847 w 199968"/>
              <a:gd name="connsiteY3" fmla="*/ 174263 h 174498"/>
              <a:gd name="connsiteX4" fmla="*/ 199968 w 199968"/>
              <a:gd name="connsiteY4" fmla="*/ 166731 h 174498"/>
              <a:gd name="connsiteX0" fmla="*/ 2143 w 199968"/>
              <a:gd name="connsiteY0" fmla="*/ 0 h 174498"/>
              <a:gd name="connsiteX1" fmla="*/ 16156 w 199968"/>
              <a:gd name="connsiteY1" fmla="*/ 120894 h 174498"/>
              <a:gd name="connsiteX2" fmla="*/ 72258 w 199968"/>
              <a:gd name="connsiteY2" fmla="*/ 167356 h 174498"/>
              <a:gd name="connsiteX3" fmla="*/ 140847 w 199968"/>
              <a:gd name="connsiteY3" fmla="*/ 174263 h 174498"/>
              <a:gd name="connsiteX4" fmla="*/ 199968 w 199968"/>
              <a:gd name="connsiteY4" fmla="*/ 166731 h 174498"/>
              <a:gd name="connsiteX0" fmla="*/ 1876 w 199701"/>
              <a:gd name="connsiteY0" fmla="*/ 0 h 201026"/>
              <a:gd name="connsiteX1" fmla="*/ 15889 w 199701"/>
              <a:gd name="connsiteY1" fmla="*/ 120894 h 201026"/>
              <a:gd name="connsiteX2" fmla="*/ 57698 w 199701"/>
              <a:gd name="connsiteY2" fmla="*/ 199321 h 201026"/>
              <a:gd name="connsiteX3" fmla="*/ 140580 w 199701"/>
              <a:gd name="connsiteY3" fmla="*/ 174263 h 201026"/>
              <a:gd name="connsiteX4" fmla="*/ 199701 w 199701"/>
              <a:gd name="connsiteY4" fmla="*/ 166731 h 201026"/>
              <a:gd name="connsiteX0" fmla="*/ 1876 w 199701"/>
              <a:gd name="connsiteY0" fmla="*/ 0 h 254699"/>
              <a:gd name="connsiteX1" fmla="*/ 15889 w 199701"/>
              <a:gd name="connsiteY1" fmla="*/ 120894 h 254699"/>
              <a:gd name="connsiteX2" fmla="*/ 57698 w 199701"/>
              <a:gd name="connsiteY2" fmla="*/ 199321 h 254699"/>
              <a:gd name="connsiteX3" fmla="*/ 103061 w 199701"/>
              <a:gd name="connsiteY3" fmla="*/ 254175 h 254699"/>
              <a:gd name="connsiteX4" fmla="*/ 199701 w 199701"/>
              <a:gd name="connsiteY4" fmla="*/ 166731 h 254699"/>
              <a:gd name="connsiteX0" fmla="*/ 1659 w 199484"/>
              <a:gd name="connsiteY0" fmla="*/ 0 h 256087"/>
              <a:gd name="connsiteX1" fmla="*/ 15672 w 199484"/>
              <a:gd name="connsiteY1" fmla="*/ 120894 h 256087"/>
              <a:gd name="connsiteX2" fmla="*/ 43188 w 199484"/>
              <a:gd name="connsiteY2" fmla="*/ 218500 h 256087"/>
              <a:gd name="connsiteX3" fmla="*/ 102844 w 199484"/>
              <a:gd name="connsiteY3" fmla="*/ 254175 h 256087"/>
              <a:gd name="connsiteX4" fmla="*/ 199484 w 199484"/>
              <a:gd name="connsiteY4" fmla="*/ 166731 h 256087"/>
              <a:gd name="connsiteX0" fmla="*/ 2041 w 199866"/>
              <a:gd name="connsiteY0" fmla="*/ 0 h 255838"/>
              <a:gd name="connsiteX1" fmla="*/ 12481 w 199866"/>
              <a:gd name="connsiteY1" fmla="*/ 149662 h 255838"/>
              <a:gd name="connsiteX2" fmla="*/ 43570 w 199866"/>
              <a:gd name="connsiteY2" fmla="*/ 218500 h 255838"/>
              <a:gd name="connsiteX3" fmla="*/ 103226 w 199866"/>
              <a:gd name="connsiteY3" fmla="*/ 254175 h 255838"/>
              <a:gd name="connsiteX4" fmla="*/ 199866 w 199866"/>
              <a:gd name="connsiteY4" fmla="*/ 166731 h 255838"/>
              <a:gd name="connsiteX0" fmla="*/ 2595 w 200420"/>
              <a:gd name="connsiteY0" fmla="*/ 0 h 254236"/>
              <a:gd name="connsiteX1" fmla="*/ 13035 w 200420"/>
              <a:gd name="connsiteY1" fmla="*/ 149662 h 254236"/>
              <a:gd name="connsiteX2" fmla="*/ 67350 w 200420"/>
              <a:gd name="connsiteY2" fmla="*/ 180142 h 254236"/>
              <a:gd name="connsiteX3" fmla="*/ 103780 w 200420"/>
              <a:gd name="connsiteY3" fmla="*/ 254175 h 254236"/>
              <a:gd name="connsiteX4" fmla="*/ 200420 w 200420"/>
              <a:gd name="connsiteY4" fmla="*/ 166731 h 254236"/>
              <a:gd name="connsiteX0" fmla="*/ 2595 w 178981"/>
              <a:gd name="connsiteY0" fmla="*/ 0 h 291393"/>
              <a:gd name="connsiteX1" fmla="*/ 13035 w 178981"/>
              <a:gd name="connsiteY1" fmla="*/ 149662 h 291393"/>
              <a:gd name="connsiteX2" fmla="*/ 67350 w 178981"/>
              <a:gd name="connsiteY2" fmla="*/ 180142 h 291393"/>
              <a:gd name="connsiteX3" fmla="*/ 103780 w 178981"/>
              <a:gd name="connsiteY3" fmla="*/ 254175 h 291393"/>
              <a:gd name="connsiteX4" fmla="*/ 178981 w 178981"/>
              <a:gd name="connsiteY4" fmla="*/ 291393 h 291393"/>
              <a:gd name="connsiteX0" fmla="*/ 2595 w 178981"/>
              <a:gd name="connsiteY0" fmla="*/ 0 h 291706"/>
              <a:gd name="connsiteX1" fmla="*/ 13035 w 178981"/>
              <a:gd name="connsiteY1" fmla="*/ 149662 h 291706"/>
              <a:gd name="connsiteX2" fmla="*/ 67350 w 178981"/>
              <a:gd name="connsiteY2" fmla="*/ 180142 h 291706"/>
              <a:gd name="connsiteX3" fmla="*/ 89487 w 178981"/>
              <a:gd name="connsiteY3" fmla="*/ 279747 h 291706"/>
              <a:gd name="connsiteX4" fmla="*/ 178981 w 178981"/>
              <a:gd name="connsiteY4" fmla="*/ 291393 h 291706"/>
              <a:gd name="connsiteX0" fmla="*/ 2595 w 178981"/>
              <a:gd name="connsiteY0" fmla="*/ 0 h 291393"/>
              <a:gd name="connsiteX1" fmla="*/ 13035 w 178981"/>
              <a:gd name="connsiteY1" fmla="*/ 149662 h 291393"/>
              <a:gd name="connsiteX2" fmla="*/ 67350 w 178981"/>
              <a:gd name="connsiteY2" fmla="*/ 192928 h 291393"/>
              <a:gd name="connsiteX3" fmla="*/ 89487 w 178981"/>
              <a:gd name="connsiteY3" fmla="*/ 279747 h 291393"/>
              <a:gd name="connsiteX4" fmla="*/ 178981 w 178981"/>
              <a:gd name="connsiteY4" fmla="*/ 291393 h 291393"/>
              <a:gd name="connsiteX0" fmla="*/ 2595 w 178981"/>
              <a:gd name="connsiteY0" fmla="*/ 0 h 291393"/>
              <a:gd name="connsiteX1" fmla="*/ 13035 w 178981"/>
              <a:gd name="connsiteY1" fmla="*/ 149662 h 291393"/>
              <a:gd name="connsiteX2" fmla="*/ 67350 w 178981"/>
              <a:gd name="connsiteY2" fmla="*/ 192928 h 291393"/>
              <a:gd name="connsiteX3" fmla="*/ 96634 w 178981"/>
              <a:gd name="connsiteY3" fmla="*/ 279747 h 291393"/>
              <a:gd name="connsiteX4" fmla="*/ 178981 w 178981"/>
              <a:gd name="connsiteY4" fmla="*/ 291393 h 291393"/>
              <a:gd name="connsiteX0" fmla="*/ 2595 w 153969"/>
              <a:gd name="connsiteY0" fmla="*/ 0 h 287568"/>
              <a:gd name="connsiteX1" fmla="*/ 13035 w 153969"/>
              <a:gd name="connsiteY1" fmla="*/ 149662 h 287568"/>
              <a:gd name="connsiteX2" fmla="*/ 67350 w 153969"/>
              <a:gd name="connsiteY2" fmla="*/ 192928 h 287568"/>
              <a:gd name="connsiteX3" fmla="*/ 96634 w 153969"/>
              <a:gd name="connsiteY3" fmla="*/ 279747 h 287568"/>
              <a:gd name="connsiteX4" fmla="*/ 153969 w 153969"/>
              <a:gd name="connsiteY4" fmla="*/ 285000 h 28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969" h="287568">
                <a:moveTo>
                  <a:pt x="2595" y="0"/>
                </a:moveTo>
                <a:cubicBezTo>
                  <a:pt x="-3755" y="65193"/>
                  <a:pt x="2243" y="117507"/>
                  <a:pt x="13035" y="149662"/>
                </a:cubicBezTo>
                <a:cubicBezTo>
                  <a:pt x="23828" y="181817"/>
                  <a:pt x="53417" y="171247"/>
                  <a:pt x="67350" y="192928"/>
                </a:cubicBezTo>
                <a:cubicBezTo>
                  <a:pt x="81283" y="214609"/>
                  <a:pt x="82198" y="264402"/>
                  <a:pt x="96634" y="279747"/>
                </a:cubicBezTo>
                <a:cubicBezTo>
                  <a:pt x="111070" y="295092"/>
                  <a:pt x="120164" y="282721"/>
                  <a:pt x="153969" y="285000"/>
                </a:cubicBezTo>
              </a:path>
            </a:pathLst>
          </a:custGeom>
          <a:noFill/>
          <a:ln>
            <a:solidFill>
              <a:schemeClr val="accent6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CAB0E04-099C-410D-BFC6-A0CA54EF5347}"/>
              </a:ext>
            </a:extLst>
          </p:cNvPr>
          <p:cNvSpPr/>
          <p:nvPr/>
        </p:nvSpPr>
        <p:spPr>
          <a:xfrm>
            <a:off x="2117825" y="3564028"/>
            <a:ext cx="2227887" cy="3030001"/>
          </a:xfrm>
          <a:custGeom>
            <a:avLst/>
            <a:gdLst>
              <a:gd name="connsiteX0" fmla="*/ 1202901 w 2417983"/>
              <a:gd name="connsiteY0" fmla="*/ 41860 h 3139921"/>
              <a:gd name="connsiteX1" fmla="*/ 1362390 w 2417983"/>
              <a:gd name="connsiteY1" fmla="*/ 31228 h 3139921"/>
              <a:gd name="connsiteX2" fmla="*/ 1415552 w 2417983"/>
              <a:gd name="connsiteY2" fmla="*/ 488428 h 3139921"/>
              <a:gd name="connsiteX3" fmla="*/ 2010976 w 2417983"/>
              <a:gd name="connsiteY3" fmla="*/ 573488 h 3139921"/>
              <a:gd name="connsiteX4" fmla="*/ 2170464 w 2417983"/>
              <a:gd name="connsiteY4" fmla="*/ 690446 h 3139921"/>
              <a:gd name="connsiteX5" fmla="*/ 2415013 w 2417983"/>
              <a:gd name="connsiteY5" fmla="*/ 2040781 h 3139921"/>
              <a:gd name="connsiteX6" fmla="*/ 1989711 w 2417983"/>
              <a:gd name="connsiteY6" fmla="*/ 3008344 h 3139921"/>
              <a:gd name="connsiteX7" fmla="*/ 1755794 w 2417983"/>
              <a:gd name="connsiteY7" fmla="*/ 3125302 h 3139921"/>
              <a:gd name="connsiteX8" fmla="*/ 628743 w 2417983"/>
              <a:gd name="connsiteY8" fmla="*/ 3125302 h 3139921"/>
              <a:gd name="connsiteX9" fmla="*/ 384194 w 2417983"/>
              <a:gd name="connsiteY9" fmla="*/ 3008344 h 3139921"/>
              <a:gd name="connsiteX10" fmla="*/ 1422 w 2417983"/>
              <a:gd name="connsiteY10" fmla="*/ 1913190 h 3139921"/>
              <a:gd name="connsiteX11" fmla="*/ 256604 w 2417983"/>
              <a:gd name="connsiteY11" fmla="*/ 690446 h 3139921"/>
              <a:gd name="connsiteX12" fmla="*/ 320399 w 2417983"/>
              <a:gd name="connsiteY12" fmla="*/ 605386 h 3139921"/>
              <a:gd name="connsiteX13" fmla="*/ 1202901 w 2417983"/>
              <a:gd name="connsiteY13" fmla="*/ 520325 h 3139921"/>
              <a:gd name="connsiteX14" fmla="*/ 1256064 w 2417983"/>
              <a:gd name="connsiteY14" fmla="*/ 52493 h 3139921"/>
              <a:gd name="connsiteX15" fmla="*/ 1202901 w 2417983"/>
              <a:gd name="connsiteY15" fmla="*/ 41860 h 3139921"/>
              <a:gd name="connsiteX0" fmla="*/ 1202901 w 2417983"/>
              <a:gd name="connsiteY0" fmla="*/ 46308 h 3144369"/>
              <a:gd name="connsiteX1" fmla="*/ 1362390 w 2417983"/>
              <a:gd name="connsiteY1" fmla="*/ 35676 h 3144369"/>
              <a:gd name="connsiteX2" fmla="*/ 1415552 w 2417983"/>
              <a:gd name="connsiteY2" fmla="*/ 492876 h 3144369"/>
              <a:gd name="connsiteX3" fmla="*/ 2010976 w 2417983"/>
              <a:gd name="connsiteY3" fmla="*/ 577936 h 3144369"/>
              <a:gd name="connsiteX4" fmla="*/ 2170464 w 2417983"/>
              <a:gd name="connsiteY4" fmla="*/ 694894 h 3144369"/>
              <a:gd name="connsiteX5" fmla="*/ 2415013 w 2417983"/>
              <a:gd name="connsiteY5" fmla="*/ 2045229 h 3144369"/>
              <a:gd name="connsiteX6" fmla="*/ 1989711 w 2417983"/>
              <a:gd name="connsiteY6" fmla="*/ 3012792 h 3144369"/>
              <a:gd name="connsiteX7" fmla="*/ 1755794 w 2417983"/>
              <a:gd name="connsiteY7" fmla="*/ 3129750 h 3144369"/>
              <a:gd name="connsiteX8" fmla="*/ 628743 w 2417983"/>
              <a:gd name="connsiteY8" fmla="*/ 3129750 h 3144369"/>
              <a:gd name="connsiteX9" fmla="*/ 384194 w 2417983"/>
              <a:gd name="connsiteY9" fmla="*/ 3012792 h 3144369"/>
              <a:gd name="connsiteX10" fmla="*/ 1422 w 2417983"/>
              <a:gd name="connsiteY10" fmla="*/ 1917638 h 3144369"/>
              <a:gd name="connsiteX11" fmla="*/ 256604 w 2417983"/>
              <a:gd name="connsiteY11" fmla="*/ 694894 h 3144369"/>
              <a:gd name="connsiteX12" fmla="*/ 320399 w 2417983"/>
              <a:gd name="connsiteY12" fmla="*/ 609834 h 3144369"/>
              <a:gd name="connsiteX13" fmla="*/ 1202901 w 2417983"/>
              <a:gd name="connsiteY13" fmla="*/ 524773 h 3144369"/>
              <a:gd name="connsiteX14" fmla="*/ 1211614 w 2417983"/>
              <a:gd name="connsiteY14" fmla="*/ 177591 h 3144369"/>
              <a:gd name="connsiteX15" fmla="*/ 1202901 w 2417983"/>
              <a:gd name="connsiteY15" fmla="*/ 46308 h 3144369"/>
              <a:gd name="connsiteX0" fmla="*/ 1209251 w 2417983"/>
              <a:gd name="connsiteY0" fmla="*/ 73190 h 3133151"/>
              <a:gd name="connsiteX1" fmla="*/ 1362390 w 2417983"/>
              <a:gd name="connsiteY1" fmla="*/ 24458 h 3133151"/>
              <a:gd name="connsiteX2" fmla="*/ 1415552 w 2417983"/>
              <a:gd name="connsiteY2" fmla="*/ 481658 h 3133151"/>
              <a:gd name="connsiteX3" fmla="*/ 2010976 w 2417983"/>
              <a:gd name="connsiteY3" fmla="*/ 566718 h 3133151"/>
              <a:gd name="connsiteX4" fmla="*/ 2170464 w 2417983"/>
              <a:gd name="connsiteY4" fmla="*/ 683676 h 3133151"/>
              <a:gd name="connsiteX5" fmla="*/ 2415013 w 2417983"/>
              <a:gd name="connsiteY5" fmla="*/ 2034011 h 3133151"/>
              <a:gd name="connsiteX6" fmla="*/ 1989711 w 2417983"/>
              <a:gd name="connsiteY6" fmla="*/ 3001574 h 3133151"/>
              <a:gd name="connsiteX7" fmla="*/ 1755794 w 2417983"/>
              <a:gd name="connsiteY7" fmla="*/ 3118532 h 3133151"/>
              <a:gd name="connsiteX8" fmla="*/ 628743 w 2417983"/>
              <a:gd name="connsiteY8" fmla="*/ 3118532 h 3133151"/>
              <a:gd name="connsiteX9" fmla="*/ 384194 w 2417983"/>
              <a:gd name="connsiteY9" fmla="*/ 3001574 h 3133151"/>
              <a:gd name="connsiteX10" fmla="*/ 1422 w 2417983"/>
              <a:gd name="connsiteY10" fmla="*/ 1906420 h 3133151"/>
              <a:gd name="connsiteX11" fmla="*/ 256604 w 2417983"/>
              <a:gd name="connsiteY11" fmla="*/ 683676 h 3133151"/>
              <a:gd name="connsiteX12" fmla="*/ 320399 w 2417983"/>
              <a:gd name="connsiteY12" fmla="*/ 598616 h 3133151"/>
              <a:gd name="connsiteX13" fmla="*/ 1202901 w 2417983"/>
              <a:gd name="connsiteY13" fmla="*/ 513555 h 3133151"/>
              <a:gd name="connsiteX14" fmla="*/ 1211614 w 2417983"/>
              <a:gd name="connsiteY14" fmla="*/ 166373 h 3133151"/>
              <a:gd name="connsiteX15" fmla="*/ 1209251 w 2417983"/>
              <a:gd name="connsiteY15" fmla="*/ 73190 h 3133151"/>
              <a:gd name="connsiteX0" fmla="*/ 1209251 w 2417983"/>
              <a:gd name="connsiteY0" fmla="*/ 19690 h 3079651"/>
              <a:gd name="connsiteX1" fmla="*/ 1400490 w 2417983"/>
              <a:gd name="connsiteY1" fmla="*/ 40808 h 3079651"/>
              <a:gd name="connsiteX2" fmla="*/ 1415552 w 2417983"/>
              <a:gd name="connsiteY2" fmla="*/ 428158 h 3079651"/>
              <a:gd name="connsiteX3" fmla="*/ 2010976 w 2417983"/>
              <a:gd name="connsiteY3" fmla="*/ 513218 h 3079651"/>
              <a:gd name="connsiteX4" fmla="*/ 2170464 w 2417983"/>
              <a:gd name="connsiteY4" fmla="*/ 630176 h 3079651"/>
              <a:gd name="connsiteX5" fmla="*/ 2415013 w 2417983"/>
              <a:gd name="connsiteY5" fmla="*/ 1980511 h 3079651"/>
              <a:gd name="connsiteX6" fmla="*/ 1989711 w 2417983"/>
              <a:gd name="connsiteY6" fmla="*/ 2948074 h 3079651"/>
              <a:gd name="connsiteX7" fmla="*/ 1755794 w 2417983"/>
              <a:gd name="connsiteY7" fmla="*/ 3065032 h 3079651"/>
              <a:gd name="connsiteX8" fmla="*/ 628743 w 2417983"/>
              <a:gd name="connsiteY8" fmla="*/ 3065032 h 3079651"/>
              <a:gd name="connsiteX9" fmla="*/ 384194 w 2417983"/>
              <a:gd name="connsiteY9" fmla="*/ 2948074 h 3079651"/>
              <a:gd name="connsiteX10" fmla="*/ 1422 w 2417983"/>
              <a:gd name="connsiteY10" fmla="*/ 1852920 h 3079651"/>
              <a:gd name="connsiteX11" fmla="*/ 256604 w 2417983"/>
              <a:gd name="connsiteY11" fmla="*/ 630176 h 3079651"/>
              <a:gd name="connsiteX12" fmla="*/ 320399 w 2417983"/>
              <a:gd name="connsiteY12" fmla="*/ 545116 h 3079651"/>
              <a:gd name="connsiteX13" fmla="*/ 1202901 w 2417983"/>
              <a:gd name="connsiteY13" fmla="*/ 460055 h 3079651"/>
              <a:gd name="connsiteX14" fmla="*/ 1211614 w 2417983"/>
              <a:gd name="connsiteY14" fmla="*/ 112873 h 3079651"/>
              <a:gd name="connsiteX15" fmla="*/ 1209251 w 2417983"/>
              <a:gd name="connsiteY15" fmla="*/ 19690 h 3079651"/>
              <a:gd name="connsiteX0" fmla="*/ 1196551 w 2417983"/>
              <a:gd name="connsiteY0" fmla="*/ 6579 h 3104640"/>
              <a:gd name="connsiteX1" fmla="*/ 1400490 w 2417983"/>
              <a:gd name="connsiteY1" fmla="*/ 65797 h 3104640"/>
              <a:gd name="connsiteX2" fmla="*/ 1415552 w 2417983"/>
              <a:gd name="connsiteY2" fmla="*/ 453147 h 3104640"/>
              <a:gd name="connsiteX3" fmla="*/ 2010976 w 2417983"/>
              <a:gd name="connsiteY3" fmla="*/ 538207 h 3104640"/>
              <a:gd name="connsiteX4" fmla="*/ 2170464 w 2417983"/>
              <a:gd name="connsiteY4" fmla="*/ 655165 h 3104640"/>
              <a:gd name="connsiteX5" fmla="*/ 2415013 w 2417983"/>
              <a:gd name="connsiteY5" fmla="*/ 2005500 h 3104640"/>
              <a:gd name="connsiteX6" fmla="*/ 1989711 w 2417983"/>
              <a:gd name="connsiteY6" fmla="*/ 2973063 h 3104640"/>
              <a:gd name="connsiteX7" fmla="*/ 1755794 w 2417983"/>
              <a:gd name="connsiteY7" fmla="*/ 3090021 h 3104640"/>
              <a:gd name="connsiteX8" fmla="*/ 628743 w 2417983"/>
              <a:gd name="connsiteY8" fmla="*/ 3090021 h 3104640"/>
              <a:gd name="connsiteX9" fmla="*/ 384194 w 2417983"/>
              <a:gd name="connsiteY9" fmla="*/ 2973063 h 3104640"/>
              <a:gd name="connsiteX10" fmla="*/ 1422 w 2417983"/>
              <a:gd name="connsiteY10" fmla="*/ 1877909 h 3104640"/>
              <a:gd name="connsiteX11" fmla="*/ 256604 w 2417983"/>
              <a:gd name="connsiteY11" fmla="*/ 655165 h 3104640"/>
              <a:gd name="connsiteX12" fmla="*/ 320399 w 2417983"/>
              <a:gd name="connsiteY12" fmla="*/ 570105 h 3104640"/>
              <a:gd name="connsiteX13" fmla="*/ 1202901 w 2417983"/>
              <a:gd name="connsiteY13" fmla="*/ 485044 h 3104640"/>
              <a:gd name="connsiteX14" fmla="*/ 1211614 w 2417983"/>
              <a:gd name="connsiteY14" fmla="*/ 137862 h 3104640"/>
              <a:gd name="connsiteX15" fmla="*/ 1196551 w 2417983"/>
              <a:gd name="connsiteY15" fmla="*/ 6579 h 3104640"/>
              <a:gd name="connsiteX0" fmla="*/ 1196551 w 2417983"/>
              <a:gd name="connsiteY0" fmla="*/ 24424 h 3122485"/>
              <a:gd name="connsiteX1" fmla="*/ 1375090 w 2417983"/>
              <a:gd name="connsiteY1" fmla="*/ 45542 h 3122485"/>
              <a:gd name="connsiteX2" fmla="*/ 1415552 w 2417983"/>
              <a:gd name="connsiteY2" fmla="*/ 470992 h 3122485"/>
              <a:gd name="connsiteX3" fmla="*/ 2010976 w 2417983"/>
              <a:gd name="connsiteY3" fmla="*/ 556052 h 3122485"/>
              <a:gd name="connsiteX4" fmla="*/ 2170464 w 2417983"/>
              <a:gd name="connsiteY4" fmla="*/ 673010 h 3122485"/>
              <a:gd name="connsiteX5" fmla="*/ 2415013 w 2417983"/>
              <a:gd name="connsiteY5" fmla="*/ 2023345 h 3122485"/>
              <a:gd name="connsiteX6" fmla="*/ 1989711 w 2417983"/>
              <a:gd name="connsiteY6" fmla="*/ 2990908 h 3122485"/>
              <a:gd name="connsiteX7" fmla="*/ 1755794 w 2417983"/>
              <a:gd name="connsiteY7" fmla="*/ 3107866 h 3122485"/>
              <a:gd name="connsiteX8" fmla="*/ 628743 w 2417983"/>
              <a:gd name="connsiteY8" fmla="*/ 3107866 h 3122485"/>
              <a:gd name="connsiteX9" fmla="*/ 384194 w 2417983"/>
              <a:gd name="connsiteY9" fmla="*/ 2990908 h 3122485"/>
              <a:gd name="connsiteX10" fmla="*/ 1422 w 2417983"/>
              <a:gd name="connsiteY10" fmla="*/ 1895754 h 3122485"/>
              <a:gd name="connsiteX11" fmla="*/ 256604 w 2417983"/>
              <a:gd name="connsiteY11" fmla="*/ 673010 h 3122485"/>
              <a:gd name="connsiteX12" fmla="*/ 320399 w 2417983"/>
              <a:gd name="connsiteY12" fmla="*/ 587950 h 3122485"/>
              <a:gd name="connsiteX13" fmla="*/ 1202901 w 2417983"/>
              <a:gd name="connsiteY13" fmla="*/ 502889 h 3122485"/>
              <a:gd name="connsiteX14" fmla="*/ 1211614 w 2417983"/>
              <a:gd name="connsiteY14" fmla="*/ 155707 h 3122485"/>
              <a:gd name="connsiteX15" fmla="*/ 1196551 w 2417983"/>
              <a:gd name="connsiteY15" fmla="*/ 24424 h 3122485"/>
              <a:gd name="connsiteX0" fmla="*/ 1196551 w 2417983"/>
              <a:gd name="connsiteY0" fmla="*/ 6011 h 3104072"/>
              <a:gd name="connsiteX1" fmla="*/ 1375090 w 2417983"/>
              <a:gd name="connsiteY1" fmla="*/ 27129 h 3104072"/>
              <a:gd name="connsiteX2" fmla="*/ 1415552 w 2417983"/>
              <a:gd name="connsiteY2" fmla="*/ 452579 h 3104072"/>
              <a:gd name="connsiteX3" fmla="*/ 2010976 w 2417983"/>
              <a:gd name="connsiteY3" fmla="*/ 537639 h 3104072"/>
              <a:gd name="connsiteX4" fmla="*/ 2170464 w 2417983"/>
              <a:gd name="connsiteY4" fmla="*/ 654597 h 3104072"/>
              <a:gd name="connsiteX5" fmla="*/ 2415013 w 2417983"/>
              <a:gd name="connsiteY5" fmla="*/ 2004932 h 3104072"/>
              <a:gd name="connsiteX6" fmla="*/ 1989711 w 2417983"/>
              <a:gd name="connsiteY6" fmla="*/ 2972495 h 3104072"/>
              <a:gd name="connsiteX7" fmla="*/ 1755794 w 2417983"/>
              <a:gd name="connsiteY7" fmla="*/ 3089453 h 3104072"/>
              <a:gd name="connsiteX8" fmla="*/ 628743 w 2417983"/>
              <a:gd name="connsiteY8" fmla="*/ 3089453 h 3104072"/>
              <a:gd name="connsiteX9" fmla="*/ 384194 w 2417983"/>
              <a:gd name="connsiteY9" fmla="*/ 2972495 h 3104072"/>
              <a:gd name="connsiteX10" fmla="*/ 1422 w 2417983"/>
              <a:gd name="connsiteY10" fmla="*/ 1877341 h 3104072"/>
              <a:gd name="connsiteX11" fmla="*/ 256604 w 2417983"/>
              <a:gd name="connsiteY11" fmla="*/ 654597 h 3104072"/>
              <a:gd name="connsiteX12" fmla="*/ 320399 w 2417983"/>
              <a:gd name="connsiteY12" fmla="*/ 569537 h 3104072"/>
              <a:gd name="connsiteX13" fmla="*/ 1202901 w 2417983"/>
              <a:gd name="connsiteY13" fmla="*/ 484476 h 3104072"/>
              <a:gd name="connsiteX14" fmla="*/ 1211614 w 2417983"/>
              <a:gd name="connsiteY14" fmla="*/ 137294 h 3104072"/>
              <a:gd name="connsiteX15" fmla="*/ 1196551 w 2417983"/>
              <a:gd name="connsiteY15" fmla="*/ 6011 h 3104072"/>
              <a:gd name="connsiteX0" fmla="*/ 1196551 w 2417983"/>
              <a:gd name="connsiteY0" fmla="*/ 8002 h 3106063"/>
              <a:gd name="connsiteX1" fmla="*/ 1375090 w 2417983"/>
              <a:gd name="connsiteY1" fmla="*/ 29120 h 3106063"/>
              <a:gd name="connsiteX2" fmla="*/ 1415552 w 2417983"/>
              <a:gd name="connsiteY2" fmla="*/ 454570 h 3106063"/>
              <a:gd name="connsiteX3" fmla="*/ 2010976 w 2417983"/>
              <a:gd name="connsiteY3" fmla="*/ 539630 h 3106063"/>
              <a:gd name="connsiteX4" fmla="*/ 2170464 w 2417983"/>
              <a:gd name="connsiteY4" fmla="*/ 656588 h 3106063"/>
              <a:gd name="connsiteX5" fmla="*/ 2415013 w 2417983"/>
              <a:gd name="connsiteY5" fmla="*/ 2006923 h 3106063"/>
              <a:gd name="connsiteX6" fmla="*/ 1989711 w 2417983"/>
              <a:gd name="connsiteY6" fmla="*/ 2974486 h 3106063"/>
              <a:gd name="connsiteX7" fmla="*/ 1755794 w 2417983"/>
              <a:gd name="connsiteY7" fmla="*/ 3091444 h 3106063"/>
              <a:gd name="connsiteX8" fmla="*/ 628743 w 2417983"/>
              <a:gd name="connsiteY8" fmla="*/ 3091444 h 3106063"/>
              <a:gd name="connsiteX9" fmla="*/ 384194 w 2417983"/>
              <a:gd name="connsiteY9" fmla="*/ 2974486 h 3106063"/>
              <a:gd name="connsiteX10" fmla="*/ 1422 w 2417983"/>
              <a:gd name="connsiteY10" fmla="*/ 1879332 h 3106063"/>
              <a:gd name="connsiteX11" fmla="*/ 256604 w 2417983"/>
              <a:gd name="connsiteY11" fmla="*/ 656588 h 3106063"/>
              <a:gd name="connsiteX12" fmla="*/ 320399 w 2417983"/>
              <a:gd name="connsiteY12" fmla="*/ 571528 h 3106063"/>
              <a:gd name="connsiteX13" fmla="*/ 1202901 w 2417983"/>
              <a:gd name="connsiteY13" fmla="*/ 486467 h 3106063"/>
              <a:gd name="connsiteX14" fmla="*/ 1211614 w 2417983"/>
              <a:gd name="connsiteY14" fmla="*/ 139285 h 3106063"/>
              <a:gd name="connsiteX15" fmla="*/ 1196551 w 2417983"/>
              <a:gd name="connsiteY15" fmla="*/ 8002 h 3106063"/>
              <a:gd name="connsiteX0" fmla="*/ 1196551 w 2417983"/>
              <a:gd name="connsiteY0" fmla="*/ 11280 h 3109341"/>
              <a:gd name="connsiteX1" fmla="*/ 1375090 w 2417983"/>
              <a:gd name="connsiteY1" fmla="*/ 32398 h 3109341"/>
              <a:gd name="connsiteX2" fmla="*/ 1415552 w 2417983"/>
              <a:gd name="connsiteY2" fmla="*/ 457848 h 3109341"/>
              <a:gd name="connsiteX3" fmla="*/ 2010976 w 2417983"/>
              <a:gd name="connsiteY3" fmla="*/ 542908 h 3109341"/>
              <a:gd name="connsiteX4" fmla="*/ 2170464 w 2417983"/>
              <a:gd name="connsiteY4" fmla="*/ 659866 h 3109341"/>
              <a:gd name="connsiteX5" fmla="*/ 2415013 w 2417983"/>
              <a:gd name="connsiteY5" fmla="*/ 2010201 h 3109341"/>
              <a:gd name="connsiteX6" fmla="*/ 1989711 w 2417983"/>
              <a:gd name="connsiteY6" fmla="*/ 2977764 h 3109341"/>
              <a:gd name="connsiteX7" fmla="*/ 1755794 w 2417983"/>
              <a:gd name="connsiteY7" fmla="*/ 3094722 h 3109341"/>
              <a:gd name="connsiteX8" fmla="*/ 628743 w 2417983"/>
              <a:gd name="connsiteY8" fmla="*/ 3094722 h 3109341"/>
              <a:gd name="connsiteX9" fmla="*/ 384194 w 2417983"/>
              <a:gd name="connsiteY9" fmla="*/ 2977764 h 3109341"/>
              <a:gd name="connsiteX10" fmla="*/ 1422 w 2417983"/>
              <a:gd name="connsiteY10" fmla="*/ 1882610 h 3109341"/>
              <a:gd name="connsiteX11" fmla="*/ 256604 w 2417983"/>
              <a:gd name="connsiteY11" fmla="*/ 659866 h 3109341"/>
              <a:gd name="connsiteX12" fmla="*/ 320399 w 2417983"/>
              <a:gd name="connsiteY12" fmla="*/ 574806 h 3109341"/>
              <a:gd name="connsiteX13" fmla="*/ 1202901 w 2417983"/>
              <a:gd name="connsiteY13" fmla="*/ 489745 h 3109341"/>
              <a:gd name="connsiteX14" fmla="*/ 1217964 w 2417983"/>
              <a:gd name="connsiteY14" fmla="*/ 187013 h 3109341"/>
              <a:gd name="connsiteX15" fmla="*/ 1196551 w 2417983"/>
              <a:gd name="connsiteY15" fmla="*/ 11280 h 3109341"/>
              <a:gd name="connsiteX0" fmla="*/ 1196551 w 2417983"/>
              <a:gd name="connsiteY0" fmla="*/ 11280 h 3109341"/>
              <a:gd name="connsiteX1" fmla="*/ 1375090 w 2417983"/>
              <a:gd name="connsiteY1" fmla="*/ 32398 h 3109341"/>
              <a:gd name="connsiteX2" fmla="*/ 1415552 w 2417983"/>
              <a:gd name="connsiteY2" fmla="*/ 457848 h 3109341"/>
              <a:gd name="connsiteX3" fmla="*/ 2010976 w 2417983"/>
              <a:gd name="connsiteY3" fmla="*/ 542908 h 3109341"/>
              <a:gd name="connsiteX4" fmla="*/ 2170464 w 2417983"/>
              <a:gd name="connsiteY4" fmla="*/ 659866 h 3109341"/>
              <a:gd name="connsiteX5" fmla="*/ 2415013 w 2417983"/>
              <a:gd name="connsiteY5" fmla="*/ 2010201 h 3109341"/>
              <a:gd name="connsiteX6" fmla="*/ 1989711 w 2417983"/>
              <a:gd name="connsiteY6" fmla="*/ 2977764 h 3109341"/>
              <a:gd name="connsiteX7" fmla="*/ 1755794 w 2417983"/>
              <a:gd name="connsiteY7" fmla="*/ 3094722 h 3109341"/>
              <a:gd name="connsiteX8" fmla="*/ 628743 w 2417983"/>
              <a:gd name="connsiteY8" fmla="*/ 3094722 h 3109341"/>
              <a:gd name="connsiteX9" fmla="*/ 384194 w 2417983"/>
              <a:gd name="connsiteY9" fmla="*/ 2977764 h 3109341"/>
              <a:gd name="connsiteX10" fmla="*/ 1422 w 2417983"/>
              <a:gd name="connsiteY10" fmla="*/ 1882610 h 3109341"/>
              <a:gd name="connsiteX11" fmla="*/ 256604 w 2417983"/>
              <a:gd name="connsiteY11" fmla="*/ 659866 h 3109341"/>
              <a:gd name="connsiteX12" fmla="*/ 320399 w 2417983"/>
              <a:gd name="connsiteY12" fmla="*/ 574806 h 3109341"/>
              <a:gd name="connsiteX13" fmla="*/ 1088601 w 2417983"/>
              <a:gd name="connsiteY13" fmla="*/ 508795 h 3109341"/>
              <a:gd name="connsiteX14" fmla="*/ 1217964 w 2417983"/>
              <a:gd name="connsiteY14" fmla="*/ 187013 h 3109341"/>
              <a:gd name="connsiteX15" fmla="*/ 1196551 w 2417983"/>
              <a:gd name="connsiteY15" fmla="*/ 11280 h 3109341"/>
              <a:gd name="connsiteX0" fmla="*/ 1196551 w 2417983"/>
              <a:gd name="connsiteY0" fmla="*/ 11280 h 3109341"/>
              <a:gd name="connsiteX1" fmla="*/ 1375090 w 2417983"/>
              <a:gd name="connsiteY1" fmla="*/ 32398 h 3109341"/>
              <a:gd name="connsiteX2" fmla="*/ 1415552 w 2417983"/>
              <a:gd name="connsiteY2" fmla="*/ 457848 h 3109341"/>
              <a:gd name="connsiteX3" fmla="*/ 2010976 w 2417983"/>
              <a:gd name="connsiteY3" fmla="*/ 542908 h 3109341"/>
              <a:gd name="connsiteX4" fmla="*/ 2170464 w 2417983"/>
              <a:gd name="connsiteY4" fmla="*/ 659866 h 3109341"/>
              <a:gd name="connsiteX5" fmla="*/ 2415013 w 2417983"/>
              <a:gd name="connsiteY5" fmla="*/ 2010201 h 3109341"/>
              <a:gd name="connsiteX6" fmla="*/ 1989711 w 2417983"/>
              <a:gd name="connsiteY6" fmla="*/ 2977764 h 3109341"/>
              <a:gd name="connsiteX7" fmla="*/ 1755794 w 2417983"/>
              <a:gd name="connsiteY7" fmla="*/ 3094722 h 3109341"/>
              <a:gd name="connsiteX8" fmla="*/ 628743 w 2417983"/>
              <a:gd name="connsiteY8" fmla="*/ 3094722 h 3109341"/>
              <a:gd name="connsiteX9" fmla="*/ 384194 w 2417983"/>
              <a:gd name="connsiteY9" fmla="*/ 2977764 h 3109341"/>
              <a:gd name="connsiteX10" fmla="*/ 1422 w 2417983"/>
              <a:gd name="connsiteY10" fmla="*/ 1882610 h 3109341"/>
              <a:gd name="connsiteX11" fmla="*/ 256604 w 2417983"/>
              <a:gd name="connsiteY11" fmla="*/ 659866 h 3109341"/>
              <a:gd name="connsiteX12" fmla="*/ 320399 w 2417983"/>
              <a:gd name="connsiteY12" fmla="*/ 574806 h 3109341"/>
              <a:gd name="connsiteX13" fmla="*/ 1088601 w 2417983"/>
              <a:gd name="connsiteY13" fmla="*/ 508795 h 3109341"/>
              <a:gd name="connsiteX14" fmla="*/ 1217964 w 2417983"/>
              <a:gd name="connsiteY14" fmla="*/ 187013 h 3109341"/>
              <a:gd name="connsiteX15" fmla="*/ 1196551 w 2417983"/>
              <a:gd name="connsiteY15" fmla="*/ 11280 h 3109341"/>
              <a:gd name="connsiteX0" fmla="*/ 1196551 w 2417983"/>
              <a:gd name="connsiteY0" fmla="*/ 11280 h 3109341"/>
              <a:gd name="connsiteX1" fmla="*/ 1375090 w 2417983"/>
              <a:gd name="connsiteY1" fmla="*/ 32398 h 3109341"/>
              <a:gd name="connsiteX2" fmla="*/ 1415552 w 2417983"/>
              <a:gd name="connsiteY2" fmla="*/ 457848 h 3109341"/>
              <a:gd name="connsiteX3" fmla="*/ 2010976 w 2417983"/>
              <a:gd name="connsiteY3" fmla="*/ 542908 h 3109341"/>
              <a:gd name="connsiteX4" fmla="*/ 2170464 w 2417983"/>
              <a:gd name="connsiteY4" fmla="*/ 659866 h 3109341"/>
              <a:gd name="connsiteX5" fmla="*/ 2415013 w 2417983"/>
              <a:gd name="connsiteY5" fmla="*/ 2010201 h 3109341"/>
              <a:gd name="connsiteX6" fmla="*/ 1989711 w 2417983"/>
              <a:gd name="connsiteY6" fmla="*/ 2977764 h 3109341"/>
              <a:gd name="connsiteX7" fmla="*/ 1755794 w 2417983"/>
              <a:gd name="connsiteY7" fmla="*/ 3094722 h 3109341"/>
              <a:gd name="connsiteX8" fmla="*/ 628743 w 2417983"/>
              <a:gd name="connsiteY8" fmla="*/ 3094722 h 3109341"/>
              <a:gd name="connsiteX9" fmla="*/ 384194 w 2417983"/>
              <a:gd name="connsiteY9" fmla="*/ 2977764 h 3109341"/>
              <a:gd name="connsiteX10" fmla="*/ 1422 w 2417983"/>
              <a:gd name="connsiteY10" fmla="*/ 1882610 h 3109341"/>
              <a:gd name="connsiteX11" fmla="*/ 256604 w 2417983"/>
              <a:gd name="connsiteY11" fmla="*/ 659866 h 3109341"/>
              <a:gd name="connsiteX12" fmla="*/ 320399 w 2417983"/>
              <a:gd name="connsiteY12" fmla="*/ 574806 h 3109341"/>
              <a:gd name="connsiteX13" fmla="*/ 840951 w 2417983"/>
              <a:gd name="connsiteY13" fmla="*/ 324645 h 3109341"/>
              <a:gd name="connsiteX14" fmla="*/ 1217964 w 2417983"/>
              <a:gd name="connsiteY14" fmla="*/ 187013 h 3109341"/>
              <a:gd name="connsiteX15" fmla="*/ 1196551 w 2417983"/>
              <a:gd name="connsiteY15" fmla="*/ 11280 h 3109341"/>
              <a:gd name="connsiteX0" fmla="*/ 1196551 w 2417983"/>
              <a:gd name="connsiteY0" fmla="*/ 8939 h 3107000"/>
              <a:gd name="connsiteX1" fmla="*/ 1375090 w 2417983"/>
              <a:gd name="connsiteY1" fmla="*/ 30057 h 3107000"/>
              <a:gd name="connsiteX2" fmla="*/ 1415552 w 2417983"/>
              <a:gd name="connsiteY2" fmla="*/ 455507 h 3107000"/>
              <a:gd name="connsiteX3" fmla="*/ 2010976 w 2417983"/>
              <a:gd name="connsiteY3" fmla="*/ 540567 h 3107000"/>
              <a:gd name="connsiteX4" fmla="*/ 2170464 w 2417983"/>
              <a:gd name="connsiteY4" fmla="*/ 657525 h 3107000"/>
              <a:gd name="connsiteX5" fmla="*/ 2415013 w 2417983"/>
              <a:gd name="connsiteY5" fmla="*/ 2007860 h 3107000"/>
              <a:gd name="connsiteX6" fmla="*/ 1989711 w 2417983"/>
              <a:gd name="connsiteY6" fmla="*/ 2975423 h 3107000"/>
              <a:gd name="connsiteX7" fmla="*/ 1755794 w 2417983"/>
              <a:gd name="connsiteY7" fmla="*/ 3092381 h 3107000"/>
              <a:gd name="connsiteX8" fmla="*/ 628743 w 2417983"/>
              <a:gd name="connsiteY8" fmla="*/ 3092381 h 3107000"/>
              <a:gd name="connsiteX9" fmla="*/ 384194 w 2417983"/>
              <a:gd name="connsiteY9" fmla="*/ 2975423 h 3107000"/>
              <a:gd name="connsiteX10" fmla="*/ 1422 w 2417983"/>
              <a:gd name="connsiteY10" fmla="*/ 1880269 h 3107000"/>
              <a:gd name="connsiteX11" fmla="*/ 256604 w 2417983"/>
              <a:gd name="connsiteY11" fmla="*/ 657525 h 3107000"/>
              <a:gd name="connsiteX12" fmla="*/ 320399 w 2417983"/>
              <a:gd name="connsiteY12" fmla="*/ 572465 h 3107000"/>
              <a:gd name="connsiteX13" fmla="*/ 840951 w 2417983"/>
              <a:gd name="connsiteY13" fmla="*/ 322304 h 3107000"/>
              <a:gd name="connsiteX14" fmla="*/ 1135414 w 2417983"/>
              <a:gd name="connsiteY14" fmla="*/ 152922 h 3107000"/>
              <a:gd name="connsiteX15" fmla="*/ 1196551 w 2417983"/>
              <a:gd name="connsiteY15" fmla="*/ 8939 h 3107000"/>
              <a:gd name="connsiteX0" fmla="*/ 1196551 w 2417983"/>
              <a:gd name="connsiteY0" fmla="*/ 8939 h 3107000"/>
              <a:gd name="connsiteX1" fmla="*/ 1375090 w 2417983"/>
              <a:gd name="connsiteY1" fmla="*/ 30057 h 3107000"/>
              <a:gd name="connsiteX2" fmla="*/ 1415552 w 2417983"/>
              <a:gd name="connsiteY2" fmla="*/ 455507 h 3107000"/>
              <a:gd name="connsiteX3" fmla="*/ 2010976 w 2417983"/>
              <a:gd name="connsiteY3" fmla="*/ 540567 h 3107000"/>
              <a:gd name="connsiteX4" fmla="*/ 2170464 w 2417983"/>
              <a:gd name="connsiteY4" fmla="*/ 657525 h 3107000"/>
              <a:gd name="connsiteX5" fmla="*/ 2415013 w 2417983"/>
              <a:gd name="connsiteY5" fmla="*/ 2007860 h 3107000"/>
              <a:gd name="connsiteX6" fmla="*/ 1989711 w 2417983"/>
              <a:gd name="connsiteY6" fmla="*/ 2975423 h 3107000"/>
              <a:gd name="connsiteX7" fmla="*/ 1755794 w 2417983"/>
              <a:gd name="connsiteY7" fmla="*/ 3092381 h 3107000"/>
              <a:gd name="connsiteX8" fmla="*/ 628743 w 2417983"/>
              <a:gd name="connsiteY8" fmla="*/ 3092381 h 3107000"/>
              <a:gd name="connsiteX9" fmla="*/ 384194 w 2417983"/>
              <a:gd name="connsiteY9" fmla="*/ 2975423 h 3107000"/>
              <a:gd name="connsiteX10" fmla="*/ 1422 w 2417983"/>
              <a:gd name="connsiteY10" fmla="*/ 1880269 h 3107000"/>
              <a:gd name="connsiteX11" fmla="*/ 256604 w 2417983"/>
              <a:gd name="connsiteY11" fmla="*/ 657525 h 3107000"/>
              <a:gd name="connsiteX12" fmla="*/ 320399 w 2417983"/>
              <a:gd name="connsiteY12" fmla="*/ 572465 h 3107000"/>
              <a:gd name="connsiteX13" fmla="*/ 606001 w 2417983"/>
              <a:gd name="connsiteY13" fmla="*/ 309604 h 3107000"/>
              <a:gd name="connsiteX14" fmla="*/ 1135414 w 2417983"/>
              <a:gd name="connsiteY14" fmla="*/ 152922 h 3107000"/>
              <a:gd name="connsiteX15" fmla="*/ 1196551 w 2417983"/>
              <a:gd name="connsiteY15" fmla="*/ 8939 h 3107000"/>
              <a:gd name="connsiteX0" fmla="*/ 1196551 w 2417983"/>
              <a:gd name="connsiteY0" fmla="*/ 8939 h 3107000"/>
              <a:gd name="connsiteX1" fmla="*/ 1375090 w 2417983"/>
              <a:gd name="connsiteY1" fmla="*/ 30057 h 3107000"/>
              <a:gd name="connsiteX2" fmla="*/ 1415552 w 2417983"/>
              <a:gd name="connsiteY2" fmla="*/ 455507 h 3107000"/>
              <a:gd name="connsiteX3" fmla="*/ 2010976 w 2417983"/>
              <a:gd name="connsiteY3" fmla="*/ 540567 h 3107000"/>
              <a:gd name="connsiteX4" fmla="*/ 2170464 w 2417983"/>
              <a:gd name="connsiteY4" fmla="*/ 657525 h 3107000"/>
              <a:gd name="connsiteX5" fmla="*/ 2415013 w 2417983"/>
              <a:gd name="connsiteY5" fmla="*/ 2007860 h 3107000"/>
              <a:gd name="connsiteX6" fmla="*/ 1989711 w 2417983"/>
              <a:gd name="connsiteY6" fmla="*/ 2975423 h 3107000"/>
              <a:gd name="connsiteX7" fmla="*/ 1755794 w 2417983"/>
              <a:gd name="connsiteY7" fmla="*/ 3092381 h 3107000"/>
              <a:gd name="connsiteX8" fmla="*/ 628743 w 2417983"/>
              <a:gd name="connsiteY8" fmla="*/ 3092381 h 3107000"/>
              <a:gd name="connsiteX9" fmla="*/ 384194 w 2417983"/>
              <a:gd name="connsiteY9" fmla="*/ 2975423 h 3107000"/>
              <a:gd name="connsiteX10" fmla="*/ 1422 w 2417983"/>
              <a:gd name="connsiteY10" fmla="*/ 1880269 h 3107000"/>
              <a:gd name="connsiteX11" fmla="*/ 256604 w 2417983"/>
              <a:gd name="connsiteY11" fmla="*/ 657525 h 3107000"/>
              <a:gd name="connsiteX12" fmla="*/ 320399 w 2417983"/>
              <a:gd name="connsiteY12" fmla="*/ 572465 h 3107000"/>
              <a:gd name="connsiteX13" fmla="*/ 606001 w 2417983"/>
              <a:gd name="connsiteY13" fmla="*/ 309604 h 3107000"/>
              <a:gd name="connsiteX14" fmla="*/ 1135414 w 2417983"/>
              <a:gd name="connsiteY14" fmla="*/ 152922 h 3107000"/>
              <a:gd name="connsiteX15" fmla="*/ 1196551 w 2417983"/>
              <a:gd name="connsiteY15" fmla="*/ 8939 h 3107000"/>
              <a:gd name="connsiteX0" fmla="*/ 1196551 w 2417983"/>
              <a:gd name="connsiteY0" fmla="*/ 8939 h 3107000"/>
              <a:gd name="connsiteX1" fmla="*/ 1375090 w 2417983"/>
              <a:gd name="connsiteY1" fmla="*/ 30057 h 3107000"/>
              <a:gd name="connsiteX2" fmla="*/ 1415552 w 2417983"/>
              <a:gd name="connsiteY2" fmla="*/ 455507 h 3107000"/>
              <a:gd name="connsiteX3" fmla="*/ 2010976 w 2417983"/>
              <a:gd name="connsiteY3" fmla="*/ 540567 h 3107000"/>
              <a:gd name="connsiteX4" fmla="*/ 2170464 w 2417983"/>
              <a:gd name="connsiteY4" fmla="*/ 657525 h 3107000"/>
              <a:gd name="connsiteX5" fmla="*/ 2415013 w 2417983"/>
              <a:gd name="connsiteY5" fmla="*/ 2007860 h 3107000"/>
              <a:gd name="connsiteX6" fmla="*/ 1989711 w 2417983"/>
              <a:gd name="connsiteY6" fmla="*/ 2975423 h 3107000"/>
              <a:gd name="connsiteX7" fmla="*/ 1755794 w 2417983"/>
              <a:gd name="connsiteY7" fmla="*/ 3092381 h 3107000"/>
              <a:gd name="connsiteX8" fmla="*/ 628743 w 2417983"/>
              <a:gd name="connsiteY8" fmla="*/ 3092381 h 3107000"/>
              <a:gd name="connsiteX9" fmla="*/ 384194 w 2417983"/>
              <a:gd name="connsiteY9" fmla="*/ 2975423 h 3107000"/>
              <a:gd name="connsiteX10" fmla="*/ 1422 w 2417983"/>
              <a:gd name="connsiteY10" fmla="*/ 1880269 h 3107000"/>
              <a:gd name="connsiteX11" fmla="*/ 256604 w 2417983"/>
              <a:gd name="connsiteY11" fmla="*/ 657525 h 3107000"/>
              <a:gd name="connsiteX12" fmla="*/ 320399 w 2417983"/>
              <a:gd name="connsiteY12" fmla="*/ 572465 h 3107000"/>
              <a:gd name="connsiteX13" fmla="*/ 606001 w 2417983"/>
              <a:gd name="connsiteY13" fmla="*/ 309604 h 3107000"/>
              <a:gd name="connsiteX14" fmla="*/ 1135414 w 2417983"/>
              <a:gd name="connsiteY14" fmla="*/ 152922 h 3107000"/>
              <a:gd name="connsiteX15" fmla="*/ 1196551 w 2417983"/>
              <a:gd name="connsiteY15" fmla="*/ 8939 h 3107000"/>
              <a:gd name="connsiteX0" fmla="*/ 1196551 w 2417983"/>
              <a:gd name="connsiteY0" fmla="*/ 16730 h 3114791"/>
              <a:gd name="connsiteX1" fmla="*/ 1375090 w 2417983"/>
              <a:gd name="connsiteY1" fmla="*/ 18798 h 3114791"/>
              <a:gd name="connsiteX2" fmla="*/ 1415552 w 2417983"/>
              <a:gd name="connsiteY2" fmla="*/ 463298 h 3114791"/>
              <a:gd name="connsiteX3" fmla="*/ 2010976 w 2417983"/>
              <a:gd name="connsiteY3" fmla="*/ 548358 h 3114791"/>
              <a:gd name="connsiteX4" fmla="*/ 2170464 w 2417983"/>
              <a:gd name="connsiteY4" fmla="*/ 665316 h 3114791"/>
              <a:gd name="connsiteX5" fmla="*/ 2415013 w 2417983"/>
              <a:gd name="connsiteY5" fmla="*/ 2015651 h 3114791"/>
              <a:gd name="connsiteX6" fmla="*/ 1989711 w 2417983"/>
              <a:gd name="connsiteY6" fmla="*/ 2983214 h 3114791"/>
              <a:gd name="connsiteX7" fmla="*/ 1755794 w 2417983"/>
              <a:gd name="connsiteY7" fmla="*/ 3100172 h 3114791"/>
              <a:gd name="connsiteX8" fmla="*/ 628743 w 2417983"/>
              <a:gd name="connsiteY8" fmla="*/ 3100172 h 3114791"/>
              <a:gd name="connsiteX9" fmla="*/ 384194 w 2417983"/>
              <a:gd name="connsiteY9" fmla="*/ 2983214 h 3114791"/>
              <a:gd name="connsiteX10" fmla="*/ 1422 w 2417983"/>
              <a:gd name="connsiteY10" fmla="*/ 1888060 h 3114791"/>
              <a:gd name="connsiteX11" fmla="*/ 256604 w 2417983"/>
              <a:gd name="connsiteY11" fmla="*/ 665316 h 3114791"/>
              <a:gd name="connsiteX12" fmla="*/ 320399 w 2417983"/>
              <a:gd name="connsiteY12" fmla="*/ 580256 h 3114791"/>
              <a:gd name="connsiteX13" fmla="*/ 606001 w 2417983"/>
              <a:gd name="connsiteY13" fmla="*/ 317395 h 3114791"/>
              <a:gd name="connsiteX14" fmla="*/ 1135414 w 2417983"/>
              <a:gd name="connsiteY14" fmla="*/ 160713 h 3114791"/>
              <a:gd name="connsiteX15" fmla="*/ 1196551 w 2417983"/>
              <a:gd name="connsiteY15" fmla="*/ 16730 h 3114791"/>
              <a:gd name="connsiteX0" fmla="*/ 1196551 w 2417983"/>
              <a:gd name="connsiteY0" fmla="*/ 25016 h 3123077"/>
              <a:gd name="connsiteX1" fmla="*/ 1375090 w 2417983"/>
              <a:gd name="connsiteY1" fmla="*/ 27084 h 3123077"/>
              <a:gd name="connsiteX2" fmla="*/ 1567952 w 2417983"/>
              <a:gd name="connsiteY2" fmla="*/ 293784 h 3123077"/>
              <a:gd name="connsiteX3" fmla="*/ 2010976 w 2417983"/>
              <a:gd name="connsiteY3" fmla="*/ 556644 h 3123077"/>
              <a:gd name="connsiteX4" fmla="*/ 2170464 w 2417983"/>
              <a:gd name="connsiteY4" fmla="*/ 673602 h 3123077"/>
              <a:gd name="connsiteX5" fmla="*/ 2415013 w 2417983"/>
              <a:gd name="connsiteY5" fmla="*/ 2023937 h 3123077"/>
              <a:gd name="connsiteX6" fmla="*/ 1989711 w 2417983"/>
              <a:gd name="connsiteY6" fmla="*/ 2991500 h 3123077"/>
              <a:gd name="connsiteX7" fmla="*/ 1755794 w 2417983"/>
              <a:gd name="connsiteY7" fmla="*/ 3108458 h 3123077"/>
              <a:gd name="connsiteX8" fmla="*/ 628743 w 2417983"/>
              <a:gd name="connsiteY8" fmla="*/ 3108458 h 3123077"/>
              <a:gd name="connsiteX9" fmla="*/ 384194 w 2417983"/>
              <a:gd name="connsiteY9" fmla="*/ 2991500 h 3123077"/>
              <a:gd name="connsiteX10" fmla="*/ 1422 w 2417983"/>
              <a:gd name="connsiteY10" fmla="*/ 1896346 h 3123077"/>
              <a:gd name="connsiteX11" fmla="*/ 256604 w 2417983"/>
              <a:gd name="connsiteY11" fmla="*/ 673602 h 3123077"/>
              <a:gd name="connsiteX12" fmla="*/ 320399 w 2417983"/>
              <a:gd name="connsiteY12" fmla="*/ 588542 h 3123077"/>
              <a:gd name="connsiteX13" fmla="*/ 606001 w 2417983"/>
              <a:gd name="connsiteY13" fmla="*/ 325681 h 3123077"/>
              <a:gd name="connsiteX14" fmla="*/ 1135414 w 2417983"/>
              <a:gd name="connsiteY14" fmla="*/ 168999 h 3123077"/>
              <a:gd name="connsiteX15" fmla="*/ 1196551 w 2417983"/>
              <a:gd name="connsiteY15" fmla="*/ 25016 h 3123077"/>
              <a:gd name="connsiteX0" fmla="*/ 1196551 w 2417983"/>
              <a:gd name="connsiteY0" fmla="*/ 25016 h 3123077"/>
              <a:gd name="connsiteX1" fmla="*/ 1375090 w 2417983"/>
              <a:gd name="connsiteY1" fmla="*/ 27084 h 3123077"/>
              <a:gd name="connsiteX2" fmla="*/ 1567952 w 2417983"/>
              <a:gd name="connsiteY2" fmla="*/ 293784 h 3123077"/>
              <a:gd name="connsiteX3" fmla="*/ 2010976 w 2417983"/>
              <a:gd name="connsiteY3" fmla="*/ 556644 h 3123077"/>
              <a:gd name="connsiteX4" fmla="*/ 2170464 w 2417983"/>
              <a:gd name="connsiteY4" fmla="*/ 673602 h 3123077"/>
              <a:gd name="connsiteX5" fmla="*/ 2415013 w 2417983"/>
              <a:gd name="connsiteY5" fmla="*/ 2023937 h 3123077"/>
              <a:gd name="connsiteX6" fmla="*/ 1989711 w 2417983"/>
              <a:gd name="connsiteY6" fmla="*/ 2991500 h 3123077"/>
              <a:gd name="connsiteX7" fmla="*/ 1755794 w 2417983"/>
              <a:gd name="connsiteY7" fmla="*/ 3108458 h 3123077"/>
              <a:gd name="connsiteX8" fmla="*/ 628743 w 2417983"/>
              <a:gd name="connsiteY8" fmla="*/ 3108458 h 3123077"/>
              <a:gd name="connsiteX9" fmla="*/ 384194 w 2417983"/>
              <a:gd name="connsiteY9" fmla="*/ 2991500 h 3123077"/>
              <a:gd name="connsiteX10" fmla="*/ 1422 w 2417983"/>
              <a:gd name="connsiteY10" fmla="*/ 1896346 h 3123077"/>
              <a:gd name="connsiteX11" fmla="*/ 256604 w 2417983"/>
              <a:gd name="connsiteY11" fmla="*/ 673602 h 3123077"/>
              <a:gd name="connsiteX12" fmla="*/ 320399 w 2417983"/>
              <a:gd name="connsiteY12" fmla="*/ 588542 h 3123077"/>
              <a:gd name="connsiteX13" fmla="*/ 606001 w 2417983"/>
              <a:gd name="connsiteY13" fmla="*/ 325681 h 3123077"/>
              <a:gd name="connsiteX14" fmla="*/ 1135414 w 2417983"/>
              <a:gd name="connsiteY14" fmla="*/ 168999 h 3123077"/>
              <a:gd name="connsiteX15" fmla="*/ 1196551 w 2417983"/>
              <a:gd name="connsiteY15" fmla="*/ 25016 h 3123077"/>
              <a:gd name="connsiteX0" fmla="*/ 1196551 w 2417983"/>
              <a:gd name="connsiteY0" fmla="*/ 14224 h 3112285"/>
              <a:gd name="connsiteX1" fmla="*/ 1375090 w 2417983"/>
              <a:gd name="connsiteY1" fmla="*/ 16292 h 3112285"/>
              <a:gd name="connsiteX2" fmla="*/ 1447302 w 2417983"/>
              <a:gd name="connsiteY2" fmla="*/ 111542 h 3112285"/>
              <a:gd name="connsiteX3" fmla="*/ 2010976 w 2417983"/>
              <a:gd name="connsiteY3" fmla="*/ 545852 h 3112285"/>
              <a:gd name="connsiteX4" fmla="*/ 2170464 w 2417983"/>
              <a:gd name="connsiteY4" fmla="*/ 662810 h 3112285"/>
              <a:gd name="connsiteX5" fmla="*/ 2415013 w 2417983"/>
              <a:gd name="connsiteY5" fmla="*/ 2013145 h 3112285"/>
              <a:gd name="connsiteX6" fmla="*/ 1989711 w 2417983"/>
              <a:gd name="connsiteY6" fmla="*/ 2980708 h 3112285"/>
              <a:gd name="connsiteX7" fmla="*/ 1755794 w 2417983"/>
              <a:gd name="connsiteY7" fmla="*/ 3097666 h 3112285"/>
              <a:gd name="connsiteX8" fmla="*/ 628743 w 2417983"/>
              <a:gd name="connsiteY8" fmla="*/ 3097666 h 3112285"/>
              <a:gd name="connsiteX9" fmla="*/ 384194 w 2417983"/>
              <a:gd name="connsiteY9" fmla="*/ 2980708 h 3112285"/>
              <a:gd name="connsiteX10" fmla="*/ 1422 w 2417983"/>
              <a:gd name="connsiteY10" fmla="*/ 1885554 h 3112285"/>
              <a:gd name="connsiteX11" fmla="*/ 256604 w 2417983"/>
              <a:gd name="connsiteY11" fmla="*/ 662810 h 3112285"/>
              <a:gd name="connsiteX12" fmla="*/ 320399 w 2417983"/>
              <a:gd name="connsiteY12" fmla="*/ 577750 h 3112285"/>
              <a:gd name="connsiteX13" fmla="*/ 606001 w 2417983"/>
              <a:gd name="connsiteY13" fmla="*/ 314889 h 3112285"/>
              <a:gd name="connsiteX14" fmla="*/ 1135414 w 2417983"/>
              <a:gd name="connsiteY14" fmla="*/ 158207 h 3112285"/>
              <a:gd name="connsiteX15" fmla="*/ 1196551 w 2417983"/>
              <a:gd name="connsiteY15" fmla="*/ 14224 h 3112285"/>
              <a:gd name="connsiteX0" fmla="*/ 1196551 w 2417983"/>
              <a:gd name="connsiteY0" fmla="*/ 17111 h 3115172"/>
              <a:gd name="connsiteX1" fmla="*/ 1375090 w 2417983"/>
              <a:gd name="connsiteY1" fmla="*/ 19179 h 3115172"/>
              <a:gd name="connsiteX2" fmla="*/ 1517152 w 2417983"/>
              <a:gd name="connsiteY2" fmla="*/ 165229 h 3115172"/>
              <a:gd name="connsiteX3" fmla="*/ 2010976 w 2417983"/>
              <a:gd name="connsiteY3" fmla="*/ 548739 h 3115172"/>
              <a:gd name="connsiteX4" fmla="*/ 2170464 w 2417983"/>
              <a:gd name="connsiteY4" fmla="*/ 665697 h 3115172"/>
              <a:gd name="connsiteX5" fmla="*/ 2415013 w 2417983"/>
              <a:gd name="connsiteY5" fmla="*/ 2016032 h 3115172"/>
              <a:gd name="connsiteX6" fmla="*/ 1989711 w 2417983"/>
              <a:gd name="connsiteY6" fmla="*/ 2983595 h 3115172"/>
              <a:gd name="connsiteX7" fmla="*/ 1755794 w 2417983"/>
              <a:gd name="connsiteY7" fmla="*/ 3100553 h 3115172"/>
              <a:gd name="connsiteX8" fmla="*/ 628743 w 2417983"/>
              <a:gd name="connsiteY8" fmla="*/ 3100553 h 3115172"/>
              <a:gd name="connsiteX9" fmla="*/ 384194 w 2417983"/>
              <a:gd name="connsiteY9" fmla="*/ 2983595 h 3115172"/>
              <a:gd name="connsiteX10" fmla="*/ 1422 w 2417983"/>
              <a:gd name="connsiteY10" fmla="*/ 1888441 h 3115172"/>
              <a:gd name="connsiteX11" fmla="*/ 256604 w 2417983"/>
              <a:gd name="connsiteY11" fmla="*/ 665697 h 3115172"/>
              <a:gd name="connsiteX12" fmla="*/ 320399 w 2417983"/>
              <a:gd name="connsiteY12" fmla="*/ 580637 h 3115172"/>
              <a:gd name="connsiteX13" fmla="*/ 606001 w 2417983"/>
              <a:gd name="connsiteY13" fmla="*/ 317776 h 3115172"/>
              <a:gd name="connsiteX14" fmla="*/ 1135414 w 2417983"/>
              <a:gd name="connsiteY14" fmla="*/ 161094 h 3115172"/>
              <a:gd name="connsiteX15" fmla="*/ 1196551 w 2417983"/>
              <a:gd name="connsiteY15" fmla="*/ 17111 h 3115172"/>
              <a:gd name="connsiteX0" fmla="*/ 1196551 w 2417983"/>
              <a:gd name="connsiteY0" fmla="*/ 16731 h 3114792"/>
              <a:gd name="connsiteX1" fmla="*/ 1375090 w 2417983"/>
              <a:gd name="connsiteY1" fmla="*/ 18799 h 3114792"/>
              <a:gd name="connsiteX2" fmla="*/ 1453652 w 2417983"/>
              <a:gd name="connsiteY2" fmla="*/ 158499 h 3114792"/>
              <a:gd name="connsiteX3" fmla="*/ 2010976 w 2417983"/>
              <a:gd name="connsiteY3" fmla="*/ 548359 h 3114792"/>
              <a:gd name="connsiteX4" fmla="*/ 2170464 w 2417983"/>
              <a:gd name="connsiteY4" fmla="*/ 665317 h 3114792"/>
              <a:gd name="connsiteX5" fmla="*/ 2415013 w 2417983"/>
              <a:gd name="connsiteY5" fmla="*/ 2015652 h 3114792"/>
              <a:gd name="connsiteX6" fmla="*/ 1989711 w 2417983"/>
              <a:gd name="connsiteY6" fmla="*/ 2983215 h 3114792"/>
              <a:gd name="connsiteX7" fmla="*/ 1755794 w 2417983"/>
              <a:gd name="connsiteY7" fmla="*/ 3100173 h 3114792"/>
              <a:gd name="connsiteX8" fmla="*/ 628743 w 2417983"/>
              <a:gd name="connsiteY8" fmla="*/ 3100173 h 3114792"/>
              <a:gd name="connsiteX9" fmla="*/ 384194 w 2417983"/>
              <a:gd name="connsiteY9" fmla="*/ 2983215 h 3114792"/>
              <a:gd name="connsiteX10" fmla="*/ 1422 w 2417983"/>
              <a:gd name="connsiteY10" fmla="*/ 1888061 h 3114792"/>
              <a:gd name="connsiteX11" fmla="*/ 256604 w 2417983"/>
              <a:gd name="connsiteY11" fmla="*/ 665317 h 3114792"/>
              <a:gd name="connsiteX12" fmla="*/ 320399 w 2417983"/>
              <a:gd name="connsiteY12" fmla="*/ 580257 h 3114792"/>
              <a:gd name="connsiteX13" fmla="*/ 606001 w 2417983"/>
              <a:gd name="connsiteY13" fmla="*/ 317396 h 3114792"/>
              <a:gd name="connsiteX14" fmla="*/ 1135414 w 2417983"/>
              <a:gd name="connsiteY14" fmla="*/ 160714 h 3114792"/>
              <a:gd name="connsiteX15" fmla="*/ 1196551 w 2417983"/>
              <a:gd name="connsiteY15" fmla="*/ 16731 h 3114792"/>
              <a:gd name="connsiteX0" fmla="*/ 1196551 w 2417983"/>
              <a:gd name="connsiteY0" fmla="*/ 16731 h 3114792"/>
              <a:gd name="connsiteX1" fmla="*/ 1375090 w 2417983"/>
              <a:gd name="connsiteY1" fmla="*/ 18799 h 3114792"/>
              <a:gd name="connsiteX2" fmla="*/ 1453652 w 2417983"/>
              <a:gd name="connsiteY2" fmla="*/ 158499 h 3114792"/>
              <a:gd name="connsiteX3" fmla="*/ 2010976 w 2417983"/>
              <a:gd name="connsiteY3" fmla="*/ 548359 h 3114792"/>
              <a:gd name="connsiteX4" fmla="*/ 2170464 w 2417983"/>
              <a:gd name="connsiteY4" fmla="*/ 665317 h 3114792"/>
              <a:gd name="connsiteX5" fmla="*/ 2415013 w 2417983"/>
              <a:gd name="connsiteY5" fmla="*/ 2015652 h 3114792"/>
              <a:gd name="connsiteX6" fmla="*/ 1989711 w 2417983"/>
              <a:gd name="connsiteY6" fmla="*/ 2983215 h 3114792"/>
              <a:gd name="connsiteX7" fmla="*/ 1755794 w 2417983"/>
              <a:gd name="connsiteY7" fmla="*/ 3100173 h 3114792"/>
              <a:gd name="connsiteX8" fmla="*/ 628743 w 2417983"/>
              <a:gd name="connsiteY8" fmla="*/ 3100173 h 3114792"/>
              <a:gd name="connsiteX9" fmla="*/ 384194 w 2417983"/>
              <a:gd name="connsiteY9" fmla="*/ 2983215 h 3114792"/>
              <a:gd name="connsiteX10" fmla="*/ 1422 w 2417983"/>
              <a:gd name="connsiteY10" fmla="*/ 1888061 h 3114792"/>
              <a:gd name="connsiteX11" fmla="*/ 256604 w 2417983"/>
              <a:gd name="connsiteY11" fmla="*/ 665317 h 3114792"/>
              <a:gd name="connsiteX12" fmla="*/ 320399 w 2417983"/>
              <a:gd name="connsiteY12" fmla="*/ 580257 h 3114792"/>
              <a:gd name="connsiteX13" fmla="*/ 606001 w 2417983"/>
              <a:gd name="connsiteY13" fmla="*/ 317396 h 3114792"/>
              <a:gd name="connsiteX14" fmla="*/ 1135414 w 2417983"/>
              <a:gd name="connsiteY14" fmla="*/ 160714 h 3114792"/>
              <a:gd name="connsiteX15" fmla="*/ 1196551 w 2417983"/>
              <a:gd name="connsiteY15" fmla="*/ 16731 h 3114792"/>
              <a:gd name="connsiteX0" fmla="*/ 1196551 w 2418137"/>
              <a:gd name="connsiteY0" fmla="*/ 16731 h 3114792"/>
              <a:gd name="connsiteX1" fmla="*/ 1375090 w 2418137"/>
              <a:gd name="connsiteY1" fmla="*/ 18799 h 3114792"/>
              <a:gd name="connsiteX2" fmla="*/ 1453652 w 2418137"/>
              <a:gd name="connsiteY2" fmla="*/ 158499 h 3114792"/>
              <a:gd name="connsiteX3" fmla="*/ 1941126 w 2418137"/>
              <a:gd name="connsiteY3" fmla="*/ 345159 h 3114792"/>
              <a:gd name="connsiteX4" fmla="*/ 2170464 w 2418137"/>
              <a:gd name="connsiteY4" fmla="*/ 665317 h 3114792"/>
              <a:gd name="connsiteX5" fmla="*/ 2415013 w 2418137"/>
              <a:gd name="connsiteY5" fmla="*/ 2015652 h 3114792"/>
              <a:gd name="connsiteX6" fmla="*/ 1989711 w 2418137"/>
              <a:gd name="connsiteY6" fmla="*/ 2983215 h 3114792"/>
              <a:gd name="connsiteX7" fmla="*/ 1755794 w 2418137"/>
              <a:gd name="connsiteY7" fmla="*/ 3100173 h 3114792"/>
              <a:gd name="connsiteX8" fmla="*/ 628743 w 2418137"/>
              <a:gd name="connsiteY8" fmla="*/ 3100173 h 3114792"/>
              <a:gd name="connsiteX9" fmla="*/ 384194 w 2418137"/>
              <a:gd name="connsiteY9" fmla="*/ 2983215 h 3114792"/>
              <a:gd name="connsiteX10" fmla="*/ 1422 w 2418137"/>
              <a:gd name="connsiteY10" fmla="*/ 1888061 h 3114792"/>
              <a:gd name="connsiteX11" fmla="*/ 256604 w 2418137"/>
              <a:gd name="connsiteY11" fmla="*/ 665317 h 3114792"/>
              <a:gd name="connsiteX12" fmla="*/ 320399 w 2418137"/>
              <a:gd name="connsiteY12" fmla="*/ 580257 h 3114792"/>
              <a:gd name="connsiteX13" fmla="*/ 606001 w 2418137"/>
              <a:gd name="connsiteY13" fmla="*/ 317396 h 3114792"/>
              <a:gd name="connsiteX14" fmla="*/ 1135414 w 2418137"/>
              <a:gd name="connsiteY14" fmla="*/ 160714 h 3114792"/>
              <a:gd name="connsiteX15" fmla="*/ 1196551 w 2418137"/>
              <a:gd name="connsiteY15" fmla="*/ 16731 h 3114792"/>
              <a:gd name="connsiteX0" fmla="*/ 1196551 w 2418137"/>
              <a:gd name="connsiteY0" fmla="*/ 16731 h 3114792"/>
              <a:gd name="connsiteX1" fmla="*/ 1375090 w 2418137"/>
              <a:gd name="connsiteY1" fmla="*/ 18799 h 3114792"/>
              <a:gd name="connsiteX2" fmla="*/ 1453652 w 2418137"/>
              <a:gd name="connsiteY2" fmla="*/ 158499 h 3114792"/>
              <a:gd name="connsiteX3" fmla="*/ 1941126 w 2418137"/>
              <a:gd name="connsiteY3" fmla="*/ 345159 h 3114792"/>
              <a:gd name="connsiteX4" fmla="*/ 2170464 w 2418137"/>
              <a:gd name="connsiteY4" fmla="*/ 665317 h 3114792"/>
              <a:gd name="connsiteX5" fmla="*/ 2415013 w 2418137"/>
              <a:gd name="connsiteY5" fmla="*/ 2015652 h 3114792"/>
              <a:gd name="connsiteX6" fmla="*/ 1989711 w 2418137"/>
              <a:gd name="connsiteY6" fmla="*/ 2983215 h 3114792"/>
              <a:gd name="connsiteX7" fmla="*/ 1755794 w 2418137"/>
              <a:gd name="connsiteY7" fmla="*/ 3100173 h 3114792"/>
              <a:gd name="connsiteX8" fmla="*/ 628743 w 2418137"/>
              <a:gd name="connsiteY8" fmla="*/ 3100173 h 3114792"/>
              <a:gd name="connsiteX9" fmla="*/ 384194 w 2418137"/>
              <a:gd name="connsiteY9" fmla="*/ 2983215 h 3114792"/>
              <a:gd name="connsiteX10" fmla="*/ 1422 w 2418137"/>
              <a:gd name="connsiteY10" fmla="*/ 1888061 h 3114792"/>
              <a:gd name="connsiteX11" fmla="*/ 256604 w 2418137"/>
              <a:gd name="connsiteY11" fmla="*/ 665317 h 3114792"/>
              <a:gd name="connsiteX12" fmla="*/ 320399 w 2418137"/>
              <a:gd name="connsiteY12" fmla="*/ 580257 h 3114792"/>
              <a:gd name="connsiteX13" fmla="*/ 606001 w 2418137"/>
              <a:gd name="connsiteY13" fmla="*/ 317396 h 3114792"/>
              <a:gd name="connsiteX14" fmla="*/ 1135414 w 2418137"/>
              <a:gd name="connsiteY14" fmla="*/ 160714 h 3114792"/>
              <a:gd name="connsiteX15" fmla="*/ 1196551 w 2418137"/>
              <a:gd name="connsiteY15" fmla="*/ 16731 h 3114792"/>
              <a:gd name="connsiteX0" fmla="*/ 1196564 w 2418150"/>
              <a:gd name="connsiteY0" fmla="*/ 16731 h 3114792"/>
              <a:gd name="connsiteX1" fmla="*/ 1375103 w 2418150"/>
              <a:gd name="connsiteY1" fmla="*/ 18799 h 3114792"/>
              <a:gd name="connsiteX2" fmla="*/ 1453665 w 2418150"/>
              <a:gd name="connsiteY2" fmla="*/ 158499 h 3114792"/>
              <a:gd name="connsiteX3" fmla="*/ 1941139 w 2418150"/>
              <a:gd name="connsiteY3" fmla="*/ 345159 h 3114792"/>
              <a:gd name="connsiteX4" fmla="*/ 2170477 w 2418150"/>
              <a:gd name="connsiteY4" fmla="*/ 665317 h 3114792"/>
              <a:gd name="connsiteX5" fmla="*/ 2415026 w 2418150"/>
              <a:gd name="connsiteY5" fmla="*/ 2015652 h 3114792"/>
              <a:gd name="connsiteX6" fmla="*/ 1989724 w 2418150"/>
              <a:gd name="connsiteY6" fmla="*/ 2983215 h 3114792"/>
              <a:gd name="connsiteX7" fmla="*/ 1755807 w 2418150"/>
              <a:gd name="connsiteY7" fmla="*/ 3100173 h 3114792"/>
              <a:gd name="connsiteX8" fmla="*/ 628756 w 2418150"/>
              <a:gd name="connsiteY8" fmla="*/ 3100173 h 3114792"/>
              <a:gd name="connsiteX9" fmla="*/ 384207 w 2418150"/>
              <a:gd name="connsiteY9" fmla="*/ 2983215 h 3114792"/>
              <a:gd name="connsiteX10" fmla="*/ 1435 w 2418150"/>
              <a:gd name="connsiteY10" fmla="*/ 1888061 h 3114792"/>
              <a:gd name="connsiteX11" fmla="*/ 256617 w 2418150"/>
              <a:gd name="connsiteY11" fmla="*/ 665317 h 3114792"/>
              <a:gd name="connsiteX12" fmla="*/ 333112 w 2418150"/>
              <a:gd name="connsiteY12" fmla="*/ 516757 h 3114792"/>
              <a:gd name="connsiteX13" fmla="*/ 606014 w 2418150"/>
              <a:gd name="connsiteY13" fmla="*/ 317396 h 3114792"/>
              <a:gd name="connsiteX14" fmla="*/ 1135427 w 2418150"/>
              <a:gd name="connsiteY14" fmla="*/ 160714 h 3114792"/>
              <a:gd name="connsiteX15" fmla="*/ 1196564 w 2418150"/>
              <a:gd name="connsiteY15" fmla="*/ 16731 h 3114792"/>
              <a:gd name="connsiteX0" fmla="*/ 1196933 w 2418519"/>
              <a:gd name="connsiteY0" fmla="*/ 16731 h 3114792"/>
              <a:gd name="connsiteX1" fmla="*/ 1375472 w 2418519"/>
              <a:gd name="connsiteY1" fmla="*/ 18799 h 3114792"/>
              <a:gd name="connsiteX2" fmla="*/ 1454034 w 2418519"/>
              <a:gd name="connsiteY2" fmla="*/ 158499 h 3114792"/>
              <a:gd name="connsiteX3" fmla="*/ 1941508 w 2418519"/>
              <a:gd name="connsiteY3" fmla="*/ 345159 h 3114792"/>
              <a:gd name="connsiteX4" fmla="*/ 2170846 w 2418519"/>
              <a:gd name="connsiteY4" fmla="*/ 665317 h 3114792"/>
              <a:gd name="connsiteX5" fmla="*/ 2415395 w 2418519"/>
              <a:gd name="connsiteY5" fmla="*/ 2015652 h 3114792"/>
              <a:gd name="connsiteX6" fmla="*/ 1990093 w 2418519"/>
              <a:gd name="connsiteY6" fmla="*/ 2983215 h 3114792"/>
              <a:gd name="connsiteX7" fmla="*/ 1756176 w 2418519"/>
              <a:gd name="connsiteY7" fmla="*/ 3100173 h 3114792"/>
              <a:gd name="connsiteX8" fmla="*/ 629125 w 2418519"/>
              <a:gd name="connsiteY8" fmla="*/ 3100173 h 3114792"/>
              <a:gd name="connsiteX9" fmla="*/ 384576 w 2418519"/>
              <a:gd name="connsiteY9" fmla="*/ 2983215 h 3114792"/>
              <a:gd name="connsiteX10" fmla="*/ 1804 w 2418519"/>
              <a:gd name="connsiteY10" fmla="*/ 1888061 h 3114792"/>
              <a:gd name="connsiteX11" fmla="*/ 244286 w 2418519"/>
              <a:gd name="connsiteY11" fmla="*/ 671667 h 3114792"/>
              <a:gd name="connsiteX12" fmla="*/ 333481 w 2418519"/>
              <a:gd name="connsiteY12" fmla="*/ 516757 h 3114792"/>
              <a:gd name="connsiteX13" fmla="*/ 606383 w 2418519"/>
              <a:gd name="connsiteY13" fmla="*/ 317396 h 3114792"/>
              <a:gd name="connsiteX14" fmla="*/ 1135796 w 2418519"/>
              <a:gd name="connsiteY14" fmla="*/ 160714 h 3114792"/>
              <a:gd name="connsiteX15" fmla="*/ 1196933 w 2418519"/>
              <a:gd name="connsiteY15" fmla="*/ 16731 h 3114792"/>
              <a:gd name="connsiteX0" fmla="*/ 1196933 w 2418519"/>
              <a:gd name="connsiteY0" fmla="*/ 16731 h 3114792"/>
              <a:gd name="connsiteX1" fmla="*/ 1375472 w 2418519"/>
              <a:gd name="connsiteY1" fmla="*/ 18799 h 3114792"/>
              <a:gd name="connsiteX2" fmla="*/ 1454034 w 2418519"/>
              <a:gd name="connsiteY2" fmla="*/ 158499 h 3114792"/>
              <a:gd name="connsiteX3" fmla="*/ 1941508 w 2418519"/>
              <a:gd name="connsiteY3" fmla="*/ 345159 h 3114792"/>
              <a:gd name="connsiteX4" fmla="*/ 2170846 w 2418519"/>
              <a:gd name="connsiteY4" fmla="*/ 665317 h 3114792"/>
              <a:gd name="connsiteX5" fmla="*/ 2415395 w 2418519"/>
              <a:gd name="connsiteY5" fmla="*/ 2015652 h 3114792"/>
              <a:gd name="connsiteX6" fmla="*/ 1990093 w 2418519"/>
              <a:gd name="connsiteY6" fmla="*/ 2983215 h 3114792"/>
              <a:gd name="connsiteX7" fmla="*/ 1756176 w 2418519"/>
              <a:gd name="connsiteY7" fmla="*/ 3100173 h 3114792"/>
              <a:gd name="connsiteX8" fmla="*/ 629125 w 2418519"/>
              <a:gd name="connsiteY8" fmla="*/ 3100173 h 3114792"/>
              <a:gd name="connsiteX9" fmla="*/ 384576 w 2418519"/>
              <a:gd name="connsiteY9" fmla="*/ 2983215 h 3114792"/>
              <a:gd name="connsiteX10" fmla="*/ 1804 w 2418519"/>
              <a:gd name="connsiteY10" fmla="*/ 1888061 h 3114792"/>
              <a:gd name="connsiteX11" fmla="*/ 244286 w 2418519"/>
              <a:gd name="connsiteY11" fmla="*/ 671667 h 3114792"/>
              <a:gd name="connsiteX12" fmla="*/ 333481 w 2418519"/>
              <a:gd name="connsiteY12" fmla="*/ 459607 h 3114792"/>
              <a:gd name="connsiteX13" fmla="*/ 606383 w 2418519"/>
              <a:gd name="connsiteY13" fmla="*/ 317396 h 3114792"/>
              <a:gd name="connsiteX14" fmla="*/ 1135796 w 2418519"/>
              <a:gd name="connsiteY14" fmla="*/ 160714 h 3114792"/>
              <a:gd name="connsiteX15" fmla="*/ 1196933 w 2418519"/>
              <a:gd name="connsiteY15" fmla="*/ 16731 h 3114792"/>
              <a:gd name="connsiteX0" fmla="*/ 1196933 w 2422551"/>
              <a:gd name="connsiteY0" fmla="*/ 16731 h 3114792"/>
              <a:gd name="connsiteX1" fmla="*/ 1375472 w 2422551"/>
              <a:gd name="connsiteY1" fmla="*/ 18799 h 3114792"/>
              <a:gd name="connsiteX2" fmla="*/ 1454034 w 2422551"/>
              <a:gd name="connsiteY2" fmla="*/ 158499 h 3114792"/>
              <a:gd name="connsiteX3" fmla="*/ 1941508 w 2422551"/>
              <a:gd name="connsiteY3" fmla="*/ 345159 h 3114792"/>
              <a:gd name="connsiteX4" fmla="*/ 2234346 w 2422551"/>
              <a:gd name="connsiteY4" fmla="*/ 716117 h 3114792"/>
              <a:gd name="connsiteX5" fmla="*/ 2415395 w 2422551"/>
              <a:gd name="connsiteY5" fmla="*/ 2015652 h 3114792"/>
              <a:gd name="connsiteX6" fmla="*/ 1990093 w 2422551"/>
              <a:gd name="connsiteY6" fmla="*/ 2983215 h 3114792"/>
              <a:gd name="connsiteX7" fmla="*/ 1756176 w 2422551"/>
              <a:gd name="connsiteY7" fmla="*/ 3100173 h 3114792"/>
              <a:gd name="connsiteX8" fmla="*/ 629125 w 2422551"/>
              <a:gd name="connsiteY8" fmla="*/ 3100173 h 3114792"/>
              <a:gd name="connsiteX9" fmla="*/ 384576 w 2422551"/>
              <a:gd name="connsiteY9" fmla="*/ 2983215 h 3114792"/>
              <a:gd name="connsiteX10" fmla="*/ 1804 w 2422551"/>
              <a:gd name="connsiteY10" fmla="*/ 1888061 h 3114792"/>
              <a:gd name="connsiteX11" fmla="*/ 244286 w 2422551"/>
              <a:gd name="connsiteY11" fmla="*/ 671667 h 3114792"/>
              <a:gd name="connsiteX12" fmla="*/ 333481 w 2422551"/>
              <a:gd name="connsiteY12" fmla="*/ 459607 h 3114792"/>
              <a:gd name="connsiteX13" fmla="*/ 606383 w 2422551"/>
              <a:gd name="connsiteY13" fmla="*/ 317396 h 3114792"/>
              <a:gd name="connsiteX14" fmla="*/ 1135796 w 2422551"/>
              <a:gd name="connsiteY14" fmla="*/ 160714 h 3114792"/>
              <a:gd name="connsiteX15" fmla="*/ 1196933 w 2422551"/>
              <a:gd name="connsiteY15" fmla="*/ 16731 h 3114792"/>
              <a:gd name="connsiteX0" fmla="*/ 1071499 w 2297117"/>
              <a:gd name="connsiteY0" fmla="*/ 16731 h 3129323"/>
              <a:gd name="connsiteX1" fmla="*/ 1250038 w 2297117"/>
              <a:gd name="connsiteY1" fmla="*/ 18799 h 3129323"/>
              <a:gd name="connsiteX2" fmla="*/ 1328600 w 2297117"/>
              <a:gd name="connsiteY2" fmla="*/ 158499 h 3129323"/>
              <a:gd name="connsiteX3" fmla="*/ 1816074 w 2297117"/>
              <a:gd name="connsiteY3" fmla="*/ 345159 h 3129323"/>
              <a:gd name="connsiteX4" fmla="*/ 2108912 w 2297117"/>
              <a:gd name="connsiteY4" fmla="*/ 716117 h 3129323"/>
              <a:gd name="connsiteX5" fmla="*/ 2289961 w 2297117"/>
              <a:gd name="connsiteY5" fmla="*/ 2015652 h 3129323"/>
              <a:gd name="connsiteX6" fmla="*/ 1864659 w 2297117"/>
              <a:gd name="connsiteY6" fmla="*/ 2983215 h 3129323"/>
              <a:gd name="connsiteX7" fmla="*/ 1630742 w 2297117"/>
              <a:gd name="connsiteY7" fmla="*/ 3100173 h 3129323"/>
              <a:gd name="connsiteX8" fmla="*/ 503691 w 2297117"/>
              <a:gd name="connsiteY8" fmla="*/ 3100173 h 3129323"/>
              <a:gd name="connsiteX9" fmla="*/ 259142 w 2297117"/>
              <a:gd name="connsiteY9" fmla="*/ 2983215 h 3129323"/>
              <a:gd name="connsiteX10" fmla="*/ 3370 w 2297117"/>
              <a:gd name="connsiteY10" fmla="*/ 1589611 h 3129323"/>
              <a:gd name="connsiteX11" fmla="*/ 118852 w 2297117"/>
              <a:gd name="connsiteY11" fmla="*/ 671667 h 3129323"/>
              <a:gd name="connsiteX12" fmla="*/ 208047 w 2297117"/>
              <a:gd name="connsiteY12" fmla="*/ 459607 h 3129323"/>
              <a:gd name="connsiteX13" fmla="*/ 480949 w 2297117"/>
              <a:gd name="connsiteY13" fmla="*/ 317396 h 3129323"/>
              <a:gd name="connsiteX14" fmla="*/ 1010362 w 2297117"/>
              <a:gd name="connsiteY14" fmla="*/ 160714 h 3129323"/>
              <a:gd name="connsiteX15" fmla="*/ 1071499 w 2297117"/>
              <a:gd name="connsiteY15" fmla="*/ 16731 h 3129323"/>
              <a:gd name="connsiteX0" fmla="*/ 1068370 w 2293988"/>
              <a:gd name="connsiteY0" fmla="*/ 16731 h 3128838"/>
              <a:gd name="connsiteX1" fmla="*/ 1246909 w 2293988"/>
              <a:gd name="connsiteY1" fmla="*/ 18799 h 3128838"/>
              <a:gd name="connsiteX2" fmla="*/ 1325471 w 2293988"/>
              <a:gd name="connsiteY2" fmla="*/ 158499 h 3128838"/>
              <a:gd name="connsiteX3" fmla="*/ 1812945 w 2293988"/>
              <a:gd name="connsiteY3" fmla="*/ 345159 h 3128838"/>
              <a:gd name="connsiteX4" fmla="*/ 2105783 w 2293988"/>
              <a:gd name="connsiteY4" fmla="*/ 716117 h 3128838"/>
              <a:gd name="connsiteX5" fmla="*/ 2286832 w 2293988"/>
              <a:gd name="connsiteY5" fmla="*/ 2015652 h 3128838"/>
              <a:gd name="connsiteX6" fmla="*/ 1861530 w 2293988"/>
              <a:gd name="connsiteY6" fmla="*/ 2983215 h 3128838"/>
              <a:gd name="connsiteX7" fmla="*/ 1627613 w 2293988"/>
              <a:gd name="connsiteY7" fmla="*/ 3100173 h 3128838"/>
              <a:gd name="connsiteX8" fmla="*/ 500562 w 2293988"/>
              <a:gd name="connsiteY8" fmla="*/ 3100173 h 3128838"/>
              <a:gd name="connsiteX9" fmla="*/ 148063 w 2293988"/>
              <a:gd name="connsiteY9" fmla="*/ 2780015 h 3128838"/>
              <a:gd name="connsiteX10" fmla="*/ 241 w 2293988"/>
              <a:gd name="connsiteY10" fmla="*/ 1589611 h 3128838"/>
              <a:gd name="connsiteX11" fmla="*/ 115723 w 2293988"/>
              <a:gd name="connsiteY11" fmla="*/ 671667 h 3128838"/>
              <a:gd name="connsiteX12" fmla="*/ 204918 w 2293988"/>
              <a:gd name="connsiteY12" fmla="*/ 459607 h 3128838"/>
              <a:gd name="connsiteX13" fmla="*/ 477820 w 2293988"/>
              <a:gd name="connsiteY13" fmla="*/ 317396 h 3128838"/>
              <a:gd name="connsiteX14" fmla="*/ 1007233 w 2293988"/>
              <a:gd name="connsiteY14" fmla="*/ 160714 h 3128838"/>
              <a:gd name="connsiteX15" fmla="*/ 1068370 w 2293988"/>
              <a:gd name="connsiteY15" fmla="*/ 16731 h 3128838"/>
              <a:gd name="connsiteX0" fmla="*/ 1068370 w 2293988"/>
              <a:gd name="connsiteY0" fmla="*/ 16731 h 3141981"/>
              <a:gd name="connsiteX1" fmla="*/ 1246909 w 2293988"/>
              <a:gd name="connsiteY1" fmla="*/ 18799 h 3141981"/>
              <a:gd name="connsiteX2" fmla="*/ 1325471 w 2293988"/>
              <a:gd name="connsiteY2" fmla="*/ 158499 h 3141981"/>
              <a:gd name="connsiteX3" fmla="*/ 1812945 w 2293988"/>
              <a:gd name="connsiteY3" fmla="*/ 345159 h 3141981"/>
              <a:gd name="connsiteX4" fmla="*/ 2105783 w 2293988"/>
              <a:gd name="connsiteY4" fmla="*/ 716117 h 3141981"/>
              <a:gd name="connsiteX5" fmla="*/ 2286832 w 2293988"/>
              <a:gd name="connsiteY5" fmla="*/ 2015652 h 3141981"/>
              <a:gd name="connsiteX6" fmla="*/ 1861530 w 2293988"/>
              <a:gd name="connsiteY6" fmla="*/ 2983215 h 3141981"/>
              <a:gd name="connsiteX7" fmla="*/ 1621263 w 2293988"/>
              <a:gd name="connsiteY7" fmla="*/ 3125573 h 3141981"/>
              <a:gd name="connsiteX8" fmla="*/ 500562 w 2293988"/>
              <a:gd name="connsiteY8" fmla="*/ 3100173 h 3141981"/>
              <a:gd name="connsiteX9" fmla="*/ 148063 w 2293988"/>
              <a:gd name="connsiteY9" fmla="*/ 2780015 h 3141981"/>
              <a:gd name="connsiteX10" fmla="*/ 241 w 2293988"/>
              <a:gd name="connsiteY10" fmla="*/ 1589611 h 3141981"/>
              <a:gd name="connsiteX11" fmla="*/ 115723 w 2293988"/>
              <a:gd name="connsiteY11" fmla="*/ 671667 h 3141981"/>
              <a:gd name="connsiteX12" fmla="*/ 204918 w 2293988"/>
              <a:gd name="connsiteY12" fmla="*/ 459607 h 3141981"/>
              <a:gd name="connsiteX13" fmla="*/ 477820 w 2293988"/>
              <a:gd name="connsiteY13" fmla="*/ 317396 h 3141981"/>
              <a:gd name="connsiteX14" fmla="*/ 1007233 w 2293988"/>
              <a:gd name="connsiteY14" fmla="*/ 160714 h 3141981"/>
              <a:gd name="connsiteX15" fmla="*/ 1068370 w 2293988"/>
              <a:gd name="connsiteY15" fmla="*/ 16731 h 3141981"/>
              <a:gd name="connsiteX0" fmla="*/ 1068370 w 2293402"/>
              <a:gd name="connsiteY0" fmla="*/ 16731 h 3144577"/>
              <a:gd name="connsiteX1" fmla="*/ 1246909 w 2293402"/>
              <a:gd name="connsiteY1" fmla="*/ 18799 h 3144577"/>
              <a:gd name="connsiteX2" fmla="*/ 1325471 w 2293402"/>
              <a:gd name="connsiteY2" fmla="*/ 158499 h 3144577"/>
              <a:gd name="connsiteX3" fmla="*/ 1812945 w 2293402"/>
              <a:gd name="connsiteY3" fmla="*/ 345159 h 3144577"/>
              <a:gd name="connsiteX4" fmla="*/ 2105783 w 2293402"/>
              <a:gd name="connsiteY4" fmla="*/ 716117 h 3144577"/>
              <a:gd name="connsiteX5" fmla="*/ 2286832 w 2293402"/>
              <a:gd name="connsiteY5" fmla="*/ 2015652 h 3144577"/>
              <a:gd name="connsiteX6" fmla="*/ 1874230 w 2293402"/>
              <a:gd name="connsiteY6" fmla="*/ 2945115 h 3144577"/>
              <a:gd name="connsiteX7" fmla="*/ 1621263 w 2293402"/>
              <a:gd name="connsiteY7" fmla="*/ 3125573 h 3144577"/>
              <a:gd name="connsiteX8" fmla="*/ 500562 w 2293402"/>
              <a:gd name="connsiteY8" fmla="*/ 3100173 h 3144577"/>
              <a:gd name="connsiteX9" fmla="*/ 148063 w 2293402"/>
              <a:gd name="connsiteY9" fmla="*/ 2780015 h 3144577"/>
              <a:gd name="connsiteX10" fmla="*/ 241 w 2293402"/>
              <a:gd name="connsiteY10" fmla="*/ 1589611 h 3144577"/>
              <a:gd name="connsiteX11" fmla="*/ 115723 w 2293402"/>
              <a:gd name="connsiteY11" fmla="*/ 671667 h 3144577"/>
              <a:gd name="connsiteX12" fmla="*/ 204918 w 2293402"/>
              <a:gd name="connsiteY12" fmla="*/ 459607 h 3144577"/>
              <a:gd name="connsiteX13" fmla="*/ 477820 w 2293402"/>
              <a:gd name="connsiteY13" fmla="*/ 317396 h 3144577"/>
              <a:gd name="connsiteX14" fmla="*/ 1007233 w 2293402"/>
              <a:gd name="connsiteY14" fmla="*/ 160714 h 3144577"/>
              <a:gd name="connsiteX15" fmla="*/ 1068370 w 2293402"/>
              <a:gd name="connsiteY15" fmla="*/ 16731 h 3144577"/>
              <a:gd name="connsiteX0" fmla="*/ 1068370 w 2203598"/>
              <a:gd name="connsiteY0" fmla="*/ 16731 h 3144577"/>
              <a:gd name="connsiteX1" fmla="*/ 1246909 w 2203598"/>
              <a:gd name="connsiteY1" fmla="*/ 18799 h 3144577"/>
              <a:gd name="connsiteX2" fmla="*/ 1325471 w 2203598"/>
              <a:gd name="connsiteY2" fmla="*/ 158499 h 3144577"/>
              <a:gd name="connsiteX3" fmla="*/ 1812945 w 2203598"/>
              <a:gd name="connsiteY3" fmla="*/ 345159 h 3144577"/>
              <a:gd name="connsiteX4" fmla="*/ 2105783 w 2203598"/>
              <a:gd name="connsiteY4" fmla="*/ 716117 h 3144577"/>
              <a:gd name="connsiteX5" fmla="*/ 2191582 w 2203598"/>
              <a:gd name="connsiteY5" fmla="*/ 1641002 h 3144577"/>
              <a:gd name="connsiteX6" fmla="*/ 1874230 w 2203598"/>
              <a:gd name="connsiteY6" fmla="*/ 2945115 h 3144577"/>
              <a:gd name="connsiteX7" fmla="*/ 1621263 w 2203598"/>
              <a:gd name="connsiteY7" fmla="*/ 3125573 h 3144577"/>
              <a:gd name="connsiteX8" fmla="*/ 500562 w 2203598"/>
              <a:gd name="connsiteY8" fmla="*/ 3100173 h 3144577"/>
              <a:gd name="connsiteX9" fmla="*/ 148063 w 2203598"/>
              <a:gd name="connsiteY9" fmla="*/ 2780015 h 3144577"/>
              <a:gd name="connsiteX10" fmla="*/ 241 w 2203598"/>
              <a:gd name="connsiteY10" fmla="*/ 1589611 h 3144577"/>
              <a:gd name="connsiteX11" fmla="*/ 115723 w 2203598"/>
              <a:gd name="connsiteY11" fmla="*/ 671667 h 3144577"/>
              <a:gd name="connsiteX12" fmla="*/ 204918 w 2203598"/>
              <a:gd name="connsiteY12" fmla="*/ 459607 h 3144577"/>
              <a:gd name="connsiteX13" fmla="*/ 477820 w 2203598"/>
              <a:gd name="connsiteY13" fmla="*/ 317396 h 3144577"/>
              <a:gd name="connsiteX14" fmla="*/ 1007233 w 2203598"/>
              <a:gd name="connsiteY14" fmla="*/ 160714 h 3144577"/>
              <a:gd name="connsiteX15" fmla="*/ 1068370 w 2203598"/>
              <a:gd name="connsiteY15" fmla="*/ 16731 h 3144577"/>
              <a:gd name="connsiteX0" fmla="*/ 1068370 w 2196394"/>
              <a:gd name="connsiteY0" fmla="*/ 16731 h 3155356"/>
              <a:gd name="connsiteX1" fmla="*/ 1246909 w 2196394"/>
              <a:gd name="connsiteY1" fmla="*/ 18799 h 3155356"/>
              <a:gd name="connsiteX2" fmla="*/ 1325471 w 2196394"/>
              <a:gd name="connsiteY2" fmla="*/ 158499 h 3155356"/>
              <a:gd name="connsiteX3" fmla="*/ 1812945 w 2196394"/>
              <a:gd name="connsiteY3" fmla="*/ 345159 h 3155356"/>
              <a:gd name="connsiteX4" fmla="*/ 2105783 w 2196394"/>
              <a:gd name="connsiteY4" fmla="*/ 716117 h 3155356"/>
              <a:gd name="connsiteX5" fmla="*/ 2191582 w 2196394"/>
              <a:gd name="connsiteY5" fmla="*/ 1641002 h 3155356"/>
              <a:gd name="connsiteX6" fmla="*/ 1988530 w 2196394"/>
              <a:gd name="connsiteY6" fmla="*/ 2792715 h 3155356"/>
              <a:gd name="connsiteX7" fmla="*/ 1621263 w 2196394"/>
              <a:gd name="connsiteY7" fmla="*/ 3125573 h 3155356"/>
              <a:gd name="connsiteX8" fmla="*/ 500562 w 2196394"/>
              <a:gd name="connsiteY8" fmla="*/ 3100173 h 3155356"/>
              <a:gd name="connsiteX9" fmla="*/ 148063 w 2196394"/>
              <a:gd name="connsiteY9" fmla="*/ 2780015 h 3155356"/>
              <a:gd name="connsiteX10" fmla="*/ 241 w 2196394"/>
              <a:gd name="connsiteY10" fmla="*/ 1589611 h 3155356"/>
              <a:gd name="connsiteX11" fmla="*/ 115723 w 2196394"/>
              <a:gd name="connsiteY11" fmla="*/ 671667 h 3155356"/>
              <a:gd name="connsiteX12" fmla="*/ 204918 w 2196394"/>
              <a:gd name="connsiteY12" fmla="*/ 459607 h 3155356"/>
              <a:gd name="connsiteX13" fmla="*/ 477820 w 2196394"/>
              <a:gd name="connsiteY13" fmla="*/ 317396 h 3155356"/>
              <a:gd name="connsiteX14" fmla="*/ 1007233 w 2196394"/>
              <a:gd name="connsiteY14" fmla="*/ 160714 h 3155356"/>
              <a:gd name="connsiteX15" fmla="*/ 1068370 w 2196394"/>
              <a:gd name="connsiteY15" fmla="*/ 16731 h 3155356"/>
              <a:gd name="connsiteX0" fmla="*/ 1068370 w 2196394"/>
              <a:gd name="connsiteY0" fmla="*/ 16731 h 3132839"/>
              <a:gd name="connsiteX1" fmla="*/ 1246909 w 2196394"/>
              <a:gd name="connsiteY1" fmla="*/ 18799 h 3132839"/>
              <a:gd name="connsiteX2" fmla="*/ 1325471 w 2196394"/>
              <a:gd name="connsiteY2" fmla="*/ 158499 h 3132839"/>
              <a:gd name="connsiteX3" fmla="*/ 1812945 w 2196394"/>
              <a:gd name="connsiteY3" fmla="*/ 345159 h 3132839"/>
              <a:gd name="connsiteX4" fmla="*/ 2105783 w 2196394"/>
              <a:gd name="connsiteY4" fmla="*/ 716117 h 3132839"/>
              <a:gd name="connsiteX5" fmla="*/ 2191582 w 2196394"/>
              <a:gd name="connsiteY5" fmla="*/ 1641002 h 3132839"/>
              <a:gd name="connsiteX6" fmla="*/ 1988530 w 2196394"/>
              <a:gd name="connsiteY6" fmla="*/ 2792715 h 3132839"/>
              <a:gd name="connsiteX7" fmla="*/ 1710163 w 2196394"/>
              <a:gd name="connsiteY7" fmla="*/ 3087473 h 3132839"/>
              <a:gd name="connsiteX8" fmla="*/ 500562 w 2196394"/>
              <a:gd name="connsiteY8" fmla="*/ 3100173 h 3132839"/>
              <a:gd name="connsiteX9" fmla="*/ 148063 w 2196394"/>
              <a:gd name="connsiteY9" fmla="*/ 2780015 h 3132839"/>
              <a:gd name="connsiteX10" fmla="*/ 241 w 2196394"/>
              <a:gd name="connsiteY10" fmla="*/ 1589611 h 3132839"/>
              <a:gd name="connsiteX11" fmla="*/ 115723 w 2196394"/>
              <a:gd name="connsiteY11" fmla="*/ 671667 h 3132839"/>
              <a:gd name="connsiteX12" fmla="*/ 204918 w 2196394"/>
              <a:gd name="connsiteY12" fmla="*/ 459607 h 3132839"/>
              <a:gd name="connsiteX13" fmla="*/ 477820 w 2196394"/>
              <a:gd name="connsiteY13" fmla="*/ 317396 h 3132839"/>
              <a:gd name="connsiteX14" fmla="*/ 1007233 w 2196394"/>
              <a:gd name="connsiteY14" fmla="*/ 160714 h 3132839"/>
              <a:gd name="connsiteX15" fmla="*/ 1068370 w 2196394"/>
              <a:gd name="connsiteY15" fmla="*/ 16731 h 3132839"/>
              <a:gd name="connsiteX0" fmla="*/ 1068370 w 2196394"/>
              <a:gd name="connsiteY0" fmla="*/ 16731 h 3107994"/>
              <a:gd name="connsiteX1" fmla="*/ 1246909 w 2196394"/>
              <a:gd name="connsiteY1" fmla="*/ 18799 h 3107994"/>
              <a:gd name="connsiteX2" fmla="*/ 1325471 w 2196394"/>
              <a:gd name="connsiteY2" fmla="*/ 158499 h 3107994"/>
              <a:gd name="connsiteX3" fmla="*/ 1812945 w 2196394"/>
              <a:gd name="connsiteY3" fmla="*/ 345159 h 3107994"/>
              <a:gd name="connsiteX4" fmla="*/ 2105783 w 2196394"/>
              <a:gd name="connsiteY4" fmla="*/ 716117 h 3107994"/>
              <a:gd name="connsiteX5" fmla="*/ 2191582 w 2196394"/>
              <a:gd name="connsiteY5" fmla="*/ 1641002 h 3107994"/>
              <a:gd name="connsiteX6" fmla="*/ 1988530 w 2196394"/>
              <a:gd name="connsiteY6" fmla="*/ 2792715 h 3107994"/>
              <a:gd name="connsiteX7" fmla="*/ 1710163 w 2196394"/>
              <a:gd name="connsiteY7" fmla="*/ 3087473 h 3107994"/>
              <a:gd name="connsiteX8" fmla="*/ 494212 w 2196394"/>
              <a:gd name="connsiteY8" fmla="*/ 3049373 h 3107994"/>
              <a:gd name="connsiteX9" fmla="*/ 148063 w 2196394"/>
              <a:gd name="connsiteY9" fmla="*/ 2780015 h 3107994"/>
              <a:gd name="connsiteX10" fmla="*/ 241 w 2196394"/>
              <a:gd name="connsiteY10" fmla="*/ 1589611 h 3107994"/>
              <a:gd name="connsiteX11" fmla="*/ 115723 w 2196394"/>
              <a:gd name="connsiteY11" fmla="*/ 671667 h 3107994"/>
              <a:gd name="connsiteX12" fmla="*/ 204918 w 2196394"/>
              <a:gd name="connsiteY12" fmla="*/ 459607 h 3107994"/>
              <a:gd name="connsiteX13" fmla="*/ 477820 w 2196394"/>
              <a:gd name="connsiteY13" fmla="*/ 317396 h 3107994"/>
              <a:gd name="connsiteX14" fmla="*/ 1007233 w 2196394"/>
              <a:gd name="connsiteY14" fmla="*/ 160714 h 3107994"/>
              <a:gd name="connsiteX15" fmla="*/ 1068370 w 2196394"/>
              <a:gd name="connsiteY15" fmla="*/ 16731 h 3107994"/>
              <a:gd name="connsiteX0" fmla="*/ 1068370 w 2196394"/>
              <a:gd name="connsiteY0" fmla="*/ 16731 h 3078881"/>
              <a:gd name="connsiteX1" fmla="*/ 1246909 w 2196394"/>
              <a:gd name="connsiteY1" fmla="*/ 18799 h 3078881"/>
              <a:gd name="connsiteX2" fmla="*/ 1325471 w 2196394"/>
              <a:gd name="connsiteY2" fmla="*/ 158499 h 3078881"/>
              <a:gd name="connsiteX3" fmla="*/ 1812945 w 2196394"/>
              <a:gd name="connsiteY3" fmla="*/ 345159 h 3078881"/>
              <a:gd name="connsiteX4" fmla="*/ 2105783 w 2196394"/>
              <a:gd name="connsiteY4" fmla="*/ 716117 h 3078881"/>
              <a:gd name="connsiteX5" fmla="*/ 2191582 w 2196394"/>
              <a:gd name="connsiteY5" fmla="*/ 1641002 h 3078881"/>
              <a:gd name="connsiteX6" fmla="*/ 1988530 w 2196394"/>
              <a:gd name="connsiteY6" fmla="*/ 2792715 h 3078881"/>
              <a:gd name="connsiteX7" fmla="*/ 1710163 w 2196394"/>
              <a:gd name="connsiteY7" fmla="*/ 3043023 h 3078881"/>
              <a:gd name="connsiteX8" fmla="*/ 494212 w 2196394"/>
              <a:gd name="connsiteY8" fmla="*/ 3049373 h 3078881"/>
              <a:gd name="connsiteX9" fmla="*/ 148063 w 2196394"/>
              <a:gd name="connsiteY9" fmla="*/ 2780015 h 3078881"/>
              <a:gd name="connsiteX10" fmla="*/ 241 w 2196394"/>
              <a:gd name="connsiteY10" fmla="*/ 1589611 h 3078881"/>
              <a:gd name="connsiteX11" fmla="*/ 115723 w 2196394"/>
              <a:gd name="connsiteY11" fmla="*/ 671667 h 3078881"/>
              <a:gd name="connsiteX12" fmla="*/ 204918 w 2196394"/>
              <a:gd name="connsiteY12" fmla="*/ 459607 h 3078881"/>
              <a:gd name="connsiteX13" fmla="*/ 477820 w 2196394"/>
              <a:gd name="connsiteY13" fmla="*/ 317396 h 3078881"/>
              <a:gd name="connsiteX14" fmla="*/ 1007233 w 2196394"/>
              <a:gd name="connsiteY14" fmla="*/ 160714 h 3078881"/>
              <a:gd name="connsiteX15" fmla="*/ 1068370 w 2196394"/>
              <a:gd name="connsiteY15" fmla="*/ 16731 h 3078881"/>
              <a:gd name="connsiteX0" fmla="*/ 1068370 w 2226709"/>
              <a:gd name="connsiteY0" fmla="*/ 16731 h 3078881"/>
              <a:gd name="connsiteX1" fmla="*/ 1246909 w 2226709"/>
              <a:gd name="connsiteY1" fmla="*/ 18799 h 3078881"/>
              <a:gd name="connsiteX2" fmla="*/ 1325471 w 2226709"/>
              <a:gd name="connsiteY2" fmla="*/ 158499 h 3078881"/>
              <a:gd name="connsiteX3" fmla="*/ 1812945 w 2226709"/>
              <a:gd name="connsiteY3" fmla="*/ 345159 h 3078881"/>
              <a:gd name="connsiteX4" fmla="*/ 2105783 w 2226709"/>
              <a:gd name="connsiteY4" fmla="*/ 716117 h 3078881"/>
              <a:gd name="connsiteX5" fmla="*/ 2223332 w 2226709"/>
              <a:gd name="connsiteY5" fmla="*/ 1641002 h 3078881"/>
              <a:gd name="connsiteX6" fmla="*/ 1988530 w 2226709"/>
              <a:gd name="connsiteY6" fmla="*/ 2792715 h 3078881"/>
              <a:gd name="connsiteX7" fmla="*/ 1710163 w 2226709"/>
              <a:gd name="connsiteY7" fmla="*/ 3043023 h 3078881"/>
              <a:gd name="connsiteX8" fmla="*/ 494212 w 2226709"/>
              <a:gd name="connsiteY8" fmla="*/ 3049373 h 3078881"/>
              <a:gd name="connsiteX9" fmla="*/ 148063 w 2226709"/>
              <a:gd name="connsiteY9" fmla="*/ 2780015 h 3078881"/>
              <a:gd name="connsiteX10" fmla="*/ 241 w 2226709"/>
              <a:gd name="connsiteY10" fmla="*/ 1589611 h 3078881"/>
              <a:gd name="connsiteX11" fmla="*/ 115723 w 2226709"/>
              <a:gd name="connsiteY11" fmla="*/ 671667 h 3078881"/>
              <a:gd name="connsiteX12" fmla="*/ 204918 w 2226709"/>
              <a:gd name="connsiteY12" fmla="*/ 459607 h 3078881"/>
              <a:gd name="connsiteX13" fmla="*/ 477820 w 2226709"/>
              <a:gd name="connsiteY13" fmla="*/ 317396 h 3078881"/>
              <a:gd name="connsiteX14" fmla="*/ 1007233 w 2226709"/>
              <a:gd name="connsiteY14" fmla="*/ 160714 h 3078881"/>
              <a:gd name="connsiteX15" fmla="*/ 1068370 w 2226709"/>
              <a:gd name="connsiteY15" fmla="*/ 16731 h 3078881"/>
              <a:gd name="connsiteX0" fmla="*/ 1068370 w 2225589"/>
              <a:gd name="connsiteY0" fmla="*/ 16731 h 3078881"/>
              <a:gd name="connsiteX1" fmla="*/ 1246909 w 2225589"/>
              <a:gd name="connsiteY1" fmla="*/ 18799 h 3078881"/>
              <a:gd name="connsiteX2" fmla="*/ 1325471 w 2225589"/>
              <a:gd name="connsiteY2" fmla="*/ 158499 h 3078881"/>
              <a:gd name="connsiteX3" fmla="*/ 1812945 w 2225589"/>
              <a:gd name="connsiteY3" fmla="*/ 345159 h 3078881"/>
              <a:gd name="connsiteX4" fmla="*/ 2079497 w 2225589"/>
              <a:gd name="connsiteY4" fmla="*/ 465368 h 3078881"/>
              <a:gd name="connsiteX5" fmla="*/ 2105783 w 2225589"/>
              <a:gd name="connsiteY5" fmla="*/ 716117 h 3078881"/>
              <a:gd name="connsiteX6" fmla="*/ 2223332 w 2225589"/>
              <a:gd name="connsiteY6" fmla="*/ 1641002 h 3078881"/>
              <a:gd name="connsiteX7" fmla="*/ 1988530 w 2225589"/>
              <a:gd name="connsiteY7" fmla="*/ 2792715 h 3078881"/>
              <a:gd name="connsiteX8" fmla="*/ 1710163 w 2225589"/>
              <a:gd name="connsiteY8" fmla="*/ 3043023 h 3078881"/>
              <a:gd name="connsiteX9" fmla="*/ 494212 w 2225589"/>
              <a:gd name="connsiteY9" fmla="*/ 3049373 h 3078881"/>
              <a:gd name="connsiteX10" fmla="*/ 148063 w 2225589"/>
              <a:gd name="connsiteY10" fmla="*/ 2780015 h 3078881"/>
              <a:gd name="connsiteX11" fmla="*/ 241 w 2225589"/>
              <a:gd name="connsiteY11" fmla="*/ 1589611 h 3078881"/>
              <a:gd name="connsiteX12" fmla="*/ 115723 w 2225589"/>
              <a:gd name="connsiteY12" fmla="*/ 671667 h 3078881"/>
              <a:gd name="connsiteX13" fmla="*/ 204918 w 2225589"/>
              <a:gd name="connsiteY13" fmla="*/ 459607 h 3078881"/>
              <a:gd name="connsiteX14" fmla="*/ 477820 w 2225589"/>
              <a:gd name="connsiteY14" fmla="*/ 317396 h 3078881"/>
              <a:gd name="connsiteX15" fmla="*/ 1007233 w 2225589"/>
              <a:gd name="connsiteY15" fmla="*/ 160714 h 3078881"/>
              <a:gd name="connsiteX16" fmla="*/ 1068370 w 2225589"/>
              <a:gd name="connsiteY16" fmla="*/ 16731 h 3078881"/>
              <a:gd name="connsiteX0" fmla="*/ 1068370 w 2232671"/>
              <a:gd name="connsiteY0" fmla="*/ 16731 h 3078881"/>
              <a:gd name="connsiteX1" fmla="*/ 1246909 w 2232671"/>
              <a:gd name="connsiteY1" fmla="*/ 18799 h 3078881"/>
              <a:gd name="connsiteX2" fmla="*/ 1325471 w 2232671"/>
              <a:gd name="connsiteY2" fmla="*/ 158499 h 3078881"/>
              <a:gd name="connsiteX3" fmla="*/ 1812945 w 2232671"/>
              <a:gd name="connsiteY3" fmla="*/ 345159 h 3078881"/>
              <a:gd name="connsiteX4" fmla="*/ 2079497 w 2232671"/>
              <a:gd name="connsiteY4" fmla="*/ 465368 h 3078881"/>
              <a:gd name="connsiteX5" fmla="*/ 2175633 w 2232671"/>
              <a:gd name="connsiteY5" fmla="*/ 779617 h 3078881"/>
              <a:gd name="connsiteX6" fmla="*/ 2223332 w 2232671"/>
              <a:gd name="connsiteY6" fmla="*/ 1641002 h 3078881"/>
              <a:gd name="connsiteX7" fmla="*/ 1988530 w 2232671"/>
              <a:gd name="connsiteY7" fmla="*/ 2792715 h 3078881"/>
              <a:gd name="connsiteX8" fmla="*/ 1710163 w 2232671"/>
              <a:gd name="connsiteY8" fmla="*/ 3043023 h 3078881"/>
              <a:gd name="connsiteX9" fmla="*/ 494212 w 2232671"/>
              <a:gd name="connsiteY9" fmla="*/ 3049373 h 3078881"/>
              <a:gd name="connsiteX10" fmla="*/ 148063 w 2232671"/>
              <a:gd name="connsiteY10" fmla="*/ 2780015 h 3078881"/>
              <a:gd name="connsiteX11" fmla="*/ 241 w 2232671"/>
              <a:gd name="connsiteY11" fmla="*/ 1589611 h 3078881"/>
              <a:gd name="connsiteX12" fmla="*/ 115723 w 2232671"/>
              <a:gd name="connsiteY12" fmla="*/ 671667 h 3078881"/>
              <a:gd name="connsiteX13" fmla="*/ 204918 w 2232671"/>
              <a:gd name="connsiteY13" fmla="*/ 459607 h 3078881"/>
              <a:gd name="connsiteX14" fmla="*/ 477820 w 2232671"/>
              <a:gd name="connsiteY14" fmla="*/ 317396 h 3078881"/>
              <a:gd name="connsiteX15" fmla="*/ 1007233 w 2232671"/>
              <a:gd name="connsiteY15" fmla="*/ 160714 h 3078881"/>
              <a:gd name="connsiteX16" fmla="*/ 1068370 w 2232671"/>
              <a:gd name="connsiteY16" fmla="*/ 16731 h 3078881"/>
              <a:gd name="connsiteX0" fmla="*/ 1068370 w 2227884"/>
              <a:gd name="connsiteY0" fmla="*/ 16731 h 3079984"/>
              <a:gd name="connsiteX1" fmla="*/ 1246909 w 2227884"/>
              <a:gd name="connsiteY1" fmla="*/ 18799 h 3079984"/>
              <a:gd name="connsiteX2" fmla="*/ 1325471 w 2227884"/>
              <a:gd name="connsiteY2" fmla="*/ 158499 h 3079984"/>
              <a:gd name="connsiteX3" fmla="*/ 1812945 w 2227884"/>
              <a:gd name="connsiteY3" fmla="*/ 345159 h 3079984"/>
              <a:gd name="connsiteX4" fmla="*/ 2079497 w 2227884"/>
              <a:gd name="connsiteY4" fmla="*/ 465368 h 3079984"/>
              <a:gd name="connsiteX5" fmla="*/ 2175633 w 2227884"/>
              <a:gd name="connsiteY5" fmla="*/ 779617 h 3079984"/>
              <a:gd name="connsiteX6" fmla="*/ 2223332 w 2227884"/>
              <a:gd name="connsiteY6" fmla="*/ 1641002 h 3079984"/>
              <a:gd name="connsiteX7" fmla="*/ 2064730 w 2227884"/>
              <a:gd name="connsiteY7" fmla="*/ 2773665 h 3079984"/>
              <a:gd name="connsiteX8" fmla="*/ 1710163 w 2227884"/>
              <a:gd name="connsiteY8" fmla="*/ 3043023 h 3079984"/>
              <a:gd name="connsiteX9" fmla="*/ 494212 w 2227884"/>
              <a:gd name="connsiteY9" fmla="*/ 3049373 h 3079984"/>
              <a:gd name="connsiteX10" fmla="*/ 148063 w 2227884"/>
              <a:gd name="connsiteY10" fmla="*/ 2780015 h 3079984"/>
              <a:gd name="connsiteX11" fmla="*/ 241 w 2227884"/>
              <a:gd name="connsiteY11" fmla="*/ 1589611 h 3079984"/>
              <a:gd name="connsiteX12" fmla="*/ 115723 w 2227884"/>
              <a:gd name="connsiteY12" fmla="*/ 671667 h 3079984"/>
              <a:gd name="connsiteX13" fmla="*/ 204918 w 2227884"/>
              <a:gd name="connsiteY13" fmla="*/ 459607 h 3079984"/>
              <a:gd name="connsiteX14" fmla="*/ 477820 w 2227884"/>
              <a:gd name="connsiteY14" fmla="*/ 317396 h 3079984"/>
              <a:gd name="connsiteX15" fmla="*/ 1007233 w 2227884"/>
              <a:gd name="connsiteY15" fmla="*/ 160714 h 3079984"/>
              <a:gd name="connsiteX16" fmla="*/ 1068370 w 2227884"/>
              <a:gd name="connsiteY16" fmla="*/ 16731 h 3079984"/>
              <a:gd name="connsiteX0" fmla="*/ 1068370 w 2227884"/>
              <a:gd name="connsiteY0" fmla="*/ 16731 h 3063322"/>
              <a:gd name="connsiteX1" fmla="*/ 1246909 w 2227884"/>
              <a:gd name="connsiteY1" fmla="*/ 18799 h 3063322"/>
              <a:gd name="connsiteX2" fmla="*/ 1325471 w 2227884"/>
              <a:gd name="connsiteY2" fmla="*/ 158499 h 3063322"/>
              <a:gd name="connsiteX3" fmla="*/ 1812945 w 2227884"/>
              <a:gd name="connsiteY3" fmla="*/ 345159 h 3063322"/>
              <a:gd name="connsiteX4" fmla="*/ 2079497 w 2227884"/>
              <a:gd name="connsiteY4" fmla="*/ 465368 h 3063322"/>
              <a:gd name="connsiteX5" fmla="*/ 2175633 w 2227884"/>
              <a:gd name="connsiteY5" fmla="*/ 779617 h 3063322"/>
              <a:gd name="connsiteX6" fmla="*/ 2223332 w 2227884"/>
              <a:gd name="connsiteY6" fmla="*/ 1641002 h 3063322"/>
              <a:gd name="connsiteX7" fmla="*/ 2064730 w 2227884"/>
              <a:gd name="connsiteY7" fmla="*/ 2773665 h 3063322"/>
              <a:gd name="connsiteX8" fmla="*/ 1748263 w 2227884"/>
              <a:gd name="connsiteY8" fmla="*/ 2998573 h 3063322"/>
              <a:gd name="connsiteX9" fmla="*/ 494212 w 2227884"/>
              <a:gd name="connsiteY9" fmla="*/ 3049373 h 3063322"/>
              <a:gd name="connsiteX10" fmla="*/ 148063 w 2227884"/>
              <a:gd name="connsiteY10" fmla="*/ 2780015 h 3063322"/>
              <a:gd name="connsiteX11" fmla="*/ 241 w 2227884"/>
              <a:gd name="connsiteY11" fmla="*/ 1589611 h 3063322"/>
              <a:gd name="connsiteX12" fmla="*/ 115723 w 2227884"/>
              <a:gd name="connsiteY12" fmla="*/ 671667 h 3063322"/>
              <a:gd name="connsiteX13" fmla="*/ 204918 w 2227884"/>
              <a:gd name="connsiteY13" fmla="*/ 459607 h 3063322"/>
              <a:gd name="connsiteX14" fmla="*/ 477820 w 2227884"/>
              <a:gd name="connsiteY14" fmla="*/ 317396 h 3063322"/>
              <a:gd name="connsiteX15" fmla="*/ 1007233 w 2227884"/>
              <a:gd name="connsiteY15" fmla="*/ 160714 h 3063322"/>
              <a:gd name="connsiteX16" fmla="*/ 1068370 w 2227884"/>
              <a:gd name="connsiteY16" fmla="*/ 16731 h 3063322"/>
              <a:gd name="connsiteX0" fmla="*/ 1068370 w 2227884"/>
              <a:gd name="connsiteY0" fmla="*/ 16731 h 3030001"/>
              <a:gd name="connsiteX1" fmla="*/ 1246909 w 2227884"/>
              <a:gd name="connsiteY1" fmla="*/ 18799 h 3030001"/>
              <a:gd name="connsiteX2" fmla="*/ 1325471 w 2227884"/>
              <a:gd name="connsiteY2" fmla="*/ 158499 h 3030001"/>
              <a:gd name="connsiteX3" fmla="*/ 1812945 w 2227884"/>
              <a:gd name="connsiteY3" fmla="*/ 345159 h 3030001"/>
              <a:gd name="connsiteX4" fmla="*/ 2079497 w 2227884"/>
              <a:gd name="connsiteY4" fmla="*/ 465368 h 3030001"/>
              <a:gd name="connsiteX5" fmla="*/ 2175633 w 2227884"/>
              <a:gd name="connsiteY5" fmla="*/ 779617 h 3030001"/>
              <a:gd name="connsiteX6" fmla="*/ 2223332 w 2227884"/>
              <a:gd name="connsiteY6" fmla="*/ 1641002 h 3030001"/>
              <a:gd name="connsiteX7" fmla="*/ 2064730 w 2227884"/>
              <a:gd name="connsiteY7" fmla="*/ 2773665 h 3030001"/>
              <a:gd name="connsiteX8" fmla="*/ 1748263 w 2227884"/>
              <a:gd name="connsiteY8" fmla="*/ 2998573 h 3030001"/>
              <a:gd name="connsiteX9" fmla="*/ 494212 w 2227884"/>
              <a:gd name="connsiteY9" fmla="*/ 3004923 h 3030001"/>
              <a:gd name="connsiteX10" fmla="*/ 148063 w 2227884"/>
              <a:gd name="connsiteY10" fmla="*/ 2780015 h 3030001"/>
              <a:gd name="connsiteX11" fmla="*/ 241 w 2227884"/>
              <a:gd name="connsiteY11" fmla="*/ 1589611 h 3030001"/>
              <a:gd name="connsiteX12" fmla="*/ 115723 w 2227884"/>
              <a:gd name="connsiteY12" fmla="*/ 671667 h 3030001"/>
              <a:gd name="connsiteX13" fmla="*/ 204918 w 2227884"/>
              <a:gd name="connsiteY13" fmla="*/ 459607 h 3030001"/>
              <a:gd name="connsiteX14" fmla="*/ 477820 w 2227884"/>
              <a:gd name="connsiteY14" fmla="*/ 317396 h 3030001"/>
              <a:gd name="connsiteX15" fmla="*/ 1007233 w 2227884"/>
              <a:gd name="connsiteY15" fmla="*/ 160714 h 3030001"/>
              <a:gd name="connsiteX16" fmla="*/ 1068370 w 2227884"/>
              <a:gd name="connsiteY16" fmla="*/ 16731 h 3030001"/>
              <a:gd name="connsiteX0" fmla="*/ 1068370 w 2227884"/>
              <a:gd name="connsiteY0" fmla="*/ 16731 h 3030001"/>
              <a:gd name="connsiteX1" fmla="*/ 1246909 w 2227884"/>
              <a:gd name="connsiteY1" fmla="*/ 18799 h 3030001"/>
              <a:gd name="connsiteX2" fmla="*/ 1325471 w 2227884"/>
              <a:gd name="connsiteY2" fmla="*/ 158499 h 3030001"/>
              <a:gd name="connsiteX3" fmla="*/ 1736745 w 2227884"/>
              <a:gd name="connsiteY3" fmla="*/ 300709 h 3030001"/>
              <a:gd name="connsiteX4" fmla="*/ 2079497 w 2227884"/>
              <a:gd name="connsiteY4" fmla="*/ 465368 h 3030001"/>
              <a:gd name="connsiteX5" fmla="*/ 2175633 w 2227884"/>
              <a:gd name="connsiteY5" fmla="*/ 779617 h 3030001"/>
              <a:gd name="connsiteX6" fmla="*/ 2223332 w 2227884"/>
              <a:gd name="connsiteY6" fmla="*/ 1641002 h 3030001"/>
              <a:gd name="connsiteX7" fmla="*/ 2064730 w 2227884"/>
              <a:gd name="connsiteY7" fmla="*/ 2773665 h 3030001"/>
              <a:gd name="connsiteX8" fmla="*/ 1748263 w 2227884"/>
              <a:gd name="connsiteY8" fmla="*/ 2998573 h 3030001"/>
              <a:gd name="connsiteX9" fmla="*/ 494212 w 2227884"/>
              <a:gd name="connsiteY9" fmla="*/ 3004923 h 3030001"/>
              <a:gd name="connsiteX10" fmla="*/ 148063 w 2227884"/>
              <a:gd name="connsiteY10" fmla="*/ 2780015 h 3030001"/>
              <a:gd name="connsiteX11" fmla="*/ 241 w 2227884"/>
              <a:gd name="connsiteY11" fmla="*/ 1589611 h 3030001"/>
              <a:gd name="connsiteX12" fmla="*/ 115723 w 2227884"/>
              <a:gd name="connsiteY12" fmla="*/ 671667 h 3030001"/>
              <a:gd name="connsiteX13" fmla="*/ 204918 w 2227884"/>
              <a:gd name="connsiteY13" fmla="*/ 459607 h 3030001"/>
              <a:gd name="connsiteX14" fmla="*/ 477820 w 2227884"/>
              <a:gd name="connsiteY14" fmla="*/ 317396 h 3030001"/>
              <a:gd name="connsiteX15" fmla="*/ 1007233 w 2227884"/>
              <a:gd name="connsiteY15" fmla="*/ 160714 h 3030001"/>
              <a:gd name="connsiteX16" fmla="*/ 1068370 w 2227884"/>
              <a:gd name="connsiteY16" fmla="*/ 16731 h 3030001"/>
              <a:gd name="connsiteX0" fmla="*/ 1068370 w 2227884"/>
              <a:gd name="connsiteY0" fmla="*/ 16731 h 3030001"/>
              <a:gd name="connsiteX1" fmla="*/ 1246909 w 2227884"/>
              <a:gd name="connsiteY1" fmla="*/ 18799 h 3030001"/>
              <a:gd name="connsiteX2" fmla="*/ 1325471 w 2227884"/>
              <a:gd name="connsiteY2" fmla="*/ 158499 h 3030001"/>
              <a:gd name="connsiteX3" fmla="*/ 1736745 w 2227884"/>
              <a:gd name="connsiteY3" fmla="*/ 300709 h 3030001"/>
              <a:gd name="connsiteX4" fmla="*/ 2079497 w 2227884"/>
              <a:gd name="connsiteY4" fmla="*/ 465368 h 3030001"/>
              <a:gd name="connsiteX5" fmla="*/ 2175633 w 2227884"/>
              <a:gd name="connsiteY5" fmla="*/ 779617 h 3030001"/>
              <a:gd name="connsiteX6" fmla="*/ 2223332 w 2227884"/>
              <a:gd name="connsiteY6" fmla="*/ 1641002 h 3030001"/>
              <a:gd name="connsiteX7" fmla="*/ 2064730 w 2227884"/>
              <a:gd name="connsiteY7" fmla="*/ 2773665 h 3030001"/>
              <a:gd name="connsiteX8" fmla="*/ 1748263 w 2227884"/>
              <a:gd name="connsiteY8" fmla="*/ 2998573 h 3030001"/>
              <a:gd name="connsiteX9" fmla="*/ 494212 w 2227884"/>
              <a:gd name="connsiteY9" fmla="*/ 3004923 h 3030001"/>
              <a:gd name="connsiteX10" fmla="*/ 148063 w 2227884"/>
              <a:gd name="connsiteY10" fmla="*/ 2780015 h 3030001"/>
              <a:gd name="connsiteX11" fmla="*/ 241 w 2227884"/>
              <a:gd name="connsiteY11" fmla="*/ 1589611 h 3030001"/>
              <a:gd name="connsiteX12" fmla="*/ 115723 w 2227884"/>
              <a:gd name="connsiteY12" fmla="*/ 671667 h 3030001"/>
              <a:gd name="connsiteX13" fmla="*/ 204918 w 2227884"/>
              <a:gd name="connsiteY13" fmla="*/ 459607 h 3030001"/>
              <a:gd name="connsiteX14" fmla="*/ 477820 w 2227884"/>
              <a:gd name="connsiteY14" fmla="*/ 317396 h 3030001"/>
              <a:gd name="connsiteX15" fmla="*/ 966593 w 2227884"/>
              <a:gd name="connsiteY15" fmla="*/ 160714 h 3030001"/>
              <a:gd name="connsiteX16" fmla="*/ 1068370 w 2227884"/>
              <a:gd name="connsiteY16" fmla="*/ 16731 h 3030001"/>
              <a:gd name="connsiteX0" fmla="*/ 1068370 w 2227884"/>
              <a:gd name="connsiteY0" fmla="*/ 16731 h 3030001"/>
              <a:gd name="connsiteX1" fmla="*/ 1246909 w 2227884"/>
              <a:gd name="connsiteY1" fmla="*/ 18799 h 3030001"/>
              <a:gd name="connsiteX2" fmla="*/ 1340711 w 2227884"/>
              <a:gd name="connsiteY2" fmla="*/ 158499 h 3030001"/>
              <a:gd name="connsiteX3" fmla="*/ 1736745 w 2227884"/>
              <a:gd name="connsiteY3" fmla="*/ 300709 h 3030001"/>
              <a:gd name="connsiteX4" fmla="*/ 2079497 w 2227884"/>
              <a:gd name="connsiteY4" fmla="*/ 465368 h 3030001"/>
              <a:gd name="connsiteX5" fmla="*/ 2175633 w 2227884"/>
              <a:gd name="connsiteY5" fmla="*/ 779617 h 3030001"/>
              <a:gd name="connsiteX6" fmla="*/ 2223332 w 2227884"/>
              <a:gd name="connsiteY6" fmla="*/ 1641002 h 3030001"/>
              <a:gd name="connsiteX7" fmla="*/ 2064730 w 2227884"/>
              <a:gd name="connsiteY7" fmla="*/ 2773665 h 3030001"/>
              <a:gd name="connsiteX8" fmla="*/ 1748263 w 2227884"/>
              <a:gd name="connsiteY8" fmla="*/ 2998573 h 3030001"/>
              <a:gd name="connsiteX9" fmla="*/ 494212 w 2227884"/>
              <a:gd name="connsiteY9" fmla="*/ 3004923 h 3030001"/>
              <a:gd name="connsiteX10" fmla="*/ 148063 w 2227884"/>
              <a:gd name="connsiteY10" fmla="*/ 2780015 h 3030001"/>
              <a:gd name="connsiteX11" fmla="*/ 241 w 2227884"/>
              <a:gd name="connsiteY11" fmla="*/ 1589611 h 3030001"/>
              <a:gd name="connsiteX12" fmla="*/ 115723 w 2227884"/>
              <a:gd name="connsiteY12" fmla="*/ 671667 h 3030001"/>
              <a:gd name="connsiteX13" fmla="*/ 204918 w 2227884"/>
              <a:gd name="connsiteY13" fmla="*/ 459607 h 3030001"/>
              <a:gd name="connsiteX14" fmla="*/ 477820 w 2227884"/>
              <a:gd name="connsiteY14" fmla="*/ 317396 h 3030001"/>
              <a:gd name="connsiteX15" fmla="*/ 966593 w 2227884"/>
              <a:gd name="connsiteY15" fmla="*/ 160714 h 3030001"/>
              <a:gd name="connsiteX16" fmla="*/ 1068370 w 2227884"/>
              <a:gd name="connsiteY16" fmla="*/ 16731 h 3030001"/>
              <a:gd name="connsiteX0" fmla="*/ 1068373 w 2227887"/>
              <a:gd name="connsiteY0" fmla="*/ 16731 h 3030001"/>
              <a:gd name="connsiteX1" fmla="*/ 1246912 w 2227887"/>
              <a:gd name="connsiteY1" fmla="*/ 18799 h 3030001"/>
              <a:gd name="connsiteX2" fmla="*/ 1340714 w 2227887"/>
              <a:gd name="connsiteY2" fmla="*/ 158499 h 3030001"/>
              <a:gd name="connsiteX3" fmla="*/ 1736748 w 2227887"/>
              <a:gd name="connsiteY3" fmla="*/ 300709 h 3030001"/>
              <a:gd name="connsiteX4" fmla="*/ 2079500 w 2227887"/>
              <a:gd name="connsiteY4" fmla="*/ 465368 h 3030001"/>
              <a:gd name="connsiteX5" fmla="*/ 2175636 w 2227887"/>
              <a:gd name="connsiteY5" fmla="*/ 779617 h 3030001"/>
              <a:gd name="connsiteX6" fmla="*/ 2223335 w 2227887"/>
              <a:gd name="connsiteY6" fmla="*/ 1641002 h 3030001"/>
              <a:gd name="connsiteX7" fmla="*/ 2064733 w 2227887"/>
              <a:gd name="connsiteY7" fmla="*/ 2773665 h 3030001"/>
              <a:gd name="connsiteX8" fmla="*/ 1748266 w 2227887"/>
              <a:gd name="connsiteY8" fmla="*/ 2998573 h 3030001"/>
              <a:gd name="connsiteX9" fmla="*/ 494215 w 2227887"/>
              <a:gd name="connsiteY9" fmla="*/ 3004923 h 3030001"/>
              <a:gd name="connsiteX10" fmla="*/ 148066 w 2227887"/>
              <a:gd name="connsiteY10" fmla="*/ 2780015 h 3030001"/>
              <a:gd name="connsiteX11" fmla="*/ 244 w 2227887"/>
              <a:gd name="connsiteY11" fmla="*/ 1589611 h 3030001"/>
              <a:gd name="connsiteX12" fmla="*/ 115726 w 2227887"/>
              <a:gd name="connsiteY12" fmla="*/ 671667 h 3030001"/>
              <a:gd name="connsiteX13" fmla="*/ 215081 w 2227887"/>
              <a:gd name="connsiteY13" fmla="*/ 459607 h 3030001"/>
              <a:gd name="connsiteX14" fmla="*/ 477823 w 2227887"/>
              <a:gd name="connsiteY14" fmla="*/ 317396 h 3030001"/>
              <a:gd name="connsiteX15" fmla="*/ 966596 w 2227887"/>
              <a:gd name="connsiteY15" fmla="*/ 160714 h 3030001"/>
              <a:gd name="connsiteX16" fmla="*/ 1068373 w 2227887"/>
              <a:gd name="connsiteY16" fmla="*/ 16731 h 303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7887" h="3030001">
                <a:moveTo>
                  <a:pt x="1068373" y="16731"/>
                </a:moveTo>
                <a:cubicBezTo>
                  <a:pt x="1115092" y="-6922"/>
                  <a:pt x="1201522" y="-4829"/>
                  <a:pt x="1246912" y="18799"/>
                </a:cubicBezTo>
                <a:cubicBezTo>
                  <a:pt x="1292302" y="42427"/>
                  <a:pt x="1259075" y="111514"/>
                  <a:pt x="1340714" y="158499"/>
                </a:cubicBezTo>
                <a:cubicBezTo>
                  <a:pt x="1422353" y="205484"/>
                  <a:pt x="1613617" y="249564"/>
                  <a:pt x="1736748" y="300709"/>
                </a:cubicBezTo>
                <a:cubicBezTo>
                  <a:pt x="1859879" y="351854"/>
                  <a:pt x="2030694" y="403542"/>
                  <a:pt x="2079500" y="465368"/>
                </a:cubicBezTo>
                <a:cubicBezTo>
                  <a:pt x="2128306" y="527194"/>
                  <a:pt x="2151664" y="583678"/>
                  <a:pt x="2175636" y="779617"/>
                </a:cubicBezTo>
                <a:cubicBezTo>
                  <a:pt x="2199608" y="975556"/>
                  <a:pt x="2241819" y="1308661"/>
                  <a:pt x="2223335" y="1641002"/>
                </a:cubicBezTo>
                <a:cubicBezTo>
                  <a:pt x="2204851" y="1973343"/>
                  <a:pt x="2143911" y="2547403"/>
                  <a:pt x="2064733" y="2773665"/>
                </a:cubicBezTo>
                <a:cubicBezTo>
                  <a:pt x="1985555" y="2999927"/>
                  <a:pt x="2010019" y="2960030"/>
                  <a:pt x="1748266" y="2998573"/>
                </a:cubicBezTo>
                <a:cubicBezTo>
                  <a:pt x="1486513" y="3037116"/>
                  <a:pt x="760915" y="3041349"/>
                  <a:pt x="494215" y="3004923"/>
                </a:cubicBezTo>
                <a:cubicBezTo>
                  <a:pt x="227515" y="2968497"/>
                  <a:pt x="230395" y="3015900"/>
                  <a:pt x="148066" y="2780015"/>
                </a:cubicBezTo>
                <a:cubicBezTo>
                  <a:pt x="65737" y="2544130"/>
                  <a:pt x="5634" y="1941002"/>
                  <a:pt x="244" y="1589611"/>
                </a:cubicBezTo>
                <a:cubicBezTo>
                  <a:pt x="-5146" y="1238220"/>
                  <a:pt x="79920" y="860001"/>
                  <a:pt x="115726" y="671667"/>
                </a:cubicBezTo>
                <a:cubicBezTo>
                  <a:pt x="151532" y="483333"/>
                  <a:pt x="154732" y="518652"/>
                  <a:pt x="215081" y="459607"/>
                </a:cubicBezTo>
                <a:cubicBezTo>
                  <a:pt x="275430" y="400562"/>
                  <a:pt x="321879" y="409545"/>
                  <a:pt x="477823" y="317396"/>
                </a:cubicBezTo>
                <a:cubicBezTo>
                  <a:pt x="875067" y="168097"/>
                  <a:pt x="868171" y="210825"/>
                  <a:pt x="966596" y="160714"/>
                </a:cubicBezTo>
                <a:cubicBezTo>
                  <a:pt x="1065021" y="110603"/>
                  <a:pt x="1021654" y="40384"/>
                  <a:pt x="1068373" y="16731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3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45C9BA33-7C39-438C-8C06-61EFC6B6174D}"/>
              </a:ext>
            </a:extLst>
          </p:cNvPr>
          <p:cNvSpPr/>
          <p:nvPr/>
        </p:nvSpPr>
        <p:spPr>
          <a:xfrm>
            <a:off x="3880140" y="4065619"/>
            <a:ext cx="599440" cy="88233"/>
          </a:xfrm>
          <a:custGeom>
            <a:avLst/>
            <a:gdLst>
              <a:gd name="connsiteX0" fmla="*/ 594360 w 594360"/>
              <a:gd name="connsiteY0" fmla="*/ 50800 h 91765"/>
              <a:gd name="connsiteX1" fmla="*/ 325120 w 594360"/>
              <a:gd name="connsiteY1" fmla="*/ 91440 h 91765"/>
              <a:gd name="connsiteX2" fmla="*/ 203200 w 594360"/>
              <a:gd name="connsiteY2" fmla="*/ 66040 h 91765"/>
              <a:gd name="connsiteX3" fmla="*/ 0 w 594360"/>
              <a:gd name="connsiteY3" fmla="*/ 0 h 91765"/>
              <a:gd name="connsiteX0" fmla="*/ 594360 w 594360"/>
              <a:gd name="connsiteY0" fmla="*/ 15240 h 93559"/>
              <a:gd name="connsiteX1" fmla="*/ 325120 w 594360"/>
              <a:gd name="connsiteY1" fmla="*/ 91440 h 93559"/>
              <a:gd name="connsiteX2" fmla="*/ 203200 w 594360"/>
              <a:gd name="connsiteY2" fmla="*/ 66040 h 93559"/>
              <a:gd name="connsiteX3" fmla="*/ 0 w 594360"/>
              <a:gd name="connsiteY3" fmla="*/ 0 h 93559"/>
              <a:gd name="connsiteX0" fmla="*/ 599440 w 599440"/>
              <a:gd name="connsiteY0" fmla="*/ 40640 h 92189"/>
              <a:gd name="connsiteX1" fmla="*/ 325120 w 599440"/>
              <a:gd name="connsiteY1" fmla="*/ 91440 h 92189"/>
              <a:gd name="connsiteX2" fmla="*/ 203200 w 599440"/>
              <a:gd name="connsiteY2" fmla="*/ 66040 h 92189"/>
              <a:gd name="connsiteX3" fmla="*/ 0 w 599440"/>
              <a:gd name="connsiteY3" fmla="*/ 0 h 92189"/>
              <a:gd name="connsiteX0" fmla="*/ 599440 w 599440"/>
              <a:gd name="connsiteY0" fmla="*/ 25400 h 92975"/>
              <a:gd name="connsiteX1" fmla="*/ 325120 w 599440"/>
              <a:gd name="connsiteY1" fmla="*/ 91440 h 92975"/>
              <a:gd name="connsiteX2" fmla="*/ 203200 w 599440"/>
              <a:gd name="connsiteY2" fmla="*/ 66040 h 92975"/>
              <a:gd name="connsiteX3" fmla="*/ 0 w 599440"/>
              <a:gd name="connsiteY3" fmla="*/ 0 h 92975"/>
              <a:gd name="connsiteX0" fmla="*/ 599440 w 599440"/>
              <a:gd name="connsiteY0" fmla="*/ 25400 h 88233"/>
              <a:gd name="connsiteX1" fmla="*/ 340360 w 599440"/>
              <a:gd name="connsiteY1" fmla="*/ 86360 h 88233"/>
              <a:gd name="connsiteX2" fmla="*/ 203200 w 599440"/>
              <a:gd name="connsiteY2" fmla="*/ 66040 h 88233"/>
              <a:gd name="connsiteX3" fmla="*/ 0 w 599440"/>
              <a:gd name="connsiteY3" fmla="*/ 0 h 88233"/>
              <a:gd name="connsiteX0" fmla="*/ 599440 w 599440"/>
              <a:gd name="connsiteY0" fmla="*/ 25400 h 88233"/>
              <a:gd name="connsiteX1" fmla="*/ 340360 w 599440"/>
              <a:gd name="connsiteY1" fmla="*/ 86360 h 88233"/>
              <a:gd name="connsiteX2" fmla="*/ 182880 w 599440"/>
              <a:gd name="connsiteY2" fmla="*/ 66040 h 88233"/>
              <a:gd name="connsiteX3" fmla="*/ 0 w 599440"/>
              <a:gd name="connsiteY3" fmla="*/ 0 h 88233"/>
              <a:gd name="connsiteX0" fmla="*/ 599440 w 599440"/>
              <a:gd name="connsiteY0" fmla="*/ 25400 h 88233"/>
              <a:gd name="connsiteX1" fmla="*/ 340360 w 599440"/>
              <a:gd name="connsiteY1" fmla="*/ 86360 h 88233"/>
              <a:gd name="connsiteX2" fmla="*/ 182880 w 599440"/>
              <a:gd name="connsiteY2" fmla="*/ 66040 h 88233"/>
              <a:gd name="connsiteX3" fmla="*/ 0 w 599440"/>
              <a:gd name="connsiteY3" fmla="*/ 0 h 88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" h="88233">
                <a:moveTo>
                  <a:pt x="599440" y="25400"/>
                </a:moveTo>
                <a:cubicBezTo>
                  <a:pt x="502496" y="64770"/>
                  <a:pt x="409787" y="79587"/>
                  <a:pt x="340360" y="86360"/>
                </a:cubicBezTo>
                <a:cubicBezTo>
                  <a:pt x="270933" y="93133"/>
                  <a:pt x="239607" y="80433"/>
                  <a:pt x="182880" y="66040"/>
                </a:cubicBezTo>
                <a:cubicBezTo>
                  <a:pt x="126153" y="51647"/>
                  <a:pt x="74506" y="25400"/>
                  <a:pt x="0" y="0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3999EACC-3D07-4D27-8B1B-C7CA24709A50}"/>
              </a:ext>
            </a:extLst>
          </p:cNvPr>
          <p:cNvSpPr/>
          <p:nvPr/>
        </p:nvSpPr>
        <p:spPr>
          <a:xfrm>
            <a:off x="3289578" y="3536403"/>
            <a:ext cx="5569" cy="848360"/>
          </a:xfrm>
          <a:custGeom>
            <a:avLst/>
            <a:gdLst>
              <a:gd name="connsiteX0" fmla="*/ 5569 w 5569"/>
              <a:gd name="connsiteY0" fmla="*/ 0 h 848360"/>
              <a:gd name="connsiteX1" fmla="*/ 489 w 5569"/>
              <a:gd name="connsiteY1" fmla="*/ 624840 h 848360"/>
              <a:gd name="connsiteX2" fmla="*/ 489 w 5569"/>
              <a:gd name="connsiteY2" fmla="*/ 848360 h 848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69" h="848360">
                <a:moveTo>
                  <a:pt x="5569" y="0"/>
                </a:moveTo>
                <a:cubicBezTo>
                  <a:pt x="3452" y="241723"/>
                  <a:pt x="1336" y="483447"/>
                  <a:pt x="489" y="624840"/>
                </a:cubicBezTo>
                <a:cubicBezTo>
                  <a:pt x="-358" y="766233"/>
                  <a:pt x="65" y="807296"/>
                  <a:pt x="489" y="848360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1" name="Group 420">
            <a:extLst>
              <a:ext uri="{FF2B5EF4-FFF2-40B4-BE49-F238E27FC236}">
                <a16:creationId xmlns:a16="http://schemas.microsoft.com/office/drawing/2014/main" id="{BA2635C9-CB4C-4198-A5DA-1607A8B8BB92}"/>
              </a:ext>
            </a:extLst>
          </p:cNvPr>
          <p:cNvGrpSpPr/>
          <p:nvPr/>
        </p:nvGrpSpPr>
        <p:grpSpPr>
          <a:xfrm>
            <a:off x="2452133" y="2087371"/>
            <a:ext cx="1582294" cy="2105755"/>
            <a:chOff x="2048576" y="2849056"/>
            <a:chExt cx="2091261" cy="2887512"/>
          </a:xfrm>
          <a:solidFill>
            <a:schemeClr val="accent1">
              <a:lumMod val="20000"/>
              <a:lumOff val="80000"/>
              <a:alpha val="40000"/>
            </a:schemeClr>
          </a:solidFill>
        </p:grpSpPr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C156675A-E359-4296-BAF0-9C1310B7EDA7}"/>
                </a:ext>
              </a:extLst>
            </p:cNvPr>
            <p:cNvSpPr/>
            <p:nvPr/>
          </p:nvSpPr>
          <p:spPr>
            <a:xfrm>
              <a:off x="2639344" y="2995192"/>
              <a:ext cx="809394" cy="454550"/>
            </a:xfrm>
            <a:custGeom>
              <a:avLst/>
              <a:gdLst>
                <a:gd name="connsiteX0" fmla="*/ 8144 w 865591"/>
                <a:gd name="connsiteY0" fmla="*/ 463174 h 530013"/>
                <a:gd name="connsiteX1" fmla="*/ 236744 w 865591"/>
                <a:gd name="connsiteY1" fmla="*/ 251507 h 530013"/>
                <a:gd name="connsiteX2" fmla="*/ 355277 w 865591"/>
                <a:gd name="connsiteY2" fmla="*/ 56774 h 530013"/>
                <a:gd name="connsiteX3" fmla="*/ 473810 w 865591"/>
                <a:gd name="connsiteY3" fmla="*/ 14440 h 530013"/>
                <a:gd name="connsiteX4" fmla="*/ 592344 w 865591"/>
                <a:gd name="connsiteY4" fmla="*/ 22907 h 530013"/>
                <a:gd name="connsiteX5" fmla="*/ 660077 w 865591"/>
                <a:gd name="connsiteY5" fmla="*/ 268440 h 530013"/>
                <a:gd name="connsiteX6" fmla="*/ 854810 w 865591"/>
                <a:gd name="connsiteY6" fmla="*/ 454707 h 530013"/>
                <a:gd name="connsiteX7" fmla="*/ 829410 w 865591"/>
                <a:gd name="connsiteY7" fmla="*/ 522440 h 530013"/>
                <a:gd name="connsiteX8" fmla="*/ 736277 w 865591"/>
                <a:gd name="connsiteY8" fmla="*/ 505507 h 530013"/>
                <a:gd name="connsiteX9" fmla="*/ 558477 w 865591"/>
                <a:gd name="connsiteY9" fmla="*/ 319240 h 530013"/>
                <a:gd name="connsiteX10" fmla="*/ 516144 w 865591"/>
                <a:gd name="connsiteY10" fmla="*/ 149907 h 530013"/>
                <a:gd name="connsiteX11" fmla="*/ 389144 w 865591"/>
                <a:gd name="connsiteY11" fmla="*/ 141440 h 530013"/>
                <a:gd name="connsiteX12" fmla="*/ 329877 w 865591"/>
                <a:gd name="connsiteY12" fmla="*/ 302307 h 530013"/>
                <a:gd name="connsiteX13" fmla="*/ 75877 w 865591"/>
                <a:gd name="connsiteY13" fmla="*/ 505507 h 530013"/>
                <a:gd name="connsiteX14" fmla="*/ 8144 w 865591"/>
                <a:gd name="connsiteY14" fmla="*/ 463174 h 530013"/>
                <a:gd name="connsiteX0" fmla="*/ 8144 w 865591"/>
                <a:gd name="connsiteY0" fmla="*/ 469659 h 536498"/>
                <a:gd name="connsiteX1" fmla="*/ 236744 w 865591"/>
                <a:gd name="connsiteY1" fmla="*/ 257992 h 536498"/>
                <a:gd name="connsiteX2" fmla="*/ 355277 w 865591"/>
                <a:gd name="connsiteY2" fmla="*/ 63259 h 536498"/>
                <a:gd name="connsiteX3" fmla="*/ 438885 w 865591"/>
                <a:gd name="connsiteY3" fmla="*/ 8225 h 536498"/>
                <a:gd name="connsiteX4" fmla="*/ 592344 w 865591"/>
                <a:gd name="connsiteY4" fmla="*/ 29392 h 536498"/>
                <a:gd name="connsiteX5" fmla="*/ 660077 w 865591"/>
                <a:gd name="connsiteY5" fmla="*/ 274925 h 536498"/>
                <a:gd name="connsiteX6" fmla="*/ 854810 w 865591"/>
                <a:gd name="connsiteY6" fmla="*/ 461192 h 536498"/>
                <a:gd name="connsiteX7" fmla="*/ 829410 w 865591"/>
                <a:gd name="connsiteY7" fmla="*/ 528925 h 536498"/>
                <a:gd name="connsiteX8" fmla="*/ 736277 w 865591"/>
                <a:gd name="connsiteY8" fmla="*/ 511992 h 536498"/>
                <a:gd name="connsiteX9" fmla="*/ 558477 w 865591"/>
                <a:gd name="connsiteY9" fmla="*/ 325725 h 536498"/>
                <a:gd name="connsiteX10" fmla="*/ 516144 w 865591"/>
                <a:gd name="connsiteY10" fmla="*/ 156392 h 536498"/>
                <a:gd name="connsiteX11" fmla="*/ 389144 w 865591"/>
                <a:gd name="connsiteY11" fmla="*/ 147925 h 536498"/>
                <a:gd name="connsiteX12" fmla="*/ 329877 w 865591"/>
                <a:gd name="connsiteY12" fmla="*/ 308792 h 536498"/>
                <a:gd name="connsiteX13" fmla="*/ 75877 w 865591"/>
                <a:gd name="connsiteY13" fmla="*/ 511992 h 536498"/>
                <a:gd name="connsiteX14" fmla="*/ 8144 w 865591"/>
                <a:gd name="connsiteY14" fmla="*/ 469659 h 536498"/>
                <a:gd name="connsiteX0" fmla="*/ 8144 w 865591"/>
                <a:gd name="connsiteY0" fmla="*/ 468024 h 534863"/>
                <a:gd name="connsiteX1" fmla="*/ 236744 w 865591"/>
                <a:gd name="connsiteY1" fmla="*/ 256357 h 534863"/>
                <a:gd name="connsiteX2" fmla="*/ 355277 w 865591"/>
                <a:gd name="connsiteY2" fmla="*/ 61624 h 534863"/>
                <a:gd name="connsiteX3" fmla="*/ 438885 w 865591"/>
                <a:gd name="connsiteY3" fmla="*/ 6590 h 534863"/>
                <a:gd name="connsiteX4" fmla="*/ 570119 w 865591"/>
                <a:gd name="connsiteY4" fmla="*/ 30932 h 534863"/>
                <a:gd name="connsiteX5" fmla="*/ 660077 w 865591"/>
                <a:gd name="connsiteY5" fmla="*/ 273290 h 534863"/>
                <a:gd name="connsiteX6" fmla="*/ 854810 w 865591"/>
                <a:gd name="connsiteY6" fmla="*/ 459557 h 534863"/>
                <a:gd name="connsiteX7" fmla="*/ 829410 w 865591"/>
                <a:gd name="connsiteY7" fmla="*/ 527290 h 534863"/>
                <a:gd name="connsiteX8" fmla="*/ 736277 w 865591"/>
                <a:gd name="connsiteY8" fmla="*/ 510357 h 534863"/>
                <a:gd name="connsiteX9" fmla="*/ 558477 w 865591"/>
                <a:gd name="connsiteY9" fmla="*/ 324090 h 534863"/>
                <a:gd name="connsiteX10" fmla="*/ 516144 w 865591"/>
                <a:gd name="connsiteY10" fmla="*/ 154757 h 534863"/>
                <a:gd name="connsiteX11" fmla="*/ 389144 w 865591"/>
                <a:gd name="connsiteY11" fmla="*/ 146290 h 534863"/>
                <a:gd name="connsiteX12" fmla="*/ 329877 w 865591"/>
                <a:gd name="connsiteY12" fmla="*/ 307157 h 534863"/>
                <a:gd name="connsiteX13" fmla="*/ 75877 w 865591"/>
                <a:gd name="connsiteY13" fmla="*/ 510357 h 534863"/>
                <a:gd name="connsiteX14" fmla="*/ 8144 w 865591"/>
                <a:gd name="connsiteY14" fmla="*/ 468024 h 534863"/>
                <a:gd name="connsiteX0" fmla="*/ 8144 w 865591"/>
                <a:gd name="connsiteY0" fmla="*/ 468024 h 534863"/>
                <a:gd name="connsiteX1" fmla="*/ 236744 w 865591"/>
                <a:gd name="connsiteY1" fmla="*/ 256357 h 534863"/>
                <a:gd name="connsiteX2" fmla="*/ 355277 w 865591"/>
                <a:gd name="connsiteY2" fmla="*/ 61624 h 534863"/>
                <a:gd name="connsiteX3" fmla="*/ 438885 w 865591"/>
                <a:gd name="connsiteY3" fmla="*/ 6590 h 534863"/>
                <a:gd name="connsiteX4" fmla="*/ 570119 w 865591"/>
                <a:gd name="connsiteY4" fmla="*/ 30932 h 534863"/>
                <a:gd name="connsiteX5" fmla="*/ 660077 w 865591"/>
                <a:gd name="connsiteY5" fmla="*/ 273290 h 534863"/>
                <a:gd name="connsiteX6" fmla="*/ 854810 w 865591"/>
                <a:gd name="connsiteY6" fmla="*/ 459557 h 534863"/>
                <a:gd name="connsiteX7" fmla="*/ 829410 w 865591"/>
                <a:gd name="connsiteY7" fmla="*/ 527290 h 534863"/>
                <a:gd name="connsiteX8" fmla="*/ 736277 w 865591"/>
                <a:gd name="connsiteY8" fmla="*/ 510357 h 534863"/>
                <a:gd name="connsiteX9" fmla="*/ 558477 w 865591"/>
                <a:gd name="connsiteY9" fmla="*/ 324090 h 534863"/>
                <a:gd name="connsiteX10" fmla="*/ 516144 w 865591"/>
                <a:gd name="connsiteY10" fmla="*/ 154757 h 534863"/>
                <a:gd name="connsiteX11" fmla="*/ 389144 w 865591"/>
                <a:gd name="connsiteY11" fmla="*/ 146290 h 534863"/>
                <a:gd name="connsiteX12" fmla="*/ 329877 w 865591"/>
                <a:gd name="connsiteY12" fmla="*/ 307157 h 534863"/>
                <a:gd name="connsiteX13" fmla="*/ 75877 w 865591"/>
                <a:gd name="connsiteY13" fmla="*/ 510357 h 534863"/>
                <a:gd name="connsiteX14" fmla="*/ 8144 w 865591"/>
                <a:gd name="connsiteY14" fmla="*/ 468024 h 534863"/>
                <a:gd name="connsiteX0" fmla="*/ 8144 w 865591"/>
                <a:gd name="connsiteY0" fmla="*/ 468024 h 534863"/>
                <a:gd name="connsiteX1" fmla="*/ 236744 w 865591"/>
                <a:gd name="connsiteY1" fmla="*/ 256357 h 534863"/>
                <a:gd name="connsiteX2" fmla="*/ 355277 w 865591"/>
                <a:gd name="connsiteY2" fmla="*/ 61624 h 534863"/>
                <a:gd name="connsiteX3" fmla="*/ 438885 w 865591"/>
                <a:gd name="connsiteY3" fmla="*/ 6590 h 534863"/>
                <a:gd name="connsiteX4" fmla="*/ 570119 w 865591"/>
                <a:gd name="connsiteY4" fmla="*/ 30932 h 534863"/>
                <a:gd name="connsiteX5" fmla="*/ 660077 w 865591"/>
                <a:gd name="connsiteY5" fmla="*/ 273290 h 534863"/>
                <a:gd name="connsiteX6" fmla="*/ 854810 w 865591"/>
                <a:gd name="connsiteY6" fmla="*/ 459557 h 534863"/>
                <a:gd name="connsiteX7" fmla="*/ 829410 w 865591"/>
                <a:gd name="connsiteY7" fmla="*/ 527290 h 534863"/>
                <a:gd name="connsiteX8" fmla="*/ 736277 w 865591"/>
                <a:gd name="connsiteY8" fmla="*/ 510357 h 534863"/>
                <a:gd name="connsiteX9" fmla="*/ 558477 w 865591"/>
                <a:gd name="connsiteY9" fmla="*/ 324090 h 534863"/>
                <a:gd name="connsiteX10" fmla="*/ 535194 w 865591"/>
                <a:gd name="connsiteY10" fmla="*/ 110307 h 534863"/>
                <a:gd name="connsiteX11" fmla="*/ 389144 w 865591"/>
                <a:gd name="connsiteY11" fmla="*/ 146290 h 534863"/>
                <a:gd name="connsiteX12" fmla="*/ 329877 w 865591"/>
                <a:gd name="connsiteY12" fmla="*/ 307157 h 534863"/>
                <a:gd name="connsiteX13" fmla="*/ 75877 w 865591"/>
                <a:gd name="connsiteY13" fmla="*/ 510357 h 534863"/>
                <a:gd name="connsiteX14" fmla="*/ 8144 w 865591"/>
                <a:gd name="connsiteY14" fmla="*/ 468024 h 534863"/>
                <a:gd name="connsiteX0" fmla="*/ 8144 w 865591"/>
                <a:gd name="connsiteY0" fmla="*/ 468024 h 534863"/>
                <a:gd name="connsiteX1" fmla="*/ 236744 w 865591"/>
                <a:gd name="connsiteY1" fmla="*/ 256357 h 534863"/>
                <a:gd name="connsiteX2" fmla="*/ 355277 w 865591"/>
                <a:gd name="connsiteY2" fmla="*/ 61624 h 534863"/>
                <a:gd name="connsiteX3" fmla="*/ 438885 w 865591"/>
                <a:gd name="connsiteY3" fmla="*/ 6590 h 534863"/>
                <a:gd name="connsiteX4" fmla="*/ 570119 w 865591"/>
                <a:gd name="connsiteY4" fmla="*/ 30932 h 534863"/>
                <a:gd name="connsiteX5" fmla="*/ 660077 w 865591"/>
                <a:gd name="connsiteY5" fmla="*/ 273290 h 534863"/>
                <a:gd name="connsiteX6" fmla="*/ 854810 w 865591"/>
                <a:gd name="connsiteY6" fmla="*/ 459557 h 534863"/>
                <a:gd name="connsiteX7" fmla="*/ 829410 w 865591"/>
                <a:gd name="connsiteY7" fmla="*/ 527290 h 534863"/>
                <a:gd name="connsiteX8" fmla="*/ 736277 w 865591"/>
                <a:gd name="connsiteY8" fmla="*/ 510357 h 534863"/>
                <a:gd name="connsiteX9" fmla="*/ 558477 w 865591"/>
                <a:gd name="connsiteY9" fmla="*/ 324090 h 534863"/>
                <a:gd name="connsiteX10" fmla="*/ 535194 w 865591"/>
                <a:gd name="connsiteY10" fmla="*/ 110307 h 534863"/>
                <a:gd name="connsiteX11" fmla="*/ 437827 w 865591"/>
                <a:gd name="connsiteY11" fmla="*/ 94432 h 534863"/>
                <a:gd name="connsiteX12" fmla="*/ 389144 w 865591"/>
                <a:gd name="connsiteY12" fmla="*/ 146290 h 534863"/>
                <a:gd name="connsiteX13" fmla="*/ 329877 w 865591"/>
                <a:gd name="connsiteY13" fmla="*/ 307157 h 534863"/>
                <a:gd name="connsiteX14" fmla="*/ 75877 w 865591"/>
                <a:gd name="connsiteY14" fmla="*/ 510357 h 534863"/>
                <a:gd name="connsiteX15" fmla="*/ 8144 w 865591"/>
                <a:gd name="connsiteY15" fmla="*/ 468024 h 534863"/>
                <a:gd name="connsiteX0" fmla="*/ 8144 w 865591"/>
                <a:gd name="connsiteY0" fmla="*/ 468024 h 535579"/>
                <a:gd name="connsiteX1" fmla="*/ 236744 w 865591"/>
                <a:gd name="connsiteY1" fmla="*/ 256357 h 535579"/>
                <a:gd name="connsiteX2" fmla="*/ 355277 w 865591"/>
                <a:gd name="connsiteY2" fmla="*/ 61624 h 535579"/>
                <a:gd name="connsiteX3" fmla="*/ 438885 w 865591"/>
                <a:gd name="connsiteY3" fmla="*/ 6590 h 535579"/>
                <a:gd name="connsiteX4" fmla="*/ 570119 w 865591"/>
                <a:gd name="connsiteY4" fmla="*/ 30932 h 535579"/>
                <a:gd name="connsiteX5" fmla="*/ 660077 w 865591"/>
                <a:gd name="connsiteY5" fmla="*/ 273290 h 535579"/>
                <a:gd name="connsiteX6" fmla="*/ 854810 w 865591"/>
                <a:gd name="connsiteY6" fmla="*/ 459557 h 535579"/>
                <a:gd name="connsiteX7" fmla="*/ 829410 w 865591"/>
                <a:gd name="connsiteY7" fmla="*/ 527290 h 535579"/>
                <a:gd name="connsiteX8" fmla="*/ 736277 w 865591"/>
                <a:gd name="connsiteY8" fmla="*/ 510357 h 535579"/>
                <a:gd name="connsiteX9" fmla="*/ 631502 w 865591"/>
                <a:gd name="connsiteY9" fmla="*/ 311390 h 535579"/>
                <a:gd name="connsiteX10" fmla="*/ 535194 w 865591"/>
                <a:gd name="connsiteY10" fmla="*/ 110307 h 535579"/>
                <a:gd name="connsiteX11" fmla="*/ 437827 w 865591"/>
                <a:gd name="connsiteY11" fmla="*/ 94432 h 535579"/>
                <a:gd name="connsiteX12" fmla="*/ 389144 w 865591"/>
                <a:gd name="connsiteY12" fmla="*/ 146290 h 535579"/>
                <a:gd name="connsiteX13" fmla="*/ 329877 w 865591"/>
                <a:gd name="connsiteY13" fmla="*/ 307157 h 535579"/>
                <a:gd name="connsiteX14" fmla="*/ 75877 w 865591"/>
                <a:gd name="connsiteY14" fmla="*/ 510357 h 535579"/>
                <a:gd name="connsiteX15" fmla="*/ 8144 w 865591"/>
                <a:gd name="connsiteY15" fmla="*/ 468024 h 535579"/>
                <a:gd name="connsiteX0" fmla="*/ 8144 w 863311"/>
                <a:gd name="connsiteY0" fmla="*/ 467674 h 535229"/>
                <a:gd name="connsiteX1" fmla="*/ 236744 w 863311"/>
                <a:gd name="connsiteY1" fmla="*/ 256007 h 535229"/>
                <a:gd name="connsiteX2" fmla="*/ 355277 w 863311"/>
                <a:gd name="connsiteY2" fmla="*/ 61274 h 535229"/>
                <a:gd name="connsiteX3" fmla="*/ 438885 w 863311"/>
                <a:gd name="connsiteY3" fmla="*/ 6240 h 535229"/>
                <a:gd name="connsiteX4" fmla="*/ 570119 w 863311"/>
                <a:gd name="connsiteY4" fmla="*/ 30582 h 535229"/>
                <a:gd name="connsiteX5" fmla="*/ 691827 w 863311"/>
                <a:gd name="connsiteY5" fmla="*/ 266590 h 535229"/>
                <a:gd name="connsiteX6" fmla="*/ 854810 w 863311"/>
                <a:gd name="connsiteY6" fmla="*/ 459207 h 535229"/>
                <a:gd name="connsiteX7" fmla="*/ 829410 w 863311"/>
                <a:gd name="connsiteY7" fmla="*/ 526940 h 535229"/>
                <a:gd name="connsiteX8" fmla="*/ 736277 w 863311"/>
                <a:gd name="connsiteY8" fmla="*/ 510007 h 535229"/>
                <a:gd name="connsiteX9" fmla="*/ 631502 w 863311"/>
                <a:gd name="connsiteY9" fmla="*/ 311040 h 535229"/>
                <a:gd name="connsiteX10" fmla="*/ 535194 w 863311"/>
                <a:gd name="connsiteY10" fmla="*/ 109957 h 535229"/>
                <a:gd name="connsiteX11" fmla="*/ 437827 w 863311"/>
                <a:gd name="connsiteY11" fmla="*/ 94082 h 535229"/>
                <a:gd name="connsiteX12" fmla="*/ 389144 w 863311"/>
                <a:gd name="connsiteY12" fmla="*/ 145940 h 535229"/>
                <a:gd name="connsiteX13" fmla="*/ 329877 w 863311"/>
                <a:gd name="connsiteY13" fmla="*/ 306807 h 535229"/>
                <a:gd name="connsiteX14" fmla="*/ 75877 w 863311"/>
                <a:gd name="connsiteY14" fmla="*/ 510007 h 535229"/>
                <a:gd name="connsiteX15" fmla="*/ 8144 w 863311"/>
                <a:gd name="connsiteY15" fmla="*/ 467674 h 535229"/>
                <a:gd name="connsiteX0" fmla="*/ 8144 w 862700"/>
                <a:gd name="connsiteY0" fmla="*/ 467674 h 527540"/>
                <a:gd name="connsiteX1" fmla="*/ 236744 w 862700"/>
                <a:gd name="connsiteY1" fmla="*/ 256007 h 527540"/>
                <a:gd name="connsiteX2" fmla="*/ 355277 w 862700"/>
                <a:gd name="connsiteY2" fmla="*/ 61274 h 527540"/>
                <a:gd name="connsiteX3" fmla="*/ 438885 w 862700"/>
                <a:gd name="connsiteY3" fmla="*/ 6240 h 527540"/>
                <a:gd name="connsiteX4" fmla="*/ 570119 w 862700"/>
                <a:gd name="connsiteY4" fmla="*/ 30582 h 527540"/>
                <a:gd name="connsiteX5" fmla="*/ 691827 w 862700"/>
                <a:gd name="connsiteY5" fmla="*/ 266590 h 527540"/>
                <a:gd name="connsiteX6" fmla="*/ 854810 w 862700"/>
                <a:gd name="connsiteY6" fmla="*/ 459207 h 527540"/>
                <a:gd name="connsiteX7" fmla="*/ 829410 w 862700"/>
                <a:gd name="connsiteY7" fmla="*/ 526940 h 527540"/>
                <a:gd name="connsiteX8" fmla="*/ 761677 w 862700"/>
                <a:gd name="connsiteY8" fmla="*/ 481432 h 527540"/>
                <a:gd name="connsiteX9" fmla="*/ 631502 w 862700"/>
                <a:gd name="connsiteY9" fmla="*/ 311040 h 527540"/>
                <a:gd name="connsiteX10" fmla="*/ 535194 w 862700"/>
                <a:gd name="connsiteY10" fmla="*/ 109957 h 527540"/>
                <a:gd name="connsiteX11" fmla="*/ 437827 w 862700"/>
                <a:gd name="connsiteY11" fmla="*/ 94082 h 527540"/>
                <a:gd name="connsiteX12" fmla="*/ 389144 w 862700"/>
                <a:gd name="connsiteY12" fmla="*/ 145940 h 527540"/>
                <a:gd name="connsiteX13" fmla="*/ 329877 w 862700"/>
                <a:gd name="connsiteY13" fmla="*/ 306807 h 527540"/>
                <a:gd name="connsiteX14" fmla="*/ 75877 w 862700"/>
                <a:gd name="connsiteY14" fmla="*/ 510007 h 527540"/>
                <a:gd name="connsiteX15" fmla="*/ 8144 w 862700"/>
                <a:gd name="connsiteY15" fmla="*/ 467674 h 527540"/>
                <a:gd name="connsiteX0" fmla="*/ 8144 w 868365"/>
                <a:gd name="connsiteY0" fmla="*/ 467674 h 519529"/>
                <a:gd name="connsiteX1" fmla="*/ 236744 w 868365"/>
                <a:gd name="connsiteY1" fmla="*/ 256007 h 519529"/>
                <a:gd name="connsiteX2" fmla="*/ 355277 w 868365"/>
                <a:gd name="connsiteY2" fmla="*/ 61274 h 519529"/>
                <a:gd name="connsiteX3" fmla="*/ 438885 w 868365"/>
                <a:gd name="connsiteY3" fmla="*/ 6240 h 519529"/>
                <a:gd name="connsiteX4" fmla="*/ 570119 w 868365"/>
                <a:gd name="connsiteY4" fmla="*/ 30582 h 519529"/>
                <a:gd name="connsiteX5" fmla="*/ 691827 w 868365"/>
                <a:gd name="connsiteY5" fmla="*/ 266590 h 519529"/>
                <a:gd name="connsiteX6" fmla="*/ 854810 w 868365"/>
                <a:gd name="connsiteY6" fmla="*/ 459207 h 519529"/>
                <a:gd name="connsiteX7" fmla="*/ 848460 w 868365"/>
                <a:gd name="connsiteY7" fmla="*/ 501540 h 519529"/>
                <a:gd name="connsiteX8" fmla="*/ 761677 w 868365"/>
                <a:gd name="connsiteY8" fmla="*/ 481432 h 519529"/>
                <a:gd name="connsiteX9" fmla="*/ 631502 w 868365"/>
                <a:gd name="connsiteY9" fmla="*/ 311040 h 519529"/>
                <a:gd name="connsiteX10" fmla="*/ 535194 w 868365"/>
                <a:gd name="connsiteY10" fmla="*/ 109957 h 519529"/>
                <a:gd name="connsiteX11" fmla="*/ 437827 w 868365"/>
                <a:gd name="connsiteY11" fmla="*/ 94082 h 519529"/>
                <a:gd name="connsiteX12" fmla="*/ 389144 w 868365"/>
                <a:gd name="connsiteY12" fmla="*/ 145940 h 519529"/>
                <a:gd name="connsiteX13" fmla="*/ 329877 w 868365"/>
                <a:gd name="connsiteY13" fmla="*/ 306807 h 519529"/>
                <a:gd name="connsiteX14" fmla="*/ 75877 w 868365"/>
                <a:gd name="connsiteY14" fmla="*/ 510007 h 519529"/>
                <a:gd name="connsiteX15" fmla="*/ 8144 w 868365"/>
                <a:gd name="connsiteY15" fmla="*/ 467674 h 519529"/>
                <a:gd name="connsiteX0" fmla="*/ 8144 w 883560"/>
                <a:gd name="connsiteY0" fmla="*/ 467674 h 519529"/>
                <a:gd name="connsiteX1" fmla="*/ 236744 w 883560"/>
                <a:gd name="connsiteY1" fmla="*/ 256007 h 519529"/>
                <a:gd name="connsiteX2" fmla="*/ 355277 w 883560"/>
                <a:gd name="connsiteY2" fmla="*/ 61274 h 519529"/>
                <a:gd name="connsiteX3" fmla="*/ 438885 w 883560"/>
                <a:gd name="connsiteY3" fmla="*/ 6240 h 519529"/>
                <a:gd name="connsiteX4" fmla="*/ 570119 w 883560"/>
                <a:gd name="connsiteY4" fmla="*/ 30582 h 519529"/>
                <a:gd name="connsiteX5" fmla="*/ 691827 w 883560"/>
                <a:gd name="connsiteY5" fmla="*/ 266590 h 519529"/>
                <a:gd name="connsiteX6" fmla="*/ 873860 w 883560"/>
                <a:gd name="connsiteY6" fmla="*/ 417932 h 519529"/>
                <a:gd name="connsiteX7" fmla="*/ 848460 w 883560"/>
                <a:gd name="connsiteY7" fmla="*/ 501540 h 519529"/>
                <a:gd name="connsiteX8" fmla="*/ 761677 w 883560"/>
                <a:gd name="connsiteY8" fmla="*/ 481432 h 519529"/>
                <a:gd name="connsiteX9" fmla="*/ 631502 w 883560"/>
                <a:gd name="connsiteY9" fmla="*/ 311040 h 519529"/>
                <a:gd name="connsiteX10" fmla="*/ 535194 w 883560"/>
                <a:gd name="connsiteY10" fmla="*/ 109957 h 519529"/>
                <a:gd name="connsiteX11" fmla="*/ 437827 w 883560"/>
                <a:gd name="connsiteY11" fmla="*/ 94082 h 519529"/>
                <a:gd name="connsiteX12" fmla="*/ 389144 w 883560"/>
                <a:gd name="connsiteY12" fmla="*/ 145940 h 519529"/>
                <a:gd name="connsiteX13" fmla="*/ 329877 w 883560"/>
                <a:gd name="connsiteY13" fmla="*/ 306807 h 519529"/>
                <a:gd name="connsiteX14" fmla="*/ 75877 w 883560"/>
                <a:gd name="connsiteY14" fmla="*/ 510007 h 519529"/>
                <a:gd name="connsiteX15" fmla="*/ 8144 w 883560"/>
                <a:gd name="connsiteY15" fmla="*/ 467674 h 519529"/>
                <a:gd name="connsiteX0" fmla="*/ 8144 w 894097"/>
                <a:gd name="connsiteY0" fmla="*/ 467674 h 519529"/>
                <a:gd name="connsiteX1" fmla="*/ 236744 w 894097"/>
                <a:gd name="connsiteY1" fmla="*/ 256007 h 519529"/>
                <a:gd name="connsiteX2" fmla="*/ 355277 w 894097"/>
                <a:gd name="connsiteY2" fmla="*/ 61274 h 519529"/>
                <a:gd name="connsiteX3" fmla="*/ 438885 w 894097"/>
                <a:gd name="connsiteY3" fmla="*/ 6240 h 519529"/>
                <a:gd name="connsiteX4" fmla="*/ 570119 w 894097"/>
                <a:gd name="connsiteY4" fmla="*/ 30582 h 519529"/>
                <a:gd name="connsiteX5" fmla="*/ 691827 w 894097"/>
                <a:gd name="connsiteY5" fmla="*/ 266590 h 519529"/>
                <a:gd name="connsiteX6" fmla="*/ 873860 w 894097"/>
                <a:gd name="connsiteY6" fmla="*/ 417932 h 519529"/>
                <a:gd name="connsiteX7" fmla="*/ 877035 w 894097"/>
                <a:gd name="connsiteY7" fmla="*/ 463440 h 519529"/>
                <a:gd name="connsiteX8" fmla="*/ 761677 w 894097"/>
                <a:gd name="connsiteY8" fmla="*/ 481432 h 519529"/>
                <a:gd name="connsiteX9" fmla="*/ 631502 w 894097"/>
                <a:gd name="connsiteY9" fmla="*/ 311040 h 519529"/>
                <a:gd name="connsiteX10" fmla="*/ 535194 w 894097"/>
                <a:gd name="connsiteY10" fmla="*/ 109957 h 519529"/>
                <a:gd name="connsiteX11" fmla="*/ 437827 w 894097"/>
                <a:gd name="connsiteY11" fmla="*/ 94082 h 519529"/>
                <a:gd name="connsiteX12" fmla="*/ 389144 w 894097"/>
                <a:gd name="connsiteY12" fmla="*/ 145940 h 519529"/>
                <a:gd name="connsiteX13" fmla="*/ 329877 w 894097"/>
                <a:gd name="connsiteY13" fmla="*/ 306807 h 519529"/>
                <a:gd name="connsiteX14" fmla="*/ 75877 w 894097"/>
                <a:gd name="connsiteY14" fmla="*/ 510007 h 519529"/>
                <a:gd name="connsiteX15" fmla="*/ 8144 w 894097"/>
                <a:gd name="connsiteY15" fmla="*/ 467674 h 519529"/>
                <a:gd name="connsiteX0" fmla="*/ 8144 w 892825"/>
                <a:gd name="connsiteY0" fmla="*/ 467674 h 519529"/>
                <a:gd name="connsiteX1" fmla="*/ 236744 w 892825"/>
                <a:gd name="connsiteY1" fmla="*/ 256007 h 519529"/>
                <a:gd name="connsiteX2" fmla="*/ 355277 w 892825"/>
                <a:gd name="connsiteY2" fmla="*/ 61274 h 519529"/>
                <a:gd name="connsiteX3" fmla="*/ 438885 w 892825"/>
                <a:gd name="connsiteY3" fmla="*/ 6240 h 519529"/>
                <a:gd name="connsiteX4" fmla="*/ 570119 w 892825"/>
                <a:gd name="connsiteY4" fmla="*/ 30582 h 519529"/>
                <a:gd name="connsiteX5" fmla="*/ 691827 w 892825"/>
                <a:gd name="connsiteY5" fmla="*/ 266590 h 519529"/>
                <a:gd name="connsiteX6" fmla="*/ 873860 w 892825"/>
                <a:gd name="connsiteY6" fmla="*/ 417932 h 519529"/>
                <a:gd name="connsiteX7" fmla="*/ 877035 w 892825"/>
                <a:gd name="connsiteY7" fmla="*/ 463440 h 519529"/>
                <a:gd name="connsiteX8" fmla="*/ 783902 w 892825"/>
                <a:gd name="connsiteY8" fmla="*/ 443332 h 519529"/>
                <a:gd name="connsiteX9" fmla="*/ 631502 w 892825"/>
                <a:gd name="connsiteY9" fmla="*/ 311040 h 519529"/>
                <a:gd name="connsiteX10" fmla="*/ 535194 w 892825"/>
                <a:gd name="connsiteY10" fmla="*/ 109957 h 519529"/>
                <a:gd name="connsiteX11" fmla="*/ 437827 w 892825"/>
                <a:gd name="connsiteY11" fmla="*/ 94082 h 519529"/>
                <a:gd name="connsiteX12" fmla="*/ 389144 w 892825"/>
                <a:gd name="connsiteY12" fmla="*/ 145940 h 519529"/>
                <a:gd name="connsiteX13" fmla="*/ 329877 w 892825"/>
                <a:gd name="connsiteY13" fmla="*/ 306807 h 519529"/>
                <a:gd name="connsiteX14" fmla="*/ 75877 w 892825"/>
                <a:gd name="connsiteY14" fmla="*/ 510007 h 519529"/>
                <a:gd name="connsiteX15" fmla="*/ 8144 w 892825"/>
                <a:gd name="connsiteY15" fmla="*/ 467674 h 519529"/>
                <a:gd name="connsiteX0" fmla="*/ 8144 w 883012"/>
                <a:gd name="connsiteY0" fmla="*/ 467674 h 519529"/>
                <a:gd name="connsiteX1" fmla="*/ 236744 w 883012"/>
                <a:gd name="connsiteY1" fmla="*/ 256007 h 519529"/>
                <a:gd name="connsiteX2" fmla="*/ 355277 w 883012"/>
                <a:gd name="connsiteY2" fmla="*/ 61274 h 519529"/>
                <a:gd name="connsiteX3" fmla="*/ 438885 w 883012"/>
                <a:gd name="connsiteY3" fmla="*/ 6240 h 519529"/>
                <a:gd name="connsiteX4" fmla="*/ 570119 w 883012"/>
                <a:gd name="connsiteY4" fmla="*/ 30582 h 519529"/>
                <a:gd name="connsiteX5" fmla="*/ 691827 w 883012"/>
                <a:gd name="connsiteY5" fmla="*/ 266590 h 519529"/>
                <a:gd name="connsiteX6" fmla="*/ 873860 w 883012"/>
                <a:gd name="connsiteY6" fmla="*/ 417932 h 519529"/>
                <a:gd name="connsiteX7" fmla="*/ 848460 w 883012"/>
                <a:gd name="connsiteY7" fmla="*/ 444390 h 519529"/>
                <a:gd name="connsiteX8" fmla="*/ 783902 w 883012"/>
                <a:gd name="connsiteY8" fmla="*/ 443332 h 519529"/>
                <a:gd name="connsiteX9" fmla="*/ 631502 w 883012"/>
                <a:gd name="connsiteY9" fmla="*/ 311040 h 519529"/>
                <a:gd name="connsiteX10" fmla="*/ 535194 w 883012"/>
                <a:gd name="connsiteY10" fmla="*/ 109957 h 519529"/>
                <a:gd name="connsiteX11" fmla="*/ 437827 w 883012"/>
                <a:gd name="connsiteY11" fmla="*/ 94082 h 519529"/>
                <a:gd name="connsiteX12" fmla="*/ 389144 w 883012"/>
                <a:gd name="connsiteY12" fmla="*/ 145940 h 519529"/>
                <a:gd name="connsiteX13" fmla="*/ 329877 w 883012"/>
                <a:gd name="connsiteY13" fmla="*/ 306807 h 519529"/>
                <a:gd name="connsiteX14" fmla="*/ 75877 w 883012"/>
                <a:gd name="connsiteY14" fmla="*/ 510007 h 519529"/>
                <a:gd name="connsiteX15" fmla="*/ 8144 w 883012"/>
                <a:gd name="connsiteY15" fmla="*/ 467674 h 519529"/>
                <a:gd name="connsiteX0" fmla="*/ 18839 w 842907"/>
                <a:gd name="connsiteY0" fmla="*/ 369249 h 510704"/>
                <a:gd name="connsiteX1" fmla="*/ 196639 w 842907"/>
                <a:gd name="connsiteY1" fmla="*/ 256007 h 510704"/>
                <a:gd name="connsiteX2" fmla="*/ 315172 w 842907"/>
                <a:gd name="connsiteY2" fmla="*/ 61274 h 510704"/>
                <a:gd name="connsiteX3" fmla="*/ 398780 w 842907"/>
                <a:gd name="connsiteY3" fmla="*/ 6240 h 510704"/>
                <a:gd name="connsiteX4" fmla="*/ 530014 w 842907"/>
                <a:gd name="connsiteY4" fmla="*/ 30582 h 510704"/>
                <a:gd name="connsiteX5" fmla="*/ 651722 w 842907"/>
                <a:gd name="connsiteY5" fmla="*/ 266590 h 510704"/>
                <a:gd name="connsiteX6" fmla="*/ 833755 w 842907"/>
                <a:gd name="connsiteY6" fmla="*/ 417932 h 510704"/>
                <a:gd name="connsiteX7" fmla="*/ 808355 w 842907"/>
                <a:gd name="connsiteY7" fmla="*/ 444390 h 510704"/>
                <a:gd name="connsiteX8" fmla="*/ 743797 w 842907"/>
                <a:gd name="connsiteY8" fmla="*/ 443332 h 510704"/>
                <a:gd name="connsiteX9" fmla="*/ 591397 w 842907"/>
                <a:gd name="connsiteY9" fmla="*/ 311040 h 510704"/>
                <a:gd name="connsiteX10" fmla="*/ 495089 w 842907"/>
                <a:gd name="connsiteY10" fmla="*/ 109957 h 510704"/>
                <a:gd name="connsiteX11" fmla="*/ 397722 w 842907"/>
                <a:gd name="connsiteY11" fmla="*/ 94082 h 510704"/>
                <a:gd name="connsiteX12" fmla="*/ 349039 w 842907"/>
                <a:gd name="connsiteY12" fmla="*/ 145940 h 510704"/>
                <a:gd name="connsiteX13" fmla="*/ 289772 w 842907"/>
                <a:gd name="connsiteY13" fmla="*/ 306807 h 510704"/>
                <a:gd name="connsiteX14" fmla="*/ 35772 w 842907"/>
                <a:gd name="connsiteY14" fmla="*/ 510007 h 510704"/>
                <a:gd name="connsiteX15" fmla="*/ 18839 w 842907"/>
                <a:gd name="connsiteY15" fmla="*/ 369249 h 510704"/>
                <a:gd name="connsiteX0" fmla="*/ 5938 w 830006"/>
                <a:gd name="connsiteY0" fmla="*/ 369249 h 454550"/>
                <a:gd name="connsiteX1" fmla="*/ 183738 w 830006"/>
                <a:gd name="connsiteY1" fmla="*/ 256007 h 454550"/>
                <a:gd name="connsiteX2" fmla="*/ 302271 w 830006"/>
                <a:gd name="connsiteY2" fmla="*/ 61274 h 454550"/>
                <a:gd name="connsiteX3" fmla="*/ 385879 w 830006"/>
                <a:gd name="connsiteY3" fmla="*/ 6240 h 454550"/>
                <a:gd name="connsiteX4" fmla="*/ 517113 w 830006"/>
                <a:gd name="connsiteY4" fmla="*/ 30582 h 454550"/>
                <a:gd name="connsiteX5" fmla="*/ 638821 w 830006"/>
                <a:gd name="connsiteY5" fmla="*/ 266590 h 454550"/>
                <a:gd name="connsiteX6" fmla="*/ 820854 w 830006"/>
                <a:gd name="connsiteY6" fmla="*/ 417932 h 454550"/>
                <a:gd name="connsiteX7" fmla="*/ 795454 w 830006"/>
                <a:gd name="connsiteY7" fmla="*/ 444390 h 454550"/>
                <a:gd name="connsiteX8" fmla="*/ 730896 w 830006"/>
                <a:gd name="connsiteY8" fmla="*/ 443332 h 454550"/>
                <a:gd name="connsiteX9" fmla="*/ 578496 w 830006"/>
                <a:gd name="connsiteY9" fmla="*/ 311040 h 454550"/>
                <a:gd name="connsiteX10" fmla="*/ 482188 w 830006"/>
                <a:gd name="connsiteY10" fmla="*/ 109957 h 454550"/>
                <a:gd name="connsiteX11" fmla="*/ 384821 w 830006"/>
                <a:gd name="connsiteY11" fmla="*/ 94082 h 454550"/>
                <a:gd name="connsiteX12" fmla="*/ 336138 w 830006"/>
                <a:gd name="connsiteY12" fmla="*/ 145940 h 454550"/>
                <a:gd name="connsiteX13" fmla="*/ 276871 w 830006"/>
                <a:gd name="connsiteY13" fmla="*/ 306807 h 454550"/>
                <a:gd name="connsiteX14" fmla="*/ 64146 w 830006"/>
                <a:gd name="connsiteY14" fmla="*/ 440157 h 454550"/>
                <a:gd name="connsiteX15" fmla="*/ 5938 w 830006"/>
                <a:gd name="connsiteY15" fmla="*/ 369249 h 454550"/>
                <a:gd name="connsiteX0" fmla="*/ 7351 w 818719"/>
                <a:gd name="connsiteY0" fmla="*/ 372424 h 454550"/>
                <a:gd name="connsiteX1" fmla="*/ 172451 w 818719"/>
                <a:gd name="connsiteY1" fmla="*/ 256007 h 454550"/>
                <a:gd name="connsiteX2" fmla="*/ 290984 w 818719"/>
                <a:gd name="connsiteY2" fmla="*/ 61274 h 454550"/>
                <a:gd name="connsiteX3" fmla="*/ 374592 w 818719"/>
                <a:gd name="connsiteY3" fmla="*/ 6240 h 454550"/>
                <a:gd name="connsiteX4" fmla="*/ 505826 w 818719"/>
                <a:gd name="connsiteY4" fmla="*/ 30582 h 454550"/>
                <a:gd name="connsiteX5" fmla="*/ 627534 w 818719"/>
                <a:gd name="connsiteY5" fmla="*/ 266590 h 454550"/>
                <a:gd name="connsiteX6" fmla="*/ 809567 w 818719"/>
                <a:gd name="connsiteY6" fmla="*/ 417932 h 454550"/>
                <a:gd name="connsiteX7" fmla="*/ 784167 w 818719"/>
                <a:gd name="connsiteY7" fmla="*/ 444390 h 454550"/>
                <a:gd name="connsiteX8" fmla="*/ 719609 w 818719"/>
                <a:gd name="connsiteY8" fmla="*/ 443332 h 454550"/>
                <a:gd name="connsiteX9" fmla="*/ 567209 w 818719"/>
                <a:gd name="connsiteY9" fmla="*/ 311040 h 454550"/>
                <a:gd name="connsiteX10" fmla="*/ 470901 w 818719"/>
                <a:gd name="connsiteY10" fmla="*/ 109957 h 454550"/>
                <a:gd name="connsiteX11" fmla="*/ 373534 w 818719"/>
                <a:gd name="connsiteY11" fmla="*/ 94082 h 454550"/>
                <a:gd name="connsiteX12" fmla="*/ 324851 w 818719"/>
                <a:gd name="connsiteY12" fmla="*/ 145940 h 454550"/>
                <a:gd name="connsiteX13" fmla="*/ 265584 w 818719"/>
                <a:gd name="connsiteY13" fmla="*/ 306807 h 454550"/>
                <a:gd name="connsiteX14" fmla="*/ 52859 w 818719"/>
                <a:gd name="connsiteY14" fmla="*/ 440157 h 454550"/>
                <a:gd name="connsiteX15" fmla="*/ 7351 w 818719"/>
                <a:gd name="connsiteY15" fmla="*/ 372424 h 454550"/>
                <a:gd name="connsiteX0" fmla="*/ 7059 w 818427"/>
                <a:gd name="connsiteY0" fmla="*/ 372424 h 454550"/>
                <a:gd name="connsiteX1" fmla="*/ 172159 w 818427"/>
                <a:gd name="connsiteY1" fmla="*/ 256007 h 454550"/>
                <a:gd name="connsiteX2" fmla="*/ 290692 w 818427"/>
                <a:gd name="connsiteY2" fmla="*/ 61274 h 454550"/>
                <a:gd name="connsiteX3" fmla="*/ 374300 w 818427"/>
                <a:gd name="connsiteY3" fmla="*/ 6240 h 454550"/>
                <a:gd name="connsiteX4" fmla="*/ 505534 w 818427"/>
                <a:gd name="connsiteY4" fmla="*/ 30582 h 454550"/>
                <a:gd name="connsiteX5" fmla="*/ 627242 w 818427"/>
                <a:gd name="connsiteY5" fmla="*/ 266590 h 454550"/>
                <a:gd name="connsiteX6" fmla="*/ 809275 w 818427"/>
                <a:gd name="connsiteY6" fmla="*/ 417932 h 454550"/>
                <a:gd name="connsiteX7" fmla="*/ 783875 w 818427"/>
                <a:gd name="connsiteY7" fmla="*/ 444390 h 454550"/>
                <a:gd name="connsiteX8" fmla="*/ 719317 w 818427"/>
                <a:gd name="connsiteY8" fmla="*/ 443332 h 454550"/>
                <a:gd name="connsiteX9" fmla="*/ 566917 w 818427"/>
                <a:gd name="connsiteY9" fmla="*/ 311040 h 454550"/>
                <a:gd name="connsiteX10" fmla="*/ 470609 w 818427"/>
                <a:gd name="connsiteY10" fmla="*/ 109957 h 454550"/>
                <a:gd name="connsiteX11" fmla="*/ 373242 w 818427"/>
                <a:gd name="connsiteY11" fmla="*/ 94082 h 454550"/>
                <a:gd name="connsiteX12" fmla="*/ 324559 w 818427"/>
                <a:gd name="connsiteY12" fmla="*/ 145940 h 454550"/>
                <a:gd name="connsiteX13" fmla="*/ 252592 w 818427"/>
                <a:gd name="connsiteY13" fmla="*/ 300457 h 454550"/>
                <a:gd name="connsiteX14" fmla="*/ 52567 w 818427"/>
                <a:gd name="connsiteY14" fmla="*/ 440157 h 454550"/>
                <a:gd name="connsiteX15" fmla="*/ 7059 w 818427"/>
                <a:gd name="connsiteY15" fmla="*/ 372424 h 454550"/>
                <a:gd name="connsiteX0" fmla="*/ 9452 w 820820"/>
                <a:gd name="connsiteY0" fmla="*/ 372424 h 454550"/>
                <a:gd name="connsiteX1" fmla="*/ 174552 w 820820"/>
                <a:gd name="connsiteY1" fmla="*/ 256007 h 454550"/>
                <a:gd name="connsiteX2" fmla="*/ 293085 w 820820"/>
                <a:gd name="connsiteY2" fmla="*/ 61274 h 454550"/>
                <a:gd name="connsiteX3" fmla="*/ 376693 w 820820"/>
                <a:gd name="connsiteY3" fmla="*/ 6240 h 454550"/>
                <a:gd name="connsiteX4" fmla="*/ 507927 w 820820"/>
                <a:gd name="connsiteY4" fmla="*/ 30582 h 454550"/>
                <a:gd name="connsiteX5" fmla="*/ 629635 w 820820"/>
                <a:gd name="connsiteY5" fmla="*/ 266590 h 454550"/>
                <a:gd name="connsiteX6" fmla="*/ 811668 w 820820"/>
                <a:gd name="connsiteY6" fmla="*/ 417932 h 454550"/>
                <a:gd name="connsiteX7" fmla="*/ 786268 w 820820"/>
                <a:gd name="connsiteY7" fmla="*/ 444390 h 454550"/>
                <a:gd name="connsiteX8" fmla="*/ 721710 w 820820"/>
                <a:gd name="connsiteY8" fmla="*/ 443332 h 454550"/>
                <a:gd name="connsiteX9" fmla="*/ 569310 w 820820"/>
                <a:gd name="connsiteY9" fmla="*/ 311040 h 454550"/>
                <a:gd name="connsiteX10" fmla="*/ 473002 w 820820"/>
                <a:gd name="connsiteY10" fmla="*/ 109957 h 454550"/>
                <a:gd name="connsiteX11" fmla="*/ 375635 w 820820"/>
                <a:gd name="connsiteY11" fmla="*/ 94082 h 454550"/>
                <a:gd name="connsiteX12" fmla="*/ 326952 w 820820"/>
                <a:gd name="connsiteY12" fmla="*/ 145940 h 454550"/>
                <a:gd name="connsiteX13" fmla="*/ 254985 w 820820"/>
                <a:gd name="connsiteY13" fmla="*/ 300457 h 454550"/>
                <a:gd name="connsiteX14" fmla="*/ 45435 w 820820"/>
                <a:gd name="connsiteY14" fmla="*/ 424282 h 454550"/>
                <a:gd name="connsiteX15" fmla="*/ 9452 w 820820"/>
                <a:gd name="connsiteY15" fmla="*/ 372424 h 454550"/>
                <a:gd name="connsiteX0" fmla="*/ 10152 w 821520"/>
                <a:gd name="connsiteY0" fmla="*/ 372424 h 454550"/>
                <a:gd name="connsiteX1" fmla="*/ 184777 w 821520"/>
                <a:gd name="connsiteY1" fmla="*/ 259182 h 454550"/>
                <a:gd name="connsiteX2" fmla="*/ 293785 w 821520"/>
                <a:gd name="connsiteY2" fmla="*/ 61274 h 454550"/>
                <a:gd name="connsiteX3" fmla="*/ 377393 w 821520"/>
                <a:gd name="connsiteY3" fmla="*/ 6240 h 454550"/>
                <a:gd name="connsiteX4" fmla="*/ 508627 w 821520"/>
                <a:gd name="connsiteY4" fmla="*/ 30582 h 454550"/>
                <a:gd name="connsiteX5" fmla="*/ 630335 w 821520"/>
                <a:gd name="connsiteY5" fmla="*/ 266590 h 454550"/>
                <a:gd name="connsiteX6" fmla="*/ 812368 w 821520"/>
                <a:gd name="connsiteY6" fmla="*/ 417932 h 454550"/>
                <a:gd name="connsiteX7" fmla="*/ 786968 w 821520"/>
                <a:gd name="connsiteY7" fmla="*/ 444390 h 454550"/>
                <a:gd name="connsiteX8" fmla="*/ 722410 w 821520"/>
                <a:gd name="connsiteY8" fmla="*/ 443332 h 454550"/>
                <a:gd name="connsiteX9" fmla="*/ 570010 w 821520"/>
                <a:gd name="connsiteY9" fmla="*/ 311040 h 454550"/>
                <a:gd name="connsiteX10" fmla="*/ 473702 w 821520"/>
                <a:gd name="connsiteY10" fmla="*/ 109957 h 454550"/>
                <a:gd name="connsiteX11" fmla="*/ 376335 w 821520"/>
                <a:gd name="connsiteY11" fmla="*/ 94082 h 454550"/>
                <a:gd name="connsiteX12" fmla="*/ 327652 w 821520"/>
                <a:gd name="connsiteY12" fmla="*/ 145940 h 454550"/>
                <a:gd name="connsiteX13" fmla="*/ 255685 w 821520"/>
                <a:gd name="connsiteY13" fmla="*/ 300457 h 454550"/>
                <a:gd name="connsiteX14" fmla="*/ 46135 w 821520"/>
                <a:gd name="connsiteY14" fmla="*/ 424282 h 454550"/>
                <a:gd name="connsiteX15" fmla="*/ 10152 w 821520"/>
                <a:gd name="connsiteY15" fmla="*/ 372424 h 454550"/>
                <a:gd name="connsiteX0" fmla="*/ 6427 w 817795"/>
                <a:gd name="connsiteY0" fmla="*/ 372424 h 454550"/>
                <a:gd name="connsiteX1" fmla="*/ 181052 w 817795"/>
                <a:gd name="connsiteY1" fmla="*/ 259182 h 454550"/>
                <a:gd name="connsiteX2" fmla="*/ 290060 w 817795"/>
                <a:gd name="connsiteY2" fmla="*/ 61274 h 454550"/>
                <a:gd name="connsiteX3" fmla="*/ 373668 w 817795"/>
                <a:gd name="connsiteY3" fmla="*/ 6240 h 454550"/>
                <a:gd name="connsiteX4" fmla="*/ 504902 w 817795"/>
                <a:gd name="connsiteY4" fmla="*/ 30582 h 454550"/>
                <a:gd name="connsiteX5" fmla="*/ 626610 w 817795"/>
                <a:gd name="connsiteY5" fmla="*/ 266590 h 454550"/>
                <a:gd name="connsiteX6" fmla="*/ 808643 w 817795"/>
                <a:gd name="connsiteY6" fmla="*/ 417932 h 454550"/>
                <a:gd name="connsiteX7" fmla="*/ 783243 w 817795"/>
                <a:gd name="connsiteY7" fmla="*/ 444390 h 454550"/>
                <a:gd name="connsiteX8" fmla="*/ 718685 w 817795"/>
                <a:gd name="connsiteY8" fmla="*/ 443332 h 454550"/>
                <a:gd name="connsiteX9" fmla="*/ 566285 w 817795"/>
                <a:gd name="connsiteY9" fmla="*/ 311040 h 454550"/>
                <a:gd name="connsiteX10" fmla="*/ 469977 w 817795"/>
                <a:gd name="connsiteY10" fmla="*/ 109957 h 454550"/>
                <a:gd name="connsiteX11" fmla="*/ 372610 w 817795"/>
                <a:gd name="connsiteY11" fmla="*/ 94082 h 454550"/>
                <a:gd name="connsiteX12" fmla="*/ 323927 w 817795"/>
                <a:gd name="connsiteY12" fmla="*/ 145940 h 454550"/>
                <a:gd name="connsiteX13" fmla="*/ 251960 w 817795"/>
                <a:gd name="connsiteY13" fmla="*/ 300457 h 454550"/>
                <a:gd name="connsiteX14" fmla="*/ 58285 w 817795"/>
                <a:gd name="connsiteY14" fmla="*/ 433807 h 454550"/>
                <a:gd name="connsiteX15" fmla="*/ 6427 w 817795"/>
                <a:gd name="connsiteY15" fmla="*/ 372424 h 454550"/>
                <a:gd name="connsiteX0" fmla="*/ 7551 w 809394"/>
                <a:gd name="connsiteY0" fmla="*/ 385124 h 454550"/>
                <a:gd name="connsiteX1" fmla="*/ 172651 w 809394"/>
                <a:gd name="connsiteY1" fmla="*/ 259182 h 454550"/>
                <a:gd name="connsiteX2" fmla="*/ 281659 w 809394"/>
                <a:gd name="connsiteY2" fmla="*/ 61274 h 454550"/>
                <a:gd name="connsiteX3" fmla="*/ 365267 w 809394"/>
                <a:gd name="connsiteY3" fmla="*/ 6240 h 454550"/>
                <a:gd name="connsiteX4" fmla="*/ 496501 w 809394"/>
                <a:gd name="connsiteY4" fmla="*/ 30582 h 454550"/>
                <a:gd name="connsiteX5" fmla="*/ 618209 w 809394"/>
                <a:gd name="connsiteY5" fmla="*/ 266590 h 454550"/>
                <a:gd name="connsiteX6" fmla="*/ 800242 w 809394"/>
                <a:gd name="connsiteY6" fmla="*/ 417932 h 454550"/>
                <a:gd name="connsiteX7" fmla="*/ 774842 w 809394"/>
                <a:gd name="connsiteY7" fmla="*/ 444390 h 454550"/>
                <a:gd name="connsiteX8" fmla="*/ 710284 w 809394"/>
                <a:gd name="connsiteY8" fmla="*/ 443332 h 454550"/>
                <a:gd name="connsiteX9" fmla="*/ 557884 w 809394"/>
                <a:gd name="connsiteY9" fmla="*/ 311040 h 454550"/>
                <a:gd name="connsiteX10" fmla="*/ 461576 w 809394"/>
                <a:gd name="connsiteY10" fmla="*/ 109957 h 454550"/>
                <a:gd name="connsiteX11" fmla="*/ 364209 w 809394"/>
                <a:gd name="connsiteY11" fmla="*/ 94082 h 454550"/>
                <a:gd name="connsiteX12" fmla="*/ 315526 w 809394"/>
                <a:gd name="connsiteY12" fmla="*/ 145940 h 454550"/>
                <a:gd name="connsiteX13" fmla="*/ 243559 w 809394"/>
                <a:gd name="connsiteY13" fmla="*/ 300457 h 454550"/>
                <a:gd name="connsiteX14" fmla="*/ 49884 w 809394"/>
                <a:gd name="connsiteY14" fmla="*/ 433807 h 454550"/>
                <a:gd name="connsiteX15" fmla="*/ 7551 w 809394"/>
                <a:gd name="connsiteY15" fmla="*/ 385124 h 454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09394" h="454550">
                  <a:moveTo>
                    <a:pt x="7551" y="385124"/>
                  </a:moveTo>
                  <a:cubicBezTo>
                    <a:pt x="28012" y="356020"/>
                    <a:pt x="126966" y="313157"/>
                    <a:pt x="172651" y="259182"/>
                  </a:cubicBezTo>
                  <a:cubicBezTo>
                    <a:pt x="218336" y="205207"/>
                    <a:pt x="249556" y="103431"/>
                    <a:pt x="281659" y="61274"/>
                  </a:cubicBezTo>
                  <a:cubicBezTo>
                    <a:pt x="313762" y="19117"/>
                    <a:pt x="329460" y="11355"/>
                    <a:pt x="365267" y="6240"/>
                  </a:cubicBezTo>
                  <a:cubicBezTo>
                    <a:pt x="401074" y="1125"/>
                    <a:pt x="454344" y="-12810"/>
                    <a:pt x="496501" y="30582"/>
                  </a:cubicBezTo>
                  <a:cubicBezTo>
                    <a:pt x="538658" y="73974"/>
                    <a:pt x="567586" y="202032"/>
                    <a:pt x="618209" y="266590"/>
                  </a:cubicBezTo>
                  <a:cubicBezTo>
                    <a:pt x="668832" y="331148"/>
                    <a:pt x="774137" y="388299"/>
                    <a:pt x="800242" y="417932"/>
                  </a:cubicBezTo>
                  <a:cubicBezTo>
                    <a:pt x="826347" y="447565"/>
                    <a:pt x="789835" y="440157"/>
                    <a:pt x="774842" y="444390"/>
                  </a:cubicBezTo>
                  <a:cubicBezTo>
                    <a:pt x="759849" y="448623"/>
                    <a:pt x="746444" y="465557"/>
                    <a:pt x="710284" y="443332"/>
                  </a:cubicBezTo>
                  <a:cubicBezTo>
                    <a:pt x="674124" y="421107"/>
                    <a:pt x="599335" y="366602"/>
                    <a:pt x="557884" y="311040"/>
                  </a:cubicBezTo>
                  <a:cubicBezTo>
                    <a:pt x="516433" y="255478"/>
                    <a:pt x="493855" y="146117"/>
                    <a:pt x="461576" y="109957"/>
                  </a:cubicBezTo>
                  <a:cubicBezTo>
                    <a:pt x="429297" y="73797"/>
                    <a:pt x="388551" y="88085"/>
                    <a:pt x="364209" y="94082"/>
                  </a:cubicBezTo>
                  <a:cubicBezTo>
                    <a:pt x="339867" y="100079"/>
                    <a:pt x="335634" y="111544"/>
                    <a:pt x="315526" y="145940"/>
                  </a:cubicBezTo>
                  <a:cubicBezTo>
                    <a:pt x="295418" y="180336"/>
                    <a:pt x="295770" y="239779"/>
                    <a:pt x="243559" y="300457"/>
                  </a:cubicBezTo>
                  <a:cubicBezTo>
                    <a:pt x="191348" y="361135"/>
                    <a:pt x="89219" y="419696"/>
                    <a:pt x="49884" y="433807"/>
                  </a:cubicBezTo>
                  <a:cubicBezTo>
                    <a:pt x="10549" y="447918"/>
                    <a:pt x="-12910" y="414228"/>
                    <a:pt x="7551" y="385124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A009BB07-2F8B-4DBC-A37E-B9082735AF1A}"/>
                </a:ext>
              </a:extLst>
            </p:cNvPr>
            <p:cNvSpPr/>
            <p:nvPr/>
          </p:nvSpPr>
          <p:spPr>
            <a:xfrm>
              <a:off x="2048576" y="2849056"/>
              <a:ext cx="2091261" cy="2887512"/>
            </a:xfrm>
            <a:custGeom>
              <a:avLst/>
              <a:gdLst>
                <a:gd name="connsiteX0" fmla="*/ 49234 w 2098588"/>
                <a:gd name="connsiteY0" fmla="*/ 1227862 h 2891260"/>
                <a:gd name="connsiteX1" fmla="*/ 176234 w 2098588"/>
                <a:gd name="connsiteY1" fmla="*/ 939996 h 2891260"/>
                <a:gd name="connsiteX2" fmla="*/ 608034 w 2098588"/>
                <a:gd name="connsiteY2" fmla="*/ 448929 h 2891260"/>
                <a:gd name="connsiteX3" fmla="*/ 819701 w 2098588"/>
                <a:gd name="connsiteY3" fmla="*/ 135662 h 2891260"/>
                <a:gd name="connsiteX4" fmla="*/ 1014434 w 2098588"/>
                <a:gd name="connsiteY4" fmla="*/ 196 h 2891260"/>
                <a:gd name="connsiteX5" fmla="*/ 1226101 w 2098588"/>
                <a:gd name="connsiteY5" fmla="*/ 161062 h 2891260"/>
                <a:gd name="connsiteX6" fmla="*/ 1573234 w 2098588"/>
                <a:gd name="connsiteY6" fmla="*/ 660596 h 2891260"/>
                <a:gd name="connsiteX7" fmla="*/ 1971168 w 2098588"/>
                <a:gd name="connsiteY7" fmla="*/ 1007729 h 2891260"/>
                <a:gd name="connsiteX8" fmla="*/ 2089701 w 2098588"/>
                <a:gd name="connsiteY8" fmla="*/ 1414129 h 2891260"/>
                <a:gd name="connsiteX9" fmla="*/ 1996568 w 2098588"/>
                <a:gd name="connsiteY9" fmla="*/ 2286196 h 2891260"/>
                <a:gd name="connsiteX10" fmla="*/ 1259968 w 2098588"/>
                <a:gd name="connsiteY10" fmla="*/ 2870396 h 2891260"/>
                <a:gd name="connsiteX11" fmla="*/ 472568 w 2098588"/>
                <a:gd name="connsiteY11" fmla="*/ 2717996 h 2891260"/>
                <a:gd name="connsiteX12" fmla="*/ 32301 w 2098588"/>
                <a:gd name="connsiteY12" fmla="*/ 2303129 h 2891260"/>
                <a:gd name="connsiteX13" fmla="*/ 49234 w 2098588"/>
                <a:gd name="connsiteY13" fmla="*/ 1227862 h 2891260"/>
                <a:gd name="connsiteX0" fmla="*/ 20117 w 2069471"/>
                <a:gd name="connsiteY0" fmla="*/ 1227862 h 2891260"/>
                <a:gd name="connsiteX1" fmla="*/ 147117 w 2069471"/>
                <a:gd name="connsiteY1" fmla="*/ 939996 h 2891260"/>
                <a:gd name="connsiteX2" fmla="*/ 578917 w 2069471"/>
                <a:gd name="connsiteY2" fmla="*/ 448929 h 2891260"/>
                <a:gd name="connsiteX3" fmla="*/ 790584 w 2069471"/>
                <a:gd name="connsiteY3" fmla="*/ 135662 h 2891260"/>
                <a:gd name="connsiteX4" fmla="*/ 985317 w 2069471"/>
                <a:gd name="connsiteY4" fmla="*/ 196 h 2891260"/>
                <a:gd name="connsiteX5" fmla="*/ 1196984 w 2069471"/>
                <a:gd name="connsiteY5" fmla="*/ 161062 h 2891260"/>
                <a:gd name="connsiteX6" fmla="*/ 1544117 w 2069471"/>
                <a:gd name="connsiteY6" fmla="*/ 660596 h 2891260"/>
                <a:gd name="connsiteX7" fmla="*/ 1942051 w 2069471"/>
                <a:gd name="connsiteY7" fmla="*/ 1007729 h 2891260"/>
                <a:gd name="connsiteX8" fmla="*/ 2060584 w 2069471"/>
                <a:gd name="connsiteY8" fmla="*/ 1414129 h 2891260"/>
                <a:gd name="connsiteX9" fmla="*/ 1967451 w 2069471"/>
                <a:gd name="connsiteY9" fmla="*/ 2286196 h 2891260"/>
                <a:gd name="connsiteX10" fmla="*/ 1230851 w 2069471"/>
                <a:gd name="connsiteY10" fmla="*/ 2870396 h 2891260"/>
                <a:gd name="connsiteX11" fmla="*/ 443451 w 2069471"/>
                <a:gd name="connsiteY11" fmla="*/ 2717996 h 2891260"/>
                <a:gd name="connsiteX12" fmla="*/ 45517 w 2069471"/>
                <a:gd name="connsiteY12" fmla="*/ 2184596 h 2891260"/>
                <a:gd name="connsiteX13" fmla="*/ 20117 w 2069471"/>
                <a:gd name="connsiteY13" fmla="*/ 1227862 h 2891260"/>
                <a:gd name="connsiteX0" fmla="*/ 42794 w 2092148"/>
                <a:gd name="connsiteY0" fmla="*/ 1227862 h 2891260"/>
                <a:gd name="connsiteX1" fmla="*/ 169794 w 2092148"/>
                <a:gd name="connsiteY1" fmla="*/ 939996 h 2891260"/>
                <a:gd name="connsiteX2" fmla="*/ 601594 w 2092148"/>
                <a:gd name="connsiteY2" fmla="*/ 448929 h 2891260"/>
                <a:gd name="connsiteX3" fmla="*/ 813261 w 2092148"/>
                <a:gd name="connsiteY3" fmla="*/ 135662 h 2891260"/>
                <a:gd name="connsiteX4" fmla="*/ 1007994 w 2092148"/>
                <a:gd name="connsiteY4" fmla="*/ 196 h 2891260"/>
                <a:gd name="connsiteX5" fmla="*/ 1219661 w 2092148"/>
                <a:gd name="connsiteY5" fmla="*/ 161062 h 2891260"/>
                <a:gd name="connsiteX6" fmla="*/ 1566794 w 2092148"/>
                <a:gd name="connsiteY6" fmla="*/ 660596 h 2891260"/>
                <a:gd name="connsiteX7" fmla="*/ 1964728 w 2092148"/>
                <a:gd name="connsiteY7" fmla="*/ 1007729 h 2891260"/>
                <a:gd name="connsiteX8" fmla="*/ 2083261 w 2092148"/>
                <a:gd name="connsiteY8" fmla="*/ 1414129 h 2891260"/>
                <a:gd name="connsiteX9" fmla="*/ 1990128 w 2092148"/>
                <a:gd name="connsiteY9" fmla="*/ 2286196 h 2891260"/>
                <a:gd name="connsiteX10" fmla="*/ 1253528 w 2092148"/>
                <a:gd name="connsiteY10" fmla="*/ 2870396 h 2891260"/>
                <a:gd name="connsiteX11" fmla="*/ 466128 w 2092148"/>
                <a:gd name="connsiteY11" fmla="*/ 2717996 h 2891260"/>
                <a:gd name="connsiteX12" fmla="*/ 34327 w 2092148"/>
                <a:gd name="connsiteY12" fmla="*/ 2226929 h 2891260"/>
                <a:gd name="connsiteX13" fmla="*/ 42794 w 2092148"/>
                <a:gd name="connsiteY13" fmla="*/ 1227862 h 2891260"/>
                <a:gd name="connsiteX0" fmla="*/ 44668 w 2094022"/>
                <a:gd name="connsiteY0" fmla="*/ 1227862 h 2891260"/>
                <a:gd name="connsiteX1" fmla="*/ 171668 w 2094022"/>
                <a:gd name="connsiteY1" fmla="*/ 939996 h 2891260"/>
                <a:gd name="connsiteX2" fmla="*/ 603468 w 2094022"/>
                <a:gd name="connsiteY2" fmla="*/ 448929 h 2891260"/>
                <a:gd name="connsiteX3" fmla="*/ 815135 w 2094022"/>
                <a:gd name="connsiteY3" fmla="*/ 135662 h 2891260"/>
                <a:gd name="connsiteX4" fmla="*/ 1009868 w 2094022"/>
                <a:gd name="connsiteY4" fmla="*/ 196 h 2891260"/>
                <a:gd name="connsiteX5" fmla="*/ 1221535 w 2094022"/>
                <a:gd name="connsiteY5" fmla="*/ 161062 h 2891260"/>
                <a:gd name="connsiteX6" fmla="*/ 1568668 w 2094022"/>
                <a:gd name="connsiteY6" fmla="*/ 660596 h 2891260"/>
                <a:gd name="connsiteX7" fmla="*/ 1966602 w 2094022"/>
                <a:gd name="connsiteY7" fmla="*/ 1007729 h 2891260"/>
                <a:gd name="connsiteX8" fmla="*/ 2085135 w 2094022"/>
                <a:gd name="connsiteY8" fmla="*/ 1414129 h 2891260"/>
                <a:gd name="connsiteX9" fmla="*/ 1992002 w 2094022"/>
                <a:gd name="connsiteY9" fmla="*/ 2286196 h 2891260"/>
                <a:gd name="connsiteX10" fmla="*/ 1255402 w 2094022"/>
                <a:gd name="connsiteY10" fmla="*/ 2870396 h 2891260"/>
                <a:gd name="connsiteX11" fmla="*/ 493402 w 2094022"/>
                <a:gd name="connsiteY11" fmla="*/ 2717996 h 2891260"/>
                <a:gd name="connsiteX12" fmla="*/ 36201 w 2094022"/>
                <a:gd name="connsiteY12" fmla="*/ 2226929 h 2891260"/>
                <a:gd name="connsiteX13" fmla="*/ 44668 w 2094022"/>
                <a:gd name="connsiteY13" fmla="*/ 1227862 h 2891260"/>
                <a:gd name="connsiteX0" fmla="*/ 44668 w 2094022"/>
                <a:gd name="connsiteY0" fmla="*/ 1227862 h 2898688"/>
                <a:gd name="connsiteX1" fmla="*/ 171668 w 2094022"/>
                <a:gd name="connsiteY1" fmla="*/ 939996 h 2898688"/>
                <a:gd name="connsiteX2" fmla="*/ 603468 w 2094022"/>
                <a:gd name="connsiteY2" fmla="*/ 448929 h 2898688"/>
                <a:gd name="connsiteX3" fmla="*/ 815135 w 2094022"/>
                <a:gd name="connsiteY3" fmla="*/ 135662 h 2898688"/>
                <a:gd name="connsiteX4" fmla="*/ 1009868 w 2094022"/>
                <a:gd name="connsiteY4" fmla="*/ 196 h 2898688"/>
                <a:gd name="connsiteX5" fmla="*/ 1221535 w 2094022"/>
                <a:gd name="connsiteY5" fmla="*/ 161062 h 2898688"/>
                <a:gd name="connsiteX6" fmla="*/ 1568668 w 2094022"/>
                <a:gd name="connsiteY6" fmla="*/ 660596 h 2898688"/>
                <a:gd name="connsiteX7" fmla="*/ 1966602 w 2094022"/>
                <a:gd name="connsiteY7" fmla="*/ 1007729 h 2898688"/>
                <a:gd name="connsiteX8" fmla="*/ 2085135 w 2094022"/>
                <a:gd name="connsiteY8" fmla="*/ 1414129 h 2898688"/>
                <a:gd name="connsiteX9" fmla="*/ 1992002 w 2094022"/>
                <a:gd name="connsiteY9" fmla="*/ 2286196 h 2898688"/>
                <a:gd name="connsiteX10" fmla="*/ 1255402 w 2094022"/>
                <a:gd name="connsiteY10" fmla="*/ 2870396 h 2898688"/>
                <a:gd name="connsiteX11" fmla="*/ 493402 w 2094022"/>
                <a:gd name="connsiteY11" fmla="*/ 2717996 h 2898688"/>
                <a:gd name="connsiteX12" fmla="*/ 36201 w 2094022"/>
                <a:gd name="connsiteY12" fmla="*/ 2226929 h 2898688"/>
                <a:gd name="connsiteX13" fmla="*/ 44668 w 2094022"/>
                <a:gd name="connsiteY13" fmla="*/ 1227862 h 2898688"/>
                <a:gd name="connsiteX0" fmla="*/ 55922 w 2105276"/>
                <a:gd name="connsiteY0" fmla="*/ 1227862 h 2917451"/>
                <a:gd name="connsiteX1" fmla="*/ 182922 w 2105276"/>
                <a:gd name="connsiteY1" fmla="*/ 939996 h 2917451"/>
                <a:gd name="connsiteX2" fmla="*/ 614722 w 2105276"/>
                <a:gd name="connsiteY2" fmla="*/ 448929 h 2917451"/>
                <a:gd name="connsiteX3" fmla="*/ 826389 w 2105276"/>
                <a:gd name="connsiteY3" fmla="*/ 135662 h 2917451"/>
                <a:gd name="connsiteX4" fmla="*/ 1021122 w 2105276"/>
                <a:gd name="connsiteY4" fmla="*/ 196 h 2917451"/>
                <a:gd name="connsiteX5" fmla="*/ 1232789 w 2105276"/>
                <a:gd name="connsiteY5" fmla="*/ 161062 h 2917451"/>
                <a:gd name="connsiteX6" fmla="*/ 1579922 w 2105276"/>
                <a:gd name="connsiteY6" fmla="*/ 660596 h 2917451"/>
                <a:gd name="connsiteX7" fmla="*/ 1977856 w 2105276"/>
                <a:gd name="connsiteY7" fmla="*/ 1007729 h 2917451"/>
                <a:gd name="connsiteX8" fmla="*/ 2096389 w 2105276"/>
                <a:gd name="connsiteY8" fmla="*/ 1414129 h 2917451"/>
                <a:gd name="connsiteX9" fmla="*/ 2003256 w 2105276"/>
                <a:gd name="connsiteY9" fmla="*/ 2286196 h 2917451"/>
                <a:gd name="connsiteX10" fmla="*/ 1266656 w 2105276"/>
                <a:gd name="connsiteY10" fmla="*/ 2870396 h 2917451"/>
                <a:gd name="connsiteX11" fmla="*/ 657056 w 2105276"/>
                <a:gd name="connsiteY11" fmla="*/ 2777263 h 2917451"/>
                <a:gd name="connsiteX12" fmla="*/ 47455 w 2105276"/>
                <a:gd name="connsiteY12" fmla="*/ 2226929 h 2917451"/>
                <a:gd name="connsiteX13" fmla="*/ 55922 w 2105276"/>
                <a:gd name="connsiteY13" fmla="*/ 1227862 h 2917451"/>
                <a:gd name="connsiteX0" fmla="*/ 55922 w 2105276"/>
                <a:gd name="connsiteY0" fmla="*/ 1227862 h 2922144"/>
                <a:gd name="connsiteX1" fmla="*/ 182922 w 2105276"/>
                <a:gd name="connsiteY1" fmla="*/ 939996 h 2922144"/>
                <a:gd name="connsiteX2" fmla="*/ 614722 w 2105276"/>
                <a:gd name="connsiteY2" fmla="*/ 448929 h 2922144"/>
                <a:gd name="connsiteX3" fmla="*/ 826389 w 2105276"/>
                <a:gd name="connsiteY3" fmla="*/ 135662 h 2922144"/>
                <a:gd name="connsiteX4" fmla="*/ 1021122 w 2105276"/>
                <a:gd name="connsiteY4" fmla="*/ 196 h 2922144"/>
                <a:gd name="connsiteX5" fmla="*/ 1232789 w 2105276"/>
                <a:gd name="connsiteY5" fmla="*/ 161062 h 2922144"/>
                <a:gd name="connsiteX6" fmla="*/ 1579922 w 2105276"/>
                <a:gd name="connsiteY6" fmla="*/ 660596 h 2922144"/>
                <a:gd name="connsiteX7" fmla="*/ 1977856 w 2105276"/>
                <a:gd name="connsiteY7" fmla="*/ 1007729 h 2922144"/>
                <a:gd name="connsiteX8" fmla="*/ 2096389 w 2105276"/>
                <a:gd name="connsiteY8" fmla="*/ 1414129 h 2922144"/>
                <a:gd name="connsiteX9" fmla="*/ 2003256 w 2105276"/>
                <a:gd name="connsiteY9" fmla="*/ 2286196 h 2922144"/>
                <a:gd name="connsiteX10" fmla="*/ 1266656 w 2105276"/>
                <a:gd name="connsiteY10" fmla="*/ 2870396 h 2922144"/>
                <a:gd name="connsiteX11" fmla="*/ 657056 w 2105276"/>
                <a:gd name="connsiteY11" fmla="*/ 2777263 h 2922144"/>
                <a:gd name="connsiteX12" fmla="*/ 47455 w 2105276"/>
                <a:gd name="connsiteY12" fmla="*/ 2226929 h 2922144"/>
                <a:gd name="connsiteX13" fmla="*/ 55922 w 2105276"/>
                <a:gd name="connsiteY13" fmla="*/ 1227862 h 2922144"/>
                <a:gd name="connsiteX0" fmla="*/ 55922 w 2101719"/>
                <a:gd name="connsiteY0" fmla="*/ 1227862 h 2916769"/>
                <a:gd name="connsiteX1" fmla="*/ 182922 w 2101719"/>
                <a:gd name="connsiteY1" fmla="*/ 939996 h 2916769"/>
                <a:gd name="connsiteX2" fmla="*/ 614722 w 2101719"/>
                <a:gd name="connsiteY2" fmla="*/ 448929 h 2916769"/>
                <a:gd name="connsiteX3" fmla="*/ 826389 w 2101719"/>
                <a:gd name="connsiteY3" fmla="*/ 135662 h 2916769"/>
                <a:gd name="connsiteX4" fmla="*/ 1021122 w 2101719"/>
                <a:gd name="connsiteY4" fmla="*/ 196 h 2916769"/>
                <a:gd name="connsiteX5" fmla="*/ 1232789 w 2101719"/>
                <a:gd name="connsiteY5" fmla="*/ 161062 h 2916769"/>
                <a:gd name="connsiteX6" fmla="*/ 1579922 w 2101719"/>
                <a:gd name="connsiteY6" fmla="*/ 660596 h 2916769"/>
                <a:gd name="connsiteX7" fmla="*/ 1977856 w 2101719"/>
                <a:gd name="connsiteY7" fmla="*/ 1007729 h 2916769"/>
                <a:gd name="connsiteX8" fmla="*/ 2096389 w 2101719"/>
                <a:gd name="connsiteY8" fmla="*/ 1414129 h 2916769"/>
                <a:gd name="connsiteX9" fmla="*/ 2003256 w 2101719"/>
                <a:gd name="connsiteY9" fmla="*/ 2286196 h 2916769"/>
                <a:gd name="connsiteX10" fmla="*/ 1351323 w 2101719"/>
                <a:gd name="connsiteY10" fmla="*/ 2861929 h 2916769"/>
                <a:gd name="connsiteX11" fmla="*/ 657056 w 2101719"/>
                <a:gd name="connsiteY11" fmla="*/ 2777263 h 2916769"/>
                <a:gd name="connsiteX12" fmla="*/ 47455 w 2101719"/>
                <a:gd name="connsiteY12" fmla="*/ 2226929 h 2916769"/>
                <a:gd name="connsiteX13" fmla="*/ 55922 w 2101719"/>
                <a:gd name="connsiteY13" fmla="*/ 1227862 h 2916769"/>
                <a:gd name="connsiteX0" fmla="*/ 55922 w 2098375"/>
                <a:gd name="connsiteY0" fmla="*/ 1227862 h 2927727"/>
                <a:gd name="connsiteX1" fmla="*/ 182922 w 2098375"/>
                <a:gd name="connsiteY1" fmla="*/ 939996 h 2927727"/>
                <a:gd name="connsiteX2" fmla="*/ 614722 w 2098375"/>
                <a:gd name="connsiteY2" fmla="*/ 448929 h 2927727"/>
                <a:gd name="connsiteX3" fmla="*/ 826389 w 2098375"/>
                <a:gd name="connsiteY3" fmla="*/ 135662 h 2927727"/>
                <a:gd name="connsiteX4" fmla="*/ 1021122 w 2098375"/>
                <a:gd name="connsiteY4" fmla="*/ 196 h 2927727"/>
                <a:gd name="connsiteX5" fmla="*/ 1232789 w 2098375"/>
                <a:gd name="connsiteY5" fmla="*/ 161062 h 2927727"/>
                <a:gd name="connsiteX6" fmla="*/ 1579922 w 2098375"/>
                <a:gd name="connsiteY6" fmla="*/ 660596 h 2927727"/>
                <a:gd name="connsiteX7" fmla="*/ 1977856 w 2098375"/>
                <a:gd name="connsiteY7" fmla="*/ 1007729 h 2927727"/>
                <a:gd name="connsiteX8" fmla="*/ 2096389 w 2098375"/>
                <a:gd name="connsiteY8" fmla="*/ 1414129 h 2927727"/>
                <a:gd name="connsiteX9" fmla="*/ 2003256 w 2098375"/>
                <a:gd name="connsiteY9" fmla="*/ 2286196 h 2927727"/>
                <a:gd name="connsiteX10" fmla="*/ 1469856 w 2098375"/>
                <a:gd name="connsiteY10" fmla="*/ 2878862 h 2927727"/>
                <a:gd name="connsiteX11" fmla="*/ 657056 w 2098375"/>
                <a:gd name="connsiteY11" fmla="*/ 2777263 h 2927727"/>
                <a:gd name="connsiteX12" fmla="*/ 47455 w 2098375"/>
                <a:gd name="connsiteY12" fmla="*/ 2226929 h 2927727"/>
                <a:gd name="connsiteX13" fmla="*/ 55922 w 2098375"/>
                <a:gd name="connsiteY13" fmla="*/ 1227862 h 2927727"/>
                <a:gd name="connsiteX0" fmla="*/ 55922 w 2098375"/>
                <a:gd name="connsiteY0" fmla="*/ 1227862 h 2964992"/>
                <a:gd name="connsiteX1" fmla="*/ 182922 w 2098375"/>
                <a:gd name="connsiteY1" fmla="*/ 939996 h 2964992"/>
                <a:gd name="connsiteX2" fmla="*/ 614722 w 2098375"/>
                <a:gd name="connsiteY2" fmla="*/ 448929 h 2964992"/>
                <a:gd name="connsiteX3" fmla="*/ 826389 w 2098375"/>
                <a:gd name="connsiteY3" fmla="*/ 135662 h 2964992"/>
                <a:gd name="connsiteX4" fmla="*/ 1021122 w 2098375"/>
                <a:gd name="connsiteY4" fmla="*/ 196 h 2964992"/>
                <a:gd name="connsiteX5" fmla="*/ 1232789 w 2098375"/>
                <a:gd name="connsiteY5" fmla="*/ 161062 h 2964992"/>
                <a:gd name="connsiteX6" fmla="*/ 1579922 w 2098375"/>
                <a:gd name="connsiteY6" fmla="*/ 660596 h 2964992"/>
                <a:gd name="connsiteX7" fmla="*/ 1977856 w 2098375"/>
                <a:gd name="connsiteY7" fmla="*/ 1007729 h 2964992"/>
                <a:gd name="connsiteX8" fmla="*/ 2096389 w 2098375"/>
                <a:gd name="connsiteY8" fmla="*/ 1414129 h 2964992"/>
                <a:gd name="connsiteX9" fmla="*/ 2003256 w 2098375"/>
                <a:gd name="connsiteY9" fmla="*/ 2286196 h 2964992"/>
                <a:gd name="connsiteX10" fmla="*/ 1469856 w 2098375"/>
                <a:gd name="connsiteY10" fmla="*/ 2878862 h 2964992"/>
                <a:gd name="connsiteX11" fmla="*/ 657056 w 2098375"/>
                <a:gd name="connsiteY11" fmla="*/ 2777263 h 2964992"/>
                <a:gd name="connsiteX12" fmla="*/ 47455 w 2098375"/>
                <a:gd name="connsiteY12" fmla="*/ 2226929 h 2964992"/>
                <a:gd name="connsiteX13" fmla="*/ 55922 w 2098375"/>
                <a:gd name="connsiteY13" fmla="*/ 1227862 h 2964992"/>
                <a:gd name="connsiteX0" fmla="*/ 55922 w 2097624"/>
                <a:gd name="connsiteY0" fmla="*/ 1227862 h 2942280"/>
                <a:gd name="connsiteX1" fmla="*/ 182922 w 2097624"/>
                <a:gd name="connsiteY1" fmla="*/ 939996 h 2942280"/>
                <a:gd name="connsiteX2" fmla="*/ 614722 w 2097624"/>
                <a:gd name="connsiteY2" fmla="*/ 448929 h 2942280"/>
                <a:gd name="connsiteX3" fmla="*/ 826389 w 2097624"/>
                <a:gd name="connsiteY3" fmla="*/ 135662 h 2942280"/>
                <a:gd name="connsiteX4" fmla="*/ 1021122 w 2097624"/>
                <a:gd name="connsiteY4" fmla="*/ 196 h 2942280"/>
                <a:gd name="connsiteX5" fmla="*/ 1232789 w 2097624"/>
                <a:gd name="connsiteY5" fmla="*/ 161062 h 2942280"/>
                <a:gd name="connsiteX6" fmla="*/ 1579922 w 2097624"/>
                <a:gd name="connsiteY6" fmla="*/ 660596 h 2942280"/>
                <a:gd name="connsiteX7" fmla="*/ 1977856 w 2097624"/>
                <a:gd name="connsiteY7" fmla="*/ 1007729 h 2942280"/>
                <a:gd name="connsiteX8" fmla="*/ 2096389 w 2097624"/>
                <a:gd name="connsiteY8" fmla="*/ 1414129 h 2942280"/>
                <a:gd name="connsiteX9" fmla="*/ 2003256 w 2097624"/>
                <a:gd name="connsiteY9" fmla="*/ 2286196 h 2942280"/>
                <a:gd name="connsiteX10" fmla="*/ 1520656 w 2097624"/>
                <a:gd name="connsiteY10" fmla="*/ 2844996 h 2942280"/>
                <a:gd name="connsiteX11" fmla="*/ 657056 w 2097624"/>
                <a:gd name="connsiteY11" fmla="*/ 2777263 h 2942280"/>
                <a:gd name="connsiteX12" fmla="*/ 47455 w 2097624"/>
                <a:gd name="connsiteY12" fmla="*/ 2226929 h 2942280"/>
                <a:gd name="connsiteX13" fmla="*/ 55922 w 2097624"/>
                <a:gd name="connsiteY13" fmla="*/ 1227862 h 2942280"/>
                <a:gd name="connsiteX0" fmla="*/ 55922 w 2097143"/>
                <a:gd name="connsiteY0" fmla="*/ 1227862 h 2899624"/>
                <a:gd name="connsiteX1" fmla="*/ 182922 w 2097143"/>
                <a:gd name="connsiteY1" fmla="*/ 939996 h 2899624"/>
                <a:gd name="connsiteX2" fmla="*/ 614722 w 2097143"/>
                <a:gd name="connsiteY2" fmla="*/ 448929 h 2899624"/>
                <a:gd name="connsiteX3" fmla="*/ 826389 w 2097143"/>
                <a:gd name="connsiteY3" fmla="*/ 135662 h 2899624"/>
                <a:gd name="connsiteX4" fmla="*/ 1021122 w 2097143"/>
                <a:gd name="connsiteY4" fmla="*/ 196 h 2899624"/>
                <a:gd name="connsiteX5" fmla="*/ 1232789 w 2097143"/>
                <a:gd name="connsiteY5" fmla="*/ 161062 h 2899624"/>
                <a:gd name="connsiteX6" fmla="*/ 1579922 w 2097143"/>
                <a:gd name="connsiteY6" fmla="*/ 660596 h 2899624"/>
                <a:gd name="connsiteX7" fmla="*/ 1977856 w 2097143"/>
                <a:gd name="connsiteY7" fmla="*/ 1007729 h 2899624"/>
                <a:gd name="connsiteX8" fmla="*/ 2096389 w 2097143"/>
                <a:gd name="connsiteY8" fmla="*/ 1414129 h 2899624"/>
                <a:gd name="connsiteX9" fmla="*/ 2003256 w 2097143"/>
                <a:gd name="connsiteY9" fmla="*/ 2286196 h 2899624"/>
                <a:gd name="connsiteX10" fmla="*/ 1579923 w 2097143"/>
                <a:gd name="connsiteY10" fmla="*/ 2768796 h 2899624"/>
                <a:gd name="connsiteX11" fmla="*/ 657056 w 2097143"/>
                <a:gd name="connsiteY11" fmla="*/ 2777263 h 2899624"/>
                <a:gd name="connsiteX12" fmla="*/ 47455 w 2097143"/>
                <a:gd name="connsiteY12" fmla="*/ 2226929 h 2899624"/>
                <a:gd name="connsiteX13" fmla="*/ 55922 w 2097143"/>
                <a:gd name="connsiteY13" fmla="*/ 1227862 h 2899624"/>
                <a:gd name="connsiteX0" fmla="*/ 55922 w 2097143"/>
                <a:gd name="connsiteY0" fmla="*/ 1227862 h 2902718"/>
                <a:gd name="connsiteX1" fmla="*/ 182922 w 2097143"/>
                <a:gd name="connsiteY1" fmla="*/ 939996 h 2902718"/>
                <a:gd name="connsiteX2" fmla="*/ 614722 w 2097143"/>
                <a:gd name="connsiteY2" fmla="*/ 448929 h 2902718"/>
                <a:gd name="connsiteX3" fmla="*/ 826389 w 2097143"/>
                <a:gd name="connsiteY3" fmla="*/ 135662 h 2902718"/>
                <a:gd name="connsiteX4" fmla="*/ 1021122 w 2097143"/>
                <a:gd name="connsiteY4" fmla="*/ 196 h 2902718"/>
                <a:gd name="connsiteX5" fmla="*/ 1232789 w 2097143"/>
                <a:gd name="connsiteY5" fmla="*/ 161062 h 2902718"/>
                <a:gd name="connsiteX6" fmla="*/ 1579922 w 2097143"/>
                <a:gd name="connsiteY6" fmla="*/ 660596 h 2902718"/>
                <a:gd name="connsiteX7" fmla="*/ 1977856 w 2097143"/>
                <a:gd name="connsiteY7" fmla="*/ 1007729 h 2902718"/>
                <a:gd name="connsiteX8" fmla="*/ 2096389 w 2097143"/>
                <a:gd name="connsiteY8" fmla="*/ 1414129 h 2902718"/>
                <a:gd name="connsiteX9" fmla="*/ 2003256 w 2097143"/>
                <a:gd name="connsiteY9" fmla="*/ 2286196 h 2902718"/>
                <a:gd name="connsiteX10" fmla="*/ 1579923 w 2097143"/>
                <a:gd name="connsiteY10" fmla="*/ 2768796 h 2902718"/>
                <a:gd name="connsiteX11" fmla="*/ 657056 w 2097143"/>
                <a:gd name="connsiteY11" fmla="*/ 2777263 h 2902718"/>
                <a:gd name="connsiteX12" fmla="*/ 47455 w 2097143"/>
                <a:gd name="connsiteY12" fmla="*/ 2226929 h 2902718"/>
                <a:gd name="connsiteX13" fmla="*/ 55922 w 2097143"/>
                <a:gd name="connsiteY13" fmla="*/ 1227862 h 2902718"/>
                <a:gd name="connsiteX0" fmla="*/ 43510 w 2084731"/>
                <a:gd name="connsiteY0" fmla="*/ 1227862 h 2902718"/>
                <a:gd name="connsiteX1" fmla="*/ 170510 w 2084731"/>
                <a:gd name="connsiteY1" fmla="*/ 939996 h 2902718"/>
                <a:gd name="connsiteX2" fmla="*/ 602310 w 2084731"/>
                <a:gd name="connsiteY2" fmla="*/ 448929 h 2902718"/>
                <a:gd name="connsiteX3" fmla="*/ 813977 w 2084731"/>
                <a:gd name="connsiteY3" fmla="*/ 135662 h 2902718"/>
                <a:gd name="connsiteX4" fmla="*/ 1008710 w 2084731"/>
                <a:gd name="connsiteY4" fmla="*/ 196 h 2902718"/>
                <a:gd name="connsiteX5" fmla="*/ 1220377 w 2084731"/>
                <a:gd name="connsiteY5" fmla="*/ 161062 h 2902718"/>
                <a:gd name="connsiteX6" fmla="*/ 1567510 w 2084731"/>
                <a:gd name="connsiteY6" fmla="*/ 660596 h 2902718"/>
                <a:gd name="connsiteX7" fmla="*/ 1965444 w 2084731"/>
                <a:gd name="connsiteY7" fmla="*/ 1007729 h 2902718"/>
                <a:gd name="connsiteX8" fmla="*/ 2083977 w 2084731"/>
                <a:gd name="connsiteY8" fmla="*/ 1414129 h 2902718"/>
                <a:gd name="connsiteX9" fmla="*/ 1990844 w 2084731"/>
                <a:gd name="connsiteY9" fmla="*/ 2286196 h 2902718"/>
                <a:gd name="connsiteX10" fmla="*/ 1567511 w 2084731"/>
                <a:gd name="connsiteY10" fmla="*/ 2768796 h 2902718"/>
                <a:gd name="connsiteX11" fmla="*/ 644644 w 2084731"/>
                <a:gd name="connsiteY11" fmla="*/ 2777263 h 2902718"/>
                <a:gd name="connsiteX12" fmla="*/ 51976 w 2084731"/>
                <a:gd name="connsiteY12" fmla="*/ 2252329 h 2902718"/>
                <a:gd name="connsiteX13" fmla="*/ 43510 w 2084731"/>
                <a:gd name="connsiteY13" fmla="*/ 1227862 h 2902718"/>
                <a:gd name="connsiteX0" fmla="*/ 43510 w 2087156"/>
                <a:gd name="connsiteY0" fmla="*/ 1227862 h 2875861"/>
                <a:gd name="connsiteX1" fmla="*/ 170510 w 2087156"/>
                <a:gd name="connsiteY1" fmla="*/ 939996 h 2875861"/>
                <a:gd name="connsiteX2" fmla="*/ 602310 w 2087156"/>
                <a:gd name="connsiteY2" fmla="*/ 448929 h 2875861"/>
                <a:gd name="connsiteX3" fmla="*/ 813977 w 2087156"/>
                <a:gd name="connsiteY3" fmla="*/ 135662 h 2875861"/>
                <a:gd name="connsiteX4" fmla="*/ 1008710 w 2087156"/>
                <a:gd name="connsiteY4" fmla="*/ 196 h 2875861"/>
                <a:gd name="connsiteX5" fmla="*/ 1220377 w 2087156"/>
                <a:gd name="connsiteY5" fmla="*/ 161062 h 2875861"/>
                <a:gd name="connsiteX6" fmla="*/ 1567510 w 2087156"/>
                <a:gd name="connsiteY6" fmla="*/ 660596 h 2875861"/>
                <a:gd name="connsiteX7" fmla="*/ 1965444 w 2087156"/>
                <a:gd name="connsiteY7" fmla="*/ 1007729 h 2875861"/>
                <a:gd name="connsiteX8" fmla="*/ 2083977 w 2087156"/>
                <a:gd name="connsiteY8" fmla="*/ 1414129 h 2875861"/>
                <a:gd name="connsiteX9" fmla="*/ 2007778 w 2087156"/>
                <a:gd name="connsiteY9" fmla="*/ 2201529 h 2875861"/>
                <a:gd name="connsiteX10" fmla="*/ 1567511 w 2087156"/>
                <a:gd name="connsiteY10" fmla="*/ 2768796 h 2875861"/>
                <a:gd name="connsiteX11" fmla="*/ 644644 w 2087156"/>
                <a:gd name="connsiteY11" fmla="*/ 2777263 h 2875861"/>
                <a:gd name="connsiteX12" fmla="*/ 51976 w 2087156"/>
                <a:gd name="connsiteY12" fmla="*/ 2252329 h 2875861"/>
                <a:gd name="connsiteX13" fmla="*/ 43510 w 2087156"/>
                <a:gd name="connsiteY13" fmla="*/ 1227862 h 2875861"/>
                <a:gd name="connsiteX0" fmla="*/ 43510 w 2091268"/>
                <a:gd name="connsiteY0" fmla="*/ 1227862 h 2882654"/>
                <a:gd name="connsiteX1" fmla="*/ 170510 w 2091268"/>
                <a:gd name="connsiteY1" fmla="*/ 939996 h 2882654"/>
                <a:gd name="connsiteX2" fmla="*/ 602310 w 2091268"/>
                <a:gd name="connsiteY2" fmla="*/ 448929 h 2882654"/>
                <a:gd name="connsiteX3" fmla="*/ 813977 w 2091268"/>
                <a:gd name="connsiteY3" fmla="*/ 135662 h 2882654"/>
                <a:gd name="connsiteX4" fmla="*/ 1008710 w 2091268"/>
                <a:gd name="connsiteY4" fmla="*/ 196 h 2882654"/>
                <a:gd name="connsiteX5" fmla="*/ 1220377 w 2091268"/>
                <a:gd name="connsiteY5" fmla="*/ 161062 h 2882654"/>
                <a:gd name="connsiteX6" fmla="*/ 1567510 w 2091268"/>
                <a:gd name="connsiteY6" fmla="*/ 660596 h 2882654"/>
                <a:gd name="connsiteX7" fmla="*/ 1965444 w 2091268"/>
                <a:gd name="connsiteY7" fmla="*/ 1007729 h 2882654"/>
                <a:gd name="connsiteX8" fmla="*/ 2083977 w 2091268"/>
                <a:gd name="connsiteY8" fmla="*/ 1414129 h 2882654"/>
                <a:gd name="connsiteX9" fmla="*/ 2007778 w 2091268"/>
                <a:gd name="connsiteY9" fmla="*/ 2201529 h 2882654"/>
                <a:gd name="connsiteX10" fmla="*/ 1440511 w 2091268"/>
                <a:gd name="connsiteY10" fmla="*/ 2785730 h 2882654"/>
                <a:gd name="connsiteX11" fmla="*/ 644644 w 2091268"/>
                <a:gd name="connsiteY11" fmla="*/ 2777263 h 2882654"/>
                <a:gd name="connsiteX12" fmla="*/ 51976 w 2091268"/>
                <a:gd name="connsiteY12" fmla="*/ 2252329 h 2882654"/>
                <a:gd name="connsiteX13" fmla="*/ 43510 w 2091268"/>
                <a:gd name="connsiteY13" fmla="*/ 1227862 h 2882654"/>
                <a:gd name="connsiteX0" fmla="*/ 43510 w 2091268"/>
                <a:gd name="connsiteY0" fmla="*/ 1227862 h 2910175"/>
                <a:gd name="connsiteX1" fmla="*/ 170510 w 2091268"/>
                <a:gd name="connsiteY1" fmla="*/ 939996 h 2910175"/>
                <a:gd name="connsiteX2" fmla="*/ 602310 w 2091268"/>
                <a:gd name="connsiteY2" fmla="*/ 448929 h 2910175"/>
                <a:gd name="connsiteX3" fmla="*/ 813977 w 2091268"/>
                <a:gd name="connsiteY3" fmla="*/ 135662 h 2910175"/>
                <a:gd name="connsiteX4" fmla="*/ 1008710 w 2091268"/>
                <a:gd name="connsiteY4" fmla="*/ 196 h 2910175"/>
                <a:gd name="connsiteX5" fmla="*/ 1220377 w 2091268"/>
                <a:gd name="connsiteY5" fmla="*/ 161062 h 2910175"/>
                <a:gd name="connsiteX6" fmla="*/ 1567510 w 2091268"/>
                <a:gd name="connsiteY6" fmla="*/ 660596 h 2910175"/>
                <a:gd name="connsiteX7" fmla="*/ 1965444 w 2091268"/>
                <a:gd name="connsiteY7" fmla="*/ 1007729 h 2910175"/>
                <a:gd name="connsiteX8" fmla="*/ 2083977 w 2091268"/>
                <a:gd name="connsiteY8" fmla="*/ 1414129 h 2910175"/>
                <a:gd name="connsiteX9" fmla="*/ 2007778 w 2091268"/>
                <a:gd name="connsiteY9" fmla="*/ 2201529 h 2910175"/>
                <a:gd name="connsiteX10" fmla="*/ 1440511 w 2091268"/>
                <a:gd name="connsiteY10" fmla="*/ 2785730 h 2910175"/>
                <a:gd name="connsiteX11" fmla="*/ 644644 w 2091268"/>
                <a:gd name="connsiteY11" fmla="*/ 2777263 h 2910175"/>
                <a:gd name="connsiteX12" fmla="*/ 51976 w 2091268"/>
                <a:gd name="connsiteY12" fmla="*/ 2252329 h 2910175"/>
                <a:gd name="connsiteX13" fmla="*/ 43510 w 2091268"/>
                <a:gd name="connsiteY13" fmla="*/ 1227862 h 2910175"/>
                <a:gd name="connsiteX0" fmla="*/ 43510 w 2091268"/>
                <a:gd name="connsiteY0" fmla="*/ 1227862 h 2910175"/>
                <a:gd name="connsiteX1" fmla="*/ 170510 w 2091268"/>
                <a:gd name="connsiteY1" fmla="*/ 939996 h 2910175"/>
                <a:gd name="connsiteX2" fmla="*/ 602310 w 2091268"/>
                <a:gd name="connsiteY2" fmla="*/ 448929 h 2910175"/>
                <a:gd name="connsiteX3" fmla="*/ 813977 w 2091268"/>
                <a:gd name="connsiteY3" fmla="*/ 135662 h 2910175"/>
                <a:gd name="connsiteX4" fmla="*/ 1008710 w 2091268"/>
                <a:gd name="connsiteY4" fmla="*/ 196 h 2910175"/>
                <a:gd name="connsiteX5" fmla="*/ 1220377 w 2091268"/>
                <a:gd name="connsiteY5" fmla="*/ 161062 h 2910175"/>
                <a:gd name="connsiteX6" fmla="*/ 1567510 w 2091268"/>
                <a:gd name="connsiteY6" fmla="*/ 660596 h 2910175"/>
                <a:gd name="connsiteX7" fmla="*/ 1965444 w 2091268"/>
                <a:gd name="connsiteY7" fmla="*/ 1007729 h 2910175"/>
                <a:gd name="connsiteX8" fmla="*/ 2083977 w 2091268"/>
                <a:gd name="connsiteY8" fmla="*/ 1414129 h 2910175"/>
                <a:gd name="connsiteX9" fmla="*/ 2007778 w 2091268"/>
                <a:gd name="connsiteY9" fmla="*/ 2201529 h 2910175"/>
                <a:gd name="connsiteX10" fmla="*/ 1440511 w 2091268"/>
                <a:gd name="connsiteY10" fmla="*/ 2785730 h 2910175"/>
                <a:gd name="connsiteX11" fmla="*/ 644644 w 2091268"/>
                <a:gd name="connsiteY11" fmla="*/ 2777263 h 2910175"/>
                <a:gd name="connsiteX12" fmla="*/ 51976 w 2091268"/>
                <a:gd name="connsiteY12" fmla="*/ 2252329 h 2910175"/>
                <a:gd name="connsiteX13" fmla="*/ 43510 w 2091268"/>
                <a:gd name="connsiteY13" fmla="*/ 1227862 h 2910175"/>
                <a:gd name="connsiteX0" fmla="*/ 43510 w 2091268"/>
                <a:gd name="connsiteY0" fmla="*/ 1227862 h 2907110"/>
                <a:gd name="connsiteX1" fmla="*/ 170510 w 2091268"/>
                <a:gd name="connsiteY1" fmla="*/ 939996 h 2907110"/>
                <a:gd name="connsiteX2" fmla="*/ 602310 w 2091268"/>
                <a:gd name="connsiteY2" fmla="*/ 448929 h 2907110"/>
                <a:gd name="connsiteX3" fmla="*/ 813977 w 2091268"/>
                <a:gd name="connsiteY3" fmla="*/ 135662 h 2907110"/>
                <a:gd name="connsiteX4" fmla="*/ 1008710 w 2091268"/>
                <a:gd name="connsiteY4" fmla="*/ 196 h 2907110"/>
                <a:gd name="connsiteX5" fmla="*/ 1220377 w 2091268"/>
                <a:gd name="connsiteY5" fmla="*/ 161062 h 2907110"/>
                <a:gd name="connsiteX6" fmla="*/ 1567510 w 2091268"/>
                <a:gd name="connsiteY6" fmla="*/ 660596 h 2907110"/>
                <a:gd name="connsiteX7" fmla="*/ 1965444 w 2091268"/>
                <a:gd name="connsiteY7" fmla="*/ 1007729 h 2907110"/>
                <a:gd name="connsiteX8" fmla="*/ 2083977 w 2091268"/>
                <a:gd name="connsiteY8" fmla="*/ 1414129 h 2907110"/>
                <a:gd name="connsiteX9" fmla="*/ 2007778 w 2091268"/>
                <a:gd name="connsiteY9" fmla="*/ 2201529 h 2907110"/>
                <a:gd name="connsiteX10" fmla="*/ 1440511 w 2091268"/>
                <a:gd name="connsiteY10" fmla="*/ 2785730 h 2907110"/>
                <a:gd name="connsiteX11" fmla="*/ 644644 w 2091268"/>
                <a:gd name="connsiteY11" fmla="*/ 2777263 h 2907110"/>
                <a:gd name="connsiteX12" fmla="*/ 51976 w 2091268"/>
                <a:gd name="connsiteY12" fmla="*/ 2252329 h 2907110"/>
                <a:gd name="connsiteX13" fmla="*/ 43510 w 2091268"/>
                <a:gd name="connsiteY13" fmla="*/ 1227862 h 2907110"/>
                <a:gd name="connsiteX0" fmla="*/ 43510 w 2091268"/>
                <a:gd name="connsiteY0" fmla="*/ 1227862 h 2916434"/>
                <a:gd name="connsiteX1" fmla="*/ 170510 w 2091268"/>
                <a:gd name="connsiteY1" fmla="*/ 939996 h 2916434"/>
                <a:gd name="connsiteX2" fmla="*/ 602310 w 2091268"/>
                <a:gd name="connsiteY2" fmla="*/ 448929 h 2916434"/>
                <a:gd name="connsiteX3" fmla="*/ 813977 w 2091268"/>
                <a:gd name="connsiteY3" fmla="*/ 135662 h 2916434"/>
                <a:gd name="connsiteX4" fmla="*/ 1008710 w 2091268"/>
                <a:gd name="connsiteY4" fmla="*/ 196 h 2916434"/>
                <a:gd name="connsiteX5" fmla="*/ 1220377 w 2091268"/>
                <a:gd name="connsiteY5" fmla="*/ 161062 h 2916434"/>
                <a:gd name="connsiteX6" fmla="*/ 1567510 w 2091268"/>
                <a:gd name="connsiteY6" fmla="*/ 660596 h 2916434"/>
                <a:gd name="connsiteX7" fmla="*/ 1965444 w 2091268"/>
                <a:gd name="connsiteY7" fmla="*/ 1007729 h 2916434"/>
                <a:gd name="connsiteX8" fmla="*/ 2083977 w 2091268"/>
                <a:gd name="connsiteY8" fmla="*/ 1414129 h 2916434"/>
                <a:gd name="connsiteX9" fmla="*/ 2007778 w 2091268"/>
                <a:gd name="connsiteY9" fmla="*/ 2201529 h 2916434"/>
                <a:gd name="connsiteX10" fmla="*/ 1440511 w 2091268"/>
                <a:gd name="connsiteY10" fmla="*/ 2785730 h 2916434"/>
                <a:gd name="connsiteX11" fmla="*/ 644644 w 2091268"/>
                <a:gd name="connsiteY11" fmla="*/ 2777263 h 2916434"/>
                <a:gd name="connsiteX12" fmla="*/ 51976 w 2091268"/>
                <a:gd name="connsiteY12" fmla="*/ 2252329 h 2916434"/>
                <a:gd name="connsiteX13" fmla="*/ 43510 w 2091268"/>
                <a:gd name="connsiteY13" fmla="*/ 1227862 h 2916434"/>
                <a:gd name="connsiteX0" fmla="*/ 43510 w 2089935"/>
                <a:gd name="connsiteY0" fmla="*/ 1227862 h 2934608"/>
                <a:gd name="connsiteX1" fmla="*/ 170510 w 2089935"/>
                <a:gd name="connsiteY1" fmla="*/ 939996 h 2934608"/>
                <a:gd name="connsiteX2" fmla="*/ 602310 w 2089935"/>
                <a:gd name="connsiteY2" fmla="*/ 448929 h 2934608"/>
                <a:gd name="connsiteX3" fmla="*/ 813977 w 2089935"/>
                <a:gd name="connsiteY3" fmla="*/ 135662 h 2934608"/>
                <a:gd name="connsiteX4" fmla="*/ 1008710 w 2089935"/>
                <a:gd name="connsiteY4" fmla="*/ 196 h 2934608"/>
                <a:gd name="connsiteX5" fmla="*/ 1220377 w 2089935"/>
                <a:gd name="connsiteY5" fmla="*/ 161062 h 2934608"/>
                <a:gd name="connsiteX6" fmla="*/ 1567510 w 2089935"/>
                <a:gd name="connsiteY6" fmla="*/ 660596 h 2934608"/>
                <a:gd name="connsiteX7" fmla="*/ 1965444 w 2089935"/>
                <a:gd name="connsiteY7" fmla="*/ 1007729 h 2934608"/>
                <a:gd name="connsiteX8" fmla="*/ 2083977 w 2089935"/>
                <a:gd name="connsiteY8" fmla="*/ 1414129 h 2934608"/>
                <a:gd name="connsiteX9" fmla="*/ 2007778 w 2089935"/>
                <a:gd name="connsiteY9" fmla="*/ 2201529 h 2934608"/>
                <a:gd name="connsiteX10" fmla="*/ 1474378 w 2089935"/>
                <a:gd name="connsiteY10" fmla="*/ 2819597 h 2934608"/>
                <a:gd name="connsiteX11" fmla="*/ 644644 w 2089935"/>
                <a:gd name="connsiteY11" fmla="*/ 2777263 h 2934608"/>
                <a:gd name="connsiteX12" fmla="*/ 51976 w 2089935"/>
                <a:gd name="connsiteY12" fmla="*/ 2252329 h 2934608"/>
                <a:gd name="connsiteX13" fmla="*/ 43510 w 2089935"/>
                <a:gd name="connsiteY13" fmla="*/ 1227862 h 2934608"/>
                <a:gd name="connsiteX0" fmla="*/ 43510 w 2093073"/>
                <a:gd name="connsiteY0" fmla="*/ 1227862 h 2900163"/>
                <a:gd name="connsiteX1" fmla="*/ 170510 w 2093073"/>
                <a:gd name="connsiteY1" fmla="*/ 939996 h 2900163"/>
                <a:gd name="connsiteX2" fmla="*/ 602310 w 2093073"/>
                <a:gd name="connsiteY2" fmla="*/ 448929 h 2900163"/>
                <a:gd name="connsiteX3" fmla="*/ 813977 w 2093073"/>
                <a:gd name="connsiteY3" fmla="*/ 135662 h 2900163"/>
                <a:gd name="connsiteX4" fmla="*/ 1008710 w 2093073"/>
                <a:gd name="connsiteY4" fmla="*/ 196 h 2900163"/>
                <a:gd name="connsiteX5" fmla="*/ 1220377 w 2093073"/>
                <a:gd name="connsiteY5" fmla="*/ 161062 h 2900163"/>
                <a:gd name="connsiteX6" fmla="*/ 1567510 w 2093073"/>
                <a:gd name="connsiteY6" fmla="*/ 660596 h 2900163"/>
                <a:gd name="connsiteX7" fmla="*/ 1965444 w 2093073"/>
                <a:gd name="connsiteY7" fmla="*/ 1007729 h 2900163"/>
                <a:gd name="connsiteX8" fmla="*/ 2083977 w 2093073"/>
                <a:gd name="connsiteY8" fmla="*/ 1414129 h 2900163"/>
                <a:gd name="connsiteX9" fmla="*/ 2016245 w 2093073"/>
                <a:gd name="connsiteY9" fmla="*/ 2277729 h 2900163"/>
                <a:gd name="connsiteX10" fmla="*/ 1474378 w 2093073"/>
                <a:gd name="connsiteY10" fmla="*/ 2819597 h 2900163"/>
                <a:gd name="connsiteX11" fmla="*/ 644644 w 2093073"/>
                <a:gd name="connsiteY11" fmla="*/ 2777263 h 2900163"/>
                <a:gd name="connsiteX12" fmla="*/ 51976 w 2093073"/>
                <a:gd name="connsiteY12" fmla="*/ 2252329 h 2900163"/>
                <a:gd name="connsiteX13" fmla="*/ 43510 w 2093073"/>
                <a:gd name="connsiteY13" fmla="*/ 1227862 h 2900163"/>
                <a:gd name="connsiteX0" fmla="*/ 43510 w 2085581"/>
                <a:gd name="connsiteY0" fmla="*/ 1227862 h 2900163"/>
                <a:gd name="connsiteX1" fmla="*/ 170510 w 2085581"/>
                <a:gd name="connsiteY1" fmla="*/ 939996 h 2900163"/>
                <a:gd name="connsiteX2" fmla="*/ 602310 w 2085581"/>
                <a:gd name="connsiteY2" fmla="*/ 448929 h 2900163"/>
                <a:gd name="connsiteX3" fmla="*/ 813977 w 2085581"/>
                <a:gd name="connsiteY3" fmla="*/ 135662 h 2900163"/>
                <a:gd name="connsiteX4" fmla="*/ 1008710 w 2085581"/>
                <a:gd name="connsiteY4" fmla="*/ 196 h 2900163"/>
                <a:gd name="connsiteX5" fmla="*/ 1220377 w 2085581"/>
                <a:gd name="connsiteY5" fmla="*/ 161062 h 2900163"/>
                <a:gd name="connsiteX6" fmla="*/ 1567510 w 2085581"/>
                <a:gd name="connsiteY6" fmla="*/ 660596 h 2900163"/>
                <a:gd name="connsiteX7" fmla="*/ 1965444 w 2085581"/>
                <a:gd name="connsiteY7" fmla="*/ 1007729 h 2900163"/>
                <a:gd name="connsiteX8" fmla="*/ 2083977 w 2085581"/>
                <a:gd name="connsiteY8" fmla="*/ 1414129 h 2900163"/>
                <a:gd name="connsiteX9" fmla="*/ 2016245 w 2085581"/>
                <a:gd name="connsiteY9" fmla="*/ 2277729 h 2900163"/>
                <a:gd name="connsiteX10" fmla="*/ 1474378 w 2085581"/>
                <a:gd name="connsiteY10" fmla="*/ 2819597 h 2900163"/>
                <a:gd name="connsiteX11" fmla="*/ 644644 w 2085581"/>
                <a:gd name="connsiteY11" fmla="*/ 2777263 h 2900163"/>
                <a:gd name="connsiteX12" fmla="*/ 51976 w 2085581"/>
                <a:gd name="connsiteY12" fmla="*/ 2252329 h 2900163"/>
                <a:gd name="connsiteX13" fmla="*/ 43510 w 2085581"/>
                <a:gd name="connsiteY13" fmla="*/ 1227862 h 2900163"/>
                <a:gd name="connsiteX0" fmla="*/ 43510 w 2085581"/>
                <a:gd name="connsiteY0" fmla="*/ 1227862 h 2922699"/>
                <a:gd name="connsiteX1" fmla="*/ 170510 w 2085581"/>
                <a:gd name="connsiteY1" fmla="*/ 939996 h 2922699"/>
                <a:gd name="connsiteX2" fmla="*/ 602310 w 2085581"/>
                <a:gd name="connsiteY2" fmla="*/ 448929 h 2922699"/>
                <a:gd name="connsiteX3" fmla="*/ 813977 w 2085581"/>
                <a:gd name="connsiteY3" fmla="*/ 135662 h 2922699"/>
                <a:gd name="connsiteX4" fmla="*/ 1008710 w 2085581"/>
                <a:gd name="connsiteY4" fmla="*/ 196 h 2922699"/>
                <a:gd name="connsiteX5" fmla="*/ 1220377 w 2085581"/>
                <a:gd name="connsiteY5" fmla="*/ 161062 h 2922699"/>
                <a:gd name="connsiteX6" fmla="*/ 1567510 w 2085581"/>
                <a:gd name="connsiteY6" fmla="*/ 660596 h 2922699"/>
                <a:gd name="connsiteX7" fmla="*/ 1965444 w 2085581"/>
                <a:gd name="connsiteY7" fmla="*/ 1007729 h 2922699"/>
                <a:gd name="connsiteX8" fmla="*/ 2083977 w 2085581"/>
                <a:gd name="connsiteY8" fmla="*/ 1414129 h 2922699"/>
                <a:gd name="connsiteX9" fmla="*/ 2016245 w 2085581"/>
                <a:gd name="connsiteY9" fmla="*/ 2277729 h 2922699"/>
                <a:gd name="connsiteX10" fmla="*/ 1474378 w 2085581"/>
                <a:gd name="connsiteY10" fmla="*/ 2819597 h 2922699"/>
                <a:gd name="connsiteX11" fmla="*/ 644644 w 2085581"/>
                <a:gd name="connsiteY11" fmla="*/ 2777263 h 2922699"/>
                <a:gd name="connsiteX12" fmla="*/ 51976 w 2085581"/>
                <a:gd name="connsiteY12" fmla="*/ 2252329 h 2922699"/>
                <a:gd name="connsiteX13" fmla="*/ 43510 w 2085581"/>
                <a:gd name="connsiteY13" fmla="*/ 1227862 h 2922699"/>
                <a:gd name="connsiteX0" fmla="*/ 43510 w 2085581"/>
                <a:gd name="connsiteY0" fmla="*/ 1227862 h 2922699"/>
                <a:gd name="connsiteX1" fmla="*/ 170510 w 2085581"/>
                <a:gd name="connsiteY1" fmla="*/ 939996 h 2922699"/>
                <a:gd name="connsiteX2" fmla="*/ 602310 w 2085581"/>
                <a:gd name="connsiteY2" fmla="*/ 448929 h 2922699"/>
                <a:gd name="connsiteX3" fmla="*/ 813977 w 2085581"/>
                <a:gd name="connsiteY3" fmla="*/ 135662 h 2922699"/>
                <a:gd name="connsiteX4" fmla="*/ 1008710 w 2085581"/>
                <a:gd name="connsiteY4" fmla="*/ 196 h 2922699"/>
                <a:gd name="connsiteX5" fmla="*/ 1220377 w 2085581"/>
                <a:gd name="connsiteY5" fmla="*/ 161062 h 2922699"/>
                <a:gd name="connsiteX6" fmla="*/ 1567510 w 2085581"/>
                <a:gd name="connsiteY6" fmla="*/ 660596 h 2922699"/>
                <a:gd name="connsiteX7" fmla="*/ 1965444 w 2085581"/>
                <a:gd name="connsiteY7" fmla="*/ 1007729 h 2922699"/>
                <a:gd name="connsiteX8" fmla="*/ 2083977 w 2085581"/>
                <a:gd name="connsiteY8" fmla="*/ 1414129 h 2922699"/>
                <a:gd name="connsiteX9" fmla="*/ 2016245 w 2085581"/>
                <a:gd name="connsiteY9" fmla="*/ 2277729 h 2922699"/>
                <a:gd name="connsiteX10" fmla="*/ 1474378 w 2085581"/>
                <a:gd name="connsiteY10" fmla="*/ 2819597 h 2922699"/>
                <a:gd name="connsiteX11" fmla="*/ 644644 w 2085581"/>
                <a:gd name="connsiteY11" fmla="*/ 2777263 h 2922699"/>
                <a:gd name="connsiteX12" fmla="*/ 51976 w 2085581"/>
                <a:gd name="connsiteY12" fmla="*/ 2252329 h 2922699"/>
                <a:gd name="connsiteX13" fmla="*/ 43510 w 2085581"/>
                <a:gd name="connsiteY13" fmla="*/ 1227862 h 2922699"/>
                <a:gd name="connsiteX0" fmla="*/ 43510 w 2085581"/>
                <a:gd name="connsiteY0" fmla="*/ 1227862 h 2922699"/>
                <a:gd name="connsiteX1" fmla="*/ 170510 w 2085581"/>
                <a:gd name="connsiteY1" fmla="*/ 939996 h 2922699"/>
                <a:gd name="connsiteX2" fmla="*/ 602310 w 2085581"/>
                <a:gd name="connsiteY2" fmla="*/ 448929 h 2922699"/>
                <a:gd name="connsiteX3" fmla="*/ 813977 w 2085581"/>
                <a:gd name="connsiteY3" fmla="*/ 135662 h 2922699"/>
                <a:gd name="connsiteX4" fmla="*/ 1008710 w 2085581"/>
                <a:gd name="connsiteY4" fmla="*/ 196 h 2922699"/>
                <a:gd name="connsiteX5" fmla="*/ 1220377 w 2085581"/>
                <a:gd name="connsiteY5" fmla="*/ 161062 h 2922699"/>
                <a:gd name="connsiteX6" fmla="*/ 1567510 w 2085581"/>
                <a:gd name="connsiteY6" fmla="*/ 660596 h 2922699"/>
                <a:gd name="connsiteX7" fmla="*/ 1965444 w 2085581"/>
                <a:gd name="connsiteY7" fmla="*/ 1007729 h 2922699"/>
                <a:gd name="connsiteX8" fmla="*/ 2083977 w 2085581"/>
                <a:gd name="connsiteY8" fmla="*/ 1414129 h 2922699"/>
                <a:gd name="connsiteX9" fmla="*/ 2016245 w 2085581"/>
                <a:gd name="connsiteY9" fmla="*/ 2277729 h 2922699"/>
                <a:gd name="connsiteX10" fmla="*/ 1474378 w 2085581"/>
                <a:gd name="connsiteY10" fmla="*/ 2819597 h 2922699"/>
                <a:gd name="connsiteX11" fmla="*/ 644644 w 2085581"/>
                <a:gd name="connsiteY11" fmla="*/ 2777263 h 2922699"/>
                <a:gd name="connsiteX12" fmla="*/ 51976 w 2085581"/>
                <a:gd name="connsiteY12" fmla="*/ 2201529 h 2922699"/>
                <a:gd name="connsiteX13" fmla="*/ 43510 w 2085581"/>
                <a:gd name="connsiteY13" fmla="*/ 1227862 h 2922699"/>
                <a:gd name="connsiteX0" fmla="*/ 49615 w 2091686"/>
                <a:gd name="connsiteY0" fmla="*/ 1227862 h 2922699"/>
                <a:gd name="connsiteX1" fmla="*/ 176615 w 2091686"/>
                <a:gd name="connsiteY1" fmla="*/ 939996 h 2922699"/>
                <a:gd name="connsiteX2" fmla="*/ 608415 w 2091686"/>
                <a:gd name="connsiteY2" fmla="*/ 448929 h 2922699"/>
                <a:gd name="connsiteX3" fmla="*/ 820082 w 2091686"/>
                <a:gd name="connsiteY3" fmla="*/ 135662 h 2922699"/>
                <a:gd name="connsiteX4" fmla="*/ 1014815 w 2091686"/>
                <a:gd name="connsiteY4" fmla="*/ 196 h 2922699"/>
                <a:gd name="connsiteX5" fmla="*/ 1226482 w 2091686"/>
                <a:gd name="connsiteY5" fmla="*/ 161062 h 2922699"/>
                <a:gd name="connsiteX6" fmla="*/ 1573615 w 2091686"/>
                <a:gd name="connsiteY6" fmla="*/ 660596 h 2922699"/>
                <a:gd name="connsiteX7" fmla="*/ 1971549 w 2091686"/>
                <a:gd name="connsiteY7" fmla="*/ 1007729 h 2922699"/>
                <a:gd name="connsiteX8" fmla="*/ 2090082 w 2091686"/>
                <a:gd name="connsiteY8" fmla="*/ 1414129 h 2922699"/>
                <a:gd name="connsiteX9" fmla="*/ 2022350 w 2091686"/>
                <a:gd name="connsiteY9" fmla="*/ 2277729 h 2922699"/>
                <a:gd name="connsiteX10" fmla="*/ 1480483 w 2091686"/>
                <a:gd name="connsiteY10" fmla="*/ 2819597 h 2922699"/>
                <a:gd name="connsiteX11" fmla="*/ 650749 w 2091686"/>
                <a:gd name="connsiteY11" fmla="*/ 2777263 h 2922699"/>
                <a:gd name="connsiteX12" fmla="*/ 49615 w 2091686"/>
                <a:gd name="connsiteY12" fmla="*/ 2218462 h 2922699"/>
                <a:gd name="connsiteX13" fmla="*/ 49615 w 2091686"/>
                <a:gd name="connsiteY13" fmla="*/ 1227862 h 2922699"/>
                <a:gd name="connsiteX0" fmla="*/ 47752 w 2089823"/>
                <a:gd name="connsiteY0" fmla="*/ 1227862 h 2905212"/>
                <a:gd name="connsiteX1" fmla="*/ 174752 w 2089823"/>
                <a:gd name="connsiteY1" fmla="*/ 939996 h 2905212"/>
                <a:gd name="connsiteX2" fmla="*/ 606552 w 2089823"/>
                <a:gd name="connsiteY2" fmla="*/ 448929 h 2905212"/>
                <a:gd name="connsiteX3" fmla="*/ 818219 w 2089823"/>
                <a:gd name="connsiteY3" fmla="*/ 135662 h 2905212"/>
                <a:gd name="connsiteX4" fmla="*/ 1012952 w 2089823"/>
                <a:gd name="connsiteY4" fmla="*/ 196 h 2905212"/>
                <a:gd name="connsiteX5" fmla="*/ 1224619 w 2089823"/>
                <a:gd name="connsiteY5" fmla="*/ 161062 h 2905212"/>
                <a:gd name="connsiteX6" fmla="*/ 1571752 w 2089823"/>
                <a:gd name="connsiteY6" fmla="*/ 660596 h 2905212"/>
                <a:gd name="connsiteX7" fmla="*/ 1969686 w 2089823"/>
                <a:gd name="connsiteY7" fmla="*/ 1007729 h 2905212"/>
                <a:gd name="connsiteX8" fmla="*/ 2088219 w 2089823"/>
                <a:gd name="connsiteY8" fmla="*/ 1414129 h 2905212"/>
                <a:gd name="connsiteX9" fmla="*/ 2020487 w 2089823"/>
                <a:gd name="connsiteY9" fmla="*/ 2277729 h 2905212"/>
                <a:gd name="connsiteX10" fmla="*/ 1478620 w 2089823"/>
                <a:gd name="connsiteY10" fmla="*/ 2819597 h 2905212"/>
                <a:gd name="connsiteX11" fmla="*/ 623486 w 2089823"/>
                <a:gd name="connsiteY11" fmla="*/ 2785729 h 2905212"/>
                <a:gd name="connsiteX12" fmla="*/ 47752 w 2089823"/>
                <a:gd name="connsiteY12" fmla="*/ 2218462 h 2905212"/>
                <a:gd name="connsiteX13" fmla="*/ 47752 w 2089823"/>
                <a:gd name="connsiteY13" fmla="*/ 1227862 h 2905212"/>
                <a:gd name="connsiteX0" fmla="*/ 47752 w 2089950"/>
                <a:gd name="connsiteY0" fmla="*/ 1227862 h 2887735"/>
                <a:gd name="connsiteX1" fmla="*/ 174752 w 2089950"/>
                <a:gd name="connsiteY1" fmla="*/ 939996 h 2887735"/>
                <a:gd name="connsiteX2" fmla="*/ 606552 w 2089950"/>
                <a:gd name="connsiteY2" fmla="*/ 448929 h 2887735"/>
                <a:gd name="connsiteX3" fmla="*/ 818219 w 2089950"/>
                <a:gd name="connsiteY3" fmla="*/ 135662 h 2887735"/>
                <a:gd name="connsiteX4" fmla="*/ 1012952 w 2089950"/>
                <a:gd name="connsiteY4" fmla="*/ 196 h 2887735"/>
                <a:gd name="connsiteX5" fmla="*/ 1224619 w 2089950"/>
                <a:gd name="connsiteY5" fmla="*/ 161062 h 2887735"/>
                <a:gd name="connsiteX6" fmla="*/ 1571752 w 2089950"/>
                <a:gd name="connsiteY6" fmla="*/ 660596 h 2887735"/>
                <a:gd name="connsiteX7" fmla="*/ 1969686 w 2089950"/>
                <a:gd name="connsiteY7" fmla="*/ 1007729 h 2887735"/>
                <a:gd name="connsiteX8" fmla="*/ 2088219 w 2089950"/>
                <a:gd name="connsiteY8" fmla="*/ 1414129 h 2887735"/>
                <a:gd name="connsiteX9" fmla="*/ 2020487 w 2089950"/>
                <a:gd name="connsiteY9" fmla="*/ 2277729 h 2887735"/>
                <a:gd name="connsiteX10" fmla="*/ 1766488 w 2089950"/>
                <a:gd name="connsiteY10" fmla="*/ 2599462 h 2887735"/>
                <a:gd name="connsiteX11" fmla="*/ 1478620 w 2089950"/>
                <a:gd name="connsiteY11" fmla="*/ 2819597 h 2887735"/>
                <a:gd name="connsiteX12" fmla="*/ 623486 w 2089950"/>
                <a:gd name="connsiteY12" fmla="*/ 2785729 h 2887735"/>
                <a:gd name="connsiteX13" fmla="*/ 47752 w 2089950"/>
                <a:gd name="connsiteY13" fmla="*/ 2218462 h 2887735"/>
                <a:gd name="connsiteX14" fmla="*/ 47752 w 2089950"/>
                <a:gd name="connsiteY14" fmla="*/ 1227862 h 2887735"/>
                <a:gd name="connsiteX0" fmla="*/ 47752 w 2089950"/>
                <a:gd name="connsiteY0" fmla="*/ 1227862 h 2887735"/>
                <a:gd name="connsiteX1" fmla="*/ 174752 w 2089950"/>
                <a:gd name="connsiteY1" fmla="*/ 939996 h 2887735"/>
                <a:gd name="connsiteX2" fmla="*/ 606552 w 2089950"/>
                <a:gd name="connsiteY2" fmla="*/ 448929 h 2887735"/>
                <a:gd name="connsiteX3" fmla="*/ 818219 w 2089950"/>
                <a:gd name="connsiteY3" fmla="*/ 135662 h 2887735"/>
                <a:gd name="connsiteX4" fmla="*/ 1012952 w 2089950"/>
                <a:gd name="connsiteY4" fmla="*/ 196 h 2887735"/>
                <a:gd name="connsiteX5" fmla="*/ 1224619 w 2089950"/>
                <a:gd name="connsiteY5" fmla="*/ 161062 h 2887735"/>
                <a:gd name="connsiteX6" fmla="*/ 1571752 w 2089950"/>
                <a:gd name="connsiteY6" fmla="*/ 660596 h 2887735"/>
                <a:gd name="connsiteX7" fmla="*/ 1969686 w 2089950"/>
                <a:gd name="connsiteY7" fmla="*/ 1007729 h 2887735"/>
                <a:gd name="connsiteX8" fmla="*/ 2088219 w 2089950"/>
                <a:gd name="connsiteY8" fmla="*/ 1414129 h 2887735"/>
                <a:gd name="connsiteX9" fmla="*/ 2020487 w 2089950"/>
                <a:gd name="connsiteY9" fmla="*/ 2243863 h 2887735"/>
                <a:gd name="connsiteX10" fmla="*/ 1766488 w 2089950"/>
                <a:gd name="connsiteY10" fmla="*/ 2599462 h 2887735"/>
                <a:gd name="connsiteX11" fmla="*/ 1478620 w 2089950"/>
                <a:gd name="connsiteY11" fmla="*/ 2819597 h 2887735"/>
                <a:gd name="connsiteX12" fmla="*/ 623486 w 2089950"/>
                <a:gd name="connsiteY12" fmla="*/ 2785729 h 2887735"/>
                <a:gd name="connsiteX13" fmla="*/ 47752 w 2089950"/>
                <a:gd name="connsiteY13" fmla="*/ 2218462 h 2887735"/>
                <a:gd name="connsiteX14" fmla="*/ 47752 w 2089950"/>
                <a:gd name="connsiteY14" fmla="*/ 1227862 h 2887735"/>
                <a:gd name="connsiteX0" fmla="*/ 47752 w 2089950"/>
                <a:gd name="connsiteY0" fmla="*/ 1227862 h 2914704"/>
                <a:gd name="connsiteX1" fmla="*/ 174752 w 2089950"/>
                <a:gd name="connsiteY1" fmla="*/ 939996 h 2914704"/>
                <a:gd name="connsiteX2" fmla="*/ 606552 w 2089950"/>
                <a:gd name="connsiteY2" fmla="*/ 448929 h 2914704"/>
                <a:gd name="connsiteX3" fmla="*/ 818219 w 2089950"/>
                <a:gd name="connsiteY3" fmla="*/ 135662 h 2914704"/>
                <a:gd name="connsiteX4" fmla="*/ 1012952 w 2089950"/>
                <a:gd name="connsiteY4" fmla="*/ 196 h 2914704"/>
                <a:gd name="connsiteX5" fmla="*/ 1224619 w 2089950"/>
                <a:gd name="connsiteY5" fmla="*/ 161062 h 2914704"/>
                <a:gd name="connsiteX6" fmla="*/ 1571752 w 2089950"/>
                <a:gd name="connsiteY6" fmla="*/ 660596 h 2914704"/>
                <a:gd name="connsiteX7" fmla="*/ 1969686 w 2089950"/>
                <a:gd name="connsiteY7" fmla="*/ 1007729 h 2914704"/>
                <a:gd name="connsiteX8" fmla="*/ 2088219 w 2089950"/>
                <a:gd name="connsiteY8" fmla="*/ 1414129 h 2914704"/>
                <a:gd name="connsiteX9" fmla="*/ 2020487 w 2089950"/>
                <a:gd name="connsiteY9" fmla="*/ 2243863 h 2914704"/>
                <a:gd name="connsiteX10" fmla="*/ 1766488 w 2089950"/>
                <a:gd name="connsiteY10" fmla="*/ 2599462 h 2914704"/>
                <a:gd name="connsiteX11" fmla="*/ 1309287 w 2089950"/>
                <a:gd name="connsiteY11" fmla="*/ 2878863 h 2914704"/>
                <a:gd name="connsiteX12" fmla="*/ 623486 w 2089950"/>
                <a:gd name="connsiteY12" fmla="*/ 2785729 h 2914704"/>
                <a:gd name="connsiteX13" fmla="*/ 47752 w 2089950"/>
                <a:gd name="connsiteY13" fmla="*/ 2218462 h 2914704"/>
                <a:gd name="connsiteX14" fmla="*/ 47752 w 2089950"/>
                <a:gd name="connsiteY14" fmla="*/ 1227862 h 2914704"/>
                <a:gd name="connsiteX0" fmla="*/ 47752 w 2089950"/>
                <a:gd name="connsiteY0" fmla="*/ 1227862 h 2939263"/>
                <a:gd name="connsiteX1" fmla="*/ 174752 w 2089950"/>
                <a:gd name="connsiteY1" fmla="*/ 939996 h 2939263"/>
                <a:gd name="connsiteX2" fmla="*/ 606552 w 2089950"/>
                <a:gd name="connsiteY2" fmla="*/ 448929 h 2939263"/>
                <a:gd name="connsiteX3" fmla="*/ 818219 w 2089950"/>
                <a:gd name="connsiteY3" fmla="*/ 135662 h 2939263"/>
                <a:gd name="connsiteX4" fmla="*/ 1012952 w 2089950"/>
                <a:gd name="connsiteY4" fmla="*/ 196 h 2939263"/>
                <a:gd name="connsiteX5" fmla="*/ 1224619 w 2089950"/>
                <a:gd name="connsiteY5" fmla="*/ 161062 h 2939263"/>
                <a:gd name="connsiteX6" fmla="*/ 1571752 w 2089950"/>
                <a:gd name="connsiteY6" fmla="*/ 660596 h 2939263"/>
                <a:gd name="connsiteX7" fmla="*/ 1969686 w 2089950"/>
                <a:gd name="connsiteY7" fmla="*/ 1007729 h 2939263"/>
                <a:gd name="connsiteX8" fmla="*/ 2088219 w 2089950"/>
                <a:gd name="connsiteY8" fmla="*/ 1414129 h 2939263"/>
                <a:gd name="connsiteX9" fmla="*/ 2020487 w 2089950"/>
                <a:gd name="connsiteY9" fmla="*/ 2243863 h 2939263"/>
                <a:gd name="connsiteX10" fmla="*/ 1766488 w 2089950"/>
                <a:gd name="connsiteY10" fmla="*/ 2599462 h 2939263"/>
                <a:gd name="connsiteX11" fmla="*/ 1309287 w 2089950"/>
                <a:gd name="connsiteY11" fmla="*/ 2878863 h 2939263"/>
                <a:gd name="connsiteX12" fmla="*/ 623486 w 2089950"/>
                <a:gd name="connsiteY12" fmla="*/ 2785729 h 2939263"/>
                <a:gd name="connsiteX13" fmla="*/ 47752 w 2089950"/>
                <a:gd name="connsiteY13" fmla="*/ 2218462 h 2939263"/>
                <a:gd name="connsiteX14" fmla="*/ 47752 w 2089950"/>
                <a:gd name="connsiteY14" fmla="*/ 1227862 h 2939263"/>
                <a:gd name="connsiteX0" fmla="*/ 47752 w 2089950"/>
                <a:gd name="connsiteY0" fmla="*/ 1227862 h 2944632"/>
                <a:gd name="connsiteX1" fmla="*/ 174752 w 2089950"/>
                <a:gd name="connsiteY1" fmla="*/ 939996 h 2944632"/>
                <a:gd name="connsiteX2" fmla="*/ 606552 w 2089950"/>
                <a:gd name="connsiteY2" fmla="*/ 448929 h 2944632"/>
                <a:gd name="connsiteX3" fmla="*/ 818219 w 2089950"/>
                <a:gd name="connsiteY3" fmla="*/ 135662 h 2944632"/>
                <a:gd name="connsiteX4" fmla="*/ 1012952 w 2089950"/>
                <a:gd name="connsiteY4" fmla="*/ 196 h 2944632"/>
                <a:gd name="connsiteX5" fmla="*/ 1224619 w 2089950"/>
                <a:gd name="connsiteY5" fmla="*/ 161062 h 2944632"/>
                <a:gd name="connsiteX6" fmla="*/ 1571752 w 2089950"/>
                <a:gd name="connsiteY6" fmla="*/ 660596 h 2944632"/>
                <a:gd name="connsiteX7" fmla="*/ 1969686 w 2089950"/>
                <a:gd name="connsiteY7" fmla="*/ 1007729 h 2944632"/>
                <a:gd name="connsiteX8" fmla="*/ 2088219 w 2089950"/>
                <a:gd name="connsiteY8" fmla="*/ 1414129 h 2944632"/>
                <a:gd name="connsiteX9" fmla="*/ 2020487 w 2089950"/>
                <a:gd name="connsiteY9" fmla="*/ 2243863 h 2944632"/>
                <a:gd name="connsiteX10" fmla="*/ 1766488 w 2089950"/>
                <a:gd name="connsiteY10" fmla="*/ 2599462 h 2944632"/>
                <a:gd name="connsiteX11" fmla="*/ 1360087 w 2089950"/>
                <a:gd name="connsiteY11" fmla="*/ 2887330 h 2944632"/>
                <a:gd name="connsiteX12" fmla="*/ 623486 w 2089950"/>
                <a:gd name="connsiteY12" fmla="*/ 2785729 h 2944632"/>
                <a:gd name="connsiteX13" fmla="*/ 47752 w 2089950"/>
                <a:gd name="connsiteY13" fmla="*/ 2218462 h 2944632"/>
                <a:gd name="connsiteX14" fmla="*/ 47752 w 2089950"/>
                <a:gd name="connsiteY14" fmla="*/ 1227862 h 2944632"/>
                <a:gd name="connsiteX0" fmla="*/ 47752 w 2089950"/>
                <a:gd name="connsiteY0" fmla="*/ 1227862 h 2937356"/>
                <a:gd name="connsiteX1" fmla="*/ 174752 w 2089950"/>
                <a:gd name="connsiteY1" fmla="*/ 939996 h 2937356"/>
                <a:gd name="connsiteX2" fmla="*/ 606552 w 2089950"/>
                <a:gd name="connsiteY2" fmla="*/ 448929 h 2937356"/>
                <a:gd name="connsiteX3" fmla="*/ 818219 w 2089950"/>
                <a:gd name="connsiteY3" fmla="*/ 135662 h 2937356"/>
                <a:gd name="connsiteX4" fmla="*/ 1012952 w 2089950"/>
                <a:gd name="connsiteY4" fmla="*/ 196 h 2937356"/>
                <a:gd name="connsiteX5" fmla="*/ 1224619 w 2089950"/>
                <a:gd name="connsiteY5" fmla="*/ 161062 h 2937356"/>
                <a:gd name="connsiteX6" fmla="*/ 1571752 w 2089950"/>
                <a:gd name="connsiteY6" fmla="*/ 660596 h 2937356"/>
                <a:gd name="connsiteX7" fmla="*/ 1969686 w 2089950"/>
                <a:gd name="connsiteY7" fmla="*/ 1007729 h 2937356"/>
                <a:gd name="connsiteX8" fmla="*/ 2088219 w 2089950"/>
                <a:gd name="connsiteY8" fmla="*/ 1414129 h 2937356"/>
                <a:gd name="connsiteX9" fmla="*/ 2020487 w 2089950"/>
                <a:gd name="connsiteY9" fmla="*/ 2243863 h 2937356"/>
                <a:gd name="connsiteX10" fmla="*/ 1766488 w 2089950"/>
                <a:gd name="connsiteY10" fmla="*/ 2599462 h 2937356"/>
                <a:gd name="connsiteX11" fmla="*/ 1360087 w 2089950"/>
                <a:gd name="connsiteY11" fmla="*/ 2887330 h 2937356"/>
                <a:gd name="connsiteX12" fmla="*/ 623486 w 2089950"/>
                <a:gd name="connsiteY12" fmla="*/ 2785729 h 2937356"/>
                <a:gd name="connsiteX13" fmla="*/ 47752 w 2089950"/>
                <a:gd name="connsiteY13" fmla="*/ 2218462 h 2937356"/>
                <a:gd name="connsiteX14" fmla="*/ 47752 w 2089950"/>
                <a:gd name="connsiteY14" fmla="*/ 1227862 h 2937356"/>
                <a:gd name="connsiteX0" fmla="*/ 47752 w 2089950"/>
                <a:gd name="connsiteY0" fmla="*/ 1227862 h 2937356"/>
                <a:gd name="connsiteX1" fmla="*/ 174752 w 2089950"/>
                <a:gd name="connsiteY1" fmla="*/ 939996 h 2937356"/>
                <a:gd name="connsiteX2" fmla="*/ 606552 w 2089950"/>
                <a:gd name="connsiteY2" fmla="*/ 448929 h 2937356"/>
                <a:gd name="connsiteX3" fmla="*/ 818219 w 2089950"/>
                <a:gd name="connsiteY3" fmla="*/ 135662 h 2937356"/>
                <a:gd name="connsiteX4" fmla="*/ 1012952 w 2089950"/>
                <a:gd name="connsiteY4" fmla="*/ 196 h 2937356"/>
                <a:gd name="connsiteX5" fmla="*/ 1224619 w 2089950"/>
                <a:gd name="connsiteY5" fmla="*/ 161062 h 2937356"/>
                <a:gd name="connsiteX6" fmla="*/ 1571752 w 2089950"/>
                <a:gd name="connsiteY6" fmla="*/ 660596 h 2937356"/>
                <a:gd name="connsiteX7" fmla="*/ 1969686 w 2089950"/>
                <a:gd name="connsiteY7" fmla="*/ 1007729 h 2937356"/>
                <a:gd name="connsiteX8" fmla="*/ 2088219 w 2089950"/>
                <a:gd name="connsiteY8" fmla="*/ 1414129 h 2937356"/>
                <a:gd name="connsiteX9" fmla="*/ 2020487 w 2089950"/>
                <a:gd name="connsiteY9" fmla="*/ 2243863 h 2937356"/>
                <a:gd name="connsiteX10" fmla="*/ 1766488 w 2089950"/>
                <a:gd name="connsiteY10" fmla="*/ 2599462 h 2937356"/>
                <a:gd name="connsiteX11" fmla="*/ 1360087 w 2089950"/>
                <a:gd name="connsiteY11" fmla="*/ 2887330 h 2937356"/>
                <a:gd name="connsiteX12" fmla="*/ 623486 w 2089950"/>
                <a:gd name="connsiteY12" fmla="*/ 2785729 h 2937356"/>
                <a:gd name="connsiteX13" fmla="*/ 47752 w 2089950"/>
                <a:gd name="connsiteY13" fmla="*/ 2218462 h 2937356"/>
                <a:gd name="connsiteX14" fmla="*/ 47752 w 2089950"/>
                <a:gd name="connsiteY14" fmla="*/ 1227862 h 2937356"/>
                <a:gd name="connsiteX0" fmla="*/ 29224 w 2105289"/>
                <a:gd name="connsiteY0" fmla="*/ 1668129 h 2937356"/>
                <a:gd name="connsiteX1" fmla="*/ 190091 w 2105289"/>
                <a:gd name="connsiteY1" fmla="*/ 939996 h 2937356"/>
                <a:gd name="connsiteX2" fmla="*/ 621891 w 2105289"/>
                <a:gd name="connsiteY2" fmla="*/ 448929 h 2937356"/>
                <a:gd name="connsiteX3" fmla="*/ 833558 w 2105289"/>
                <a:gd name="connsiteY3" fmla="*/ 135662 h 2937356"/>
                <a:gd name="connsiteX4" fmla="*/ 1028291 w 2105289"/>
                <a:gd name="connsiteY4" fmla="*/ 196 h 2937356"/>
                <a:gd name="connsiteX5" fmla="*/ 1239958 w 2105289"/>
                <a:gd name="connsiteY5" fmla="*/ 161062 h 2937356"/>
                <a:gd name="connsiteX6" fmla="*/ 1587091 w 2105289"/>
                <a:gd name="connsiteY6" fmla="*/ 660596 h 2937356"/>
                <a:gd name="connsiteX7" fmla="*/ 1985025 w 2105289"/>
                <a:gd name="connsiteY7" fmla="*/ 1007729 h 2937356"/>
                <a:gd name="connsiteX8" fmla="*/ 2103558 w 2105289"/>
                <a:gd name="connsiteY8" fmla="*/ 1414129 h 2937356"/>
                <a:gd name="connsiteX9" fmla="*/ 2035826 w 2105289"/>
                <a:gd name="connsiteY9" fmla="*/ 2243863 h 2937356"/>
                <a:gd name="connsiteX10" fmla="*/ 1781827 w 2105289"/>
                <a:gd name="connsiteY10" fmla="*/ 2599462 h 2937356"/>
                <a:gd name="connsiteX11" fmla="*/ 1375426 w 2105289"/>
                <a:gd name="connsiteY11" fmla="*/ 2887330 h 2937356"/>
                <a:gd name="connsiteX12" fmla="*/ 638825 w 2105289"/>
                <a:gd name="connsiteY12" fmla="*/ 2785729 h 2937356"/>
                <a:gd name="connsiteX13" fmla="*/ 63091 w 2105289"/>
                <a:gd name="connsiteY13" fmla="*/ 2218462 h 2937356"/>
                <a:gd name="connsiteX14" fmla="*/ 29224 w 2105289"/>
                <a:gd name="connsiteY14" fmla="*/ 1668129 h 2937356"/>
                <a:gd name="connsiteX0" fmla="*/ 42679 w 2093344"/>
                <a:gd name="connsiteY0" fmla="*/ 1177062 h 2937356"/>
                <a:gd name="connsiteX1" fmla="*/ 178146 w 2093344"/>
                <a:gd name="connsiteY1" fmla="*/ 939996 h 2937356"/>
                <a:gd name="connsiteX2" fmla="*/ 609946 w 2093344"/>
                <a:gd name="connsiteY2" fmla="*/ 448929 h 2937356"/>
                <a:gd name="connsiteX3" fmla="*/ 821613 w 2093344"/>
                <a:gd name="connsiteY3" fmla="*/ 135662 h 2937356"/>
                <a:gd name="connsiteX4" fmla="*/ 1016346 w 2093344"/>
                <a:gd name="connsiteY4" fmla="*/ 196 h 2937356"/>
                <a:gd name="connsiteX5" fmla="*/ 1228013 w 2093344"/>
                <a:gd name="connsiteY5" fmla="*/ 161062 h 2937356"/>
                <a:gd name="connsiteX6" fmla="*/ 1575146 w 2093344"/>
                <a:gd name="connsiteY6" fmla="*/ 660596 h 2937356"/>
                <a:gd name="connsiteX7" fmla="*/ 1973080 w 2093344"/>
                <a:gd name="connsiteY7" fmla="*/ 1007729 h 2937356"/>
                <a:gd name="connsiteX8" fmla="*/ 2091613 w 2093344"/>
                <a:gd name="connsiteY8" fmla="*/ 1414129 h 2937356"/>
                <a:gd name="connsiteX9" fmla="*/ 2023881 w 2093344"/>
                <a:gd name="connsiteY9" fmla="*/ 2243863 h 2937356"/>
                <a:gd name="connsiteX10" fmla="*/ 1769882 w 2093344"/>
                <a:gd name="connsiteY10" fmla="*/ 2599462 h 2937356"/>
                <a:gd name="connsiteX11" fmla="*/ 1363481 w 2093344"/>
                <a:gd name="connsiteY11" fmla="*/ 2887330 h 2937356"/>
                <a:gd name="connsiteX12" fmla="*/ 626880 w 2093344"/>
                <a:gd name="connsiteY12" fmla="*/ 2785729 h 2937356"/>
                <a:gd name="connsiteX13" fmla="*/ 51146 w 2093344"/>
                <a:gd name="connsiteY13" fmla="*/ 2218462 h 2937356"/>
                <a:gd name="connsiteX14" fmla="*/ 42679 w 2093344"/>
                <a:gd name="connsiteY14" fmla="*/ 1177062 h 2937356"/>
                <a:gd name="connsiteX0" fmla="*/ 47297 w 2097962"/>
                <a:gd name="connsiteY0" fmla="*/ 1177062 h 2937356"/>
                <a:gd name="connsiteX1" fmla="*/ 275898 w 2097962"/>
                <a:gd name="connsiteY1" fmla="*/ 804529 h 2937356"/>
                <a:gd name="connsiteX2" fmla="*/ 614564 w 2097962"/>
                <a:gd name="connsiteY2" fmla="*/ 448929 h 2937356"/>
                <a:gd name="connsiteX3" fmla="*/ 826231 w 2097962"/>
                <a:gd name="connsiteY3" fmla="*/ 135662 h 2937356"/>
                <a:gd name="connsiteX4" fmla="*/ 1020964 w 2097962"/>
                <a:gd name="connsiteY4" fmla="*/ 196 h 2937356"/>
                <a:gd name="connsiteX5" fmla="*/ 1232631 w 2097962"/>
                <a:gd name="connsiteY5" fmla="*/ 161062 h 2937356"/>
                <a:gd name="connsiteX6" fmla="*/ 1579764 w 2097962"/>
                <a:gd name="connsiteY6" fmla="*/ 660596 h 2937356"/>
                <a:gd name="connsiteX7" fmla="*/ 1977698 w 2097962"/>
                <a:gd name="connsiteY7" fmla="*/ 1007729 h 2937356"/>
                <a:gd name="connsiteX8" fmla="*/ 2096231 w 2097962"/>
                <a:gd name="connsiteY8" fmla="*/ 1414129 h 2937356"/>
                <a:gd name="connsiteX9" fmla="*/ 2028499 w 2097962"/>
                <a:gd name="connsiteY9" fmla="*/ 2243863 h 2937356"/>
                <a:gd name="connsiteX10" fmla="*/ 1774500 w 2097962"/>
                <a:gd name="connsiteY10" fmla="*/ 2599462 h 2937356"/>
                <a:gd name="connsiteX11" fmla="*/ 1368099 w 2097962"/>
                <a:gd name="connsiteY11" fmla="*/ 2887330 h 2937356"/>
                <a:gd name="connsiteX12" fmla="*/ 631498 w 2097962"/>
                <a:gd name="connsiteY12" fmla="*/ 2785729 h 2937356"/>
                <a:gd name="connsiteX13" fmla="*/ 55764 w 2097962"/>
                <a:gd name="connsiteY13" fmla="*/ 2218462 h 2937356"/>
                <a:gd name="connsiteX14" fmla="*/ 47297 w 2097962"/>
                <a:gd name="connsiteY14" fmla="*/ 1177062 h 2937356"/>
                <a:gd name="connsiteX0" fmla="*/ 54278 w 2104943"/>
                <a:gd name="connsiteY0" fmla="*/ 1177062 h 2937356"/>
                <a:gd name="connsiteX1" fmla="*/ 409879 w 2104943"/>
                <a:gd name="connsiteY1" fmla="*/ 669063 h 2937356"/>
                <a:gd name="connsiteX2" fmla="*/ 621545 w 2104943"/>
                <a:gd name="connsiteY2" fmla="*/ 448929 h 2937356"/>
                <a:gd name="connsiteX3" fmla="*/ 833212 w 2104943"/>
                <a:gd name="connsiteY3" fmla="*/ 135662 h 2937356"/>
                <a:gd name="connsiteX4" fmla="*/ 1027945 w 2104943"/>
                <a:gd name="connsiteY4" fmla="*/ 196 h 2937356"/>
                <a:gd name="connsiteX5" fmla="*/ 1239612 w 2104943"/>
                <a:gd name="connsiteY5" fmla="*/ 161062 h 2937356"/>
                <a:gd name="connsiteX6" fmla="*/ 1586745 w 2104943"/>
                <a:gd name="connsiteY6" fmla="*/ 660596 h 2937356"/>
                <a:gd name="connsiteX7" fmla="*/ 1984679 w 2104943"/>
                <a:gd name="connsiteY7" fmla="*/ 1007729 h 2937356"/>
                <a:gd name="connsiteX8" fmla="*/ 2103212 w 2104943"/>
                <a:gd name="connsiteY8" fmla="*/ 1414129 h 2937356"/>
                <a:gd name="connsiteX9" fmla="*/ 2035480 w 2104943"/>
                <a:gd name="connsiteY9" fmla="*/ 2243863 h 2937356"/>
                <a:gd name="connsiteX10" fmla="*/ 1781481 w 2104943"/>
                <a:gd name="connsiteY10" fmla="*/ 2599462 h 2937356"/>
                <a:gd name="connsiteX11" fmla="*/ 1375080 w 2104943"/>
                <a:gd name="connsiteY11" fmla="*/ 2887330 h 2937356"/>
                <a:gd name="connsiteX12" fmla="*/ 638479 w 2104943"/>
                <a:gd name="connsiteY12" fmla="*/ 2785729 h 2937356"/>
                <a:gd name="connsiteX13" fmla="*/ 62745 w 2104943"/>
                <a:gd name="connsiteY13" fmla="*/ 2218462 h 2937356"/>
                <a:gd name="connsiteX14" fmla="*/ 54278 w 2104943"/>
                <a:gd name="connsiteY14" fmla="*/ 1177062 h 2937356"/>
                <a:gd name="connsiteX0" fmla="*/ 54278 w 2104943"/>
                <a:gd name="connsiteY0" fmla="*/ 1177062 h 2937356"/>
                <a:gd name="connsiteX1" fmla="*/ 409879 w 2104943"/>
                <a:gd name="connsiteY1" fmla="*/ 669063 h 2937356"/>
                <a:gd name="connsiteX2" fmla="*/ 621545 w 2104943"/>
                <a:gd name="connsiteY2" fmla="*/ 448929 h 2937356"/>
                <a:gd name="connsiteX3" fmla="*/ 833212 w 2104943"/>
                <a:gd name="connsiteY3" fmla="*/ 135662 h 2937356"/>
                <a:gd name="connsiteX4" fmla="*/ 1027945 w 2104943"/>
                <a:gd name="connsiteY4" fmla="*/ 196 h 2937356"/>
                <a:gd name="connsiteX5" fmla="*/ 1239612 w 2104943"/>
                <a:gd name="connsiteY5" fmla="*/ 161062 h 2937356"/>
                <a:gd name="connsiteX6" fmla="*/ 1544411 w 2104943"/>
                <a:gd name="connsiteY6" fmla="*/ 575930 h 2937356"/>
                <a:gd name="connsiteX7" fmla="*/ 1984679 w 2104943"/>
                <a:gd name="connsiteY7" fmla="*/ 1007729 h 2937356"/>
                <a:gd name="connsiteX8" fmla="*/ 2103212 w 2104943"/>
                <a:gd name="connsiteY8" fmla="*/ 1414129 h 2937356"/>
                <a:gd name="connsiteX9" fmla="*/ 2035480 w 2104943"/>
                <a:gd name="connsiteY9" fmla="*/ 2243863 h 2937356"/>
                <a:gd name="connsiteX10" fmla="*/ 1781481 w 2104943"/>
                <a:gd name="connsiteY10" fmla="*/ 2599462 h 2937356"/>
                <a:gd name="connsiteX11" fmla="*/ 1375080 w 2104943"/>
                <a:gd name="connsiteY11" fmla="*/ 2887330 h 2937356"/>
                <a:gd name="connsiteX12" fmla="*/ 638479 w 2104943"/>
                <a:gd name="connsiteY12" fmla="*/ 2785729 h 2937356"/>
                <a:gd name="connsiteX13" fmla="*/ 62745 w 2104943"/>
                <a:gd name="connsiteY13" fmla="*/ 2218462 h 2937356"/>
                <a:gd name="connsiteX14" fmla="*/ 54278 w 2104943"/>
                <a:gd name="connsiteY14" fmla="*/ 1177062 h 2937356"/>
                <a:gd name="connsiteX0" fmla="*/ 54278 w 2104943"/>
                <a:gd name="connsiteY0" fmla="*/ 1177062 h 2937356"/>
                <a:gd name="connsiteX1" fmla="*/ 409879 w 2104943"/>
                <a:gd name="connsiteY1" fmla="*/ 669063 h 2937356"/>
                <a:gd name="connsiteX2" fmla="*/ 621545 w 2104943"/>
                <a:gd name="connsiteY2" fmla="*/ 448929 h 2937356"/>
                <a:gd name="connsiteX3" fmla="*/ 833212 w 2104943"/>
                <a:gd name="connsiteY3" fmla="*/ 135662 h 2937356"/>
                <a:gd name="connsiteX4" fmla="*/ 1027945 w 2104943"/>
                <a:gd name="connsiteY4" fmla="*/ 196 h 2937356"/>
                <a:gd name="connsiteX5" fmla="*/ 1239612 w 2104943"/>
                <a:gd name="connsiteY5" fmla="*/ 161062 h 2937356"/>
                <a:gd name="connsiteX6" fmla="*/ 1544411 w 2104943"/>
                <a:gd name="connsiteY6" fmla="*/ 575930 h 2937356"/>
                <a:gd name="connsiteX7" fmla="*/ 1891547 w 2104943"/>
                <a:gd name="connsiteY7" fmla="*/ 787595 h 2937356"/>
                <a:gd name="connsiteX8" fmla="*/ 1984679 w 2104943"/>
                <a:gd name="connsiteY8" fmla="*/ 1007729 h 2937356"/>
                <a:gd name="connsiteX9" fmla="*/ 2103212 w 2104943"/>
                <a:gd name="connsiteY9" fmla="*/ 1414129 h 2937356"/>
                <a:gd name="connsiteX10" fmla="*/ 2035480 w 2104943"/>
                <a:gd name="connsiteY10" fmla="*/ 2243863 h 2937356"/>
                <a:gd name="connsiteX11" fmla="*/ 1781481 w 2104943"/>
                <a:gd name="connsiteY11" fmla="*/ 2599462 h 2937356"/>
                <a:gd name="connsiteX12" fmla="*/ 1375080 w 2104943"/>
                <a:gd name="connsiteY12" fmla="*/ 2887330 h 2937356"/>
                <a:gd name="connsiteX13" fmla="*/ 638479 w 2104943"/>
                <a:gd name="connsiteY13" fmla="*/ 2785729 h 2937356"/>
                <a:gd name="connsiteX14" fmla="*/ 62745 w 2104943"/>
                <a:gd name="connsiteY14" fmla="*/ 2218462 h 2937356"/>
                <a:gd name="connsiteX15" fmla="*/ 54278 w 2104943"/>
                <a:gd name="connsiteY15" fmla="*/ 1177062 h 2937356"/>
                <a:gd name="connsiteX0" fmla="*/ 54278 w 2104943"/>
                <a:gd name="connsiteY0" fmla="*/ 1177062 h 2937356"/>
                <a:gd name="connsiteX1" fmla="*/ 409879 w 2104943"/>
                <a:gd name="connsiteY1" fmla="*/ 669063 h 2937356"/>
                <a:gd name="connsiteX2" fmla="*/ 621545 w 2104943"/>
                <a:gd name="connsiteY2" fmla="*/ 448929 h 2937356"/>
                <a:gd name="connsiteX3" fmla="*/ 833212 w 2104943"/>
                <a:gd name="connsiteY3" fmla="*/ 135662 h 2937356"/>
                <a:gd name="connsiteX4" fmla="*/ 1027945 w 2104943"/>
                <a:gd name="connsiteY4" fmla="*/ 196 h 2937356"/>
                <a:gd name="connsiteX5" fmla="*/ 1239612 w 2104943"/>
                <a:gd name="connsiteY5" fmla="*/ 161062 h 2937356"/>
                <a:gd name="connsiteX6" fmla="*/ 1502078 w 2104943"/>
                <a:gd name="connsiteY6" fmla="*/ 423530 h 2937356"/>
                <a:gd name="connsiteX7" fmla="*/ 1891547 w 2104943"/>
                <a:gd name="connsiteY7" fmla="*/ 787595 h 2937356"/>
                <a:gd name="connsiteX8" fmla="*/ 1984679 w 2104943"/>
                <a:gd name="connsiteY8" fmla="*/ 1007729 h 2937356"/>
                <a:gd name="connsiteX9" fmla="*/ 2103212 w 2104943"/>
                <a:gd name="connsiteY9" fmla="*/ 1414129 h 2937356"/>
                <a:gd name="connsiteX10" fmla="*/ 2035480 w 2104943"/>
                <a:gd name="connsiteY10" fmla="*/ 2243863 h 2937356"/>
                <a:gd name="connsiteX11" fmla="*/ 1781481 w 2104943"/>
                <a:gd name="connsiteY11" fmla="*/ 2599462 h 2937356"/>
                <a:gd name="connsiteX12" fmla="*/ 1375080 w 2104943"/>
                <a:gd name="connsiteY12" fmla="*/ 2887330 h 2937356"/>
                <a:gd name="connsiteX13" fmla="*/ 638479 w 2104943"/>
                <a:gd name="connsiteY13" fmla="*/ 2785729 h 2937356"/>
                <a:gd name="connsiteX14" fmla="*/ 62745 w 2104943"/>
                <a:gd name="connsiteY14" fmla="*/ 2218462 h 2937356"/>
                <a:gd name="connsiteX15" fmla="*/ 54278 w 2104943"/>
                <a:gd name="connsiteY15" fmla="*/ 1177062 h 2937356"/>
                <a:gd name="connsiteX0" fmla="*/ 54278 w 2104943"/>
                <a:gd name="connsiteY0" fmla="*/ 1177062 h 2937356"/>
                <a:gd name="connsiteX1" fmla="*/ 409879 w 2104943"/>
                <a:gd name="connsiteY1" fmla="*/ 669063 h 2937356"/>
                <a:gd name="connsiteX2" fmla="*/ 621545 w 2104943"/>
                <a:gd name="connsiteY2" fmla="*/ 448929 h 2937356"/>
                <a:gd name="connsiteX3" fmla="*/ 833212 w 2104943"/>
                <a:gd name="connsiteY3" fmla="*/ 135662 h 2937356"/>
                <a:gd name="connsiteX4" fmla="*/ 1027945 w 2104943"/>
                <a:gd name="connsiteY4" fmla="*/ 196 h 2937356"/>
                <a:gd name="connsiteX5" fmla="*/ 1239612 w 2104943"/>
                <a:gd name="connsiteY5" fmla="*/ 161062 h 2937356"/>
                <a:gd name="connsiteX6" fmla="*/ 1502078 w 2104943"/>
                <a:gd name="connsiteY6" fmla="*/ 423530 h 2937356"/>
                <a:gd name="connsiteX7" fmla="*/ 1798414 w 2104943"/>
                <a:gd name="connsiteY7" fmla="*/ 829928 h 2937356"/>
                <a:gd name="connsiteX8" fmla="*/ 1984679 w 2104943"/>
                <a:gd name="connsiteY8" fmla="*/ 1007729 h 2937356"/>
                <a:gd name="connsiteX9" fmla="*/ 2103212 w 2104943"/>
                <a:gd name="connsiteY9" fmla="*/ 1414129 h 2937356"/>
                <a:gd name="connsiteX10" fmla="*/ 2035480 w 2104943"/>
                <a:gd name="connsiteY10" fmla="*/ 2243863 h 2937356"/>
                <a:gd name="connsiteX11" fmla="*/ 1781481 w 2104943"/>
                <a:gd name="connsiteY11" fmla="*/ 2599462 h 2937356"/>
                <a:gd name="connsiteX12" fmla="*/ 1375080 w 2104943"/>
                <a:gd name="connsiteY12" fmla="*/ 2887330 h 2937356"/>
                <a:gd name="connsiteX13" fmla="*/ 638479 w 2104943"/>
                <a:gd name="connsiteY13" fmla="*/ 2785729 h 2937356"/>
                <a:gd name="connsiteX14" fmla="*/ 62745 w 2104943"/>
                <a:gd name="connsiteY14" fmla="*/ 2218462 h 2937356"/>
                <a:gd name="connsiteX15" fmla="*/ 54278 w 2104943"/>
                <a:gd name="connsiteY15" fmla="*/ 1177062 h 2937356"/>
                <a:gd name="connsiteX0" fmla="*/ 54278 w 2103212"/>
                <a:gd name="connsiteY0" fmla="*/ 1177062 h 2937356"/>
                <a:gd name="connsiteX1" fmla="*/ 409879 w 2103212"/>
                <a:gd name="connsiteY1" fmla="*/ 669063 h 2937356"/>
                <a:gd name="connsiteX2" fmla="*/ 621545 w 2103212"/>
                <a:gd name="connsiteY2" fmla="*/ 448929 h 2937356"/>
                <a:gd name="connsiteX3" fmla="*/ 833212 w 2103212"/>
                <a:gd name="connsiteY3" fmla="*/ 135662 h 2937356"/>
                <a:gd name="connsiteX4" fmla="*/ 1027945 w 2103212"/>
                <a:gd name="connsiteY4" fmla="*/ 196 h 2937356"/>
                <a:gd name="connsiteX5" fmla="*/ 1239612 w 2103212"/>
                <a:gd name="connsiteY5" fmla="*/ 161062 h 2937356"/>
                <a:gd name="connsiteX6" fmla="*/ 1502078 w 2103212"/>
                <a:gd name="connsiteY6" fmla="*/ 423530 h 2937356"/>
                <a:gd name="connsiteX7" fmla="*/ 1798414 w 2103212"/>
                <a:gd name="connsiteY7" fmla="*/ 829928 h 2937356"/>
                <a:gd name="connsiteX8" fmla="*/ 2035479 w 2103212"/>
                <a:gd name="connsiteY8" fmla="*/ 1058529 h 2937356"/>
                <a:gd name="connsiteX9" fmla="*/ 2103212 w 2103212"/>
                <a:gd name="connsiteY9" fmla="*/ 1414129 h 2937356"/>
                <a:gd name="connsiteX10" fmla="*/ 2035480 w 2103212"/>
                <a:gd name="connsiteY10" fmla="*/ 2243863 h 2937356"/>
                <a:gd name="connsiteX11" fmla="*/ 1781481 w 2103212"/>
                <a:gd name="connsiteY11" fmla="*/ 2599462 h 2937356"/>
                <a:gd name="connsiteX12" fmla="*/ 1375080 w 2103212"/>
                <a:gd name="connsiteY12" fmla="*/ 2887330 h 2937356"/>
                <a:gd name="connsiteX13" fmla="*/ 638479 w 2103212"/>
                <a:gd name="connsiteY13" fmla="*/ 2785729 h 2937356"/>
                <a:gd name="connsiteX14" fmla="*/ 62745 w 2103212"/>
                <a:gd name="connsiteY14" fmla="*/ 2218462 h 2937356"/>
                <a:gd name="connsiteX15" fmla="*/ 54278 w 2103212"/>
                <a:gd name="connsiteY15" fmla="*/ 1177062 h 2937356"/>
                <a:gd name="connsiteX0" fmla="*/ 54278 w 2103508"/>
                <a:gd name="connsiteY0" fmla="*/ 1177062 h 2937356"/>
                <a:gd name="connsiteX1" fmla="*/ 409879 w 2103508"/>
                <a:gd name="connsiteY1" fmla="*/ 669063 h 2937356"/>
                <a:gd name="connsiteX2" fmla="*/ 621545 w 2103508"/>
                <a:gd name="connsiteY2" fmla="*/ 448929 h 2937356"/>
                <a:gd name="connsiteX3" fmla="*/ 833212 w 2103508"/>
                <a:gd name="connsiteY3" fmla="*/ 135662 h 2937356"/>
                <a:gd name="connsiteX4" fmla="*/ 1027945 w 2103508"/>
                <a:gd name="connsiteY4" fmla="*/ 196 h 2937356"/>
                <a:gd name="connsiteX5" fmla="*/ 1239612 w 2103508"/>
                <a:gd name="connsiteY5" fmla="*/ 161062 h 2937356"/>
                <a:gd name="connsiteX6" fmla="*/ 1502078 w 2103508"/>
                <a:gd name="connsiteY6" fmla="*/ 423530 h 2937356"/>
                <a:gd name="connsiteX7" fmla="*/ 1798414 w 2103508"/>
                <a:gd name="connsiteY7" fmla="*/ 829928 h 2937356"/>
                <a:gd name="connsiteX8" fmla="*/ 2018546 w 2103508"/>
                <a:gd name="connsiteY8" fmla="*/ 990795 h 2937356"/>
                <a:gd name="connsiteX9" fmla="*/ 2103212 w 2103508"/>
                <a:gd name="connsiteY9" fmla="*/ 1414129 h 2937356"/>
                <a:gd name="connsiteX10" fmla="*/ 2035480 w 2103508"/>
                <a:gd name="connsiteY10" fmla="*/ 2243863 h 2937356"/>
                <a:gd name="connsiteX11" fmla="*/ 1781481 w 2103508"/>
                <a:gd name="connsiteY11" fmla="*/ 2599462 h 2937356"/>
                <a:gd name="connsiteX12" fmla="*/ 1375080 w 2103508"/>
                <a:gd name="connsiteY12" fmla="*/ 2887330 h 2937356"/>
                <a:gd name="connsiteX13" fmla="*/ 638479 w 2103508"/>
                <a:gd name="connsiteY13" fmla="*/ 2785729 h 2937356"/>
                <a:gd name="connsiteX14" fmla="*/ 62745 w 2103508"/>
                <a:gd name="connsiteY14" fmla="*/ 2218462 h 2937356"/>
                <a:gd name="connsiteX15" fmla="*/ 54278 w 2103508"/>
                <a:gd name="connsiteY15" fmla="*/ 1177062 h 2937356"/>
                <a:gd name="connsiteX0" fmla="*/ 54278 w 2103508"/>
                <a:gd name="connsiteY0" fmla="*/ 1177062 h 2937356"/>
                <a:gd name="connsiteX1" fmla="*/ 409879 w 2103508"/>
                <a:gd name="connsiteY1" fmla="*/ 669063 h 2937356"/>
                <a:gd name="connsiteX2" fmla="*/ 621545 w 2103508"/>
                <a:gd name="connsiteY2" fmla="*/ 448929 h 2937356"/>
                <a:gd name="connsiteX3" fmla="*/ 833212 w 2103508"/>
                <a:gd name="connsiteY3" fmla="*/ 135662 h 2937356"/>
                <a:gd name="connsiteX4" fmla="*/ 1027945 w 2103508"/>
                <a:gd name="connsiteY4" fmla="*/ 196 h 2937356"/>
                <a:gd name="connsiteX5" fmla="*/ 1239612 w 2103508"/>
                <a:gd name="connsiteY5" fmla="*/ 161062 h 2937356"/>
                <a:gd name="connsiteX6" fmla="*/ 1502078 w 2103508"/>
                <a:gd name="connsiteY6" fmla="*/ 423530 h 2937356"/>
                <a:gd name="connsiteX7" fmla="*/ 1916947 w 2103508"/>
                <a:gd name="connsiteY7" fmla="*/ 923062 h 2937356"/>
                <a:gd name="connsiteX8" fmla="*/ 2018546 w 2103508"/>
                <a:gd name="connsiteY8" fmla="*/ 990795 h 2937356"/>
                <a:gd name="connsiteX9" fmla="*/ 2103212 w 2103508"/>
                <a:gd name="connsiteY9" fmla="*/ 1414129 h 2937356"/>
                <a:gd name="connsiteX10" fmla="*/ 2035480 w 2103508"/>
                <a:gd name="connsiteY10" fmla="*/ 2243863 h 2937356"/>
                <a:gd name="connsiteX11" fmla="*/ 1781481 w 2103508"/>
                <a:gd name="connsiteY11" fmla="*/ 2599462 h 2937356"/>
                <a:gd name="connsiteX12" fmla="*/ 1375080 w 2103508"/>
                <a:gd name="connsiteY12" fmla="*/ 2887330 h 2937356"/>
                <a:gd name="connsiteX13" fmla="*/ 638479 w 2103508"/>
                <a:gd name="connsiteY13" fmla="*/ 2785729 h 2937356"/>
                <a:gd name="connsiteX14" fmla="*/ 62745 w 2103508"/>
                <a:gd name="connsiteY14" fmla="*/ 2218462 h 2937356"/>
                <a:gd name="connsiteX15" fmla="*/ 54278 w 2103508"/>
                <a:gd name="connsiteY15" fmla="*/ 1177062 h 2937356"/>
                <a:gd name="connsiteX0" fmla="*/ 54278 w 2103508"/>
                <a:gd name="connsiteY0" fmla="*/ 1177062 h 2937356"/>
                <a:gd name="connsiteX1" fmla="*/ 409879 w 2103508"/>
                <a:gd name="connsiteY1" fmla="*/ 669063 h 2937356"/>
                <a:gd name="connsiteX2" fmla="*/ 621545 w 2103508"/>
                <a:gd name="connsiteY2" fmla="*/ 448929 h 2937356"/>
                <a:gd name="connsiteX3" fmla="*/ 833212 w 2103508"/>
                <a:gd name="connsiteY3" fmla="*/ 135662 h 2937356"/>
                <a:gd name="connsiteX4" fmla="*/ 1027945 w 2103508"/>
                <a:gd name="connsiteY4" fmla="*/ 196 h 2937356"/>
                <a:gd name="connsiteX5" fmla="*/ 1239612 w 2103508"/>
                <a:gd name="connsiteY5" fmla="*/ 161062 h 2937356"/>
                <a:gd name="connsiteX6" fmla="*/ 1502078 w 2103508"/>
                <a:gd name="connsiteY6" fmla="*/ 423530 h 2937356"/>
                <a:gd name="connsiteX7" fmla="*/ 1629081 w 2103508"/>
                <a:gd name="connsiteY7" fmla="*/ 567462 h 2937356"/>
                <a:gd name="connsiteX8" fmla="*/ 2018546 w 2103508"/>
                <a:gd name="connsiteY8" fmla="*/ 990795 h 2937356"/>
                <a:gd name="connsiteX9" fmla="*/ 2103212 w 2103508"/>
                <a:gd name="connsiteY9" fmla="*/ 1414129 h 2937356"/>
                <a:gd name="connsiteX10" fmla="*/ 2035480 w 2103508"/>
                <a:gd name="connsiteY10" fmla="*/ 2243863 h 2937356"/>
                <a:gd name="connsiteX11" fmla="*/ 1781481 w 2103508"/>
                <a:gd name="connsiteY11" fmla="*/ 2599462 h 2937356"/>
                <a:gd name="connsiteX12" fmla="*/ 1375080 w 2103508"/>
                <a:gd name="connsiteY12" fmla="*/ 2887330 h 2937356"/>
                <a:gd name="connsiteX13" fmla="*/ 638479 w 2103508"/>
                <a:gd name="connsiteY13" fmla="*/ 2785729 h 2937356"/>
                <a:gd name="connsiteX14" fmla="*/ 62745 w 2103508"/>
                <a:gd name="connsiteY14" fmla="*/ 2218462 h 2937356"/>
                <a:gd name="connsiteX15" fmla="*/ 54278 w 2103508"/>
                <a:gd name="connsiteY15" fmla="*/ 1177062 h 2937356"/>
                <a:gd name="connsiteX0" fmla="*/ 54278 w 2109990"/>
                <a:gd name="connsiteY0" fmla="*/ 1177062 h 2937356"/>
                <a:gd name="connsiteX1" fmla="*/ 409879 w 2109990"/>
                <a:gd name="connsiteY1" fmla="*/ 669063 h 2937356"/>
                <a:gd name="connsiteX2" fmla="*/ 621545 w 2109990"/>
                <a:gd name="connsiteY2" fmla="*/ 448929 h 2937356"/>
                <a:gd name="connsiteX3" fmla="*/ 833212 w 2109990"/>
                <a:gd name="connsiteY3" fmla="*/ 135662 h 2937356"/>
                <a:gd name="connsiteX4" fmla="*/ 1027945 w 2109990"/>
                <a:gd name="connsiteY4" fmla="*/ 196 h 2937356"/>
                <a:gd name="connsiteX5" fmla="*/ 1239612 w 2109990"/>
                <a:gd name="connsiteY5" fmla="*/ 161062 h 2937356"/>
                <a:gd name="connsiteX6" fmla="*/ 1502078 w 2109990"/>
                <a:gd name="connsiteY6" fmla="*/ 423530 h 2937356"/>
                <a:gd name="connsiteX7" fmla="*/ 1629081 w 2109990"/>
                <a:gd name="connsiteY7" fmla="*/ 567462 h 2937356"/>
                <a:gd name="connsiteX8" fmla="*/ 1900013 w 2109990"/>
                <a:gd name="connsiteY8" fmla="*/ 1016195 h 2937356"/>
                <a:gd name="connsiteX9" fmla="*/ 2103212 w 2109990"/>
                <a:gd name="connsiteY9" fmla="*/ 1414129 h 2937356"/>
                <a:gd name="connsiteX10" fmla="*/ 2035480 w 2109990"/>
                <a:gd name="connsiteY10" fmla="*/ 2243863 h 2937356"/>
                <a:gd name="connsiteX11" fmla="*/ 1781481 w 2109990"/>
                <a:gd name="connsiteY11" fmla="*/ 2599462 h 2937356"/>
                <a:gd name="connsiteX12" fmla="*/ 1375080 w 2109990"/>
                <a:gd name="connsiteY12" fmla="*/ 2887330 h 2937356"/>
                <a:gd name="connsiteX13" fmla="*/ 638479 w 2109990"/>
                <a:gd name="connsiteY13" fmla="*/ 2785729 h 2937356"/>
                <a:gd name="connsiteX14" fmla="*/ 62745 w 2109990"/>
                <a:gd name="connsiteY14" fmla="*/ 2218462 h 2937356"/>
                <a:gd name="connsiteX15" fmla="*/ 54278 w 2109990"/>
                <a:gd name="connsiteY15" fmla="*/ 1177062 h 2937356"/>
                <a:gd name="connsiteX0" fmla="*/ 54278 w 2109990"/>
                <a:gd name="connsiteY0" fmla="*/ 1177062 h 2937356"/>
                <a:gd name="connsiteX1" fmla="*/ 409879 w 2109990"/>
                <a:gd name="connsiteY1" fmla="*/ 669063 h 2937356"/>
                <a:gd name="connsiteX2" fmla="*/ 621545 w 2109990"/>
                <a:gd name="connsiteY2" fmla="*/ 448929 h 2937356"/>
                <a:gd name="connsiteX3" fmla="*/ 833212 w 2109990"/>
                <a:gd name="connsiteY3" fmla="*/ 135662 h 2937356"/>
                <a:gd name="connsiteX4" fmla="*/ 1027945 w 2109990"/>
                <a:gd name="connsiteY4" fmla="*/ 196 h 2937356"/>
                <a:gd name="connsiteX5" fmla="*/ 1239612 w 2109990"/>
                <a:gd name="connsiteY5" fmla="*/ 161062 h 2937356"/>
                <a:gd name="connsiteX6" fmla="*/ 1502078 w 2109990"/>
                <a:gd name="connsiteY6" fmla="*/ 423530 h 2937356"/>
                <a:gd name="connsiteX7" fmla="*/ 1629081 w 2109990"/>
                <a:gd name="connsiteY7" fmla="*/ 567462 h 2937356"/>
                <a:gd name="connsiteX8" fmla="*/ 1900013 w 2109990"/>
                <a:gd name="connsiteY8" fmla="*/ 1016195 h 2937356"/>
                <a:gd name="connsiteX9" fmla="*/ 2103212 w 2109990"/>
                <a:gd name="connsiteY9" fmla="*/ 1414129 h 2937356"/>
                <a:gd name="connsiteX10" fmla="*/ 2035480 w 2109990"/>
                <a:gd name="connsiteY10" fmla="*/ 2243863 h 2937356"/>
                <a:gd name="connsiteX11" fmla="*/ 1781481 w 2109990"/>
                <a:gd name="connsiteY11" fmla="*/ 2599462 h 2937356"/>
                <a:gd name="connsiteX12" fmla="*/ 1375080 w 2109990"/>
                <a:gd name="connsiteY12" fmla="*/ 2887330 h 2937356"/>
                <a:gd name="connsiteX13" fmla="*/ 638479 w 2109990"/>
                <a:gd name="connsiteY13" fmla="*/ 2785729 h 2937356"/>
                <a:gd name="connsiteX14" fmla="*/ 62745 w 2109990"/>
                <a:gd name="connsiteY14" fmla="*/ 2218462 h 2937356"/>
                <a:gd name="connsiteX15" fmla="*/ 54278 w 2109990"/>
                <a:gd name="connsiteY15" fmla="*/ 1177062 h 2937356"/>
                <a:gd name="connsiteX0" fmla="*/ 54278 w 2106822"/>
                <a:gd name="connsiteY0" fmla="*/ 1177062 h 2937356"/>
                <a:gd name="connsiteX1" fmla="*/ 409879 w 2106822"/>
                <a:gd name="connsiteY1" fmla="*/ 669063 h 2937356"/>
                <a:gd name="connsiteX2" fmla="*/ 621545 w 2106822"/>
                <a:gd name="connsiteY2" fmla="*/ 448929 h 2937356"/>
                <a:gd name="connsiteX3" fmla="*/ 833212 w 2106822"/>
                <a:gd name="connsiteY3" fmla="*/ 135662 h 2937356"/>
                <a:gd name="connsiteX4" fmla="*/ 1027945 w 2106822"/>
                <a:gd name="connsiteY4" fmla="*/ 196 h 2937356"/>
                <a:gd name="connsiteX5" fmla="*/ 1239612 w 2106822"/>
                <a:gd name="connsiteY5" fmla="*/ 161062 h 2937356"/>
                <a:gd name="connsiteX6" fmla="*/ 1502078 w 2106822"/>
                <a:gd name="connsiteY6" fmla="*/ 423530 h 2937356"/>
                <a:gd name="connsiteX7" fmla="*/ 1629081 w 2106822"/>
                <a:gd name="connsiteY7" fmla="*/ 567462 h 2937356"/>
                <a:gd name="connsiteX8" fmla="*/ 1950813 w 2106822"/>
                <a:gd name="connsiteY8" fmla="*/ 973861 h 2937356"/>
                <a:gd name="connsiteX9" fmla="*/ 2103212 w 2106822"/>
                <a:gd name="connsiteY9" fmla="*/ 1414129 h 2937356"/>
                <a:gd name="connsiteX10" fmla="*/ 2035480 w 2106822"/>
                <a:gd name="connsiteY10" fmla="*/ 2243863 h 2937356"/>
                <a:gd name="connsiteX11" fmla="*/ 1781481 w 2106822"/>
                <a:gd name="connsiteY11" fmla="*/ 2599462 h 2937356"/>
                <a:gd name="connsiteX12" fmla="*/ 1375080 w 2106822"/>
                <a:gd name="connsiteY12" fmla="*/ 2887330 h 2937356"/>
                <a:gd name="connsiteX13" fmla="*/ 638479 w 2106822"/>
                <a:gd name="connsiteY13" fmla="*/ 2785729 h 2937356"/>
                <a:gd name="connsiteX14" fmla="*/ 62745 w 2106822"/>
                <a:gd name="connsiteY14" fmla="*/ 2218462 h 2937356"/>
                <a:gd name="connsiteX15" fmla="*/ 54278 w 2106822"/>
                <a:gd name="connsiteY15" fmla="*/ 1177062 h 2937356"/>
                <a:gd name="connsiteX0" fmla="*/ 54278 w 2106328"/>
                <a:gd name="connsiteY0" fmla="*/ 1177062 h 2937356"/>
                <a:gd name="connsiteX1" fmla="*/ 409879 w 2106328"/>
                <a:gd name="connsiteY1" fmla="*/ 669063 h 2937356"/>
                <a:gd name="connsiteX2" fmla="*/ 621545 w 2106328"/>
                <a:gd name="connsiteY2" fmla="*/ 448929 h 2937356"/>
                <a:gd name="connsiteX3" fmla="*/ 833212 w 2106328"/>
                <a:gd name="connsiteY3" fmla="*/ 135662 h 2937356"/>
                <a:gd name="connsiteX4" fmla="*/ 1027945 w 2106328"/>
                <a:gd name="connsiteY4" fmla="*/ 196 h 2937356"/>
                <a:gd name="connsiteX5" fmla="*/ 1239612 w 2106328"/>
                <a:gd name="connsiteY5" fmla="*/ 161062 h 2937356"/>
                <a:gd name="connsiteX6" fmla="*/ 1502078 w 2106328"/>
                <a:gd name="connsiteY6" fmla="*/ 423530 h 2937356"/>
                <a:gd name="connsiteX7" fmla="*/ 1629081 w 2106328"/>
                <a:gd name="connsiteY7" fmla="*/ 567462 h 2937356"/>
                <a:gd name="connsiteX8" fmla="*/ 1959280 w 2106328"/>
                <a:gd name="connsiteY8" fmla="*/ 948461 h 2937356"/>
                <a:gd name="connsiteX9" fmla="*/ 2103212 w 2106328"/>
                <a:gd name="connsiteY9" fmla="*/ 1414129 h 2937356"/>
                <a:gd name="connsiteX10" fmla="*/ 2035480 w 2106328"/>
                <a:gd name="connsiteY10" fmla="*/ 2243863 h 2937356"/>
                <a:gd name="connsiteX11" fmla="*/ 1781481 w 2106328"/>
                <a:gd name="connsiteY11" fmla="*/ 2599462 h 2937356"/>
                <a:gd name="connsiteX12" fmla="*/ 1375080 w 2106328"/>
                <a:gd name="connsiteY12" fmla="*/ 2887330 h 2937356"/>
                <a:gd name="connsiteX13" fmla="*/ 638479 w 2106328"/>
                <a:gd name="connsiteY13" fmla="*/ 2785729 h 2937356"/>
                <a:gd name="connsiteX14" fmla="*/ 62745 w 2106328"/>
                <a:gd name="connsiteY14" fmla="*/ 2218462 h 2937356"/>
                <a:gd name="connsiteX15" fmla="*/ 54278 w 2106328"/>
                <a:gd name="connsiteY15" fmla="*/ 1177062 h 2937356"/>
                <a:gd name="connsiteX0" fmla="*/ 54278 w 2111098"/>
                <a:gd name="connsiteY0" fmla="*/ 1177062 h 2937356"/>
                <a:gd name="connsiteX1" fmla="*/ 409879 w 2111098"/>
                <a:gd name="connsiteY1" fmla="*/ 669063 h 2937356"/>
                <a:gd name="connsiteX2" fmla="*/ 621545 w 2111098"/>
                <a:gd name="connsiteY2" fmla="*/ 448929 h 2937356"/>
                <a:gd name="connsiteX3" fmla="*/ 833212 w 2111098"/>
                <a:gd name="connsiteY3" fmla="*/ 135662 h 2937356"/>
                <a:gd name="connsiteX4" fmla="*/ 1027945 w 2111098"/>
                <a:gd name="connsiteY4" fmla="*/ 196 h 2937356"/>
                <a:gd name="connsiteX5" fmla="*/ 1239612 w 2111098"/>
                <a:gd name="connsiteY5" fmla="*/ 161062 h 2937356"/>
                <a:gd name="connsiteX6" fmla="*/ 1502078 w 2111098"/>
                <a:gd name="connsiteY6" fmla="*/ 423530 h 2937356"/>
                <a:gd name="connsiteX7" fmla="*/ 1629081 w 2111098"/>
                <a:gd name="connsiteY7" fmla="*/ 567462 h 2937356"/>
                <a:gd name="connsiteX8" fmla="*/ 1883080 w 2111098"/>
                <a:gd name="connsiteY8" fmla="*/ 855327 h 2937356"/>
                <a:gd name="connsiteX9" fmla="*/ 2103212 w 2111098"/>
                <a:gd name="connsiteY9" fmla="*/ 1414129 h 2937356"/>
                <a:gd name="connsiteX10" fmla="*/ 2035480 w 2111098"/>
                <a:gd name="connsiteY10" fmla="*/ 2243863 h 2937356"/>
                <a:gd name="connsiteX11" fmla="*/ 1781481 w 2111098"/>
                <a:gd name="connsiteY11" fmla="*/ 2599462 h 2937356"/>
                <a:gd name="connsiteX12" fmla="*/ 1375080 w 2111098"/>
                <a:gd name="connsiteY12" fmla="*/ 2887330 h 2937356"/>
                <a:gd name="connsiteX13" fmla="*/ 638479 w 2111098"/>
                <a:gd name="connsiteY13" fmla="*/ 2785729 h 2937356"/>
                <a:gd name="connsiteX14" fmla="*/ 62745 w 2111098"/>
                <a:gd name="connsiteY14" fmla="*/ 2218462 h 2937356"/>
                <a:gd name="connsiteX15" fmla="*/ 54278 w 2111098"/>
                <a:gd name="connsiteY15" fmla="*/ 1177062 h 2937356"/>
                <a:gd name="connsiteX0" fmla="*/ 54278 w 2116854"/>
                <a:gd name="connsiteY0" fmla="*/ 1177062 h 2937356"/>
                <a:gd name="connsiteX1" fmla="*/ 409879 w 2116854"/>
                <a:gd name="connsiteY1" fmla="*/ 669063 h 2937356"/>
                <a:gd name="connsiteX2" fmla="*/ 621545 w 2116854"/>
                <a:gd name="connsiteY2" fmla="*/ 448929 h 2937356"/>
                <a:gd name="connsiteX3" fmla="*/ 833212 w 2116854"/>
                <a:gd name="connsiteY3" fmla="*/ 135662 h 2937356"/>
                <a:gd name="connsiteX4" fmla="*/ 1027945 w 2116854"/>
                <a:gd name="connsiteY4" fmla="*/ 196 h 2937356"/>
                <a:gd name="connsiteX5" fmla="*/ 1239612 w 2116854"/>
                <a:gd name="connsiteY5" fmla="*/ 161062 h 2937356"/>
                <a:gd name="connsiteX6" fmla="*/ 1502078 w 2116854"/>
                <a:gd name="connsiteY6" fmla="*/ 423530 h 2937356"/>
                <a:gd name="connsiteX7" fmla="*/ 1629081 w 2116854"/>
                <a:gd name="connsiteY7" fmla="*/ 567462 h 2937356"/>
                <a:gd name="connsiteX8" fmla="*/ 1798413 w 2116854"/>
                <a:gd name="connsiteY8" fmla="*/ 829927 h 2937356"/>
                <a:gd name="connsiteX9" fmla="*/ 2103212 w 2116854"/>
                <a:gd name="connsiteY9" fmla="*/ 1414129 h 2937356"/>
                <a:gd name="connsiteX10" fmla="*/ 2035480 w 2116854"/>
                <a:gd name="connsiteY10" fmla="*/ 2243863 h 2937356"/>
                <a:gd name="connsiteX11" fmla="*/ 1781481 w 2116854"/>
                <a:gd name="connsiteY11" fmla="*/ 2599462 h 2937356"/>
                <a:gd name="connsiteX12" fmla="*/ 1375080 w 2116854"/>
                <a:gd name="connsiteY12" fmla="*/ 2887330 h 2937356"/>
                <a:gd name="connsiteX13" fmla="*/ 638479 w 2116854"/>
                <a:gd name="connsiteY13" fmla="*/ 2785729 h 2937356"/>
                <a:gd name="connsiteX14" fmla="*/ 62745 w 2116854"/>
                <a:gd name="connsiteY14" fmla="*/ 2218462 h 2937356"/>
                <a:gd name="connsiteX15" fmla="*/ 54278 w 2116854"/>
                <a:gd name="connsiteY15" fmla="*/ 1177062 h 2937356"/>
                <a:gd name="connsiteX0" fmla="*/ 54278 w 2116854"/>
                <a:gd name="connsiteY0" fmla="*/ 1177062 h 2937356"/>
                <a:gd name="connsiteX1" fmla="*/ 409879 w 2116854"/>
                <a:gd name="connsiteY1" fmla="*/ 669063 h 2937356"/>
                <a:gd name="connsiteX2" fmla="*/ 621545 w 2116854"/>
                <a:gd name="connsiteY2" fmla="*/ 448929 h 2937356"/>
                <a:gd name="connsiteX3" fmla="*/ 833212 w 2116854"/>
                <a:gd name="connsiteY3" fmla="*/ 135662 h 2937356"/>
                <a:gd name="connsiteX4" fmla="*/ 1027945 w 2116854"/>
                <a:gd name="connsiteY4" fmla="*/ 196 h 2937356"/>
                <a:gd name="connsiteX5" fmla="*/ 1239612 w 2116854"/>
                <a:gd name="connsiteY5" fmla="*/ 161062 h 2937356"/>
                <a:gd name="connsiteX6" fmla="*/ 1502078 w 2116854"/>
                <a:gd name="connsiteY6" fmla="*/ 423530 h 2937356"/>
                <a:gd name="connsiteX7" fmla="*/ 1578281 w 2116854"/>
                <a:gd name="connsiteY7" fmla="*/ 601328 h 2937356"/>
                <a:gd name="connsiteX8" fmla="*/ 1798413 w 2116854"/>
                <a:gd name="connsiteY8" fmla="*/ 829927 h 2937356"/>
                <a:gd name="connsiteX9" fmla="*/ 2103212 w 2116854"/>
                <a:gd name="connsiteY9" fmla="*/ 1414129 h 2937356"/>
                <a:gd name="connsiteX10" fmla="*/ 2035480 w 2116854"/>
                <a:gd name="connsiteY10" fmla="*/ 2243863 h 2937356"/>
                <a:gd name="connsiteX11" fmla="*/ 1781481 w 2116854"/>
                <a:gd name="connsiteY11" fmla="*/ 2599462 h 2937356"/>
                <a:gd name="connsiteX12" fmla="*/ 1375080 w 2116854"/>
                <a:gd name="connsiteY12" fmla="*/ 2887330 h 2937356"/>
                <a:gd name="connsiteX13" fmla="*/ 638479 w 2116854"/>
                <a:gd name="connsiteY13" fmla="*/ 2785729 h 2937356"/>
                <a:gd name="connsiteX14" fmla="*/ 62745 w 2116854"/>
                <a:gd name="connsiteY14" fmla="*/ 2218462 h 2937356"/>
                <a:gd name="connsiteX15" fmla="*/ 54278 w 2116854"/>
                <a:gd name="connsiteY15" fmla="*/ 1177062 h 2937356"/>
                <a:gd name="connsiteX0" fmla="*/ 54278 w 2116854"/>
                <a:gd name="connsiteY0" fmla="*/ 1177062 h 2937356"/>
                <a:gd name="connsiteX1" fmla="*/ 409879 w 2116854"/>
                <a:gd name="connsiteY1" fmla="*/ 669063 h 2937356"/>
                <a:gd name="connsiteX2" fmla="*/ 621545 w 2116854"/>
                <a:gd name="connsiteY2" fmla="*/ 448929 h 2937356"/>
                <a:gd name="connsiteX3" fmla="*/ 833212 w 2116854"/>
                <a:gd name="connsiteY3" fmla="*/ 135662 h 2937356"/>
                <a:gd name="connsiteX4" fmla="*/ 1027945 w 2116854"/>
                <a:gd name="connsiteY4" fmla="*/ 196 h 2937356"/>
                <a:gd name="connsiteX5" fmla="*/ 1239612 w 2116854"/>
                <a:gd name="connsiteY5" fmla="*/ 161062 h 2937356"/>
                <a:gd name="connsiteX6" fmla="*/ 1425878 w 2116854"/>
                <a:gd name="connsiteY6" fmla="*/ 423530 h 2937356"/>
                <a:gd name="connsiteX7" fmla="*/ 1578281 w 2116854"/>
                <a:gd name="connsiteY7" fmla="*/ 601328 h 2937356"/>
                <a:gd name="connsiteX8" fmla="*/ 1798413 w 2116854"/>
                <a:gd name="connsiteY8" fmla="*/ 829927 h 2937356"/>
                <a:gd name="connsiteX9" fmla="*/ 2103212 w 2116854"/>
                <a:gd name="connsiteY9" fmla="*/ 1414129 h 2937356"/>
                <a:gd name="connsiteX10" fmla="*/ 2035480 w 2116854"/>
                <a:gd name="connsiteY10" fmla="*/ 2243863 h 2937356"/>
                <a:gd name="connsiteX11" fmla="*/ 1781481 w 2116854"/>
                <a:gd name="connsiteY11" fmla="*/ 2599462 h 2937356"/>
                <a:gd name="connsiteX12" fmla="*/ 1375080 w 2116854"/>
                <a:gd name="connsiteY12" fmla="*/ 2887330 h 2937356"/>
                <a:gd name="connsiteX13" fmla="*/ 638479 w 2116854"/>
                <a:gd name="connsiteY13" fmla="*/ 2785729 h 2937356"/>
                <a:gd name="connsiteX14" fmla="*/ 62745 w 2116854"/>
                <a:gd name="connsiteY14" fmla="*/ 2218462 h 2937356"/>
                <a:gd name="connsiteX15" fmla="*/ 54278 w 2116854"/>
                <a:gd name="connsiteY15" fmla="*/ 1177062 h 2937356"/>
                <a:gd name="connsiteX0" fmla="*/ 54278 w 2116854"/>
                <a:gd name="connsiteY0" fmla="*/ 1177062 h 2937356"/>
                <a:gd name="connsiteX1" fmla="*/ 409879 w 2116854"/>
                <a:gd name="connsiteY1" fmla="*/ 669063 h 2937356"/>
                <a:gd name="connsiteX2" fmla="*/ 621545 w 2116854"/>
                <a:gd name="connsiteY2" fmla="*/ 448929 h 2937356"/>
                <a:gd name="connsiteX3" fmla="*/ 833212 w 2116854"/>
                <a:gd name="connsiteY3" fmla="*/ 135662 h 2937356"/>
                <a:gd name="connsiteX4" fmla="*/ 1027945 w 2116854"/>
                <a:gd name="connsiteY4" fmla="*/ 196 h 2937356"/>
                <a:gd name="connsiteX5" fmla="*/ 1231145 w 2116854"/>
                <a:gd name="connsiteY5" fmla="*/ 161062 h 2937356"/>
                <a:gd name="connsiteX6" fmla="*/ 1425878 w 2116854"/>
                <a:gd name="connsiteY6" fmla="*/ 423530 h 2937356"/>
                <a:gd name="connsiteX7" fmla="*/ 1578281 w 2116854"/>
                <a:gd name="connsiteY7" fmla="*/ 601328 h 2937356"/>
                <a:gd name="connsiteX8" fmla="*/ 1798413 w 2116854"/>
                <a:gd name="connsiteY8" fmla="*/ 829927 h 2937356"/>
                <a:gd name="connsiteX9" fmla="*/ 2103212 w 2116854"/>
                <a:gd name="connsiteY9" fmla="*/ 1414129 h 2937356"/>
                <a:gd name="connsiteX10" fmla="*/ 2035480 w 2116854"/>
                <a:gd name="connsiteY10" fmla="*/ 2243863 h 2937356"/>
                <a:gd name="connsiteX11" fmla="*/ 1781481 w 2116854"/>
                <a:gd name="connsiteY11" fmla="*/ 2599462 h 2937356"/>
                <a:gd name="connsiteX12" fmla="*/ 1375080 w 2116854"/>
                <a:gd name="connsiteY12" fmla="*/ 2887330 h 2937356"/>
                <a:gd name="connsiteX13" fmla="*/ 638479 w 2116854"/>
                <a:gd name="connsiteY13" fmla="*/ 2785729 h 2937356"/>
                <a:gd name="connsiteX14" fmla="*/ 62745 w 2116854"/>
                <a:gd name="connsiteY14" fmla="*/ 2218462 h 2937356"/>
                <a:gd name="connsiteX15" fmla="*/ 54278 w 2116854"/>
                <a:gd name="connsiteY15" fmla="*/ 1177062 h 2937356"/>
                <a:gd name="connsiteX0" fmla="*/ 54278 w 2116854"/>
                <a:gd name="connsiteY0" fmla="*/ 1102091 h 2862385"/>
                <a:gd name="connsiteX1" fmla="*/ 409879 w 2116854"/>
                <a:gd name="connsiteY1" fmla="*/ 594092 h 2862385"/>
                <a:gd name="connsiteX2" fmla="*/ 621545 w 2116854"/>
                <a:gd name="connsiteY2" fmla="*/ 373958 h 2862385"/>
                <a:gd name="connsiteX3" fmla="*/ 833212 w 2116854"/>
                <a:gd name="connsiteY3" fmla="*/ 60691 h 2862385"/>
                <a:gd name="connsiteX4" fmla="*/ 1011012 w 2116854"/>
                <a:gd name="connsiteY4" fmla="*/ 1425 h 2862385"/>
                <a:gd name="connsiteX5" fmla="*/ 1231145 w 2116854"/>
                <a:gd name="connsiteY5" fmla="*/ 86091 h 2862385"/>
                <a:gd name="connsiteX6" fmla="*/ 1425878 w 2116854"/>
                <a:gd name="connsiteY6" fmla="*/ 348559 h 2862385"/>
                <a:gd name="connsiteX7" fmla="*/ 1578281 w 2116854"/>
                <a:gd name="connsiteY7" fmla="*/ 526357 h 2862385"/>
                <a:gd name="connsiteX8" fmla="*/ 1798413 w 2116854"/>
                <a:gd name="connsiteY8" fmla="*/ 754956 h 2862385"/>
                <a:gd name="connsiteX9" fmla="*/ 2103212 w 2116854"/>
                <a:gd name="connsiteY9" fmla="*/ 1339158 h 2862385"/>
                <a:gd name="connsiteX10" fmla="*/ 2035480 w 2116854"/>
                <a:gd name="connsiteY10" fmla="*/ 2168892 h 2862385"/>
                <a:gd name="connsiteX11" fmla="*/ 1781481 w 2116854"/>
                <a:gd name="connsiteY11" fmla="*/ 2524491 h 2862385"/>
                <a:gd name="connsiteX12" fmla="*/ 1375080 w 2116854"/>
                <a:gd name="connsiteY12" fmla="*/ 2812359 h 2862385"/>
                <a:gd name="connsiteX13" fmla="*/ 638479 w 2116854"/>
                <a:gd name="connsiteY13" fmla="*/ 2710758 h 2862385"/>
                <a:gd name="connsiteX14" fmla="*/ 62745 w 2116854"/>
                <a:gd name="connsiteY14" fmla="*/ 2143491 h 2862385"/>
                <a:gd name="connsiteX15" fmla="*/ 54278 w 2116854"/>
                <a:gd name="connsiteY15" fmla="*/ 1102091 h 2862385"/>
                <a:gd name="connsiteX0" fmla="*/ 54278 w 2116854"/>
                <a:gd name="connsiteY0" fmla="*/ 1100717 h 2861011"/>
                <a:gd name="connsiteX1" fmla="*/ 409879 w 2116854"/>
                <a:gd name="connsiteY1" fmla="*/ 592718 h 2861011"/>
                <a:gd name="connsiteX2" fmla="*/ 621545 w 2116854"/>
                <a:gd name="connsiteY2" fmla="*/ 372584 h 2861011"/>
                <a:gd name="connsiteX3" fmla="*/ 833212 w 2116854"/>
                <a:gd name="connsiteY3" fmla="*/ 93184 h 2861011"/>
                <a:gd name="connsiteX4" fmla="*/ 1011012 w 2116854"/>
                <a:gd name="connsiteY4" fmla="*/ 51 h 2861011"/>
                <a:gd name="connsiteX5" fmla="*/ 1231145 w 2116854"/>
                <a:gd name="connsiteY5" fmla="*/ 84717 h 2861011"/>
                <a:gd name="connsiteX6" fmla="*/ 1425878 w 2116854"/>
                <a:gd name="connsiteY6" fmla="*/ 347185 h 2861011"/>
                <a:gd name="connsiteX7" fmla="*/ 1578281 w 2116854"/>
                <a:gd name="connsiteY7" fmla="*/ 524983 h 2861011"/>
                <a:gd name="connsiteX8" fmla="*/ 1798413 w 2116854"/>
                <a:gd name="connsiteY8" fmla="*/ 753582 h 2861011"/>
                <a:gd name="connsiteX9" fmla="*/ 2103212 w 2116854"/>
                <a:gd name="connsiteY9" fmla="*/ 1337784 h 2861011"/>
                <a:gd name="connsiteX10" fmla="*/ 2035480 w 2116854"/>
                <a:gd name="connsiteY10" fmla="*/ 2167518 h 2861011"/>
                <a:gd name="connsiteX11" fmla="*/ 1781481 w 2116854"/>
                <a:gd name="connsiteY11" fmla="*/ 2523117 h 2861011"/>
                <a:gd name="connsiteX12" fmla="*/ 1375080 w 2116854"/>
                <a:gd name="connsiteY12" fmla="*/ 2810985 h 2861011"/>
                <a:gd name="connsiteX13" fmla="*/ 638479 w 2116854"/>
                <a:gd name="connsiteY13" fmla="*/ 2709384 h 2861011"/>
                <a:gd name="connsiteX14" fmla="*/ 62745 w 2116854"/>
                <a:gd name="connsiteY14" fmla="*/ 2142117 h 2861011"/>
                <a:gd name="connsiteX15" fmla="*/ 54278 w 2116854"/>
                <a:gd name="connsiteY15" fmla="*/ 1100717 h 2861011"/>
                <a:gd name="connsiteX0" fmla="*/ 50375 w 2112951"/>
                <a:gd name="connsiteY0" fmla="*/ 1100717 h 2828916"/>
                <a:gd name="connsiteX1" fmla="*/ 405976 w 2112951"/>
                <a:gd name="connsiteY1" fmla="*/ 592718 h 2828916"/>
                <a:gd name="connsiteX2" fmla="*/ 617642 w 2112951"/>
                <a:gd name="connsiteY2" fmla="*/ 372584 h 2828916"/>
                <a:gd name="connsiteX3" fmla="*/ 829309 w 2112951"/>
                <a:gd name="connsiteY3" fmla="*/ 93184 h 2828916"/>
                <a:gd name="connsiteX4" fmla="*/ 1007109 w 2112951"/>
                <a:gd name="connsiteY4" fmla="*/ 51 h 2828916"/>
                <a:gd name="connsiteX5" fmla="*/ 1227242 w 2112951"/>
                <a:gd name="connsiteY5" fmla="*/ 84717 h 2828916"/>
                <a:gd name="connsiteX6" fmla="*/ 1421975 w 2112951"/>
                <a:gd name="connsiteY6" fmla="*/ 347185 h 2828916"/>
                <a:gd name="connsiteX7" fmla="*/ 1574378 w 2112951"/>
                <a:gd name="connsiteY7" fmla="*/ 524983 h 2828916"/>
                <a:gd name="connsiteX8" fmla="*/ 1794510 w 2112951"/>
                <a:gd name="connsiteY8" fmla="*/ 753582 h 2828916"/>
                <a:gd name="connsiteX9" fmla="*/ 2099309 w 2112951"/>
                <a:gd name="connsiteY9" fmla="*/ 1337784 h 2828916"/>
                <a:gd name="connsiteX10" fmla="*/ 2031577 w 2112951"/>
                <a:gd name="connsiteY10" fmla="*/ 2167518 h 2828916"/>
                <a:gd name="connsiteX11" fmla="*/ 1777578 w 2112951"/>
                <a:gd name="connsiteY11" fmla="*/ 2523117 h 2828916"/>
                <a:gd name="connsiteX12" fmla="*/ 1371177 w 2112951"/>
                <a:gd name="connsiteY12" fmla="*/ 2810985 h 2828916"/>
                <a:gd name="connsiteX13" fmla="*/ 575309 w 2112951"/>
                <a:gd name="connsiteY13" fmla="*/ 2675517 h 2828916"/>
                <a:gd name="connsiteX14" fmla="*/ 58842 w 2112951"/>
                <a:gd name="connsiteY14" fmla="*/ 2142117 h 2828916"/>
                <a:gd name="connsiteX15" fmla="*/ 50375 w 2112951"/>
                <a:gd name="connsiteY15" fmla="*/ 1100717 h 2828916"/>
                <a:gd name="connsiteX0" fmla="*/ 50375 w 2112951"/>
                <a:gd name="connsiteY0" fmla="*/ 1100717 h 2847008"/>
                <a:gd name="connsiteX1" fmla="*/ 405976 w 2112951"/>
                <a:gd name="connsiteY1" fmla="*/ 592718 h 2847008"/>
                <a:gd name="connsiteX2" fmla="*/ 617642 w 2112951"/>
                <a:gd name="connsiteY2" fmla="*/ 372584 h 2847008"/>
                <a:gd name="connsiteX3" fmla="*/ 829309 w 2112951"/>
                <a:gd name="connsiteY3" fmla="*/ 93184 h 2847008"/>
                <a:gd name="connsiteX4" fmla="*/ 1007109 w 2112951"/>
                <a:gd name="connsiteY4" fmla="*/ 51 h 2847008"/>
                <a:gd name="connsiteX5" fmla="*/ 1227242 w 2112951"/>
                <a:gd name="connsiteY5" fmla="*/ 84717 h 2847008"/>
                <a:gd name="connsiteX6" fmla="*/ 1421975 w 2112951"/>
                <a:gd name="connsiteY6" fmla="*/ 347185 h 2847008"/>
                <a:gd name="connsiteX7" fmla="*/ 1574378 w 2112951"/>
                <a:gd name="connsiteY7" fmla="*/ 524983 h 2847008"/>
                <a:gd name="connsiteX8" fmla="*/ 1794510 w 2112951"/>
                <a:gd name="connsiteY8" fmla="*/ 753582 h 2847008"/>
                <a:gd name="connsiteX9" fmla="*/ 2099309 w 2112951"/>
                <a:gd name="connsiteY9" fmla="*/ 1337784 h 2847008"/>
                <a:gd name="connsiteX10" fmla="*/ 2031577 w 2112951"/>
                <a:gd name="connsiteY10" fmla="*/ 2167518 h 2847008"/>
                <a:gd name="connsiteX11" fmla="*/ 1777578 w 2112951"/>
                <a:gd name="connsiteY11" fmla="*/ 2523117 h 2847008"/>
                <a:gd name="connsiteX12" fmla="*/ 1371177 w 2112951"/>
                <a:gd name="connsiteY12" fmla="*/ 2810985 h 2847008"/>
                <a:gd name="connsiteX13" fmla="*/ 930911 w 2112951"/>
                <a:gd name="connsiteY13" fmla="*/ 2827916 h 2847008"/>
                <a:gd name="connsiteX14" fmla="*/ 575309 w 2112951"/>
                <a:gd name="connsiteY14" fmla="*/ 2675517 h 2847008"/>
                <a:gd name="connsiteX15" fmla="*/ 58842 w 2112951"/>
                <a:gd name="connsiteY15" fmla="*/ 2142117 h 2847008"/>
                <a:gd name="connsiteX16" fmla="*/ 50375 w 2112951"/>
                <a:gd name="connsiteY16" fmla="*/ 1100717 h 2847008"/>
                <a:gd name="connsiteX0" fmla="*/ 35626 w 2098202"/>
                <a:gd name="connsiteY0" fmla="*/ 1100717 h 2847008"/>
                <a:gd name="connsiteX1" fmla="*/ 391227 w 2098202"/>
                <a:gd name="connsiteY1" fmla="*/ 592718 h 2847008"/>
                <a:gd name="connsiteX2" fmla="*/ 602893 w 2098202"/>
                <a:gd name="connsiteY2" fmla="*/ 372584 h 2847008"/>
                <a:gd name="connsiteX3" fmla="*/ 814560 w 2098202"/>
                <a:gd name="connsiteY3" fmla="*/ 93184 h 2847008"/>
                <a:gd name="connsiteX4" fmla="*/ 992360 w 2098202"/>
                <a:gd name="connsiteY4" fmla="*/ 51 h 2847008"/>
                <a:gd name="connsiteX5" fmla="*/ 1212493 w 2098202"/>
                <a:gd name="connsiteY5" fmla="*/ 84717 h 2847008"/>
                <a:gd name="connsiteX6" fmla="*/ 1407226 w 2098202"/>
                <a:gd name="connsiteY6" fmla="*/ 347185 h 2847008"/>
                <a:gd name="connsiteX7" fmla="*/ 1559629 w 2098202"/>
                <a:gd name="connsiteY7" fmla="*/ 524983 h 2847008"/>
                <a:gd name="connsiteX8" fmla="*/ 1779761 w 2098202"/>
                <a:gd name="connsiteY8" fmla="*/ 753582 h 2847008"/>
                <a:gd name="connsiteX9" fmla="*/ 2084560 w 2098202"/>
                <a:gd name="connsiteY9" fmla="*/ 1337784 h 2847008"/>
                <a:gd name="connsiteX10" fmla="*/ 2016828 w 2098202"/>
                <a:gd name="connsiteY10" fmla="*/ 2167518 h 2847008"/>
                <a:gd name="connsiteX11" fmla="*/ 1762829 w 2098202"/>
                <a:gd name="connsiteY11" fmla="*/ 2523117 h 2847008"/>
                <a:gd name="connsiteX12" fmla="*/ 1356428 w 2098202"/>
                <a:gd name="connsiteY12" fmla="*/ 2810985 h 2847008"/>
                <a:gd name="connsiteX13" fmla="*/ 916162 w 2098202"/>
                <a:gd name="connsiteY13" fmla="*/ 2827916 h 2847008"/>
                <a:gd name="connsiteX14" fmla="*/ 315027 w 2098202"/>
                <a:gd name="connsiteY14" fmla="*/ 2472317 h 2847008"/>
                <a:gd name="connsiteX15" fmla="*/ 44093 w 2098202"/>
                <a:gd name="connsiteY15" fmla="*/ 2142117 h 2847008"/>
                <a:gd name="connsiteX16" fmla="*/ 35626 w 2098202"/>
                <a:gd name="connsiteY16" fmla="*/ 1100717 h 2847008"/>
                <a:gd name="connsiteX0" fmla="*/ 35626 w 2098202"/>
                <a:gd name="connsiteY0" fmla="*/ 1100717 h 2847008"/>
                <a:gd name="connsiteX1" fmla="*/ 391227 w 2098202"/>
                <a:gd name="connsiteY1" fmla="*/ 592718 h 2847008"/>
                <a:gd name="connsiteX2" fmla="*/ 602893 w 2098202"/>
                <a:gd name="connsiteY2" fmla="*/ 372584 h 2847008"/>
                <a:gd name="connsiteX3" fmla="*/ 814560 w 2098202"/>
                <a:gd name="connsiteY3" fmla="*/ 93184 h 2847008"/>
                <a:gd name="connsiteX4" fmla="*/ 992360 w 2098202"/>
                <a:gd name="connsiteY4" fmla="*/ 51 h 2847008"/>
                <a:gd name="connsiteX5" fmla="*/ 1212493 w 2098202"/>
                <a:gd name="connsiteY5" fmla="*/ 84717 h 2847008"/>
                <a:gd name="connsiteX6" fmla="*/ 1407226 w 2098202"/>
                <a:gd name="connsiteY6" fmla="*/ 347185 h 2847008"/>
                <a:gd name="connsiteX7" fmla="*/ 1559629 w 2098202"/>
                <a:gd name="connsiteY7" fmla="*/ 524983 h 2847008"/>
                <a:gd name="connsiteX8" fmla="*/ 1779761 w 2098202"/>
                <a:gd name="connsiteY8" fmla="*/ 753582 h 2847008"/>
                <a:gd name="connsiteX9" fmla="*/ 2084560 w 2098202"/>
                <a:gd name="connsiteY9" fmla="*/ 1337784 h 2847008"/>
                <a:gd name="connsiteX10" fmla="*/ 2016828 w 2098202"/>
                <a:gd name="connsiteY10" fmla="*/ 2167518 h 2847008"/>
                <a:gd name="connsiteX11" fmla="*/ 1762829 w 2098202"/>
                <a:gd name="connsiteY11" fmla="*/ 2523117 h 2847008"/>
                <a:gd name="connsiteX12" fmla="*/ 1356428 w 2098202"/>
                <a:gd name="connsiteY12" fmla="*/ 2810985 h 2847008"/>
                <a:gd name="connsiteX13" fmla="*/ 916162 w 2098202"/>
                <a:gd name="connsiteY13" fmla="*/ 2827916 h 2847008"/>
                <a:gd name="connsiteX14" fmla="*/ 315027 w 2098202"/>
                <a:gd name="connsiteY14" fmla="*/ 2472317 h 2847008"/>
                <a:gd name="connsiteX15" fmla="*/ 44093 w 2098202"/>
                <a:gd name="connsiteY15" fmla="*/ 2142117 h 2847008"/>
                <a:gd name="connsiteX16" fmla="*/ 35626 w 2098202"/>
                <a:gd name="connsiteY16" fmla="*/ 1100717 h 2847008"/>
                <a:gd name="connsiteX0" fmla="*/ 39829 w 2102405"/>
                <a:gd name="connsiteY0" fmla="*/ 1100717 h 2847008"/>
                <a:gd name="connsiteX1" fmla="*/ 395430 w 2102405"/>
                <a:gd name="connsiteY1" fmla="*/ 592718 h 2847008"/>
                <a:gd name="connsiteX2" fmla="*/ 607096 w 2102405"/>
                <a:gd name="connsiteY2" fmla="*/ 372584 h 2847008"/>
                <a:gd name="connsiteX3" fmla="*/ 818763 w 2102405"/>
                <a:gd name="connsiteY3" fmla="*/ 93184 h 2847008"/>
                <a:gd name="connsiteX4" fmla="*/ 996563 w 2102405"/>
                <a:gd name="connsiteY4" fmla="*/ 51 h 2847008"/>
                <a:gd name="connsiteX5" fmla="*/ 1216696 w 2102405"/>
                <a:gd name="connsiteY5" fmla="*/ 84717 h 2847008"/>
                <a:gd name="connsiteX6" fmla="*/ 1411429 w 2102405"/>
                <a:gd name="connsiteY6" fmla="*/ 347185 h 2847008"/>
                <a:gd name="connsiteX7" fmla="*/ 1563832 w 2102405"/>
                <a:gd name="connsiteY7" fmla="*/ 524983 h 2847008"/>
                <a:gd name="connsiteX8" fmla="*/ 1783964 w 2102405"/>
                <a:gd name="connsiteY8" fmla="*/ 753582 h 2847008"/>
                <a:gd name="connsiteX9" fmla="*/ 2088763 w 2102405"/>
                <a:gd name="connsiteY9" fmla="*/ 1337784 h 2847008"/>
                <a:gd name="connsiteX10" fmla="*/ 2021031 w 2102405"/>
                <a:gd name="connsiteY10" fmla="*/ 2167518 h 2847008"/>
                <a:gd name="connsiteX11" fmla="*/ 1767032 w 2102405"/>
                <a:gd name="connsiteY11" fmla="*/ 2523117 h 2847008"/>
                <a:gd name="connsiteX12" fmla="*/ 1360631 w 2102405"/>
                <a:gd name="connsiteY12" fmla="*/ 2810985 h 2847008"/>
                <a:gd name="connsiteX13" fmla="*/ 920365 w 2102405"/>
                <a:gd name="connsiteY13" fmla="*/ 2827916 h 2847008"/>
                <a:gd name="connsiteX14" fmla="*/ 319230 w 2102405"/>
                <a:gd name="connsiteY14" fmla="*/ 2472317 h 2847008"/>
                <a:gd name="connsiteX15" fmla="*/ 39829 w 2102405"/>
                <a:gd name="connsiteY15" fmla="*/ 2057450 h 2847008"/>
                <a:gd name="connsiteX16" fmla="*/ 39829 w 2102405"/>
                <a:gd name="connsiteY16" fmla="*/ 1100717 h 2847008"/>
                <a:gd name="connsiteX0" fmla="*/ 39829 w 2102405"/>
                <a:gd name="connsiteY0" fmla="*/ 1100717 h 2856386"/>
                <a:gd name="connsiteX1" fmla="*/ 395430 w 2102405"/>
                <a:gd name="connsiteY1" fmla="*/ 592718 h 2856386"/>
                <a:gd name="connsiteX2" fmla="*/ 607096 w 2102405"/>
                <a:gd name="connsiteY2" fmla="*/ 372584 h 2856386"/>
                <a:gd name="connsiteX3" fmla="*/ 818763 w 2102405"/>
                <a:gd name="connsiteY3" fmla="*/ 93184 h 2856386"/>
                <a:gd name="connsiteX4" fmla="*/ 996563 w 2102405"/>
                <a:gd name="connsiteY4" fmla="*/ 51 h 2856386"/>
                <a:gd name="connsiteX5" fmla="*/ 1216696 w 2102405"/>
                <a:gd name="connsiteY5" fmla="*/ 84717 h 2856386"/>
                <a:gd name="connsiteX6" fmla="*/ 1411429 w 2102405"/>
                <a:gd name="connsiteY6" fmla="*/ 347185 h 2856386"/>
                <a:gd name="connsiteX7" fmla="*/ 1563832 w 2102405"/>
                <a:gd name="connsiteY7" fmla="*/ 524983 h 2856386"/>
                <a:gd name="connsiteX8" fmla="*/ 1783964 w 2102405"/>
                <a:gd name="connsiteY8" fmla="*/ 753582 h 2856386"/>
                <a:gd name="connsiteX9" fmla="*/ 2088763 w 2102405"/>
                <a:gd name="connsiteY9" fmla="*/ 1337784 h 2856386"/>
                <a:gd name="connsiteX10" fmla="*/ 2021031 w 2102405"/>
                <a:gd name="connsiteY10" fmla="*/ 2167518 h 2856386"/>
                <a:gd name="connsiteX11" fmla="*/ 1767032 w 2102405"/>
                <a:gd name="connsiteY11" fmla="*/ 2523117 h 2856386"/>
                <a:gd name="connsiteX12" fmla="*/ 1275513 w 2102405"/>
                <a:gd name="connsiteY12" fmla="*/ 2827918 h 2856386"/>
                <a:gd name="connsiteX13" fmla="*/ 920365 w 2102405"/>
                <a:gd name="connsiteY13" fmla="*/ 2827916 h 2856386"/>
                <a:gd name="connsiteX14" fmla="*/ 319230 w 2102405"/>
                <a:gd name="connsiteY14" fmla="*/ 2472317 h 2856386"/>
                <a:gd name="connsiteX15" fmla="*/ 39829 w 2102405"/>
                <a:gd name="connsiteY15" fmla="*/ 2057450 h 2856386"/>
                <a:gd name="connsiteX16" fmla="*/ 39829 w 2102405"/>
                <a:gd name="connsiteY16" fmla="*/ 1100717 h 2856386"/>
                <a:gd name="connsiteX0" fmla="*/ 39829 w 2102405"/>
                <a:gd name="connsiteY0" fmla="*/ 1100717 h 2875889"/>
                <a:gd name="connsiteX1" fmla="*/ 395430 w 2102405"/>
                <a:gd name="connsiteY1" fmla="*/ 592718 h 2875889"/>
                <a:gd name="connsiteX2" fmla="*/ 607096 w 2102405"/>
                <a:gd name="connsiteY2" fmla="*/ 372584 h 2875889"/>
                <a:gd name="connsiteX3" fmla="*/ 818763 w 2102405"/>
                <a:gd name="connsiteY3" fmla="*/ 93184 h 2875889"/>
                <a:gd name="connsiteX4" fmla="*/ 996563 w 2102405"/>
                <a:gd name="connsiteY4" fmla="*/ 51 h 2875889"/>
                <a:gd name="connsiteX5" fmla="*/ 1216696 w 2102405"/>
                <a:gd name="connsiteY5" fmla="*/ 84717 h 2875889"/>
                <a:gd name="connsiteX6" fmla="*/ 1411429 w 2102405"/>
                <a:gd name="connsiteY6" fmla="*/ 347185 h 2875889"/>
                <a:gd name="connsiteX7" fmla="*/ 1563832 w 2102405"/>
                <a:gd name="connsiteY7" fmla="*/ 524983 h 2875889"/>
                <a:gd name="connsiteX8" fmla="*/ 1783964 w 2102405"/>
                <a:gd name="connsiteY8" fmla="*/ 753582 h 2875889"/>
                <a:gd name="connsiteX9" fmla="*/ 2088763 w 2102405"/>
                <a:gd name="connsiteY9" fmla="*/ 1337784 h 2875889"/>
                <a:gd name="connsiteX10" fmla="*/ 2021031 w 2102405"/>
                <a:gd name="connsiteY10" fmla="*/ 2167518 h 2875889"/>
                <a:gd name="connsiteX11" fmla="*/ 1767032 w 2102405"/>
                <a:gd name="connsiteY11" fmla="*/ 2523117 h 2875889"/>
                <a:gd name="connsiteX12" fmla="*/ 1275513 w 2102405"/>
                <a:gd name="connsiteY12" fmla="*/ 2827918 h 2875889"/>
                <a:gd name="connsiteX13" fmla="*/ 877807 w 2102405"/>
                <a:gd name="connsiteY13" fmla="*/ 2861783 h 2875889"/>
                <a:gd name="connsiteX14" fmla="*/ 319230 w 2102405"/>
                <a:gd name="connsiteY14" fmla="*/ 2472317 h 2875889"/>
                <a:gd name="connsiteX15" fmla="*/ 39829 w 2102405"/>
                <a:gd name="connsiteY15" fmla="*/ 2057450 h 2875889"/>
                <a:gd name="connsiteX16" fmla="*/ 39829 w 2102405"/>
                <a:gd name="connsiteY16" fmla="*/ 1100717 h 2875889"/>
                <a:gd name="connsiteX0" fmla="*/ 39829 w 2102405"/>
                <a:gd name="connsiteY0" fmla="*/ 1100717 h 2887512"/>
                <a:gd name="connsiteX1" fmla="*/ 395430 w 2102405"/>
                <a:gd name="connsiteY1" fmla="*/ 592718 h 2887512"/>
                <a:gd name="connsiteX2" fmla="*/ 607096 w 2102405"/>
                <a:gd name="connsiteY2" fmla="*/ 372584 h 2887512"/>
                <a:gd name="connsiteX3" fmla="*/ 818763 w 2102405"/>
                <a:gd name="connsiteY3" fmla="*/ 93184 h 2887512"/>
                <a:gd name="connsiteX4" fmla="*/ 996563 w 2102405"/>
                <a:gd name="connsiteY4" fmla="*/ 51 h 2887512"/>
                <a:gd name="connsiteX5" fmla="*/ 1216696 w 2102405"/>
                <a:gd name="connsiteY5" fmla="*/ 84717 h 2887512"/>
                <a:gd name="connsiteX6" fmla="*/ 1411429 w 2102405"/>
                <a:gd name="connsiteY6" fmla="*/ 347185 h 2887512"/>
                <a:gd name="connsiteX7" fmla="*/ 1563832 w 2102405"/>
                <a:gd name="connsiteY7" fmla="*/ 524983 h 2887512"/>
                <a:gd name="connsiteX8" fmla="*/ 1783964 w 2102405"/>
                <a:gd name="connsiteY8" fmla="*/ 753582 h 2887512"/>
                <a:gd name="connsiteX9" fmla="*/ 2088763 w 2102405"/>
                <a:gd name="connsiteY9" fmla="*/ 1337784 h 2887512"/>
                <a:gd name="connsiteX10" fmla="*/ 2021031 w 2102405"/>
                <a:gd name="connsiteY10" fmla="*/ 2167518 h 2887512"/>
                <a:gd name="connsiteX11" fmla="*/ 1767032 w 2102405"/>
                <a:gd name="connsiteY11" fmla="*/ 2523117 h 2887512"/>
                <a:gd name="connsiteX12" fmla="*/ 1249978 w 2102405"/>
                <a:gd name="connsiteY12" fmla="*/ 2853318 h 2887512"/>
                <a:gd name="connsiteX13" fmla="*/ 877807 w 2102405"/>
                <a:gd name="connsiteY13" fmla="*/ 2861783 h 2887512"/>
                <a:gd name="connsiteX14" fmla="*/ 319230 w 2102405"/>
                <a:gd name="connsiteY14" fmla="*/ 2472317 h 2887512"/>
                <a:gd name="connsiteX15" fmla="*/ 39829 w 2102405"/>
                <a:gd name="connsiteY15" fmla="*/ 2057450 h 2887512"/>
                <a:gd name="connsiteX16" fmla="*/ 39829 w 2102405"/>
                <a:gd name="connsiteY16" fmla="*/ 1100717 h 2887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02405" h="2887512">
                  <a:moveTo>
                    <a:pt x="39829" y="1100717"/>
                  </a:moveTo>
                  <a:cubicBezTo>
                    <a:pt x="99096" y="856595"/>
                    <a:pt x="300886" y="714074"/>
                    <a:pt x="395430" y="592718"/>
                  </a:cubicBezTo>
                  <a:cubicBezTo>
                    <a:pt x="489975" y="471363"/>
                    <a:pt x="536540" y="455840"/>
                    <a:pt x="607096" y="372584"/>
                  </a:cubicBezTo>
                  <a:cubicBezTo>
                    <a:pt x="677652" y="289328"/>
                    <a:pt x="753852" y="155273"/>
                    <a:pt x="818763" y="93184"/>
                  </a:cubicBezTo>
                  <a:cubicBezTo>
                    <a:pt x="883674" y="31095"/>
                    <a:pt x="930241" y="1462"/>
                    <a:pt x="996563" y="51"/>
                  </a:cubicBezTo>
                  <a:cubicBezTo>
                    <a:pt x="1062885" y="-1360"/>
                    <a:pt x="1147552" y="26861"/>
                    <a:pt x="1216696" y="84717"/>
                  </a:cubicBezTo>
                  <a:cubicBezTo>
                    <a:pt x="1285840" y="142573"/>
                    <a:pt x="1353573" y="273807"/>
                    <a:pt x="1411429" y="347185"/>
                  </a:cubicBezTo>
                  <a:cubicBezTo>
                    <a:pt x="1469285" y="420563"/>
                    <a:pt x="1490454" y="453016"/>
                    <a:pt x="1563832" y="524983"/>
                  </a:cubicBezTo>
                  <a:cubicBezTo>
                    <a:pt x="1637210" y="596950"/>
                    <a:pt x="1696476" y="618115"/>
                    <a:pt x="1783964" y="753582"/>
                  </a:cubicBezTo>
                  <a:cubicBezTo>
                    <a:pt x="1871452" y="889049"/>
                    <a:pt x="2049252" y="1102128"/>
                    <a:pt x="2088763" y="1337784"/>
                  </a:cubicBezTo>
                  <a:cubicBezTo>
                    <a:pt x="2128274" y="1573440"/>
                    <a:pt x="2074653" y="1969963"/>
                    <a:pt x="2021031" y="2167518"/>
                  </a:cubicBezTo>
                  <a:cubicBezTo>
                    <a:pt x="1967409" y="2365073"/>
                    <a:pt x="1857343" y="2432806"/>
                    <a:pt x="1767032" y="2523117"/>
                  </a:cubicBezTo>
                  <a:cubicBezTo>
                    <a:pt x="1676721" y="2613428"/>
                    <a:pt x="1398182" y="2796874"/>
                    <a:pt x="1249978" y="2853318"/>
                  </a:cubicBezTo>
                  <a:cubicBezTo>
                    <a:pt x="1101774" y="2909762"/>
                    <a:pt x="1010452" y="2884361"/>
                    <a:pt x="877807" y="2861783"/>
                  </a:cubicBezTo>
                  <a:cubicBezTo>
                    <a:pt x="745162" y="2839205"/>
                    <a:pt x="502675" y="2619072"/>
                    <a:pt x="319230" y="2472317"/>
                  </a:cubicBezTo>
                  <a:cubicBezTo>
                    <a:pt x="89219" y="2242307"/>
                    <a:pt x="86396" y="2286050"/>
                    <a:pt x="39829" y="2057450"/>
                  </a:cubicBezTo>
                  <a:cubicBezTo>
                    <a:pt x="-6738" y="1828850"/>
                    <a:pt x="-19438" y="1344839"/>
                    <a:pt x="39829" y="1100717"/>
                  </a:cubicBezTo>
                  <a:close/>
                </a:path>
              </a:pathLst>
            </a:custGeom>
            <a:grp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05" name="Group 404">
            <a:extLst>
              <a:ext uri="{FF2B5EF4-FFF2-40B4-BE49-F238E27FC236}">
                <a16:creationId xmlns:a16="http://schemas.microsoft.com/office/drawing/2014/main" id="{864CAE4E-88D0-47AF-8504-61470E297CE2}"/>
              </a:ext>
            </a:extLst>
          </p:cNvPr>
          <p:cNvGrpSpPr/>
          <p:nvPr/>
        </p:nvGrpSpPr>
        <p:grpSpPr>
          <a:xfrm>
            <a:off x="3769936" y="2995418"/>
            <a:ext cx="245327" cy="527547"/>
            <a:chOff x="3716066" y="4062104"/>
            <a:chExt cx="324240" cy="723398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A67B6E9-8A6C-4FE4-A963-0D8EE2E19C71}"/>
                    </a:ext>
                  </a:extLst>
                </p14:cNvPr>
                <p14:cNvContentPartPr/>
                <p14:nvPr/>
              </p14:nvContentPartPr>
              <p14:xfrm>
                <a:off x="3716066" y="4632862"/>
                <a:ext cx="240" cy="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A67B6E9-8A6C-4FE4-A963-0D8EE2E19C7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713186" y="4629982"/>
                  <a:ext cx="5520" cy="552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402" name="Oval 401">
              <a:extLst>
                <a:ext uri="{FF2B5EF4-FFF2-40B4-BE49-F238E27FC236}">
                  <a16:creationId xmlns:a16="http://schemas.microsoft.com/office/drawing/2014/main" id="{D7B63D9E-8559-4F40-B747-2E65649F1787}"/>
                </a:ext>
              </a:extLst>
            </p:cNvPr>
            <p:cNvSpPr/>
            <p:nvPr/>
          </p:nvSpPr>
          <p:spPr>
            <a:xfrm>
              <a:off x="3851807" y="4062104"/>
              <a:ext cx="188499" cy="64320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3" name="Oval 402">
              <a:extLst>
                <a:ext uri="{FF2B5EF4-FFF2-40B4-BE49-F238E27FC236}">
                  <a16:creationId xmlns:a16="http://schemas.microsoft.com/office/drawing/2014/main" id="{A25B34C0-16BB-4668-811F-1A22959BD114}"/>
                </a:ext>
              </a:extLst>
            </p:cNvPr>
            <p:cNvSpPr/>
            <p:nvPr/>
          </p:nvSpPr>
          <p:spPr>
            <a:xfrm>
              <a:off x="3890981" y="4184618"/>
              <a:ext cx="45719" cy="14841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6" name="Oval 405">
              <a:extLst>
                <a:ext uri="{FF2B5EF4-FFF2-40B4-BE49-F238E27FC236}">
                  <a16:creationId xmlns:a16="http://schemas.microsoft.com/office/drawing/2014/main" id="{4B097334-D494-4DA6-BBB1-CF7FD876ACC6}"/>
                </a:ext>
              </a:extLst>
            </p:cNvPr>
            <p:cNvSpPr/>
            <p:nvPr/>
          </p:nvSpPr>
          <p:spPr>
            <a:xfrm>
              <a:off x="3899451" y="4434387"/>
              <a:ext cx="45719" cy="14841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C6ACBEFD-E929-4153-B29F-38C81AFA12C1}"/>
                    </a:ext>
                  </a:extLst>
                </p14:cNvPr>
                <p14:cNvContentPartPr/>
                <p14:nvPr/>
              </p14:nvContentPartPr>
              <p14:xfrm>
                <a:off x="3868466" y="4785262"/>
                <a:ext cx="240" cy="24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C6ACBEFD-E929-4153-B29F-38C81AFA12C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865586" y="4782382"/>
                  <a:ext cx="5520" cy="552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410" name="Oval 409">
              <a:extLst>
                <a:ext uri="{FF2B5EF4-FFF2-40B4-BE49-F238E27FC236}">
                  <a16:creationId xmlns:a16="http://schemas.microsoft.com/office/drawing/2014/main" id="{1A2AAFB5-4B10-467E-93DE-EEB57C34A85E}"/>
                </a:ext>
              </a:extLst>
            </p:cNvPr>
            <p:cNvSpPr/>
            <p:nvPr/>
          </p:nvSpPr>
          <p:spPr>
            <a:xfrm>
              <a:off x="3967182" y="4349718"/>
              <a:ext cx="45719" cy="14841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39655C31-A950-4B4E-B072-86E7BE1C96AF}"/>
              </a:ext>
            </a:extLst>
          </p:cNvPr>
          <p:cNvGrpSpPr/>
          <p:nvPr/>
        </p:nvGrpSpPr>
        <p:grpSpPr>
          <a:xfrm flipH="1">
            <a:off x="2605255" y="3012384"/>
            <a:ext cx="247928" cy="527547"/>
            <a:chOff x="3716066" y="4062104"/>
            <a:chExt cx="324240" cy="723398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4BBB1AE0-665F-4815-837D-5676B0C3F87D}"/>
                    </a:ext>
                  </a:extLst>
                </p14:cNvPr>
                <p14:cNvContentPartPr/>
                <p14:nvPr/>
              </p14:nvContentPartPr>
              <p14:xfrm>
                <a:off x="3716066" y="4632862"/>
                <a:ext cx="240" cy="24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4BBB1AE0-665F-4815-837D-5676B0C3F87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13186" y="4629982"/>
                  <a:ext cx="5520" cy="552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416" name="Oval 415">
              <a:extLst>
                <a:ext uri="{FF2B5EF4-FFF2-40B4-BE49-F238E27FC236}">
                  <a16:creationId xmlns:a16="http://schemas.microsoft.com/office/drawing/2014/main" id="{00F5C79C-6A0B-4824-9DD5-4DD33727FBBD}"/>
                </a:ext>
              </a:extLst>
            </p:cNvPr>
            <p:cNvSpPr/>
            <p:nvPr/>
          </p:nvSpPr>
          <p:spPr>
            <a:xfrm>
              <a:off x="3851807" y="4062104"/>
              <a:ext cx="188499" cy="64320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7" name="Oval 416">
              <a:extLst>
                <a:ext uri="{FF2B5EF4-FFF2-40B4-BE49-F238E27FC236}">
                  <a16:creationId xmlns:a16="http://schemas.microsoft.com/office/drawing/2014/main" id="{5B4A735F-5B2D-40E0-A995-B65E799BE5FE}"/>
                </a:ext>
              </a:extLst>
            </p:cNvPr>
            <p:cNvSpPr/>
            <p:nvPr/>
          </p:nvSpPr>
          <p:spPr>
            <a:xfrm>
              <a:off x="3890981" y="4184618"/>
              <a:ext cx="45719" cy="14841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8" name="Oval 417">
              <a:extLst>
                <a:ext uri="{FF2B5EF4-FFF2-40B4-BE49-F238E27FC236}">
                  <a16:creationId xmlns:a16="http://schemas.microsoft.com/office/drawing/2014/main" id="{84D4B6CE-7745-4909-BFEB-7E86E31BB7DE}"/>
                </a:ext>
              </a:extLst>
            </p:cNvPr>
            <p:cNvSpPr/>
            <p:nvPr/>
          </p:nvSpPr>
          <p:spPr>
            <a:xfrm>
              <a:off x="3899451" y="4396287"/>
              <a:ext cx="45719" cy="14841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6F35FA76-6C56-4698-8C79-C5D25468A405}"/>
                    </a:ext>
                  </a:extLst>
                </p14:cNvPr>
                <p14:cNvContentPartPr/>
                <p14:nvPr/>
              </p14:nvContentPartPr>
              <p14:xfrm>
                <a:off x="3868466" y="4785262"/>
                <a:ext cx="240" cy="24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6F35FA76-6C56-4698-8C79-C5D25468A40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865586" y="4782382"/>
                  <a:ext cx="5520" cy="552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420" name="Oval 419">
              <a:extLst>
                <a:ext uri="{FF2B5EF4-FFF2-40B4-BE49-F238E27FC236}">
                  <a16:creationId xmlns:a16="http://schemas.microsoft.com/office/drawing/2014/main" id="{594DF187-999E-47D1-9EA6-7279EEE8332B}"/>
                </a:ext>
              </a:extLst>
            </p:cNvPr>
            <p:cNvSpPr/>
            <p:nvPr/>
          </p:nvSpPr>
          <p:spPr>
            <a:xfrm>
              <a:off x="3978932" y="4325143"/>
              <a:ext cx="45719" cy="14841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Cylinder 24">
            <a:extLst>
              <a:ext uri="{FF2B5EF4-FFF2-40B4-BE49-F238E27FC236}">
                <a16:creationId xmlns:a16="http://schemas.microsoft.com/office/drawing/2014/main" id="{9C390760-89C8-43D1-9A7F-8B9A0429A1D3}"/>
              </a:ext>
            </a:extLst>
          </p:cNvPr>
          <p:cNvSpPr/>
          <p:nvPr/>
        </p:nvSpPr>
        <p:spPr>
          <a:xfrm flipV="1">
            <a:off x="3107943" y="3011990"/>
            <a:ext cx="358980" cy="329273"/>
          </a:xfrm>
          <a:prstGeom prst="can">
            <a:avLst>
              <a:gd name="adj" fmla="val 8749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533C6ECB-9D42-4184-9032-B8CCE135A592}"/>
              </a:ext>
            </a:extLst>
          </p:cNvPr>
          <p:cNvGrpSpPr/>
          <p:nvPr/>
        </p:nvGrpSpPr>
        <p:grpSpPr>
          <a:xfrm>
            <a:off x="2527949" y="2710282"/>
            <a:ext cx="1513894" cy="774174"/>
            <a:chOff x="1763830" y="2756319"/>
            <a:chExt cx="1513894" cy="774174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DCBA81C-8017-4AA2-925E-C6D625D83D41}"/>
                </a:ext>
              </a:extLst>
            </p:cNvPr>
            <p:cNvSpPr/>
            <p:nvPr/>
          </p:nvSpPr>
          <p:spPr>
            <a:xfrm rot="21220537">
              <a:off x="3123651" y="3041723"/>
              <a:ext cx="154073" cy="479657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9CC77E23-F5A0-4485-B7C8-57A889285030}"/>
                </a:ext>
              </a:extLst>
            </p:cNvPr>
            <p:cNvSpPr/>
            <p:nvPr/>
          </p:nvSpPr>
          <p:spPr>
            <a:xfrm flipH="1">
              <a:off x="1763830" y="2767464"/>
              <a:ext cx="169153" cy="75684"/>
            </a:xfrm>
            <a:custGeom>
              <a:avLst/>
              <a:gdLst>
                <a:gd name="connsiteX0" fmla="*/ 12168 w 262909"/>
                <a:gd name="connsiteY0" fmla="*/ 30225 h 104030"/>
                <a:gd name="connsiteX1" fmla="*/ 31419 w 262909"/>
                <a:gd name="connsiteY1" fmla="*/ 87977 h 104030"/>
                <a:gd name="connsiteX2" fmla="*/ 233549 w 262909"/>
                <a:gd name="connsiteY2" fmla="*/ 97602 h 104030"/>
                <a:gd name="connsiteX3" fmla="*/ 252800 w 262909"/>
                <a:gd name="connsiteY3" fmla="*/ 1349 h 104030"/>
                <a:gd name="connsiteX4" fmla="*/ 146922 w 262909"/>
                <a:gd name="connsiteY4" fmla="*/ 39850 h 104030"/>
                <a:gd name="connsiteX5" fmla="*/ 12168 w 262909"/>
                <a:gd name="connsiteY5" fmla="*/ 30225 h 104030"/>
                <a:gd name="connsiteX0" fmla="*/ 8865 w 259606"/>
                <a:gd name="connsiteY0" fmla="*/ 30173 h 103978"/>
                <a:gd name="connsiteX1" fmla="*/ 28116 w 259606"/>
                <a:gd name="connsiteY1" fmla="*/ 87925 h 103978"/>
                <a:gd name="connsiteX2" fmla="*/ 230246 w 259606"/>
                <a:gd name="connsiteY2" fmla="*/ 97550 h 103978"/>
                <a:gd name="connsiteX3" fmla="*/ 249497 w 259606"/>
                <a:gd name="connsiteY3" fmla="*/ 1297 h 103978"/>
                <a:gd name="connsiteX4" fmla="*/ 97052 w 259606"/>
                <a:gd name="connsiteY4" fmla="*/ 41915 h 103978"/>
                <a:gd name="connsiteX5" fmla="*/ 8865 w 259606"/>
                <a:gd name="connsiteY5" fmla="*/ 30173 h 103978"/>
                <a:gd name="connsiteX0" fmla="*/ 8865 w 255690"/>
                <a:gd name="connsiteY0" fmla="*/ 31927 h 105732"/>
                <a:gd name="connsiteX1" fmla="*/ 28116 w 255690"/>
                <a:gd name="connsiteY1" fmla="*/ 89679 h 105732"/>
                <a:gd name="connsiteX2" fmla="*/ 230246 w 255690"/>
                <a:gd name="connsiteY2" fmla="*/ 99304 h 105732"/>
                <a:gd name="connsiteX3" fmla="*/ 249497 w 255690"/>
                <a:gd name="connsiteY3" fmla="*/ 3051 h 105732"/>
                <a:gd name="connsiteX4" fmla="*/ 195916 w 255690"/>
                <a:gd name="connsiteY4" fmla="*/ 34245 h 105732"/>
                <a:gd name="connsiteX5" fmla="*/ 97052 w 255690"/>
                <a:gd name="connsiteY5" fmla="*/ 43669 h 105732"/>
                <a:gd name="connsiteX6" fmla="*/ 8865 w 255690"/>
                <a:gd name="connsiteY6" fmla="*/ 31927 h 105732"/>
                <a:gd name="connsiteX0" fmla="*/ 8865 w 264883"/>
                <a:gd name="connsiteY0" fmla="*/ 13044 h 85284"/>
                <a:gd name="connsiteX1" fmla="*/ 28116 w 264883"/>
                <a:gd name="connsiteY1" fmla="*/ 70796 h 85284"/>
                <a:gd name="connsiteX2" fmla="*/ 230246 w 264883"/>
                <a:gd name="connsiteY2" fmla="*/ 80421 h 85284"/>
                <a:gd name="connsiteX3" fmla="*/ 262197 w 264883"/>
                <a:gd name="connsiteY3" fmla="*/ 5335 h 85284"/>
                <a:gd name="connsiteX4" fmla="*/ 195916 w 264883"/>
                <a:gd name="connsiteY4" fmla="*/ 15362 h 85284"/>
                <a:gd name="connsiteX5" fmla="*/ 97052 w 264883"/>
                <a:gd name="connsiteY5" fmla="*/ 24786 h 85284"/>
                <a:gd name="connsiteX6" fmla="*/ 8865 w 264883"/>
                <a:gd name="connsiteY6" fmla="*/ 13044 h 85284"/>
                <a:gd name="connsiteX0" fmla="*/ 8865 w 261529"/>
                <a:gd name="connsiteY0" fmla="*/ 5362 h 76821"/>
                <a:gd name="connsiteX1" fmla="*/ 28116 w 261529"/>
                <a:gd name="connsiteY1" fmla="*/ 63114 h 76821"/>
                <a:gd name="connsiteX2" fmla="*/ 230246 w 261529"/>
                <a:gd name="connsiteY2" fmla="*/ 72739 h 76821"/>
                <a:gd name="connsiteX3" fmla="*/ 257963 w 261529"/>
                <a:gd name="connsiteY3" fmla="*/ 8236 h 76821"/>
                <a:gd name="connsiteX4" fmla="*/ 195916 w 261529"/>
                <a:gd name="connsiteY4" fmla="*/ 7680 h 76821"/>
                <a:gd name="connsiteX5" fmla="*/ 97052 w 261529"/>
                <a:gd name="connsiteY5" fmla="*/ 17104 h 76821"/>
                <a:gd name="connsiteX6" fmla="*/ 8865 w 261529"/>
                <a:gd name="connsiteY6" fmla="*/ 5362 h 76821"/>
                <a:gd name="connsiteX0" fmla="*/ 16540 w 252271"/>
                <a:gd name="connsiteY0" fmla="*/ 3246 h 76892"/>
                <a:gd name="connsiteX1" fmla="*/ 18858 w 252271"/>
                <a:gd name="connsiteY1" fmla="*/ 63114 h 76892"/>
                <a:gd name="connsiteX2" fmla="*/ 220988 w 252271"/>
                <a:gd name="connsiteY2" fmla="*/ 72739 h 76892"/>
                <a:gd name="connsiteX3" fmla="*/ 248705 w 252271"/>
                <a:gd name="connsiteY3" fmla="*/ 8236 h 76892"/>
                <a:gd name="connsiteX4" fmla="*/ 186658 w 252271"/>
                <a:gd name="connsiteY4" fmla="*/ 7680 h 76892"/>
                <a:gd name="connsiteX5" fmla="*/ 87794 w 252271"/>
                <a:gd name="connsiteY5" fmla="*/ 17104 h 76892"/>
                <a:gd name="connsiteX6" fmla="*/ 16540 w 252271"/>
                <a:gd name="connsiteY6" fmla="*/ 3246 h 76892"/>
                <a:gd name="connsiteX0" fmla="*/ 16540 w 252271"/>
                <a:gd name="connsiteY0" fmla="*/ 8377 h 82023"/>
                <a:gd name="connsiteX1" fmla="*/ 18858 w 252271"/>
                <a:gd name="connsiteY1" fmla="*/ 68245 h 82023"/>
                <a:gd name="connsiteX2" fmla="*/ 220988 w 252271"/>
                <a:gd name="connsiteY2" fmla="*/ 77870 h 82023"/>
                <a:gd name="connsiteX3" fmla="*/ 248705 w 252271"/>
                <a:gd name="connsiteY3" fmla="*/ 13367 h 82023"/>
                <a:gd name="connsiteX4" fmla="*/ 186658 w 252271"/>
                <a:gd name="connsiteY4" fmla="*/ 12811 h 82023"/>
                <a:gd name="connsiteX5" fmla="*/ 131624 w 252271"/>
                <a:gd name="connsiteY5" fmla="*/ 111 h 82023"/>
                <a:gd name="connsiteX6" fmla="*/ 87794 w 252271"/>
                <a:gd name="connsiteY6" fmla="*/ 22235 h 82023"/>
                <a:gd name="connsiteX7" fmla="*/ 16540 w 252271"/>
                <a:gd name="connsiteY7" fmla="*/ 8377 h 82023"/>
                <a:gd name="connsiteX0" fmla="*/ 16540 w 252271"/>
                <a:gd name="connsiteY0" fmla="*/ 1786 h 75432"/>
                <a:gd name="connsiteX1" fmla="*/ 18858 w 252271"/>
                <a:gd name="connsiteY1" fmla="*/ 61654 h 75432"/>
                <a:gd name="connsiteX2" fmla="*/ 220988 w 252271"/>
                <a:gd name="connsiteY2" fmla="*/ 71279 h 75432"/>
                <a:gd name="connsiteX3" fmla="*/ 248705 w 252271"/>
                <a:gd name="connsiteY3" fmla="*/ 6776 h 75432"/>
                <a:gd name="connsiteX4" fmla="*/ 186658 w 252271"/>
                <a:gd name="connsiteY4" fmla="*/ 6220 h 75432"/>
                <a:gd name="connsiteX5" fmla="*/ 131624 w 252271"/>
                <a:gd name="connsiteY5" fmla="*/ 14687 h 75432"/>
                <a:gd name="connsiteX6" fmla="*/ 87794 w 252271"/>
                <a:gd name="connsiteY6" fmla="*/ 15644 h 75432"/>
                <a:gd name="connsiteX7" fmla="*/ 16540 w 252271"/>
                <a:gd name="connsiteY7" fmla="*/ 1786 h 7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2271" h="75432">
                  <a:moveTo>
                    <a:pt x="16540" y="1786"/>
                  </a:moveTo>
                  <a:cubicBezTo>
                    <a:pt x="5051" y="9454"/>
                    <a:pt x="-15217" y="50072"/>
                    <a:pt x="18858" y="61654"/>
                  </a:cubicBezTo>
                  <a:cubicBezTo>
                    <a:pt x="52933" y="73236"/>
                    <a:pt x="182680" y="80425"/>
                    <a:pt x="220988" y="71279"/>
                  </a:cubicBezTo>
                  <a:cubicBezTo>
                    <a:pt x="259296" y="62133"/>
                    <a:pt x="253721" y="20794"/>
                    <a:pt x="248705" y="6776"/>
                  </a:cubicBezTo>
                  <a:cubicBezTo>
                    <a:pt x="243689" y="-7242"/>
                    <a:pt x="206171" y="4902"/>
                    <a:pt x="186658" y="6220"/>
                  </a:cubicBezTo>
                  <a:cubicBezTo>
                    <a:pt x="167145" y="7538"/>
                    <a:pt x="148101" y="13116"/>
                    <a:pt x="131624" y="14687"/>
                  </a:cubicBezTo>
                  <a:cubicBezTo>
                    <a:pt x="115147" y="16258"/>
                    <a:pt x="106975" y="17794"/>
                    <a:pt x="87794" y="15644"/>
                  </a:cubicBezTo>
                  <a:cubicBezTo>
                    <a:pt x="68613" y="13494"/>
                    <a:pt x="28029" y="-5882"/>
                    <a:pt x="16540" y="1786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6CBDDEC6-DDDD-4CCD-AAD8-1F91223343E8}"/>
                </a:ext>
              </a:extLst>
            </p:cNvPr>
            <p:cNvSpPr/>
            <p:nvPr/>
          </p:nvSpPr>
          <p:spPr>
            <a:xfrm>
              <a:off x="3027838" y="2756319"/>
              <a:ext cx="190874" cy="70856"/>
            </a:xfrm>
            <a:custGeom>
              <a:avLst/>
              <a:gdLst>
                <a:gd name="connsiteX0" fmla="*/ 12168 w 262909"/>
                <a:gd name="connsiteY0" fmla="*/ 30225 h 104030"/>
                <a:gd name="connsiteX1" fmla="*/ 31419 w 262909"/>
                <a:gd name="connsiteY1" fmla="*/ 87977 h 104030"/>
                <a:gd name="connsiteX2" fmla="*/ 233549 w 262909"/>
                <a:gd name="connsiteY2" fmla="*/ 97602 h 104030"/>
                <a:gd name="connsiteX3" fmla="*/ 252800 w 262909"/>
                <a:gd name="connsiteY3" fmla="*/ 1349 h 104030"/>
                <a:gd name="connsiteX4" fmla="*/ 146922 w 262909"/>
                <a:gd name="connsiteY4" fmla="*/ 39850 h 104030"/>
                <a:gd name="connsiteX5" fmla="*/ 12168 w 262909"/>
                <a:gd name="connsiteY5" fmla="*/ 30225 h 104030"/>
                <a:gd name="connsiteX0" fmla="*/ 8865 w 259606"/>
                <a:gd name="connsiteY0" fmla="*/ 30173 h 103978"/>
                <a:gd name="connsiteX1" fmla="*/ 28116 w 259606"/>
                <a:gd name="connsiteY1" fmla="*/ 87925 h 103978"/>
                <a:gd name="connsiteX2" fmla="*/ 230246 w 259606"/>
                <a:gd name="connsiteY2" fmla="*/ 97550 h 103978"/>
                <a:gd name="connsiteX3" fmla="*/ 249497 w 259606"/>
                <a:gd name="connsiteY3" fmla="*/ 1297 h 103978"/>
                <a:gd name="connsiteX4" fmla="*/ 97052 w 259606"/>
                <a:gd name="connsiteY4" fmla="*/ 41915 h 103978"/>
                <a:gd name="connsiteX5" fmla="*/ 8865 w 259606"/>
                <a:gd name="connsiteY5" fmla="*/ 30173 h 103978"/>
                <a:gd name="connsiteX0" fmla="*/ 8865 w 255690"/>
                <a:gd name="connsiteY0" fmla="*/ 31927 h 105732"/>
                <a:gd name="connsiteX1" fmla="*/ 28116 w 255690"/>
                <a:gd name="connsiteY1" fmla="*/ 89679 h 105732"/>
                <a:gd name="connsiteX2" fmla="*/ 230246 w 255690"/>
                <a:gd name="connsiteY2" fmla="*/ 99304 h 105732"/>
                <a:gd name="connsiteX3" fmla="*/ 249497 w 255690"/>
                <a:gd name="connsiteY3" fmla="*/ 3051 h 105732"/>
                <a:gd name="connsiteX4" fmla="*/ 195916 w 255690"/>
                <a:gd name="connsiteY4" fmla="*/ 34245 h 105732"/>
                <a:gd name="connsiteX5" fmla="*/ 97052 w 255690"/>
                <a:gd name="connsiteY5" fmla="*/ 43669 h 105732"/>
                <a:gd name="connsiteX6" fmla="*/ 8865 w 255690"/>
                <a:gd name="connsiteY6" fmla="*/ 31927 h 105732"/>
                <a:gd name="connsiteX0" fmla="*/ 8865 w 264883"/>
                <a:gd name="connsiteY0" fmla="*/ 13044 h 85284"/>
                <a:gd name="connsiteX1" fmla="*/ 28116 w 264883"/>
                <a:gd name="connsiteY1" fmla="*/ 70796 h 85284"/>
                <a:gd name="connsiteX2" fmla="*/ 230246 w 264883"/>
                <a:gd name="connsiteY2" fmla="*/ 80421 h 85284"/>
                <a:gd name="connsiteX3" fmla="*/ 262197 w 264883"/>
                <a:gd name="connsiteY3" fmla="*/ 5335 h 85284"/>
                <a:gd name="connsiteX4" fmla="*/ 195916 w 264883"/>
                <a:gd name="connsiteY4" fmla="*/ 15362 h 85284"/>
                <a:gd name="connsiteX5" fmla="*/ 97052 w 264883"/>
                <a:gd name="connsiteY5" fmla="*/ 24786 h 85284"/>
                <a:gd name="connsiteX6" fmla="*/ 8865 w 264883"/>
                <a:gd name="connsiteY6" fmla="*/ 13044 h 85284"/>
                <a:gd name="connsiteX0" fmla="*/ 8865 w 261529"/>
                <a:gd name="connsiteY0" fmla="*/ 5362 h 76821"/>
                <a:gd name="connsiteX1" fmla="*/ 28116 w 261529"/>
                <a:gd name="connsiteY1" fmla="*/ 63114 h 76821"/>
                <a:gd name="connsiteX2" fmla="*/ 230246 w 261529"/>
                <a:gd name="connsiteY2" fmla="*/ 72739 h 76821"/>
                <a:gd name="connsiteX3" fmla="*/ 257963 w 261529"/>
                <a:gd name="connsiteY3" fmla="*/ 8236 h 76821"/>
                <a:gd name="connsiteX4" fmla="*/ 195916 w 261529"/>
                <a:gd name="connsiteY4" fmla="*/ 7680 h 76821"/>
                <a:gd name="connsiteX5" fmla="*/ 97052 w 261529"/>
                <a:gd name="connsiteY5" fmla="*/ 17104 h 76821"/>
                <a:gd name="connsiteX6" fmla="*/ 8865 w 261529"/>
                <a:gd name="connsiteY6" fmla="*/ 5362 h 76821"/>
                <a:gd name="connsiteX0" fmla="*/ 16540 w 252271"/>
                <a:gd name="connsiteY0" fmla="*/ 3246 h 76892"/>
                <a:gd name="connsiteX1" fmla="*/ 18858 w 252271"/>
                <a:gd name="connsiteY1" fmla="*/ 63114 h 76892"/>
                <a:gd name="connsiteX2" fmla="*/ 220988 w 252271"/>
                <a:gd name="connsiteY2" fmla="*/ 72739 h 76892"/>
                <a:gd name="connsiteX3" fmla="*/ 248705 w 252271"/>
                <a:gd name="connsiteY3" fmla="*/ 8236 h 76892"/>
                <a:gd name="connsiteX4" fmla="*/ 186658 w 252271"/>
                <a:gd name="connsiteY4" fmla="*/ 7680 h 76892"/>
                <a:gd name="connsiteX5" fmla="*/ 87794 w 252271"/>
                <a:gd name="connsiteY5" fmla="*/ 17104 h 76892"/>
                <a:gd name="connsiteX6" fmla="*/ 16540 w 252271"/>
                <a:gd name="connsiteY6" fmla="*/ 3246 h 76892"/>
                <a:gd name="connsiteX0" fmla="*/ 16540 w 252271"/>
                <a:gd name="connsiteY0" fmla="*/ 8377 h 82023"/>
                <a:gd name="connsiteX1" fmla="*/ 18858 w 252271"/>
                <a:gd name="connsiteY1" fmla="*/ 68245 h 82023"/>
                <a:gd name="connsiteX2" fmla="*/ 220988 w 252271"/>
                <a:gd name="connsiteY2" fmla="*/ 77870 h 82023"/>
                <a:gd name="connsiteX3" fmla="*/ 248705 w 252271"/>
                <a:gd name="connsiteY3" fmla="*/ 13367 h 82023"/>
                <a:gd name="connsiteX4" fmla="*/ 186658 w 252271"/>
                <a:gd name="connsiteY4" fmla="*/ 12811 h 82023"/>
                <a:gd name="connsiteX5" fmla="*/ 131624 w 252271"/>
                <a:gd name="connsiteY5" fmla="*/ 111 h 82023"/>
                <a:gd name="connsiteX6" fmla="*/ 87794 w 252271"/>
                <a:gd name="connsiteY6" fmla="*/ 22235 h 82023"/>
                <a:gd name="connsiteX7" fmla="*/ 16540 w 252271"/>
                <a:gd name="connsiteY7" fmla="*/ 8377 h 82023"/>
                <a:gd name="connsiteX0" fmla="*/ 16540 w 252271"/>
                <a:gd name="connsiteY0" fmla="*/ 1786 h 75432"/>
                <a:gd name="connsiteX1" fmla="*/ 18858 w 252271"/>
                <a:gd name="connsiteY1" fmla="*/ 61654 h 75432"/>
                <a:gd name="connsiteX2" fmla="*/ 220988 w 252271"/>
                <a:gd name="connsiteY2" fmla="*/ 71279 h 75432"/>
                <a:gd name="connsiteX3" fmla="*/ 248705 w 252271"/>
                <a:gd name="connsiteY3" fmla="*/ 6776 h 75432"/>
                <a:gd name="connsiteX4" fmla="*/ 186658 w 252271"/>
                <a:gd name="connsiteY4" fmla="*/ 6220 h 75432"/>
                <a:gd name="connsiteX5" fmla="*/ 131624 w 252271"/>
                <a:gd name="connsiteY5" fmla="*/ 14687 h 75432"/>
                <a:gd name="connsiteX6" fmla="*/ 87794 w 252271"/>
                <a:gd name="connsiteY6" fmla="*/ 15644 h 75432"/>
                <a:gd name="connsiteX7" fmla="*/ 16540 w 252271"/>
                <a:gd name="connsiteY7" fmla="*/ 1786 h 7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2271" h="75432">
                  <a:moveTo>
                    <a:pt x="16540" y="1786"/>
                  </a:moveTo>
                  <a:cubicBezTo>
                    <a:pt x="5051" y="9454"/>
                    <a:pt x="-15217" y="50072"/>
                    <a:pt x="18858" y="61654"/>
                  </a:cubicBezTo>
                  <a:cubicBezTo>
                    <a:pt x="52933" y="73236"/>
                    <a:pt x="182680" y="80425"/>
                    <a:pt x="220988" y="71279"/>
                  </a:cubicBezTo>
                  <a:cubicBezTo>
                    <a:pt x="259296" y="62133"/>
                    <a:pt x="253721" y="20794"/>
                    <a:pt x="248705" y="6776"/>
                  </a:cubicBezTo>
                  <a:cubicBezTo>
                    <a:pt x="243689" y="-7242"/>
                    <a:pt x="206171" y="4902"/>
                    <a:pt x="186658" y="6220"/>
                  </a:cubicBezTo>
                  <a:cubicBezTo>
                    <a:pt x="167145" y="7538"/>
                    <a:pt x="148101" y="13116"/>
                    <a:pt x="131624" y="14687"/>
                  </a:cubicBezTo>
                  <a:cubicBezTo>
                    <a:pt x="115147" y="16258"/>
                    <a:pt x="106975" y="17794"/>
                    <a:pt x="87794" y="15644"/>
                  </a:cubicBezTo>
                  <a:cubicBezTo>
                    <a:pt x="68613" y="13494"/>
                    <a:pt x="28029" y="-5882"/>
                    <a:pt x="16540" y="1786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5CBADBA3-A24F-4739-9B98-FCAB5D02EB2C}"/>
                </a:ext>
              </a:extLst>
            </p:cNvPr>
            <p:cNvSpPr/>
            <p:nvPr/>
          </p:nvSpPr>
          <p:spPr>
            <a:xfrm rot="326868">
              <a:off x="1813018" y="3050836"/>
              <a:ext cx="154073" cy="479657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F02B11A7-6BFD-440F-9CC3-A63C14E6B9CE}"/>
              </a:ext>
            </a:extLst>
          </p:cNvPr>
          <p:cNvSpPr/>
          <p:nvPr/>
        </p:nvSpPr>
        <p:spPr>
          <a:xfrm flipH="1">
            <a:off x="2352286" y="4131327"/>
            <a:ext cx="45719" cy="2242687"/>
          </a:xfrm>
          <a:custGeom>
            <a:avLst/>
            <a:gdLst>
              <a:gd name="connsiteX0" fmla="*/ 19251 w 48126"/>
              <a:gd name="connsiteY0" fmla="*/ 0 h 2242687"/>
              <a:gd name="connsiteX1" fmla="*/ 0 w 48126"/>
              <a:gd name="connsiteY1" fmla="*/ 596767 h 2242687"/>
              <a:gd name="connsiteX2" fmla="*/ 19251 w 48126"/>
              <a:gd name="connsiteY2" fmla="*/ 1694047 h 2242687"/>
              <a:gd name="connsiteX3" fmla="*/ 48126 w 48126"/>
              <a:gd name="connsiteY3" fmla="*/ 2242687 h 2242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26" h="2242687">
                <a:moveTo>
                  <a:pt x="19251" y="0"/>
                </a:moveTo>
                <a:cubicBezTo>
                  <a:pt x="9625" y="157213"/>
                  <a:pt x="0" y="314426"/>
                  <a:pt x="0" y="596767"/>
                </a:cubicBezTo>
                <a:cubicBezTo>
                  <a:pt x="0" y="879108"/>
                  <a:pt x="11230" y="1419727"/>
                  <a:pt x="19251" y="1694047"/>
                </a:cubicBezTo>
                <a:cubicBezTo>
                  <a:pt x="27272" y="1968367"/>
                  <a:pt x="37699" y="2105527"/>
                  <a:pt x="48126" y="224268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45312D5-C5DA-45C3-8D33-91D7D1610797}"/>
              </a:ext>
            </a:extLst>
          </p:cNvPr>
          <p:cNvSpPr txBox="1"/>
          <p:nvPr/>
        </p:nvSpPr>
        <p:spPr>
          <a:xfrm>
            <a:off x="759626" y="3418657"/>
            <a:ext cx="1344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One way valve</a:t>
            </a:r>
          </a:p>
          <a:p>
            <a:pPr algn="ctr"/>
            <a:r>
              <a:rPr lang="en-US" sz="1400" dirty="0"/>
              <a:t>(inhalation)</a:t>
            </a:r>
          </a:p>
        </p:txBody>
      </p:sp>
      <p:sp>
        <p:nvSpPr>
          <p:cNvPr id="422" name="Cylinder 421">
            <a:extLst>
              <a:ext uri="{FF2B5EF4-FFF2-40B4-BE49-F238E27FC236}">
                <a16:creationId xmlns:a16="http://schemas.microsoft.com/office/drawing/2014/main" id="{E544331A-7E0A-4A14-BF62-450D9CE71837}"/>
              </a:ext>
            </a:extLst>
          </p:cNvPr>
          <p:cNvSpPr/>
          <p:nvPr/>
        </p:nvSpPr>
        <p:spPr>
          <a:xfrm rot="10800000">
            <a:off x="3143208" y="3328699"/>
            <a:ext cx="276734" cy="264105"/>
          </a:xfrm>
          <a:prstGeom prst="can">
            <a:avLst>
              <a:gd name="adj" fmla="val 13044"/>
            </a:avLst>
          </a:prstGeom>
          <a:solidFill>
            <a:schemeClr val="accent1">
              <a:lumMod val="40000"/>
              <a:lumOff val="60000"/>
              <a:alpha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DF1DBC9A-691A-4789-B70D-4168A0D57982}"/>
              </a:ext>
            </a:extLst>
          </p:cNvPr>
          <p:cNvSpPr/>
          <p:nvPr/>
        </p:nvSpPr>
        <p:spPr>
          <a:xfrm>
            <a:off x="3227042" y="2595947"/>
            <a:ext cx="7183756" cy="1592876"/>
          </a:xfrm>
          <a:custGeom>
            <a:avLst/>
            <a:gdLst>
              <a:gd name="connsiteX0" fmla="*/ 72368 w 4182987"/>
              <a:gd name="connsiteY0" fmla="*/ 129778 h 1039933"/>
              <a:gd name="connsiteX1" fmla="*/ 800502 w 4182987"/>
              <a:gd name="connsiteY1" fmla="*/ 273712 h 1039933"/>
              <a:gd name="connsiteX2" fmla="*/ 1401635 w 4182987"/>
              <a:gd name="connsiteY2" fmla="*/ 713978 h 1039933"/>
              <a:gd name="connsiteX3" fmla="*/ 2798635 w 4182987"/>
              <a:gd name="connsiteY3" fmla="*/ 908712 h 1039933"/>
              <a:gd name="connsiteX4" fmla="*/ 3264302 w 4182987"/>
              <a:gd name="connsiteY4" fmla="*/ 273712 h 1039933"/>
              <a:gd name="connsiteX5" fmla="*/ 3772302 w 4182987"/>
              <a:gd name="connsiteY5" fmla="*/ 104378 h 1039933"/>
              <a:gd name="connsiteX6" fmla="*/ 3873902 w 4182987"/>
              <a:gd name="connsiteY6" fmla="*/ 28178 h 1039933"/>
              <a:gd name="connsiteX7" fmla="*/ 4102502 w 4182987"/>
              <a:gd name="connsiteY7" fmla="*/ 2778 h 1039933"/>
              <a:gd name="connsiteX8" fmla="*/ 4170235 w 4182987"/>
              <a:gd name="connsiteY8" fmla="*/ 87445 h 1039933"/>
              <a:gd name="connsiteX9" fmla="*/ 4153302 w 4182987"/>
              <a:gd name="connsiteY9" fmla="*/ 273712 h 1039933"/>
              <a:gd name="connsiteX10" fmla="*/ 3882368 w 4182987"/>
              <a:gd name="connsiteY10" fmla="*/ 299112 h 1039933"/>
              <a:gd name="connsiteX11" fmla="*/ 3831568 w 4182987"/>
              <a:gd name="connsiteY11" fmla="*/ 222912 h 1039933"/>
              <a:gd name="connsiteX12" fmla="*/ 3399768 w 4182987"/>
              <a:gd name="connsiteY12" fmla="*/ 299112 h 1039933"/>
              <a:gd name="connsiteX13" fmla="*/ 3281235 w 4182987"/>
              <a:gd name="connsiteY13" fmla="*/ 468445 h 1039933"/>
              <a:gd name="connsiteX14" fmla="*/ 3078035 w 4182987"/>
              <a:gd name="connsiteY14" fmla="*/ 866378 h 1039933"/>
              <a:gd name="connsiteX15" fmla="*/ 2891768 w 4182987"/>
              <a:gd name="connsiteY15" fmla="*/ 1010312 h 1039933"/>
              <a:gd name="connsiteX16" fmla="*/ 2510768 w 4182987"/>
              <a:gd name="connsiteY16" fmla="*/ 1035712 h 1039933"/>
              <a:gd name="connsiteX17" fmla="*/ 1841902 w 4182987"/>
              <a:gd name="connsiteY17" fmla="*/ 951045 h 1039933"/>
              <a:gd name="connsiteX18" fmla="*/ 1113768 w 4182987"/>
              <a:gd name="connsiteY18" fmla="*/ 730912 h 1039933"/>
              <a:gd name="connsiteX19" fmla="*/ 842835 w 4182987"/>
              <a:gd name="connsiteY19" fmla="*/ 434578 h 1039933"/>
              <a:gd name="connsiteX20" fmla="*/ 665035 w 4182987"/>
              <a:gd name="connsiteY20" fmla="*/ 366845 h 1039933"/>
              <a:gd name="connsiteX21" fmla="*/ 453368 w 4182987"/>
              <a:gd name="connsiteY21" fmla="*/ 299112 h 1039933"/>
              <a:gd name="connsiteX22" fmla="*/ 97768 w 4182987"/>
              <a:gd name="connsiteY22" fmla="*/ 248312 h 1039933"/>
              <a:gd name="connsiteX23" fmla="*/ 30035 w 4182987"/>
              <a:gd name="connsiteY23" fmla="*/ 265245 h 1039933"/>
              <a:gd name="connsiteX24" fmla="*/ 72368 w 4182987"/>
              <a:gd name="connsiteY24" fmla="*/ 129778 h 1039933"/>
              <a:gd name="connsiteX0" fmla="*/ 85774 w 4196393"/>
              <a:gd name="connsiteY0" fmla="*/ 129778 h 1039933"/>
              <a:gd name="connsiteX1" fmla="*/ 813908 w 4196393"/>
              <a:gd name="connsiteY1" fmla="*/ 273712 h 1039933"/>
              <a:gd name="connsiteX2" fmla="*/ 1415041 w 4196393"/>
              <a:gd name="connsiteY2" fmla="*/ 713978 h 1039933"/>
              <a:gd name="connsiteX3" fmla="*/ 2812041 w 4196393"/>
              <a:gd name="connsiteY3" fmla="*/ 908712 h 1039933"/>
              <a:gd name="connsiteX4" fmla="*/ 3277708 w 4196393"/>
              <a:gd name="connsiteY4" fmla="*/ 273712 h 1039933"/>
              <a:gd name="connsiteX5" fmla="*/ 3785708 w 4196393"/>
              <a:gd name="connsiteY5" fmla="*/ 104378 h 1039933"/>
              <a:gd name="connsiteX6" fmla="*/ 3887308 w 4196393"/>
              <a:gd name="connsiteY6" fmla="*/ 28178 h 1039933"/>
              <a:gd name="connsiteX7" fmla="*/ 4115908 w 4196393"/>
              <a:gd name="connsiteY7" fmla="*/ 2778 h 1039933"/>
              <a:gd name="connsiteX8" fmla="*/ 4183641 w 4196393"/>
              <a:gd name="connsiteY8" fmla="*/ 87445 h 1039933"/>
              <a:gd name="connsiteX9" fmla="*/ 4166708 w 4196393"/>
              <a:gd name="connsiteY9" fmla="*/ 273712 h 1039933"/>
              <a:gd name="connsiteX10" fmla="*/ 3895774 w 4196393"/>
              <a:gd name="connsiteY10" fmla="*/ 299112 h 1039933"/>
              <a:gd name="connsiteX11" fmla="*/ 3844974 w 4196393"/>
              <a:gd name="connsiteY11" fmla="*/ 222912 h 1039933"/>
              <a:gd name="connsiteX12" fmla="*/ 3413174 w 4196393"/>
              <a:gd name="connsiteY12" fmla="*/ 299112 h 1039933"/>
              <a:gd name="connsiteX13" fmla="*/ 3294641 w 4196393"/>
              <a:gd name="connsiteY13" fmla="*/ 468445 h 1039933"/>
              <a:gd name="connsiteX14" fmla="*/ 3091441 w 4196393"/>
              <a:gd name="connsiteY14" fmla="*/ 866378 h 1039933"/>
              <a:gd name="connsiteX15" fmla="*/ 2905174 w 4196393"/>
              <a:gd name="connsiteY15" fmla="*/ 1010312 h 1039933"/>
              <a:gd name="connsiteX16" fmla="*/ 2524174 w 4196393"/>
              <a:gd name="connsiteY16" fmla="*/ 1035712 h 1039933"/>
              <a:gd name="connsiteX17" fmla="*/ 1855308 w 4196393"/>
              <a:gd name="connsiteY17" fmla="*/ 951045 h 1039933"/>
              <a:gd name="connsiteX18" fmla="*/ 1127174 w 4196393"/>
              <a:gd name="connsiteY18" fmla="*/ 730912 h 1039933"/>
              <a:gd name="connsiteX19" fmla="*/ 856241 w 4196393"/>
              <a:gd name="connsiteY19" fmla="*/ 434578 h 1039933"/>
              <a:gd name="connsiteX20" fmla="*/ 678441 w 4196393"/>
              <a:gd name="connsiteY20" fmla="*/ 366845 h 1039933"/>
              <a:gd name="connsiteX21" fmla="*/ 466774 w 4196393"/>
              <a:gd name="connsiteY21" fmla="*/ 299112 h 1039933"/>
              <a:gd name="connsiteX22" fmla="*/ 111174 w 4196393"/>
              <a:gd name="connsiteY22" fmla="*/ 248312 h 1039933"/>
              <a:gd name="connsiteX23" fmla="*/ 18041 w 4196393"/>
              <a:gd name="connsiteY23" fmla="*/ 222912 h 1039933"/>
              <a:gd name="connsiteX24" fmla="*/ 85774 w 4196393"/>
              <a:gd name="connsiteY24" fmla="*/ 129778 h 1039933"/>
              <a:gd name="connsiteX0" fmla="*/ 87421 w 4198040"/>
              <a:gd name="connsiteY0" fmla="*/ 129778 h 1039933"/>
              <a:gd name="connsiteX1" fmla="*/ 815555 w 4198040"/>
              <a:gd name="connsiteY1" fmla="*/ 273712 h 1039933"/>
              <a:gd name="connsiteX2" fmla="*/ 1416688 w 4198040"/>
              <a:gd name="connsiteY2" fmla="*/ 713978 h 1039933"/>
              <a:gd name="connsiteX3" fmla="*/ 2813688 w 4198040"/>
              <a:gd name="connsiteY3" fmla="*/ 908712 h 1039933"/>
              <a:gd name="connsiteX4" fmla="*/ 3279355 w 4198040"/>
              <a:gd name="connsiteY4" fmla="*/ 273712 h 1039933"/>
              <a:gd name="connsiteX5" fmla="*/ 3787355 w 4198040"/>
              <a:gd name="connsiteY5" fmla="*/ 104378 h 1039933"/>
              <a:gd name="connsiteX6" fmla="*/ 3888955 w 4198040"/>
              <a:gd name="connsiteY6" fmla="*/ 28178 h 1039933"/>
              <a:gd name="connsiteX7" fmla="*/ 4117555 w 4198040"/>
              <a:gd name="connsiteY7" fmla="*/ 2778 h 1039933"/>
              <a:gd name="connsiteX8" fmla="*/ 4185288 w 4198040"/>
              <a:gd name="connsiteY8" fmla="*/ 87445 h 1039933"/>
              <a:gd name="connsiteX9" fmla="*/ 4168355 w 4198040"/>
              <a:gd name="connsiteY9" fmla="*/ 273712 h 1039933"/>
              <a:gd name="connsiteX10" fmla="*/ 3897421 w 4198040"/>
              <a:gd name="connsiteY10" fmla="*/ 299112 h 1039933"/>
              <a:gd name="connsiteX11" fmla="*/ 3846621 w 4198040"/>
              <a:gd name="connsiteY11" fmla="*/ 222912 h 1039933"/>
              <a:gd name="connsiteX12" fmla="*/ 3414821 w 4198040"/>
              <a:gd name="connsiteY12" fmla="*/ 299112 h 1039933"/>
              <a:gd name="connsiteX13" fmla="*/ 3296288 w 4198040"/>
              <a:gd name="connsiteY13" fmla="*/ 468445 h 1039933"/>
              <a:gd name="connsiteX14" fmla="*/ 3093088 w 4198040"/>
              <a:gd name="connsiteY14" fmla="*/ 866378 h 1039933"/>
              <a:gd name="connsiteX15" fmla="*/ 2906821 w 4198040"/>
              <a:gd name="connsiteY15" fmla="*/ 1010312 h 1039933"/>
              <a:gd name="connsiteX16" fmla="*/ 2525821 w 4198040"/>
              <a:gd name="connsiteY16" fmla="*/ 1035712 h 1039933"/>
              <a:gd name="connsiteX17" fmla="*/ 1856955 w 4198040"/>
              <a:gd name="connsiteY17" fmla="*/ 951045 h 1039933"/>
              <a:gd name="connsiteX18" fmla="*/ 1128821 w 4198040"/>
              <a:gd name="connsiteY18" fmla="*/ 730912 h 1039933"/>
              <a:gd name="connsiteX19" fmla="*/ 857888 w 4198040"/>
              <a:gd name="connsiteY19" fmla="*/ 434578 h 1039933"/>
              <a:gd name="connsiteX20" fmla="*/ 680088 w 4198040"/>
              <a:gd name="connsiteY20" fmla="*/ 366845 h 1039933"/>
              <a:gd name="connsiteX21" fmla="*/ 468421 w 4198040"/>
              <a:gd name="connsiteY21" fmla="*/ 299112 h 1039933"/>
              <a:gd name="connsiteX22" fmla="*/ 146687 w 4198040"/>
              <a:gd name="connsiteY22" fmla="*/ 222912 h 1039933"/>
              <a:gd name="connsiteX23" fmla="*/ 19688 w 4198040"/>
              <a:gd name="connsiteY23" fmla="*/ 222912 h 1039933"/>
              <a:gd name="connsiteX24" fmla="*/ 87421 w 4198040"/>
              <a:gd name="connsiteY24" fmla="*/ 129778 h 1039933"/>
              <a:gd name="connsiteX0" fmla="*/ 87421 w 4198040"/>
              <a:gd name="connsiteY0" fmla="*/ 129778 h 1039933"/>
              <a:gd name="connsiteX1" fmla="*/ 815555 w 4198040"/>
              <a:gd name="connsiteY1" fmla="*/ 273712 h 1039933"/>
              <a:gd name="connsiteX2" fmla="*/ 1416688 w 4198040"/>
              <a:gd name="connsiteY2" fmla="*/ 713978 h 1039933"/>
              <a:gd name="connsiteX3" fmla="*/ 2813688 w 4198040"/>
              <a:gd name="connsiteY3" fmla="*/ 908712 h 1039933"/>
              <a:gd name="connsiteX4" fmla="*/ 3279355 w 4198040"/>
              <a:gd name="connsiteY4" fmla="*/ 273712 h 1039933"/>
              <a:gd name="connsiteX5" fmla="*/ 3787355 w 4198040"/>
              <a:gd name="connsiteY5" fmla="*/ 104378 h 1039933"/>
              <a:gd name="connsiteX6" fmla="*/ 3888955 w 4198040"/>
              <a:gd name="connsiteY6" fmla="*/ 28178 h 1039933"/>
              <a:gd name="connsiteX7" fmla="*/ 4117555 w 4198040"/>
              <a:gd name="connsiteY7" fmla="*/ 2778 h 1039933"/>
              <a:gd name="connsiteX8" fmla="*/ 4185288 w 4198040"/>
              <a:gd name="connsiteY8" fmla="*/ 87445 h 1039933"/>
              <a:gd name="connsiteX9" fmla="*/ 4168355 w 4198040"/>
              <a:gd name="connsiteY9" fmla="*/ 273712 h 1039933"/>
              <a:gd name="connsiteX10" fmla="*/ 3897421 w 4198040"/>
              <a:gd name="connsiteY10" fmla="*/ 299112 h 1039933"/>
              <a:gd name="connsiteX11" fmla="*/ 3846621 w 4198040"/>
              <a:gd name="connsiteY11" fmla="*/ 222912 h 1039933"/>
              <a:gd name="connsiteX12" fmla="*/ 3414821 w 4198040"/>
              <a:gd name="connsiteY12" fmla="*/ 299112 h 1039933"/>
              <a:gd name="connsiteX13" fmla="*/ 3296288 w 4198040"/>
              <a:gd name="connsiteY13" fmla="*/ 468445 h 1039933"/>
              <a:gd name="connsiteX14" fmla="*/ 3093088 w 4198040"/>
              <a:gd name="connsiteY14" fmla="*/ 866378 h 1039933"/>
              <a:gd name="connsiteX15" fmla="*/ 2906821 w 4198040"/>
              <a:gd name="connsiteY15" fmla="*/ 1010312 h 1039933"/>
              <a:gd name="connsiteX16" fmla="*/ 2525821 w 4198040"/>
              <a:gd name="connsiteY16" fmla="*/ 1035712 h 1039933"/>
              <a:gd name="connsiteX17" fmla="*/ 1856955 w 4198040"/>
              <a:gd name="connsiteY17" fmla="*/ 951045 h 1039933"/>
              <a:gd name="connsiteX18" fmla="*/ 1128821 w 4198040"/>
              <a:gd name="connsiteY18" fmla="*/ 730912 h 1039933"/>
              <a:gd name="connsiteX19" fmla="*/ 857888 w 4198040"/>
              <a:gd name="connsiteY19" fmla="*/ 434578 h 1039933"/>
              <a:gd name="connsiteX20" fmla="*/ 680088 w 4198040"/>
              <a:gd name="connsiteY20" fmla="*/ 366845 h 1039933"/>
              <a:gd name="connsiteX21" fmla="*/ 502288 w 4198040"/>
              <a:gd name="connsiteY21" fmla="*/ 265245 h 1039933"/>
              <a:gd name="connsiteX22" fmla="*/ 146687 w 4198040"/>
              <a:gd name="connsiteY22" fmla="*/ 222912 h 1039933"/>
              <a:gd name="connsiteX23" fmla="*/ 19688 w 4198040"/>
              <a:gd name="connsiteY23" fmla="*/ 222912 h 1039933"/>
              <a:gd name="connsiteX24" fmla="*/ 87421 w 4198040"/>
              <a:gd name="connsiteY24" fmla="*/ 129778 h 1039933"/>
              <a:gd name="connsiteX0" fmla="*/ 87421 w 4198040"/>
              <a:gd name="connsiteY0" fmla="*/ 129778 h 1039933"/>
              <a:gd name="connsiteX1" fmla="*/ 815555 w 4198040"/>
              <a:gd name="connsiteY1" fmla="*/ 273712 h 1039933"/>
              <a:gd name="connsiteX2" fmla="*/ 1416688 w 4198040"/>
              <a:gd name="connsiteY2" fmla="*/ 713978 h 1039933"/>
              <a:gd name="connsiteX3" fmla="*/ 2813688 w 4198040"/>
              <a:gd name="connsiteY3" fmla="*/ 908712 h 1039933"/>
              <a:gd name="connsiteX4" fmla="*/ 3279355 w 4198040"/>
              <a:gd name="connsiteY4" fmla="*/ 273712 h 1039933"/>
              <a:gd name="connsiteX5" fmla="*/ 3787355 w 4198040"/>
              <a:gd name="connsiteY5" fmla="*/ 104378 h 1039933"/>
              <a:gd name="connsiteX6" fmla="*/ 3888955 w 4198040"/>
              <a:gd name="connsiteY6" fmla="*/ 28178 h 1039933"/>
              <a:gd name="connsiteX7" fmla="*/ 4117555 w 4198040"/>
              <a:gd name="connsiteY7" fmla="*/ 2778 h 1039933"/>
              <a:gd name="connsiteX8" fmla="*/ 4185288 w 4198040"/>
              <a:gd name="connsiteY8" fmla="*/ 87445 h 1039933"/>
              <a:gd name="connsiteX9" fmla="*/ 4168355 w 4198040"/>
              <a:gd name="connsiteY9" fmla="*/ 273712 h 1039933"/>
              <a:gd name="connsiteX10" fmla="*/ 3897421 w 4198040"/>
              <a:gd name="connsiteY10" fmla="*/ 299112 h 1039933"/>
              <a:gd name="connsiteX11" fmla="*/ 3846621 w 4198040"/>
              <a:gd name="connsiteY11" fmla="*/ 222912 h 1039933"/>
              <a:gd name="connsiteX12" fmla="*/ 3414821 w 4198040"/>
              <a:gd name="connsiteY12" fmla="*/ 299112 h 1039933"/>
              <a:gd name="connsiteX13" fmla="*/ 3296288 w 4198040"/>
              <a:gd name="connsiteY13" fmla="*/ 468445 h 1039933"/>
              <a:gd name="connsiteX14" fmla="*/ 3093088 w 4198040"/>
              <a:gd name="connsiteY14" fmla="*/ 866378 h 1039933"/>
              <a:gd name="connsiteX15" fmla="*/ 2906821 w 4198040"/>
              <a:gd name="connsiteY15" fmla="*/ 1010312 h 1039933"/>
              <a:gd name="connsiteX16" fmla="*/ 2525821 w 4198040"/>
              <a:gd name="connsiteY16" fmla="*/ 1035712 h 1039933"/>
              <a:gd name="connsiteX17" fmla="*/ 1856955 w 4198040"/>
              <a:gd name="connsiteY17" fmla="*/ 951045 h 1039933"/>
              <a:gd name="connsiteX18" fmla="*/ 1128821 w 4198040"/>
              <a:gd name="connsiteY18" fmla="*/ 730912 h 1039933"/>
              <a:gd name="connsiteX19" fmla="*/ 857888 w 4198040"/>
              <a:gd name="connsiteY19" fmla="*/ 434578 h 1039933"/>
              <a:gd name="connsiteX20" fmla="*/ 705488 w 4198040"/>
              <a:gd name="connsiteY20" fmla="*/ 316045 h 1039933"/>
              <a:gd name="connsiteX21" fmla="*/ 502288 w 4198040"/>
              <a:gd name="connsiteY21" fmla="*/ 265245 h 1039933"/>
              <a:gd name="connsiteX22" fmla="*/ 146687 w 4198040"/>
              <a:gd name="connsiteY22" fmla="*/ 222912 h 1039933"/>
              <a:gd name="connsiteX23" fmla="*/ 19688 w 4198040"/>
              <a:gd name="connsiteY23" fmla="*/ 222912 h 1039933"/>
              <a:gd name="connsiteX24" fmla="*/ 87421 w 4198040"/>
              <a:gd name="connsiteY24" fmla="*/ 129778 h 1039933"/>
              <a:gd name="connsiteX0" fmla="*/ 87421 w 4198040"/>
              <a:gd name="connsiteY0" fmla="*/ 129778 h 1039933"/>
              <a:gd name="connsiteX1" fmla="*/ 815555 w 4198040"/>
              <a:gd name="connsiteY1" fmla="*/ 273712 h 1039933"/>
              <a:gd name="connsiteX2" fmla="*/ 1416688 w 4198040"/>
              <a:gd name="connsiteY2" fmla="*/ 713978 h 1039933"/>
              <a:gd name="connsiteX3" fmla="*/ 2813688 w 4198040"/>
              <a:gd name="connsiteY3" fmla="*/ 908712 h 1039933"/>
              <a:gd name="connsiteX4" fmla="*/ 3279355 w 4198040"/>
              <a:gd name="connsiteY4" fmla="*/ 273712 h 1039933"/>
              <a:gd name="connsiteX5" fmla="*/ 3787355 w 4198040"/>
              <a:gd name="connsiteY5" fmla="*/ 104378 h 1039933"/>
              <a:gd name="connsiteX6" fmla="*/ 3888955 w 4198040"/>
              <a:gd name="connsiteY6" fmla="*/ 28178 h 1039933"/>
              <a:gd name="connsiteX7" fmla="*/ 4117555 w 4198040"/>
              <a:gd name="connsiteY7" fmla="*/ 2778 h 1039933"/>
              <a:gd name="connsiteX8" fmla="*/ 4185288 w 4198040"/>
              <a:gd name="connsiteY8" fmla="*/ 87445 h 1039933"/>
              <a:gd name="connsiteX9" fmla="*/ 4168355 w 4198040"/>
              <a:gd name="connsiteY9" fmla="*/ 273712 h 1039933"/>
              <a:gd name="connsiteX10" fmla="*/ 3897421 w 4198040"/>
              <a:gd name="connsiteY10" fmla="*/ 299112 h 1039933"/>
              <a:gd name="connsiteX11" fmla="*/ 3846621 w 4198040"/>
              <a:gd name="connsiteY11" fmla="*/ 222912 h 1039933"/>
              <a:gd name="connsiteX12" fmla="*/ 3414821 w 4198040"/>
              <a:gd name="connsiteY12" fmla="*/ 299112 h 1039933"/>
              <a:gd name="connsiteX13" fmla="*/ 3296288 w 4198040"/>
              <a:gd name="connsiteY13" fmla="*/ 468445 h 1039933"/>
              <a:gd name="connsiteX14" fmla="*/ 3093088 w 4198040"/>
              <a:gd name="connsiteY14" fmla="*/ 866378 h 1039933"/>
              <a:gd name="connsiteX15" fmla="*/ 2906821 w 4198040"/>
              <a:gd name="connsiteY15" fmla="*/ 1010312 h 1039933"/>
              <a:gd name="connsiteX16" fmla="*/ 2525821 w 4198040"/>
              <a:gd name="connsiteY16" fmla="*/ 1035712 h 1039933"/>
              <a:gd name="connsiteX17" fmla="*/ 1856955 w 4198040"/>
              <a:gd name="connsiteY17" fmla="*/ 951045 h 1039933"/>
              <a:gd name="connsiteX18" fmla="*/ 1128821 w 4198040"/>
              <a:gd name="connsiteY18" fmla="*/ 730912 h 1039933"/>
              <a:gd name="connsiteX19" fmla="*/ 891755 w 4198040"/>
              <a:gd name="connsiteY19" fmla="*/ 443045 h 1039933"/>
              <a:gd name="connsiteX20" fmla="*/ 705488 w 4198040"/>
              <a:gd name="connsiteY20" fmla="*/ 316045 h 1039933"/>
              <a:gd name="connsiteX21" fmla="*/ 502288 w 4198040"/>
              <a:gd name="connsiteY21" fmla="*/ 265245 h 1039933"/>
              <a:gd name="connsiteX22" fmla="*/ 146687 w 4198040"/>
              <a:gd name="connsiteY22" fmla="*/ 222912 h 1039933"/>
              <a:gd name="connsiteX23" fmla="*/ 19688 w 4198040"/>
              <a:gd name="connsiteY23" fmla="*/ 222912 h 1039933"/>
              <a:gd name="connsiteX24" fmla="*/ 87421 w 4198040"/>
              <a:gd name="connsiteY24" fmla="*/ 129778 h 1039933"/>
              <a:gd name="connsiteX0" fmla="*/ 87421 w 4198040"/>
              <a:gd name="connsiteY0" fmla="*/ 129778 h 1039933"/>
              <a:gd name="connsiteX1" fmla="*/ 815555 w 4198040"/>
              <a:gd name="connsiteY1" fmla="*/ 273712 h 1039933"/>
              <a:gd name="connsiteX2" fmla="*/ 1416688 w 4198040"/>
              <a:gd name="connsiteY2" fmla="*/ 713978 h 1039933"/>
              <a:gd name="connsiteX3" fmla="*/ 2813688 w 4198040"/>
              <a:gd name="connsiteY3" fmla="*/ 908712 h 1039933"/>
              <a:gd name="connsiteX4" fmla="*/ 3279355 w 4198040"/>
              <a:gd name="connsiteY4" fmla="*/ 273712 h 1039933"/>
              <a:gd name="connsiteX5" fmla="*/ 3787355 w 4198040"/>
              <a:gd name="connsiteY5" fmla="*/ 104378 h 1039933"/>
              <a:gd name="connsiteX6" fmla="*/ 3888955 w 4198040"/>
              <a:gd name="connsiteY6" fmla="*/ 28178 h 1039933"/>
              <a:gd name="connsiteX7" fmla="*/ 4117555 w 4198040"/>
              <a:gd name="connsiteY7" fmla="*/ 2778 h 1039933"/>
              <a:gd name="connsiteX8" fmla="*/ 4185288 w 4198040"/>
              <a:gd name="connsiteY8" fmla="*/ 87445 h 1039933"/>
              <a:gd name="connsiteX9" fmla="*/ 4168355 w 4198040"/>
              <a:gd name="connsiteY9" fmla="*/ 273712 h 1039933"/>
              <a:gd name="connsiteX10" fmla="*/ 3897421 w 4198040"/>
              <a:gd name="connsiteY10" fmla="*/ 299112 h 1039933"/>
              <a:gd name="connsiteX11" fmla="*/ 3846621 w 4198040"/>
              <a:gd name="connsiteY11" fmla="*/ 222912 h 1039933"/>
              <a:gd name="connsiteX12" fmla="*/ 3414821 w 4198040"/>
              <a:gd name="connsiteY12" fmla="*/ 299112 h 1039933"/>
              <a:gd name="connsiteX13" fmla="*/ 3296288 w 4198040"/>
              <a:gd name="connsiteY13" fmla="*/ 468445 h 1039933"/>
              <a:gd name="connsiteX14" fmla="*/ 3093088 w 4198040"/>
              <a:gd name="connsiteY14" fmla="*/ 866378 h 1039933"/>
              <a:gd name="connsiteX15" fmla="*/ 2906821 w 4198040"/>
              <a:gd name="connsiteY15" fmla="*/ 1010312 h 1039933"/>
              <a:gd name="connsiteX16" fmla="*/ 2525821 w 4198040"/>
              <a:gd name="connsiteY16" fmla="*/ 1035712 h 1039933"/>
              <a:gd name="connsiteX17" fmla="*/ 1856955 w 4198040"/>
              <a:gd name="connsiteY17" fmla="*/ 951045 h 1039933"/>
              <a:gd name="connsiteX18" fmla="*/ 1179621 w 4198040"/>
              <a:gd name="connsiteY18" fmla="*/ 713979 h 1039933"/>
              <a:gd name="connsiteX19" fmla="*/ 891755 w 4198040"/>
              <a:gd name="connsiteY19" fmla="*/ 443045 h 1039933"/>
              <a:gd name="connsiteX20" fmla="*/ 705488 w 4198040"/>
              <a:gd name="connsiteY20" fmla="*/ 316045 h 1039933"/>
              <a:gd name="connsiteX21" fmla="*/ 502288 w 4198040"/>
              <a:gd name="connsiteY21" fmla="*/ 265245 h 1039933"/>
              <a:gd name="connsiteX22" fmla="*/ 146687 w 4198040"/>
              <a:gd name="connsiteY22" fmla="*/ 222912 h 1039933"/>
              <a:gd name="connsiteX23" fmla="*/ 19688 w 4198040"/>
              <a:gd name="connsiteY23" fmla="*/ 222912 h 1039933"/>
              <a:gd name="connsiteX24" fmla="*/ 87421 w 4198040"/>
              <a:gd name="connsiteY24" fmla="*/ 129778 h 1039933"/>
              <a:gd name="connsiteX0" fmla="*/ 87421 w 4198040"/>
              <a:gd name="connsiteY0" fmla="*/ 129778 h 1039933"/>
              <a:gd name="connsiteX1" fmla="*/ 815555 w 4198040"/>
              <a:gd name="connsiteY1" fmla="*/ 273712 h 1039933"/>
              <a:gd name="connsiteX2" fmla="*/ 1416688 w 4198040"/>
              <a:gd name="connsiteY2" fmla="*/ 713978 h 1039933"/>
              <a:gd name="connsiteX3" fmla="*/ 2813688 w 4198040"/>
              <a:gd name="connsiteY3" fmla="*/ 908712 h 1039933"/>
              <a:gd name="connsiteX4" fmla="*/ 3279355 w 4198040"/>
              <a:gd name="connsiteY4" fmla="*/ 273712 h 1039933"/>
              <a:gd name="connsiteX5" fmla="*/ 3787355 w 4198040"/>
              <a:gd name="connsiteY5" fmla="*/ 104378 h 1039933"/>
              <a:gd name="connsiteX6" fmla="*/ 3888955 w 4198040"/>
              <a:gd name="connsiteY6" fmla="*/ 28178 h 1039933"/>
              <a:gd name="connsiteX7" fmla="*/ 4117555 w 4198040"/>
              <a:gd name="connsiteY7" fmla="*/ 2778 h 1039933"/>
              <a:gd name="connsiteX8" fmla="*/ 4185288 w 4198040"/>
              <a:gd name="connsiteY8" fmla="*/ 87445 h 1039933"/>
              <a:gd name="connsiteX9" fmla="*/ 4168355 w 4198040"/>
              <a:gd name="connsiteY9" fmla="*/ 273712 h 1039933"/>
              <a:gd name="connsiteX10" fmla="*/ 3897421 w 4198040"/>
              <a:gd name="connsiteY10" fmla="*/ 299112 h 1039933"/>
              <a:gd name="connsiteX11" fmla="*/ 3846621 w 4198040"/>
              <a:gd name="connsiteY11" fmla="*/ 222912 h 1039933"/>
              <a:gd name="connsiteX12" fmla="*/ 3414821 w 4198040"/>
              <a:gd name="connsiteY12" fmla="*/ 299112 h 1039933"/>
              <a:gd name="connsiteX13" fmla="*/ 3296288 w 4198040"/>
              <a:gd name="connsiteY13" fmla="*/ 468445 h 1039933"/>
              <a:gd name="connsiteX14" fmla="*/ 3093088 w 4198040"/>
              <a:gd name="connsiteY14" fmla="*/ 866378 h 1039933"/>
              <a:gd name="connsiteX15" fmla="*/ 2906821 w 4198040"/>
              <a:gd name="connsiteY15" fmla="*/ 1010312 h 1039933"/>
              <a:gd name="connsiteX16" fmla="*/ 2525821 w 4198040"/>
              <a:gd name="connsiteY16" fmla="*/ 1035712 h 1039933"/>
              <a:gd name="connsiteX17" fmla="*/ 1856955 w 4198040"/>
              <a:gd name="connsiteY17" fmla="*/ 951045 h 1039933"/>
              <a:gd name="connsiteX18" fmla="*/ 1188088 w 4198040"/>
              <a:gd name="connsiteY18" fmla="*/ 713979 h 1039933"/>
              <a:gd name="connsiteX19" fmla="*/ 891755 w 4198040"/>
              <a:gd name="connsiteY19" fmla="*/ 443045 h 1039933"/>
              <a:gd name="connsiteX20" fmla="*/ 705488 w 4198040"/>
              <a:gd name="connsiteY20" fmla="*/ 316045 h 1039933"/>
              <a:gd name="connsiteX21" fmla="*/ 502288 w 4198040"/>
              <a:gd name="connsiteY21" fmla="*/ 265245 h 1039933"/>
              <a:gd name="connsiteX22" fmla="*/ 146687 w 4198040"/>
              <a:gd name="connsiteY22" fmla="*/ 222912 h 1039933"/>
              <a:gd name="connsiteX23" fmla="*/ 19688 w 4198040"/>
              <a:gd name="connsiteY23" fmla="*/ 222912 h 1039933"/>
              <a:gd name="connsiteX24" fmla="*/ 87421 w 4198040"/>
              <a:gd name="connsiteY24" fmla="*/ 129778 h 1039933"/>
              <a:gd name="connsiteX0" fmla="*/ 87421 w 4198040"/>
              <a:gd name="connsiteY0" fmla="*/ 129778 h 1042406"/>
              <a:gd name="connsiteX1" fmla="*/ 815555 w 4198040"/>
              <a:gd name="connsiteY1" fmla="*/ 273712 h 1042406"/>
              <a:gd name="connsiteX2" fmla="*/ 1416688 w 4198040"/>
              <a:gd name="connsiteY2" fmla="*/ 713978 h 1042406"/>
              <a:gd name="connsiteX3" fmla="*/ 2813688 w 4198040"/>
              <a:gd name="connsiteY3" fmla="*/ 908712 h 1042406"/>
              <a:gd name="connsiteX4" fmla="*/ 3279355 w 4198040"/>
              <a:gd name="connsiteY4" fmla="*/ 273712 h 1042406"/>
              <a:gd name="connsiteX5" fmla="*/ 3787355 w 4198040"/>
              <a:gd name="connsiteY5" fmla="*/ 104378 h 1042406"/>
              <a:gd name="connsiteX6" fmla="*/ 3888955 w 4198040"/>
              <a:gd name="connsiteY6" fmla="*/ 28178 h 1042406"/>
              <a:gd name="connsiteX7" fmla="*/ 4117555 w 4198040"/>
              <a:gd name="connsiteY7" fmla="*/ 2778 h 1042406"/>
              <a:gd name="connsiteX8" fmla="*/ 4185288 w 4198040"/>
              <a:gd name="connsiteY8" fmla="*/ 87445 h 1042406"/>
              <a:gd name="connsiteX9" fmla="*/ 4168355 w 4198040"/>
              <a:gd name="connsiteY9" fmla="*/ 273712 h 1042406"/>
              <a:gd name="connsiteX10" fmla="*/ 3897421 w 4198040"/>
              <a:gd name="connsiteY10" fmla="*/ 299112 h 1042406"/>
              <a:gd name="connsiteX11" fmla="*/ 3846621 w 4198040"/>
              <a:gd name="connsiteY11" fmla="*/ 222912 h 1042406"/>
              <a:gd name="connsiteX12" fmla="*/ 3414821 w 4198040"/>
              <a:gd name="connsiteY12" fmla="*/ 299112 h 1042406"/>
              <a:gd name="connsiteX13" fmla="*/ 3296288 w 4198040"/>
              <a:gd name="connsiteY13" fmla="*/ 468445 h 1042406"/>
              <a:gd name="connsiteX14" fmla="*/ 3093088 w 4198040"/>
              <a:gd name="connsiteY14" fmla="*/ 866378 h 1042406"/>
              <a:gd name="connsiteX15" fmla="*/ 2906821 w 4198040"/>
              <a:gd name="connsiteY15" fmla="*/ 1010312 h 1042406"/>
              <a:gd name="connsiteX16" fmla="*/ 2525821 w 4198040"/>
              <a:gd name="connsiteY16" fmla="*/ 1035712 h 1042406"/>
              <a:gd name="connsiteX17" fmla="*/ 1856955 w 4198040"/>
              <a:gd name="connsiteY17" fmla="*/ 917179 h 1042406"/>
              <a:gd name="connsiteX18" fmla="*/ 1188088 w 4198040"/>
              <a:gd name="connsiteY18" fmla="*/ 713979 h 1042406"/>
              <a:gd name="connsiteX19" fmla="*/ 891755 w 4198040"/>
              <a:gd name="connsiteY19" fmla="*/ 443045 h 1042406"/>
              <a:gd name="connsiteX20" fmla="*/ 705488 w 4198040"/>
              <a:gd name="connsiteY20" fmla="*/ 316045 h 1042406"/>
              <a:gd name="connsiteX21" fmla="*/ 502288 w 4198040"/>
              <a:gd name="connsiteY21" fmla="*/ 265245 h 1042406"/>
              <a:gd name="connsiteX22" fmla="*/ 146687 w 4198040"/>
              <a:gd name="connsiteY22" fmla="*/ 222912 h 1042406"/>
              <a:gd name="connsiteX23" fmla="*/ 19688 w 4198040"/>
              <a:gd name="connsiteY23" fmla="*/ 222912 h 1042406"/>
              <a:gd name="connsiteX24" fmla="*/ 87421 w 4198040"/>
              <a:gd name="connsiteY24" fmla="*/ 129778 h 1042406"/>
              <a:gd name="connsiteX0" fmla="*/ 87421 w 4198040"/>
              <a:gd name="connsiteY0" fmla="*/ 129778 h 1041786"/>
              <a:gd name="connsiteX1" fmla="*/ 815555 w 4198040"/>
              <a:gd name="connsiteY1" fmla="*/ 273712 h 1041786"/>
              <a:gd name="connsiteX2" fmla="*/ 1416688 w 4198040"/>
              <a:gd name="connsiteY2" fmla="*/ 713978 h 1041786"/>
              <a:gd name="connsiteX3" fmla="*/ 2813688 w 4198040"/>
              <a:gd name="connsiteY3" fmla="*/ 908712 h 1041786"/>
              <a:gd name="connsiteX4" fmla="*/ 3279355 w 4198040"/>
              <a:gd name="connsiteY4" fmla="*/ 273712 h 1041786"/>
              <a:gd name="connsiteX5" fmla="*/ 3787355 w 4198040"/>
              <a:gd name="connsiteY5" fmla="*/ 104378 h 1041786"/>
              <a:gd name="connsiteX6" fmla="*/ 3888955 w 4198040"/>
              <a:gd name="connsiteY6" fmla="*/ 28178 h 1041786"/>
              <a:gd name="connsiteX7" fmla="*/ 4117555 w 4198040"/>
              <a:gd name="connsiteY7" fmla="*/ 2778 h 1041786"/>
              <a:gd name="connsiteX8" fmla="*/ 4185288 w 4198040"/>
              <a:gd name="connsiteY8" fmla="*/ 87445 h 1041786"/>
              <a:gd name="connsiteX9" fmla="*/ 4168355 w 4198040"/>
              <a:gd name="connsiteY9" fmla="*/ 273712 h 1041786"/>
              <a:gd name="connsiteX10" fmla="*/ 3897421 w 4198040"/>
              <a:gd name="connsiteY10" fmla="*/ 299112 h 1041786"/>
              <a:gd name="connsiteX11" fmla="*/ 3846621 w 4198040"/>
              <a:gd name="connsiteY11" fmla="*/ 222912 h 1041786"/>
              <a:gd name="connsiteX12" fmla="*/ 3414821 w 4198040"/>
              <a:gd name="connsiteY12" fmla="*/ 299112 h 1041786"/>
              <a:gd name="connsiteX13" fmla="*/ 3296288 w 4198040"/>
              <a:gd name="connsiteY13" fmla="*/ 468445 h 1041786"/>
              <a:gd name="connsiteX14" fmla="*/ 3093088 w 4198040"/>
              <a:gd name="connsiteY14" fmla="*/ 866378 h 1041786"/>
              <a:gd name="connsiteX15" fmla="*/ 2906821 w 4198040"/>
              <a:gd name="connsiteY15" fmla="*/ 1010312 h 1041786"/>
              <a:gd name="connsiteX16" fmla="*/ 2525821 w 4198040"/>
              <a:gd name="connsiteY16" fmla="*/ 1035712 h 1041786"/>
              <a:gd name="connsiteX17" fmla="*/ 1856955 w 4198040"/>
              <a:gd name="connsiteY17" fmla="*/ 925645 h 1041786"/>
              <a:gd name="connsiteX18" fmla="*/ 1188088 w 4198040"/>
              <a:gd name="connsiteY18" fmla="*/ 713979 h 1041786"/>
              <a:gd name="connsiteX19" fmla="*/ 891755 w 4198040"/>
              <a:gd name="connsiteY19" fmla="*/ 443045 h 1041786"/>
              <a:gd name="connsiteX20" fmla="*/ 705488 w 4198040"/>
              <a:gd name="connsiteY20" fmla="*/ 316045 h 1041786"/>
              <a:gd name="connsiteX21" fmla="*/ 502288 w 4198040"/>
              <a:gd name="connsiteY21" fmla="*/ 265245 h 1041786"/>
              <a:gd name="connsiteX22" fmla="*/ 146687 w 4198040"/>
              <a:gd name="connsiteY22" fmla="*/ 222912 h 1041786"/>
              <a:gd name="connsiteX23" fmla="*/ 19688 w 4198040"/>
              <a:gd name="connsiteY23" fmla="*/ 222912 h 1041786"/>
              <a:gd name="connsiteX24" fmla="*/ 87421 w 4198040"/>
              <a:gd name="connsiteY24" fmla="*/ 129778 h 1041786"/>
              <a:gd name="connsiteX0" fmla="*/ 87421 w 4198040"/>
              <a:gd name="connsiteY0" fmla="*/ 129778 h 1021313"/>
              <a:gd name="connsiteX1" fmla="*/ 815555 w 4198040"/>
              <a:gd name="connsiteY1" fmla="*/ 273712 h 1021313"/>
              <a:gd name="connsiteX2" fmla="*/ 1416688 w 4198040"/>
              <a:gd name="connsiteY2" fmla="*/ 713978 h 1021313"/>
              <a:gd name="connsiteX3" fmla="*/ 2813688 w 4198040"/>
              <a:gd name="connsiteY3" fmla="*/ 908712 h 1021313"/>
              <a:gd name="connsiteX4" fmla="*/ 3279355 w 4198040"/>
              <a:gd name="connsiteY4" fmla="*/ 273712 h 1021313"/>
              <a:gd name="connsiteX5" fmla="*/ 3787355 w 4198040"/>
              <a:gd name="connsiteY5" fmla="*/ 104378 h 1021313"/>
              <a:gd name="connsiteX6" fmla="*/ 3888955 w 4198040"/>
              <a:gd name="connsiteY6" fmla="*/ 28178 h 1021313"/>
              <a:gd name="connsiteX7" fmla="*/ 4117555 w 4198040"/>
              <a:gd name="connsiteY7" fmla="*/ 2778 h 1021313"/>
              <a:gd name="connsiteX8" fmla="*/ 4185288 w 4198040"/>
              <a:gd name="connsiteY8" fmla="*/ 87445 h 1021313"/>
              <a:gd name="connsiteX9" fmla="*/ 4168355 w 4198040"/>
              <a:gd name="connsiteY9" fmla="*/ 273712 h 1021313"/>
              <a:gd name="connsiteX10" fmla="*/ 3897421 w 4198040"/>
              <a:gd name="connsiteY10" fmla="*/ 299112 h 1021313"/>
              <a:gd name="connsiteX11" fmla="*/ 3846621 w 4198040"/>
              <a:gd name="connsiteY11" fmla="*/ 222912 h 1021313"/>
              <a:gd name="connsiteX12" fmla="*/ 3414821 w 4198040"/>
              <a:gd name="connsiteY12" fmla="*/ 299112 h 1021313"/>
              <a:gd name="connsiteX13" fmla="*/ 3296288 w 4198040"/>
              <a:gd name="connsiteY13" fmla="*/ 468445 h 1021313"/>
              <a:gd name="connsiteX14" fmla="*/ 3093088 w 4198040"/>
              <a:gd name="connsiteY14" fmla="*/ 866378 h 1021313"/>
              <a:gd name="connsiteX15" fmla="*/ 2906821 w 4198040"/>
              <a:gd name="connsiteY15" fmla="*/ 1010312 h 1021313"/>
              <a:gd name="connsiteX16" fmla="*/ 2525821 w 4198040"/>
              <a:gd name="connsiteY16" fmla="*/ 1001845 h 1021313"/>
              <a:gd name="connsiteX17" fmla="*/ 1856955 w 4198040"/>
              <a:gd name="connsiteY17" fmla="*/ 925645 h 1021313"/>
              <a:gd name="connsiteX18" fmla="*/ 1188088 w 4198040"/>
              <a:gd name="connsiteY18" fmla="*/ 713979 h 1021313"/>
              <a:gd name="connsiteX19" fmla="*/ 891755 w 4198040"/>
              <a:gd name="connsiteY19" fmla="*/ 443045 h 1021313"/>
              <a:gd name="connsiteX20" fmla="*/ 705488 w 4198040"/>
              <a:gd name="connsiteY20" fmla="*/ 316045 h 1021313"/>
              <a:gd name="connsiteX21" fmla="*/ 502288 w 4198040"/>
              <a:gd name="connsiteY21" fmla="*/ 265245 h 1021313"/>
              <a:gd name="connsiteX22" fmla="*/ 146687 w 4198040"/>
              <a:gd name="connsiteY22" fmla="*/ 222912 h 1021313"/>
              <a:gd name="connsiteX23" fmla="*/ 19688 w 4198040"/>
              <a:gd name="connsiteY23" fmla="*/ 222912 h 1021313"/>
              <a:gd name="connsiteX24" fmla="*/ 87421 w 4198040"/>
              <a:gd name="connsiteY24" fmla="*/ 129778 h 1021313"/>
              <a:gd name="connsiteX0" fmla="*/ 87421 w 4198040"/>
              <a:gd name="connsiteY0" fmla="*/ 129778 h 1029437"/>
              <a:gd name="connsiteX1" fmla="*/ 815555 w 4198040"/>
              <a:gd name="connsiteY1" fmla="*/ 273712 h 1029437"/>
              <a:gd name="connsiteX2" fmla="*/ 1416688 w 4198040"/>
              <a:gd name="connsiteY2" fmla="*/ 713978 h 1029437"/>
              <a:gd name="connsiteX3" fmla="*/ 2813688 w 4198040"/>
              <a:gd name="connsiteY3" fmla="*/ 908712 h 1029437"/>
              <a:gd name="connsiteX4" fmla="*/ 3279355 w 4198040"/>
              <a:gd name="connsiteY4" fmla="*/ 273712 h 1029437"/>
              <a:gd name="connsiteX5" fmla="*/ 3787355 w 4198040"/>
              <a:gd name="connsiteY5" fmla="*/ 104378 h 1029437"/>
              <a:gd name="connsiteX6" fmla="*/ 3888955 w 4198040"/>
              <a:gd name="connsiteY6" fmla="*/ 28178 h 1029437"/>
              <a:gd name="connsiteX7" fmla="*/ 4117555 w 4198040"/>
              <a:gd name="connsiteY7" fmla="*/ 2778 h 1029437"/>
              <a:gd name="connsiteX8" fmla="*/ 4185288 w 4198040"/>
              <a:gd name="connsiteY8" fmla="*/ 87445 h 1029437"/>
              <a:gd name="connsiteX9" fmla="*/ 4168355 w 4198040"/>
              <a:gd name="connsiteY9" fmla="*/ 273712 h 1029437"/>
              <a:gd name="connsiteX10" fmla="*/ 3897421 w 4198040"/>
              <a:gd name="connsiteY10" fmla="*/ 299112 h 1029437"/>
              <a:gd name="connsiteX11" fmla="*/ 3846621 w 4198040"/>
              <a:gd name="connsiteY11" fmla="*/ 222912 h 1029437"/>
              <a:gd name="connsiteX12" fmla="*/ 3414821 w 4198040"/>
              <a:gd name="connsiteY12" fmla="*/ 299112 h 1029437"/>
              <a:gd name="connsiteX13" fmla="*/ 3296288 w 4198040"/>
              <a:gd name="connsiteY13" fmla="*/ 468445 h 1029437"/>
              <a:gd name="connsiteX14" fmla="*/ 3093088 w 4198040"/>
              <a:gd name="connsiteY14" fmla="*/ 866378 h 1029437"/>
              <a:gd name="connsiteX15" fmla="*/ 2906821 w 4198040"/>
              <a:gd name="connsiteY15" fmla="*/ 1010312 h 1029437"/>
              <a:gd name="connsiteX16" fmla="*/ 2542755 w 4198040"/>
              <a:gd name="connsiteY16" fmla="*/ 1018778 h 1029437"/>
              <a:gd name="connsiteX17" fmla="*/ 1856955 w 4198040"/>
              <a:gd name="connsiteY17" fmla="*/ 925645 h 1029437"/>
              <a:gd name="connsiteX18" fmla="*/ 1188088 w 4198040"/>
              <a:gd name="connsiteY18" fmla="*/ 713979 h 1029437"/>
              <a:gd name="connsiteX19" fmla="*/ 891755 w 4198040"/>
              <a:gd name="connsiteY19" fmla="*/ 443045 h 1029437"/>
              <a:gd name="connsiteX20" fmla="*/ 705488 w 4198040"/>
              <a:gd name="connsiteY20" fmla="*/ 316045 h 1029437"/>
              <a:gd name="connsiteX21" fmla="*/ 502288 w 4198040"/>
              <a:gd name="connsiteY21" fmla="*/ 265245 h 1029437"/>
              <a:gd name="connsiteX22" fmla="*/ 146687 w 4198040"/>
              <a:gd name="connsiteY22" fmla="*/ 222912 h 1029437"/>
              <a:gd name="connsiteX23" fmla="*/ 19688 w 4198040"/>
              <a:gd name="connsiteY23" fmla="*/ 222912 h 1029437"/>
              <a:gd name="connsiteX24" fmla="*/ 87421 w 4198040"/>
              <a:gd name="connsiteY24" fmla="*/ 129778 h 1029437"/>
              <a:gd name="connsiteX0" fmla="*/ 87421 w 4198040"/>
              <a:gd name="connsiteY0" fmla="*/ 129778 h 1021497"/>
              <a:gd name="connsiteX1" fmla="*/ 815555 w 4198040"/>
              <a:gd name="connsiteY1" fmla="*/ 273712 h 1021497"/>
              <a:gd name="connsiteX2" fmla="*/ 1416688 w 4198040"/>
              <a:gd name="connsiteY2" fmla="*/ 713978 h 1021497"/>
              <a:gd name="connsiteX3" fmla="*/ 2813688 w 4198040"/>
              <a:gd name="connsiteY3" fmla="*/ 908712 h 1021497"/>
              <a:gd name="connsiteX4" fmla="*/ 3279355 w 4198040"/>
              <a:gd name="connsiteY4" fmla="*/ 273712 h 1021497"/>
              <a:gd name="connsiteX5" fmla="*/ 3787355 w 4198040"/>
              <a:gd name="connsiteY5" fmla="*/ 104378 h 1021497"/>
              <a:gd name="connsiteX6" fmla="*/ 3888955 w 4198040"/>
              <a:gd name="connsiteY6" fmla="*/ 28178 h 1021497"/>
              <a:gd name="connsiteX7" fmla="*/ 4117555 w 4198040"/>
              <a:gd name="connsiteY7" fmla="*/ 2778 h 1021497"/>
              <a:gd name="connsiteX8" fmla="*/ 4185288 w 4198040"/>
              <a:gd name="connsiteY8" fmla="*/ 87445 h 1021497"/>
              <a:gd name="connsiteX9" fmla="*/ 4168355 w 4198040"/>
              <a:gd name="connsiteY9" fmla="*/ 273712 h 1021497"/>
              <a:gd name="connsiteX10" fmla="*/ 3897421 w 4198040"/>
              <a:gd name="connsiteY10" fmla="*/ 299112 h 1021497"/>
              <a:gd name="connsiteX11" fmla="*/ 3846621 w 4198040"/>
              <a:gd name="connsiteY11" fmla="*/ 222912 h 1021497"/>
              <a:gd name="connsiteX12" fmla="*/ 3414821 w 4198040"/>
              <a:gd name="connsiteY12" fmla="*/ 299112 h 1021497"/>
              <a:gd name="connsiteX13" fmla="*/ 3296288 w 4198040"/>
              <a:gd name="connsiteY13" fmla="*/ 468445 h 1021497"/>
              <a:gd name="connsiteX14" fmla="*/ 3093088 w 4198040"/>
              <a:gd name="connsiteY14" fmla="*/ 866378 h 1021497"/>
              <a:gd name="connsiteX15" fmla="*/ 2906821 w 4198040"/>
              <a:gd name="connsiteY15" fmla="*/ 984912 h 1021497"/>
              <a:gd name="connsiteX16" fmla="*/ 2542755 w 4198040"/>
              <a:gd name="connsiteY16" fmla="*/ 1018778 h 1021497"/>
              <a:gd name="connsiteX17" fmla="*/ 1856955 w 4198040"/>
              <a:gd name="connsiteY17" fmla="*/ 925645 h 1021497"/>
              <a:gd name="connsiteX18" fmla="*/ 1188088 w 4198040"/>
              <a:gd name="connsiteY18" fmla="*/ 713979 h 1021497"/>
              <a:gd name="connsiteX19" fmla="*/ 891755 w 4198040"/>
              <a:gd name="connsiteY19" fmla="*/ 443045 h 1021497"/>
              <a:gd name="connsiteX20" fmla="*/ 705488 w 4198040"/>
              <a:gd name="connsiteY20" fmla="*/ 316045 h 1021497"/>
              <a:gd name="connsiteX21" fmla="*/ 502288 w 4198040"/>
              <a:gd name="connsiteY21" fmla="*/ 265245 h 1021497"/>
              <a:gd name="connsiteX22" fmla="*/ 146687 w 4198040"/>
              <a:gd name="connsiteY22" fmla="*/ 222912 h 1021497"/>
              <a:gd name="connsiteX23" fmla="*/ 19688 w 4198040"/>
              <a:gd name="connsiteY23" fmla="*/ 222912 h 1021497"/>
              <a:gd name="connsiteX24" fmla="*/ 87421 w 4198040"/>
              <a:gd name="connsiteY24" fmla="*/ 129778 h 1021497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279355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299112 h 1022065"/>
              <a:gd name="connsiteX13" fmla="*/ 3296288 w 4198040"/>
              <a:gd name="connsiteY13" fmla="*/ 468445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279355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299112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279355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389421 w 4198040"/>
              <a:gd name="connsiteY12" fmla="*/ 290645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313221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389421 w 4198040"/>
              <a:gd name="connsiteY12" fmla="*/ 290645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313221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299112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313221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324512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313221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324512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313221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324512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313221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324512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313221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324512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30059 h 1022346"/>
              <a:gd name="connsiteX1" fmla="*/ 815555 w 4198040"/>
              <a:gd name="connsiteY1" fmla="*/ 273993 h 1022346"/>
              <a:gd name="connsiteX2" fmla="*/ 1416688 w 4198040"/>
              <a:gd name="connsiteY2" fmla="*/ 714259 h 1022346"/>
              <a:gd name="connsiteX3" fmla="*/ 2813688 w 4198040"/>
              <a:gd name="connsiteY3" fmla="*/ 908993 h 1022346"/>
              <a:gd name="connsiteX4" fmla="*/ 3313221 w 4198040"/>
              <a:gd name="connsiteY4" fmla="*/ 273993 h 1022346"/>
              <a:gd name="connsiteX5" fmla="*/ 3821222 w 4198040"/>
              <a:gd name="connsiteY5" fmla="*/ 121592 h 1022346"/>
              <a:gd name="connsiteX6" fmla="*/ 3888955 w 4198040"/>
              <a:gd name="connsiteY6" fmla="*/ 28459 h 1022346"/>
              <a:gd name="connsiteX7" fmla="*/ 4117555 w 4198040"/>
              <a:gd name="connsiteY7" fmla="*/ 3059 h 1022346"/>
              <a:gd name="connsiteX8" fmla="*/ 4185288 w 4198040"/>
              <a:gd name="connsiteY8" fmla="*/ 87726 h 1022346"/>
              <a:gd name="connsiteX9" fmla="*/ 4168355 w 4198040"/>
              <a:gd name="connsiteY9" fmla="*/ 273993 h 1022346"/>
              <a:gd name="connsiteX10" fmla="*/ 3897421 w 4198040"/>
              <a:gd name="connsiteY10" fmla="*/ 299393 h 1022346"/>
              <a:gd name="connsiteX11" fmla="*/ 3846621 w 4198040"/>
              <a:gd name="connsiteY11" fmla="*/ 223193 h 1022346"/>
              <a:gd name="connsiteX12" fmla="*/ 3414821 w 4198040"/>
              <a:gd name="connsiteY12" fmla="*/ 324793 h 1022346"/>
              <a:gd name="connsiteX13" fmla="*/ 3296288 w 4198040"/>
              <a:gd name="connsiteY13" fmla="*/ 451792 h 1022346"/>
              <a:gd name="connsiteX14" fmla="*/ 3084621 w 4198040"/>
              <a:gd name="connsiteY14" fmla="*/ 832792 h 1022346"/>
              <a:gd name="connsiteX15" fmla="*/ 2906821 w 4198040"/>
              <a:gd name="connsiteY15" fmla="*/ 985193 h 1022346"/>
              <a:gd name="connsiteX16" fmla="*/ 2542755 w 4198040"/>
              <a:gd name="connsiteY16" fmla="*/ 1019059 h 1022346"/>
              <a:gd name="connsiteX17" fmla="*/ 1856955 w 4198040"/>
              <a:gd name="connsiteY17" fmla="*/ 925926 h 1022346"/>
              <a:gd name="connsiteX18" fmla="*/ 1188088 w 4198040"/>
              <a:gd name="connsiteY18" fmla="*/ 714260 h 1022346"/>
              <a:gd name="connsiteX19" fmla="*/ 891755 w 4198040"/>
              <a:gd name="connsiteY19" fmla="*/ 443326 h 1022346"/>
              <a:gd name="connsiteX20" fmla="*/ 705488 w 4198040"/>
              <a:gd name="connsiteY20" fmla="*/ 316326 h 1022346"/>
              <a:gd name="connsiteX21" fmla="*/ 502288 w 4198040"/>
              <a:gd name="connsiteY21" fmla="*/ 265526 h 1022346"/>
              <a:gd name="connsiteX22" fmla="*/ 146687 w 4198040"/>
              <a:gd name="connsiteY22" fmla="*/ 223193 h 1022346"/>
              <a:gd name="connsiteX23" fmla="*/ 19688 w 4198040"/>
              <a:gd name="connsiteY23" fmla="*/ 223193 h 1022346"/>
              <a:gd name="connsiteX24" fmla="*/ 87421 w 4198040"/>
              <a:gd name="connsiteY24" fmla="*/ 130059 h 1022346"/>
              <a:gd name="connsiteX0" fmla="*/ 87421 w 4228587"/>
              <a:gd name="connsiteY0" fmla="*/ 116233 h 1008520"/>
              <a:gd name="connsiteX1" fmla="*/ 815555 w 4228587"/>
              <a:gd name="connsiteY1" fmla="*/ 260167 h 1008520"/>
              <a:gd name="connsiteX2" fmla="*/ 1416688 w 4228587"/>
              <a:gd name="connsiteY2" fmla="*/ 700433 h 1008520"/>
              <a:gd name="connsiteX3" fmla="*/ 2813688 w 4228587"/>
              <a:gd name="connsiteY3" fmla="*/ 895167 h 1008520"/>
              <a:gd name="connsiteX4" fmla="*/ 3313221 w 4228587"/>
              <a:gd name="connsiteY4" fmla="*/ 260167 h 1008520"/>
              <a:gd name="connsiteX5" fmla="*/ 3821222 w 4228587"/>
              <a:gd name="connsiteY5" fmla="*/ 107766 h 1008520"/>
              <a:gd name="connsiteX6" fmla="*/ 3888955 w 4228587"/>
              <a:gd name="connsiteY6" fmla="*/ 14633 h 1008520"/>
              <a:gd name="connsiteX7" fmla="*/ 4210689 w 4228587"/>
              <a:gd name="connsiteY7" fmla="*/ 6166 h 1008520"/>
              <a:gd name="connsiteX8" fmla="*/ 4185288 w 4228587"/>
              <a:gd name="connsiteY8" fmla="*/ 73900 h 1008520"/>
              <a:gd name="connsiteX9" fmla="*/ 4168355 w 4228587"/>
              <a:gd name="connsiteY9" fmla="*/ 260167 h 1008520"/>
              <a:gd name="connsiteX10" fmla="*/ 3897421 w 4228587"/>
              <a:gd name="connsiteY10" fmla="*/ 285567 h 1008520"/>
              <a:gd name="connsiteX11" fmla="*/ 3846621 w 4228587"/>
              <a:gd name="connsiteY11" fmla="*/ 209367 h 1008520"/>
              <a:gd name="connsiteX12" fmla="*/ 3414821 w 4228587"/>
              <a:gd name="connsiteY12" fmla="*/ 310967 h 1008520"/>
              <a:gd name="connsiteX13" fmla="*/ 3296288 w 4228587"/>
              <a:gd name="connsiteY13" fmla="*/ 437966 h 1008520"/>
              <a:gd name="connsiteX14" fmla="*/ 3084621 w 4228587"/>
              <a:gd name="connsiteY14" fmla="*/ 818966 h 1008520"/>
              <a:gd name="connsiteX15" fmla="*/ 2906821 w 4228587"/>
              <a:gd name="connsiteY15" fmla="*/ 971367 h 1008520"/>
              <a:gd name="connsiteX16" fmla="*/ 2542755 w 4228587"/>
              <a:gd name="connsiteY16" fmla="*/ 1005233 h 1008520"/>
              <a:gd name="connsiteX17" fmla="*/ 1856955 w 4228587"/>
              <a:gd name="connsiteY17" fmla="*/ 912100 h 1008520"/>
              <a:gd name="connsiteX18" fmla="*/ 1188088 w 4228587"/>
              <a:gd name="connsiteY18" fmla="*/ 700434 h 1008520"/>
              <a:gd name="connsiteX19" fmla="*/ 891755 w 4228587"/>
              <a:gd name="connsiteY19" fmla="*/ 429500 h 1008520"/>
              <a:gd name="connsiteX20" fmla="*/ 705488 w 4228587"/>
              <a:gd name="connsiteY20" fmla="*/ 302500 h 1008520"/>
              <a:gd name="connsiteX21" fmla="*/ 502288 w 4228587"/>
              <a:gd name="connsiteY21" fmla="*/ 251700 h 1008520"/>
              <a:gd name="connsiteX22" fmla="*/ 146687 w 4228587"/>
              <a:gd name="connsiteY22" fmla="*/ 209367 h 1008520"/>
              <a:gd name="connsiteX23" fmla="*/ 19688 w 4228587"/>
              <a:gd name="connsiteY23" fmla="*/ 209367 h 1008520"/>
              <a:gd name="connsiteX24" fmla="*/ 87421 w 4228587"/>
              <a:gd name="connsiteY24" fmla="*/ 116233 h 1008520"/>
              <a:gd name="connsiteX0" fmla="*/ 87421 w 4258734"/>
              <a:gd name="connsiteY0" fmla="*/ 117451 h 1009738"/>
              <a:gd name="connsiteX1" fmla="*/ 815555 w 4258734"/>
              <a:gd name="connsiteY1" fmla="*/ 261385 h 1009738"/>
              <a:gd name="connsiteX2" fmla="*/ 1416688 w 4258734"/>
              <a:gd name="connsiteY2" fmla="*/ 701651 h 1009738"/>
              <a:gd name="connsiteX3" fmla="*/ 2813688 w 4258734"/>
              <a:gd name="connsiteY3" fmla="*/ 896385 h 1009738"/>
              <a:gd name="connsiteX4" fmla="*/ 3313221 w 4258734"/>
              <a:gd name="connsiteY4" fmla="*/ 261385 h 1009738"/>
              <a:gd name="connsiteX5" fmla="*/ 3821222 w 4258734"/>
              <a:gd name="connsiteY5" fmla="*/ 108984 h 1009738"/>
              <a:gd name="connsiteX6" fmla="*/ 3888955 w 4258734"/>
              <a:gd name="connsiteY6" fmla="*/ 15851 h 1009738"/>
              <a:gd name="connsiteX7" fmla="*/ 4210689 w 4258734"/>
              <a:gd name="connsiteY7" fmla="*/ 7384 h 1009738"/>
              <a:gd name="connsiteX8" fmla="*/ 4253021 w 4258734"/>
              <a:gd name="connsiteY8" fmla="*/ 92051 h 1009738"/>
              <a:gd name="connsiteX9" fmla="*/ 4168355 w 4258734"/>
              <a:gd name="connsiteY9" fmla="*/ 261385 h 1009738"/>
              <a:gd name="connsiteX10" fmla="*/ 3897421 w 4258734"/>
              <a:gd name="connsiteY10" fmla="*/ 286785 h 1009738"/>
              <a:gd name="connsiteX11" fmla="*/ 3846621 w 4258734"/>
              <a:gd name="connsiteY11" fmla="*/ 210585 h 1009738"/>
              <a:gd name="connsiteX12" fmla="*/ 3414821 w 4258734"/>
              <a:gd name="connsiteY12" fmla="*/ 312185 h 1009738"/>
              <a:gd name="connsiteX13" fmla="*/ 3296288 w 4258734"/>
              <a:gd name="connsiteY13" fmla="*/ 439184 h 1009738"/>
              <a:gd name="connsiteX14" fmla="*/ 3084621 w 4258734"/>
              <a:gd name="connsiteY14" fmla="*/ 820184 h 1009738"/>
              <a:gd name="connsiteX15" fmla="*/ 2906821 w 4258734"/>
              <a:gd name="connsiteY15" fmla="*/ 972585 h 1009738"/>
              <a:gd name="connsiteX16" fmla="*/ 2542755 w 4258734"/>
              <a:gd name="connsiteY16" fmla="*/ 1006451 h 1009738"/>
              <a:gd name="connsiteX17" fmla="*/ 1856955 w 4258734"/>
              <a:gd name="connsiteY17" fmla="*/ 913318 h 1009738"/>
              <a:gd name="connsiteX18" fmla="*/ 1188088 w 4258734"/>
              <a:gd name="connsiteY18" fmla="*/ 701652 h 1009738"/>
              <a:gd name="connsiteX19" fmla="*/ 891755 w 4258734"/>
              <a:gd name="connsiteY19" fmla="*/ 430718 h 1009738"/>
              <a:gd name="connsiteX20" fmla="*/ 705488 w 4258734"/>
              <a:gd name="connsiteY20" fmla="*/ 303718 h 1009738"/>
              <a:gd name="connsiteX21" fmla="*/ 502288 w 4258734"/>
              <a:gd name="connsiteY21" fmla="*/ 252918 h 1009738"/>
              <a:gd name="connsiteX22" fmla="*/ 146687 w 4258734"/>
              <a:gd name="connsiteY22" fmla="*/ 210585 h 1009738"/>
              <a:gd name="connsiteX23" fmla="*/ 19688 w 4258734"/>
              <a:gd name="connsiteY23" fmla="*/ 210585 h 1009738"/>
              <a:gd name="connsiteX24" fmla="*/ 87421 w 4258734"/>
              <a:gd name="connsiteY24" fmla="*/ 117451 h 1009738"/>
              <a:gd name="connsiteX0" fmla="*/ 87421 w 4274788"/>
              <a:gd name="connsiteY0" fmla="*/ 117451 h 1009738"/>
              <a:gd name="connsiteX1" fmla="*/ 815555 w 4274788"/>
              <a:gd name="connsiteY1" fmla="*/ 261385 h 1009738"/>
              <a:gd name="connsiteX2" fmla="*/ 1416688 w 4274788"/>
              <a:gd name="connsiteY2" fmla="*/ 701651 h 1009738"/>
              <a:gd name="connsiteX3" fmla="*/ 2813688 w 4274788"/>
              <a:gd name="connsiteY3" fmla="*/ 896385 h 1009738"/>
              <a:gd name="connsiteX4" fmla="*/ 3313221 w 4274788"/>
              <a:gd name="connsiteY4" fmla="*/ 261385 h 1009738"/>
              <a:gd name="connsiteX5" fmla="*/ 3821222 w 4274788"/>
              <a:gd name="connsiteY5" fmla="*/ 108984 h 1009738"/>
              <a:gd name="connsiteX6" fmla="*/ 3888955 w 4274788"/>
              <a:gd name="connsiteY6" fmla="*/ 15851 h 1009738"/>
              <a:gd name="connsiteX7" fmla="*/ 4210689 w 4274788"/>
              <a:gd name="connsiteY7" fmla="*/ 7384 h 1009738"/>
              <a:gd name="connsiteX8" fmla="*/ 4253021 w 4274788"/>
              <a:gd name="connsiteY8" fmla="*/ 92051 h 1009738"/>
              <a:gd name="connsiteX9" fmla="*/ 4244555 w 4274788"/>
              <a:gd name="connsiteY9" fmla="*/ 261385 h 1009738"/>
              <a:gd name="connsiteX10" fmla="*/ 3897421 w 4274788"/>
              <a:gd name="connsiteY10" fmla="*/ 286785 h 1009738"/>
              <a:gd name="connsiteX11" fmla="*/ 3846621 w 4274788"/>
              <a:gd name="connsiteY11" fmla="*/ 210585 h 1009738"/>
              <a:gd name="connsiteX12" fmla="*/ 3414821 w 4274788"/>
              <a:gd name="connsiteY12" fmla="*/ 312185 h 1009738"/>
              <a:gd name="connsiteX13" fmla="*/ 3296288 w 4274788"/>
              <a:gd name="connsiteY13" fmla="*/ 439184 h 1009738"/>
              <a:gd name="connsiteX14" fmla="*/ 3084621 w 4274788"/>
              <a:gd name="connsiteY14" fmla="*/ 820184 h 1009738"/>
              <a:gd name="connsiteX15" fmla="*/ 2906821 w 4274788"/>
              <a:gd name="connsiteY15" fmla="*/ 972585 h 1009738"/>
              <a:gd name="connsiteX16" fmla="*/ 2542755 w 4274788"/>
              <a:gd name="connsiteY16" fmla="*/ 1006451 h 1009738"/>
              <a:gd name="connsiteX17" fmla="*/ 1856955 w 4274788"/>
              <a:gd name="connsiteY17" fmla="*/ 913318 h 1009738"/>
              <a:gd name="connsiteX18" fmla="*/ 1188088 w 4274788"/>
              <a:gd name="connsiteY18" fmla="*/ 701652 h 1009738"/>
              <a:gd name="connsiteX19" fmla="*/ 891755 w 4274788"/>
              <a:gd name="connsiteY19" fmla="*/ 430718 h 1009738"/>
              <a:gd name="connsiteX20" fmla="*/ 705488 w 4274788"/>
              <a:gd name="connsiteY20" fmla="*/ 303718 h 1009738"/>
              <a:gd name="connsiteX21" fmla="*/ 502288 w 4274788"/>
              <a:gd name="connsiteY21" fmla="*/ 252918 h 1009738"/>
              <a:gd name="connsiteX22" fmla="*/ 146687 w 4274788"/>
              <a:gd name="connsiteY22" fmla="*/ 210585 h 1009738"/>
              <a:gd name="connsiteX23" fmla="*/ 19688 w 4274788"/>
              <a:gd name="connsiteY23" fmla="*/ 210585 h 1009738"/>
              <a:gd name="connsiteX24" fmla="*/ 87421 w 4274788"/>
              <a:gd name="connsiteY24" fmla="*/ 117451 h 1009738"/>
              <a:gd name="connsiteX0" fmla="*/ 87421 w 4280306"/>
              <a:gd name="connsiteY0" fmla="*/ 104539 h 996826"/>
              <a:gd name="connsiteX1" fmla="*/ 815555 w 4280306"/>
              <a:gd name="connsiteY1" fmla="*/ 248473 h 996826"/>
              <a:gd name="connsiteX2" fmla="*/ 1416688 w 4280306"/>
              <a:gd name="connsiteY2" fmla="*/ 688739 h 996826"/>
              <a:gd name="connsiteX3" fmla="*/ 2813688 w 4280306"/>
              <a:gd name="connsiteY3" fmla="*/ 883473 h 996826"/>
              <a:gd name="connsiteX4" fmla="*/ 3313221 w 4280306"/>
              <a:gd name="connsiteY4" fmla="*/ 248473 h 996826"/>
              <a:gd name="connsiteX5" fmla="*/ 3821222 w 4280306"/>
              <a:gd name="connsiteY5" fmla="*/ 96072 h 996826"/>
              <a:gd name="connsiteX6" fmla="*/ 3888955 w 4280306"/>
              <a:gd name="connsiteY6" fmla="*/ 2939 h 996826"/>
              <a:gd name="connsiteX7" fmla="*/ 4253022 w 4280306"/>
              <a:gd name="connsiteY7" fmla="*/ 28338 h 996826"/>
              <a:gd name="connsiteX8" fmla="*/ 4253021 w 4280306"/>
              <a:gd name="connsiteY8" fmla="*/ 79139 h 996826"/>
              <a:gd name="connsiteX9" fmla="*/ 4244555 w 4280306"/>
              <a:gd name="connsiteY9" fmla="*/ 248473 h 996826"/>
              <a:gd name="connsiteX10" fmla="*/ 3897421 w 4280306"/>
              <a:gd name="connsiteY10" fmla="*/ 273873 h 996826"/>
              <a:gd name="connsiteX11" fmla="*/ 3846621 w 4280306"/>
              <a:gd name="connsiteY11" fmla="*/ 197673 h 996826"/>
              <a:gd name="connsiteX12" fmla="*/ 3414821 w 4280306"/>
              <a:gd name="connsiteY12" fmla="*/ 299273 h 996826"/>
              <a:gd name="connsiteX13" fmla="*/ 3296288 w 4280306"/>
              <a:gd name="connsiteY13" fmla="*/ 426272 h 996826"/>
              <a:gd name="connsiteX14" fmla="*/ 3084621 w 4280306"/>
              <a:gd name="connsiteY14" fmla="*/ 807272 h 996826"/>
              <a:gd name="connsiteX15" fmla="*/ 2906821 w 4280306"/>
              <a:gd name="connsiteY15" fmla="*/ 959673 h 996826"/>
              <a:gd name="connsiteX16" fmla="*/ 2542755 w 4280306"/>
              <a:gd name="connsiteY16" fmla="*/ 993539 h 996826"/>
              <a:gd name="connsiteX17" fmla="*/ 1856955 w 4280306"/>
              <a:gd name="connsiteY17" fmla="*/ 900406 h 996826"/>
              <a:gd name="connsiteX18" fmla="*/ 1188088 w 4280306"/>
              <a:gd name="connsiteY18" fmla="*/ 688740 h 996826"/>
              <a:gd name="connsiteX19" fmla="*/ 891755 w 4280306"/>
              <a:gd name="connsiteY19" fmla="*/ 417806 h 996826"/>
              <a:gd name="connsiteX20" fmla="*/ 705488 w 4280306"/>
              <a:gd name="connsiteY20" fmla="*/ 290806 h 996826"/>
              <a:gd name="connsiteX21" fmla="*/ 502288 w 4280306"/>
              <a:gd name="connsiteY21" fmla="*/ 240006 h 996826"/>
              <a:gd name="connsiteX22" fmla="*/ 146687 w 4280306"/>
              <a:gd name="connsiteY22" fmla="*/ 197673 h 996826"/>
              <a:gd name="connsiteX23" fmla="*/ 19688 w 4280306"/>
              <a:gd name="connsiteY23" fmla="*/ 197673 h 996826"/>
              <a:gd name="connsiteX24" fmla="*/ 87421 w 4280306"/>
              <a:gd name="connsiteY24" fmla="*/ 104539 h 996826"/>
              <a:gd name="connsiteX0" fmla="*/ 87421 w 4273907"/>
              <a:gd name="connsiteY0" fmla="*/ 112210 h 1004497"/>
              <a:gd name="connsiteX1" fmla="*/ 815555 w 4273907"/>
              <a:gd name="connsiteY1" fmla="*/ 256144 h 1004497"/>
              <a:gd name="connsiteX2" fmla="*/ 1416688 w 4273907"/>
              <a:gd name="connsiteY2" fmla="*/ 696410 h 1004497"/>
              <a:gd name="connsiteX3" fmla="*/ 2813688 w 4273907"/>
              <a:gd name="connsiteY3" fmla="*/ 891144 h 1004497"/>
              <a:gd name="connsiteX4" fmla="*/ 3313221 w 4273907"/>
              <a:gd name="connsiteY4" fmla="*/ 256144 h 1004497"/>
              <a:gd name="connsiteX5" fmla="*/ 3821222 w 4273907"/>
              <a:gd name="connsiteY5" fmla="*/ 103743 h 1004497"/>
              <a:gd name="connsiteX6" fmla="*/ 3888955 w 4273907"/>
              <a:gd name="connsiteY6" fmla="*/ 10610 h 1004497"/>
              <a:gd name="connsiteX7" fmla="*/ 4244555 w 4273907"/>
              <a:gd name="connsiteY7" fmla="*/ 10609 h 1004497"/>
              <a:gd name="connsiteX8" fmla="*/ 4253021 w 4273907"/>
              <a:gd name="connsiteY8" fmla="*/ 86810 h 1004497"/>
              <a:gd name="connsiteX9" fmla="*/ 4244555 w 4273907"/>
              <a:gd name="connsiteY9" fmla="*/ 256144 h 1004497"/>
              <a:gd name="connsiteX10" fmla="*/ 3897421 w 4273907"/>
              <a:gd name="connsiteY10" fmla="*/ 281544 h 1004497"/>
              <a:gd name="connsiteX11" fmla="*/ 3846621 w 4273907"/>
              <a:gd name="connsiteY11" fmla="*/ 205344 h 1004497"/>
              <a:gd name="connsiteX12" fmla="*/ 3414821 w 4273907"/>
              <a:gd name="connsiteY12" fmla="*/ 306944 h 1004497"/>
              <a:gd name="connsiteX13" fmla="*/ 3296288 w 4273907"/>
              <a:gd name="connsiteY13" fmla="*/ 433943 h 1004497"/>
              <a:gd name="connsiteX14" fmla="*/ 3084621 w 4273907"/>
              <a:gd name="connsiteY14" fmla="*/ 814943 h 1004497"/>
              <a:gd name="connsiteX15" fmla="*/ 2906821 w 4273907"/>
              <a:gd name="connsiteY15" fmla="*/ 967344 h 1004497"/>
              <a:gd name="connsiteX16" fmla="*/ 2542755 w 4273907"/>
              <a:gd name="connsiteY16" fmla="*/ 1001210 h 1004497"/>
              <a:gd name="connsiteX17" fmla="*/ 1856955 w 4273907"/>
              <a:gd name="connsiteY17" fmla="*/ 908077 h 1004497"/>
              <a:gd name="connsiteX18" fmla="*/ 1188088 w 4273907"/>
              <a:gd name="connsiteY18" fmla="*/ 696411 h 1004497"/>
              <a:gd name="connsiteX19" fmla="*/ 891755 w 4273907"/>
              <a:gd name="connsiteY19" fmla="*/ 425477 h 1004497"/>
              <a:gd name="connsiteX20" fmla="*/ 705488 w 4273907"/>
              <a:gd name="connsiteY20" fmla="*/ 298477 h 1004497"/>
              <a:gd name="connsiteX21" fmla="*/ 502288 w 4273907"/>
              <a:gd name="connsiteY21" fmla="*/ 247677 h 1004497"/>
              <a:gd name="connsiteX22" fmla="*/ 146687 w 4273907"/>
              <a:gd name="connsiteY22" fmla="*/ 205344 h 1004497"/>
              <a:gd name="connsiteX23" fmla="*/ 19688 w 4273907"/>
              <a:gd name="connsiteY23" fmla="*/ 205344 h 1004497"/>
              <a:gd name="connsiteX24" fmla="*/ 87421 w 4273907"/>
              <a:gd name="connsiteY24" fmla="*/ 112210 h 1004497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897421 w 4285841"/>
              <a:gd name="connsiteY10" fmla="*/ 282053 h 1005006"/>
              <a:gd name="connsiteX11" fmla="*/ 3846621 w 4285841"/>
              <a:gd name="connsiteY11" fmla="*/ 205853 h 1005006"/>
              <a:gd name="connsiteX12" fmla="*/ 3414821 w 4285841"/>
              <a:gd name="connsiteY12" fmla="*/ 307453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897421 w 4285841"/>
              <a:gd name="connsiteY10" fmla="*/ 282053 h 1005006"/>
              <a:gd name="connsiteX11" fmla="*/ 3846621 w 4285841"/>
              <a:gd name="connsiteY11" fmla="*/ 205853 h 1005006"/>
              <a:gd name="connsiteX12" fmla="*/ 3414821 w 4285841"/>
              <a:gd name="connsiteY12" fmla="*/ 315920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897421 w 4285841"/>
              <a:gd name="connsiteY10" fmla="*/ 282053 h 1005006"/>
              <a:gd name="connsiteX11" fmla="*/ 3846621 w 4285841"/>
              <a:gd name="connsiteY11" fmla="*/ 205853 h 1005006"/>
              <a:gd name="connsiteX12" fmla="*/ 3414821 w 4285841"/>
              <a:gd name="connsiteY12" fmla="*/ 315920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897421 w 4285841"/>
              <a:gd name="connsiteY10" fmla="*/ 248186 h 1005006"/>
              <a:gd name="connsiteX11" fmla="*/ 3846621 w 4285841"/>
              <a:gd name="connsiteY11" fmla="*/ 205853 h 1005006"/>
              <a:gd name="connsiteX12" fmla="*/ 3414821 w 4285841"/>
              <a:gd name="connsiteY12" fmla="*/ 315920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897421 w 4285841"/>
              <a:gd name="connsiteY10" fmla="*/ 248186 h 1005006"/>
              <a:gd name="connsiteX11" fmla="*/ 3855088 w 4285841"/>
              <a:gd name="connsiteY11" fmla="*/ 239720 h 1005006"/>
              <a:gd name="connsiteX12" fmla="*/ 3414821 w 4285841"/>
              <a:gd name="connsiteY12" fmla="*/ 315920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897421 w 4285841"/>
              <a:gd name="connsiteY10" fmla="*/ 248186 h 1005006"/>
              <a:gd name="connsiteX11" fmla="*/ 3812755 w 4285841"/>
              <a:gd name="connsiteY11" fmla="*/ 222786 h 1005006"/>
              <a:gd name="connsiteX12" fmla="*/ 3414821 w 4285841"/>
              <a:gd name="connsiteY12" fmla="*/ 315920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905887 w 4285841"/>
              <a:gd name="connsiteY10" fmla="*/ 273586 h 1005006"/>
              <a:gd name="connsiteX11" fmla="*/ 3812755 w 4285841"/>
              <a:gd name="connsiteY11" fmla="*/ 222786 h 1005006"/>
              <a:gd name="connsiteX12" fmla="*/ 3414821 w 4285841"/>
              <a:gd name="connsiteY12" fmla="*/ 315920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922820 w 4285841"/>
              <a:gd name="connsiteY10" fmla="*/ 273586 h 1005006"/>
              <a:gd name="connsiteX11" fmla="*/ 3812755 w 4285841"/>
              <a:gd name="connsiteY11" fmla="*/ 222786 h 1005006"/>
              <a:gd name="connsiteX12" fmla="*/ 3414821 w 4285841"/>
              <a:gd name="connsiteY12" fmla="*/ 315920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922820 w 4285841"/>
              <a:gd name="connsiteY10" fmla="*/ 273586 h 1005006"/>
              <a:gd name="connsiteX11" fmla="*/ 3812755 w 4285841"/>
              <a:gd name="connsiteY11" fmla="*/ 222786 h 1005006"/>
              <a:gd name="connsiteX12" fmla="*/ 3634955 w 4285841"/>
              <a:gd name="connsiteY12" fmla="*/ 239720 h 1005006"/>
              <a:gd name="connsiteX13" fmla="*/ 3414821 w 4285841"/>
              <a:gd name="connsiteY13" fmla="*/ 315920 h 1005006"/>
              <a:gd name="connsiteX14" fmla="*/ 3296288 w 4285841"/>
              <a:gd name="connsiteY14" fmla="*/ 434452 h 1005006"/>
              <a:gd name="connsiteX15" fmla="*/ 3084621 w 4285841"/>
              <a:gd name="connsiteY15" fmla="*/ 815452 h 1005006"/>
              <a:gd name="connsiteX16" fmla="*/ 2906821 w 4285841"/>
              <a:gd name="connsiteY16" fmla="*/ 967853 h 1005006"/>
              <a:gd name="connsiteX17" fmla="*/ 2542755 w 4285841"/>
              <a:gd name="connsiteY17" fmla="*/ 1001719 h 1005006"/>
              <a:gd name="connsiteX18" fmla="*/ 1856955 w 4285841"/>
              <a:gd name="connsiteY18" fmla="*/ 908586 h 1005006"/>
              <a:gd name="connsiteX19" fmla="*/ 1188088 w 4285841"/>
              <a:gd name="connsiteY19" fmla="*/ 696920 h 1005006"/>
              <a:gd name="connsiteX20" fmla="*/ 891755 w 4285841"/>
              <a:gd name="connsiteY20" fmla="*/ 425986 h 1005006"/>
              <a:gd name="connsiteX21" fmla="*/ 705488 w 4285841"/>
              <a:gd name="connsiteY21" fmla="*/ 298986 h 1005006"/>
              <a:gd name="connsiteX22" fmla="*/ 502288 w 4285841"/>
              <a:gd name="connsiteY22" fmla="*/ 248186 h 1005006"/>
              <a:gd name="connsiteX23" fmla="*/ 146687 w 4285841"/>
              <a:gd name="connsiteY23" fmla="*/ 205853 h 1005006"/>
              <a:gd name="connsiteX24" fmla="*/ 19688 w 4285841"/>
              <a:gd name="connsiteY24" fmla="*/ 205853 h 1005006"/>
              <a:gd name="connsiteX25" fmla="*/ 87421 w 4285841"/>
              <a:gd name="connsiteY25" fmla="*/ 112719 h 1005006"/>
              <a:gd name="connsiteX0" fmla="*/ 87421 w 4366458"/>
              <a:gd name="connsiteY0" fmla="*/ 112719 h 1005006"/>
              <a:gd name="connsiteX1" fmla="*/ 815555 w 4366458"/>
              <a:gd name="connsiteY1" fmla="*/ 256653 h 1005006"/>
              <a:gd name="connsiteX2" fmla="*/ 1416688 w 4366458"/>
              <a:gd name="connsiteY2" fmla="*/ 696919 h 1005006"/>
              <a:gd name="connsiteX3" fmla="*/ 2813688 w 4366458"/>
              <a:gd name="connsiteY3" fmla="*/ 891653 h 1005006"/>
              <a:gd name="connsiteX4" fmla="*/ 3313221 w 4366458"/>
              <a:gd name="connsiteY4" fmla="*/ 256653 h 1005006"/>
              <a:gd name="connsiteX5" fmla="*/ 3821222 w 4366458"/>
              <a:gd name="connsiteY5" fmla="*/ 104252 h 1005006"/>
              <a:gd name="connsiteX6" fmla="*/ 3888955 w 4366458"/>
              <a:gd name="connsiteY6" fmla="*/ 11119 h 1005006"/>
              <a:gd name="connsiteX7" fmla="*/ 4244555 w 4366458"/>
              <a:gd name="connsiteY7" fmla="*/ 11118 h 1005006"/>
              <a:gd name="connsiteX8" fmla="*/ 4278421 w 4366458"/>
              <a:gd name="connsiteY8" fmla="*/ 95786 h 1005006"/>
              <a:gd name="connsiteX9" fmla="*/ 4244555 w 4366458"/>
              <a:gd name="connsiteY9" fmla="*/ 256653 h 1005006"/>
              <a:gd name="connsiteX10" fmla="*/ 4348270 w 4366458"/>
              <a:gd name="connsiteY10" fmla="*/ 556877 h 1005006"/>
              <a:gd name="connsiteX11" fmla="*/ 3812755 w 4366458"/>
              <a:gd name="connsiteY11" fmla="*/ 222786 h 1005006"/>
              <a:gd name="connsiteX12" fmla="*/ 3634955 w 4366458"/>
              <a:gd name="connsiteY12" fmla="*/ 239720 h 1005006"/>
              <a:gd name="connsiteX13" fmla="*/ 3414821 w 4366458"/>
              <a:gd name="connsiteY13" fmla="*/ 315920 h 1005006"/>
              <a:gd name="connsiteX14" fmla="*/ 3296288 w 4366458"/>
              <a:gd name="connsiteY14" fmla="*/ 434452 h 1005006"/>
              <a:gd name="connsiteX15" fmla="*/ 3084621 w 4366458"/>
              <a:gd name="connsiteY15" fmla="*/ 815452 h 1005006"/>
              <a:gd name="connsiteX16" fmla="*/ 2906821 w 4366458"/>
              <a:gd name="connsiteY16" fmla="*/ 967853 h 1005006"/>
              <a:gd name="connsiteX17" fmla="*/ 2542755 w 4366458"/>
              <a:gd name="connsiteY17" fmla="*/ 1001719 h 1005006"/>
              <a:gd name="connsiteX18" fmla="*/ 1856955 w 4366458"/>
              <a:gd name="connsiteY18" fmla="*/ 908586 h 1005006"/>
              <a:gd name="connsiteX19" fmla="*/ 1188088 w 4366458"/>
              <a:gd name="connsiteY19" fmla="*/ 696920 h 1005006"/>
              <a:gd name="connsiteX20" fmla="*/ 891755 w 4366458"/>
              <a:gd name="connsiteY20" fmla="*/ 425986 h 1005006"/>
              <a:gd name="connsiteX21" fmla="*/ 705488 w 4366458"/>
              <a:gd name="connsiteY21" fmla="*/ 298986 h 1005006"/>
              <a:gd name="connsiteX22" fmla="*/ 502288 w 4366458"/>
              <a:gd name="connsiteY22" fmla="*/ 248186 h 1005006"/>
              <a:gd name="connsiteX23" fmla="*/ 146687 w 4366458"/>
              <a:gd name="connsiteY23" fmla="*/ 205853 h 1005006"/>
              <a:gd name="connsiteX24" fmla="*/ 19688 w 4366458"/>
              <a:gd name="connsiteY24" fmla="*/ 205853 h 1005006"/>
              <a:gd name="connsiteX25" fmla="*/ 87421 w 4366458"/>
              <a:gd name="connsiteY25" fmla="*/ 112719 h 1005006"/>
              <a:gd name="connsiteX0" fmla="*/ 87421 w 4816371"/>
              <a:gd name="connsiteY0" fmla="*/ 112719 h 1005006"/>
              <a:gd name="connsiteX1" fmla="*/ 815555 w 4816371"/>
              <a:gd name="connsiteY1" fmla="*/ 256653 h 1005006"/>
              <a:gd name="connsiteX2" fmla="*/ 1416688 w 4816371"/>
              <a:gd name="connsiteY2" fmla="*/ 696919 h 1005006"/>
              <a:gd name="connsiteX3" fmla="*/ 2813688 w 4816371"/>
              <a:gd name="connsiteY3" fmla="*/ 891653 h 1005006"/>
              <a:gd name="connsiteX4" fmla="*/ 3313221 w 4816371"/>
              <a:gd name="connsiteY4" fmla="*/ 256653 h 1005006"/>
              <a:gd name="connsiteX5" fmla="*/ 3821222 w 4816371"/>
              <a:gd name="connsiteY5" fmla="*/ 104252 h 1005006"/>
              <a:gd name="connsiteX6" fmla="*/ 3888955 w 4816371"/>
              <a:gd name="connsiteY6" fmla="*/ 11119 h 1005006"/>
              <a:gd name="connsiteX7" fmla="*/ 4244555 w 4816371"/>
              <a:gd name="connsiteY7" fmla="*/ 11118 h 1005006"/>
              <a:gd name="connsiteX8" fmla="*/ 4278421 w 4816371"/>
              <a:gd name="connsiteY8" fmla="*/ 95786 h 1005006"/>
              <a:gd name="connsiteX9" fmla="*/ 4816055 w 4816371"/>
              <a:gd name="connsiteY9" fmla="*/ 547207 h 1005006"/>
              <a:gd name="connsiteX10" fmla="*/ 4348270 w 4816371"/>
              <a:gd name="connsiteY10" fmla="*/ 556877 h 1005006"/>
              <a:gd name="connsiteX11" fmla="*/ 3812755 w 4816371"/>
              <a:gd name="connsiteY11" fmla="*/ 222786 h 1005006"/>
              <a:gd name="connsiteX12" fmla="*/ 3634955 w 4816371"/>
              <a:gd name="connsiteY12" fmla="*/ 239720 h 1005006"/>
              <a:gd name="connsiteX13" fmla="*/ 3414821 w 4816371"/>
              <a:gd name="connsiteY13" fmla="*/ 315920 h 1005006"/>
              <a:gd name="connsiteX14" fmla="*/ 3296288 w 4816371"/>
              <a:gd name="connsiteY14" fmla="*/ 434452 h 1005006"/>
              <a:gd name="connsiteX15" fmla="*/ 3084621 w 4816371"/>
              <a:gd name="connsiteY15" fmla="*/ 815452 h 1005006"/>
              <a:gd name="connsiteX16" fmla="*/ 2906821 w 4816371"/>
              <a:gd name="connsiteY16" fmla="*/ 967853 h 1005006"/>
              <a:gd name="connsiteX17" fmla="*/ 2542755 w 4816371"/>
              <a:gd name="connsiteY17" fmla="*/ 1001719 h 1005006"/>
              <a:gd name="connsiteX18" fmla="*/ 1856955 w 4816371"/>
              <a:gd name="connsiteY18" fmla="*/ 908586 h 1005006"/>
              <a:gd name="connsiteX19" fmla="*/ 1188088 w 4816371"/>
              <a:gd name="connsiteY19" fmla="*/ 696920 h 1005006"/>
              <a:gd name="connsiteX20" fmla="*/ 891755 w 4816371"/>
              <a:gd name="connsiteY20" fmla="*/ 425986 h 1005006"/>
              <a:gd name="connsiteX21" fmla="*/ 705488 w 4816371"/>
              <a:gd name="connsiteY21" fmla="*/ 298986 h 1005006"/>
              <a:gd name="connsiteX22" fmla="*/ 502288 w 4816371"/>
              <a:gd name="connsiteY22" fmla="*/ 248186 h 1005006"/>
              <a:gd name="connsiteX23" fmla="*/ 146687 w 4816371"/>
              <a:gd name="connsiteY23" fmla="*/ 205853 h 1005006"/>
              <a:gd name="connsiteX24" fmla="*/ 19688 w 4816371"/>
              <a:gd name="connsiteY24" fmla="*/ 205853 h 1005006"/>
              <a:gd name="connsiteX25" fmla="*/ 87421 w 4816371"/>
              <a:gd name="connsiteY25" fmla="*/ 112719 h 1005006"/>
              <a:gd name="connsiteX0" fmla="*/ 87421 w 5089290"/>
              <a:gd name="connsiteY0" fmla="*/ 112719 h 1005006"/>
              <a:gd name="connsiteX1" fmla="*/ 815555 w 5089290"/>
              <a:gd name="connsiteY1" fmla="*/ 256653 h 1005006"/>
              <a:gd name="connsiteX2" fmla="*/ 1416688 w 5089290"/>
              <a:gd name="connsiteY2" fmla="*/ 696919 h 1005006"/>
              <a:gd name="connsiteX3" fmla="*/ 2813688 w 5089290"/>
              <a:gd name="connsiteY3" fmla="*/ 891653 h 1005006"/>
              <a:gd name="connsiteX4" fmla="*/ 3313221 w 5089290"/>
              <a:gd name="connsiteY4" fmla="*/ 256653 h 1005006"/>
              <a:gd name="connsiteX5" fmla="*/ 3821222 w 5089290"/>
              <a:gd name="connsiteY5" fmla="*/ 104252 h 1005006"/>
              <a:gd name="connsiteX6" fmla="*/ 3888955 w 5089290"/>
              <a:gd name="connsiteY6" fmla="*/ 11119 h 1005006"/>
              <a:gd name="connsiteX7" fmla="*/ 4244555 w 5089290"/>
              <a:gd name="connsiteY7" fmla="*/ 11118 h 1005006"/>
              <a:gd name="connsiteX8" fmla="*/ 4278421 w 5089290"/>
              <a:gd name="connsiteY8" fmla="*/ 95786 h 1005006"/>
              <a:gd name="connsiteX9" fmla="*/ 5089105 w 5089290"/>
              <a:gd name="connsiteY9" fmla="*/ 794179 h 1005006"/>
              <a:gd name="connsiteX10" fmla="*/ 4348270 w 5089290"/>
              <a:gd name="connsiteY10" fmla="*/ 556877 h 1005006"/>
              <a:gd name="connsiteX11" fmla="*/ 3812755 w 5089290"/>
              <a:gd name="connsiteY11" fmla="*/ 222786 h 1005006"/>
              <a:gd name="connsiteX12" fmla="*/ 3634955 w 5089290"/>
              <a:gd name="connsiteY12" fmla="*/ 239720 h 1005006"/>
              <a:gd name="connsiteX13" fmla="*/ 3414821 w 5089290"/>
              <a:gd name="connsiteY13" fmla="*/ 315920 h 1005006"/>
              <a:gd name="connsiteX14" fmla="*/ 3296288 w 5089290"/>
              <a:gd name="connsiteY14" fmla="*/ 434452 h 1005006"/>
              <a:gd name="connsiteX15" fmla="*/ 3084621 w 5089290"/>
              <a:gd name="connsiteY15" fmla="*/ 815452 h 1005006"/>
              <a:gd name="connsiteX16" fmla="*/ 2906821 w 5089290"/>
              <a:gd name="connsiteY16" fmla="*/ 967853 h 1005006"/>
              <a:gd name="connsiteX17" fmla="*/ 2542755 w 5089290"/>
              <a:gd name="connsiteY17" fmla="*/ 1001719 h 1005006"/>
              <a:gd name="connsiteX18" fmla="*/ 1856955 w 5089290"/>
              <a:gd name="connsiteY18" fmla="*/ 908586 h 1005006"/>
              <a:gd name="connsiteX19" fmla="*/ 1188088 w 5089290"/>
              <a:gd name="connsiteY19" fmla="*/ 696920 h 1005006"/>
              <a:gd name="connsiteX20" fmla="*/ 891755 w 5089290"/>
              <a:gd name="connsiteY20" fmla="*/ 425986 h 1005006"/>
              <a:gd name="connsiteX21" fmla="*/ 705488 w 5089290"/>
              <a:gd name="connsiteY21" fmla="*/ 298986 h 1005006"/>
              <a:gd name="connsiteX22" fmla="*/ 502288 w 5089290"/>
              <a:gd name="connsiteY22" fmla="*/ 248186 h 1005006"/>
              <a:gd name="connsiteX23" fmla="*/ 146687 w 5089290"/>
              <a:gd name="connsiteY23" fmla="*/ 205853 h 1005006"/>
              <a:gd name="connsiteX24" fmla="*/ 19688 w 5089290"/>
              <a:gd name="connsiteY24" fmla="*/ 205853 h 1005006"/>
              <a:gd name="connsiteX25" fmla="*/ 87421 w 5089290"/>
              <a:gd name="connsiteY25" fmla="*/ 112719 h 1005006"/>
              <a:gd name="connsiteX0" fmla="*/ 87421 w 5089290"/>
              <a:gd name="connsiteY0" fmla="*/ 125367 h 1017654"/>
              <a:gd name="connsiteX1" fmla="*/ 815555 w 5089290"/>
              <a:gd name="connsiteY1" fmla="*/ 269301 h 1017654"/>
              <a:gd name="connsiteX2" fmla="*/ 1416688 w 5089290"/>
              <a:gd name="connsiteY2" fmla="*/ 709567 h 1017654"/>
              <a:gd name="connsiteX3" fmla="*/ 2813688 w 5089290"/>
              <a:gd name="connsiteY3" fmla="*/ 904301 h 1017654"/>
              <a:gd name="connsiteX4" fmla="*/ 3313221 w 5089290"/>
              <a:gd name="connsiteY4" fmla="*/ 269301 h 1017654"/>
              <a:gd name="connsiteX5" fmla="*/ 3821222 w 5089290"/>
              <a:gd name="connsiteY5" fmla="*/ 116900 h 1017654"/>
              <a:gd name="connsiteX6" fmla="*/ 4295355 w 5089290"/>
              <a:gd name="connsiteY6" fmla="*/ 328849 h 1017654"/>
              <a:gd name="connsiteX7" fmla="*/ 4244555 w 5089290"/>
              <a:gd name="connsiteY7" fmla="*/ 23766 h 1017654"/>
              <a:gd name="connsiteX8" fmla="*/ 4278421 w 5089290"/>
              <a:gd name="connsiteY8" fmla="*/ 108434 h 1017654"/>
              <a:gd name="connsiteX9" fmla="*/ 5089105 w 5089290"/>
              <a:gd name="connsiteY9" fmla="*/ 806827 h 1017654"/>
              <a:gd name="connsiteX10" fmla="*/ 4348270 w 5089290"/>
              <a:gd name="connsiteY10" fmla="*/ 569525 h 1017654"/>
              <a:gd name="connsiteX11" fmla="*/ 3812755 w 5089290"/>
              <a:gd name="connsiteY11" fmla="*/ 235434 h 1017654"/>
              <a:gd name="connsiteX12" fmla="*/ 3634955 w 5089290"/>
              <a:gd name="connsiteY12" fmla="*/ 252368 h 1017654"/>
              <a:gd name="connsiteX13" fmla="*/ 3414821 w 5089290"/>
              <a:gd name="connsiteY13" fmla="*/ 328568 h 1017654"/>
              <a:gd name="connsiteX14" fmla="*/ 3296288 w 5089290"/>
              <a:gd name="connsiteY14" fmla="*/ 447100 h 1017654"/>
              <a:gd name="connsiteX15" fmla="*/ 3084621 w 5089290"/>
              <a:gd name="connsiteY15" fmla="*/ 828100 h 1017654"/>
              <a:gd name="connsiteX16" fmla="*/ 2906821 w 5089290"/>
              <a:gd name="connsiteY16" fmla="*/ 980501 h 1017654"/>
              <a:gd name="connsiteX17" fmla="*/ 2542755 w 5089290"/>
              <a:gd name="connsiteY17" fmla="*/ 1014367 h 1017654"/>
              <a:gd name="connsiteX18" fmla="*/ 1856955 w 5089290"/>
              <a:gd name="connsiteY18" fmla="*/ 921234 h 1017654"/>
              <a:gd name="connsiteX19" fmla="*/ 1188088 w 5089290"/>
              <a:gd name="connsiteY19" fmla="*/ 709568 h 1017654"/>
              <a:gd name="connsiteX20" fmla="*/ 891755 w 5089290"/>
              <a:gd name="connsiteY20" fmla="*/ 438634 h 1017654"/>
              <a:gd name="connsiteX21" fmla="*/ 705488 w 5089290"/>
              <a:gd name="connsiteY21" fmla="*/ 311634 h 1017654"/>
              <a:gd name="connsiteX22" fmla="*/ 502288 w 5089290"/>
              <a:gd name="connsiteY22" fmla="*/ 260834 h 1017654"/>
              <a:gd name="connsiteX23" fmla="*/ 146687 w 5089290"/>
              <a:gd name="connsiteY23" fmla="*/ 218501 h 1017654"/>
              <a:gd name="connsiteX24" fmla="*/ 19688 w 5089290"/>
              <a:gd name="connsiteY24" fmla="*/ 218501 h 1017654"/>
              <a:gd name="connsiteX25" fmla="*/ 87421 w 5089290"/>
              <a:gd name="connsiteY25" fmla="*/ 125367 h 1017654"/>
              <a:gd name="connsiteX0" fmla="*/ 87421 w 5089290"/>
              <a:gd name="connsiteY0" fmla="*/ 125367 h 1017654"/>
              <a:gd name="connsiteX1" fmla="*/ 815555 w 5089290"/>
              <a:gd name="connsiteY1" fmla="*/ 269301 h 1017654"/>
              <a:gd name="connsiteX2" fmla="*/ 1416688 w 5089290"/>
              <a:gd name="connsiteY2" fmla="*/ 709567 h 1017654"/>
              <a:gd name="connsiteX3" fmla="*/ 2813688 w 5089290"/>
              <a:gd name="connsiteY3" fmla="*/ 904301 h 1017654"/>
              <a:gd name="connsiteX4" fmla="*/ 3313221 w 5089290"/>
              <a:gd name="connsiteY4" fmla="*/ 269301 h 1017654"/>
              <a:gd name="connsiteX5" fmla="*/ 3865672 w 5089290"/>
              <a:gd name="connsiteY5" fmla="*/ 138692 h 1017654"/>
              <a:gd name="connsiteX6" fmla="*/ 4295355 w 5089290"/>
              <a:gd name="connsiteY6" fmla="*/ 328849 h 1017654"/>
              <a:gd name="connsiteX7" fmla="*/ 4244555 w 5089290"/>
              <a:gd name="connsiteY7" fmla="*/ 23766 h 1017654"/>
              <a:gd name="connsiteX8" fmla="*/ 4278421 w 5089290"/>
              <a:gd name="connsiteY8" fmla="*/ 108434 h 1017654"/>
              <a:gd name="connsiteX9" fmla="*/ 5089105 w 5089290"/>
              <a:gd name="connsiteY9" fmla="*/ 806827 h 1017654"/>
              <a:gd name="connsiteX10" fmla="*/ 4348270 w 5089290"/>
              <a:gd name="connsiteY10" fmla="*/ 569525 h 1017654"/>
              <a:gd name="connsiteX11" fmla="*/ 3812755 w 5089290"/>
              <a:gd name="connsiteY11" fmla="*/ 235434 h 1017654"/>
              <a:gd name="connsiteX12" fmla="*/ 3634955 w 5089290"/>
              <a:gd name="connsiteY12" fmla="*/ 252368 h 1017654"/>
              <a:gd name="connsiteX13" fmla="*/ 3414821 w 5089290"/>
              <a:gd name="connsiteY13" fmla="*/ 328568 h 1017654"/>
              <a:gd name="connsiteX14" fmla="*/ 3296288 w 5089290"/>
              <a:gd name="connsiteY14" fmla="*/ 447100 h 1017654"/>
              <a:gd name="connsiteX15" fmla="*/ 3084621 w 5089290"/>
              <a:gd name="connsiteY15" fmla="*/ 828100 h 1017654"/>
              <a:gd name="connsiteX16" fmla="*/ 2906821 w 5089290"/>
              <a:gd name="connsiteY16" fmla="*/ 980501 h 1017654"/>
              <a:gd name="connsiteX17" fmla="*/ 2542755 w 5089290"/>
              <a:gd name="connsiteY17" fmla="*/ 1014367 h 1017654"/>
              <a:gd name="connsiteX18" fmla="*/ 1856955 w 5089290"/>
              <a:gd name="connsiteY18" fmla="*/ 921234 h 1017654"/>
              <a:gd name="connsiteX19" fmla="*/ 1188088 w 5089290"/>
              <a:gd name="connsiteY19" fmla="*/ 709568 h 1017654"/>
              <a:gd name="connsiteX20" fmla="*/ 891755 w 5089290"/>
              <a:gd name="connsiteY20" fmla="*/ 438634 h 1017654"/>
              <a:gd name="connsiteX21" fmla="*/ 705488 w 5089290"/>
              <a:gd name="connsiteY21" fmla="*/ 311634 h 1017654"/>
              <a:gd name="connsiteX22" fmla="*/ 502288 w 5089290"/>
              <a:gd name="connsiteY22" fmla="*/ 260834 h 1017654"/>
              <a:gd name="connsiteX23" fmla="*/ 146687 w 5089290"/>
              <a:gd name="connsiteY23" fmla="*/ 218501 h 1017654"/>
              <a:gd name="connsiteX24" fmla="*/ 19688 w 5089290"/>
              <a:gd name="connsiteY24" fmla="*/ 218501 h 1017654"/>
              <a:gd name="connsiteX25" fmla="*/ 87421 w 5089290"/>
              <a:gd name="connsiteY25" fmla="*/ 125367 h 1017654"/>
              <a:gd name="connsiteX0" fmla="*/ 87421 w 5089290"/>
              <a:gd name="connsiteY0" fmla="*/ 125367 h 1017654"/>
              <a:gd name="connsiteX1" fmla="*/ 815555 w 5089290"/>
              <a:gd name="connsiteY1" fmla="*/ 269301 h 1017654"/>
              <a:gd name="connsiteX2" fmla="*/ 1416688 w 5089290"/>
              <a:gd name="connsiteY2" fmla="*/ 709567 h 1017654"/>
              <a:gd name="connsiteX3" fmla="*/ 2813688 w 5089290"/>
              <a:gd name="connsiteY3" fmla="*/ 904301 h 1017654"/>
              <a:gd name="connsiteX4" fmla="*/ 3313221 w 5089290"/>
              <a:gd name="connsiteY4" fmla="*/ 269301 h 1017654"/>
              <a:gd name="connsiteX5" fmla="*/ 3865672 w 5089290"/>
              <a:gd name="connsiteY5" fmla="*/ 138692 h 1017654"/>
              <a:gd name="connsiteX6" fmla="*/ 4295355 w 5089290"/>
              <a:gd name="connsiteY6" fmla="*/ 328849 h 1017654"/>
              <a:gd name="connsiteX7" fmla="*/ 4244555 w 5089290"/>
              <a:gd name="connsiteY7" fmla="*/ 23766 h 1017654"/>
              <a:gd name="connsiteX8" fmla="*/ 4278421 w 5089290"/>
              <a:gd name="connsiteY8" fmla="*/ 108434 h 1017654"/>
              <a:gd name="connsiteX9" fmla="*/ 5089105 w 5089290"/>
              <a:gd name="connsiteY9" fmla="*/ 806827 h 1017654"/>
              <a:gd name="connsiteX10" fmla="*/ 4348270 w 5089290"/>
              <a:gd name="connsiteY10" fmla="*/ 569525 h 1017654"/>
              <a:gd name="connsiteX11" fmla="*/ 3812755 w 5089290"/>
              <a:gd name="connsiteY11" fmla="*/ 235434 h 1017654"/>
              <a:gd name="connsiteX12" fmla="*/ 3571455 w 5089290"/>
              <a:gd name="connsiteY12" fmla="*/ 230577 h 1017654"/>
              <a:gd name="connsiteX13" fmla="*/ 3414821 w 5089290"/>
              <a:gd name="connsiteY13" fmla="*/ 328568 h 1017654"/>
              <a:gd name="connsiteX14" fmla="*/ 3296288 w 5089290"/>
              <a:gd name="connsiteY14" fmla="*/ 447100 h 1017654"/>
              <a:gd name="connsiteX15" fmla="*/ 3084621 w 5089290"/>
              <a:gd name="connsiteY15" fmla="*/ 828100 h 1017654"/>
              <a:gd name="connsiteX16" fmla="*/ 2906821 w 5089290"/>
              <a:gd name="connsiteY16" fmla="*/ 980501 h 1017654"/>
              <a:gd name="connsiteX17" fmla="*/ 2542755 w 5089290"/>
              <a:gd name="connsiteY17" fmla="*/ 1014367 h 1017654"/>
              <a:gd name="connsiteX18" fmla="*/ 1856955 w 5089290"/>
              <a:gd name="connsiteY18" fmla="*/ 921234 h 1017654"/>
              <a:gd name="connsiteX19" fmla="*/ 1188088 w 5089290"/>
              <a:gd name="connsiteY19" fmla="*/ 709568 h 1017654"/>
              <a:gd name="connsiteX20" fmla="*/ 891755 w 5089290"/>
              <a:gd name="connsiteY20" fmla="*/ 438634 h 1017654"/>
              <a:gd name="connsiteX21" fmla="*/ 705488 w 5089290"/>
              <a:gd name="connsiteY21" fmla="*/ 311634 h 1017654"/>
              <a:gd name="connsiteX22" fmla="*/ 502288 w 5089290"/>
              <a:gd name="connsiteY22" fmla="*/ 260834 h 1017654"/>
              <a:gd name="connsiteX23" fmla="*/ 146687 w 5089290"/>
              <a:gd name="connsiteY23" fmla="*/ 218501 h 1017654"/>
              <a:gd name="connsiteX24" fmla="*/ 19688 w 5089290"/>
              <a:gd name="connsiteY24" fmla="*/ 218501 h 1017654"/>
              <a:gd name="connsiteX25" fmla="*/ 87421 w 5089290"/>
              <a:gd name="connsiteY25" fmla="*/ 125367 h 1017654"/>
              <a:gd name="connsiteX0" fmla="*/ 87421 w 5089287"/>
              <a:gd name="connsiteY0" fmla="*/ 125367 h 1017654"/>
              <a:gd name="connsiteX1" fmla="*/ 815555 w 5089287"/>
              <a:gd name="connsiteY1" fmla="*/ 269301 h 1017654"/>
              <a:gd name="connsiteX2" fmla="*/ 1416688 w 5089287"/>
              <a:gd name="connsiteY2" fmla="*/ 709567 h 1017654"/>
              <a:gd name="connsiteX3" fmla="*/ 2813688 w 5089287"/>
              <a:gd name="connsiteY3" fmla="*/ 904301 h 1017654"/>
              <a:gd name="connsiteX4" fmla="*/ 3313221 w 5089287"/>
              <a:gd name="connsiteY4" fmla="*/ 269301 h 1017654"/>
              <a:gd name="connsiteX5" fmla="*/ 3865672 w 5089287"/>
              <a:gd name="connsiteY5" fmla="*/ 138692 h 1017654"/>
              <a:gd name="connsiteX6" fmla="*/ 4295355 w 5089287"/>
              <a:gd name="connsiteY6" fmla="*/ 328849 h 1017654"/>
              <a:gd name="connsiteX7" fmla="*/ 4244555 w 5089287"/>
              <a:gd name="connsiteY7" fmla="*/ 23766 h 1017654"/>
              <a:gd name="connsiteX8" fmla="*/ 4278421 w 5089287"/>
              <a:gd name="connsiteY8" fmla="*/ 108434 h 1017654"/>
              <a:gd name="connsiteX9" fmla="*/ 5089105 w 5089287"/>
              <a:gd name="connsiteY9" fmla="*/ 806827 h 1017654"/>
              <a:gd name="connsiteX10" fmla="*/ 4348270 w 5089287"/>
              <a:gd name="connsiteY10" fmla="*/ 569525 h 1017654"/>
              <a:gd name="connsiteX11" fmla="*/ 3869905 w 5089287"/>
              <a:gd name="connsiteY11" fmla="*/ 257226 h 1017654"/>
              <a:gd name="connsiteX12" fmla="*/ 3571455 w 5089287"/>
              <a:gd name="connsiteY12" fmla="*/ 230577 h 1017654"/>
              <a:gd name="connsiteX13" fmla="*/ 3414821 w 5089287"/>
              <a:gd name="connsiteY13" fmla="*/ 328568 h 1017654"/>
              <a:gd name="connsiteX14" fmla="*/ 3296288 w 5089287"/>
              <a:gd name="connsiteY14" fmla="*/ 447100 h 1017654"/>
              <a:gd name="connsiteX15" fmla="*/ 3084621 w 5089287"/>
              <a:gd name="connsiteY15" fmla="*/ 828100 h 1017654"/>
              <a:gd name="connsiteX16" fmla="*/ 2906821 w 5089287"/>
              <a:gd name="connsiteY16" fmla="*/ 980501 h 1017654"/>
              <a:gd name="connsiteX17" fmla="*/ 2542755 w 5089287"/>
              <a:gd name="connsiteY17" fmla="*/ 1014367 h 1017654"/>
              <a:gd name="connsiteX18" fmla="*/ 1856955 w 5089287"/>
              <a:gd name="connsiteY18" fmla="*/ 921234 h 1017654"/>
              <a:gd name="connsiteX19" fmla="*/ 1188088 w 5089287"/>
              <a:gd name="connsiteY19" fmla="*/ 709568 h 1017654"/>
              <a:gd name="connsiteX20" fmla="*/ 891755 w 5089287"/>
              <a:gd name="connsiteY20" fmla="*/ 438634 h 1017654"/>
              <a:gd name="connsiteX21" fmla="*/ 705488 w 5089287"/>
              <a:gd name="connsiteY21" fmla="*/ 311634 h 1017654"/>
              <a:gd name="connsiteX22" fmla="*/ 502288 w 5089287"/>
              <a:gd name="connsiteY22" fmla="*/ 260834 h 1017654"/>
              <a:gd name="connsiteX23" fmla="*/ 146687 w 5089287"/>
              <a:gd name="connsiteY23" fmla="*/ 218501 h 1017654"/>
              <a:gd name="connsiteX24" fmla="*/ 19688 w 5089287"/>
              <a:gd name="connsiteY24" fmla="*/ 218501 h 1017654"/>
              <a:gd name="connsiteX25" fmla="*/ 87421 w 5089287"/>
              <a:gd name="connsiteY25" fmla="*/ 125367 h 1017654"/>
              <a:gd name="connsiteX0" fmla="*/ 87421 w 5089287"/>
              <a:gd name="connsiteY0" fmla="*/ 125367 h 1017654"/>
              <a:gd name="connsiteX1" fmla="*/ 815555 w 5089287"/>
              <a:gd name="connsiteY1" fmla="*/ 269301 h 1017654"/>
              <a:gd name="connsiteX2" fmla="*/ 1416688 w 5089287"/>
              <a:gd name="connsiteY2" fmla="*/ 709567 h 1017654"/>
              <a:gd name="connsiteX3" fmla="*/ 2813688 w 5089287"/>
              <a:gd name="connsiteY3" fmla="*/ 904301 h 1017654"/>
              <a:gd name="connsiteX4" fmla="*/ 3313221 w 5089287"/>
              <a:gd name="connsiteY4" fmla="*/ 269301 h 1017654"/>
              <a:gd name="connsiteX5" fmla="*/ 3865672 w 5089287"/>
              <a:gd name="connsiteY5" fmla="*/ 138692 h 1017654"/>
              <a:gd name="connsiteX6" fmla="*/ 4295355 w 5089287"/>
              <a:gd name="connsiteY6" fmla="*/ 328849 h 1017654"/>
              <a:gd name="connsiteX7" fmla="*/ 4244555 w 5089287"/>
              <a:gd name="connsiteY7" fmla="*/ 23766 h 1017654"/>
              <a:gd name="connsiteX8" fmla="*/ 4278421 w 5089287"/>
              <a:gd name="connsiteY8" fmla="*/ 108434 h 1017654"/>
              <a:gd name="connsiteX9" fmla="*/ 5089105 w 5089287"/>
              <a:gd name="connsiteY9" fmla="*/ 806827 h 1017654"/>
              <a:gd name="connsiteX10" fmla="*/ 4348270 w 5089287"/>
              <a:gd name="connsiteY10" fmla="*/ 569525 h 1017654"/>
              <a:gd name="connsiteX11" fmla="*/ 3869905 w 5089287"/>
              <a:gd name="connsiteY11" fmla="*/ 257226 h 1017654"/>
              <a:gd name="connsiteX12" fmla="*/ 3596855 w 5089287"/>
              <a:gd name="connsiteY12" fmla="*/ 252368 h 1017654"/>
              <a:gd name="connsiteX13" fmla="*/ 3414821 w 5089287"/>
              <a:gd name="connsiteY13" fmla="*/ 328568 h 1017654"/>
              <a:gd name="connsiteX14" fmla="*/ 3296288 w 5089287"/>
              <a:gd name="connsiteY14" fmla="*/ 447100 h 1017654"/>
              <a:gd name="connsiteX15" fmla="*/ 3084621 w 5089287"/>
              <a:gd name="connsiteY15" fmla="*/ 828100 h 1017654"/>
              <a:gd name="connsiteX16" fmla="*/ 2906821 w 5089287"/>
              <a:gd name="connsiteY16" fmla="*/ 980501 h 1017654"/>
              <a:gd name="connsiteX17" fmla="*/ 2542755 w 5089287"/>
              <a:gd name="connsiteY17" fmla="*/ 1014367 h 1017654"/>
              <a:gd name="connsiteX18" fmla="*/ 1856955 w 5089287"/>
              <a:gd name="connsiteY18" fmla="*/ 921234 h 1017654"/>
              <a:gd name="connsiteX19" fmla="*/ 1188088 w 5089287"/>
              <a:gd name="connsiteY19" fmla="*/ 709568 h 1017654"/>
              <a:gd name="connsiteX20" fmla="*/ 891755 w 5089287"/>
              <a:gd name="connsiteY20" fmla="*/ 438634 h 1017654"/>
              <a:gd name="connsiteX21" fmla="*/ 705488 w 5089287"/>
              <a:gd name="connsiteY21" fmla="*/ 311634 h 1017654"/>
              <a:gd name="connsiteX22" fmla="*/ 502288 w 5089287"/>
              <a:gd name="connsiteY22" fmla="*/ 260834 h 1017654"/>
              <a:gd name="connsiteX23" fmla="*/ 146687 w 5089287"/>
              <a:gd name="connsiteY23" fmla="*/ 218501 h 1017654"/>
              <a:gd name="connsiteX24" fmla="*/ 19688 w 5089287"/>
              <a:gd name="connsiteY24" fmla="*/ 218501 h 1017654"/>
              <a:gd name="connsiteX25" fmla="*/ 87421 w 5089287"/>
              <a:gd name="connsiteY25" fmla="*/ 125367 h 1017654"/>
              <a:gd name="connsiteX0" fmla="*/ 87421 w 5089287"/>
              <a:gd name="connsiteY0" fmla="*/ 125367 h 1017654"/>
              <a:gd name="connsiteX1" fmla="*/ 815555 w 5089287"/>
              <a:gd name="connsiteY1" fmla="*/ 269301 h 1017654"/>
              <a:gd name="connsiteX2" fmla="*/ 1416688 w 5089287"/>
              <a:gd name="connsiteY2" fmla="*/ 709567 h 1017654"/>
              <a:gd name="connsiteX3" fmla="*/ 2813688 w 5089287"/>
              <a:gd name="connsiteY3" fmla="*/ 904301 h 1017654"/>
              <a:gd name="connsiteX4" fmla="*/ 3313221 w 5089287"/>
              <a:gd name="connsiteY4" fmla="*/ 269301 h 1017654"/>
              <a:gd name="connsiteX5" fmla="*/ 3916472 w 5089287"/>
              <a:gd name="connsiteY5" fmla="*/ 175011 h 1017654"/>
              <a:gd name="connsiteX6" fmla="*/ 4295355 w 5089287"/>
              <a:gd name="connsiteY6" fmla="*/ 328849 h 1017654"/>
              <a:gd name="connsiteX7" fmla="*/ 4244555 w 5089287"/>
              <a:gd name="connsiteY7" fmla="*/ 23766 h 1017654"/>
              <a:gd name="connsiteX8" fmla="*/ 4278421 w 5089287"/>
              <a:gd name="connsiteY8" fmla="*/ 108434 h 1017654"/>
              <a:gd name="connsiteX9" fmla="*/ 5089105 w 5089287"/>
              <a:gd name="connsiteY9" fmla="*/ 806827 h 1017654"/>
              <a:gd name="connsiteX10" fmla="*/ 4348270 w 5089287"/>
              <a:gd name="connsiteY10" fmla="*/ 569525 h 1017654"/>
              <a:gd name="connsiteX11" fmla="*/ 3869905 w 5089287"/>
              <a:gd name="connsiteY11" fmla="*/ 257226 h 1017654"/>
              <a:gd name="connsiteX12" fmla="*/ 3596855 w 5089287"/>
              <a:gd name="connsiteY12" fmla="*/ 252368 h 1017654"/>
              <a:gd name="connsiteX13" fmla="*/ 3414821 w 5089287"/>
              <a:gd name="connsiteY13" fmla="*/ 328568 h 1017654"/>
              <a:gd name="connsiteX14" fmla="*/ 3296288 w 5089287"/>
              <a:gd name="connsiteY14" fmla="*/ 447100 h 1017654"/>
              <a:gd name="connsiteX15" fmla="*/ 3084621 w 5089287"/>
              <a:gd name="connsiteY15" fmla="*/ 828100 h 1017654"/>
              <a:gd name="connsiteX16" fmla="*/ 2906821 w 5089287"/>
              <a:gd name="connsiteY16" fmla="*/ 980501 h 1017654"/>
              <a:gd name="connsiteX17" fmla="*/ 2542755 w 5089287"/>
              <a:gd name="connsiteY17" fmla="*/ 1014367 h 1017654"/>
              <a:gd name="connsiteX18" fmla="*/ 1856955 w 5089287"/>
              <a:gd name="connsiteY18" fmla="*/ 921234 h 1017654"/>
              <a:gd name="connsiteX19" fmla="*/ 1188088 w 5089287"/>
              <a:gd name="connsiteY19" fmla="*/ 709568 h 1017654"/>
              <a:gd name="connsiteX20" fmla="*/ 891755 w 5089287"/>
              <a:gd name="connsiteY20" fmla="*/ 438634 h 1017654"/>
              <a:gd name="connsiteX21" fmla="*/ 705488 w 5089287"/>
              <a:gd name="connsiteY21" fmla="*/ 311634 h 1017654"/>
              <a:gd name="connsiteX22" fmla="*/ 502288 w 5089287"/>
              <a:gd name="connsiteY22" fmla="*/ 260834 h 1017654"/>
              <a:gd name="connsiteX23" fmla="*/ 146687 w 5089287"/>
              <a:gd name="connsiteY23" fmla="*/ 218501 h 1017654"/>
              <a:gd name="connsiteX24" fmla="*/ 19688 w 5089287"/>
              <a:gd name="connsiteY24" fmla="*/ 218501 h 1017654"/>
              <a:gd name="connsiteX25" fmla="*/ 87421 w 5089287"/>
              <a:gd name="connsiteY25" fmla="*/ 125367 h 1017654"/>
              <a:gd name="connsiteX0" fmla="*/ 87421 w 5089287"/>
              <a:gd name="connsiteY0" fmla="*/ 125367 h 1017654"/>
              <a:gd name="connsiteX1" fmla="*/ 815555 w 5089287"/>
              <a:gd name="connsiteY1" fmla="*/ 269301 h 1017654"/>
              <a:gd name="connsiteX2" fmla="*/ 1416688 w 5089287"/>
              <a:gd name="connsiteY2" fmla="*/ 709567 h 1017654"/>
              <a:gd name="connsiteX3" fmla="*/ 2813688 w 5089287"/>
              <a:gd name="connsiteY3" fmla="*/ 904301 h 1017654"/>
              <a:gd name="connsiteX4" fmla="*/ 3313221 w 5089287"/>
              <a:gd name="connsiteY4" fmla="*/ 269301 h 1017654"/>
              <a:gd name="connsiteX5" fmla="*/ 3916472 w 5089287"/>
              <a:gd name="connsiteY5" fmla="*/ 175011 h 1017654"/>
              <a:gd name="connsiteX6" fmla="*/ 4295355 w 5089287"/>
              <a:gd name="connsiteY6" fmla="*/ 328849 h 1017654"/>
              <a:gd name="connsiteX7" fmla="*/ 4244555 w 5089287"/>
              <a:gd name="connsiteY7" fmla="*/ 23766 h 1017654"/>
              <a:gd name="connsiteX8" fmla="*/ 4278421 w 5089287"/>
              <a:gd name="connsiteY8" fmla="*/ 108434 h 1017654"/>
              <a:gd name="connsiteX9" fmla="*/ 5089105 w 5089287"/>
              <a:gd name="connsiteY9" fmla="*/ 806827 h 1017654"/>
              <a:gd name="connsiteX10" fmla="*/ 4348270 w 5089287"/>
              <a:gd name="connsiteY10" fmla="*/ 569525 h 1017654"/>
              <a:gd name="connsiteX11" fmla="*/ 3869905 w 5089287"/>
              <a:gd name="connsiteY11" fmla="*/ 257226 h 1017654"/>
              <a:gd name="connsiteX12" fmla="*/ 3596855 w 5089287"/>
              <a:gd name="connsiteY12" fmla="*/ 252368 h 1017654"/>
              <a:gd name="connsiteX13" fmla="*/ 3414821 w 5089287"/>
              <a:gd name="connsiteY13" fmla="*/ 328568 h 1017654"/>
              <a:gd name="connsiteX14" fmla="*/ 3296288 w 5089287"/>
              <a:gd name="connsiteY14" fmla="*/ 447100 h 1017654"/>
              <a:gd name="connsiteX15" fmla="*/ 3084621 w 5089287"/>
              <a:gd name="connsiteY15" fmla="*/ 828100 h 1017654"/>
              <a:gd name="connsiteX16" fmla="*/ 2906821 w 5089287"/>
              <a:gd name="connsiteY16" fmla="*/ 980501 h 1017654"/>
              <a:gd name="connsiteX17" fmla="*/ 2542755 w 5089287"/>
              <a:gd name="connsiteY17" fmla="*/ 1014367 h 1017654"/>
              <a:gd name="connsiteX18" fmla="*/ 1856955 w 5089287"/>
              <a:gd name="connsiteY18" fmla="*/ 921234 h 1017654"/>
              <a:gd name="connsiteX19" fmla="*/ 1188088 w 5089287"/>
              <a:gd name="connsiteY19" fmla="*/ 709568 h 1017654"/>
              <a:gd name="connsiteX20" fmla="*/ 891755 w 5089287"/>
              <a:gd name="connsiteY20" fmla="*/ 438634 h 1017654"/>
              <a:gd name="connsiteX21" fmla="*/ 705488 w 5089287"/>
              <a:gd name="connsiteY21" fmla="*/ 311634 h 1017654"/>
              <a:gd name="connsiteX22" fmla="*/ 502288 w 5089287"/>
              <a:gd name="connsiteY22" fmla="*/ 260834 h 1017654"/>
              <a:gd name="connsiteX23" fmla="*/ 146687 w 5089287"/>
              <a:gd name="connsiteY23" fmla="*/ 218501 h 1017654"/>
              <a:gd name="connsiteX24" fmla="*/ 19688 w 5089287"/>
              <a:gd name="connsiteY24" fmla="*/ 218501 h 1017654"/>
              <a:gd name="connsiteX25" fmla="*/ 87421 w 5089287"/>
              <a:gd name="connsiteY25" fmla="*/ 125367 h 1017654"/>
              <a:gd name="connsiteX0" fmla="*/ 87421 w 5089287"/>
              <a:gd name="connsiteY0" fmla="*/ 125367 h 1017654"/>
              <a:gd name="connsiteX1" fmla="*/ 815555 w 5089287"/>
              <a:gd name="connsiteY1" fmla="*/ 269301 h 1017654"/>
              <a:gd name="connsiteX2" fmla="*/ 1416688 w 5089287"/>
              <a:gd name="connsiteY2" fmla="*/ 709567 h 1017654"/>
              <a:gd name="connsiteX3" fmla="*/ 2813688 w 5089287"/>
              <a:gd name="connsiteY3" fmla="*/ 904301 h 1017654"/>
              <a:gd name="connsiteX4" fmla="*/ 3313221 w 5089287"/>
              <a:gd name="connsiteY4" fmla="*/ 269301 h 1017654"/>
              <a:gd name="connsiteX5" fmla="*/ 3935522 w 5089287"/>
              <a:gd name="connsiteY5" fmla="*/ 167747 h 1017654"/>
              <a:gd name="connsiteX6" fmla="*/ 4295355 w 5089287"/>
              <a:gd name="connsiteY6" fmla="*/ 328849 h 1017654"/>
              <a:gd name="connsiteX7" fmla="*/ 4244555 w 5089287"/>
              <a:gd name="connsiteY7" fmla="*/ 23766 h 1017654"/>
              <a:gd name="connsiteX8" fmla="*/ 4278421 w 5089287"/>
              <a:gd name="connsiteY8" fmla="*/ 108434 h 1017654"/>
              <a:gd name="connsiteX9" fmla="*/ 5089105 w 5089287"/>
              <a:gd name="connsiteY9" fmla="*/ 806827 h 1017654"/>
              <a:gd name="connsiteX10" fmla="*/ 4348270 w 5089287"/>
              <a:gd name="connsiteY10" fmla="*/ 569525 h 1017654"/>
              <a:gd name="connsiteX11" fmla="*/ 3869905 w 5089287"/>
              <a:gd name="connsiteY11" fmla="*/ 257226 h 1017654"/>
              <a:gd name="connsiteX12" fmla="*/ 3596855 w 5089287"/>
              <a:gd name="connsiteY12" fmla="*/ 252368 h 1017654"/>
              <a:gd name="connsiteX13" fmla="*/ 3414821 w 5089287"/>
              <a:gd name="connsiteY13" fmla="*/ 328568 h 1017654"/>
              <a:gd name="connsiteX14" fmla="*/ 3296288 w 5089287"/>
              <a:gd name="connsiteY14" fmla="*/ 447100 h 1017654"/>
              <a:gd name="connsiteX15" fmla="*/ 3084621 w 5089287"/>
              <a:gd name="connsiteY15" fmla="*/ 828100 h 1017654"/>
              <a:gd name="connsiteX16" fmla="*/ 2906821 w 5089287"/>
              <a:gd name="connsiteY16" fmla="*/ 980501 h 1017654"/>
              <a:gd name="connsiteX17" fmla="*/ 2542755 w 5089287"/>
              <a:gd name="connsiteY17" fmla="*/ 1014367 h 1017654"/>
              <a:gd name="connsiteX18" fmla="*/ 1856955 w 5089287"/>
              <a:gd name="connsiteY18" fmla="*/ 921234 h 1017654"/>
              <a:gd name="connsiteX19" fmla="*/ 1188088 w 5089287"/>
              <a:gd name="connsiteY19" fmla="*/ 709568 h 1017654"/>
              <a:gd name="connsiteX20" fmla="*/ 891755 w 5089287"/>
              <a:gd name="connsiteY20" fmla="*/ 438634 h 1017654"/>
              <a:gd name="connsiteX21" fmla="*/ 705488 w 5089287"/>
              <a:gd name="connsiteY21" fmla="*/ 311634 h 1017654"/>
              <a:gd name="connsiteX22" fmla="*/ 502288 w 5089287"/>
              <a:gd name="connsiteY22" fmla="*/ 260834 h 1017654"/>
              <a:gd name="connsiteX23" fmla="*/ 146687 w 5089287"/>
              <a:gd name="connsiteY23" fmla="*/ 218501 h 1017654"/>
              <a:gd name="connsiteX24" fmla="*/ 19688 w 5089287"/>
              <a:gd name="connsiteY24" fmla="*/ 218501 h 1017654"/>
              <a:gd name="connsiteX25" fmla="*/ 87421 w 5089287"/>
              <a:gd name="connsiteY25" fmla="*/ 125367 h 1017654"/>
              <a:gd name="connsiteX0" fmla="*/ 87421 w 5089287"/>
              <a:gd name="connsiteY0" fmla="*/ 125367 h 1017654"/>
              <a:gd name="connsiteX1" fmla="*/ 815555 w 5089287"/>
              <a:gd name="connsiteY1" fmla="*/ 269301 h 1017654"/>
              <a:gd name="connsiteX2" fmla="*/ 1416688 w 5089287"/>
              <a:gd name="connsiteY2" fmla="*/ 709567 h 1017654"/>
              <a:gd name="connsiteX3" fmla="*/ 2813688 w 5089287"/>
              <a:gd name="connsiteY3" fmla="*/ 904301 h 1017654"/>
              <a:gd name="connsiteX4" fmla="*/ 3313221 w 5089287"/>
              <a:gd name="connsiteY4" fmla="*/ 269301 h 1017654"/>
              <a:gd name="connsiteX5" fmla="*/ 3935522 w 5089287"/>
              <a:gd name="connsiteY5" fmla="*/ 167747 h 1017654"/>
              <a:gd name="connsiteX6" fmla="*/ 4295355 w 5089287"/>
              <a:gd name="connsiteY6" fmla="*/ 328849 h 1017654"/>
              <a:gd name="connsiteX7" fmla="*/ 4244555 w 5089287"/>
              <a:gd name="connsiteY7" fmla="*/ 23766 h 1017654"/>
              <a:gd name="connsiteX8" fmla="*/ 4278421 w 5089287"/>
              <a:gd name="connsiteY8" fmla="*/ 108434 h 1017654"/>
              <a:gd name="connsiteX9" fmla="*/ 5089105 w 5089287"/>
              <a:gd name="connsiteY9" fmla="*/ 806827 h 1017654"/>
              <a:gd name="connsiteX10" fmla="*/ 4348270 w 5089287"/>
              <a:gd name="connsiteY10" fmla="*/ 569525 h 1017654"/>
              <a:gd name="connsiteX11" fmla="*/ 3869905 w 5089287"/>
              <a:gd name="connsiteY11" fmla="*/ 257226 h 1017654"/>
              <a:gd name="connsiteX12" fmla="*/ 3596855 w 5089287"/>
              <a:gd name="connsiteY12" fmla="*/ 252368 h 1017654"/>
              <a:gd name="connsiteX13" fmla="*/ 3414821 w 5089287"/>
              <a:gd name="connsiteY13" fmla="*/ 328568 h 1017654"/>
              <a:gd name="connsiteX14" fmla="*/ 3296288 w 5089287"/>
              <a:gd name="connsiteY14" fmla="*/ 447100 h 1017654"/>
              <a:gd name="connsiteX15" fmla="*/ 3084621 w 5089287"/>
              <a:gd name="connsiteY15" fmla="*/ 828100 h 1017654"/>
              <a:gd name="connsiteX16" fmla="*/ 2906821 w 5089287"/>
              <a:gd name="connsiteY16" fmla="*/ 980501 h 1017654"/>
              <a:gd name="connsiteX17" fmla="*/ 2542755 w 5089287"/>
              <a:gd name="connsiteY17" fmla="*/ 1014367 h 1017654"/>
              <a:gd name="connsiteX18" fmla="*/ 1856955 w 5089287"/>
              <a:gd name="connsiteY18" fmla="*/ 921234 h 1017654"/>
              <a:gd name="connsiteX19" fmla="*/ 1188088 w 5089287"/>
              <a:gd name="connsiteY19" fmla="*/ 709568 h 1017654"/>
              <a:gd name="connsiteX20" fmla="*/ 891755 w 5089287"/>
              <a:gd name="connsiteY20" fmla="*/ 438634 h 1017654"/>
              <a:gd name="connsiteX21" fmla="*/ 705488 w 5089287"/>
              <a:gd name="connsiteY21" fmla="*/ 311634 h 1017654"/>
              <a:gd name="connsiteX22" fmla="*/ 502288 w 5089287"/>
              <a:gd name="connsiteY22" fmla="*/ 260834 h 1017654"/>
              <a:gd name="connsiteX23" fmla="*/ 146687 w 5089287"/>
              <a:gd name="connsiteY23" fmla="*/ 218501 h 1017654"/>
              <a:gd name="connsiteX24" fmla="*/ 19688 w 5089287"/>
              <a:gd name="connsiteY24" fmla="*/ 218501 h 1017654"/>
              <a:gd name="connsiteX25" fmla="*/ 87421 w 5089287"/>
              <a:gd name="connsiteY25" fmla="*/ 125367 h 1017654"/>
              <a:gd name="connsiteX0" fmla="*/ 87421 w 5089287"/>
              <a:gd name="connsiteY0" fmla="*/ 132291 h 1024578"/>
              <a:gd name="connsiteX1" fmla="*/ 815555 w 5089287"/>
              <a:gd name="connsiteY1" fmla="*/ 276225 h 1024578"/>
              <a:gd name="connsiteX2" fmla="*/ 1416688 w 5089287"/>
              <a:gd name="connsiteY2" fmla="*/ 716491 h 1024578"/>
              <a:gd name="connsiteX3" fmla="*/ 2813688 w 5089287"/>
              <a:gd name="connsiteY3" fmla="*/ 911225 h 1024578"/>
              <a:gd name="connsiteX4" fmla="*/ 3313221 w 5089287"/>
              <a:gd name="connsiteY4" fmla="*/ 276225 h 1024578"/>
              <a:gd name="connsiteX5" fmla="*/ 3935522 w 5089287"/>
              <a:gd name="connsiteY5" fmla="*/ 174671 h 1024578"/>
              <a:gd name="connsiteX6" fmla="*/ 4346155 w 5089287"/>
              <a:gd name="connsiteY6" fmla="*/ 430204 h 1024578"/>
              <a:gd name="connsiteX7" fmla="*/ 4244555 w 5089287"/>
              <a:gd name="connsiteY7" fmla="*/ 30690 h 1024578"/>
              <a:gd name="connsiteX8" fmla="*/ 4278421 w 5089287"/>
              <a:gd name="connsiteY8" fmla="*/ 115358 h 1024578"/>
              <a:gd name="connsiteX9" fmla="*/ 5089105 w 5089287"/>
              <a:gd name="connsiteY9" fmla="*/ 813751 h 1024578"/>
              <a:gd name="connsiteX10" fmla="*/ 4348270 w 5089287"/>
              <a:gd name="connsiteY10" fmla="*/ 576449 h 1024578"/>
              <a:gd name="connsiteX11" fmla="*/ 3869905 w 5089287"/>
              <a:gd name="connsiteY11" fmla="*/ 264150 h 1024578"/>
              <a:gd name="connsiteX12" fmla="*/ 3596855 w 5089287"/>
              <a:gd name="connsiteY12" fmla="*/ 259292 h 1024578"/>
              <a:gd name="connsiteX13" fmla="*/ 3414821 w 5089287"/>
              <a:gd name="connsiteY13" fmla="*/ 335492 h 1024578"/>
              <a:gd name="connsiteX14" fmla="*/ 3296288 w 5089287"/>
              <a:gd name="connsiteY14" fmla="*/ 454024 h 1024578"/>
              <a:gd name="connsiteX15" fmla="*/ 3084621 w 5089287"/>
              <a:gd name="connsiteY15" fmla="*/ 835024 h 1024578"/>
              <a:gd name="connsiteX16" fmla="*/ 2906821 w 5089287"/>
              <a:gd name="connsiteY16" fmla="*/ 987425 h 1024578"/>
              <a:gd name="connsiteX17" fmla="*/ 2542755 w 5089287"/>
              <a:gd name="connsiteY17" fmla="*/ 1021291 h 1024578"/>
              <a:gd name="connsiteX18" fmla="*/ 1856955 w 5089287"/>
              <a:gd name="connsiteY18" fmla="*/ 928158 h 1024578"/>
              <a:gd name="connsiteX19" fmla="*/ 1188088 w 5089287"/>
              <a:gd name="connsiteY19" fmla="*/ 716492 h 1024578"/>
              <a:gd name="connsiteX20" fmla="*/ 891755 w 5089287"/>
              <a:gd name="connsiteY20" fmla="*/ 445558 h 1024578"/>
              <a:gd name="connsiteX21" fmla="*/ 705488 w 5089287"/>
              <a:gd name="connsiteY21" fmla="*/ 318558 h 1024578"/>
              <a:gd name="connsiteX22" fmla="*/ 502288 w 5089287"/>
              <a:gd name="connsiteY22" fmla="*/ 267758 h 1024578"/>
              <a:gd name="connsiteX23" fmla="*/ 146687 w 5089287"/>
              <a:gd name="connsiteY23" fmla="*/ 225425 h 1024578"/>
              <a:gd name="connsiteX24" fmla="*/ 19688 w 5089287"/>
              <a:gd name="connsiteY24" fmla="*/ 225425 h 1024578"/>
              <a:gd name="connsiteX25" fmla="*/ 87421 w 5089287"/>
              <a:gd name="connsiteY25" fmla="*/ 132291 h 1024578"/>
              <a:gd name="connsiteX0" fmla="*/ 87421 w 5089284"/>
              <a:gd name="connsiteY0" fmla="*/ 132291 h 1024578"/>
              <a:gd name="connsiteX1" fmla="*/ 815555 w 5089284"/>
              <a:gd name="connsiteY1" fmla="*/ 276225 h 1024578"/>
              <a:gd name="connsiteX2" fmla="*/ 1416688 w 5089284"/>
              <a:gd name="connsiteY2" fmla="*/ 716491 h 1024578"/>
              <a:gd name="connsiteX3" fmla="*/ 2813688 w 5089284"/>
              <a:gd name="connsiteY3" fmla="*/ 911225 h 1024578"/>
              <a:gd name="connsiteX4" fmla="*/ 3313221 w 5089284"/>
              <a:gd name="connsiteY4" fmla="*/ 276225 h 1024578"/>
              <a:gd name="connsiteX5" fmla="*/ 3935522 w 5089284"/>
              <a:gd name="connsiteY5" fmla="*/ 174671 h 1024578"/>
              <a:gd name="connsiteX6" fmla="*/ 4346155 w 5089284"/>
              <a:gd name="connsiteY6" fmla="*/ 430204 h 1024578"/>
              <a:gd name="connsiteX7" fmla="*/ 4244555 w 5089284"/>
              <a:gd name="connsiteY7" fmla="*/ 30690 h 1024578"/>
              <a:gd name="connsiteX8" fmla="*/ 4278421 w 5089284"/>
              <a:gd name="connsiteY8" fmla="*/ 115358 h 1024578"/>
              <a:gd name="connsiteX9" fmla="*/ 5089105 w 5089284"/>
              <a:gd name="connsiteY9" fmla="*/ 813751 h 1024578"/>
              <a:gd name="connsiteX10" fmla="*/ 4348270 w 5089284"/>
              <a:gd name="connsiteY10" fmla="*/ 576449 h 1024578"/>
              <a:gd name="connsiteX11" fmla="*/ 3920705 w 5089284"/>
              <a:gd name="connsiteY11" fmla="*/ 278677 h 1024578"/>
              <a:gd name="connsiteX12" fmla="*/ 3596855 w 5089284"/>
              <a:gd name="connsiteY12" fmla="*/ 259292 h 1024578"/>
              <a:gd name="connsiteX13" fmla="*/ 3414821 w 5089284"/>
              <a:gd name="connsiteY13" fmla="*/ 335492 h 1024578"/>
              <a:gd name="connsiteX14" fmla="*/ 3296288 w 5089284"/>
              <a:gd name="connsiteY14" fmla="*/ 454024 h 1024578"/>
              <a:gd name="connsiteX15" fmla="*/ 3084621 w 5089284"/>
              <a:gd name="connsiteY15" fmla="*/ 835024 h 1024578"/>
              <a:gd name="connsiteX16" fmla="*/ 2906821 w 5089284"/>
              <a:gd name="connsiteY16" fmla="*/ 987425 h 1024578"/>
              <a:gd name="connsiteX17" fmla="*/ 2542755 w 5089284"/>
              <a:gd name="connsiteY17" fmla="*/ 1021291 h 1024578"/>
              <a:gd name="connsiteX18" fmla="*/ 1856955 w 5089284"/>
              <a:gd name="connsiteY18" fmla="*/ 928158 h 1024578"/>
              <a:gd name="connsiteX19" fmla="*/ 1188088 w 5089284"/>
              <a:gd name="connsiteY19" fmla="*/ 716492 h 1024578"/>
              <a:gd name="connsiteX20" fmla="*/ 891755 w 5089284"/>
              <a:gd name="connsiteY20" fmla="*/ 445558 h 1024578"/>
              <a:gd name="connsiteX21" fmla="*/ 705488 w 5089284"/>
              <a:gd name="connsiteY21" fmla="*/ 318558 h 1024578"/>
              <a:gd name="connsiteX22" fmla="*/ 502288 w 5089284"/>
              <a:gd name="connsiteY22" fmla="*/ 267758 h 1024578"/>
              <a:gd name="connsiteX23" fmla="*/ 146687 w 5089284"/>
              <a:gd name="connsiteY23" fmla="*/ 225425 h 1024578"/>
              <a:gd name="connsiteX24" fmla="*/ 19688 w 5089284"/>
              <a:gd name="connsiteY24" fmla="*/ 225425 h 1024578"/>
              <a:gd name="connsiteX25" fmla="*/ 87421 w 5089284"/>
              <a:gd name="connsiteY25" fmla="*/ 132291 h 1024578"/>
              <a:gd name="connsiteX0" fmla="*/ 87421 w 5089273"/>
              <a:gd name="connsiteY0" fmla="*/ 132291 h 1024578"/>
              <a:gd name="connsiteX1" fmla="*/ 815555 w 5089273"/>
              <a:gd name="connsiteY1" fmla="*/ 276225 h 1024578"/>
              <a:gd name="connsiteX2" fmla="*/ 1416688 w 5089273"/>
              <a:gd name="connsiteY2" fmla="*/ 716491 h 1024578"/>
              <a:gd name="connsiteX3" fmla="*/ 2813688 w 5089273"/>
              <a:gd name="connsiteY3" fmla="*/ 911225 h 1024578"/>
              <a:gd name="connsiteX4" fmla="*/ 3313221 w 5089273"/>
              <a:gd name="connsiteY4" fmla="*/ 276225 h 1024578"/>
              <a:gd name="connsiteX5" fmla="*/ 3935522 w 5089273"/>
              <a:gd name="connsiteY5" fmla="*/ 174671 h 1024578"/>
              <a:gd name="connsiteX6" fmla="*/ 4346155 w 5089273"/>
              <a:gd name="connsiteY6" fmla="*/ 430204 h 1024578"/>
              <a:gd name="connsiteX7" fmla="*/ 4244555 w 5089273"/>
              <a:gd name="connsiteY7" fmla="*/ 30690 h 1024578"/>
              <a:gd name="connsiteX8" fmla="*/ 4278421 w 5089273"/>
              <a:gd name="connsiteY8" fmla="*/ 115358 h 1024578"/>
              <a:gd name="connsiteX9" fmla="*/ 5089105 w 5089273"/>
              <a:gd name="connsiteY9" fmla="*/ 813751 h 1024578"/>
              <a:gd name="connsiteX10" fmla="*/ 4348270 w 5089273"/>
              <a:gd name="connsiteY10" fmla="*/ 576449 h 1024578"/>
              <a:gd name="connsiteX11" fmla="*/ 4145428 w 5089273"/>
              <a:gd name="connsiteY11" fmla="*/ 414436 h 1024578"/>
              <a:gd name="connsiteX12" fmla="*/ 3920705 w 5089273"/>
              <a:gd name="connsiteY12" fmla="*/ 278677 h 1024578"/>
              <a:gd name="connsiteX13" fmla="*/ 3596855 w 5089273"/>
              <a:gd name="connsiteY13" fmla="*/ 259292 h 1024578"/>
              <a:gd name="connsiteX14" fmla="*/ 3414821 w 5089273"/>
              <a:gd name="connsiteY14" fmla="*/ 335492 h 1024578"/>
              <a:gd name="connsiteX15" fmla="*/ 3296288 w 5089273"/>
              <a:gd name="connsiteY15" fmla="*/ 454024 h 1024578"/>
              <a:gd name="connsiteX16" fmla="*/ 3084621 w 5089273"/>
              <a:gd name="connsiteY16" fmla="*/ 835024 h 1024578"/>
              <a:gd name="connsiteX17" fmla="*/ 2906821 w 5089273"/>
              <a:gd name="connsiteY17" fmla="*/ 987425 h 1024578"/>
              <a:gd name="connsiteX18" fmla="*/ 2542755 w 5089273"/>
              <a:gd name="connsiteY18" fmla="*/ 1021291 h 1024578"/>
              <a:gd name="connsiteX19" fmla="*/ 1856955 w 5089273"/>
              <a:gd name="connsiteY19" fmla="*/ 928158 h 1024578"/>
              <a:gd name="connsiteX20" fmla="*/ 1188088 w 5089273"/>
              <a:gd name="connsiteY20" fmla="*/ 716492 h 1024578"/>
              <a:gd name="connsiteX21" fmla="*/ 891755 w 5089273"/>
              <a:gd name="connsiteY21" fmla="*/ 445558 h 1024578"/>
              <a:gd name="connsiteX22" fmla="*/ 705488 w 5089273"/>
              <a:gd name="connsiteY22" fmla="*/ 318558 h 1024578"/>
              <a:gd name="connsiteX23" fmla="*/ 502288 w 5089273"/>
              <a:gd name="connsiteY23" fmla="*/ 267758 h 1024578"/>
              <a:gd name="connsiteX24" fmla="*/ 146687 w 5089273"/>
              <a:gd name="connsiteY24" fmla="*/ 225425 h 1024578"/>
              <a:gd name="connsiteX25" fmla="*/ 19688 w 5089273"/>
              <a:gd name="connsiteY25" fmla="*/ 225425 h 1024578"/>
              <a:gd name="connsiteX26" fmla="*/ 87421 w 5089273"/>
              <a:gd name="connsiteY26" fmla="*/ 132291 h 1024578"/>
              <a:gd name="connsiteX0" fmla="*/ 87421 w 5089273"/>
              <a:gd name="connsiteY0" fmla="*/ 132291 h 1024578"/>
              <a:gd name="connsiteX1" fmla="*/ 815555 w 5089273"/>
              <a:gd name="connsiteY1" fmla="*/ 276225 h 1024578"/>
              <a:gd name="connsiteX2" fmla="*/ 1416688 w 5089273"/>
              <a:gd name="connsiteY2" fmla="*/ 716491 h 1024578"/>
              <a:gd name="connsiteX3" fmla="*/ 2813688 w 5089273"/>
              <a:gd name="connsiteY3" fmla="*/ 911225 h 1024578"/>
              <a:gd name="connsiteX4" fmla="*/ 3313221 w 5089273"/>
              <a:gd name="connsiteY4" fmla="*/ 276225 h 1024578"/>
              <a:gd name="connsiteX5" fmla="*/ 3878372 w 5089273"/>
              <a:gd name="connsiteY5" fmla="*/ 174671 h 1024578"/>
              <a:gd name="connsiteX6" fmla="*/ 4346155 w 5089273"/>
              <a:gd name="connsiteY6" fmla="*/ 430204 h 1024578"/>
              <a:gd name="connsiteX7" fmla="*/ 4244555 w 5089273"/>
              <a:gd name="connsiteY7" fmla="*/ 30690 h 1024578"/>
              <a:gd name="connsiteX8" fmla="*/ 4278421 w 5089273"/>
              <a:gd name="connsiteY8" fmla="*/ 115358 h 1024578"/>
              <a:gd name="connsiteX9" fmla="*/ 5089105 w 5089273"/>
              <a:gd name="connsiteY9" fmla="*/ 813751 h 1024578"/>
              <a:gd name="connsiteX10" fmla="*/ 4348270 w 5089273"/>
              <a:gd name="connsiteY10" fmla="*/ 576449 h 1024578"/>
              <a:gd name="connsiteX11" fmla="*/ 4145428 w 5089273"/>
              <a:gd name="connsiteY11" fmla="*/ 414436 h 1024578"/>
              <a:gd name="connsiteX12" fmla="*/ 3920705 w 5089273"/>
              <a:gd name="connsiteY12" fmla="*/ 278677 h 1024578"/>
              <a:gd name="connsiteX13" fmla="*/ 3596855 w 5089273"/>
              <a:gd name="connsiteY13" fmla="*/ 259292 h 1024578"/>
              <a:gd name="connsiteX14" fmla="*/ 3414821 w 5089273"/>
              <a:gd name="connsiteY14" fmla="*/ 335492 h 1024578"/>
              <a:gd name="connsiteX15" fmla="*/ 3296288 w 5089273"/>
              <a:gd name="connsiteY15" fmla="*/ 454024 h 1024578"/>
              <a:gd name="connsiteX16" fmla="*/ 3084621 w 5089273"/>
              <a:gd name="connsiteY16" fmla="*/ 835024 h 1024578"/>
              <a:gd name="connsiteX17" fmla="*/ 2906821 w 5089273"/>
              <a:gd name="connsiteY17" fmla="*/ 987425 h 1024578"/>
              <a:gd name="connsiteX18" fmla="*/ 2542755 w 5089273"/>
              <a:gd name="connsiteY18" fmla="*/ 1021291 h 1024578"/>
              <a:gd name="connsiteX19" fmla="*/ 1856955 w 5089273"/>
              <a:gd name="connsiteY19" fmla="*/ 928158 h 1024578"/>
              <a:gd name="connsiteX20" fmla="*/ 1188088 w 5089273"/>
              <a:gd name="connsiteY20" fmla="*/ 716492 h 1024578"/>
              <a:gd name="connsiteX21" fmla="*/ 891755 w 5089273"/>
              <a:gd name="connsiteY21" fmla="*/ 445558 h 1024578"/>
              <a:gd name="connsiteX22" fmla="*/ 705488 w 5089273"/>
              <a:gd name="connsiteY22" fmla="*/ 318558 h 1024578"/>
              <a:gd name="connsiteX23" fmla="*/ 502288 w 5089273"/>
              <a:gd name="connsiteY23" fmla="*/ 267758 h 1024578"/>
              <a:gd name="connsiteX24" fmla="*/ 146687 w 5089273"/>
              <a:gd name="connsiteY24" fmla="*/ 225425 h 1024578"/>
              <a:gd name="connsiteX25" fmla="*/ 19688 w 5089273"/>
              <a:gd name="connsiteY25" fmla="*/ 225425 h 1024578"/>
              <a:gd name="connsiteX26" fmla="*/ 87421 w 5089273"/>
              <a:gd name="connsiteY26" fmla="*/ 132291 h 1024578"/>
              <a:gd name="connsiteX0" fmla="*/ 87421 w 5089273"/>
              <a:gd name="connsiteY0" fmla="*/ 132291 h 1024578"/>
              <a:gd name="connsiteX1" fmla="*/ 815555 w 5089273"/>
              <a:gd name="connsiteY1" fmla="*/ 276225 h 1024578"/>
              <a:gd name="connsiteX2" fmla="*/ 1416688 w 5089273"/>
              <a:gd name="connsiteY2" fmla="*/ 716491 h 1024578"/>
              <a:gd name="connsiteX3" fmla="*/ 2813688 w 5089273"/>
              <a:gd name="connsiteY3" fmla="*/ 911225 h 1024578"/>
              <a:gd name="connsiteX4" fmla="*/ 3313221 w 5089273"/>
              <a:gd name="connsiteY4" fmla="*/ 276225 h 1024578"/>
              <a:gd name="connsiteX5" fmla="*/ 3878372 w 5089273"/>
              <a:gd name="connsiteY5" fmla="*/ 174671 h 1024578"/>
              <a:gd name="connsiteX6" fmla="*/ 4346155 w 5089273"/>
              <a:gd name="connsiteY6" fmla="*/ 430204 h 1024578"/>
              <a:gd name="connsiteX7" fmla="*/ 4244555 w 5089273"/>
              <a:gd name="connsiteY7" fmla="*/ 30690 h 1024578"/>
              <a:gd name="connsiteX8" fmla="*/ 4278421 w 5089273"/>
              <a:gd name="connsiteY8" fmla="*/ 115358 h 1024578"/>
              <a:gd name="connsiteX9" fmla="*/ 5089105 w 5089273"/>
              <a:gd name="connsiteY9" fmla="*/ 813751 h 1024578"/>
              <a:gd name="connsiteX10" fmla="*/ 4348270 w 5089273"/>
              <a:gd name="connsiteY10" fmla="*/ 576449 h 1024578"/>
              <a:gd name="connsiteX11" fmla="*/ 4145428 w 5089273"/>
              <a:gd name="connsiteY11" fmla="*/ 414436 h 1024578"/>
              <a:gd name="connsiteX12" fmla="*/ 3920705 w 5089273"/>
              <a:gd name="connsiteY12" fmla="*/ 278677 h 1024578"/>
              <a:gd name="connsiteX13" fmla="*/ 3596855 w 5089273"/>
              <a:gd name="connsiteY13" fmla="*/ 259292 h 1024578"/>
              <a:gd name="connsiteX14" fmla="*/ 3414821 w 5089273"/>
              <a:gd name="connsiteY14" fmla="*/ 335492 h 1024578"/>
              <a:gd name="connsiteX15" fmla="*/ 3296288 w 5089273"/>
              <a:gd name="connsiteY15" fmla="*/ 454024 h 1024578"/>
              <a:gd name="connsiteX16" fmla="*/ 3084621 w 5089273"/>
              <a:gd name="connsiteY16" fmla="*/ 835024 h 1024578"/>
              <a:gd name="connsiteX17" fmla="*/ 2906821 w 5089273"/>
              <a:gd name="connsiteY17" fmla="*/ 987425 h 1024578"/>
              <a:gd name="connsiteX18" fmla="*/ 2542755 w 5089273"/>
              <a:gd name="connsiteY18" fmla="*/ 1021291 h 1024578"/>
              <a:gd name="connsiteX19" fmla="*/ 1856955 w 5089273"/>
              <a:gd name="connsiteY19" fmla="*/ 928158 h 1024578"/>
              <a:gd name="connsiteX20" fmla="*/ 1188088 w 5089273"/>
              <a:gd name="connsiteY20" fmla="*/ 716492 h 1024578"/>
              <a:gd name="connsiteX21" fmla="*/ 891755 w 5089273"/>
              <a:gd name="connsiteY21" fmla="*/ 445558 h 1024578"/>
              <a:gd name="connsiteX22" fmla="*/ 705488 w 5089273"/>
              <a:gd name="connsiteY22" fmla="*/ 318558 h 1024578"/>
              <a:gd name="connsiteX23" fmla="*/ 502288 w 5089273"/>
              <a:gd name="connsiteY23" fmla="*/ 267758 h 1024578"/>
              <a:gd name="connsiteX24" fmla="*/ 146687 w 5089273"/>
              <a:gd name="connsiteY24" fmla="*/ 225425 h 1024578"/>
              <a:gd name="connsiteX25" fmla="*/ 19688 w 5089273"/>
              <a:gd name="connsiteY25" fmla="*/ 225425 h 1024578"/>
              <a:gd name="connsiteX26" fmla="*/ 87421 w 5089273"/>
              <a:gd name="connsiteY26" fmla="*/ 132291 h 1024578"/>
              <a:gd name="connsiteX0" fmla="*/ 87421 w 5274764"/>
              <a:gd name="connsiteY0" fmla="*/ 101602 h 993889"/>
              <a:gd name="connsiteX1" fmla="*/ 815555 w 5274764"/>
              <a:gd name="connsiteY1" fmla="*/ 245536 h 993889"/>
              <a:gd name="connsiteX2" fmla="*/ 1416688 w 5274764"/>
              <a:gd name="connsiteY2" fmla="*/ 685802 h 993889"/>
              <a:gd name="connsiteX3" fmla="*/ 2813688 w 5274764"/>
              <a:gd name="connsiteY3" fmla="*/ 880536 h 993889"/>
              <a:gd name="connsiteX4" fmla="*/ 3313221 w 5274764"/>
              <a:gd name="connsiteY4" fmla="*/ 245536 h 993889"/>
              <a:gd name="connsiteX5" fmla="*/ 3878372 w 5274764"/>
              <a:gd name="connsiteY5" fmla="*/ 143982 h 993889"/>
              <a:gd name="connsiteX6" fmla="*/ 4346155 w 5274764"/>
              <a:gd name="connsiteY6" fmla="*/ 399515 h 993889"/>
              <a:gd name="connsiteX7" fmla="*/ 4244555 w 5274764"/>
              <a:gd name="connsiteY7" fmla="*/ 1 h 993889"/>
              <a:gd name="connsiteX8" fmla="*/ 5211871 w 5274764"/>
              <a:gd name="connsiteY8" fmla="*/ 397015 h 993889"/>
              <a:gd name="connsiteX9" fmla="*/ 5089105 w 5274764"/>
              <a:gd name="connsiteY9" fmla="*/ 783062 h 993889"/>
              <a:gd name="connsiteX10" fmla="*/ 4348270 w 5274764"/>
              <a:gd name="connsiteY10" fmla="*/ 545760 h 993889"/>
              <a:gd name="connsiteX11" fmla="*/ 4145428 w 5274764"/>
              <a:gd name="connsiteY11" fmla="*/ 383747 h 993889"/>
              <a:gd name="connsiteX12" fmla="*/ 3920705 w 5274764"/>
              <a:gd name="connsiteY12" fmla="*/ 247988 h 993889"/>
              <a:gd name="connsiteX13" fmla="*/ 3596855 w 5274764"/>
              <a:gd name="connsiteY13" fmla="*/ 228603 h 993889"/>
              <a:gd name="connsiteX14" fmla="*/ 3414821 w 5274764"/>
              <a:gd name="connsiteY14" fmla="*/ 304803 h 993889"/>
              <a:gd name="connsiteX15" fmla="*/ 3296288 w 5274764"/>
              <a:gd name="connsiteY15" fmla="*/ 423335 h 993889"/>
              <a:gd name="connsiteX16" fmla="*/ 3084621 w 5274764"/>
              <a:gd name="connsiteY16" fmla="*/ 804335 h 993889"/>
              <a:gd name="connsiteX17" fmla="*/ 2906821 w 5274764"/>
              <a:gd name="connsiteY17" fmla="*/ 956736 h 993889"/>
              <a:gd name="connsiteX18" fmla="*/ 2542755 w 5274764"/>
              <a:gd name="connsiteY18" fmla="*/ 990602 h 993889"/>
              <a:gd name="connsiteX19" fmla="*/ 1856955 w 5274764"/>
              <a:gd name="connsiteY19" fmla="*/ 897469 h 993889"/>
              <a:gd name="connsiteX20" fmla="*/ 1188088 w 5274764"/>
              <a:gd name="connsiteY20" fmla="*/ 685803 h 993889"/>
              <a:gd name="connsiteX21" fmla="*/ 891755 w 5274764"/>
              <a:gd name="connsiteY21" fmla="*/ 414869 h 993889"/>
              <a:gd name="connsiteX22" fmla="*/ 705488 w 5274764"/>
              <a:gd name="connsiteY22" fmla="*/ 287869 h 993889"/>
              <a:gd name="connsiteX23" fmla="*/ 502288 w 5274764"/>
              <a:gd name="connsiteY23" fmla="*/ 237069 h 993889"/>
              <a:gd name="connsiteX24" fmla="*/ 146687 w 5274764"/>
              <a:gd name="connsiteY24" fmla="*/ 194736 h 993889"/>
              <a:gd name="connsiteX25" fmla="*/ 19688 w 5274764"/>
              <a:gd name="connsiteY25" fmla="*/ 194736 h 993889"/>
              <a:gd name="connsiteX26" fmla="*/ 87421 w 5274764"/>
              <a:gd name="connsiteY26" fmla="*/ 101602 h 993889"/>
              <a:gd name="connsiteX0" fmla="*/ 87421 w 5241495"/>
              <a:gd name="connsiteY0" fmla="*/ 585 h 892872"/>
              <a:gd name="connsiteX1" fmla="*/ 815555 w 5241495"/>
              <a:gd name="connsiteY1" fmla="*/ 144519 h 892872"/>
              <a:gd name="connsiteX2" fmla="*/ 1416688 w 5241495"/>
              <a:gd name="connsiteY2" fmla="*/ 584785 h 892872"/>
              <a:gd name="connsiteX3" fmla="*/ 2813688 w 5241495"/>
              <a:gd name="connsiteY3" fmla="*/ 779519 h 892872"/>
              <a:gd name="connsiteX4" fmla="*/ 3313221 w 5241495"/>
              <a:gd name="connsiteY4" fmla="*/ 144519 h 892872"/>
              <a:gd name="connsiteX5" fmla="*/ 3878372 w 5241495"/>
              <a:gd name="connsiteY5" fmla="*/ 42965 h 892872"/>
              <a:gd name="connsiteX6" fmla="*/ 4346155 w 5241495"/>
              <a:gd name="connsiteY6" fmla="*/ 298498 h 892872"/>
              <a:gd name="connsiteX7" fmla="*/ 4695405 w 5241495"/>
              <a:gd name="connsiteY7" fmla="*/ 392927 h 892872"/>
              <a:gd name="connsiteX8" fmla="*/ 5211871 w 5241495"/>
              <a:gd name="connsiteY8" fmla="*/ 295998 h 892872"/>
              <a:gd name="connsiteX9" fmla="*/ 5089105 w 5241495"/>
              <a:gd name="connsiteY9" fmla="*/ 682045 h 892872"/>
              <a:gd name="connsiteX10" fmla="*/ 4348270 w 5241495"/>
              <a:gd name="connsiteY10" fmla="*/ 444743 h 892872"/>
              <a:gd name="connsiteX11" fmla="*/ 4145428 w 5241495"/>
              <a:gd name="connsiteY11" fmla="*/ 282730 h 892872"/>
              <a:gd name="connsiteX12" fmla="*/ 3920705 w 5241495"/>
              <a:gd name="connsiteY12" fmla="*/ 146971 h 892872"/>
              <a:gd name="connsiteX13" fmla="*/ 3596855 w 5241495"/>
              <a:gd name="connsiteY13" fmla="*/ 127586 h 892872"/>
              <a:gd name="connsiteX14" fmla="*/ 3414821 w 5241495"/>
              <a:gd name="connsiteY14" fmla="*/ 203786 h 892872"/>
              <a:gd name="connsiteX15" fmla="*/ 3296288 w 5241495"/>
              <a:gd name="connsiteY15" fmla="*/ 322318 h 892872"/>
              <a:gd name="connsiteX16" fmla="*/ 3084621 w 5241495"/>
              <a:gd name="connsiteY16" fmla="*/ 703318 h 892872"/>
              <a:gd name="connsiteX17" fmla="*/ 2906821 w 5241495"/>
              <a:gd name="connsiteY17" fmla="*/ 855719 h 892872"/>
              <a:gd name="connsiteX18" fmla="*/ 2542755 w 5241495"/>
              <a:gd name="connsiteY18" fmla="*/ 889585 h 892872"/>
              <a:gd name="connsiteX19" fmla="*/ 1856955 w 5241495"/>
              <a:gd name="connsiteY19" fmla="*/ 796452 h 892872"/>
              <a:gd name="connsiteX20" fmla="*/ 1188088 w 5241495"/>
              <a:gd name="connsiteY20" fmla="*/ 584786 h 892872"/>
              <a:gd name="connsiteX21" fmla="*/ 891755 w 5241495"/>
              <a:gd name="connsiteY21" fmla="*/ 313852 h 892872"/>
              <a:gd name="connsiteX22" fmla="*/ 705488 w 5241495"/>
              <a:gd name="connsiteY22" fmla="*/ 186852 h 892872"/>
              <a:gd name="connsiteX23" fmla="*/ 502288 w 5241495"/>
              <a:gd name="connsiteY23" fmla="*/ 136052 h 892872"/>
              <a:gd name="connsiteX24" fmla="*/ 146687 w 5241495"/>
              <a:gd name="connsiteY24" fmla="*/ 93719 h 892872"/>
              <a:gd name="connsiteX25" fmla="*/ 19688 w 5241495"/>
              <a:gd name="connsiteY25" fmla="*/ 93719 h 892872"/>
              <a:gd name="connsiteX26" fmla="*/ 87421 w 5241495"/>
              <a:gd name="connsiteY26" fmla="*/ 585 h 892872"/>
              <a:gd name="connsiteX0" fmla="*/ 87421 w 5241495"/>
              <a:gd name="connsiteY0" fmla="*/ 585 h 892872"/>
              <a:gd name="connsiteX1" fmla="*/ 815555 w 5241495"/>
              <a:gd name="connsiteY1" fmla="*/ 144519 h 892872"/>
              <a:gd name="connsiteX2" fmla="*/ 1416688 w 5241495"/>
              <a:gd name="connsiteY2" fmla="*/ 584785 h 892872"/>
              <a:gd name="connsiteX3" fmla="*/ 2813688 w 5241495"/>
              <a:gd name="connsiteY3" fmla="*/ 779519 h 892872"/>
              <a:gd name="connsiteX4" fmla="*/ 3313221 w 5241495"/>
              <a:gd name="connsiteY4" fmla="*/ 144519 h 892872"/>
              <a:gd name="connsiteX5" fmla="*/ 3878372 w 5241495"/>
              <a:gd name="connsiteY5" fmla="*/ 42965 h 892872"/>
              <a:gd name="connsiteX6" fmla="*/ 4346155 w 5241495"/>
              <a:gd name="connsiteY6" fmla="*/ 313026 h 892872"/>
              <a:gd name="connsiteX7" fmla="*/ 4695405 w 5241495"/>
              <a:gd name="connsiteY7" fmla="*/ 392927 h 892872"/>
              <a:gd name="connsiteX8" fmla="*/ 5211871 w 5241495"/>
              <a:gd name="connsiteY8" fmla="*/ 295998 h 892872"/>
              <a:gd name="connsiteX9" fmla="*/ 5089105 w 5241495"/>
              <a:gd name="connsiteY9" fmla="*/ 682045 h 892872"/>
              <a:gd name="connsiteX10" fmla="*/ 4348270 w 5241495"/>
              <a:gd name="connsiteY10" fmla="*/ 444743 h 892872"/>
              <a:gd name="connsiteX11" fmla="*/ 4145428 w 5241495"/>
              <a:gd name="connsiteY11" fmla="*/ 282730 h 892872"/>
              <a:gd name="connsiteX12" fmla="*/ 3920705 w 5241495"/>
              <a:gd name="connsiteY12" fmla="*/ 146971 h 892872"/>
              <a:gd name="connsiteX13" fmla="*/ 3596855 w 5241495"/>
              <a:gd name="connsiteY13" fmla="*/ 127586 h 892872"/>
              <a:gd name="connsiteX14" fmla="*/ 3414821 w 5241495"/>
              <a:gd name="connsiteY14" fmla="*/ 203786 h 892872"/>
              <a:gd name="connsiteX15" fmla="*/ 3296288 w 5241495"/>
              <a:gd name="connsiteY15" fmla="*/ 322318 h 892872"/>
              <a:gd name="connsiteX16" fmla="*/ 3084621 w 5241495"/>
              <a:gd name="connsiteY16" fmla="*/ 703318 h 892872"/>
              <a:gd name="connsiteX17" fmla="*/ 2906821 w 5241495"/>
              <a:gd name="connsiteY17" fmla="*/ 855719 h 892872"/>
              <a:gd name="connsiteX18" fmla="*/ 2542755 w 5241495"/>
              <a:gd name="connsiteY18" fmla="*/ 889585 h 892872"/>
              <a:gd name="connsiteX19" fmla="*/ 1856955 w 5241495"/>
              <a:gd name="connsiteY19" fmla="*/ 796452 h 892872"/>
              <a:gd name="connsiteX20" fmla="*/ 1188088 w 5241495"/>
              <a:gd name="connsiteY20" fmla="*/ 584786 h 892872"/>
              <a:gd name="connsiteX21" fmla="*/ 891755 w 5241495"/>
              <a:gd name="connsiteY21" fmla="*/ 313852 h 892872"/>
              <a:gd name="connsiteX22" fmla="*/ 705488 w 5241495"/>
              <a:gd name="connsiteY22" fmla="*/ 186852 h 892872"/>
              <a:gd name="connsiteX23" fmla="*/ 502288 w 5241495"/>
              <a:gd name="connsiteY23" fmla="*/ 136052 h 892872"/>
              <a:gd name="connsiteX24" fmla="*/ 146687 w 5241495"/>
              <a:gd name="connsiteY24" fmla="*/ 93719 h 892872"/>
              <a:gd name="connsiteX25" fmla="*/ 19688 w 5241495"/>
              <a:gd name="connsiteY25" fmla="*/ 93719 h 892872"/>
              <a:gd name="connsiteX26" fmla="*/ 87421 w 5241495"/>
              <a:gd name="connsiteY26" fmla="*/ 585 h 892872"/>
              <a:gd name="connsiteX0" fmla="*/ 87421 w 5239369"/>
              <a:gd name="connsiteY0" fmla="*/ 585 h 892872"/>
              <a:gd name="connsiteX1" fmla="*/ 815555 w 5239369"/>
              <a:gd name="connsiteY1" fmla="*/ 144519 h 892872"/>
              <a:gd name="connsiteX2" fmla="*/ 1416688 w 5239369"/>
              <a:gd name="connsiteY2" fmla="*/ 584785 h 892872"/>
              <a:gd name="connsiteX3" fmla="*/ 2813688 w 5239369"/>
              <a:gd name="connsiteY3" fmla="*/ 779519 h 892872"/>
              <a:gd name="connsiteX4" fmla="*/ 3313221 w 5239369"/>
              <a:gd name="connsiteY4" fmla="*/ 144519 h 892872"/>
              <a:gd name="connsiteX5" fmla="*/ 3878372 w 5239369"/>
              <a:gd name="connsiteY5" fmla="*/ 42965 h 892872"/>
              <a:gd name="connsiteX6" fmla="*/ 4346155 w 5239369"/>
              <a:gd name="connsiteY6" fmla="*/ 313026 h 892872"/>
              <a:gd name="connsiteX7" fmla="*/ 4695405 w 5239369"/>
              <a:gd name="connsiteY7" fmla="*/ 392927 h 892872"/>
              <a:gd name="connsiteX8" fmla="*/ 5211871 w 5239369"/>
              <a:gd name="connsiteY8" fmla="*/ 295998 h 892872"/>
              <a:gd name="connsiteX9" fmla="*/ 5089105 w 5239369"/>
              <a:gd name="connsiteY9" fmla="*/ 682045 h 892872"/>
              <a:gd name="connsiteX10" fmla="*/ 4418120 w 5239369"/>
              <a:gd name="connsiteY10" fmla="*/ 452007 h 892872"/>
              <a:gd name="connsiteX11" fmla="*/ 4145428 w 5239369"/>
              <a:gd name="connsiteY11" fmla="*/ 282730 h 892872"/>
              <a:gd name="connsiteX12" fmla="*/ 3920705 w 5239369"/>
              <a:gd name="connsiteY12" fmla="*/ 146971 h 892872"/>
              <a:gd name="connsiteX13" fmla="*/ 3596855 w 5239369"/>
              <a:gd name="connsiteY13" fmla="*/ 127586 h 892872"/>
              <a:gd name="connsiteX14" fmla="*/ 3414821 w 5239369"/>
              <a:gd name="connsiteY14" fmla="*/ 203786 h 892872"/>
              <a:gd name="connsiteX15" fmla="*/ 3296288 w 5239369"/>
              <a:gd name="connsiteY15" fmla="*/ 322318 h 892872"/>
              <a:gd name="connsiteX16" fmla="*/ 3084621 w 5239369"/>
              <a:gd name="connsiteY16" fmla="*/ 703318 h 892872"/>
              <a:gd name="connsiteX17" fmla="*/ 2906821 w 5239369"/>
              <a:gd name="connsiteY17" fmla="*/ 855719 h 892872"/>
              <a:gd name="connsiteX18" fmla="*/ 2542755 w 5239369"/>
              <a:gd name="connsiteY18" fmla="*/ 889585 h 892872"/>
              <a:gd name="connsiteX19" fmla="*/ 1856955 w 5239369"/>
              <a:gd name="connsiteY19" fmla="*/ 796452 h 892872"/>
              <a:gd name="connsiteX20" fmla="*/ 1188088 w 5239369"/>
              <a:gd name="connsiteY20" fmla="*/ 584786 h 892872"/>
              <a:gd name="connsiteX21" fmla="*/ 891755 w 5239369"/>
              <a:gd name="connsiteY21" fmla="*/ 313852 h 892872"/>
              <a:gd name="connsiteX22" fmla="*/ 705488 w 5239369"/>
              <a:gd name="connsiteY22" fmla="*/ 186852 h 892872"/>
              <a:gd name="connsiteX23" fmla="*/ 502288 w 5239369"/>
              <a:gd name="connsiteY23" fmla="*/ 136052 h 892872"/>
              <a:gd name="connsiteX24" fmla="*/ 146687 w 5239369"/>
              <a:gd name="connsiteY24" fmla="*/ 93719 h 892872"/>
              <a:gd name="connsiteX25" fmla="*/ 19688 w 5239369"/>
              <a:gd name="connsiteY25" fmla="*/ 93719 h 892872"/>
              <a:gd name="connsiteX26" fmla="*/ 87421 w 5239369"/>
              <a:gd name="connsiteY26" fmla="*/ 585 h 892872"/>
              <a:gd name="connsiteX0" fmla="*/ 87421 w 5318933"/>
              <a:gd name="connsiteY0" fmla="*/ 585 h 892872"/>
              <a:gd name="connsiteX1" fmla="*/ 815555 w 5318933"/>
              <a:gd name="connsiteY1" fmla="*/ 144519 h 892872"/>
              <a:gd name="connsiteX2" fmla="*/ 1416688 w 5318933"/>
              <a:gd name="connsiteY2" fmla="*/ 584785 h 892872"/>
              <a:gd name="connsiteX3" fmla="*/ 2813688 w 5318933"/>
              <a:gd name="connsiteY3" fmla="*/ 779519 h 892872"/>
              <a:gd name="connsiteX4" fmla="*/ 3313221 w 5318933"/>
              <a:gd name="connsiteY4" fmla="*/ 144519 h 892872"/>
              <a:gd name="connsiteX5" fmla="*/ 3878372 w 5318933"/>
              <a:gd name="connsiteY5" fmla="*/ 42965 h 892872"/>
              <a:gd name="connsiteX6" fmla="*/ 4346155 w 5318933"/>
              <a:gd name="connsiteY6" fmla="*/ 313026 h 892872"/>
              <a:gd name="connsiteX7" fmla="*/ 4695405 w 5318933"/>
              <a:gd name="connsiteY7" fmla="*/ 392927 h 892872"/>
              <a:gd name="connsiteX8" fmla="*/ 5211871 w 5318933"/>
              <a:gd name="connsiteY8" fmla="*/ 295998 h 892872"/>
              <a:gd name="connsiteX9" fmla="*/ 5247855 w 5318933"/>
              <a:gd name="connsiteY9" fmla="*/ 623934 h 892872"/>
              <a:gd name="connsiteX10" fmla="*/ 4418120 w 5318933"/>
              <a:gd name="connsiteY10" fmla="*/ 452007 h 892872"/>
              <a:gd name="connsiteX11" fmla="*/ 4145428 w 5318933"/>
              <a:gd name="connsiteY11" fmla="*/ 282730 h 892872"/>
              <a:gd name="connsiteX12" fmla="*/ 3920705 w 5318933"/>
              <a:gd name="connsiteY12" fmla="*/ 146971 h 892872"/>
              <a:gd name="connsiteX13" fmla="*/ 3596855 w 5318933"/>
              <a:gd name="connsiteY13" fmla="*/ 127586 h 892872"/>
              <a:gd name="connsiteX14" fmla="*/ 3414821 w 5318933"/>
              <a:gd name="connsiteY14" fmla="*/ 203786 h 892872"/>
              <a:gd name="connsiteX15" fmla="*/ 3296288 w 5318933"/>
              <a:gd name="connsiteY15" fmla="*/ 322318 h 892872"/>
              <a:gd name="connsiteX16" fmla="*/ 3084621 w 5318933"/>
              <a:gd name="connsiteY16" fmla="*/ 703318 h 892872"/>
              <a:gd name="connsiteX17" fmla="*/ 2906821 w 5318933"/>
              <a:gd name="connsiteY17" fmla="*/ 855719 h 892872"/>
              <a:gd name="connsiteX18" fmla="*/ 2542755 w 5318933"/>
              <a:gd name="connsiteY18" fmla="*/ 889585 h 892872"/>
              <a:gd name="connsiteX19" fmla="*/ 1856955 w 5318933"/>
              <a:gd name="connsiteY19" fmla="*/ 796452 h 892872"/>
              <a:gd name="connsiteX20" fmla="*/ 1188088 w 5318933"/>
              <a:gd name="connsiteY20" fmla="*/ 584786 h 892872"/>
              <a:gd name="connsiteX21" fmla="*/ 891755 w 5318933"/>
              <a:gd name="connsiteY21" fmla="*/ 313852 h 892872"/>
              <a:gd name="connsiteX22" fmla="*/ 705488 w 5318933"/>
              <a:gd name="connsiteY22" fmla="*/ 186852 h 892872"/>
              <a:gd name="connsiteX23" fmla="*/ 502288 w 5318933"/>
              <a:gd name="connsiteY23" fmla="*/ 136052 h 892872"/>
              <a:gd name="connsiteX24" fmla="*/ 146687 w 5318933"/>
              <a:gd name="connsiteY24" fmla="*/ 93719 h 892872"/>
              <a:gd name="connsiteX25" fmla="*/ 19688 w 5318933"/>
              <a:gd name="connsiteY25" fmla="*/ 93719 h 892872"/>
              <a:gd name="connsiteX26" fmla="*/ 87421 w 5318933"/>
              <a:gd name="connsiteY26" fmla="*/ 585 h 892872"/>
              <a:gd name="connsiteX0" fmla="*/ 87421 w 5315541"/>
              <a:gd name="connsiteY0" fmla="*/ 585 h 892872"/>
              <a:gd name="connsiteX1" fmla="*/ 815555 w 5315541"/>
              <a:gd name="connsiteY1" fmla="*/ 144519 h 892872"/>
              <a:gd name="connsiteX2" fmla="*/ 1416688 w 5315541"/>
              <a:gd name="connsiteY2" fmla="*/ 584785 h 892872"/>
              <a:gd name="connsiteX3" fmla="*/ 2813688 w 5315541"/>
              <a:gd name="connsiteY3" fmla="*/ 779519 h 892872"/>
              <a:gd name="connsiteX4" fmla="*/ 3313221 w 5315541"/>
              <a:gd name="connsiteY4" fmla="*/ 144519 h 892872"/>
              <a:gd name="connsiteX5" fmla="*/ 3878372 w 5315541"/>
              <a:gd name="connsiteY5" fmla="*/ 42965 h 892872"/>
              <a:gd name="connsiteX6" fmla="*/ 4346155 w 5315541"/>
              <a:gd name="connsiteY6" fmla="*/ 313026 h 892872"/>
              <a:gd name="connsiteX7" fmla="*/ 4771605 w 5315541"/>
              <a:gd name="connsiteY7" fmla="*/ 407455 h 892872"/>
              <a:gd name="connsiteX8" fmla="*/ 5211871 w 5315541"/>
              <a:gd name="connsiteY8" fmla="*/ 295998 h 892872"/>
              <a:gd name="connsiteX9" fmla="*/ 5247855 w 5315541"/>
              <a:gd name="connsiteY9" fmla="*/ 623934 h 892872"/>
              <a:gd name="connsiteX10" fmla="*/ 4418120 w 5315541"/>
              <a:gd name="connsiteY10" fmla="*/ 452007 h 892872"/>
              <a:gd name="connsiteX11" fmla="*/ 4145428 w 5315541"/>
              <a:gd name="connsiteY11" fmla="*/ 282730 h 892872"/>
              <a:gd name="connsiteX12" fmla="*/ 3920705 w 5315541"/>
              <a:gd name="connsiteY12" fmla="*/ 146971 h 892872"/>
              <a:gd name="connsiteX13" fmla="*/ 3596855 w 5315541"/>
              <a:gd name="connsiteY13" fmla="*/ 127586 h 892872"/>
              <a:gd name="connsiteX14" fmla="*/ 3414821 w 5315541"/>
              <a:gd name="connsiteY14" fmla="*/ 203786 h 892872"/>
              <a:gd name="connsiteX15" fmla="*/ 3296288 w 5315541"/>
              <a:gd name="connsiteY15" fmla="*/ 322318 h 892872"/>
              <a:gd name="connsiteX16" fmla="*/ 3084621 w 5315541"/>
              <a:gd name="connsiteY16" fmla="*/ 703318 h 892872"/>
              <a:gd name="connsiteX17" fmla="*/ 2906821 w 5315541"/>
              <a:gd name="connsiteY17" fmla="*/ 855719 h 892872"/>
              <a:gd name="connsiteX18" fmla="*/ 2542755 w 5315541"/>
              <a:gd name="connsiteY18" fmla="*/ 889585 h 892872"/>
              <a:gd name="connsiteX19" fmla="*/ 1856955 w 5315541"/>
              <a:gd name="connsiteY19" fmla="*/ 796452 h 892872"/>
              <a:gd name="connsiteX20" fmla="*/ 1188088 w 5315541"/>
              <a:gd name="connsiteY20" fmla="*/ 584786 h 892872"/>
              <a:gd name="connsiteX21" fmla="*/ 891755 w 5315541"/>
              <a:gd name="connsiteY21" fmla="*/ 313852 h 892872"/>
              <a:gd name="connsiteX22" fmla="*/ 705488 w 5315541"/>
              <a:gd name="connsiteY22" fmla="*/ 186852 h 892872"/>
              <a:gd name="connsiteX23" fmla="*/ 502288 w 5315541"/>
              <a:gd name="connsiteY23" fmla="*/ 136052 h 892872"/>
              <a:gd name="connsiteX24" fmla="*/ 146687 w 5315541"/>
              <a:gd name="connsiteY24" fmla="*/ 93719 h 892872"/>
              <a:gd name="connsiteX25" fmla="*/ 19688 w 5315541"/>
              <a:gd name="connsiteY25" fmla="*/ 93719 h 892872"/>
              <a:gd name="connsiteX26" fmla="*/ 87421 w 5315541"/>
              <a:gd name="connsiteY26" fmla="*/ 585 h 892872"/>
              <a:gd name="connsiteX0" fmla="*/ 87421 w 5315541"/>
              <a:gd name="connsiteY0" fmla="*/ 585 h 892872"/>
              <a:gd name="connsiteX1" fmla="*/ 815555 w 5315541"/>
              <a:gd name="connsiteY1" fmla="*/ 144519 h 892872"/>
              <a:gd name="connsiteX2" fmla="*/ 1416688 w 5315541"/>
              <a:gd name="connsiteY2" fmla="*/ 584785 h 892872"/>
              <a:gd name="connsiteX3" fmla="*/ 2813688 w 5315541"/>
              <a:gd name="connsiteY3" fmla="*/ 779519 h 892872"/>
              <a:gd name="connsiteX4" fmla="*/ 3313221 w 5315541"/>
              <a:gd name="connsiteY4" fmla="*/ 144519 h 892872"/>
              <a:gd name="connsiteX5" fmla="*/ 3878372 w 5315541"/>
              <a:gd name="connsiteY5" fmla="*/ 42965 h 892872"/>
              <a:gd name="connsiteX6" fmla="*/ 4346155 w 5315541"/>
              <a:gd name="connsiteY6" fmla="*/ 313026 h 892872"/>
              <a:gd name="connsiteX7" fmla="*/ 4771605 w 5315541"/>
              <a:gd name="connsiteY7" fmla="*/ 407455 h 892872"/>
              <a:gd name="connsiteX8" fmla="*/ 5211871 w 5315541"/>
              <a:gd name="connsiteY8" fmla="*/ 295998 h 892872"/>
              <a:gd name="connsiteX9" fmla="*/ 5247855 w 5315541"/>
              <a:gd name="connsiteY9" fmla="*/ 623934 h 892872"/>
              <a:gd name="connsiteX10" fmla="*/ 4418120 w 5315541"/>
              <a:gd name="connsiteY10" fmla="*/ 452007 h 892872"/>
              <a:gd name="connsiteX11" fmla="*/ 4145428 w 5315541"/>
              <a:gd name="connsiteY11" fmla="*/ 282730 h 892872"/>
              <a:gd name="connsiteX12" fmla="*/ 3920705 w 5315541"/>
              <a:gd name="connsiteY12" fmla="*/ 146971 h 892872"/>
              <a:gd name="connsiteX13" fmla="*/ 3596855 w 5315541"/>
              <a:gd name="connsiteY13" fmla="*/ 127586 h 892872"/>
              <a:gd name="connsiteX14" fmla="*/ 3414821 w 5315541"/>
              <a:gd name="connsiteY14" fmla="*/ 203786 h 892872"/>
              <a:gd name="connsiteX15" fmla="*/ 3296288 w 5315541"/>
              <a:gd name="connsiteY15" fmla="*/ 322318 h 892872"/>
              <a:gd name="connsiteX16" fmla="*/ 3084621 w 5315541"/>
              <a:gd name="connsiteY16" fmla="*/ 703318 h 892872"/>
              <a:gd name="connsiteX17" fmla="*/ 2906821 w 5315541"/>
              <a:gd name="connsiteY17" fmla="*/ 855719 h 892872"/>
              <a:gd name="connsiteX18" fmla="*/ 2542755 w 5315541"/>
              <a:gd name="connsiteY18" fmla="*/ 889585 h 892872"/>
              <a:gd name="connsiteX19" fmla="*/ 1856955 w 5315541"/>
              <a:gd name="connsiteY19" fmla="*/ 796452 h 892872"/>
              <a:gd name="connsiteX20" fmla="*/ 1188088 w 5315541"/>
              <a:gd name="connsiteY20" fmla="*/ 584786 h 892872"/>
              <a:gd name="connsiteX21" fmla="*/ 891755 w 5315541"/>
              <a:gd name="connsiteY21" fmla="*/ 313852 h 892872"/>
              <a:gd name="connsiteX22" fmla="*/ 705488 w 5315541"/>
              <a:gd name="connsiteY22" fmla="*/ 186852 h 892872"/>
              <a:gd name="connsiteX23" fmla="*/ 502288 w 5315541"/>
              <a:gd name="connsiteY23" fmla="*/ 136052 h 892872"/>
              <a:gd name="connsiteX24" fmla="*/ 146687 w 5315541"/>
              <a:gd name="connsiteY24" fmla="*/ 93719 h 892872"/>
              <a:gd name="connsiteX25" fmla="*/ 19688 w 5315541"/>
              <a:gd name="connsiteY25" fmla="*/ 93719 h 892872"/>
              <a:gd name="connsiteX26" fmla="*/ 87421 w 5315541"/>
              <a:gd name="connsiteY26" fmla="*/ 585 h 892872"/>
              <a:gd name="connsiteX0" fmla="*/ 87421 w 5315541"/>
              <a:gd name="connsiteY0" fmla="*/ 585 h 892872"/>
              <a:gd name="connsiteX1" fmla="*/ 815555 w 5315541"/>
              <a:gd name="connsiteY1" fmla="*/ 144519 h 892872"/>
              <a:gd name="connsiteX2" fmla="*/ 1416688 w 5315541"/>
              <a:gd name="connsiteY2" fmla="*/ 584785 h 892872"/>
              <a:gd name="connsiteX3" fmla="*/ 2813688 w 5315541"/>
              <a:gd name="connsiteY3" fmla="*/ 779519 h 892872"/>
              <a:gd name="connsiteX4" fmla="*/ 3313221 w 5315541"/>
              <a:gd name="connsiteY4" fmla="*/ 144519 h 892872"/>
              <a:gd name="connsiteX5" fmla="*/ 3878372 w 5315541"/>
              <a:gd name="connsiteY5" fmla="*/ 42965 h 892872"/>
              <a:gd name="connsiteX6" fmla="*/ 4346155 w 5315541"/>
              <a:gd name="connsiteY6" fmla="*/ 313026 h 892872"/>
              <a:gd name="connsiteX7" fmla="*/ 4771605 w 5315541"/>
              <a:gd name="connsiteY7" fmla="*/ 407455 h 892872"/>
              <a:gd name="connsiteX8" fmla="*/ 5211871 w 5315541"/>
              <a:gd name="connsiteY8" fmla="*/ 295998 h 892872"/>
              <a:gd name="connsiteX9" fmla="*/ 5247855 w 5315541"/>
              <a:gd name="connsiteY9" fmla="*/ 623934 h 892872"/>
              <a:gd name="connsiteX10" fmla="*/ 4418120 w 5315541"/>
              <a:gd name="connsiteY10" fmla="*/ 452007 h 892872"/>
              <a:gd name="connsiteX11" fmla="*/ 4145428 w 5315541"/>
              <a:gd name="connsiteY11" fmla="*/ 282730 h 892872"/>
              <a:gd name="connsiteX12" fmla="*/ 3920705 w 5315541"/>
              <a:gd name="connsiteY12" fmla="*/ 146971 h 892872"/>
              <a:gd name="connsiteX13" fmla="*/ 3596855 w 5315541"/>
              <a:gd name="connsiteY13" fmla="*/ 127586 h 892872"/>
              <a:gd name="connsiteX14" fmla="*/ 3414821 w 5315541"/>
              <a:gd name="connsiteY14" fmla="*/ 203786 h 892872"/>
              <a:gd name="connsiteX15" fmla="*/ 3296288 w 5315541"/>
              <a:gd name="connsiteY15" fmla="*/ 322318 h 892872"/>
              <a:gd name="connsiteX16" fmla="*/ 3084621 w 5315541"/>
              <a:gd name="connsiteY16" fmla="*/ 703318 h 892872"/>
              <a:gd name="connsiteX17" fmla="*/ 2906821 w 5315541"/>
              <a:gd name="connsiteY17" fmla="*/ 855719 h 892872"/>
              <a:gd name="connsiteX18" fmla="*/ 2542755 w 5315541"/>
              <a:gd name="connsiteY18" fmla="*/ 889585 h 892872"/>
              <a:gd name="connsiteX19" fmla="*/ 1856955 w 5315541"/>
              <a:gd name="connsiteY19" fmla="*/ 796452 h 892872"/>
              <a:gd name="connsiteX20" fmla="*/ 1188088 w 5315541"/>
              <a:gd name="connsiteY20" fmla="*/ 584786 h 892872"/>
              <a:gd name="connsiteX21" fmla="*/ 891755 w 5315541"/>
              <a:gd name="connsiteY21" fmla="*/ 313852 h 892872"/>
              <a:gd name="connsiteX22" fmla="*/ 705488 w 5315541"/>
              <a:gd name="connsiteY22" fmla="*/ 186852 h 892872"/>
              <a:gd name="connsiteX23" fmla="*/ 502288 w 5315541"/>
              <a:gd name="connsiteY23" fmla="*/ 136052 h 892872"/>
              <a:gd name="connsiteX24" fmla="*/ 146687 w 5315541"/>
              <a:gd name="connsiteY24" fmla="*/ 93719 h 892872"/>
              <a:gd name="connsiteX25" fmla="*/ 19688 w 5315541"/>
              <a:gd name="connsiteY25" fmla="*/ 93719 h 892872"/>
              <a:gd name="connsiteX26" fmla="*/ 87421 w 5315541"/>
              <a:gd name="connsiteY26" fmla="*/ 585 h 892872"/>
              <a:gd name="connsiteX0" fmla="*/ 87421 w 5323628"/>
              <a:gd name="connsiteY0" fmla="*/ 38479 h 930766"/>
              <a:gd name="connsiteX1" fmla="*/ 815555 w 5323628"/>
              <a:gd name="connsiteY1" fmla="*/ 182413 h 930766"/>
              <a:gd name="connsiteX2" fmla="*/ 1416688 w 5323628"/>
              <a:gd name="connsiteY2" fmla="*/ 622679 h 930766"/>
              <a:gd name="connsiteX3" fmla="*/ 2813688 w 5323628"/>
              <a:gd name="connsiteY3" fmla="*/ 817413 h 930766"/>
              <a:gd name="connsiteX4" fmla="*/ 3313221 w 5323628"/>
              <a:gd name="connsiteY4" fmla="*/ 182413 h 930766"/>
              <a:gd name="connsiteX5" fmla="*/ 3878372 w 5323628"/>
              <a:gd name="connsiteY5" fmla="*/ 80859 h 930766"/>
              <a:gd name="connsiteX6" fmla="*/ 4346155 w 5323628"/>
              <a:gd name="connsiteY6" fmla="*/ 350920 h 930766"/>
              <a:gd name="connsiteX7" fmla="*/ 4771605 w 5323628"/>
              <a:gd name="connsiteY7" fmla="*/ 445349 h 930766"/>
              <a:gd name="connsiteX8" fmla="*/ 4596279 w 5323628"/>
              <a:gd name="connsiteY8" fmla="*/ 1014 h 930766"/>
              <a:gd name="connsiteX9" fmla="*/ 5211871 w 5323628"/>
              <a:gd name="connsiteY9" fmla="*/ 333892 h 930766"/>
              <a:gd name="connsiteX10" fmla="*/ 5247855 w 5323628"/>
              <a:gd name="connsiteY10" fmla="*/ 661828 h 930766"/>
              <a:gd name="connsiteX11" fmla="*/ 4418120 w 5323628"/>
              <a:gd name="connsiteY11" fmla="*/ 489901 h 930766"/>
              <a:gd name="connsiteX12" fmla="*/ 4145428 w 5323628"/>
              <a:gd name="connsiteY12" fmla="*/ 320624 h 930766"/>
              <a:gd name="connsiteX13" fmla="*/ 3920705 w 5323628"/>
              <a:gd name="connsiteY13" fmla="*/ 184865 h 930766"/>
              <a:gd name="connsiteX14" fmla="*/ 3596855 w 5323628"/>
              <a:gd name="connsiteY14" fmla="*/ 165480 h 930766"/>
              <a:gd name="connsiteX15" fmla="*/ 3414821 w 5323628"/>
              <a:gd name="connsiteY15" fmla="*/ 241680 h 930766"/>
              <a:gd name="connsiteX16" fmla="*/ 3296288 w 5323628"/>
              <a:gd name="connsiteY16" fmla="*/ 360212 h 930766"/>
              <a:gd name="connsiteX17" fmla="*/ 3084621 w 5323628"/>
              <a:gd name="connsiteY17" fmla="*/ 741212 h 930766"/>
              <a:gd name="connsiteX18" fmla="*/ 2906821 w 5323628"/>
              <a:gd name="connsiteY18" fmla="*/ 893613 h 930766"/>
              <a:gd name="connsiteX19" fmla="*/ 2542755 w 5323628"/>
              <a:gd name="connsiteY19" fmla="*/ 927479 h 930766"/>
              <a:gd name="connsiteX20" fmla="*/ 1856955 w 5323628"/>
              <a:gd name="connsiteY20" fmla="*/ 834346 h 930766"/>
              <a:gd name="connsiteX21" fmla="*/ 1188088 w 5323628"/>
              <a:gd name="connsiteY21" fmla="*/ 622680 h 930766"/>
              <a:gd name="connsiteX22" fmla="*/ 891755 w 5323628"/>
              <a:gd name="connsiteY22" fmla="*/ 351746 h 930766"/>
              <a:gd name="connsiteX23" fmla="*/ 705488 w 5323628"/>
              <a:gd name="connsiteY23" fmla="*/ 224746 h 930766"/>
              <a:gd name="connsiteX24" fmla="*/ 502288 w 5323628"/>
              <a:gd name="connsiteY24" fmla="*/ 173946 h 930766"/>
              <a:gd name="connsiteX25" fmla="*/ 146687 w 5323628"/>
              <a:gd name="connsiteY25" fmla="*/ 131613 h 930766"/>
              <a:gd name="connsiteX26" fmla="*/ 19688 w 5323628"/>
              <a:gd name="connsiteY26" fmla="*/ 131613 h 930766"/>
              <a:gd name="connsiteX27" fmla="*/ 87421 w 5323628"/>
              <a:gd name="connsiteY27" fmla="*/ 38479 h 930766"/>
              <a:gd name="connsiteX0" fmla="*/ 87421 w 5263955"/>
              <a:gd name="connsiteY0" fmla="*/ 81802 h 974089"/>
              <a:gd name="connsiteX1" fmla="*/ 815555 w 5263955"/>
              <a:gd name="connsiteY1" fmla="*/ 225736 h 974089"/>
              <a:gd name="connsiteX2" fmla="*/ 1416688 w 5263955"/>
              <a:gd name="connsiteY2" fmla="*/ 666002 h 974089"/>
              <a:gd name="connsiteX3" fmla="*/ 2813688 w 5263955"/>
              <a:gd name="connsiteY3" fmla="*/ 860736 h 974089"/>
              <a:gd name="connsiteX4" fmla="*/ 3313221 w 5263955"/>
              <a:gd name="connsiteY4" fmla="*/ 225736 h 974089"/>
              <a:gd name="connsiteX5" fmla="*/ 3878372 w 5263955"/>
              <a:gd name="connsiteY5" fmla="*/ 124182 h 974089"/>
              <a:gd name="connsiteX6" fmla="*/ 4346155 w 5263955"/>
              <a:gd name="connsiteY6" fmla="*/ 394243 h 974089"/>
              <a:gd name="connsiteX7" fmla="*/ 4771605 w 5263955"/>
              <a:gd name="connsiteY7" fmla="*/ 488672 h 974089"/>
              <a:gd name="connsiteX8" fmla="*/ 4596279 w 5263955"/>
              <a:gd name="connsiteY8" fmla="*/ 44337 h 974089"/>
              <a:gd name="connsiteX9" fmla="*/ 4938821 w 5263955"/>
              <a:gd name="connsiteY9" fmla="*/ 57605 h 974089"/>
              <a:gd name="connsiteX10" fmla="*/ 5247855 w 5263955"/>
              <a:gd name="connsiteY10" fmla="*/ 705151 h 974089"/>
              <a:gd name="connsiteX11" fmla="*/ 4418120 w 5263955"/>
              <a:gd name="connsiteY11" fmla="*/ 533224 h 974089"/>
              <a:gd name="connsiteX12" fmla="*/ 4145428 w 5263955"/>
              <a:gd name="connsiteY12" fmla="*/ 363947 h 974089"/>
              <a:gd name="connsiteX13" fmla="*/ 3920705 w 5263955"/>
              <a:gd name="connsiteY13" fmla="*/ 228188 h 974089"/>
              <a:gd name="connsiteX14" fmla="*/ 3596855 w 5263955"/>
              <a:gd name="connsiteY14" fmla="*/ 208803 h 974089"/>
              <a:gd name="connsiteX15" fmla="*/ 3414821 w 5263955"/>
              <a:gd name="connsiteY15" fmla="*/ 285003 h 974089"/>
              <a:gd name="connsiteX16" fmla="*/ 3296288 w 5263955"/>
              <a:gd name="connsiteY16" fmla="*/ 403535 h 974089"/>
              <a:gd name="connsiteX17" fmla="*/ 3084621 w 5263955"/>
              <a:gd name="connsiteY17" fmla="*/ 784535 h 974089"/>
              <a:gd name="connsiteX18" fmla="*/ 2906821 w 5263955"/>
              <a:gd name="connsiteY18" fmla="*/ 936936 h 974089"/>
              <a:gd name="connsiteX19" fmla="*/ 2542755 w 5263955"/>
              <a:gd name="connsiteY19" fmla="*/ 970802 h 974089"/>
              <a:gd name="connsiteX20" fmla="*/ 1856955 w 5263955"/>
              <a:gd name="connsiteY20" fmla="*/ 877669 h 974089"/>
              <a:gd name="connsiteX21" fmla="*/ 1188088 w 5263955"/>
              <a:gd name="connsiteY21" fmla="*/ 666003 h 974089"/>
              <a:gd name="connsiteX22" fmla="*/ 891755 w 5263955"/>
              <a:gd name="connsiteY22" fmla="*/ 395069 h 974089"/>
              <a:gd name="connsiteX23" fmla="*/ 705488 w 5263955"/>
              <a:gd name="connsiteY23" fmla="*/ 268069 h 974089"/>
              <a:gd name="connsiteX24" fmla="*/ 502288 w 5263955"/>
              <a:gd name="connsiteY24" fmla="*/ 217269 h 974089"/>
              <a:gd name="connsiteX25" fmla="*/ 146687 w 5263955"/>
              <a:gd name="connsiteY25" fmla="*/ 174936 h 974089"/>
              <a:gd name="connsiteX26" fmla="*/ 19688 w 5263955"/>
              <a:gd name="connsiteY26" fmla="*/ 174936 h 974089"/>
              <a:gd name="connsiteX27" fmla="*/ 87421 w 5263955"/>
              <a:gd name="connsiteY27" fmla="*/ 81802 h 974089"/>
              <a:gd name="connsiteX0" fmla="*/ 87421 w 5259533"/>
              <a:gd name="connsiteY0" fmla="*/ 56909 h 949196"/>
              <a:gd name="connsiteX1" fmla="*/ 815555 w 5259533"/>
              <a:gd name="connsiteY1" fmla="*/ 200843 h 949196"/>
              <a:gd name="connsiteX2" fmla="*/ 1416688 w 5259533"/>
              <a:gd name="connsiteY2" fmla="*/ 641109 h 949196"/>
              <a:gd name="connsiteX3" fmla="*/ 2813688 w 5259533"/>
              <a:gd name="connsiteY3" fmla="*/ 835843 h 949196"/>
              <a:gd name="connsiteX4" fmla="*/ 3313221 w 5259533"/>
              <a:gd name="connsiteY4" fmla="*/ 200843 h 949196"/>
              <a:gd name="connsiteX5" fmla="*/ 3878372 w 5259533"/>
              <a:gd name="connsiteY5" fmla="*/ 99289 h 949196"/>
              <a:gd name="connsiteX6" fmla="*/ 4346155 w 5259533"/>
              <a:gd name="connsiteY6" fmla="*/ 369350 h 949196"/>
              <a:gd name="connsiteX7" fmla="*/ 4771605 w 5259533"/>
              <a:gd name="connsiteY7" fmla="*/ 463779 h 949196"/>
              <a:gd name="connsiteX8" fmla="*/ 4596279 w 5259533"/>
              <a:gd name="connsiteY8" fmla="*/ 19444 h 949196"/>
              <a:gd name="connsiteX9" fmla="*/ 4938821 w 5259533"/>
              <a:gd name="connsiteY9" fmla="*/ 32712 h 949196"/>
              <a:gd name="connsiteX10" fmla="*/ 4907429 w 5259533"/>
              <a:gd name="connsiteY10" fmla="*/ 324528 h 949196"/>
              <a:gd name="connsiteX11" fmla="*/ 5247855 w 5259533"/>
              <a:gd name="connsiteY11" fmla="*/ 680258 h 949196"/>
              <a:gd name="connsiteX12" fmla="*/ 4418120 w 5259533"/>
              <a:gd name="connsiteY12" fmla="*/ 508331 h 949196"/>
              <a:gd name="connsiteX13" fmla="*/ 4145428 w 5259533"/>
              <a:gd name="connsiteY13" fmla="*/ 339054 h 949196"/>
              <a:gd name="connsiteX14" fmla="*/ 3920705 w 5259533"/>
              <a:gd name="connsiteY14" fmla="*/ 203295 h 949196"/>
              <a:gd name="connsiteX15" fmla="*/ 3596855 w 5259533"/>
              <a:gd name="connsiteY15" fmla="*/ 183910 h 949196"/>
              <a:gd name="connsiteX16" fmla="*/ 3414821 w 5259533"/>
              <a:gd name="connsiteY16" fmla="*/ 260110 h 949196"/>
              <a:gd name="connsiteX17" fmla="*/ 3296288 w 5259533"/>
              <a:gd name="connsiteY17" fmla="*/ 378642 h 949196"/>
              <a:gd name="connsiteX18" fmla="*/ 3084621 w 5259533"/>
              <a:gd name="connsiteY18" fmla="*/ 759642 h 949196"/>
              <a:gd name="connsiteX19" fmla="*/ 2906821 w 5259533"/>
              <a:gd name="connsiteY19" fmla="*/ 912043 h 949196"/>
              <a:gd name="connsiteX20" fmla="*/ 2542755 w 5259533"/>
              <a:gd name="connsiteY20" fmla="*/ 945909 h 949196"/>
              <a:gd name="connsiteX21" fmla="*/ 1856955 w 5259533"/>
              <a:gd name="connsiteY21" fmla="*/ 852776 h 949196"/>
              <a:gd name="connsiteX22" fmla="*/ 1188088 w 5259533"/>
              <a:gd name="connsiteY22" fmla="*/ 641110 h 949196"/>
              <a:gd name="connsiteX23" fmla="*/ 891755 w 5259533"/>
              <a:gd name="connsiteY23" fmla="*/ 370176 h 949196"/>
              <a:gd name="connsiteX24" fmla="*/ 705488 w 5259533"/>
              <a:gd name="connsiteY24" fmla="*/ 243176 h 949196"/>
              <a:gd name="connsiteX25" fmla="*/ 502288 w 5259533"/>
              <a:gd name="connsiteY25" fmla="*/ 192376 h 949196"/>
              <a:gd name="connsiteX26" fmla="*/ 146687 w 5259533"/>
              <a:gd name="connsiteY26" fmla="*/ 150043 h 949196"/>
              <a:gd name="connsiteX27" fmla="*/ 19688 w 5259533"/>
              <a:gd name="connsiteY27" fmla="*/ 150043 h 949196"/>
              <a:gd name="connsiteX28" fmla="*/ 87421 w 5259533"/>
              <a:gd name="connsiteY28" fmla="*/ 56909 h 949196"/>
              <a:gd name="connsiteX0" fmla="*/ 87421 w 5259533"/>
              <a:gd name="connsiteY0" fmla="*/ 64241 h 956528"/>
              <a:gd name="connsiteX1" fmla="*/ 815555 w 5259533"/>
              <a:gd name="connsiteY1" fmla="*/ 208175 h 956528"/>
              <a:gd name="connsiteX2" fmla="*/ 1416688 w 5259533"/>
              <a:gd name="connsiteY2" fmla="*/ 648441 h 956528"/>
              <a:gd name="connsiteX3" fmla="*/ 2813688 w 5259533"/>
              <a:gd name="connsiteY3" fmla="*/ 843175 h 956528"/>
              <a:gd name="connsiteX4" fmla="*/ 3313221 w 5259533"/>
              <a:gd name="connsiteY4" fmla="*/ 208175 h 956528"/>
              <a:gd name="connsiteX5" fmla="*/ 3878372 w 5259533"/>
              <a:gd name="connsiteY5" fmla="*/ 106621 h 956528"/>
              <a:gd name="connsiteX6" fmla="*/ 4346155 w 5259533"/>
              <a:gd name="connsiteY6" fmla="*/ 376682 h 956528"/>
              <a:gd name="connsiteX7" fmla="*/ 4771605 w 5259533"/>
              <a:gd name="connsiteY7" fmla="*/ 471111 h 956528"/>
              <a:gd name="connsiteX8" fmla="*/ 4653429 w 5259533"/>
              <a:gd name="connsiteY8" fmla="*/ 302805 h 956528"/>
              <a:gd name="connsiteX9" fmla="*/ 4596279 w 5259533"/>
              <a:gd name="connsiteY9" fmla="*/ 26776 h 956528"/>
              <a:gd name="connsiteX10" fmla="*/ 4938821 w 5259533"/>
              <a:gd name="connsiteY10" fmla="*/ 40044 h 956528"/>
              <a:gd name="connsiteX11" fmla="*/ 4907429 w 5259533"/>
              <a:gd name="connsiteY11" fmla="*/ 331860 h 956528"/>
              <a:gd name="connsiteX12" fmla="*/ 5247855 w 5259533"/>
              <a:gd name="connsiteY12" fmla="*/ 687590 h 956528"/>
              <a:gd name="connsiteX13" fmla="*/ 4418120 w 5259533"/>
              <a:gd name="connsiteY13" fmla="*/ 515663 h 956528"/>
              <a:gd name="connsiteX14" fmla="*/ 4145428 w 5259533"/>
              <a:gd name="connsiteY14" fmla="*/ 346386 h 956528"/>
              <a:gd name="connsiteX15" fmla="*/ 3920705 w 5259533"/>
              <a:gd name="connsiteY15" fmla="*/ 210627 h 956528"/>
              <a:gd name="connsiteX16" fmla="*/ 3596855 w 5259533"/>
              <a:gd name="connsiteY16" fmla="*/ 191242 h 956528"/>
              <a:gd name="connsiteX17" fmla="*/ 3414821 w 5259533"/>
              <a:gd name="connsiteY17" fmla="*/ 267442 h 956528"/>
              <a:gd name="connsiteX18" fmla="*/ 3296288 w 5259533"/>
              <a:gd name="connsiteY18" fmla="*/ 385974 h 956528"/>
              <a:gd name="connsiteX19" fmla="*/ 3084621 w 5259533"/>
              <a:gd name="connsiteY19" fmla="*/ 766974 h 956528"/>
              <a:gd name="connsiteX20" fmla="*/ 2906821 w 5259533"/>
              <a:gd name="connsiteY20" fmla="*/ 919375 h 956528"/>
              <a:gd name="connsiteX21" fmla="*/ 2542755 w 5259533"/>
              <a:gd name="connsiteY21" fmla="*/ 953241 h 956528"/>
              <a:gd name="connsiteX22" fmla="*/ 1856955 w 5259533"/>
              <a:gd name="connsiteY22" fmla="*/ 860108 h 956528"/>
              <a:gd name="connsiteX23" fmla="*/ 1188088 w 5259533"/>
              <a:gd name="connsiteY23" fmla="*/ 648442 h 956528"/>
              <a:gd name="connsiteX24" fmla="*/ 891755 w 5259533"/>
              <a:gd name="connsiteY24" fmla="*/ 377508 h 956528"/>
              <a:gd name="connsiteX25" fmla="*/ 705488 w 5259533"/>
              <a:gd name="connsiteY25" fmla="*/ 250508 h 956528"/>
              <a:gd name="connsiteX26" fmla="*/ 502288 w 5259533"/>
              <a:gd name="connsiteY26" fmla="*/ 199708 h 956528"/>
              <a:gd name="connsiteX27" fmla="*/ 146687 w 5259533"/>
              <a:gd name="connsiteY27" fmla="*/ 157375 h 956528"/>
              <a:gd name="connsiteX28" fmla="*/ 19688 w 5259533"/>
              <a:gd name="connsiteY28" fmla="*/ 157375 h 956528"/>
              <a:gd name="connsiteX29" fmla="*/ 87421 w 5259533"/>
              <a:gd name="connsiteY29" fmla="*/ 64241 h 956528"/>
              <a:gd name="connsiteX0" fmla="*/ 87421 w 5259533"/>
              <a:gd name="connsiteY0" fmla="*/ 64242 h 956529"/>
              <a:gd name="connsiteX1" fmla="*/ 815555 w 5259533"/>
              <a:gd name="connsiteY1" fmla="*/ 208176 h 956529"/>
              <a:gd name="connsiteX2" fmla="*/ 1416688 w 5259533"/>
              <a:gd name="connsiteY2" fmla="*/ 648442 h 956529"/>
              <a:gd name="connsiteX3" fmla="*/ 2813688 w 5259533"/>
              <a:gd name="connsiteY3" fmla="*/ 843176 h 956529"/>
              <a:gd name="connsiteX4" fmla="*/ 3313221 w 5259533"/>
              <a:gd name="connsiteY4" fmla="*/ 208176 h 956529"/>
              <a:gd name="connsiteX5" fmla="*/ 3878372 w 5259533"/>
              <a:gd name="connsiteY5" fmla="*/ 106622 h 956529"/>
              <a:gd name="connsiteX6" fmla="*/ 4346155 w 5259533"/>
              <a:gd name="connsiteY6" fmla="*/ 376683 h 956529"/>
              <a:gd name="connsiteX7" fmla="*/ 4771605 w 5259533"/>
              <a:gd name="connsiteY7" fmla="*/ 471112 h 956529"/>
              <a:gd name="connsiteX8" fmla="*/ 4653429 w 5259533"/>
              <a:gd name="connsiteY8" fmla="*/ 302806 h 956529"/>
              <a:gd name="connsiteX9" fmla="*/ 4596279 w 5259533"/>
              <a:gd name="connsiteY9" fmla="*/ 26777 h 956529"/>
              <a:gd name="connsiteX10" fmla="*/ 4938821 w 5259533"/>
              <a:gd name="connsiteY10" fmla="*/ 40045 h 956529"/>
              <a:gd name="connsiteX11" fmla="*/ 4907429 w 5259533"/>
              <a:gd name="connsiteY11" fmla="*/ 331861 h 956529"/>
              <a:gd name="connsiteX12" fmla="*/ 5247855 w 5259533"/>
              <a:gd name="connsiteY12" fmla="*/ 687591 h 956529"/>
              <a:gd name="connsiteX13" fmla="*/ 4418120 w 5259533"/>
              <a:gd name="connsiteY13" fmla="*/ 515664 h 956529"/>
              <a:gd name="connsiteX14" fmla="*/ 4145428 w 5259533"/>
              <a:gd name="connsiteY14" fmla="*/ 346387 h 956529"/>
              <a:gd name="connsiteX15" fmla="*/ 3920705 w 5259533"/>
              <a:gd name="connsiteY15" fmla="*/ 210628 h 956529"/>
              <a:gd name="connsiteX16" fmla="*/ 3596855 w 5259533"/>
              <a:gd name="connsiteY16" fmla="*/ 191243 h 956529"/>
              <a:gd name="connsiteX17" fmla="*/ 3414821 w 5259533"/>
              <a:gd name="connsiteY17" fmla="*/ 267443 h 956529"/>
              <a:gd name="connsiteX18" fmla="*/ 3296288 w 5259533"/>
              <a:gd name="connsiteY18" fmla="*/ 385975 h 956529"/>
              <a:gd name="connsiteX19" fmla="*/ 3084621 w 5259533"/>
              <a:gd name="connsiteY19" fmla="*/ 766975 h 956529"/>
              <a:gd name="connsiteX20" fmla="*/ 2906821 w 5259533"/>
              <a:gd name="connsiteY20" fmla="*/ 919376 h 956529"/>
              <a:gd name="connsiteX21" fmla="*/ 2542755 w 5259533"/>
              <a:gd name="connsiteY21" fmla="*/ 953242 h 956529"/>
              <a:gd name="connsiteX22" fmla="*/ 1856955 w 5259533"/>
              <a:gd name="connsiteY22" fmla="*/ 860109 h 956529"/>
              <a:gd name="connsiteX23" fmla="*/ 1188088 w 5259533"/>
              <a:gd name="connsiteY23" fmla="*/ 648443 h 956529"/>
              <a:gd name="connsiteX24" fmla="*/ 891755 w 5259533"/>
              <a:gd name="connsiteY24" fmla="*/ 377509 h 956529"/>
              <a:gd name="connsiteX25" fmla="*/ 705488 w 5259533"/>
              <a:gd name="connsiteY25" fmla="*/ 250509 h 956529"/>
              <a:gd name="connsiteX26" fmla="*/ 502288 w 5259533"/>
              <a:gd name="connsiteY26" fmla="*/ 199709 h 956529"/>
              <a:gd name="connsiteX27" fmla="*/ 146687 w 5259533"/>
              <a:gd name="connsiteY27" fmla="*/ 157376 h 956529"/>
              <a:gd name="connsiteX28" fmla="*/ 19688 w 5259533"/>
              <a:gd name="connsiteY28" fmla="*/ 157376 h 956529"/>
              <a:gd name="connsiteX29" fmla="*/ 87421 w 5259533"/>
              <a:gd name="connsiteY29" fmla="*/ 64242 h 956529"/>
              <a:gd name="connsiteX0" fmla="*/ 87421 w 5259672"/>
              <a:gd name="connsiteY0" fmla="*/ 58517 h 950804"/>
              <a:gd name="connsiteX1" fmla="*/ 815555 w 5259672"/>
              <a:gd name="connsiteY1" fmla="*/ 202451 h 950804"/>
              <a:gd name="connsiteX2" fmla="*/ 1416688 w 5259672"/>
              <a:gd name="connsiteY2" fmla="*/ 642717 h 950804"/>
              <a:gd name="connsiteX3" fmla="*/ 2813688 w 5259672"/>
              <a:gd name="connsiteY3" fmla="*/ 837451 h 950804"/>
              <a:gd name="connsiteX4" fmla="*/ 3313221 w 5259672"/>
              <a:gd name="connsiteY4" fmla="*/ 202451 h 950804"/>
              <a:gd name="connsiteX5" fmla="*/ 3878372 w 5259672"/>
              <a:gd name="connsiteY5" fmla="*/ 100897 h 950804"/>
              <a:gd name="connsiteX6" fmla="*/ 4346155 w 5259672"/>
              <a:gd name="connsiteY6" fmla="*/ 370958 h 950804"/>
              <a:gd name="connsiteX7" fmla="*/ 4771605 w 5259672"/>
              <a:gd name="connsiteY7" fmla="*/ 465387 h 950804"/>
              <a:gd name="connsiteX8" fmla="*/ 4653429 w 5259672"/>
              <a:gd name="connsiteY8" fmla="*/ 297081 h 950804"/>
              <a:gd name="connsiteX9" fmla="*/ 4596279 w 5259672"/>
              <a:gd name="connsiteY9" fmla="*/ 21052 h 950804"/>
              <a:gd name="connsiteX10" fmla="*/ 4938821 w 5259672"/>
              <a:gd name="connsiteY10" fmla="*/ 34320 h 950804"/>
              <a:gd name="connsiteX11" fmla="*/ 4939179 w 5259672"/>
              <a:gd name="connsiteY11" fmla="*/ 217179 h 950804"/>
              <a:gd name="connsiteX12" fmla="*/ 4907429 w 5259672"/>
              <a:gd name="connsiteY12" fmla="*/ 326136 h 950804"/>
              <a:gd name="connsiteX13" fmla="*/ 5247855 w 5259672"/>
              <a:gd name="connsiteY13" fmla="*/ 681866 h 950804"/>
              <a:gd name="connsiteX14" fmla="*/ 4418120 w 5259672"/>
              <a:gd name="connsiteY14" fmla="*/ 509939 h 950804"/>
              <a:gd name="connsiteX15" fmla="*/ 4145428 w 5259672"/>
              <a:gd name="connsiteY15" fmla="*/ 340662 h 950804"/>
              <a:gd name="connsiteX16" fmla="*/ 3920705 w 5259672"/>
              <a:gd name="connsiteY16" fmla="*/ 204903 h 950804"/>
              <a:gd name="connsiteX17" fmla="*/ 3596855 w 5259672"/>
              <a:gd name="connsiteY17" fmla="*/ 185518 h 950804"/>
              <a:gd name="connsiteX18" fmla="*/ 3414821 w 5259672"/>
              <a:gd name="connsiteY18" fmla="*/ 261718 h 950804"/>
              <a:gd name="connsiteX19" fmla="*/ 3296288 w 5259672"/>
              <a:gd name="connsiteY19" fmla="*/ 380250 h 950804"/>
              <a:gd name="connsiteX20" fmla="*/ 3084621 w 5259672"/>
              <a:gd name="connsiteY20" fmla="*/ 761250 h 950804"/>
              <a:gd name="connsiteX21" fmla="*/ 2906821 w 5259672"/>
              <a:gd name="connsiteY21" fmla="*/ 913651 h 950804"/>
              <a:gd name="connsiteX22" fmla="*/ 2542755 w 5259672"/>
              <a:gd name="connsiteY22" fmla="*/ 947517 h 950804"/>
              <a:gd name="connsiteX23" fmla="*/ 1856955 w 5259672"/>
              <a:gd name="connsiteY23" fmla="*/ 854384 h 950804"/>
              <a:gd name="connsiteX24" fmla="*/ 1188088 w 5259672"/>
              <a:gd name="connsiteY24" fmla="*/ 642718 h 950804"/>
              <a:gd name="connsiteX25" fmla="*/ 891755 w 5259672"/>
              <a:gd name="connsiteY25" fmla="*/ 371784 h 950804"/>
              <a:gd name="connsiteX26" fmla="*/ 705488 w 5259672"/>
              <a:gd name="connsiteY26" fmla="*/ 244784 h 950804"/>
              <a:gd name="connsiteX27" fmla="*/ 502288 w 5259672"/>
              <a:gd name="connsiteY27" fmla="*/ 193984 h 950804"/>
              <a:gd name="connsiteX28" fmla="*/ 146687 w 5259672"/>
              <a:gd name="connsiteY28" fmla="*/ 151651 h 950804"/>
              <a:gd name="connsiteX29" fmla="*/ 19688 w 5259672"/>
              <a:gd name="connsiteY29" fmla="*/ 151651 h 950804"/>
              <a:gd name="connsiteX30" fmla="*/ 87421 w 5259672"/>
              <a:gd name="connsiteY30" fmla="*/ 58517 h 950804"/>
              <a:gd name="connsiteX0" fmla="*/ 87421 w 5256262"/>
              <a:gd name="connsiteY0" fmla="*/ 58517 h 950804"/>
              <a:gd name="connsiteX1" fmla="*/ 815555 w 5256262"/>
              <a:gd name="connsiteY1" fmla="*/ 202451 h 950804"/>
              <a:gd name="connsiteX2" fmla="*/ 1416688 w 5256262"/>
              <a:gd name="connsiteY2" fmla="*/ 642717 h 950804"/>
              <a:gd name="connsiteX3" fmla="*/ 2813688 w 5256262"/>
              <a:gd name="connsiteY3" fmla="*/ 837451 h 950804"/>
              <a:gd name="connsiteX4" fmla="*/ 3313221 w 5256262"/>
              <a:gd name="connsiteY4" fmla="*/ 202451 h 950804"/>
              <a:gd name="connsiteX5" fmla="*/ 3878372 w 5256262"/>
              <a:gd name="connsiteY5" fmla="*/ 100897 h 950804"/>
              <a:gd name="connsiteX6" fmla="*/ 4346155 w 5256262"/>
              <a:gd name="connsiteY6" fmla="*/ 370958 h 950804"/>
              <a:gd name="connsiteX7" fmla="*/ 4771605 w 5256262"/>
              <a:gd name="connsiteY7" fmla="*/ 465387 h 950804"/>
              <a:gd name="connsiteX8" fmla="*/ 4653429 w 5256262"/>
              <a:gd name="connsiteY8" fmla="*/ 297081 h 950804"/>
              <a:gd name="connsiteX9" fmla="*/ 4596279 w 5256262"/>
              <a:gd name="connsiteY9" fmla="*/ 21052 h 950804"/>
              <a:gd name="connsiteX10" fmla="*/ 4938821 w 5256262"/>
              <a:gd name="connsiteY10" fmla="*/ 34320 h 950804"/>
              <a:gd name="connsiteX11" fmla="*/ 4939179 w 5256262"/>
              <a:gd name="connsiteY11" fmla="*/ 217179 h 950804"/>
              <a:gd name="connsiteX12" fmla="*/ 4850279 w 5256262"/>
              <a:gd name="connsiteY12" fmla="*/ 333399 h 950804"/>
              <a:gd name="connsiteX13" fmla="*/ 5247855 w 5256262"/>
              <a:gd name="connsiteY13" fmla="*/ 681866 h 950804"/>
              <a:gd name="connsiteX14" fmla="*/ 4418120 w 5256262"/>
              <a:gd name="connsiteY14" fmla="*/ 509939 h 950804"/>
              <a:gd name="connsiteX15" fmla="*/ 4145428 w 5256262"/>
              <a:gd name="connsiteY15" fmla="*/ 340662 h 950804"/>
              <a:gd name="connsiteX16" fmla="*/ 3920705 w 5256262"/>
              <a:gd name="connsiteY16" fmla="*/ 204903 h 950804"/>
              <a:gd name="connsiteX17" fmla="*/ 3596855 w 5256262"/>
              <a:gd name="connsiteY17" fmla="*/ 185518 h 950804"/>
              <a:gd name="connsiteX18" fmla="*/ 3414821 w 5256262"/>
              <a:gd name="connsiteY18" fmla="*/ 261718 h 950804"/>
              <a:gd name="connsiteX19" fmla="*/ 3296288 w 5256262"/>
              <a:gd name="connsiteY19" fmla="*/ 380250 h 950804"/>
              <a:gd name="connsiteX20" fmla="*/ 3084621 w 5256262"/>
              <a:gd name="connsiteY20" fmla="*/ 761250 h 950804"/>
              <a:gd name="connsiteX21" fmla="*/ 2906821 w 5256262"/>
              <a:gd name="connsiteY21" fmla="*/ 913651 h 950804"/>
              <a:gd name="connsiteX22" fmla="*/ 2542755 w 5256262"/>
              <a:gd name="connsiteY22" fmla="*/ 947517 h 950804"/>
              <a:gd name="connsiteX23" fmla="*/ 1856955 w 5256262"/>
              <a:gd name="connsiteY23" fmla="*/ 854384 h 950804"/>
              <a:gd name="connsiteX24" fmla="*/ 1188088 w 5256262"/>
              <a:gd name="connsiteY24" fmla="*/ 642718 h 950804"/>
              <a:gd name="connsiteX25" fmla="*/ 891755 w 5256262"/>
              <a:gd name="connsiteY25" fmla="*/ 371784 h 950804"/>
              <a:gd name="connsiteX26" fmla="*/ 705488 w 5256262"/>
              <a:gd name="connsiteY26" fmla="*/ 244784 h 950804"/>
              <a:gd name="connsiteX27" fmla="*/ 502288 w 5256262"/>
              <a:gd name="connsiteY27" fmla="*/ 193984 h 950804"/>
              <a:gd name="connsiteX28" fmla="*/ 146687 w 5256262"/>
              <a:gd name="connsiteY28" fmla="*/ 151651 h 950804"/>
              <a:gd name="connsiteX29" fmla="*/ 19688 w 5256262"/>
              <a:gd name="connsiteY29" fmla="*/ 151651 h 950804"/>
              <a:gd name="connsiteX30" fmla="*/ 87421 w 5256262"/>
              <a:gd name="connsiteY30" fmla="*/ 58517 h 950804"/>
              <a:gd name="connsiteX0" fmla="*/ 87421 w 5256262"/>
              <a:gd name="connsiteY0" fmla="*/ 113346 h 1005633"/>
              <a:gd name="connsiteX1" fmla="*/ 815555 w 5256262"/>
              <a:gd name="connsiteY1" fmla="*/ 257280 h 1005633"/>
              <a:gd name="connsiteX2" fmla="*/ 1416688 w 5256262"/>
              <a:gd name="connsiteY2" fmla="*/ 697546 h 1005633"/>
              <a:gd name="connsiteX3" fmla="*/ 2813688 w 5256262"/>
              <a:gd name="connsiteY3" fmla="*/ 892280 h 1005633"/>
              <a:gd name="connsiteX4" fmla="*/ 3313221 w 5256262"/>
              <a:gd name="connsiteY4" fmla="*/ 257280 h 1005633"/>
              <a:gd name="connsiteX5" fmla="*/ 3878372 w 5256262"/>
              <a:gd name="connsiteY5" fmla="*/ 155726 h 1005633"/>
              <a:gd name="connsiteX6" fmla="*/ 4346155 w 5256262"/>
              <a:gd name="connsiteY6" fmla="*/ 425787 h 1005633"/>
              <a:gd name="connsiteX7" fmla="*/ 4771605 w 5256262"/>
              <a:gd name="connsiteY7" fmla="*/ 520216 h 1005633"/>
              <a:gd name="connsiteX8" fmla="*/ 4653429 w 5256262"/>
              <a:gd name="connsiteY8" fmla="*/ 351910 h 1005633"/>
              <a:gd name="connsiteX9" fmla="*/ 4596279 w 5256262"/>
              <a:gd name="connsiteY9" fmla="*/ 75881 h 1005633"/>
              <a:gd name="connsiteX10" fmla="*/ 4913421 w 5256262"/>
              <a:gd name="connsiteY10" fmla="*/ 9246 h 1005633"/>
              <a:gd name="connsiteX11" fmla="*/ 4939179 w 5256262"/>
              <a:gd name="connsiteY11" fmla="*/ 272008 h 1005633"/>
              <a:gd name="connsiteX12" fmla="*/ 4850279 w 5256262"/>
              <a:gd name="connsiteY12" fmla="*/ 388228 h 1005633"/>
              <a:gd name="connsiteX13" fmla="*/ 5247855 w 5256262"/>
              <a:gd name="connsiteY13" fmla="*/ 736695 h 1005633"/>
              <a:gd name="connsiteX14" fmla="*/ 4418120 w 5256262"/>
              <a:gd name="connsiteY14" fmla="*/ 564768 h 1005633"/>
              <a:gd name="connsiteX15" fmla="*/ 4145428 w 5256262"/>
              <a:gd name="connsiteY15" fmla="*/ 395491 h 1005633"/>
              <a:gd name="connsiteX16" fmla="*/ 3920705 w 5256262"/>
              <a:gd name="connsiteY16" fmla="*/ 259732 h 1005633"/>
              <a:gd name="connsiteX17" fmla="*/ 3596855 w 5256262"/>
              <a:gd name="connsiteY17" fmla="*/ 240347 h 1005633"/>
              <a:gd name="connsiteX18" fmla="*/ 3414821 w 5256262"/>
              <a:gd name="connsiteY18" fmla="*/ 316547 h 1005633"/>
              <a:gd name="connsiteX19" fmla="*/ 3296288 w 5256262"/>
              <a:gd name="connsiteY19" fmla="*/ 435079 h 1005633"/>
              <a:gd name="connsiteX20" fmla="*/ 3084621 w 5256262"/>
              <a:gd name="connsiteY20" fmla="*/ 816079 h 1005633"/>
              <a:gd name="connsiteX21" fmla="*/ 2906821 w 5256262"/>
              <a:gd name="connsiteY21" fmla="*/ 968480 h 1005633"/>
              <a:gd name="connsiteX22" fmla="*/ 2542755 w 5256262"/>
              <a:gd name="connsiteY22" fmla="*/ 1002346 h 1005633"/>
              <a:gd name="connsiteX23" fmla="*/ 1856955 w 5256262"/>
              <a:gd name="connsiteY23" fmla="*/ 909213 h 1005633"/>
              <a:gd name="connsiteX24" fmla="*/ 1188088 w 5256262"/>
              <a:gd name="connsiteY24" fmla="*/ 697547 h 1005633"/>
              <a:gd name="connsiteX25" fmla="*/ 891755 w 5256262"/>
              <a:gd name="connsiteY25" fmla="*/ 426613 h 1005633"/>
              <a:gd name="connsiteX26" fmla="*/ 705488 w 5256262"/>
              <a:gd name="connsiteY26" fmla="*/ 299613 h 1005633"/>
              <a:gd name="connsiteX27" fmla="*/ 502288 w 5256262"/>
              <a:gd name="connsiteY27" fmla="*/ 248813 h 1005633"/>
              <a:gd name="connsiteX28" fmla="*/ 146687 w 5256262"/>
              <a:gd name="connsiteY28" fmla="*/ 206480 h 1005633"/>
              <a:gd name="connsiteX29" fmla="*/ 19688 w 5256262"/>
              <a:gd name="connsiteY29" fmla="*/ 206480 h 1005633"/>
              <a:gd name="connsiteX30" fmla="*/ 87421 w 5256262"/>
              <a:gd name="connsiteY30" fmla="*/ 113346 h 1005633"/>
              <a:gd name="connsiteX0" fmla="*/ 87421 w 5256262"/>
              <a:gd name="connsiteY0" fmla="*/ 130420 h 1022707"/>
              <a:gd name="connsiteX1" fmla="*/ 815555 w 5256262"/>
              <a:gd name="connsiteY1" fmla="*/ 274354 h 1022707"/>
              <a:gd name="connsiteX2" fmla="*/ 1416688 w 5256262"/>
              <a:gd name="connsiteY2" fmla="*/ 714620 h 1022707"/>
              <a:gd name="connsiteX3" fmla="*/ 2813688 w 5256262"/>
              <a:gd name="connsiteY3" fmla="*/ 909354 h 1022707"/>
              <a:gd name="connsiteX4" fmla="*/ 3313221 w 5256262"/>
              <a:gd name="connsiteY4" fmla="*/ 274354 h 1022707"/>
              <a:gd name="connsiteX5" fmla="*/ 3878372 w 5256262"/>
              <a:gd name="connsiteY5" fmla="*/ 172800 h 1022707"/>
              <a:gd name="connsiteX6" fmla="*/ 4346155 w 5256262"/>
              <a:gd name="connsiteY6" fmla="*/ 442861 h 1022707"/>
              <a:gd name="connsiteX7" fmla="*/ 4771605 w 5256262"/>
              <a:gd name="connsiteY7" fmla="*/ 537290 h 1022707"/>
              <a:gd name="connsiteX8" fmla="*/ 4653429 w 5256262"/>
              <a:gd name="connsiteY8" fmla="*/ 368984 h 1022707"/>
              <a:gd name="connsiteX9" fmla="*/ 4577229 w 5256262"/>
              <a:gd name="connsiteY9" fmla="*/ 34845 h 1022707"/>
              <a:gd name="connsiteX10" fmla="*/ 4913421 w 5256262"/>
              <a:gd name="connsiteY10" fmla="*/ 26320 h 1022707"/>
              <a:gd name="connsiteX11" fmla="*/ 4939179 w 5256262"/>
              <a:gd name="connsiteY11" fmla="*/ 289082 h 1022707"/>
              <a:gd name="connsiteX12" fmla="*/ 4850279 w 5256262"/>
              <a:gd name="connsiteY12" fmla="*/ 405302 h 1022707"/>
              <a:gd name="connsiteX13" fmla="*/ 5247855 w 5256262"/>
              <a:gd name="connsiteY13" fmla="*/ 753769 h 1022707"/>
              <a:gd name="connsiteX14" fmla="*/ 4418120 w 5256262"/>
              <a:gd name="connsiteY14" fmla="*/ 581842 h 1022707"/>
              <a:gd name="connsiteX15" fmla="*/ 4145428 w 5256262"/>
              <a:gd name="connsiteY15" fmla="*/ 412565 h 1022707"/>
              <a:gd name="connsiteX16" fmla="*/ 3920705 w 5256262"/>
              <a:gd name="connsiteY16" fmla="*/ 276806 h 1022707"/>
              <a:gd name="connsiteX17" fmla="*/ 3596855 w 5256262"/>
              <a:gd name="connsiteY17" fmla="*/ 257421 h 1022707"/>
              <a:gd name="connsiteX18" fmla="*/ 3414821 w 5256262"/>
              <a:gd name="connsiteY18" fmla="*/ 333621 h 1022707"/>
              <a:gd name="connsiteX19" fmla="*/ 3296288 w 5256262"/>
              <a:gd name="connsiteY19" fmla="*/ 452153 h 1022707"/>
              <a:gd name="connsiteX20" fmla="*/ 3084621 w 5256262"/>
              <a:gd name="connsiteY20" fmla="*/ 833153 h 1022707"/>
              <a:gd name="connsiteX21" fmla="*/ 2906821 w 5256262"/>
              <a:gd name="connsiteY21" fmla="*/ 985554 h 1022707"/>
              <a:gd name="connsiteX22" fmla="*/ 2542755 w 5256262"/>
              <a:gd name="connsiteY22" fmla="*/ 1019420 h 1022707"/>
              <a:gd name="connsiteX23" fmla="*/ 1856955 w 5256262"/>
              <a:gd name="connsiteY23" fmla="*/ 926287 h 1022707"/>
              <a:gd name="connsiteX24" fmla="*/ 1188088 w 5256262"/>
              <a:gd name="connsiteY24" fmla="*/ 714621 h 1022707"/>
              <a:gd name="connsiteX25" fmla="*/ 891755 w 5256262"/>
              <a:gd name="connsiteY25" fmla="*/ 443687 h 1022707"/>
              <a:gd name="connsiteX26" fmla="*/ 705488 w 5256262"/>
              <a:gd name="connsiteY26" fmla="*/ 316687 h 1022707"/>
              <a:gd name="connsiteX27" fmla="*/ 502288 w 5256262"/>
              <a:gd name="connsiteY27" fmla="*/ 265887 h 1022707"/>
              <a:gd name="connsiteX28" fmla="*/ 146687 w 5256262"/>
              <a:gd name="connsiteY28" fmla="*/ 223554 h 1022707"/>
              <a:gd name="connsiteX29" fmla="*/ 19688 w 5256262"/>
              <a:gd name="connsiteY29" fmla="*/ 223554 h 1022707"/>
              <a:gd name="connsiteX30" fmla="*/ 87421 w 5256262"/>
              <a:gd name="connsiteY30" fmla="*/ 130420 h 1022707"/>
              <a:gd name="connsiteX0" fmla="*/ 87421 w 5256262"/>
              <a:gd name="connsiteY0" fmla="*/ 129917 h 1022204"/>
              <a:gd name="connsiteX1" fmla="*/ 815555 w 5256262"/>
              <a:gd name="connsiteY1" fmla="*/ 273851 h 1022204"/>
              <a:gd name="connsiteX2" fmla="*/ 1416688 w 5256262"/>
              <a:gd name="connsiteY2" fmla="*/ 714117 h 1022204"/>
              <a:gd name="connsiteX3" fmla="*/ 2813688 w 5256262"/>
              <a:gd name="connsiteY3" fmla="*/ 908851 h 1022204"/>
              <a:gd name="connsiteX4" fmla="*/ 3313221 w 5256262"/>
              <a:gd name="connsiteY4" fmla="*/ 273851 h 1022204"/>
              <a:gd name="connsiteX5" fmla="*/ 3878372 w 5256262"/>
              <a:gd name="connsiteY5" fmla="*/ 172297 h 1022204"/>
              <a:gd name="connsiteX6" fmla="*/ 4346155 w 5256262"/>
              <a:gd name="connsiteY6" fmla="*/ 442358 h 1022204"/>
              <a:gd name="connsiteX7" fmla="*/ 4771605 w 5256262"/>
              <a:gd name="connsiteY7" fmla="*/ 536787 h 1022204"/>
              <a:gd name="connsiteX8" fmla="*/ 4653429 w 5256262"/>
              <a:gd name="connsiteY8" fmla="*/ 368481 h 1022204"/>
              <a:gd name="connsiteX9" fmla="*/ 4577229 w 5256262"/>
              <a:gd name="connsiteY9" fmla="*/ 34342 h 1022204"/>
              <a:gd name="connsiteX10" fmla="*/ 4913421 w 5256262"/>
              <a:gd name="connsiteY10" fmla="*/ 25817 h 1022204"/>
              <a:gd name="connsiteX11" fmla="*/ 4882029 w 5256262"/>
              <a:gd name="connsiteY11" fmla="*/ 281315 h 1022204"/>
              <a:gd name="connsiteX12" fmla="*/ 4850279 w 5256262"/>
              <a:gd name="connsiteY12" fmla="*/ 404799 h 1022204"/>
              <a:gd name="connsiteX13" fmla="*/ 5247855 w 5256262"/>
              <a:gd name="connsiteY13" fmla="*/ 753266 h 1022204"/>
              <a:gd name="connsiteX14" fmla="*/ 4418120 w 5256262"/>
              <a:gd name="connsiteY14" fmla="*/ 581339 h 1022204"/>
              <a:gd name="connsiteX15" fmla="*/ 4145428 w 5256262"/>
              <a:gd name="connsiteY15" fmla="*/ 412062 h 1022204"/>
              <a:gd name="connsiteX16" fmla="*/ 3920705 w 5256262"/>
              <a:gd name="connsiteY16" fmla="*/ 276303 h 1022204"/>
              <a:gd name="connsiteX17" fmla="*/ 3596855 w 5256262"/>
              <a:gd name="connsiteY17" fmla="*/ 256918 h 1022204"/>
              <a:gd name="connsiteX18" fmla="*/ 3414821 w 5256262"/>
              <a:gd name="connsiteY18" fmla="*/ 333118 h 1022204"/>
              <a:gd name="connsiteX19" fmla="*/ 3296288 w 5256262"/>
              <a:gd name="connsiteY19" fmla="*/ 451650 h 1022204"/>
              <a:gd name="connsiteX20" fmla="*/ 3084621 w 5256262"/>
              <a:gd name="connsiteY20" fmla="*/ 832650 h 1022204"/>
              <a:gd name="connsiteX21" fmla="*/ 2906821 w 5256262"/>
              <a:gd name="connsiteY21" fmla="*/ 985051 h 1022204"/>
              <a:gd name="connsiteX22" fmla="*/ 2542755 w 5256262"/>
              <a:gd name="connsiteY22" fmla="*/ 1018917 h 1022204"/>
              <a:gd name="connsiteX23" fmla="*/ 1856955 w 5256262"/>
              <a:gd name="connsiteY23" fmla="*/ 925784 h 1022204"/>
              <a:gd name="connsiteX24" fmla="*/ 1188088 w 5256262"/>
              <a:gd name="connsiteY24" fmla="*/ 714118 h 1022204"/>
              <a:gd name="connsiteX25" fmla="*/ 891755 w 5256262"/>
              <a:gd name="connsiteY25" fmla="*/ 443184 h 1022204"/>
              <a:gd name="connsiteX26" fmla="*/ 705488 w 5256262"/>
              <a:gd name="connsiteY26" fmla="*/ 316184 h 1022204"/>
              <a:gd name="connsiteX27" fmla="*/ 502288 w 5256262"/>
              <a:gd name="connsiteY27" fmla="*/ 265384 h 1022204"/>
              <a:gd name="connsiteX28" fmla="*/ 146687 w 5256262"/>
              <a:gd name="connsiteY28" fmla="*/ 223051 h 1022204"/>
              <a:gd name="connsiteX29" fmla="*/ 19688 w 5256262"/>
              <a:gd name="connsiteY29" fmla="*/ 223051 h 1022204"/>
              <a:gd name="connsiteX30" fmla="*/ 87421 w 5256262"/>
              <a:gd name="connsiteY30" fmla="*/ 129917 h 1022204"/>
              <a:gd name="connsiteX0" fmla="*/ 87421 w 5256262"/>
              <a:gd name="connsiteY0" fmla="*/ 129917 h 1022204"/>
              <a:gd name="connsiteX1" fmla="*/ 815555 w 5256262"/>
              <a:gd name="connsiteY1" fmla="*/ 273851 h 1022204"/>
              <a:gd name="connsiteX2" fmla="*/ 1416688 w 5256262"/>
              <a:gd name="connsiteY2" fmla="*/ 714117 h 1022204"/>
              <a:gd name="connsiteX3" fmla="*/ 2813688 w 5256262"/>
              <a:gd name="connsiteY3" fmla="*/ 908851 h 1022204"/>
              <a:gd name="connsiteX4" fmla="*/ 3313221 w 5256262"/>
              <a:gd name="connsiteY4" fmla="*/ 273851 h 1022204"/>
              <a:gd name="connsiteX5" fmla="*/ 3878372 w 5256262"/>
              <a:gd name="connsiteY5" fmla="*/ 172297 h 1022204"/>
              <a:gd name="connsiteX6" fmla="*/ 4346155 w 5256262"/>
              <a:gd name="connsiteY6" fmla="*/ 442358 h 1022204"/>
              <a:gd name="connsiteX7" fmla="*/ 4771605 w 5256262"/>
              <a:gd name="connsiteY7" fmla="*/ 536787 h 1022204"/>
              <a:gd name="connsiteX8" fmla="*/ 4640729 w 5256262"/>
              <a:gd name="connsiteY8" fmla="*/ 332162 h 1022204"/>
              <a:gd name="connsiteX9" fmla="*/ 4577229 w 5256262"/>
              <a:gd name="connsiteY9" fmla="*/ 34342 h 1022204"/>
              <a:gd name="connsiteX10" fmla="*/ 4913421 w 5256262"/>
              <a:gd name="connsiteY10" fmla="*/ 25817 h 1022204"/>
              <a:gd name="connsiteX11" fmla="*/ 4882029 w 5256262"/>
              <a:gd name="connsiteY11" fmla="*/ 281315 h 1022204"/>
              <a:gd name="connsiteX12" fmla="*/ 4850279 w 5256262"/>
              <a:gd name="connsiteY12" fmla="*/ 404799 h 1022204"/>
              <a:gd name="connsiteX13" fmla="*/ 5247855 w 5256262"/>
              <a:gd name="connsiteY13" fmla="*/ 753266 h 1022204"/>
              <a:gd name="connsiteX14" fmla="*/ 4418120 w 5256262"/>
              <a:gd name="connsiteY14" fmla="*/ 581339 h 1022204"/>
              <a:gd name="connsiteX15" fmla="*/ 4145428 w 5256262"/>
              <a:gd name="connsiteY15" fmla="*/ 412062 h 1022204"/>
              <a:gd name="connsiteX16" fmla="*/ 3920705 w 5256262"/>
              <a:gd name="connsiteY16" fmla="*/ 276303 h 1022204"/>
              <a:gd name="connsiteX17" fmla="*/ 3596855 w 5256262"/>
              <a:gd name="connsiteY17" fmla="*/ 256918 h 1022204"/>
              <a:gd name="connsiteX18" fmla="*/ 3414821 w 5256262"/>
              <a:gd name="connsiteY18" fmla="*/ 333118 h 1022204"/>
              <a:gd name="connsiteX19" fmla="*/ 3296288 w 5256262"/>
              <a:gd name="connsiteY19" fmla="*/ 451650 h 1022204"/>
              <a:gd name="connsiteX20" fmla="*/ 3084621 w 5256262"/>
              <a:gd name="connsiteY20" fmla="*/ 832650 h 1022204"/>
              <a:gd name="connsiteX21" fmla="*/ 2906821 w 5256262"/>
              <a:gd name="connsiteY21" fmla="*/ 985051 h 1022204"/>
              <a:gd name="connsiteX22" fmla="*/ 2542755 w 5256262"/>
              <a:gd name="connsiteY22" fmla="*/ 1018917 h 1022204"/>
              <a:gd name="connsiteX23" fmla="*/ 1856955 w 5256262"/>
              <a:gd name="connsiteY23" fmla="*/ 925784 h 1022204"/>
              <a:gd name="connsiteX24" fmla="*/ 1188088 w 5256262"/>
              <a:gd name="connsiteY24" fmla="*/ 714118 h 1022204"/>
              <a:gd name="connsiteX25" fmla="*/ 891755 w 5256262"/>
              <a:gd name="connsiteY25" fmla="*/ 443184 h 1022204"/>
              <a:gd name="connsiteX26" fmla="*/ 705488 w 5256262"/>
              <a:gd name="connsiteY26" fmla="*/ 316184 h 1022204"/>
              <a:gd name="connsiteX27" fmla="*/ 502288 w 5256262"/>
              <a:gd name="connsiteY27" fmla="*/ 265384 h 1022204"/>
              <a:gd name="connsiteX28" fmla="*/ 146687 w 5256262"/>
              <a:gd name="connsiteY28" fmla="*/ 223051 h 1022204"/>
              <a:gd name="connsiteX29" fmla="*/ 19688 w 5256262"/>
              <a:gd name="connsiteY29" fmla="*/ 223051 h 1022204"/>
              <a:gd name="connsiteX30" fmla="*/ 87421 w 5256262"/>
              <a:gd name="connsiteY30" fmla="*/ 129917 h 1022204"/>
              <a:gd name="connsiteX0" fmla="*/ 87421 w 5262867"/>
              <a:gd name="connsiteY0" fmla="*/ 129917 h 1022204"/>
              <a:gd name="connsiteX1" fmla="*/ 815555 w 5262867"/>
              <a:gd name="connsiteY1" fmla="*/ 273851 h 1022204"/>
              <a:gd name="connsiteX2" fmla="*/ 1416688 w 5262867"/>
              <a:gd name="connsiteY2" fmla="*/ 714117 h 1022204"/>
              <a:gd name="connsiteX3" fmla="*/ 2813688 w 5262867"/>
              <a:gd name="connsiteY3" fmla="*/ 908851 h 1022204"/>
              <a:gd name="connsiteX4" fmla="*/ 3313221 w 5262867"/>
              <a:gd name="connsiteY4" fmla="*/ 273851 h 1022204"/>
              <a:gd name="connsiteX5" fmla="*/ 3878372 w 5262867"/>
              <a:gd name="connsiteY5" fmla="*/ 172297 h 1022204"/>
              <a:gd name="connsiteX6" fmla="*/ 4346155 w 5262867"/>
              <a:gd name="connsiteY6" fmla="*/ 442358 h 1022204"/>
              <a:gd name="connsiteX7" fmla="*/ 4771605 w 5262867"/>
              <a:gd name="connsiteY7" fmla="*/ 536787 h 1022204"/>
              <a:gd name="connsiteX8" fmla="*/ 4640729 w 5262867"/>
              <a:gd name="connsiteY8" fmla="*/ 332162 h 1022204"/>
              <a:gd name="connsiteX9" fmla="*/ 4577229 w 5262867"/>
              <a:gd name="connsiteY9" fmla="*/ 34342 h 1022204"/>
              <a:gd name="connsiteX10" fmla="*/ 4913421 w 5262867"/>
              <a:gd name="connsiteY10" fmla="*/ 25817 h 1022204"/>
              <a:gd name="connsiteX11" fmla="*/ 4882029 w 5262867"/>
              <a:gd name="connsiteY11" fmla="*/ 281315 h 1022204"/>
              <a:gd name="connsiteX12" fmla="*/ 4850279 w 5262867"/>
              <a:gd name="connsiteY12" fmla="*/ 404799 h 1022204"/>
              <a:gd name="connsiteX13" fmla="*/ 4945528 w 5262867"/>
              <a:gd name="connsiteY13" fmla="*/ 608188 h 1022204"/>
              <a:gd name="connsiteX14" fmla="*/ 5247855 w 5262867"/>
              <a:gd name="connsiteY14" fmla="*/ 753266 h 1022204"/>
              <a:gd name="connsiteX15" fmla="*/ 4418120 w 5262867"/>
              <a:gd name="connsiteY15" fmla="*/ 581339 h 1022204"/>
              <a:gd name="connsiteX16" fmla="*/ 4145428 w 5262867"/>
              <a:gd name="connsiteY16" fmla="*/ 412062 h 1022204"/>
              <a:gd name="connsiteX17" fmla="*/ 3920705 w 5262867"/>
              <a:gd name="connsiteY17" fmla="*/ 276303 h 1022204"/>
              <a:gd name="connsiteX18" fmla="*/ 3596855 w 5262867"/>
              <a:gd name="connsiteY18" fmla="*/ 256918 h 1022204"/>
              <a:gd name="connsiteX19" fmla="*/ 3414821 w 5262867"/>
              <a:gd name="connsiteY19" fmla="*/ 333118 h 1022204"/>
              <a:gd name="connsiteX20" fmla="*/ 3296288 w 5262867"/>
              <a:gd name="connsiteY20" fmla="*/ 451650 h 1022204"/>
              <a:gd name="connsiteX21" fmla="*/ 3084621 w 5262867"/>
              <a:gd name="connsiteY21" fmla="*/ 832650 h 1022204"/>
              <a:gd name="connsiteX22" fmla="*/ 2906821 w 5262867"/>
              <a:gd name="connsiteY22" fmla="*/ 985051 h 1022204"/>
              <a:gd name="connsiteX23" fmla="*/ 2542755 w 5262867"/>
              <a:gd name="connsiteY23" fmla="*/ 1018917 h 1022204"/>
              <a:gd name="connsiteX24" fmla="*/ 1856955 w 5262867"/>
              <a:gd name="connsiteY24" fmla="*/ 925784 h 1022204"/>
              <a:gd name="connsiteX25" fmla="*/ 1188088 w 5262867"/>
              <a:gd name="connsiteY25" fmla="*/ 714118 h 1022204"/>
              <a:gd name="connsiteX26" fmla="*/ 891755 w 5262867"/>
              <a:gd name="connsiteY26" fmla="*/ 443184 h 1022204"/>
              <a:gd name="connsiteX27" fmla="*/ 705488 w 5262867"/>
              <a:gd name="connsiteY27" fmla="*/ 316184 h 1022204"/>
              <a:gd name="connsiteX28" fmla="*/ 502288 w 5262867"/>
              <a:gd name="connsiteY28" fmla="*/ 265384 h 1022204"/>
              <a:gd name="connsiteX29" fmla="*/ 146687 w 5262867"/>
              <a:gd name="connsiteY29" fmla="*/ 223051 h 1022204"/>
              <a:gd name="connsiteX30" fmla="*/ 19688 w 5262867"/>
              <a:gd name="connsiteY30" fmla="*/ 223051 h 1022204"/>
              <a:gd name="connsiteX31" fmla="*/ 87421 w 5262867"/>
              <a:gd name="connsiteY31" fmla="*/ 129917 h 1022204"/>
              <a:gd name="connsiteX0" fmla="*/ 87421 w 4954253"/>
              <a:gd name="connsiteY0" fmla="*/ 129917 h 1022204"/>
              <a:gd name="connsiteX1" fmla="*/ 815555 w 4954253"/>
              <a:gd name="connsiteY1" fmla="*/ 273851 h 1022204"/>
              <a:gd name="connsiteX2" fmla="*/ 1416688 w 4954253"/>
              <a:gd name="connsiteY2" fmla="*/ 714117 h 1022204"/>
              <a:gd name="connsiteX3" fmla="*/ 2813688 w 4954253"/>
              <a:gd name="connsiteY3" fmla="*/ 908851 h 1022204"/>
              <a:gd name="connsiteX4" fmla="*/ 3313221 w 4954253"/>
              <a:gd name="connsiteY4" fmla="*/ 273851 h 1022204"/>
              <a:gd name="connsiteX5" fmla="*/ 3878372 w 4954253"/>
              <a:gd name="connsiteY5" fmla="*/ 172297 h 1022204"/>
              <a:gd name="connsiteX6" fmla="*/ 4346155 w 4954253"/>
              <a:gd name="connsiteY6" fmla="*/ 442358 h 1022204"/>
              <a:gd name="connsiteX7" fmla="*/ 4771605 w 4954253"/>
              <a:gd name="connsiteY7" fmla="*/ 536787 h 1022204"/>
              <a:gd name="connsiteX8" fmla="*/ 4640729 w 4954253"/>
              <a:gd name="connsiteY8" fmla="*/ 332162 h 1022204"/>
              <a:gd name="connsiteX9" fmla="*/ 4577229 w 4954253"/>
              <a:gd name="connsiteY9" fmla="*/ 34342 h 1022204"/>
              <a:gd name="connsiteX10" fmla="*/ 4913421 w 4954253"/>
              <a:gd name="connsiteY10" fmla="*/ 25817 h 1022204"/>
              <a:gd name="connsiteX11" fmla="*/ 4882029 w 4954253"/>
              <a:gd name="connsiteY11" fmla="*/ 281315 h 1022204"/>
              <a:gd name="connsiteX12" fmla="*/ 4850279 w 4954253"/>
              <a:gd name="connsiteY12" fmla="*/ 404799 h 1022204"/>
              <a:gd name="connsiteX13" fmla="*/ 4945528 w 4954253"/>
              <a:gd name="connsiteY13" fmla="*/ 608188 h 1022204"/>
              <a:gd name="connsiteX14" fmla="*/ 4593805 w 4954253"/>
              <a:gd name="connsiteY14" fmla="*/ 651572 h 1022204"/>
              <a:gd name="connsiteX15" fmla="*/ 4418120 w 4954253"/>
              <a:gd name="connsiteY15" fmla="*/ 581339 h 1022204"/>
              <a:gd name="connsiteX16" fmla="*/ 4145428 w 4954253"/>
              <a:gd name="connsiteY16" fmla="*/ 412062 h 1022204"/>
              <a:gd name="connsiteX17" fmla="*/ 3920705 w 4954253"/>
              <a:gd name="connsiteY17" fmla="*/ 276303 h 1022204"/>
              <a:gd name="connsiteX18" fmla="*/ 3596855 w 4954253"/>
              <a:gd name="connsiteY18" fmla="*/ 256918 h 1022204"/>
              <a:gd name="connsiteX19" fmla="*/ 3414821 w 4954253"/>
              <a:gd name="connsiteY19" fmla="*/ 333118 h 1022204"/>
              <a:gd name="connsiteX20" fmla="*/ 3296288 w 4954253"/>
              <a:gd name="connsiteY20" fmla="*/ 451650 h 1022204"/>
              <a:gd name="connsiteX21" fmla="*/ 3084621 w 4954253"/>
              <a:gd name="connsiteY21" fmla="*/ 832650 h 1022204"/>
              <a:gd name="connsiteX22" fmla="*/ 2906821 w 4954253"/>
              <a:gd name="connsiteY22" fmla="*/ 985051 h 1022204"/>
              <a:gd name="connsiteX23" fmla="*/ 2542755 w 4954253"/>
              <a:gd name="connsiteY23" fmla="*/ 1018917 h 1022204"/>
              <a:gd name="connsiteX24" fmla="*/ 1856955 w 4954253"/>
              <a:gd name="connsiteY24" fmla="*/ 925784 h 1022204"/>
              <a:gd name="connsiteX25" fmla="*/ 1188088 w 4954253"/>
              <a:gd name="connsiteY25" fmla="*/ 714118 h 1022204"/>
              <a:gd name="connsiteX26" fmla="*/ 891755 w 4954253"/>
              <a:gd name="connsiteY26" fmla="*/ 443184 h 1022204"/>
              <a:gd name="connsiteX27" fmla="*/ 705488 w 4954253"/>
              <a:gd name="connsiteY27" fmla="*/ 316184 h 1022204"/>
              <a:gd name="connsiteX28" fmla="*/ 502288 w 4954253"/>
              <a:gd name="connsiteY28" fmla="*/ 265384 h 1022204"/>
              <a:gd name="connsiteX29" fmla="*/ 146687 w 4954253"/>
              <a:gd name="connsiteY29" fmla="*/ 223051 h 1022204"/>
              <a:gd name="connsiteX30" fmla="*/ 19688 w 4954253"/>
              <a:gd name="connsiteY30" fmla="*/ 223051 h 1022204"/>
              <a:gd name="connsiteX31" fmla="*/ 87421 w 4954253"/>
              <a:gd name="connsiteY31" fmla="*/ 129917 h 1022204"/>
              <a:gd name="connsiteX0" fmla="*/ 87421 w 4975828"/>
              <a:gd name="connsiteY0" fmla="*/ 129917 h 1022204"/>
              <a:gd name="connsiteX1" fmla="*/ 815555 w 4975828"/>
              <a:gd name="connsiteY1" fmla="*/ 273851 h 1022204"/>
              <a:gd name="connsiteX2" fmla="*/ 1416688 w 4975828"/>
              <a:gd name="connsiteY2" fmla="*/ 714117 h 1022204"/>
              <a:gd name="connsiteX3" fmla="*/ 2813688 w 4975828"/>
              <a:gd name="connsiteY3" fmla="*/ 908851 h 1022204"/>
              <a:gd name="connsiteX4" fmla="*/ 3313221 w 4975828"/>
              <a:gd name="connsiteY4" fmla="*/ 273851 h 1022204"/>
              <a:gd name="connsiteX5" fmla="*/ 3878372 w 4975828"/>
              <a:gd name="connsiteY5" fmla="*/ 172297 h 1022204"/>
              <a:gd name="connsiteX6" fmla="*/ 4346155 w 4975828"/>
              <a:gd name="connsiteY6" fmla="*/ 442358 h 1022204"/>
              <a:gd name="connsiteX7" fmla="*/ 4771605 w 4975828"/>
              <a:gd name="connsiteY7" fmla="*/ 536787 h 1022204"/>
              <a:gd name="connsiteX8" fmla="*/ 4640729 w 4975828"/>
              <a:gd name="connsiteY8" fmla="*/ 332162 h 1022204"/>
              <a:gd name="connsiteX9" fmla="*/ 4577229 w 4975828"/>
              <a:gd name="connsiteY9" fmla="*/ 34342 h 1022204"/>
              <a:gd name="connsiteX10" fmla="*/ 4913421 w 4975828"/>
              <a:gd name="connsiteY10" fmla="*/ 25817 h 1022204"/>
              <a:gd name="connsiteX11" fmla="*/ 4882029 w 4975828"/>
              <a:gd name="connsiteY11" fmla="*/ 281315 h 1022204"/>
              <a:gd name="connsiteX12" fmla="*/ 4850279 w 4975828"/>
              <a:gd name="connsiteY12" fmla="*/ 404799 h 1022204"/>
              <a:gd name="connsiteX13" fmla="*/ 4945528 w 4975828"/>
              <a:gd name="connsiteY13" fmla="*/ 608188 h 1022204"/>
              <a:gd name="connsiteX14" fmla="*/ 4873205 w 4975828"/>
              <a:gd name="connsiteY14" fmla="*/ 796849 h 1022204"/>
              <a:gd name="connsiteX15" fmla="*/ 4418120 w 4975828"/>
              <a:gd name="connsiteY15" fmla="*/ 581339 h 1022204"/>
              <a:gd name="connsiteX16" fmla="*/ 4145428 w 4975828"/>
              <a:gd name="connsiteY16" fmla="*/ 412062 h 1022204"/>
              <a:gd name="connsiteX17" fmla="*/ 3920705 w 4975828"/>
              <a:gd name="connsiteY17" fmla="*/ 276303 h 1022204"/>
              <a:gd name="connsiteX18" fmla="*/ 3596855 w 4975828"/>
              <a:gd name="connsiteY18" fmla="*/ 256918 h 1022204"/>
              <a:gd name="connsiteX19" fmla="*/ 3414821 w 4975828"/>
              <a:gd name="connsiteY19" fmla="*/ 333118 h 1022204"/>
              <a:gd name="connsiteX20" fmla="*/ 3296288 w 4975828"/>
              <a:gd name="connsiteY20" fmla="*/ 451650 h 1022204"/>
              <a:gd name="connsiteX21" fmla="*/ 3084621 w 4975828"/>
              <a:gd name="connsiteY21" fmla="*/ 832650 h 1022204"/>
              <a:gd name="connsiteX22" fmla="*/ 2906821 w 4975828"/>
              <a:gd name="connsiteY22" fmla="*/ 985051 h 1022204"/>
              <a:gd name="connsiteX23" fmla="*/ 2542755 w 4975828"/>
              <a:gd name="connsiteY23" fmla="*/ 1018917 h 1022204"/>
              <a:gd name="connsiteX24" fmla="*/ 1856955 w 4975828"/>
              <a:gd name="connsiteY24" fmla="*/ 925784 h 1022204"/>
              <a:gd name="connsiteX25" fmla="*/ 1188088 w 4975828"/>
              <a:gd name="connsiteY25" fmla="*/ 714118 h 1022204"/>
              <a:gd name="connsiteX26" fmla="*/ 891755 w 4975828"/>
              <a:gd name="connsiteY26" fmla="*/ 443184 h 1022204"/>
              <a:gd name="connsiteX27" fmla="*/ 705488 w 4975828"/>
              <a:gd name="connsiteY27" fmla="*/ 316184 h 1022204"/>
              <a:gd name="connsiteX28" fmla="*/ 502288 w 4975828"/>
              <a:gd name="connsiteY28" fmla="*/ 265384 h 1022204"/>
              <a:gd name="connsiteX29" fmla="*/ 146687 w 4975828"/>
              <a:gd name="connsiteY29" fmla="*/ 223051 h 1022204"/>
              <a:gd name="connsiteX30" fmla="*/ 19688 w 4975828"/>
              <a:gd name="connsiteY30" fmla="*/ 223051 h 1022204"/>
              <a:gd name="connsiteX31" fmla="*/ 87421 w 4975828"/>
              <a:gd name="connsiteY31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46155 w 4975610"/>
              <a:gd name="connsiteY6" fmla="*/ 442358 h 1022204"/>
              <a:gd name="connsiteX7" fmla="*/ 4771605 w 4975610"/>
              <a:gd name="connsiteY7" fmla="*/ 536787 h 1022204"/>
              <a:gd name="connsiteX8" fmla="*/ 4640729 w 4975610"/>
              <a:gd name="connsiteY8" fmla="*/ 332162 h 1022204"/>
              <a:gd name="connsiteX9" fmla="*/ 4577229 w 4975610"/>
              <a:gd name="connsiteY9" fmla="*/ 34342 h 1022204"/>
              <a:gd name="connsiteX10" fmla="*/ 4913421 w 4975610"/>
              <a:gd name="connsiteY10" fmla="*/ 25817 h 1022204"/>
              <a:gd name="connsiteX11" fmla="*/ 4882029 w 4975610"/>
              <a:gd name="connsiteY11" fmla="*/ 281315 h 1022204"/>
              <a:gd name="connsiteX12" fmla="*/ 4850279 w 4975610"/>
              <a:gd name="connsiteY12" fmla="*/ 404799 h 1022204"/>
              <a:gd name="connsiteX13" fmla="*/ 4945528 w 4975610"/>
              <a:gd name="connsiteY13" fmla="*/ 608188 h 1022204"/>
              <a:gd name="connsiteX14" fmla="*/ 4873205 w 4975610"/>
              <a:gd name="connsiteY14" fmla="*/ 796849 h 1022204"/>
              <a:gd name="connsiteX15" fmla="*/ 4424470 w 4975610"/>
              <a:gd name="connsiteY15" fmla="*/ 712089 h 1022204"/>
              <a:gd name="connsiteX16" fmla="*/ 4145428 w 4975610"/>
              <a:gd name="connsiteY16" fmla="*/ 412062 h 1022204"/>
              <a:gd name="connsiteX17" fmla="*/ 3920705 w 4975610"/>
              <a:gd name="connsiteY17" fmla="*/ 276303 h 1022204"/>
              <a:gd name="connsiteX18" fmla="*/ 3596855 w 4975610"/>
              <a:gd name="connsiteY18" fmla="*/ 256918 h 1022204"/>
              <a:gd name="connsiteX19" fmla="*/ 3414821 w 4975610"/>
              <a:gd name="connsiteY19" fmla="*/ 333118 h 1022204"/>
              <a:gd name="connsiteX20" fmla="*/ 3296288 w 4975610"/>
              <a:gd name="connsiteY20" fmla="*/ 451650 h 1022204"/>
              <a:gd name="connsiteX21" fmla="*/ 3084621 w 4975610"/>
              <a:gd name="connsiteY21" fmla="*/ 832650 h 1022204"/>
              <a:gd name="connsiteX22" fmla="*/ 2906821 w 4975610"/>
              <a:gd name="connsiteY22" fmla="*/ 985051 h 1022204"/>
              <a:gd name="connsiteX23" fmla="*/ 2542755 w 4975610"/>
              <a:gd name="connsiteY23" fmla="*/ 1018917 h 1022204"/>
              <a:gd name="connsiteX24" fmla="*/ 1856955 w 4975610"/>
              <a:gd name="connsiteY24" fmla="*/ 925784 h 1022204"/>
              <a:gd name="connsiteX25" fmla="*/ 1188088 w 4975610"/>
              <a:gd name="connsiteY25" fmla="*/ 714118 h 1022204"/>
              <a:gd name="connsiteX26" fmla="*/ 891755 w 4975610"/>
              <a:gd name="connsiteY26" fmla="*/ 443184 h 1022204"/>
              <a:gd name="connsiteX27" fmla="*/ 705488 w 4975610"/>
              <a:gd name="connsiteY27" fmla="*/ 316184 h 1022204"/>
              <a:gd name="connsiteX28" fmla="*/ 502288 w 4975610"/>
              <a:gd name="connsiteY28" fmla="*/ 265384 h 1022204"/>
              <a:gd name="connsiteX29" fmla="*/ 146687 w 4975610"/>
              <a:gd name="connsiteY29" fmla="*/ 223051 h 1022204"/>
              <a:gd name="connsiteX30" fmla="*/ 19688 w 4975610"/>
              <a:gd name="connsiteY30" fmla="*/ 223051 h 1022204"/>
              <a:gd name="connsiteX31" fmla="*/ 87421 w 4975610"/>
              <a:gd name="connsiteY31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58855 w 4975610"/>
              <a:gd name="connsiteY6" fmla="*/ 464150 h 1022204"/>
              <a:gd name="connsiteX7" fmla="*/ 4771605 w 4975610"/>
              <a:gd name="connsiteY7" fmla="*/ 536787 h 1022204"/>
              <a:gd name="connsiteX8" fmla="*/ 4640729 w 4975610"/>
              <a:gd name="connsiteY8" fmla="*/ 332162 h 1022204"/>
              <a:gd name="connsiteX9" fmla="*/ 4577229 w 4975610"/>
              <a:gd name="connsiteY9" fmla="*/ 34342 h 1022204"/>
              <a:gd name="connsiteX10" fmla="*/ 4913421 w 4975610"/>
              <a:gd name="connsiteY10" fmla="*/ 25817 h 1022204"/>
              <a:gd name="connsiteX11" fmla="*/ 4882029 w 4975610"/>
              <a:gd name="connsiteY11" fmla="*/ 281315 h 1022204"/>
              <a:gd name="connsiteX12" fmla="*/ 4850279 w 4975610"/>
              <a:gd name="connsiteY12" fmla="*/ 404799 h 1022204"/>
              <a:gd name="connsiteX13" fmla="*/ 4945528 w 4975610"/>
              <a:gd name="connsiteY13" fmla="*/ 608188 h 1022204"/>
              <a:gd name="connsiteX14" fmla="*/ 4873205 w 4975610"/>
              <a:gd name="connsiteY14" fmla="*/ 796849 h 1022204"/>
              <a:gd name="connsiteX15" fmla="*/ 4424470 w 4975610"/>
              <a:gd name="connsiteY15" fmla="*/ 712089 h 1022204"/>
              <a:gd name="connsiteX16" fmla="*/ 4145428 w 4975610"/>
              <a:gd name="connsiteY16" fmla="*/ 412062 h 1022204"/>
              <a:gd name="connsiteX17" fmla="*/ 3920705 w 4975610"/>
              <a:gd name="connsiteY17" fmla="*/ 276303 h 1022204"/>
              <a:gd name="connsiteX18" fmla="*/ 3596855 w 4975610"/>
              <a:gd name="connsiteY18" fmla="*/ 256918 h 1022204"/>
              <a:gd name="connsiteX19" fmla="*/ 3414821 w 4975610"/>
              <a:gd name="connsiteY19" fmla="*/ 333118 h 1022204"/>
              <a:gd name="connsiteX20" fmla="*/ 3296288 w 4975610"/>
              <a:gd name="connsiteY20" fmla="*/ 451650 h 1022204"/>
              <a:gd name="connsiteX21" fmla="*/ 3084621 w 4975610"/>
              <a:gd name="connsiteY21" fmla="*/ 832650 h 1022204"/>
              <a:gd name="connsiteX22" fmla="*/ 2906821 w 4975610"/>
              <a:gd name="connsiteY22" fmla="*/ 985051 h 1022204"/>
              <a:gd name="connsiteX23" fmla="*/ 2542755 w 4975610"/>
              <a:gd name="connsiteY23" fmla="*/ 1018917 h 1022204"/>
              <a:gd name="connsiteX24" fmla="*/ 1856955 w 4975610"/>
              <a:gd name="connsiteY24" fmla="*/ 925784 h 1022204"/>
              <a:gd name="connsiteX25" fmla="*/ 1188088 w 4975610"/>
              <a:gd name="connsiteY25" fmla="*/ 714118 h 1022204"/>
              <a:gd name="connsiteX26" fmla="*/ 891755 w 4975610"/>
              <a:gd name="connsiteY26" fmla="*/ 443184 h 1022204"/>
              <a:gd name="connsiteX27" fmla="*/ 705488 w 4975610"/>
              <a:gd name="connsiteY27" fmla="*/ 316184 h 1022204"/>
              <a:gd name="connsiteX28" fmla="*/ 502288 w 4975610"/>
              <a:gd name="connsiteY28" fmla="*/ 265384 h 1022204"/>
              <a:gd name="connsiteX29" fmla="*/ 146687 w 4975610"/>
              <a:gd name="connsiteY29" fmla="*/ 223051 h 1022204"/>
              <a:gd name="connsiteX30" fmla="*/ 19688 w 4975610"/>
              <a:gd name="connsiteY30" fmla="*/ 223051 h 1022204"/>
              <a:gd name="connsiteX31" fmla="*/ 87421 w 4975610"/>
              <a:gd name="connsiteY31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58855 w 4975610"/>
              <a:gd name="connsiteY6" fmla="*/ 464150 h 1022204"/>
              <a:gd name="connsiteX7" fmla="*/ 4551827 w 4975610"/>
              <a:gd name="connsiteY7" fmla="*/ 651771 h 1022204"/>
              <a:gd name="connsiteX8" fmla="*/ 4771605 w 4975610"/>
              <a:gd name="connsiteY8" fmla="*/ 536787 h 1022204"/>
              <a:gd name="connsiteX9" fmla="*/ 4640729 w 4975610"/>
              <a:gd name="connsiteY9" fmla="*/ 332162 h 1022204"/>
              <a:gd name="connsiteX10" fmla="*/ 4577229 w 4975610"/>
              <a:gd name="connsiteY10" fmla="*/ 34342 h 1022204"/>
              <a:gd name="connsiteX11" fmla="*/ 4913421 w 4975610"/>
              <a:gd name="connsiteY11" fmla="*/ 25817 h 1022204"/>
              <a:gd name="connsiteX12" fmla="*/ 4882029 w 4975610"/>
              <a:gd name="connsiteY12" fmla="*/ 281315 h 1022204"/>
              <a:gd name="connsiteX13" fmla="*/ 4850279 w 4975610"/>
              <a:gd name="connsiteY13" fmla="*/ 404799 h 1022204"/>
              <a:gd name="connsiteX14" fmla="*/ 4945528 w 4975610"/>
              <a:gd name="connsiteY14" fmla="*/ 608188 h 1022204"/>
              <a:gd name="connsiteX15" fmla="*/ 4873205 w 4975610"/>
              <a:gd name="connsiteY15" fmla="*/ 796849 h 1022204"/>
              <a:gd name="connsiteX16" fmla="*/ 4424470 w 4975610"/>
              <a:gd name="connsiteY16" fmla="*/ 712089 h 1022204"/>
              <a:gd name="connsiteX17" fmla="*/ 4145428 w 4975610"/>
              <a:gd name="connsiteY17" fmla="*/ 412062 h 1022204"/>
              <a:gd name="connsiteX18" fmla="*/ 3920705 w 4975610"/>
              <a:gd name="connsiteY18" fmla="*/ 276303 h 1022204"/>
              <a:gd name="connsiteX19" fmla="*/ 3596855 w 4975610"/>
              <a:gd name="connsiteY19" fmla="*/ 256918 h 1022204"/>
              <a:gd name="connsiteX20" fmla="*/ 3414821 w 4975610"/>
              <a:gd name="connsiteY20" fmla="*/ 333118 h 1022204"/>
              <a:gd name="connsiteX21" fmla="*/ 3296288 w 4975610"/>
              <a:gd name="connsiteY21" fmla="*/ 451650 h 1022204"/>
              <a:gd name="connsiteX22" fmla="*/ 3084621 w 4975610"/>
              <a:gd name="connsiteY22" fmla="*/ 832650 h 1022204"/>
              <a:gd name="connsiteX23" fmla="*/ 2906821 w 4975610"/>
              <a:gd name="connsiteY23" fmla="*/ 985051 h 1022204"/>
              <a:gd name="connsiteX24" fmla="*/ 2542755 w 4975610"/>
              <a:gd name="connsiteY24" fmla="*/ 1018917 h 1022204"/>
              <a:gd name="connsiteX25" fmla="*/ 1856955 w 4975610"/>
              <a:gd name="connsiteY25" fmla="*/ 925784 h 1022204"/>
              <a:gd name="connsiteX26" fmla="*/ 1188088 w 4975610"/>
              <a:gd name="connsiteY26" fmla="*/ 714118 h 1022204"/>
              <a:gd name="connsiteX27" fmla="*/ 891755 w 4975610"/>
              <a:gd name="connsiteY27" fmla="*/ 443184 h 1022204"/>
              <a:gd name="connsiteX28" fmla="*/ 705488 w 4975610"/>
              <a:gd name="connsiteY28" fmla="*/ 316184 h 1022204"/>
              <a:gd name="connsiteX29" fmla="*/ 502288 w 4975610"/>
              <a:gd name="connsiteY29" fmla="*/ 265384 h 1022204"/>
              <a:gd name="connsiteX30" fmla="*/ 146687 w 4975610"/>
              <a:gd name="connsiteY30" fmla="*/ 223051 h 1022204"/>
              <a:gd name="connsiteX31" fmla="*/ 19688 w 4975610"/>
              <a:gd name="connsiteY31" fmla="*/ 223051 h 1022204"/>
              <a:gd name="connsiteX32" fmla="*/ 87421 w 4975610"/>
              <a:gd name="connsiteY32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27105 w 4975610"/>
              <a:gd name="connsiteY6" fmla="*/ 464150 h 1022204"/>
              <a:gd name="connsiteX7" fmla="*/ 4551827 w 4975610"/>
              <a:gd name="connsiteY7" fmla="*/ 651771 h 1022204"/>
              <a:gd name="connsiteX8" fmla="*/ 4771605 w 4975610"/>
              <a:gd name="connsiteY8" fmla="*/ 536787 h 1022204"/>
              <a:gd name="connsiteX9" fmla="*/ 4640729 w 4975610"/>
              <a:gd name="connsiteY9" fmla="*/ 332162 h 1022204"/>
              <a:gd name="connsiteX10" fmla="*/ 4577229 w 4975610"/>
              <a:gd name="connsiteY10" fmla="*/ 34342 h 1022204"/>
              <a:gd name="connsiteX11" fmla="*/ 4913421 w 4975610"/>
              <a:gd name="connsiteY11" fmla="*/ 25817 h 1022204"/>
              <a:gd name="connsiteX12" fmla="*/ 4882029 w 4975610"/>
              <a:gd name="connsiteY12" fmla="*/ 281315 h 1022204"/>
              <a:gd name="connsiteX13" fmla="*/ 4850279 w 4975610"/>
              <a:gd name="connsiteY13" fmla="*/ 404799 h 1022204"/>
              <a:gd name="connsiteX14" fmla="*/ 4945528 w 4975610"/>
              <a:gd name="connsiteY14" fmla="*/ 608188 h 1022204"/>
              <a:gd name="connsiteX15" fmla="*/ 4873205 w 4975610"/>
              <a:gd name="connsiteY15" fmla="*/ 796849 h 1022204"/>
              <a:gd name="connsiteX16" fmla="*/ 4424470 w 4975610"/>
              <a:gd name="connsiteY16" fmla="*/ 712089 h 1022204"/>
              <a:gd name="connsiteX17" fmla="*/ 4145428 w 4975610"/>
              <a:gd name="connsiteY17" fmla="*/ 412062 h 1022204"/>
              <a:gd name="connsiteX18" fmla="*/ 3920705 w 4975610"/>
              <a:gd name="connsiteY18" fmla="*/ 276303 h 1022204"/>
              <a:gd name="connsiteX19" fmla="*/ 3596855 w 4975610"/>
              <a:gd name="connsiteY19" fmla="*/ 256918 h 1022204"/>
              <a:gd name="connsiteX20" fmla="*/ 3414821 w 4975610"/>
              <a:gd name="connsiteY20" fmla="*/ 333118 h 1022204"/>
              <a:gd name="connsiteX21" fmla="*/ 3296288 w 4975610"/>
              <a:gd name="connsiteY21" fmla="*/ 451650 h 1022204"/>
              <a:gd name="connsiteX22" fmla="*/ 3084621 w 4975610"/>
              <a:gd name="connsiteY22" fmla="*/ 832650 h 1022204"/>
              <a:gd name="connsiteX23" fmla="*/ 2906821 w 4975610"/>
              <a:gd name="connsiteY23" fmla="*/ 985051 h 1022204"/>
              <a:gd name="connsiteX24" fmla="*/ 2542755 w 4975610"/>
              <a:gd name="connsiteY24" fmla="*/ 1018917 h 1022204"/>
              <a:gd name="connsiteX25" fmla="*/ 1856955 w 4975610"/>
              <a:gd name="connsiteY25" fmla="*/ 925784 h 1022204"/>
              <a:gd name="connsiteX26" fmla="*/ 1188088 w 4975610"/>
              <a:gd name="connsiteY26" fmla="*/ 714118 h 1022204"/>
              <a:gd name="connsiteX27" fmla="*/ 891755 w 4975610"/>
              <a:gd name="connsiteY27" fmla="*/ 443184 h 1022204"/>
              <a:gd name="connsiteX28" fmla="*/ 705488 w 4975610"/>
              <a:gd name="connsiteY28" fmla="*/ 316184 h 1022204"/>
              <a:gd name="connsiteX29" fmla="*/ 502288 w 4975610"/>
              <a:gd name="connsiteY29" fmla="*/ 265384 h 1022204"/>
              <a:gd name="connsiteX30" fmla="*/ 146687 w 4975610"/>
              <a:gd name="connsiteY30" fmla="*/ 223051 h 1022204"/>
              <a:gd name="connsiteX31" fmla="*/ 19688 w 4975610"/>
              <a:gd name="connsiteY31" fmla="*/ 223051 h 1022204"/>
              <a:gd name="connsiteX32" fmla="*/ 87421 w 4975610"/>
              <a:gd name="connsiteY32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27105 w 4975610"/>
              <a:gd name="connsiteY6" fmla="*/ 464150 h 1022204"/>
              <a:gd name="connsiteX7" fmla="*/ 4437527 w 4975610"/>
              <a:gd name="connsiteY7" fmla="*/ 622716 h 1022204"/>
              <a:gd name="connsiteX8" fmla="*/ 4771605 w 4975610"/>
              <a:gd name="connsiteY8" fmla="*/ 536787 h 1022204"/>
              <a:gd name="connsiteX9" fmla="*/ 4640729 w 4975610"/>
              <a:gd name="connsiteY9" fmla="*/ 332162 h 1022204"/>
              <a:gd name="connsiteX10" fmla="*/ 4577229 w 4975610"/>
              <a:gd name="connsiteY10" fmla="*/ 34342 h 1022204"/>
              <a:gd name="connsiteX11" fmla="*/ 4913421 w 4975610"/>
              <a:gd name="connsiteY11" fmla="*/ 25817 h 1022204"/>
              <a:gd name="connsiteX12" fmla="*/ 4882029 w 4975610"/>
              <a:gd name="connsiteY12" fmla="*/ 281315 h 1022204"/>
              <a:gd name="connsiteX13" fmla="*/ 4850279 w 4975610"/>
              <a:gd name="connsiteY13" fmla="*/ 404799 h 1022204"/>
              <a:gd name="connsiteX14" fmla="*/ 4945528 w 4975610"/>
              <a:gd name="connsiteY14" fmla="*/ 608188 h 1022204"/>
              <a:gd name="connsiteX15" fmla="*/ 4873205 w 4975610"/>
              <a:gd name="connsiteY15" fmla="*/ 796849 h 1022204"/>
              <a:gd name="connsiteX16" fmla="*/ 4424470 w 4975610"/>
              <a:gd name="connsiteY16" fmla="*/ 712089 h 1022204"/>
              <a:gd name="connsiteX17" fmla="*/ 4145428 w 4975610"/>
              <a:gd name="connsiteY17" fmla="*/ 412062 h 1022204"/>
              <a:gd name="connsiteX18" fmla="*/ 3920705 w 4975610"/>
              <a:gd name="connsiteY18" fmla="*/ 276303 h 1022204"/>
              <a:gd name="connsiteX19" fmla="*/ 3596855 w 4975610"/>
              <a:gd name="connsiteY19" fmla="*/ 256918 h 1022204"/>
              <a:gd name="connsiteX20" fmla="*/ 3414821 w 4975610"/>
              <a:gd name="connsiteY20" fmla="*/ 333118 h 1022204"/>
              <a:gd name="connsiteX21" fmla="*/ 3296288 w 4975610"/>
              <a:gd name="connsiteY21" fmla="*/ 451650 h 1022204"/>
              <a:gd name="connsiteX22" fmla="*/ 3084621 w 4975610"/>
              <a:gd name="connsiteY22" fmla="*/ 832650 h 1022204"/>
              <a:gd name="connsiteX23" fmla="*/ 2906821 w 4975610"/>
              <a:gd name="connsiteY23" fmla="*/ 985051 h 1022204"/>
              <a:gd name="connsiteX24" fmla="*/ 2542755 w 4975610"/>
              <a:gd name="connsiteY24" fmla="*/ 1018917 h 1022204"/>
              <a:gd name="connsiteX25" fmla="*/ 1856955 w 4975610"/>
              <a:gd name="connsiteY25" fmla="*/ 925784 h 1022204"/>
              <a:gd name="connsiteX26" fmla="*/ 1188088 w 4975610"/>
              <a:gd name="connsiteY26" fmla="*/ 714118 h 1022204"/>
              <a:gd name="connsiteX27" fmla="*/ 891755 w 4975610"/>
              <a:gd name="connsiteY27" fmla="*/ 443184 h 1022204"/>
              <a:gd name="connsiteX28" fmla="*/ 705488 w 4975610"/>
              <a:gd name="connsiteY28" fmla="*/ 316184 h 1022204"/>
              <a:gd name="connsiteX29" fmla="*/ 502288 w 4975610"/>
              <a:gd name="connsiteY29" fmla="*/ 265384 h 1022204"/>
              <a:gd name="connsiteX30" fmla="*/ 146687 w 4975610"/>
              <a:gd name="connsiteY30" fmla="*/ 223051 h 1022204"/>
              <a:gd name="connsiteX31" fmla="*/ 19688 w 4975610"/>
              <a:gd name="connsiteY31" fmla="*/ 223051 h 1022204"/>
              <a:gd name="connsiteX32" fmla="*/ 87421 w 4975610"/>
              <a:gd name="connsiteY32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27105 w 4975610"/>
              <a:gd name="connsiteY6" fmla="*/ 464150 h 1022204"/>
              <a:gd name="connsiteX7" fmla="*/ 4488327 w 4975610"/>
              <a:gd name="connsiteY7" fmla="*/ 644508 h 1022204"/>
              <a:gd name="connsiteX8" fmla="*/ 4771605 w 4975610"/>
              <a:gd name="connsiteY8" fmla="*/ 536787 h 1022204"/>
              <a:gd name="connsiteX9" fmla="*/ 4640729 w 4975610"/>
              <a:gd name="connsiteY9" fmla="*/ 332162 h 1022204"/>
              <a:gd name="connsiteX10" fmla="*/ 4577229 w 4975610"/>
              <a:gd name="connsiteY10" fmla="*/ 34342 h 1022204"/>
              <a:gd name="connsiteX11" fmla="*/ 4913421 w 4975610"/>
              <a:gd name="connsiteY11" fmla="*/ 25817 h 1022204"/>
              <a:gd name="connsiteX12" fmla="*/ 4882029 w 4975610"/>
              <a:gd name="connsiteY12" fmla="*/ 281315 h 1022204"/>
              <a:gd name="connsiteX13" fmla="*/ 4850279 w 4975610"/>
              <a:gd name="connsiteY13" fmla="*/ 404799 h 1022204"/>
              <a:gd name="connsiteX14" fmla="*/ 4945528 w 4975610"/>
              <a:gd name="connsiteY14" fmla="*/ 608188 h 1022204"/>
              <a:gd name="connsiteX15" fmla="*/ 4873205 w 4975610"/>
              <a:gd name="connsiteY15" fmla="*/ 796849 h 1022204"/>
              <a:gd name="connsiteX16" fmla="*/ 4424470 w 4975610"/>
              <a:gd name="connsiteY16" fmla="*/ 712089 h 1022204"/>
              <a:gd name="connsiteX17" fmla="*/ 4145428 w 4975610"/>
              <a:gd name="connsiteY17" fmla="*/ 412062 h 1022204"/>
              <a:gd name="connsiteX18" fmla="*/ 3920705 w 4975610"/>
              <a:gd name="connsiteY18" fmla="*/ 276303 h 1022204"/>
              <a:gd name="connsiteX19" fmla="*/ 3596855 w 4975610"/>
              <a:gd name="connsiteY19" fmla="*/ 256918 h 1022204"/>
              <a:gd name="connsiteX20" fmla="*/ 3414821 w 4975610"/>
              <a:gd name="connsiteY20" fmla="*/ 333118 h 1022204"/>
              <a:gd name="connsiteX21" fmla="*/ 3296288 w 4975610"/>
              <a:gd name="connsiteY21" fmla="*/ 451650 h 1022204"/>
              <a:gd name="connsiteX22" fmla="*/ 3084621 w 4975610"/>
              <a:gd name="connsiteY22" fmla="*/ 832650 h 1022204"/>
              <a:gd name="connsiteX23" fmla="*/ 2906821 w 4975610"/>
              <a:gd name="connsiteY23" fmla="*/ 985051 h 1022204"/>
              <a:gd name="connsiteX24" fmla="*/ 2542755 w 4975610"/>
              <a:gd name="connsiteY24" fmla="*/ 1018917 h 1022204"/>
              <a:gd name="connsiteX25" fmla="*/ 1856955 w 4975610"/>
              <a:gd name="connsiteY25" fmla="*/ 925784 h 1022204"/>
              <a:gd name="connsiteX26" fmla="*/ 1188088 w 4975610"/>
              <a:gd name="connsiteY26" fmla="*/ 714118 h 1022204"/>
              <a:gd name="connsiteX27" fmla="*/ 891755 w 4975610"/>
              <a:gd name="connsiteY27" fmla="*/ 443184 h 1022204"/>
              <a:gd name="connsiteX28" fmla="*/ 705488 w 4975610"/>
              <a:gd name="connsiteY28" fmla="*/ 316184 h 1022204"/>
              <a:gd name="connsiteX29" fmla="*/ 502288 w 4975610"/>
              <a:gd name="connsiteY29" fmla="*/ 265384 h 1022204"/>
              <a:gd name="connsiteX30" fmla="*/ 146687 w 4975610"/>
              <a:gd name="connsiteY30" fmla="*/ 223051 h 1022204"/>
              <a:gd name="connsiteX31" fmla="*/ 19688 w 4975610"/>
              <a:gd name="connsiteY31" fmla="*/ 223051 h 1022204"/>
              <a:gd name="connsiteX32" fmla="*/ 87421 w 4975610"/>
              <a:gd name="connsiteY32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27105 w 4975610"/>
              <a:gd name="connsiteY6" fmla="*/ 464150 h 1022204"/>
              <a:gd name="connsiteX7" fmla="*/ 4469277 w 4975610"/>
              <a:gd name="connsiteY7" fmla="*/ 622716 h 1022204"/>
              <a:gd name="connsiteX8" fmla="*/ 4771605 w 4975610"/>
              <a:gd name="connsiteY8" fmla="*/ 536787 h 1022204"/>
              <a:gd name="connsiteX9" fmla="*/ 4640729 w 4975610"/>
              <a:gd name="connsiteY9" fmla="*/ 332162 h 1022204"/>
              <a:gd name="connsiteX10" fmla="*/ 4577229 w 4975610"/>
              <a:gd name="connsiteY10" fmla="*/ 34342 h 1022204"/>
              <a:gd name="connsiteX11" fmla="*/ 4913421 w 4975610"/>
              <a:gd name="connsiteY11" fmla="*/ 25817 h 1022204"/>
              <a:gd name="connsiteX12" fmla="*/ 4882029 w 4975610"/>
              <a:gd name="connsiteY12" fmla="*/ 281315 h 1022204"/>
              <a:gd name="connsiteX13" fmla="*/ 4850279 w 4975610"/>
              <a:gd name="connsiteY13" fmla="*/ 404799 h 1022204"/>
              <a:gd name="connsiteX14" fmla="*/ 4945528 w 4975610"/>
              <a:gd name="connsiteY14" fmla="*/ 608188 h 1022204"/>
              <a:gd name="connsiteX15" fmla="*/ 4873205 w 4975610"/>
              <a:gd name="connsiteY15" fmla="*/ 796849 h 1022204"/>
              <a:gd name="connsiteX16" fmla="*/ 4424470 w 4975610"/>
              <a:gd name="connsiteY16" fmla="*/ 712089 h 1022204"/>
              <a:gd name="connsiteX17" fmla="*/ 4145428 w 4975610"/>
              <a:gd name="connsiteY17" fmla="*/ 412062 h 1022204"/>
              <a:gd name="connsiteX18" fmla="*/ 3920705 w 4975610"/>
              <a:gd name="connsiteY18" fmla="*/ 276303 h 1022204"/>
              <a:gd name="connsiteX19" fmla="*/ 3596855 w 4975610"/>
              <a:gd name="connsiteY19" fmla="*/ 256918 h 1022204"/>
              <a:gd name="connsiteX20" fmla="*/ 3414821 w 4975610"/>
              <a:gd name="connsiteY20" fmla="*/ 333118 h 1022204"/>
              <a:gd name="connsiteX21" fmla="*/ 3296288 w 4975610"/>
              <a:gd name="connsiteY21" fmla="*/ 451650 h 1022204"/>
              <a:gd name="connsiteX22" fmla="*/ 3084621 w 4975610"/>
              <a:gd name="connsiteY22" fmla="*/ 832650 h 1022204"/>
              <a:gd name="connsiteX23" fmla="*/ 2906821 w 4975610"/>
              <a:gd name="connsiteY23" fmla="*/ 985051 h 1022204"/>
              <a:gd name="connsiteX24" fmla="*/ 2542755 w 4975610"/>
              <a:gd name="connsiteY24" fmla="*/ 1018917 h 1022204"/>
              <a:gd name="connsiteX25" fmla="*/ 1856955 w 4975610"/>
              <a:gd name="connsiteY25" fmla="*/ 925784 h 1022204"/>
              <a:gd name="connsiteX26" fmla="*/ 1188088 w 4975610"/>
              <a:gd name="connsiteY26" fmla="*/ 714118 h 1022204"/>
              <a:gd name="connsiteX27" fmla="*/ 891755 w 4975610"/>
              <a:gd name="connsiteY27" fmla="*/ 443184 h 1022204"/>
              <a:gd name="connsiteX28" fmla="*/ 705488 w 4975610"/>
              <a:gd name="connsiteY28" fmla="*/ 316184 h 1022204"/>
              <a:gd name="connsiteX29" fmla="*/ 502288 w 4975610"/>
              <a:gd name="connsiteY29" fmla="*/ 265384 h 1022204"/>
              <a:gd name="connsiteX30" fmla="*/ 146687 w 4975610"/>
              <a:gd name="connsiteY30" fmla="*/ 223051 h 1022204"/>
              <a:gd name="connsiteX31" fmla="*/ 19688 w 4975610"/>
              <a:gd name="connsiteY31" fmla="*/ 223051 h 1022204"/>
              <a:gd name="connsiteX32" fmla="*/ 87421 w 4975610"/>
              <a:gd name="connsiteY32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27105 w 4975610"/>
              <a:gd name="connsiteY6" fmla="*/ 464150 h 1022204"/>
              <a:gd name="connsiteX7" fmla="*/ 4469277 w 4975610"/>
              <a:gd name="connsiteY7" fmla="*/ 622716 h 1022204"/>
              <a:gd name="connsiteX8" fmla="*/ 4710577 w 4975610"/>
              <a:gd name="connsiteY8" fmla="*/ 659035 h 1022204"/>
              <a:gd name="connsiteX9" fmla="*/ 4771605 w 4975610"/>
              <a:gd name="connsiteY9" fmla="*/ 536787 h 1022204"/>
              <a:gd name="connsiteX10" fmla="*/ 4640729 w 4975610"/>
              <a:gd name="connsiteY10" fmla="*/ 332162 h 1022204"/>
              <a:gd name="connsiteX11" fmla="*/ 4577229 w 4975610"/>
              <a:gd name="connsiteY11" fmla="*/ 34342 h 1022204"/>
              <a:gd name="connsiteX12" fmla="*/ 4913421 w 4975610"/>
              <a:gd name="connsiteY12" fmla="*/ 25817 h 1022204"/>
              <a:gd name="connsiteX13" fmla="*/ 4882029 w 4975610"/>
              <a:gd name="connsiteY13" fmla="*/ 281315 h 1022204"/>
              <a:gd name="connsiteX14" fmla="*/ 4850279 w 4975610"/>
              <a:gd name="connsiteY14" fmla="*/ 404799 h 1022204"/>
              <a:gd name="connsiteX15" fmla="*/ 4945528 w 4975610"/>
              <a:gd name="connsiteY15" fmla="*/ 608188 h 1022204"/>
              <a:gd name="connsiteX16" fmla="*/ 4873205 w 4975610"/>
              <a:gd name="connsiteY16" fmla="*/ 796849 h 1022204"/>
              <a:gd name="connsiteX17" fmla="*/ 4424470 w 4975610"/>
              <a:gd name="connsiteY17" fmla="*/ 712089 h 1022204"/>
              <a:gd name="connsiteX18" fmla="*/ 4145428 w 4975610"/>
              <a:gd name="connsiteY18" fmla="*/ 412062 h 1022204"/>
              <a:gd name="connsiteX19" fmla="*/ 3920705 w 4975610"/>
              <a:gd name="connsiteY19" fmla="*/ 276303 h 1022204"/>
              <a:gd name="connsiteX20" fmla="*/ 3596855 w 4975610"/>
              <a:gd name="connsiteY20" fmla="*/ 256918 h 1022204"/>
              <a:gd name="connsiteX21" fmla="*/ 3414821 w 4975610"/>
              <a:gd name="connsiteY21" fmla="*/ 333118 h 1022204"/>
              <a:gd name="connsiteX22" fmla="*/ 3296288 w 4975610"/>
              <a:gd name="connsiteY22" fmla="*/ 451650 h 1022204"/>
              <a:gd name="connsiteX23" fmla="*/ 3084621 w 4975610"/>
              <a:gd name="connsiteY23" fmla="*/ 832650 h 1022204"/>
              <a:gd name="connsiteX24" fmla="*/ 2906821 w 4975610"/>
              <a:gd name="connsiteY24" fmla="*/ 985051 h 1022204"/>
              <a:gd name="connsiteX25" fmla="*/ 2542755 w 4975610"/>
              <a:gd name="connsiteY25" fmla="*/ 1018917 h 1022204"/>
              <a:gd name="connsiteX26" fmla="*/ 1856955 w 4975610"/>
              <a:gd name="connsiteY26" fmla="*/ 925784 h 1022204"/>
              <a:gd name="connsiteX27" fmla="*/ 1188088 w 4975610"/>
              <a:gd name="connsiteY27" fmla="*/ 714118 h 1022204"/>
              <a:gd name="connsiteX28" fmla="*/ 891755 w 4975610"/>
              <a:gd name="connsiteY28" fmla="*/ 443184 h 1022204"/>
              <a:gd name="connsiteX29" fmla="*/ 705488 w 4975610"/>
              <a:gd name="connsiteY29" fmla="*/ 316184 h 1022204"/>
              <a:gd name="connsiteX30" fmla="*/ 502288 w 4975610"/>
              <a:gd name="connsiteY30" fmla="*/ 265384 h 1022204"/>
              <a:gd name="connsiteX31" fmla="*/ 146687 w 4975610"/>
              <a:gd name="connsiteY31" fmla="*/ 223051 h 1022204"/>
              <a:gd name="connsiteX32" fmla="*/ 19688 w 4975610"/>
              <a:gd name="connsiteY32" fmla="*/ 223051 h 1022204"/>
              <a:gd name="connsiteX33" fmla="*/ 87421 w 4975610"/>
              <a:gd name="connsiteY33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27105 w 4975610"/>
              <a:gd name="connsiteY6" fmla="*/ 464150 h 1022204"/>
              <a:gd name="connsiteX7" fmla="*/ 4469277 w 4975610"/>
              <a:gd name="connsiteY7" fmla="*/ 622716 h 1022204"/>
              <a:gd name="connsiteX8" fmla="*/ 4710577 w 4975610"/>
              <a:gd name="connsiteY8" fmla="*/ 659035 h 1022204"/>
              <a:gd name="connsiteX9" fmla="*/ 4771605 w 4975610"/>
              <a:gd name="connsiteY9" fmla="*/ 536787 h 1022204"/>
              <a:gd name="connsiteX10" fmla="*/ 4640729 w 4975610"/>
              <a:gd name="connsiteY10" fmla="*/ 332162 h 1022204"/>
              <a:gd name="connsiteX11" fmla="*/ 4577229 w 4975610"/>
              <a:gd name="connsiteY11" fmla="*/ 34342 h 1022204"/>
              <a:gd name="connsiteX12" fmla="*/ 4913421 w 4975610"/>
              <a:gd name="connsiteY12" fmla="*/ 25817 h 1022204"/>
              <a:gd name="connsiteX13" fmla="*/ 4882029 w 4975610"/>
              <a:gd name="connsiteY13" fmla="*/ 281315 h 1022204"/>
              <a:gd name="connsiteX14" fmla="*/ 4850279 w 4975610"/>
              <a:gd name="connsiteY14" fmla="*/ 404799 h 1022204"/>
              <a:gd name="connsiteX15" fmla="*/ 4945528 w 4975610"/>
              <a:gd name="connsiteY15" fmla="*/ 608188 h 1022204"/>
              <a:gd name="connsiteX16" fmla="*/ 4873205 w 4975610"/>
              <a:gd name="connsiteY16" fmla="*/ 796849 h 1022204"/>
              <a:gd name="connsiteX17" fmla="*/ 4424470 w 4975610"/>
              <a:gd name="connsiteY17" fmla="*/ 712089 h 1022204"/>
              <a:gd name="connsiteX18" fmla="*/ 4145428 w 4975610"/>
              <a:gd name="connsiteY18" fmla="*/ 412062 h 1022204"/>
              <a:gd name="connsiteX19" fmla="*/ 3920705 w 4975610"/>
              <a:gd name="connsiteY19" fmla="*/ 276303 h 1022204"/>
              <a:gd name="connsiteX20" fmla="*/ 3596855 w 4975610"/>
              <a:gd name="connsiteY20" fmla="*/ 256918 h 1022204"/>
              <a:gd name="connsiteX21" fmla="*/ 3414821 w 4975610"/>
              <a:gd name="connsiteY21" fmla="*/ 333118 h 1022204"/>
              <a:gd name="connsiteX22" fmla="*/ 3296288 w 4975610"/>
              <a:gd name="connsiteY22" fmla="*/ 451650 h 1022204"/>
              <a:gd name="connsiteX23" fmla="*/ 3084621 w 4975610"/>
              <a:gd name="connsiteY23" fmla="*/ 832650 h 1022204"/>
              <a:gd name="connsiteX24" fmla="*/ 2906821 w 4975610"/>
              <a:gd name="connsiteY24" fmla="*/ 985051 h 1022204"/>
              <a:gd name="connsiteX25" fmla="*/ 2542755 w 4975610"/>
              <a:gd name="connsiteY25" fmla="*/ 1018917 h 1022204"/>
              <a:gd name="connsiteX26" fmla="*/ 1856955 w 4975610"/>
              <a:gd name="connsiteY26" fmla="*/ 925784 h 1022204"/>
              <a:gd name="connsiteX27" fmla="*/ 1188088 w 4975610"/>
              <a:gd name="connsiteY27" fmla="*/ 714118 h 1022204"/>
              <a:gd name="connsiteX28" fmla="*/ 891755 w 4975610"/>
              <a:gd name="connsiteY28" fmla="*/ 443184 h 1022204"/>
              <a:gd name="connsiteX29" fmla="*/ 705488 w 4975610"/>
              <a:gd name="connsiteY29" fmla="*/ 316184 h 1022204"/>
              <a:gd name="connsiteX30" fmla="*/ 502288 w 4975610"/>
              <a:gd name="connsiteY30" fmla="*/ 265384 h 1022204"/>
              <a:gd name="connsiteX31" fmla="*/ 146687 w 4975610"/>
              <a:gd name="connsiteY31" fmla="*/ 223051 h 1022204"/>
              <a:gd name="connsiteX32" fmla="*/ 19688 w 4975610"/>
              <a:gd name="connsiteY32" fmla="*/ 223051 h 1022204"/>
              <a:gd name="connsiteX33" fmla="*/ 87421 w 4975610"/>
              <a:gd name="connsiteY33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27105 w 4975610"/>
              <a:gd name="connsiteY6" fmla="*/ 464150 h 1022204"/>
              <a:gd name="connsiteX7" fmla="*/ 4469277 w 4975610"/>
              <a:gd name="connsiteY7" fmla="*/ 622716 h 1022204"/>
              <a:gd name="connsiteX8" fmla="*/ 4767727 w 4975610"/>
              <a:gd name="connsiteY8" fmla="*/ 688091 h 1022204"/>
              <a:gd name="connsiteX9" fmla="*/ 4771605 w 4975610"/>
              <a:gd name="connsiteY9" fmla="*/ 536787 h 1022204"/>
              <a:gd name="connsiteX10" fmla="*/ 4640729 w 4975610"/>
              <a:gd name="connsiteY10" fmla="*/ 332162 h 1022204"/>
              <a:gd name="connsiteX11" fmla="*/ 4577229 w 4975610"/>
              <a:gd name="connsiteY11" fmla="*/ 34342 h 1022204"/>
              <a:gd name="connsiteX12" fmla="*/ 4913421 w 4975610"/>
              <a:gd name="connsiteY12" fmla="*/ 25817 h 1022204"/>
              <a:gd name="connsiteX13" fmla="*/ 4882029 w 4975610"/>
              <a:gd name="connsiteY13" fmla="*/ 281315 h 1022204"/>
              <a:gd name="connsiteX14" fmla="*/ 4850279 w 4975610"/>
              <a:gd name="connsiteY14" fmla="*/ 404799 h 1022204"/>
              <a:gd name="connsiteX15" fmla="*/ 4945528 w 4975610"/>
              <a:gd name="connsiteY15" fmla="*/ 608188 h 1022204"/>
              <a:gd name="connsiteX16" fmla="*/ 4873205 w 4975610"/>
              <a:gd name="connsiteY16" fmla="*/ 796849 h 1022204"/>
              <a:gd name="connsiteX17" fmla="*/ 4424470 w 4975610"/>
              <a:gd name="connsiteY17" fmla="*/ 712089 h 1022204"/>
              <a:gd name="connsiteX18" fmla="*/ 4145428 w 4975610"/>
              <a:gd name="connsiteY18" fmla="*/ 412062 h 1022204"/>
              <a:gd name="connsiteX19" fmla="*/ 3920705 w 4975610"/>
              <a:gd name="connsiteY19" fmla="*/ 276303 h 1022204"/>
              <a:gd name="connsiteX20" fmla="*/ 3596855 w 4975610"/>
              <a:gd name="connsiteY20" fmla="*/ 256918 h 1022204"/>
              <a:gd name="connsiteX21" fmla="*/ 3414821 w 4975610"/>
              <a:gd name="connsiteY21" fmla="*/ 333118 h 1022204"/>
              <a:gd name="connsiteX22" fmla="*/ 3296288 w 4975610"/>
              <a:gd name="connsiteY22" fmla="*/ 451650 h 1022204"/>
              <a:gd name="connsiteX23" fmla="*/ 3084621 w 4975610"/>
              <a:gd name="connsiteY23" fmla="*/ 832650 h 1022204"/>
              <a:gd name="connsiteX24" fmla="*/ 2906821 w 4975610"/>
              <a:gd name="connsiteY24" fmla="*/ 985051 h 1022204"/>
              <a:gd name="connsiteX25" fmla="*/ 2542755 w 4975610"/>
              <a:gd name="connsiteY25" fmla="*/ 1018917 h 1022204"/>
              <a:gd name="connsiteX26" fmla="*/ 1856955 w 4975610"/>
              <a:gd name="connsiteY26" fmla="*/ 925784 h 1022204"/>
              <a:gd name="connsiteX27" fmla="*/ 1188088 w 4975610"/>
              <a:gd name="connsiteY27" fmla="*/ 714118 h 1022204"/>
              <a:gd name="connsiteX28" fmla="*/ 891755 w 4975610"/>
              <a:gd name="connsiteY28" fmla="*/ 443184 h 1022204"/>
              <a:gd name="connsiteX29" fmla="*/ 705488 w 4975610"/>
              <a:gd name="connsiteY29" fmla="*/ 316184 h 1022204"/>
              <a:gd name="connsiteX30" fmla="*/ 502288 w 4975610"/>
              <a:gd name="connsiteY30" fmla="*/ 265384 h 1022204"/>
              <a:gd name="connsiteX31" fmla="*/ 146687 w 4975610"/>
              <a:gd name="connsiteY31" fmla="*/ 223051 h 1022204"/>
              <a:gd name="connsiteX32" fmla="*/ 19688 w 4975610"/>
              <a:gd name="connsiteY32" fmla="*/ 223051 h 1022204"/>
              <a:gd name="connsiteX33" fmla="*/ 87421 w 4975610"/>
              <a:gd name="connsiteY33" fmla="*/ 129917 h 1022204"/>
              <a:gd name="connsiteX0" fmla="*/ 87421 w 4942938"/>
              <a:gd name="connsiteY0" fmla="*/ 129917 h 1022204"/>
              <a:gd name="connsiteX1" fmla="*/ 815555 w 4942938"/>
              <a:gd name="connsiteY1" fmla="*/ 273851 h 1022204"/>
              <a:gd name="connsiteX2" fmla="*/ 1416688 w 4942938"/>
              <a:gd name="connsiteY2" fmla="*/ 714117 h 1022204"/>
              <a:gd name="connsiteX3" fmla="*/ 2813688 w 4942938"/>
              <a:gd name="connsiteY3" fmla="*/ 908851 h 1022204"/>
              <a:gd name="connsiteX4" fmla="*/ 3313221 w 4942938"/>
              <a:gd name="connsiteY4" fmla="*/ 273851 h 1022204"/>
              <a:gd name="connsiteX5" fmla="*/ 3878372 w 4942938"/>
              <a:gd name="connsiteY5" fmla="*/ 172297 h 1022204"/>
              <a:gd name="connsiteX6" fmla="*/ 4327105 w 4942938"/>
              <a:gd name="connsiteY6" fmla="*/ 464150 h 1022204"/>
              <a:gd name="connsiteX7" fmla="*/ 4469277 w 4942938"/>
              <a:gd name="connsiteY7" fmla="*/ 622716 h 1022204"/>
              <a:gd name="connsiteX8" fmla="*/ 4767727 w 4942938"/>
              <a:gd name="connsiteY8" fmla="*/ 688091 h 1022204"/>
              <a:gd name="connsiteX9" fmla="*/ 4771605 w 4942938"/>
              <a:gd name="connsiteY9" fmla="*/ 536787 h 1022204"/>
              <a:gd name="connsiteX10" fmla="*/ 4640729 w 4942938"/>
              <a:gd name="connsiteY10" fmla="*/ 332162 h 1022204"/>
              <a:gd name="connsiteX11" fmla="*/ 4577229 w 4942938"/>
              <a:gd name="connsiteY11" fmla="*/ 34342 h 1022204"/>
              <a:gd name="connsiteX12" fmla="*/ 4913421 w 4942938"/>
              <a:gd name="connsiteY12" fmla="*/ 25817 h 1022204"/>
              <a:gd name="connsiteX13" fmla="*/ 4882029 w 4942938"/>
              <a:gd name="connsiteY13" fmla="*/ 281315 h 1022204"/>
              <a:gd name="connsiteX14" fmla="*/ 4850279 w 4942938"/>
              <a:gd name="connsiteY14" fmla="*/ 404799 h 1022204"/>
              <a:gd name="connsiteX15" fmla="*/ 4901078 w 4942938"/>
              <a:gd name="connsiteY15" fmla="*/ 659035 h 1022204"/>
              <a:gd name="connsiteX16" fmla="*/ 4873205 w 4942938"/>
              <a:gd name="connsiteY16" fmla="*/ 796849 h 1022204"/>
              <a:gd name="connsiteX17" fmla="*/ 4424470 w 4942938"/>
              <a:gd name="connsiteY17" fmla="*/ 712089 h 1022204"/>
              <a:gd name="connsiteX18" fmla="*/ 4145428 w 4942938"/>
              <a:gd name="connsiteY18" fmla="*/ 412062 h 1022204"/>
              <a:gd name="connsiteX19" fmla="*/ 3920705 w 4942938"/>
              <a:gd name="connsiteY19" fmla="*/ 276303 h 1022204"/>
              <a:gd name="connsiteX20" fmla="*/ 3596855 w 4942938"/>
              <a:gd name="connsiteY20" fmla="*/ 256918 h 1022204"/>
              <a:gd name="connsiteX21" fmla="*/ 3414821 w 4942938"/>
              <a:gd name="connsiteY21" fmla="*/ 333118 h 1022204"/>
              <a:gd name="connsiteX22" fmla="*/ 3296288 w 4942938"/>
              <a:gd name="connsiteY22" fmla="*/ 451650 h 1022204"/>
              <a:gd name="connsiteX23" fmla="*/ 3084621 w 4942938"/>
              <a:gd name="connsiteY23" fmla="*/ 832650 h 1022204"/>
              <a:gd name="connsiteX24" fmla="*/ 2906821 w 4942938"/>
              <a:gd name="connsiteY24" fmla="*/ 985051 h 1022204"/>
              <a:gd name="connsiteX25" fmla="*/ 2542755 w 4942938"/>
              <a:gd name="connsiteY25" fmla="*/ 1018917 h 1022204"/>
              <a:gd name="connsiteX26" fmla="*/ 1856955 w 4942938"/>
              <a:gd name="connsiteY26" fmla="*/ 925784 h 1022204"/>
              <a:gd name="connsiteX27" fmla="*/ 1188088 w 4942938"/>
              <a:gd name="connsiteY27" fmla="*/ 714118 h 1022204"/>
              <a:gd name="connsiteX28" fmla="*/ 891755 w 4942938"/>
              <a:gd name="connsiteY28" fmla="*/ 443184 h 1022204"/>
              <a:gd name="connsiteX29" fmla="*/ 705488 w 4942938"/>
              <a:gd name="connsiteY29" fmla="*/ 316184 h 1022204"/>
              <a:gd name="connsiteX30" fmla="*/ 502288 w 4942938"/>
              <a:gd name="connsiteY30" fmla="*/ 265384 h 1022204"/>
              <a:gd name="connsiteX31" fmla="*/ 146687 w 4942938"/>
              <a:gd name="connsiteY31" fmla="*/ 223051 h 1022204"/>
              <a:gd name="connsiteX32" fmla="*/ 19688 w 4942938"/>
              <a:gd name="connsiteY32" fmla="*/ 223051 h 1022204"/>
              <a:gd name="connsiteX33" fmla="*/ 87421 w 4942938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27105 w 4930686"/>
              <a:gd name="connsiteY6" fmla="*/ 464150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901078 w 4930686"/>
              <a:gd name="connsiteY15" fmla="*/ 659035 h 1022204"/>
              <a:gd name="connsiteX16" fmla="*/ 47716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27105 w 4930686"/>
              <a:gd name="connsiteY6" fmla="*/ 464150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901078 w 4930686"/>
              <a:gd name="connsiteY15" fmla="*/ 659035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27105 w 4930686"/>
              <a:gd name="connsiteY6" fmla="*/ 464150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2978 w 4930686"/>
              <a:gd name="connsiteY15" fmla="*/ 717146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5989"/>
              <a:gd name="connsiteY0" fmla="*/ 129917 h 1022204"/>
              <a:gd name="connsiteX1" fmla="*/ 815555 w 4935989"/>
              <a:gd name="connsiteY1" fmla="*/ 273851 h 1022204"/>
              <a:gd name="connsiteX2" fmla="*/ 1416688 w 4935989"/>
              <a:gd name="connsiteY2" fmla="*/ 714117 h 1022204"/>
              <a:gd name="connsiteX3" fmla="*/ 2813688 w 4935989"/>
              <a:gd name="connsiteY3" fmla="*/ 908851 h 1022204"/>
              <a:gd name="connsiteX4" fmla="*/ 3313221 w 4935989"/>
              <a:gd name="connsiteY4" fmla="*/ 273851 h 1022204"/>
              <a:gd name="connsiteX5" fmla="*/ 3878372 w 4935989"/>
              <a:gd name="connsiteY5" fmla="*/ 172297 h 1022204"/>
              <a:gd name="connsiteX6" fmla="*/ 4327105 w 4935989"/>
              <a:gd name="connsiteY6" fmla="*/ 464150 h 1022204"/>
              <a:gd name="connsiteX7" fmla="*/ 4469277 w 4935989"/>
              <a:gd name="connsiteY7" fmla="*/ 622716 h 1022204"/>
              <a:gd name="connsiteX8" fmla="*/ 4767727 w 4935989"/>
              <a:gd name="connsiteY8" fmla="*/ 688091 h 1022204"/>
              <a:gd name="connsiteX9" fmla="*/ 4771605 w 4935989"/>
              <a:gd name="connsiteY9" fmla="*/ 536787 h 1022204"/>
              <a:gd name="connsiteX10" fmla="*/ 4640729 w 4935989"/>
              <a:gd name="connsiteY10" fmla="*/ 332162 h 1022204"/>
              <a:gd name="connsiteX11" fmla="*/ 4577229 w 4935989"/>
              <a:gd name="connsiteY11" fmla="*/ 34342 h 1022204"/>
              <a:gd name="connsiteX12" fmla="*/ 4913421 w 4935989"/>
              <a:gd name="connsiteY12" fmla="*/ 25817 h 1022204"/>
              <a:gd name="connsiteX13" fmla="*/ 4882029 w 4935989"/>
              <a:gd name="connsiteY13" fmla="*/ 281315 h 1022204"/>
              <a:gd name="connsiteX14" fmla="*/ 4850279 w 4935989"/>
              <a:gd name="connsiteY14" fmla="*/ 404799 h 1022204"/>
              <a:gd name="connsiteX15" fmla="*/ 4920128 w 4935989"/>
              <a:gd name="connsiteY15" fmla="*/ 702618 h 1022204"/>
              <a:gd name="connsiteX16" fmla="*/ 4746205 w 4935989"/>
              <a:gd name="connsiteY16" fmla="*/ 804113 h 1022204"/>
              <a:gd name="connsiteX17" fmla="*/ 4424470 w 4935989"/>
              <a:gd name="connsiteY17" fmla="*/ 712089 h 1022204"/>
              <a:gd name="connsiteX18" fmla="*/ 4145428 w 4935989"/>
              <a:gd name="connsiteY18" fmla="*/ 412062 h 1022204"/>
              <a:gd name="connsiteX19" fmla="*/ 3920705 w 4935989"/>
              <a:gd name="connsiteY19" fmla="*/ 276303 h 1022204"/>
              <a:gd name="connsiteX20" fmla="*/ 3596855 w 4935989"/>
              <a:gd name="connsiteY20" fmla="*/ 256918 h 1022204"/>
              <a:gd name="connsiteX21" fmla="*/ 3414821 w 4935989"/>
              <a:gd name="connsiteY21" fmla="*/ 333118 h 1022204"/>
              <a:gd name="connsiteX22" fmla="*/ 3296288 w 4935989"/>
              <a:gd name="connsiteY22" fmla="*/ 451650 h 1022204"/>
              <a:gd name="connsiteX23" fmla="*/ 3084621 w 4935989"/>
              <a:gd name="connsiteY23" fmla="*/ 832650 h 1022204"/>
              <a:gd name="connsiteX24" fmla="*/ 2906821 w 4935989"/>
              <a:gd name="connsiteY24" fmla="*/ 985051 h 1022204"/>
              <a:gd name="connsiteX25" fmla="*/ 2542755 w 4935989"/>
              <a:gd name="connsiteY25" fmla="*/ 1018917 h 1022204"/>
              <a:gd name="connsiteX26" fmla="*/ 1856955 w 4935989"/>
              <a:gd name="connsiteY26" fmla="*/ 925784 h 1022204"/>
              <a:gd name="connsiteX27" fmla="*/ 1188088 w 4935989"/>
              <a:gd name="connsiteY27" fmla="*/ 714118 h 1022204"/>
              <a:gd name="connsiteX28" fmla="*/ 891755 w 4935989"/>
              <a:gd name="connsiteY28" fmla="*/ 443184 h 1022204"/>
              <a:gd name="connsiteX29" fmla="*/ 705488 w 4935989"/>
              <a:gd name="connsiteY29" fmla="*/ 316184 h 1022204"/>
              <a:gd name="connsiteX30" fmla="*/ 502288 w 4935989"/>
              <a:gd name="connsiteY30" fmla="*/ 265384 h 1022204"/>
              <a:gd name="connsiteX31" fmla="*/ 146687 w 4935989"/>
              <a:gd name="connsiteY31" fmla="*/ 223051 h 1022204"/>
              <a:gd name="connsiteX32" fmla="*/ 19688 w 4935989"/>
              <a:gd name="connsiteY32" fmla="*/ 223051 h 1022204"/>
              <a:gd name="connsiteX33" fmla="*/ 87421 w 4935989"/>
              <a:gd name="connsiteY33" fmla="*/ 129917 h 1022204"/>
              <a:gd name="connsiteX0" fmla="*/ 87421 w 4935989"/>
              <a:gd name="connsiteY0" fmla="*/ 129917 h 1022204"/>
              <a:gd name="connsiteX1" fmla="*/ 815555 w 4935989"/>
              <a:gd name="connsiteY1" fmla="*/ 273851 h 1022204"/>
              <a:gd name="connsiteX2" fmla="*/ 1416688 w 4935989"/>
              <a:gd name="connsiteY2" fmla="*/ 714117 h 1022204"/>
              <a:gd name="connsiteX3" fmla="*/ 2813688 w 4935989"/>
              <a:gd name="connsiteY3" fmla="*/ 908851 h 1022204"/>
              <a:gd name="connsiteX4" fmla="*/ 3313221 w 4935989"/>
              <a:gd name="connsiteY4" fmla="*/ 273851 h 1022204"/>
              <a:gd name="connsiteX5" fmla="*/ 3878372 w 4935989"/>
              <a:gd name="connsiteY5" fmla="*/ 172297 h 1022204"/>
              <a:gd name="connsiteX6" fmla="*/ 4327105 w 4935989"/>
              <a:gd name="connsiteY6" fmla="*/ 464150 h 1022204"/>
              <a:gd name="connsiteX7" fmla="*/ 4469277 w 4935989"/>
              <a:gd name="connsiteY7" fmla="*/ 622716 h 1022204"/>
              <a:gd name="connsiteX8" fmla="*/ 4767727 w 4935989"/>
              <a:gd name="connsiteY8" fmla="*/ 688091 h 1022204"/>
              <a:gd name="connsiteX9" fmla="*/ 4771605 w 4935989"/>
              <a:gd name="connsiteY9" fmla="*/ 536787 h 1022204"/>
              <a:gd name="connsiteX10" fmla="*/ 4640729 w 4935989"/>
              <a:gd name="connsiteY10" fmla="*/ 332162 h 1022204"/>
              <a:gd name="connsiteX11" fmla="*/ 4577229 w 4935989"/>
              <a:gd name="connsiteY11" fmla="*/ 34342 h 1022204"/>
              <a:gd name="connsiteX12" fmla="*/ 4913421 w 4935989"/>
              <a:gd name="connsiteY12" fmla="*/ 25817 h 1022204"/>
              <a:gd name="connsiteX13" fmla="*/ 4882029 w 4935989"/>
              <a:gd name="connsiteY13" fmla="*/ 281315 h 1022204"/>
              <a:gd name="connsiteX14" fmla="*/ 4850279 w 4935989"/>
              <a:gd name="connsiteY14" fmla="*/ 404799 h 1022204"/>
              <a:gd name="connsiteX15" fmla="*/ 4920128 w 4935989"/>
              <a:gd name="connsiteY15" fmla="*/ 702618 h 1022204"/>
              <a:gd name="connsiteX16" fmla="*/ 4746205 w 4935989"/>
              <a:gd name="connsiteY16" fmla="*/ 804113 h 1022204"/>
              <a:gd name="connsiteX17" fmla="*/ 4424470 w 4935989"/>
              <a:gd name="connsiteY17" fmla="*/ 712089 h 1022204"/>
              <a:gd name="connsiteX18" fmla="*/ 4145428 w 4935989"/>
              <a:gd name="connsiteY18" fmla="*/ 412062 h 1022204"/>
              <a:gd name="connsiteX19" fmla="*/ 3920705 w 4935989"/>
              <a:gd name="connsiteY19" fmla="*/ 276303 h 1022204"/>
              <a:gd name="connsiteX20" fmla="*/ 3596855 w 4935989"/>
              <a:gd name="connsiteY20" fmla="*/ 256918 h 1022204"/>
              <a:gd name="connsiteX21" fmla="*/ 3414821 w 4935989"/>
              <a:gd name="connsiteY21" fmla="*/ 333118 h 1022204"/>
              <a:gd name="connsiteX22" fmla="*/ 3296288 w 4935989"/>
              <a:gd name="connsiteY22" fmla="*/ 451650 h 1022204"/>
              <a:gd name="connsiteX23" fmla="*/ 3084621 w 4935989"/>
              <a:gd name="connsiteY23" fmla="*/ 832650 h 1022204"/>
              <a:gd name="connsiteX24" fmla="*/ 2906821 w 4935989"/>
              <a:gd name="connsiteY24" fmla="*/ 985051 h 1022204"/>
              <a:gd name="connsiteX25" fmla="*/ 2542755 w 4935989"/>
              <a:gd name="connsiteY25" fmla="*/ 1018917 h 1022204"/>
              <a:gd name="connsiteX26" fmla="*/ 1856955 w 4935989"/>
              <a:gd name="connsiteY26" fmla="*/ 925784 h 1022204"/>
              <a:gd name="connsiteX27" fmla="*/ 1188088 w 4935989"/>
              <a:gd name="connsiteY27" fmla="*/ 714118 h 1022204"/>
              <a:gd name="connsiteX28" fmla="*/ 891755 w 4935989"/>
              <a:gd name="connsiteY28" fmla="*/ 443184 h 1022204"/>
              <a:gd name="connsiteX29" fmla="*/ 705488 w 4935989"/>
              <a:gd name="connsiteY29" fmla="*/ 316184 h 1022204"/>
              <a:gd name="connsiteX30" fmla="*/ 502288 w 4935989"/>
              <a:gd name="connsiteY30" fmla="*/ 265384 h 1022204"/>
              <a:gd name="connsiteX31" fmla="*/ 146687 w 4935989"/>
              <a:gd name="connsiteY31" fmla="*/ 223051 h 1022204"/>
              <a:gd name="connsiteX32" fmla="*/ 19688 w 4935989"/>
              <a:gd name="connsiteY32" fmla="*/ 223051 h 1022204"/>
              <a:gd name="connsiteX33" fmla="*/ 87421 w 4935989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27105 w 4930686"/>
              <a:gd name="connsiteY6" fmla="*/ 464150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9328 w 4930686"/>
              <a:gd name="connsiteY15" fmla="*/ 731674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27105 w 4930686"/>
              <a:gd name="connsiteY6" fmla="*/ 464150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9328 w 4930686"/>
              <a:gd name="connsiteY15" fmla="*/ 731674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27105 w 4930686"/>
              <a:gd name="connsiteY6" fmla="*/ 464150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9328 w 4930686"/>
              <a:gd name="connsiteY15" fmla="*/ 731674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9328 w 4930686"/>
              <a:gd name="connsiteY15" fmla="*/ 731674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9328 w 4930686"/>
              <a:gd name="connsiteY15" fmla="*/ 731674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9328 w 4930686"/>
              <a:gd name="connsiteY15" fmla="*/ 731674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58128 w 4930686"/>
              <a:gd name="connsiteY18" fmla="*/ 397534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9328 w 4930686"/>
              <a:gd name="connsiteY15" fmla="*/ 731674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58128 w 4930686"/>
              <a:gd name="connsiteY18" fmla="*/ 397534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67727 w 4930686"/>
              <a:gd name="connsiteY9" fmla="*/ 688091 h 1022204"/>
              <a:gd name="connsiteX10" fmla="*/ 4771605 w 4930686"/>
              <a:gd name="connsiteY10" fmla="*/ 536787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67727 w 4930686"/>
              <a:gd name="connsiteY9" fmla="*/ 688091 h 1022204"/>
              <a:gd name="connsiteX10" fmla="*/ 4771605 w 4930686"/>
              <a:gd name="connsiteY10" fmla="*/ 536787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67727 w 4930686"/>
              <a:gd name="connsiteY9" fmla="*/ 688091 h 1022204"/>
              <a:gd name="connsiteX10" fmla="*/ 4771605 w 4930686"/>
              <a:gd name="connsiteY10" fmla="*/ 536787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67727 w 4930686"/>
              <a:gd name="connsiteY9" fmla="*/ 688091 h 1022204"/>
              <a:gd name="connsiteX10" fmla="*/ 4771605 w 4930686"/>
              <a:gd name="connsiteY10" fmla="*/ 536787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67727 w 4930686"/>
              <a:gd name="connsiteY9" fmla="*/ 688091 h 1022204"/>
              <a:gd name="connsiteX10" fmla="*/ 4771605 w 4930686"/>
              <a:gd name="connsiteY10" fmla="*/ 536787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86777 w 4930686"/>
              <a:gd name="connsiteY9" fmla="*/ 695355 h 1022204"/>
              <a:gd name="connsiteX10" fmla="*/ 4771605 w 4930686"/>
              <a:gd name="connsiteY10" fmla="*/ 536787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86777 w 4930686"/>
              <a:gd name="connsiteY9" fmla="*/ 695355 h 1022204"/>
              <a:gd name="connsiteX10" fmla="*/ 4803355 w 4930686"/>
              <a:gd name="connsiteY10" fmla="*/ 514996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86777 w 4930686"/>
              <a:gd name="connsiteY9" fmla="*/ 695355 h 1022204"/>
              <a:gd name="connsiteX10" fmla="*/ 4797005 w 4930686"/>
              <a:gd name="connsiteY10" fmla="*/ 514996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86777 w 4930686"/>
              <a:gd name="connsiteY9" fmla="*/ 695355 h 1022204"/>
              <a:gd name="connsiteX10" fmla="*/ 4790655 w 4930686"/>
              <a:gd name="connsiteY10" fmla="*/ 514996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86777 w 4930686"/>
              <a:gd name="connsiteY9" fmla="*/ 695355 h 1022204"/>
              <a:gd name="connsiteX10" fmla="*/ 4790655 w 4930686"/>
              <a:gd name="connsiteY10" fmla="*/ 514996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68905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621677 w 4930686"/>
              <a:gd name="connsiteY8" fmla="*/ 702618 h 1022204"/>
              <a:gd name="connsiteX9" fmla="*/ 4786777 w 4930686"/>
              <a:gd name="connsiteY9" fmla="*/ 695355 h 1022204"/>
              <a:gd name="connsiteX10" fmla="*/ 4790655 w 4930686"/>
              <a:gd name="connsiteY10" fmla="*/ 514996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68905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15096"/>
              <a:gd name="connsiteY0" fmla="*/ 134459 h 1026746"/>
              <a:gd name="connsiteX1" fmla="*/ 815555 w 4915096"/>
              <a:gd name="connsiteY1" fmla="*/ 278393 h 1026746"/>
              <a:gd name="connsiteX2" fmla="*/ 1416688 w 4915096"/>
              <a:gd name="connsiteY2" fmla="*/ 718659 h 1026746"/>
              <a:gd name="connsiteX3" fmla="*/ 2813688 w 4915096"/>
              <a:gd name="connsiteY3" fmla="*/ 913393 h 1026746"/>
              <a:gd name="connsiteX4" fmla="*/ 3313221 w 4915096"/>
              <a:gd name="connsiteY4" fmla="*/ 278393 h 1026746"/>
              <a:gd name="connsiteX5" fmla="*/ 3878372 w 4915096"/>
              <a:gd name="connsiteY5" fmla="*/ 176839 h 1026746"/>
              <a:gd name="connsiteX6" fmla="*/ 4308055 w 4915096"/>
              <a:gd name="connsiteY6" fmla="*/ 432373 h 1026746"/>
              <a:gd name="connsiteX7" fmla="*/ 4469277 w 4915096"/>
              <a:gd name="connsiteY7" fmla="*/ 627258 h 1026746"/>
              <a:gd name="connsiteX8" fmla="*/ 4621677 w 4915096"/>
              <a:gd name="connsiteY8" fmla="*/ 707160 h 1026746"/>
              <a:gd name="connsiteX9" fmla="*/ 4786777 w 4915096"/>
              <a:gd name="connsiteY9" fmla="*/ 699897 h 1026746"/>
              <a:gd name="connsiteX10" fmla="*/ 4790655 w 4915096"/>
              <a:gd name="connsiteY10" fmla="*/ 519538 h 1026746"/>
              <a:gd name="connsiteX11" fmla="*/ 4640729 w 4915096"/>
              <a:gd name="connsiteY11" fmla="*/ 336704 h 1026746"/>
              <a:gd name="connsiteX12" fmla="*/ 4577229 w 4915096"/>
              <a:gd name="connsiteY12" fmla="*/ 38884 h 1026746"/>
              <a:gd name="connsiteX13" fmla="*/ 4894371 w 4915096"/>
              <a:gd name="connsiteY13" fmla="*/ 23095 h 1026746"/>
              <a:gd name="connsiteX14" fmla="*/ 4882029 w 4915096"/>
              <a:gd name="connsiteY14" fmla="*/ 285857 h 1026746"/>
              <a:gd name="connsiteX15" fmla="*/ 4850279 w 4915096"/>
              <a:gd name="connsiteY15" fmla="*/ 409341 h 1026746"/>
              <a:gd name="connsiteX16" fmla="*/ 4869328 w 4915096"/>
              <a:gd name="connsiteY16" fmla="*/ 736216 h 1026746"/>
              <a:gd name="connsiteX17" fmla="*/ 4689055 w 4915096"/>
              <a:gd name="connsiteY17" fmla="*/ 808655 h 1026746"/>
              <a:gd name="connsiteX18" fmla="*/ 4424470 w 4915096"/>
              <a:gd name="connsiteY18" fmla="*/ 716631 h 1026746"/>
              <a:gd name="connsiteX19" fmla="*/ 4158128 w 4915096"/>
              <a:gd name="connsiteY19" fmla="*/ 402076 h 1026746"/>
              <a:gd name="connsiteX20" fmla="*/ 3920705 w 4915096"/>
              <a:gd name="connsiteY20" fmla="*/ 280845 h 1026746"/>
              <a:gd name="connsiteX21" fmla="*/ 3596855 w 4915096"/>
              <a:gd name="connsiteY21" fmla="*/ 261460 h 1026746"/>
              <a:gd name="connsiteX22" fmla="*/ 3414821 w 4915096"/>
              <a:gd name="connsiteY22" fmla="*/ 337660 h 1026746"/>
              <a:gd name="connsiteX23" fmla="*/ 3296288 w 4915096"/>
              <a:gd name="connsiteY23" fmla="*/ 456192 h 1026746"/>
              <a:gd name="connsiteX24" fmla="*/ 3084621 w 4915096"/>
              <a:gd name="connsiteY24" fmla="*/ 837192 h 1026746"/>
              <a:gd name="connsiteX25" fmla="*/ 2906821 w 4915096"/>
              <a:gd name="connsiteY25" fmla="*/ 989593 h 1026746"/>
              <a:gd name="connsiteX26" fmla="*/ 2542755 w 4915096"/>
              <a:gd name="connsiteY26" fmla="*/ 1023459 h 1026746"/>
              <a:gd name="connsiteX27" fmla="*/ 1856955 w 4915096"/>
              <a:gd name="connsiteY27" fmla="*/ 930326 h 1026746"/>
              <a:gd name="connsiteX28" fmla="*/ 1188088 w 4915096"/>
              <a:gd name="connsiteY28" fmla="*/ 718660 h 1026746"/>
              <a:gd name="connsiteX29" fmla="*/ 891755 w 4915096"/>
              <a:gd name="connsiteY29" fmla="*/ 447726 h 1026746"/>
              <a:gd name="connsiteX30" fmla="*/ 705488 w 4915096"/>
              <a:gd name="connsiteY30" fmla="*/ 320726 h 1026746"/>
              <a:gd name="connsiteX31" fmla="*/ 502288 w 4915096"/>
              <a:gd name="connsiteY31" fmla="*/ 269926 h 1026746"/>
              <a:gd name="connsiteX32" fmla="*/ 146687 w 4915096"/>
              <a:gd name="connsiteY32" fmla="*/ 227593 h 1026746"/>
              <a:gd name="connsiteX33" fmla="*/ 19688 w 4915096"/>
              <a:gd name="connsiteY33" fmla="*/ 227593 h 1026746"/>
              <a:gd name="connsiteX34" fmla="*/ 87421 w 4915096"/>
              <a:gd name="connsiteY34" fmla="*/ 134459 h 1026746"/>
              <a:gd name="connsiteX0" fmla="*/ 87421 w 4936122"/>
              <a:gd name="connsiteY0" fmla="*/ 116533 h 1008820"/>
              <a:gd name="connsiteX1" fmla="*/ 815555 w 4936122"/>
              <a:gd name="connsiteY1" fmla="*/ 260467 h 1008820"/>
              <a:gd name="connsiteX2" fmla="*/ 1416688 w 4936122"/>
              <a:gd name="connsiteY2" fmla="*/ 700733 h 1008820"/>
              <a:gd name="connsiteX3" fmla="*/ 2813688 w 4936122"/>
              <a:gd name="connsiteY3" fmla="*/ 895467 h 1008820"/>
              <a:gd name="connsiteX4" fmla="*/ 3313221 w 4936122"/>
              <a:gd name="connsiteY4" fmla="*/ 260467 h 1008820"/>
              <a:gd name="connsiteX5" fmla="*/ 3878372 w 4936122"/>
              <a:gd name="connsiteY5" fmla="*/ 158913 h 1008820"/>
              <a:gd name="connsiteX6" fmla="*/ 4308055 w 4936122"/>
              <a:gd name="connsiteY6" fmla="*/ 414447 h 1008820"/>
              <a:gd name="connsiteX7" fmla="*/ 4469277 w 4936122"/>
              <a:gd name="connsiteY7" fmla="*/ 609332 h 1008820"/>
              <a:gd name="connsiteX8" fmla="*/ 4621677 w 4936122"/>
              <a:gd name="connsiteY8" fmla="*/ 689234 h 1008820"/>
              <a:gd name="connsiteX9" fmla="*/ 4786777 w 4936122"/>
              <a:gd name="connsiteY9" fmla="*/ 681971 h 1008820"/>
              <a:gd name="connsiteX10" fmla="*/ 4790655 w 4936122"/>
              <a:gd name="connsiteY10" fmla="*/ 501612 h 1008820"/>
              <a:gd name="connsiteX11" fmla="*/ 4640729 w 4936122"/>
              <a:gd name="connsiteY11" fmla="*/ 318778 h 1008820"/>
              <a:gd name="connsiteX12" fmla="*/ 4577229 w 4936122"/>
              <a:gd name="connsiteY12" fmla="*/ 20958 h 1008820"/>
              <a:gd name="connsiteX13" fmla="*/ 4919771 w 4936122"/>
              <a:gd name="connsiteY13" fmla="*/ 41488 h 1008820"/>
              <a:gd name="connsiteX14" fmla="*/ 4882029 w 4936122"/>
              <a:gd name="connsiteY14" fmla="*/ 267931 h 1008820"/>
              <a:gd name="connsiteX15" fmla="*/ 4850279 w 4936122"/>
              <a:gd name="connsiteY15" fmla="*/ 391415 h 1008820"/>
              <a:gd name="connsiteX16" fmla="*/ 4869328 w 4936122"/>
              <a:gd name="connsiteY16" fmla="*/ 718290 h 1008820"/>
              <a:gd name="connsiteX17" fmla="*/ 4689055 w 4936122"/>
              <a:gd name="connsiteY17" fmla="*/ 790729 h 1008820"/>
              <a:gd name="connsiteX18" fmla="*/ 4424470 w 4936122"/>
              <a:gd name="connsiteY18" fmla="*/ 698705 h 1008820"/>
              <a:gd name="connsiteX19" fmla="*/ 4158128 w 4936122"/>
              <a:gd name="connsiteY19" fmla="*/ 384150 h 1008820"/>
              <a:gd name="connsiteX20" fmla="*/ 3920705 w 4936122"/>
              <a:gd name="connsiteY20" fmla="*/ 262919 h 1008820"/>
              <a:gd name="connsiteX21" fmla="*/ 3596855 w 4936122"/>
              <a:gd name="connsiteY21" fmla="*/ 243534 h 1008820"/>
              <a:gd name="connsiteX22" fmla="*/ 3414821 w 4936122"/>
              <a:gd name="connsiteY22" fmla="*/ 319734 h 1008820"/>
              <a:gd name="connsiteX23" fmla="*/ 3296288 w 4936122"/>
              <a:gd name="connsiteY23" fmla="*/ 438266 h 1008820"/>
              <a:gd name="connsiteX24" fmla="*/ 3084621 w 4936122"/>
              <a:gd name="connsiteY24" fmla="*/ 819266 h 1008820"/>
              <a:gd name="connsiteX25" fmla="*/ 2906821 w 4936122"/>
              <a:gd name="connsiteY25" fmla="*/ 971667 h 1008820"/>
              <a:gd name="connsiteX26" fmla="*/ 2542755 w 4936122"/>
              <a:gd name="connsiteY26" fmla="*/ 1005533 h 1008820"/>
              <a:gd name="connsiteX27" fmla="*/ 1856955 w 4936122"/>
              <a:gd name="connsiteY27" fmla="*/ 912400 h 1008820"/>
              <a:gd name="connsiteX28" fmla="*/ 1188088 w 4936122"/>
              <a:gd name="connsiteY28" fmla="*/ 700734 h 1008820"/>
              <a:gd name="connsiteX29" fmla="*/ 891755 w 4936122"/>
              <a:gd name="connsiteY29" fmla="*/ 429800 h 1008820"/>
              <a:gd name="connsiteX30" fmla="*/ 705488 w 4936122"/>
              <a:gd name="connsiteY30" fmla="*/ 302800 h 1008820"/>
              <a:gd name="connsiteX31" fmla="*/ 502288 w 4936122"/>
              <a:gd name="connsiteY31" fmla="*/ 252000 h 1008820"/>
              <a:gd name="connsiteX32" fmla="*/ 146687 w 4936122"/>
              <a:gd name="connsiteY32" fmla="*/ 209667 h 1008820"/>
              <a:gd name="connsiteX33" fmla="*/ 19688 w 4936122"/>
              <a:gd name="connsiteY33" fmla="*/ 209667 h 1008820"/>
              <a:gd name="connsiteX34" fmla="*/ 87421 w 4936122"/>
              <a:gd name="connsiteY34" fmla="*/ 116533 h 1008820"/>
              <a:gd name="connsiteX0" fmla="*/ 87421 w 4944320"/>
              <a:gd name="connsiteY0" fmla="*/ 117903 h 1010190"/>
              <a:gd name="connsiteX1" fmla="*/ 815555 w 4944320"/>
              <a:gd name="connsiteY1" fmla="*/ 261837 h 1010190"/>
              <a:gd name="connsiteX2" fmla="*/ 1416688 w 4944320"/>
              <a:gd name="connsiteY2" fmla="*/ 702103 h 1010190"/>
              <a:gd name="connsiteX3" fmla="*/ 2813688 w 4944320"/>
              <a:gd name="connsiteY3" fmla="*/ 896837 h 1010190"/>
              <a:gd name="connsiteX4" fmla="*/ 3313221 w 4944320"/>
              <a:gd name="connsiteY4" fmla="*/ 261837 h 1010190"/>
              <a:gd name="connsiteX5" fmla="*/ 3878372 w 4944320"/>
              <a:gd name="connsiteY5" fmla="*/ 160283 h 1010190"/>
              <a:gd name="connsiteX6" fmla="*/ 4308055 w 4944320"/>
              <a:gd name="connsiteY6" fmla="*/ 415817 h 1010190"/>
              <a:gd name="connsiteX7" fmla="*/ 4469277 w 4944320"/>
              <a:gd name="connsiteY7" fmla="*/ 610702 h 1010190"/>
              <a:gd name="connsiteX8" fmla="*/ 4621677 w 4944320"/>
              <a:gd name="connsiteY8" fmla="*/ 690604 h 1010190"/>
              <a:gd name="connsiteX9" fmla="*/ 4786777 w 4944320"/>
              <a:gd name="connsiteY9" fmla="*/ 683341 h 1010190"/>
              <a:gd name="connsiteX10" fmla="*/ 4790655 w 4944320"/>
              <a:gd name="connsiteY10" fmla="*/ 502982 h 1010190"/>
              <a:gd name="connsiteX11" fmla="*/ 4640729 w 4944320"/>
              <a:gd name="connsiteY11" fmla="*/ 320148 h 1010190"/>
              <a:gd name="connsiteX12" fmla="*/ 4577229 w 4944320"/>
              <a:gd name="connsiteY12" fmla="*/ 22328 h 1010190"/>
              <a:gd name="connsiteX13" fmla="*/ 4919771 w 4944320"/>
              <a:gd name="connsiteY13" fmla="*/ 42858 h 1010190"/>
              <a:gd name="connsiteX14" fmla="*/ 4913779 w 4944320"/>
              <a:gd name="connsiteY14" fmla="*/ 298356 h 1010190"/>
              <a:gd name="connsiteX15" fmla="*/ 4850279 w 4944320"/>
              <a:gd name="connsiteY15" fmla="*/ 392785 h 1010190"/>
              <a:gd name="connsiteX16" fmla="*/ 4869328 w 4944320"/>
              <a:gd name="connsiteY16" fmla="*/ 719660 h 1010190"/>
              <a:gd name="connsiteX17" fmla="*/ 4689055 w 4944320"/>
              <a:gd name="connsiteY17" fmla="*/ 792099 h 1010190"/>
              <a:gd name="connsiteX18" fmla="*/ 4424470 w 4944320"/>
              <a:gd name="connsiteY18" fmla="*/ 700075 h 1010190"/>
              <a:gd name="connsiteX19" fmla="*/ 4158128 w 4944320"/>
              <a:gd name="connsiteY19" fmla="*/ 385520 h 1010190"/>
              <a:gd name="connsiteX20" fmla="*/ 3920705 w 4944320"/>
              <a:gd name="connsiteY20" fmla="*/ 264289 h 1010190"/>
              <a:gd name="connsiteX21" fmla="*/ 3596855 w 4944320"/>
              <a:gd name="connsiteY21" fmla="*/ 244904 h 1010190"/>
              <a:gd name="connsiteX22" fmla="*/ 3414821 w 4944320"/>
              <a:gd name="connsiteY22" fmla="*/ 321104 h 1010190"/>
              <a:gd name="connsiteX23" fmla="*/ 3296288 w 4944320"/>
              <a:gd name="connsiteY23" fmla="*/ 439636 h 1010190"/>
              <a:gd name="connsiteX24" fmla="*/ 3084621 w 4944320"/>
              <a:gd name="connsiteY24" fmla="*/ 820636 h 1010190"/>
              <a:gd name="connsiteX25" fmla="*/ 2906821 w 4944320"/>
              <a:gd name="connsiteY25" fmla="*/ 973037 h 1010190"/>
              <a:gd name="connsiteX26" fmla="*/ 2542755 w 4944320"/>
              <a:gd name="connsiteY26" fmla="*/ 1006903 h 1010190"/>
              <a:gd name="connsiteX27" fmla="*/ 1856955 w 4944320"/>
              <a:gd name="connsiteY27" fmla="*/ 913770 h 1010190"/>
              <a:gd name="connsiteX28" fmla="*/ 1188088 w 4944320"/>
              <a:gd name="connsiteY28" fmla="*/ 702104 h 1010190"/>
              <a:gd name="connsiteX29" fmla="*/ 891755 w 4944320"/>
              <a:gd name="connsiteY29" fmla="*/ 431170 h 1010190"/>
              <a:gd name="connsiteX30" fmla="*/ 705488 w 4944320"/>
              <a:gd name="connsiteY30" fmla="*/ 304170 h 1010190"/>
              <a:gd name="connsiteX31" fmla="*/ 502288 w 4944320"/>
              <a:gd name="connsiteY31" fmla="*/ 253370 h 1010190"/>
              <a:gd name="connsiteX32" fmla="*/ 146687 w 4944320"/>
              <a:gd name="connsiteY32" fmla="*/ 211037 h 1010190"/>
              <a:gd name="connsiteX33" fmla="*/ 19688 w 4944320"/>
              <a:gd name="connsiteY33" fmla="*/ 211037 h 1010190"/>
              <a:gd name="connsiteX34" fmla="*/ 87421 w 4944320"/>
              <a:gd name="connsiteY34" fmla="*/ 117903 h 1010190"/>
              <a:gd name="connsiteX0" fmla="*/ 87421 w 4944320"/>
              <a:gd name="connsiteY0" fmla="*/ 127740 h 1020027"/>
              <a:gd name="connsiteX1" fmla="*/ 815555 w 4944320"/>
              <a:gd name="connsiteY1" fmla="*/ 271674 h 1020027"/>
              <a:gd name="connsiteX2" fmla="*/ 1416688 w 4944320"/>
              <a:gd name="connsiteY2" fmla="*/ 711940 h 1020027"/>
              <a:gd name="connsiteX3" fmla="*/ 2813688 w 4944320"/>
              <a:gd name="connsiteY3" fmla="*/ 906674 h 1020027"/>
              <a:gd name="connsiteX4" fmla="*/ 3313221 w 4944320"/>
              <a:gd name="connsiteY4" fmla="*/ 271674 h 1020027"/>
              <a:gd name="connsiteX5" fmla="*/ 3878372 w 4944320"/>
              <a:gd name="connsiteY5" fmla="*/ 170120 h 1020027"/>
              <a:gd name="connsiteX6" fmla="*/ 4308055 w 4944320"/>
              <a:gd name="connsiteY6" fmla="*/ 425654 h 1020027"/>
              <a:gd name="connsiteX7" fmla="*/ 4469277 w 4944320"/>
              <a:gd name="connsiteY7" fmla="*/ 620539 h 1020027"/>
              <a:gd name="connsiteX8" fmla="*/ 4621677 w 4944320"/>
              <a:gd name="connsiteY8" fmla="*/ 700441 h 1020027"/>
              <a:gd name="connsiteX9" fmla="*/ 4786777 w 4944320"/>
              <a:gd name="connsiteY9" fmla="*/ 693178 h 1020027"/>
              <a:gd name="connsiteX10" fmla="*/ 4790655 w 4944320"/>
              <a:gd name="connsiteY10" fmla="*/ 512819 h 1020027"/>
              <a:gd name="connsiteX11" fmla="*/ 4640729 w 4944320"/>
              <a:gd name="connsiteY11" fmla="*/ 329985 h 1020027"/>
              <a:gd name="connsiteX12" fmla="*/ 4577229 w 4944320"/>
              <a:gd name="connsiteY12" fmla="*/ 32165 h 1020027"/>
              <a:gd name="connsiteX13" fmla="*/ 4919771 w 4944320"/>
              <a:gd name="connsiteY13" fmla="*/ 30903 h 1020027"/>
              <a:gd name="connsiteX14" fmla="*/ 4913779 w 4944320"/>
              <a:gd name="connsiteY14" fmla="*/ 308193 h 1020027"/>
              <a:gd name="connsiteX15" fmla="*/ 4850279 w 4944320"/>
              <a:gd name="connsiteY15" fmla="*/ 402622 h 1020027"/>
              <a:gd name="connsiteX16" fmla="*/ 4869328 w 4944320"/>
              <a:gd name="connsiteY16" fmla="*/ 729497 h 1020027"/>
              <a:gd name="connsiteX17" fmla="*/ 4689055 w 4944320"/>
              <a:gd name="connsiteY17" fmla="*/ 801936 h 1020027"/>
              <a:gd name="connsiteX18" fmla="*/ 4424470 w 4944320"/>
              <a:gd name="connsiteY18" fmla="*/ 709912 h 1020027"/>
              <a:gd name="connsiteX19" fmla="*/ 4158128 w 4944320"/>
              <a:gd name="connsiteY19" fmla="*/ 395357 h 1020027"/>
              <a:gd name="connsiteX20" fmla="*/ 3920705 w 4944320"/>
              <a:gd name="connsiteY20" fmla="*/ 274126 h 1020027"/>
              <a:gd name="connsiteX21" fmla="*/ 3596855 w 4944320"/>
              <a:gd name="connsiteY21" fmla="*/ 254741 h 1020027"/>
              <a:gd name="connsiteX22" fmla="*/ 3414821 w 4944320"/>
              <a:gd name="connsiteY22" fmla="*/ 330941 h 1020027"/>
              <a:gd name="connsiteX23" fmla="*/ 3296288 w 4944320"/>
              <a:gd name="connsiteY23" fmla="*/ 449473 h 1020027"/>
              <a:gd name="connsiteX24" fmla="*/ 3084621 w 4944320"/>
              <a:gd name="connsiteY24" fmla="*/ 830473 h 1020027"/>
              <a:gd name="connsiteX25" fmla="*/ 2906821 w 4944320"/>
              <a:gd name="connsiteY25" fmla="*/ 982874 h 1020027"/>
              <a:gd name="connsiteX26" fmla="*/ 2542755 w 4944320"/>
              <a:gd name="connsiteY26" fmla="*/ 1016740 h 1020027"/>
              <a:gd name="connsiteX27" fmla="*/ 1856955 w 4944320"/>
              <a:gd name="connsiteY27" fmla="*/ 923607 h 1020027"/>
              <a:gd name="connsiteX28" fmla="*/ 1188088 w 4944320"/>
              <a:gd name="connsiteY28" fmla="*/ 711941 h 1020027"/>
              <a:gd name="connsiteX29" fmla="*/ 891755 w 4944320"/>
              <a:gd name="connsiteY29" fmla="*/ 441007 h 1020027"/>
              <a:gd name="connsiteX30" fmla="*/ 705488 w 4944320"/>
              <a:gd name="connsiteY30" fmla="*/ 314007 h 1020027"/>
              <a:gd name="connsiteX31" fmla="*/ 502288 w 4944320"/>
              <a:gd name="connsiteY31" fmla="*/ 263207 h 1020027"/>
              <a:gd name="connsiteX32" fmla="*/ 146687 w 4944320"/>
              <a:gd name="connsiteY32" fmla="*/ 220874 h 1020027"/>
              <a:gd name="connsiteX33" fmla="*/ 19688 w 4944320"/>
              <a:gd name="connsiteY33" fmla="*/ 220874 h 1020027"/>
              <a:gd name="connsiteX34" fmla="*/ 87421 w 4944320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86777 w 4933727"/>
              <a:gd name="connsiteY9" fmla="*/ 693178 h 1020027"/>
              <a:gd name="connsiteX10" fmla="*/ 4790655 w 4933727"/>
              <a:gd name="connsiteY10" fmla="*/ 512819 h 1020027"/>
              <a:gd name="connsiteX11" fmla="*/ 4640729 w 4933727"/>
              <a:gd name="connsiteY11" fmla="*/ 329985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50279 w 4933727"/>
              <a:gd name="connsiteY15" fmla="*/ 402622 h 1020027"/>
              <a:gd name="connsiteX16" fmla="*/ 4869328 w 4933727"/>
              <a:gd name="connsiteY16" fmla="*/ 729497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86777 w 4933727"/>
              <a:gd name="connsiteY9" fmla="*/ 693178 h 1020027"/>
              <a:gd name="connsiteX10" fmla="*/ 4790655 w 4933727"/>
              <a:gd name="connsiteY10" fmla="*/ 512819 h 1020027"/>
              <a:gd name="connsiteX11" fmla="*/ 4640729 w 4933727"/>
              <a:gd name="connsiteY11" fmla="*/ 329985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869328 w 4933727"/>
              <a:gd name="connsiteY16" fmla="*/ 729497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86777 w 4933727"/>
              <a:gd name="connsiteY9" fmla="*/ 693178 h 1020027"/>
              <a:gd name="connsiteX10" fmla="*/ 4746205 w 4933727"/>
              <a:gd name="connsiteY10" fmla="*/ 505555 h 1020027"/>
              <a:gd name="connsiteX11" fmla="*/ 4640729 w 4933727"/>
              <a:gd name="connsiteY11" fmla="*/ 329985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869328 w 4933727"/>
              <a:gd name="connsiteY16" fmla="*/ 729497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640729 w 4933727"/>
              <a:gd name="connsiteY11" fmla="*/ 329985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869328 w 4933727"/>
              <a:gd name="connsiteY16" fmla="*/ 729497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640729 w 4933727"/>
              <a:gd name="connsiteY11" fmla="*/ 329985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799478 w 4933727"/>
              <a:gd name="connsiteY16" fmla="*/ 751288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634379 w 4933727"/>
              <a:gd name="connsiteY11" fmla="*/ 293666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799478 w 4933727"/>
              <a:gd name="connsiteY16" fmla="*/ 751288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634379 w 4933727"/>
              <a:gd name="connsiteY11" fmla="*/ 293666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799478 w 4933727"/>
              <a:gd name="connsiteY16" fmla="*/ 751288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634379 w 4933727"/>
              <a:gd name="connsiteY11" fmla="*/ 293666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799478 w 4933727"/>
              <a:gd name="connsiteY16" fmla="*/ 751288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634379 w 4933727"/>
              <a:gd name="connsiteY11" fmla="*/ 293666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799478 w 4933727"/>
              <a:gd name="connsiteY16" fmla="*/ 751288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634379 w 4933727"/>
              <a:gd name="connsiteY11" fmla="*/ 293666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799478 w 4933727"/>
              <a:gd name="connsiteY16" fmla="*/ 751288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799478 w 4933727"/>
              <a:gd name="connsiteY17" fmla="*/ 751288 h 1020027"/>
              <a:gd name="connsiteX18" fmla="*/ 4689055 w 4933727"/>
              <a:gd name="connsiteY18" fmla="*/ 801936 h 1020027"/>
              <a:gd name="connsiteX19" fmla="*/ 4424470 w 4933727"/>
              <a:gd name="connsiteY19" fmla="*/ 709912 h 1020027"/>
              <a:gd name="connsiteX20" fmla="*/ 4158128 w 4933727"/>
              <a:gd name="connsiteY20" fmla="*/ 395357 h 1020027"/>
              <a:gd name="connsiteX21" fmla="*/ 3920705 w 4933727"/>
              <a:gd name="connsiteY21" fmla="*/ 274126 h 1020027"/>
              <a:gd name="connsiteX22" fmla="*/ 3596855 w 4933727"/>
              <a:gd name="connsiteY22" fmla="*/ 254741 h 1020027"/>
              <a:gd name="connsiteX23" fmla="*/ 3414821 w 4933727"/>
              <a:gd name="connsiteY23" fmla="*/ 330941 h 1020027"/>
              <a:gd name="connsiteX24" fmla="*/ 3296288 w 4933727"/>
              <a:gd name="connsiteY24" fmla="*/ 449473 h 1020027"/>
              <a:gd name="connsiteX25" fmla="*/ 3084621 w 4933727"/>
              <a:gd name="connsiteY25" fmla="*/ 830473 h 1020027"/>
              <a:gd name="connsiteX26" fmla="*/ 2906821 w 4933727"/>
              <a:gd name="connsiteY26" fmla="*/ 982874 h 1020027"/>
              <a:gd name="connsiteX27" fmla="*/ 2542755 w 4933727"/>
              <a:gd name="connsiteY27" fmla="*/ 1016740 h 1020027"/>
              <a:gd name="connsiteX28" fmla="*/ 1856955 w 4933727"/>
              <a:gd name="connsiteY28" fmla="*/ 923607 h 1020027"/>
              <a:gd name="connsiteX29" fmla="*/ 1188088 w 4933727"/>
              <a:gd name="connsiteY29" fmla="*/ 711941 h 1020027"/>
              <a:gd name="connsiteX30" fmla="*/ 891755 w 4933727"/>
              <a:gd name="connsiteY30" fmla="*/ 441007 h 1020027"/>
              <a:gd name="connsiteX31" fmla="*/ 705488 w 4933727"/>
              <a:gd name="connsiteY31" fmla="*/ 314007 h 1020027"/>
              <a:gd name="connsiteX32" fmla="*/ 502288 w 4933727"/>
              <a:gd name="connsiteY32" fmla="*/ 263207 h 1020027"/>
              <a:gd name="connsiteX33" fmla="*/ 146687 w 4933727"/>
              <a:gd name="connsiteY33" fmla="*/ 220874 h 1020027"/>
              <a:gd name="connsiteX34" fmla="*/ 19688 w 4933727"/>
              <a:gd name="connsiteY34" fmla="*/ 220874 h 1020027"/>
              <a:gd name="connsiteX35" fmla="*/ 87421 w 4933727"/>
              <a:gd name="connsiteY35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799478 w 4933727"/>
              <a:gd name="connsiteY17" fmla="*/ 751288 h 1020027"/>
              <a:gd name="connsiteX18" fmla="*/ 4689055 w 4933727"/>
              <a:gd name="connsiteY18" fmla="*/ 801936 h 1020027"/>
              <a:gd name="connsiteX19" fmla="*/ 4424470 w 4933727"/>
              <a:gd name="connsiteY19" fmla="*/ 709912 h 1020027"/>
              <a:gd name="connsiteX20" fmla="*/ 4158128 w 4933727"/>
              <a:gd name="connsiteY20" fmla="*/ 395357 h 1020027"/>
              <a:gd name="connsiteX21" fmla="*/ 3920705 w 4933727"/>
              <a:gd name="connsiteY21" fmla="*/ 274126 h 1020027"/>
              <a:gd name="connsiteX22" fmla="*/ 3596855 w 4933727"/>
              <a:gd name="connsiteY22" fmla="*/ 254741 h 1020027"/>
              <a:gd name="connsiteX23" fmla="*/ 3414821 w 4933727"/>
              <a:gd name="connsiteY23" fmla="*/ 330941 h 1020027"/>
              <a:gd name="connsiteX24" fmla="*/ 3296288 w 4933727"/>
              <a:gd name="connsiteY24" fmla="*/ 449473 h 1020027"/>
              <a:gd name="connsiteX25" fmla="*/ 3084621 w 4933727"/>
              <a:gd name="connsiteY25" fmla="*/ 830473 h 1020027"/>
              <a:gd name="connsiteX26" fmla="*/ 2906821 w 4933727"/>
              <a:gd name="connsiteY26" fmla="*/ 982874 h 1020027"/>
              <a:gd name="connsiteX27" fmla="*/ 2542755 w 4933727"/>
              <a:gd name="connsiteY27" fmla="*/ 1016740 h 1020027"/>
              <a:gd name="connsiteX28" fmla="*/ 1856955 w 4933727"/>
              <a:gd name="connsiteY28" fmla="*/ 923607 h 1020027"/>
              <a:gd name="connsiteX29" fmla="*/ 1188088 w 4933727"/>
              <a:gd name="connsiteY29" fmla="*/ 711941 h 1020027"/>
              <a:gd name="connsiteX30" fmla="*/ 891755 w 4933727"/>
              <a:gd name="connsiteY30" fmla="*/ 441007 h 1020027"/>
              <a:gd name="connsiteX31" fmla="*/ 705488 w 4933727"/>
              <a:gd name="connsiteY31" fmla="*/ 314007 h 1020027"/>
              <a:gd name="connsiteX32" fmla="*/ 502288 w 4933727"/>
              <a:gd name="connsiteY32" fmla="*/ 263207 h 1020027"/>
              <a:gd name="connsiteX33" fmla="*/ 146687 w 4933727"/>
              <a:gd name="connsiteY33" fmla="*/ 220874 h 1020027"/>
              <a:gd name="connsiteX34" fmla="*/ 19688 w 4933727"/>
              <a:gd name="connsiteY34" fmla="*/ 220874 h 1020027"/>
              <a:gd name="connsiteX35" fmla="*/ 87421 w 4933727"/>
              <a:gd name="connsiteY35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799478 w 4933727"/>
              <a:gd name="connsiteY17" fmla="*/ 751288 h 1020027"/>
              <a:gd name="connsiteX18" fmla="*/ 4638255 w 4933727"/>
              <a:gd name="connsiteY18" fmla="*/ 794673 h 1020027"/>
              <a:gd name="connsiteX19" fmla="*/ 4424470 w 4933727"/>
              <a:gd name="connsiteY19" fmla="*/ 709912 h 1020027"/>
              <a:gd name="connsiteX20" fmla="*/ 4158128 w 4933727"/>
              <a:gd name="connsiteY20" fmla="*/ 395357 h 1020027"/>
              <a:gd name="connsiteX21" fmla="*/ 3920705 w 4933727"/>
              <a:gd name="connsiteY21" fmla="*/ 274126 h 1020027"/>
              <a:gd name="connsiteX22" fmla="*/ 3596855 w 4933727"/>
              <a:gd name="connsiteY22" fmla="*/ 254741 h 1020027"/>
              <a:gd name="connsiteX23" fmla="*/ 3414821 w 4933727"/>
              <a:gd name="connsiteY23" fmla="*/ 330941 h 1020027"/>
              <a:gd name="connsiteX24" fmla="*/ 3296288 w 4933727"/>
              <a:gd name="connsiteY24" fmla="*/ 449473 h 1020027"/>
              <a:gd name="connsiteX25" fmla="*/ 3084621 w 4933727"/>
              <a:gd name="connsiteY25" fmla="*/ 830473 h 1020027"/>
              <a:gd name="connsiteX26" fmla="*/ 2906821 w 4933727"/>
              <a:gd name="connsiteY26" fmla="*/ 982874 h 1020027"/>
              <a:gd name="connsiteX27" fmla="*/ 2542755 w 4933727"/>
              <a:gd name="connsiteY27" fmla="*/ 1016740 h 1020027"/>
              <a:gd name="connsiteX28" fmla="*/ 1856955 w 4933727"/>
              <a:gd name="connsiteY28" fmla="*/ 923607 h 1020027"/>
              <a:gd name="connsiteX29" fmla="*/ 1188088 w 4933727"/>
              <a:gd name="connsiteY29" fmla="*/ 711941 h 1020027"/>
              <a:gd name="connsiteX30" fmla="*/ 891755 w 4933727"/>
              <a:gd name="connsiteY30" fmla="*/ 441007 h 1020027"/>
              <a:gd name="connsiteX31" fmla="*/ 705488 w 4933727"/>
              <a:gd name="connsiteY31" fmla="*/ 314007 h 1020027"/>
              <a:gd name="connsiteX32" fmla="*/ 502288 w 4933727"/>
              <a:gd name="connsiteY32" fmla="*/ 263207 h 1020027"/>
              <a:gd name="connsiteX33" fmla="*/ 146687 w 4933727"/>
              <a:gd name="connsiteY33" fmla="*/ 220874 h 1020027"/>
              <a:gd name="connsiteX34" fmla="*/ 19688 w 4933727"/>
              <a:gd name="connsiteY34" fmla="*/ 220874 h 1020027"/>
              <a:gd name="connsiteX35" fmla="*/ 87421 w 4933727"/>
              <a:gd name="connsiteY35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824878 w 4933727"/>
              <a:gd name="connsiteY17" fmla="*/ 656858 h 1020027"/>
              <a:gd name="connsiteX18" fmla="*/ 4638255 w 4933727"/>
              <a:gd name="connsiteY18" fmla="*/ 794673 h 1020027"/>
              <a:gd name="connsiteX19" fmla="*/ 4424470 w 4933727"/>
              <a:gd name="connsiteY19" fmla="*/ 709912 h 1020027"/>
              <a:gd name="connsiteX20" fmla="*/ 4158128 w 4933727"/>
              <a:gd name="connsiteY20" fmla="*/ 395357 h 1020027"/>
              <a:gd name="connsiteX21" fmla="*/ 3920705 w 4933727"/>
              <a:gd name="connsiteY21" fmla="*/ 274126 h 1020027"/>
              <a:gd name="connsiteX22" fmla="*/ 3596855 w 4933727"/>
              <a:gd name="connsiteY22" fmla="*/ 254741 h 1020027"/>
              <a:gd name="connsiteX23" fmla="*/ 3414821 w 4933727"/>
              <a:gd name="connsiteY23" fmla="*/ 330941 h 1020027"/>
              <a:gd name="connsiteX24" fmla="*/ 3296288 w 4933727"/>
              <a:gd name="connsiteY24" fmla="*/ 449473 h 1020027"/>
              <a:gd name="connsiteX25" fmla="*/ 3084621 w 4933727"/>
              <a:gd name="connsiteY25" fmla="*/ 830473 h 1020027"/>
              <a:gd name="connsiteX26" fmla="*/ 2906821 w 4933727"/>
              <a:gd name="connsiteY26" fmla="*/ 982874 h 1020027"/>
              <a:gd name="connsiteX27" fmla="*/ 2542755 w 4933727"/>
              <a:gd name="connsiteY27" fmla="*/ 1016740 h 1020027"/>
              <a:gd name="connsiteX28" fmla="*/ 1856955 w 4933727"/>
              <a:gd name="connsiteY28" fmla="*/ 923607 h 1020027"/>
              <a:gd name="connsiteX29" fmla="*/ 1188088 w 4933727"/>
              <a:gd name="connsiteY29" fmla="*/ 711941 h 1020027"/>
              <a:gd name="connsiteX30" fmla="*/ 891755 w 4933727"/>
              <a:gd name="connsiteY30" fmla="*/ 441007 h 1020027"/>
              <a:gd name="connsiteX31" fmla="*/ 705488 w 4933727"/>
              <a:gd name="connsiteY31" fmla="*/ 314007 h 1020027"/>
              <a:gd name="connsiteX32" fmla="*/ 502288 w 4933727"/>
              <a:gd name="connsiteY32" fmla="*/ 263207 h 1020027"/>
              <a:gd name="connsiteX33" fmla="*/ 146687 w 4933727"/>
              <a:gd name="connsiteY33" fmla="*/ 220874 h 1020027"/>
              <a:gd name="connsiteX34" fmla="*/ 19688 w 4933727"/>
              <a:gd name="connsiteY34" fmla="*/ 220874 h 1020027"/>
              <a:gd name="connsiteX35" fmla="*/ 87421 w 4933727"/>
              <a:gd name="connsiteY35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824878 w 4933727"/>
              <a:gd name="connsiteY17" fmla="*/ 656858 h 1020027"/>
              <a:gd name="connsiteX18" fmla="*/ 4638255 w 4933727"/>
              <a:gd name="connsiteY18" fmla="*/ 794673 h 1020027"/>
              <a:gd name="connsiteX19" fmla="*/ 4424470 w 4933727"/>
              <a:gd name="connsiteY19" fmla="*/ 709912 h 1020027"/>
              <a:gd name="connsiteX20" fmla="*/ 4158128 w 4933727"/>
              <a:gd name="connsiteY20" fmla="*/ 395357 h 1020027"/>
              <a:gd name="connsiteX21" fmla="*/ 3920705 w 4933727"/>
              <a:gd name="connsiteY21" fmla="*/ 274126 h 1020027"/>
              <a:gd name="connsiteX22" fmla="*/ 3596855 w 4933727"/>
              <a:gd name="connsiteY22" fmla="*/ 254741 h 1020027"/>
              <a:gd name="connsiteX23" fmla="*/ 3414821 w 4933727"/>
              <a:gd name="connsiteY23" fmla="*/ 330941 h 1020027"/>
              <a:gd name="connsiteX24" fmla="*/ 3296288 w 4933727"/>
              <a:gd name="connsiteY24" fmla="*/ 449473 h 1020027"/>
              <a:gd name="connsiteX25" fmla="*/ 3084621 w 4933727"/>
              <a:gd name="connsiteY25" fmla="*/ 830473 h 1020027"/>
              <a:gd name="connsiteX26" fmla="*/ 2906821 w 4933727"/>
              <a:gd name="connsiteY26" fmla="*/ 982874 h 1020027"/>
              <a:gd name="connsiteX27" fmla="*/ 2542755 w 4933727"/>
              <a:gd name="connsiteY27" fmla="*/ 1016740 h 1020027"/>
              <a:gd name="connsiteX28" fmla="*/ 1856955 w 4933727"/>
              <a:gd name="connsiteY28" fmla="*/ 923607 h 1020027"/>
              <a:gd name="connsiteX29" fmla="*/ 1188088 w 4933727"/>
              <a:gd name="connsiteY29" fmla="*/ 711941 h 1020027"/>
              <a:gd name="connsiteX30" fmla="*/ 891755 w 4933727"/>
              <a:gd name="connsiteY30" fmla="*/ 441007 h 1020027"/>
              <a:gd name="connsiteX31" fmla="*/ 705488 w 4933727"/>
              <a:gd name="connsiteY31" fmla="*/ 314007 h 1020027"/>
              <a:gd name="connsiteX32" fmla="*/ 502288 w 4933727"/>
              <a:gd name="connsiteY32" fmla="*/ 263207 h 1020027"/>
              <a:gd name="connsiteX33" fmla="*/ 146687 w 4933727"/>
              <a:gd name="connsiteY33" fmla="*/ 220874 h 1020027"/>
              <a:gd name="connsiteX34" fmla="*/ 19688 w 4933727"/>
              <a:gd name="connsiteY34" fmla="*/ 220874 h 1020027"/>
              <a:gd name="connsiteX35" fmla="*/ 87421 w 4933727"/>
              <a:gd name="connsiteY35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824878 w 4933727"/>
              <a:gd name="connsiteY17" fmla="*/ 656858 h 1020027"/>
              <a:gd name="connsiteX18" fmla="*/ 4638255 w 4933727"/>
              <a:gd name="connsiteY18" fmla="*/ 794673 h 1020027"/>
              <a:gd name="connsiteX19" fmla="*/ 4424470 w 4933727"/>
              <a:gd name="connsiteY19" fmla="*/ 709912 h 1020027"/>
              <a:gd name="connsiteX20" fmla="*/ 4158128 w 4933727"/>
              <a:gd name="connsiteY20" fmla="*/ 395357 h 1020027"/>
              <a:gd name="connsiteX21" fmla="*/ 3920705 w 4933727"/>
              <a:gd name="connsiteY21" fmla="*/ 274126 h 1020027"/>
              <a:gd name="connsiteX22" fmla="*/ 3596855 w 4933727"/>
              <a:gd name="connsiteY22" fmla="*/ 254741 h 1020027"/>
              <a:gd name="connsiteX23" fmla="*/ 3414821 w 4933727"/>
              <a:gd name="connsiteY23" fmla="*/ 330941 h 1020027"/>
              <a:gd name="connsiteX24" fmla="*/ 3296288 w 4933727"/>
              <a:gd name="connsiteY24" fmla="*/ 449473 h 1020027"/>
              <a:gd name="connsiteX25" fmla="*/ 3084621 w 4933727"/>
              <a:gd name="connsiteY25" fmla="*/ 830473 h 1020027"/>
              <a:gd name="connsiteX26" fmla="*/ 2906821 w 4933727"/>
              <a:gd name="connsiteY26" fmla="*/ 982874 h 1020027"/>
              <a:gd name="connsiteX27" fmla="*/ 2542755 w 4933727"/>
              <a:gd name="connsiteY27" fmla="*/ 1016740 h 1020027"/>
              <a:gd name="connsiteX28" fmla="*/ 1856955 w 4933727"/>
              <a:gd name="connsiteY28" fmla="*/ 923607 h 1020027"/>
              <a:gd name="connsiteX29" fmla="*/ 1188088 w 4933727"/>
              <a:gd name="connsiteY29" fmla="*/ 711941 h 1020027"/>
              <a:gd name="connsiteX30" fmla="*/ 891755 w 4933727"/>
              <a:gd name="connsiteY30" fmla="*/ 441007 h 1020027"/>
              <a:gd name="connsiteX31" fmla="*/ 705488 w 4933727"/>
              <a:gd name="connsiteY31" fmla="*/ 314007 h 1020027"/>
              <a:gd name="connsiteX32" fmla="*/ 502288 w 4933727"/>
              <a:gd name="connsiteY32" fmla="*/ 263207 h 1020027"/>
              <a:gd name="connsiteX33" fmla="*/ 146687 w 4933727"/>
              <a:gd name="connsiteY33" fmla="*/ 220874 h 1020027"/>
              <a:gd name="connsiteX34" fmla="*/ 19688 w 4933727"/>
              <a:gd name="connsiteY34" fmla="*/ 220874 h 1020027"/>
              <a:gd name="connsiteX35" fmla="*/ 87421 w 4933727"/>
              <a:gd name="connsiteY35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824878 w 4933727"/>
              <a:gd name="connsiteY17" fmla="*/ 656858 h 1020027"/>
              <a:gd name="connsiteX18" fmla="*/ 4638255 w 4933727"/>
              <a:gd name="connsiteY18" fmla="*/ 794673 h 1020027"/>
              <a:gd name="connsiteX19" fmla="*/ 4424470 w 4933727"/>
              <a:gd name="connsiteY19" fmla="*/ 709912 h 1020027"/>
              <a:gd name="connsiteX20" fmla="*/ 4158128 w 4933727"/>
              <a:gd name="connsiteY20" fmla="*/ 395357 h 1020027"/>
              <a:gd name="connsiteX21" fmla="*/ 3920705 w 4933727"/>
              <a:gd name="connsiteY21" fmla="*/ 274126 h 1020027"/>
              <a:gd name="connsiteX22" fmla="*/ 3596855 w 4933727"/>
              <a:gd name="connsiteY22" fmla="*/ 254741 h 1020027"/>
              <a:gd name="connsiteX23" fmla="*/ 3414821 w 4933727"/>
              <a:gd name="connsiteY23" fmla="*/ 330941 h 1020027"/>
              <a:gd name="connsiteX24" fmla="*/ 3296288 w 4933727"/>
              <a:gd name="connsiteY24" fmla="*/ 449473 h 1020027"/>
              <a:gd name="connsiteX25" fmla="*/ 3084621 w 4933727"/>
              <a:gd name="connsiteY25" fmla="*/ 830473 h 1020027"/>
              <a:gd name="connsiteX26" fmla="*/ 2906821 w 4933727"/>
              <a:gd name="connsiteY26" fmla="*/ 982874 h 1020027"/>
              <a:gd name="connsiteX27" fmla="*/ 2542755 w 4933727"/>
              <a:gd name="connsiteY27" fmla="*/ 1016740 h 1020027"/>
              <a:gd name="connsiteX28" fmla="*/ 1856955 w 4933727"/>
              <a:gd name="connsiteY28" fmla="*/ 923607 h 1020027"/>
              <a:gd name="connsiteX29" fmla="*/ 1188088 w 4933727"/>
              <a:gd name="connsiteY29" fmla="*/ 711941 h 1020027"/>
              <a:gd name="connsiteX30" fmla="*/ 891755 w 4933727"/>
              <a:gd name="connsiteY30" fmla="*/ 441007 h 1020027"/>
              <a:gd name="connsiteX31" fmla="*/ 705488 w 4933727"/>
              <a:gd name="connsiteY31" fmla="*/ 314007 h 1020027"/>
              <a:gd name="connsiteX32" fmla="*/ 502288 w 4933727"/>
              <a:gd name="connsiteY32" fmla="*/ 263207 h 1020027"/>
              <a:gd name="connsiteX33" fmla="*/ 146687 w 4933727"/>
              <a:gd name="connsiteY33" fmla="*/ 220874 h 1020027"/>
              <a:gd name="connsiteX34" fmla="*/ 19688 w 4933727"/>
              <a:gd name="connsiteY34" fmla="*/ 220874 h 1020027"/>
              <a:gd name="connsiteX35" fmla="*/ 87421 w 4933727"/>
              <a:gd name="connsiteY35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824878 w 4933727"/>
              <a:gd name="connsiteY17" fmla="*/ 656858 h 1020027"/>
              <a:gd name="connsiteX18" fmla="*/ 4748678 w 4933727"/>
              <a:gd name="connsiteY18" fmla="*/ 773081 h 1020027"/>
              <a:gd name="connsiteX19" fmla="*/ 4638255 w 4933727"/>
              <a:gd name="connsiteY19" fmla="*/ 794673 h 1020027"/>
              <a:gd name="connsiteX20" fmla="*/ 4424470 w 4933727"/>
              <a:gd name="connsiteY20" fmla="*/ 709912 h 1020027"/>
              <a:gd name="connsiteX21" fmla="*/ 4158128 w 4933727"/>
              <a:gd name="connsiteY21" fmla="*/ 395357 h 1020027"/>
              <a:gd name="connsiteX22" fmla="*/ 3920705 w 4933727"/>
              <a:gd name="connsiteY22" fmla="*/ 274126 h 1020027"/>
              <a:gd name="connsiteX23" fmla="*/ 3596855 w 4933727"/>
              <a:gd name="connsiteY23" fmla="*/ 254741 h 1020027"/>
              <a:gd name="connsiteX24" fmla="*/ 3414821 w 4933727"/>
              <a:gd name="connsiteY24" fmla="*/ 330941 h 1020027"/>
              <a:gd name="connsiteX25" fmla="*/ 3296288 w 4933727"/>
              <a:gd name="connsiteY25" fmla="*/ 449473 h 1020027"/>
              <a:gd name="connsiteX26" fmla="*/ 3084621 w 4933727"/>
              <a:gd name="connsiteY26" fmla="*/ 830473 h 1020027"/>
              <a:gd name="connsiteX27" fmla="*/ 2906821 w 4933727"/>
              <a:gd name="connsiteY27" fmla="*/ 982874 h 1020027"/>
              <a:gd name="connsiteX28" fmla="*/ 2542755 w 4933727"/>
              <a:gd name="connsiteY28" fmla="*/ 1016740 h 1020027"/>
              <a:gd name="connsiteX29" fmla="*/ 1856955 w 4933727"/>
              <a:gd name="connsiteY29" fmla="*/ 923607 h 1020027"/>
              <a:gd name="connsiteX30" fmla="*/ 1188088 w 4933727"/>
              <a:gd name="connsiteY30" fmla="*/ 711941 h 1020027"/>
              <a:gd name="connsiteX31" fmla="*/ 891755 w 4933727"/>
              <a:gd name="connsiteY31" fmla="*/ 441007 h 1020027"/>
              <a:gd name="connsiteX32" fmla="*/ 705488 w 4933727"/>
              <a:gd name="connsiteY32" fmla="*/ 314007 h 1020027"/>
              <a:gd name="connsiteX33" fmla="*/ 502288 w 4933727"/>
              <a:gd name="connsiteY33" fmla="*/ 263207 h 1020027"/>
              <a:gd name="connsiteX34" fmla="*/ 146687 w 4933727"/>
              <a:gd name="connsiteY34" fmla="*/ 220874 h 1020027"/>
              <a:gd name="connsiteX35" fmla="*/ 19688 w 4933727"/>
              <a:gd name="connsiteY35" fmla="*/ 220874 h 1020027"/>
              <a:gd name="connsiteX36" fmla="*/ 87421 w 4933727"/>
              <a:gd name="connsiteY36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824878 w 4933727"/>
              <a:gd name="connsiteY17" fmla="*/ 656858 h 1020027"/>
              <a:gd name="connsiteX18" fmla="*/ 4748678 w 4933727"/>
              <a:gd name="connsiteY18" fmla="*/ 773081 h 1020027"/>
              <a:gd name="connsiteX19" fmla="*/ 4638255 w 4933727"/>
              <a:gd name="connsiteY19" fmla="*/ 794673 h 1020027"/>
              <a:gd name="connsiteX20" fmla="*/ 4424470 w 4933727"/>
              <a:gd name="connsiteY20" fmla="*/ 709912 h 1020027"/>
              <a:gd name="connsiteX21" fmla="*/ 4158128 w 4933727"/>
              <a:gd name="connsiteY21" fmla="*/ 395357 h 1020027"/>
              <a:gd name="connsiteX22" fmla="*/ 3920705 w 4933727"/>
              <a:gd name="connsiteY22" fmla="*/ 274126 h 1020027"/>
              <a:gd name="connsiteX23" fmla="*/ 3596855 w 4933727"/>
              <a:gd name="connsiteY23" fmla="*/ 254741 h 1020027"/>
              <a:gd name="connsiteX24" fmla="*/ 3414821 w 4933727"/>
              <a:gd name="connsiteY24" fmla="*/ 330941 h 1020027"/>
              <a:gd name="connsiteX25" fmla="*/ 3296288 w 4933727"/>
              <a:gd name="connsiteY25" fmla="*/ 449473 h 1020027"/>
              <a:gd name="connsiteX26" fmla="*/ 3084621 w 4933727"/>
              <a:gd name="connsiteY26" fmla="*/ 830473 h 1020027"/>
              <a:gd name="connsiteX27" fmla="*/ 2906821 w 4933727"/>
              <a:gd name="connsiteY27" fmla="*/ 982874 h 1020027"/>
              <a:gd name="connsiteX28" fmla="*/ 2542755 w 4933727"/>
              <a:gd name="connsiteY28" fmla="*/ 1016740 h 1020027"/>
              <a:gd name="connsiteX29" fmla="*/ 1856955 w 4933727"/>
              <a:gd name="connsiteY29" fmla="*/ 923607 h 1020027"/>
              <a:gd name="connsiteX30" fmla="*/ 1188088 w 4933727"/>
              <a:gd name="connsiteY30" fmla="*/ 711941 h 1020027"/>
              <a:gd name="connsiteX31" fmla="*/ 891755 w 4933727"/>
              <a:gd name="connsiteY31" fmla="*/ 441007 h 1020027"/>
              <a:gd name="connsiteX32" fmla="*/ 705488 w 4933727"/>
              <a:gd name="connsiteY32" fmla="*/ 314007 h 1020027"/>
              <a:gd name="connsiteX33" fmla="*/ 502288 w 4933727"/>
              <a:gd name="connsiteY33" fmla="*/ 263207 h 1020027"/>
              <a:gd name="connsiteX34" fmla="*/ 146687 w 4933727"/>
              <a:gd name="connsiteY34" fmla="*/ 220874 h 1020027"/>
              <a:gd name="connsiteX35" fmla="*/ 19688 w 4933727"/>
              <a:gd name="connsiteY35" fmla="*/ 220874 h 1020027"/>
              <a:gd name="connsiteX36" fmla="*/ 87421 w 4933727"/>
              <a:gd name="connsiteY36" fmla="*/ 127740 h 1020027"/>
              <a:gd name="connsiteX0" fmla="*/ 87421 w 4936122"/>
              <a:gd name="connsiteY0" fmla="*/ 128220 h 1020507"/>
              <a:gd name="connsiteX1" fmla="*/ 815555 w 4936122"/>
              <a:gd name="connsiteY1" fmla="*/ 272154 h 1020507"/>
              <a:gd name="connsiteX2" fmla="*/ 1416688 w 4936122"/>
              <a:gd name="connsiteY2" fmla="*/ 712420 h 1020507"/>
              <a:gd name="connsiteX3" fmla="*/ 2813688 w 4936122"/>
              <a:gd name="connsiteY3" fmla="*/ 907154 h 1020507"/>
              <a:gd name="connsiteX4" fmla="*/ 3313221 w 4936122"/>
              <a:gd name="connsiteY4" fmla="*/ 272154 h 1020507"/>
              <a:gd name="connsiteX5" fmla="*/ 3878372 w 4936122"/>
              <a:gd name="connsiteY5" fmla="*/ 170600 h 1020507"/>
              <a:gd name="connsiteX6" fmla="*/ 4308055 w 4936122"/>
              <a:gd name="connsiteY6" fmla="*/ 426134 h 1020507"/>
              <a:gd name="connsiteX7" fmla="*/ 4469277 w 4936122"/>
              <a:gd name="connsiteY7" fmla="*/ 621019 h 1020507"/>
              <a:gd name="connsiteX8" fmla="*/ 4621677 w 4936122"/>
              <a:gd name="connsiteY8" fmla="*/ 700921 h 1020507"/>
              <a:gd name="connsiteX9" fmla="*/ 4735977 w 4936122"/>
              <a:gd name="connsiteY9" fmla="*/ 671866 h 1020507"/>
              <a:gd name="connsiteX10" fmla="*/ 4746205 w 4936122"/>
              <a:gd name="connsiteY10" fmla="*/ 527827 h 1020507"/>
              <a:gd name="connsiteX11" fmla="*/ 4723278 w 4936122"/>
              <a:gd name="connsiteY11" fmla="*/ 388577 h 1020507"/>
              <a:gd name="connsiteX12" fmla="*/ 4634379 w 4936122"/>
              <a:gd name="connsiteY12" fmla="*/ 294146 h 1020507"/>
              <a:gd name="connsiteX13" fmla="*/ 4577229 w 4936122"/>
              <a:gd name="connsiteY13" fmla="*/ 32645 h 1020507"/>
              <a:gd name="connsiteX14" fmla="*/ 4919771 w 4936122"/>
              <a:gd name="connsiteY14" fmla="*/ 31383 h 1020507"/>
              <a:gd name="connsiteX15" fmla="*/ 4882029 w 4936122"/>
              <a:gd name="connsiteY15" fmla="*/ 315937 h 1020507"/>
              <a:gd name="connsiteX16" fmla="*/ 4818529 w 4936122"/>
              <a:gd name="connsiteY16" fmla="*/ 381311 h 1020507"/>
              <a:gd name="connsiteX17" fmla="*/ 4824878 w 4936122"/>
              <a:gd name="connsiteY17" fmla="*/ 657338 h 1020507"/>
              <a:gd name="connsiteX18" fmla="*/ 4748678 w 4936122"/>
              <a:gd name="connsiteY18" fmla="*/ 773561 h 1020507"/>
              <a:gd name="connsiteX19" fmla="*/ 4638255 w 4936122"/>
              <a:gd name="connsiteY19" fmla="*/ 795153 h 1020507"/>
              <a:gd name="connsiteX20" fmla="*/ 4424470 w 4936122"/>
              <a:gd name="connsiteY20" fmla="*/ 710392 h 1020507"/>
              <a:gd name="connsiteX21" fmla="*/ 4158128 w 4936122"/>
              <a:gd name="connsiteY21" fmla="*/ 395837 h 1020507"/>
              <a:gd name="connsiteX22" fmla="*/ 3920705 w 4936122"/>
              <a:gd name="connsiteY22" fmla="*/ 274606 h 1020507"/>
              <a:gd name="connsiteX23" fmla="*/ 3596855 w 4936122"/>
              <a:gd name="connsiteY23" fmla="*/ 255221 h 1020507"/>
              <a:gd name="connsiteX24" fmla="*/ 3414821 w 4936122"/>
              <a:gd name="connsiteY24" fmla="*/ 331421 h 1020507"/>
              <a:gd name="connsiteX25" fmla="*/ 3296288 w 4936122"/>
              <a:gd name="connsiteY25" fmla="*/ 449953 h 1020507"/>
              <a:gd name="connsiteX26" fmla="*/ 3084621 w 4936122"/>
              <a:gd name="connsiteY26" fmla="*/ 830953 h 1020507"/>
              <a:gd name="connsiteX27" fmla="*/ 2906821 w 4936122"/>
              <a:gd name="connsiteY27" fmla="*/ 983354 h 1020507"/>
              <a:gd name="connsiteX28" fmla="*/ 2542755 w 4936122"/>
              <a:gd name="connsiteY28" fmla="*/ 1017220 h 1020507"/>
              <a:gd name="connsiteX29" fmla="*/ 1856955 w 4936122"/>
              <a:gd name="connsiteY29" fmla="*/ 924087 h 1020507"/>
              <a:gd name="connsiteX30" fmla="*/ 1188088 w 4936122"/>
              <a:gd name="connsiteY30" fmla="*/ 712421 h 1020507"/>
              <a:gd name="connsiteX31" fmla="*/ 891755 w 4936122"/>
              <a:gd name="connsiteY31" fmla="*/ 441487 h 1020507"/>
              <a:gd name="connsiteX32" fmla="*/ 705488 w 4936122"/>
              <a:gd name="connsiteY32" fmla="*/ 314487 h 1020507"/>
              <a:gd name="connsiteX33" fmla="*/ 502288 w 4936122"/>
              <a:gd name="connsiteY33" fmla="*/ 263687 h 1020507"/>
              <a:gd name="connsiteX34" fmla="*/ 146687 w 4936122"/>
              <a:gd name="connsiteY34" fmla="*/ 221354 h 1020507"/>
              <a:gd name="connsiteX35" fmla="*/ 19688 w 4936122"/>
              <a:gd name="connsiteY35" fmla="*/ 221354 h 1020507"/>
              <a:gd name="connsiteX36" fmla="*/ 87421 w 4936122"/>
              <a:gd name="connsiteY36" fmla="*/ 128220 h 1020507"/>
              <a:gd name="connsiteX0" fmla="*/ 87421 w 4920152"/>
              <a:gd name="connsiteY0" fmla="*/ 132452 h 1024739"/>
              <a:gd name="connsiteX1" fmla="*/ 815555 w 4920152"/>
              <a:gd name="connsiteY1" fmla="*/ 276386 h 1024739"/>
              <a:gd name="connsiteX2" fmla="*/ 1416688 w 4920152"/>
              <a:gd name="connsiteY2" fmla="*/ 716652 h 1024739"/>
              <a:gd name="connsiteX3" fmla="*/ 2813688 w 4920152"/>
              <a:gd name="connsiteY3" fmla="*/ 911386 h 1024739"/>
              <a:gd name="connsiteX4" fmla="*/ 3313221 w 4920152"/>
              <a:gd name="connsiteY4" fmla="*/ 276386 h 1024739"/>
              <a:gd name="connsiteX5" fmla="*/ 3878372 w 4920152"/>
              <a:gd name="connsiteY5" fmla="*/ 174832 h 1024739"/>
              <a:gd name="connsiteX6" fmla="*/ 4308055 w 4920152"/>
              <a:gd name="connsiteY6" fmla="*/ 430366 h 1024739"/>
              <a:gd name="connsiteX7" fmla="*/ 4469277 w 4920152"/>
              <a:gd name="connsiteY7" fmla="*/ 625251 h 1024739"/>
              <a:gd name="connsiteX8" fmla="*/ 4621677 w 4920152"/>
              <a:gd name="connsiteY8" fmla="*/ 705153 h 1024739"/>
              <a:gd name="connsiteX9" fmla="*/ 4735977 w 4920152"/>
              <a:gd name="connsiteY9" fmla="*/ 676098 h 1024739"/>
              <a:gd name="connsiteX10" fmla="*/ 4746205 w 4920152"/>
              <a:gd name="connsiteY10" fmla="*/ 532059 h 1024739"/>
              <a:gd name="connsiteX11" fmla="*/ 4723278 w 4920152"/>
              <a:gd name="connsiteY11" fmla="*/ 392809 h 1024739"/>
              <a:gd name="connsiteX12" fmla="*/ 4634379 w 4920152"/>
              <a:gd name="connsiteY12" fmla="*/ 298378 h 1024739"/>
              <a:gd name="connsiteX13" fmla="*/ 4577229 w 4920152"/>
              <a:gd name="connsiteY13" fmla="*/ 36877 h 1024739"/>
              <a:gd name="connsiteX14" fmla="*/ 4900721 w 4920152"/>
              <a:gd name="connsiteY14" fmla="*/ 28351 h 1024739"/>
              <a:gd name="connsiteX15" fmla="*/ 4882029 w 4920152"/>
              <a:gd name="connsiteY15" fmla="*/ 320169 h 1024739"/>
              <a:gd name="connsiteX16" fmla="*/ 4818529 w 4920152"/>
              <a:gd name="connsiteY16" fmla="*/ 385543 h 1024739"/>
              <a:gd name="connsiteX17" fmla="*/ 4824878 w 4920152"/>
              <a:gd name="connsiteY17" fmla="*/ 661570 h 1024739"/>
              <a:gd name="connsiteX18" fmla="*/ 4748678 w 4920152"/>
              <a:gd name="connsiteY18" fmla="*/ 777793 h 1024739"/>
              <a:gd name="connsiteX19" fmla="*/ 4638255 w 4920152"/>
              <a:gd name="connsiteY19" fmla="*/ 799385 h 1024739"/>
              <a:gd name="connsiteX20" fmla="*/ 4424470 w 4920152"/>
              <a:gd name="connsiteY20" fmla="*/ 714624 h 1024739"/>
              <a:gd name="connsiteX21" fmla="*/ 4158128 w 4920152"/>
              <a:gd name="connsiteY21" fmla="*/ 400069 h 1024739"/>
              <a:gd name="connsiteX22" fmla="*/ 3920705 w 4920152"/>
              <a:gd name="connsiteY22" fmla="*/ 278838 h 1024739"/>
              <a:gd name="connsiteX23" fmla="*/ 3596855 w 4920152"/>
              <a:gd name="connsiteY23" fmla="*/ 259453 h 1024739"/>
              <a:gd name="connsiteX24" fmla="*/ 3414821 w 4920152"/>
              <a:gd name="connsiteY24" fmla="*/ 335653 h 1024739"/>
              <a:gd name="connsiteX25" fmla="*/ 3296288 w 4920152"/>
              <a:gd name="connsiteY25" fmla="*/ 454185 h 1024739"/>
              <a:gd name="connsiteX26" fmla="*/ 3084621 w 4920152"/>
              <a:gd name="connsiteY26" fmla="*/ 835185 h 1024739"/>
              <a:gd name="connsiteX27" fmla="*/ 2906821 w 4920152"/>
              <a:gd name="connsiteY27" fmla="*/ 987586 h 1024739"/>
              <a:gd name="connsiteX28" fmla="*/ 2542755 w 4920152"/>
              <a:gd name="connsiteY28" fmla="*/ 1021452 h 1024739"/>
              <a:gd name="connsiteX29" fmla="*/ 1856955 w 4920152"/>
              <a:gd name="connsiteY29" fmla="*/ 928319 h 1024739"/>
              <a:gd name="connsiteX30" fmla="*/ 1188088 w 4920152"/>
              <a:gd name="connsiteY30" fmla="*/ 716653 h 1024739"/>
              <a:gd name="connsiteX31" fmla="*/ 891755 w 4920152"/>
              <a:gd name="connsiteY31" fmla="*/ 445719 h 1024739"/>
              <a:gd name="connsiteX32" fmla="*/ 705488 w 4920152"/>
              <a:gd name="connsiteY32" fmla="*/ 318719 h 1024739"/>
              <a:gd name="connsiteX33" fmla="*/ 502288 w 4920152"/>
              <a:gd name="connsiteY33" fmla="*/ 267919 h 1024739"/>
              <a:gd name="connsiteX34" fmla="*/ 146687 w 4920152"/>
              <a:gd name="connsiteY34" fmla="*/ 225586 h 1024739"/>
              <a:gd name="connsiteX35" fmla="*/ 19688 w 4920152"/>
              <a:gd name="connsiteY35" fmla="*/ 225586 h 1024739"/>
              <a:gd name="connsiteX36" fmla="*/ 87421 w 4920152"/>
              <a:gd name="connsiteY36" fmla="*/ 132452 h 1024739"/>
              <a:gd name="connsiteX0" fmla="*/ 87421 w 4919231"/>
              <a:gd name="connsiteY0" fmla="*/ 144145 h 1036432"/>
              <a:gd name="connsiteX1" fmla="*/ 815555 w 4919231"/>
              <a:gd name="connsiteY1" fmla="*/ 288079 h 1036432"/>
              <a:gd name="connsiteX2" fmla="*/ 1416688 w 4919231"/>
              <a:gd name="connsiteY2" fmla="*/ 728345 h 1036432"/>
              <a:gd name="connsiteX3" fmla="*/ 2813688 w 4919231"/>
              <a:gd name="connsiteY3" fmla="*/ 923079 h 1036432"/>
              <a:gd name="connsiteX4" fmla="*/ 3313221 w 4919231"/>
              <a:gd name="connsiteY4" fmla="*/ 288079 h 1036432"/>
              <a:gd name="connsiteX5" fmla="*/ 3878372 w 4919231"/>
              <a:gd name="connsiteY5" fmla="*/ 186525 h 1036432"/>
              <a:gd name="connsiteX6" fmla="*/ 4308055 w 4919231"/>
              <a:gd name="connsiteY6" fmla="*/ 442059 h 1036432"/>
              <a:gd name="connsiteX7" fmla="*/ 4469277 w 4919231"/>
              <a:gd name="connsiteY7" fmla="*/ 636944 h 1036432"/>
              <a:gd name="connsiteX8" fmla="*/ 4621677 w 4919231"/>
              <a:gd name="connsiteY8" fmla="*/ 716846 h 1036432"/>
              <a:gd name="connsiteX9" fmla="*/ 4735977 w 4919231"/>
              <a:gd name="connsiteY9" fmla="*/ 687791 h 1036432"/>
              <a:gd name="connsiteX10" fmla="*/ 4746205 w 4919231"/>
              <a:gd name="connsiteY10" fmla="*/ 543752 h 1036432"/>
              <a:gd name="connsiteX11" fmla="*/ 4723278 w 4919231"/>
              <a:gd name="connsiteY11" fmla="*/ 404502 h 1036432"/>
              <a:gd name="connsiteX12" fmla="*/ 4634379 w 4919231"/>
              <a:gd name="connsiteY12" fmla="*/ 310071 h 1036432"/>
              <a:gd name="connsiteX13" fmla="*/ 4589929 w 4919231"/>
              <a:gd name="connsiteY13" fmla="*/ 26779 h 1036432"/>
              <a:gd name="connsiteX14" fmla="*/ 4900721 w 4919231"/>
              <a:gd name="connsiteY14" fmla="*/ 40044 h 1036432"/>
              <a:gd name="connsiteX15" fmla="*/ 4882029 w 4919231"/>
              <a:gd name="connsiteY15" fmla="*/ 331862 h 1036432"/>
              <a:gd name="connsiteX16" fmla="*/ 4818529 w 4919231"/>
              <a:gd name="connsiteY16" fmla="*/ 397236 h 1036432"/>
              <a:gd name="connsiteX17" fmla="*/ 4824878 w 4919231"/>
              <a:gd name="connsiteY17" fmla="*/ 673263 h 1036432"/>
              <a:gd name="connsiteX18" fmla="*/ 4748678 w 4919231"/>
              <a:gd name="connsiteY18" fmla="*/ 789486 h 1036432"/>
              <a:gd name="connsiteX19" fmla="*/ 4638255 w 4919231"/>
              <a:gd name="connsiteY19" fmla="*/ 811078 h 1036432"/>
              <a:gd name="connsiteX20" fmla="*/ 4424470 w 4919231"/>
              <a:gd name="connsiteY20" fmla="*/ 726317 h 1036432"/>
              <a:gd name="connsiteX21" fmla="*/ 4158128 w 4919231"/>
              <a:gd name="connsiteY21" fmla="*/ 411762 h 1036432"/>
              <a:gd name="connsiteX22" fmla="*/ 3920705 w 4919231"/>
              <a:gd name="connsiteY22" fmla="*/ 290531 h 1036432"/>
              <a:gd name="connsiteX23" fmla="*/ 3596855 w 4919231"/>
              <a:gd name="connsiteY23" fmla="*/ 271146 h 1036432"/>
              <a:gd name="connsiteX24" fmla="*/ 3414821 w 4919231"/>
              <a:gd name="connsiteY24" fmla="*/ 347346 h 1036432"/>
              <a:gd name="connsiteX25" fmla="*/ 3296288 w 4919231"/>
              <a:gd name="connsiteY25" fmla="*/ 465878 h 1036432"/>
              <a:gd name="connsiteX26" fmla="*/ 3084621 w 4919231"/>
              <a:gd name="connsiteY26" fmla="*/ 846878 h 1036432"/>
              <a:gd name="connsiteX27" fmla="*/ 2906821 w 4919231"/>
              <a:gd name="connsiteY27" fmla="*/ 999279 h 1036432"/>
              <a:gd name="connsiteX28" fmla="*/ 2542755 w 4919231"/>
              <a:gd name="connsiteY28" fmla="*/ 1033145 h 1036432"/>
              <a:gd name="connsiteX29" fmla="*/ 1856955 w 4919231"/>
              <a:gd name="connsiteY29" fmla="*/ 940012 h 1036432"/>
              <a:gd name="connsiteX30" fmla="*/ 1188088 w 4919231"/>
              <a:gd name="connsiteY30" fmla="*/ 728346 h 1036432"/>
              <a:gd name="connsiteX31" fmla="*/ 891755 w 4919231"/>
              <a:gd name="connsiteY31" fmla="*/ 457412 h 1036432"/>
              <a:gd name="connsiteX32" fmla="*/ 705488 w 4919231"/>
              <a:gd name="connsiteY32" fmla="*/ 330412 h 1036432"/>
              <a:gd name="connsiteX33" fmla="*/ 502288 w 4919231"/>
              <a:gd name="connsiteY33" fmla="*/ 279612 h 1036432"/>
              <a:gd name="connsiteX34" fmla="*/ 146687 w 4919231"/>
              <a:gd name="connsiteY34" fmla="*/ 237279 h 1036432"/>
              <a:gd name="connsiteX35" fmla="*/ 19688 w 4919231"/>
              <a:gd name="connsiteY35" fmla="*/ 237279 h 1036432"/>
              <a:gd name="connsiteX36" fmla="*/ 87421 w 4919231"/>
              <a:gd name="connsiteY36" fmla="*/ 144145 h 1036432"/>
              <a:gd name="connsiteX0" fmla="*/ 87421 w 4918311"/>
              <a:gd name="connsiteY0" fmla="*/ 135969 h 1028256"/>
              <a:gd name="connsiteX1" fmla="*/ 815555 w 4918311"/>
              <a:gd name="connsiteY1" fmla="*/ 279903 h 1028256"/>
              <a:gd name="connsiteX2" fmla="*/ 1416688 w 4918311"/>
              <a:gd name="connsiteY2" fmla="*/ 720169 h 1028256"/>
              <a:gd name="connsiteX3" fmla="*/ 2813688 w 4918311"/>
              <a:gd name="connsiteY3" fmla="*/ 914903 h 1028256"/>
              <a:gd name="connsiteX4" fmla="*/ 3313221 w 4918311"/>
              <a:gd name="connsiteY4" fmla="*/ 279903 h 1028256"/>
              <a:gd name="connsiteX5" fmla="*/ 3878372 w 4918311"/>
              <a:gd name="connsiteY5" fmla="*/ 178349 h 1028256"/>
              <a:gd name="connsiteX6" fmla="*/ 4308055 w 4918311"/>
              <a:gd name="connsiteY6" fmla="*/ 433883 h 1028256"/>
              <a:gd name="connsiteX7" fmla="*/ 4469277 w 4918311"/>
              <a:gd name="connsiteY7" fmla="*/ 628768 h 1028256"/>
              <a:gd name="connsiteX8" fmla="*/ 4621677 w 4918311"/>
              <a:gd name="connsiteY8" fmla="*/ 708670 h 1028256"/>
              <a:gd name="connsiteX9" fmla="*/ 4735977 w 4918311"/>
              <a:gd name="connsiteY9" fmla="*/ 679615 h 1028256"/>
              <a:gd name="connsiteX10" fmla="*/ 4746205 w 4918311"/>
              <a:gd name="connsiteY10" fmla="*/ 535576 h 1028256"/>
              <a:gd name="connsiteX11" fmla="*/ 4723278 w 4918311"/>
              <a:gd name="connsiteY11" fmla="*/ 396326 h 1028256"/>
              <a:gd name="connsiteX12" fmla="*/ 4634379 w 4918311"/>
              <a:gd name="connsiteY12" fmla="*/ 301895 h 1028256"/>
              <a:gd name="connsiteX13" fmla="*/ 4602629 w 4918311"/>
              <a:gd name="connsiteY13" fmla="*/ 33131 h 1028256"/>
              <a:gd name="connsiteX14" fmla="*/ 4900721 w 4918311"/>
              <a:gd name="connsiteY14" fmla="*/ 31868 h 1028256"/>
              <a:gd name="connsiteX15" fmla="*/ 4882029 w 4918311"/>
              <a:gd name="connsiteY15" fmla="*/ 323686 h 1028256"/>
              <a:gd name="connsiteX16" fmla="*/ 4818529 w 4918311"/>
              <a:gd name="connsiteY16" fmla="*/ 389060 h 1028256"/>
              <a:gd name="connsiteX17" fmla="*/ 4824878 w 4918311"/>
              <a:gd name="connsiteY17" fmla="*/ 665087 h 1028256"/>
              <a:gd name="connsiteX18" fmla="*/ 4748678 w 4918311"/>
              <a:gd name="connsiteY18" fmla="*/ 781310 h 1028256"/>
              <a:gd name="connsiteX19" fmla="*/ 4638255 w 4918311"/>
              <a:gd name="connsiteY19" fmla="*/ 802902 h 1028256"/>
              <a:gd name="connsiteX20" fmla="*/ 4424470 w 4918311"/>
              <a:gd name="connsiteY20" fmla="*/ 718141 h 1028256"/>
              <a:gd name="connsiteX21" fmla="*/ 4158128 w 4918311"/>
              <a:gd name="connsiteY21" fmla="*/ 403586 h 1028256"/>
              <a:gd name="connsiteX22" fmla="*/ 3920705 w 4918311"/>
              <a:gd name="connsiteY22" fmla="*/ 282355 h 1028256"/>
              <a:gd name="connsiteX23" fmla="*/ 3596855 w 4918311"/>
              <a:gd name="connsiteY23" fmla="*/ 262970 h 1028256"/>
              <a:gd name="connsiteX24" fmla="*/ 3414821 w 4918311"/>
              <a:gd name="connsiteY24" fmla="*/ 339170 h 1028256"/>
              <a:gd name="connsiteX25" fmla="*/ 3296288 w 4918311"/>
              <a:gd name="connsiteY25" fmla="*/ 457702 h 1028256"/>
              <a:gd name="connsiteX26" fmla="*/ 3084621 w 4918311"/>
              <a:gd name="connsiteY26" fmla="*/ 838702 h 1028256"/>
              <a:gd name="connsiteX27" fmla="*/ 2906821 w 4918311"/>
              <a:gd name="connsiteY27" fmla="*/ 991103 h 1028256"/>
              <a:gd name="connsiteX28" fmla="*/ 2542755 w 4918311"/>
              <a:gd name="connsiteY28" fmla="*/ 1024969 h 1028256"/>
              <a:gd name="connsiteX29" fmla="*/ 1856955 w 4918311"/>
              <a:gd name="connsiteY29" fmla="*/ 931836 h 1028256"/>
              <a:gd name="connsiteX30" fmla="*/ 1188088 w 4918311"/>
              <a:gd name="connsiteY30" fmla="*/ 720170 h 1028256"/>
              <a:gd name="connsiteX31" fmla="*/ 891755 w 4918311"/>
              <a:gd name="connsiteY31" fmla="*/ 449236 h 1028256"/>
              <a:gd name="connsiteX32" fmla="*/ 705488 w 4918311"/>
              <a:gd name="connsiteY32" fmla="*/ 322236 h 1028256"/>
              <a:gd name="connsiteX33" fmla="*/ 502288 w 4918311"/>
              <a:gd name="connsiteY33" fmla="*/ 271436 h 1028256"/>
              <a:gd name="connsiteX34" fmla="*/ 146687 w 4918311"/>
              <a:gd name="connsiteY34" fmla="*/ 229103 h 1028256"/>
              <a:gd name="connsiteX35" fmla="*/ 19688 w 4918311"/>
              <a:gd name="connsiteY35" fmla="*/ 229103 h 1028256"/>
              <a:gd name="connsiteX36" fmla="*/ 87421 w 4918311"/>
              <a:gd name="connsiteY36" fmla="*/ 135969 h 1028256"/>
              <a:gd name="connsiteX0" fmla="*/ 87421 w 4907942"/>
              <a:gd name="connsiteY0" fmla="*/ 130799 h 1023086"/>
              <a:gd name="connsiteX1" fmla="*/ 815555 w 4907942"/>
              <a:gd name="connsiteY1" fmla="*/ 274733 h 1023086"/>
              <a:gd name="connsiteX2" fmla="*/ 1416688 w 4907942"/>
              <a:gd name="connsiteY2" fmla="*/ 714999 h 1023086"/>
              <a:gd name="connsiteX3" fmla="*/ 2813688 w 4907942"/>
              <a:gd name="connsiteY3" fmla="*/ 909733 h 1023086"/>
              <a:gd name="connsiteX4" fmla="*/ 3313221 w 4907942"/>
              <a:gd name="connsiteY4" fmla="*/ 274733 h 1023086"/>
              <a:gd name="connsiteX5" fmla="*/ 3878372 w 4907942"/>
              <a:gd name="connsiteY5" fmla="*/ 173179 h 1023086"/>
              <a:gd name="connsiteX6" fmla="*/ 4308055 w 4907942"/>
              <a:gd name="connsiteY6" fmla="*/ 428713 h 1023086"/>
              <a:gd name="connsiteX7" fmla="*/ 4469277 w 4907942"/>
              <a:gd name="connsiteY7" fmla="*/ 623598 h 1023086"/>
              <a:gd name="connsiteX8" fmla="*/ 4621677 w 4907942"/>
              <a:gd name="connsiteY8" fmla="*/ 703500 h 1023086"/>
              <a:gd name="connsiteX9" fmla="*/ 4735977 w 4907942"/>
              <a:gd name="connsiteY9" fmla="*/ 674445 h 1023086"/>
              <a:gd name="connsiteX10" fmla="*/ 4746205 w 4907942"/>
              <a:gd name="connsiteY10" fmla="*/ 530406 h 1023086"/>
              <a:gd name="connsiteX11" fmla="*/ 4723278 w 4907942"/>
              <a:gd name="connsiteY11" fmla="*/ 391156 h 1023086"/>
              <a:gd name="connsiteX12" fmla="*/ 4634379 w 4907942"/>
              <a:gd name="connsiteY12" fmla="*/ 296725 h 1023086"/>
              <a:gd name="connsiteX13" fmla="*/ 4602629 w 4907942"/>
              <a:gd name="connsiteY13" fmla="*/ 27961 h 1023086"/>
              <a:gd name="connsiteX14" fmla="*/ 4748678 w 4907942"/>
              <a:gd name="connsiteY14" fmla="*/ 13436 h 1023086"/>
              <a:gd name="connsiteX15" fmla="*/ 4900721 w 4907942"/>
              <a:gd name="connsiteY15" fmla="*/ 26698 h 1023086"/>
              <a:gd name="connsiteX16" fmla="*/ 4882029 w 4907942"/>
              <a:gd name="connsiteY16" fmla="*/ 318516 h 1023086"/>
              <a:gd name="connsiteX17" fmla="*/ 4818529 w 4907942"/>
              <a:gd name="connsiteY17" fmla="*/ 383890 h 1023086"/>
              <a:gd name="connsiteX18" fmla="*/ 4824878 w 4907942"/>
              <a:gd name="connsiteY18" fmla="*/ 659917 h 1023086"/>
              <a:gd name="connsiteX19" fmla="*/ 4748678 w 4907942"/>
              <a:gd name="connsiteY19" fmla="*/ 776140 h 1023086"/>
              <a:gd name="connsiteX20" fmla="*/ 4638255 w 4907942"/>
              <a:gd name="connsiteY20" fmla="*/ 797732 h 1023086"/>
              <a:gd name="connsiteX21" fmla="*/ 4424470 w 4907942"/>
              <a:gd name="connsiteY21" fmla="*/ 712971 h 1023086"/>
              <a:gd name="connsiteX22" fmla="*/ 4158128 w 4907942"/>
              <a:gd name="connsiteY22" fmla="*/ 398416 h 1023086"/>
              <a:gd name="connsiteX23" fmla="*/ 3920705 w 4907942"/>
              <a:gd name="connsiteY23" fmla="*/ 277185 h 1023086"/>
              <a:gd name="connsiteX24" fmla="*/ 3596855 w 4907942"/>
              <a:gd name="connsiteY24" fmla="*/ 257800 h 1023086"/>
              <a:gd name="connsiteX25" fmla="*/ 3414821 w 4907942"/>
              <a:gd name="connsiteY25" fmla="*/ 334000 h 1023086"/>
              <a:gd name="connsiteX26" fmla="*/ 3296288 w 4907942"/>
              <a:gd name="connsiteY26" fmla="*/ 452532 h 1023086"/>
              <a:gd name="connsiteX27" fmla="*/ 3084621 w 4907942"/>
              <a:gd name="connsiteY27" fmla="*/ 833532 h 1023086"/>
              <a:gd name="connsiteX28" fmla="*/ 2906821 w 4907942"/>
              <a:gd name="connsiteY28" fmla="*/ 985933 h 1023086"/>
              <a:gd name="connsiteX29" fmla="*/ 2542755 w 4907942"/>
              <a:gd name="connsiteY29" fmla="*/ 1019799 h 1023086"/>
              <a:gd name="connsiteX30" fmla="*/ 1856955 w 4907942"/>
              <a:gd name="connsiteY30" fmla="*/ 926666 h 1023086"/>
              <a:gd name="connsiteX31" fmla="*/ 1188088 w 4907942"/>
              <a:gd name="connsiteY31" fmla="*/ 715000 h 1023086"/>
              <a:gd name="connsiteX32" fmla="*/ 891755 w 4907942"/>
              <a:gd name="connsiteY32" fmla="*/ 444066 h 1023086"/>
              <a:gd name="connsiteX33" fmla="*/ 705488 w 4907942"/>
              <a:gd name="connsiteY33" fmla="*/ 317066 h 1023086"/>
              <a:gd name="connsiteX34" fmla="*/ 502288 w 4907942"/>
              <a:gd name="connsiteY34" fmla="*/ 266266 h 1023086"/>
              <a:gd name="connsiteX35" fmla="*/ 146687 w 4907942"/>
              <a:gd name="connsiteY35" fmla="*/ 223933 h 1023086"/>
              <a:gd name="connsiteX36" fmla="*/ 19688 w 4907942"/>
              <a:gd name="connsiteY36" fmla="*/ 223933 h 1023086"/>
              <a:gd name="connsiteX37" fmla="*/ 87421 w 4907942"/>
              <a:gd name="connsiteY37" fmla="*/ 130799 h 1023086"/>
              <a:gd name="connsiteX0" fmla="*/ 87421 w 4907942"/>
              <a:gd name="connsiteY0" fmla="*/ 130799 h 1023086"/>
              <a:gd name="connsiteX1" fmla="*/ 815555 w 4907942"/>
              <a:gd name="connsiteY1" fmla="*/ 274733 h 1023086"/>
              <a:gd name="connsiteX2" fmla="*/ 1416688 w 4907942"/>
              <a:gd name="connsiteY2" fmla="*/ 714999 h 1023086"/>
              <a:gd name="connsiteX3" fmla="*/ 2813688 w 4907942"/>
              <a:gd name="connsiteY3" fmla="*/ 909733 h 1023086"/>
              <a:gd name="connsiteX4" fmla="*/ 3313221 w 4907942"/>
              <a:gd name="connsiteY4" fmla="*/ 274733 h 1023086"/>
              <a:gd name="connsiteX5" fmla="*/ 3878372 w 4907942"/>
              <a:gd name="connsiteY5" fmla="*/ 173179 h 1023086"/>
              <a:gd name="connsiteX6" fmla="*/ 4308055 w 4907942"/>
              <a:gd name="connsiteY6" fmla="*/ 428713 h 1023086"/>
              <a:gd name="connsiteX7" fmla="*/ 4469277 w 4907942"/>
              <a:gd name="connsiteY7" fmla="*/ 623598 h 1023086"/>
              <a:gd name="connsiteX8" fmla="*/ 4621677 w 4907942"/>
              <a:gd name="connsiteY8" fmla="*/ 703500 h 1023086"/>
              <a:gd name="connsiteX9" fmla="*/ 4735977 w 4907942"/>
              <a:gd name="connsiteY9" fmla="*/ 674445 h 1023086"/>
              <a:gd name="connsiteX10" fmla="*/ 4746205 w 4907942"/>
              <a:gd name="connsiteY10" fmla="*/ 530406 h 1023086"/>
              <a:gd name="connsiteX11" fmla="*/ 4735978 w 4907942"/>
              <a:gd name="connsiteY11" fmla="*/ 391156 h 1023086"/>
              <a:gd name="connsiteX12" fmla="*/ 4634379 w 4907942"/>
              <a:gd name="connsiteY12" fmla="*/ 296725 h 1023086"/>
              <a:gd name="connsiteX13" fmla="*/ 4602629 w 4907942"/>
              <a:gd name="connsiteY13" fmla="*/ 27961 h 1023086"/>
              <a:gd name="connsiteX14" fmla="*/ 4748678 w 4907942"/>
              <a:gd name="connsiteY14" fmla="*/ 13436 h 1023086"/>
              <a:gd name="connsiteX15" fmla="*/ 4900721 w 4907942"/>
              <a:gd name="connsiteY15" fmla="*/ 26698 h 1023086"/>
              <a:gd name="connsiteX16" fmla="*/ 4882029 w 4907942"/>
              <a:gd name="connsiteY16" fmla="*/ 318516 h 1023086"/>
              <a:gd name="connsiteX17" fmla="*/ 4818529 w 4907942"/>
              <a:gd name="connsiteY17" fmla="*/ 383890 h 1023086"/>
              <a:gd name="connsiteX18" fmla="*/ 4824878 w 4907942"/>
              <a:gd name="connsiteY18" fmla="*/ 659917 h 1023086"/>
              <a:gd name="connsiteX19" fmla="*/ 4748678 w 4907942"/>
              <a:gd name="connsiteY19" fmla="*/ 776140 h 1023086"/>
              <a:gd name="connsiteX20" fmla="*/ 4638255 w 4907942"/>
              <a:gd name="connsiteY20" fmla="*/ 797732 h 1023086"/>
              <a:gd name="connsiteX21" fmla="*/ 4424470 w 4907942"/>
              <a:gd name="connsiteY21" fmla="*/ 712971 h 1023086"/>
              <a:gd name="connsiteX22" fmla="*/ 4158128 w 4907942"/>
              <a:gd name="connsiteY22" fmla="*/ 398416 h 1023086"/>
              <a:gd name="connsiteX23" fmla="*/ 3920705 w 4907942"/>
              <a:gd name="connsiteY23" fmla="*/ 277185 h 1023086"/>
              <a:gd name="connsiteX24" fmla="*/ 3596855 w 4907942"/>
              <a:gd name="connsiteY24" fmla="*/ 257800 h 1023086"/>
              <a:gd name="connsiteX25" fmla="*/ 3414821 w 4907942"/>
              <a:gd name="connsiteY25" fmla="*/ 334000 h 1023086"/>
              <a:gd name="connsiteX26" fmla="*/ 3296288 w 4907942"/>
              <a:gd name="connsiteY26" fmla="*/ 452532 h 1023086"/>
              <a:gd name="connsiteX27" fmla="*/ 3084621 w 4907942"/>
              <a:gd name="connsiteY27" fmla="*/ 833532 h 1023086"/>
              <a:gd name="connsiteX28" fmla="*/ 2906821 w 4907942"/>
              <a:gd name="connsiteY28" fmla="*/ 985933 h 1023086"/>
              <a:gd name="connsiteX29" fmla="*/ 2542755 w 4907942"/>
              <a:gd name="connsiteY29" fmla="*/ 1019799 h 1023086"/>
              <a:gd name="connsiteX30" fmla="*/ 1856955 w 4907942"/>
              <a:gd name="connsiteY30" fmla="*/ 926666 h 1023086"/>
              <a:gd name="connsiteX31" fmla="*/ 1188088 w 4907942"/>
              <a:gd name="connsiteY31" fmla="*/ 715000 h 1023086"/>
              <a:gd name="connsiteX32" fmla="*/ 891755 w 4907942"/>
              <a:gd name="connsiteY32" fmla="*/ 444066 h 1023086"/>
              <a:gd name="connsiteX33" fmla="*/ 705488 w 4907942"/>
              <a:gd name="connsiteY33" fmla="*/ 317066 h 1023086"/>
              <a:gd name="connsiteX34" fmla="*/ 502288 w 4907942"/>
              <a:gd name="connsiteY34" fmla="*/ 266266 h 1023086"/>
              <a:gd name="connsiteX35" fmla="*/ 146687 w 4907942"/>
              <a:gd name="connsiteY35" fmla="*/ 223933 h 1023086"/>
              <a:gd name="connsiteX36" fmla="*/ 19688 w 4907942"/>
              <a:gd name="connsiteY36" fmla="*/ 223933 h 1023086"/>
              <a:gd name="connsiteX37" fmla="*/ 87421 w 4907942"/>
              <a:gd name="connsiteY37" fmla="*/ 130799 h 1023086"/>
              <a:gd name="connsiteX0" fmla="*/ 87421 w 4904925"/>
              <a:gd name="connsiteY0" fmla="*/ 130799 h 1023086"/>
              <a:gd name="connsiteX1" fmla="*/ 815555 w 4904925"/>
              <a:gd name="connsiteY1" fmla="*/ 274733 h 1023086"/>
              <a:gd name="connsiteX2" fmla="*/ 1416688 w 4904925"/>
              <a:gd name="connsiteY2" fmla="*/ 714999 h 1023086"/>
              <a:gd name="connsiteX3" fmla="*/ 2813688 w 4904925"/>
              <a:gd name="connsiteY3" fmla="*/ 909733 h 1023086"/>
              <a:gd name="connsiteX4" fmla="*/ 3313221 w 4904925"/>
              <a:gd name="connsiteY4" fmla="*/ 274733 h 1023086"/>
              <a:gd name="connsiteX5" fmla="*/ 3878372 w 4904925"/>
              <a:gd name="connsiteY5" fmla="*/ 173179 h 1023086"/>
              <a:gd name="connsiteX6" fmla="*/ 4308055 w 4904925"/>
              <a:gd name="connsiteY6" fmla="*/ 428713 h 1023086"/>
              <a:gd name="connsiteX7" fmla="*/ 4469277 w 4904925"/>
              <a:gd name="connsiteY7" fmla="*/ 623598 h 1023086"/>
              <a:gd name="connsiteX8" fmla="*/ 4621677 w 4904925"/>
              <a:gd name="connsiteY8" fmla="*/ 703500 h 1023086"/>
              <a:gd name="connsiteX9" fmla="*/ 4735977 w 4904925"/>
              <a:gd name="connsiteY9" fmla="*/ 674445 h 1023086"/>
              <a:gd name="connsiteX10" fmla="*/ 4746205 w 4904925"/>
              <a:gd name="connsiteY10" fmla="*/ 530406 h 1023086"/>
              <a:gd name="connsiteX11" fmla="*/ 4735978 w 4904925"/>
              <a:gd name="connsiteY11" fmla="*/ 391156 h 1023086"/>
              <a:gd name="connsiteX12" fmla="*/ 4634379 w 4904925"/>
              <a:gd name="connsiteY12" fmla="*/ 296725 h 1023086"/>
              <a:gd name="connsiteX13" fmla="*/ 4602629 w 4904925"/>
              <a:gd name="connsiteY13" fmla="*/ 27961 h 1023086"/>
              <a:gd name="connsiteX14" fmla="*/ 4748678 w 4904925"/>
              <a:gd name="connsiteY14" fmla="*/ 13436 h 1023086"/>
              <a:gd name="connsiteX15" fmla="*/ 4900721 w 4904925"/>
              <a:gd name="connsiteY15" fmla="*/ 26698 h 1023086"/>
              <a:gd name="connsiteX16" fmla="*/ 4862979 w 4904925"/>
              <a:gd name="connsiteY16" fmla="*/ 318516 h 1023086"/>
              <a:gd name="connsiteX17" fmla="*/ 4818529 w 4904925"/>
              <a:gd name="connsiteY17" fmla="*/ 383890 h 1023086"/>
              <a:gd name="connsiteX18" fmla="*/ 4824878 w 4904925"/>
              <a:gd name="connsiteY18" fmla="*/ 659917 h 1023086"/>
              <a:gd name="connsiteX19" fmla="*/ 4748678 w 4904925"/>
              <a:gd name="connsiteY19" fmla="*/ 776140 h 1023086"/>
              <a:gd name="connsiteX20" fmla="*/ 4638255 w 4904925"/>
              <a:gd name="connsiteY20" fmla="*/ 797732 h 1023086"/>
              <a:gd name="connsiteX21" fmla="*/ 4424470 w 4904925"/>
              <a:gd name="connsiteY21" fmla="*/ 712971 h 1023086"/>
              <a:gd name="connsiteX22" fmla="*/ 4158128 w 4904925"/>
              <a:gd name="connsiteY22" fmla="*/ 398416 h 1023086"/>
              <a:gd name="connsiteX23" fmla="*/ 3920705 w 4904925"/>
              <a:gd name="connsiteY23" fmla="*/ 277185 h 1023086"/>
              <a:gd name="connsiteX24" fmla="*/ 3596855 w 4904925"/>
              <a:gd name="connsiteY24" fmla="*/ 257800 h 1023086"/>
              <a:gd name="connsiteX25" fmla="*/ 3414821 w 4904925"/>
              <a:gd name="connsiteY25" fmla="*/ 334000 h 1023086"/>
              <a:gd name="connsiteX26" fmla="*/ 3296288 w 4904925"/>
              <a:gd name="connsiteY26" fmla="*/ 452532 h 1023086"/>
              <a:gd name="connsiteX27" fmla="*/ 3084621 w 4904925"/>
              <a:gd name="connsiteY27" fmla="*/ 833532 h 1023086"/>
              <a:gd name="connsiteX28" fmla="*/ 2906821 w 4904925"/>
              <a:gd name="connsiteY28" fmla="*/ 985933 h 1023086"/>
              <a:gd name="connsiteX29" fmla="*/ 2542755 w 4904925"/>
              <a:gd name="connsiteY29" fmla="*/ 1019799 h 1023086"/>
              <a:gd name="connsiteX30" fmla="*/ 1856955 w 4904925"/>
              <a:gd name="connsiteY30" fmla="*/ 926666 h 1023086"/>
              <a:gd name="connsiteX31" fmla="*/ 1188088 w 4904925"/>
              <a:gd name="connsiteY31" fmla="*/ 715000 h 1023086"/>
              <a:gd name="connsiteX32" fmla="*/ 891755 w 4904925"/>
              <a:gd name="connsiteY32" fmla="*/ 444066 h 1023086"/>
              <a:gd name="connsiteX33" fmla="*/ 705488 w 4904925"/>
              <a:gd name="connsiteY33" fmla="*/ 317066 h 1023086"/>
              <a:gd name="connsiteX34" fmla="*/ 502288 w 4904925"/>
              <a:gd name="connsiteY34" fmla="*/ 266266 h 1023086"/>
              <a:gd name="connsiteX35" fmla="*/ 146687 w 4904925"/>
              <a:gd name="connsiteY35" fmla="*/ 223933 h 1023086"/>
              <a:gd name="connsiteX36" fmla="*/ 19688 w 4904925"/>
              <a:gd name="connsiteY36" fmla="*/ 223933 h 1023086"/>
              <a:gd name="connsiteX37" fmla="*/ 87421 w 4904925"/>
              <a:gd name="connsiteY37" fmla="*/ 130799 h 1023086"/>
              <a:gd name="connsiteX0" fmla="*/ 87421 w 4904925"/>
              <a:gd name="connsiteY0" fmla="*/ 130799 h 1023086"/>
              <a:gd name="connsiteX1" fmla="*/ 815555 w 4904925"/>
              <a:gd name="connsiteY1" fmla="*/ 274733 h 1023086"/>
              <a:gd name="connsiteX2" fmla="*/ 1416688 w 4904925"/>
              <a:gd name="connsiteY2" fmla="*/ 714999 h 1023086"/>
              <a:gd name="connsiteX3" fmla="*/ 2813688 w 4904925"/>
              <a:gd name="connsiteY3" fmla="*/ 909733 h 1023086"/>
              <a:gd name="connsiteX4" fmla="*/ 3313221 w 4904925"/>
              <a:gd name="connsiteY4" fmla="*/ 274733 h 1023086"/>
              <a:gd name="connsiteX5" fmla="*/ 3878372 w 4904925"/>
              <a:gd name="connsiteY5" fmla="*/ 173179 h 1023086"/>
              <a:gd name="connsiteX6" fmla="*/ 4308055 w 4904925"/>
              <a:gd name="connsiteY6" fmla="*/ 428713 h 1023086"/>
              <a:gd name="connsiteX7" fmla="*/ 4469277 w 4904925"/>
              <a:gd name="connsiteY7" fmla="*/ 623598 h 1023086"/>
              <a:gd name="connsiteX8" fmla="*/ 4621677 w 4904925"/>
              <a:gd name="connsiteY8" fmla="*/ 703500 h 1023086"/>
              <a:gd name="connsiteX9" fmla="*/ 4735977 w 4904925"/>
              <a:gd name="connsiteY9" fmla="*/ 674445 h 1023086"/>
              <a:gd name="connsiteX10" fmla="*/ 4746205 w 4904925"/>
              <a:gd name="connsiteY10" fmla="*/ 530406 h 1023086"/>
              <a:gd name="connsiteX11" fmla="*/ 4735978 w 4904925"/>
              <a:gd name="connsiteY11" fmla="*/ 391156 h 1023086"/>
              <a:gd name="connsiteX12" fmla="*/ 4634379 w 4904925"/>
              <a:gd name="connsiteY12" fmla="*/ 296725 h 1023086"/>
              <a:gd name="connsiteX13" fmla="*/ 4621679 w 4904925"/>
              <a:gd name="connsiteY13" fmla="*/ 195031 h 1023086"/>
              <a:gd name="connsiteX14" fmla="*/ 4602629 w 4904925"/>
              <a:gd name="connsiteY14" fmla="*/ 27961 h 1023086"/>
              <a:gd name="connsiteX15" fmla="*/ 4748678 w 4904925"/>
              <a:gd name="connsiteY15" fmla="*/ 13436 h 1023086"/>
              <a:gd name="connsiteX16" fmla="*/ 4900721 w 4904925"/>
              <a:gd name="connsiteY16" fmla="*/ 26698 h 1023086"/>
              <a:gd name="connsiteX17" fmla="*/ 4862979 w 4904925"/>
              <a:gd name="connsiteY17" fmla="*/ 318516 h 1023086"/>
              <a:gd name="connsiteX18" fmla="*/ 4818529 w 4904925"/>
              <a:gd name="connsiteY18" fmla="*/ 383890 h 1023086"/>
              <a:gd name="connsiteX19" fmla="*/ 4824878 w 4904925"/>
              <a:gd name="connsiteY19" fmla="*/ 659917 h 1023086"/>
              <a:gd name="connsiteX20" fmla="*/ 4748678 w 4904925"/>
              <a:gd name="connsiteY20" fmla="*/ 776140 h 1023086"/>
              <a:gd name="connsiteX21" fmla="*/ 4638255 w 4904925"/>
              <a:gd name="connsiteY21" fmla="*/ 797732 h 1023086"/>
              <a:gd name="connsiteX22" fmla="*/ 4424470 w 4904925"/>
              <a:gd name="connsiteY22" fmla="*/ 712971 h 1023086"/>
              <a:gd name="connsiteX23" fmla="*/ 4158128 w 4904925"/>
              <a:gd name="connsiteY23" fmla="*/ 398416 h 1023086"/>
              <a:gd name="connsiteX24" fmla="*/ 3920705 w 4904925"/>
              <a:gd name="connsiteY24" fmla="*/ 277185 h 1023086"/>
              <a:gd name="connsiteX25" fmla="*/ 3596855 w 4904925"/>
              <a:gd name="connsiteY25" fmla="*/ 257800 h 1023086"/>
              <a:gd name="connsiteX26" fmla="*/ 3414821 w 4904925"/>
              <a:gd name="connsiteY26" fmla="*/ 334000 h 1023086"/>
              <a:gd name="connsiteX27" fmla="*/ 3296288 w 4904925"/>
              <a:gd name="connsiteY27" fmla="*/ 452532 h 1023086"/>
              <a:gd name="connsiteX28" fmla="*/ 3084621 w 4904925"/>
              <a:gd name="connsiteY28" fmla="*/ 833532 h 1023086"/>
              <a:gd name="connsiteX29" fmla="*/ 2906821 w 4904925"/>
              <a:gd name="connsiteY29" fmla="*/ 985933 h 1023086"/>
              <a:gd name="connsiteX30" fmla="*/ 2542755 w 4904925"/>
              <a:gd name="connsiteY30" fmla="*/ 1019799 h 1023086"/>
              <a:gd name="connsiteX31" fmla="*/ 1856955 w 4904925"/>
              <a:gd name="connsiteY31" fmla="*/ 926666 h 1023086"/>
              <a:gd name="connsiteX32" fmla="*/ 1188088 w 4904925"/>
              <a:gd name="connsiteY32" fmla="*/ 715000 h 1023086"/>
              <a:gd name="connsiteX33" fmla="*/ 891755 w 4904925"/>
              <a:gd name="connsiteY33" fmla="*/ 444066 h 1023086"/>
              <a:gd name="connsiteX34" fmla="*/ 705488 w 4904925"/>
              <a:gd name="connsiteY34" fmla="*/ 317066 h 1023086"/>
              <a:gd name="connsiteX35" fmla="*/ 502288 w 4904925"/>
              <a:gd name="connsiteY35" fmla="*/ 266266 h 1023086"/>
              <a:gd name="connsiteX36" fmla="*/ 146687 w 4904925"/>
              <a:gd name="connsiteY36" fmla="*/ 223933 h 1023086"/>
              <a:gd name="connsiteX37" fmla="*/ 19688 w 4904925"/>
              <a:gd name="connsiteY37" fmla="*/ 223933 h 1023086"/>
              <a:gd name="connsiteX38" fmla="*/ 87421 w 4904925"/>
              <a:gd name="connsiteY38" fmla="*/ 130799 h 1023086"/>
              <a:gd name="connsiteX0" fmla="*/ 87421 w 4904925"/>
              <a:gd name="connsiteY0" fmla="*/ 130799 h 1023086"/>
              <a:gd name="connsiteX1" fmla="*/ 815555 w 4904925"/>
              <a:gd name="connsiteY1" fmla="*/ 274733 h 1023086"/>
              <a:gd name="connsiteX2" fmla="*/ 1416688 w 4904925"/>
              <a:gd name="connsiteY2" fmla="*/ 714999 h 1023086"/>
              <a:gd name="connsiteX3" fmla="*/ 2813688 w 4904925"/>
              <a:gd name="connsiteY3" fmla="*/ 909733 h 1023086"/>
              <a:gd name="connsiteX4" fmla="*/ 3313221 w 4904925"/>
              <a:gd name="connsiteY4" fmla="*/ 274733 h 1023086"/>
              <a:gd name="connsiteX5" fmla="*/ 3878372 w 4904925"/>
              <a:gd name="connsiteY5" fmla="*/ 173179 h 1023086"/>
              <a:gd name="connsiteX6" fmla="*/ 4308055 w 4904925"/>
              <a:gd name="connsiteY6" fmla="*/ 428713 h 1023086"/>
              <a:gd name="connsiteX7" fmla="*/ 4469277 w 4904925"/>
              <a:gd name="connsiteY7" fmla="*/ 623598 h 1023086"/>
              <a:gd name="connsiteX8" fmla="*/ 4621677 w 4904925"/>
              <a:gd name="connsiteY8" fmla="*/ 703500 h 1023086"/>
              <a:gd name="connsiteX9" fmla="*/ 4735977 w 4904925"/>
              <a:gd name="connsiteY9" fmla="*/ 674445 h 1023086"/>
              <a:gd name="connsiteX10" fmla="*/ 4746205 w 4904925"/>
              <a:gd name="connsiteY10" fmla="*/ 530406 h 1023086"/>
              <a:gd name="connsiteX11" fmla="*/ 4735978 w 4904925"/>
              <a:gd name="connsiteY11" fmla="*/ 391156 h 1023086"/>
              <a:gd name="connsiteX12" fmla="*/ 4653429 w 4904925"/>
              <a:gd name="connsiteY12" fmla="*/ 303989 h 1023086"/>
              <a:gd name="connsiteX13" fmla="*/ 4621679 w 4904925"/>
              <a:gd name="connsiteY13" fmla="*/ 195031 h 1023086"/>
              <a:gd name="connsiteX14" fmla="*/ 4602629 w 4904925"/>
              <a:gd name="connsiteY14" fmla="*/ 27961 h 1023086"/>
              <a:gd name="connsiteX15" fmla="*/ 4748678 w 4904925"/>
              <a:gd name="connsiteY15" fmla="*/ 13436 h 1023086"/>
              <a:gd name="connsiteX16" fmla="*/ 4900721 w 4904925"/>
              <a:gd name="connsiteY16" fmla="*/ 26698 h 1023086"/>
              <a:gd name="connsiteX17" fmla="*/ 4862979 w 4904925"/>
              <a:gd name="connsiteY17" fmla="*/ 318516 h 1023086"/>
              <a:gd name="connsiteX18" fmla="*/ 4818529 w 4904925"/>
              <a:gd name="connsiteY18" fmla="*/ 383890 h 1023086"/>
              <a:gd name="connsiteX19" fmla="*/ 4824878 w 4904925"/>
              <a:gd name="connsiteY19" fmla="*/ 659917 h 1023086"/>
              <a:gd name="connsiteX20" fmla="*/ 4748678 w 4904925"/>
              <a:gd name="connsiteY20" fmla="*/ 776140 h 1023086"/>
              <a:gd name="connsiteX21" fmla="*/ 4638255 w 4904925"/>
              <a:gd name="connsiteY21" fmla="*/ 797732 h 1023086"/>
              <a:gd name="connsiteX22" fmla="*/ 4424470 w 4904925"/>
              <a:gd name="connsiteY22" fmla="*/ 712971 h 1023086"/>
              <a:gd name="connsiteX23" fmla="*/ 4158128 w 4904925"/>
              <a:gd name="connsiteY23" fmla="*/ 398416 h 1023086"/>
              <a:gd name="connsiteX24" fmla="*/ 3920705 w 4904925"/>
              <a:gd name="connsiteY24" fmla="*/ 277185 h 1023086"/>
              <a:gd name="connsiteX25" fmla="*/ 3596855 w 4904925"/>
              <a:gd name="connsiteY25" fmla="*/ 257800 h 1023086"/>
              <a:gd name="connsiteX26" fmla="*/ 3414821 w 4904925"/>
              <a:gd name="connsiteY26" fmla="*/ 334000 h 1023086"/>
              <a:gd name="connsiteX27" fmla="*/ 3296288 w 4904925"/>
              <a:gd name="connsiteY27" fmla="*/ 452532 h 1023086"/>
              <a:gd name="connsiteX28" fmla="*/ 3084621 w 4904925"/>
              <a:gd name="connsiteY28" fmla="*/ 833532 h 1023086"/>
              <a:gd name="connsiteX29" fmla="*/ 2906821 w 4904925"/>
              <a:gd name="connsiteY29" fmla="*/ 985933 h 1023086"/>
              <a:gd name="connsiteX30" fmla="*/ 2542755 w 4904925"/>
              <a:gd name="connsiteY30" fmla="*/ 1019799 h 1023086"/>
              <a:gd name="connsiteX31" fmla="*/ 1856955 w 4904925"/>
              <a:gd name="connsiteY31" fmla="*/ 926666 h 1023086"/>
              <a:gd name="connsiteX32" fmla="*/ 1188088 w 4904925"/>
              <a:gd name="connsiteY32" fmla="*/ 715000 h 1023086"/>
              <a:gd name="connsiteX33" fmla="*/ 891755 w 4904925"/>
              <a:gd name="connsiteY33" fmla="*/ 444066 h 1023086"/>
              <a:gd name="connsiteX34" fmla="*/ 705488 w 4904925"/>
              <a:gd name="connsiteY34" fmla="*/ 317066 h 1023086"/>
              <a:gd name="connsiteX35" fmla="*/ 502288 w 4904925"/>
              <a:gd name="connsiteY35" fmla="*/ 266266 h 1023086"/>
              <a:gd name="connsiteX36" fmla="*/ 146687 w 4904925"/>
              <a:gd name="connsiteY36" fmla="*/ 223933 h 1023086"/>
              <a:gd name="connsiteX37" fmla="*/ 19688 w 4904925"/>
              <a:gd name="connsiteY37" fmla="*/ 223933 h 1023086"/>
              <a:gd name="connsiteX38" fmla="*/ 87421 w 4904925"/>
              <a:gd name="connsiteY38" fmla="*/ 130799 h 1023086"/>
              <a:gd name="connsiteX0" fmla="*/ 87421 w 4904925"/>
              <a:gd name="connsiteY0" fmla="*/ 130799 h 1023086"/>
              <a:gd name="connsiteX1" fmla="*/ 815555 w 4904925"/>
              <a:gd name="connsiteY1" fmla="*/ 274733 h 1023086"/>
              <a:gd name="connsiteX2" fmla="*/ 1416688 w 4904925"/>
              <a:gd name="connsiteY2" fmla="*/ 714999 h 1023086"/>
              <a:gd name="connsiteX3" fmla="*/ 2813688 w 4904925"/>
              <a:gd name="connsiteY3" fmla="*/ 909733 h 1023086"/>
              <a:gd name="connsiteX4" fmla="*/ 3313221 w 4904925"/>
              <a:gd name="connsiteY4" fmla="*/ 274733 h 1023086"/>
              <a:gd name="connsiteX5" fmla="*/ 3878372 w 4904925"/>
              <a:gd name="connsiteY5" fmla="*/ 173179 h 1023086"/>
              <a:gd name="connsiteX6" fmla="*/ 4308055 w 4904925"/>
              <a:gd name="connsiteY6" fmla="*/ 428713 h 1023086"/>
              <a:gd name="connsiteX7" fmla="*/ 4469277 w 4904925"/>
              <a:gd name="connsiteY7" fmla="*/ 623598 h 1023086"/>
              <a:gd name="connsiteX8" fmla="*/ 4621677 w 4904925"/>
              <a:gd name="connsiteY8" fmla="*/ 703500 h 1023086"/>
              <a:gd name="connsiteX9" fmla="*/ 4735977 w 4904925"/>
              <a:gd name="connsiteY9" fmla="*/ 674445 h 1023086"/>
              <a:gd name="connsiteX10" fmla="*/ 4746205 w 4904925"/>
              <a:gd name="connsiteY10" fmla="*/ 530406 h 1023086"/>
              <a:gd name="connsiteX11" fmla="*/ 4735978 w 4904925"/>
              <a:gd name="connsiteY11" fmla="*/ 391156 h 1023086"/>
              <a:gd name="connsiteX12" fmla="*/ 4659779 w 4904925"/>
              <a:gd name="connsiteY12" fmla="*/ 311253 h 1023086"/>
              <a:gd name="connsiteX13" fmla="*/ 4621679 w 4904925"/>
              <a:gd name="connsiteY13" fmla="*/ 195031 h 1023086"/>
              <a:gd name="connsiteX14" fmla="*/ 4602629 w 4904925"/>
              <a:gd name="connsiteY14" fmla="*/ 27961 h 1023086"/>
              <a:gd name="connsiteX15" fmla="*/ 4748678 w 4904925"/>
              <a:gd name="connsiteY15" fmla="*/ 13436 h 1023086"/>
              <a:gd name="connsiteX16" fmla="*/ 4900721 w 4904925"/>
              <a:gd name="connsiteY16" fmla="*/ 26698 h 1023086"/>
              <a:gd name="connsiteX17" fmla="*/ 4862979 w 4904925"/>
              <a:gd name="connsiteY17" fmla="*/ 318516 h 1023086"/>
              <a:gd name="connsiteX18" fmla="*/ 4818529 w 4904925"/>
              <a:gd name="connsiteY18" fmla="*/ 383890 h 1023086"/>
              <a:gd name="connsiteX19" fmla="*/ 4824878 w 4904925"/>
              <a:gd name="connsiteY19" fmla="*/ 659917 h 1023086"/>
              <a:gd name="connsiteX20" fmla="*/ 4748678 w 4904925"/>
              <a:gd name="connsiteY20" fmla="*/ 776140 h 1023086"/>
              <a:gd name="connsiteX21" fmla="*/ 4638255 w 4904925"/>
              <a:gd name="connsiteY21" fmla="*/ 797732 h 1023086"/>
              <a:gd name="connsiteX22" fmla="*/ 4424470 w 4904925"/>
              <a:gd name="connsiteY22" fmla="*/ 712971 h 1023086"/>
              <a:gd name="connsiteX23" fmla="*/ 4158128 w 4904925"/>
              <a:gd name="connsiteY23" fmla="*/ 398416 h 1023086"/>
              <a:gd name="connsiteX24" fmla="*/ 3920705 w 4904925"/>
              <a:gd name="connsiteY24" fmla="*/ 277185 h 1023086"/>
              <a:gd name="connsiteX25" fmla="*/ 3596855 w 4904925"/>
              <a:gd name="connsiteY25" fmla="*/ 257800 h 1023086"/>
              <a:gd name="connsiteX26" fmla="*/ 3414821 w 4904925"/>
              <a:gd name="connsiteY26" fmla="*/ 334000 h 1023086"/>
              <a:gd name="connsiteX27" fmla="*/ 3296288 w 4904925"/>
              <a:gd name="connsiteY27" fmla="*/ 452532 h 1023086"/>
              <a:gd name="connsiteX28" fmla="*/ 3084621 w 4904925"/>
              <a:gd name="connsiteY28" fmla="*/ 833532 h 1023086"/>
              <a:gd name="connsiteX29" fmla="*/ 2906821 w 4904925"/>
              <a:gd name="connsiteY29" fmla="*/ 985933 h 1023086"/>
              <a:gd name="connsiteX30" fmla="*/ 2542755 w 4904925"/>
              <a:gd name="connsiteY30" fmla="*/ 1019799 h 1023086"/>
              <a:gd name="connsiteX31" fmla="*/ 1856955 w 4904925"/>
              <a:gd name="connsiteY31" fmla="*/ 926666 h 1023086"/>
              <a:gd name="connsiteX32" fmla="*/ 1188088 w 4904925"/>
              <a:gd name="connsiteY32" fmla="*/ 715000 h 1023086"/>
              <a:gd name="connsiteX33" fmla="*/ 891755 w 4904925"/>
              <a:gd name="connsiteY33" fmla="*/ 444066 h 1023086"/>
              <a:gd name="connsiteX34" fmla="*/ 705488 w 4904925"/>
              <a:gd name="connsiteY34" fmla="*/ 317066 h 1023086"/>
              <a:gd name="connsiteX35" fmla="*/ 502288 w 4904925"/>
              <a:gd name="connsiteY35" fmla="*/ 266266 h 1023086"/>
              <a:gd name="connsiteX36" fmla="*/ 146687 w 4904925"/>
              <a:gd name="connsiteY36" fmla="*/ 223933 h 1023086"/>
              <a:gd name="connsiteX37" fmla="*/ 19688 w 4904925"/>
              <a:gd name="connsiteY37" fmla="*/ 223933 h 1023086"/>
              <a:gd name="connsiteX38" fmla="*/ 87421 w 4904925"/>
              <a:gd name="connsiteY38" fmla="*/ 130799 h 1023086"/>
              <a:gd name="connsiteX0" fmla="*/ 87421 w 4904925"/>
              <a:gd name="connsiteY0" fmla="*/ 130799 h 1023086"/>
              <a:gd name="connsiteX1" fmla="*/ 815555 w 4904925"/>
              <a:gd name="connsiteY1" fmla="*/ 274733 h 1023086"/>
              <a:gd name="connsiteX2" fmla="*/ 1416688 w 4904925"/>
              <a:gd name="connsiteY2" fmla="*/ 714999 h 1023086"/>
              <a:gd name="connsiteX3" fmla="*/ 2813688 w 4904925"/>
              <a:gd name="connsiteY3" fmla="*/ 909733 h 1023086"/>
              <a:gd name="connsiteX4" fmla="*/ 3313221 w 4904925"/>
              <a:gd name="connsiteY4" fmla="*/ 274733 h 1023086"/>
              <a:gd name="connsiteX5" fmla="*/ 3878372 w 4904925"/>
              <a:gd name="connsiteY5" fmla="*/ 173179 h 1023086"/>
              <a:gd name="connsiteX6" fmla="*/ 4308055 w 4904925"/>
              <a:gd name="connsiteY6" fmla="*/ 428713 h 1023086"/>
              <a:gd name="connsiteX7" fmla="*/ 4469277 w 4904925"/>
              <a:gd name="connsiteY7" fmla="*/ 623598 h 1023086"/>
              <a:gd name="connsiteX8" fmla="*/ 4621677 w 4904925"/>
              <a:gd name="connsiteY8" fmla="*/ 703500 h 1023086"/>
              <a:gd name="connsiteX9" fmla="*/ 4735977 w 4904925"/>
              <a:gd name="connsiteY9" fmla="*/ 674445 h 1023086"/>
              <a:gd name="connsiteX10" fmla="*/ 4746205 w 4904925"/>
              <a:gd name="connsiteY10" fmla="*/ 530406 h 1023086"/>
              <a:gd name="connsiteX11" fmla="*/ 4735978 w 4904925"/>
              <a:gd name="connsiteY11" fmla="*/ 391156 h 1023086"/>
              <a:gd name="connsiteX12" fmla="*/ 4666129 w 4904925"/>
              <a:gd name="connsiteY12" fmla="*/ 303989 h 1023086"/>
              <a:gd name="connsiteX13" fmla="*/ 4621679 w 4904925"/>
              <a:gd name="connsiteY13" fmla="*/ 195031 h 1023086"/>
              <a:gd name="connsiteX14" fmla="*/ 4602629 w 4904925"/>
              <a:gd name="connsiteY14" fmla="*/ 27961 h 1023086"/>
              <a:gd name="connsiteX15" fmla="*/ 4748678 w 4904925"/>
              <a:gd name="connsiteY15" fmla="*/ 13436 h 1023086"/>
              <a:gd name="connsiteX16" fmla="*/ 4900721 w 4904925"/>
              <a:gd name="connsiteY16" fmla="*/ 26698 h 1023086"/>
              <a:gd name="connsiteX17" fmla="*/ 4862979 w 4904925"/>
              <a:gd name="connsiteY17" fmla="*/ 318516 h 1023086"/>
              <a:gd name="connsiteX18" fmla="*/ 4818529 w 4904925"/>
              <a:gd name="connsiteY18" fmla="*/ 383890 h 1023086"/>
              <a:gd name="connsiteX19" fmla="*/ 4824878 w 4904925"/>
              <a:gd name="connsiteY19" fmla="*/ 659917 h 1023086"/>
              <a:gd name="connsiteX20" fmla="*/ 4748678 w 4904925"/>
              <a:gd name="connsiteY20" fmla="*/ 776140 h 1023086"/>
              <a:gd name="connsiteX21" fmla="*/ 4638255 w 4904925"/>
              <a:gd name="connsiteY21" fmla="*/ 797732 h 1023086"/>
              <a:gd name="connsiteX22" fmla="*/ 4424470 w 4904925"/>
              <a:gd name="connsiteY22" fmla="*/ 712971 h 1023086"/>
              <a:gd name="connsiteX23" fmla="*/ 4158128 w 4904925"/>
              <a:gd name="connsiteY23" fmla="*/ 398416 h 1023086"/>
              <a:gd name="connsiteX24" fmla="*/ 3920705 w 4904925"/>
              <a:gd name="connsiteY24" fmla="*/ 277185 h 1023086"/>
              <a:gd name="connsiteX25" fmla="*/ 3596855 w 4904925"/>
              <a:gd name="connsiteY25" fmla="*/ 257800 h 1023086"/>
              <a:gd name="connsiteX26" fmla="*/ 3414821 w 4904925"/>
              <a:gd name="connsiteY26" fmla="*/ 334000 h 1023086"/>
              <a:gd name="connsiteX27" fmla="*/ 3296288 w 4904925"/>
              <a:gd name="connsiteY27" fmla="*/ 452532 h 1023086"/>
              <a:gd name="connsiteX28" fmla="*/ 3084621 w 4904925"/>
              <a:gd name="connsiteY28" fmla="*/ 833532 h 1023086"/>
              <a:gd name="connsiteX29" fmla="*/ 2906821 w 4904925"/>
              <a:gd name="connsiteY29" fmla="*/ 985933 h 1023086"/>
              <a:gd name="connsiteX30" fmla="*/ 2542755 w 4904925"/>
              <a:gd name="connsiteY30" fmla="*/ 1019799 h 1023086"/>
              <a:gd name="connsiteX31" fmla="*/ 1856955 w 4904925"/>
              <a:gd name="connsiteY31" fmla="*/ 926666 h 1023086"/>
              <a:gd name="connsiteX32" fmla="*/ 1188088 w 4904925"/>
              <a:gd name="connsiteY32" fmla="*/ 715000 h 1023086"/>
              <a:gd name="connsiteX33" fmla="*/ 891755 w 4904925"/>
              <a:gd name="connsiteY33" fmla="*/ 444066 h 1023086"/>
              <a:gd name="connsiteX34" fmla="*/ 705488 w 4904925"/>
              <a:gd name="connsiteY34" fmla="*/ 317066 h 1023086"/>
              <a:gd name="connsiteX35" fmla="*/ 502288 w 4904925"/>
              <a:gd name="connsiteY35" fmla="*/ 266266 h 1023086"/>
              <a:gd name="connsiteX36" fmla="*/ 146687 w 4904925"/>
              <a:gd name="connsiteY36" fmla="*/ 223933 h 1023086"/>
              <a:gd name="connsiteX37" fmla="*/ 19688 w 4904925"/>
              <a:gd name="connsiteY37" fmla="*/ 223933 h 1023086"/>
              <a:gd name="connsiteX38" fmla="*/ 87421 w 4904925"/>
              <a:gd name="connsiteY38" fmla="*/ 130799 h 1023086"/>
              <a:gd name="connsiteX0" fmla="*/ 87421 w 4907942"/>
              <a:gd name="connsiteY0" fmla="*/ 130388 h 1022675"/>
              <a:gd name="connsiteX1" fmla="*/ 815555 w 4907942"/>
              <a:gd name="connsiteY1" fmla="*/ 274322 h 1022675"/>
              <a:gd name="connsiteX2" fmla="*/ 1416688 w 4907942"/>
              <a:gd name="connsiteY2" fmla="*/ 714588 h 1022675"/>
              <a:gd name="connsiteX3" fmla="*/ 2813688 w 4907942"/>
              <a:gd name="connsiteY3" fmla="*/ 909322 h 1022675"/>
              <a:gd name="connsiteX4" fmla="*/ 3313221 w 4907942"/>
              <a:gd name="connsiteY4" fmla="*/ 274322 h 1022675"/>
              <a:gd name="connsiteX5" fmla="*/ 3878372 w 4907942"/>
              <a:gd name="connsiteY5" fmla="*/ 172768 h 1022675"/>
              <a:gd name="connsiteX6" fmla="*/ 4308055 w 4907942"/>
              <a:gd name="connsiteY6" fmla="*/ 428302 h 1022675"/>
              <a:gd name="connsiteX7" fmla="*/ 4469277 w 4907942"/>
              <a:gd name="connsiteY7" fmla="*/ 623187 h 1022675"/>
              <a:gd name="connsiteX8" fmla="*/ 4621677 w 4907942"/>
              <a:gd name="connsiteY8" fmla="*/ 703089 h 1022675"/>
              <a:gd name="connsiteX9" fmla="*/ 4735977 w 4907942"/>
              <a:gd name="connsiteY9" fmla="*/ 674034 h 1022675"/>
              <a:gd name="connsiteX10" fmla="*/ 4746205 w 4907942"/>
              <a:gd name="connsiteY10" fmla="*/ 529995 h 1022675"/>
              <a:gd name="connsiteX11" fmla="*/ 4735978 w 4907942"/>
              <a:gd name="connsiteY11" fmla="*/ 390745 h 1022675"/>
              <a:gd name="connsiteX12" fmla="*/ 4666129 w 4907942"/>
              <a:gd name="connsiteY12" fmla="*/ 303578 h 1022675"/>
              <a:gd name="connsiteX13" fmla="*/ 4621679 w 4907942"/>
              <a:gd name="connsiteY13" fmla="*/ 194620 h 1022675"/>
              <a:gd name="connsiteX14" fmla="*/ 4602629 w 4907942"/>
              <a:gd name="connsiteY14" fmla="*/ 27550 h 1022675"/>
              <a:gd name="connsiteX15" fmla="*/ 4748678 w 4907942"/>
              <a:gd name="connsiteY15" fmla="*/ 13025 h 1022675"/>
              <a:gd name="connsiteX16" fmla="*/ 4900721 w 4907942"/>
              <a:gd name="connsiteY16" fmla="*/ 26287 h 1022675"/>
              <a:gd name="connsiteX17" fmla="*/ 4882029 w 4907942"/>
              <a:gd name="connsiteY17" fmla="*/ 252730 h 1022675"/>
              <a:gd name="connsiteX18" fmla="*/ 4818529 w 4907942"/>
              <a:gd name="connsiteY18" fmla="*/ 383479 h 1022675"/>
              <a:gd name="connsiteX19" fmla="*/ 4824878 w 4907942"/>
              <a:gd name="connsiteY19" fmla="*/ 659506 h 1022675"/>
              <a:gd name="connsiteX20" fmla="*/ 4748678 w 4907942"/>
              <a:gd name="connsiteY20" fmla="*/ 775729 h 1022675"/>
              <a:gd name="connsiteX21" fmla="*/ 4638255 w 4907942"/>
              <a:gd name="connsiteY21" fmla="*/ 797321 h 1022675"/>
              <a:gd name="connsiteX22" fmla="*/ 4424470 w 4907942"/>
              <a:gd name="connsiteY22" fmla="*/ 712560 h 1022675"/>
              <a:gd name="connsiteX23" fmla="*/ 4158128 w 4907942"/>
              <a:gd name="connsiteY23" fmla="*/ 398005 h 1022675"/>
              <a:gd name="connsiteX24" fmla="*/ 3920705 w 4907942"/>
              <a:gd name="connsiteY24" fmla="*/ 276774 h 1022675"/>
              <a:gd name="connsiteX25" fmla="*/ 3596855 w 4907942"/>
              <a:gd name="connsiteY25" fmla="*/ 257389 h 1022675"/>
              <a:gd name="connsiteX26" fmla="*/ 3414821 w 4907942"/>
              <a:gd name="connsiteY26" fmla="*/ 333589 h 1022675"/>
              <a:gd name="connsiteX27" fmla="*/ 3296288 w 4907942"/>
              <a:gd name="connsiteY27" fmla="*/ 452121 h 1022675"/>
              <a:gd name="connsiteX28" fmla="*/ 3084621 w 4907942"/>
              <a:gd name="connsiteY28" fmla="*/ 833121 h 1022675"/>
              <a:gd name="connsiteX29" fmla="*/ 2906821 w 4907942"/>
              <a:gd name="connsiteY29" fmla="*/ 985522 h 1022675"/>
              <a:gd name="connsiteX30" fmla="*/ 2542755 w 4907942"/>
              <a:gd name="connsiteY30" fmla="*/ 1019388 h 1022675"/>
              <a:gd name="connsiteX31" fmla="*/ 1856955 w 4907942"/>
              <a:gd name="connsiteY31" fmla="*/ 926255 h 1022675"/>
              <a:gd name="connsiteX32" fmla="*/ 1188088 w 4907942"/>
              <a:gd name="connsiteY32" fmla="*/ 714589 h 1022675"/>
              <a:gd name="connsiteX33" fmla="*/ 891755 w 4907942"/>
              <a:gd name="connsiteY33" fmla="*/ 443655 h 1022675"/>
              <a:gd name="connsiteX34" fmla="*/ 705488 w 4907942"/>
              <a:gd name="connsiteY34" fmla="*/ 316655 h 1022675"/>
              <a:gd name="connsiteX35" fmla="*/ 502288 w 4907942"/>
              <a:gd name="connsiteY35" fmla="*/ 265855 h 1022675"/>
              <a:gd name="connsiteX36" fmla="*/ 146687 w 4907942"/>
              <a:gd name="connsiteY36" fmla="*/ 223522 h 1022675"/>
              <a:gd name="connsiteX37" fmla="*/ 19688 w 4907942"/>
              <a:gd name="connsiteY37" fmla="*/ 223522 h 1022675"/>
              <a:gd name="connsiteX38" fmla="*/ 87421 w 4907942"/>
              <a:gd name="connsiteY38" fmla="*/ 130388 h 1022675"/>
              <a:gd name="connsiteX0" fmla="*/ 87421 w 4907942"/>
              <a:gd name="connsiteY0" fmla="*/ 130388 h 1022675"/>
              <a:gd name="connsiteX1" fmla="*/ 815555 w 4907942"/>
              <a:gd name="connsiteY1" fmla="*/ 274322 h 1022675"/>
              <a:gd name="connsiteX2" fmla="*/ 1416688 w 4907942"/>
              <a:gd name="connsiteY2" fmla="*/ 714588 h 1022675"/>
              <a:gd name="connsiteX3" fmla="*/ 2813688 w 4907942"/>
              <a:gd name="connsiteY3" fmla="*/ 909322 h 1022675"/>
              <a:gd name="connsiteX4" fmla="*/ 3313221 w 4907942"/>
              <a:gd name="connsiteY4" fmla="*/ 274322 h 1022675"/>
              <a:gd name="connsiteX5" fmla="*/ 3878372 w 4907942"/>
              <a:gd name="connsiteY5" fmla="*/ 172768 h 1022675"/>
              <a:gd name="connsiteX6" fmla="*/ 4308055 w 4907942"/>
              <a:gd name="connsiteY6" fmla="*/ 428302 h 1022675"/>
              <a:gd name="connsiteX7" fmla="*/ 4469277 w 4907942"/>
              <a:gd name="connsiteY7" fmla="*/ 623187 h 1022675"/>
              <a:gd name="connsiteX8" fmla="*/ 4621677 w 4907942"/>
              <a:gd name="connsiteY8" fmla="*/ 703089 h 1022675"/>
              <a:gd name="connsiteX9" fmla="*/ 4735977 w 4907942"/>
              <a:gd name="connsiteY9" fmla="*/ 674034 h 1022675"/>
              <a:gd name="connsiteX10" fmla="*/ 4746205 w 4907942"/>
              <a:gd name="connsiteY10" fmla="*/ 529995 h 1022675"/>
              <a:gd name="connsiteX11" fmla="*/ 4735978 w 4907942"/>
              <a:gd name="connsiteY11" fmla="*/ 390745 h 1022675"/>
              <a:gd name="connsiteX12" fmla="*/ 4666129 w 4907942"/>
              <a:gd name="connsiteY12" fmla="*/ 303578 h 1022675"/>
              <a:gd name="connsiteX13" fmla="*/ 4621679 w 4907942"/>
              <a:gd name="connsiteY13" fmla="*/ 194620 h 1022675"/>
              <a:gd name="connsiteX14" fmla="*/ 4602629 w 4907942"/>
              <a:gd name="connsiteY14" fmla="*/ 27550 h 1022675"/>
              <a:gd name="connsiteX15" fmla="*/ 4748678 w 4907942"/>
              <a:gd name="connsiteY15" fmla="*/ 13025 h 1022675"/>
              <a:gd name="connsiteX16" fmla="*/ 4900721 w 4907942"/>
              <a:gd name="connsiteY16" fmla="*/ 26287 h 1022675"/>
              <a:gd name="connsiteX17" fmla="*/ 4882029 w 4907942"/>
              <a:gd name="connsiteY17" fmla="*/ 252730 h 1022675"/>
              <a:gd name="connsiteX18" fmla="*/ 4818529 w 4907942"/>
              <a:gd name="connsiteY18" fmla="*/ 383480 h 1022675"/>
              <a:gd name="connsiteX19" fmla="*/ 4824878 w 4907942"/>
              <a:gd name="connsiteY19" fmla="*/ 659506 h 1022675"/>
              <a:gd name="connsiteX20" fmla="*/ 4748678 w 4907942"/>
              <a:gd name="connsiteY20" fmla="*/ 775729 h 1022675"/>
              <a:gd name="connsiteX21" fmla="*/ 4638255 w 4907942"/>
              <a:gd name="connsiteY21" fmla="*/ 797321 h 1022675"/>
              <a:gd name="connsiteX22" fmla="*/ 4424470 w 4907942"/>
              <a:gd name="connsiteY22" fmla="*/ 712560 h 1022675"/>
              <a:gd name="connsiteX23" fmla="*/ 4158128 w 4907942"/>
              <a:gd name="connsiteY23" fmla="*/ 398005 h 1022675"/>
              <a:gd name="connsiteX24" fmla="*/ 3920705 w 4907942"/>
              <a:gd name="connsiteY24" fmla="*/ 276774 h 1022675"/>
              <a:gd name="connsiteX25" fmla="*/ 3596855 w 4907942"/>
              <a:gd name="connsiteY25" fmla="*/ 257389 h 1022675"/>
              <a:gd name="connsiteX26" fmla="*/ 3414821 w 4907942"/>
              <a:gd name="connsiteY26" fmla="*/ 333589 h 1022675"/>
              <a:gd name="connsiteX27" fmla="*/ 3296288 w 4907942"/>
              <a:gd name="connsiteY27" fmla="*/ 452121 h 1022675"/>
              <a:gd name="connsiteX28" fmla="*/ 3084621 w 4907942"/>
              <a:gd name="connsiteY28" fmla="*/ 833121 h 1022675"/>
              <a:gd name="connsiteX29" fmla="*/ 2906821 w 4907942"/>
              <a:gd name="connsiteY29" fmla="*/ 985522 h 1022675"/>
              <a:gd name="connsiteX30" fmla="*/ 2542755 w 4907942"/>
              <a:gd name="connsiteY30" fmla="*/ 1019388 h 1022675"/>
              <a:gd name="connsiteX31" fmla="*/ 1856955 w 4907942"/>
              <a:gd name="connsiteY31" fmla="*/ 926255 h 1022675"/>
              <a:gd name="connsiteX32" fmla="*/ 1188088 w 4907942"/>
              <a:gd name="connsiteY32" fmla="*/ 714589 h 1022675"/>
              <a:gd name="connsiteX33" fmla="*/ 891755 w 4907942"/>
              <a:gd name="connsiteY33" fmla="*/ 443655 h 1022675"/>
              <a:gd name="connsiteX34" fmla="*/ 705488 w 4907942"/>
              <a:gd name="connsiteY34" fmla="*/ 316655 h 1022675"/>
              <a:gd name="connsiteX35" fmla="*/ 502288 w 4907942"/>
              <a:gd name="connsiteY35" fmla="*/ 265855 h 1022675"/>
              <a:gd name="connsiteX36" fmla="*/ 146687 w 4907942"/>
              <a:gd name="connsiteY36" fmla="*/ 223522 h 1022675"/>
              <a:gd name="connsiteX37" fmla="*/ 19688 w 4907942"/>
              <a:gd name="connsiteY37" fmla="*/ 223522 h 1022675"/>
              <a:gd name="connsiteX38" fmla="*/ 87421 w 4907942"/>
              <a:gd name="connsiteY38" fmla="*/ 130388 h 1022675"/>
              <a:gd name="connsiteX0" fmla="*/ 87421 w 4907942"/>
              <a:gd name="connsiteY0" fmla="*/ 130388 h 1022675"/>
              <a:gd name="connsiteX1" fmla="*/ 815555 w 4907942"/>
              <a:gd name="connsiteY1" fmla="*/ 274322 h 1022675"/>
              <a:gd name="connsiteX2" fmla="*/ 1416688 w 4907942"/>
              <a:gd name="connsiteY2" fmla="*/ 714588 h 1022675"/>
              <a:gd name="connsiteX3" fmla="*/ 2813688 w 4907942"/>
              <a:gd name="connsiteY3" fmla="*/ 909322 h 1022675"/>
              <a:gd name="connsiteX4" fmla="*/ 3313221 w 4907942"/>
              <a:gd name="connsiteY4" fmla="*/ 274322 h 1022675"/>
              <a:gd name="connsiteX5" fmla="*/ 3878372 w 4907942"/>
              <a:gd name="connsiteY5" fmla="*/ 172768 h 1022675"/>
              <a:gd name="connsiteX6" fmla="*/ 4308055 w 4907942"/>
              <a:gd name="connsiteY6" fmla="*/ 428302 h 1022675"/>
              <a:gd name="connsiteX7" fmla="*/ 4469277 w 4907942"/>
              <a:gd name="connsiteY7" fmla="*/ 623187 h 1022675"/>
              <a:gd name="connsiteX8" fmla="*/ 4621677 w 4907942"/>
              <a:gd name="connsiteY8" fmla="*/ 703089 h 1022675"/>
              <a:gd name="connsiteX9" fmla="*/ 4735977 w 4907942"/>
              <a:gd name="connsiteY9" fmla="*/ 674034 h 1022675"/>
              <a:gd name="connsiteX10" fmla="*/ 4746205 w 4907942"/>
              <a:gd name="connsiteY10" fmla="*/ 529995 h 1022675"/>
              <a:gd name="connsiteX11" fmla="*/ 4735978 w 4907942"/>
              <a:gd name="connsiteY11" fmla="*/ 390745 h 1022675"/>
              <a:gd name="connsiteX12" fmla="*/ 4666129 w 4907942"/>
              <a:gd name="connsiteY12" fmla="*/ 303578 h 1022675"/>
              <a:gd name="connsiteX13" fmla="*/ 4621679 w 4907942"/>
              <a:gd name="connsiteY13" fmla="*/ 194620 h 1022675"/>
              <a:gd name="connsiteX14" fmla="*/ 4602629 w 4907942"/>
              <a:gd name="connsiteY14" fmla="*/ 27550 h 1022675"/>
              <a:gd name="connsiteX15" fmla="*/ 4748678 w 4907942"/>
              <a:gd name="connsiteY15" fmla="*/ 13025 h 1022675"/>
              <a:gd name="connsiteX16" fmla="*/ 4900721 w 4907942"/>
              <a:gd name="connsiteY16" fmla="*/ 26287 h 1022675"/>
              <a:gd name="connsiteX17" fmla="*/ 4882029 w 4907942"/>
              <a:gd name="connsiteY17" fmla="*/ 252730 h 1022675"/>
              <a:gd name="connsiteX18" fmla="*/ 4837579 w 4907942"/>
              <a:gd name="connsiteY18" fmla="*/ 405271 h 1022675"/>
              <a:gd name="connsiteX19" fmla="*/ 4824878 w 4907942"/>
              <a:gd name="connsiteY19" fmla="*/ 659506 h 1022675"/>
              <a:gd name="connsiteX20" fmla="*/ 4748678 w 4907942"/>
              <a:gd name="connsiteY20" fmla="*/ 775729 h 1022675"/>
              <a:gd name="connsiteX21" fmla="*/ 4638255 w 4907942"/>
              <a:gd name="connsiteY21" fmla="*/ 797321 h 1022675"/>
              <a:gd name="connsiteX22" fmla="*/ 4424470 w 4907942"/>
              <a:gd name="connsiteY22" fmla="*/ 712560 h 1022675"/>
              <a:gd name="connsiteX23" fmla="*/ 4158128 w 4907942"/>
              <a:gd name="connsiteY23" fmla="*/ 398005 h 1022675"/>
              <a:gd name="connsiteX24" fmla="*/ 3920705 w 4907942"/>
              <a:gd name="connsiteY24" fmla="*/ 276774 h 1022675"/>
              <a:gd name="connsiteX25" fmla="*/ 3596855 w 4907942"/>
              <a:gd name="connsiteY25" fmla="*/ 257389 h 1022675"/>
              <a:gd name="connsiteX26" fmla="*/ 3414821 w 4907942"/>
              <a:gd name="connsiteY26" fmla="*/ 333589 h 1022675"/>
              <a:gd name="connsiteX27" fmla="*/ 3296288 w 4907942"/>
              <a:gd name="connsiteY27" fmla="*/ 452121 h 1022675"/>
              <a:gd name="connsiteX28" fmla="*/ 3084621 w 4907942"/>
              <a:gd name="connsiteY28" fmla="*/ 833121 h 1022675"/>
              <a:gd name="connsiteX29" fmla="*/ 2906821 w 4907942"/>
              <a:gd name="connsiteY29" fmla="*/ 985522 h 1022675"/>
              <a:gd name="connsiteX30" fmla="*/ 2542755 w 4907942"/>
              <a:gd name="connsiteY30" fmla="*/ 1019388 h 1022675"/>
              <a:gd name="connsiteX31" fmla="*/ 1856955 w 4907942"/>
              <a:gd name="connsiteY31" fmla="*/ 926255 h 1022675"/>
              <a:gd name="connsiteX32" fmla="*/ 1188088 w 4907942"/>
              <a:gd name="connsiteY32" fmla="*/ 714589 h 1022675"/>
              <a:gd name="connsiteX33" fmla="*/ 891755 w 4907942"/>
              <a:gd name="connsiteY33" fmla="*/ 443655 h 1022675"/>
              <a:gd name="connsiteX34" fmla="*/ 705488 w 4907942"/>
              <a:gd name="connsiteY34" fmla="*/ 316655 h 1022675"/>
              <a:gd name="connsiteX35" fmla="*/ 502288 w 4907942"/>
              <a:gd name="connsiteY35" fmla="*/ 265855 h 1022675"/>
              <a:gd name="connsiteX36" fmla="*/ 146687 w 4907942"/>
              <a:gd name="connsiteY36" fmla="*/ 223522 h 1022675"/>
              <a:gd name="connsiteX37" fmla="*/ 19688 w 4907942"/>
              <a:gd name="connsiteY37" fmla="*/ 223522 h 1022675"/>
              <a:gd name="connsiteX38" fmla="*/ 87421 w 4907942"/>
              <a:gd name="connsiteY38" fmla="*/ 130388 h 1022675"/>
              <a:gd name="connsiteX0" fmla="*/ 87421 w 4907942"/>
              <a:gd name="connsiteY0" fmla="*/ 130388 h 1022675"/>
              <a:gd name="connsiteX1" fmla="*/ 815555 w 4907942"/>
              <a:gd name="connsiteY1" fmla="*/ 274322 h 1022675"/>
              <a:gd name="connsiteX2" fmla="*/ 1416688 w 4907942"/>
              <a:gd name="connsiteY2" fmla="*/ 714588 h 1022675"/>
              <a:gd name="connsiteX3" fmla="*/ 2813688 w 4907942"/>
              <a:gd name="connsiteY3" fmla="*/ 909322 h 1022675"/>
              <a:gd name="connsiteX4" fmla="*/ 3313221 w 4907942"/>
              <a:gd name="connsiteY4" fmla="*/ 274322 h 1022675"/>
              <a:gd name="connsiteX5" fmla="*/ 3878372 w 4907942"/>
              <a:gd name="connsiteY5" fmla="*/ 172768 h 1022675"/>
              <a:gd name="connsiteX6" fmla="*/ 4308055 w 4907942"/>
              <a:gd name="connsiteY6" fmla="*/ 428302 h 1022675"/>
              <a:gd name="connsiteX7" fmla="*/ 4469277 w 4907942"/>
              <a:gd name="connsiteY7" fmla="*/ 623187 h 1022675"/>
              <a:gd name="connsiteX8" fmla="*/ 4621677 w 4907942"/>
              <a:gd name="connsiteY8" fmla="*/ 703089 h 1022675"/>
              <a:gd name="connsiteX9" fmla="*/ 4735977 w 4907942"/>
              <a:gd name="connsiteY9" fmla="*/ 674034 h 1022675"/>
              <a:gd name="connsiteX10" fmla="*/ 4765255 w 4907942"/>
              <a:gd name="connsiteY10" fmla="*/ 529995 h 1022675"/>
              <a:gd name="connsiteX11" fmla="*/ 4735978 w 4907942"/>
              <a:gd name="connsiteY11" fmla="*/ 390745 h 1022675"/>
              <a:gd name="connsiteX12" fmla="*/ 4666129 w 4907942"/>
              <a:gd name="connsiteY12" fmla="*/ 303578 h 1022675"/>
              <a:gd name="connsiteX13" fmla="*/ 4621679 w 4907942"/>
              <a:gd name="connsiteY13" fmla="*/ 194620 h 1022675"/>
              <a:gd name="connsiteX14" fmla="*/ 4602629 w 4907942"/>
              <a:gd name="connsiteY14" fmla="*/ 27550 h 1022675"/>
              <a:gd name="connsiteX15" fmla="*/ 4748678 w 4907942"/>
              <a:gd name="connsiteY15" fmla="*/ 13025 h 1022675"/>
              <a:gd name="connsiteX16" fmla="*/ 4900721 w 4907942"/>
              <a:gd name="connsiteY16" fmla="*/ 26287 h 1022675"/>
              <a:gd name="connsiteX17" fmla="*/ 4882029 w 4907942"/>
              <a:gd name="connsiteY17" fmla="*/ 252730 h 1022675"/>
              <a:gd name="connsiteX18" fmla="*/ 4837579 w 4907942"/>
              <a:gd name="connsiteY18" fmla="*/ 405271 h 1022675"/>
              <a:gd name="connsiteX19" fmla="*/ 4824878 w 4907942"/>
              <a:gd name="connsiteY19" fmla="*/ 659506 h 1022675"/>
              <a:gd name="connsiteX20" fmla="*/ 4748678 w 4907942"/>
              <a:gd name="connsiteY20" fmla="*/ 775729 h 1022675"/>
              <a:gd name="connsiteX21" fmla="*/ 4638255 w 4907942"/>
              <a:gd name="connsiteY21" fmla="*/ 797321 h 1022675"/>
              <a:gd name="connsiteX22" fmla="*/ 4424470 w 4907942"/>
              <a:gd name="connsiteY22" fmla="*/ 712560 h 1022675"/>
              <a:gd name="connsiteX23" fmla="*/ 4158128 w 4907942"/>
              <a:gd name="connsiteY23" fmla="*/ 398005 h 1022675"/>
              <a:gd name="connsiteX24" fmla="*/ 3920705 w 4907942"/>
              <a:gd name="connsiteY24" fmla="*/ 276774 h 1022675"/>
              <a:gd name="connsiteX25" fmla="*/ 3596855 w 4907942"/>
              <a:gd name="connsiteY25" fmla="*/ 257389 h 1022675"/>
              <a:gd name="connsiteX26" fmla="*/ 3414821 w 4907942"/>
              <a:gd name="connsiteY26" fmla="*/ 333589 h 1022675"/>
              <a:gd name="connsiteX27" fmla="*/ 3296288 w 4907942"/>
              <a:gd name="connsiteY27" fmla="*/ 452121 h 1022675"/>
              <a:gd name="connsiteX28" fmla="*/ 3084621 w 4907942"/>
              <a:gd name="connsiteY28" fmla="*/ 833121 h 1022675"/>
              <a:gd name="connsiteX29" fmla="*/ 2906821 w 4907942"/>
              <a:gd name="connsiteY29" fmla="*/ 985522 h 1022675"/>
              <a:gd name="connsiteX30" fmla="*/ 2542755 w 4907942"/>
              <a:gd name="connsiteY30" fmla="*/ 1019388 h 1022675"/>
              <a:gd name="connsiteX31" fmla="*/ 1856955 w 4907942"/>
              <a:gd name="connsiteY31" fmla="*/ 926255 h 1022675"/>
              <a:gd name="connsiteX32" fmla="*/ 1188088 w 4907942"/>
              <a:gd name="connsiteY32" fmla="*/ 714589 h 1022675"/>
              <a:gd name="connsiteX33" fmla="*/ 891755 w 4907942"/>
              <a:gd name="connsiteY33" fmla="*/ 443655 h 1022675"/>
              <a:gd name="connsiteX34" fmla="*/ 705488 w 4907942"/>
              <a:gd name="connsiteY34" fmla="*/ 316655 h 1022675"/>
              <a:gd name="connsiteX35" fmla="*/ 502288 w 4907942"/>
              <a:gd name="connsiteY35" fmla="*/ 265855 h 1022675"/>
              <a:gd name="connsiteX36" fmla="*/ 146687 w 4907942"/>
              <a:gd name="connsiteY36" fmla="*/ 223522 h 1022675"/>
              <a:gd name="connsiteX37" fmla="*/ 19688 w 4907942"/>
              <a:gd name="connsiteY37" fmla="*/ 223522 h 1022675"/>
              <a:gd name="connsiteX38" fmla="*/ 87421 w 4907942"/>
              <a:gd name="connsiteY38" fmla="*/ 130388 h 1022675"/>
              <a:gd name="connsiteX0" fmla="*/ 7696 w 6707817"/>
              <a:gd name="connsiteY0" fmla="*/ 4051839 h 4051855"/>
              <a:gd name="connsiteX1" fmla="*/ 2615430 w 6707817"/>
              <a:gd name="connsiteY1" fmla="*/ 331408 h 4051855"/>
              <a:gd name="connsiteX2" fmla="*/ 3216563 w 6707817"/>
              <a:gd name="connsiteY2" fmla="*/ 771674 h 4051855"/>
              <a:gd name="connsiteX3" fmla="*/ 4613563 w 6707817"/>
              <a:gd name="connsiteY3" fmla="*/ 966408 h 4051855"/>
              <a:gd name="connsiteX4" fmla="*/ 5113096 w 6707817"/>
              <a:gd name="connsiteY4" fmla="*/ 331408 h 4051855"/>
              <a:gd name="connsiteX5" fmla="*/ 5678247 w 6707817"/>
              <a:gd name="connsiteY5" fmla="*/ 229854 h 4051855"/>
              <a:gd name="connsiteX6" fmla="*/ 6107930 w 6707817"/>
              <a:gd name="connsiteY6" fmla="*/ 485388 h 4051855"/>
              <a:gd name="connsiteX7" fmla="*/ 6269152 w 6707817"/>
              <a:gd name="connsiteY7" fmla="*/ 680273 h 4051855"/>
              <a:gd name="connsiteX8" fmla="*/ 6421552 w 6707817"/>
              <a:gd name="connsiteY8" fmla="*/ 760175 h 4051855"/>
              <a:gd name="connsiteX9" fmla="*/ 6535852 w 6707817"/>
              <a:gd name="connsiteY9" fmla="*/ 731120 h 4051855"/>
              <a:gd name="connsiteX10" fmla="*/ 6565130 w 6707817"/>
              <a:gd name="connsiteY10" fmla="*/ 587081 h 4051855"/>
              <a:gd name="connsiteX11" fmla="*/ 6535853 w 6707817"/>
              <a:gd name="connsiteY11" fmla="*/ 447831 h 4051855"/>
              <a:gd name="connsiteX12" fmla="*/ 6466004 w 6707817"/>
              <a:gd name="connsiteY12" fmla="*/ 360664 h 4051855"/>
              <a:gd name="connsiteX13" fmla="*/ 6421554 w 6707817"/>
              <a:gd name="connsiteY13" fmla="*/ 251706 h 4051855"/>
              <a:gd name="connsiteX14" fmla="*/ 6402504 w 6707817"/>
              <a:gd name="connsiteY14" fmla="*/ 84636 h 4051855"/>
              <a:gd name="connsiteX15" fmla="*/ 6548553 w 6707817"/>
              <a:gd name="connsiteY15" fmla="*/ 70111 h 4051855"/>
              <a:gd name="connsiteX16" fmla="*/ 6700596 w 6707817"/>
              <a:gd name="connsiteY16" fmla="*/ 83373 h 4051855"/>
              <a:gd name="connsiteX17" fmla="*/ 6681904 w 6707817"/>
              <a:gd name="connsiteY17" fmla="*/ 309816 h 4051855"/>
              <a:gd name="connsiteX18" fmla="*/ 6637454 w 6707817"/>
              <a:gd name="connsiteY18" fmla="*/ 462357 h 4051855"/>
              <a:gd name="connsiteX19" fmla="*/ 6624753 w 6707817"/>
              <a:gd name="connsiteY19" fmla="*/ 716592 h 4051855"/>
              <a:gd name="connsiteX20" fmla="*/ 6548553 w 6707817"/>
              <a:gd name="connsiteY20" fmla="*/ 832815 h 4051855"/>
              <a:gd name="connsiteX21" fmla="*/ 6438130 w 6707817"/>
              <a:gd name="connsiteY21" fmla="*/ 854407 h 4051855"/>
              <a:gd name="connsiteX22" fmla="*/ 6224345 w 6707817"/>
              <a:gd name="connsiteY22" fmla="*/ 769646 h 4051855"/>
              <a:gd name="connsiteX23" fmla="*/ 5958003 w 6707817"/>
              <a:gd name="connsiteY23" fmla="*/ 455091 h 4051855"/>
              <a:gd name="connsiteX24" fmla="*/ 5720580 w 6707817"/>
              <a:gd name="connsiteY24" fmla="*/ 333860 h 4051855"/>
              <a:gd name="connsiteX25" fmla="*/ 5396730 w 6707817"/>
              <a:gd name="connsiteY25" fmla="*/ 314475 h 4051855"/>
              <a:gd name="connsiteX26" fmla="*/ 5214696 w 6707817"/>
              <a:gd name="connsiteY26" fmla="*/ 390675 h 4051855"/>
              <a:gd name="connsiteX27" fmla="*/ 5096163 w 6707817"/>
              <a:gd name="connsiteY27" fmla="*/ 509207 h 4051855"/>
              <a:gd name="connsiteX28" fmla="*/ 4884496 w 6707817"/>
              <a:gd name="connsiteY28" fmla="*/ 890207 h 4051855"/>
              <a:gd name="connsiteX29" fmla="*/ 4706696 w 6707817"/>
              <a:gd name="connsiteY29" fmla="*/ 1042608 h 4051855"/>
              <a:gd name="connsiteX30" fmla="*/ 4342630 w 6707817"/>
              <a:gd name="connsiteY30" fmla="*/ 1076474 h 4051855"/>
              <a:gd name="connsiteX31" fmla="*/ 3656830 w 6707817"/>
              <a:gd name="connsiteY31" fmla="*/ 983341 h 4051855"/>
              <a:gd name="connsiteX32" fmla="*/ 2987963 w 6707817"/>
              <a:gd name="connsiteY32" fmla="*/ 771675 h 4051855"/>
              <a:gd name="connsiteX33" fmla="*/ 2691630 w 6707817"/>
              <a:gd name="connsiteY33" fmla="*/ 500741 h 4051855"/>
              <a:gd name="connsiteX34" fmla="*/ 2505363 w 6707817"/>
              <a:gd name="connsiteY34" fmla="*/ 373741 h 4051855"/>
              <a:gd name="connsiteX35" fmla="*/ 2302163 w 6707817"/>
              <a:gd name="connsiteY35" fmla="*/ 322941 h 4051855"/>
              <a:gd name="connsiteX36" fmla="*/ 1946562 w 6707817"/>
              <a:gd name="connsiteY36" fmla="*/ 280608 h 4051855"/>
              <a:gd name="connsiteX37" fmla="*/ 1819563 w 6707817"/>
              <a:gd name="connsiteY37" fmla="*/ 280608 h 4051855"/>
              <a:gd name="connsiteX38" fmla="*/ 7696 w 6707817"/>
              <a:gd name="connsiteY38" fmla="*/ 4051839 h 4051855"/>
              <a:gd name="connsiteX0" fmla="*/ 384154 w 7084275"/>
              <a:gd name="connsiteY0" fmla="*/ 3994753 h 4016402"/>
              <a:gd name="connsiteX1" fmla="*/ 2991888 w 7084275"/>
              <a:gd name="connsiteY1" fmla="*/ 274322 h 4016402"/>
              <a:gd name="connsiteX2" fmla="*/ 3593021 w 7084275"/>
              <a:gd name="connsiteY2" fmla="*/ 714588 h 4016402"/>
              <a:gd name="connsiteX3" fmla="*/ 4990021 w 7084275"/>
              <a:gd name="connsiteY3" fmla="*/ 909322 h 4016402"/>
              <a:gd name="connsiteX4" fmla="*/ 5489554 w 7084275"/>
              <a:gd name="connsiteY4" fmla="*/ 274322 h 4016402"/>
              <a:gd name="connsiteX5" fmla="*/ 6054705 w 7084275"/>
              <a:gd name="connsiteY5" fmla="*/ 172768 h 4016402"/>
              <a:gd name="connsiteX6" fmla="*/ 6484388 w 7084275"/>
              <a:gd name="connsiteY6" fmla="*/ 428302 h 4016402"/>
              <a:gd name="connsiteX7" fmla="*/ 6645610 w 7084275"/>
              <a:gd name="connsiteY7" fmla="*/ 623187 h 4016402"/>
              <a:gd name="connsiteX8" fmla="*/ 6798010 w 7084275"/>
              <a:gd name="connsiteY8" fmla="*/ 703089 h 4016402"/>
              <a:gd name="connsiteX9" fmla="*/ 6912310 w 7084275"/>
              <a:gd name="connsiteY9" fmla="*/ 674034 h 4016402"/>
              <a:gd name="connsiteX10" fmla="*/ 6941588 w 7084275"/>
              <a:gd name="connsiteY10" fmla="*/ 529995 h 4016402"/>
              <a:gd name="connsiteX11" fmla="*/ 6912311 w 7084275"/>
              <a:gd name="connsiteY11" fmla="*/ 390745 h 4016402"/>
              <a:gd name="connsiteX12" fmla="*/ 6842462 w 7084275"/>
              <a:gd name="connsiteY12" fmla="*/ 303578 h 4016402"/>
              <a:gd name="connsiteX13" fmla="*/ 6798012 w 7084275"/>
              <a:gd name="connsiteY13" fmla="*/ 194620 h 4016402"/>
              <a:gd name="connsiteX14" fmla="*/ 6778962 w 7084275"/>
              <a:gd name="connsiteY14" fmla="*/ 27550 h 4016402"/>
              <a:gd name="connsiteX15" fmla="*/ 6925011 w 7084275"/>
              <a:gd name="connsiteY15" fmla="*/ 13025 h 4016402"/>
              <a:gd name="connsiteX16" fmla="*/ 7077054 w 7084275"/>
              <a:gd name="connsiteY16" fmla="*/ 26287 h 4016402"/>
              <a:gd name="connsiteX17" fmla="*/ 7058362 w 7084275"/>
              <a:gd name="connsiteY17" fmla="*/ 252730 h 4016402"/>
              <a:gd name="connsiteX18" fmla="*/ 7013912 w 7084275"/>
              <a:gd name="connsiteY18" fmla="*/ 405271 h 4016402"/>
              <a:gd name="connsiteX19" fmla="*/ 7001211 w 7084275"/>
              <a:gd name="connsiteY19" fmla="*/ 659506 h 4016402"/>
              <a:gd name="connsiteX20" fmla="*/ 6925011 w 7084275"/>
              <a:gd name="connsiteY20" fmla="*/ 775729 h 4016402"/>
              <a:gd name="connsiteX21" fmla="*/ 6814588 w 7084275"/>
              <a:gd name="connsiteY21" fmla="*/ 797321 h 4016402"/>
              <a:gd name="connsiteX22" fmla="*/ 6600803 w 7084275"/>
              <a:gd name="connsiteY22" fmla="*/ 712560 h 4016402"/>
              <a:gd name="connsiteX23" fmla="*/ 6334461 w 7084275"/>
              <a:gd name="connsiteY23" fmla="*/ 398005 h 4016402"/>
              <a:gd name="connsiteX24" fmla="*/ 6097038 w 7084275"/>
              <a:gd name="connsiteY24" fmla="*/ 276774 h 4016402"/>
              <a:gd name="connsiteX25" fmla="*/ 5773188 w 7084275"/>
              <a:gd name="connsiteY25" fmla="*/ 257389 h 4016402"/>
              <a:gd name="connsiteX26" fmla="*/ 5591154 w 7084275"/>
              <a:gd name="connsiteY26" fmla="*/ 333589 h 4016402"/>
              <a:gd name="connsiteX27" fmla="*/ 5472621 w 7084275"/>
              <a:gd name="connsiteY27" fmla="*/ 452121 h 4016402"/>
              <a:gd name="connsiteX28" fmla="*/ 5260954 w 7084275"/>
              <a:gd name="connsiteY28" fmla="*/ 833121 h 4016402"/>
              <a:gd name="connsiteX29" fmla="*/ 5083154 w 7084275"/>
              <a:gd name="connsiteY29" fmla="*/ 985522 h 4016402"/>
              <a:gd name="connsiteX30" fmla="*/ 4719088 w 7084275"/>
              <a:gd name="connsiteY30" fmla="*/ 1019388 h 4016402"/>
              <a:gd name="connsiteX31" fmla="*/ 4033288 w 7084275"/>
              <a:gd name="connsiteY31" fmla="*/ 926255 h 4016402"/>
              <a:gd name="connsiteX32" fmla="*/ 3364421 w 7084275"/>
              <a:gd name="connsiteY32" fmla="*/ 714589 h 4016402"/>
              <a:gd name="connsiteX33" fmla="*/ 3068088 w 7084275"/>
              <a:gd name="connsiteY33" fmla="*/ 443655 h 4016402"/>
              <a:gd name="connsiteX34" fmla="*/ 2881821 w 7084275"/>
              <a:gd name="connsiteY34" fmla="*/ 316655 h 4016402"/>
              <a:gd name="connsiteX35" fmla="*/ 2678621 w 7084275"/>
              <a:gd name="connsiteY35" fmla="*/ 265855 h 4016402"/>
              <a:gd name="connsiteX36" fmla="*/ 2323020 w 7084275"/>
              <a:gd name="connsiteY36" fmla="*/ 223522 h 4016402"/>
              <a:gd name="connsiteX37" fmla="*/ 214821 w 7084275"/>
              <a:gd name="connsiteY37" fmla="*/ 1734401 h 4016402"/>
              <a:gd name="connsiteX38" fmla="*/ 384154 w 7084275"/>
              <a:gd name="connsiteY38" fmla="*/ 3994753 h 4016402"/>
              <a:gd name="connsiteX0" fmla="*/ 257445 w 6957566"/>
              <a:gd name="connsiteY0" fmla="*/ 3994753 h 4014088"/>
              <a:gd name="connsiteX1" fmla="*/ 2865179 w 6957566"/>
              <a:gd name="connsiteY1" fmla="*/ 274322 h 4014088"/>
              <a:gd name="connsiteX2" fmla="*/ 3466312 w 6957566"/>
              <a:gd name="connsiteY2" fmla="*/ 714588 h 4014088"/>
              <a:gd name="connsiteX3" fmla="*/ 4863312 w 6957566"/>
              <a:gd name="connsiteY3" fmla="*/ 909322 h 4014088"/>
              <a:gd name="connsiteX4" fmla="*/ 5362845 w 6957566"/>
              <a:gd name="connsiteY4" fmla="*/ 274322 h 4014088"/>
              <a:gd name="connsiteX5" fmla="*/ 5927996 w 6957566"/>
              <a:gd name="connsiteY5" fmla="*/ 172768 h 4014088"/>
              <a:gd name="connsiteX6" fmla="*/ 6357679 w 6957566"/>
              <a:gd name="connsiteY6" fmla="*/ 428302 h 4014088"/>
              <a:gd name="connsiteX7" fmla="*/ 6518901 w 6957566"/>
              <a:gd name="connsiteY7" fmla="*/ 623187 h 4014088"/>
              <a:gd name="connsiteX8" fmla="*/ 6671301 w 6957566"/>
              <a:gd name="connsiteY8" fmla="*/ 703089 h 4014088"/>
              <a:gd name="connsiteX9" fmla="*/ 6785601 w 6957566"/>
              <a:gd name="connsiteY9" fmla="*/ 674034 h 4014088"/>
              <a:gd name="connsiteX10" fmla="*/ 6814879 w 6957566"/>
              <a:gd name="connsiteY10" fmla="*/ 529995 h 4014088"/>
              <a:gd name="connsiteX11" fmla="*/ 6785602 w 6957566"/>
              <a:gd name="connsiteY11" fmla="*/ 390745 h 4014088"/>
              <a:gd name="connsiteX12" fmla="*/ 6715753 w 6957566"/>
              <a:gd name="connsiteY12" fmla="*/ 303578 h 4014088"/>
              <a:gd name="connsiteX13" fmla="*/ 6671303 w 6957566"/>
              <a:gd name="connsiteY13" fmla="*/ 194620 h 4014088"/>
              <a:gd name="connsiteX14" fmla="*/ 6652253 w 6957566"/>
              <a:gd name="connsiteY14" fmla="*/ 27550 h 4014088"/>
              <a:gd name="connsiteX15" fmla="*/ 6798302 w 6957566"/>
              <a:gd name="connsiteY15" fmla="*/ 13025 h 4014088"/>
              <a:gd name="connsiteX16" fmla="*/ 6950345 w 6957566"/>
              <a:gd name="connsiteY16" fmla="*/ 26287 h 4014088"/>
              <a:gd name="connsiteX17" fmla="*/ 6931653 w 6957566"/>
              <a:gd name="connsiteY17" fmla="*/ 252730 h 4014088"/>
              <a:gd name="connsiteX18" fmla="*/ 6887203 w 6957566"/>
              <a:gd name="connsiteY18" fmla="*/ 405271 h 4014088"/>
              <a:gd name="connsiteX19" fmla="*/ 6874502 w 6957566"/>
              <a:gd name="connsiteY19" fmla="*/ 659506 h 4014088"/>
              <a:gd name="connsiteX20" fmla="*/ 6798302 w 6957566"/>
              <a:gd name="connsiteY20" fmla="*/ 775729 h 4014088"/>
              <a:gd name="connsiteX21" fmla="*/ 6687879 w 6957566"/>
              <a:gd name="connsiteY21" fmla="*/ 797321 h 4014088"/>
              <a:gd name="connsiteX22" fmla="*/ 6474094 w 6957566"/>
              <a:gd name="connsiteY22" fmla="*/ 712560 h 4014088"/>
              <a:gd name="connsiteX23" fmla="*/ 6207752 w 6957566"/>
              <a:gd name="connsiteY23" fmla="*/ 398005 h 4014088"/>
              <a:gd name="connsiteX24" fmla="*/ 5970329 w 6957566"/>
              <a:gd name="connsiteY24" fmla="*/ 276774 h 4014088"/>
              <a:gd name="connsiteX25" fmla="*/ 5646479 w 6957566"/>
              <a:gd name="connsiteY25" fmla="*/ 257389 h 4014088"/>
              <a:gd name="connsiteX26" fmla="*/ 5464445 w 6957566"/>
              <a:gd name="connsiteY26" fmla="*/ 333589 h 4014088"/>
              <a:gd name="connsiteX27" fmla="*/ 5345912 w 6957566"/>
              <a:gd name="connsiteY27" fmla="*/ 452121 h 4014088"/>
              <a:gd name="connsiteX28" fmla="*/ 5134245 w 6957566"/>
              <a:gd name="connsiteY28" fmla="*/ 833121 h 4014088"/>
              <a:gd name="connsiteX29" fmla="*/ 4956445 w 6957566"/>
              <a:gd name="connsiteY29" fmla="*/ 985522 h 4014088"/>
              <a:gd name="connsiteX30" fmla="*/ 4592379 w 6957566"/>
              <a:gd name="connsiteY30" fmla="*/ 1019388 h 4014088"/>
              <a:gd name="connsiteX31" fmla="*/ 3906579 w 6957566"/>
              <a:gd name="connsiteY31" fmla="*/ 926255 h 4014088"/>
              <a:gd name="connsiteX32" fmla="*/ 3237712 w 6957566"/>
              <a:gd name="connsiteY32" fmla="*/ 714589 h 4014088"/>
              <a:gd name="connsiteX33" fmla="*/ 2941379 w 6957566"/>
              <a:gd name="connsiteY33" fmla="*/ 443655 h 4014088"/>
              <a:gd name="connsiteX34" fmla="*/ 2755112 w 6957566"/>
              <a:gd name="connsiteY34" fmla="*/ 316655 h 4014088"/>
              <a:gd name="connsiteX35" fmla="*/ 2551912 w 6957566"/>
              <a:gd name="connsiteY35" fmla="*/ 265855 h 4014088"/>
              <a:gd name="connsiteX36" fmla="*/ 189711 w 6957566"/>
              <a:gd name="connsiteY36" fmla="*/ 1734402 h 4014088"/>
              <a:gd name="connsiteX37" fmla="*/ 88112 w 6957566"/>
              <a:gd name="connsiteY37" fmla="*/ 1734401 h 4014088"/>
              <a:gd name="connsiteX38" fmla="*/ 257445 w 6957566"/>
              <a:gd name="connsiteY38" fmla="*/ 3994753 h 4014088"/>
              <a:gd name="connsiteX0" fmla="*/ 319449 w 7019570"/>
              <a:gd name="connsiteY0" fmla="*/ 3994753 h 4016552"/>
              <a:gd name="connsiteX1" fmla="*/ 2927183 w 7019570"/>
              <a:gd name="connsiteY1" fmla="*/ 274322 h 4016552"/>
              <a:gd name="connsiteX2" fmla="*/ 3528316 w 7019570"/>
              <a:gd name="connsiteY2" fmla="*/ 714588 h 4016552"/>
              <a:gd name="connsiteX3" fmla="*/ 4925316 w 7019570"/>
              <a:gd name="connsiteY3" fmla="*/ 909322 h 4016552"/>
              <a:gd name="connsiteX4" fmla="*/ 5424849 w 7019570"/>
              <a:gd name="connsiteY4" fmla="*/ 274322 h 4016552"/>
              <a:gd name="connsiteX5" fmla="*/ 5990000 w 7019570"/>
              <a:gd name="connsiteY5" fmla="*/ 172768 h 4016552"/>
              <a:gd name="connsiteX6" fmla="*/ 6419683 w 7019570"/>
              <a:gd name="connsiteY6" fmla="*/ 428302 h 4016552"/>
              <a:gd name="connsiteX7" fmla="*/ 6580905 w 7019570"/>
              <a:gd name="connsiteY7" fmla="*/ 623187 h 4016552"/>
              <a:gd name="connsiteX8" fmla="*/ 6733305 w 7019570"/>
              <a:gd name="connsiteY8" fmla="*/ 703089 h 4016552"/>
              <a:gd name="connsiteX9" fmla="*/ 6847605 w 7019570"/>
              <a:gd name="connsiteY9" fmla="*/ 674034 h 4016552"/>
              <a:gd name="connsiteX10" fmla="*/ 6876883 w 7019570"/>
              <a:gd name="connsiteY10" fmla="*/ 529995 h 4016552"/>
              <a:gd name="connsiteX11" fmla="*/ 6847606 w 7019570"/>
              <a:gd name="connsiteY11" fmla="*/ 390745 h 4016552"/>
              <a:gd name="connsiteX12" fmla="*/ 6777757 w 7019570"/>
              <a:gd name="connsiteY12" fmla="*/ 303578 h 4016552"/>
              <a:gd name="connsiteX13" fmla="*/ 6733307 w 7019570"/>
              <a:gd name="connsiteY13" fmla="*/ 194620 h 4016552"/>
              <a:gd name="connsiteX14" fmla="*/ 6714257 w 7019570"/>
              <a:gd name="connsiteY14" fmla="*/ 27550 h 4016552"/>
              <a:gd name="connsiteX15" fmla="*/ 6860306 w 7019570"/>
              <a:gd name="connsiteY15" fmla="*/ 13025 h 4016552"/>
              <a:gd name="connsiteX16" fmla="*/ 7012349 w 7019570"/>
              <a:gd name="connsiteY16" fmla="*/ 26287 h 4016552"/>
              <a:gd name="connsiteX17" fmla="*/ 6993657 w 7019570"/>
              <a:gd name="connsiteY17" fmla="*/ 252730 h 4016552"/>
              <a:gd name="connsiteX18" fmla="*/ 6949207 w 7019570"/>
              <a:gd name="connsiteY18" fmla="*/ 405271 h 4016552"/>
              <a:gd name="connsiteX19" fmla="*/ 6936506 w 7019570"/>
              <a:gd name="connsiteY19" fmla="*/ 659506 h 4016552"/>
              <a:gd name="connsiteX20" fmla="*/ 6860306 w 7019570"/>
              <a:gd name="connsiteY20" fmla="*/ 775729 h 4016552"/>
              <a:gd name="connsiteX21" fmla="*/ 6749883 w 7019570"/>
              <a:gd name="connsiteY21" fmla="*/ 797321 h 4016552"/>
              <a:gd name="connsiteX22" fmla="*/ 6536098 w 7019570"/>
              <a:gd name="connsiteY22" fmla="*/ 712560 h 4016552"/>
              <a:gd name="connsiteX23" fmla="*/ 6269756 w 7019570"/>
              <a:gd name="connsiteY23" fmla="*/ 398005 h 4016552"/>
              <a:gd name="connsiteX24" fmla="*/ 6032333 w 7019570"/>
              <a:gd name="connsiteY24" fmla="*/ 276774 h 4016552"/>
              <a:gd name="connsiteX25" fmla="*/ 5708483 w 7019570"/>
              <a:gd name="connsiteY25" fmla="*/ 257389 h 4016552"/>
              <a:gd name="connsiteX26" fmla="*/ 5526449 w 7019570"/>
              <a:gd name="connsiteY26" fmla="*/ 333589 h 4016552"/>
              <a:gd name="connsiteX27" fmla="*/ 5407916 w 7019570"/>
              <a:gd name="connsiteY27" fmla="*/ 452121 h 4016552"/>
              <a:gd name="connsiteX28" fmla="*/ 5196249 w 7019570"/>
              <a:gd name="connsiteY28" fmla="*/ 833121 h 4016552"/>
              <a:gd name="connsiteX29" fmla="*/ 5018449 w 7019570"/>
              <a:gd name="connsiteY29" fmla="*/ 985522 h 4016552"/>
              <a:gd name="connsiteX30" fmla="*/ 4654383 w 7019570"/>
              <a:gd name="connsiteY30" fmla="*/ 1019388 h 4016552"/>
              <a:gd name="connsiteX31" fmla="*/ 3968583 w 7019570"/>
              <a:gd name="connsiteY31" fmla="*/ 926255 h 4016552"/>
              <a:gd name="connsiteX32" fmla="*/ 3299716 w 7019570"/>
              <a:gd name="connsiteY32" fmla="*/ 714589 h 4016552"/>
              <a:gd name="connsiteX33" fmla="*/ 3003383 w 7019570"/>
              <a:gd name="connsiteY33" fmla="*/ 443655 h 4016552"/>
              <a:gd name="connsiteX34" fmla="*/ 2817116 w 7019570"/>
              <a:gd name="connsiteY34" fmla="*/ 316655 h 4016552"/>
              <a:gd name="connsiteX35" fmla="*/ 2613916 w 7019570"/>
              <a:gd name="connsiteY35" fmla="*/ 265855 h 4016552"/>
              <a:gd name="connsiteX36" fmla="*/ 251715 w 7019570"/>
              <a:gd name="connsiteY36" fmla="*/ 1734402 h 4016552"/>
              <a:gd name="connsiteX37" fmla="*/ 35816 w 7019570"/>
              <a:gd name="connsiteY37" fmla="*/ 1807040 h 4016552"/>
              <a:gd name="connsiteX38" fmla="*/ 319449 w 7019570"/>
              <a:gd name="connsiteY38" fmla="*/ 3994753 h 4016552"/>
              <a:gd name="connsiteX0" fmla="*/ 321163 w 7021284"/>
              <a:gd name="connsiteY0" fmla="*/ 3994753 h 4016668"/>
              <a:gd name="connsiteX1" fmla="*/ 2928897 w 7021284"/>
              <a:gd name="connsiteY1" fmla="*/ 274322 h 4016668"/>
              <a:gd name="connsiteX2" fmla="*/ 3530030 w 7021284"/>
              <a:gd name="connsiteY2" fmla="*/ 714588 h 4016668"/>
              <a:gd name="connsiteX3" fmla="*/ 4927030 w 7021284"/>
              <a:gd name="connsiteY3" fmla="*/ 909322 h 4016668"/>
              <a:gd name="connsiteX4" fmla="*/ 5426563 w 7021284"/>
              <a:gd name="connsiteY4" fmla="*/ 274322 h 4016668"/>
              <a:gd name="connsiteX5" fmla="*/ 5991714 w 7021284"/>
              <a:gd name="connsiteY5" fmla="*/ 172768 h 4016668"/>
              <a:gd name="connsiteX6" fmla="*/ 6421397 w 7021284"/>
              <a:gd name="connsiteY6" fmla="*/ 428302 h 4016668"/>
              <a:gd name="connsiteX7" fmla="*/ 6582619 w 7021284"/>
              <a:gd name="connsiteY7" fmla="*/ 623187 h 4016668"/>
              <a:gd name="connsiteX8" fmla="*/ 6735019 w 7021284"/>
              <a:gd name="connsiteY8" fmla="*/ 703089 h 4016668"/>
              <a:gd name="connsiteX9" fmla="*/ 6849319 w 7021284"/>
              <a:gd name="connsiteY9" fmla="*/ 674034 h 4016668"/>
              <a:gd name="connsiteX10" fmla="*/ 6878597 w 7021284"/>
              <a:gd name="connsiteY10" fmla="*/ 529995 h 4016668"/>
              <a:gd name="connsiteX11" fmla="*/ 6849320 w 7021284"/>
              <a:gd name="connsiteY11" fmla="*/ 390745 h 4016668"/>
              <a:gd name="connsiteX12" fmla="*/ 6779471 w 7021284"/>
              <a:gd name="connsiteY12" fmla="*/ 303578 h 4016668"/>
              <a:gd name="connsiteX13" fmla="*/ 6735021 w 7021284"/>
              <a:gd name="connsiteY13" fmla="*/ 194620 h 4016668"/>
              <a:gd name="connsiteX14" fmla="*/ 6715971 w 7021284"/>
              <a:gd name="connsiteY14" fmla="*/ 27550 h 4016668"/>
              <a:gd name="connsiteX15" fmla="*/ 6862020 w 7021284"/>
              <a:gd name="connsiteY15" fmla="*/ 13025 h 4016668"/>
              <a:gd name="connsiteX16" fmla="*/ 7014063 w 7021284"/>
              <a:gd name="connsiteY16" fmla="*/ 26287 h 4016668"/>
              <a:gd name="connsiteX17" fmla="*/ 6995371 w 7021284"/>
              <a:gd name="connsiteY17" fmla="*/ 252730 h 4016668"/>
              <a:gd name="connsiteX18" fmla="*/ 6950921 w 7021284"/>
              <a:gd name="connsiteY18" fmla="*/ 405271 h 4016668"/>
              <a:gd name="connsiteX19" fmla="*/ 6938220 w 7021284"/>
              <a:gd name="connsiteY19" fmla="*/ 659506 h 4016668"/>
              <a:gd name="connsiteX20" fmla="*/ 6862020 w 7021284"/>
              <a:gd name="connsiteY20" fmla="*/ 775729 h 4016668"/>
              <a:gd name="connsiteX21" fmla="*/ 6751597 w 7021284"/>
              <a:gd name="connsiteY21" fmla="*/ 797321 h 4016668"/>
              <a:gd name="connsiteX22" fmla="*/ 6537812 w 7021284"/>
              <a:gd name="connsiteY22" fmla="*/ 712560 h 4016668"/>
              <a:gd name="connsiteX23" fmla="*/ 6271470 w 7021284"/>
              <a:gd name="connsiteY23" fmla="*/ 398005 h 4016668"/>
              <a:gd name="connsiteX24" fmla="*/ 6034047 w 7021284"/>
              <a:gd name="connsiteY24" fmla="*/ 276774 h 4016668"/>
              <a:gd name="connsiteX25" fmla="*/ 5710197 w 7021284"/>
              <a:gd name="connsiteY25" fmla="*/ 257389 h 4016668"/>
              <a:gd name="connsiteX26" fmla="*/ 5528163 w 7021284"/>
              <a:gd name="connsiteY26" fmla="*/ 333589 h 4016668"/>
              <a:gd name="connsiteX27" fmla="*/ 5409630 w 7021284"/>
              <a:gd name="connsiteY27" fmla="*/ 452121 h 4016668"/>
              <a:gd name="connsiteX28" fmla="*/ 5197963 w 7021284"/>
              <a:gd name="connsiteY28" fmla="*/ 833121 h 4016668"/>
              <a:gd name="connsiteX29" fmla="*/ 5020163 w 7021284"/>
              <a:gd name="connsiteY29" fmla="*/ 985522 h 4016668"/>
              <a:gd name="connsiteX30" fmla="*/ 4656097 w 7021284"/>
              <a:gd name="connsiteY30" fmla="*/ 1019388 h 4016668"/>
              <a:gd name="connsiteX31" fmla="*/ 3970297 w 7021284"/>
              <a:gd name="connsiteY31" fmla="*/ 926255 h 4016668"/>
              <a:gd name="connsiteX32" fmla="*/ 3301430 w 7021284"/>
              <a:gd name="connsiteY32" fmla="*/ 714589 h 4016668"/>
              <a:gd name="connsiteX33" fmla="*/ 3005097 w 7021284"/>
              <a:gd name="connsiteY33" fmla="*/ 443655 h 4016668"/>
              <a:gd name="connsiteX34" fmla="*/ 2818830 w 7021284"/>
              <a:gd name="connsiteY34" fmla="*/ 316655 h 4016668"/>
              <a:gd name="connsiteX35" fmla="*/ 2615630 w 7021284"/>
              <a:gd name="connsiteY35" fmla="*/ 265855 h 4016668"/>
              <a:gd name="connsiteX36" fmla="*/ 278829 w 7021284"/>
              <a:gd name="connsiteY36" fmla="*/ 1661763 h 4016668"/>
              <a:gd name="connsiteX37" fmla="*/ 37530 w 7021284"/>
              <a:gd name="connsiteY37" fmla="*/ 1807040 h 4016668"/>
              <a:gd name="connsiteX38" fmla="*/ 321163 w 7021284"/>
              <a:gd name="connsiteY38" fmla="*/ 3994753 h 4016668"/>
              <a:gd name="connsiteX0" fmla="*/ 337514 w 7037635"/>
              <a:gd name="connsiteY0" fmla="*/ 3994753 h 4028926"/>
              <a:gd name="connsiteX1" fmla="*/ 2945248 w 7037635"/>
              <a:gd name="connsiteY1" fmla="*/ 274322 h 4028926"/>
              <a:gd name="connsiteX2" fmla="*/ 3546381 w 7037635"/>
              <a:gd name="connsiteY2" fmla="*/ 714588 h 4028926"/>
              <a:gd name="connsiteX3" fmla="*/ 4943381 w 7037635"/>
              <a:gd name="connsiteY3" fmla="*/ 909322 h 4028926"/>
              <a:gd name="connsiteX4" fmla="*/ 5442914 w 7037635"/>
              <a:gd name="connsiteY4" fmla="*/ 274322 h 4028926"/>
              <a:gd name="connsiteX5" fmla="*/ 6008065 w 7037635"/>
              <a:gd name="connsiteY5" fmla="*/ 172768 h 4028926"/>
              <a:gd name="connsiteX6" fmla="*/ 6437748 w 7037635"/>
              <a:gd name="connsiteY6" fmla="*/ 428302 h 4028926"/>
              <a:gd name="connsiteX7" fmla="*/ 6598970 w 7037635"/>
              <a:gd name="connsiteY7" fmla="*/ 623187 h 4028926"/>
              <a:gd name="connsiteX8" fmla="*/ 6751370 w 7037635"/>
              <a:gd name="connsiteY8" fmla="*/ 703089 h 4028926"/>
              <a:gd name="connsiteX9" fmla="*/ 6865670 w 7037635"/>
              <a:gd name="connsiteY9" fmla="*/ 674034 h 4028926"/>
              <a:gd name="connsiteX10" fmla="*/ 6894948 w 7037635"/>
              <a:gd name="connsiteY10" fmla="*/ 529995 h 4028926"/>
              <a:gd name="connsiteX11" fmla="*/ 6865671 w 7037635"/>
              <a:gd name="connsiteY11" fmla="*/ 390745 h 4028926"/>
              <a:gd name="connsiteX12" fmla="*/ 6795822 w 7037635"/>
              <a:gd name="connsiteY12" fmla="*/ 303578 h 4028926"/>
              <a:gd name="connsiteX13" fmla="*/ 6751372 w 7037635"/>
              <a:gd name="connsiteY13" fmla="*/ 194620 h 4028926"/>
              <a:gd name="connsiteX14" fmla="*/ 6732322 w 7037635"/>
              <a:gd name="connsiteY14" fmla="*/ 27550 h 4028926"/>
              <a:gd name="connsiteX15" fmla="*/ 6878371 w 7037635"/>
              <a:gd name="connsiteY15" fmla="*/ 13025 h 4028926"/>
              <a:gd name="connsiteX16" fmla="*/ 7030414 w 7037635"/>
              <a:gd name="connsiteY16" fmla="*/ 26287 h 4028926"/>
              <a:gd name="connsiteX17" fmla="*/ 7011722 w 7037635"/>
              <a:gd name="connsiteY17" fmla="*/ 252730 h 4028926"/>
              <a:gd name="connsiteX18" fmla="*/ 6967272 w 7037635"/>
              <a:gd name="connsiteY18" fmla="*/ 405271 h 4028926"/>
              <a:gd name="connsiteX19" fmla="*/ 6954571 w 7037635"/>
              <a:gd name="connsiteY19" fmla="*/ 659506 h 4028926"/>
              <a:gd name="connsiteX20" fmla="*/ 6878371 w 7037635"/>
              <a:gd name="connsiteY20" fmla="*/ 775729 h 4028926"/>
              <a:gd name="connsiteX21" fmla="*/ 6767948 w 7037635"/>
              <a:gd name="connsiteY21" fmla="*/ 797321 h 4028926"/>
              <a:gd name="connsiteX22" fmla="*/ 6554163 w 7037635"/>
              <a:gd name="connsiteY22" fmla="*/ 712560 h 4028926"/>
              <a:gd name="connsiteX23" fmla="*/ 6287821 w 7037635"/>
              <a:gd name="connsiteY23" fmla="*/ 398005 h 4028926"/>
              <a:gd name="connsiteX24" fmla="*/ 6050398 w 7037635"/>
              <a:gd name="connsiteY24" fmla="*/ 276774 h 4028926"/>
              <a:gd name="connsiteX25" fmla="*/ 5726548 w 7037635"/>
              <a:gd name="connsiteY25" fmla="*/ 257389 h 4028926"/>
              <a:gd name="connsiteX26" fmla="*/ 5544514 w 7037635"/>
              <a:gd name="connsiteY26" fmla="*/ 333589 h 4028926"/>
              <a:gd name="connsiteX27" fmla="*/ 5425981 w 7037635"/>
              <a:gd name="connsiteY27" fmla="*/ 452121 h 4028926"/>
              <a:gd name="connsiteX28" fmla="*/ 5214314 w 7037635"/>
              <a:gd name="connsiteY28" fmla="*/ 833121 h 4028926"/>
              <a:gd name="connsiteX29" fmla="*/ 5036514 w 7037635"/>
              <a:gd name="connsiteY29" fmla="*/ 985522 h 4028926"/>
              <a:gd name="connsiteX30" fmla="*/ 4672448 w 7037635"/>
              <a:gd name="connsiteY30" fmla="*/ 1019388 h 4028926"/>
              <a:gd name="connsiteX31" fmla="*/ 3986648 w 7037635"/>
              <a:gd name="connsiteY31" fmla="*/ 926255 h 4028926"/>
              <a:gd name="connsiteX32" fmla="*/ 3317781 w 7037635"/>
              <a:gd name="connsiteY32" fmla="*/ 714589 h 4028926"/>
              <a:gd name="connsiteX33" fmla="*/ 3021448 w 7037635"/>
              <a:gd name="connsiteY33" fmla="*/ 443655 h 4028926"/>
              <a:gd name="connsiteX34" fmla="*/ 2835181 w 7037635"/>
              <a:gd name="connsiteY34" fmla="*/ 316655 h 4028926"/>
              <a:gd name="connsiteX35" fmla="*/ 2631981 w 7037635"/>
              <a:gd name="connsiteY35" fmla="*/ 265855 h 4028926"/>
              <a:gd name="connsiteX36" fmla="*/ 295180 w 7037635"/>
              <a:gd name="connsiteY36" fmla="*/ 1661763 h 4028926"/>
              <a:gd name="connsiteX37" fmla="*/ 28481 w 7037635"/>
              <a:gd name="connsiteY37" fmla="*/ 2097594 h 4028926"/>
              <a:gd name="connsiteX38" fmla="*/ 337514 w 7037635"/>
              <a:gd name="connsiteY38" fmla="*/ 3994753 h 4028926"/>
              <a:gd name="connsiteX0" fmla="*/ 337514 w 7037635"/>
              <a:gd name="connsiteY0" fmla="*/ 3994753 h 4028730"/>
              <a:gd name="connsiteX1" fmla="*/ 2945248 w 7037635"/>
              <a:gd name="connsiteY1" fmla="*/ 274322 h 4028730"/>
              <a:gd name="connsiteX2" fmla="*/ 3546381 w 7037635"/>
              <a:gd name="connsiteY2" fmla="*/ 714588 h 4028730"/>
              <a:gd name="connsiteX3" fmla="*/ 4943381 w 7037635"/>
              <a:gd name="connsiteY3" fmla="*/ 909322 h 4028730"/>
              <a:gd name="connsiteX4" fmla="*/ 5442914 w 7037635"/>
              <a:gd name="connsiteY4" fmla="*/ 274322 h 4028730"/>
              <a:gd name="connsiteX5" fmla="*/ 6008065 w 7037635"/>
              <a:gd name="connsiteY5" fmla="*/ 172768 h 4028730"/>
              <a:gd name="connsiteX6" fmla="*/ 6437748 w 7037635"/>
              <a:gd name="connsiteY6" fmla="*/ 428302 h 4028730"/>
              <a:gd name="connsiteX7" fmla="*/ 6598970 w 7037635"/>
              <a:gd name="connsiteY7" fmla="*/ 623187 h 4028730"/>
              <a:gd name="connsiteX8" fmla="*/ 6751370 w 7037635"/>
              <a:gd name="connsiteY8" fmla="*/ 703089 h 4028730"/>
              <a:gd name="connsiteX9" fmla="*/ 6865670 w 7037635"/>
              <a:gd name="connsiteY9" fmla="*/ 674034 h 4028730"/>
              <a:gd name="connsiteX10" fmla="*/ 6894948 w 7037635"/>
              <a:gd name="connsiteY10" fmla="*/ 529995 h 4028730"/>
              <a:gd name="connsiteX11" fmla="*/ 6865671 w 7037635"/>
              <a:gd name="connsiteY11" fmla="*/ 390745 h 4028730"/>
              <a:gd name="connsiteX12" fmla="*/ 6795822 w 7037635"/>
              <a:gd name="connsiteY12" fmla="*/ 303578 h 4028730"/>
              <a:gd name="connsiteX13" fmla="*/ 6751372 w 7037635"/>
              <a:gd name="connsiteY13" fmla="*/ 194620 h 4028730"/>
              <a:gd name="connsiteX14" fmla="*/ 6732322 w 7037635"/>
              <a:gd name="connsiteY14" fmla="*/ 27550 h 4028730"/>
              <a:gd name="connsiteX15" fmla="*/ 6878371 w 7037635"/>
              <a:gd name="connsiteY15" fmla="*/ 13025 h 4028730"/>
              <a:gd name="connsiteX16" fmla="*/ 7030414 w 7037635"/>
              <a:gd name="connsiteY16" fmla="*/ 26287 h 4028730"/>
              <a:gd name="connsiteX17" fmla="*/ 7011722 w 7037635"/>
              <a:gd name="connsiteY17" fmla="*/ 252730 h 4028730"/>
              <a:gd name="connsiteX18" fmla="*/ 6967272 w 7037635"/>
              <a:gd name="connsiteY18" fmla="*/ 405271 h 4028730"/>
              <a:gd name="connsiteX19" fmla="*/ 6954571 w 7037635"/>
              <a:gd name="connsiteY19" fmla="*/ 659506 h 4028730"/>
              <a:gd name="connsiteX20" fmla="*/ 6878371 w 7037635"/>
              <a:gd name="connsiteY20" fmla="*/ 775729 h 4028730"/>
              <a:gd name="connsiteX21" fmla="*/ 6767948 w 7037635"/>
              <a:gd name="connsiteY21" fmla="*/ 797321 h 4028730"/>
              <a:gd name="connsiteX22" fmla="*/ 6554163 w 7037635"/>
              <a:gd name="connsiteY22" fmla="*/ 712560 h 4028730"/>
              <a:gd name="connsiteX23" fmla="*/ 6287821 w 7037635"/>
              <a:gd name="connsiteY23" fmla="*/ 398005 h 4028730"/>
              <a:gd name="connsiteX24" fmla="*/ 6050398 w 7037635"/>
              <a:gd name="connsiteY24" fmla="*/ 276774 h 4028730"/>
              <a:gd name="connsiteX25" fmla="*/ 5726548 w 7037635"/>
              <a:gd name="connsiteY25" fmla="*/ 257389 h 4028730"/>
              <a:gd name="connsiteX26" fmla="*/ 5544514 w 7037635"/>
              <a:gd name="connsiteY26" fmla="*/ 333589 h 4028730"/>
              <a:gd name="connsiteX27" fmla="*/ 5425981 w 7037635"/>
              <a:gd name="connsiteY27" fmla="*/ 452121 h 4028730"/>
              <a:gd name="connsiteX28" fmla="*/ 5214314 w 7037635"/>
              <a:gd name="connsiteY28" fmla="*/ 833121 h 4028730"/>
              <a:gd name="connsiteX29" fmla="*/ 5036514 w 7037635"/>
              <a:gd name="connsiteY29" fmla="*/ 985522 h 4028730"/>
              <a:gd name="connsiteX30" fmla="*/ 4672448 w 7037635"/>
              <a:gd name="connsiteY30" fmla="*/ 1019388 h 4028730"/>
              <a:gd name="connsiteX31" fmla="*/ 3986648 w 7037635"/>
              <a:gd name="connsiteY31" fmla="*/ 926255 h 4028730"/>
              <a:gd name="connsiteX32" fmla="*/ 3317781 w 7037635"/>
              <a:gd name="connsiteY32" fmla="*/ 714589 h 4028730"/>
              <a:gd name="connsiteX33" fmla="*/ 3021448 w 7037635"/>
              <a:gd name="connsiteY33" fmla="*/ 443655 h 4028730"/>
              <a:gd name="connsiteX34" fmla="*/ 2835181 w 7037635"/>
              <a:gd name="connsiteY34" fmla="*/ 316655 h 4028730"/>
              <a:gd name="connsiteX35" fmla="*/ 2631981 w 7037635"/>
              <a:gd name="connsiteY35" fmla="*/ 265855 h 4028730"/>
              <a:gd name="connsiteX36" fmla="*/ 295180 w 7037635"/>
              <a:gd name="connsiteY36" fmla="*/ 1734402 h 4028730"/>
              <a:gd name="connsiteX37" fmla="*/ 28481 w 7037635"/>
              <a:gd name="connsiteY37" fmla="*/ 2097594 h 4028730"/>
              <a:gd name="connsiteX38" fmla="*/ 337514 w 7037635"/>
              <a:gd name="connsiteY38" fmla="*/ 3994753 h 4028730"/>
              <a:gd name="connsiteX0" fmla="*/ 337514 w 7037635"/>
              <a:gd name="connsiteY0" fmla="*/ 3994753 h 4028730"/>
              <a:gd name="connsiteX1" fmla="*/ 2945248 w 7037635"/>
              <a:gd name="connsiteY1" fmla="*/ 274322 h 4028730"/>
              <a:gd name="connsiteX2" fmla="*/ 3546381 w 7037635"/>
              <a:gd name="connsiteY2" fmla="*/ 714588 h 4028730"/>
              <a:gd name="connsiteX3" fmla="*/ 4943381 w 7037635"/>
              <a:gd name="connsiteY3" fmla="*/ 909322 h 4028730"/>
              <a:gd name="connsiteX4" fmla="*/ 5442914 w 7037635"/>
              <a:gd name="connsiteY4" fmla="*/ 274322 h 4028730"/>
              <a:gd name="connsiteX5" fmla="*/ 6008065 w 7037635"/>
              <a:gd name="connsiteY5" fmla="*/ 172768 h 4028730"/>
              <a:gd name="connsiteX6" fmla="*/ 6437748 w 7037635"/>
              <a:gd name="connsiteY6" fmla="*/ 428302 h 4028730"/>
              <a:gd name="connsiteX7" fmla="*/ 6598970 w 7037635"/>
              <a:gd name="connsiteY7" fmla="*/ 623187 h 4028730"/>
              <a:gd name="connsiteX8" fmla="*/ 6751370 w 7037635"/>
              <a:gd name="connsiteY8" fmla="*/ 703089 h 4028730"/>
              <a:gd name="connsiteX9" fmla="*/ 6865670 w 7037635"/>
              <a:gd name="connsiteY9" fmla="*/ 674034 h 4028730"/>
              <a:gd name="connsiteX10" fmla="*/ 6894948 w 7037635"/>
              <a:gd name="connsiteY10" fmla="*/ 529995 h 4028730"/>
              <a:gd name="connsiteX11" fmla="*/ 6865671 w 7037635"/>
              <a:gd name="connsiteY11" fmla="*/ 390745 h 4028730"/>
              <a:gd name="connsiteX12" fmla="*/ 6795822 w 7037635"/>
              <a:gd name="connsiteY12" fmla="*/ 303578 h 4028730"/>
              <a:gd name="connsiteX13" fmla="*/ 6751372 w 7037635"/>
              <a:gd name="connsiteY13" fmla="*/ 194620 h 4028730"/>
              <a:gd name="connsiteX14" fmla="*/ 6732322 w 7037635"/>
              <a:gd name="connsiteY14" fmla="*/ 27550 h 4028730"/>
              <a:gd name="connsiteX15" fmla="*/ 6878371 w 7037635"/>
              <a:gd name="connsiteY15" fmla="*/ 13025 h 4028730"/>
              <a:gd name="connsiteX16" fmla="*/ 7030414 w 7037635"/>
              <a:gd name="connsiteY16" fmla="*/ 26287 h 4028730"/>
              <a:gd name="connsiteX17" fmla="*/ 7011722 w 7037635"/>
              <a:gd name="connsiteY17" fmla="*/ 252730 h 4028730"/>
              <a:gd name="connsiteX18" fmla="*/ 6967272 w 7037635"/>
              <a:gd name="connsiteY18" fmla="*/ 405271 h 4028730"/>
              <a:gd name="connsiteX19" fmla="*/ 6954571 w 7037635"/>
              <a:gd name="connsiteY19" fmla="*/ 659506 h 4028730"/>
              <a:gd name="connsiteX20" fmla="*/ 6878371 w 7037635"/>
              <a:gd name="connsiteY20" fmla="*/ 775729 h 4028730"/>
              <a:gd name="connsiteX21" fmla="*/ 6767948 w 7037635"/>
              <a:gd name="connsiteY21" fmla="*/ 797321 h 4028730"/>
              <a:gd name="connsiteX22" fmla="*/ 6554163 w 7037635"/>
              <a:gd name="connsiteY22" fmla="*/ 712560 h 4028730"/>
              <a:gd name="connsiteX23" fmla="*/ 6287821 w 7037635"/>
              <a:gd name="connsiteY23" fmla="*/ 398005 h 4028730"/>
              <a:gd name="connsiteX24" fmla="*/ 6050398 w 7037635"/>
              <a:gd name="connsiteY24" fmla="*/ 276774 h 4028730"/>
              <a:gd name="connsiteX25" fmla="*/ 5726548 w 7037635"/>
              <a:gd name="connsiteY25" fmla="*/ 257389 h 4028730"/>
              <a:gd name="connsiteX26" fmla="*/ 5544514 w 7037635"/>
              <a:gd name="connsiteY26" fmla="*/ 333589 h 4028730"/>
              <a:gd name="connsiteX27" fmla="*/ 5425981 w 7037635"/>
              <a:gd name="connsiteY27" fmla="*/ 452121 h 4028730"/>
              <a:gd name="connsiteX28" fmla="*/ 5214314 w 7037635"/>
              <a:gd name="connsiteY28" fmla="*/ 833121 h 4028730"/>
              <a:gd name="connsiteX29" fmla="*/ 5036514 w 7037635"/>
              <a:gd name="connsiteY29" fmla="*/ 985522 h 4028730"/>
              <a:gd name="connsiteX30" fmla="*/ 4672448 w 7037635"/>
              <a:gd name="connsiteY30" fmla="*/ 1019388 h 4028730"/>
              <a:gd name="connsiteX31" fmla="*/ 3986648 w 7037635"/>
              <a:gd name="connsiteY31" fmla="*/ 926255 h 4028730"/>
              <a:gd name="connsiteX32" fmla="*/ 3317781 w 7037635"/>
              <a:gd name="connsiteY32" fmla="*/ 714589 h 4028730"/>
              <a:gd name="connsiteX33" fmla="*/ 3021448 w 7037635"/>
              <a:gd name="connsiteY33" fmla="*/ 443655 h 4028730"/>
              <a:gd name="connsiteX34" fmla="*/ 2898681 w 7037635"/>
              <a:gd name="connsiteY34" fmla="*/ 69684 h 4028730"/>
              <a:gd name="connsiteX35" fmla="*/ 2631981 w 7037635"/>
              <a:gd name="connsiteY35" fmla="*/ 265855 h 4028730"/>
              <a:gd name="connsiteX36" fmla="*/ 295180 w 7037635"/>
              <a:gd name="connsiteY36" fmla="*/ 1734402 h 4028730"/>
              <a:gd name="connsiteX37" fmla="*/ 28481 w 7037635"/>
              <a:gd name="connsiteY37" fmla="*/ 2097594 h 4028730"/>
              <a:gd name="connsiteX38" fmla="*/ 337514 w 7037635"/>
              <a:gd name="connsiteY38" fmla="*/ 3994753 h 4028730"/>
              <a:gd name="connsiteX0" fmla="*/ 337514 w 7037635"/>
              <a:gd name="connsiteY0" fmla="*/ 4035199 h 4069176"/>
              <a:gd name="connsiteX1" fmla="*/ 2945248 w 7037635"/>
              <a:gd name="connsiteY1" fmla="*/ 314768 h 4069176"/>
              <a:gd name="connsiteX2" fmla="*/ 3546381 w 7037635"/>
              <a:gd name="connsiteY2" fmla="*/ 755034 h 4069176"/>
              <a:gd name="connsiteX3" fmla="*/ 4943381 w 7037635"/>
              <a:gd name="connsiteY3" fmla="*/ 949768 h 4069176"/>
              <a:gd name="connsiteX4" fmla="*/ 5442914 w 7037635"/>
              <a:gd name="connsiteY4" fmla="*/ 314768 h 4069176"/>
              <a:gd name="connsiteX5" fmla="*/ 6008065 w 7037635"/>
              <a:gd name="connsiteY5" fmla="*/ 213214 h 4069176"/>
              <a:gd name="connsiteX6" fmla="*/ 6437748 w 7037635"/>
              <a:gd name="connsiteY6" fmla="*/ 468748 h 4069176"/>
              <a:gd name="connsiteX7" fmla="*/ 6598970 w 7037635"/>
              <a:gd name="connsiteY7" fmla="*/ 663633 h 4069176"/>
              <a:gd name="connsiteX8" fmla="*/ 6751370 w 7037635"/>
              <a:gd name="connsiteY8" fmla="*/ 743535 h 4069176"/>
              <a:gd name="connsiteX9" fmla="*/ 6865670 w 7037635"/>
              <a:gd name="connsiteY9" fmla="*/ 714480 h 4069176"/>
              <a:gd name="connsiteX10" fmla="*/ 6894948 w 7037635"/>
              <a:gd name="connsiteY10" fmla="*/ 570441 h 4069176"/>
              <a:gd name="connsiteX11" fmla="*/ 6865671 w 7037635"/>
              <a:gd name="connsiteY11" fmla="*/ 431191 h 4069176"/>
              <a:gd name="connsiteX12" fmla="*/ 6795822 w 7037635"/>
              <a:gd name="connsiteY12" fmla="*/ 344024 h 4069176"/>
              <a:gd name="connsiteX13" fmla="*/ 6751372 w 7037635"/>
              <a:gd name="connsiteY13" fmla="*/ 235066 h 4069176"/>
              <a:gd name="connsiteX14" fmla="*/ 6732322 w 7037635"/>
              <a:gd name="connsiteY14" fmla="*/ 67996 h 4069176"/>
              <a:gd name="connsiteX15" fmla="*/ 6878371 w 7037635"/>
              <a:gd name="connsiteY15" fmla="*/ 53471 h 4069176"/>
              <a:gd name="connsiteX16" fmla="*/ 7030414 w 7037635"/>
              <a:gd name="connsiteY16" fmla="*/ 66733 h 4069176"/>
              <a:gd name="connsiteX17" fmla="*/ 7011722 w 7037635"/>
              <a:gd name="connsiteY17" fmla="*/ 293176 h 4069176"/>
              <a:gd name="connsiteX18" fmla="*/ 6967272 w 7037635"/>
              <a:gd name="connsiteY18" fmla="*/ 445717 h 4069176"/>
              <a:gd name="connsiteX19" fmla="*/ 6954571 w 7037635"/>
              <a:gd name="connsiteY19" fmla="*/ 699952 h 4069176"/>
              <a:gd name="connsiteX20" fmla="*/ 6878371 w 7037635"/>
              <a:gd name="connsiteY20" fmla="*/ 816175 h 4069176"/>
              <a:gd name="connsiteX21" fmla="*/ 6767948 w 7037635"/>
              <a:gd name="connsiteY21" fmla="*/ 837767 h 4069176"/>
              <a:gd name="connsiteX22" fmla="*/ 6554163 w 7037635"/>
              <a:gd name="connsiteY22" fmla="*/ 753006 h 4069176"/>
              <a:gd name="connsiteX23" fmla="*/ 6287821 w 7037635"/>
              <a:gd name="connsiteY23" fmla="*/ 438451 h 4069176"/>
              <a:gd name="connsiteX24" fmla="*/ 6050398 w 7037635"/>
              <a:gd name="connsiteY24" fmla="*/ 317220 h 4069176"/>
              <a:gd name="connsiteX25" fmla="*/ 5726548 w 7037635"/>
              <a:gd name="connsiteY25" fmla="*/ 297835 h 4069176"/>
              <a:gd name="connsiteX26" fmla="*/ 5544514 w 7037635"/>
              <a:gd name="connsiteY26" fmla="*/ 374035 h 4069176"/>
              <a:gd name="connsiteX27" fmla="*/ 5425981 w 7037635"/>
              <a:gd name="connsiteY27" fmla="*/ 492567 h 4069176"/>
              <a:gd name="connsiteX28" fmla="*/ 5214314 w 7037635"/>
              <a:gd name="connsiteY28" fmla="*/ 873567 h 4069176"/>
              <a:gd name="connsiteX29" fmla="*/ 5036514 w 7037635"/>
              <a:gd name="connsiteY29" fmla="*/ 1025968 h 4069176"/>
              <a:gd name="connsiteX30" fmla="*/ 4672448 w 7037635"/>
              <a:gd name="connsiteY30" fmla="*/ 1059834 h 4069176"/>
              <a:gd name="connsiteX31" fmla="*/ 3986648 w 7037635"/>
              <a:gd name="connsiteY31" fmla="*/ 966701 h 4069176"/>
              <a:gd name="connsiteX32" fmla="*/ 3317781 w 7037635"/>
              <a:gd name="connsiteY32" fmla="*/ 755035 h 4069176"/>
              <a:gd name="connsiteX33" fmla="*/ 2843648 w 7037635"/>
              <a:gd name="connsiteY33" fmla="*/ 1646316 h 4069176"/>
              <a:gd name="connsiteX34" fmla="*/ 2898681 w 7037635"/>
              <a:gd name="connsiteY34" fmla="*/ 110130 h 4069176"/>
              <a:gd name="connsiteX35" fmla="*/ 2631981 w 7037635"/>
              <a:gd name="connsiteY35" fmla="*/ 306301 h 4069176"/>
              <a:gd name="connsiteX36" fmla="*/ 295180 w 7037635"/>
              <a:gd name="connsiteY36" fmla="*/ 1774848 h 4069176"/>
              <a:gd name="connsiteX37" fmla="*/ 28481 w 7037635"/>
              <a:gd name="connsiteY37" fmla="*/ 2138040 h 4069176"/>
              <a:gd name="connsiteX38" fmla="*/ 337514 w 7037635"/>
              <a:gd name="connsiteY38" fmla="*/ 4035199 h 4069176"/>
              <a:gd name="connsiteX0" fmla="*/ 337514 w 7037635"/>
              <a:gd name="connsiteY0" fmla="*/ 4241204 h 4275181"/>
              <a:gd name="connsiteX1" fmla="*/ 2945248 w 7037635"/>
              <a:gd name="connsiteY1" fmla="*/ 520773 h 4275181"/>
              <a:gd name="connsiteX2" fmla="*/ 3546381 w 7037635"/>
              <a:gd name="connsiteY2" fmla="*/ 961039 h 4275181"/>
              <a:gd name="connsiteX3" fmla="*/ 4943381 w 7037635"/>
              <a:gd name="connsiteY3" fmla="*/ 1155773 h 4275181"/>
              <a:gd name="connsiteX4" fmla="*/ 5442914 w 7037635"/>
              <a:gd name="connsiteY4" fmla="*/ 520773 h 4275181"/>
              <a:gd name="connsiteX5" fmla="*/ 6008065 w 7037635"/>
              <a:gd name="connsiteY5" fmla="*/ 419219 h 4275181"/>
              <a:gd name="connsiteX6" fmla="*/ 6437748 w 7037635"/>
              <a:gd name="connsiteY6" fmla="*/ 674753 h 4275181"/>
              <a:gd name="connsiteX7" fmla="*/ 6598970 w 7037635"/>
              <a:gd name="connsiteY7" fmla="*/ 869638 h 4275181"/>
              <a:gd name="connsiteX8" fmla="*/ 6751370 w 7037635"/>
              <a:gd name="connsiteY8" fmla="*/ 949540 h 4275181"/>
              <a:gd name="connsiteX9" fmla="*/ 6865670 w 7037635"/>
              <a:gd name="connsiteY9" fmla="*/ 920485 h 4275181"/>
              <a:gd name="connsiteX10" fmla="*/ 6894948 w 7037635"/>
              <a:gd name="connsiteY10" fmla="*/ 776446 h 4275181"/>
              <a:gd name="connsiteX11" fmla="*/ 6865671 w 7037635"/>
              <a:gd name="connsiteY11" fmla="*/ 637196 h 4275181"/>
              <a:gd name="connsiteX12" fmla="*/ 6795822 w 7037635"/>
              <a:gd name="connsiteY12" fmla="*/ 550029 h 4275181"/>
              <a:gd name="connsiteX13" fmla="*/ 6751372 w 7037635"/>
              <a:gd name="connsiteY13" fmla="*/ 441071 h 4275181"/>
              <a:gd name="connsiteX14" fmla="*/ 6732322 w 7037635"/>
              <a:gd name="connsiteY14" fmla="*/ 274001 h 4275181"/>
              <a:gd name="connsiteX15" fmla="*/ 6878371 w 7037635"/>
              <a:gd name="connsiteY15" fmla="*/ 259476 h 4275181"/>
              <a:gd name="connsiteX16" fmla="*/ 7030414 w 7037635"/>
              <a:gd name="connsiteY16" fmla="*/ 272738 h 4275181"/>
              <a:gd name="connsiteX17" fmla="*/ 7011722 w 7037635"/>
              <a:gd name="connsiteY17" fmla="*/ 499181 h 4275181"/>
              <a:gd name="connsiteX18" fmla="*/ 6967272 w 7037635"/>
              <a:gd name="connsiteY18" fmla="*/ 651722 h 4275181"/>
              <a:gd name="connsiteX19" fmla="*/ 6954571 w 7037635"/>
              <a:gd name="connsiteY19" fmla="*/ 905957 h 4275181"/>
              <a:gd name="connsiteX20" fmla="*/ 6878371 w 7037635"/>
              <a:gd name="connsiteY20" fmla="*/ 1022180 h 4275181"/>
              <a:gd name="connsiteX21" fmla="*/ 6767948 w 7037635"/>
              <a:gd name="connsiteY21" fmla="*/ 1043772 h 4275181"/>
              <a:gd name="connsiteX22" fmla="*/ 6554163 w 7037635"/>
              <a:gd name="connsiteY22" fmla="*/ 959011 h 4275181"/>
              <a:gd name="connsiteX23" fmla="*/ 6287821 w 7037635"/>
              <a:gd name="connsiteY23" fmla="*/ 644456 h 4275181"/>
              <a:gd name="connsiteX24" fmla="*/ 6050398 w 7037635"/>
              <a:gd name="connsiteY24" fmla="*/ 523225 h 4275181"/>
              <a:gd name="connsiteX25" fmla="*/ 5726548 w 7037635"/>
              <a:gd name="connsiteY25" fmla="*/ 503840 h 4275181"/>
              <a:gd name="connsiteX26" fmla="*/ 5544514 w 7037635"/>
              <a:gd name="connsiteY26" fmla="*/ 580040 h 4275181"/>
              <a:gd name="connsiteX27" fmla="*/ 5425981 w 7037635"/>
              <a:gd name="connsiteY27" fmla="*/ 698572 h 4275181"/>
              <a:gd name="connsiteX28" fmla="*/ 5214314 w 7037635"/>
              <a:gd name="connsiteY28" fmla="*/ 1079572 h 4275181"/>
              <a:gd name="connsiteX29" fmla="*/ 5036514 w 7037635"/>
              <a:gd name="connsiteY29" fmla="*/ 1231973 h 4275181"/>
              <a:gd name="connsiteX30" fmla="*/ 4672448 w 7037635"/>
              <a:gd name="connsiteY30" fmla="*/ 1265839 h 4275181"/>
              <a:gd name="connsiteX31" fmla="*/ 3986648 w 7037635"/>
              <a:gd name="connsiteY31" fmla="*/ 1172706 h 4275181"/>
              <a:gd name="connsiteX32" fmla="*/ 3317781 w 7037635"/>
              <a:gd name="connsiteY32" fmla="*/ 961040 h 4275181"/>
              <a:gd name="connsiteX33" fmla="*/ 3364348 w 7037635"/>
              <a:gd name="connsiteY33" fmla="*/ 21833 h 4275181"/>
              <a:gd name="connsiteX34" fmla="*/ 2898681 w 7037635"/>
              <a:gd name="connsiteY34" fmla="*/ 316135 h 4275181"/>
              <a:gd name="connsiteX35" fmla="*/ 2631981 w 7037635"/>
              <a:gd name="connsiteY35" fmla="*/ 512306 h 4275181"/>
              <a:gd name="connsiteX36" fmla="*/ 295180 w 7037635"/>
              <a:gd name="connsiteY36" fmla="*/ 1980853 h 4275181"/>
              <a:gd name="connsiteX37" fmla="*/ 28481 w 7037635"/>
              <a:gd name="connsiteY37" fmla="*/ 2344045 h 4275181"/>
              <a:gd name="connsiteX38" fmla="*/ 337514 w 7037635"/>
              <a:gd name="connsiteY38" fmla="*/ 4241204 h 4275181"/>
              <a:gd name="connsiteX0" fmla="*/ 309213 w 7009334"/>
              <a:gd name="connsiteY0" fmla="*/ 4241204 h 4271164"/>
              <a:gd name="connsiteX1" fmla="*/ 1735847 w 7009334"/>
              <a:gd name="connsiteY1" fmla="*/ 3324617 h 4271164"/>
              <a:gd name="connsiteX2" fmla="*/ 3518080 w 7009334"/>
              <a:gd name="connsiteY2" fmla="*/ 961039 h 4271164"/>
              <a:gd name="connsiteX3" fmla="*/ 4915080 w 7009334"/>
              <a:gd name="connsiteY3" fmla="*/ 1155773 h 4271164"/>
              <a:gd name="connsiteX4" fmla="*/ 5414613 w 7009334"/>
              <a:gd name="connsiteY4" fmla="*/ 520773 h 4271164"/>
              <a:gd name="connsiteX5" fmla="*/ 5979764 w 7009334"/>
              <a:gd name="connsiteY5" fmla="*/ 419219 h 4271164"/>
              <a:gd name="connsiteX6" fmla="*/ 6409447 w 7009334"/>
              <a:gd name="connsiteY6" fmla="*/ 674753 h 4271164"/>
              <a:gd name="connsiteX7" fmla="*/ 6570669 w 7009334"/>
              <a:gd name="connsiteY7" fmla="*/ 869638 h 4271164"/>
              <a:gd name="connsiteX8" fmla="*/ 6723069 w 7009334"/>
              <a:gd name="connsiteY8" fmla="*/ 949540 h 4271164"/>
              <a:gd name="connsiteX9" fmla="*/ 6837369 w 7009334"/>
              <a:gd name="connsiteY9" fmla="*/ 920485 h 4271164"/>
              <a:gd name="connsiteX10" fmla="*/ 6866647 w 7009334"/>
              <a:gd name="connsiteY10" fmla="*/ 776446 h 4271164"/>
              <a:gd name="connsiteX11" fmla="*/ 6837370 w 7009334"/>
              <a:gd name="connsiteY11" fmla="*/ 637196 h 4271164"/>
              <a:gd name="connsiteX12" fmla="*/ 6767521 w 7009334"/>
              <a:gd name="connsiteY12" fmla="*/ 550029 h 4271164"/>
              <a:gd name="connsiteX13" fmla="*/ 6723071 w 7009334"/>
              <a:gd name="connsiteY13" fmla="*/ 441071 h 4271164"/>
              <a:gd name="connsiteX14" fmla="*/ 6704021 w 7009334"/>
              <a:gd name="connsiteY14" fmla="*/ 274001 h 4271164"/>
              <a:gd name="connsiteX15" fmla="*/ 6850070 w 7009334"/>
              <a:gd name="connsiteY15" fmla="*/ 259476 h 4271164"/>
              <a:gd name="connsiteX16" fmla="*/ 7002113 w 7009334"/>
              <a:gd name="connsiteY16" fmla="*/ 272738 h 4271164"/>
              <a:gd name="connsiteX17" fmla="*/ 6983421 w 7009334"/>
              <a:gd name="connsiteY17" fmla="*/ 499181 h 4271164"/>
              <a:gd name="connsiteX18" fmla="*/ 6938971 w 7009334"/>
              <a:gd name="connsiteY18" fmla="*/ 651722 h 4271164"/>
              <a:gd name="connsiteX19" fmla="*/ 6926270 w 7009334"/>
              <a:gd name="connsiteY19" fmla="*/ 905957 h 4271164"/>
              <a:gd name="connsiteX20" fmla="*/ 6850070 w 7009334"/>
              <a:gd name="connsiteY20" fmla="*/ 1022180 h 4271164"/>
              <a:gd name="connsiteX21" fmla="*/ 6739647 w 7009334"/>
              <a:gd name="connsiteY21" fmla="*/ 1043772 h 4271164"/>
              <a:gd name="connsiteX22" fmla="*/ 6525862 w 7009334"/>
              <a:gd name="connsiteY22" fmla="*/ 959011 h 4271164"/>
              <a:gd name="connsiteX23" fmla="*/ 6259520 w 7009334"/>
              <a:gd name="connsiteY23" fmla="*/ 644456 h 4271164"/>
              <a:gd name="connsiteX24" fmla="*/ 6022097 w 7009334"/>
              <a:gd name="connsiteY24" fmla="*/ 523225 h 4271164"/>
              <a:gd name="connsiteX25" fmla="*/ 5698247 w 7009334"/>
              <a:gd name="connsiteY25" fmla="*/ 503840 h 4271164"/>
              <a:gd name="connsiteX26" fmla="*/ 5516213 w 7009334"/>
              <a:gd name="connsiteY26" fmla="*/ 580040 h 4271164"/>
              <a:gd name="connsiteX27" fmla="*/ 5397680 w 7009334"/>
              <a:gd name="connsiteY27" fmla="*/ 698572 h 4271164"/>
              <a:gd name="connsiteX28" fmla="*/ 5186013 w 7009334"/>
              <a:gd name="connsiteY28" fmla="*/ 1079572 h 4271164"/>
              <a:gd name="connsiteX29" fmla="*/ 5008213 w 7009334"/>
              <a:gd name="connsiteY29" fmla="*/ 1231973 h 4271164"/>
              <a:gd name="connsiteX30" fmla="*/ 4644147 w 7009334"/>
              <a:gd name="connsiteY30" fmla="*/ 1265839 h 4271164"/>
              <a:gd name="connsiteX31" fmla="*/ 3958347 w 7009334"/>
              <a:gd name="connsiteY31" fmla="*/ 1172706 h 4271164"/>
              <a:gd name="connsiteX32" fmla="*/ 3289480 w 7009334"/>
              <a:gd name="connsiteY32" fmla="*/ 961040 h 4271164"/>
              <a:gd name="connsiteX33" fmla="*/ 3336047 w 7009334"/>
              <a:gd name="connsiteY33" fmla="*/ 21833 h 4271164"/>
              <a:gd name="connsiteX34" fmla="*/ 2870380 w 7009334"/>
              <a:gd name="connsiteY34" fmla="*/ 316135 h 4271164"/>
              <a:gd name="connsiteX35" fmla="*/ 2603680 w 7009334"/>
              <a:gd name="connsiteY35" fmla="*/ 512306 h 4271164"/>
              <a:gd name="connsiteX36" fmla="*/ 266879 w 7009334"/>
              <a:gd name="connsiteY36" fmla="*/ 1980853 h 4271164"/>
              <a:gd name="connsiteX37" fmla="*/ 180 w 7009334"/>
              <a:gd name="connsiteY37" fmla="*/ 2344045 h 4271164"/>
              <a:gd name="connsiteX38" fmla="*/ 309213 w 7009334"/>
              <a:gd name="connsiteY38" fmla="*/ 4241204 h 4271164"/>
              <a:gd name="connsiteX0" fmla="*/ 794896 w 7025117"/>
              <a:gd name="connsiteY0" fmla="*/ 681920 h 3325396"/>
              <a:gd name="connsiteX1" fmla="*/ 1751630 w 7025117"/>
              <a:gd name="connsiteY1" fmla="*/ 3324617 h 3325396"/>
              <a:gd name="connsiteX2" fmla="*/ 3533863 w 7025117"/>
              <a:gd name="connsiteY2" fmla="*/ 961039 h 3325396"/>
              <a:gd name="connsiteX3" fmla="*/ 4930863 w 7025117"/>
              <a:gd name="connsiteY3" fmla="*/ 1155773 h 3325396"/>
              <a:gd name="connsiteX4" fmla="*/ 5430396 w 7025117"/>
              <a:gd name="connsiteY4" fmla="*/ 520773 h 3325396"/>
              <a:gd name="connsiteX5" fmla="*/ 5995547 w 7025117"/>
              <a:gd name="connsiteY5" fmla="*/ 419219 h 3325396"/>
              <a:gd name="connsiteX6" fmla="*/ 6425230 w 7025117"/>
              <a:gd name="connsiteY6" fmla="*/ 674753 h 3325396"/>
              <a:gd name="connsiteX7" fmla="*/ 6586452 w 7025117"/>
              <a:gd name="connsiteY7" fmla="*/ 869638 h 3325396"/>
              <a:gd name="connsiteX8" fmla="*/ 6738852 w 7025117"/>
              <a:gd name="connsiteY8" fmla="*/ 949540 h 3325396"/>
              <a:gd name="connsiteX9" fmla="*/ 6853152 w 7025117"/>
              <a:gd name="connsiteY9" fmla="*/ 920485 h 3325396"/>
              <a:gd name="connsiteX10" fmla="*/ 6882430 w 7025117"/>
              <a:gd name="connsiteY10" fmla="*/ 776446 h 3325396"/>
              <a:gd name="connsiteX11" fmla="*/ 6853153 w 7025117"/>
              <a:gd name="connsiteY11" fmla="*/ 637196 h 3325396"/>
              <a:gd name="connsiteX12" fmla="*/ 6783304 w 7025117"/>
              <a:gd name="connsiteY12" fmla="*/ 550029 h 3325396"/>
              <a:gd name="connsiteX13" fmla="*/ 6738854 w 7025117"/>
              <a:gd name="connsiteY13" fmla="*/ 441071 h 3325396"/>
              <a:gd name="connsiteX14" fmla="*/ 6719804 w 7025117"/>
              <a:gd name="connsiteY14" fmla="*/ 274001 h 3325396"/>
              <a:gd name="connsiteX15" fmla="*/ 6865853 w 7025117"/>
              <a:gd name="connsiteY15" fmla="*/ 259476 h 3325396"/>
              <a:gd name="connsiteX16" fmla="*/ 7017896 w 7025117"/>
              <a:gd name="connsiteY16" fmla="*/ 272738 h 3325396"/>
              <a:gd name="connsiteX17" fmla="*/ 6999204 w 7025117"/>
              <a:gd name="connsiteY17" fmla="*/ 499181 h 3325396"/>
              <a:gd name="connsiteX18" fmla="*/ 6954754 w 7025117"/>
              <a:gd name="connsiteY18" fmla="*/ 651722 h 3325396"/>
              <a:gd name="connsiteX19" fmla="*/ 6942053 w 7025117"/>
              <a:gd name="connsiteY19" fmla="*/ 905957 h 3325396"/>
              <a:gd name="connsiteX20" fmla="*/ 6865853 w 7025117"/>
              <a:gd name="connsiteY20" fmla="*/ 1022180 h 3325396"/>
              <a:gd name="connsiteX21" fmla="*/ 6755430 w 7025117"/>
              <a:gd name="connsiteY21" fmla="*/ 1043772 h 3325396"/>
              <a:gd name="connsiteX22" fmla="*/ 6541645 w 7025117"/>
              <a:gd name="connsiteY22" fmla="*/ 959011 h 3325396"/>
              <a:gd name="connsiteX23" fmla="*/ 6275303 w 7025117"/>
              <a:gd name="connsiteY23" fmla="*/ 644456 h 3325396"/>
              <a:gd name="connsiteX24" fmla="*/ 6037880 w 7025117"/>
              <a:gd name="connsiteY24" fmla="*/ 523225 h 3325396"/>
              <a:gd name="connsiteX25" fmla="*/ 5714030 w 7025117"/>
              <a:gd name="connsiteY25" fmla="*/ 503840 h 3325396"/>
              <a:gd name="connsiteX26" fmla="*/ 5531996 w 7025117"/>
              <a:gd name="connsiteY26" fmla="*/ 580040 h 3325396"/>
              <a:gd name="connsiteX27" fmla="*/ 5413463 w 7025117"/>
              <a:gd name="connsiteY27" fmla="*/ 698572 h 3325396"/>
              <a:gd name="connsiteX28" fmla="*/ 5201796 w 7025117"/>
              <a:gd name="connsiteY28" fmla="*/ 1079572 h 3325396"/>
              <a:gd name="connsiteX29" fmla="*/ 5023996 w 7025117"/>
              <a:gd name="connsiteY29" fmla="*/ 1231973 h 3325396"/>
              <a:gd name="connsiteX30" fmla="*/ 4659930 w 7025117"/>
              <a:gd name="connsiteY30" fmla="*/ 1265839 h 3325396"/>
              <a:gd name="connsiteX31" fmla="*/ 3974130 w 7025117"/>
              <a:gd name="connsiteY31" fmla="*/ 1172706 h 3325396"/>
              <a:gd name="connsiteX32" fmla="*/ 3305263 w 7025117"/>
              <a:gd name="connsiteY32" fmla="*/ 961040 h 3325396"/>
              <a:gd name="connsiteX33" fmla="*/ 3351830 w 7025117"/>
              <a:gd name="connsiteY33" fmla="*/ 21833 h 3325396"/>
              <a:gd name="connsiteX34" fmla="*/ 2886163 w 7025117"/>
              <a:gd name="connsiteY34" fmla="*/ 316135 h 3325396"/>
              <a:gd name="connsiteX35" fmla="*/ 2619463 w 7025117"/>
              <a:gd name="connsiteY35" fmla="*/ 512306 h 3325396"/>
              <a:gd name="connsiteX36" fmla="*/ 282662 w 7025117"/>
              <a:gd name="connsiteY36" fmla="*/ 1980853 h 3325396"/>
              <a:gd name="connsiteX37" fmla="*/ 15963 w 7025117"/>
              <a:gd name="connsiteY37" fmla="*/ 2344045 h 3325396"/>
              <a:gd name="connsiteX38" fmla="*/ 794896 w 7025117"/>
              <a:gd name="connsiteY38" fmla="*/ 681920 h 3325396"/>
              <a:gd name="connsiteX0" fmla="*/ 794896 w 7025117"/>
              <a:gd name="connsiteY0" fmla="*/ 1165652 h 2875842"/>
              <a:gd name="connsiteX1" fmla="*/ 2361230 w 7025117"/>
              <a:gd name="connsiteY1" fmla="*/ 2094 h 2875842"/>
              <a:gd name="connsiteX2" fmla="*/ 3533863 w 7025117"/>
              <a:gd name="connsiteY2" fmla="*/ 1444771 h 2875842"/>
              <a:gd name="connsiteX3" fmla="*/ 4930863 w 7025117"/>
              <a:gd name="connsiteY3" fmla="*/ 1639505 h 2875842"/>
              <a:gd name="connsiteX4" fmla="*/ 5430396 w 7025117"/>
              <a:gd name="connsiteY4" fmla="*/ 1004505 h 2875842"/>
              <a:gd name="connsiteX5" fmla="*/ 5995547 w 7025117"/>
              <a:gd name="connsiteY5" fmla="*/ 902951 h 2875842"/>
              <a:gd name="connsiteX6" fmla="*/ 6425230 w 7025117"/>
              <a:gd name="connsiteY6" fmla="*/ 1158485 h 2875842"/>
              <a:gd name="connsiteX7" fmla="*/ 6586452 w 7025117"/>
              <a:gd name="connsiteY7" fmla="*/ 1353370 h 2875842"/>
              <a:gd name="connsiteX8" fmla="*/ 6738852 w 7025117"/>
              <a:gd name="connsiteY8" fmla="*/ 1433272 h 2875842"/>
              <a:gd name="connsiteX9" fmla="*/ 6853152 w 7025117"/>
              <a:gd name="connsiteY9" fmla="*/ 1404217 h 2875842"/>
              <a:gd name="connsiteX10" fmla="*/ 6882430 w 7025117"/>
              <a:gd name="connsiteY10" fmla="*/ 1260178 h 2875842"/>
              <a:gd name="connsiteX11" fmla="*/ 6853153 w 7025117"/>
              <a:gd name="connsiteY11" fmla="*/ 1120928 h 2875842"/>
              <a:gd name="connsiteX12" fmla="*/ 6783304 w 7025117"/>
              <a:gd name="connsiteY12" fmla="*/ 1033761 h 2875842"/>
              <a:gd name="connsiteX13" fmla="*/ 6738854 w 7025117"/>
              <a:gd name="connsiteY13" fmla="*/ 924803 h 2875842"/>
              <a:gd name="connsiteX14" fmla="*/ 6719804 w 7025117"/>
              <a:gd name="connsiteY14" fmla="*/ 757733 h 2875842"/>
              <a:gd name="connsiteX15" fmla="*/ 6865853 w 7025117"/>
              <a:gd name="connsiteY15" fmla="*/ 743208 h 2875842"/>
              <a:gd name="connsiteX16" fmla="*/ 7017896 w 7025117"/>
              <a:gd name="connsiteY16" fmla="*/ 756470 h 2875842"/>
              <a:gd name="connsiteX17" fmla="*/ 6999204 w 7025117"/>
              <a:gd name="connsiteY17" fmla="*/ 982913 h 2875842"/>
              <a:gd name="connsiteX18" fmla="*/ 6954754 w 7025117"/>
              <a:gd name="connsiteY18" fmla="*/ 1135454 h 2875842"/>
              <a:gd name="connsiteX19" fmla="*/ 6942053 w 7025117"/>
              <a:gd name="connsiteY19" fmla="*/ 1389689 h 2875842"/>
              <a:gd name="connsiteX20" fmla="*/ 6865853 w 7025117"/>
              <a:gd name="connsiteY20" fmla="*/ 1505912 h 2875842"/>
              <a:gd name="connsiteX21" fmla="*/ 6755430 w 7025117"/>
              <a:gd name="connsiteY21" fmla="*/ 1527504 h 2875842"/>
              <a:gd name="connsiteX22" fmla="*/ 6541645 w 7025117"/>
              <a:gd name="connsiteY22" fmla="*/ 1442743 h 2875842"/>
              <a:gd name="connsiteX23" fmla="*/ 6275303 w 7025117"/>
              <a:gd name="connsiteY23" fmla="*/ 1128188 h 2875842"/>
              <a:gd name="connsiteX24" fmla="*/ 6037880 w 7025117"/>
              <a:gd name="connsiteY24" fmla="*/ 1006957 h 2875842"/>
              <a:gd name="connsiteX25" fmla="*/ 5714030 w 7025117"/>
              <a:gd name="connsiteY25" fmla="*/ 987572 h 2875842"/>
              <a:gd name="connsiteX26" fmla="*/ 5531996 w 7025117"/>
              <a:gd name="connsiteY26" fmla="*/ 1063772 h 2875842"/>
              <a:gd name="connsiteX27" fmla="*/ 5413463 w 7025117"/>
              <a:gd name="connsiteY27" fmla="*/ 1182304 h 2875842"/>
              <a:gd name="connsiteX28" fmla="*/ 5201796 w 7025117"/>
              <a:gd name="connsiteY28" fmla="*/ 1563304 h 2875842"/>
              <a:gd name="connsiteX29" fmla="*/ 5023996 w 7025117"/>
              <a:gd name="connsiteY29" fmla="*/ 1715705 h 2875842"/>
              <a:gd name="connsiteX30" fmla="*/ 4659930 w 7025117"/>
              <a:gd name="connsiteY30" fmla="*/ 1749571 h 2875842"/>
              <a:gd name="connsiteX31" fmla="*/ 3974130 w 7025117"/>
              <a:gd name="connsiteY31" fmla="*/ 1656438 h 2875842"/>
              <a:gd name="connsiteX32" fmla="*/ 3305263 w 7025117"/>
              <a:gd name="connsiteY32" fmla="*/ 1444772 h 2875842"/>
              <a:gd name="connsiteX33" fmla="*/ 3351830 w 7025117"/>
              <a:gd name="connsiteY33" fmla="*/ 505565 h 2875842"/>
              <a:gd name="connsiteX34" fmla="*/ 2886163 w 7025117"/>
              <a:gd name="connsiteY34" fmla="*/ 799867 h 2875842"/>
              <a:gd name="connsiteX35" fmla="*/ 2619463 w 7025117"/>
              <a:gd name="connsiteY35" fmla="*/ 996038 h 2875842"/>
              <a:gd name="connsiteX36" fmla="*/ 282662 w 7025117"/>
              <a:gd name="connsiteY36" fmla="*/ 2464585 h 2875842"/>
              <a:gd name="connsiteX37" fmla="*/ 15963 w 7025117"/>
              <a:gd name="connsiteY37" fmla="*/ 2827777 h 2875842"/>
              <a:gd name="connsiteX38" fmla="*/ 794896 w 7025117"/>
              <a:gd name="connsiteY38" fmla="*/ 1165652 h 2875842"/>
              <a:gd name="connsiteX0" fmla="*/ 844703 w 7074924"/>
              <a:gd name="connsiteY0" fmla="*/ 1165652 h 4164334"/>
              <a:gd name="connsiteX1" fmla="*/ 2411037 w 7074924"/>
              <a:gd name="connsiteY1" fmla="*/ 2094 h 4164334"/>
              <a:gd name="connsiteX2" fmla="*/ 3583670 w 7074924"/>
              <a:gd name="connsiteY2" fmla="*/ 1444771 h 4164334"/>
              <a:gd name="connsiteX3" fmla="*/ 4980670 w 7074924"/>
              <a:gd name="connsiteY3" fmla="*/ 1639505 h 4164334"/>
              <a:gd name="connsiteX4" fmla="*/ 5480203 w 7074924"/>
              <a:gd name="connsiteY4" fmla="*/ 1004505 h 4164334"/>
              <a:gd name="connsiteX5" fmla="*/ 6045354 w 7074924"/>
              <a:gd name="connsiteY5" fmla="*/ 902951 h 4164334"/>
              <a:gd name="connsiteX6" fmla="*/ 6475037 w 7074924"/>
              <a:gd name="connsiteY6" fmla="*/ 1158485 h 4164334"/>
              <a:gd name="connsiteX7" fmla="*/ 6636259 w 7074924"/>
              <a:gd name="connsiteY7" fmla="*/ 1353370 h 4164334"/>
              <a:gd name="connsiteX8" fmla="*/ 6788659 w 7074924"/>
              <a:gd name="connsiteY8" fmla="*/ 1433272 h 4164334"/>
              <a:gd name="connsiteX9" fmla="*/ 6902959 w 7074924"/>
              <a:gd name="connsiteY9" fmla="*/ 1404217 h 4164334"/>
              <a:gd name="connsiteX10" fmla="*/ 6932237 w 7074924"/>
              <a:gd name="connsiteY10" fmla="*/ 1260178 h 4164334"/>
              <a:gd name="connsiteX11" fmla="*/ 6902960 w 7074924"/>
              <a:gd name="connsiteY11" fmla="*/ 1120928 h 4164334"/>
              <a:gd name="connsiteX12" fmla="*/ 6833111 w 7074924"/>
              <a:gd name="connsiteY12" fmla="*/ 1033761 h 4164334"/>
              <a:gd name="connsiteX13" fmla="*/ 6788661 w 7074924"/>
              <a:gd name="connsiteY13" fmla="*/ 924803 h 4164334"/>
              <a:gd name="connsiteX14" fmla="*/ 6769611 w 7074924"/>
              <a:gd name="connsiteY14" fmla="*/ 757733 h 4164334"/>
              <a:gd name="connsiteX15" fmla="*/ 6915660 w 7074924"/>
              <a:gd name="connsiteY15" fmla="*/ 743208 h 4164334"/>
              <a:gd name="connsiteX16" fmla="*/ 7067703 w 7074924"/>
              <a:gd name="connsiteY16" fmla="*/ 756470 h 4164334"/>
              <a:gd name="connsiteX17" fmla="*/ 7049011 w 7074924"/>
              <a:gd name="connsiteY17" fmla="*/ 982913 h 4164334"/>
              <a:gd name="connsiteX18" fmla="*/ 7004561 w 7074924"/>
              <a:gd name="connsiteY18" fmla="*/ 1135454 h 4164334"/>
              <a:gd name="connsiteX19" fmla="*/ 6991860 w 7074924"/>
              <a:gd name="connsiteY19" fmla="*/ 1389689 h 4164334"/>
              <a:gd name="connsiteX20" fmla="*/ 6915660 w 7074924"/>
              <a:gd name="connsiteY20" fmla="*/ 1505912 h 4164334"/>
              <a:gd name="connsiteX21" fmla="*/ 6805237 w 7074924"/>
              <a:gd name="connsiteY21" fmla="*/ 1527504 h 4164334"/>
              <a:gd name="connsiteX22" fmla="*/ 6591452 w 7074924"/>
              <a:gd name="connsiteY22" fmla="*/ 1442743 h 4164334"/>
              <a:gd name="connsiteX23" fmla="*/ 6325110 w 7074924"/>
              <a:gd name="connsiteY23" fmla="*/ 1128188 h 4164334"/>
              <a:gd name="connsiteX24" fmla="*/ 6087687 w 7074924"/>
              <a:gd name="connsiteY24" fmla="*/ 1006957 h 4164334"/>
              <a:gd name="connsiteX25" fmla="*/ 5763837 w 7074924"/>
              <a:gd name="connsiteY25" fmla="*/ 987572 h 4164334"/>
              <a:gd name="connsiteX26" fmla="*/ 5581803 w 7074924"/>
              <a:gd name="connsiteY26" fmla="*/ 1063772 h 4164334"/>
              <a:gd name="connsiteX27" fmla="*/ 5463270 w 7074924"/>
              <a:gd name="connsiteY27" fmla="*/ 1182304 h 4164334"/>
              <a:gd name="connsiteX28" fmla="*/ 5251603 w 7074924"/>
              <a:gd name="connsiteY28" fmla="*/ 1563304 h 4164334"/>
              <a:gd name="connsiteX29" fmla="*/ 5073803 w 7074924"/>
              <a:gd name="connsiteY29" fmla="*/ 1715705 h 4164334"/>
              <a:gd name="connsiteX30" fmla="*/ 4709737 w 7074924"/>
              <a:gd name="connsiteY30" fmla="*/ 1749571 h 4164334"/>
              <a:gd name="connsiteX31" fmla="*/ 4023937 w 7074924"/>
              <a:gd name="connsiteY31" fmla="*/ 1656438 h 4164334"/>
              <a:gd name="connsiteX32" fmla="*/ 3355070 w 7074924"/>
              <a:gd name="connsiteY32" fmla="*/ 1444772 h 4164334"/>
              <a:gd name="connsiteX33" fmla="*/ 3401637 w 7074924"/>
              <a:gd name="connsiteY33" fmla="*/ 505565 h 4164334"/>
              <a:gd name="connsiteX34" fmla="*/ 2935970 w 7074924"/>
              <a:gd name="connsiteY34" fmla="*/ 799867 h 4164334"/>
              <a:gd name="connsiteX35" fmla="*/ 2669270 w 7074924"/>
              <a:gd name="connsiteY35" fmla="*/ 996038 h 4164334"/>
              <a:gd name="connsiteX36" fmla="*/ 91169 w 7074924"/>
              <a:gd name="connsiteY36" fmla="*/ 4164325 h 4164334"/>
              <a:gd name="connsiteX37" fmla="*/ 65770 w 7074924"/>
              <a:gd name="connsiteY37" fmla="*/ 2827777 h 4164334"/>
              <a:gd name="connsiteX38" fmla="*/ 844703 w 7074924"/>
              <a:gd name="connsiteY38" fmla="*/ 1165652 h 4164334"/>
              <a:gd name="connsiteX0" fmla="*/ 844703 w 7074924"/>
              <a:gd name="connsiteY0" fmla="*/ 1165652 h 4286252"/>
              <a:gd name="connsiteX1" fmla="*/ 2411037 w 7074924"/>
              <a:gd name="connsiteY1" fmla="*/ 2094 h 4286252"/>
              <a:gd name="connsiteX2" fmla="*/ 3583670 w 7074924"/>
              <a:gd name="connsiteY2" fmla="*/ 1444771 h 4286252"/>
              <a:gd name="connsiteX3" fmla="*/ 4980670 w 7074924"/>
              <a:gd name="connsiteY3" fmla="*/ 1639505 h 4286252"/>
              <a:gd name="connsiteX4" fmla="*/ 5480203 w 7074924"/>
              <a:gd name="connsiteY4" fmla="*/ 1004505 h 4286252"/>
              <a:gd name="connsiteX5" fmla="*/ 6045354 w 7074924"/>
              <a:gd name="connsiteY5" fmla="*/ 902951 h 4286252"/>
              <a:gd name="connsiteX6" fmla="*/ 6475037 w 7074924"/>
              <a:gd name="connsiteY6" fmla="*/ 1158485 h 4286252"/>
              <a:gd name="connsiteX7" fmla="*/ 6636259 w 7074924"/>
              <a:gd name="connsiteY7" fmla="*/ 1353370 h 4286252"/>
              <a:gd name="connsiteX8" fmla="*/ 6788659 w 7074924"/>
              <a:gd name="connsiteY8" fmla="*/ 1433272 h 4286252"/>
              <a:gd name="connsiteX9" fmla="*/ 6902959 w 7074924"/>
              <a:gd name="connsiteY9" fmla="*/ 1404217 h 4286252"/>
              <a:gd name="connsiteX10" fmla="*/ 6932237 w 7074924"/>
              <a:gd name="connsiteY10" fmla="*/ 1260178 h 4286252"/>
              <a:gd name="connsiteX11" fmla="*/ 6902960 w 7074924"/>
              <a:gd name="connsiteY11" fmla="*/ 1120928 h 4286252"/>
              <a:gd name="connsiteX12" fmla="*/ 6833111 w 7074924"/>
              <a:gd name="connsiteY12" fmla="*/ 1033761 h 4286252"/>
              <a:gd name="connsiteX13" fmla="*/ 6788661 w 7074924"/>
              <a:gd name="connsiteY13" fmla="*/ 924803 h 4286252"/>
              <a:gd name="connsiteX14" fmla="*/ 6769611 w 7074924"/>
              <a:gd name="connsiteY14" fmla="*/ 757733 h 4286252"/>
              <a:gd name="connsiteX15" fmla="*/ 6915660 w 7074924"/>
              <a:gd name="connsiteY15" fmla="*/ 743208 h 4286252"/>
              <a:gd name="connsiteX16" fmla="*/ 7067703 w 7074924"/>
              <a:gd name="connsiteY16" fmla="*/ 756470 h 4286252"/>
              <a:gd name="connsiteX17" fmla="*/ 7049011 w 7074924"/>
              <a:gd name="connsiteY17" fmla="*/ 982913 h 4286252"/>
              <a:gd name="connsiteX18" fmla="*/ 7004561 w 7074924"/>
              <a:gd name="connsiteY18" fmla="*/ 1135454 h 4286252"/>
              <a:gd name="connsiteX19" fmla="*/ 6991860 w 7074924"/>
              <a:gd name="connsiteY19" fmla="*/ 1389689 h 4286252"/>
              <a:gd name="connsiteX20" fmla="*/ 6915660 w 7074924"/>
              <a:gd name="connsiteY20" fmla="*/ 1505912 h 4286252"/>
              <a:gd name="connsiteX21" fmla="*/ 6805237 w 7074924"/>
              <a:gd name="connsiteY21" fmla="*/ 1527504 h 4286252"/>
              <a:gd name="connsiteX22" fmla="*/ 6591452 w 7074924"/>
              <a:gd name="connsiteY22" fmla="*/ 1442743 h 4286252"/>
              <a:gd name="connsiteX23" fmla="*/ 6325110 w 7074924"/>
              <a:gd name="connsiteY23" fmla="*/ 1128188 h 4286252"/>
              <a:gd name="connsiteX24" fmla="*/ 6087687 w 7074924"/>
              <a:gd name="connsiteY24" fmla="*/ 1006957 h 4286252"/>
              <a:gd name="connsiteX25" fmla="*/ 5763837 w 7074924"/>
              <a:gd name="connsiteY25" fmla="*/ 987572 h 4286252"/>
              <a:gd name="connsiteX26" fmla="*/ 5581803 w 7074924"/>
              <a:gd name="connsiteY26" fmla="*/ 1063772 h 4286252"/>
              <a:gd name="connsiteX27" fmla="*/ 5463270 w 7074924"/>
              <a:gd name="connsiteY27" fmla="*/ 1182304 h 4286252"/>
              <a:gd name="connsiteX28" fmla="*/ 5251603 w 7074924"/>
              <a:gd name="connsiteY28" fmla="*/ 1563304 h 4286252"/>
              <a:gd name="connsiteX29" fmla="*/ 5073803 w 7074924"/>
              <a:gd name="connsiteY29" fmla="*/ 1715705 h 4286252"/>
              <a:gd name="connsiteX30" fmla="*/ 4709737 w 7074924"/>
              <a:gd name="connsiteY30" fmla="*/ 1749571 h 4286252"/>
              <a:gd name="connsiteX31" fmla="*/ 4023937 w 7074924"/>
              <a:gd name="connsiteY31" fmla="*/ 1656438 h 4286252"/>
              <a:gd name="connsiteX32" fmla="*/ 3355070 w 7074924"/>
              <a:gd name="connsiteY32" fmla="*/ 1444772 h 4286252"/>
              <a:gd name="connsiteX33" fmla="*/ 3401637 w 7074924"/>
              <a:gd name="connsiteY33" fmla="*/ 505565 h 4286252"/>
              <a:gd name="connsiteX34" fmla="*/ 2935970 w 7074924"/>
              <a:gd name="connsiteY34" fmla="*/ 799867 h 4286252"/>
              <a:gd name="connsiteX35" fmla="*/ 675370 w 7074924"/>
              <a:gd name="connsiteY35" fmla="*/ 3974215 h 4286252"/>
              <a:gd name="connsiteX36" fmla="*/ 91169 w 7074924"/>
              <a:gd name="connsiteY36" fmla="*/ 4164325 h 4286252"/>
              <a:gd name="connsiteX37" fmla="*/ 65770 w 7074924"/>
              <a:gd name="connsiteY37" fmla="*/ 2827777 h 4286252"/>
              <a:gd name="connsiteX38" fmla="*/ 844703 w 7074924"/>
              <a:gd name="connsiteY38" fmla="*/ 1165652 h 4286252"/>
              <a:gd name="connsiteX0" fmla="*/ 844703 w 7074924"/>
              <a:gd name="connsiteY0" fmla="*/ 1165652 h 4164582"/>
              <a:gd name="connsiteX1" fmla="*/ 2411037 w 7074924"/>
              <a:gd name="connsiteY1" fmla="*/ 2094 h 4164582"/>
              <a:gd name="connsiteX2" fmla="*/ 3583670 w 7074924"/>
              <a:gd name="connsiteY2" fmla="*/ 1444771 h 4164582"/>
              <a:gd name="connsiteX3" fmla="*/ 4980670 w 7074924"/>
              <a:gd name="connsiteY3" fmla="*/ 1639505 h 4164582"/>
              <a:gd name="connsiteX4" fmla="*/ 5480203 w 7074924"/>
              <a:gd name="connsiteY4" fmla="*/ 1004505 h 4164582"/>
              <a:gd name="connsiteX5" fmla="*/ 6045354 w 7074924"/>
              <a:gd name="connsiteY5" fmla="*/ 902951 h 4164582"/>
              <a:gd name="connsiteX6" fmla="*/ 6475037 w 7074924"/>
              <a:gd name="connsiteY6" fmla="*/ 1158485 h 4164582"/>
              <a:gd name="connsiteX7" fmla="*/ 6636259 w 7074924"/>
              <a:gd name="connsiteY7" fmla="*/ 1353370 h 4164582"/>
              <a:gd name="connsiteX8" fmla="*/ 6788659 w 7074924"/>
              <a:gd name="connsiteY8" fmla="*/ 1433272 h 4164582"/>
              <a:gd name="connsiteX9" fmla="*/ 6902959 w 7074924"/>
              <a:gd name="connsiteY9" fmla="*/ 1404217 h 4164582"/>
              <a:gd name="connsiteX10" fmla="*/ 6932237 w 7074924"/>
              <a:gd name="connsiteY10" fmla="*/ 1260178 h 4164582"/>
              <a:gd name="connsiteX11" fmla="*/ 6902960 w 7074924"/>
              <a:gd name="connsiteY11" fmla="*/ 1120928 h 4164582"/>
              <a:gd name="connsiteX12" fmla="*/ 6833111 w 7074924"/>
              <a:gd name="connsiteY12" fmla="*/ 1033761 h 4164582"/>
              <a:gd name="connsiteX13" fmla="*/ 6788661 w 7074924"/>
              <a:gd name="connsiteY13" fmla="*/ 924803 h 4164582"/>
              <a:gd name="connsiteX14" fmla="*/ 6769611 w 7074924"/>
              <a:gd name="connsiteY14" fmla="*/ 757733 h 4164582"/>
              <a:gd name="connsiteX15" fmla="*/ 6915660 w 7074924"/>
              <a:gd name="connsiteY15" fmla="*/ 743208 h 4164582"/>
              <a:gd name="connsiteX16" fmla="*/ 7067703 w 7074924"/>
              <a:gd name="connsiteY16" fmla="*/ 756470 h 4164582"/>
              <a:gd name="connsiteX17" fmla="*/ 7049011 w 7074924"/>
              <a:gd name="connsiteY17" fmla="*/ 982913 h 4164582"/>
              <a:gd name="connsiteX18" fmla="*/ 7004561 w 7074924"/>
              <a:gd name="connsiteY18" fmla="*/ 1135454 h 4164582"/>
              <a:gd name="connsiteX19" fmla="*/ 6991860 w 7074924"/>
              <a:gd name="connsiteY19" fmla="*/ 1389689 h 4164582"/>
              <a:gd name="connsiteX20" fmla="*/ 6915660 w 7074924"/>
              <a:gd name="connsiteY20" fmla="*/ 1505912 h 4164582"/>
              <a:gd name="connsiteX21" fmla="*/ 6805237 w 7074924"/>
              <a:gd name="connsiteY21" fmla="*/ 1527504 h 4164582"/>
              <a:gd name="connsiteX22" fmla="*/ 6591452 w 7074924"/>
              <a:gd name="connsiteY22" fmla="*/ 1442743 h 4164582"/>
              <a:gd name="connsiteX23" fmla="*/ 6325110 w 7074924"/>
              <a:gd name="connsiteY23" fmla="*/ 1128188 h 4164582"/>
              <a:gd name="connsiteX24" fmla="*/ 6087687 w 7074924"/>
              <a:gd name="connsiteY24" fmla="*/ 1006957 h 4164582"/>
              <a:gd name="connsiteX25" fmla="*/ 5763837 w 7074924"/>
              <a:gd name="connsiteY25" fmla="*/ 987572 h 4164582"/>
              <a:gd name="connsiteX26" fmla="*/ 5581803 w 7074924"/>
              <a:gd name="connsiteY26" fmla="*/ 1063772 h 4164582"/>
              <a:gd name="connsiteX27" fmla="*/ 5463270 w 7074924"/>
              <a:gd name="connsiteY27" fmla="*/ 1182304 h 4164582"/>
              <a:gd name="connsiteX28" fmla="*/ 5251603 w 7074924"/>
              <a:gd name="connsiteY28" fmla="*/ 1563304 h 4164582"/>
              <a:gd name="connsiteX29" fmla="*/ 5073803 w 7074924"/>
              <a:gd name="connsiteY29" fmla="*/ 1715705 h 4164582"/>
              <a:gd name="connsiteX30" fmla="*/ 4709737 w 7074924"/>
              <a:gd name="connsiteY30" fmla="*/ 1749571 h 4164582"/>
              <a:gd name="connsiteX31" fmla="*/ 4023937 w 7074924"/>
              <a:gd name="connsiteY31" fmla="*/ 1656438 h 4164582"/>
              <a:gd name="connsiteX32" fmla="*/ 3355070 w 7074924"/>
              <a:gd name="connsiteY32" fmla="*/ 1444772 h 4164582"/>
              <a:gd name="connsiteX33" fmla="*/ 3401637 w 7074924"/>
              <a:gd name="connsiteY33" fmla="*/ 505565 h 4164582"/>
              <a:gd name="connsiteX34" fmla="*/ 1538970 w 7074924"/>
              <a:gd name="connsiteY34" fmla="*/ 3516545 h 4164582"/>
              <a:gd name="connsiteX35" fmla="*/ 675370 w 7074924"/>
              <a:gd name="connsiteY35" fmla="*/ 3974215 h 4164582"/>
              <a:gd name="connsiteX36" fmla="*/ 91169 w 7074924"/>
              <a:gd name="connsiteY36" fmla="*/ 4164325 h 4164582"/>
              <a:gd name="connsiteX37" fmla="*/ 65770 w 7074924"/>
              <a:gd name="connsiteY37" fmla="*/ 2827777 h 4164582"/>
              <a:gd name="connsiteX38" fmla="*/ 844703 w 7074924"/>
              <a:gd name="connsiteY38" fmla="*/ 1165652 h 4164582"/>
              <a:gd name="connsiteX0" fmla="*/ 844703 w 7074924"/>
              <a:gd name="connsiteY0" fmla="*/ 1165652 h 4164582"/>
              <a:gd name="connsiteX1" fmla="*/ 2411037 w 7074924"/>
              <a:gd name="connsiteY1" fmla="*/ 2094 h 4164582"/>
              <a:gd name="connsiteX2" fmla="*/ 3583670 w 7074924"/>
              <a:gd name="connsiteY2" fmla="*/ 1444771 h 4164582"/>
              <a:gd name="connsiteX3" fmla="*/ 4980670 w 7074924"/>
              <a:gd name="connsiteY3" fmla="*/ 1639505 h 4164582"/>
              <a:gd name="connsiteX4" fmla="*/ 5480203 w 7074924"/>
              <a:gd name="connsiteY4" fmla="*/ 1004505 h 4164582"/>
              <a:gd name="connsiteX5" fmla="*/ 6045354 w 7074924"/>
              <a:gd name="connsiteY5" fmla="*/ 902951 h 4164582"/>
              <a:gd name="connsiteX6" fmla="*/ 6475037 w 7074924"/>
              <a:gd name="connsiteY6" fmla="*/ 1158485 h 4164582"/>
              <a:gd name="connsiteX7" fmla="*/ 6636259 w 7074924"/>
              <a:gd name="connsiteY7" fmla="*/ 1353370 h 4164582"/>
              <a:gd name="connsiteX8" fmla="*/ 6788659 w 7074924"/>
              <a:gd name="connsiteY8" fmla="*/ 1433272 h 4164582"/>
              <a:gd name="connsiteX9" fmla="*/ 6902959 w 7074924"/>
              <a:gd name="connsiteY9" fmla="*/ 1404217 h 4164582"/>
              <a:gd name="connsiteX10" fmla="*/ 6932237 w 7074924"/>
              <a:gd name="connsiteY10" fmla="*/ 1260178 h 4164582"/>
              <a:gd name="connsiteX11" fmla="*/ 6902960 w 7074924"/>
              <a:gd name="connsiteY11" fmla="*/ 1120928 h 4164582"/>
              <a:gd name="connsiteX12" fmla="*/ 6833111 w 7074924"/>
              <a:gd name="connsiteY12" fmla="*/ 1033761 h 4164582"/>
              <a:gd name="connsiteX13" fmla="*/ 6788661 w 7074924"/>
              <a:gd name="connsiteY13" fmla="*/ 924803 h 4164582"/>
              <a:gd name="connsiteX14" fmla="*/ 6769611 w 7074924"/>
              <a:gd name="connsiteY14" fmla="*/ 757733 h 4164582"/>
              <a:gd name="connsiteX15" fmla="*/ 6915660 w 7074924"/>
              <a:gd name="connsiteY15" fmla="*/ 743208 h 4164582"/>
              <a:gd name="connsiteX16" fmla="*/ 7067703 w 7074924"/>
              <a:gd name="connsiteY16" fmla="*/ 756470 h 4164582"/>
              <a:gd name="connsiteX17" fmla="*/ 7049011 w 7074924"/>
              <a:gd name="connsiteY17" fmla="*/ 982913 h 4164582"/>
              <a:gd name="connsiteX18" fmla="*/ 7004561 w 7074924"/>
              <a:gd name="connsiteY18" fmla="*/ 1135454 h 4164582"/>
              <a:gd name="connsiteX19" fmla="*/ 6991860 w 7074924"/>
              <a:gd name="connsiteY19" fmla="*/ 1389689 h 4164582"/>
              <a:gd name="connsiteX20" fmla="*/ 6915660 w 7074924"/>
              <a:gd name="connsiteY20" fmla="*/ 1505912 h 4164582"/>
              <a:gd name="connsiteX21" fmla="*/ 6805237 w 7074924"/>
              <a:gd name="connsiteY21" fmla="*/ 1527504 h 4164582"/>
              <a:gd name="connsiteX22" fmla="*/ 6591452 w 7074924"/>
              <a:gd name="connsiteY22" fmla="*/ 1442743 h 4164582"/>
              <a:gd name="connsiteX23" fmla="*/ 6325110 w 7074924"/>
              <a:gd name="connsiteY23" fmla="*/ 1128188 h 4164582"/>
              <a:gd name="connsiteX24" fmla="*/ 6087687 w 7074924"/>
              <a:gd name="connsiteY24" fmla="*/ 1006957 h 4164582"/>
              <a:gd name="connsiteX25" fmla="*/ 5763837 w 7074924"/>
              <a:gd name="connsiteY25" fmla="*/ 987572 h 4164582"/>
              <a:gd name="connsiteX26" fmla="*/ 5581803 w 7074924"/>
              <a:gd name="connsiteY26" fmla="*/ 1063772 h 4164582"/>
              <a:gd name="connsiteX27" fmla="*/ 5463270 w 7074924"/>
              <a:gd name="connsiteY27" fmla="*/ 1182304 h 4164582"/>
              <a:gd name="connsiteX28" fmla="*/ 5251603 w 7074924"/>
              <a:gd name="connsiteY28" fmla="*/ 1563304 h 4164582"/>
              <a:gd name="connsiteX29" fmla="*/ 5073803 w 7074924"/>
              <a:gd name="connsiteY29" fmla="*/ 1715705 h 4164582"/>
              <a:gd name="connsiteX30" fmla="*/ 4709737 w 7074924"/>
              <a:gd name="connsiteY30" fmla="*/ 1749571 h 4164582"/>
              <a:gd name="connsiteX31" fmla="*/ 4023937 w 7074924"/>
              <a:gd name="connsiteY31" fmla="*/ 1656438 h 4164582"/>
              <a:gd name="connsiteX32" fmla="*/ 3355070 w 7074924"/>
              <a:gd name="connsiteY32" fmla="*/ 1444772 h 4164582"/>
              <a:gd name="connsiteX33" fmla="*/ 2093537 w 7074924"/>
              <a:gd name="connsiteY33" fmla="*/ 2815467 h 4164582"/>
              <a:gd name="connsiteX34" fmla="*/ 1538970 w 7074924"/>
              <a:gd name="connsiteY34" fmla="*/ 3516545 h 4164582"/>
              <a:gd name="connsiteX35" fmla="*/ 675370 w 7074924"/>
              <a:gd name="connsiteY35" fmla="*/ 3974215 h 4164582"/>
              <a:gd name="connsiteX36" fmla="*/ 91169 w 7074924"/>
              <a:gd name="connsiteY36" fmla="*/ 4164325 h 4164582"/>
              <a:gd name="connsiteX37" fmla="*/ 65770 w 7074924"/>
              <a:gd name="connsiteY37" fmla="*/ 2827777 h 4164582"/>
              <a:gd name="connsiteX38" fmla="*/ 844703 w 7074924"/>
              <a:gd name="connsiteY38" fmla="*/ 1165652 h 4164582"/>
              <a:gd name="connsiteX0" fmla="*/ 820719 w 7050940"/>
              <a:gd name="connsiteY0" fmla="*/ 1165652 h 4064372"/>
              <a:gd name="connsiteX1" fmla="*/ 2387053 w 7050940"/>
              <a:gd name="connsiteY1" fmla="*/ 2094 h 4064372"/>
              <a:gd name="connsiteX2" fmla="*/ 3559686 w 7050940"/>
              <a:gd name="connsiteY2" fmla="*/ 1444771 h 4064372"/>
              <a:gd name="connsiteX3" fmla="*/ 4956686 w 7050940"/>
              <a:gd name="connsiteY3" fmla="*/ 1639505 h 4064372"/>
              <a:gd name="connsiteX4" fmla="*/ 5456219 w 7050940"/>
              <a:gd name="connsiteY4" fmla="*/ 1004505 h 4064372"/>
              <a:gd name="connsiteX5" fmla="*/ 6021370 w 7050940"/>
              <a:gd name="connsiteY5" fmla="*/ 902951 h 4064372"/>
              <a:gd name="connsiteX6" fmla="*/ 6451053 w 7050940"/>
              <a:gd name="connsiteY6" fmla="*/ 1158485 h 4064372"/>
              <a:gd name="connsiteX7" fmla="*/ 6612275 w 7050940"/>
              <a:gd name="connsiteY7" fmla="*/ 1353370 h 4064372"/>
              <a:gd name="connsiteX8" fmla="*/ 6764675 w 7050940"/>
              <a:gd name="connsiteY8" fmla="*/ 1433272 h 4064372"/>
              <a:gd name="connsiteX9" fmla="*/ 6878975 w 7050940"/>
              <a:gd name="connsiteY9" fmla="*/ 1404217 h 4064372"/>
              <a:gd name="connsiteX10" fmla="*/ 6908253 w 7050940"/>
              <a:gd name="connsiteY10" fmla="*/ 1260178 h 4064372"/>
              <a:gd name="connsiteX11" fmla="*/ 6878976 w 7050940"/>
              <a:gd name="connsiteY11" fmla="*/ 1120928 h 4064372"/>
              <a:gd name="connsiteX12" fmla="*/ 6809127 w 7050940"/>
              <a:gd name="connsiteY12" fmla="*/ 1033761 h 4064372"/>
              <a:gd name="connsiteX13" fmla="*/ 6764677 w 7050940"/>
              <a:gd name="connsiteY13" fmla="*/ 924803 h 4064372"/>
              <a:gd name="connsiteX14" fmla="*/ 6745627 w 7050940"/>
              <a:gd name="connsiteY14" fmla="*/ 757733 h 4064372"/>
              <a:gd name="connsiteX15" fmla="*/ 6891676 w 7050940"/>
              <a:gd name="connsiteY15" fmla="*/ 743208 h 4064372"/>
              <a:gd name="connsiteX16" fmla="*/ 7043719 w 7050940"/>
              <a:gd name="connsiteY16" fmla="*/ 756470 h 4064372"/>
              <a:gd name="connsiteX17" fmla="*/ 7025027 w 7050940"/>
              <a:gd name="connsiteY17" fmla="*/ 982913 h 4064372"/>
              <a:gd name="connsiteX18" fmla="*/ 6980577 w 7050940"/>
              <a:gd name="connsiteY18" fmla="*/ 1135454 h 4064372"/>
              <a:gd name="connsiteX19" fmla="*/ 6967876 w 7050940"/>
              <a:gd name="connsiteY19" fmla="*/ 1389689 h 4064372"/>
              <a:gd name="connsiteX20" fmla="*/ 6891676 w 7050940"/>
              <a:gd name="connsiteY20" fmla="*/ 1505912 h 4064372"/>
              <a:gd name="connsiteX21" fmla="*/ 6781253 w 7050940"/>
              <a:gd name="connsiteY21" fmla="*/ 1527504 h 4064372"/>
              <a:gd name="connsiteX22" fmla="*/ 6567468 w 7050940"/>
              <a:gd name="connsiteY22" fmla="*/ 1442743 h 4064372"/>
              <a:gd name="connsiteX23" fmla="*/ 6301126 w 7050940"/>
              <a:gd name="connsiteY23" fmla="*/ 1128188 h 4064372"/>
              <a:gd name="connsiteX24" fmla="*/ 6063703 w 7050940"/>
              <a:gd name="connsiteY24" fmla="*/ 1006957 h 4064372"/>
              <a:gd name="connsiteX25" fmla="*/ 5739853 w 7050940"/>
              <a:gd name="connsiteY25" fmla="*/ 987572 h 4064372"/>
              <a:gd name="connsiteX26" fmla="*/ 5557819 w 7050940"/>
              <a:gd name="connsiteY26" fmla="*/ 1063772 h 4064372"/>
              <a:gd name="connsiteX27" fmla="*/ 5439286 w 7050940"/>
              <a:gd name="connsiteY27" fmla="*/ 1182304 h 4064372"/>
              <a:gd name="connsiteX28" fmla="*/ 5227619 w 7050940"/>
              <a:gd name="connsiteY28" fmla="*/ 1563304 h 4064372"/>
              <a:gd name="connsiteX29" fmla="*/ 5049819 w 7050940"/>
              <a:gd name="connsiteY29" fmla="*/ 1715705 h 4064372"/>
              <a:gd name="connsiteX30" fmla="*/ 4685753 w 7050940"/>
              <a:gd name="connsiteY30" fmla="*/ 1749571 h 4064372"/>
              <a:gd name="connsiteX31" fmla="*/ 3999953 w 7050940"/>
              <a:gd name="connsiteY31" fmla="*/ 1656438 h 4064372"/>
              <a:gd name="connsiteX32" fmla="*/ 3331086 w 7050940"/>
              <a:gd name="connsiteY32" fmla="*/ 1444772 h 4064372"/>
              <a:gd name="connsiteX33" fmla="*/ 2069553 w 7050940"/>
              <a:gd name="connsiteY33" fmla="*/ 2815467 h 4064372"/>
              <a:gd name="connsiteX34" fmla="*/ 1514986 w 7050940"/>
              <a:gd name="connsiteY34" fmla="*/ 3516545 h 4064372"/>
              <a:gd name="connsiteX35" fmla="*/ 651386 w 7050940"/>
              <a:gd name="connsiteY35" fmla="*/ 3974215 h 4064372"/>
              <a:gd name="connsiteX36" fmla="*/ 143385 w 7050940"/>
              <a:gd name="connsiteY36" fmla="*/ 4062631 h 4064372"/>
              <a:gd name="connsiteX37" fmla="*/ 41786 w 7050940"/>
              <a:gd name="connsiteY37" fmla="*/ 2827777 h 4064372"/>
              <a:gd name="connsiteX38" fmla="*/ 820719 w 7050940"/>
              <a:gd name="connsiteY38" fmla="*/ 1165652 h 4064372"/>
              <a:gd name="connsiteX0" fmla="*/ 820719 w 7050940"/>
              <a:gd name="connsiteY0" fmla="*/ 1165652 h 4201278"/>
              <a:gd name="connsiteX1" fmla="*/ 2387053 w 7050940"/>
              <a:gd name="connsiteY1" fmla="*/ 2094 h 4201278"/>
              <a:gd name="connsiteX2" fmla="*/ 3559686 w 7050940"/>
              <a:gd name="connsiteY2" fmla="*/ 1444771 h 4201278"/>
              <a:gd name="connsiteX3" fmla="*/ 4956686 w 7050940"/>
              <a:gd name="connsiteY3" fmla="*/ 1639505 h 4201278"/>
              <a:gd name="connsiteX4" fmla="*/ 5456219 w 7050940"/>
              <a:gd name="connsiteY4" fmla="*/ 1004505 h 4201278"/>
              <a:gd name="connsiteX5" fmla="*/ 6021370 w 7050940"/>
              <a:gd name="connsiteY5" fmla="*/ 902951 h 4201278"/>
              <a:gd name="connsiteX6" fmla="*/ 6451053 w 7050940"/>
              <a:gd name="connsiteY6" fmla="*/ 1158485 h 4201278"/>
              <a:gd name="connsiteX7" fmla="*/ 6612275 w 7050940"/>
              <a:gd name="connsiteY7" fmla="*/ 1353370 h 4201278"/>
              <a:gd name="connsiteX8" fmla="*/ 6764675 w 7050940"/>
              <a:gd name="connsiteY8" fmla="*/ 1433272 h 4201278"/>
              <a:gd name="connsiteX9" fmla="*/ 6878975 w 7050940"/>
              <a:gd name="connsiteY9" fmla="*/ 1404217 h 4201278"/>
              <a:gd name="connsiteX10" fmla="*/ 6908253 w 7050940"/>
              <a:gd name="connsiteY10" fmla="*/ 1260178 h 4201278"/>
              <a:gd name="connsiteX11" fmla="*/ 6878976 w 7050940"/>
              <a:gd name="connsiteY11" fmla="*/ 1120928 h 4201278"/>
              <a:gd name="connsiteX12" fmla="*/ 6809127 w 7050940"/>
              <a:gd name="connsiteY12" fmla="*/ 1033761 h 4201278"/>
              <a:gd name="connsiteX13" fmla="*/ 6764677 w 7050940"/>
              <a:gd name="connsiteY13" fmla="*/ 924803 h 4201278"/>
              <a:gd name="connsiteX14" fmla="*/ 6745627 w 7050940"/>
              <a:gd name="connsiteY14" fmla="*/ 757733 h 4201278"/>
              <a:gd name="connsiteX15" fmla="*/ 6891676 w 7050940"/>
              <a:gd name="connsiteY15" fmla="*/ 743208 h 4201278"/>
              <a:gd name="connsiteX16" fmla="*/ 7043719 w 7050940"/>
              <a:gd name="connsiteY16" fmla="*/ 756470 h 4201278"/>
              <a:gd name="connsiteX17" fmla="*/ 7025027 w 7050940"/>
              <a:gd name="connsiteY17" fmla="*/ 982913 h 4201278"/>
              <a:gd name="connsiteX18" fmla="*/ 6980577 w 7050940"/>
              <a:gd name="connsiteY18" fmla="*/ 1135454 h 4201278"/>
              <a:gd name="connsiteX19" fmla="*/ 6967876 w 7050940"/>
              <a:gd name="connsiteY19" fmla="*/ 1389689 h 4201278"/>
              <a:gd name="connsiteX20" fmla="*/ 6891676 w 7050940"/>
              <a:gd name="connsiteY20" fmla="*/ 1505912 h 4201278"/>
              <a:gd name="connsiteX21" fmla="*/ 6781253 w 7050940"/>
              <a:gd name="connsiteY21" fmla="*/ 1527504 h 4201278"/>
              <a:gd name="connsiteX22" fmla="*/ 6567468 w 7050940"/>
              <a:gd name="connsiteY22" fmla="*/ 1442743 h 4201278"/>
              <a:gd name="connsiteX23" fmla="*/ 6301126 w 7050940"/>
              <a:gd name="connsiteY23" fmla="*/ 1128188 h 4201278"/>
              <a:gd name="connsiteX24" fmla="*/ 6063703 w 7050940"/>
              <a:gd name="connsiteY24" fmla="*/ 1006957 h 4201278"/>
              <a:gd name="connsiteX25" fmla="*/ 5739853 w 7050940"/>
              <a:gd name="connsiteY25" fmla="*/ 987572 h 4201278"/>
              <a:gd name="connsiteX26" fmla="*/ 5557819 w 7050940"/>
              <a:gd name="connsiteY26" fmla="*/ 1063772 h 4201278"/>
              <a:gd name="connsiteX27" fmla="*/ 5439286 w 7050940"/>
              <a:gd name="connsiteY27" fmla="*/ 1182304 h 4201278"/>
              <a:gd name="connsiteX28" fmla="*/ 5227619 w 7050940"/>
              <a:gd name="connsiteY28" fmla="*/ 1563304 h 4201278"/>
              <a:gd name="connsiteX29" fmla="*/ 5049819 w 7050940"/>
              <a:gd name="connsiteY29" fmla="*/ 1715705 h 4201278"/>
              <a:gd name="connsiteX30" fmla="*/ 4685753 w 7050940"/>
              <a:gd name="connsiteY30" fmla="*/ 1749571 h 4201278"/>
              <a:gd name="connsiteX31" fmla="*/ 3999953 w 7050940"/>
              <a:gd name="connsiteY31" fmla="*/ 1656438 h 4201278"/>
              <a:gd name="connsiteX32" fmla="*/ 3331086 w 7050940"/>
              <a:gd name="connsiteY32" fmla="*/ 1444772 h 4201278"/>
              <a:gd name="connsiteX33" fmla="*/ 2069553 w 7050940"/>
              <a:gd name="connsiteY33" fmla="*/ 2815467 h 4201278"/>
              <a:gd name="connsiteX34" fmla="*/ 1514986 w 7050940"/>
              <a:gd name="connsiteY34" fmla="*/ 3516545 h 4201278"/>
              <a:gd name="connsiteX35" fmla="*/ 460886 w 7050940"/>
              <a:gd name="connsiteY35" fmla="*/ 4177603 h 4201278"/>
              <a:gd name="connsiteX36" fmla="*/ 143385 w 7050940"/>
              <a:gd name="connsiteY36" fmla="*/ 4062631 h 4201278"/>
              <a:gd name="connsiteX37" fmla="*/ 41786 w 7050940"/>
              <a:gd name="connsiteY37" fmla="*/ 2827777 h 4201278"/>
              <a:gd name="connsiteX38" fmla="*/ 820719 w 7050940"/>
              <a:gd name="connsiteY38" fmla="*/ 1165652 h 4201278"/>
              <a:gd name="connsiteX0" fmla="*/ 820719 w 7050940"/>
              <a:gd name="connsiteY0" fmla="*/ 1165652 h 4201278"/>
              <a:gd name="connsiteX1" fmla="*/ 2387053 w 7050940"/>
              <a:gd name="connsiteY1" fmla="*/ 2094 h 4201278"/>
              <a:gd name="connsiteX2" fmla="*/ 3559686 w 7050940"/>
              <a:gd name="connsiteY2" fmla="*/ 1444771 h 4201278"/>
              <a:gd name="connsiteX3" fmla="*/ 4956686 w 7050940"/>
              <a:gd name="connsiteY3" fmla="*/ 1639505 h 4201278"/>
              <a:gd name="connsiteX4" fmla="*/ 5456219 w 7050940"/>
              <a:gd name="connsiteY4" fmla="*/ 1004505 h 4201278"/>
              <a:gd name="connsiteX5" fmla="*/ 6021370 w 7050940"/>
              <a:gd name="connsiteY5" fmla="*/ 902951 h 4201278"/>
              <a:gd name="connsiteX6" fmla="*/ 6451053 w 7050940"/>
              <a:gd name="connsiteY6" fmla="*/ 1158485 h 4201278"/>
              <a:gd name="connsiteX7" fmla="*/ 6612275 w 7050940"/>
              <a:gd name="connsiteY7" fmla="*/ 1353370 h 4201278"/>
              <a:gd name="connsiteX8" fmla="*/ 6764675 w 7050940"/>
              <a:gd name="connsiteY8" fmla="*/ 1433272 h 4201278"/>
              <a:gd name="connsiteX9" fmla="*/ 6878975 w 7050940"/>
              <a:gd name="connsiteY9" fmla="*/ 1404217 h 4201278"/>
              <a:gd name="connsiteX10" fmla="*/ 6908253 w 7050940"/>
              <a:gd name="connsiteY10" fmla="*/ 1260178 h 4201278"/>
              <a:gd name="connsiteX11" fmla="*/ 6878976 w 7050940"/>
              <a:gd name="connsiteY11" fmla="*/ 1120928 h 4201278"/>
              <a:gd name="connsiteX12" fmla="*/ 6809127 w 7050940"/>
              <a:gd name="connsiteY12" fmla="*/ 1033761 h 4201278"/>
              <a:gd name="connsiteX13" fmla="*/ 6764677 w 7050940"/>
              <a:gd name="connsiteY13" fmla="*/ 924803 h 4201278"/>
              <a:gd name="connsiteX14" fmla="*/ 6745627 w 7050940"/>
              <a:gd name="connsiteY14" fmla="*/ 757733 h 4201278"/>
              <a:gd name="connsiteX15" fmla="*/ 6891676 w 7050940"/>
              <a:gd name="connsiteY15" fmla="*/ 743208 h 4201278"/>
              <a:gd name="connsiteX16" fmla="*/ 7043719 w 7050940"/>
              <a:gd name="connsiteY16" fmla="*/ 756470 h 4201278"/>
              <a:gd name="connsiteX17" fmla="*/ 7025027 w 7050940"/>
              <a:gd name="connsiteY17" fmla="*/ 982913 h 4201278"/>
              <a:gd name="connsiteX18" fmla="*/ 6980577 w 7050940"/>
              <a:gd name="connsiteY18" fmla="*/ 1135454 h 4201278"/>
              <a:gd name="connsiteX19" fmla="*/ 6967876 w 7050940"/>
              <a:gd name="connsiteY19" fmla="*/ 1389689 h 4201278"/>
              <a:gd name="connsiteX20" fmla="*/ 6891676 w 7050940"/>
              <a:gd name="connsiteY20" fmla="*/ 1505912 h 4201278"/>
              <a:gd name="connsiteX21" fmla="*/ 6781253 w 7050940"/>
              <a:gd name="connsiteY21" fmla="*/ 1527504 h 4201278"/>
              <a:gd name="connsiteX22" fmla="*/ 6567468 w 7050940"/>
              <a:gd name="connsiteY22" fmla="*/ 1442743 h 4201278"/>
              <a:gd name="connsiteX23" fmla="*/ 6301126 w 7050940"/>
              <a:gd name="connsiteY23" fmla="*/ 1128188 h 4201278"/>
              <a:gd name="connsiteX24" fmla="*/ 6063703 w 7050940"/>
              <a:gd name="connsiteY24" fmla="*/ 1006957 h 4201278"/>
              <a:gd name="connsiteX25" fmla="*/ 5739853 w 7050940"/>
              <a:gd name="connsiteY25" fmla="*/ 987572 h 4201278"/>
              <a:gd name="connsiteX26" fmla="*/ 5557819 w 7050940"/>
              <a:gd name="connsiteY26" fmla="*/ 1063772 h 4201278"/>
              <a:gd name="connsiteX27" fmla="*/ 5439286 w 7050940"/>
              <a:gd name="connsiteY27" fmla="*/ 1182304 h 4201278"/>
              <a:gd name="connsiteX28" fmla="*/ 5227619 w 7050940"/>
              <a:gd name="connsiteY28" fmla="*/ 1563304 h 4201278"/>
              <a:gd name="connsiteX29" fmla="*/ 5049819 w 7050940"/>
              <a:gd name="connsiteY29" fmla="*/ 1715705 h 4201278"/>
              <a:gd name="connsiteX30" fmla="*/ 4685753 w 7050940"/>
              <a:gd name="connsiteY30" fmla="*/ 1749571 h 4201278"/>
              <a:gd name="connsiteX31" fmla="*/ 3999953 w 7050940"/>
              <a:gd name="connsiteY31" fmla="*/ 1656438 h 4201278"/>
              <a:gd name="connsiteX32" fmla="*/ 2950086 w 7050940"/>
              <a:gd name="connsiteY32" fmla="*/ 2098518 h 4201278"/>
              <a:gd name="connsiteX33" fmla="*/ 2069553 w 7050940"/>
              <a:gd name="connsiteY33" fmla="*/ 2815467 h 4201278"/>
              <a:gd name="connsiteX34" fmla="*/ 1514986 w 7050940"/>
              <a:gd name="connsiteY34" fmla="*/ 3516545 h 4201278"/>
              <a:gd name="connsiteX35" fmla="*/ 460886 w 7050940"/>
              <a:gd name="connsiteY35" fmla="*/ 4177603 h 4201278"/>
              <a:gd name="connsiteX36" fmla="*/ 143385 w 7050940"/>
              <a:gd name="connsiteY36" fmla="*/ 4062631 h 4201278"/>
              <a:gd name="connsiteX37" fmla="*/ 41786 w 7050940"/>
              <a:gd name="connsiteY37" fmla="*/ 2827777 h 4201278"/>
              <a:gd name="connsiteX38" fmla="*/ 820719 w 7050940"/>
              <a:gd name="connsiteY38" fmla="*/ 1165652 h 4201278"/>
              <a:gd name="connsiteX0" fmla="*/ 820719 w 7050940"/>
              <a:gd name="connsiteY0" fmla="*/ 1165652 h 4201278"/>
              <a:gd name="connsiteX1" fmla="*/ 2387053 w 7050940"/>
              <a:gd name="connsiteY1" fmla="*/ 2094 h 4201278"/>
              <a:gd name="connsiteX2" fmla="*/ 3559686 w 7050940"/>
              <a:gd name="connsiteY2" fmla="*/ 1444771 h 4201278"/>
              <a:gd name="connsiteX3" fmla="*/ 4956686 w 7050940"/>
              <a:gd name="connsiteY3" fmla="*/ 1639505 h 4201278"/>
              <a:gd name="connsiteX4" fmla="*/ 5456219 w 7050940"/>
              <a:gd name="connsiteY4" fmla="*/ 1004505 h 4201278"/>
              <a:gd name="connsiteX5" fmla="*/ 6021370 w 7050940"/>
              <a:gd name="connsiteY5" fmla="*/ 902951 h 4201278"/>
              <a:gd name="connsiteX6" fmla="*/ 6451053 w 7050940"/>
              <a:gd name="connsiteY6" fmla="*/ 1158485 h 4201278"/>
              <a:gd name="connsiteX7" fmla="*/ 6612275 w 7050940"/>
              <a:gd name="connsiteY7" fmla="*/ 1353370 h 4201278"/>
              <a:gd name="connsiteX8" fmla="*/ 6764675 w 7050940"/>
              <a:gd name="connsiteY8" fmla="*/ 1433272 h 4201278"/>
              <a:gd name="connsiteX9" fmla="*/ 6878975 w 7050940"/>
              <a:gd name="connsiteY9" fmla="*/ 1404217 h 4201278"/>
              <a:gd name="connsiteX10" fmla="*/ 6908253 w 7050940"/>
              <a:gd name="connsiteY10" fmla="*/ 1260178 h 4201278"/>
              <a:gd name="connsiteX11" fmla="*/ 6878976 w 7050940"/>
              <a:gd name="connsiteY11" fmla="*/ 1120928 h 4201278"/>
              <a:gd name="connsiteX12" fmla="*/ 6809127 w 7050940"/>
              <a:gd name="connsiteY12" fmla="*/ 1033761 h 4201278"/>
              <a:gd name="connsiteX13" fmla="*/ 6764677 w 7050940"/>
              <a:gd name="connsiteY13" fmla="*/ 924803 h 4201278"/>
              <a:gd name="connsiteX14" fmla="*/ 6745627 w 7050940"/>
              <a:gd name="connsiteY14" fmla="*/ 757733 h 4201278"/>
              <a:gd name="connsiteX15" fmla="*/ 6891676 w 7050940"/>
              <a:gd name="connsiteY15" fmla="*/ 743208 h 4201278"/>
              <a:gd name="connsiteX16" fmla="*/ 7043719 w 7050940"/>
              <a:gd name="connsiteY16" fmla="*/ 756470 h 4201278"/>
              <a:gd name="connsiteX17" fmla="*/ 7025027 w 7050940"/>
              <a:gd name="connsiteY17" fmla="*/ 982913 h 4201278"/>
              <a:gd name="connsiteX18" fmla="*/ 6980577 w 7050940"/>
              <a:gd name="connsiteY18" fmla="*/ 1135454 h 4201278"/>
              <a:gd name="connsiteX19" fmla="*/ 6967876 w 7050940"/>
              <a:gd name="connsiteY19" fmla="*/ 1389689 h 4201278"/>
              <a:gd name="connsiteX20" fmla="*/ 6891676 w 7050940"/>
              <a:gd name="connsiteY20" fmla="*/ 1505912 h 4201278"/>
              <a:gd name="connsiteX21" fmla="*/ 6781253 w 7050940"/>
              <a:gd name="connsiteY21" fmla="*/ 1527504 h 4201278"/>
              <a:gd name="connsiteX22" fmla="*/ 6567468 w 7050940"/>
              <a:gd name="connsiteY22" fmla="*/ 1442743 h 4201278"/>
              <a:gd name="connsiteX23" fmla="*/ 6301126 w 7050940"/>
              <a:gd name="connsiteY23" fmla="*/ 1128188 h 4201278"/>
              <a:gd name="connsiteX24" fmla="*/ 6063703 w 7050940"/>
              <a:gd name="connsiteY24" fmla="*/ 1006957 h 4201278"/>
              <a:gd name="connsiteX25" fmla="*/ 5739853 w 7050940"/>
              <a:gd name="connsiteY25" fmla="*/ 987572 h 4201278"/>
              <a:gd name="connsiteX26" fmla="*/ 5557819 w 7050940"/>
              <a:gd name="connsiteY26" fmla="*/ 1063772 h 4201278"/>
              <a:gd name="connsiteX27" fmla="*/ 5439286 w 7050940"/>
              <a:gd name="connsiteY27" fmla="*/ 1182304 h 4201278"/>
              <a:gd name="connsiteX28" fmla="*/ 5227619 w 7050940"/>
              <a:gd name="connsiteY28" fmla="*/ 1563304 h 4201278"/>
              <a:gd name="connsiteX29" fmla="*/ 5049819 w 7050940"/>
              <a:gd name="connsiteY29" fmla="*/ 1715705 h 4201278"/>
              <a:gd name="connsiteX30" fmla="*/ 4685753 w 7050940"/>
              <a:gd name="connsiteY30" fmla="*/ 1749571 h 4201278"/>
              <a:gd name="connsiteX31" fmla="*/ 3911053 w 7050940"/>
              <a:gd name="connsiteY31" fmla="*/ 1917937 h 4201278"/>
              <a:gd name="connsiteX32" fmla="*/ 2950086 w 7050940"/>
              <a:gd name="connsiteY32" fmla="*/ 2098518 h 4201278"/>
              <a:gd name="connsiteX33" fmla="*/ 2069553 w 7050940"/>
              <a:gd name="connsiteY33" fmla="*/ 2815467 h 4201278"/>
              <a:gd name="connsiteX34" fmla="*/ 1514986 w 7050940"/>
              <a:gd name="connsiteY34" fmla="*/ 3516545 h 4201278"/>
              <a:gd name="connsiteX35" fmla="*/ 460886 w 7050940"/>
              <a:gd name="connsiteY35" fmla="*/ 4177603 h 4201278"/>
              <a:gd name="connsiteX36" fmla="*/ 143385 w 7050940"/>
              <a:gd name="connsiteY36" fmla="*/ 4062631 h 4201278"/>
              <a:gd name="connsiteX37" fmla="*/ 41786 w 7050940"/>
              <a:gd name="connsiteY37" fmla="*/ 2827777 h 4201278"/>
              <a:gd name="connsiteX38" fmla="*/ 820719 w 7050940"/>
              <a:gd name="connsiteY38" fmla="*/ 1165652 h 4201278"/>
              <a:gd name="connsiteX0" fmla="*/ 820719 w 7050940"/>
              <a:gd name="connsiteY0" fmla="*/ 1165652 h 4201278"/>
              <a:gd name="connsiteX1" fmla="*/ 2387053 w 7050940"/>
              <a:gd name="connsiteY1" fmla="*/ 2094 h 4201278"/>
              <a:gd name="connsiteX2" fmla="*/ 3559686 w 7050940"/>
              <a:gd name="connsiteY2" fmla="*/ 1444771 h 4201278"/>
              <a:gd name="connsiteX3" fmla="*/ 4956686 w 7050940"/>
              <a:gd name="connsiteY3" fmla="*/ 1639505 h 4201278"/>
              <a:gd name="connsiteX4" fmla="*/ 5456219 w 7050940"/>
              <a:gd name="connsiteY4" fmla="*/ 1004505 h 4201278"/>
              <a:gd name="connsiteX5" fmla="*/ 6021370 w 7050940"/>
              <a:gd name="connsiteY5" fmla="*/ 902951 h 4201278"/>
              <a:gd name="connsiteX6" fmla="*/ 6451053 w 7050940"/>
              <a:gd name="connsiteY6" fmla="*/ 1158485 h 4201278"/>
              <a:gd name="connsiteX7" fmla="*/ 6612275 w 7050940"/>
              <a:gd name="connsiteY7" fmla="*/ 1353370 h 4201278"/>
              <a:gd name="connsiteX8" fmla="*/ 6764675 w 7050940"/>
              <a:gd name="connsiteY8" fmla="*/ 1433272 h 4201278"/>
              <a:gd name="connsiteX9" fmla="*/ 6878975 w 7050940"/>
              <a:gd name="connsiteY9" fmla="*/ 1404217 h 4201278"/>
              <a:gd name="connsiteX10" fmla="*/ 6908253 w 7050940"/>
              <a:gd name="connsiteY10" fmla="*/ 1260178 h 4201278"/>
              <a:gd name="connsiteX11" fmla="*/ 6878976 w 7050940"/>
              <a:gd name="connsiteY11" fmla="*/ 1120928 h 4201278"/>
              <a:gd name="connsiteX12" fmla="*/ 6809127 w 7050940"/>
              <a:gd name="connsiteY12" fmla="*/ 1033761 h 4201278"/>
              <a:gd name="connsiteX13" fmla="*/ 6764677 w 7050940"/>
              <a:gd name="connsiteY13" fmla="*/ 924803 h 4201278"/>
              <a:gd name="connsiteX14" fmla="*/ 6745627 w 7050940"/>
              <a:gd name="connsiteY14" fmla="*/ 757733 h 4201278"/>
              <a:gd name="connsiteX15" fmla="*/ 6891676 w 7050940"/>
              <a:gd name="connsiteY15" fmla="*/ 743208 h 4201278"/>
              <a:gd name="connsiteX16" fmla="*/ 7043719 w 7050940"/>
              <a:gd name="connsiteY16" fmla="*/ 756470 h 4201278"/>
              <a:gd name="connsiteX17" fmla="*/ 7025027 w 7050940"/>
              <a:gd name="connsiteY17" fmla="*/ 982913 h 4201278"/>
              <a:gd name="connsiteX18" fmla="*/ 6980577 w 7050940"/>
              <a:gd name="connsiteY18" fmla="*/ 1135454 h 4201278"/>
              <a:gd name="connsiteX19" fmla="*/ 6967876 w 7050940"/>
              <a:gd name="connsiteY19" fmla="*/ 1389689 h 4201278"/>
              <a:gd name="connsiteX20" fmla="*/ 6891676 w 7050940"/>
              <a:gd name="connsiteY20" fmla="*/ 1505912 h 4201278"/>
              <a:gd name="connsiteX21" fmla="*/ 6781253 w 7050940"/>
              <a:gd name="connsiteY21" fmla="*/ 1527504 h 4201278"/>
              <a:gd name="connsiteX22" fmla="*/ 6567468 w 7050940"/>
              <a:gd name="connsiteY22" fmla="*/ 1442743 h 4201278"/>
              <a:gd name="connsiteX23" fmla="*/ 6301126 w 7050940"/>
              <a:gd name="connsiteY23" fmla="*/ 1128188 h 4201278"/>
              <a:gd name="connsiteX24" fmla="*/ 6063703 w 7050940"/>
              <a:gd name="connsiteY24" fmla="*/ 1006957 h 4201278"/>
              <a:gd name="connsiteX25" fmla="*/ 5739853 w 7050940"/>
              <a:gd name="connsiteY25" fmla="*/ 987572 h 4201278"/>
              <a:gd name="connsiteX26" fmla="*/ 5557819 w 7050940"/>
              <a:gd name="connsiteY26" fmla="*/ 1063772 h 4201278"/>
              <a:gd name="connsiteX27" fmla="*/ 5439286 w 7050940"/>
              <a:gd name="connsiteY27" fmla="*/ 1182304 h 4201278"/>
              <a:gd name="connsiteX28" fmla="*/ 5227619 w 7050940"/>
              <a:gd name="connsiteY28" fmla="*/ 1563304 h 4201278"/>
              <a:gd name="connsiteX29" fmla="*/ 5049819 w 7050940"/>
              <a:gd name="connsiteY29" fmla="*/ 1715705 h 4201278"/>
              <a:gd name="connsiteX30" fmla="*/ 4685753 w 7050940"/>
              <a:gd name="connsiteY30" fmla="*/ 1880320 h 4201278"/>
              <a:gd name="connsiteX31" fmla="*/ 3911053 w 7050940"/>
              <a:gd name="connsiteY31" fmla="*/ 1917937 h 4201278"/>
              <a:gd name="connsiteX32" fmla="*/ 2950086 w 7050940"/>
              <a:gd name="connsiteY32" fmla="*/ 2098518 h 4201278"/>
              <a:gd name="connsiteX33" fmla="*/ 2069553 w 7050940"/>
              <a:gd name="connsiteY33" fmla="*/ 2815467 h 4201278"/>
              <a:gd name="connsiteX34" fmla="*/ 1514986 w 7050940"/>
              <a:gd name="connsiteY34" fmla="*/ 3516545 h 4201278"/>
              <a:gd name="connsiteX35" fmla="*/ 460886 w 7050940"/>
              <a:gd name="connsiteY35" fmla="*/ 4177603 h 4201278"/>
              <a:gd name="connsiteX36" fmla="*/ 143385 w 7050940"/>
              <a:gd name="connsiteY36" fmla="*/ 4062631 h 4201278"/>
              <a:gd name="connsiteX37" fmla="*/ 41786 w 7050940"/>
              <a:gd name="connsiteY37" fmla="*/ 2827777 h 4201278"/>
              <a:gd name="connsiteX38" fmla="*/ 820719 w 7050940"/>
              <a:gd name="connsiteY38" fmla="*/ 1165652 h 4201278"/>
              <a:gd name="connsiteX0" fmla="*/ 820719 w 7050940"/>
              <a:gd name="connsiteY0" fmla="*/ 1165652 h 4103460"/>
              <a:gd name="connsiteX1" fmla="*/ 2387053 w 7050940"/>
              <a:gd name="connsiteY1" fmla="*/ 2094 h 4103460"/>
              <a:gd name="connsiteX2" fmla="*/ 3559686 w 7050940"/>
              <a:gd name="connsiteY2" fmla="*/ 1444771 h 4103460"/>
              <a:gd name="connsiteX3" fmla="*/ 4956686 w 7050940"/>
              <a:gd name="connsiteY3" fmla="*/ 1639505 h 4103460"/>
              <a:gd name="connsiteX4" fmla="*/ 5456219 w 7050940"/>
              <a:gd name="connsiteY4" fmla="*/ 1004505 h 4103460"/>
              <a:gd name="connsiteX5" fmla="*/ 6021370 w 7050940"/>
              <a:gd name="connsiteY5" fmla="*/ 902951 h 4103460"/>
              <a:gd name="connsiteX6" fmla="*/ 6451053 w 7050940"/>
              <a:gd name="connsiteY6" fmla="*/ 1158485 h 4103460"/>
              <a:gd name="connsiteX7" fmla="*/ 6612275 w 7050940"/>
              <a:gd name="connsiteY7" fmla="*/ 1353370 h 4103460"/>
              <a:gd name="connsiteX8" fmla="*/ 6764675 w 7050940"/>
              <a:gd name="connsiteY8" fmla="*/ 1433272 h 4103460"/>
              <a:gd name="connsiteX9" fmla="*/ 6878975 w 7050940"/>
              <a:gd name="connsiteY9" fmla="*/ 1404217 h 4103460"/>
              <a:gd name="connsiteX10" fmla="*/ 6908253 w 7050940"/>
              <a:gd name="connsiteY10" fmla="*/ 1260178 h 4103460"/>
              <a:gd name="connsiteX11" fmla="*/ 6878976 w 7050940"/>
              <a:gd name="connsiteY11" fmla="*/ 1120928 h 4103460"/>
              <a:gd name="connsiteX12" fmla="*/ 6809127 w 7050940"/>
              <a:gd name="connsiteY12" fmla="*/ 1033761 h 4103460"/>
              <a:gd name="connsiteX13" fmla="*/ 6764677 w 7050940"/>
              <a:gd name="connsiteY13" fmla="*/ 924803 h 4103460"/>
              <a:gd name="connsiteX14" fmla="*/ 6745627 w 7050940"/>
              <a:gd name="connsiteY14" fmla="*/ 757733 h 4103460"/>
              <a:gd name="connsiteX15" fmla="*/ 6891676 w 7050940"/>
              <a:gd name="connsiteY15" fmla="*/ 743208 h 4103460"/>
              <a:gd name="connsiteX16" fmla="*/ 7043719 w 7050940"/>
              <a:gd name="connsiteY16" fmla="*/ 756470 h 4103460"/>
              <a:gd name="connsiteX17" fmla="*/ 7025027 w 7050940"/>
              <a:gd name="connsiteY17" fmla="*/ 982913 h 4103460"/>
              <a:gd name="connsiteX18" fmla="*/ 6980577 w 7050940"/>
              <a:gd name="connsiteY18" fmla="*/ 1135454 h 4103460"/>
              <a:gd name="connsiteX19" fmla="*/ 6967876 w 7050940"/>
              <a:gd name="connsiteY19" fmla="*/ 1389689 h 4103460"/>
              <a:gd name="connsiteX20" fmla="*/ 6891676 w 7050940"/>
              <a:gd name="connsiteY20" fmla="*/ 1505912 h 4103460"/>
              <a:gd name="connsiteX21" fmla="*/ 6781253 w 7050940"/>
              <a:gd name="connsiteY21" fmla="*/ 1527504 h 4103460"/>
              <a:gd name="connsiteX22" fmla="*/ 6567468 w 7050940"/>
              <a:gd name="connsiteY22" fmla="*/ 1442743 h 4103460"/>
              <a:gd name="connsiteX23" fmla="*/ 6301126 w 7050940"/>
              <a:gd name="connsiteY23" fmla="*/ 1128188 h 4103460"/>
              <a:gd name="connsiteX24" fmla="*/ 6063703 w 7050940"/>
              <a:gd name="connsiteY24" fmla="*/ 1006957 h 4103460"/>
              <a:gd name="connsiteX25" fmla="*/ 5739853 w 7050940"/>
              <a:gd name="connsiteY25" fmla="*/ 987572 h 4103460"/>
              <a:gd name="connsiteX26" fmla="*/ 5557819 w 7050940"/>
              <a:gd name="connsiteY26" fmla="*/ 1063772 h 4103460"/>
              <a:gd name="connsiteX27" fmla="*/ 5439286 w 7050940"/>
              <a:gd name="connsiteY27" fmla="*/ 1182304 h 4103460"/>
              <a:gd name="connsiteX28" fmla="*/ 5227619 w 7050940"/>
              <a:gd name="connsiteY28" fmla="*/ 1563304 h 4103460"/>
              <a:gd name="connsiteX29" fmla="*/ 5049819 w 7050940"/>
              <a:gd name="connsiteY29" fmla="*/ 1715705 h 4103460"/>
              <a:gd name="connsiteX30" fmla="*/ 4685753 w 7050940"/>
              <a:gd name="connsiteY30" fmla="*/ 1880320 h 4103460"/>
              <a:gd name="connsiteX31" fmla="*/ 3911053 w 7050940"/>
              <a:gd name="connsiteY31" fmla="*/ 1917937 h 4103460"/>
              <a:gd name="connsiteX32" fmla="*/ 2950086 w 7050940"/>
              <a:gd name="connsiteY32" fmla="*/ 2098518 h 4103460"/>
              <a:gd name="connsiteX33" fmla="*/ 2069553 w 7050940"/>
              <a:gd name="connsiteY33" fmla="*/ 2815467 h 4103460"/>
              <a:gd name="connsiteX34" fmla="*/ 1514986 w 7050940"/>
              <a:gd name="connsiteY34" fmla="*/ 3516545 h 4103460"/>
              <a:gd name="connsiteX35" fmla="*/ 625986 w 7050940"/>
              <a:gd name="connsiteY35" fmla="*/ 4061382 h 4103460"/>
              <a:gd name="connsiteX36" fmla="*/ 143385 w 7050940"/>
              <a:gd name="connsiteY36" fmla="*/ 4062631 h 4103460"/>
              <a:gd name="connsiteX37" fmla="*/ 41786 w 7050940"/>
              <a:gd name="connsiteY37" fmla="*/ 2827777 h 4103460"/>
              <a:gd name="connsiteX38" fmla="*/ 820719 w 7050940"/>
              <a:gd name="connsiteY38" fmla="*/ 1165652 h 4103460"/>
              <a:gd name="connsiteX0" fmla="*/ 820719 w 7050940"/>
              <a:gd name="connsiteY0" fmla="*/ 1165652 h 4103460"/>
              <a:gd name="connsiteX1" fmla="*/ 2387053 w 7050940"/>
              <a:gd name="connsiteY1" fmla="*/ 2094 h 4103460"/>
              <a:gd name="connsiteX2" fmla="*/ 3559686 w 7050940"/>
              <a:gd name="connsiteY2" fmla="*/ 1444771 h 4103460"/>
              <a:gd name="connsiteX3" fmla="*/ 4956686 w 7050940"/>
              <a:gd name="connsiteY3" fmla="*/ 1639505 h 4103460"/>
              <a:gd name="connsiteX4" fmla="*/ 5456219 w 7050940"/>
              <a:gd name="connsiteY4" fmla="*/ 1004505 h 4103460"/>
              <a:gd name="connsiteX5" fmla="*/ 6021370 w 7050940"/>
              <a:gd name="connsiteY5" fmla="*/ 902951 h 4103460"/>
              <a:gd name="connsiteX6" fmla="*/ 6451053 w 7050940"/>
              <a:gd name="connsiteY6" fmla="*/ 1158485 h 4103460"/>
              <a:gd name="connsiteX7" fmla="*/ 6612275 w 7050940"/>
              <a:gd name="connsiteY7" fmla="*/ 1353370 h 4103460"/>
              <a:gd name="connsiteX8" fmla="*/ 6764675 w 7050940"/>
              <a:gd name="connsiteY8" fmla="*/ 1433272 h 4103460"/>
              <a:gd name="connsiteX9" fmla="*/ 6878975 w 7050940"/>
              <a:gd name="connsiteY9" fmla="*/ 1404217 h 4103460"/>
              <a:gd name="connsiteX10" fmla="*/ 6908253 w 7050940"/>
              <a:gd name="connsiteY10" fmla="*/ 1260178 h 4103460"/>
              <a:gd name="connsiteX11" fmla="*/ 6878976 w 7050940"/>
              <a:gd name="connsiteY11" fmla="*/ 1120928 h 4103460"/>
              <a:gd name="connsiteX12" fmla="*/ 6809127 w 7050940"/>
              <a:gd name="connsiteY12" fmla="*/ 1033761 h 4103460"/>
              <a:gd name="connsiteX13" fmla="*/ 6764677 w 7050940"/>
              <a:gd name="connsiteY13" fmla="*/ 924803 h 4103460"/>
              <a:gd name="connsiteX14" fmla="*/ 6745627 w 7050940"/>
              <a:gd name="connsiteY14" fmla="*/ 757733 h 4103460"/>
              <a:gd name="connsiteX15" fmla="*/ 6891676 w 7050940"/>
              <a:gd name="connsiteY15" fmla="*/ 743208 h 4103460"/>
              <a:gd name="connsiteX16" fmla="*/ 7043719 w 7050940"/>
              <a:gd name="connsiteY16" fmla="*/ 756470 h 4103460"/>
              <a:gd name="connsiteX17" fmla="*/ 7025027 w 7050940"/>
              <a:gd name="connsiteY17" fmla="*/ 982913 h 4103460"/>
              <a:gd name="connsiteX18" fmla="*/ 6980577 w 7050940"/>
              <a:gd name="connsiteY18" fmla="*/ 1135454 h 4103460"/>
              <a:gd name="connsiteX19" fmla="*/ 6967876 w 7050940"/>
              <a:gd name="connsiteY19" fmla="*/ 1389689 h 4103460"/>
              <a:gd name="connsiteX20" fmla="*/ 6891676 w 7050940"/>
              <a:gd name="connsiteY20" fmla="*/ 1505912 h 4103460"/>
              <a:gd name="connsiteX21" fmla="*/ 6781253 w 7050940"/>
              <a:gd name="connsiteY21" fmla="*/ 1527504 h 4103460"/>
              <a:gd name="connsiteX22" fmla="*/ 6567468 w 7050940"/>
              <a:gd name="connsiteY22" fmla="*/ 1442743 h 4103460"/>
              <a:gd name="connsiteX23" fmla="*/ 6301126 w 7050940"/>
              <a:gd name="connsiteY23" fmla="*/ 1128188 h 4103460"/>
              <a:gd name="connsiteX24" fmla="*/ 6063703 w 7050940"/>
              <a:gd name="connsiteY24" fmla="*/ 1006957 h 4103460"/>
              <a:gd name="connsiteX25" fmla="*/ 5739853 w 7050940"/>
              <a:gd name="connsiteY25" fmla="*/ 987572 h 4103460"/>
              <a:gd name="connsiteX26" fmla="*/ 5557819 w 7050940"/>
              <a:gd name="connsiteY26" fmla="*/ 1063772 h 4103460"/>
              <a:gd name="connsiteX27" fmla="*/ 5439286 w 7050940"/>
              <a:gd name="connsiteY27" fmla="*/ 1182304 h 4103460"/>
              <a:gd name="connsiteX28" fmla="*/ 5227619 w 7050940"/>
              <a:gd name="connsiteY28" fmla="*/ 1563304 h 4103460"/>
              <a:gd name="connsiteX29" fmla="*/ 5049819 w 7050940"/>
              <a:gd name="connsiteY29" fmla="*/ 1715705 h 4103460"/>
              <a:gd name="connsiteX30" fmla="*/ 4685753 w 7050940"/>
              <a:gd name="connsiteY30" fmla="*/ 1880320 h 4103460"/>
              <a:gd name="connsiteX31" fmla="*/ 3911053 w 7050940"/>
              <a:gd name="connsiteY31" fmla="*/ 1917937 h 4103460"/>
              <a:gd name="connsiteX32" fmla="*/ 2950086 w 7050940"/>
              <a:gd name="connsiteY32" fmla="*/ 2098518 h 4103460"/>
              <a:gd name="connsiteX33" fmla="*/ 2069553 w 7050940"/>
              <a:gd name="connsiteY33" fmla="*/ 2815467 h 4103460"/>
              <a:gd name="connsiteX34" fmla="*/ 1514986 w 7050940"/>
              <a:gd name="connsiteY34" fmla="*/ 3516545 h 4103460"/>
              <a:gd name="connsiteX35" fmla="*/ 625986 w 7050940"/>
              <a:gd name="connsiteY35" fmla="*/ 4061382 h 4103460"/>
              <a:gd name="connsiteX36" fmla="*/ 143385 w 7050940"/>
              <a:gd name="connsiteY36" fmla="*/ 4062631 h 4103460"/>
              <a:gd name="connsiteX37" fmla="*/ 41786 w 7050940"/>
              <a:gd name="connsiteY37" fmla="*/ 2827777 h 4103460"/>
              <a:gd name="connsiteX38" fmla="*/ 820719 w 7050940"/>
              <a:gd name="connsiteY38" fmla="*/ 1165652 h 4103460"/>
              <a:gd name="connsiteX0" fmla="*/ 187895 w 7154716"/>
              <a:gd name="connsiteY0" fmla="*/ 2486123 h 4116439"/>
              <a:gd name="connsiteX1" fmla="*/ 2490829 w 7154716"/>
              <a:gd name="connsiteY1" fmla="*/ 15073 h 4116439"/>
              <a:gd name="connsiteX2" fmla="*/ 3663462 w 7154716"/>
              <a:gd name="connsiteY2" fmla="*/ 1457750 h 4116439"/>
              <a:gd name="connsiteX3" fmla="*/ 5060462 w 7154716"/>
              <a:gd name="connsiteY3" fmla="*/ 1652484 h 4116439"/>
              <a:gd name="connsiteX4" fmla="*/ 5559995 w 7154716"/>
              <a:gd name="connsiteY4" fmla="*/ 1017484 h 4116439"/>
              <a:gd name="connsiteX5" fmla="*/ 6125146 w 7154716"/>
              <a:gd name="connsiteY5" fmla="*/ 915930 h 4116439"/>
              <a:gd name="connsiteX6" fmla="*/ 6554829 w 7154716"/>
              <a:gd name="connsiteY6" fmla="*/ 1171464 h 4116439"/>
              <a:gd name="connsiteX7" fmla="*/ 6716051 w 7154716"/>
              <a:gd name="connsiteY7" fmla="*/ 1366349 h 4116439"/>
              <a:gd name="connsiteX8" fmla="*/ 6868451 w 7154716"/>
              <a:gd name="connsiteY8" fmla="*/ 1446251 h 4116439"/>
              <a:gd name="connsiteX9" fmla="*/ 6982751 w 7154716"/>
              <a:gd name="connsiteY9" fmla="*/ 1417196 h 4116439"/>
              <a:gd name="connsiteX10" fmla="*/ 7012029 w 7154716"/>
              <a:gd name="connsiteY10" fmla="*/ 1273157 h 4116439"/>
              <a:gd name="connsiteX11" fmla="*/ 6982752 w 7154716"/>
              <a:gd name="connsiteY11" fmla="*/ 1133907 h 4116439"/>
              <a:gd name="connsiteX12" fmla="*/ 6912903 w 7154716"/>
              <a:gd name="connsiteY12" fmla="*/ 1046740 h 4116439"/>
              <a:gd name="connsiteX13" fmla="*/ 6868453 w 7154716"/>
              <a:gd name="connsiteY13" fmla="*/ 937782 h 4116439"/>
              <a:gd name="connsiteX14" fmla="*/ 6849403 w 7154716"/>
              <a:gd name="connsiteY14" fmla="*/ 770712 h 4116439"/>
              <a:gd name="connsiteX15" fmla="*/ 6995452 w 7154716"/>
              <a:gd name="connsiteY15" fmla="*/ 756187 h 4116439"/>
              <a:gd name="connsiteX16" fmla="*/ 7147495 w 7154716"/>
              <a:gd name="connsiteY16" fmla="*/ 769449 h 4116439"/>
              <a:gd name="connsiteX17" fmla="*/ 7128803 w 7154716"/>
              <a:gd name="connsiteY17" fmla="*/ 995892 h 4116439"/>
              <a:gd name="connsiteX18" fmla="*/ 7084353 w 7154716"/>
              <a:gd name="connsiteY18" fmla="*/ 1148433 h 4116439"/>
              <a:gd name="connsiteX19" fmla="*/ 7071652 w 7154716"/>
              <a:gd name="connsiteY19" fmla="*/ 1402668 h 4116439"/>
              <a:gd name="connsiteX20" fmla="*/ 6995452 w 7154716"/>
              <a:gd name="connsiteY20" fmla="*/ 1518891 h 4116439"/>
              <a:gd name="connsiteX21" fmla="*/ 6885029 w 7154716"/>
              <a:gd name="connsiteY21" fmla="*/ 1540483 h 4116439"/>
              <a:gd name="connsiteX22" fmla="*/ 6671244 w 7154716"/>
              <a:gd name="connsiteY22" fmla="*/ 1455722 h 4116439"/>
              <a:gd name="connsiteX23" fmla="*/ 6404902 w 7154716"/>
              <a:gd name="connsiteY23" fmla="*/ 1141167 h 4116439"/>
              <a:gd name="connsiteX24" fmla="*/ 6167479 w 7154716"/>
              <a:gd name="connsiteY24" fmla="*/ 1019936 h 4116439"/>
              <a:gd name="connsiteX25" fmla="*/ 5843629 w 7154716"/>
              <a:gd name="connsiteY25" fmla="*/ 1000551 h 4116439"/>
              <a:gd name="connsiteX26" fmla="*/ 5661595 w 7154716"/>
              <a:gd name="connsiteY26" fmla="*/ 1076751 h 4116439"/>
              <a:gd name="connsiteX27" fmla="*/ 5543062 w 7154716"/>
              <a:gd name="connsiteY27" fmla="*/ 1195283 h 4116439"/>
              <a:gd name="connsiteX28" fmla="*/ 5331395 w 7154716"/>
              <a:gd name="connsiteY28" fmla="*/ 1576283 h 4116439"/>
              <a:gd name="connsiteX29" fmla="*/ 5153595 w 7154716"/>
              <a:gd name="connsiteY29" fmla="*/ 1728684 h 4116439"/>
              <a:gd name="connsiteX30" fmla="*/ 4789529 w 7154716"/>
              <a:gd name="connsiteY30" fmla="*/ 1893299 h 4116439"/>
              <a:gd name="connsiteX31" fmla="*/ 4014829 w 7154716"/>
              <a:gd name="connsiteY31" fmla="*/ 1930916 h 4116439"/>
              <a:gd name="connsiteX32" fmla="*/ 3053862 w 7154716"/>
              <a:gd name="connsiteY32" fmla="*/ 2111497 h 4116439"/>
              <a:gd name="connsiteX33" fmla="*/ 2173329 w 7154716"/>
              <a:gd name="connsiteY33" fmla="*/ 2828446 h 4116439"/>
              <a:gd name="connsiteX34" fmla="*/ 1618762 w 7154716"/>
              <a:gd name="connsiteY34" fmla="*/ 3529524 h 4116439"/>
              <a:gd name="connsiteX35" fmla="*/ 729762 w 7154716"/>
              <a:gd name="connsiteY35" fmla="*/ 4074361 h 4116439"/>
              <a:gd name="connsiteX36" fmla="*/ 247161 w 7154716"/>
              <a:gd name="connsiteY36" fmla="*/ 4075610 h 4116439"/>
              <a:gd name="connsiteX37" fmla="*/ 145562 w 7154716"/>
              <a:gd name="connsiteY37" fmla="*/ 2840756 h 4116439"/>
              <a:gd name="connsiteX38" fmla="*/ 187895 w 7154716"/>
              <a:gd name="connsiteY38" fmla="*/ 2486123 h 4116439"/>
              <a:gd name="connsiteX0" fmla="*/ 386103 w 7022724"/>
              <a:gd name="connsiteY0" fmla="*/ 2011139 h 4106341"/>
              <a:gd name="connsiteX1" fmla="*/ 2358837 w 7022724"/>
              <a:gd name="connsiteY1" fmla="*/ 4975 h 4106341"/>
              <a:gd name="connsiteX2" fmla="*/ 3531470 w 7022724"/>
              <a:gd name="connsiteY2" fmla="*/ 1447652 h 4106341"/>
              <a:gd name="connsiteX3" fmla="*/ 4928470 w 7022724"/>
              <a:gd name="connsiteY3" fmla="*/ 1642386 h 4106341"/>
              <a:gd name="connsiteX4" fmla="*/ 5428003 w 7022724"/>
              <a:gd name="connsiteY4" fmla="*/ 1007386 h 4106341"/>
              <a:gd name="connsiteX5" fmla="*/ 5993154 w 7022724"/>
              <a:gd name="connsiteY5" fmla="*/ 905832 h 4106341"/>
              <a:gd name="connsiteX6" fmla="*/ 6422837 w 7022724"/>
              <a:gd name="connsiteY6" fmla="*/ 1161366 h 4106341"/>
              <a:gd name="connsiteX7" fmla="*/ 6584059 w 7022724"/>
              <a:gd name="connsiteY7" fmla="*/ 1356251 h 4106341"/>
              <a:gd name="connsiteX8" fmla="*/ 6736459 w 7022724"/>
              <a:gd name="connsiteY8" fmla="*/ 1436153 h 4106341"/>
              <a:gd name="connsiteX9" fmla="*/ 6850759 w 7022724"/>
              <a:gd name="connsiteY9" fmla="*/ 1407098 h 4106341"/>
              <a:gd name="connsiteX10" fmla="*/ 6880037 w 7022724"/>
              <a:gd name="connsiteY10" fmla="*/ 1263059 h 4106341"/>
              <a:gd name="connsiteX11" fmla="*/ 6850760 w 7022724"/>
              <a:gd name="connsiteY11" fmla="*/ 1123809 h 4106341"/>
              <a:gd name="connsiteX12" fmla="*/ 6780911 w 7022724"/>
              <a:gd name="connsiteY12" fmla="*/ 1036642 h 4106341"/>
              <a:gd name="connsiteX13" fmla="*/ 6736461 w 7022724"/>
              <a:gd name="connsiteY13" fmla="*/ 927684 h 4106341"/>
              <a:gd name="connsiteX14" fmla="*/ 6717411 w 7022724"/>
              <a:gd name="connsiteY14" fmla="*/ 760614 h 4106341"/>
              <a:gd name="connsiteX15" fmla="*/ 6863460 w 7022724"/>
              <a:gd name="connsiteY15" fmla="*/ 746089 h 4106341"/>
              <a:gd name="connsiteX16" fmla="*/ 7015503 w 7022724"/>
              <a:gd name="connsiteY16" fmla="*/ 759351 h 4106341"/>
              <a:gd name="connsiteX17" fmla="*/ 6996811 w 7022724"/>
              <a:gd name="connsiteY17" fmla="*/ 985794 h 4106341"/>
              <a:gd name="connsiteX18" fmla="*/ 6952361 w 7022724"/>
              <a:gd name="connsiteY18" fmla="*/ 1138335 h 4106341"/>
              <a:gd name="connsiteX19" fmla="*/ 6939660 w 7022724"/>
              <a:gd name="connsiteY19" fmla="*/ 1392570 h 4106341"/>
              <a:gd name="connsiteX20" fmla="*/ 6863460 w 7022724"/>
              <a:gd name="connsiteY20" fmla="*/ 1508793 h 4106341"/>
              <a:gd name="connsiteX21" fmla="*/ 6753037 w 7022724"/>
              <a:gd name="connsiteY21" fmla="*/ 1530385 h 4106341"/>
              <a:gd name="connsiteX22" fmla="*/ 6539252 w 7022724"/>
              <a:gd name="connsiteY22" fmla="*/ 1445624 h 4106341"/>
              <a:gd name="connsiteX23" fmla="*/ 6272910 w 7022724"/>
              <a:gd name="connsiteY23" fmla="*/ 1131069 h 4106341"/>
              <a:gd name="connsiteX24" fmla="*/ 6035487 w 7022724"/>
              <a:gd name="connsiteY24" fmla="*/ 1009838 h 4106341"/>
              <a:gd name="connsiteX25" fmla="*/ 5711637 w 7022724"/>
              <a:gd name="connsiteY25" fmla="*/ 990453 h 4106341"/>
              <a:gd name="connsiteX26" fmla="*/ 5529603 w 7022724"/>
              <a:gd name="connsiteY26" fmla="*/ 1066653 h 4106341"/>
              <a:gd name="connsiteX27" fmla="*/ 5411070 w 7022724"/>
              <a:gd name="connsiteY27" fmla="*/ 1185185 h 4106341"/>
              <a:gd name="connsiteX28" fmla="*/ 5199403 w 7022724"/>
              <a:gd name="connsiteY28" fmla="*/ 1566185 h 4106341"/>
              <a:gd name="connsiteX29" fmla="*/ 5021603 w 7022724"/>
              <a:gd name="connsiteY29" fmla="*/ 1718586 h 4106341"/>
              <a:gd name="connsiteX30" fmla="*/ 4657537 w 7022724"/>
              <a:gd name="connsiteY30" fmla="*/ 1883201 h 4106341"/>
              <a:gd name="connsiteX31" fmla="*/ 3882837 w 7022724"/>
              <a:gd name="connsiteY31" fmla="*/ 1920818 h 4106341"/>
              <a:gd name="connsiteX32" fmla="*/ 2921870 w 7022724"/>
              <a:gd name="connsiteY32" fmla="*/ 2101399 h 4106341"/>
              <a:gd name="connsiteX33" fmla="*/ 2041337 w 7022724"/>
              <a:gd name="connsiteY33" fmla="*/ 2818348 h 4106341"/>
              <a:gd name="connsiteX34" fmla="*/ 1486770 w 7022724"/>
              <a:gd name="connsiteY34" fmla="*/ 3519426 h 4106341"/>
              <a:gd name="connsiteX35" fmla="*/ 597770 w 7022724"/>
              <a:gd name="connsiteY35" fmla="*/ 4064263 h 4106341"/>
              <a:gd name="connsiteX36" fmla="*/ 115169 w 7022724"/>
              <a:gd name="connsiteY36" fmla="*/ 4065512 h 4106341"/>
              <a:gd name="connsiteX37" fmla="*/ 13570 w 7022724"/>
              <a:gd name="connsiteY37" fmla="*/ 2830658 h 4106341"/>
              <a:gd name="connsiteX38" fmla="*/ 386103 w 7022724"/>
              <a:gd name="connsiteY38" fmla="*/ 2011139 h 4106341"/>
              <a:gd name="connsiteX0" fmla="*/ 223168 w 7075689"/>
              <a:gd name="connsiteY0" fmla="*/ 2456308 h 4115680"/>
              <a:gd name="connsiteX1" fmla="*/ 2411802 w 7075689"/>
              <a:gd name="connsiteY1" fmla="*/ 14314 h 4115680"/>
              <a:gd name="connsiteX2" fmla="*/ 3584435 w 7075689"/>
              <a:gd name="connsiteY2" fmla="*/ 1456991 h 4115680"/>
              <a:gd name="connsiteX3" fmla="*/ 4981435 w 7075689"/>
              <a:gd name="connsiteY3" fmla="*/ 1651725 h 4115680"/>
              <a:gd name="connsiteX4" fmla="*/ 5480968 w 7075689"/>
              <a:gd name="connsiteY4" fmla="*/ 1016725 h 4115680"/>
              <a:gd name="connsiteX5" fmla="*/ 6046119 w 7075689"/>
              <a:gd name="connsiteY5" fmla="*/ 915171 h 4115680"/>
              <a:gd name="connsiteX6" fmla="*/ 6475802 w 7075689"/>
              <a:gd name="connsiteY6" fmla="*/ 1170705 h 4115680"/>
              <a:gd name="connsiteX7" fmla="*/ 6637024 w 7075689"/>
              <a:gd name="connsiteY7" fmla="*/ 1365590 h 4115680"/>
              <a:gd name="connsiteX8" fmla="*/ 6789424 w 7075689"/>
              <a:gd name="connsiteY8" fmla="*/ 1445492 h 4115680"/>
              <a:gd name="connsiteX9" fmla="*/ 6903724 w 7075689"/>
              <a:gd name="connsiteY9" fmla="*/ 1416437 h 4115680"/>
              <a:gd name="connsiteX10" fmla="*/ 6933002 w 7075689"/>
              <a:gd name="connsiteY10" fmla="*/ 1272398 h 4115680"/>
              <a:gd name="connsiteX11" fmla="*/ 6903725 w 7075689"/>
              <a:gd name="connsiteY11" fmla="*/ 1133148 h 4115680"/>
              <a:gd name="connsiteX12" fmla="*/ 6833876 w 7075689"/>
              <a:gd name="connsiteY12" fmla="*/ 1045981 h 4115680"/>
              <a:gd name="connsiteX13" fmla="*/ 6789426 w 7075689"/>
              <a:gd name="connsiteY13" fmla="*/ 937023 h 4115680"/>
              <a:gd name="connsiteX14" fmla="*/ 6770376 w 7075689"/>
              <a:gd name="connsiteY14" fmla="*/ 769953 h 4115680"/>
              <a:gd name="connsiteX15" fmla="*/ 6916425 w 7075689"/>
              <a:gd name="connsiteY15" fmla="*/ 755428 h 4115680"/>
              <a:gd name="connsiteX16" fmla="*/ 7068468 w 7075689"/>
              <a:gd name="connsiteY16" fmla="*/ 768690 h 4115680"/>
              <a:gd name="connsiteX17" fmla="*/ 7049776 w 7075689"/>
              <a:gd name="connsiteY17" fmla="*/ 995133 h 4115680"/>
              <a:gd name="connsiteX18" fmla="*/ 7005326 w 7075689"/>
              <a:gd name="connsiteY18" fmla="*/ 1147674 h 4115680"/>
              <a:gd name="connsiteX19" fmla="*/ 6992625 w 7075689"/>
              <a:gd name="connsiteY19" fmla="*/ 1401909 h 4115680"/>
              <a:gd name="connsiteX20" fmla="*/ 6916425 w 7075689"/>
              <a:gd name="connsiteY20" fmla="*/ 1518132 h 4115680"/>
              <a:gd name="connsiteX21" fmla="*/ 6806002 w 7075689"/>
              <a:gd name="connsiteY21" fmla="*/ 1539724 h 4115680"/>
              <a:gd name="connsiteX22" fmla="*/ 6592217 w 7075689"/>
              <a:gd name="connsiteY22" fmla="*/ 1454963 h 4115680"/>
              <a:gd name="connsiteX23" fmla="*/ 6325875 w 7075689"/>
              <a:gd name="connsiteY23" fmla="*/ 1140408 h 4115680"/>
              <a:gd name="connsiteX24" fmla="*/ 6088452 w 7075689"/>
              <a:gd name="connsiteY24" fmla="*/ 1019177 h 4115680"/>
              <a:gd name="connsiteX25" fmla="*/ 5764602 w 7075689"/>
              <a:gd name="connsiteY25" fmla="*/ 999792 h 4115680"/>
              <a:gd name="connsiteX26" fmla="*/ 5582568 w 7075689"/>
              <a:gd name="connsiteY26" fmla="*/ 1075992 h 4115680"/>
              <a:gd name="connsiteX27" fmla="*/ 5464035 w 7075689"/>
              <a:gd name="connsiteY27" fmla="*/ 1194524 h 4115680"/>
              <a:gd name="connsiteX28" fmla="*/ 5252368 w 7075689"/>
              <a:gd name="connsiteY28" fmla="*/ 1575524 h 4115680"/>
              <a:gd name="connsiteX29" fmla="*/ 5074568 w 7075689"/>
              <a:gd name="connsiteY29" fmla="*/ 1727925 h 4115680"/>
              <a:gd name="connsiteX30" fmla="*/ 4710502 w 7075689"/>
              <a:gd name="connsiteY30" fmla="*/ 1892540 h 4115680"/>
              <a:gd name="connsiteX31" fmla="*/ 3935802 w 7075689"/>
              <a:gd name="connsiteY31" fmla="*/ 1930157 h 4115680"/>
              <a:gd name="connsiteX32" fmla="*/ 2974835 w 7075689"/>
              <a:gd name="connsiteY32" fmla="*/ 2110738 h 4115680"/>
              <a:gd name="connsiteX33" fmla="*/ 2094302 w 7075689"/>
              <a:gd name="connsiteY33" fmla="*/ 2827687 h 4115680"/>
              <a:gd name="connsiteX34" fmla="*/ 1539735 w 7075689"/>
              <a:gd name="connsiteY34" fmla="*/ 3528765 h 4115680"/>
              <a:gd name="connsiteX35" fmla="*/ 650735 w 7075689"/>
              <a:gd name="connsiteY35" fmla="*/ 4073602 h 4115680"/>
              <a:gd name="connsiteX36" fmla="*/ 168134 w 7075689"/>
              <a:gd name="connsiteY36" fmla="*/ 4074851 h 4115680"/>
              <a:gd name="connsiteX37" fmla="*/ 66535 w 7075689"/>
              <a:gd name="connsiteY37" fmla="*/ 2839997 h 4115680"/>
              <a:gd name="connsiteX38" fmla="*/ 223168 w 7075689"/>
              <a:gd name="connsiteY38" fmla="*/ 2456308 h 4115680"/>
              <a:gd name="connsiteX0" fmla="*/ 159332 w 7011853"/>
              <a:gd name="connsiteY0" fmla="*/ 2456308 h 4115680"/>
              <a:gd name="connsiteX1" fmla="*/ 2347966 w 7011853"/>
              <a:gd name="connsiteY1" fmla="*/ 14314 h 4115680"/>
              <a:gd name="connsiteX2" fmla="*/ 3520599 w 7011853"/>
              <a:gd name="connsiteY2" fmla="*/ 1456991 h 4115680"/>
              <a:gd name="connsiteX3" fmla="*/ 4917599 w 7011853"/>
              <a:gd name="connsiteY3" fmla="*/ 1651725 h 4115680"/>
              <a:gd name="connsiteX4" fmla="*/ 5417132 w 7011853"/>
              <a:gd name="connsiteY4" fmla="*/ 1016725 h 4115680"/>
              <a:gd name="connsiteX5" fmla="*/ 5982283 w 7011853"/>
              <a:gd name="connsiteY5" fmla="*/ 915171 h 4115680"/>
              <a:gd name="connsiteX6" fmla="*/ 6411966 w 7011853"/>
              <a:gd name="connsiteY6" fmla="*/ 1170705 h 4115680"/>
              <a:gd name="connsiteX7" fmla="*/ 6573188 w 7011853"/>
              <a:gd name="connsiteY7" fmla="*/ 1365590 h 4115680"/>
              <a:gd name="connsiteX8" fmla="*/ 6725588 w 7011853"/>
              <a:gd name="connsiteY8" fmla="*/ 1445492 h 4115680"/>
              <a:gd name="connsiteX9" fmla="*/ 6839888 w 7011853"/>
              <a:gd name="connsiteY9" fmla="*/ 1416437 h 4115680"/>
              <a:gd name="connsiteX10" fmla="*/ 6869166 w 7011853"/>
              <a:gd name="connsiteY10" fmla="*/ 1272398 h 4115680"/>
              <a:gd name="connsiteX11" fmla="*/ 6839889 w 7011853"/>
              <a:gd name="connsiteY11" fmla="*/ 1133148 h 4115680"/>
              <a:gd name="connsiteX12" fmla="*/ 6770040 w 7011853"/>
              <a:gd name="connsiteY12" fmla="*/ 1045981 h 4115680"/>
              <a:gd name="connsiteX13" fmla="*/ 6725590 w 7011853"/>
              <a:gd name="connsiteY13" fmla="*/ 937023 h 4115680"/>
              <a:gd name="connsiteX14" fmla="*/ 6706540 w 7011853"/>
              <a:gd name="connsiteY14" fmla="*/ 769953 h 4115680"/>
              <a:gd name="connsiteX15" fmla="*/ 6852589 w 7011853"/>
              <a:gd name="connsiteY15" fmla="*/ 755428 h 4115680"/>
              <a:gd name="connsiteX16" fmla="*/ 7004632 w 7011853"/>
              <a:gd name="connsiteY16" fmla="*/ 768690 h 4115680"/>
              <a:gd name="connsiteX17" fmla="*/ 6985940 w 7011853"/>
              <a:gd name="connsiteY17" fmla="*/ 995133 h 4115680"/>
              <a:gd name="connsiteX18" fmla="*/ 6941490 w 7011853"/>
              <a:gd name="connsiteY18" fmla="*/ 1147674 h 4115680"/>
              <a:gd name="connsiteX19" fmla="*/ 6928789 w 7011853"/>
              <a:gd name="connsiteY19" fmla="*/ 1401909 h 4115680"/>
              <a:gd name="connsiteX20" fmla="*/ 6852589 w 7011853"/>
              <a:gd name="connsiteY20" fmla="*/ 1518132 h 4115680"/>
              <a:gd name="connsiteX21" fmla="*/ 6742166 w 7011853"/>
              <a:gd name="connsiteY21" fmla="*/ 1539724 h 4115680"/>
              <a:gd name="connsiteX22" fmla="*/ 6528381 w 7011853"/>
              <a:gd name="connsiteY22" fmla="*/ 1454963 h 4115680"/>
              <a:gd name="connsiteX23" fmla="*/ 6262039 w 7011853"/>
              <a:gd name="connsiteY23" fmla="*/ 1140408 h 4115680"/>
              <a:gd name="connsiteX24" fmla="*/ 6024616 w 7011853"/>
              <a:gd name="connsiteY24" fmla="*/ 1019177 h 4115680"/>
              <a:gd name="connsiteX25" fmla="*/ 5700766 w 7011853"/>
              <a:gd name="connsiteY25" fmla="*/ 999792 h 4115680"/>
              <a:gd name="connsiteX26" fmla="*/ 5518732 w 7011853"/>
              <a:gd name="connsiteY26" fmla="*/ 1075992 h 4115680"/>
              <a:gd name="connsiteX27" fmla="*/ 5400199 w 7011853"/>
              <a:gd name="connsiteY27" fmla="*/ 1194524 h 4115680"/>
              <a:gd name="connsiteX28" fmla="*/ 5188532 w 7011853"/>
              <a:gd name="connsiteY28" fmla="*/ 1575524 h 4115680"/>
              <a:gd name="connsiteX29" fmla="*/ 5010732 w 7011853"/>
              <a:gd name="connsiteY29" fmla="*/ 1727925 h 4115680"/>
              <a:gd name="connsiteX30" fmla="*/ 4646666 w 7011853"/>
              <a:gd name="connsiteY30" fmla="*/ 1892540 h 4115680"/>
              <a:gd name="connsiteX31" fmla="*/ 3871966 w 7011853"/>
              <a:gd name="connsiteY31" fmla="*/ 1930157 h 4115680"/>
              <a:gd name="connsiteX32" fmla="*/ 2910999 w 7011853"/>
              <a:gd name="connsiteY32" fmla="*/ 2110738 h 4115680"/>
              <a:gd name="connsiteX33" fmla="*/ 2030466 w 7011853"/>
              <a:gd name="connsiteY33" fmla="*/ 2827687 h 4115680"/>
              <a:gd name="connsiteX34" fmla="*/ 1475899 w 7011853"/>
              <a:gd name="connsiteY34" fmla="*/ 3528765 h 4115680"/>
              <a:gd name="connsiteX35" fmla="*/ 586899 w 7011853"/>
              <a:gd name="connsiteY35" fmla="*/ 4073602 h 4115680"/>
              <a:gd name="connsiteX36" fmla="*/ 104298 w 7011853"/>
              <a:gd name="connsiteY36" fmla="*/ 4074851 h 4115680"/>
              <a:gd name="connsiteX37" fmla="*/ 2699 w 7011853"/>
              <a:gd name="connsiteY37" fmla="*/ 2839997 h 4115680"/>
              <a:gd name="connsiteX38" fmla="*/ 159332 w 7011853"/>
              <a:gd name="connsiteY38" fmla="*/ 2456308 h 4115680"/>
              <a:gd name="connsiteX0" fmla="*/ 157927 w 7010448"/>
              <a:gd name="connsiteY0" fmla="*/ 2456308 h 4115680"/>
              <a:gd name="connsiteX1" fmla="*/ 2346561 w 7010448"/>
              <a:gd name="connsiteY1" fmla="*/ 14314 h 4115680"/>
              <a:gd name="connsiteX2" fmla="*/ 3519194 w 7010448"/>
              <a:gd name="connsiteY2" fmla="*/ 1456991 h 4115680"/>
              <a:gd name="connsiteX3" fmla="*/ 4916194 w 7010448"/>
              <a:gd name="connsiteY3" fmla="*/ 1651725 h 4115680"/>
              <a:gd name="connsiteX4" fmla="*/ 5415727 w 7010448"/>
              <a:gd name="connsiteY4" fmla="*/ 1016725 h 4115680"/>
              <a:gd name="connsiteX5" fmla="*/ 5980878 w 7010448"/>
              <a:gd name="connsiteY5" fmla="*/ 915171 h 4115680"/>
              <a:gd name="connsiteX6" fmla="*/ 6410561 w 7010448"/>
              <a:gd name="connsiteY6" fmla="*/ 1170705 h 4115680"/>
              <a:gd name="connsiteX7" fmla="*/ 6571783 w 7010448"/>
              <a:gd name="connsiteY7" fmla="*/ 1365590 h 4115680"/>
              <a:gd name="connsiteX8" fmla="*/ 6724183 w 7010448"/>
              <a:gd name="connsiteY8" fmla="*/ 1445492 h 4115680"/>
              <a:gd name="connsiteX9" fmla="*/ 6838483 w 7010448"/>
              <a:gd name="connsiteY9" fmla="*/ 1416437 h 4115680"/>
              <a:gd name="connsiteX10" fmla="*/ 6867761 w 7010448"/>
              <a:gd name="connsiteY10" fmla="*/ 1272398 h 4115680"/>
              <a:gd name="connsiteX11" fmla="*/ 6838484 w 7010448"/>
              <a:gd name="connsiteY11" fmla="*/ 1133148 h 4115680"/>
              <a:gd name="connsiteX12" fmla="*/ 6768635 w 7010448"/>
              <a:gd name="connsiteY12" fmla="*/ 1045981 h 4115680"/>
              <a:gd name="connsiteX13" fmla="*/ 6724185 w 7010448"/>
              <a:gd name="connsiteY13" fmla="*/ 937023 h 4115680"/>
              <a:gd name="connsiteX14" fmla="*/ 6705135 w 7010448"/>
              <a:gd name="connsiteY14" fmla="*/ 769953 h 4115680"/>
              <a:gd name="connsiteX15" fmla="*/ 6851184 w 7010448"/>
              <a:gd name="connsiteY15" fmla="*/ 755428 h 4115680"/>
              <a:gd name="connsiteX16" fmla="*/ 7003227 w 7010448"/>
              <a:gd name="connsiteY16" fmla="*/ 768690 h 4115680"/>
              <a:gd name="connsiteX17" fmla="*/ 6984535 w 7010448"/>
              <a:gd name="connsiteY17" fmla="*/ 995133 h 4115680"/>
              <a:gd name="connsiteX18" fmla="*/ 6940085 w 7010448"/>
              <a:gd name="connsiteY18" fmla="*/ 1147674 h 4115680"/>
              <a:gd name="connsiteX19" fmla="*/ 6927384 w 7010448"/>
              <a:gd name="connsiteY19" fmla="*/ 1401909 h 4115680"/>
              <a:gd name="connsiteX20" fmla="*/ 6851184 w 7010448"/>
              <a:gd name="connsiteY20" fmla="*/ 1518132 h 4115680"/>
              <a:gd name="connsiteX21" fmla="*/ 6740761 w 7010448"/>
              <a:gd name="connsiteY21" fmla="*/ 1539724 h 4115680"/>
              <a:gd name="connsiteX22" fmla="*/ 6526976 w 7010448"/>
              <a:gd name="connsiteY22" fmla="*/ 1454963 h 4115680"/>
              <a:gd name="connsiteX23" fmla="*/ 6260634 w 7010448"/>
              <a:gd name="connsiteY23" fmla="*/ 1140408 h 4115680"/>
              <a:gd name="connsiteX24" fmla="*/ 6023211 w 7010448"/>
              <a:gd name="connsiteY24" fmla="*/ 1019177 h 4115680"/>
              <a:gd name="connsiteX25" fmla="*/ 5699361 w 7010448"/>
              <a:gd name="connsiteY25" fmla="*/ 999792 h 4115680"/>
              <a:gd name="connsiteX26" fmla="*/ 5517327 w 7010448"/>
              <a:gd name="connsiteY26" fmla="*/ 1075992 h 4115680"/>
              <a:gd name="connsiteX27" fmla="*/ 5398794 w 7010448"/>
              <a:gd name="connsiteY27" fmla="*/ 1194524 h 4115680"/>
              <a:gd name="connsiteX28" fmla="*/ 5187127 w 7010448"/>
              <a:gd name="connsiteY28" fmla="*/ 1575524 h 4115680"/>
              <a:gd name="connsiteX29" fmla="*/ 5009327 w 7010448"/>
              <a:gd name="connsiteY29" fmla="*/ 1727925 h 4115680"/>
              <a:gd name="connsiteX30" fmla="*/ 4645261 w 7010448"/>
              <a:gd name="connsiteY30" fmla="*/ 1892540 h 4115680"/>
              <a:gd name="connsiteX31" fmla="*/ 3870561 w 7010448"/>
              <a:gd name="connsiteY31" fmla="*/ 1930157 h 4115680"/>
              <a:gd name="connsiteX32" fmla="*/ 2909594 w 7010448"/>
              <a:gd name="connsiteY32" fmla="*/ 2110738 h 4115680"/>
              <a:gd name="connsiteX33" fmla="*/ 2029061 w 7010448"/>
              <a:gd name="connsiteY33" fmla="*/ 2827687 h 4115680"/>
              <a:gd name="connsiteX34" fmla="*/ 1474494 w 7010448"/>
              <a:gd name="connsiteY34" fmla="*/ 3528765 h 4115680"/>
              <a:gd name="connsiteX35" fmla="*/ 585494 w 7010448"/>
              <a:gd name="connsiteY35" fmla="*/ 4073602 h 4115680"/>
              <a:gd name="connsiteX36" fmla="*/ 102893 w 7010448"/>
              <a:gd name="connsiteY36" fmla="*/ 4074851 h 4115680"/>
              <a:gd name="connsiteX37" fmla="*/ 1294 w 7010448"/>
              <a:gd name="connsiteY37" fmla="*/ 2839997 h 4115680"/>
              <a:gd name="connsiteX38" fmla="*/ 157927 w 7010448"/>
              <a:gd name="connsiteY38" fmla="*/ 2456308 h 4115680"/>
              <a:gd name="connsiteX0" fmla="*/ 92117 w 7033538"/>
              <a:gd name="connsiteY0" fmla="*/ 2456308 h 4115680"/>
              <a:gd name="connsiteX1" fmla="*/ 2369651 w 7033538"/>
              <a:gd name="connsiteY1" fmla="*/ 14314 h 4115680"/>
              <a:gd name="connsiteX2" fmla="*/ 3542284 w 7033538"/>
              <a:gd name="connsiteY2" fmla="*/ 1456991 h 4115680"/>
              <a:gd name="connsiteX3" fmla="*/ 4939284 w 7033538"/>
              <a:gd name="connsiteY3" fmla="*/ 1651725 h 4115680"/>
              <a:gd name="connsiteX4" fmla="*/ 5438817 w 7033538"/>
              <a:gd name="connsiteY4" fmla="*/ 1016725 h 4115680"/>
              <a:gd name="connsiteX5" fmla="*/ 6003968 w 7033538"/>
              <a:gd name="connsiteY5" fmla="*/ 915171 h 4115680"/>
              <a:gd name="connsiteX6" fmla="*/ 6433651 w 7033538"/>
              <a:gd name="connsiteY6" fmla="*/ 1170705 h 4115680"/>
              <a:gd name="connsiteX7" fmla="*/ 6594873 w 7033538"/>
              <a:gd name="connsiteY7" fmla="*/ 1365590 h 4115680"/>
              <a:gd name="connsiteX8" fmla="*/ 6747273 w 7033538"/>
              <a:gd name="connsiteY8" fmla="*/ 1445492 h 4115680"/>
              <a:gd name="connsiteX9" fmla="*/ 6861573 w 7033538"/>
              <a:gd name="connsiteY9" fmla="*/ 1416437 h 4115680"/>
              <a:gd name="connsiteX10" fmla="*/ 6890851 w 7033538"/>
              <a:gd name="connsiteY10" fmla="*/ 1272398 h 4115680"/>
              <a:gd name="connsiteX11" fmla="*/ 6861574 w 7033538"/>
              <a:gd name="connsiteY11" fmla="*/ 1133148 h 4115680"/>
              <a:gd name="connsiteX12" fmla="*/ 6791725 w 7033538"/>
              <a:gd name="connsiteY12" fmla="*/ 1045981 h 4115680"/>
              <a:gd name="connsiteX13" fmla="*/ 6747275 w 7033538"/>
              <a:gd name="connsiteY13" fmla="*/ 937023 h 4115680"/>
              <a:gd name="connsiteX14" fmla="*/ 6728225 w 7033538"/>
              <a:gd name="connsiteY14" fmla="*/ 769953 h 4115680"/>
              <a:gd name="connsiteX15" fmla="*/ 6874274 w 7033538"/>
              <a:gd name="connsiteY15" fmla="*/ 755428 h 4115680"/>
              <a:gd name="connsiteX16" fmla="*/ 7026317 w 7033538"/>
              <a:gd name="connsiteY16" fmla="*/ 768690 h 4115680"/>
              <a:gd name="connsiteX17" fmla="*/ 7007625 w 7033538"/>
              <a:gd name="connsiteY17" fmla="*/ 995133 h 4115680"/>
              <a:gd name="connsiteX18" fmla="*/ 6963175 w 7033538"/>
              <a:gd name="connsiteY18" fmla="*/ 1147674 h 4115680"/>
              <a:gd name="connsiteX19" fmla="*/ 6950474 w 7033538"/>
              <a:gd name="connsiteY19" fmla="*/ 1401909 h 4115680"/>
              <a:gd name="connsiteX20" fmla="*/ 6874274 w 7033538"/>
              <a:gd name="connsiteY20" fmla="*/ 1518132 h 4115680"/>
              <a:gd name="connsiteX21" fmla="*/ 6763851 w 7033538"/>
              <a:gd name="connsiteY21" fmla="*/ 1539724 h 4115680"/>
              <a:gd name="connsiteX22" fmla="*/ 6550066 w 7033538"/>
              <a:gd name="connsiteY22" fmla="*/ 1454963 h 4115680"/>
              <a:gd name="connsiteX23" fmla="*/ 6283724 w 7033538"/>
              <a:gd name="connsiteY23" fmla="*/ 1140408 h 4115680"/>
              <a:gd name="connsiteX24" fmla="*/ 6046301 w 7033538"/>
              <a:gd name="connsiteY24" fmla="*/ 1019177 h 4115680"/>
              <a:gd name="connsiteX25" fmla="*/ 5722451 w 7033538"/>
              <a:gd name="connsiteY25" fmla="*/ 999792 h 4115680"/>
              <a:gd name="connsiteX26" fmla="*/ 5540417 w 7033538"/>
              <a:gd name="connsiteY26" fmla="*/ 1075992 h 4115680"/>
              <a:gd name="connsiteX27" fmla="*/ 5421884 w 7033538"/>
              <a:gd name="connsiteY27" fmla="*/ 1194524 h 4115680"/>
              <a:gd name="connsiteX28" fmla="*/ 5210217 w 7033538"/>
              <a:gd name="connsiteY28" fmla="*/ 1575524 h 4115680"/>
              <a:gd name="connsiteX29" fmla="*/ 5032417 w 7033538"/>
              <a:gd name="connsiteY29" fmla="*/ 1727925 h 4115680"/>
              <a:gd name="connsiteX30" fmla="*/ 4668351 w 7033538"/>
              <a:gd name="connsiteY30" fmla="*/ 1892540 h 4115680"/>
              <a:gd name="connsiteX31" fmla="*/ 3893651 w 7033538"/>
              <a:gd name="connsiteY31" fmla="*/ 1930157 h 4115680"/>
              <a:gd name="connsiteX32" fmla="*/ 2932684 w 7033538"/>
              <a:gd name="connsiteY32" fmla="*/ 2110738 h 4115680"/>
              <a:gd name="connsiteX33" fmla="*/ 2052151 w 7033538"/>
              <a:gd name="connsiteY33" fmla="*/ 2827687 h 4115680"/>
              <a:gd name="connsiteX34" fmla="*/ 1497584 w 7033538"/>
              <a:gd name="connsiteY34" fmla="*/ 3528765 h 4115680"/>
              <a:gd name="connsiteX35" fmla="*/ 608584 w 7033538"/>
              <a:gd name="connsiteY35" fmla="*/ 4073602 h 4115680"/>
              <a:gd name="connsiteX36" fmla="*/ 125983 w 7033538"/>
              <a:gd name="connsiteY36" fmla="*/ 4074851 h 4115680"/>
              <a:gd name="connsiteX37" fmla="*/ 24384 w 7033538"/>
              <a:gd name="connsiteY37" fmla="*/ 2839997 h 4115680"/>
              <a:gd name="connsiteX38" fmla="*/ 92117 w 7033538"/>
              <a:gd name="connsiteY38" fmla="*/ 2456308 h 4115680"/>
              <a:gd name="connsiteX0" fmla="*/ 92117 w 7033538"/>
              <a:gd name="connsiteY0" fmla="*/ 2501035 h 4116824"/>
              <a:gd name="connsiteX1" fmla="*/ 2369651 w 7033538"/>
              <a:gd name="connsiteY1" fmla="*/ 15458 h 4116824"/>
              <a:gd name="connsiteX2" fmla="*/ 3542284 w 7033538"/>
              <a:gd name="connsiteY2" fmla="*/ 1458135 h 4116824"/>
              <a:gd name="connsiteX3" fmla="*/ 4939284 w 7033538"/>
              <a:gd name="connsiteY3" fmla="*/ 1652869 h 4116824"/>
              <a:gd name="connsiteX4" fmla="*/ 5438817 w 7033538"/>
              <a:gd name="connsiteY4" fmla="*/ 1017869 h 4116824"/>
              <a:gd name="connsiteX5" fmla="*/ 6003968 w 7033538"/>
              <a:gd name="connsiteY5" fmla="*/ 916315 h 4116824"/>
              <a:gd name="connsiteX6" fmla="*/ 6433651 w 7033538"/>
              <a:gd name="connsiteY6" fmla="*/ 1171849 h 4116824"/>
              <a:gd name="connsiteX7" fmla="*/ 6594873 w 7033538"/>
              <a:gd name="connsiteY7" fmla="*/ 1366734 h 4116824"/>
              <a:gd name="connsiteX8" fmla="*/ 6747273 w 7033538"/>
              <a:gd name="connsiteY8" fmla="*/ 1446636 h 4116824"/>
              <a:gd name="connsiteX9" fmla="*/ 6861573 w 7033538"/>
              <a:gd name="connsiteY9" fmla="*/ 1417581 h 4116824"/>
              <a:gd name="connsiteX10" fmla="*/ 6890851 w 7033538"/>
              <a:gd name="connsiteY10" fmla="*/ 1273542 h 4116824"/>
              <a:gd name="connsiteX11" fmla="*/ 6861574 w 7033538"/>
              <a:gd name="connsiteY11" fmla="*/ 1134292 h 4116824"/>
              <a:gd name="connsiteX12" fmla="*/ 6791725 w 7033538"/>
              <a:gd name="connsiteY12" fmla="*/ 1047125 h 4116824"/>
              <a:gd name="connsiteX13" fmla="*/ 6747275 w 7033538"/>
              <a:gd name="connsiteY13" fmla="*/ 938167 h 4116824"/>
              <a:gd name="connsiteX14" fmla="*/ 6728225 w 7033538"/>
              <a:gd name="connsiteY14" fmla="*/ 771097 h 4116824"/>
              <a:gd name="connsiteX15" fmla="*/ 6874274 w 7033538"/>
              <a:gd name="connsiteY15" fmla="*/ 756572 h 4116824"/>
              <a:gd name="connsiteX16" fmla="*/ 7026317 w 7033538"/>
              <a:gd name="connsiteY16" fmla="*/ 769834 h 4116824"/>
              <a:gd name="connsiteX17" fmla="*/ 7007625 w 7033538"/>
              <a:gd name="connsiteY17" fmla="*/ 996277 h 4116824"/>
              <a:gd name="connsiteX18" fmla="*/ 6963175 w 7033538"/>
              <a:gd name="connsiteY18" fmla="*/ 1148818 h 4116824"/>
              <a:gd name="connsiteX19" fmla="*/ 6950474 w 7033538"/>
              <a:gd name="connsiteY19" fmla="*/ 1403053 h 4116824"/>
              <a:gd name="connsiteX20" fmla="*/ 6874274 w 7033538"/>
              <a:gd name="connsiteY20" fmla="*/ 1519276 h 4116824"/>
              <a:gd name="connsiteX21" fmla="*/ 6763851 w 7033538"/>
              <a:gd name="connsiteY21" fmla="*/ 1540868 h 4116824"/>
              <a:gd name="connsiteX22" fmla="*/ 6550066 w 7033538"/>
              <a:gd name="connsiteY22" fmla="*/ 1456107 h 4116824"/>
              <a:gd name="connsiteX23" fmla="*/ 6283724 w 7033538"/>
              <a:gd name="connsiteY23" fmla="*/ 1141552 h 4116824"/>
              <a:gd name="connsiteX24" fmla="*/ 6046301 w 7033538"/>
              <a:gd name="connsiteY24" fmla="*/ 1020321 h 4116824"/>
              <a:gd name="connsiteX25" fmla="*/ 5722451 w 7033538"/>
              <a:gd name="connsiteY25" fmla="*/ 1000936 h 4116824"/>
              <a:gd name="connsiteX26" fmla="*/ 5540417 w 7033538"/>
              <a:gd name="connsiteY26" fmla="*/ 1077136 h 4116824"/>
              <a:gd name="connsiteX27" fmla="*/ 5421884 w 7033538"/>
              <a:gd name="connsiteY27" fmla="*/ 1195668 h 4116824"/>
              <a:gd name="connsiteX28" fmla="*/ 5210217 w 7033538"/>
              <a:gd name="connsiteY28" fmla="*/ 1576668 h 4116824"/>
              <a:gd name="connsiteX29" fmla="*/ 5032417 w 7033538"/>
              <a:gd name="connsiteY29" fmla="*/ 1729069 h 4116824"/>
              <a:gd name="connsiteX30" fmla="*/ 4668351 w 7033538"/>
              <a:gd name="connsiteY30" fmla="*/ 1893684 h 4116824"/>
              <a:gd name="connsiteX31" fmla="*/ 3893651 w 7033538"/>
              <a:gd name="connsiteY31" fmla="*/ 1931301 h 4116824"/>
              <a:gd name="connsiteX32" fmla="*/ 2932684 w 7033538"/>
              <a:gd name="connsiteY32" fmla="*/ 2111882 h 4116824"/>
              <a:gd name="connsiteX33" fmla="*/ 2052151 w 7033538"/>
              <a:gd name="connsiteY33" fmla="*/ 2828831 h 4116824"/>
              <a:gd name="connsiteX34" fmla="*/ 1497584 w 7033538"/>
              <a:gd name="connsiteY34" fmla="*/ 3529909 h 4116824"/>
              <a:gd name="connsiteX35" fmla="*/ 608584 w 7033538"/>
              <a:gd name="connsiteY35" fmla="*/ 4074746 h 4116824"/>
              <a:gd name="connsiteX36" fmla="*/ 125983 w 7033538"/>
              <a:gd name="connsiteY36" fmla="*/ 4075995 h 4116824"/>
              <a:gd name="connsiteX37" fmla="*/ 24384 w 7033538"/>
              <a:gd name="connsiteY37" fmla="*/ 2841141 h 4116824"/>
              <a:gd name="connsiteX38" fmla="*/ 92117 w 7033538"/>
              <a:gd name="connsiteY38" fmla="*/ 2501035 h 4116824"/>
              <a:gd name="connsiteX0" fmla="*/ 68304 w 7009725"/>
              <a:gd name="connsiteY0" fmla="*/ 2499669 h 4115458"/>
              <a:gd name="connsiteX1" fmla="*/ 217529 w 7009725"/>
              <a:gd name="connsiteY1" fmla="*/ 2447461 h 4115458"/>
              <a:gd name="connsiteX2" fmla="*/ 2345838 w 7009725"/>
              <a:gd name="connsiteY2" fmla="*/ 14092 h 4115458"/>
              <a:gd name="connsiteX3" fmla="*/ 3518471 w 7009725"/>
              <a:gd name="connsiteY3" fmla="*/ 1456769 h 4115458"/>
              <a:gd name="connsiteX4" fmla="*/ 4915471 w 7009725"/>
              <a:gd name="connsiteY4" fmla="*/ 1651503 h 4115458"/>
              <a:gd name="connsiteX5" fmla="*/ 5415004 w 7009725"/>
              <a:gd name="connsiteY5" fmla="*/ 1016503 h 4115458"/>
              <a:gd name="connsiteX6" fmla="*/ 5980155 w 7009725"/>
              <a:gd name="connsiteY6" fmla="*/ 914949 h 4115458"/>
              <a:gd name="connsiteX7" fmla="*/ 6409838 w 7009725"/>
              <a:gd name="connsiteY7" fmla="*/ 1170483 h 4115458"/>
              <a:gd name="connsiteX8" fmla="*/ 6571060 w 7009725"/>
              <a:gd name="connsiteY8" fmla="*/ 1365368 h 4115458"/>
              <a:gd name="connsiteX9" fmla="*/ 6723460 w 7009725"/>
              <a:gd name="connsiteY9" fmla="*/ 1445270 h 4115458"/>
              <a:gd name="connsiteX10" fmla="*/ 6837760 w 7009725"/>
              <a:gd name="connsiteY10" fmla="*/ 1416215 h 4115458"/>
              <a:gd name="connsiteX11" fmla="*/ 6867038 w 7009725"/>
              <a:gd name="connsiteY11" fmla="*/ 1272176 h 4115458"/>
              <a:gd name="connsiteX12" fmla="*/ 6837761 w 7009725"/>
              <a:gd name="connsiteY12" fmla="*/ 1132926 h 4115458"/>
              <a:gd name="connsiteX13" fmla="*/ 6767912 w 7009725"/>
              <a:gd name="connsiteY13" fmla="*/ 1045759 h 4115458"/>
              <a:gd name="connsiteX14" fmla="*/ 6723462 w 7009725"/>
              <a:gd name="connsiteY14" fmla="*/ 936801 h 4115458"/>
              <a:gd name="connsiteX15" fmla="*/ 6704412 w 7009725"/>
              <a:gd name="connsiteY15" fmla="*/ 769731 h 4115458"/>
              <a:gd name="connsiteX16" fmla="*/ 6850461 w 7009725"/>
              <a:gd name="connsiteY16" fmla="*/ 755206 h 4115458"/>
              <a:gd name="connsiteX17" fmla="*/ 7002504 w 7009725"/>
              <a:gd name="connsiteY17" fmla="*/ 768468 h 4115458"/>
              <a:gd name="connsiteX18" fmla="*/ 6983812 w 7009725"/>
              <a:gd name="connsiteY18" fmla="*/ 994911 h 4115458"/>
              <a:gd name="connsiteX19" fmla="*/ 6939362 w 7009725"/>
              <a:gd name="connsiteY19" fmla="*/ 1147452 h 4115458"/>
              <a:gd name="connsiteX20" fmla="*/ 6926661 w 7009725"/>
              <a:gd name="connsiteY20" fmla="*/ 1401687 h 4115458"/>
              <a:gd name="connsiteX21" fmla="*/ 6850461 w 7009725"/>
              <a:gd name="connsiteY21" fmla="*/ 1517910 h 4115458"/>
              <a:gd name="connsiteX22" fmla="*/ 6740038 w 7009725"/>
              <a:gd name="connsiteY22" fmla="*/ 1539502 h 4115458"/>
              <a:gd name="connsiteX23" fmla="*/ 6526253 w 7009725"/>
              <a:gd name="connsiteY23" fmla="*/ 1454741 h 4115458"/>
              <a:gd name="connsiteX24" fmla="*/ 6259911 w 7009725"/>
              <a:gd name="connsiteY24" fmla="*/ 1140186 h 4115458"/>
              <a:gd name="connsiteX25" fmla="*/ 6022488 w 7009725"/>
              <a:gd name="connsiteY25" fmla="*/ 1018955 h 4115458"/>
              <a:gd name="connsiteX26" fmla="*/ 5698638 w 7009725"/>
              <a:gd name="connsiteY26" fmla="*/ 999570 h 4115458"/>
              <a:gd name="connsiteX27" fmla="*/ 5516604 w 7009725"/>
              <a:gd name="connsiteY27" fmla="*/ 1075770 h 4115458"/>
              <a:gd name="connsiteX28" fmla="*/ 5398071 w 7009725"/>
              <a:gd name="connsiteY28" fmla="*/ 1194302 h 4115458"/>
              <a:gd name="connsiteX29" fmla="*/ 5186404 w 7009725"/>
              <a:gd name="connsiteY29" fmla="*/ 1575302 h 4115458"/>
              <a:gd name="connsiteX30" fmla="*/ 5008604 w 7009725"/>
              <a:gd name="connsiteY30" fmla="*/ 1727703 h 4115458"/>
              <a:gd name="connsiteX31" fmla="*/ 4644538 w 7009725"/>
              <a:gd name="connsiteY31" fmla="*/ 1892318 h 4115458"/>
              <a:gd name="connsiteX32" fmla="*/ 3869838 w 7009725"/>
              <a:gd name="connsiteY32" fmla="*/ 1929935 h 4115458"/>
              <a:gd name="connsiteX33" fmla="*/ 2908871 w 7009725"/>
              <a:gd name="connsiteY33" fmla="*/ 2110516 h 4115458"/>
              <a:gd name="connsiteX34" fmla="*/ 2028338 w 7009725"/>
              <a:gd name="connsiteY34" fmla="*/ 2827465 h 4115458"/>
              <a:gd name="connsiteX35" fmla="*/ 1473771 w 7009725"/>
              <a:gd name="connsiteY35" fmla="*/ 3528543 h 4115458"/>
              <a:gd name="connsiteX36" fmla="*/ 584771 w 7009725"/>
              <a:gd name="connsiteY36" fmla="*/ 4073380 h 4115458"/>
              <a:gd name="connsiteX37" fmla="*/ 102170 w 7009725"/>
              <a:gd name="connsiteY37" fmla="*/ 4074629 h 4115458"/>
              <a:gd name="connsiteX38" fmla="*/ 571 w 7009725"/>
              <a:gd name="connsiteY38" fmla="*/ 2839775 h 4115458"/>
              <a:gd name="connsiteX39" fmla="*/ 68304 w 7009725"/>
              <a:gd name="connsiteY39" fmla="*/ 2499669 h 4115458"/>
              <a:gd name="connsiteX0" fmla="*/ 68304 w 7009725"/>
              <a:gd name="connsiteY0" fmla="*/ 2545960 h 4161749"/>
              <a:gd name="connsiteX1" fmla="*/ 217529 w 7009725"/>
              <a:gd name="connsiteY1" fmla="*/ 2493752 h 4161749"/>
              <a:gd name="connsiteX2" fmla="*/ 516447 w 7009725"/>
              <a:gd name="connsiteY2" fmla="*/ 3800481 h 4161749"/>
              <a:gd name="connsiteX3" fmla="*/ 2345838 w 7009725"/>
              <a:gd name="connsiteY3" fmla="*/ 60383 h 4161749"/>
              <a:gd name="connsiteX4" fmla="*/ 3518471 w 7009725"/>
              <a:gd name="connsiteY4" fmla="*/ 1503060 h 4161749"/>
              <a:gd name="connsiteX5" fmla="*/ 4915471 w 7009725"/>
              <a:gd name="connsiteY5" fmla="*/ 1697794 h 4161749"/>
              <a:gd name="connsiteX6" fmla="*/ 5415004 w 7009725"/>
              <a:gd name="connsiteY6" fmla="*/ 1062794 h 4161749"/>
              <a:gd name="connsiteX7" fmla="*/ 5980155 w 7009725"/>
              <a:gd name="connsiteY7" fmla="*/ 961240 h 4161749"/>
              <a:gd name="connsiteX8" fmla="*/ 6409838 w 7009725"/>
              <a:gd name="connsiteY8" fmla="*/ 1216774 h 4161749"/>
              <a:gd name="connsiteX9" fmla="*/ 6571060 w 7009725"/>
              <a:gd name="connsiteY9" fmla="*/ 1411659 h 4161749"/>
              <a:gd name="connsiteX10" fmla="*/ 6723460 w 7009725"/>
              <a:gd name="connsiteY10" fmla="*/ 1491561 h 4161749"/>
              <a:gd name="connsiteX11" fmla="*/ 6837760 w 7009725"/>
              <a:gd name="connsiteY11" fmla="*/ 1462506 h 4161749"/>
              <a:gd name="connsiteX12" fmla="*/ 6867038 w 7009725"/>
              <a:gd name="connsiteY12" fmla="*/ 1318467 h 4161749"/>
              <a:gd name="connsiteX13" fmla="*/ 6837761 w 7009725"/>
              <a:gd name="connsiteY13" fmla="*/ 1179217 h 4161749"/>
              <a:gd name="connsiteX14" fmla="*/ 6767912 w 7009725"/>
              <a:gd name="connsiteY14" fmla="*/ 1092050 h 4161749"/>
              <a:gd name="connsiteX15" fmla="*/ 6723462 w 7009725"/>
              <a:gd name="connsiteY15" fmla="*/ 983092 h 4161749"/>
              <a:gd name="connsiteX16" fmla="*/ 6704412 w 7009725"/>
              <a:gd name="connsiteY16" fmla="*/ 816022 h 4161749"/>
              <a:gd name="connsiteX17" fmla="*/ 6850461 w 7009725"/>
              <a:gd name="connsiteY17" fmla="*/ 801497 h 4161749"/>
              <a:gd name="connsiteX18" fmla="*/ 7002504 w 7009725"/>
              <a:gd name="connsiteY18" fmla="*/ 814759 h 4161749"/>
              <a:gd name="connsiteX19" fmla="*/ 6983812 w 7009725"/>
              <a:gd name="connsiteY19" fmla="*/ 1041202 h 4161749"/>
              <a:gd name="connsiteX20" fmla="*/ 6939362 w 7009725"/>
              <a:gd name="connsiteY20" fmla="*/ 1193743 h 4161749"/>
              <a:gd name="connsiteX21" fmla="*/ 6926661 w 7009725"/>
              <a:gd name="connsiteY21" fmla="*/ 1447978 h 4161749"/>
              <a:gd name="connsiteX22" fmla="*/ 6850461 w 7009725"/>
              <a:gd name="connsiteY22" fmla="*/ 1564201 h 4161749"/>
              <a:gd name="connsiteX23" fmla="*/ 6740038 w 7009725"/>
              <a:gd name="connsiteY23" fmla="*/ 1585793 h 4161749"/>
              <a:gd name="connsiteX24" fmla="*/ 6526253 w 7009725"/>
              <a:gd name="connsiteY24" fmla="*/ 1501032 h 4161749"/>
              <a:gd name="connsiteX25" fmla="*/ 6259911 w 7009725"/>
              <a:gd name="connsiteY25" fmla="*/ 1186477 h 4161749"/>
              <a:gd name="connsiteX26" fmla="*/ 6022488 w 7009725"/>
              <a:gd name="connsiteY26" fmla="*/ 1065246 h 4161749"/>
              <a:gd name="connsiteX27" fmla="*/ 5698638 w 7009725"/>
              <a:gd name="connsiteY27" fmla="*/ 1045861 h 4161749"/>
              <a:gd name="connsiteX28" fmla="*/ 5516604 w 7009725"/>
              <a:gd name="connsiteY28" fmla="*/ 1122061 h 4161749"/>
              <a:gd name="connsiteX29" fmla="*/ 5398071 w 7009725"/>
              <a:gd name="connsiteY29" fmla="*/ 1240593 h 4161749"/>
              <a:gd name="connsiteX30" fmla="*/ 5186404 w 7009725"/>
              <a:gd name="connsiteY30" fmla="*/ 1621593 h 4161749"/>
              <a:gd name="connsiteX31" fmla="*/ 5008604 w 7009725"/>
              <a:gd name="connsiteY31" fmla="*/ 1773994 h 4161749"/>
              <a:gd name="connsiteX32" fmla="*/ 4644538 w 7009725"/>
              <a:gd name="connsiteY32" fmla="*/ 1938609 h 4161749"/>
              <a:gd name="connsiteX33" fmla="*/ 3869838 w 7009725"/>
              <a:gd name="connsiteY33" fmla="*/ 1976226 h 4161749"/>
              <a:gd name="connsiteX34" fmla="*/ 2908871 w 7009725"/>
              <a:gd name="connsiteY34" fmla="*/ 2156807 h 4161749"/>
              <a:gd name="connsiteX35" fmla="*/ 2028338 w 7009725"/>
              <a:gd name="connsiteY35" fmla="*/ 2873756 h 4161749"/>
              <a:gd name="connsiteX36" fmla="*/ 1473771 w 7009725"/>
              <a:gd name="connsiteY36" fmla="*/ 3574834 h 4161749"/>
              <a:gd name="connsiteX37" fmla="*/ 584771 w 7009725"/>
              <a:gd name="connsiteY37" fmla="*/ 4119671 h 4161749"/>
              <a:gd name="connsiteX38" fmla="*/ 102170 w 7009725"/>
              <a:gd name="connsiteY38" fmla="*/ 4120920 h 4161749"/>
              <a:gd name="connsiteX39" fmla="*/ 571 w 7009725"/>
              <a:gd name="connsiteY39" fmla="*/ 2886066 h 4161749"/>
              <a:gd name="connsiteX40" fmla="*/ 68304 w 7009725"/>
              <a:gd name="connsiteY40" fmla="*/ 2545960 h 4161749"/>
              <a:gd name="connsiteX0" fmla="*/ 68304 w 7009725"/>
              <a:gd name="connsiteY0" fmla="*/ 2545960 h 4161749"/>
              <a:gd name="connsiteX1" fmla="*/ 217529 w 7009725"/>
              <a:gd name="connsiteY1" fmla="*/ 2493752 h 4161749"/>
              <a:gd name="connsiteX2" fmla="*/ 516447 w 7009725"/>
              <a:gd name="connsiteY2" fmla="*/ 3800481 h 4161749"/>
              <a:gd name="connsiteX3" fmla="*/ 2345838 w 7009725"/>
              <a:gd name="connsiteY3" fmla="*/ 60383 h 4161749"/>
              <a:gd name="connsiteX4" fmla="*/ 3518471 w 7009725"/>
              <a:gd name="connsiteY4" fmla="*/ 1503060 h 4161749"/>
              <a:gd name="connsiteX5" fmla="*/ 4915471 w 7009725"/>
              <a:gd name="connsiteY5" fmla="*/ 1697794 h 4161749"/>
              <a:gd name="connsiteX6" fmla="*/ 5415004 w 7009725"/>
              <a:gd name="connsiteY6" fmla="*/ 1062794 h 4161749"/>
              <a:gd name="connsiteX7" fmla="*/ 5980155 w 7009725"/>
              <a:gd name="connsiteY7" fmla="*/ 961240 h 4161749"/>
              <a:gd name="connsiteX8" fmla="*/ 6409838 w 7009725"/>
              <a:gd name="connsiteY8" fmla="*/ 1216774 h 4161749"/>
              <a:gd name="connsiteX9" fmla="*/ 6571060 w 7009725"/>
              <a:gd name="connsiteY9" fmla="*/ 1411659 h 4161749"/>
              <a:gd name="connsiteX10" fmla="*/ 6723460 w 7009725"/>
              <a:gd name="connsiteY10" fmla="*/ 1491561 h 4161749"/>
              <a:gd name="connsiteX11" fmla="*/ 6837760 w 7009725"/>
              <a:gd name="connsiteY11" fmla="*/ 1462506 h 4161749"/>
              <a:gd name="connsiteX12" fmla="*/ 6867038 w 7009725"/>
              <a:gd name="connsiteY12" fmla="*/ 1318467 h 4161749"/>
              <a:gd name="connsiteX13" fmla="*/ 6837761 w 7009725"/>
              <a:gd name="connsiteY13" fmla="*/ 1179217 h 4161749"/>
              <a:gd name="connsiteX14" fmla="*/ 6767912 w 7009725"/>
              <a:gd name="connsiteY14" fmla="*/ 1092050 h 4161749"/>
              <a:gd name="connsiteX15" fmla="*/ 6723462 w 7009725"/>
              <a:gd name="connsiteY15" fmla="*/ 983092 h 4161749"/>
              <a:gd name="connsiteX16" fmla="*/ 6704412 w 7009725"/>
              <a:gd name="connsiteY16" fmla="*/ 816022 h 4161749"/>
              <a:gd name="connsiteX17" fmla="*/ 6850461 w 7009725"/>
              <a:gd name="connsiteY17" fmla="*/ 801497 h 4161749"/>
              <a:gd name="connsiteX18" fmla="*/ 7002504 w 7009725"/>
              <a:gd name="connsiteY18" fmla="*/ 814759 h 4161749"/>
              <a:gd name="connsiteX19" fmla="*/ 6983812 w 7009725"/>
              <a:gd name="connsiteY19" fmla="*/ 1041202 h 4161749"/>
              <a:gd name="connsiteX20" fmla="*/ 6939362 w 7009725"/>
              <a:gd name="connsiteY20" fmla="*/ 1193743 h 4161749"/>
              <a:gd name="connsiteX21" fmla="*/ 6926661 w 7009725"/>
              <a:gd name="connsiteY21" fmla="*/ 1447978 h 4161749"/>
              <a:gd name="connsiteX22" fmla="*/ 6850461 w 7009725"/>
              <a:gd name="connsiteY22" fmla="*/ 1564201 h 4161749"/>
              <a:gd name="connsiteX23" fmla="*/ 6740038 w 7009725"/>
              <a:gd name="connsiteY23" fmla="*/ 1585793 h 4161749"/>
              <a:gd name="connsiteX24" fmla="*/ 6526253 w 7009725"/>
              <a:gd name="connsiteY24" fmla="*/ 1501032 h 4161749"/>
              <a:gd name="connsiteX25" fmla="*/ 6259911 w 7009725"/>
              <a:gd name="connsiteY25" fmla="*/ 1186477 h 4161749"/>
              <a:gd name="connsiteX26" fmla="*/ 6022488 w 7009725"/>
              <a:gd name="connsiteY26" fmla="*/ 1065246 h 4161749"/>
              <a:gd name="connsiteX27" fmla="*/ 5698638 w 7009725"/>
              <a:gd name="connsiteY27" fmla="*/ 1045861 h 4161749"/>
              <a:gd name="connsiteX28" fmla="*/ 5516604 w 7009725"/>
              <a:gd name="connsiteY28" fmla="*/ 1122061 h 4161749"/>
              <a:gd name="connsiteX29" fmla="*/ 5398071 w 7009725"/>
              <a:gd name="connsiteY29" fmla="*/ 1240593 h 4161749"/>
              <a:gd name="connsiteX30" fmla="*/ 5186404 w 7009725"/>
              <a:gd name="connsiteY30" fmla="*/ 1621593 h 4161749"/>
              <a:gd name="connsiteX31" fmla="*/ 5008604 w 7009725"/>
              <a:gd name="connsiteY31" fmla="*/ 1773994 h 4161749"/>
              <a:gd name="connsiteX32" fmla="*/ 4644538 w 7009725"/>
              <a:gd name="connsiteY32" fmla="*/ 1938609 h 4161749"/>
              <a:gd name="connsiteX33" fmla="*/ 3869838 w 7009725"/>
              <a:gd name="connsiteY33" fmla="*/ 1976226 h 4161749"/>
              <a:gd name="connsiteX34" fmla="*/ 2908871 w 7009725"/>
              <a:gd name="connsiteY34" fmla="*/ 2156807 h 4161749"/>
              <a:gd name="connsiteX35" fmla="*/ 2028338 w 7009725"/>
              <a:gd name="connsiteY35" fmla="*/ 2873756 h 4161749"/>
              <a:gd name="connsiteX36" fmla="*/ 1473771 w 7009725"/>
              <a:gd name="connsiteY36" fmla="*/ 3574834 h 4161749"/>
              <a:gd name="connsiteX37" fmla="*/ 584771 w 7009725"/>
              <a:gd name="connsiteY37" fmla="*/ 4119671 h 4161749"/>
              <a:gd name="connsiteX38" fmla="*/ 102170 w 7009725"/>
              <a:gd name="connsiteY38" fmla="*/ 4120920 h 4161749"/>
              <a:gd name="connsiteX39" fmla="*/ 571 w 7009725"/>
              <a:gd name="connsiteY39" fmla="*/ 2886066 h 4161749"/>
              <a:gd name="connsiteX40" fmla="*/ 68304 w 7009725"/>
              <a:gd name="connsiteY40" fmla="*/ 2545960 h 4161749"/>
              <a:gd name="connsiteX0" fmla="*/ 68304 w 7009725"/>
              <a:gd name="connsiteY0" fmla="*/ 2545960 h 4161749"/>
              <a:gd name="connsiteX1" fmla="*/ 217529 w 7009725"/>
              <a:gd name="connsiteY1" fmla="*/ 2493752 h 4161749"/>
              <a:gd name="connsiteX2" fmla="*/ 516447 w 7009725"/>
              <a:gd name="connsiteY2" fmla="*/ 3800481 h 4161749"/>
              <a:gd name="connsiteX3" fmla="*/ 2345838 w 7009725"/>
              <a:gd name="connsiteY3" fmla="*/ 60383 h 4161749"/>
              <a:gd name="connsiteX4" fmla="*/ 3518471 w 7009725"/>
              <a:gd name="connsiteY4" fmla="*/ 1503060 h 4161749"/>
              <a:gd name="connsiteX5" fmla="*/ 4915471 w 7009725"/>
              <a:gd name="connsiteY5" fmla="*/ 1697794 h 4161749"/>
              <a:gd name="connsiteX6" fmla="*/ 5415004 w 7009725"/>
              <a:gd name="connsiteY6" fmla="*/ 1062794 h 4161749"/>
              <a:gd name="connsiteX7" fmla="*/ 5980155 w 7009725"/>
              <a:gd name="connsiteY7" fmla="*/ 961240 h 4161749"/>
              <a:gd name="connsiteX8" fmla="*/ 6409838 w 7009725"/>
              <a:gd name="connsiteY8" fmla="*/ 1216774 h 4161749"/>
              <a:gd name="connsiteX9" fmla="*/ 6571060 w 7009725"/>
              <a:gd name="connsiteY9" fmla="*/ 1411659 h 4161749"/>
              <a:gd name="connsiteX10" fmla="*/ 6723460 w 7009725"/>
              <a:gd name="connsiteY10" fmla="*/ 1491561 h 4161749"/>
              <a:gd name="connsiteX11" fmla="*/ 6837760 w 7009725"/>
              <a:gd name="connsiteY11" fmla="*/ 1462506 h 4161749"/>
              <a:gd name="connsiteX12" fmla="*/ 6867038 w 7009725"/>
              <a:gd name="connsiteY12" fmla="*/ 1318467 h 4161749"/>
              <a:gd name="connsiteX13" fmla="*/ 6837761 w 7009725"/>
              <a:gd name="connsiteY13" fmla="*/ 1179217 h 4161749"/>
              <a:gd name="connsiteX14" fmla="*/ 6767912 w 7009725"/>
              <a:gd name="connsiteY14" fmla="*/ 1092050 h 4161749"/>
              <a:gd name="connsiteX15" fmla="*/ 6723462 w 7009725"/>
              <a:gd name="connsiteY15" fmla="*/ 983092 h 4161749"/>
              <a:gd name="connsiteX16" fmla="*/ 6704412 w 7009725"/>
              <a:gd name="connsiteY16" fmla="*/ 816022 h 4161749"/>
              <a:gd name="connsiteX17" fmla="*/ 6850461 w 7009725"/>
              <a:gd name="connsiteY17" fmla="*/ 801497 h 4161749"/>
              <a:gd name="connsiteX18" fmla="*/ 7002504 w 7009725"/>
              <a:gd name="connsiteY18" fmla="*/ 814759 h 4161749"/>
              <a:gd name="connsiteX19" fmla="*/ 6983812 w 7009725"/>
              <a:gd name="connsiteY19" fmla="*/ 1041202 h 4161749"/>
              <a:gd name="connsiteX20" fmla="*/ 6939362 w 7009725"/>
              <a:gd name="connsiteY20" fmla="*/ 1193743 h 4161749"/>
              <a:gd name="connsiteX21" fmla="*/ 6926661 w 7009725"/>
              <a:gd name="connsiteY21" fmla="*/ 1447978 h 4161749"/>
              <a:gd name="connsiteX22" fmla="*/ 6850461 w 7009725"/>
              <a:gd name="connsiteY22" fmla="*/ 1564201 h 4161749"/>
              <a:gd name="connsiteX23" fmla="*/ 6740038 w 7009725"/>
              <a:gd name="connsiteY23" fmla="*/ 1585793 h 4161749"/>
              <a:gd name="connsiteX24" fmla="*/ 6526253 w 7009725"/>
              <a:gd name="connsiteY24" fmla="*/ 1501032 h 4161749"/>
              <a:gd name="connsiteX25" fmla="*/ 6259911 w 7009725"/>
              <a:gd name="connsiteY25" fmla="*/ 1186477 h 4161749"/>
              <a:gd name="connsiteX26" fmla="*/ 6022488 w 7009725"/>
              <a:gd name="connsiteY26" fmla="*/ 1065246 h 4161749"/>
              <a:gd name="connsiteX27" fmla="*/ 5698638 w 7009725"/>
              <a:gd name="connsiteY27" fmla="*/ 1045861 h 4161749"/>
              <a:gd name="connsiteX28" fmla="*/ 5516604 w 7009725"/>
              <a:gd name="connsiteY28" fmla="*/ 1122061 h 4161749"/>
              <a:gd name="connsiteX29" fmla="*/ 5398071 w 7009725"/>
              <a:gd name="connsiteY29" fmla="*/ 1240593 h 4161749"/>
              <a:gd name="connsiteX30" fmla="*/ 5186404 w 7009725"/>
              <a:gd name="connsiteY30" fmla="*/ 1621593 h 4161749"/>
              <a:gd name="connsiteX31" fmla="*/ 5008604 w 7009725"/>
              <a:gd name="connsiteY31" fmla="*/ 1773994 h 4161749"/>
              <a:gd name="connsiteX32" fmla="*/ 4644538 w 7009725"/>
              <a:gd name="connsiteY32" fmla="*/ 1938609 h 4161749"/>
              <a:gd name="connsiteX33" fmla="*/ 3869838 w 7009725"/>
              <a:gd name="connsiteY33" fmla="*/ 1976226 h 4161749"/>
              <a:gd name="connsiteX34" fmla="*/ 2908871 w 7009725"/>
              <a:gd name="connsiteY34" fmla="*/ 2156807 h 4161749"/>
              <a:gd name="connsiteX35" fmla="*/ 2028338 w 7009725"/>
              <a:gd name="connsiteY35" fmla="*/ 2873756 h 4161749"/>
              <a:gd name="connsiteX36" fmla="*/ 1473771 w 7009725"/>
              <a:gd name="connsiteY36" fmla="*/ 3574834 h 4161749"/>
              <a:gd name="connsiteX37" fmla="*/ 584771 w 7009725"/>
              <a:gd name="connsiteY37" fmla="*/ 4119671 h 4161749"/>
              <a:gd name="connsiteX38" fmla="*/ 102170 w 7009725"/>
              <a:gd name="connsiteY38" fmla="*/ 4120920 h 4161749"/>
              <a:gd name="connsiteX39" fmla="*/ 571 w 7009725"/>
              <a:gd name="connsiteY39" fmla="*/ 2886066 h 4161749"/>
              <a:gd name="connsiteX40" fmla="*/ 68304 w 7009725"/>
              <a:gd name="connsiteY40" fmla="*/ 2545960 h 4161749"/>
              <a:gd name="connsiteX0" fmla="*/ 68304 w 7009725"/>
              <a:gd name="connsiteY0" fmla="*/ 2553711 h 4169500"/>
              <a:gd name="connsiteX1" fmla="*/ 217529 w 7009725"/>
              <a:gd name="connsiteY1" fmla="*/ 2501503 h 4169500"/>
              <a:gd name="connsiteX2" fmla="*/ 391319 w 7009725"/>
              <a:gd name="connsiteY2" fmla="*/ 3984400 h 4169500"/>
              <a:gd name="connsiteX3" fmla="*/ 2345838 w 7009725"/>
              <a:gd name="connsiteY3" fmla="*/ 68134 h 4169500"/>
              <a:gd name="connsiteX4" fmla="*/ 3518471 w 7009725"/>
              <a:gd name="connsiteY4" fmla="*/ 1510811 h 4169500"/>
              <a:gd name="connsiteX5" fmla="*/ 4915471 w 7009725"/>
              <a:gd name="connsiteY5" fmla="*/ 1705545 h 4169500"/>
              <a:gd name="connsiteX6" fmla="*/ 5415004 w 7009725"/>
              <a:gd name="connsiteY6" fmla="*/ 1070545 h 4169500"/>
              <a:gd name="connsiteX7" fmla="*/ 5980155 w 7009725"/>
              <a:gd name="connsiteY7" fmla="*/ 968991 h 4169500"/>
              <a:gd name="connsiteX8" fmla="*/ 6409838 w 7009725"/>
              <a:gd name="connsiteY8" fmla="*/ 1224525 h 4169500"/>
              <a:gd name="connsiteX9" fmla="*/ 6571060 w 7009725"/>
              <a:gd name="connsiteY9" fmla="*/ 1419410 h 4169500"/>
              <a:gd name="connsiteX10" fmla="*/ 6723460 w 7009725"/>
              <a:gd name="connsiteY10" fmla="*/ 1499312 h 4169500"/>
              <a:gd name="connsiteX11" fmla="*/ 6837760 w 7009725"/>
              <a:gd name="connsiteY11" fmla="*/ 1470257 h 4169500"/>
              <a:gd name="connsiteX12" fmla="*/ 6867038 w 7009725"/>
              <a:gd name="connsiteY12" fmla="*/ 1326218 h 4169500"/>
              <a:gd name="connsiteX13" fmla="*/ 6837761 w 7009725"/>
              <a:gd name="connsiteY13" fmla="*/ 1186968 h 4169500"/>
              <a:gd name="connsiteX14" fmla="*/ 6767912 w 7009725"/>
              <a:gd name="connsiteY14" fmla="*/ 1099801 h 4169500"/>
              <a:gd name="connsiteX15" fmla="*/ 6723462 w 7009725"/>
              <a:gd name="connsiteY15" fmla="*/ 990843 h 4169500"/>
              <a:gd name="connsiteX16" fmla="*/ 6704412 w 7009725"/>
              <a:gd name="connsiteY16" fmla="*/ 823773 h 4169500"/>
              <a:gd name="connsiteX17" fmla="*/ 6850461 w 7009725"/>
              <a:gd name="connsiteY17" fmla="*/ 809248 h 4169500"/>
              <a:gd name="connsiteX18" fmla="*/ 7002504 w 7009725"/>
              <a:gd name="connsiteY18" fmla="*/ 822510 h 4169500"/>
              <a:gd name="connsiteX19" fmla="*/ 6983812 w 7009725"/>
              <a:gd name="connsiteY19" fmla="*/ 1048953 h 4169500"/>
              <a:gd name="connsiteX20" fmla="*/ 6939362 w 7009725"/>
              <a:gd name="connsiteY20" fmla="*/ 1201494 h 4169500"/>
              <a:gd name="connsiteX21" fmla="*/ 6926661 w 7009725"/>
              <a:gd name="connsiteY21" fmla="*/ 1455729 h 4169500"/>
              <a:gd name="connsiteX22" fmla="*/ 6850461 w 7009725"/>
              <a:gd name="connsiteY22" fmla="*/ 1571952 h 4169500"/>
              <a:gd name="connsiteX23" fmla="*/ 6740038 w 7009725"/>
              <a:gd name="connsiteY23" fmla="*/ 1593544 h 4169500"/>
              <a:gd name="connsiteX24" fmla="*/ 6526253 w 7009725"/>
              <a:gd name="connsiteY24" fmla="*/ 1508783 h 4169500"/>
              <a:gd name="connsiteX25" fmla="*/ 6259911 w 7009725"/>
              <a:gd name="connsiteY25" fmla="*/ 1194228 h 4169500"/>
              <a:gd name="connsiteX26" fmla="*/ 6022488 w 7009725"/>
              <a:gd name="connsiteY26" fmla="*/ 1072997 h 4169500"/>
              <a:gd name="connsiteX27" fmla="*/ 5698638 w 7009725"/>
              <a:gd name="connsiteY27" fmla="*/ 1053612 h 4169500"/>
              <a:gd name="connsiteX28" fmla="*/ 5516604 w 7009725"/>
              <a:gd name="connsiteY28" fmla="*/ 1129812 h 4169500"/>
              <a:gd name="connsiteX29" fmla="*/ 5398071 w 7009725"/>
              <a:gd name="connsiteY29" fmla="*/ 1248344 h 4169500"/>
              <a:gd name="connsiteX30" fmla="*/ 5186404 w 7009725"/>
              <a:gd name="connsiteY30" fmla="*/ 1629344 h 4169500"/>
              <a:gd name="connsiteX31" fmla="*/ 5008604 w 7009725"/>
              <a:gd name="connsiteY31" fmla="*/ 1781745 h 4169500"/>
              <a:gd name="connsiteX32" fmla="*/ 4644538 w 7009725"/>
              <a:gd name="connsiteY32" fmla="*/ 1946360 h 4169500"/>
              <a:gd name="connsiteX33" fmla="*/ 3869838 w 7009725"/>
              <a:gd name="connsiteY33" fmla="*/ 1983977 h 4169500"/>
              <a:gd name="connsiteX34" fmla="*/ 2908871 w 7009725"/>
              <a:gd name="connsiteY34" fmla="*/ 2164558 h 4169500"/>
              <a:gd name="connsiteX35" fmla="*/ 2028338 w 7009725"/>
              <a:gd name="connsiteY35" fmla="*/ 2881507 h 4169500"/>
              <a:gd name="connsiteX36" fmla="*/ 1473771 w 7009725"/>
              <a:gd name="connsiteY36" fmla="*/ 3582585 h 4169500"/>
              <a:gd name="connsiteX37" fmla="*/ 584771 w 7009725"/>
              <a:gd name="connsiteY37" fmla="*/ 4127422 h 4169500"/>
              <a:gd name="connsiteX38" fmla="*/ 102170 w 7009725"/>
              <a:gd name="connsiteY38" fmla="*/ 4128671 h 4169500"/>
              <a:gd name="connsiteX39" fmla="*/ 571 w 7009725"/>
              <a:gd name="connsiteY39" fmla="*/ 2893817 h 4169500"/>
              <a:gd name="connsiteX40" fmla="*/ 68304 w 7009725"/>
              <a:gd name="connsiteY40" fmla="*/ 2553711 h 4169500"/>
              <a:gd name="connsiteX0" fmla="*/ 108360 w 7049781"/>
              <a:gd name="connsiteY0" fmla="*/ 2553711 h 4169500"/>
              <a:gd name="connsiteX1" fmla="*/ 257585 w 7049781"/>
              <a:gd name="connsiteY1" fmla="*/ 2501503 h 4169500"/>
              <a:gd name="connsiteX2" fmla="*/ 431375 w 7049781"/>
              <a:gd name="connsiteY2" fmla="*/ 3984400 h 4169500"/>
              <a:gd name="connsiteX3" fmla="*/ 2385894 w 7049781"/>
              <a:gd name="connsiteY3" fmla="*/ 68134 h 4169500"/>
              <a:gd name="connsiteX4" fmla="*/ 3558527 w 7049781"/>
              <a:gd name="connsiteY4" fmla="*/ 1510811 h 4169500"/>
              <a:gd name="connsiteX5" fmla="*/ 4955527 w 7049781"/>
              <a:gd name="connsiteY5" fmla="*/ 1705545 h 4169500"/>
              <a:gd name="connsiteX6" fmla="*/ 5455060 w 7049781"/>
              <a:gd name="connsiteY6" fmla="*/ 1070545 h 4169500"/>
              <a:gd name="connsiteX7" fmla="*/ 6020211 w 7049781"/>
              <a:gd name="connsiteY7" fmla="*/ 968991 h 4169500"/>
              <a:gd name="connsiteX8" fmla="*/ 6449894 w 7049781"/>
              <a:gd name="connsiteY8" fmla="*/ 1224525 h 4169500"/>
              <a:gd name="connsiteX9" fmla="*/ 6611116 w 7049781"/>
              <a:gd name="connsiteY9" fmla="*/ 1419410 h 4169500"/>
              <a:gd name="connsiteX10" fmla="*/ 6763516 w 7049781"/>
              <a:gd name="connsiteY10" fmla="*/ 1499312 h 4169500"/>
              <a:gd name="connsiteX11" fmla="*/ 6877816 w 7049781"/>
              <a:gd name="connsiteY11" fmla="*/ 1470257 h 4169500"/>
              <a:gd name="connsiteX12" fmla="*/ 6907094 w 7049781"/>
              <a:gd name="connsiteY12" fmla="*/ 1326218 h 4169500"/>
              <a:gd name="connsiteX13" fmla="*/ 6877817 w 7049781"/>
              <a:gd name="connsiteY13" fmla="*/ 1186968 h 4169500"/>
              <a:gd name="connsiteX14" fmla="*/ 6807968 w 7049781"/>
              <a:gd name="connsiteY14" fmla="*/ 1099801 h 4169500"/>
              <a:gd name="connsiteX15" fmla="*/ 6763518 w 7049781"/>
              <a:gd name="connsiteY15" fmla="*/ 990843 h 4169500"/>
              <a:gd name="connsiteX16" fmla="*/ 6744468 w 7049781"/>
              <a:gd name="connsiteY16" fmla="*/ 823773 h 4169500"/>
              <a:gd name="connsiteX17" fmla="*/ 6890517 w 7049781"/>
              <a:gd name="connsiteY17" fmla="*/ 809248 h 4169500"/>
              <a:gd name="connsiteX18" fmla="*/ 7042560 w 7049781"/>
              <a:gd name="connsiteY18" fmla="*/ 822510 h 4169500"/>
              <a:gd name="connsiteX19" fmla="*/ 7023868 w 7049781"/>
              <a:gd name="connsiteY19" fmla="*/ 1048953 h 4169500"/>
              <a:gd name="connsiteX20" fmla="*/ 6979418 w 7049781"/>
              <a:gd name="connsiteY20" fmla="*/ 1201494 h 4169500"/>
              <a:gd name="connsiteX21" fmla="*/ 6966717 w 7049781"/>
              <a:gd name="connsiteY21" fmla="*/ 1455729 h 4169500"/>
              <a:gd name="connsiteX22" fmla="*/ 6890517 w 7049781"/>
              <a:gd name="connsiteY22" fmla="*/ 1571952 h 4169500"/>
              <a:gd name="connsiteX23" fmla="*/ 6780094 w 7049781"/>
              <a:gd name="connsiteY23" fmla="*/ 1593544 h 4169500"/>
              <a:gd name="connsiteX24" fmla="*/ 6566309 w 7049781"/>
              <a:gd name="connsiteY24" fmla="*/ 1508783 h 4169500"/>
              <a:gd name="connsiteX25" fmla="*/ 6299967 w 7049781"/>
              <a:gd name="connsiteY25" fmla="*/ 1194228 h 4169500"/>
              <a:gd name="connsiteX26" fmla="*/ 6062544 w 7049781"/>
              <a:gd name="connsiteY26" fmla="*/ 1072997 h 4169500"/>
              <a:gd name="connsiteX27" fmla="*/ 5738694 w 7049781"/>
              <a:gd name="connsiteY27" fmla="*/ 1053612 h 4169500"/>
              <a:gd name="connsiteX28" fmla="*/ 5556660 w 7049781"/>
              <a:gd name="connsiteY28" fmla="*/ 1129812 h 4169500"/>
              <a:gd name="connsiteX29" fmla="*/ 5438127 w 7049781"/>
              <a:gd name="connsiteY29" fmla="*/ 1248344 h 4169500"/>
              <a:gd name="connsiteX30" fmla="*/ 5226460 w 7049781"/>
              <a:gd name="connsiteY30" fmla="*/ 1629344 h 4169500"/>
              <a:gd name="connsiteX31" fmla="*/ 5048660 w 7049781"/>
              <a:gd name="connsiteY31" fmla="*/ 1781745 h 4169500"/>
              <a:gd name="connsiteX32" fmla="*/ 4684594 w 7049781"/>
              <a:gd name="connsiteY32" fmla="*/ 1946360 h 4169500"/>
              <a:gd name="connsiteX33" fmla="*/ 3909894 w 7049781"/>
              <a:gd name="connsiteY33" fmla="*/ 1983977 h 4169500"/>
              <a:gd name="connsiteX34" fmla="*/ 2948927 w 7049781"/>
              <a:gd name="connsiteY34" fmla="*/ 2164558 h 4169500"/>
              <a:gd name="connsiteX35" fmla="*/ 2068394 w 7049781"/>
              <a:gd name="connsiteY35" fmla="*/ 2881507 h 4169500"/>
              <a:gd name="connsiteX36" fmla="*/ 1513827 w 7049781"/>
              <a:gd name="connsiteY36" fmla="*/ 3582585 h 4169500"/>
              <a:gd name="connsiteX37" fmla="*/ 624827 w 7049781"/>
              <a:gd name="connsiteY37" fmla="*/ 4127422 h 4169500"/>
              <a:gd name="connsiteX38" fmla="*/ 142226 w 7049781"/>
              <a:gd name="connsiteY38" fmla="*/ 4128671 h 4169500"/>
              <a:gd name="connsiteX39" fmla="*/ 40627 w 7049781"/>
              <a:gd name="connsiteY39" fmla="*/ 2893817 h 4169500"/>
              <a:gd name="connsiteX40" fmla="*/ 108360 w 7049781"/>
              <a:gd name="connsiteY40" fmla="*/ 2553711 h 4169500"/>
              <a:gd name="connsiteX0" fmla="*/ 108360 w 7049781"/>
              <a:gd name="connsiteY0" fmla="*/ 2553711 h 4169500"/>
              <a:gd name="connsiteX1" fmla="*/ 257585 w 7049781"/>
              <a:gd name="connsiteY1" fmla="*/ 2501503 h 4169500"/>
              <a:gd name="connsiteX2" fmla="*/ 431375 w 7049781"/>
              <a:gd name="connsiteY2" fmla="*/ 3984400 h 4169500"/>
              <a:gd name="connsiteX3" fmla="*/ 2385894 w 7049781"/>
              <a:gd name="connsiteY3" fmla="*/ 68134 h 4169500"/>
              <a:gd name="connsiteX4" fmla="*/ 3558527 w 7049781"/>
              <a:gd name="connsiteY4" fmla="*/ 1510811 h 4169500"/>
              <a:gd name="connsiteX5" fmla="*/ 4955527 w 7049781"/>
              <a:gd name="connsiteY5" fmla="*/ 1705545 h 4169500"/>
              <a:gd name="connsiteX6" fmla="*/ 5455060 w 7049781"/>
              <a:gd name="connsiteY6" fmla="*/ 1070545 h 4169500"/>
              <a:gd name="connsiteX7" fmla="*/ 6020211 w 7049781"/>
              <a:gd name="connsiteY7" fmla="*/ 968991 h 4169500"/>
              <a:gd name="connsiteX8" fmla="*/ 6449894 w 7049781"/>
              <a:gd name="connsiteY8" fmla="*/ 1224525 h 4169500"/>
              <a:gd name="connsiteX9" fmla="*/ 6611116 w 7049781"/>
              <a:gd name="connsiteY9" fmla="*/ 1419410 h 4169500"/>
              <a:gd name="connsiteX10" fmla="*/ 6763516 w 7049781"/>
              <a:gd name="connsiteY10" fmla="*/ 1499312 h 4169500"/>
              <a:gd name="connsiteX11" fmla="*/ 6877816 w 7049781"/>
              <a:gd name="connsiteY11" fmla="*/ 1470257 h 4169500"/>
              <a:gd name="connsiteX12" fmla="*/ 6907094 w 7049781"/>
              <a:gd name="connsiteY12" fmla="*/ 1326218 h 4169500"/>
              <a:gd name="connsiteX13" fmla="*/ 6877817 w 7049781"/>
              <a:gd name="connsiteY13" fmla="*/ 1186968 h 4169500"/>
              <a:gd name="connsiteX14" fmla="*/ 6807968 w 7049781"/>
              <a:gd name="connsiteY14" fmla="*/ 1099801 h 4169500"/>
              <a:gd name="connsiteX15" fmla="*/ 6763518 w 7049781"/>
              <a:gd name="connsiteY15" fmla="*/ 990843 h 4169500"/>
              <a:gd name="connsiteX16" fmla="*/ 6744468 w 7049781"/>
              <a:gd name="connsiteY16" fmla="*/ 823773 h 4169500"/>
              <a:gd name="connsiteX17" fmla="*/ 6890517 w 7049781"/>
              <a:gd name="connsiteY17" fmla="*/ 809248 h 4169500"/>
              <a:gd name="connsiteX18" fmla="*/ 7042560 w 7049781"/>
              <a:gd name="connsiteY18" fmla="*/ 822510 h 4169500"/>
              <a:gd name="connsiteX19" fmla="*/ 7023868 w 7049781"/>
              <a:gd name="connsiteY19" fmla="*/ 1048953 h 4169500"/>
              <a:gd name="connsiteX20" fmla="*/ 6979418 w 7049781"/>
              <a:gd name="connsiteY20" fmla="*/ 1201494 h 4169500"/>
              <a:gd name="connsiteX21" fmla="*/ 6966717 w 7049781"/>
              <a:gd name="connsiteY21" fmla="*/ 1455729 h 4169500"/>
              <a:gd name="connsiteX22" fmla="*/ 6890517 w 7049781"/>
              <a:gd name="connsiteY22" fmla="*/ 1571952 h 4169500"/>
              <a:gd name="connsiteX23" fmla="*/ 6780094 w 7049781"/>
              <a:gd name="connsiteY23" fmla="*/ 1593544 h 4169500"/>
              <a:gd name="connsiteX24" fmla="*/ 6566309 w 7049781"/>
              <a:gd name="connsiteY24" fmla="*/ 1508783 h 4169500"/>
              <a:gd name="connsiteX25" fmla="*/ 6299967 w 7049781"/>
              <a:gd name="connsiteY25" fmla="*/ 1194228 h 4169500"/>
              <a:gd name="connsiteX26" fmla="*/ 6062544 w 7049781"/>
              <a:gd name="connsiteY26" fmla="*/ 1072997 h 4169500"/>
              <a:gd name="connsiteX27" fmla="*/ 5738694 w 7049781"/>
              <a:gd name="connsiteY27" fmla="*/ 1053612 h 4169500"/>
              <a:gd name="connsiteX28" fmla="*/ 5556660 w 7049781"/>
              <a:gd name="connsiteY28" fmla="*/ 1129812 h 4169500"/>
              <a:gd name="connsiteX29" fmla="*/ 5438127 w 7049781"/>
              <a:gd name="connsiteY29" fmla="*/ 1248344 h 4169500"/>
              <a:gd name="connsiteX30" fmla="*/ 5226460 w 7049781"/>
              <a:gd name="connsiteY30" fmla="*/ 1629344 h 4169500"/>
              <a:gd name="connsiteX31" fmla="*/ 5048660 w 7049781"/>
              <a:gd name="connsiteY31" fmla="*/ 1781745 h 4169500"/>
              <a:gd name="connsiteX32" fmla="*/ 4684594 w 7049781"/>
              <a:gd name="connsiteY32" fmla="*/ 1946360 h 4169500"/>
              <a:gd name="connsiteX33" fmla="*/ 3909894 w 7049781"/>
              <a:gd name="connsiteY33" fmla="*/ 1983977 h 4169500"/>
              <a:gd name="connsiteX34" fmla="*/ 2948927 w 7049781"/>
              <a:gd name="connsiteY34" fmla="*/ 2164558 h 4169500"/>
              <a:gd name="connsiteX35" fmla="*/ 2068394 w 7049781"/>
              <a:gd name="connsiteY35" fmla="*/ 2881507 h 4169500"/>
              <a:gd name="connsiteX36" fmla="*/ 1513827 w 7049781"/>
              <a:gd name="connsiteY36" fmla="*/ 3582585 h 4169500"/>
              <a:gd name="connsiteX37" fmla="*/ 624827 w 7049781"/>
              <a:gd name="connsiteY37" fmla="*/ 4127422 h 4169500"/>
              <a:gd name="connsiteX38" fmla="*/ 142226 w 7049781"/>
              <a:gd name="connsiteY38" fmla="*/ 4128671 h 4169500"/>
              <a:gd name="connsiteX39" fmla="*/ 40627 w 7049781"/>
              <a:gd name="connsiteY39" fmla="*/ 2893817 h 4169500"/>
              <a:gd name="connsiteX40" fmla="*/ 108360 w 7049781"/>
              <a:gd name="connsiteY40" fmla="*/ 2553711 h 4169500"/>
              <a:gd name="connsiteX0" fmla="*/ 108360 w 7049781"/>
              <a:gd name="connsiteY0" fmla="*/ 2553711 h 4169500"/>
              <a:gd name="connsiteX1" fmla="*/ 257585 w 7049781"/>
              <a:gd name="connsiteY1" fmla="*/ 2501503 h 4169500"/>
              <a:gd name="connsiteX2" fmla="*/ 431375 w 7049781"/>
              <a:gd name="connsiteY2" fmla="*/ 3984400 h 4169500"/>
              <a:gd name="connsiteX3" fmla="*/ 2385894 w 7049781"/>
              <a:gd name="connsiteY3" fmla="*/ 68134 h 4169500"/>
              <a:gd name="connsiteX4" fmla="*/ 3558527 w 7049781"/>
              <a:gd name="connsiteY4" fmla="*/ 1510811 h 4169500"/>
              <a:gd name="connsiteX5" fmla="*/ 4955527 w 7049781"/>
              <a:gd name="connsiteY5" fmla="*/ 1705545 h 4169500"/>
              <a:gd name="connsiteX6" fmla="*/ 5455060 w 7049781"/>
              <a:gd name="connsiteY6" fmla="*/ 1070545 h 4169500"/>
              <a:gd name="connsiteX7" fmla="*/ 6020211 w 7049781"/>
              <a:gd name="connsiteY7" fmla="*/ 968991 h 4169500"/>
              <a:gd name="connsiteX8" fmla="*/ 6449894 w 7049781"/>
              <a:gd name="connsiteY8" fmla="*/ 1224525 h 4169500"/>
              <a:gd name="connsiteX9" fmla="*/ 6611116 w 7049781"/>
              <a:gd name="connsiteY9" fmla="*/ 1419410 h 4169500"/>
              <a:gd name="connsiteX10" fmla="*/ 6763516 w 7049781"/>
              <a:gd name="connsiteY10" fmla="*/ 1499312 h 4169500"/>
              <a:gd name="connsiteX11" fmla="*/ 6877816 w 7049781"/>
              <a:gd name="connsiteY11" fmla="*/ 1470257 h 4169500"/>
              <a:gd name="connsiteX12" fmla="*/ 6907094 w 7049781"/>
              <a:gd name="connsiteY12" fmla="*/ 1326218 h 4169500"/>
              <a:gd name="connsiteX13" fmla="*/ 6877817 w 7049781"/>
              <a:gd name="connsiteY13" fmla="*/ 1186968 h 4169500"/>
              <a:gd name="connsiteX14" fmla="*/ 6807968 w 7049781"/>
              <a:gd name="connsiteY14" fmla="*/ 1099801 h 4169500"/>
              <a:gd name="connsiteX15" fmla="*/ 6763518 w 7049781"/>
              <a:gd name="connsiteY15" fmla="*/ 990843 h 4169500"/>
              <a:gd name="connsiteX16" fmla="*/ 6744468 w 7049781"/>
              <a:gd name="connsiteY16" fmla="*/ 823773 h 4169500"/>
              <a:gd name="connsiteX17" fmla="*/ 6890517 w 7049781"/>
              <a:gd name="connsiteY17" fmla="*/ 809248 h 4169500"/>
              <a:gd name="connsiteX18" fmla="*/ 7042560 w 7049781"/>
              <a:gd name="connsiteY18" fmla="*/ 822510 h 4169500"/>
              <a:gd name="connsiteX19" fmla="*/ 7023868 w 7049781"/>
              <a:gd name="connsiteY19" fmla="*/ 1048953 h 4169500"/>
              <a:gd name="connsiteX20" fmla="*/ 6979418 w 7049781"/>
              <a:gd name="connsiteY20" fmla="*/ 1201494 h 4169500"/>
              <a:gd name="connsiteX21" fmla="*/ 6966717 w 7049781"/>
              <a:gd name="connsiteY21" fmla="*/ 1455729 h 4169500"/>
              <a:gd name="connsiteX22" fmla="*/ 6890517 w 7049781"/>
              <a:gd name="connsiteY22" fmla="*/ 1571952 h 4169500"/>
              <a:gd name="connsiteX23" fmla="*/ 6780094 w 7049781"/>
              <a:gd name="connsiteY23" fmla="*/ 1593544 h 4169500"/>
              <a:gd name="connsiteX24" fmla="*/ 6566309 w 7049781"/>
              <a:gd name="connsiteY24" fmla="*/ 1508783 h 4169500"/>
              <a:gd name="connsiteX25" fmla="*/ 6299967 w 7049781"/>
              <a:gd name="connsiteY25" fmla="*/ 1194228 h 4169500"/>
              <a:gd name="connsiteX26" fmla="*/ 6062544 w 7049781"/>
              <a:gd name="connsiteY26" fmla="*/ 1072997 h 4169500"/>
              <a:gd name="connsiteX27" fmla="*/ 5738694 w 7049781"/>
              <a:gd name="connsiteY27" fmla="*/ 1053612 h 4169500"/>
              <a:gd name="connsiteX28" fmla="*/ 5556660 w 7049781"/>
              <a:gd name="connsiteY28" fmla="*/ 1129812 h 4169500"/>
              <a:gd name="connsiteX29" fmla="*/ 5438127 w 7049781"/>
              <a:gd name="connsiteY29" fmla="*/ 1248344 h 4169500"/>
              <a:gd name="connsiteX30" fmla="*/ 5226460 w 7049781"/>
              <a:gd name="connsiteY30" fmla="*/ 1629344 h 4169500"/>
              <a:gd name="connsiteX31" fmla="*/ 5048660 w 7049781"/>
              <a:gd name="connsiteY31" fmla="*/ 1781745 h 4169500"/>
              <a:gd name="connsiteX32" fmla="*/ 4684594 w 7049781"/>
              <a:gd name="connsiteY32" fmla="*/ 1946360 h 4169500"/>
              <a:gd name="connsiteX33" fmla="*/ 3909894 w 7049781"/>
              <a:gd name="connsiteY33" fmla="*/ 1983977 h 4169500"/>
              <a:gd name="connsiteX34" fmla="*/ 2948927 w 7049781"/>
              <a:gd name="connsiteY34" fmla="*/ 2164558 h 4169500"/>
              <a:gd name="connsiteX35" fmla="*/ 2068394 w 7049781"/>
              <a:gd name="connsiteY35" fmla="*/ 2881507 h 4169500"/>
              <a:gd name="connsiteX36" fmla="*/ 1513827 w 7049781"/>
              <a:gd name="connsiteY36" fmla="*/ 3582585 h 4169500"/>
              <a:gd name="connsiteX37" fmla="*/ 624827 w 7049781"/>
              <a:gd name="connsiteY37" fmla="*/ 4127422 h 4169500"/>
              <a:gd name="connsiteX38" fmla="*/ 142226 w 7049781"/>
              <a:gd name="connsiteY38" fmla="*/ 4128671 h 4169500"/>
              <a:gd name="connsiteX39" fmla="*/ 40627 w 7049781"/>
              <a:gd name="connsiteY39" fmla="*/ 2893817 h 4169500"/>
              <a:gd name="connsiteX40" fmla="*/ 108360 w 7049781"/>
              <a:gd name="connsiteY40" fmla="*/ 2553711 h 4169500"/>
              <a:gd name="connsiteX0" fmla="*/ 74796 w 7150970"/>
              <a:gd name="connsiteY0" fmla="*/ 2553711 h 4169500"/>
              <a:gd name="connsiteX1" fmla="*/ 358774 w 7150970"/>
              <a:gd name="connsiteY1" fmla="*/ 2501503 h 4169500"/>
              <a:gd name="connsiteX2" fmla="*/ 532564 w 7150970"/>
              <a:gd name="connsiteY2" fmla="*/ 3984400 h 4169500"/>
              <a:gd name="connsiteX3" fmla="*/ 2487083 w 7150970"/>
              <a:gd name="connsiteY3" fmla="*/ 68134 h 4169500"/>
              <a:gd name="connsiteX4" fmla="*/ 3659716 w 7150970"/>
              <a:gd name="connsiteY4" fmla="*/ 1510811 h 4169500"/>
              <a:gd name="connsiteX5" fmla="*/ 5056716 w 7150970"/>
              <a:gd name="connsiteY5" fmla="*/ 1705545 h 4169500"/>
              <a:gd name="connsiteX6" fmla="*/ 5556249 w 7150970"/>
              <a:gd name="connsiteY6" fmla="*/ 1070545 h 4169500"/>
              <a:gd name="connsiteX7" fmla="*/ 6121400 w 7150970"/>
              <a:gd name="connsiteY7" fmla="*/ 968991 h 4169500"/>
              <a:gd name="connsiteX8" fmla="*/ 6551083 w 7150970"/>
              <a:gd name="connsiteY8" fmla="*/ 1224525 h 4169500"/>
              <a:gd name="connsiteX9" fmla="*/ 6712305 w 7150970"/>
              <a:gd name="connsiteY9" fmla="*/ 1419410 h 4169500"/>
              <a:gd name="connsiteX10" fmla="*/ 6864705 w 7150970"/>
              <a:gd name="connsiteY10" fmla="*/ 1499312 h 4169500"/>
              <a:gd name="connsiteX11" fmla="*/ 6979005 w 7150970"/>
              <a:gd name="connsiteY11" fmla="*/ 1470257 h 4169500"/>
              <a:gd name="connsiteX12" fmla="*/ 7008283 w 7150970"/>
              <a:gd name="connsiteY12" fmla="*/ 1326218 h 4169500"/>
              <a:gd name="connsiteX13" fmla="*/ 6979006 w 7150970"/>
              <a:gd name="connsiteY13" fmla="*/ 1186968 h 4169500"/>
              <a:gd name="connsiteX14" fmla="*/ 6909157 w 7150970"/>
              <a:gd name="connsiteY14" fmla="*/ 1099801 h 4169500"/>
              <a:gd name="connsiteX15" fmla="*/ 6864707 w 7150970"/>
              <a:gd name="connsiteY15" fmla="*/ 990843 h 4169500"/>
              <a:gd name="connsiteX16" fmla="*/ 6845657 w 7150970"/>
              <a:gd name="connsiteY16" fmla="*/ 823773 h 4169500"/>
              <a:gd name="connsiteX17" fmla="*/ 6991706 w 7150970"/>
              <a:gd name="connsiteY17" fmla="*/ 809248 h 4169500"/>
              <a:gd name="connsiteX18" fmla="*/ 7143749 w 7150970"/>
              <a:gd name="connsiteY18" fmla="*/ 822510 h 4169500"/>
              <a:gd name="connsiteX19" fmla="*/ 7125057 w 7150970"/>
              <a:gd name="connsiteY19" fmla="*/ 1048953 h 4169500"/>
              <a:gd name="connsiteX20" fmla="*/ 7080607 w 7150970"/>
              <a:gd name="connsiteY20" fmla="*/ 1201494 h 4169500"/>
              <a:gd name="connsiteX21" fmla="*/ 7067906 w 7150970"/>
              <a:gd name="connsiteY21" fmla="*/ 1455729 h 4169500"/>
              <a:gd name="connsiteX22" fmla="*/ 6991706 w 7150970"/>
              <a:gd name="connsiteY22" fmla="*/ 1571952 h 4169500"/>
              <a:gd name="connsiteX23" fmla="*/ 6881283 w 7150970"/>
              <a:gd name="connsiteY23" fmla="*/ 1593544 h 4169500"/>
              <a:gd name="connsiteX24" fmla="*/ 6667498 w 7150970"/>
              <a:gd name="connsiteY24" fmla="*/ 1508783 h 4169500"/>
              <a:gd name="connsiteX25" fmla="*/ 6401156 w 7150970"/>
              <a:gd name="connsiteY25" fmla="*/ 1194228 h 4169500"/>
              <a:gd name="connsiteX26" fmla="*/ 6163733 w 7150970"/>
              <a:gd name="connsiteY26" fmla="*/ 1072997 h 4169500"/>
              <a:gd name="connsiteX27" fmla="*/ 5839883 w 7150970"/>
              <a:gd name="connsiteY27" fmla="*/ 1053612 h 4169500"/>
              <a:gd name="connsiteX28" fmla="*/ 5657849 w 7150970"/>
              <a:gd name="connsiteY28" fmla="*/ 1129812 h 4169500"/>
              <a:gd name="connsiteX29" fmla="*/ 5539316 w 7150970"/>
              <a:gd name="connsiteY29" fmla="*/ 1248344 h 4169500"/>
              <a:gd name="connsiteX30" fmla="*/ 5327649 w 7150970"/>
              <a:gd name="connsiteY30" fmla="*/ 1629344 h 4169500"/>
              <a:gd name="connsiteX31" fmla="*/ 5149849 w 7150970"/>
              <a:gd name="connsiteY31" fmla="*/ 1781745 h 4169500"/>
              <a:gd name="connsiteX32" fmla="*/ 4785783 w 7150970"/>
              <a:gd name="connsiteY32" fmla="*/ 1946360 h 4169500"/>
              <a:gd name="connsiteX33" fmla="*/ 4011083 w 7150970"/>
              <a:gd name="connsiteY33" fmla="*/ 1983977 h 4169500"/>
              <a:gd name="connsiteX34" fmla="*/ 3050116 w 7150970"/>
              <a:gd name="connsiteY34" fmla="*/ 2164558 h 4169500"/>
              <a:gd name="connsiteX35" fmla="*/ 2169583 w 7150970"/>
              <a:gd name="connsiteY35" fmla="*/ 2881507 h 4169500"/>
              <a:gd name="connsiteX36" fmla="*/ 1615016 w 7150970"/>
              <a:gd name="connsiteY36" fmla="*/ 3582585 h 4169500"/>
              <a:gd name="connsiteX37" fmla="*/ 726016 w 7150970"/>
              <a:gd name="connsiteY37" fmla="*/ 4127422 h 4169500"/>
              <a:gd name="connsiteX38" fmla="*/ 243415 w 7150970"/>
              <a:gd name="connsiteY38" fmla="*/ 4128671 h 4169500"/>
              <a:gd name="connsiteX39" fmla="*/ 141816 w 7150970"/>
              <a:gd name="connsiteY39" fmla="*/ 2893817 h 4169500"/>
              <a:gd name="connsiteX40" fmla="*/ 74796 w 7150970"/>
              <a:gd name="connsiteY40" fmla="*/ 2553711 h 4169500"/>
              <a:gd name="connsiteX0" fmla="*/ 15846 w 7092020"/>
              <a:gd name="connsiteY0" fmla="*/ 2553711 h 4169500"/>
              <a:gd name="connsiteX1" fmla="*/ 396077 w 7092020"/>
              <a:gd name="connsiteY1" fmla="*/ 2490493 h 4169500"/>
              <a:gd name="connsiteX2" fmla="*/ 473614 w 7092020"/>
              <a:gd name="connsiteY2" fmla="*/ 3984400 h 4169500"/>
              <a:gd name="connsiteX3" fmla="*/ 2428133 w 7092020"/>
              <a:gd name="connsiteY3" fmla="*/ 68134 h 4169500"/>
              <a:gd name="connsiteX4" fmla="*/ 3600766 w 7092020"/>
              <a:gd name="connsiteY4" fmla="*/ 1510811 h 4169500"/>
              <a:gd name="connsiteX5" fmla="*/ 4997766 w 7092020"/>
              <a:gd name="connsiteY5" fmla="*/ 1705545 h 4169500"/>
              <a:gd name="connsiteX6" fmla="*/ 5497299 w 7092020"/>
              <a:gd name="connsiteY6" fmla="*/ 1070545 h 4169500"/>
              <a:gd name="connsiteX7" fmla="*/ 6062450 w 7092020"/>
              <a:gd name="connsiteY7" fmla="*/ 968991 h 4169500"/>
              <a:gd name="connsiteX8" fmla="*/ 6492133 w 7092020"/>
              <a:gd name="connsiteY8" fmla="*/ 1224525 h 4169500"/>
              <a:gd name="connsiteX9" fmla="*/ 6653355 w 7092020"/>
              <a:gd name="connsiteY9" fmla="*/ 1419410 h 4169500"/>
              <a:gd name="connsiteX10" fmla="*/ 6805755 w 7092020"/>
              <a:gd name="connsiteY10" fmla="*/ 1499312 h 4169500"/>
              <a:gd name="connsiteX11" fmla="*/ 6920055 w 7092020"/>
              <a:gd name="connsiteY11" fmla="*/ 1470257 h 4169500"/>
              <a:gd name="connsiteX12" fmla="*/ 6949333 w 7092020"/>
              <a:gd name="connsiteY12" fmla="*/ 1326218 h 4169500"/>
              <a:gd name="connsiteX13" fmla="*/ 6920056 w 7092020"/>
              <a:gd name="connsiteY13" fmla="*/ 1186968 h 4169500"/>
              <a:gd name="connsiteX14" fmla="*/ 6850207 w 7092020"/>
              <a:gd name="connsiteY14" fmla="*/ 1099801 h 4169500"/>
              <a:gd name="connsiteX15" fmla="*/ 6805757 w 7092020"/>
              <a:gd name="connsiteY15" fmla="*/ 990843 h 4169500"/>
              <a:gd name="connsiteX16" fmla="*/ 6786707 w 7092020"/>
              <a:gd name="connsiteY16" fmla="*/ 823773 h 4169500"/>
              <a:gd name="connsiteX17" fmla="*/ 6932756 w 7092020"/>
              <a:gd name="connsiteY17" fmla="*/ 809248 h 4169500"/>
              <a:gd name="connsiteX18" fmla="*/ 7084799 w 7092020"/>
              <a:gd name="connsiteY18" fmla="*/ 822510 h 4169500"/>
              <a:gd name="connsiteX19" fmla="*/ 7066107 w 7092020"/>
              <a:gd name="connsiteY19" fmla="*/ 1048953 h 4169500"/>
              <a:gd name="connsiteX20" fmla="*/ 7021657 w 7092020"/>
              <a:gd name="connsiteY20" fmla="*/ 1201494 h 4169500"/>
              <a:gd name="connsiteX21" fmla="*/ 7008956 w 7092020"/>
              <a:gd name="connsiteY21" fmla="*/ 1455729 h 4169500"/>
              <a:gd name="connsiteX22" fmla="*/ 6932756 w 7092020"/>
              <a:gd name="connsiteY22" fmla="*/ 1571952 h 4169500"/>
              <a:gd name="connsiteX23" fmla="*/ 6822333 w 7092020"/>
              <a:gd name="connsiteY23" fmla="*/ 1593544 h 4169500"/>
              <a:gd name="connsiteX24" fmla="*/ 6608548 w 7092020"/>
              <a:gd name="connsiteY24" fmla="*/ 1508783 h 4169500"/>
              <a:gd name="connsiteX25" fmla="*/ 6342206 w 7092020"/>
              <a:gd name="connsiteY25" fmla="*/ 1194228 h 4169500"/>
              <a:gd name="connsiteX26" fmla="*/ 6104783 w 7092020"/>
              <a:gd name="connsiteY26" fmla="*/ 1072997 h 4169500"/>
              <a:gd name="connsiteX27" fmla="*/ 5780933 w 7092020"/>
              <a:gd name="connsiteY27" fmla="*/ 1053612 h 4169500"/>
              <a:gd name="connsiteX28" fmla="*/ 5598899 w 7092020"/>
              <a:gd name="connsiteY28" fmla="*/ 1129812 h 4169500"/>
              <a:gd name="connsiteX29" fmla="*/ 5480366 w 7092020"/>
              <a:gd name="connsiteY29" fmla="*/ 1248344 h 4169500"/>
              <a:gd name="connsiteX30" fmla="*/ 5268699 w 7092020"/>
              <a:gd name="connsiteY30" fmla="*/ 1629344 h 4169500"/>
              <a:gd name="connsiteX31" fmla="*/ 5090899 w 7092020"/>
              <a:gd name="connsiteY31" fmla="*/ 1781745 h 4169500"/>
              <a:gd name="connsiteX32" fmla="*/ 4726833 w 7092020"/>
              <a:gd name="connsiteY32" fmla="*/ 1946360 h 4169500"/>
              <a:gd name="connsiteX33" fmla="*/ 3952133 w 7092020"/>
              <a:gd name="connsiteY33" fmla="*/ 1983977 h 4169500"/>
              <a:gd name="connsiteX34" fmla="*/ 2991166 w 7092020"/>
              <a:gd name="connsiteY34" fmla="*/ 2164558 h 4169500"/>
              <a:gd name="connsiteX35" fmla="*/ 2110633 w 7092020"/>
              <a:gd name="connsiteY35" fmla="*/ 2881507 h 4169500"/>
              <a:gd name="connsiteX36" fmla="*/ 1556066 w 7092020"/>
              <a:gd name="connsiteY36" fmla="*/ 3582585 h 4169500"/>
              <a:gd name="connsiteX37" fmla="*/ 667066 w 7092020"/>
              <a:gd name="connsiteY37" fmla="*/ 4127422 h 4169500"/>
              <a:gd name="connsiteX38" fmla="*/ 184465 w 7092020"/>
              <a:gd name="connsiteY38" fmla="*/ 4128671 h 4169500"/>
              <a:gd name="connsiteX39" fmla="*/ 82866 w 7092020"/>
              <a:gd name="connsiteY39" fmla="*/ 2893817 h 4169500"/>
              <a:gd name="connsiteX40" fmla="*/ 15846 w 7092020"/>
              <a:gd name="connsiteY40" fmla="*/ 2553711 h 4169500"/>
              <a:gd name="connsiteX0" fmla="*/ 145596 w 7010014"/>
              <a:gd name="connsiteY0" fmla="*/ 2509670 h 4169500"/>
              <a:gd name="connsiteX1" fmla="*/ 314071 w 7010014"/>
              <a:gd name="connsiteY1" fmla="*/ 2490493 h 4169500"/>
              <a:gd name="connsiteX2" fmla="*/ 391608 w 7010014"/>
              <a:gd name="connsiteY2" fmla="*/ 3984400 h 4169500"/>
              <a:gd name="connsiteX3" fmla="*/ 2346127 w 7010014"/>
              <a:gd name="connsiteY3" fmla="*/ 68134 h 4169500"/>
              <a:gd name="connsiteX4" fmla="*/ 3518760 w 7010014"/>
              <a:gd name="connsiteY4" fmla="*/ 1510811 h 4169500"/>
              <a:gd name="connsiteX5" fmla="*/ 4915760 w 7010014"/>
              <a:gd name="connsiteY5" fmla="*/ 1705545 h 4169500"/>
              <a:gd name="connsiteX6" fmla="*/ 5415293 w 7010014"/>
              <a:gd name="connsiteY6" fmla="*/ 1070545 h 4169500"/>
              <a:gd name="connsiteX7" fmla="*/ 5980444 w 7010014"/>
              <a:gd name="connsiteY7" fmla="*/ 968991 h 4169500"/>
              <a:gd name="connsiteX8" fmla="*/ 6410127 w 7010014"/>
              <a:gd name="connsiteY8" fmla="*/ 1224525 h 4169500"/>
              <a:gd name="connsiteX9" fmla="*/ 6571349 w 7010014"/>
              <a:gd name="connsiteY9" fmla="*/ 1419410 h 4169500"/>
              <a:gd name="connsiteX10" fmla="*/ 6723749 w 7010014"/>
              <a:gd name="connsiteY10" fmla="*/ 1499312 h 4169500"/>
              <a:gd name="connsiteX11" fmla="*/ 6838049 w 7010014"/>
              <a:gd name="connsiteY11" fmla="*/ 1470257 h 4169500"/>
              <a:gd name="connsiteX12" fmla="*/ 6867327 w 7010014"/>
              <a:gd name="connsiteY12" fmla="*/ 1326218 h 4169500"/>
              <a:gd name="connsiteX13" fmla="*/ 6838050 w 7010014"/>
              <a:gd name="connsiteY13" fmla="*/ 1186968 h 4169500"/>
              <a:gd name="connsiteX14" fmla="*/ 6768201 w 7010014"/>
              <a:gd name="connsiteY14" fmla="*/ 1099801 h 4169500"/>
              <a:gd name="connsiteX15" fmla="*/ 6723751 w 7010014"/>
              <a:gd name="connsiteY15" fmla="*/ 990843 h 4169500"/>
              <a:gd name="connsiteX16" fmla="*/ 6704701 w 7010014"/>
              <a:gd name="connsiteY16" fmla="*/ 823773 h 4169500"/>
              <a:gd name="connsiteX17" fmla="*/ 6850750 w 7010014"/>
              <a:gd name="connsiteY17" fmla="*/ 809248 h 4169500"/>
              <a:gd name="connsiteX18" fmla="*/ 7002793 w 7010014"/>
              <a:gd name="connsiteY18" fmla="*/ 822510 h 4169500"/>
              <a:gd name="connsiteX19" fmla="*/ 6984101 w 7010014"/>
              <a:gd name="connsiteY19" fmla="*/ 1048953 h 4169500"/>
              <a:gd name="connsiteX20" fmla="*/ 6939651 w 7010014"/>
              <a:gd name="connsiteY20" fmla="*/ 1201494 h 4169500"/>
              <a:gd name="connsiteX21" fmla="*/ 6926950 w 7010014"/>
              <a:gd name="connsiteY21" fmla="*/ 1455729 h 4169500"/>
              <a:gd name="connsiteX22" fmla="*/ 6850750 w 7010014"/>
              <a:gd name="connsiteY22" fmla="*/ 1571952 h 4169500"/>
              <a:gd name="connsiteX23" fmla="*/ 6740327 w 7010014"/>
              <a:gd name="connsiteY23" fmla="*/ 1593544 h 4169500"/>
              <a:gd name="connsiteX24" fmla="*/ 6526542 w 7010014"/>
              <a:gd name="connsiteY24" fmla="*/ 1508783 h 4169500"/>
              <a:gd name="connsiteX25" fmla="*/ 6260200 w 7010014"/>
              <a:gd name="connsiteY25" fmla="*/ 1194228 h 4169500"/>
              <a:gd name="connsiteX26" fmla="*/ 6022777 w 7010014"/>
              <a:gd name="connsiteY26" fmla="*/ 1072997 h 4169500"/>
              <a:gd name="connsiteX27" fmla="*/ 5698927 w 7010014"/>
              <a:gd name="connsiteY27" fmla="*/ 1053612 h 4169500"/>
              <a:gd name="connsiteX28" fmla="*/ 5516893 w 7010014"/>
              <a:gd name="connsiteY28" fmla="*/ 1129812 h 4169500"/>
              <a:gd name="connsiteX29" fmla="*/ 5398360 w 7010014"/>
              <a:gd name="connsiteY29" fmla="*/ 1248344 h 4169500"/>
              <a:gd name="connsiteX30" fmla="*/ 5186693 w 7010014"/>
              <a:gd name="connsiteY30" fmla="*/ 1629344 h 4169500"/>
              <a:gd name="connsiteX31" fmla="*/ 5008893 w 7010014"/>
              <a:gd name="connsiteY31" fmla="*/ 1781745 h 4169500"/>
              <a:gd name="connsiteX32" fmla="*/ 4644827 w 7010014"/>
              <a:gd name="connsiteY32" fmla="*/ 1946360 h 4169500"/>
              <a:gd name="connsiteX33" fmla="*/ 3870127 w 7010014"/>
              <a:gd name="connsiteY33" fmla="*/ 1983977 h 4169500"/>
              <a:gd name="connsiteX34" fmla="*/ 2909160 w 7010014"/>
              <a:gd name="connsiteY34" fmla="*/ 2164558 h 4169500"/>
              <a:gd name="connsiteX35" fmla="*/ 2028627 w 7010014"/>
              <a:gd name="connsiteY35" fmla="*/ 2881507 h 4169500"/>
              <a:gd name="connsiteX36" fmla="*/ 1474060 w 7010014"/>
              <a:gd name="connsiteY36" fmla="*/ 3582585 h 4169500"/>
              <a:gd name="connsiteX37" fmla="*/ 585060 w 7010014"/>
              <a:gd name="connsiteY37" fmla="*/ 4127422 h 4169500"/>
              <a:gd name="connsiteX38" fmla="*/ 102459 w 7010014"/>
              <a:gd name="connsiteY38" fmla="*/ 4128671 h 4169500"/>
              <a:gd name="connsiteX39" fmla="*/ 860 w 7010014"/>
              <a:gd name="connsiteY39" fmla="*/ 2893817 h 4169500"/>
              <a:gd name="connsiteX40" fmla="*/ 145596 w 7010014"/>
              <a:gd name="connsiteY40" fmla="*/ 2509670 h 4169500"/>
              <a:gd name="connsiteX0" fmla="*/ 145596 w 7010014"/>
              <a:gd name="connsiteY0" fmla="*/ 2509670 h 4169500"/>
              <a:gd name="connsiteX1" fmla="*/ 314071 w 7010014"/>
              <a:gd name="connsiteY1" fmla="*/ 2490493 h 4169500"/>
              <a:gd name="connsiteX2" fmla="*/ 391608 w 7010014"/>
              <a:gd name="connsiteY2" fmla="*/ 3984400 h 4169500"/>
              <a:gd name="connsiteX3" fmla="*/ 2346127 w 7010014"/>
              <a:gd name="connsiteY3" fmla="*/ 68134 h 4169500"/>
              <a:gd name="connsiteX4" fmla="*/ 3518760 w 7010014"/>
              <a:gd name="connsiteY4" fmla="*/ 1510811 h 4169500"/>
              <a:gd name="connsiteX5" fmla="*/ 4915760 w 7010014"/>
              <a:gd name="connsiteY5" fmla="*/ 1705545 h 4169500"/>
              <a:gd name="connsiteX6" fmla="*/ 5415293 w 7010014"/>
              <a:gd name="connsiteY6" fmla="*/ 1070545 h 4169500"/>
              <a:gd name="connsiteX7" fmla="*/ 5980444 w 7010014"/>
              <a:gd name="connsiteY7" fmla="*/ 968991 h 4169500"/>
              <a:gd name="connsiteX8" fmla="*/ 6410127 w 7010014"/>
              <a:gd name="connsiteY8" fmla="*/ 1224525 h 4169500"/>
              <a:gd name="connsiteX9" fmla="*/ 6571349 w 7010014"/>
              <a:gd name="connsiteY9" fmla="*/ 1419410 h 4169500"/>
              <a:gd name="connsiteX10" fmla="*/ 6723749 w 7010014"/>
              <a:gd name="connsiteY10" fmla="*/ 1499312 h 4169500"/>
              <a:gd name="connsiteX11" fmla="*/ 6838049 w 7010014"/>
              <a:gd name="connsiteY11" fmla="*/ 1470257 h 4169500"/>
              <a:gd name="connsiteX12" fmla="*/ 6867327 w 7010014"/>
              <a:gd name="connsiteY12" fmla="*/ 1326218 h 4169500"/>
              <a:gd name="connsiteX13" fmla="*/ 6838050 w 7010014"/>
              <a:gd name="connsiteY13" fmla="*/ 1186968 h 4169500"/>
              <a:gd name="connsiteX14" fmla="*/ 6768201 w 7010014"/>
              <a:gd name="connsiteY14" fmla="*/ 1099801 h 4169500"/>
              <a:gd name="connsiteX15" fmla="*/ 6723751 w 7010014"/>
              <a:gd name="connsiteY15" fmla="*/ 990843 h 4169500"/>
              <a:gd name="connsiteX16" fmla="*/ 6704701 w 7010014"/>
              <a:gd name="connsiteY16" fmla="*/ 823773 h 4169500"/>
              <a:gd name="connsiteX17" fmla="*/ 6850750 w 7010014"/>
              <a:gd name="connsiteY17" fmla="*/ 809248 h 4169500"/>
              <a:gd name="connsiteX18" fmla="*/ 7002793 w 7010014"/>
              <a:gd name="connsiteY18" fmla="*/ 822510 h 4169500"/>
              <a:gd name="connsiteX19" fmla="*/ 6984101 w 7010014"/>
              <a:gd name="connsiteY19" fmla="*/ 1048953 h 4169500"/>
              <a:gd name="connsiteX20" fmla="*/ 6939651 w 7010014"/>
              <a:gd name="connsiteY20" fmla="*/ 1201494 h 4169500"/>
              <a:gd name="connsiteX21" fmla="*/ 6926950 w 7010014"/>
              <a:gd name="connsiteY21" fmla="*/ 1455729 h 4169500"/>
              <a:gd name="connsiteX22" fmla="*/ 6850750 w 7010014"/>
              <a:gd name="connsiteY22" fmla="*/ 1571952 h 4169500"/>
              <a:gd name="connsiteX23" fmla="*/ 6740327 w 7010014"/>
              <a:gd name="connsiteY23" fmla="*/ 1593544 h 4169500"/>
              <a:gd name="connsiteX24" fmla="*/ 6526542 w 7010014"/>
              <a:gd name="connsiteY24" fmla="*/ 1508783 h 4169500"/>
              <a:gd name="connsiteX25" fmla="*/ 6260200 w 7010014"/>
              <a:gd name="connsiteY25" fmla="*/ 1194228 h 4169500"/>
              <a:gd name="connsiteX26" fmla="*/ 6022777 w 7010014"/>
              <a:gd name="connsiteY26" fmla="*/ 1072997 h 4169500"/>
              <a:gd name="connsiteX27" fmla="*/ 5698927 w 7010014"/>
              <a:gd name="connsiteY27" fmla="*/ 1053612 h 4169500"/>
              <a:gd name="connsiteX28" fmla="*/ 5516893 w 7010014"/>
              <a:gd name="connsiteY28" fmla="*/ 1129812 h 4169500"/>
              <a:gd name="connsiteX29" fmla="*/ 5398360 w 7010014"/>
              <a:gd name="connsiteY29" fmla="*/ 1248344 h 4169500"/>
              <a:gd name="connsiteX30" fmla="*/ 5186693 w 7010014"/>
              <a:gd name="connsiteY30" fmla="*/ 1629344 h 4169500"/>
              <a:gd name="connsiteX31" fmla="*/ 5008893 w 7010014"/>
              <a:gd name="connsiteY31" fmla="*/ 1781745 h 4169500"/>
              <a:gd name="connsiteX32" fmla="*/ 4644827 w 7010014"/>
              <a:gd name="connsiteY32" fmla="*/ 1946360 h 4169500"/>
              <a:gd name="connsiteX33" fmla="*/ 3870127 w 7010014"/>
              <a:gd name="connsiteY33" fmla="*/ 1983977 h 4169500"/>
              <a:gd name="connsiteX34" fmla="*/ 2909160 w 7010014"/>
              <a:gd name="connsiteY34" fmla="*/ 2164558 h 4169500"/>
              <a:gd name="connsiteX35" fmla="*/ 2028627 w 7010014"/>
              <a:gd name="connsiteY35" fmla="*/ 2881507 h 4169500"/>
              <a:gd name="connsiteX36" fmla="*/ 1474060 w 7010014"/>
              <a:gd name="connsiteY36" fmla="*/ 3582585 h 4169500"/>
              <a:gd name="connsiteX37" fmla="*/ 585060 w 7010014"/>
              <a:gd name="connsiteY37" fmla="*/ 4127422 h 4169500"/>
              <a:gd name="connsiteX38" fmla="*/ 102459 w 7010014"/>
              <a:gd name="connsiteY38" fmla="*/ 4128671 h 4169500"/>
              <a:gd name="connsiteX39" fmla="*/ 860 w 7010014"/>
              <a:gd name="connsiteY39" fmla="*/ 2893817 h 4169500"/>
              <a:gd name="connsiteX40" fmla="*/ 145596 w 7010014"/>
              <a:gd name="connsiteY40" fmla="*/ 2509670 h 4169500"/>
              <a:gd name="connsiteX0" fmla="*/ 135667 w 7009711"/>
              <a:gd name="connsiteY0" fmla="*/ 2509670 h 4169500"/>
              <a:gd name="connsiteX1" fmla="*/ 313768 w 7009711"/>
              <a:gd name="connsiteY1" fmla="*/ 2490493 h 4169500"/>
              <a:gd name="connsiteX2" fmla="*/ 391305 w 7009711"/>
              <a:gd name="connsiteY2" fmla="*/ 3984400 h 4169500"/>
              <a:gd name="connsiteX3" fmla="*/ 2345824 w 7009711"/>
              <a:gd name="connsiteY3" fmla="*/ 68134 h 4169500"/>
              <a:gd name="connsiteX4" fmla="*/ 3518457 w 7009711"/>
              <a:gd name="connsiteY4" fmla="*/ 1510811 h 4169500"/>
              <a:gd name="connsiteX5" fmla="*/ 4915457 w 7009711"/>
              <a:gd name="connsiteY5" fmla="*/ 1705545 h 4169500"/>
              <a:gd name="connsiteX6" fmla="*/ 5414990 w 7009711"/>
              <a:gd name="connsiteY6" fmla="*/ 1070545 h 4169500"/>
              <a:gd name="connsiteX7" fmla="*/ 5980141 w 7009711"/>
              <a:gd name="connsiteY7" fmla="*/ 968991 h 4169500"/>
              <a:gd name="connsiteX8" fmla="*/ 6409824 w 7009711"/>
              <a:gd name="connsiteY8" fmla="*/ 1224525 h 4169500"/>
              <a:gd name="connsiteX9" fmla="*/ 6571046 w 7009711"/>
              <a:gd name="connsiteY9" fmla="*/ 1419410 h 4169500"/>
              <a:gd name="connsiteX10" fmla="*/ 6723446 w 7009711"/>
              <a:gd name="connsiteY10" fmla="*/ 1499312 h 4169500"/>
              <a:gd name="connsiteX11" fmla="*/ 6837746 w 7009711"/>
              <a:gd name="connsiteY11" fmla="*/ 1470257 h 4169500"/>
              <a:gd name="connsiteX12" fmla="*/ 6867024 w 7009711"/>
              <a:gd name="connsiteY12" fmla="*/ 1326218 h 4169500"/>
              <a:gd name="connsiteX13" fmla="*/ 6837747 w 7009711"/>
              <a:gd name="connsiteY13" fmla="*/ 1186968 h 4169500"/>
              <a:gd name="connsiteX14" fmla="*/ 6767898 w 7009711"/>
              <a:gd name="connsiteY14" fmla="*/ 1099801 h 4169500"/>
              <a:gd name="connsiteX15" fmla="*/ 6723448 w 7009711"/>
              <a:gd name="connsiteY15" fmla="*/ 990843 h 4169500"/>
              <a:gd name="connsiteX16" fmla="*/ 6704398 w 7009711"/>
              <a:gd name="connsiteY16" fmla="*/ 823773 h 4169500"/>
              <a:gd name="connsiteX17" fmla="*/ 6850447 w 7009711"/>
              <a:gd name="connsiteY17" fmla="*/ 809248 h 4169500"/>
              <a:gd name="connsiteX18" fmla="*/ 7002490 w 7009711"/>
              <a:gd name="connsiteY18" fmla="*/ 822510 h 4169500"/>
              <a:gd name="connsiteX19" fmla="*/ 6983798 w 7009711"/>
              <a:gd name="connsiteY19" fmla="*/ 1048953 h 4169500"/>
              <a:gd name="connsiteX20" fmla="*/ 6939348 w 7009711"/>
              <a:gd name="connsiteY20" fmla="*/ 1201494 h 4169500"/>
              <a:gd name="connsiteX21" fmla="*/ 6926647 w 7009711"/>
              <a:gd name="connsiteY21" fmla="*/ 1455729 h 4169500"/>
              <a:gd name="connsiteX22" fmla="*/ 6850447 w 7009711"/>
              <a:gd name="connsiteY22" fmla="*/ 1571952 h 4169500"/>
              <a:gd name="connsiteX23" fmla="*/ 6740024 w 7009711"/>
              <a:gd name="connsiteY23" fmla="*/ 1593544 h 4169500"/>
              <a:gd name="connsiteX24" fmla="*/ 6526239 w 7009711"/>
              <a:gd name="connsiteY24" fmla="*/ 1508783 h 4169500"/>
              <a:gd name="connsiteX25" fmla="*/ 6259897 w 7009711"/>
              <a:gd name="connsiteY25" fmla="*/ 1194228 h 4169500"/>
              <a:gd name="connsiteX26" fmla="*/ 6022474 w 7009711"/>
              <a:gd name="connsiteY26" fmla="*/ 1072997 h 4169500"/>
              <a:gd name="connsiteX27" fmla="*/ 5698624 w 7009711"/>
              <a:gd name="connsiteY27" fmla="*/ 1053612 h 4169500"/>
              <a:gd name="connsiteX28" fmla="*/ 5516590 w 7009711"/>
              <a:gd name="connsiteY28" fmla="*/ 1129812 h 4169500"/>
              <a:gd name="connsiteX29" fmla="*/ 5398057 w 7009711"/>
              <a:gd name="connsiteY29" fmla="*/ 1248344 h 4169500"/>
              <a:gd name="connsiteX30" fmla="*/ 5186390 w 7009711"/>
              <a:gd name="connsiteY30" fmla="*/ 1629344 h 4169500"/>
              <a:gd name="connsiteX31" fmla="*/ 5008590 w 7009711"/>
              <a:gd name="connsiteY31" fmla="*/ 1781745 h 4169500"/>
              <a:gd name="connsiteX32" fmla="*/ 4644524 w 7009711"/>
              <a:gd name="connsiteY32" fmla="*/ 1946360 h 4169500"/>
              <a:gd name="connsiteX33" fmla="*/ 3869824 w 7009711"/>
              <a:gd name="connsiteY33" fmla="*/ 1983977 h 4169500"/>
              <a:gd name="connsiteX34" fmla="*/ 2908857 w 7009711"/>
              <a:gd name="connsiteY34" fmla="*/ 2164558 h 4169500"/>
              <a:gd name="connsiteX35" fmla="*/ 2028324 w 7009711"/>
              <a:gd name="connsiteY35" fmla="*/ 2881507 h 4169500"/>
              <a:gd name="connsiteX36" fmla="*/ 1473757 w 7009711"/>
              <a:gd name="connsiteY36" fmla="*/ 3582585 h 4169500"/>
              <a:gd name="connsiteX37" fmla="*/ 584757 w 7009711"/>
              <a:gd name="connsiteY37" fmla="*/ 4127422 h 4169500"/>
              <a:gd name="connsiteX38" fmla="*/ 102156 w 7009711"/>
              <a:gd name="connsiteY38" fmla="*/ 4128671 h 4169500"/>
              <a:gd name="connsiteX39" fmla="*/ 557 w 7009711"/>
              <a:gd name="connsiteY39" fmla="*/ 2893817 h 4169500"/>
              <a:gd name="connsiteX40" fmla="*/ 135667 w 7009711"/>
              <a:gd name="connsiteY40" fmla="*/ 2509670 h 4169500"/>
              <a:gd name="connsiteX0" fmla="*/ 65001 w 6939045"/>
              <a:gd name="connsiteY0" fmla="*/ 2509670 h 4169500"/>
              <a:gd name="connsiteX1" fmla="*/ 243102 w 6939045"/>
              <a:gd name="connsiteY1" fmla="*/ 2490493 h 4169500"/>
              <a:gd name="connsiteX2" fmla="*/ 320639 w 6939045"/>
              <a:gd name="connsiteY2" fmla="*/ 3984400 h 4169500"/>
              <a:gd name="connsiteX3" fmla="*/ 2275158 w 6939045"/>
              <a:gd name="connsiteY3" fmla="*/ 68134 h 4169500"/>
              <a:gd name="connsiteX4" fmla="*/ 3447791 w 6939045"/>
              <a:gd name="connsiteY4" fmla="*/ 1510811 h 4169500"/>
              <a:gd name="connsiteX5" fmla="*/ 4844791 w 6939045"/>
              <a:gd name="connsiteY5" fmla="*/ 1705545 h 4169500"/>
              <a:gd name="connsiteX6" fmla="*/ 5344324 w 6939045"/>
              <a:gd name="connsiteY6" fmla="*/ 1070545 h 4169500"/>
              <a:gd name="connsiteX7" fmla="*/ 5909475 w 6939045"/>
              <a:gd name="connsiteY7" fmla="*/ 968991 h 4169500"/>
              <a:gd name="connsiteX8" fmla="*/ 6339158 w 6939045"/>
              <a:gd name="connsiteY8" fmla="*/ 1224525 h 4169500"/>
              <a:gd name="connsiteX9" fmla="*/ 6500380 w 6939045"/>
              <a:gd name="connsiteY9" fmla="*/ 1419410 h 4169500"/>
              <a:gd name="connsiteX10" fmla="*/ 6652780 w 6939045"/>
              <a:gd name="connsiteY10" fmla="*/ 1499312 h 4169500"/>
              <a:gd name="connsiteX11" fmla="*/ 6767080 w 6939045"/>
              <a:gd name="connsiteY11" fmla="*/ 1470257 h 4169500"/>
              <a:gd name="connsiteX12" fmla="*/ 6796358 w 6939045"/>
              <a:gd name="connsiteY12" fmla="*/ 1326218 h 4169500"/>
              <a:gd name="connsiteX13" fmla="*/ 6767081 w 6939045"/>
              <a:gd name="connsiteY13" fmla="*/ 1186968 h 4169500"/>
              <a:gd name="connsiteX14" fmla="*/ 6697232 w 6939045"/>
              <a:gd name="connsiteY14" fmla="*/ 1099801 h 4169500"/>
              <a:gd name="connsiteX15" fmla="*/ 6652782 w 6939045"/>
              <a:gd name="connsiteY15" fmla="*/ 990843 h 4169500"/>
              <a:gd name="connsiteX16" fmla="*/ 6633732 w 6939045"/>
              <a:gd name="connsiteY16" fmla="*/ 823773 h 4169500"/>
              <a:gd name="connsiteX17" fmla="*/ 6779781 w 6939045"/>
              <a:gd name="connsiteY17" fmla="*/ 809248 h 4169500"/>
              <a:gd name="connsiteX18" fmla="*/ 6931824 w 6939045"/>
              <a:gd name="connsiteY18" fmla="*/ 822510 h 4169500"/>
              <a:gd name="connsiteX19" fmla="*/ 6913132 w 6939045"/>
              <a:gd name="connsiteY19" fmla="*/ 1048953 h 4169500"/>
              <a:gd name="connsiteX20" fmla="*/ 6868682 w 6939045"/>
              <a:gd name="connsiteY20" fmla="*/ 1201494 h 4169500"/>
              <a:gd name="connsiteX21" fmla="*/ 6855981 w 6939045"/>
              <a:gd name="connsiteY21" fmla="*/ 1455729 h 4169500"/>
              <a:gd name="connsiteX22" fmla="*/ 6779781 w 6939045"/>
              <a:gd name="connsiteY22" fmla="*/ 1571952 h 4169500"/>
              <a:gd name="connsiteX23" fmla="*/ 6669358 w 6939045"/>
              <a:gd name="connsiteY23" fmla="*/ 1593544 h 4169500"/>
              <a:gd name="connsiteX24" fmla="*/ 6455573 w 6939045"/>
              <a:gd name="connsiteY24" fmla="*/ 1508783 h 4169500"/>
              <a:gd name="connsiteX25" fmla="*/ 6189231 w 6939045"/>
              <a:gd name="connsiteY25" fmla="*/ 1194228 h 4169500"/>
              <a:gd name="connsiteX26" fmla="*/ 5951808 w 6939045"/>
              <a:gd name="connsiteY26" fmla="*/ 1072997 h 4169500"/>
              <a:gd name="connsiteX27" fmla="*/ 5627958 w 6939045"/>
              <a:gd name="connsiteY27" fmla="*/ 1053612 h 4169500"/>
              <a:gd name="connsiteX28" fmla="*/ 5445924 w 6939045"/>
              <a:gd name="connsiteY28" fmla="*/ 1129812 h 4169500"/>
              <a:gd name="connsiteX29" fmla="*/ 5327391 w 6939045"/>
              <a:gd name="connsiteY29" fmla="*/ 1248344 h 4169500"/>
              <a:gd name="connsiteX30" fmla="*/ 5115724 w 6939045"/>
              <a:gd name="connsiteY30" fmla="*/ 1629344 h 4169500"/>
              <a:gd name="connsiteX31" fmla="*/ 4937924 w 6939045"/>
              <a:gd name="connsiteY31" fmla="*/ 1781745 h 4169500"/>
              <a:gd name="connsiteX32" fmla="*/ 4573858 w 6939045"/>
              <a:gd name="connsiteY32" fmla="*/ 1946360 h 4169500"/>
              <a:gd name="connsiteX33" fmla="*/ 3799158 w 6939045"/>
              <a:gd name="connsiteY33" fmla="*/ 1983977 h 4169500"/>
              <a:gd name="connsiteX34" fmla="*/ 2838191 w 6939045"/>
              <a:gd name="connsiteY34" fmla="*/ 2164558 h 4169500"/>
              <a:gd name="connsiteX35" fmla="*/ 1957658 w 6939045"/>
              <a:gd name="connsiteY35" fmla="*/ 2881507 h 4169500"/>
              <a:gd name="connsiteX36" fmla="*/ 1403091 w 6939045"/>
              <a:gd name="connsiteY36" fmla="*/ 3582585 h 4169500"/>
              <a:gd name="connsiteX37" fmla="*/ 514091 w 6939045"/>
              <a:gd name="connsiteY37" fmla="*/ 4127422 h 4169500"/>
              <a:gd name="connsiteX38" fmla="*/ 31490 w 6939045"/>
              <a:gd name="connsiteY38" fmla="*/ 4128671 h 4169500"/>
              <a:gd name="connsiteX39" fmla="*/ 35769 w 6939045"/>
              <a:gd name="connsiteY39" fmla="*/ 2893817 h 4169500"/>
              <a:gd name="connsiteX40" fmla="*/ 65001 w 6939045"/>
              <a:gd name="connsiteY40" fmla="*/ 2509670 h 4169500"/>
              <a:gd name="connsiteX0" fmla="*/ 65001 w 6939045"/>
              <a:gd name="connsiteY0" fmla="*/ 2509670 h 4169500"/>
              <a:gd name="connsiteX1" fmla="*/ 223852 w 6939045"/>
              <a:gd name="connsiteY1" fmla="*/ 2468473 h 4169500"/>
              <a:gd name="connsiteX2" fmla="*/ 320639 w 6939045"/>
              <a:gd name="connsiteY2" fmla="*/ 3984400 h 4169500"/>
              <a:gd name="connsiteX3" fmla="*/ 2275158 w 6939045"/>
              <a:gd name="connsiteY3" fmla="*/ 68134 h 4169500"/>
              <a:gd name="connsiteX4" fmla="*/ 3447791 w 6939045"/>
              <a:gd name="connsiteY4" fmla="*/ 1510811 h 4169500"/>
              <a:gd name="connsiteX5" fmla="*/ 4844791 w 6939045"/>
              <a:gd name="connsiteY5" fmla="*/ 1705545 h 4169500"/>
              <a:gd name="connsiteX6" fmla="*/ 5344324 w 6939045"/>
              <a:gd name="connsiteY6" fmla="*/ 1070545 h 4169500"/>
              <a:gd name="connsiteX7" fmla="*/ 5909475 w 6939045"/>
              <a:gd name="connsiteY7" fmla="*/ 968991 h 4169500"/>
              <a:gd name="connsiteX8" fmla="*/ 6339158 w 6939045"/>
              <a:gd name="connsiteY8" fmla="*/ 1224525 h 4169500"/>
              <a:gd name="connsiteX9" fmla="*/ 6500380 w 6939045"/>
              <a:gd name="connsiteY9" fmla="*/ 1419410 h 4169500"/>
              <a:gd name="connsiteX10" fmla="*/ 6652780 w 6939045"/>
              <a:gd name="connsiteY10" fmla="*/ 1499312 h 4169500"/>
              <a:gd name="connsiteX11" fmla="*/ 6767080 w 6939045"/>
              <a:gd name="connsiteY11" fmla="*/ 1470257 h 4169500"/>
              <a:gd name="connsiteX12" fmla="*/ 6796358 w 6939045"/>
              <a:gd name="connsiteY12" fmla="*/ 1326218 h 4169500"/>
              <a:gd name="connsiteX13" fmla="*/ 6767081 w 6939045"/>
              <a:gd name="connsiteY13" fmla="*/ 1186968 h 4169500"/>
              <a:gd name="connsiteX14" fmla="*/ 6697232 w 6939045"/>
              <a:gd name="connsiteY14" fmla="*/ 1099801 h 4169500"/>
              <a:gd name="connsiteX15" fmla="*/ 6652782 w 6939045"/>
              <a:gd name="connsiteY15" fmla="*/ 990843 h 4169500"/>
              <a:gd name="connsiteX16" fmla="*/ 6633732 w 6939045"/>
              <a:gd name="connsiteY16" fmla="*/ 823773 h 4169500"/>
              <a:gd name="connsiteX17" fmla="*/ 6779781 w 6939045"/>
              <a:gd name="connsiteY17" fmla="*/ 809248 h 4169500"/>
              <a:gd name="connsiteX18" fmla="*/ 6931824 w 6939045"/>
              <a:gd name="connsiteY18" fmla="*/ 822510 h 4169500"/>
              <a:gd name="connsiteX19" fmla="*/ 6913132 w 6939045"/>
              <a:gd name="connsiteY19" fmla="*/ 1048953 h 4169500"/>
              <a:gd name="connsiteX20" fmla="*/ 6868682 w 6939045"/>
              <a:gd name="connsiteY20" fmla="*/ 1201494 h 4169500"/>
              <a:gd name="connsiteX21" fmla="*/ 6855981 w 6939045"/>
              <a:gd name="connsiteY21" fmla="*/ 1455729 h 4169500"/>
              <a:gd name="connsiteX22" fmla="*/ 6779781 w 6939045"/>
              <a:gd name="connsiteY22" fmla="*/ 1571952 h 4169500"/>
              <a:gd name="connsiteX23" fmla="*/ 6669358 w 6939045"/>
              <a:gd name="connsiteY23" fmla="*/ 1593544 h 4169500"/>
              <a:gd name="connsiteX24" fmla="*/ 6455573 w 6939045"/>
              <a:gd name="connsiteY24" fmla="*/ 1508783 h 4169500"/>
              <a:gd name="connsiteX25" fmla="*/ 6189231 w 6939045"/>
              <a:gd name="connsiteY25" fmla="*/ 1194228 h 4169500"/>
              <a:gd name="connsiteX26" fmla="*/ 5951808 w 6939045"/>
              <a:gd name="connsiteY26" fmla="*/ 1072997 h 4169500"/>
              <a:gd name="connsiteX27" fmla="*/ 5627958 w 6939045"/>
              <a:gd name="connsiteY27" fmla="*/ 1053612 h 4169500"/>
              <a:gd name="connsiteX28" fmla="*/ 5445924 w 6939045"/>
              <a:gd name="connsiteY28" fmla="*/ 1129812 h 4169500"/>
              <a:gd name="connsiteX29" fmla="*/ 5327391 w 6939045"/>
              <a:gd name="connsiteY29" fmla="*/ 1248344 h 4169500"/>
              <a:gd name="connsiteX30" fmla="*/ 5115724 w 6939045"/>
              <a:gd name="connsiteY30" fmla="*/ 1629344 h 4169500"/>
              <a:gd name="connsiteX31" fmla="*/ 4937924 w 6939045"/>
              <a:gd name="connsiteY31" fmla="*/ 1781745 h 4169500"/>
              <a:gd name="connsiteX32" fmla="*/ 4573858 w 6939045"/>
              <a:gd name="connsiteY32" fmla="*/ 1946360 h 4169500"/>
              <a:gd name="connsiteX33" fmla="*/ 3799158 w 6939045"/>
              <a:gd name="connsiteY33" fmla="*/ 1983977 h 4169500"/>
              <a:gd name="connsiteX34" fmla="*/ 2838191 w 6939045"/>
              <a:gd name="connsiteY34" fmla="*/ 2164558 h 4169500"/>
              <a:gd name="connsiteX35" fmla="*/ 1957658 w 6939045"/>
              <a:gd name="connsiteY35" fmla="*/ 2881507 h 4169500"/>
              <a:gd name="connsiteX36" fmla="*/ 1403091 w 6939045"/>
              <a:gd name="connsiteY36" fmla="*/ 3582585 h 4169500"/>
              <a:gd name="connsiteX37" fmla="*/ 514091 w 6939045"/>
              <a:gd name="connsiteY37" fmla="*/ 4127422 h 4169500"/>
              <a:gd name="connsiteX38" fmla="*/ 31490 w 6939045"/>
              <a:gd name="connsiteY38" fmla="*/ 4128671 h 4169500"/>
              <a:gd name="connsiteX39" fmla="*/ 35769 w 6939045"/>
              <a:gd name="connsiteY39" fmla="*/ 2893817 h 4169500"/>
              <a:gd name="connsiteX40" fmla="*/ 65001 w 6939045"/>
              <a:gd name="connsiteY40" fmla="*/ 2509670 h 4169500"/>
              <a:gd name="connsiteX0" fmla="*/ 65001 w 6939045"/>
              <a:gd name="connsiteY0" fmla="*/ 2509670 h 4169500"/>
              <a:gd name="connsiteX1" fmla="*/ 223852 w 6939045"/>
              <a:gd name="connsiteY1" fmla="*/ 2468473 h 4169500"/>
              <a:gd name="connsiteX2" fmla="*/ 253262 w 6939045"/>
              <a:gd name="connsiteY2" fmla="*/ 3290740 h 4169500"/>
              <a:gd name="connsiteX3" fmla="*/ 320639 w 6939045"/>
              <a:gd name="connsiteY3" fmla="*/ 3984400 h 4169500"/>
              <a:gd name="connsiteX4" fmla="*/ 2275158 w 6939045"/>
              <a:gd name="connsiteY4" fmla="*/ 68134 h 4169500"/>
              <a:gd name="connsiteX5" fmla="*/ 3447791 w 6939045"/>
              <a:gd name="connsiteY5" fmla="*/ 1510811 h 4169500"/>
              <a:gd name="connsiteX6" fmla="*/ 4844791 w 6939045"/>
              <a:gd name="connsiteY6" fmla="*/ 1705545 h 4169500"/>
              <a:gd name="connsiteX7" fmla="*/ 5344324 w 6939045"/>
              <a:gd name="connsiteY7" fmla="*/ 1070545 h 4169500"/>
              <a:gd name="connsiteX8" fmla="*/ 5909475 w 6939045"/>
              <a:gd name="connsiteY8" fmla="*/ 968991 h 4169500"/>
              <a:gd name="connsiteX9" fmla="*/ 6339158 w 6939045"/>
              <a:gd name="connsiteY9" fmla="*/ 1224525 h 4169500"/>
              <a:gd name="connsiteX10" fmla="*/ 6500380 w 6939045"/>
              <a:gd name="connsiteY10" fmla="*/ 1419410 h 4169500"/>
              <a:gd name="connsiteX11" fmla="*/ 6652780 w 6939045"/>
              <a:gd name="connsiteY11" fmla="*/ 1499312 h 4169500"/>
              <a:gd name="connsiteX12" fmla="*/ 6767080 w 6939045"/>
              <a:gd name="connsiteY12" fmla="*/ 1470257 h 4169500"/>
              <a:gd name="connsiteX13" fmla="*/ 6796358 w 6939045"/>
              <a:gd name="connsiteY13" fmla="*/ 1326218 h 4169500"/>
              <a:gd name="connsiteX14" fmla="*/ 6767081 w 6939045"/>
              <a:gd name="connsiteY14" fmla="*/ 1186968 h 4169500"/>
              <a:gd name="connsiteX15" fmla="*/ 6697232 w 6939045"/>
              <a:gd name="connsiteY15" fmla="*/ 1099801 h 4169500"/>
              <a:gd name="connsiteX16" fmla="*/ 6652782 w 6939045"/>
              <a:gd name="connsiteY16" fmla="*/ 990843 h 4169500"/>
              <a:gd name="connsiteX17" fmla="*/ 6633732 w 6939045"/>
              <a:gd name="connsiteY17" fmla="*/ 823773 h 4169500"/>
              <a:gd name="connsiteX18" fmla="*/ 6779781 w 6939045"/>
              <a:gd name="connsiteY18" fmla="*/ 809248 h 4169500"/>
              <a:gd name="connsiteX19" fmla="*/ 6931824 w 6939045"/>
              <a:gd name="connsiteY19" fmla="*/ 822510 h 4169500"/>
              <a:gd name="connsiteX20" fmla="*/ 6913132 w 6939045"/>
              <a:gd name="connsiteY20" fmla="*/ 1048953 h 4169500"/>
              <a:gd name="connsiteX21" fmla="*/ 6868682 w 6939045"/>
              <a:gd name="connsiteY21" fmla="*/ 1201494 h 4169500"/>
              <a:gd name="connsiteX22" fmla="*/ 6855981 w 6939045"/>
              <a:gd name="connsiteY22" fmla="*/ 1455729 h 4169500"/>
              <a:gd name="connsiteX23" fmla="*/ 6779781 w 6939045"/>
              <a:gd name="connsiteY23" fmla="*/ 1571952 h 4169500"/>
              <a:gd name="connsiteX24" fmla="*/ 6669358 w 6939045"/>
              <a:gd name="connsiteY24" fmla="*/ 1593544 h 4169500"/>
              <a:gd name="connsiteX25" fmla="*/ 6455573 w 6939045"/>
              <a:gd name="connsiteY25" fmla="*/ 1508783 h 4169500"/>
              <a:gd name="connsiteX26" fmla="*/ 6189231 w 6939045"/>
              <a:gd name="connsiteY26" fmla="*/ 1194228 h 4169500"/>
              <a:gd name="connsiteX27" fmla="*/ 5951808 w 6939045"/>
              <a:gd name="connsiteY27" fmla="*/ 1072997 h 4169500"/>
              <a:gd name="connsiteX28" fmla="*/ 5627958 w 6939045"/>
              <a:gd name="connsiteY28" fmla="*/ 1053612 h 4169500"/>
              <a:gd name="connsiteX29" fmla="*/ 5445924 w 6939045"/>
              <a:gd name="connsiteY29" fmla="*/ 1129812 h 4169500"/>
              <a:gd name="connsiteX30" fmla="*/ 5327391 w 6939045"/>
              <a:gd name="connsiteY30" fmla="*/ 1248344 h 4169500"/>
              <a:gd name="connsiteX31" fmla="*/ 5115724 w 6939045"/>
              <a:gd name="connsiteY31" fmla="*/ 1629344 h 4169500"/>
              <a:gd name="connsiteX32" fmla="*/ 4937924 w 6939045"/>
              <a:gd name="connsiteY32" fmla="*/ 1781745 h 4169500"/>
              <a:gd name="connsiteX33" fmla="*/ 4573858 w 6939045"/>
              <a:gd name="connsiteY33" fmla="*/ 1946360 h 4169500"/>
              <a:gd name="connsiteX34" fmla="*/ 3799158 w 6939045"/>
              <a:gd name="connsiteY34" fmla="*/ 1983977 h 4169500"/>
              <a:gd name="connsiteX35" fmla="*/ 2838191 w 6939045"/>
              <a:gd name="connsiteY35" fmla="*/ 2164558 h 4169500"/>
              <a:gd name="connsiteX36" fmla="*/ 1957658 w 6939045"/>
              <a:gd name="connsiteY36" fmla="*/ 2881507 h 4169500"/>
              <a:gd name="connsiteX37" fmla="*/ 1403091 w 6939045"/>
              <a:gd name="connsiteY37" fmla="*/ 3582585 h 4169500"/>
              <a:gd name="connsiteX38" fmla="*/ 514091 w 6939045"/>
              <a:gd name="connsiteY38" fmla="*/ 4127422 h 4169500"/>
              <a:gd name="connsiteX39" fmla="*/ 31490 w 6939045"/>
              <a:gd name="connsiteY39" fmla="*/ 4128671 h 4169500"/>
              <a:gd name="connsiteX40" fmla="*/ 35769 w 6939045"/>
              <a:gd name="connsiteY40" fmla="*/ 2893817 h 4169500"/>
              <a:gd name="connsiteX41" fmla="*/ 65001 w 6939045"/>
              <a:gd name="connsiteY41" fmla="*/ 2509670 h 4169500"/>
              <a:gd name="connsiteX0" fmla="*/ 65001 w 6939045"/>
              <a:gd name="connsiteY0" fmla="*/ 2509670 h 4169500"/>
              <a:gd name="connsiteX1" fmla="*/ 223852 w 6939045"/>
              <a:gd name="connsiteY1" fmla="*/ 2468473 h 4169500"/>
              <a:gd name="connsiteX2" fmla="*/ 253262 w 6939045"/>
              <a:gd name="connsiteY2" fmla="*/ 3290740 h 4169500"/>
              <a:gd name="connsiteX3" fmla="*/ 320639 w 6939045"/>
              <a:gd name="connsiteY3" fmla="*/ 3984400 h 4169500"/>
              <a:gd name="connsiteX4" fmla="*/ 2275158 w 6939045"/>
              <a:gd name="connsiteY4" fmla="*/ 68134 h 4169500"/>
              <a:gd name="connsiteX5" fmla="*/ 3447791 w 6939045"/>
              <a:gd name="connsiteY5" fmla="*/ 1510811 h 4169500"/>
              <a:gd name="connsiteX6" fmla="*/ 4844791 w 6939045"/>
              <a:gd name="connsiteY6" fmla="*/ 1705545 h 4169500"/>
              <a:gd name="connsiteX7" fmla="*/ 5344324 w 6939045"/>
              <a:gd name="connsiteY7" fmla="*/ 1070545 h 4169500"/>
              <a:gd name="connsiteX8" fmla="*/ 5909475 w 6939045"/>
              <a:gd name="connsiteY8" fmla="*/ 968991 h 4169500"/>
              <a:gd name="connsiteX9" fmla="*/ 6339158 w 6939045"/>
              <a:gd name="connsiteY9" fmla="*/ 1224525 h 4169500"/>
              <a:gd name="connsiteX10" fmla="*/ 6500380 w 6939045"/>
              <a:gd name="connsiteY10" fmla="*/ 1419410 h 4169500"/>
              <a:gd name="connsiteX11" fmla="*/ 6652780 w 6939045"/>
              <a:gd name="connsiteY11" fmla="*/ 1499312 h 4169500"/>
              <a:gd name="connsiteX12" fmla="*/ 6767080 w 6939045"/>
              <a:gd name="connsiteY12" fmla="*/ 1470257 h 4169500"/>
              <a:gd name="connsiteX13" fmla="*/ 6796358 w 6939045"/>
              <a:gd name="connsiteY13" fmla="*/ 1326218 h 4169500"/>
              <a:gd name="connsiteX14" fmla="*/ 6767081 w 6939045"/>
              <a:gd name="connsiteY14" fmla="*/ 1186968 h 4169500"/>
              <a:gd name="connsiteX15" fmla="*/ 6697232 w 6939045"/>
              <a:gd name="connsiteY15" fmla="*/ 1099801 h 4169500"/>
              <a:gd name="connsiteX16" fmla="*/ 6652782 w 6939045"/>
              <a:gd name="connsiteY16" fmla="*/ 990843 h 4169500"/>
              <a:gd name="connsiteX17" fmla="*/ 6633732 w 6939045"/>
              <a:gd name="connsiteY17" fmla="*/ 823773 h 4169500"/>
              <a:gd name="connsiteX18" fmla="*/ 6779781 w 6939045"/>
              <a:gd name="connsiteY18" fmla="*/ 809248 h 4169500"/>
              <a:gd name="connsiteX19" fmla="*/ 6931824 w 6939045"/>
              <a:gd name="connsiteY19" fmla="*/ 822510 h 4169500"/>
              <a:gd name="connsiteX20" fmla="*/ 6913132 w 6939045"/>
              <a:gd name="connsiteY20" fmla="*/ 1048953 h 4169500"/>
              <a:gd name="connsiteX21" fmla="*/ 6868682 w 6939045"/>
              <a:gd name="connsiteY21" fmla="*/ 1201494 h 4169500"/>
              <a:gd name="connsiteX22" fmla="*/ 6855981 w 6939045"/>
              <a:gd name="connsiteY22" fmla="*/ 1455729 h 4169500"/>
              <a:gd name="connsiteX23" fmla="*/ 6779781 w 6939045"/>
              <a:gd name="connsiteY23" fmla="*/ 1571952 h 4169500"/>
              <a:gd name="connsiteX24" fmla="*/ 6669358 w 6939045"/>
              <a:gd name="connsiteY24" fmla="*/ 1593544 h 4169500"/>
              <a:gd name="connsiteX25" fmla="*/ 6455573 w 6939045"/>
              <a:gd name="connsiteY25" fmla="*/ 1508783 h 4169500"/>
              <a:gd name="connsiteX26" fmla="*/ 6189231 w 6939045"/>
              <a:gd name="connsiteY26" fmla="*/ 1194228 h 4169500"/>
              <a:gd name="connsiteX27" fmla="*/ 5951808 w 6939045"/>
              <a:gd name="connsiteY27" fmla="*/ 1072997 h 4169500"/>
              <a:gd name="connsiteX28" fmla="*/ 5627958 w 6939045"/>
              <a:gd name="connsiteY28" fmla="*/ 1053612 h 4169500"/>
              <a:gd name="connsiteX29" fmla="*/ 5445924 w 6939045"/>
              <a:gd name="connsiteY29" fmla="*/ 1129812 h 4169500"/>
              <a:gd name="connsiteX30" fmla="*/ 5327391 w 6939045"/>
              <a:gd name="connsiteY30" fmla="*/ 1248344 h 4169500"/>
              <a:gd name="connsiteX31" fmla="*/ 5115724 w 6939045"/>
              <a:gd name="connsiteY31" fmla="*/ 1629344 h 4169500"/>
              <a:gd name="connsiteX32" fmla="*/ 4937924 w 6939045"/>
              <a:gd name="connsiteY32" fmla="*/ 1781745 h 4169500"/>
              <a:gd name="connsiteX33" fmla="*/ 4573858 w 6939045"/>
              <a:gd name="connsiteY33" fmla="*/ 1946360 h 4169500"/>
              <a:gd name="connsiteX34" fmla="*/ 3799158 w 6939045"/>
              <a:gd name="connsiteY34" fmla="*/ 1983977 h 4169500"/>
              <a:gd name="connsiteX35" fmla="*/ 2838191 w 6939045"/>
              <a:gd name="connsiteY35" fmla="*/ 2164558 h 4169500"/>
              <a:gd name="connsiteX36" fmla="*/ 1957658 w 6939045"/>
              <a:gd name="connsiteY36" fmla="*/ 2881507 h 4169500"/>
              <a:gd name="connsiteX37" fmla="*/ 1403091 w 6939045"/>
              <a:gd name="connsiteY37" fmla="*/ 3582585 h 4169500"/>
              <a:gd name="connsiteX38" fmla="*/ 514091 w 6939045"/>
              <a:gd name="connsiteY38" fmla="*/ 4127422 h 4169500"/>
              <a:gd name="connsiteX39" fmla="*/ 31490 w 6939045"/>
              <a:gd name="connsiteY39" fmla="*/ 4128671 h 4169500"/>
              <a:gd name="connsiteX40" fmla="*/ 35769 w 6939045"/>
              <a:gd name="connsiteY40" fmla="*/ 2893817 h 4169500"/>
              <a:gd name="connsiteX41" fmla="*/ 65001 w 6939045"/>
              <a:gd name="connsiteY41" fmla="*/ 2509670 h 4169500"/>
              <a:gd name="connsiteX0" fmla="*/ 65001 w 6939045"/>
              <a:gd name="connsiteY0" fmla="*/ 2509670 h 4169500"/>
              <a:gd name="connsiteX1" fmla="*/ 223852 w 6939045"/>
              <a:gd name="connsiteY1" fmla="*/ 2468473 h 4169500"/>
              <a:gd name="connsiteX2" fmla="*/ 176260 w 6939045"/>
              <a:gd name="connsiteY2" fmla="*/ 3290740 h 4169500"/>
              <a:gd name="connsiteX3" fmla="*/ 320639 w 6939045"/>
              <a:gd name="connsiteY3" fmla="*/ 3984400 h 4169500"/>
              <a:gd name="connsiteX4" fmla="*/ 2275158 w 6939045"/>
              <a:gd name="connsiteY4" fmla="*/ 68134 h 4169500"/>
              <a:gd name="connsiteX5" fmla="*/ 3447791 w 6939045"/>
              <a:gd name="connsiteY5" fmla="*/ 1510811 h 4169500"/>
              <a:gd name="connsiteX6" fmla="*/ 4844791 w 6939045"/>
              <a:gd name="connsiteY6" fmla="*/ 1705545 h 4169500"/>
              <a:gd name="connsiteX7" fmla="*/ 5344324 w 6939045"/>
              <a:gd name="connsiteY7" fmla="*/ 1070545 h 4169500"/>
              <a:gd name="connsiteX8" fmla="*/ 5909475 w 6939045"/>
              <a:gd name="connsiteY8" fmla="*/ 968991 h 4169500"/>
              <a:gd name="connsiteX9" fmla="*/ 6339158 w 6939045"/>
              <a:gd name="connsiteY9" fmla="*/ 1224525 h 4169500"/>
              <a:gd name="connsiteX10" fmla="*/ 6500380 w 6939045"/>
              <a:gd name="connsiteY10" fmla="*/ 1419410 h 4169500"/>
              <a:gd name="connsiteX11" fmla="*/ 6652780 w 6939045"/>
              <a:gd name="connsiteY11" fmla="*/ 1499312 h 4169500"/>
              <a:gd name="connsiteX12" fmla="*/ 6767080 w 6939045"/>
              <a:gd name="connsiteY12" fmla="*/ 1470257 h 4169500"/>
              <a:gd name="connsiteX13" fmla="*/ 6796358 w 6939045"/>
              <a:gd name="connsiteY13" fmla="*/ 1326218 h 4169500"/>
              <a:gd name="connsiteX14" fmla="*/ 6767081 w 6939045"/>
              <a:gd name="connsiteY14" fmla="*/ 1186968 h 4169500"/>
              <a:gd name="connsiteX15" fmla="*/ 6697232 w 6939045"/>
              <a:gd name="connsiteY15" fmla="*/ 1099801 h 4169500"/>
              <a:gd name="connsiteX16" fmla="*/ 6652782 w 6939045"/>
              <a:gd name="connsiteY16" fmla="*/ 990843 h 4169500"/>
              <a:gd name="connsiteX17" fmla="*/ 6633732 w 6939045"/>
              <a:gd name="connsiteY17" fmla="*/ 823773 h 4169500"/>
              <a:gd name="connsiteX18" fmla="*/ 6779781 w 6939045"/>
              <a:gd name="connsiteY18" fmla="*/ 809248 h 4169500"/>
              <a:gd name="connsiteX19" fmla="*/ 6931824 w 6939045"/>
              <a:gd name="connsiteY19" fmla="*/ 822510 h 4169500"/>
              <a:gd name="connsiteX20" fmla="*/ 6913132 w 6939045"/>
              <a:gd name="connsiteY20" fmla="*/ 1048953 h 4169500"/>
              <a:gd name="connsiteX21" fmla="*/ 6868682 w 6939045"/>
              <a:gd name="connsiteY21" fmla="*/ 1201494 h 4169500"/>
              <a:gd name="connsiteX22" fmla="*/ 6855981 w 6939045"/>
              <a:gd name="connsiteY22" fmla="*/ 1455729 h 4169500"/>
              <a:gd name="connsiteX23" fmla="*/ 6779781 w 6939045"/>
              <a:gd name="connsiteY23" fmla="*/ 1571952 h 4169500"/>
              <a:gd name="connsiteX24" fmla="*/ 6669358 w 6939045"/>
              <a:gd name="connsiteY24" fmla="*/ 1593544 h 4169500"/>
              <a:gd name="connsiteX25" fmla="*/ 6455573 w 6939045"/>
              <a:gd name="connsiteY25" fmla="*/ 1508783 h 4169500"/>
              <a:gd name="connsiteX26" fmla="*/ 6189231 w 6939045"/>
              <a:gd name="connsiteY26" fmla="*/ 1194228 h 4169500"/>
              <a:gd name="connsiteX27" fmla="*/ 5951808 w 6939045"/>
              <a:gd name="connsiteY27" fmla="*/ 1072997 h 4169500"/>
              <a:gd name="connsiteX28" fmla="*/ 5627958 w 6939045"/>
              <a:gd name="connsiteY28" fmla="*/ 1053612 h 4169500"/>
              <a:gd name="connsiteX29" fmla="*/ 5445924 w 6939045"/>
              <a:gd name="connsiteY29" fmla="*/ 1129812 h 4169500"/>
              <a:gd name="connsiteX30" fmla="*/ 5327391 w 6939045"/>
              <a:gd name="connsiteY30" fmla="*/ 1248344 h 4169500"/>
              <a:gd name="connsiteX31" fmla="*/ 5115724 w 6939045"/>
              <a:gd name="connsiteY31" fmla="*/ 1629344 h 4169500"/>
              <a:gd name="connsiteX32" fmla="*/ 4937924 w 6939045"/>
              <a:gd name="connsiteY32" fmla="*/ 1781745 h 4169500"/>
              <a:gd name="connsiteX33" fmla="*/ 4573858 w 6939045"/>
              <a:gd name="connsiteY33" fmla="*/ 1946360 h 4169500"/>
              <a:gd name="connsiteX34" fmla="*/ 3799158 w 6939045"/>
              <a:gd name="connsiteY34" fmla="*/ 1983977 h 4169500"/>
              <a:gd name="connsiteX35" fmla="*/ 2838191 w 6939045"/>
              <a:gd name="connsiteY35" fmla="*/ 2164558 h 4169500"/>
              <a:gd name="connsiteX36" fmla="*/ 1957658 w 6939045"/>
              <a:gd name="connsiteY36" fmla="*/ 2881507 h 4169500"/>
              <a:gd name="connsiteX37" fmla="*/ 1403091 w 6939045"/>
              <a:gd name="connsiteY37" fmla="*/ 3582585 h 4169500"/>
              <a:gd name="connsiteX38" fmla="*/ 514091 w 6939045"/>
              <a:gd name="connsiteY38" fmla="*/ 4127422 h 4169500"/>
              <a:gd name="connsiteX39" fmla="*/ 31490 w 6939045"/>
              <a:gd name="connsiteY39" fmla="*/ 4128671 h 4169500"/>
              <a:gd name="connsiteX40" fmla="*/ 35769 w 6939045"/>
              <a:gd name="connsiteY40" fmla="*/ 2893817 h 4169500"/>
              <a:gd name="connsiteX41" fmla="*/ 65001 w 6939045"/>
              <a:gd name="connsiteY41" fmla="*/ 2509670 h 4169500"/>
              <a:gd name="connsiteX0" fmla="*/ 65001 w 6939045"/>
              <a:gd name="connsiteY0" fmla="*/ 2509670 h 4169500"/>
              <a:gd name="connsiteX1" fmla="*/ 223852 w 6939045"/>
              <a:gd name="connsiteY1" fmla="*/ 2468473 h 4169500"/>
              <a:gd name="connsiteX2" fmla="*/ 176260 w 6939045"/>
              <a:gd name="connsiteY2" fmla="*/ 3290740 h 4169500"/>
              <a:gd name="connsiteX3" fmla="*/ 320639 w 6939045"/>
              <a:gd name="connsiteY3" fmla="*/ 3984400 h 4169500"/>
              <a:gd name="connsiteX4" fmla="*/ 2275158 w 6939045"/>
              <a:gd name="connsiteY4" fmla="*/ 68134 h 4169500"/>
              <a:gd name="connsiteX5" fmla="*/ 3447791 w 6939045"/>
              <a:gd name="connsiteY5" fmla="*/ 1510811 h 4169500"/>
              <a:gd name="connsiteX6" fmla="*/ 4844791 w 6939045"/>
              <a:gd name="connsiteY6" fmla="*/ 1705545 h 4169500"/>
              <a:gd name="connsiteX7" fmla="*/ 5344324 w 6939045"/>
              <a:gd name="connsiteY7" fmla="*/ 1070545 h 4169500"/>
              <a:gd name="connsiteX8" fmla="*/ 5909475 w 6939045"/>
              <a:gd name="connsiteY8" fmla="*/ 968991 h 4169500"/>
              <a:gd name="connsiteX9" fmla="*/ 6339158 w 6939045"/>
              <a:gd name="connsiteY9" fmla="*/ 1224525 h 4169500"/>
              <a:gd name="connsiteX10" fmla="*/ 6500380 w 6939045"/>
              <a:gd name="connsiteY10" fmla="*/ 1419410 h 4169500"/>
              <a:gd name="connsiteX11" fmla="*/ 6652780 w 6939045"/>
              <a:gd name="connsiteY11" fmla="*/ 1499312 h 4169500"/>
              <a:gd name="connsiteX12" fmla="*/ 6767080 w 6939045"/>
              <a:gd name="connsiteY12" fmla="*/ 1470257 h 4169500"/>
              <a:gd name="connsiteX13" fmla="*/ 6796358 w 6939045"/>
              <a:gd name="connsiteY13" fmla="*/ 1326218 h 4169500"/>
              <a:gd name="connsiteX14" fmla="*/ 6767081 w 6939045"/>
              <a:gd name="connsiteY14" fmla="*/ 1186968 h 4169500"/>
              <a:gd name="connsiteX15" fmla="*/ 6697232 w 6939045"/>
              <a:gd name="connsiteY15" fmla="*/ 1099801 h 4169500"/>
              <a:gd name="connsiteX16" fmla="*/ 6652782 w 6939045"/>
              <a:gd name="connsiteY16" fmla="*/ 990843 h 4169500"/>
              <a:gd name="connsiteX17" fmla="*/ 6633732 w 6939045"/>
              <a:gd name="connsiteY17" fmla="*/ 823773 h 4169500"/>
              <a:gd name="connsiteX18" fmla="*/ 6779781 w 6939045"/>
              <a:gd name="connsiteY18" fmla="*/ 809248 h 4169500"/>
              <a:gd name="connsiteX19" fmla="*/ 6931824 w 6939045"/>
              <a:gd name="connsiteY19" fmla="*/ 822510 h 4169500"/>
              <a:gd name="connsiteX20" fmla="*/ 6913132 w 6939045"/>
              <a:gd name="connsiteY20" fmla="*/ 1048953 h 4169500"/>
              <a:gd name="connsiteX21" fmla="*/ 6868682 w 6939045"/>
              <a:gd name="connsiteY21" fmla="*/ 1201494 h 4169500"/>
              <a:gd name="connsiteX22" fmla="*/ 6855981 w 6939045"/>
              <a:gd name="connsiteY22" fmla="*/ 1455729 h 4169500"/>
              <a:gd name="connsiteX23" fmla="*/ 6779781 w 6939045"/>
              <a:gd name="connsiteY23" fmla="*/ 1571952 h 4169500"/>
              <a:gd name="connsiteX24" fmla="*/ 6669358 w 6939045"/>
              <a:gd name="connsiteY24" fmla="*/ 1593544 h 4169500"/>
              <a:gd name="connsiteX25" fmla="*/ 6455573 w 6939045"/>
              <a:gd name="connsiteY25" fmla="*/ 1508783 h 4169500"/>
              <a:gd name="connsiteX26" fmla="*/ 6189231 w 6939045"/>
              <a:gd name="connsiteY26" fmla="*/ 1194228 h 4169500"/>
              <a:gd name="connsiteX27" fmla="*/ 5951808 w 6939045"/>
              <a:gd name="connsiteY27" fmla="*/ 1072997 h 4169500"/>
              <a:gd name="connsiteX28" fmla="*/ 5627958 w 6939045"/>
              <a:gd name="connsiteY28" fmla="*/ 1053612 h 4169500"/>
              <a:gd name="connsiteX29" fmla="*/ 5445924 w 6939045"/>
              <a:gd name="connsiteY29" fmla="*/ 1129812 h 4169500"/>
              <a:gd name="connsiteX30" fmla="*/ 5327391 w 6939045"/>
              <a:gd name="connsiteY30" fmla="*/ 1248344 h 4169500"/>
              <a:gd name="connsiteX31" fmla="*/ 5115724 w 6939045"/>
              <a:gd name="connsiteY31" fmla="*/ 1629344 h 4169500"/>
              <a:gd name="connsiteX32" fmla="*/ 4937924 w 6939045"/>
              <a:gd name="connsiteY32" fmla="*/ 1781745 h 4169500"/>
              <a:gd name="connsiteX33" fmla="*/ 4573858 w 6939045"/>
              <a:gd name="connsiteY33" fmla="*/ 1946360 h 4169500"/>
              <a:gd name="connsiteX34" fmla="*/ 3799158 w 6939045"/>
              <a:gd name="connsiteY34" fmla="*/ 1983977 h 4169500"/>
              <a:gd name="connsiteX35" fmla="*/ 2838191 w 6939045"/>
              <a:gd name="connsiteY35" fmla="*/ 2164558 h 4169500"/>
              <a:gd name="connsiteX36" fmla="*/ 1957658 w 6939045"/>
              <a:gd name="connsiteY36" fmla="*/ 2881507 h 4169500"/>
              <a:gd name="connsiteX37" fmla="*/ 1403091 w 6939045"/>
              <a:gd name="connsiteY37" fmla="*/ 3582585 h 4169500"/>
              <a:gd name="connsiteX38" fmla="*/ 514091 w 6939045"/>
              <a:gd name="connsiteY38" fmla="*/ 4127422 h 4169500"/>
              <a:gd name="connsiteX39" fmla="*/ 31490 w 6939045"/>
              <a:gd name="connsiteY39" fmla="*/ 4128671 h 4169500"/>
              <a:gd name="connsiteX40" fmla="*/ 35769 w 6939045"/>
              <a:gd name="connsiteY40" fmla="*/ 2893817 h 4169500"/>
              <a:gd name="connsiteX41" fmla="*/ 65001 w 6939045"/>
              <a:gd name="connsiteY41" fmla="*/ 2509670 h 4169500"/>
              <a:gd name="connsiteX0" fmla="*/ 30788 w 6904832"/>
              <a:gd name="connsiteY0" fmla="*/ 2509670 h 4173593"/>
              <a:gd name="connsiteX1" fmla="*/ 189639 w 6904832"/>
              <a:gd name="connsiteY1" fmla="*/ 2468473 h 4173593"/>
              <a:gd name="connsiteX2" fmla="*/ 142047 w 6904832"/>
              <a:gd name="connsiteY2" fmla="*/ 3290740 h 4173593"/>
              <a:gd name="connsiteX3" fmla="*/ 286426 w 6904832"/>
              <a:gd name="connsiteY3" fmla="*/ 3984400 h 4173593"/>
              <a:gd name="connsiteX4" fmla="*/ 2240945 w 6904832"/>
              <a:gd name="connsiteY4" fmla="*/ 68134 h 4173593"/>
              <a:gd name="connsiteX5" fmla="*/ 3413578 w 6904832"/>
              <a:gd name="connsiteY5" fmla="*/ 1510811 h 4173593"/>
              <a:gd name="connsiteX6" fmla="*/ 4810578 w 6904832"/>
              <a:gd name="connsiteY6" fmla="*/ 1705545 h 4173593"/>
              <a:gd name="connsiteX7" fmla="*/ 5310111 w 6904832"/>
              <a:gd name="connsiteY7" fmla="*/ 1070545 h 4173593"/>
              <a:gd name="connsiteX8" fmla="*/ 5875262 w 6904832"/>
              <a:gd name="connsiteY8" fmla="*/ 968991 h 4173593"/>
              <a:gd name="connsiteX9" fmla="*/ 6304945 w 6904832"/>
              <a:gd name="connsiteY9" fmla="*/ 1224525 h 4173593"/>
              <a:gd name="connsiteX10" fmla="*/ 6466167 w 6904832"/>
              <a:gd name="connsiteY10" fmla="*/ 1419410 h 4173593"/>
              <a:gd name="connsiteX11" fmla="*/ 6618567 w 6904832"/>
              <a:gd name="connsiteY11" fmla="*/ 1499312 h 4173593"/>
              <a:gd name="connsiteX12" fmla="*/ 6732867 w 6904832"/>
              <a:gd name="connsiteY12" fmla="*/ 1470257 h 4173593"/>
              <a:gd name="connsiteX13" fmla="*/ 6762145 w 6904832"/>
              <a:gd name="connsiteY13" fmla="*/ 1326218 h 4173593"/>
              <a:gd name="connsiteX14" fmla="*/ 6732868 w 6904832"/>
              <a:gd name="connsiteY14" fmla="*/ 1186968 h 4173593"/>
              <a:gd name="connsiteX15" fmla="*/ 6663019 w 6904832"/>
              <a:gd name="connsiteY15" fmla="*/ 1099801 h 4173593"/>
              <a:gd name="connsiteX16" fmla="*/ 6618569 w 6904832"/>
              <a:gd name="connsiteY16" fmla="*/ 990843 h 4173593"/>
              <a:gd name="connsiteX17" fmla="*/ 6599519 w 6904832"/>
              <a:gd name="connsiteY17" fmla="*/ 823773 h 4173593"/>
              <a:gd name="connsiteX18" fmla="*/ 6745568 w 6904832"/>
              <a:gd name="connsiteY18" fmla="*/ 809248 h 4173593"/>
              <a:gd name="connsiteX19" fmla="*/ 6897611 w 6904832"/>
              <a:gd name="connsiteY19" fmla="*/ 822510 h 4173593"/>
              <a:gd name="connsiteX20" fmla="*/ 6878919 w 6904832"/>
              <a:gd name="connsiteY20" fmla="*/ 1048953 h 4173593"/>
              <a:gd name="connsiteX21" fmla="*/ 6834469 w 6904832"/>
              <a:gd name="connsiteY21" fmla="*/ 1201494 h 4173593"/>
              <a:gd name="connsiteX22" fmla="*/ 6821768 w 6904832"/>
              <a:gd name="connsiteY22" fmla="*/ 1455729 h 4173593"/>
              <a:gd name="connsiteX23" fmla="*/ 6745568 w 6904832"/>
              <a:gd name="connsiteY23" fmla="*/ 1571952 h 4173593"/>
              <a:gd name="connsiteX24" fmla="*/ 6635145 w 6904832"/>
              <a:gd name="connsiteY24" fmla="*/ 1593544 h 4173593"/>
              <a:gd name="connsiteX25" fmla="*/ 6421360 w 6904832"/>
              <a:gd name="connsiteY25" fmla="*/ 1508783 h 4173593"/>
              <a:gd name="connsiteX26" fmla="*/ 6155018 w 6904832"/>
              <a:gd name="connsiteY26" fmla="*/ 1194228 h 4173593"/>
              <a:gd name="connsiteX27" fmla="*/ 5917595 w 6904832"/>
              <a:gd name="connsiteY27" fmla="*/ 1072997 h 4173593"/>
              <a:gd name="connsiteX28" fmla="*/ 5593745 w 6904832"/>
              <a:gd name="connsiteY28" fmla="*/ 1053612 h 4173593"/>
              <a:gd name="connsiteX29" fmla="*/ 5411711 w 6904832"/>
              <a:gd name="connsiteY29" fmla="*/ 1129812 h 4173593"/>
              <a:gd name="connsiteX30" fmla="*/ 5293178 w 6904832"/>
              <a:gd name="connsiteY30" fmla="*/ 1248344 h 4173593"/>
              <a:gd name="connsiteX31" fmla="*/ 5081511 w 6904832"/>
              <a:gd name="connsiteY31" fmla="*/ 1629344 h 4173593"/>
              <a:gd name="connsiteX32" fmla="*/ 4903711 w 6904832"/>
              <a:gd name="connsiteY32" fmla="*/ 1781745 h 4173593"/>
              <a:gd name="connsiteX33" fmla="*/ 4539645 w 6904832"/>
              <a:gd name="connsiteY33" fmla="*/ 1946360 h 4173593"/>
              <a:gd name="connsiteX34" fmla="*/ 3764945 w 6904832"/>
              <a:gd name="connsiteY34" fmla="*/ 1983977 h 4173593"/>
              <a:gd name="connsiteX35" fmla="*/ 2803978 w 6904832"/>
              <a:gd name="connsiteY35" fmla="*/ 2164558 h 4173593"/>
              <a:gd name="connsiteX36" fmla="*/ 1923445 w 6904832"/>
              <a:gd name="connsiteY36" fmla="*/ 2881507 h 4173593"/>
              <a:gd name="connsiteX37" fmla="*/ 1368878 w 6904832"/>
              <a:gd name="connsiteY37" fmla="*/ 3582585 h 4173593"/>
              <a:gd name="connsiteX38" fmla="*/ 479878 w 6904832"/>
              <a:gd name="connsiteY38" fmla="*/ 4127422 h 4173593"/>
              <a:gd name="connsiteX39" fmla="*/ 55028 w 6904832"/>
              <a:gd name="connsiteY39" fmla="*/ 4139682 h 4173593"/>
              <a:gd name="connsiteX40" fmla="*/ 1556 w 6904832"/>
              <a:gd name="connsiteY40" fmla="*/ 2893817 h 4173593"/>
              <a:gd name="connsiteX41" fmla="*/ 30788 w 6904832"/>
              <a:gd name="connsiteY41" fmla="*/ 2509670 h 4173593"/>
              <a:gd name="connsiteX0" fmla="*/ 30788 w 6904832"/>
              <a:gd name="connsiteY0" fmla="*/ 2509670 h 4173593"/>
              <a:gd name="connsiteX1" fmla="*/ 189639 w 6904832"/>
              <a:gd name="connsiteY1" fmla="*/ 2468473 h 4173593"/>
              <a:gd name="connsiteX2" fmla="*/ 142047 w 6904832"/>
              <a:gd name="connsiteY2" fmla="*/ 3290740 h 4173593"/>
              <a:gd name="connsiteX3" fmla="*/ 286426 w 6904832"/>
              <a:gd name="connsiteY3" fmla="*/ 3984400 h 4173593"/>
              <a:gd name="connsiteX4" fmla="*/ 2240945 w 6904832"/>
              <a:gd name="connsiteY4" fmla="*/ 68134 h 4173593"/>
              <a:gd name="connsiteX5" fmla="*/ 3413578 w 6904832"/>
              <a:gd name="connsiteY5" fmla="*/ 1510811 h 4173593"/>
              <a:gd name="connsiteX6" fmla="*/ 4810578 w 6904832"/>
              <a:gd name="connsiteY6" fmla="*/ 1705545 h 4173593"/>
              <a:gd name="connsiteX7" fmla="*/ 5310111 w 6904832"/>
              <a:gd name="connsiteY7" fmla="*/ 1070545 h 4173593"/>
              <a:gd name="connsiteX8" fmla="*/ 5875262 w 6904832"/>
              <a:gd name="connsiteY8" fmla="*/ 968991 h 4173593"/>
              <a:gd name="connsiteX9" fmla="*/ 6304945 w 6904832"/>
              <a:gd name="connsiteY9" fmla="*/ 1224525 h 4173593"/>
              <a:gd name="connsiteX10" fmla="*/ 6466167 w 6904832"/>
              <a:gd name="connsiteY10" fmla="*/ 1419410 h 4173593"/>
              <a:gd name="connsiteX11" fmla="*/ 6618567 w 6904832"/>
              <a:gd name="connsiteY11" fmla="*/ 1499312 h 4173593"/>
              <a:gd name="connsiteX12" fmla="*/ 6732867 w 6904832"/>
              <a:gd name="connsiteY12" fmla="*/ 1470257 h 4173593"/>
              <a:gd name="connsiteX13" fmla="*/ 6762145 w 6904832"/>
              <a:gd name="connsiteY13" fmla="*/ 1326218 h 4173593"/>
              <a:gd name="connsiteX14" fmla="*/ 6732868 w 6904832"/>
              <a:gd name="connsiteY14" fmla="*/ 1186968 h 4173593"/>
              <a:gd name="connsiteX15" fmla="*/ 6663019 w 6904832"/>
              <a:gd name="connsiteY15" fmla="*/ 1099801 h 4173593"/>
              <a:gd name="connsiteX16" fmla="*/ 6618569 w 6904832"/>
              <a:gd name="connsiteY16" fmla="*/ 990843 h 4173593"/>
              <a:gd name="connsiteX17" fmla="*/ 6599519 w 6904832"/>
              <a:gd name="connsiteY17" fmla="*/ 823773 h 4173593"/>
              <a:gd name="connsiteX18" fmla="*/ 6745568 w 6904832"/>
              <a:gd name="connsiteY18" fmla="*/ 809248 h 4173593"/>
              <a:gd name="connsiteX19" fmla="*/ 6897611 w 6904832"/>
              <a:gd name="connsiteY19" fmla="*/ 822510 h 4173593"/>
              <a:gd name="connsiteX20" fmla="*/ 6878919 w 6904832"/>
              <a:gd name="connsiteY20" fmla="*/ 1048953 h 4173593"/>
              <a:gd name="connsiteX21" fmla="*/ 6834469 w 6904832"/>
              <a:gd name="connsiteY21" fmla="*/ 1201494 h 4173593"/>
              <a:gd name="connsiteX22" fmla="*/ 6821768 w 6904832"/>
              <a:gd name="connsiteY22" fmla="*/ 1455729 h 4173593"/>
              <a:gd name="connsiteX23" fmla="*/ 6745568 w 6904832"/>
              <a:gd name="connsiteY23" fmla="*/ 1571952 h 4173593"/>
              <a:gd name="connsiteX24" fmla="*/ 6635145 w 6904832"/>
              <a:gd name="connsiteY24" fmla="*/ 1593544 h 4173593"/>
              <a:gd name="connsiteX25" fmla="*/ 6421360 w 6904832"/>
              <a:gd name="connsiteY25" fmla="*/ 1508783 h 4173593"/>
              <a:gd name="connsiteX26" fmla="*/ 6155018 w 6904832"/>
              <a:gd name="connsiteY26" fmla="*/ 1194228 h 4173593"/>
              <a:gd name="connsiteX27" fmla="*/ 5917595 w 6904832"/>
              <a:gd name="connsiteY27" fmla="*/ 1072997 h 4173593"/>
              <a:gd name="connsiteX28" fmla="*/ 5593745 w 6904832"/>
              <a:gd name="connsiteY28" fmla="*/ 1053612 h 4173593"/>
              <a:gd name="connsiteX29" fmla="*/ 5411711 w 6904832"/>
              <a:gd name="connsiteY29" fmla="*/ 1129812 h 4173593"/>
              <a:gd name="connsiteX30" fmla="*/ 5293178 w 6904832"/>
              <a:gd name="connsiteY30" fmla="*/ 1248344 h 4173593"/>
              <a:gd name="connsiteX31" fmla="*/ 5081511 w 6904832"/>
              <a:gd name="connsiteY31" fmla="*/ 1629344 h 4173593"/>
              <a:gd name="connsiteX32" fmla="*/ 4903711 w 6904832"/>
              <a:gd name="connsiteY32" fmla="*/ 1781745 h 4173593"/>
              <a:gd name="connsiteX33" fmla="*/ 4539645 w 6904832"/>
              <a:gd name="connsiteY33" fmla="*/ 1946360 h 4173593"/>
              <a:gd name="connsiteX34" fmla="*/ 3764945 w 6904832"/>
              <a:gd name="connsiteY34" fmla="*/ 1983977 h 4173593"/>
              <a:gd name="connsiteX35" fmla="*/ 2803978 w 6904832"/>
              <a:gd name="connsiteY35" fmla="*/ 2164558 h 4173593"/>
              <a:gd name="connsiteX36" fmla="*/ 1923445 w 6904832"/>
              <a:gd name="connsiteY36" fmla="*/ 2881507 h 4173593"/>
              <a:gd name="connsiteX37" fmla="*/ 1368878 w 6904832"/>
              <a:gd name="connsiteY37" fmla="*/ 3582585 h 4173593"/>
              <a:gd name="connsiteX38" fmla="*/ 479878 w 6904832"/>
              <a:gd name="connsiteY38" fmla="*/ 4127422 h 4173593"/>
              <a:gd name="connsiteX39" fmla="*/ 55028 w 6904832"/>
              <a:gd name="connsiteY39" fmla="*/ 4139682 h 4173593"/>
              <a:gd name="connsiteX40" fmla="*/ 1556 w 6904832"/>
              <a:gd name="connsiteY40" fmla="*/ 2893817 h 4173593"/>
              <a:gd name="connsiteX41" fmla="*/ 30788 w 6904832"/>
              <a:gd name="connsiteY41" fmla="*/ 2509670 h 4173593"/>
              <a:gd name="connsiteX0" fmla="*/ 30315 w 6904359"/>
              <a:gd name="connsiteY0" fmla="*/ 2509670 h 4173593"/>
              <a:gd name="connsiteX1" fmla="*/ 160290 w 6904359"/>
              <a:gd name="connsiteY1" fmla="*/ 2457461 h 4173593"/>
              <a:gd name="connsiteX2" fmla="*/ 141574 w 6904359"/>
              <a:gd name="connsiteY2" fmla="*/ 3290740 h 4173593"/>
              <a:gd name="connsiteX3" fmla="*/ 285953 w 6904359"/>
              <a:gd name="connsiteY3" fmla="*/ 3984400 h 4173593"/>
              <a:gd name="connsiteX4" fmla="*/ 2240472 w 6904359"/>
              <a:gd name="connsiteY4" fmla="*/ 68134 h 4173593"/>
              <a:gd name="connsiteX5" fmla="*/ 3413105 w 6904359"/>
              <a:gd name="connsiteY5" fmla="*/ 1510811 h 4173593"/>
              <a:gd name="connsiteX6" fmla="*/ 4810105 w 6904359"/>
              <a:gd name="connsiteY6" fmla="*/ 1705545 h 4173593"/>
              <a:gd name="connsiteX7" fmla="*/ 5309638 w 6904359"/>
              <a:gd name="connsiteY7" fmla="*/ 1070545 h 4173593"/>
              <a:gd name="connsiteX8" fmla="*/ 5874789 w 6904359"/>
              <a:gd name="connsiteY8" fmla="*/ 968991 h 4173593"/>
              <a:gd name="connsiteX9" fmla="*/ 6304472 w 6904359"/>
              <a:gd name="connsiteY9" fmla="*/ 1224525 h 4173593"/>
              <a:gd name="connsiteX10" fmla="*/ 6465694 w 6904359"/>
              <a:gd name="connsiteY10" fmla="*/ 1419410 h 4173593"/>
              <a:gd name="connsiteX11" fmla="*/ 6618094 w 6904359"/>
              <a:gd name="connsiteY11" fmla="*/ 1499312 h 4173593"/>
              <a:gd name="connsiteX12" fmla="*/ 6732394 w 6904359"/>
              <a:gd name="connsiteY12" fmla="*/ 1470257 h 4173593"/>
              <a:gd name="connsiteX13" fmla="*/ 6761672 w 6904359"/>
              <a:gd name="connsiteY13" fmla="*/ 1326218 h 4173593"/>
              <a:gd name="connsiteX14" fmla="*/ 6732395 w 6904359"/>
              <a:gd name="connsiteY14" fmla="*/ 1186968 h 4173593"/>
              <a:gd name="connsiteX15" fmla="*/ 6662546 w 6904359"/>
              <a:gd name="connsiteY15" fmla="*/ 1099801 h 4173593"/>
              <a:gd name="connsiteX16" fmla="*/ 6618096 w 6904359"/>
              <a:gd name="connsiteY16" fmla="*/ 990843 h 4173593"/>
              <a:gd name="connsiteX17" fmla="*/ 6599046 w 6904359"/>
              <a:gd name="connsiteY17" fmla="*/ 823773 h 4173593"/>
              <a:gd name="connsiteX18" fmla="*/ 6745095 w 6904359"/>
              <a:gd name="connsiteY18" fmla="*/ 809248 h 4173593"/>
              <a:gd name="connsiteX19" fmla="*/ 6897138 w 6904359"/>
              <a:gd name="connsiteY19" fmla="*/ 822510 h 4173593"/>
              <a:gd name="connsiteX20" fmla="*/ 6878446 w 6904359"/>
              <a:gd name="connsiteY20" fmla="*/ 1048953 h 4173593"/>
              <a:gd name="connsiteX21" fmla="*/ 6833996 w 6904359"/>
              <a:gd name="connsiteY21" fmla="*/ 1201494 h 4173593"/>
              <a:gd name="connsiteX22" fmla="*/ 6821295 w 6904359"/>
              <a:gd name="connsiteY22" fmla="*/ 1455729 h 4173593"/>
              <a:gd name="connsiteX23" fmla="*/ 6745095 w 6904359"/>
              <a:gd name="connsiteY23" fmla="*/ 1571952 h 4173593"/>
              <a:gd name="connsiteX24" fmla="*/ 6634672 w 6904359"/>
              <a:gd name="connsiteY24" fmla="*/ 1593544 h 4173593"/>
              <a:gd name="connsiteX25" fmla="*/ 6420887 w 6904359"/>
              <a:gd name="connsiteY25" fmla="*/ 1508783 h 4173593"/>
              <a:gd name="connsiteX26" fmla="*/ 6154545 w 6904359"/>
              <a:gd name="connsiteY26" fmla="*/ 1194228 h 4173593"/>
              <a:gd name="connsiteX27" fmla="*/ 5917122 w 6904359"/>
              <a:gd name="connsiteY27" fmla="*/ 1072997 h 4173593"/>
              <a:gd name="connsiteX28" fmla="*/ 5593272 w 6904359"/>
              <a:gd name="connsiteY28" fmla="*/ 1053612 h 4173593"/>
              <a:gd name="connsiteX29" fmla="*/ 5411238 w 6904359"/>
              <a:gd name="connsiteY29" fmla="*/ 1129812 h 4173593"/>
              <a:gd name="connsiteX30" fmla="*/ 5292705 w 6904359"/>
              <a:gd name="connsiteY30" fmla="*/ 1248344 h 4173593"/>
              <a:gd name="connsiteX31" fmla="*/ 5081038 w 6904359"/>
              <a:gd name="connsiteY31" fmla="*/ 1629344 h 4173593"/>
              <a:gd name="connsiteX32" fmla="*/ 4903238 w 6904359"/>
              <a:gd name="connsiteY32" fmla="*/ 1781745 h 4173593"/>
              <a:gd name="connsiteX33" fmla="*/ 4539172 w 6904359"/>
              <a:gd name="connsiteY33" fmla="*/ 1946360 h 4173593"/>
              <a:gd name="connsiteX34" fmla="*/ 3764472 w 6904359"/>
              <a:gd name="connsiteY34" fmla="*/ 1983977 h 4173593"/>
              <a:gd name="connsiteX35" fmla="*/ 2803505 w 6904359"/>
              <a:gd name="connsiteY35" fmla="*/ 2164558 h 4173593"/>
              <a:gd name="connsiteX36" fmla="*/ 1922972 w 6904359"/>
              <a:gd name="connsiteY36" fmla="*/ 2881507 h 4173593"/>
              <a:gd name="connsiteX37" fmla="*/ 1368405 w 6904359"/>
              <a:gd name="connsiteY37" fmla="*/ 3582585 h 4173593"/>
              <a:gd name="connsiteX38" fmla="*/ 479405 w 6904359"/>
              <a:gd name="connsiteY38" fmla="*/ 4127422 h 4173593"/>
              <a:gd name="connsiteX39" fmla="*/ 54555 w 6904359"/>
              <a:gd name="connsiteY39" fmla="*/ 4139682 h 4173593"/>
              <a:gd name="connsiteX40" fmla="*/ 1083 w 6904359"/>
              <a:gd name="connsiteY40" fmla="*/ 2893817 h 4173593"/>
              <a:gd name="connsiteX41" fmla="*/ 30315 w 6904359"/>
              <a:gd name="connsiteY41" fmla="*/ 2509670 h 4173593"/>
              <a:gd name="connsiteX0" fmla="*/ 30315 w 6904359"/>
              <a:gd name="connsiteY0" fmla="*/ 2509670 h 4173593"/>
              <a:gd name="connsiteX1" fmla="*/ 160290 w 6904359"/>
              <a:gd name="connsiteY1" fmla="*/ 2457461 h 4173593"/>
              <a:gd name="connsiteX2" fmla="*/ 160825 w 6904359"/>
              <a:gd name="connsiteY2" fmla="*/ 3290740 h 4173593"/>
              <a:gd name="connsiteX3" fmla="*/ 285953 w 6904359"/>
              <a:gd name="connsiteY3" fmla="*/ 3984400 h 4173593"/>
              <a:gd name="connsiteX4" fmla="*/ 2240472 w 6904359"/>
              <a:gd name="connsiteY4" fmla="*/ 68134 h 4173593"/>
              <a:gd name="connsiteX5" fmla="*/ 3413105 w 6904359"/>
              <a:gd name="connsiteY5" fmla="*/ 1510811 h 4173593"/>
              <a:gd name="connsiteX6" fmla="*/ 4810105 w 6904359"/>
              <a:gd name="connsiteY6" fmla="*/ 1705545 h 4173593"/>
              <a:gd name="connsiteX7" fmla="*/ 5309638 w 6904359"/>
              <a:gd name="connsiteY7" fmla="*/ 1070545 h 4173593"/>
              <a:gd name="connsiteX8" fmla="*/ 5874789 w 6904359"/>
              <a:gd name="connsiteY8" fmla="*/ 968991 h 4173593"/>
              <a:gd name="connsiteX9" fmla="*/ 6304472 w 6904359"/>
              <a:gd name="connsiteY9" fmla="*/ 1224525 h 4173593"/>
              <a:gd name="connsiteX10" fmla="*/ 6465694 w 6904359"/>
              <a:gd name="connsiteY10" fmla="*/ 1419410 h 4173593"/>
              <a:gd name="connsiteX11" fmla="*/ 6618094 w 6904359"/>
              <a:gd name="connsiteY11" fmla="*/ 1499312 h 4173593"/>
              <a:gd name="connsiteX12" fmla="*/ 6732394 w 6904359"/>
              <a:gd name="connsiteY12" fmla="*/ 1470257 h 4173593"/>
              <a:gd name="connsiteX13" fmla="*/ 6761672 w 6904359"/>
              <a:gd name="connsiteY13" fmla="*/ 1326218 h 4173593"/>
              <a:gd name="connsiteX14" fmla="*/ 6732395 w 6904359"/>
              <a:gd name="connsiteY14" fmla="*/ 1186968 h 4173593"/>
              <a:gd name="connsiteX15" fmla="*/ 6662546 w 6904359"/>
              <a:gd name="connsiteY15" fmla="*/ 1099801 h 4173593"/>
              <a:gd name="connsiteX16" fmla="*/ 6618096 w 6904359"/>
              <a:gd name="connsiteY16" fmla="*/ 990843 h 4173593"/>
              <a:gd name="connsiteX17" fmla="*/ 6599046 w 6904359"/>
              <a:gd name="connsiteY17" fmla="*/ 823773 h 4173593"/>
              <a:gd name="connsiteX18" fmla="*/ 6745095 w 6904359"/>
              <a:gd name="connsiteY18" fmla="*/ 809248 h 4173593"/>
              <a:gd name="connsiteX19" fmla="*/ 6897138 w 6904359"/>
              <a:gd name="connsiteY19" fmla="*/ 822510 h 4173593"/>
              <a:gd name="connsiteX20" fmla="*/ 6878446 w 6904359"/>
              <a:gd name="connsiteY20" fmla="*/ 1048953 h 4173593"/>
              <a:gd name="connsiteX21" fmla="*/ 6833996 w 6904359"/>
              <a:gd name="connsiteY21" fmla="*/ 1201494 h 4173593"/>
              <a:gd name="connsiteX22" fmla="*/ 6821295 w 6904359"/>
              <a:gd name="connsiteY22" fmla="*/ 1455729 h 4173593"/>
              <a:gd name="connsiteX23" fmla="*/ 6745095 w 6904359"/>
              <a:gd name="connsiteY23" fmla="*/ 1571952 h 4173593"/>
              <a:gd name="connsiteX24" fmla="*/ 6634672 w 6904359"/>
              <a:gd name="connsiteY24" fmla="*/ 1593544 h 4173593"/>
              <a:gd name="connsiteX25" fmla="*/ 6420887 w 6904359"/>
              <a:gd name="connsiteY25" fmla="*/ 1508783 h 4173593"/>
              <a:gd name="connsiteX26" fmla="*/ 6154545 w 6904359"/>
              <a:gd name="connsiteY26" fmla="*/ 1194228 h 4173593"/>
              <a:gd name="connsiteX27" fmla="*/ 5917122 w 6904359"/>
              <a:gd name="connsiteY27" fmla="*/ 1072997 h 4173593"/>
              <a:gd name="connsiteX28" fmla="*/ 5593272 w 6904359"/>
              <a:gd name="connsiteY28" fmla="*/ 1053612 h 4173593"/>
              <a:gd name="connsiteX29" fmla="*/ 5411238 w 6904359"/>
              <a:gd name="connsiteY29" fmla="*/ 1129812 h 4173593"/>
              <a:gd name="connsiteX30" fmla="*/ 5292705 w 6904359"/>
              <a:gd name="connsiteY30" fmla="*/ 1248344 h 4173593"/>
              <a:gd name="connsiteX31" fmla="*/ 5081038 w 6904359"/>
              <a:gd name="connsiteY31" fmla="*/ 1629344 h 4173593"/>
              <a:gd name="connsiteX32" fmla="*/ 4903238 w 6904359"/>
              <a:gd name="connsiteY32" fmla="*/ 1781745 h 4173593"/>
              <a:gd name="connsiteX33" fmla="*/ 4539172 w 6904359"/>
              <a:gd name="connsiteY33" fmla="*/ 1946360 h 4173593"/>
              <a:gd name="connsiteX34" fmla="*/ 3764472 w 6904359"/>
              <a:gd name="connsiteY34" fmla="*/ 1983977 h 4173593"/>
              <a:gd name="connsiteX35" fmla="*/ 2803505 w 6904359"/>
              <a:gd name="connsiteY35" fmla="*/ 2164558 h 4173593"/>
              <a:gd name="connsiteX36" fmla="*/ 1922972 w 6904359"/>
              <a:gd name="connsiteY36" fmla="*/ 2881507 h 4173593"/>
              <a:gd name="connsiteX37" fmla="*/ 1368405 w 6904359"/>
              <a:gd name="connsiteY37" fmla="*/ 3582585 h 4173593"/>
              <a:gd name="connsiteX38" fmla="*/ 479405 w 6904359"/>
              <a:gd name="connsiteY38" fmla="*/ 4127422 h 4173593"/>
              <a:gd name="connsiteX39" fmla="*/ 54555 w 6904359"/>
              <a:gd name="connsiteY39" fmla="*/ 4139682 h 4173593"/>
              <a:gd name="connsiteX40" fmla="*/ 1083 w 6904359"/>
              <a:gd name="connsiteY40" fmla="*/ 2893817 h 4173593"/>
              <a:gd name="connsiteX41" fmla="*/ 30315 w 6904359"/>
              <a:gd name="connsiteY41" fmla="*/ 2509670 h 4173593"/>
              <a:gd name="connsiteX0" fmla="*/ 30315 w 6904359"/>
              <a:gd name="connsiteY0" fmla="*/ 2509670 h 4173593"/>
              <a:gd name="connsiteX1" fmla="*/ 160290 w 6904359"/>
              <a:gd name="connsiteY1" fmla="*/ 2457461 h 4173593"/>
              <a:gd name="connsiteX2" fmla="*/ 160825 w 6904359"/>
              <a:gd name="connsiteY2" fmla="*/ 3290740 h 4173593"/>
              <a:gd name="connsiteX3" fmla="*/ 305204 w 6904359"/>
              <a:gd name="connsiteY3" fmla="*/ 3984400 h 4173593"/>
              <a:gd name="connsiteX4" fmla="*/ 2240472 w 6904359"/>
              <a:gd name="connsiteY4" fmla="*/ 68134 h 4173593"/>
              <a:gd name="connsiteX5" fmla="*/ 3413105 w 6904359"/>
              <a:gd name="connsiteY5" fmla="*/ 1510811 h 4173593"/>
              <a:gd name="connsiteX6" fmla="*/ 4810105 w 6904359"/>
              <a:gd name="connsiteY6" fmla="*/ 1705545 h 4173593"/>
              <a:gd name="connsiteX7" fmla="*/ 5309638 w 6904359"/>
              <a:gd name="connsiteY7" fmla="*/ 1070545 h 4173593"/>
              <a:gd name="connsiteX8" fmla="*/ 5874789 w 6904359"/>
              <a:gd name="connsiteY8" fmla="*/ 968991 h 4173593"/>
              <a:gd name="connsiteX9" fmla="*/ 6304472 w 6904359"/>
              <a:gd name="connsiteY9" fmla="*/ 1224525 h 4173593"/>
              <a:gd name="connsiteX10" fmla="*/ 6465694 w 6904359"/>
              <a:gd name="connsiteY10" fmla="*/ 1419410 h 4173593"/>
              <a:gd name="connsiteX11" fmla="*/ 6618094 w 6904359"/>
              <a:gd name="connsiteY11" fmla="*/ 1499312 h 4173593"/>
              <a:gd name="connsiteX12" fmla="*/ 6732394 w 6904359"/>
              <a:gd name="connsiteY12" fmla="*/ 1470257 h 4173593"/>
              <a:gd name="connsiteX13" fmla="*/ 6761672 w 6904359"/>
              <a:gd name="connsiteY13" fmla="*/ 1326218 h 4173593"/>
              <a:gd name="connsiteX14" fmla="*/ 6732395 w 6904359"/>
              <a:gd name="connsiteY14" fmla="*/ 1186968 h 4173593"/>
              <a:gd name="connsiteX15" fmla="*/ 6662546 w 6904359"/>
              <a:gd name="connsiteY15" fmla="*/ 1099801 h 4173593"/>
              <a:gd name="connsiteX16" fmla="*/ 6618096 w 6904359"/>
              <a:gd name="connsiteY16" fmla="*/ 990843 h 4173593"/>
              <a:gd name="connsiteX17" fmla="*/ 6599046 w 6904359"/>
              <a:gd name="connsiteY17" fmla="*/ 823773 h 4173593"/>
              <a:gd name="connsiteX18" fmla="*/ 6745095 w 6904359"/>
              <a:gd name="connsiteY18" fmla="*/ 809248 h 4173593"/>
              <a:gd name="connsiteX19" fmla="*/ 6897138 w 6904359"/>
              <a:gd name="connsiteY19" fmla="*/ 822510 h 4173593"/>
              <a:gd name="connsiteX20" fmla="*/ 6878446 w 6904359"/>
              <a:gd name="connsiteY20" fmla="*/ 1048953 h 4173593"/>
              <a:gd name="connsiteX21" fmla="*/ 6833996 w 6904359"/>
              <a:gd name="connsiteY21" fmla="*/ 1201494 h 4173593"/>
              <a:gd name="connsiteX22" fmla="*/ 6821295 w 6904359"/>
              <a:gd name="connsiteY22" fmla="*/ 1455729 h 4173593"/>
              <a:gd name="connsiteX23" fmla="*/ 6745095 w 6904359"/>
              <a:gd name="connsiteY23" fmla="*/ 1571952 h 4173593"/>
              <a:gd name="connsiteX24" fmla="*/ 6634672 w 6904359"/>
              <a:gd name="connsiteY24" fmla="*/ 1593544 h 4173593"/>
              <a:gd name="connsiteX25" fmla="*/ 6420887 w 6904359"/>
              <a:gd name="connsiteY25" fmla="*/ 1508783 h 4173593"/>
              <a:gd name="connsiteX26" fmla="*/ 6154545 w 6904359"/>
              <a:gd name="connsiteY26" fmla="*/ 1194228 h 4173593"/>
              <a:gd name="connsiteX27" fmla="*/ 5917122 w 6904359"/>
              <a:gd name="connsiteY27" fmla="*/ 1072997 h 4173593"/>
              <a:gd name="connsiteX28" fmla="*/ 5593272 w 6904359"/>
              <a:gd name="connsiteY28" fmla="*/ 1053612 h 4173593"/>
              <a:gd name="connsiteX29" fmla="*/ 5411238 w 6904359"/>
              <a:gd name="connsiteY29" fmla="*/ 1129812 h 4173593"/>
              <a:gd name="connsiteX30" fmla="*/ 5292705 w 6904359"/>
              <a:gd name="connsiteY30" fmla="*/ 1248344 h 4173593"/>
              <a:gd name="connsiteX31" fmla="*/ 5081038 w 6904359"/>
              <a:gd name="connsiteY31" fmla="*/ 1629344 h 4173593"/>
              <a:gd name="connsiteX32" fmla="*/ 4903238 w 6904359"/>
              <a:gd name="connsiteY32" fmla="*/ 1781745 h 4173593"/>
              <a:gd name="connsiteX33" fmla="*/ 4539172 w 6904359"/>
              <a:gd name="connsiteY33" fmla="*/ 1946360 h 4173593"/>
              <a:gd name="connsiteX34" fmla="*/ 3764472 w 6904359"/>
              <a:gd name="connsiteY34" fmla="*/ 1983977 h 4173593"/>
              <a:gd name="connsiteX35" fmla="*/ 2803505 w 6904359"/>
              <a:gd name="connsiteY35" fmla="*/ 2164558 h 4173593"/>
              <a:gd name="connsiteX36" fmla="*/ 1922972 w 6904359"/>
              <a:gd name="connsiteY36" fmla="*/ 2881507 h 4173593"/>
              <a:gd name="connsiteX37" fmla="*/ 1368405 w 6904359"/>
              <a:gd name="connsiteY37" fmla="*/ 3582585 h 4173593"/>
              <a:gd name="connsiteX38" fmla="*/ 479405 w 6904359"/>
              <a:gd name="connsiteY38" fmla="*/ 4127422 h 4173593"/>
              <a:gd name="connsiteX39" fmla="*/ 54555 w 6904359"/>
              <a:gd name="connsiteY39" fmla="*/ 4139682 h 4173593"/>
              <a:gd name="connsiteX40" fmla="*/ 1083 w 6904359"/>
              <a:gd name="connsiteY40" fmla="*/ 2893817 h 4173593"/>
              <a:gd name="connsiteX41" fmla="*/ 30315 w 6904359"/>
              <a:gd name="connsiteY41" fmla="*/ 2509670 h 4173593"/>
              <a:gd name="connsiteX0" fmla="*/ 30315 w 6904359"/>
              <a:gd name="connsiteY0" fmla="*/ 2509670 h 4173593"/>
              <a:gd name="connsiteX1" fmla="*/ 160290 w 6904359"/>
              <a:gd name="connsiteY1" fmla="*/ 2457461 h 4173593"/>
              <a:gd name="connsiteX2" fmla="*/ 160825 w 6904359"/>
              <a:gd name="connsiteY2" fmla="*/ 3290740 h 4173593"/>
              <a:gd name="connsiteX3" fmla="*/ 334080 w 6904359"/>
              <a:gd name="connsiteY3" fmla="*/ 3984400 h 4173593"/>
              <a:gd name="connsiteX4" fmla="*/ 2240472 w 6904359"/>
              <a:gd name="connsiteY4" fmla="*/ 68134 h 4173593"/>
              <a:gd name="connsiteX5" fmla="*/ 3413105 w 6904359"/>
              <a:gd name="connsiteY5" fmla="*/ 1510811 h 4173593"/>
              <a:gd name="connsiteX6" fmla="*/ 4810105 w 6904359"/>
              <a:gd name="connsiteY6" fmla="*/ 1705545 h 4173593"/>
              <a:gd name="connsiteX7" fmla="*/ 5309638 w 6904359"/>
              <a:gd name="connsiteY7" fmla="*/ 1070545 h 4173593"/>
              <a:gd name="connsiteX8" fmla="*/ 5874789 w 6904359"/>
              <a:gd name="connsiteY8" fmla="*/ 968991 h 4173593"/>
              <a:gd name="connsiteX9" fmla="*/ 6304472 w 6904359"/>
              <a:gd name="connsiteY9" fmla="*/ 1224525 h 4173593"/>
              <a:gd name="connsiteX10" fmla="*/ 6465694 w 6904359"/>
              <a:gd name="connsiteY10" fmla="*/ 1419410 h 4173593"/>
              <a:gd name="connsiteX11" fmla="*/ 6618094 w 6904359"/>
              <a:gd name="connsiteY11" fmla="*/ 1499312 h 4173593"/>
              <a:gd name="connsiteX12" fmla="*/ 6732394 w 6904359"/>
              <a:gd name="connsiteY12" fmla="*/ 1470257 h 4173593"/>
              <a:gd name="connsiteX13" fmla="*/ 6761672 w 6904359"/>
              <a:gd name="connsiteY13" fmla="*/ 1326218 h 4173593"/>
              <a:gd name="connsiteX14" fmla="*/ 6732395 w 6904359"/>
              <a:gd name="connsiteY14" fmla="*/ 1186968 h 4173593"/>
              <a:gd name="connsiteX15" fmla="*/ 6662546 w 6904359"/>
              <a:gd name="connsiteY15" fmla="*/ 1099801 h 4173593"/>
              <a:gd name="connsiteX16" fmla="*/ 6618096 w 6904359"/>
              <a:gd name="connsiteY16" fmla="*/ 990843 h 4173593"/>
              <a:gd name="connsiteX17" fmla="*/ 6599046 w 6904359"/>
              <a:gd name="connsiteY17" fmla="*/ 823773 h 4173593"/>
              <a:gd name="connsiteX18" fmla="*/ 6745095 w 6904359"/>
              <a:gd name="connsiteY18" fmla="*/ 809248 h 4173593"/>
              <a:gd name="connsiteX19" fmla="*/ 6897138 w 6904359"/>
              <a:gd name="connsiteY19" fmla="*/ 822510 h 4173593"/>
              <a:gd name="connsiteX20" fmla="*/ 6878446 w 6904359"/>
              <a:gd name="connsiteY20" fmla="*/ 1048953 h 4173593"/>
              <a:gd name="connsiteX21" fmla="*/ 6833996 w 6904359"/>
              <a:gd name="connsiteY21" fmla="*/ 1201494 h 4173593"/>
              <a:gd name="connsiteX22" fmla="*/ 6821295 w 6904359"/>
              <a:gd name="connsiteY22" fmla="*/ 1455729 h 4173593"/>
              <a:gd name="connsiteX23" fmla="*/ 6745095 w 6904359"/>
              <a:gd name="connsiteY23" fmla="*/ 1571952 h 4173593"/>
              <a:gd name="connsiteX24" fmla="*/ 6634672 w 6904359"/>
              <a:gd name="connsiteY24" fmla="*/ 1593544 h 4173593"/>
              <a:gd name="connsiteX25" fmla="*/ 6420887 w 6904359"/>
              <a:gd name="connsiteY25" fmla="*/ 1508783 h 4173593"/>
              <a:gd name="connsiteX26" fmla="*/ 6154545 w 6904359"/>
              <a:gd name="connsiteY26" fmla="*/ 1194228 h 4173593"/>
              <a:gd name="connsiteX27" fmla="*/ 5917122 w 6904359"/>
              <a:gd name="connsiteY27" fmla="*/ 1072997 h 4173593"/>
              <a:gd name="connsiteX28" fmla="*/ 5593272 w 6904359"/>
              <a:gd name="connsiteY28" fmla="*/ 1053612 h 4173593"/>
              <a:gd name="connsiteX29" fmla="*/ 5411238 w 6904359"/>
              <a:gd name="connsiteY29" fmla="*/ 1129812 h 4173593"/>
              <a:gd name="connsiteX30" fmla="*/ 5292705 w 6904359"/>
              <a:gd name="connsiteY30" fmla="*/ 1248344 h 4173593"/>
              <a:gd name="connsiteX31" fmla="*/ 5081038 w 6904359"/>
              <a:gd name="connsiteY31" fmla="*/ 1629344 h 4173593"/>
              <a:gd name="connsiteX32" fmla="*/ 4903238 w 6904359"/>
              <a:gd name="connsiteY32" fmla="*/ 1781745 h 4173593"/>
              <a:gd name="connsiteX33" fmla="*/ 4539172 w 6904359"/>
              <a:gd name="connsiteY33" fmla="*/ 1946360 h 4173593"/>
              <a:gd name="connsiteX34" fmla="*/ 3764472 w 6904359"/>
              <a:gd name="connsiteY34" fmla="*/ 1983977 h 4173593"/>
              <a:gd name="connsiteX35" fmla="*/ 2803505 w 6904359"/>
              <a:gd name="connsiteY35" fmla="*/ 2164558 h 4173593"/>
              <a:gd name="connsiteX36" fmla="*/ 1922972 w 6904359"/>
              <a:gd name="connsiteY36" fmla="*/ 2881507 h 4173593"/>
              <a:gd name="connsiteX37" fmla="*/ 1368405 w 6904359"/>
              <a:gd name="connsiteY37" fmla="*/ 3582585 h 4173593"/>
              <a:gd name="connsiteX38" fmla="*/ 479405 w 6904359"/>
              <a:gd name="connsiteY38" fmla="*/ 4127422 h 4173593"/>
              <a:gd name="connsiteX39" fmla="*/ 54555 w 6904359"/>
              <a:gd name="connsiteY39" fmla="*/ 4139682 h 4173593"/>
              <a:gd name="connsiteX40" fmla="*/ 1083 w 6904359"/>
              <a:gd name="connsiteY40" fmla="*/ 2893817 h 4173593"/>
              <a:gd name="connsiteX41" fmla="*/ 30315 w 6904359"/>
              <a:gd name="connsiteY41" fmla="*/ 2509670 h 4173593"/>
              <a:gd name="connsiteX0" fmla="*/ 30315 w 6904359"/>
              <a:gd name="connsiteY0" fmla="*/ 2509670 h 4292969"/>
              <a:gd name="connsiteX1" fmla="*/ 160290 w 6904359"/>
              <a:gd name="connsiteY1" fmla="*/ 2457461 h 4292969"/>
              <a:gd name="connsiteX2" fmla="*/ 160825 w 6904359"/>
              <a:gd name="connsiteY2" fmla="*/ 3290740 h 4292969"/>
              <a:gd name="connsiteX3" fmla="*/ 189699 w 6904359"/>
              <a:gd name="connsiteY3" fmla="*/ 3973390 h 4292969"/>
              <a:gd name="connsiteX4" fmla="*/ 334080 w 6904359"/>
              <a:gd name="connsiteY4" fmla="*/ 3984400 h 4292969"/>
              <a:gd name="connsiteX5" fmla="*/ 2240472 w 6904359"/>
              <a:gd name="connsiteY5" fmla="*/ 68134 h 4292969"/>
              <a:gd name="connsiteX6" fmla="*/ 3413105 w 6904359"/>
              <a:gd name="connsiteY6" fmla="*/ 1510811 h 4292969"/>
              <a:gd name="connsiteX7" fmla="*/ 4810105 w 6904359"/>
              <a:gd name="connsiteY7" fmla="*/ 1705545 h 4292969"/>
              <a:gd name="connsiteX8" fmla="*/ 5309638 w 6904359"/>
              <a:gd name="connsiteY8" fmla="*/ 1070545 h 4292969"/>
              <a:gd name="connsiteX9" fmla="*/ 5874789 w 6904359"/>
              <a:gd name="connsiteY9" fmla="*/ 968991 h 4292969"/>
              <a:gd name="connsiteX10" fmla="*/ 6304472 w 6904359"/>
              <a:gd name="connsiteY10" fmla="*/ 1224525 h 4292969"/>
              <a:gd name="connsiteX11" fmla="*/ 6465694 w 6904359"/>
              <a:gd name="connsiteY11" fmla="*/ 1419410 h 4292969"/>
              <a:gd name="connsiteX12" fmla="*/ 6618094 w 6904359"/>
              <a:gd name="connsiteY12" fmla="*/ 1499312 h 4292969"/>
              <a:gd name="connsiteX13" fmla="*/ 6732394 w 6904359"/>
              <a:gd name="connsiteY13" fmla="*/ 1470257 h 4292969"/>
              <a:gd name="connsiteX14" fmla="*/ 6761672 w 6904359"/>
              <a:gd name="connsiteY14" fmla="*/ 1326218 h 4292969"/>
              <a:gd name="connsiteX15" fmla="*/ 6732395 w 6904359"/>
              <a:gd name="connsiteY15" fmla="*/ 1186968 h 4292969"/>
              <a:gd name="connsiteX16" fmla="*/ 6662546 w 6904359"/>
              <a:gd name="connsiteY16" fmla="*/ 1099801 h 4292969"/>
              <a:gd name="connsiteX17" fmla="*/ 6618096 w 6904359"/>
              <a:gd name="connsiteY17" fmla="*/ 990843 h 4292969"/>
              <a:gd name="connsiteX18" fmla="*/ 6599046 w 6904359"/>
              <a:gd name="connsiteY18" fmla="*/ 823773 h 4292969"/>
              <a:gd name="connsiteX19" fmla="*/ 6745095 w 6904359"/>
              <a:gd name="connsiteY19" fmla="*/ 809248 h 4292969"/>
              <a:gd name="connsiteX20" fmla="*/ 6897138 w 6904359"/>
              <a:gd name="connsiteY20" fmla="*/ 822510 h 4292969"/>
              <a:gd name="connsiteX21" fmla="*/ 6878446 w 6904359"/>
              <a:gd name="connsiteY21" fmla="*/ 1048953 h 4292969"/>
              <a:gd name="connsiteX22" fmla="*/ 6833996 w 6904359"/>
              <a:gd name="connsiteY22" fmla="*/ 1201494 h 4292969"/>
              <a:gd name="connsiteX23" fmla="*/ 6821295 w 6904359"/>
              <a:gd name="connsiteY23" fmla="*/ 1455729 h 4292969"/>
              <a:gd name="connsiteX24" fmla="*/ 6745095 w 6904359"/>
              <a:gd name="connsiteY24" fmla="*/ 1571952 h 4292969"/>
              <a:gd name="connsiteX25" fmla="*/ 6634672 w 6904359"/>
              <a:gd name="connsiteY25" fmla="*/ 1593544 h 4292969"/>
              <a:gd name="connsiteX26" fmla="*/ 6420887 w 6904359"/>
              <a:gd name="connsiteY26" fmla="*/ 1508783 h 4292969"/>
              <a:gd name="connsiteX27" fmla="*/ 6154545 w 6904359"/>
              <a:gd name="connsiteY27" fmla="*/ 1194228 h 4292969"/>
              <a:gd name="connsiteX28" fmla="*/ 5917122 w 6904359"/>
              <a:gd name="connsiteY28" fmla="*/ 1072997 h 4292969"/>
              <a:gd name="connsiteX29" fmla="*/ 5593272 w 6904359"/>
              <a:gd name="connsiteY29" fmla="*/ 1053612 h 4292969"/>
              <a:gd name="connsiteX30" fmla="*/ 5411238 w 6904359"/>
              <a:gd name="connsiteY30" fmla="*/ 1129812 h 4292969"/>
              <a:gd name="connsiteX31" fmla="*/ 5292705 w 6904359"/>
              <a:gd name="connsiteY31" fmla="*/ 1248344 h 4292969"/>
              <a:gd name="connsiteX32" fmla="*/ 5081038 w 6904359"/>
              <a:gd name="connsiteY32" fmla="*/ 1629344 h 4292969"/>
              <a:gd name="connsiteX33" fmla="*/ 4903238 w 6904359"/>
              <a:gd name="connsiteY33" fmla="*/ 1781745 h 4292969"/>
              <a:gd name="connsiteX34" fmla="*/ 4539172 w 6904359"/>
              <a:gd name="connsiteY34" fmla="*/ 1946360 h 4292969"/>
              <a:gd name="connsiteX35" fmla="*/ 3764472 w 6904359"/>
              <a:gd name="connsiteY35" fmla="*/ 1983977 h 4292969"/>
              <a:gd name="connsiteX36" fmla="*/ 2803505 w 6904359"/>
              <a:gd name="connsiteY36" fmla="*/ 2164558 h 4292969"/>
              <a:gd name="connsiteX37" fmla="*/ 1922972 w 6904359"/>
              <a:gd name="connsiteY37" fmla="*/ 2881507 h 4292969"/>
              <a:gd name="connsiteX38" fmla="*/ 1368405 w 6904359"/>
              <a:gd name="connsiteY38" fmla="*/ 3582585 h 4292969"/>
              <a:gd name="connsiteX39" fmla="*/ 479405 w 6904359"/>
              <a:gd name="connsiteY39" fmla="*/ 4127422 h 4292969"/>
              <a:gd name="connsiteX40" fmla="*/ 54555 w 6904359"/>
              <a:gd name="connsiteY40" fmla="*/ 4139682 h 4292969"/>
              <a:gd name="connsiteX41" fmla="*/ 1083 w 6904359"/>
              <a:gd name="connsiteY41" fmla="*/ 2893817 h 4292969"/>
              <a:gd name="connsiteX42" fmla="*/ 30315 w 6904359"/>
              <a:gd name="connsiteY42" fmla="*/ 2509670 h 4292969"/>
              <a:gd name="connsiteX0" fmla="*/ 30315 w 6904359"/>
              <a:gd name="connsiteY0" fmla="*/ 2509670 h 4286578"/>
              <a:gd name="connsiteX1" fmla="*/ 160290 w 6904359"/>
              <a:gd name="connsiteY1" fmla="*/ 2457461 h 4286578"/>
              <a:gd name="connsiteX2" fmla="*/ 160825 w 6904359"/>
              <a:gd name="connsiteY2" fmla="*/ 3290740 h 4286578"/>
              <a:gd name="connsiteX3" fmla="*/ 189699 w 6904359"/>
              <a:gd name="connsiteY3" fmla="*/ 3951369 h 4286578"/>
              <a:gd name="connsiteX4" fmla="*/ 334080 w 6904359"/>
              <a:gd name="connsiteY4" fmla="*/ 3984400 h 4286578"/>
              <a:gd name="connsiteX5" fmla="*/ 2240472 w 6904359"/>
              <a:gd name="connsiteY5" fmla="*/ 68134 h 4286578"/>
              <a:gd name="connsiteX6" fmla="*/ 3413105 w 6904359"/>
              <a:gd name="connsiteY6" fmla="*/ 1510811 h 4286578"/>
              <a:gd name="connsiteX7" fmla="*/ 4810105 w 6904359"/>
              <a:gd name="connsiteY7" fmla="*/ 1705545 h 4286578"/>
              <a:gd name="connsiteX8" fmla="*/ 5309638 w 6904359"/>
              <a:gd name="connsiteY8" fmla="*/ 1070545 h 4286578"/>
              <a:gd name="connsiteX9" fmla="*/ 5874789 w 6904359"/>
              <a:gd name="connsiteY9" fmla="*/ 968991 h 4286578"/>
              <a:gd name="connsiteX10" fmla="*/ 6304472 w 6904359"/>
              <a:gd name="connsiteY10" fmla="*/ 1224525 h 4286578"/>
              <a:gd name="connsiteX11" fmla="*/ 6465694 w 6904359"/>
              <a:gd name="connsiteY11" fmla="*/ 1419410 h 4286578"/>
              <a:gd name="connsiteX12" fmla="*/ 6618094 w 6904359"/>
              <a:gd name="connsiteY12" fmla="*/ 1499312 h 4286578"/>
              <a:gd name="connsiteX13" fmla="*/ 6732394 w 6904359"/>
              <a:gd name="connsiteY13" fmla="*/ 1470257 h 4286578"/>
              <a:gd name="connsiteX14" fmla="*/ 6761672 w 6904359"/>
              <a:gd name="connsiteY14" fmla="*/ 1326218 h 4286578"/>
              <a:gd name="connsiteX15" fmla="*/ 6732395 w 6904359"/>
              <a:gd name="connsiteY15" fmla="*/ 1186968 h 4286578"/>
              <a:gd name="connsiteX16" fmla="*/ 6662546 w 6904359"/>
              <a:gd name="connsiteY16" fmla="*/ 1099801 h 4286578"/>
              <a:gd name="connsiteX17" fmla="*/ 6618096 w 6904359"/>
              <a:gd name="connsiteY17" fmla="*/ 990843 h 4286578"/>
              <a:gd name="connsiteX18" fmla="*/ 6599046 w 6904359"/>
              <a:gd name="connsiteY18" fmla="*/ 823773 h 4286578"/>
              <a:gd name="connsiteX19" fmla="*/ 6745095 w 6904359"/>
              <a:gd name="connsiteY19" fmla="*/ 809248 h 4286578"/>
              <a:gd name="connsiteX20" fmla="*/ 6897138 w 6904359"/>
              <a:gd name="connsiteY20" fmla="*/ 822510 h 4286578"/>
              <a:gd name="connsiteX21" fmla="*/ 6878446 w 6904359"/>
              <a:gd name="connsiteY21" fmla="*/ 1048953 h 4286578"/>
              <a:gd name="connsiteX22" fmla="*/ 6833996 w 6904359"/>
              <a:gd name="connsiteY22" fmla="*/ 1201494 h 4286578"/>
              <a:gd name="connsiteX23" fmla="*/ 6821295 w 6904359"/>
              <a:gd name="connsiteY23" fmla="*/ 1455729 h 4286578"/>
              <a:gd name="connsiteX24" fmla="*/ 6745095 w 6904359"/>
              <a:gd name="connsiteY24" fmla="*/ 1571952 h 4286578"/>
              <a:gd name="connsiteX25" fmla="*/ 6634672 w 6904359"/>
              <a:gd name="connsiteY25" fmla="*/ 1593544 h 4286578"/>
              <a:gd name="connsiteX26" fmla="*/ 6420887 w 6904359"/>
              <a:gd name="connsiteY26" fmla="*/ 1508783 h 4286578"/>
              <a:gd name="connsiteX27" fmla="*/ 6154545 w 6904359"/>
              <a:gd name="connsiteY27" fmla="*/ 1194228 h 4286578"/>
              <a:gd name="connsiteX28" fmla="*/ 5917122 w 6904359"/>
              <a:gd name="connsiteY28" fmla="*/ 1072997 h 4286578"/>
              <a:gd name="connsiteX29" fmla="*/ 5593272 w 6904359"/>
              <a:gd name="connsiteY29" fmla="*/ 1053612 h 4286578"/>
              <a:gd name="connsiteX30" fmla="*/ 5411238 w 6904359"/>
              <a:gd name="connsiteY30" fmla="*/ 1129812 h 4286578"/>
              <a:gd name="connsiteX31" fmla="*/ 5292705 w 6904359"/>
              <a:gd name="connsiteY31" fmla="*/ 1248344 h 4286578"/>
              <a:gd name="connsiteX32" fmla="*/ 5081038 w 6904359"/>
              <a:gd name="connsiteY32" fmla="*/ 1629344 h 4286578"/>
              <a:gd name="connsiteX33" fmla="*/ 4903238 w 6904359"/>
              <a:gd name="connsiteY33" fmla="*/ 1781745 h 4286578"/>
              <a:gd name="connsiteX34" fmla="*/ 4539172 w 6904359"/>
              <a:gd name="connsiteY34" fmla="*/ 1946360 h 4286578"/>
              <a:gd name="connsiteX35" fmla="*/ 3764472 w 6904359"/>
              <a:gd name="connsiteY35" fmla="*/ 1983977 h 4286578"/>
              <a:gd name="connsiteX36" fmla="*/ 2803505 w 6904359"/>
              <a:gd name="connsiteY36" fmla="*/ 2164558 h 4286578"/>
              <a:gd name="connsiteX37" fmla="*/ 1922972 w 6904359"/>
              <a:gd name="connsiteY37" fmla="*/ 2881507 h 4286578"/>
              <a:gd name="connsiteX38" fmla="*/ 1368405 w 6904359"/>
              <a:gd name="connsiteY38" fmla="*/ 3582585 h 4286578"/>
              <a:gd name="connsiteX39" fmla="*/ 479405 w 6904359"/>
              <a:gd name="connsiteY39" fmla="*/ 4127422 h 4286578"/>
              <a:gd name="connsiteX40" fmla="*/ 54555 w 6904359"/>
              <a:gd name="connsiteY40" fmla="*/ 4139682 h 4286578"/>
              <a:gd name="connsiteX41" fmla="*/ 1083 w 6904359"/>
              <a:gd name="connsiteY41" fmla="*/ 2893817 h 4286578"/>
              <a:gd name="connsiteX42" fmla="*/ 30315 w 6904359"/>
              <a:gd name="connsiteY42" fmla="*/ 2509670 h 4286578"/>
              <a:gd name="connsiteX0" fmla="*/ 30315 w 6904359"/>
              <a:gd name="connsiteY0" fmla="*/ 2509670 h 4274514"/>
              <a:gd name="connsiteX1" fmla="*/ 160290 w 6904359"/>
              <a:gd name="connsiteY1" fmla="*/ 2457461 h 4274514"/>
              <a:gd name="connsiteX2" fmla="*/ 160825 w 6904359"/>
              <a:gd name="connsiteY2" fmla="*/ 3290740 h 4274514"/>
              <a:gd name="connsiteX3" fmla="*/ 208949 w 6904359"/>
              <a:gd name="connsiteY3" fmla="*/ 3907327 h 4274514"/>
              <a:gd name="connsiteX4" fmla="*/ 334080 w 6904359"/>
              <a:gd name="connsiteY4" fmla="*/ 3984400 h 4274514"/>
              <a:gd name="connsiteX5" fmla="*/ 2240472 w 6904359"/>
              <a:gd name="connsiteY5" fmla="*/ 68134 h 4274514"/>
              <a:gd name="connsiteX6" fmla="*/ 3413105 w 6904359"/>
              <a:gd name="connsiteY6" fmla="*/ 1510811 h 4274514"/>
              <a:gd name="connsiteX7" fmla="*/ 4810105 w 6904359"/>
              <a:gd name="connsiteY7" fmla="*/ 1705545 h 4274514"/>
              <a:gd name="connsiteX8" fmla="*/ 5309638 w 6904359"/>
              <a:gd name="connsiteY8" fmla="*/ 1070545 h 4274514"/>
              <a:gd name="connsiteX9" fmla="*/ 5874789 w 6904359"/>
              <a:gd name="connsiteY9" fmla="*/ 968991 h 4274514"/>
              <a:gd name="connsiteX10" fmla="*/ 6304472 w 6904359"/>
              <a:gd name="connsiteY10" fmla="*/ 1224525 h 4274514"/>
              <a:gd name="connsiteX11" fmla="*/ 6465694 w 6904359"/>
              <a:gd name="connsiteY11" fmla="*/ 1419410 h 4274514"/>
              <a:gd name="connsiteX12" fmla="*/ 6618094 w 6904359"/>
              <a:gd name="connsiteY12" fmla="*/ 1499312 h 4274514"/>
              <a:gd name="connsiteX13" fmla="*/ 6732394 w 6904359"/>
              <a:gd name="connsiteY13" fmla="*/ 1470257 h 4274514"/>
              <a:gd name="connsiteX14" fmla="*/ 6761672 w 6904359"/>
              <a:gd name="connsiteY14" fmla="*/ 1326218 h 4274514"/>
              <a:gd name="connsiteX15" fmla="*/ 6732395 w 6904359"/>
              <a:gd name="connsiteY15" fmla="*/ 1186968 h 4274514"/>
              <a:gd name="connsiteX16" fmla="*/ 6662546 w 6904359"/>
              <a:gd name="connsiteY16" fmla="*/ 1099801 h 4274514"/>
              <a:gd name="connsiteX17" fmla="*/ 6618096 w 6904359"/>
              <a:gd name="connsiteY17" fmla="*/ 990843 h 4274514"/>
              <a:gd name="connsiteX18" fmla="*/ 6599046 w 6904359"/>
              <a:gd name="connsiteY18" fmla="*/ 823773 h 4274514"/>
              <a:gd name="connsiteX19" fmla="*/ 6745095 w 6904359"/>
              <a:gd name="connsiteY19" fmla="*/ 809248 h 4274514"/>
              <a:gd name="connsiteX20" fmla="*/ 6897138 w 6904359"/>
              <a:gd name="connsiteY20" fmla="*/ 822510 h 4274514"/>
              <a:gd name="connsiteX21" fmla="*/ 6878446 w 6904359"/>
              <a:gd name="connsiteY21" fmla="*/ 1048953 h 4274514"/>
              <a:gd name="connsiteX22" fmla="*/ 6833996 w 6904359"/>
              <a:gd name="connsiteY22" fmla="*/ 1201494 h 4274514"/>
              <a:gd name="connsiteX23" fmla="*/ 6821295 w 6904359"/>
              <a:gd name="connsiteY23" fmla="*/ 1455729 h 4274514"/>
              <a:gd name="connsiteX24" fmla="*/ 6745095 w 6904359"/>
              <a:gd name="connsiteY24" fmla="*/ 1571952 h 4274514"/>
              <a:gd name="connsiteX25" fmla="*/ 6634672 w 6904359"/>
              <a:gd name="connsiteY25" fmla="*/ 1593544 h 4274514"/>
              <a:gd name="connsiteX26" fmla="*/ 6420887 w 6904359"/>
              <a:gd name="connsiteY26" fmla="*/ 1508783 h 4274514"/>
              <a:gd name="connsiteX27" fmla="*/ 6154545 w 6904359"/>
              <a:gd name="connsiteY27" fmla="*/ 1194228 h 4274514"/>
              <a:gd name="connsiteX28" fmla="*/ 5917122 w 6904359"/>
              <a:gd name="connsiteY28" fmla="*/ 1072997 h 4274514"/>
              <a:gd name="connsiteX29" fmla="*/ 5593272 w 6904359"/>
              <a:gd name="connsiteY29" fmla="*/ 1053612 h 4274514"/>
              <a:gd name="connsiteX30" fmla="*/ 5411238 w 6904359"/>
              <a:gd name="connsiteY30" fmla="*/ 1129812 h 4274514"/>
              <a:gd name="connsiteX31" fmla="*/ 5292705 w 6904359"/>
              <a:gd name="connsiteY31" fmla="*/ 1248344 h 4274514"/>
              <a:gd name="connsiteX32" fmla="*/ 5081038 w 6904359"/>
              <a:gd name="connsiteY32" fmla="*/ 1629344 h 4274514"/>
              <a:gd name="connsiteX33" fmla="*/ 4903238 w 6904359"/>
              <a:gd name="connsiteY33" fmla="*/ 1781745 h 4274514"/>
              <a:gd name="connsiteX34" fmla="*/ 4539172 w 6904359"/>
              <a:gd name="connsiteY34" fmla="*/ 1946360 h 4274514"/>
              <a:gd name="connsiteX35" fmla="*/ 3764472 w 6904359"/>
              <a:gd name="connsiteY35" fmla="*/ 1983977 h 4274514"/>
              <a:gd name="connsiteX36" fmla="*/ 2803505 w 6904359"/>
              <a:gd name="connsiteY36" fmla="*/ 2164558 h 4274514"/>
              <a:gd name="connsiteX37" fmla="*/ 1922972 w 6904359"/>
              <a:gd name="connsiteY37" fmla="*/ 2881507 h 4274514"/>
              <a:gd name="connsiteX38" fmla="*/ 1368405 w 6904359"/>
              <a:gd name="connsiteY38" fmla="*/ 3582585 h 4274514"/>
              <a:gd name="connsiteX39" fmla="*/ 479405 w 6904359"/>
              <a:gd name="connsiteY39" fmla="*/ 4127422 h 4274514"/>
              <a:gd name="connsiteX40" fmla="*/ 54555 w 6904359"/>
              <a:gd name="connsiteY40" fmla="*/ 4139682 h 4274514"/>
              <a:gd name="connsiteX41" fmla="*/ 1083 w 6904359"/>
              <a:gd name="connsiteY41" fmla="*/ 2893817 h 4274514"/>
              <a:gd name="connsiteX42" fmla="*/ 30315 w 6904359"/>
              <a:gd name="connsiteY42" fmla="*/ 2509670 h 4274514"/>
              <a:gd name="connsiteX0" fmla="*/ 30315 w 6904359"/>
              <a:gd name="connsiteY0" fmla="*/ 2509670 h 4251182"/>
              <a:gd name="connsiteX1" fmla="*/ 160290 w 6904359"/>
              <a:gd name="connsiteY1" fmla="*/ 2457461 h 4251182"/>
              <a:gd name="connsiteX2" fmla="*/ 160825 w 6904359"/>
              <a:gd name="connsiteY2" fmla="*/ 3290740 h 4251182"/>
              <a:gd name="connsiteX3" fmla="*/ 208949 w 6904359"/>
              <a:gd name="connsiteY3" fmla="*/ 3907327 h 4251182"/>
              <a:gd name="connsiteX4" fmla="*/ 334080 w 6904359"/>
              <a:gd name="connsiteY4" fmla="*/ 3984400 h 4251182"/>
              <a:gd name="connsiteX5" fmla="*/ 2240472 w 6904359"/>
              <a:gd name="connsiteY5" fmla="*/ 68134 h 4251182"/>
              <a:gd name="connsiteX6" fmla="*/ 3413105 w 6904359"/>
              <a:gd name="connsiteY6" fmla="*/ 1510811 h 4251182"/>
              <a:gd name="connsiteX7" fmla="*/ 4810105 w 6904359"/>
              <a:gd name="connsiteY7" fmla="*/ 1705545 h 4251182"/>
              <a:gd name="connsiteX8" fmla="*/ 5309638 w 6904359"/>
              <a:gd name="connsiteY8" fmla="*/ 1070545 h 4251182"/>
              <a:gd name="connsiteX9" fmla="*/ 5874789 w 6904359"/>
              <a:gd name="connsiteY9" fmla="*/ 968991 h 4251182"/>
              <a:gd name="connsiteX10" fmla="*/ 6304472 w 6904359"/>
              <a:gd name="connsiteY10" fmla="*/ 1224525 h 4251182"/>
              <a:gd name="connsiteX11" fmla="*/ 6465694 w 6904359"/>
              <a:gd name="connsiteY11" fmla="*/ 1419410 h 4251182"/>
              <a:gd name="connsiteX12" fmla="*/ 6618094 w 6904359"/>
              <a:gd name="connsiteY12" fmla="*/ 1499312 h 4251182"/>
              <a:gd name="connsiteX13" fmla="*/ 6732394 w 6904359"/>
              <a:gd name="connsiteY13" fmla="*/ 1470257 h 4251182"/>
              <a:gd name="connsiteX14" fmla="*/ 6761672 w 6904359"/>
              <a:gd name="connsiteY14" fmla="*/ 1326218 h 4251182"/>
              <a:gd name="connsiteX15" fmla="*/ 6732395 w 6904359"/>
              <a:gd name="connsiteY15" fmla="*/ 1186968 h 4251182"/>
              <a:gd name="connsiteX16" fmla="*/ 6662546 w 6904359"/>
              <a:gd name="connsiteY16" fmla="*/ 1099801 h 4251182"/>
              <a:gd name="connsiteX17" fmla="*/ 6618096 w 6904359"/>
              <a:gd name="connsiteY17" fmla="*/ 990843 h 4251182"/>
              <a:gd name="connsiteX18" fmla="*/ 6599046 w 6904359"/>
              <a:gd name="connsiteY18" fmla="*/ 823773 h 4251182"/>
              <a:gd name="connsiteX19" fmla="*/ 6745095 w 6904359"/>
              <a:gd name="connsiteY19" fmla="*/ 809248 h 4251182"/>
              <a:gd name="connsiteX20" fmla="*/ 6897138 w 6904359"/>
              <a:gd name="connsiteY20" fmla="*/ 822510 h 4251182"/>
              <a:gd name="connsiteX21" fmla="*/ 6878446 w 6904359"/>
              <a:gd name="connsiteY21" fmla="*/ 1048953 h 4251182"/>
              <a:gd name="connsiteX22" fmla="*/ 6833996 w 6904359"/>
              <a:gd name="connsiteY22" fmla="*/ 1201494 h 4251182"/>
              <a:gd name="connsiteX23" fmla="*/ 6821295 w 6904359"/>
              <a:gd name="connsiteY23" fmla="*/ 1455729 h 4251182"/>
              <a:gd name="connsiteX24" fmla="*/ 6745095 w 6904359"/>
              <a:gd name="connsiteY24" fmla="*/ 1571952 h 4251182"/>
              <a:gd name="connsiteX25" fmla="*/ 6634672 w 6904359"/>
              <a:gd name="connsiteY25" fmla="*/ 1593544 h 4251182"/>
              <a:gd name="connsiteX26" fmla="*/ 6420887 w 6904359"/>
              <a:gd name="connsiteY26" fmla="*/ 1508783 h 4251182"/>
              <a:gd name="connsiteX27" fmla="*/ 6154545 w 6904359"/>
              <a:gd name="connsiteY27" fmla="*/ 1194228 h 4251182"/>
              <a:gd name="connsiteX28" fmla="*/ 5917122 w 6904359"/>
              <a:gd name="connsiteY28" fmla="*/ 1072997 h 4251182"/>
              <a:gd name="connsiteX29" fmla="*/ 5593272 w 6904359"/>
              <a:gd name="connsiteY29" fmla="*/ 1053612 h 4251182"/>
              <a:gd name="connsiteX30" fmla="*/ 5411238 w 6904359"/>
              <a:gd name="connsiteY30" fmla="*/ 1129812 h 4251182"/>
              <a:gd name="connsiteX31" fmla="*/ 5292705 w 6904359"/>
              <a:gd name="connsiteY31" fmla="*/ 1248344 h 4251182"/>
              <a:gd name="connsiteX32" fmla="*/ 5081038 w 6904359"/>
              <a:gd name="connsiteY32" fmla="*/ 1629344 h 4251182"/>
              <a:gd name="connsiteX33" fmla="*/ 4903238 w 6904359"/>
              <a:gd name="connsiteY33" fmla="*/ 1781745 h 4251182"/>
              <a:gd name="connsiteX34" fmla="*/ 4539172 w 6904359"/>
              <a:gd name="connsiteY34" fmla="*/ 1946360 h 4251182"/>
              <a:gd name="connsiteX35" fmla="*/ 3764472 w 6904359"/>
              <a:gd name="connsiteY35" fmla="*/ 1983977 h 4251182"/>
              <a:gd name="connsiteX36" fmla="*/ 2803505 w 6904359"/>
              <a:gd name="connsiteY36" fmla="*/ 2164558 h 4251182"/>
              <a:gd name="connsiteX37" fmla="*/ 1922972 w 6904359"/>
              <a:gd name="connsiteY37" fmla="*/ 2881507 h 4251182"/>
              <a:gd name="connsiteX38" fmla="*/ 1368405 w 6904359"/>
              <a:gd name="connsiteY38" fmla="*/ 3582585 h 4251182"/>
              <a:gd name="connsiteX39" fmla="*/ 479405 w 6904359"/>
              <a:gd name="connsiteY39" fmla="*/ 4127422 h 4251182"/>
              <a:gd name="connsiteX40" fmla="*/ 54555 w 6904359"/>
              <a:gd name="connsiteY40" fmla="*/ 4139682 h 4251182"/>
              <a:gd name="connsiteX41" fmla="*/ 1083 w 6904359"/>
              <a:gd name="connsiteY41" fmla="*/ 2893817 h 4251182"/>
              <a:gd name="connsiteX42" fmla="*/ 30315 w 6904359"/>
              <a:gd name="connsiteY42" fmla="*/ 2509670 h 4251182"/>
              <a:gd name="connsiteX0" fmla="*/ 30315 w 6904359"/>
              <a:gd name="connsiteY0" fmla="*/ 2489964 h 4153886"/>
              <a:gd name="connsiteX1" fmla="*/ 160290 w 6904359"/>
              <a:gd name="connsiteY1" fmla="*/ 2437755 h 4153886"/>
              <a:gd name="connsiteX2" fmla="*/ 160825 w 6904359"/>
              <a:gd name="connsiteY2" fmla="*/ 3271034 h 4153886"/>
              <a:gd name="connsiteX3" fmla="*/ 208949 w 6904359"/>
              <a:gd name="connsiteY3" fmla="*/ 3887621 h 4153886"/>
              <a:gd name="connsiteX4" fmla="*/ 930846 w 6904359"/>
              <a:gd name="connsiteY4" fmla="*/ 3502253 h 4153886"/>
              <a:gd name="connsiteX5" fmla="*/ 2240472 w 6904359"/>
              <a:gd name="connsiteY5" fmla="*/ 48428 h 4153886"/>
              <a:gd name="connsiteX6" fmla="*/ 3413105 w 6904359"/>
              <a:gd name="connsiteY6" fmla="*/ 1491105 h 4153886"/>
              <a:gd name="connsiteX7" fmla="*/ 4810105 w 6904359"/>
              <a:gd name="connsiteY7" fmla="*/ 1685839 h 4153886"/>
              <a:gd name="connsiteX8" fmla="*/ 5309638 w 6904359"/>
              <a:gd name="connsiteY8" fmla="*/ 1050839 h 4153886"/>
              <a:gd name="connsiteX9" fmla="*/ 5874789 w 6904359"/>
              <a:gd name="connsiteY9" fmla="*/ 949285 h 4153886"/>
              <a:gd name="connsiteX10" fmla="*/ 6304472 w 6904359"/>
              <a:gd name="connsiteY10" fmla="*/ 1204819 h 4153886"/>
              <a:gd name="connsiteX11" fmla="*/ 6465694 w 6904359"/>
              <a:gd name="connsiteY11" fmla="*/ 1399704 h 4153886"/>
              <a:gd name="connsiteX12" fmla="*/ 6618094 w 6904359"/>
              <a:gd name="connsiteY12" fmla="*/ 1479606 h 4153886"/>
              <a:gd name="connsiteX13" fmla="*/ 6732394 w 6904359"/>
              <a:gd name="connsiteY13" fmla="*/ 1450551 h 4153886"/>
              <a:gd name="connsiteX14" fmla="*/ 6761672 w 6904359"/>
              <a:gd name="connsiteY14" fmla="*/ 1306512 h 4153886"/>
              <a:gd name="connsiteX15" fmla="*/ 6732395 w 6904359"/>
              <a:gd name="connsiteY15" fmla="*/ 1167262 h 4153886"/>
              <a:gd name="connsiteX16" fmla="*/ 6662546 w 6904359"/>
              <a:gd name="connsiteY16" fmla="*/ 1080095 h 4153886"/>
              <a:gd name="connsiteX17" fmla="*/ 6618096 w 6904359"/>
              <a:gd name="connsiteY17" fmla="*/ 971137 h 4153886"/>
              <a:gd name="connsiteX18" fmla="*/ 6599046 w 6904359"/>
              <a:gd name="connsiteY18" fmla="*/ 804067 h 4153886"/>
              <a:gd name="connsiteX19" fmla="*/ 6745095 w 6904359"/>
              <a:gd name="connsiteY19" fmla="*/ 789542 h 4153886"/>
              <a:gd name="connsiteX20" fmla="*/ 6897138 w 6904359"/>
              <a:gd name="connsiteY20" fmla="*/ 802804 h 4153886"/>
              <a:gd name="connsiteX21" fmla="*/ 6878446 w 6904359"/>
              <a:gd name="connsiteY21" fmla="*/ 1029247 h 4153886"/>
              <a:gd name="connsiteX22" fmla="*/ 6833996 w 6904359"/>
              <a:gd name="connsiteY22" fmla="*/ 1181788 h 4153886"/>
              <a:gd name="connsiteX23" fmla="*/ 6821295 w 6904359"/>
              <a:gd name="connsiteY23" fmla="*/ 1436023 h 4153886"/>
              <a:gd name="connsiteX24" fmla="*/ 6745095 w 6904359"/>
              <a:gd name="connsiteY24" fmla="*/ 1552246 h 4153886"/>
              <a:gd name="connsiteX25" fmla="*/ 6634672 w 6904359"/>
              <a:gd name="connsiteY25" fmla="*/ 1573838 h 4153886"/>
              <a:gd name="connsiteX26" fmla="*/ 6420887 w 6904359"/>
              <a:gd name="connsiteY26" fmla="*/ 1489077 h 4153886"/>
              <a:gd name="connsiteX27" fmla="*/ 6154545 w 6904359"/>
              <a:gd name="connsiteY27" fmla="*/ 1174522 h 4153886"/>
              <a:gd name="connsiteX28" fmla="*/ 5917122 w 6904359"/>
              <a:gd name="connsiteY28" fmla="*/ 1053291 h 4153886"/>
              <a:gd name="connsiteX29" fmla="*/ 5593272 w 6904359"/>
              <a:gd name="connsiteY29" fmla="*/ 1033906 h 4153886"/>
              <a:gd name="connsiteX30" fmla="*/ 5411238 w 6904359"/>
              <a:gd name="connsiteY30" fmla="*/ 1110106 h 4153886"/>
              <a:gd name="connsiteX31" fmla="*/ 5292705 w 6904359"/>
              <a:gd name="connsiteY31" fmla="*/ 1228638 h 4153886"/>
              <a:gd name="connsiteX32" fmla="*/ 5081038 w 6904359"/>
              <a:gd name="connsiteY32" fmla="*/ 1609638 h 4153886"/>
              <a:gd name="connsiteX33" fmla="*/ 4903238 w 6904359"/>
              <a:gd name="connsiteY33" fmla="*/ 1762039 h 4153886"/>
              <a:gd name="connsiteX34" fmla="*/ 4539172 w 6904359"/>
              <a:gd name="connsiteY34" fmla="*/ 1926654 h 4153886"/>
              <a:gd name="connsiteX35" fmla="*/ 3764472 w 6904359"/>
              <a:gd name="connsiteY35" fmla="*/ 1964271 h 4153886"/>
              <a:gd name="connsiteX36" fmla="*/ 2803505 w 6904359"/>
              <a:gd name="connsiteY36" fmla="*/ 2144852 h 4153886"/>
              <a:gd name="connsiteX37" fmla="*/ 1922972 w 6904359"/>
              <a:gd name="connsiteY37" fmla="*/ 2861801 h 4153886"/>
              <a:gd name="connsiteX38" fmla="*/ 1368405 w 6904359"/>
              <a:gd name="connsiteY38" fmla="*/ 3562879 h 4153886"/>
              <a:gd name="connsiteX39" fmla="*/ 479405 w 6904359"/>
              <a:gd name="connsiteY39" fmla="*/ 4107716 h 4153886"/>
              <a:gd name="connsiteX40" fmla="*/ 54555 w 6904359"/>
              <a:gd name="connsiteY40" fmla="*/ 4119976 h 4153886"/>
              <a:gd name="connsiteX41" fmla="*/ 1083 w 6904359"/>
              <a:gd name="connsiteY41" fmla="*/ 2874111 h 4153886"/>
              <a:gd name="connsiteX42" fmla="*/ 30315 w 6904359"/>
              <a:gd name="connsiteY42" fmla="*/ 2489964 h 4153886"/>
              <a:gd name="connsiteX0" fmla="*/ 30315 w 6904359"/>
              <a:gd name="connsiteY0" fmla="*/ 2489964 h 4153887"/>
              <a:gd name="connsiteX1" fmla="*/ 160290 w 6904359"/>
              <a:gd name="connsiteY1" fmla="*/ 2437755 h 4153887"/>
              <a:gd name="connsiteX2" fmla="*/ 160825 w 6904359"/>
              <a:gd name="connsiteY2" fmla="*/ 3271034 h 4153887"/>
              <a:gd name="connsiteX3" fmla="*/ 160822 w 6904359"/>
              <a:gd name="connsiteY3" fmla="*/ 3887621 h 4153887"/>
              <a:gd name="connsiteX4" fmla="*/ 930846 w 6904359"/>
              <a:gd name="connsiteY4" fmla="*/ 3502253 h 4153887"/>
              <a:gd name="connsiteX5" fmla="*/ 2240472 w 6904359"/>
              <a:gd name="connsiteY5" fmla="*/ 48428 h 4153887"/>
              <a:gd name="connsiteX6" fmla="*/ 3413105 w 6904359"/>
              <a:gd name="connsiteY6" fmla="*/ 1491105 h 4153887"/>
              <a:gd name="connsiteX7" fmla="*/ 4810105 w 6904359"/>
              <a:gd name="connsiteY7" fmla="*/ 1685839 h 4153887"/>
              <a:gd name="connsiteX8" fmla="*/ 5309638 w 6904359"/>
              <a:gd name="connsiteY8" fmla="*/ 1050839 h 4153887"/>
              <a:gd name="connsiteX9" fmla="*/ 5874789 w 6904359"/>
              <a:gd name="connsiteY9" fmla="*/ 949285 h 4153887"/>
              <a:gd name="connsiteX10" fmla="*/ 6304472 w 6904359"/>
              <a:gd name="connsiteY10" fmla="*/ 1204819 h 4153887"/>
              <a:gd name="connsiteX11" fmla="*/ 6465694 w 6904359"/>
              <a:gd name="connsiteY11" fmla="*/ 1399704 h 4153887"/>
              <a:gd name="connsiteX12" fmla="*/ 6618094 w 6904359"/>
              <a:gd name="connsiteY12" fmla="*/ 1479606 h 4153887"/>
              <a:gd name="connsiteX13" fmla="*/ 6732394 w 6904359"/>
              <a:gd name="connsiteY13" fmla="*/ 1450551 h 4153887"/>
              <a:gd name="connsiteX14" fmla="*/ 6761672 w 6904359"/>
              <a:gd name="connsiteY14" fmla="*/ 1306512 h 4153887"/>
              <a:gd name="connsiteX15" fmla="*/ 6732395 w 6904359"/>
              <a:gd name="connsiteY15" fmla="*/ 1167262 h 4153887"/>
              <a:gd name="connsiteX16" fmla="*/ 6662546 w 6904359"/>
              <a:gd name="connsiteY16" fmla="*/ 1080095 h 4153887"/>
              <a:gd name="connsiteX17" fmla="*/ 6618096 w 6904359"/>
              <a:gd name="connsiteY17" fmla="*/ 971137 h 4153887"/>
              <a:gd name="connsiteX18" fmla="*/ 6599046 w 6904359"/>
              <a:gd name="connsiteY18" fmla="*/ 804067 h 4153887"/>
              <a:gd name="connsiteX19" fmla="*/ 6745095 w 6904359"/>
              <a:gd name="connsiteY19" fmla="*/ 789542 h 4153887"/>
              <a:gd name="connsiteX20" fmla="*/ 6897138 w 6904359"/>
              <a:gd name="connsiteY20" fmla="*/ 802804 h 4153887"/>
              <a:gd name="connsiteX21" fmla="*/ 6878446 w 6904359"/>
              <a:gd name="connsiteY21" fmla="*/ 1029247 h 4153887"/>
              <a:gd name="connsiteX22" fmla="*/ 6833996 w 6904359"/>
              <a:gd name="connsiteY22" fmla="*/ 1181788 h 4153887"/>
              <a:gd name="connsiteX23" fmla="*/ 6821295 w 6904359"/>
              <a:gd name="connsiteY23" fmla="*/ 1436023 h 4153887"/>
              <a:gd name="connsiteX24" fmla="*/ 6745095 w 6904359"/>
              <a:gd name="connsiteY24" fmla="*/ 1552246 h 4153887"/>
              <a:gd name="connsiteX25" fmla="*/ 6634672 w 6904359"/>
              <a:gd name="connsiteY25" fmla="*/ 1573838 h 4153887"/>
              <a:gd name="connsiteX26" fmla="*/ 6420887 w 6904359"/>
              <a:gd name="connsiteY26" fmla="*/ 1489077 h 4153887"/>
              <a:gd name="connsiteX27" fmla="*/ 6154545 w 6904359"/>
              <a:gd name="connsiteY27" fmla="*/ 1174522 h 4153887"/>
              <a:gd name="connsiteX28" fmla="*/ 5917122 w 6904359"/>
              <a:gd name="connsiteY28" fmla="*/ 1053291 h 4153887"/>
              <a:gd name="connsiteX29" fmla="*/ 5593272 w 6904359"/>
              <a:gd name="connsiteY29" fmla="*/ 1033906 h 4153887"/>
              <a:gd name="connsiteX30" fmla="*/ 5411238 w 6904359"/>
              <a:gd name="connsiteY30" fmla="*/ 1110106 h 4153887"/>
              <a:gd name="connsiteX31" fmla="*/ 5292705 w 6904359"/>
              <a:gd name="connsiteY31" fmla="*/ 1228638 h 4153887"/>
              <a:gd name="connsiteX32" fmla="*/ 5081038 w 6904359"/>
              <a:gd name="connsiteY32" fmla="*/ 1609638 h 4153887"/>
              <a:gd name="connsiteX33" fmla="*/ 4903238 w 6904359"/>
              <a:gd name="connsiteY33" fmla="*/ 1762039 h 4153887"/>
              <a:gd name="connsiteX34" fmla="*/ 4539172 w 6904359"/>
              <a:gd name="connsiteY34" fmla="*/ 1926654 h 4153887"/>
              <a:gd name="connsiteX35" fmla="*/ 3764472 w 6904359"/>
              <a:gd name="connsiteY35" fmla="*/ 1964271 h 4153887"/>
              <a:gd name="connsiteX36" fmla="*/ 2803505 w 6904359"/>
              <a:gd name="connsiteY36" fmla="*/ 2144852 h 4153887"/>
              <a:gd name="connsiteX37" fmla="*/ 1922972 w 6904359"/>
              <a:gd name="connsiteY37" fmla="*/ 2861801 h 4153887"/>
              <a:gd name="connsiteX38" fmla="*/ 1368405 w 6904359"/>
              <a:gd name="connsiteY38" fmla="*/ 3562879 h 4153887"/>
              <a:gd name="connsiteX39" fmla="*/ 479405 w 6904359"/>
              <a:gd name="connsiteY39" fmla="*/ 4107716 h 4153887"/>
              <a:gd name="connsiteX40" fmla="*/ 54555 w 6904359"/>
              <a:gd name="connsiteY40" fmla="*/ 4119976 h 4153887"/>
              <a:gd name="connsiteX41" fmla="*/ 1083 w 6904359"/>
              <a:gd name="connsiteY41" fmla="*/ 2874111 h 4153887"/>
              <a:gd name="connsiteX42" fmla="*/ 30315 w 6904359"/>
              <a:gd name="connsiteY42" fmla="*/ 2489964 h 4153887"/>
              <a:gd name="connsiteX0" fmla="*/ 30315 w 6904359"/>
              <a:gd name="connsiteY0" fmla="*/ 2489964 h 4153887"/>
              <a:gd name="connsiteX1" fmla="*/ 160290 w 6904359"/>
              <a:gd name="connsiteY1" fmla="*/ 2437755 h 4153887"/>
              <a:gd name="connsiteX2" fmla="*/ 160825 w 6904359"/>
              <a:gd name="connsiteY2" fmla="*/ 3271034 h 4153887"/>
              <a:gd name="connsiteX3" fmla="*/ 160822 w 6904359"/>
              <a:gd name="connsiteY3" fmla="*/ 3887621 h 4153887"/>
              <a:gd name="connsiteX4" fmla="*/ 930846 w 6904359"/>
              <a:gd name="connsiteY4" fmla="*/ 3502253 h 4153887"/>
              <a:gd name="connsiteX5" fmla="*/ 2240472 w 6904359"/>
              <a:gd name="connsiteY5" fmla="*/ 48428 h 4153887"/>
              <a:gd name="connsiteX6" fmla="*/ 3413105 w 6904359"/>
              <a:gd name="connsiteY6" fmla="*/ 1491105 h 4153887"/>
              <a:gd name="connsiteX7" fmla="*/ 4810105 w 6904359"/>
              <a:gd name="connsiteY7" fmla="*/ 1685839 h 4153887"/>
              <a:gd name="connsiteX8" fmla="*/ 5309638 w 6904359"/>
              <a:gd name="connsiteY8" fmla="*/ 1050839 h 4153887"/>
              <a:gd name="connsiteX9" fmla="*/ 5874789 w 6904359"/>
              <a:gd name="connsiteY9" fmla="*/ 949285 h 4153887"/>
              <a:gd name="connsiteX10" fmla="*/ 6304472 w 6904359"/>
              <a:gd name="connsiteY10" fmla="*/ 1204819 h 4153887"/>
              <a:gd name="connsiteX11" fmla="*/ 6465694 w 6904359"/>
              <a:gd name="connsiteY11" fmla="*/ 1399704 h 4153887"/>
              <a:gd name="connsiteX12" fmla="*/ 6618094 w 6904359"/>
              <a:gd name="connsiteY12" fmla="*/ 1479606 h 4153887"/>
              <a:gd name="connsiteX13" fmla="*/ 6732394 w 6904359"/>
              <a:gd name="connsiteY13" fmla="*/ 1450551 h 4153887"/>
              <a:gd name="connsiteX14" fmla="*/ 6761672 w 6904359"/>
              <a:gd name="connsiteY14" fmla="*/ 1306512 h 4153887"/>
              <a:gd name="connsiteX15" fmla="*/ 6732395 w 6904359"/>
              <a:gd name="connsiteY15" fmla="*/ 1167262 h 4153887"/>
              <a:gd name="connsiteX16" fmla="*/ 6662546 w 6904359"/>
              <a:gd name="connsiteY16" fmla="*/ 1080095 h 4153887"/>
              <a:gd name="connsiteX17" fmla="*/ 6618096 w 6904359"/>
              <a:gd name="connsiteY17" fmla="*/ 971137 h 4153887"/>
              <a:gd name="connsiteX18" fmla="*/ 6599046 w 6904359"/>
              <a:gd name="connsiteY18" fmla="*/ 804067 h 4153887"/>
              <a:gd name="connsiteX19" fmla="*/ 6745095 w 6904359"/>
              <a:gd name="connsiteY19" fmla="*/ 789542 h 4153887"/>
              <a:gd name="connsiteX20" fmla="*/ 6897138 w 6904359"/>
              <a:gd name="connsiteY20" fmla="*/ 802804 h 4153887"/>
              <a:gd name="connsiteX21" fmla="*/ 6878446 w 6904359"/>
              <a:gd name="connsiteY21" fmla="*/ 1029247 h 4153887"/>
              <a:gd name="connsiteX22" fmla="*/ 6833996 w 6904359"/>
              <a:gd name="connsiteY22" fmla="*/ 1181788 h 4153887"/>
              <a:gd name="connsiteX23" fmla="*/ 6821295 w 6904359"/>
              <a:gd name="connsiteY23" fmla="*/ 1436023 h 4153887"/>
              <a:gd name="connsiteX24" fmla="*/ 6745095 w 6904359"/>
              <a:gd name="connsiteY24" fmla="*/ 1552246 h 4153887"/>
              <a:gd name="connsiteX25" fmla="*/ 6634672 w 6904359"/>
              <a:gd name="connsiteY25" fmla="*/ 1573838 h 4153887"/>
              <a:gd name="connsiteX26" fmla="*/ 6420887 w 6904359"/>
              <a:gd name="connsiteY26" fmla="*/ 1489077 h 4153887"/>
              <a:gd name="connsiteX27" fmla="*/ 6154545 w 6904359"/>
              <a:gd name="connsiteY27" fmla="*/ 1174522 h 4153887"/>
              <a:gd name="connsiteX28" fmla="*/ 5917122 w 6904359"/>
              <a:gd name="connsiteY28" fmla="*/ 1053291 h 4153887"/>
              <a:gd name="connsiteX29" fmla="*/ 5593272 w 6904359"/>
              <a:gd name="connsiteY29" fmla="*/ 1033906 h 4153887"/>
              <a:gd name="connsiteX30" fmla="*/ 5411238 w 6904359"/>
              <a:gd name="connsiteY30" fmla="*/ 1110106 h 4153887"/>
              <a:gd name="connsiteX31" fmla="*/ 5292705 w 6904359"/>
              <a:gd name="connsiteY31" fmla="*/ 1228638 h 4153887"/>
              <a:gd name="connsiteX32" fmla="*/ 5081038 w 6904359"/>
              <a:gd name="connsiteY32" fmla="*/ 1609638 h 4153887"/>
              <a:gd name="connsiteX33" fmla="*/ 4903238 w 6904359"/>
              <a:gd name="connsiteY33" fmla="*/ 1762039 h 4153887"/>
              <a:gd name="connsiteX34" fmla="*/ 4539172 w 6904359"/>
              <a:gd name="connsiteY34" fmla="*/ 1926654 h 4153887"/>
              <a:gd name="connsiteX35" fmla="*/ 3764472 w 6904359"/>
              <a:gd name="connsiteY35" fmla="*/ 1964271 h 4153887"/>
              <a:gd name="connsiteX36" fmla="*/ 2803505 w 6904359"/>
              <a:gd name="connsiteY36" fmla="*/ 2144852 h 4153887"/>
              <a:gd name="connsiteX37" fmla="*/ 1922972 w 6904359"/>
              <a:gd name="connsiteY37" fmla="*/ 2861801 h 4153887"/>
              <a:gd name="connsiteX38" fmla="*/ 1368405 w 6904359"/>
              <a:gd name="connsiteY38" fmla="*/ 3562879 h 4153887"/>
              <a:gd name="connsiteX39" fmla="*/ 479405 w 6904359"/>
              <a:gd name="connsiteY39" fmla="*/ 4107716 h 4153887"/>
              <a:gd name="connsiteX40" fmla="*/ 54555 w 6904359"/>
              <a:gd name="connsiteY40" fmla="*/ 4119976 h 4153887"/>
              <a:gd name="connsiteX41" fmla="*/ 1083 w 6904359"/>
              <a:gd name="connsiteY41" fmla="*/ 2874111 h 4153887"/>
              <a:gd name="connsiteX42" fmla="*/ 30315 w 6904359"/>
              <a:gd name="connsiteY42" fmla="*/ 2489964 h 4153887"/>
              <a:gd name="connsiteX0" fmla="*/ 30315 w 6904359"/>
              <a:gd name="connsiteY0" fmla="*/ 2489964 h 4153887"/>
              <a:gd name="connsiteX1" fmla="*/ 160290 w 6904359"/>
              <a:gd name="connsiteY1" fmla="*/ 2437755 h 4153887"/>
              <a:gd name="connsiteX2" fmla="*/ 160825 w 6904359"/>
              <a:gd name="connsiteY2" fmla="*/ 3271034 h 4153887"/>
              <a:gd name="connsiteX3" fmla="*/ 228198 w 6904359"/>
              <a:gd name="connsiteY3" fmla="*/ 3953684 h 4153887"/>
              <a:gd name="connsiteX4" fmla="*/ 930846 w 6904359"/>
              <a:gd name="connsiteY4" fmla="*/ 3502253 h 4153887"/>
              <a:gd name="connsiteX5" fmla="*/ 2240472 w 6904359"/>
              <a:gd name="connsiteY5" fmla="*/ 48428 h 4153887"/>
              <a:gd name="connsiteX6" fmla="*/ 3413105 w 6904359"/>
              <a:gd name="connsiteY6" fmla="*/ 1491105 h 4153887"/>
              <a:gd name="connsiteX7" fmla="*/ 4810105 w 6904359"/>
              <a:gd name="connsiteY7" fmla="*/ 1685839 h 4153887"/>
              <a:gd name="connsiteX8" fmla="*/ 5309638 w 6904359"/>
              <a:gd name="connsiteY8" fmla="*/ 1050839 h 4153887"/>
              <a:gd name="connsiteX9" fmla="*/ 5874789 w 6904359"/>
              <a:gd name="connsiteY9" fmla="*/ 949285 h 4153887"/>
              <a:gd name="connsiteX10" fmla="*/ 6304472 w 6904359"/>
              <a:gd name="connsiteY10" fmla="*/ 1204819 h 4153887"/>
              <a:gd name="connsiteX11" fmla="*/ 6465694 w 6904359"/>
              <a:gd name="connsiteY11" fmla="*/ 1399704 h 4153887"/>
              <a:gd name="connsiteX12" fmla="*/ 6618094 w 6904359"/>
              <a:gd name="connsiteY12" fmla="*/ 1479606 h 4153887"/>
              <a:gd name="connsiteX13" fmla="*/ 6732394 w 6904359"/>
              <a:gd name="connsiteY13" fmla="*/ 1450551 h 4153887"/>
              <a:gd name="connsiteX14" fmla="*/ 6761672 w 6904359"/>
              <a:gd name="connsiteY14" fmla="*/ 1306512 h 4153887"/>
              <a:gd name="connsiteX15" fmla="*/ 6732395 w 6904359"/>
              <a:gd name="connsiteY15" fmla="*/ 1167262 h 4153887"/>
              <a:gd name="connsiteX16" fmla="*/ 6662546 w 6904359"/>
              <a:gd name="connsiteY16" fmla="*/ 1080095 h 4153887"/>
              <a:gd name="connsiteX17" fmla="*/ 6618096 w 6904359"/>
              <a:gd name="connsiteY17" fmla="*/ 971137 h 4153887"/>
              <a:gd name="connsiteX18" fmla="*/ 6599046 w 6904359"/>
              <a:gd name="connsiteY18" fmla="*/ 804067 h 4153887"/>
              <a:gd name="connsiteX19" fmla="*/ 6745095 w 6904359"/>
              <a:gd name="connsiteY19" fmla="*/ 789542 h 4153887"/>
              <a:gd name="connsiteX20" fmla="*/ 6897138 w 6904359"/>
              <a:gd name="connsiteY20" fmla="*/ 802804 h 4153887"/>
              <a:gd name="connsiteX21" fmla="*/ 6878446 w 6904359"/>
              <a:gd name="connsiteY21" fmla="*/ 1029247 h 4153887"/>
              <a:gd name="connsiteX22" fmla="*/ 6833996 w 6904359"/>
              <a:gd name="connsiteY22" fmla="*/ 1181788 h 4153887"/>
              <a:gd name="connsiteX23" fmla="*/ 6821295 w 6904359"/>
              <a:gd name="connsiteY23" fmla="*/ 1436023 h 4153887"/>
              <a:gd name="connsiteX24" fmla="*/ 6745095 w 6904359"/>
              <a:gd name="connsiteY24" fmla="*/ 1552246 h 4153887"/>
              <a:gd name="connsiteX25" fmla="*/ 6634672 w 6904359"/>
              <a:gd name="connsiteY25" fmla="*/ 1573838 h 4153887"/>
              <a:gd name="connsiteX26" fmla="*/ 6420887 w 6904359"/>
              <a:gd name="connsiteY26" fmla="*/ 1489077 h 4153887"/>
              <a:gd name="connsiteX27" fmla="*/ 6154545 w 6904359"/>
              <a:gd name="connsiteY27" fmla="*/ 1174522 h 4153887"/>
              <a:gd name="connsiteX28" fmla="*/ 5917122 w 6904359"/>
              <a:gd name="connsiteY28" fmla="*/ 1053291 h 4153887"/>
              <a:gd name="connsiteX29" fmla="*/ 5593272 w 6904359"/>
              <a:gd name="connsiteY29" fmla="*/ 1033906 h 4153887"/>
              <a:gd name="connsiteX30" fmla="*/ 5411238 w 6904359"/>
              <a:gd name="connsiteY30" fmla="*/ 1110106 h 4153887"/>
              <a:gd name="connsiteX31" fmla="*/ 5292705 w 6904359"/>
              <a:gd name="connsiteY31" fmla="*/ 1228638 h 4153887"/>
              <a:gd name="connsiteX32" fmla="*/ 5081038 w 6904359"/>
              <a:gd name="connsiteY32" fmla="*/ 1609638 h 4153887"/>
              <a:gd name="connsiteX33" fmla="*/ 4903238 w 6904359"/>
              <a:gd name="connsiteY33" fmla="*/ 1762039 h 4153887"/>
              <a:gd name="connsiteX34" fmla="*/ 4539172 w 6904359"/>
              <a:gd name="connsiteY34" fmla="*/ 1926654 h 4153887"/>
              <a:gd name="connsiteX35" fmla="*/ 3764472 w 6904359"/>
              <a:gd name="connsiteY35" fmla="*/ 1964271 h 4153887"/>
              <a:gd name="connsiteX36" fmla="*/ 2803505 w 6904359"/>
              <a:gd name="connsiteY36" fmla="*/ 2144852 h 4153887"/>
              <a:gd name="connsiteX37" fmla="*/ 1922972 w 6904359"/>
              <a:gd name="connsiteY37" fmla="*/ 2861801 h 4153887"/>
              <a:gd name="connsiteX38" fmla="*/ 1368405 w 6904359"/>
              <a:gd name="connsiteY38" fmla="*/ 3562879 h 4153887"/>
              <a:gd name="connsiteX39" fmla="*/ 479405 w 6904359"/>
              <a:gd name="connsiteY39" fmla="*/ 4107716 h 4153887"/>
              <a:gd name="connsiteX40" fmla="*/ 54555 w 6904359"/>
              <a:gd name="connsiteY40" fmla="*/ 4119976 h 4153887"/>
              <a:gd name="connsiteX41" fmla="*/ 1083 w 6904359"/>
              <a:gd name="connsiteY41" fmla="*/ 2874111 h 4153887"/>
              <a:gd name="connsiteX42" fmla="*/ 30315 w 6904359"/>
              <a:gd name="connsiteY42" fmla="*/ 2489964 h 4153887"/>
              <a:gd name="connsiteX0" fmla="*/ 30315 w 6904359"/>
              <a:gd name="connsiteY0" fmla="*/ 2489964 h 4153887"/>
              <a:gd name="connsiteX1" fmla="*/ 160290 w 6904359"/>
              <a:gd name="connsiteY1" fmla="*/ 2437755 h 4153887"/>
              <a:gd name="connsiteX2" fmla="*/ 160825 w 6904359"/>
              <a:gd name="connsiteY2" fmla="*/ 3271034 h 4153887"/>
              <a:gd name="connsiteX3" fmla="*/ 228198 w 6904359"/>
              <a:gd name="connsiteY3" fmla="*/ 3953684 h 4153887"/>
              <a:gd name="connsiteX4" fmla="*/ 930846 w 6904359"/>
              <a:gd name="connsiteY4" fmla="*/ 3502253 h 4153887"/>
              <a:gd name="connsiteX5" fmla="*/ 2240472 w 6904359"/>
              <a:gd name="connsiteY5" fmla="*/ 48428 h 4153887"/>
              <a:gd name="connsiteX6" fmla="*/ 3413105 w 6904359"/>
              <a:gd name="connsiteY6" fmla="*/ 1491105 h 4153887"/>
              <a:gd name="connsiteX7" fmla="*/ 4810105 w 6904359"/>
              <a:gd name="connsiteY7" fmla="*/ 1685839 h 4153887"/>
              <a:gd name="connsiteX8" fmla="*/ 5309638 w 6904359"/>
              <a:gd name="connsiteY8" fmla="*/ 1050839 h 4153887"/>
              <a:gd name="connsiteX9" fmla="*/ 5874789 w 6904359"/>
              <a:gd name="connsiteY9" fmla="*/ 949285 h 4153887"/>
              <a:gd name="connsiteX10" fmla="*/ 6304472 w 6904359"/>
              <a:gd name="connsiteY10" fmla="*/ 1204819 h 4153887"/>
              <a:gd name="connsiteX11" fmla="*/ 6465694 w 6904359"/>
              <a:gd name="connsiteY11" fmla="*/ 1399704 h 4153887"/>
              <a:gd name="connsiteX12" fmla="*/ 6618094 w 6904359"/>
              <a:gd name="connsiteY12" fmla="*/ 1479606 h 4153887"/>
              <a:gd name="connsiteX13" fmla="*/ 6732394 w 6904359"/>
              <a:gd name="connsiteY13" fmla="*/ 1450551 h 4153887"/>
              <a:gd name="connsiteX14" fmla="*/ 6761672 w 6904359"/>
              <a:gd name="connsiteY14" fmla="*/ 1306512 h 4153887"/>
              <a:gd name="connsiteX15" fmla="*/ 6732395 w 6904359"/>
              <a:gd name="connsiteY15" fmla="*/ 1167262 h 4153887"/>
              <a:gd name="connsiteX16" fmla="*/ 6662546 w 6904359"/>
              <a:gd name="connsiteY16" fmla="*/ 1080095 h 4153887"/>
              <a:gd name="connsiteX17" fmla="*/ 6618096 w 6904359"/>
              <a:gd name="connsiteY17" fmla="*/ 971137 h 4153887"/>
              <a:gd name="connsiteX18" fmla="*/ 6599046 w 6904359"/>
              <a:gd name="connsiteY18" fmla="*/ 804067 h 4153887"/>
              <a:gd name="connsiteX19" fmla="*/ 6745095 w 6904359"/>
              <a:gd name="connsiteY19" fmla="*/ 789542 h 4153887"/>
              <a:gd name="connsiteX20" fmla="*/ 6897138 w 6904359"/>
              <a:gd name="connsiteY20" fmla="*/ 802804 h 4153887"/>
              <a:gd name="connsiteX21" fmla="*/ 6878446 w 6904359"/>
              <a:gd name="connsiteY21" fmla="*/ 1029247 h 4153887"/>
              <a:gd name="connsiteX22" fmla="*/ 6833996 w 6904359"/>
              <a:gd name="connsiteY22" fmla="*/ 1181788 h 4153887"/>
              <a:gd name="connsiteX23" fmla="*/ 6821295 w 6904359"/>
              <a:gd name="connsiteY23" fmla="*/ 1436023 h 4153887"/>
              <a:gd name="connsiteX24" fmla="*/ 6745095 w 6904359"/>
              <a:gd name="connsiteY24" fmla="*/ 1552246 h 4153887"/>
              <a:gd name="connsiteX25" fmla="*/ 6634672 w 6904359"/>
              <a:gd name="connsiteY25" fmla="*/ 1573838 h 4153887"/>
              <a:gd name="connsiteX26" fmla="*/ 6420887 w 6904359"/>
              <a:gd name="connsiteY26" fmla="*/ 1489077 h 4153887"/>
              <a:gd name="connsiteX27" fmla="*/ 6154545 w 6904359"/>
              <a:gd name="connsiteY27" fmla="*/ 1174522 h 4153887"/>
              <a:gd name="connsiteX28" fmla="*/ 5917122 w 6904359"/>
              <a:gd name="connsiteY28" fmla="*/ 1053291 h 4153887"/>
              <a:gd name="connsiteX29" fmla="*/ 5593272 w 6904359"/>
              <a:gd name="connsiteY29" fmla="*/ 1033906 h 4153887"/>
              <a:gd name="connsiteX30" fmla="*/ 5411238 w 6904359"/>
              <a:gd name="connsiteY30" fmla="*/ 1110106 h 4153887"/>
              <a:gd name="connsiteX31" fmla="*/ 5292705 w 6904359"/>
              <a:gd name="connsiteY31" fmla="*/ 1228638 h 4153887"/>
              <a:gd name="connsiteX32" fmla="*/ 5081038 w 6904359"/>
              <a:gd name="connsiteY32" fmla="*/ 1609638 h 4153887"/>
              <a:gd name="connsiteX33" fmla="*/ 4903238 w 6904359"/>
              <a:gd name="connsiteY33" fmla="*/ 1762039 h 4153887"/>
              <a:gd name="connsiteX34" fmla="*/ 4539172 w 6904359"/>
              <a:gd name="connsiteY34" fmla="*/ 1926654 h 4153887"/>
              <a:gd name="connsiteX35" fmla="*/ 3764472 w 6904359"/>
              <a:gd name="connsiteY35" fmla="*/ 1964271 h 4153887"/>
              <a:gd name="connsiteX36" fmla="*/ 2803505 w 6904359"/>
              <a:gd name="connsiteY36" fmla="*/ 2144852 h 4153887"/>
              <a:gd name="connsiteX37" fmla="*/ 1922972 w 6904359"/>
              <a:gd name="connsiteY37" fmla="*/ 2861801 h 4153887"/>
              <a:gd name="connsiteX38" fmla="*/ 1368405 w 6904359"/>
              <a:gd name="connsiteY38" fmla="*/ 3562879 h 4153887"/>
              <a:gd name="connsiteX39" fmla="*/ 537157 w 6904359"/>
              <a:gd name="connsiteY39" fmla="*/ 4107716 h 4153887"/>
              <a:gd name="connsiteX40" fmla="*/ 54555 w 6904359"/>
              <a:gd name="connsiteY40" fmla="*/ 4119976 h 4153887"/>
              <a:gd name="connsiteX41" fmla="*/ 1083 w 6904359"/>
              <a:gd name="connsiteY41" fmla="*/ 2874111 h 4153887"/>
              <a:gd name="connsiteX42" fmla="*/ 30315 w 6904359"/>
              <a:gd name="connsiteY42" fmla="*/ 2489964 h 4153887"/>
              <a:gd name="connsiteX0" fmla="*/ 30315 w 6904359"/>
              <a:gd name="connsiteY0" fmla="*/ 2489964 h 4169774"/>
              <a:gd name="connsiteX1" fmla="*/ 160290 w 6904359"/>
              <a:gd name="connsiteY1" fmla="*/ 2437755 h 4169774"/>
              <a:gd name="connsiteX2" fmla="*/ 160825 w 6904359"/>
              <a:gd name="connsiteY2" fmla="*/ 3271034 h 4169774"/>
              <a:gd name="connsiteX3" fmla="*/ 228198 w 6904359"/>
              <a:gd name="connsiteY3" fmla="*/ 3953684 h 4169774"/>
              <a:gd name="connsiteX4" fmla="*/ 930846 w 6904359"/>
              <a:gd name="connsiteY4" fmla="*/ 3502253 h 4169774"/>
              <a:gd name="connsiteX5" fmla="*/ 2240472 w 6904359"/>
              <a:gd name="connsiteY5" fmla="*/ 48428 h 4169774"/>
              <a:gd name="connsiteX6" fmla="*/ 3413105 w 6904359"/>
              <a:gd name="connsiteY6" fmla="*/ 1491105 h 4169774"/>
              <a:gd name="connsiteX7" fmla="*/ 4810105 w 6904359"/>
              <a:gd name="connsiteY7" fmla="*/ 1685839 h 4169774"/>
              <a:gd name="connsiteX8" fmla="*/ 5309638 w 6904359"/>
              <a:gd name="connsiteY8" fmla="*/ 1050839 h 4169774"/>
              <a:gd name="connsiteX9" fmla="*/ 5874789 w 6904359"/>
              <a:gd name="connsiteY9" fmla="*/ 949285 h 4169774"/>
              <a:gd name="connsiteX10" fmla="*/ 6304472 w 6904359"/>
              <a:gd name="connsiteY10" fmla="*/ 1204819 h 4169774"/>
              <a:gd name="connsiteX11" fmla="*/ 6465694 w 6904359"/>
              <a:gd name="connsiteY11" fmla="*/ 1399704 h 4169774"/>
              <a:gd name="connsiteX12" fmla="*/ 6618094 w 6904359"/>
              <a:gd name="connsiteY12" fmla="*/ 1479606 h 4169774"/>
              <a:gd name="connsiteX13" fmla="*/ 6732394 w 6904359"/>
              <a:gd name="connsiteY13" fmla="*/ 1450551 h 4169774"/>
              <a:gd name="connsiteX14" fmla="*/ 6761672 w 6904359"/>
              <a:gd name="connsiteY14" fmla="*/ 1306512 h 4169774"/>
              <a:gd name="connsiteX15" fmla="*/ 6732395 w 6904359"/>
              <a:gd name="connsiteY15" fmla="*/ 1167262 h 4169774"/>
              <a:gd name="connsiteX16" fmla="*/ 6662546 w 6904359"/>
              <a:gd name="connsiteY16" fmla="*/ 1080095 h 4169774"/>
              <a:gd name="connsiteX17" fmla="*/ 6618096 w 6904359"/>
              <a:gd name="connsiteY17" fmla="*/ 971137 h 4169774"/>
              <a:gd name="connsiteX18" fmla="*/ 6599046 w 6904359"/>
              <a:gd name="connsiteY18" fmla="*/ 804067 h 4169774"/>
              <a:gd name="connsiteX19" fmla="*/ 6745095 w 6904359"/>
              <a:gd name="connsiteY19" fmla="*/ 789542 h 4169774"/>
              <a:gd name="connsiteX20" fmla="*/ 6897138 w 6904359"/>
              <a:gd name="connsiteY20" fmla="*/ 802804 h 4169774"/>
              <a:gd name="connsiteX21" fmla="*/ 6878446 w 6904359"/>
              <a:gd name="connsiteY21" fmla="*/ 1029247 h 4169774"/>
              <a:gd name="connsiteX22" fmla="*/ 6833996 w 6904359"/>
              <a:gd name="connsiteY22" fmla="*/ 1181788 h 4169774"/>
              <a:gd name="connsiteX23" fmla="*/ 6821295 w 6904359"/>
              <a:gd name="connsiteY23" fmla="*/ 1436023 h 4169774"/>
              <a:gd name="connsiteX24" fmla="*/ 6745095 w 6904359"/>
              <a:gd name="connsiteY24" fmla="*/ 1552246 h 4169774"/>
              <a:gd name="connsiteX25" fmla="*/ 6634672 w 6904359"/>
              <a:gd name="connsiteY25" fmla="*/ 1573838 h 4169774"/>
              <a:gd name="connsiteX26" fmla="*/ 6420887 w 6904359"/>
              <a:gd name="connsiteY26" fmla="*/ 1489077 h 4169774"/>
              <a:gd name="connsiteX27" fmla="*/ 6154545 w 6904359"/>
              <a:gd name="connsiteY27" fmla="*/ 1174522 h 4169774"/>
              <a:gd name="connsiteX28" fmla="*/ 5917122 w 6904359"/>
              <a:gd name="connsiteY28" fmla="*/ 1053291 h 4169774"/>
              <a:gd name="connsiteX29" fmla="*/ 5593272 w 6904359"/>
              <a:gd name="connsiteY29" fmla="*/ 1033906 h 4169774"/>
              <a:gd name="connsiteX30" fmla="*/ 5411238 w 6904359"/>
              <a:gd name="connsiteY30" fmla="*/ 1110106 h 4169774"/>
              <a:gd name="connsiteX31" fmla="*/ 5292705 w 6904359"/>
              <a:gd name="connsiteY31" fmla="*/ 1228638 h 4169774"/>
              <a:gd name="connsiteX32" fmla="*/ 5081038 w 6904359"/>
              <a:gd name="connsiteY32" fmla="*/ 1609638 h 4169774"/>
              <a:gd name="connsiteX33" fmla="*/ 4903238 w 6904359"/>
              <a:gd name="connsiteY33" fmla="*/ 1762039 h 4169774"/>
              <a:gd name="connsiteX34" fmla="*/ 4539172 w 6904359"/>
              <a:gd name="connsiteY34" fmla="*/ 1926654 h 4169774"/>
              <a:gd name="connsiteX35" fmla="*/ 3764472 w 6904359"/>
              <a:gd name="connsiteY35" fmla="*/ 1964271 h 4169774"/>
              <a:gd name="connsiteX36" fmla="*/ 2803505 w 6904359"/>
              <a:gd name="connsiteY36" fmla="*/ 2144852 h 4169774"/>
              <a:gd name="connsiteX37" fmla="*/ 1922972 w 6904359"/>
              <a:gd name="connsiteY37" fmla="*/ 2861801 h 4169774"/>
              <a:gd name="connsiteX38" fmla="*/ 1368405 w 6904359"/>
              <a:gd name="connsiteY38" fmla="*/ 3562879 h 4169774"/>
              <a:gd name="connsiteX39" fmla="*/ 594909 w 6904359"/>
              <a:gd name="connsiteY39" fmla="*/ 4129737 h 4169774"/>
              <a:gd name="connsiteX40" fmla="*/ 54555 w 6904359"/>
              <a:gd name="connsiteY40" fmla="*/ 4119976 h 4169774"/>
              <a:gd name="connsiteX41" fmla="*/ 1083 w 6904359"/>
              <a:gd name="connsiteY41" fmla="*/ 2874111 h 4169774"/>
              <a:gd name="connsiteX42" fmla="*/ 30315 w 6904359"/>
              <a:gd name="connsiteY42" fmla="*/ 2489964 h 4169774"/>
              <a:gd name="connsiteX0" fmla="*/ 35520 w 6909564"/>
              <a:gd name="connsiteY0" fmla="*/ 2489964 h 4166456"/>
              <a:gd name="connsiteX1" fmla="*/ 165495 w 6909564"/>
              <a:gd name="connsiteY1" fmla="*/ 2437755 h 4166456"/>
              <a:gd name="connsiteX2" fmla="*/ 166030 w 6909564"/>
              <a:gd name="connsiteY2" fmla="*/ 3271034 h 4166456"/>
              <a:gd name="connsiteX3" fmla="*/ 233403 w 6909564"/>
              <a:gd name="connsiteY3" fmla="*/ 3953684 h 4166456"/>
              <a:gd name="connsiteX4" fmla="*/ 936051 w 6909564"/>
              <a:gd name="connsiteY4" fmla="*/ 3502253 h 4166456"/>
              <a:gd name="connsiteX5" fmla="*/ 2245677 w 6909564"/>
              <a:gd name="connsiteY5" fmla="*/ 48428 h 4166456"/>
              <a:gd name="connsiteX6" fmla="*/ 3418310 w 6909564"/>
              <a:gd name="connsiteY6" fmla="*/ 1491105 h 4166456"/>
              <a:gd name="connsiteX7" fmla="*/ 4815310 w 6909564"/>
              <a:gd name="connsiteY7" fmla="*/ 1685839 h 4166456"/>
              <a:gd name="connsiteX8" fmla="*/ 5314843 w 6909564"/>
              <a:gd name="connsiteY8" fmla="*/ 1050839 h 4166456"/>
              <a:gd name="connsiteX9" fmla="*/ 5879994 w 6909564"/>
              <a:gd name="connsiteY9" fmla="*/ 949285 h 4166456"/>
              <a:gd name="connsiteX10" fmla="*/ 6309677 w 6909564"/>
              <a:gd name="connsiteY10" fmla="*/ 1204819 h 4166456"/>
              <a:gd name="connsiteX11" fmla="*/ 6470899 w 6909564"/>
              <a:gd name="connsiteY11" fmla="*/ 1399704 h 4166456"/>
              <a:gd name="connsiteX12" fmla="*/ 6623299 w 6909564"/>
              <a:gd name="connsiteY12" fmla="*/ 1479606 h 4166456"/>
              <a:gd name="connsiteX13" fmla="*/ 6737599 w 6909564"/>
              <a:gd name="connsiteY13" fmla="*/ 1450551 h 4166456"/>
              <a:gd name="connsiteX14" fmla="*/ 6766877 w 6909564"/>
              <a:gd name="connsiteY14" fmla="*/ 1306512 h 4166456"/>
              <a:gd name="connsiteX15" fmla="*/ 6737600 w 6909564"/>
              <a:gd name="connsiteY15" fmla="*/ 1167262 h 4166456"/>
              <a:gd name="connsiteX16" fmla="*/ 6667751 w 6909564"/>
              <a:gd name="connsiteY16" fmla="*/ 1080095 h 4166456"/>
              <a:gd name="connsiteX17" fmla="*/ 6623301 w 6909564"/>
              <a:gd name="connsiteY17" fmla="*/ 971137 h 4166456"/>
              <a:gd name="connsiteX18" fmla="*/ 6604251 w 6909564"/>
              <a:gd name="connsiteY18" fmla="*/ 804067 h 4166456"/>
              <a:gd name="connsiteX19" fmla="*/ 6750300 w 6909564"/>
              <a:gd name="connsiteY19" fmla="*/ 789542 h 4166456"/>
              <a:gd name="connsiteX20" fmla="*/ 6902343 w 6909564"/>
              <a:gd name="connsiteY20" fmla="*/ 802804 h 4166456"/>
              <a:gd name="connsiteX21" fmla="*/ 6883651 w 6909564"/>
              <a:gd name="connsiteY21" fmla="*/ 1029247 h 4166456"/>
              <a:gd name="connsiteX22" fmla="*/ 6839201 w 6909564"/>
              <a:gd name="connsiteY22" fmla="*/ 1181788 h 4166456"/>
              <a:gd name="connsiteX23" fmla="*/ 6826500 w 6909564"/>
              <a:gd name="connsiteY23" fmla="*/ 1436023 h 4166456"/>
              <a:gd name="connsiteX24" fmla="*/ 6750300 w 6909564"/>
              <a:gd name="connsiteY24" fmla="*/ 1552246 h 4166456"/>
              <a:gd name="connsiteX25" fmla="*/ 6639877 w 6909564"/>
              <a:gd name="connsiteY25" fmla="*/ 1573838 h 4166456"/>
              <a:gd name="connsiteX26" fmla="*/ 6426092 w 6909564"/>
              <a:gd name="connsiteY26" fmla="*/ 1489077 h 4166456"/>
              <a:gd name="connsiteX27" fmla="*/ 6159750 w 6909564"/>
              <a:gd name="connsiteY27" fmla="*/ 1174522 h 4166456"/>
              <a:gd name="connsiteX28" fmla="*/ 5922327 w 6909564"/>
              <a:gd name="connsiteY28" fmla="*/ 1053291 h 4166456"/>
              <a:gd name="connsiteX29" fmla="*/ 5598477 w 6909564"/>
              <a:gd name="connsiteY29" fmla="*/ 1033906 h 4166456"/>
              <a:gd name="connsiteX30" fmla="*/ 5416443 w 6909564"/>
              <a:gd name="connsiteY30" fmla="*/ 1110106 h 4166456"/>
              <a:gd name="connsiteX31" fmla="*/ 5297910 w 6909564"/>
              <a:gd name="connsiteY31" fmla="*/ 1228638 h 4166456"/>
              <a:gd name="connsiteX32" fmla="*/ 5086243 w 6909564"/>
              <a:gd name="connsiteY32" fmla="*/ 1609638 h 4166456"/>
              <a:gd name="connsiteX33" fmla="*/ 4908443 w 6909564"/>
              <a:gd name="connsiteY33" fmla="*/ 1762039 h 4166456"/>
              <a:gd name="connsiteX34" fmla="*/ 4544377 w 6909564"/>
              <a:gd name="connsiteY34" fmla="*/ 1926654 h 4166456"/>
              <a:gd name="connsiteX35" fmla="*/ 3769677 w 6909564"/>
              <a:gd name="connsiteY35" fmla="*/ 1964271 h 4166456"/>
              <a:gd name="connsiteX36" fmla="*/ 2808710 w 6909564"/>
              <a:gd name="connsiteY36" fmla="*/ 2144852 h 4166456"/>
              <a:gd name="connsiteX37" fmla="*/ 1928177 w 6909564"/>
              <a:gd name="connsiteY37" fmla="*/ 2861801 h 4166456"/>
              <a:gd name="connsiteX38" fmla="*/ 1373610 w 6909564"/>
              <a:gd name="connsiteY38" fmla="*/ 3562879 h 4166456"/>
              <a:gd name="connsiteX39" fmla="*/ 600114 w 6909564"/>
              <a:gd name="connsiteY39" fmla="*/ 4129737 h 4166456"/>
              <a:gd name="connsiteX40" fmla="*/ 136762 w 6909564"/>
              <a:gd name="connsiteY40" fmla="*/ 4108966 h 4166456"/>
              <a:gd name="connsiteX41" fmla="*/ 6288 w 6909564"/>
              <a:gd name="connsiteY41" fmla="*/ 2874111 h 4166456"/>
              <a:gd name="connsiteX42" fmla="*/ 35520 w 6909564"/>
              <a:gd name="connsiteY42" fmla="*/ 2489964 h 4166456"/>
              <a:gd name="connsiteX0" fmla="*/ 34162 w 6908206"/>
              <a:gd name="connsiteY0" fmla="*/ 2489964 h 4166456"/>
              <a:gd name="connsiteX1" fmla="*/ 164137 w 6908206"/>
              <a:gd name="connsiteY1" fmla="*/ 2437755 h 4166456"/>
              <a:gd name="connsiteX2" fmla="*/ 164672 w 6908206"/>
              <a:gd name="connsiteY2" fmla="*/ 3271034 h 4166456"/>
              <a:gd name="connsiteX3" fmla="*/ 232045 w 6908206"/>
              <a:gd name="connsiteY3" fmla="*/ 3953684 h 4166456"/>
              <a:gd name="connsiteX4" fmla="*/ 934693 w 6908206"/>
              <a:gd name="connsiteY4" fmla="*/ 3502253 h 4166456"/>
              <a:gd name="connsiteX5" fmla="*/ 2244319 w 6908206"/>
              <a:gd name="connsiteY5" fmla="*/ 48428 h 4166456"/>
              <a:gd name="connsiteX6" fmla="*/ 3416952 w 6908206"/>
              <a:gd name="connsiteY6" fmla="*/ 1491105 h 4166456"/>
              <a:gd name="connsiteX7" fmla="*/ 4813952 w 6908206"/>
              <a:gd name="connsiteY7" fmla="*/ 1685839 h 4166456"/>
              <a:gd name="connsiteX8" fmla="*/ 5313485 w 6908206"/>
              <a:gd name="connsiteY8" fmla="*/ 1050839 h 4166456"/>
              <a:gd name="connsiteX9" fmla="*/ 5878636 w 6908206"/>
              <a:gd name="connsiteY9" fmla="*/ 949285 h 4166456"/>
              <a:gd name="connsiteX10" fmla="*/ 6308319 w 6908206"/>
              <a:gd name="connsiteY10" fmla="*/ 1204819 h 4166456"/>
              <a:gd name="connsiteX11" fmla="*/ 6469541 w 6908206"/>
              <a:gd name="connsiteY11" fmla="*/ 1399704 h 4166456"/>
              <a:gd name="connsiteX12" fmla="*/ 6621941 w 6908206"/>
              <a:gd name="connsiteY12" fmla="*/ 1479606 h 4166456"/>
              <a:gd name="connsiteX13" fmla="*/ 6736241 w 6908206"/>
              <a:gd name="connsiteY13" fmla="*/ 1450551 h 4166456"/>
              <a:gd name="connsiteX14" fmla="*/ 6765519 w 6908206"/>
              <a:gd name="connsiteY14" fmla="*/ 1306512 h 4166456"/>
              <a:gd name="connsiteX15" fmla="*/ 6736242 w 6908206"/>
              <a:gd name="connsiteY15" fmla="*/ 1167262 h 4166456"/>
              <a:gd name="connsiteX16" fmla="*/ 6666393 w 6908206"/>
              <a:gd name="connsiteY16" fmla="*/ 1080095 h 4166456"/>
              <a:gd name="connsiteX17" fmla="*/ 6621943 w 6908206"/>
              <a:gd name="connsiteY17" fmla="*/ 971137 h 4166456"/>
              <a:gd name="connsiteX18" fmla="*/ 6602893 w 6908206"/>
              <a:gd name="connsiteY18" fmla="*/ 804067 h 4166456"/>
              <a:gd name="connsiteX19" fmla="*/ 6748942 w 6908206"/>
              <a:gd name="connsiteY19" fmla="*/ 789542 h 4166456"/>
              <a:gd name="connsiteX20" fmla="*/ 6900985 w 6908206"/>
              <a:gd name="connsiteY20" fmla="*/ 802804 h 4166456"/>
              <a:gd name="connsiteX21" fmla="*/ 6882293 w 6908206"/>
              <a:gd name="connsiteY21" fmla="*/ 1029247 h 4166456"/>
              <a:gd name="connsiteX22" fmla="*/ 6837843 w 6908206"/>
              <a:gd name="connsiteY22" fmla="*/ 1181788 h 4166456"/>
              <a:gd name="connsiteX23" fmla="*/ 6825142 w 6908206"/>
              <a:gd name="connsiteY23" fmla="*/ 1436023 h 4166456"/>
              <a:gd name="connsiteX24" fmla="*/ 6748942 w 6908206"/>
              <a:gd name="connsiteY24" fmla="*/ 1552246 h 4166456"/>
              <a:gd name="connsiteX25" fmla="*/ 6638519 w 6908206"/>
              <a:gd name="connsiteY25" fmla="*/ 1573838 h 4166456"/>
              <a:gd name="connsiteX26" fmla="*/ 6424734 w 6908206"/>
              <a:gd name="connsiteY26" fmla="*/ 1489077 h 4166456"/>
              <a:gd name="connsiteX27" fmla="*/ 6158392 w 6908206"/>
              <a:gd name="connsiteY27" fmla="*/ 1174522 h 4166456"/>
              <a:gd name="connsiteX28" fmla="*/ 5920969 w 6908206"/>
              <a:gd name="connsiteY28" fmla="*/ 1053291 h 4166456"/>
              <a:gd name="connsiteX29" fmla="*/ 5597119 w 6908206"/>
              <a:gd name="connsiteY29" fmla="*/ 1033906 h 4166456"/>
              <a:gd name="connsiteX30" fmla="*/ 5415085 w 6908206"/>
              <a:gd name="connsiteY30" fmla="*/ 1110106 h 4166456"/>
              <a:gd name="connsiteX31" fmla="*/ 5296552 w 6908206"/>
              <a:gd name="connsiteY31" fmla="*/ 1228638 h 4166456"/>
              <a:gd name="connsiteX32" fmla="*/ 5084885 w 6908206"/>
              <a:gd name="connsiteY32" fmla="*/ 1609638 h 4166456"/>
              <a:gd name="connsiteX33" fmla="*/ 4907085 w 6908206"/>
              <a:gd name="connsiteY33" fmla="*/ 1762039 h 4166456"/>
              <a:gd name="connsiteX34" fmla="*/ 4543019 w 6908206"/>
              <a:gd name="connsiteY34" fmla="*/ 1926654 h 4166456"/>
              <a:gd name="connsiteX35" fmla="*/ 3768319 w 6908206"/>
              <a:gd name="connsiteY35" fmla="*/ 1964271 h 4166456"/>
              <a:gd name="connsiteX36" fmla="*/ 2807352 w 6908206"/>
              <a:gd name="connsiteY36" fmla="*/ 2144852 h 4166456"/>
              <a:gd name="connsiteX37" fmla="*/ 1926819 w 6908206"/>
              <a:gd name="connsiteY37" fmla="*/ 2861801 h 4166456"/>
              <a:gd name="connsiteX38" fmla="*/ 1372252 w 6908206"/>
              <a:gd name="connsiteY38" fmla="*/ 3562879 h 4166456"/>
              <a:gd name="connsiteX39" fmla="*/ 598756 w 6908206"/>
              <a:gd name="connsiteY39" fmla="*/ 4129737 h 4166456"/>
              <a:gd name="connsiteX40" fmla="*/ 116153 w 6908206"/>
              <a:gd name="connsiteY40" fmla="*/ 4108966 h 4166456"/>
              <a:gd name="connsiteX41" fmla="*/ 4930 w 6908206"/>
              <a:gd name="connsiteY41" fmla="*/ 2874111 h 4166456"/>
              <a:gd name="connsiteX42" fmla="*/ 34162 w 6908206"/>
              <a:gd name="connsiteY42" fmla="*/ 2489964 h 4166456"/>
              <a:gd name="connsiteX0" fmla="*/ 34162 w 6908206"/>
              <a:gd name="connsiteY0" fmla="*/ 2489964 h 4166456"/>
              <a:gd name="connsiteX1" fmla="*/ 164137 w 6908206"/>
              <a:gd name="connsiteY1" fmla="*/ 2437755 h 4166456"/>
              <a:gd name="connsiteX2" fmla="*/ 174297 w 6908206"/>
              <a:gd name="connsiteY2" fmla="*/ 3359118 h 4166456"/>
              <a:gd name="connsiteX3" fmla="*/ 232045 w 6908206"/>
              <a:gd name="connsiteY3" fmla="*/ 3953684 h 4166456"/>
              <a:gd name="connsiteX4" fmla="*/ 934693 w 6908206"/>
              <a:gd name="connsiteY4" fmla="*/ 3502253 h 4166456"/>
              <a:gd name="connsiteX5" fmla="*/ 2244319 w 6908206"/>
              <a:gd name="connsiteY5" fmla="*/ 48428 h 4166456"/>
              <a:gd name="connsiteX6" fmla="*/ 3416952 w 6908206"/>
              <a:gd name="connsiteY6" fmla="*/ 1491105 h 4166456"/>
              <a:gd name="connsiteX7" fmla="*/ 4813952 w 6908206"/>
              <a:gd name="connsiteY7" fmla="*/ 1685839 h 4166456"/>
              <a:gd name="connsiteX8" fmla="*/ 5313485 w 6908206"/>
              <a:gd name="connsiteY8" fmla="*/ 1050839 h 4166456"/>
              <a:gd name="connsiteX9" fmla="*/ 5878636 w 6908206"/>
              <a:gd name="connsiteY9" fmla="*/ 949285 h 4166456"/>
              <a:gd name="connsiteX10" fmla="*/ 6308319 w 6908206"/>
              <a:gd name="connsiteY10" fmla="*/ 1204819 h 4166456"/>
              <a:gd name="connsiteX11" fmla="*/ 6469541 w 6908206"/>
              <a:gd name="connsiteY11" fmla="*/ 1399704 h 4166456"/>
              <a:gd name="connsiteX12" fmla="*/ 6621941 w 6908206"/>
              <a:gd name="connsiteY12" fmla="*/ 1479606 h 4166456"/>
              <a:gd name="connsiteX13" fmla="*/ 6736241 w 6908206"/>
              <a:gd name="connsiteY13" fmla="*/ 1450551 h 4166456"/>
              <a:gd name="connsiteX14" fmla="*/ 6765519 w 6908206"/>
              <a:gd name="connsiteY14" fmla="*/ 1306512 h 4166456"/>
              <a:gd name="connsiteX15" fmla="*/ 6736242 w 6908206"/>
              <a:gd name="connsiteY15" fmla="*/ 1167262 h 4166456"/>
              <a:gd name="connsiteX16" fmla="*/ 6666393 w 6908206"/>
              <a:gd name="connsiteY16" fmla="*/ 1080095 h 4166456"/>
              <a:gd name="connsiteX17" fmla="*/ 6621943 w 6908206"/>
              <a:gd name="connsiteY17" fmla="*/ 971137 h 4166456"/>
              <a:gd name="connsiteX18" fmla="*/ 6602893 w 6908206"/>
              <a:gd name="connsiteY18" fmla="*/ 804067 h 4166456"/>
              <a:gd name="connsiteX19" fmla="*/ 6748942 w 6908206"/>
              <a:gd name="connsiteY19" fmla="*/ 789542 h 4166456"/>
              <a:gd name="connsiteX20" fmla="*/ 6900985 w 6908206"/>
              <a:gd name="connsiteY20" fmla="*/ 802804 h 4166456"/>
              <a:gd name="connsiteX21" fmla="*/ 6882293 w 6908206"/>
              <a:gd name="connsiteY21" fmla="*/ 1029247 h 4166456"/>
              <a:gd name="connsiteX22" fmla="*/ 6837843 w 6908206"/>
              <a:gd name="connsiteY22" fmla="*/ 1181788 h 4166456"/>
              <a:gd name="connsiteX23" fmla="*/ 6825142 w 6908206"/>
              <a:gd name="connsiteY23" fmla="*/ 1436023 h 4166456"/>
              <a:gd name="connsiteX24" fmla="*/ 6748942 w 6908206"/>
              <a:gd name="connsiteY24" fmla="*/ 1552246 h 4166456"/>
              <a:gd name="connsiteX25" fmla="*/ 6638519 w 6908206"/>
              <a:gd name="connsiteY25" fmla="*/ 1573838 h 4166456"/>
              <a:gd name="connsiteX26" fmla="*/ 6424734 w 6908206"/>
              <a:gd name="connsiteY26" fmla="*/ 1489077 h 4166456"/>
              <a:gd name="connsiteX27" fmla="*/ 6158392 w 6908206"/>
              <a:gd name="connsiteY27" fmla="*/ 1174522 h 4166456"/>
              <a:gd name="connsiteX28" fmla="*/ 5920969 w 6908206"/>
              <a:gd name="connsiteY28" fmla="*/ 1053291 h 4166456"/>
              <a:gd name="connsiteX29" fmla="*/ 5597119 w 6908206"/>
              <a:gd name="connsiteY29" fmla="*/ 1033906 h 4166456"/>
              <a:gd name="connsiteX30" fmla="*/ 5415085 w 6908206"/>
              <a:gd name="connsiteY30" fmla="*/ 1110106 h 4166456"/>
              <a:gd name="connsiteX31" fmla="*/ 5296552 w 6908206"/>
              <a:gd name="connsiteY31" fmla="*/ 1228638 h 4166456"/>
              <a:gd name="connsiteX32" fmla="*/ 5084885 w 6908206"/>
              <a:gd name="connsiteY32" fmla="*/ 1609638 h 4166456"/>
              <a:gd name="connsiteX33" fmla="*/ 4907085 w 6908206"/>
              <a:gd name="connsiteY33" fmla="*/ 1762039 h 4166456"/>
              <a:gd name="connsiteX34" fmla="*/ 4543019 w 6908206"/>
              <a:gd name="connsiteY34" fmla="*/ 1926654 h 4166456"/>
              <a:gd name="connsiteX35" fmla="*/ 3768319 w 6908206"/>
              <a:gd name="connsiteY35" fmla="*/ 1964271 h 4166456"/>
              <a:gd name="connsiteX36" fmla="*/ 2807352 w 6908206"/>
              <a:gd name="connsiteY36" fmla="*/ 2144852 h 4166456"/>
              <a:gd name="connsiteX37" fmla="*/ 1926819 w 6908206"/>
              <a:gd name="connsiteY37" fmla="*/ 2861801 h 4166456"/>
              <a:gd name="connsiteX38" fmla="*/ 1372252 w 6908206"/>
              <a:gd name="connsiteY38" fmla="*/ 3562879 h 4166456"/>
              <a:gd name="connsiteX39" fmla="*/ 598756 w 6908206"/>
              <a:gd name="connsiteY39" fmla="*/ 4129737 h 4166456"/>
              <a:gd name="connsiteX40" fmla="*/ 116153 w 6908206"/>
              <a:gd name="connsiteY40" fmla="*/ 4108966 h 4166456"/>
              <a:gd name="connsiteX41" fmla="*/ 4930 w 6908206"/>
              <a:gd name="connsiteY41" fmla="*/ 2874111 h 4166456"/>
              <a:gd name="connsiteX42" fmla="*/ 34162 w 6908206"/>
              <a:gd name="connsiteY42" fmla="*/ 2489964 h 4166456"/>
              <a:gd name="connsiteX0" fmla="*/ 34162 w 6908206"/>
              <a:gd name="connsiteY0" fmla="*/ 2489964 h 4166456"/>
              <a:gd name="connsiteX1" fmla="*/ 164137 w 6908206"/>
              <a:gd name="connsiteY1" fmla="*/ 2437755 h 4166456"/>
              <a:gd name="connsiteX2" fmla="*/ 212798 w 6908206"/>
              <a:gd name="connsiteY2" fmla="*/ 3271034 h 4166456"/>
              <a:gd name="connsiteX3" fmla="*/ 232045 w 6908206"/>
              <a:gd name="connsiteY3" fmla="*/ 3953684 h 4166456"/>
              <a:gd name="connsiteX4" fmla="*/ 934693 w 6908206"/>
              <a:gd name="connsiteY4" fmla="*/ 3502253 h 4166456"/>
              <a:gd name="connsiteX5" fmla="*/ 2244319 w 6908206"/>
              <a:gd name="connsiteY5" fmla="*/ 48428 h 4166456"/>
              <a:gd name="connsiteX6" fmla="*/ 3416952 w 6908206"/>
              <a:gd name="connsiteY6" fmla="*/ 1491105 h 4166456"/>
              <a:gd name="connsiteX7" fmla="*/ 4813952 w 6908206"/>
              <a:gd name="connsiteY7" fmla="*/ 1685839 h 4166456"/>
              <a:gd name="connsiteX8" fmla="*/ 5313485 w 6908206"/>
              <a:gd name="connsiteY8" fmla="*/ 1050839 h 4166456"/>
              <a:gd name="connsiteX9" fmla="*/ 5878636 w 6908206"/>
              <a:gd name="connsiteY9" fmla="*/ 949285 h 4166456"/>
              <a:gd name="connsiteX10" fmla="*/ 6308319 w 6908206"/>
              <a:gd name="connsiteY10" fmla="*/ 1204819 h 4166456"/>
              <a:gd name="connsiteX11" fmla="*/ 6469541 w 6908206"/>
              <a:gd name="connsiteY11" fmla="*/ 1399704 h 4166456"/>
              <a:gd name="connsiteX12" fmla="*/ 6621941 w 6908206"/>
              <a:gd name="connsiteY12" fmla="*/ 1479606 h 4166456"/>
              <a:gd name="connsiteX13" fmla="*/ 6736241 w 6908206"/>
              <a:gd name="connsiteY13" fmla="*/ 1450551 h 4166456"/>
              <a:gd name="connsiteX14" fmla="*/ 6765519 w 6908206"/>
              <a:gd name="connsiteY14" fmla="*/ 1306512 h 4166456"/>
              <a:gd name="connsiteX15" fmla="*/ 6736242 w 6908206"/>
              <a:gd name="connsiteY15" fmla="*/ 1167262 h 4166456"/>
              <a:gd name="connsiteX16" fmla="*/ 6666393 w 6908206"/>
              <a:gd name="connsiteY16" fmla="*/ 1080095 h 4166456"/>
              <a:gd name="connsiteX17" fmla="*/ 6621943 w 6908206"/>
              <a:gd name="connsiteY17" fmla="*/ 971137 h 4166456"/>
              <a:gd name="connsiteX18" fmla="*/ 6602893 w 6908206"/>
              <a:gd name="connsiteY18" fmla="*/ 804067 h 4166456"/>
              <a:gd name="connsiteX19" fmla="*/ 6748942 w 6908206"/>
              <a:gd name="connsiteY19" fmla="*/ 789542 h 4166456"/>
              <a:gd name="connsiteX20" fmla="*/ 6900985 w 6908206"/>
              <a:gd name="connsiteY20" fmla="*/ 802804 h 4166456"/>
              <a:gd name="connsiteX21" fmla="*/ 6882293 w 6908206"/>
              <a:gd name="connsiteY21" fmla="*/ 1029247 h 4166456"/>
              <a:gd name="connsiteX22" fmla="*/ 6837843 w 6908206"/>
              <a:gd name="connsiteY22" fmla="*/ 1181788 h 4166456"/>
              <a:gd name="connsiteX23" fmla="*/ 6825142 w 6908206"/>
              <a:gd name="connsiteY23" fmla="*/ 1436023 h 4166456"/>
              <a:gd name="connsiteX24" fmla="*/ 6748942 w 6908206"/>
              <a:gd name="connsiteY24" fmla="*/ 1552246 h 4166456"/>
              <a:gd name="connsiteX25" fmla="*/ 6638519 w 6908206"/>
              <a:gd name="connsiteY25" fmla="*/ 1573838 h 4166456"/>
              <a:gd name="connsiteX26" fmla="*/ 6424734 w 6908206"/>
              <a:gd name="connsiteY26" fmla="*/ 1489077 h 4166456"/>
              <a:gd name="connsiteX27" fmla="*/ 6158392 w 6908206"/>
              <a:gd name="connsiteY27" fmla="*/ 1174522 h 4166456"/>
              <a:gd name="connsiteX28" fmla="*/ 5920969 w 6908206"/>
              <a:gd name="connsiteY28" fmla="*/ 1053291 h 4166456"/>
              <a:gd name="connsiteX29" fmla="*/ 5597119 w 6908206"/>
              <a:gd name="connsiteY29" fmla="*/ 1033906 h 4166456"/>
              <a:gd name="connsiteX30" fmla="*/ 5415085 w 6908206"/>
              <a:gd name="connsiteY30" fmla="*/ 1110106 h 4166456"/>
              <a:gd name="connsiteX31" fmla="*/ 5296552 w 6908206"/>
              <a:gd name="connsiteY31" fmla="*/ 1228638 h 4166456"/>
              <a:gd name="connsiteX32" fmla="*/ 5084885 w 6908206"/>
              <a:gd name="connsiteY32" fmla="*/ 1609638 h 4166456"/>
              <a:gd name="connsiteX33" fmla="*/ 4907085 w 6908206"/>
              <a:gd name="connsiteY33" fmla="*/ 1762039 h 4166456"/>
              <a:gd name="connsiteX34" fmla="*/ 4543019 w 6908206"/>
              <a:gd name="connsiteY34" fmla="*/ 1926654 h 4166456"/>
              <a:gd name="connsiteX35" fmla="*/ 3768319 w 6908206"/>
              <a:gd name="connsiteY35" fmla="*/ 1964271 h 4166456"/>
              <a:gd name="connsiteX36" fmla="*/ 2807352 w 6908206"/>
              <a:gd name="connsiteY36" fmla="*/ 2144852 h 4166456"/>
              <a:gd name="connsiteX37" fmla="*/ 1926819 w 6908206"/>
              <a:gd name="connsiteY37" fmla="*/ 2861801 h 4166456"/>
              <a:gd name="connsiteX38" fmla="*/ 1372252 w 6908206"/>
              <a:gd name="connsiteY38" fmla="*/ 3562879 h 4166456"/>
              <a:gd name="connsiteX39" fmla="*/ 598756 w 6908206"/>
              <a:gd name="connsiteY39" fmla="*/ 4129737 h 4166456"/>
              <a:gd name="connsiteX40" fmla="*/ 116153 w 6908206"/>
              <a:gd name="connsiteY40" fmla="*/ 4108966 h 4166456"/>
              <a:gd name="connsiteX41" fmla="*/ 4930 w 6908206"/>
              <a:gd name="connsiteY41" fmla="*/ 2874111 h 4166456"/>
              <a:gd name="connsiteX42" fmla="*/ 34162 w 6908206"/>
              <a:gd name="connsiteY42" fmla="*/ 2489964 h 4166456"/>
              <a:gd name="connsiteX0" fmla="*/ 34162 w 6908206"/>
              <a:gd name="connsiteY0" fmla="*/ 2489964 h 4166456"/>
              <a:gd name="connsiteX1" fmla="*/ 164137 w 6908206"/>
              <a:gd name="connsiteY1" fmla="*/ 2437755 h 4166456"/>
              <a:gd name="connsiteX2" fmla="*/ 232048 w 6908206"/>
              <a:gd name="connsiteY2" fmla="*/ 3226992 h 4166456"/>
              <a:gd name="connsiteX3" fmla="*/ 232045 w 6908206"/>
              <a:gd name="connsiteY3" fmla="*/ 3953684 h 4166456"/>
              <a:gd name="connsiteX4" fmla="*/ 934693 w 6908206"/>
              <a:gd name="connsiteY4" fmla="*/ 3502253 h 4166456"/>
              <a:gd name="connsiteX5" fmla="*/ 2244319 w 6908206"/>
              <a:gd name="connsiteY5" fmla="*/ 48428 h 4166456"/>
              <a:gd name="connsiteX6" fmla="*/ 3416952 w 6908206"/>
              <a:gd name="connsiteY6" fmla="*/ 1491105 h 4166456"/>
              <a:gd name="connsiteX7" fmla="*/ 4813952 w 6908206"/>
              <a:gd name="connsiteY7" fmla="*/ 1685839 h 4166456"/>
              <a:gd name="connsiteX8" fmla="*/ 5313485 w 6908206"/>
              <a:gd name="connsiteY8" fmla="*/ 1050839 h 4166456"/>
              <a:gd name="connsiteX9" fmla="*/ 5878636 w 6908206"/>
              <a:gd name="connsiteY9" fmla="*/ 949285 h 4166456"/>
              <a:gd name="connsiteX10" fmla="*/ 6308319 w 6908206"/>
              <a:gd name="connsiteY10" fmla="*/ 1204819 h 4166456"/>
              <a:gd name="connsiteX11" fmla="*/ 6469541 w 6908206"/>
              <a:gd name="connsiteY11" fmla="*/ 1399704 h 4166456"/>
              <a:gd name="connsiteX12" fmla="*/ 6621941 w 6908206"/>
              <a:gd name="connsiteY12" fmla="*/ 1479606 h 4166456"/>
              <a:gd name="connsiteX13" fmla="*/ 6736241 w 6908206"/>
              <a:gd name="connsiteY13" fmla="*/ 1450551 h 4166456"/>
              <a:gd name="connsiteX14" fmla="*/ 6765519 w 6908206"/>
              <a:gd name="connsiteY14" fmla="*/ 1306512 h 4166456"/>
              <a:gd name="connsiteX15" fmla="*/ 6736242 w 6908206"/>
              <a:gd name="connsiteY15" fmla="*/ 1167262 h 4166456"/>
              <a:gd name="connsiteX16" fmla="*/ 6666393 w 6908206"/>
              <a:gd name="connsiteY16" fmla="*/ 1080095 h 4166456"/>
              <a:gd name="connsiteX17" fmla="*/ 6621943 w 6908206"/>
              <a:gd name="connsiteY17" fmla="*/ 971137 h 4166456"/>
              <a:gd name="connsiteX18" fmla="*/ 6602893 w 6908206"/>
              <a:gd name="connsiteY18" fmla="*/ 804067 h 4166456"/>
              <a:gd name="connsiteX19" fmla="*/ 6748942 w 6908206"/>
              <a:gd name="connsiteY19" fmla="*/ 789542 h 4166456"/>
              <a:gd name="connsiteX20" fmla="*/ 6900985 w 6908206"/>
              <a:gd name="connsiteY20" fmla="*/ 802804 h 4166456"/>
              <a:gd name="connsiteX21" fmla="*/ 6882293 w 6908206"/>
              <a:gd name="connsiteY21" fmla="*/ 1029247 h 4166456"/>
              <a:gd name="connsiteX22" fmla="*/ 6837843 w 6908206"/>
              <a:gd name="connsiteY22" fmla="*/ 1181788 h 4166456"/>
              <a:gd name="connsiteX23" fmla="*/ 6825142 w 6908206"/>
              <a:gd name="connsiteY23" fmla="*/ 1436023 h 4166456"/>
              <a:gd name="connsiteX24" fmla="*/ 6748942 w 6908206"/>
              <a:gd name="connsiteY24" fmla="*/ 1552246 h 4166456"/>
              <a:gd name="connsiteX25" fmla="*/ 6638519 w 6908206"/>
              <a:gd name="connsiteY25" fmla="*/ 1573838 h 4166456"/>
              <a:gd name="connsiteX26" fmla="*/ 6424734 w 6908206"/>
              <a:gd name="connsiteY26" fmla="*/ 1489077 h 4166456"/>
              <a:gd name="connsiteX27" fmla="*/ 6158392 w 6908206"/>
              <a:gd name="connsiteY27" fmla="*/ 1174522 h 4166456"/>
              <a:gd name="connsiteX28" fmla="*/ 5920969 w 6908206"/>
              <a:gd name="connsiteY28" fmla="*/ 1053291 h 4166456"/>
              <a:gd name="connsiteX29" fmla="*/ 5597119 w 6908206"/>
              <a:gd name="connsiteY29" fmla="*/ 1033906 h 4166456"/>
              <a:gd name="connsiteX30" fmla="*/ 5415085 w 6908206"/>
              <a:gd name="connsiteY30" fmla="*/ 1110106 h 4166456"/>
              <a:gd name="connsiteX31" fmla="*/ 5296552 w 6908206"/>
              <a:gd name="connsiteY31" fmla="*/ 1228638 h 4166456"/>
              <a:gd name="connsiteX32" fmla="*/ 5084885 w 6908206"/>
              <a:gd name="connsiteY32" fmla="*/ 1609638 h 4166456"/>
              <a:gd name="connsiteX33" fmla="*/ 4907085 w 6908206"/>
              <a:gd name="connsiteY33" fmla="*/ 1762039 h 4166456"/>
              <a:gd name="connsiteX34" fmla="*/ 4543019 w 6908206"/>
              <a:gd name="connsiteY34" fmla="*/ 1926654 h 4166456"/>
              <a:gd name="connsiteX35" fmla="*/ 3768319 w 6908206"/>
              <a:gd name="connsiteY35" fmla="*/ 1964271 h 4166456"/>
              <a:gd name="connsiteX36" fmla="*/ 2807352 w 6908206"/>
              <a:gd name="connsiteY36" fmla="*/ 2144852 h 4166456"/>
              <a:gd name="connsiteX37" fmla="*/ 1926819 w 6908206"/>
              <a:gd name="connsiteY37" fmla="*/ 2861801 h 4166456"/>
              <a:gd name="connsiteX38" fmla="*/ 1372252 w 6908206"/>
              <a:gd name="connsiteY38" fmla="*/ 3562879 h 4166456"/>
              <a:gd name="connsiteX39" fmla="*/ 598756 w 6908206"/>
              <a:gd name="connsiteY39" fmla="*/ 4129737 h 4166456"/>
              <a:gd name="connsiteX40" fmla="*/ 116153 w 6908206"/>
              <a:gd name="connsiteY40" fmla="*/ 4108966 h 4166456"/>
              <a:gd name="connsiteX41" fmla="*/ 4930 w 6908206"/>
              <a:gd name="connsiteY41" fmla="*/ 2874111 h 4166456"/>
              <a:gd name="connsiteX42" fmla="*/ 34162 w 6908206"/>
              <a:gd name="connsiteY42" fmla="*/ 2489964 h 4166456"/>
              <a:gd name="connsiteX0" fmla="*/ 34162 w 6908206"/>
              <a:gd name="connsiteY0" fmla="*/ 2489964 h 4166456"/>
              <a:gd name="connsiteX1" fmla="*/ 164137 w 6908206"/>
              <a:gd name="connsiteY1" fmla="*/ 2437755 h 4166456"/>
              <a:gd name="connsiteX2" fmla="*/ 193547 w 6908206"/>
              <a:gd name="connsiteY2" fmla="*/ 3249013 h 4166456"/>
              <a:gd name="connsiteX3" fmla="*/ 232045 w 6908206"/>
              <a:gd name="connsiteY3" fmla="*/ 3953684 h 4166456"/>
              <a:gd name="connsiteX4" fmla="*/ 934693 w 6908206"/>
              <a:gd name="connsiteY4" fmla="*/ 3502253 h 4166456"/>
              <a:gd name="connsiteX5" fmla="*/ 2244319 w 6908206"/>
              <a:gd name="connsiteY5" fmla="*/ 48428 h 4166456"/>
              <a:gd name="connsiteX6" fmla="*/ 3416952 w 6908206"/>
              <a:gd name="connsiteY6" fmla="*/ 1491105 h 4166456"/>
              <a:gd name="connsiteX7" fmla="*/ 4813952 w 6908206"/>
              <a:gd name="connsiteY7" fmla="*/ 1685839 h 4166456"/>
              <a:gd name="connsiteX8" fmla="*/ 5313485 w 6908206"/>
              <a:gd name="connsiteY8" fmla="*/ 1050839 h 4166456"/>
              <a:gd name="connsiteX9" fmla="*/ 5878636 w 6908206"/>
              <a:gd name="connsiteY9" fmla="*/ 949285 h 4166456"/>
              <a:gd name="connsiteX10" fmla="*/ 6308319 w 6908206"/>
              <a:gd name="connsiteY10" fmla="*/ 1204819 h 4166456"/>
              <a:gd name="connsiteX11" fmla="*/ 6469541 w 6908206"/>
              <a:gd name="connsiteY11" fmla="*/ 1399704 h 4166456"/>
              <a:gd name="connsiteX12" fmla="*/ 6621941 w 6908206"/>
              <a:gd name="connsiteY12" fmla="*/ 1479606 h 4166456"/>
              <a:gd name="connsiteX13" fmla="*/ 6736241 w 6908206"/>
              <a:gd name="connsiteY13" fmla="*/ 1450551 h 4166456"/>
              <a:gd name="connsiteX14" fmla="*/ 6765519 w 6908206"/>
              <a:gd name="connsiteY14" fmla="*/ 1306512 h 4166456"/>
              <a:gd name="connsiteX15" fmla="*/ 6736242 w 6908206"/>
              <a:gd name="connsiteY15" fmla="*/ 1167262 h 4166456"/>
              <a:gd name="connsiteX16" fmla="*/ 6666393 w 6908206"/>
              <a:gd name="connsiteY16" fmla="*/ 1080095 h 4166456"/>
              <a:gd name="connsiteX17" fmla="*/ 6621943 w 6908206"/>
              <a:gd name="connsiteY17" fmla="*/ 971137 h 4166456"/>
              <a:gd name="connsiteX18" fmla="*/ 6602893 w 6908206"/>
              <a:gd name="connsiteY18" fmla="*/ 804067 h 4166456"/>
              <a:gd name="connsiteX19" fmla="*/ 6748942 w 6908206"/>
              <a:gd name="connsiteY19" fmla="*/ 789542 h 4166456"/>
              <a:gd name="connsiteX20" fmla="*/ 6900985 w 6908206"/>
              <a:gd name="connsiteY20" fmla="*/ 802804 h 4166456"/>
              <a:gd name="connsiteX21" fmla="*/ 6882293 w 6908206"/>
              <a:gd name="connsiteY21" fmla="*/ 1029247 h 4166456"/>
              <a:gd name="connsiteX22" fmla="*/ 6837843 w 6908206"/>
              <a:gd name="connsiteY22" fmla="*/ 1181788 h 4166456"/>
              <a:gd name="connsiteX23" fmla="*/ 6825142 w 6908206"/>
              <a:gd name="connsiteY23" fmla="*/ 1436023 h 4166456"/>
              <a:gd name="connsiteX24" fmla="*/ 6748942 w 6908206"/>
              <a:gd name="connsiteY24" fmla="*/ 1552246 h 4166456"/>
              <a:gd name="connsiteX25" fmla="*/ 6638519 w 6908206"/>
              <a:gd name="connsiteY25" fmla="*/ 1573838 h 4166456"/>
              <a:gd name="connsiteX26" fmla="*/ 6424734 w 6908206"/>
              <a:gd name="connsiteY26" fmla="*/ 1489077 h 4166456"/>
              <a:gd name="connsiteX27" fmla="*/ 6158392 w 6908206"/>
              <a:gd name="connsiteY27" fmla="*/ 1174522 h 4166456"/>
              <a:gd name="connsiteX28" fmla="*/ 5920969 w 6908206"/>
              <a:gd name="connsiteY28" fmla="*/ 1053291 h 4166456"/>
              <a:gd name="connsiteX29" fmla="*/ 5597119 w 6908206"/>
              <a:gd name="connsiteY29" fmla="*/ 1033906 h 4166456"/>
              <a:gd name="connsiteX30" fmla="*/ 5415085 w 6908206"/>
              <a:gd name="connsiteY30" fmla="*/ 1110106 h 4166456"/>
              <a:gd name="connsiteX31" fmla="*/ 5296552 w 6908206"/>
              <a:gd name="connsiteY31" fmla="*/ 1228638 h 4166456"/>
              <a:gd name="connsiteX32" fmla="*/ 5084885 w 6908206"/>
              <a:gd name="connsiteY32" fmla="*/ 1609638 h 4166456"/>
              <a:gd name="connsiteX33" fmla="*/ 4907085 w 6908206"/>
              <a:gd name="connsiteY33" fmla="*/ 1762039 h 4166456"/>
              <a:gd name="connsiteX34" fmla="*/ 4543019 w 6908206"/>
              <a:gd name="connsiteY34" fmla="*/ 1926654 h 4166456"/>
              <a:gd name="connsiteX35" fmla="*/ 3768319 w 6908206"/>
              <a:gd name="connsiteY35" fmla="*/ 1964271 h 4166456"/>
              <a:gd name="connsiteX36" fmla="*/ 2807352 w 6908206"/>
              <a:gd name="connsiteY36" fmla="*/ 2144852 h 4166456"/>
              <a:gd name="connsiteX37" fmla="*/ 1926819 w 6908206"/>
              <a:gd name="connsiteY37" fmla="*/ 2861801 h 4166456"/>
              <a:gd name="connsiteX38" fmla="*/ 1372252 w 6908206"/>
              <a:gd name="connsiteY38" fmla="*/ 3562879 h 4166456"/>
              <a:gd name="connsiteX39" fmla="*/ 598756 w 6908206"/>
              <a:gd name="connsiteY39" fmla="*/ 4129737 h 4166456"/>
              <a:gd name="connsiteX40" fmla="*/ 116153 w 6908206"/>
              <a:gd name="connsiteY40" fmla="*/ 4108966 h 4166456"/>
              <a:gd name="connsiteX41" fmla="*/ 4930 w 6908206"/>
              <a:gd name="connsiteY41" fmla="*/ 2874111 h 4166456"/>
              <a:gd name="connsiteX42" fmla="*/ 34162 w 6908206"/>
              <a:gd name="connsiteY42" fmla="*/ 2489964 h 4166456"/>
              <a:gd name="connsiteX0" fmla="*/ 34162 w 6908206"/>
              <a:gd name="connsiteY0" fmla="*/ 2489964 h 4166456"/>
              <a:gd name="connsiteX1" fmla="*/ 164137 w 6908206"/>
              <a:gd name="connsiteY1" fmla="*/ 2437755 h 4166456"/>
              <a:gd name="connsiteX2" fmla="*/ 164672 w 6908206"/>
              <a:gd name="connsiteY2" fmla="*/ 3249013 h 4166456"/>
              <a:gd name="connsiteX3" fmla="*/ 232045 w 6908206"/>
              <a:gd name="connsiteY3" fmla="*/ 3953684 h 4166456"/>
              <a:gd name="connsiteX4" fmla="*/ 934693 w 6908206"/>
              <a:gd name="connsiteY4" fmla="*/ 3502253 h 4166456"/>
              <a:gd name="connsiteX5" fmla="*/ 2244319 w 6908206"/>
              <a:gd name="connsiteY5" fmla="*/ 48428 h 4166456"/>
              <a:gd name="connsiteX6" fmla="*/ 3416952 w 6908206"/>
              <a:gd name="connsiteY6" fmla="*/ 1491105 h 4166456"/>
              <a:gd name="connsiteX7" fmla="*/ 4813952 w 6908206"/>
              <a:gd name="connsiteY7" fmla="*/ 1685839 h 4166456"/>
              <a:gd name="connsiteX8" fmla="*/ 5313485 w 6908206"/>
              <a:gd name="connsiteY8" fmla="*/ 1050839 h 4166456"/>
              <a:gd name="connsiteX9" fmla="*/ 5878636 w 6908206"/>
              <a:gd name="connsiteY9" fmla="*/ 949285 h 4166456"/>
              <a:gd name="connsiteX10" fmla="*/ 6308319 w 6908206"/>
              <a:gd name="connsiteY10" fmla="*/ 1204819 h 4166456"/>
              <a:gd name="connsiteX11" fmla="*/ 6469541 w 6908206"/>
              <a:gd name="connsiteY11" fmla="*/ 1399704 h 4166456"/>
              <a:gd name="connsiteX12" fmla="*/ 6621941 w 6908206"/>
              <a:gd name="connsiteY12" fmla="*/ 1479606 h 4166456"/>
              <a:gd name="connsiteX13" fmla="*/ 6736241 w 6908206"/>
              <a:gd name="connsiteY13" fmla="*/ 1450551 h 4166456"/>
              <a:gd name="connsiteX14" fmla="*/ 6765519 w 6908206"/>
              <a:gd name="connsiteY14" fmla="*/ 1306512 h 4166456"/>
              <a:gd name="connsiteX15" fmla="*/ 6736242 w 6908206"/>
              <a:gd name="connsiteY15" fmla="*/ 1167262 h 4166456"/>
              <a:gd name="connsiteX16" fmla="*/ 6666393 w 6908206"/>
              <a:gd name="connsiteY16" fmla="*/ 1080095 h 4166456"/>
              <a:gd name="connsiteX17" fmla="*/ 6621943 w 6908206"/>
              <a:gd name="connsiteY17" fmla="*/ 971137 h 4166456"/>
              <a:gd name="connsiteX18" fmla="*/ 6602893 w 6908206"/>
              <a:gd name="connsiteY18" fmla="*/ 804067 h 4166456"/>
              <a:gd name="connsiteX19" fmla="*/ 6748942 w 6908206"/>
              <a:gd name="connsiteY19" fmla="*/ 789542 h 4166456"/>
              <a:gd name="connsiteX20" fmla="*/ 6900985 w 6908206"/>
              <a:gd name="connsiteY20" fmla="*/ 802804 h 4166456"/>
              <a:gd name="connsiteX21" fmla="*/ 6882293 w 6908206"/>
              <a:gd name="connsiteY21" fmla="*/ 1029247 h 4166456"/>
              <a:gd name="connsiteX22" fmla="*/ 6837843 w 6908206"/>
              <a:gd name="connsiteY22" fmla="*/ 1181788 h 4166456"/>
              <a:gd name="connsiteX23" fmla="*/ 6825142 w 6908206"/>
              <a:gd name="connsiteY23" fmla="*/ 1436023 h 4166456"/>
              <a:gd name="connsiteX24" fmla="*/ 6748942 w 6908206"/>
              <a:gd name="connsiteY24" fmla="*/ 1552246 h 4166456"/>
              <a:gd name="connsiteX25" fmla="*/ 6638519 w 6908206"/>
              <a:gd name="connsiteY25" fmla="*/ 1573838 h 4166456"/>
              <a:gd name="connsiteX26" fmla="*/ 6424734 w 6908206"/>
              <a:gd name="connsiteY26" fmla="*/ 1489077 h 4166456"/>
              <a:gd name="connsiteX27" fmla="*/ 6158392 w 6908206"/>
              <a:gd name="connsiteY27" fmla="*/ 1174522 h 4166456"/>
              <a:gd name="connsiteX28" fmla="*/ 5920969 w 6908206"/>
              <a:gd name="connsiteY28" fmla="*/ 1053291 h 4166456"/>
              <a:gd name="connsiteX29" fmla="*/ 5597119 w 6908206"/>
              <a:gd name="connsiteY29" fmla="*/ 1033906 h 4166456"/>
              <a:gd name="connsiteX30" fmla="*/ 5415085 w 6908206"/>
              <a:gd name="connsiteY30" fmla="*/ 1110106 h 4166456"/>
              <a:gd name="connsiteX31" fmla="*/ 5296552 w 6908206"/>
              <a:gd name="connsiteY31" fmla="*/ 1228638 h 4166456"/>
              <a:gd name="connsiteX32" fmla="*/ 5084885 w 6908206"/>
              <a:gd name="connsiteY32" fmla="*/ 1609638 h 4166456"/>
              <a:gd name="connsiteX33" fmla="*/ 4907085 w 6908206"/>
              <a:gd name="connsiteY33" fmla="*/ 1762039 h 4166456"/>
              <a:gd name="connsiteX34" fmla="*/ 4543019 w 6908206"/>
              <a:gd name="connsiteY34" fmla="*/ 1926654 h 4166456"/>
              <a:gd name="connsiteX35" fmla="*/ 3768319 w 6908206"/>
              <a:gd name="connsiteY35" fmla="*/ 1964271 h 4166456"/>
              <a:gd name="connsiteX36" fmla="*/ 2807352 w 6908206"/>
              <a:gd name="connsiteY36" fmla="*/ 2144852 h 4166456"/>
              <a:gd name="connsiteX37" fmla="*/ 1926819 w 6908206"/>
              <a:gd name="connsiteY37" fmla="*/ 2861801 h 4166456"/>
              <a:gd name="connsiteX38" fmla="*/ 1372252 w 6908206"/>
              <a:gd name="connsiteY38" fmla="*/ 3562879 h 4166456"/>
              <a:gd name="connsiteX39" fmla="*/ 598756 w 6908206"/>
              <a:gd name="connsiteY39" fmla="*/ 4129737 h 4166456"/>
              <a:gd name="connsiteX40" fmla="*/ 116153 w 6908206"/>
              <a:gd name="connsiteY40" fmla="*/ 4108966 h 4166456"/>
              <a:gd name="connsiteX41" fmla="*/ 4930 w 6908206"/>
              <a:gd name="connsiteY41" fmla="*/ 2874111 h 4166456"/>
              <a:gd name="connsiteX42" fmla="*/ 34162 w 6908206"/>
              <a:gd name="connsiteY42" fmla="*/ 2489964 h 4166456"/>
              <a:gd name="connsiteX0" fmla="*/ 34162 w 6908206"/>
              <a:gd name="connsiteY0" fmla="*/ 2489964 h 4166456"/>
              <a:gd name="connsiteX1" fmla="*/ 164137 w 6908206"/>
              <a:gd name="connsiteY1" fmla="*/ 2437755 h 4166456"/>
              <a:gd name="connsiteX2" fmla="*/ 164672 w 6908206"/>
              <a:gd name="connsiteY2" fmla="*/ 3249013 h 4166456"/>
              <a:gd name="connsiteX3" fmla="*/ 232045 w 6908206"/>
              <a:gd name="connsiteY3" fmla="*/ 3953684 h 4166456"/>
              <a:gd name="connsiteX4" fmla="*/ 934693 w 6908206"/>
              <a:gd name="connsiteY4" fmla="*/ 3502253 h 4166456"/>
              <a:gd name="connsiteX5" fmla="*/ 2244319 w 6908206"/>
              <a:gd name="connsiteY5" fmla="*/ 48428 h 4166456"/>
              <a:gd name="connsiteX6" fmla="*/ 3416952 w 6908206"/>
              <a:gd name="connsiteY6" fmla="*/ 1491105 h 4166456"/>
              <a:gd name="connsiteX7" fmla="*/ 4813952 w 6908206"/>
              <a:gd name="connsiteY7" fmla="*/ 1685839 h 4166456"/>
              <a:gd name="connsiteX8" fmla="*/ 5313485 w 6908206"/>
              <a:gd name="connsiteY8" fmla="*/ 1050839 h 4166456"/>
              <a:gd name="connsiteX9" fmla="*/ 5878636 w 6908206"/>
              <a:gd name="connsiteY9" fmla="*/ 949285 h 4166456"/>
              <a:gd name="connsiteX10" fmla="*/ 6308319 w 6908206"/>
              <a:gd name="connsiteY10" fmla="*/ 1204819 h 4166456"/>
              <a:gd name="connsiteX11" fmla="*/ 6469541 w 6908206"/>
              <a:gd name="connsiteY11" fmla="*/ 1399704 h 4166456"/>
              <a:gd name="connsiteX12" fmla="*/ 6621941 w 6908206"/>
              <a:gd name="connsiteY12" fmla="*/ 1479606 h 4166456"/>
              <a:gd name="connsiteX13" fmla="*/ 6736241 w 6908206"/>
              <a:gd name="connsiteY13" fmla="*/ 1450551 h 4166456"/>
              <a:gd name="connsiteX14" fmla="*/ 6765519 w 6908206"/>
              <a:gd name="connsiteY14" fmla="*/ 1306512 h 4166456"/>
              <a:gd name="connsiteX15" fmla="*/ 6736242 w 6908206"/>
              <a:gd name="connsiteY15" fmla="*/ 1167262 h 4166456"/>
              <a:gd name="connsiteX16" fmla="*/ 6666393 w 6908206"/>
              <a:gd name="connsiteY16" fmla="*/ 1080095 h 4166456"/>
              <a:gd name="connsiteX17" fmla="*/ 6621943 w 6908206"/>
              <a:gd name="connsiteY17" fmla="*/ 971137 h 4166456"/>
              <a:gd name="connsiteX18" fmla="*/ 6602893 w 6908206"/>
              <a:gd name="connsiteY18" fmla="*/ 804067 h 4166456"/>
              <a:gd name="connsiteX19" fmla="*/ 6748942 w 6908206"/>
              <a:gd name="connsiteY19" fmla="*/ 789542 h 4166456"/>
              <a:gd name="connsiteX20" fmla="*/ 6900985 w 6908206"/>
              <a:gd name="connsiteY20" fmla="*/ 802804 h 4166456"/>
              <a:gd name="connsiteX21" fmla="*/ 6882293 w 6908206"/>
              <a:gd name="connsiteY21" fmla="*/ 1029247 h 4166456"/>
              <a:gd name="connsiteX22" fmla="*/ 6837843 w 6908206"/>
              <a:gd name="connsiteY22" fmla="*/ 1181788 h 4166456"/>
              <a:gd name="connsiteX23" fmla="*/ 6825142 w 6908206"/>
              <a:gd name="connsiteY23" fmla="*/ 1436023 h 4166456"/>
              <a:gd name="connsiteX24" fmla="*/ 6748942 w 6908206"/>
              <a:gd name="connsiteY24" fmla="*/ 1552246 h 4166456"/>
              <a:gd name="connsiteX25" fmla="*/ 6638519 w 6908206"/>
              <a:gd name="connsiteY25" fmla="*/ 1573838 h 4166456"/>
              <a:gd name="connsiteX26" fmla="*/ 6424734 w 6908206"/>
              <a:gd name="connsiteY26" fmla="*/ 1489077 h 4166456"/>
              <a:gd name="connsiteX27" fmla="*/ 6158392 w 6908206"/>
              <a:gd name="connsiteY27" fmla="*/ 1174522 h 4166456"/>
              <a:gd name="connsiteX28" fmla="*/ 5920969 w 6908206"/>
              <a:gd name="connsiteY28" fmla="*/ 1053291 h 4166456"/>
              <a:gd name="connsiteX29" fmla="*/ 5597119 w 6908206"/>
              <a:gd name="connsiteY29" fmla="*/ 1033906 h 4166456"/>
              <a:gd name="connsiteX30" fmla="*/ 5415085 w 6908206"/>
              <a:gd name="connsiteY30" fmla="*/ 1110106 h 4166456"/>
              <a:gd name="connsiteX31" fmla="*/ 5296552 w 6908206"/>
              <a:gd name="connsiteY31" fmla="*/ 1228638 h 4166456"/>
              <a:gd name="connsiteX32" fmla="*/ 5084885 w 6908206"/>
              <a:gd name="connsiteY32" fmla="*/ 1609638 h 4166456"/>
              <a:gd name="connsiteX33" fmla="*/ 4907085 w 6908206"/>
              <a:gd name="connsiteY33" fmla="*/ 1762039 h 4166456"/>
              <a:gd name="connsiteX34" fmla="*/ 4543019 w 6908206"/>
              <a:gd name="connsiteY34" fmla="*/ 1926654 h 4166456"/>
              <a:gd name="connsiteX35" fmla="*/ 3768319 w 6908206"/>
              <a:gd name="connsiteY35" fmla="*/ 1964271 h 4166456"/>
              <a:gd name="connsiteX36" fmla="*/ 2807352 w 6908206"/>
              <a:gd name="connsiteY36" fmla="*/ 2144852 h 4166456"/>
              <a:gd name="connsiteX37" fmla="*/ 1926819 w 6908206"/>
              <a:gd name="connsiteY37" fmla="*/ 2861801 h 4166456"/>
              <a:gd name="connsiteX38" fmla="*/ 1372252 w 6908206"/>
              <a:gd name="connsiteY38" fmla="*/ 3562879 h 4166456"/>
              <a:gd name="connsiteX39" fmla="*/ 598756 w 6908206"/>
              <a:gd name="connsiteY39" fmla="*/ 4129737 h 4166456"/>
              <a:gd name="connsiteX40" fmla="*/ 116153 w 6908206"/>
              <a:gd name="connsiteY40" fmla="*/ 4108966 h 4166456"/>
              <a:gd name="connsiteX41" fmla="*/ 4930 w 6908206"/>
              <a:gd name="connsiteY41" fmla="*/ 2874111 h 4166456"/>
              <a:gd name="connsiteX42" fmla="*/ 34162 w 6908206"/>
              <a:gd name="connsiteY42" fmla="*/ 2489964 h 4166456"/>
              <a:gd name="connsiteX0" fmla="*/ 34162 w 6908206"/>
              <a:gd name="connsiteY0" fmla="*/ 2489964 h 4166456"/>
              <a:gd name="connsiteX1" fmla="*/ 164137 w 6908206"/>
              <a:gd name="connsiteY1" fmla="*/ 2437755 h 4166456"/>
              <a:gd name="connsiteX2" fmla="*/ 164672 w 6908206"/>
              <a:gd name="connsiteY2" fmla="*/ 3249013 h 4166456"/>
              <a:gd name="connsiteX3" fmla="*/ 232045 w 6908206"/>
              <a:gd name="connsiteY3" fmla="*/ 3953684 h 4166456"/>
              <a:gd name="connsiteX4" fmla="*/ 934693 w 6908206"/>
              <a:gd name="connsiteY4" fmla="*/ 3502253 h 4166456"/>
              <a:gd name="connsiteX5" fmla="*/ 2244319 w 6908206"/>
              <a:gd name="connsiteY5" fmla="*/ 48428 h 4166456"/>
              <a:gd name="connsiteX6" fmla="*/ 3416952 w 6908206"/>
              <a:gd name="connsiteY6" fmla="*/ 1491105 h 4166456"/>
              <a:gd name="connsiteX7" fmla="*/ 4813952 w 6908206"/>
              <a:gd name="connsiteY7" fmla="*/ 1685839 h 4166456"/>
              <a:gd name="connsiteX8" fmla="*/ 5313485 w 6908206"/>
              <a:gd name="connsiteY8" fmla="*/ 1050839 h 4166456"/>
              <a:gd name="connsiteX9" fmla="*/ 5878636 w 6908206"/>
              <a:gd name="connsiteY9" fmla="*/ 949285 h 4166456"/>
              <a:gd name="connsiteX10" fmla="*/ 6308319 w 6908206"/>
              <a:gd name="connsiteY10" fmla="*/ 1204819 h 4166456"/>
              <a:gd name="connsiteX11" fmla="*/ 6469541 w 6908206"/>
              <a:gd name="connsiteY11" fmla="*/ 1399704 h 4166456"/>
              <a:gd name="connsiteX12" fmla="*/ 6621941 w 6908206"/>
              <a:gd name="connsiteY12" fmla="*/ 1479606 h 4166456"/>
              <a:gd name="connsiteX13" fmla="*/ 6736241 w 6908206"/>
              <a:gd name="connsiteY13" fmla="*/ 1450551 h 4166456"/>
              <a:gd name="connsiteX14" fmla="*/ 6765519 w 6908206"/>
              <a:gd name="connsiteY14" fmla="*/ 1306512 h 4166456"/>
              <a:gd name="connsiteX15" fmla="*/ 6736242 w 6908206"/>
              <a:gd name="connsiteY15" fmla="*/ 1167262 h 4166456"/>
              <a:gd name="connsiteX16" fmla="*/ 6666393 w 6908206"/>
              <a:gd name="connsiteY16" fmla="*/ 1080095 h 4166456"/>
              <a:gd name="connsiteX17" fmla="*/ 6621943 w 6908206"/>
              <a:gd name="connsiteY17" fmla="*/ 971137 h 4166456"/>
              <a:gd name="connsiteX18" fmla="*/ 6602893 w 6908206"/>
              <a:gd name="connsiteY18" fmla="*/ 804067 h 4166456"/>
              <a:gd name="connsiteX19" fmla="*/ 6748942 w 6908206"/>
              <a:gd name="connsiteY19" fmla="*/ 789542 h 4166456"/>
              <a:gd name="connsiteX20" fmla="*/ 6900985 w 6908206"/>
              <a:gd name="connsiteY20" fmla="*/ 802804 h 4166456"/>
              <a:gd name="connsiteX21" fmla="*/ 6882293 w 6908206"/>
              <a:gd name="connsiteY21" fmla="*/ 1029247 h 4166456"/>
              <a:gd name="connsiteX22" fmla="*/ 6837843 w 6908206"/>
              <a:gd name="connsiteY22" fmla="*/ 1181788 h 4166456"/>
              <a:gd name="connsiteX23" fmla="*/ 6825142 w 6908206"/>
              <a:gd name="connsiteY23" fmla="*/ 1436023 h 4166456"/>
              <a:gd name="connsiteX24" fmla="*/ 6748942 w 6908206"/>
              <a:gd name="connsiteY24" fmla="*/ 1552246 h 4166456"/>
              <a:gd name="connsiteX25" fmla="*/ 6638519 w 6908206"/>
              <a:gd name="connsiteY25" fmla="*/ 1573838 h 4166456"/>
              <a:gd name="connsiteX26" fmla="*/ 6424734 w 6908206"/>
              <a:gd name="connsiteY26" fmla="*/ 1489077 h 4166456"/>
              <a:gd name="connsiteX27" fmla="*/ 6158392 w 6908206"/>
              <a:gd name="connsiteY27" fmla="*/ 1174522 h 4166456"/>
              <a:gd name="connsiteX28" fmla="*/ 5920969 w 6908206"/>
              <a:gd name="connsiteY28" fmla="*/ 1053291 h 4166456"/>
              <a:gd name="connsiteX29" fmla="*/ 5597119 w 6908206"/>
              <a:gd name="connsiteY29" fmla="*/ 1033906 h 4166456"/>
              <a:gd name="connsiteX30" fmla="*/ 5415085 w 6908206"/>
              <a:gd name="connsiteY30" fmla="*/ 1110106 h 4166456"/>
              <a:gd name="connsiteX31" fmla="*/ 5296552 w 6908206"/>
              <a:gd name="connsiteY31" fmla="*/ 1228638 h 4166456"/>
              <a:gd name="connsiteX32" fmla="*/ 5084885 w 6908206"/>
              <a:gd name="connsiteY32" fmla="*/ 1609638 h 4166456"/>
              <a:gd name="connsiteX33" fmla="*/ 4907085 w 6908206"/>
              <a:gd name="connsiteY33" fmla="*/ 1762039 h 4166456"/>
              <a:gd name="connsiteX34" fmla="*/ 4543019 w 6908206"/>
              <a:gd name="connsiteY34" fmla="*/ 1926654 h 4166456"/>
              <a:gd name="connsiteX35" fmla="*/ 3768319 w 6908206"/>
              <a:gd name="connsiteY35" fmla="*/ 1964271 h 4166456"/>
              <a:gd name="connsiteX36" fmla="*/ 2807352 w 6908206"/>
              <a:gd name="connsiteY36" fmla="*/ 2144852 h 4166456"/>
              <a:gd name="connsiteX37" fmla="*/ 1926819 w 6908206"/>
              <a:gd name="connsiteY37" fmla="*/ 2861801 h 4166456"/>
              <a:gd name="connsiteX38" fmla="*/ 1372252 w 6908206"/>
              <a:gd name="connsiteY38" fmla="*/ 3562879 h 4166456"/>
              <a:gd name="connsiteX39" fmla="*/ 598756 w 6908206"/>
              <a:gd name="connsiteY39" fmla="*/ 4129737 h 4166456"/>
              <a:gd name="connsiteX40" fmla="*/ 116153 w 6908206"/>
              <a:gd name="connsiteY40" fmla="*/ 4108966 h 4166456"/>
              <a:gd name="connsiteX41" fmla="*/ 4930 w 6908206"/>
              <a:gd name="connsiteY41" fmla="*/ 2874111 h 4166456"/>
              <a:gd name="connsiteX42" fmla="*/ 34162 w 6908206"/>
              <a:gd name="connsiteY42" fmla="*/ 2489964 h 4166456"/>
              <a:gd name="connsiteX0" fmla="*/ 26144 w 6900188"/>
              <a:gd name="connsiteY0" fmla="*/ 2489964 h 4166456"/>
              <a:gd name="connsiteX1" fmla="*/ 156119 w 6900188"/>
              <a:gd name="connsiteY1" fmla="*/ 2437755 h 4166456"/>
              <a:gd name="connsiteX2" fmla="*/ 156654 w 6900188"/>
              <a:gd name="connsiteY2" fmla="*/ 3249013 h 4166456"/>
              <a:gd name="connsiteX3" fmla="*/ 224027 w 6900188"/>
              <a:gd name="connsiteY3" fmla="*/ 3953684 h 4166456"/>
              <a:gd name="connsiteX4" fmla="*/ 926675 w 6900188"/>
              <a:gd name="connsiteY4" fmla="*/ 3502253 h 4166456"/>
              <a:gd name="connsiteX5" fmla="*/ 2236301 w 6900188"/>
              <a:gd name="connsiteY5" fmla="*/ 48428 h 4166456"/>
              <a:gd name="connsiteX6" fmla="*/ 3408934 w 6900188"/>
              <a:gd name="connsiteY6" fmla="*/ 1491105 h 4166456"/>
              <a:gd name="connsiteX7" fmla="*/ 4805934 w 6900188"/>
              <a:gd name="connsiteY7" fmla="*/ 1685839 h 4166456"/>
              <a:gd name="connsiteX8" fmla="*/ 5305467 w 6900188"/>
              <a:gd name="connsiteY8" fmla="*/ 1050839 h 4166456"/>
              <a:gd name="connsiteX9" fmla="*/ 5870618 w 6900188"/>
              <a:gd name="connsiteY9" fmla="*/ 949285 h 4166456"/>
              <a:gd name="connsiteX10" fmla="*/ 6300301 w 6900188"/>
              <a:gd name="connsiteY10" fmla="*/ 1204819 h 4166456"/>
              <a:gd name="connsiteX11" fmla="*/ 6461523 w 6900188"/>
              <a:gd name="connsiteY11" fmla="*/ 1399704 h 4166456"/>
              <a:gd name="connsiteX12" fmla="*/ 6613923 w 6900188"/>
              <a:gd name="connsiteY12" fmla="*/ 1479606 h 4166456"/>
              <a:gd name="connsiteX13" fmla="*/ 6728223 w 6900188"/>
              <a:gd name="connsiteY13" fmla="*/ 1450551 h 4166456"/>
              <a:gd name="connsiteX14" fmla="*/ 6757501 w 6900188"/>
              <a:gd name="connsiteY14" fmla="*/ 1306512 h 4166456"/>
              <a:gd name="connsiteX15" fmla="*/ 6728224 w 6900188"/>
              <a:gd name="connsiteY15" fmla="*/ 1167262 h 4166456"/>
              <a:gd name="connsiteX16" fmla="*/ 6658375 w 6900188"/>
              <a:gd name="connsiteY16" fmla="*/ 1080095 h 4166456"/>
              <a:gd name="connsiteX17" fmla="*/ 6613925 w 6900188"/>
              <a:gd name="connsiteY17" fmla="*/ 971137 h 4166456"/>
              <a:gd name="connsiteX18" fmla="*/ 6594875 w 6900188"/>
              <a:gd name="connsiteY18" fmla="*/ 804067 h 4166456"/>
              <a:gd name="connsiteX19" fmla="*/ 6740924 w 6900188"/>
              <a:gd name="connsiteY19" fmla="*/ 789542 h 4166456"/>
              <a:gd name="connsiteX20" fmla="*/ 6892967 w 6900188"/>
              <a:gd name="connsiteY20" fmla="*/ 802804 h 4166456"/>
              <a:gd name="connsiteX21" fmla="*/ 6874275 w 6900188"/>
              <a:gd name="connsiteY21" fmla="*/ 1029247 h 4166456"/>
              <a:gd name="connsiteX22" fmla="*/ 6829825 w 6900188"/>
              <a:gd name="connsiteY22" fmla="*/ 1181788 h 4166456"/>
              <a:gd name="connsiteX23" fmla="*/ 6817124 w 6900188"/>
              <a:gd name="connsiteY23" fmla="*/ 1436023 h 4166456"/>
              <a:gd name="connsiteX24" fmla="*/ 6740924 w 6900188"/>
              <a:gd name="connsiteY24" fmla="*/ 1552246 h 4166456"/>
              <a:gd name="connsiteX25" fmla="*/ 6630501 w 6900188"/>
              <a:gd name="connsiteY25" fmla="*/ 1573838 h 4166456"/>
              <a:gd name="connsiteX26" fmla="*/ 6416716 w 6900188"/>
              <a:gd name="connsiteY26" fmla="*/ 1489077 h 4166456"/>
              <a:gd name="connsiteX27" fmla="*/ 6150374 w 6900188"/>
              <a:gd name="connsiteY27" fmla="*/ 1174522 h 4166456"/>
              <a:gd name="connsiteX28" fmla="*/ 5912951 w 6900188"/>
              <a:gd name="connsiteY28" fmla="*/ 1053291 h 4166456"/>
              <a:gd name="connsiteX29" fmla="*/ 5589101 w 6900188"/>
              <a:gd name="connsiteY29" fmla="*/ 1033906 h 4166456"/>
              <a:gd name="connsiteX30" fmla="*/ 5407067 w 6900188"/>
              <a:gd name="connsiteY30" fmla="*/ 1110106 h 4166456"/>
              <a:gd name="connsiteX31" fmla="*/ 5288534 w 6900188"/>
              <a:gd name="connsiteY31" fmla="*/ 1228638 h 4166456"/>
              <a:gd name="connsiteX32" fmla="*/ 5076867 w 6900188"/>
              <a:gd name="connsiteY32" fmla="*/ 1609638 h 4166456"/>
              <a:gd name="connsiteX33" fmla="*/ 4899067 w 6900188"/>
              <a:gd name="connsiteY33" fmla="*/ 1762039 h 4166456"/>
              <a:gd name="connsiteX34" fmla="*/ 4535001 w 6900188"/>
              <a:gd name="connsiteY34" fmla="*/ 1926654 h 4166456"/>
              <a:gd name="connsiteX35" fmla="*/ 3760301 w 6900188"/>
              <a:gd name="connsiteY35" fmla="*/ 1964271 h 4166456"/>
              <a:gd name="connsiteX36" fmla="*/ 2799334 w 6900188"/>
              <a:gd name="connsiteY36" fmla="*/ 2144852 h 4166456"/>
              <a:gd name="connsiteX37" fmla="*/ 1918801 w 6900188"/>
              <a:gd name="connsiteY37" fmla="*/ 2861801 h 4166456"/>
              <a:gd name="connsiteX38" fmla="*/ 1364234 w 6900188"/>
              <a:gd name="connsiteY38" fmla="*/ 3562879 h 4166456"/>
              <a:gd name="connsiteX39" fmla="*/ 590738 w 6900188"/>
              <a:gd name="connsiteY39" fmla="*/ 4129737 h 4166456"/>
              <a:gd name="connsiteX40" fmla="*/ 108135 w 6900188"/>
              <a:gd name="connsiteY40" fmla="*/ 4108966 h 4166456"/>
              <a:gd name="connsiteX41" fmla="*/ 6537 w 6900188"/>
              <a:gd name="connsiteY41" fmla="*/ 2973206 h 4166456"/>
              <a:gd name="connsiteX42" fmla="*/ 26144 w 6900188"/>
              <a:gd name="connsiteY42" fmla="*/ 2489964 h 4166456"/>
              <a:gd name="connsiteX0" fmla="*/ 7924 w 6939720"/>
              <a:gd name="connsiteY0" fmla="*/ 2611080 h 4166456"/>
              <a:gd name="connsiteX1" fmla="*/ 195651 w 6939720"/>
              <a:gd name="connsiteY1" fmla="*/ 2437755 h 4166456"/>
              <a:gd name="connsiteX2" fmla="*/ 196186 w 6939720"/>
              <a:gd name="connsiteY2" fmla="*/ 3249013 h 4166456"/>
              <a:gd name="connsiteX3" fmla="*/ 263559 w 6939720"/>
              <a:gd name="connsiteY3" fmla="*/ 3953684 h 4166456"/>
              <a:gd name="connsiteX4" fmla="*/ 966207 w 6939720"/>
              <a:gd name="connsiteY4" fmla="*/ 3502253 h 4166456"/>
              <a:gd name="connsiteX5" fmla="*/ 2275833 w 6939720"/>
              <a:gd name="connsiteY5" fmla="*/ 48428 h 4166456"/>
              <a:gd name="connsiteX6" fmla="*/ 3448466 w 6939720"/>
              <a:gd name="connsiteY6" fmla="*/ 1491105 h 4166456"/>
              <a:gd name="connsiteX7" fmla="*/ 4845466 w 6939720"/>
              <a:gd name="connsiteY7" fmla="*/ 1685839 h 4166456"/>
              <a:gd name="connsiteX8" fmla="*/ 5344999 w 6939720"/>
              <a:gd name="connsiteY8" fmla="*/ 1050839 h 4166456"/>
              <a:gd name="connsiteX9" fmla="*/ 5910150 w 6939720"/>
              <a:gd name="connsiteY9" fmla="*/ 949285 h 4166456"/>
              <a:gd name="connsiteX10" fmla="*/ 6339833 w 6939720"/>
              <a:gd name="connsiteY10" fmla="*/ 1204819 h 4166456"/>
              <a:gd name="connsiteX11" fmla="*/ 6501055 w 6939720"/>
              <a:gd name="connsiteY11" fmla="*/ 1399704 h 4166456"/>
              <a:gd name="connsiteX12" fmla="*/ 6653455 w 6939720"/>
              <a:gd name="connsiteY12" fmla="*/ 1479606 h 4166456"/>
              <a:gd name="connsiteX13" fmla="*/ 6767755 w 6939720"/>
              <a:gd name="connsiteY13" fmla="*/ 1450551 h 4166456"/>
              <a:gd name="connsiteX14" fmla="*/ 6797033 w 6939720"/>
              <a:gd name="connsiteY14" fmla="*/ 1306512 h 4166456"/>
              <a:gd name="connsiteX15" fmla="*/ 6767756 w 6939720"/>
              <a:gd name="connsiteY15" fmla="*/ 1167262 h 4166456"/>
              <a:gd name="connsiteX16" fmla="*/ 6697907 w 6939720"/>
              <a:gd name="connsiteY16" fmla="*/ 1080095 h 4166456"/>
              <a:gd name="connsiteX17" fmla="*/ 6653457 w 6939720"/>
              <a:gd name="connsiteY17" fmla="*/ 971137 h 4166456"/>
              <a:gd name="connsiteX18" fmla="*/ 6634407 w 6939720"/>
              <a:gd name="connsiteY18" fmla="*/ 804067 h 4166456"/>
              <a:gd name="connsiteX19" fmla="*/ 6780456 w 6939720"/>
              <a:gd name="connsiteY19" fmla="*/ 789542 h 4166456"/>
              <a:gd name="connsiteX20" fmla="*/ 6932499 w 6939720"/>
              <a:gd name="connsiteY20" fmla="*/ 802804 h 4166456"/>
              <a:gd name="connsiteX21" fmla="*/ 6913807 w 6939720"/>
              <a:gd name="connsiteY21" fmla="*/ 1029247 h 4166456"/>
              <a:gd name="connsiteX22" fmla="*/ 6869357 w 6939720"/>
              <a:gd name="connsiteY22" fmla="*/ 1181788 h 4166456"/>
              <a:gd name="connsiteX23" fmla="*/ 6856656 w 6939720"/>
              <a:gd name="connsiteY23" fmla="*/ 1436023 h 4166456"/>
              <a:gd name="connsiteX24" fmla="*/ 6780456 w 6939720"/>
              <a:gd name="connsiteY24" fmla="*/ 1552246 h 4166456"/>
              <a:gd name="connsiteX25" fmla="*/ 6670033 w 6939720"/>
              <a:gd name="connsiteY25" fmla="*/ 1573838 h 4166456"/>
              <a:gd name="connsiteX26" fmla="*/ 6456248 w 6939720"/>
              <a:gd name="connsiteY26" fmla="*/ 1489077 h 4166456"/>
              <a:gd name="connsiteX27" fmla="*/ 6189906 w 6939720"/>
              <a:gd name="connsiteY27" fmla="*/ 1174522 h 4166456"/>
              <a:gd name="connsiteX28" fmla="*/ 5952483 w 6939720"/>
              <a:gd name="connsiteY28" fmla="*/ 1053291 h 4166456"/>
              <a:gd name="connsiteX29" fmla="*/ 5628633 w 6939720"/>
              <a:gd name="connsiteY29" fmla="*/ 1033906 h 4166456"/>
              <a:gd name="connsiteX30" fmla="*/ 5446599 w 6939720"/>
              <a:gd name="connsiteY30" fmla="*/ 1110106 h 4166456"/>
              <a:gd name="connsiteX31" fmla="*/ 5328066 w 6939720"/>
              <a:gd name="connsiteY31" fmla="*/ 1228638 h 4166456"/>
              <a:gd name="connsiteX32" fmla="*/ 5116399 w 6939720"/>
              <a:gd name="connsiteY32" fmla="*/ 1609638 h 4166456"/>
              <a:gd name="connsiteX33" fmla="*/ 4938599 w 6939720"/>
              <a:gd name="connsiteY33" fmla="*/ 1762039 h 4166456"/>
              <a:gd name="connsiteX34" fmla="*/ 4574533 w 6939720"/>
              <a:gd name="connsiteY34" fmla="*/ 1926654 h 4166456"/>
              <a:gd name="connsiteX35" fmla="*/ 3799833 w 6939720"/>
              <a:gd name="connsiteY35" fmla="*/ 1964271 h 4166456"/>
              <a:gd name="connsiteX36" fmla="*/ 2838866 w 6939720"/>
              <a:gd name="connsiteY36" fmla="*/ 2144852 h 4166456"/>
              <a:gd name="connsiteX37" fmla="*/ 1958333 w 6939720"/>
              <a:gd name="connsiteY37" fmla="*/ 2861801 h 4166456"/>
              <a:gd name="connsiteX38" fmla="*/ 1403766 w 6939720"/>
              <a:gd name="connsiteY38" fmla="*/ 3562879 h 4166456"/>
              <a:gd name="connsiteX39" fmla="*/ 630270 w 6939720"/>
              <a:gd name="connsiteY39" fmla="*/ 4129737 h 4166456"/>
              <a:gd name="connsiteX40" fmla="*/ 147667 w 6939720"/>
              <a:gd name="connsiteY40" fmla="*/ 4108966 h 4166456"/>
              <a:gd name="connsiteX41" fmla="*/ 46069 w 6939720"/>
              <a:gd name="connsiteY41" fmla="*/ 2973206 h 4166456"/>
              <a:gd name="connsiteX42" fmla="*/ 7924 w 6939720"/>
              <a:gd name="connsiteY42" fmla="*/ 2611080 h 4166456"/>
              <a:gd name="connsiteX0" fmla="*/ 15974 w 6909269"/>
              <a:gd name="connsiteY0" fmla="*/ 2644111 h 4166456"/>
              <a:gd name="connsiteX1" fmla="*/ 165200 w 6909269"/>
              <a:gd name="connsiteY1" fmla="*/ 2437755 h 4166456"/>
              <a:gd name="connsiteX2" fmla="*/ 165735 w 6909269"/>
              <a:gd name="connsiteY2" fmla="*/ 3249013 h 4166456"/>
              <a:gd name="connsiteX3" fmla="*/ 233108 w 6909269"/>
              <a:gd name="connsiteY3" fmla="*/ 3953684 h 4166456"/>
              <a:gd name="connsiteX4" fmla="*/ 935756 w 6909269"/>
              <a:gd name="connsiteY4" fmla="*/ 3502253 h 4166456"/>
              <a:gd name="connsiteX5" fmla="*/ 2245382 w 6909269"/>
              <a:gd name="connsiteY5" fmla="*/ 48428 h 4166456"/>
              <a:gd name="connsiteX6" fmla="*/ 3418015 w 6909269"/>
              <a:gd name="connsiteY6" fmla="*/ 1491105 h 4166456"/>
              <a:gd name="connsiteX7" fmla="*/ 4815015 w 6909269"/>
              <a:gd name="connsiteY7" fmla="*/ 1685839 h 4166456"/>
              <a:gd name="connsiteX8" fmla="*/ 5314548 w 6909269"/>
              <a:gd name="connsiteY8" fmla="*/ 1050839 h 4166456"/>
              <a:gd name="connsiteX9" fmla="*/ 5879699 w 6909269"/>
              <a:gd name="connsiteY9" fmla="*/ 949285 h 4166456"/>
              <a:gd name="connsiteX10" fmla="*/ 6309382 w 6909269"/>
              <a:gd name="connsiteY10" fmla="*/ 1204819 h 4166456"/>
              <a:gd name="connsiteX11" fmla="*/ 6470604 w 6909269"/>
              <a:gd name="connsiteY11" fmla="*/ 1399704 h 4166456"/>
              <a:gd name="connsiteX12" fmla="*/ 6623004 w 6909269"/>
              <a:gd name="connsiteY12" fmla="*/ 1479606 h 4166456"/>
              <a:gd name="connsiteX13" fmla="*/ 6737304 w 6909269"/>
              <a:gd name="connsiteY13" fmla="*/ 1450551 h 4166456"/>
              <a:gd name="connsiteX14" fmla="*/ 6766582 w 6909269"/>
              <a:gd name="connsiteY14" fmla="*/ 1306512 h 4166456"/>
              <a:gd name="connsiteX15" fmla="*/ 6737305 w 6909269"/>
              <a:gd name="connsiteY15" fmla="*/ 1167262 h 4166456"/>
              <a:gd name="connsiteX16" fmla="*/ 6667456 w 6909269"/>
              <a:gd name="connsiteY16" fmla="*/ 1080095 h 4166456"/>
              <a:gd name="connsiteX17" fmla="*/ 6623006 w 6909269"/>
              <a:gd name="connsiteY17" fmla="*/ 971137 h 4166456"/>
              <a:gd name="connsiteX18" fmla="*/ 6603956 w 6909269"/>
              <a:gd name="connsiteY18" fmla="*/ 804067 h 4166456"/>
              <a:gd name="connsiteX19" fmla="*/ 6750005 w 6909269"/>
              <a:gd name="connsiteY19" fmla="*/ 789542 h 4166456"/>
              <a:gd name="connsiteX20" fmla="*/ 6902048 w 6909269"/>
              <a:gd name="connsiteY20" fmla="*/ 802804 h 4166456"/>
              <a:gd name="connsiteX21" fmla="*/ 6883356 w 6909269"/>
              <a:gd name="connsiteY21" fmla="*/ 1029247 h 4166456"/>
              <a:gd name="connsiteX22" fmla="*/ 6838906 w 6909269"/>
              <a:gd name="connsiteY22" fmla="*/ 1181788 h 4166456"/>
              <a:gd name="connsiteX23" fmla="*/ 6826205 w 6909269"/>
              <a:gd name="connsiteY23" fmla="*/ 1436023 h 4166456"/>
              <a:gd name="connsiteX24" fmla="*/ 6750005 w 6909269"/>
              <a:gd name="connsiteY24" fmla="*/ 1552246 h 4166456"/>
              <a:gd name="connsiteX25" fmla="*/ 6639582 w 6909269"/>
              <a:gd name="connsiteY25" fmla="*/ 1573838 h 4166456"/>
              <a:gd name="connsiteX26" fmla="*/ 6425797 w 6909269"/>
              <a:gd name="connsiteY26" fmla="*/ 1489077 h 4166456"/>
              <a:gd name="connsiteX27" fmla="*/ 6159455 w 6909269"/>
              <a:gd name="connsiteY27" fmla="*/ 1174522 h 4166456"/>
              <a:gd name="connsiteX28" fmla="*/ 5922032 w 6909269"/>
              <a:gd name="connsiteY28" fmla="*/ 1053291 h 4166456"/>
              <a:gd name="connsiteX29" fmla="*/ 5598182 w 6909269"/>
              <a:gd name="connsiteY29" fmla="*/ 1033906 h 4166456"/>
              <a:gd name="connsiteX30" fmla="*/ 5416148 w 6909269"/>
              <a:gd name="connsiteY30" fmla="*/ 1110106 h 4166456"/>
              <a:gd name="connsiteX31" fmla="*/ 5297615 w 6909269"/>
              <a:gd name="connsiteY31" fmla="*/ 1228638 h 4166456"/>
              <a:gd name="connsiteX32" fmla="*/ 5085948 w 6909269"/>
              <a:gd name="connsiteY32" fmla="*/ 1609638 h 4166456"/>
              <a:gd name="connsiteX33" fmla="*/ 4908148 w 6909269"/>
              <a:gd name="connsiteY33" fmla="*/ 1762039 h 4166456"/>
              <a:gd name="connsiteX34" fmla="*/ 4544082 w 6909269"/>
              <a:gd name="connsiteY34" fmla="*/ 1926654 h 4166456"/>
              <a:gd name="connsiteX35" fmla="*/ 3769382 w 6909269"/>
              <a:gd name="connsiteY35" fmla="*/ 1964271 h 4166456"/>
              <a:gd name="connsiteX36" fmla="*/ 2808415 w 6909269"/>
              <a:gd name="connsiteY36" fmla="*/ 2144852 h 4166456"/>
              <a:gd name="connsiteX37" fmla="*/ 1927882 w 6909269"/>
              <a:gd name="connsiteY37" fmla="*/ 2861801 h 4166456"/>
              <a:gd name="connsiteX38" fmla="*/ 1373315 w 6909269"/>
              <a:gd name="connsiteY38" fmla="*/ 3562879 h 4166456"/>
              <a:gd name="connsiteX39" fmla="*/ 599819 w 6909269"/>
              <a:gd name="connsiteY39" fmla="*/ 4129737 h 4166456"/>
              <a:gd name="connsiteX40" fmla="*/ 117216 w 6909269"/>
              <a:gd name="connsiteY40" fmla="*/ 4108966 h 4166456"/>
              <a:gd name="connsiteX41" fmla="*/ 15618 w 6909269"/>
              <a:gd name="connsiteY41" fmla="*/ 2973206 h 4166456"/>
              <a:gd name="connsiteX42" fmla="*/ 15974 w 6909269"/>
              <a:gd name="connsiteY42" fmla="*/ 2644111 h 4166456"/>
              <a:gd name="connsiteX0" fmla="*/ 10712 w 6923258"/>
              <a:gd name="connsiteY0" fmla="*/ 2688153 h 4166456"/>
              <a:gd name="connsiteX1" fmla="*/ 179189 w 6923258"/>
              <a:gd name="connsiteY1" fmla="*/ 2437755 h 4166456"/>
              <a:gd name="connsiteX2" fmla="*/ 179724 w 6923258"/>
              <a:gd name="connsiteY2" fmla="*/ 3249013 h 4166456"/>
              <a:gd name="connsiteX3" fmla="*/ 247097 w 6923258"/>
              <a:gd name="connsiteY3" fmla="*/ 3953684 h 4166456"/>
              <a:gd name="connsiteX4" fmla="*/ 949745 w 6923258"/>
              <a:gd name="connsiteY4" fmla="*/ 3502253 h 4166456"/>
              <a:gd name="connsiteX5" fmla="*/ 2259371 w 6923258"/>
              <a:gd name="connsiteY5" fmla="*/ 48428 h 4166456"/>
              <a:gd name="connsiteX6" fmla="*/ 3432004 w 6923258"/>
              <a:gd name="connsiteY6" fmla="*/ 1491105 h 4166456"/>
              <a:gd name="connsiteX7" fmla="*/ 4829004 w 6923258"/>
              <a:gd name="connsiteY7" fmla="*/ 1685839 h 4166456"/>
              <a:gd name="connsiteX8" fmla="*/ 5328537 w 6923258"/>
              <a:gd name="connsiteY8" fmla="*/ 1050839 h 4166456"/>
              <a:gd name="connsiteX9" fmla="*/ 5893688 w 6923258"/>
              <a:gd name="connsiteY9" fmla="*/ 949285 h 4166456"/>
              <a:gd name="connsiteX10" fmla="*/ 6323371 w 6923258"/>
              <a:gd name="connsiteY10" fmla="*/ 1204819 h 4166456"/>
              <a:gd name="connsiteX11" fmla="*/ 6484593 w 6923258"/>
              <a:gd name="connsiteY11" fmla="*/ 1399704 h 4166456"/>
              <a:gd name="connsiteX12" fmla="*/ 6636993 w 6923258"/>
              <a:gd name="connsiteY12" fmla="*/ 1479606 h 4166456"/>
              <a:gd name="connsiteX13" fmla="*/ 6751293 w 6923258"/>
              <a:gd name="connsiteY13" fmla="*/ 1450551 h 4166456"/>
              <a:gd name="connsiteX14" fmla="*/ 6780571 w 6923258"/>
              <a:gd name="connsiteY14" fmla="*/ 1306512 h 4166456"/>
              <a:gd name="connsiteX15" fmla="*/ 6751294 w 6923258"/>
              <a:gd name="connsiteY15" fmla="*/ 1167262 h 4166456"/>
              <a:gd name="connsiteX16" fmla="*/ 6681445 w 6923258"/>
              <a:gd name="connsiteY16" fmla="*/ 1080095 h 4166456"/>
              <a:gd name="connsiteX17" fmla="*/ 6636995 w 6923258"/>
              <a:gd name="connsiteY17" fmla="*/ 971137 h 4166456"/>
              <a:gd name="connsiteX18" fmla="*/ 6617945 w 6923258"/>
              <a:gd name="connsiteY18" fmla="*/ 804067 h 4166456"/>
              <a:gd name="connsiteX19" fmla="*/ 6763994 w 6923258"/>
              <a:gd name="connsiteY19" fmla="*/ 789542 h 4166456"/>
              <a:gd name="connsiteX20" fmla="*/ 6916037 w 6923258"/>
              <a:gd name="connsiteY20" fmla="*/ 802804 h 4166456"/>
              <a:gd name="connsiteX21" fmla="*/ 6897345 w 6923258"/>
              <a:gd name="connsiteY21" fmla="*/ 1029247 h 4166456"/>
              <a:gd name="connsiteX22" fmla="*/ 6852895 w 6923258"/>
              <a:gd name="connsiteY22" fmla="*/ 1181788 h 4166456"/>
              <a:gd name="connsiteX23" fmla="*/ 6840194 w 6923258"/>
              <a:gd name="connsiteY23" fmla="*/ 1436023 h 4166456"/>
              <a:gd name="connsiteX24" fmla="*/ 6763994 w 6923258"/>
              <a:gd name="connsiteY24" fmla="*/ 1552246 h 4166456"/>
              <a:gd name="connsiteX25" fmla="*/ 6653571 w 6923258"/>
              <a:gd name="connsiteY25" fmla="*/ 1573838 h 4166456"/>
              <a:gd name="connsiteX26" fmla="*/ 6439786 w 6923258"/>
              <a:gd name="connsiteY26" fmla="*/ 1489077 h 4166456"/>
              <a:gd name="connsiteX27" fmla="*/ 6173444 w 6923258"/>
              <a:gd name="connsiteY27" fmla="*/ 1174522 h 4166456"/>
              <a:gd name="connsiteX28" fmla="*/ 5936021 w 6923258"/>
              <a:gd name="connsiteY28" fmla="*/ 1053291 h 4166456"/>
              <a:gd name="connsiteX29" fmla="*/ 5612171 w 6923258"/>
              <a:gd name="connsiteY29" fmla="*/ 1033906 h 4166456"/>
              <a:gd name="connsiteX30" fmla="*/ 5430137 w 6923258"/>
              <a:gd name="connsiteY30" fmla="*/ 1110106 h 4166456"/>
              <a:gd name="connsiteX31" fmla="*/ 5311604 w 6923258"/>
              <a:gd name="connsiteY31" fmla="*/ 1228638 h 4166456"/>
              <a:gd name="connsiteX32" fmla="*/ 5099937 w 6923258"/>
              <a:gd name="connsiteY32" fmla="*/ 1609638 h 4166456"/>
              <a:gd name="connsiteX33" fmla="*/ 4922137 w 6923258"/>
              <a:gd name="connsiteY33" fmla="*/ 1762039 h 4166456"/>
              <a:gd name="connsiteX34" fmla="*/ 4558071 w 6923258"/>
              <a:gd name="connsiteY34" fmla="*/ 1926654 h 4166456"/>
              <a:gd name="connsiteX35" fmla="*/ 3783371 w 6923258"/>
              <a:gd name="connsiteY35" fmla="*/ 1964271 h 4166456"/>
              <a:gd name="connsiteX36" fmla="*/ 2822404 w 6923258"/>
              <a:gd name="connsiteY36" fmla="*/ 2144852 h 4166456"/>
              <a:gd name="connsiteX37" fmla="*/ 1941871 w 6923258"/>
              <a:gd name="connsiteY37" fmla="*/ 2861801 h 4166456"/>
              <a:gd name="connsiteX38" fmla="*/ 1387304 w 6923258"/>
              <a:gd name="connsiteY38" fmla="*/ 3562879 h 4166456"/>
              <a:gd name="connsiteX39" fmla="*/ 613808 w 6923258"/>
              <a:gd name="connsiteY39" fmla="*/ 4129737 h 4166456"/>
              <a:gd name="connsiteX40" fmla="*/ 131205 w 6923258"/>
              <a:gd name="connsiteY40" fmla="*/ 4108966 h 4166456"/>
              <a:gd name="connsiteX41" fmla="*/ 29607 w 6923258"/>
              <a:gd name="connsiteY41" fmla="*/ 2973206 h 4166456"/>
              <a:gd name="connsiteX42" fmla="*/ 10712 w 6923258"/>
              <a:gd name="connsiteY42" fmla="*/ 2688153 h 4166456"/>
              <a:gd name="connsiteX0" fmla="*/ 21444 w 6933990"/>
              <a:gd name="connsiteY0" fmla="*/ 2688153 h 4166456"/>
              <a:gd name="connsiteX1" fmla="*/ 189921 w 6933990"/>
              <a:gd name="connsiteY1" fmla="*/ 2437755 h 4166456"/>
              <a:gd name="connsiteX2" fmla="*/ 190456 w 6933990"/>
              <a:gd name="connsiteY2" fmla="*/ 3249013 h 4166456"/>
              <a:gd name="connsiteX3" fmla="*/ 257829 w 6933990"/>
              <a:gd name="connsiteY3" fmla="*/ 3953684 h 4166456"/>
              <a:gd name="connsiteX4" fmla="*/ 960477 w 6933990"/>
              <a:gd name="connsiteY4" fmla="*/ 3502253 h 4166456"/>
              <a:gd name="connsiteX5" fmla="*/ 2270103 w 6933990"/>
              <a:gd name="connsiteY5" fmla="*/ 48428 h 4166456"/>
              <a:gd name="connsiteX6" fmla="*/ 3442736 w 6933990"/>
              <a:gd name="connsiteY6" fmla="*/ 1491105 h 4166456"/>
              <a:gd name="connsiteX7" fmla="*/ 4839736 w 6933990"/>
              <a:gd name="connsiteY7" fmla="*/ 1685839 h 4166456"/>
              <a:gd name="connsiteX8" fmla="*/ 5339269 w 6933990"/>
              <a:gd name="connsiteY8" fmla="*/ 1050839 h 4166456"/>
              <a:gd name="connsiteX9" fmla="*/ 5904420 w 6933990"/>
              <a:gd name="connsiteY9" fmla="*/ 949285 h 4166456"/>
              <a:gd name="connsiteX10" fmla="*/ 6334103 w 6933990"/>
              <a:gd name="connsiteY10" fmla="*/ 1204819 h 4166456"/>
              <a:gd name="connsiteX11" fmla="*/ 6495325 w 6933990"/>
              <a:gd name="connsiteY11" fmla="*/ 1399704 h 4166456"/>
              <a:gd name="connsiteX12" fmla="*/ 6647725 w 6933990"/>
              <a:gd name="connsiteY12" fmla="*/ 1479606 h 4166456"/>
              <a:gd name="connsiteX13" fmla="*/ 6762025 w 6933990"/>
              <a:gd name="connsiteY13" fmla="*/ 1450551 h 4166456"/>
              <a:gd name="connsiteX14" fmla="*/ 6791303 w 6933990"/>
              <a:gd name="connsiteY14" fmla="*/ 1306512 h 4166456"/>
              <a:gd name="connsiteX15" fmla="*/ 6762026 w 6933990"/>
              <a:gd name="connsiteY15" fmla="*/ 1167262 h 4166456"/>
              <a:gd name="connsiteX16" fmla="*/ 6692177 w 6933990"/>
              <a:gd name="connsiteY16" fmla="*/ 1080095 h 4166456"/>
              <a:gd name="connsiteX17" fmla="*/ 6647727 w 6933990"/>
              <a:gd name="connsiteY17" fmla="*/ 971137 h 4166456"/>
              <a:gd name="connsiteX18" fmla="*/ 6628677 w 6933990"/>
              <a:gd name="connsiteY18" fmla="*/ 804067 h 4166456"/>
              <a:gd name="connsiteX19" fmla="*/ 6774726 w 6933990"/>
              <a:gd name="connsiteY19" fmla="*/ 789542 h 4166456"/>
              <a:gd name="connsiteX20" fmla="*/ 6926769 w 6933990"/>
              <a:gd name="connsiteY20" fmla="*/ 802804 h 4166456"/>
              <a:gd name="connsiteX21" fmla="*/ 6908077 w 6933990"/>
              <a:gd name="connsiteY21" fmla="*/ 1029247 h 4166456"/>
              <a:gd name="connsiteX22" fmla="*/ 6863627 w 6933990"/>
              <a:gd name="connsiteY22" fmla="*/ 1181788 h 4166456"/>
              <a:gd name="connsiteX23" fmla="*/ 6850926 w 6933990"/>
              <a:gd name="connsiteY23" fmla="*/ 1436023 h 4166456"/>
              <a:gd name="connsiteX24" fmla="*/ 6774726 w 6933990"/>
              <a:gd name="connsiteY24" fmla="*/ 1552246 h 4166456"/>
              <a:gd name="connsiteX25" fmla="*/ 6664303 w 6933990"/>
              <a:gd name="connsiteY25" fmla="*/ 1573838 h 4166456"/>
              <a:gd name="connsiteX26" fmla="*/ 6450518 w 6933990"/>
              <a:gd name="connsiteY26" fmla="*/ 1489077 h 4166456"/>
              <a:gd name="connsiteX27" fmla="*/ 6184176 w 6933990"/>
              <a:gd name="connsiteY27" fmla="*/ 1174522 h 4166456"/>
              <a:gd name="connsiteX28" fmla="*/ 5946753 w 6933990"/>
              <a:gd name="connsiteY28" fmla="*/ 1053291 h 4166456"/>
              <a:gd name="connsiteX29" fmla="*/ 5622903 w 6933990"/>
              <a:gd name="connsiteY29" fmla="*/ 1033906 h 4166456"/>
              <a:gd name="connsiteX30" fmla="*/ 5440869 w 6933990"/>
              <a:gd name="connsiteY30" fmla="*/ 1110106 h 4166456"/>
              <a:gd name="connsiteX31" fmla="*/ 5322336 w 6933990"/>
              <a:gd name="connsiteY31" fmla="*/ 1228638 h 4166456"/>
              <a:gd name="connsiteX32" fmla="*/ 5110669 w 6933990"/>
              <a:gd name="connsiteY32" fmla="*/ 1609638 h 4166456"/>
              <a:gd name="connsiteX33" fmla="*/ 4932869 w 6933990"/>
              <a:gd name="connsiteY33" fmla="*/ 1762039 h 4166456"/>
              <a:gd name="connsiteX34" fmla="*/ 4568803 w 6933990"/>
              <a:gd name="connsiteY34" fmla="*/ 1926654 h 4166456"/>
              <a:gd name="connsiteX35" fmla="*/ 3794103 w 6933990"/>
              <a:gd name="connsiteY35" fmla="*/ 1964271 h 4166456"/>
              <a:gd name="connsiteX36" fmla="*/ 2833136 w 6933990"/>
              <a:gd name="connsiteY36" fmla="*/ 2144852 h 4166456"/>
              <a:gd name="connsiteX37" fmla="*/ 1952603 w 6933990"/>
              <a:gd name="connsiteY37" fmla="*/ 2861801 h 4166456"/>
              <a:gd name="connsiteX38" fmla="*/ 1398036 w 6933990"/>
              <a:gd name="connsiteY38" fmla="*/ 3562879 h 4166456"/>
              <a:gd name="connsiteX39" fmla="*/ 624540 w 6933990"/>
              <a:gd name="connsiteY39" fmla="*/ 4129737 h 4166456"/>
              <a:gd name="connsiteX40" fmla="*/ 141937 w 6933990"/>
              <a:gd name="connsiteY40" fmla="*/ 4108966 h 4166456"/>
              <a:gd name="connsiteX41" fmla="*/ 40339 w 6933990"/>
              <a:gd name="connsiteY41" fmla="*/ 2973206 h 4166456"/>
              <a:gd name="connsiteX42" fmla="*/ 21444 w 6933990"/>
              <a:gd name="connsiteY42" fmla="*/ 2688153 h 4166456"/>
              <a:gd name="connsiteX0" fmla="*/ 21444 w 6933990"/>
              <a:gd name="connsiteY0" fmla="*/ 2690386 h 4168689"/>
              <a:gd name="connsiteX1" fmla="*/ 189921 w 6933990"/>
              <a:gd name="connsiteY1" fmla="*/ 2439988 h 4168689"/>
              <a:gd name="connsiteX2" fmla="*/ 190456 w 6933990"/>
              <a:gd name="connsiteY2" fmla="*/ 3251246 h 4168689"/>
              <a:gd name="connsiteX3" fmla="*/ 257829 w 6933990"/>
              <a:gd name="connsiteY3" fmla="*/ 3955917 h 4168689"/>
              <a:gd name="connsiteX4" fmla="*/ 1075980 w 6933990"/>
              <a:gd name="connsiteY4" fmla="*/ 3559539 h 4168689"/>
              <a:gd name="connsiteX5" fmla="*/ 2270103 w 6933990"/>
              <a:gd name="connsiteY5" fmla="*/ 50661 h 4168689"/>
              <a:gd name="connsiteX6" fmla="*/ 3442736 w 6933990"/>
              <a:gd name="connsiteY6" fmla="*/ 1493338 h 4168689"/>
              <a:gd name="connsiteX7" fmla="*/ 4839736 w 6933990"/>
              <a:gd name="connsiteY7" fmla="*/ 1688072 h 4168689"/>
              <a:gd name="connsiteX8" fmla="*/ 5339269 w 6933990"/>
              <a:gd name="connsiteY8" fmla="*/ 1053072 h 4168689"/>
              <a:gd name="connsiteX9" fmla="*/ 5904420 w 6933990"/>
              <a:gd name="connsiteY9" fmla="*/ 951518 h 4168689"/>
              <a:gd name="connsiteX10" fmla="*/ 6334103 w 6933990"/>
              <a:gd name="connsiteY10" fmla="*/ 1207052 h 4168689"/>
              <a:gd name="connsiteX11" fmla="*/ 6495325 w 6933990"/>
              <a:gd name="connsiteY11" fmla="*/ 1401937 h 4168689"/>
              <a:gd name="connsiteX12" fmla="*/ 6647725 w 6933990"/>
              <a:gd name="connsiteY12" fmla="*/ 1481839 h 4168689"/>
              <a:gd name="connsiteX13" fmla="*/ 6762025 w 6933990"/>
              <a:gd name="connsiteY13" fmla="*/ 1452784 h 4168689"/>
              <a:gd name="connsiteX14" fmla="*/ 6791303 w 6933990"/>
              <a:gd name="connsiteY14" fmla="*/ 1308745 h 4168689"/>
              <a:gd name="connsiteX15" fmla="*/ 6762026 w 6933990"/>
              <a:gd name="connsiteY15" fmla="*/ 1169495 h 4168689"/>
              <a:gd name="connsiteX16" fmla="*/ 6692177 w 6933990"/>
              <a:gd name="connsiteY16" fmla="*/ 1082328 h 4168689"/>
              <a:gd name="connsiteX17" fmla="*/ 6647727 w 6933990"/>
              <a:gd name="connsiteY17" fmla="*/ 973370 h 4168689"/>
              <a:gd name="connsiteX18" fmla="*/ 6628677 w 6933990"/>
              <a:gd name="connsiteY18" fmla="*/ 806300 h 4168689"/>
              <a:gd name="connsiteX19" fmla="*/ 6774726 w 6933990"/>
              <a:gd name="connsiteY19" fmla="*/ 791775 h 4168689"/>
              <a:gd name="connsiteX20" fmla="*/ 6926769 w 6933990"/>
              <a:gd name="connsiteY20" fmla="*/ 805037 h 4168689"/>
              <a:gd name="connsiteX21" fmla="*/ 6908077 w 6933990"/>
              <a:gd name="connsiteY21" fmla="*/ 1031480 h 4168689"/>
              <a:gd name="connsiteX22" fmla="*/ 6863627 w 6933990"/>
              <a:gd name="connsiteY22" fmla="*/ 1184021 h 4168689"/>
              <a:gd name="connsiteX23" fmla="*/ 6850926 w 6933990"/>
              <a:gd name="connsiteY23" fmla="*/ 1438256 h 4168689"/>
              <a:gd name="connsiteX24" fmla="*/ 6774726 w 6933990"/>
              <a:gd name="connsiteY24" fmla="*/ 1554479 h 4168689"/>
              <a:gd name="connsiteX25" fmla="*/ 6664303 w 6933990"/>
              <a:gd name="connsiteY25" fmla="*/ 1576071 h 4168689"/>
              <a:gd name="connsiteX26" fmla="*/ 6450518 w 6933990"/>
              <a:gd name="connsiteY26" fmla="*/ 1491310 h 4168689"/>
              <a:gd name="connsiteX27" fmla="*/ 6184176 w 6933990"/>
              <a:gd name="connsiteY27" fmla="*/ 1176755 h 4168689"/>
              <a:gd name="connsiteX28" fmla="*/ 5946753 w 6933990"/>
              <a:gd name="connsiteY28" fmla="*/ 1055524 h 4168689"/>
              <a:gd name="connsiteX29" fmla="*/ 5622903 w 6933990"/>
              <a:gd name="connsiteY29" fmla="*/ 1036139 h 4168689"/>
              <a:gd name="connsiteX30" fmla="*/ 5440869 w 6933990"/>
              <a:gd name="connsiteY30" fmla="*/ 1112339 h 4168689"/>
              <a:gd name="connsiteX31" fmla="*/ 5322336 w 6933990"/>
              <a:gd name="connsiteY31" fmla="*/ 1230871 h 4168689"/>
              <a:gd name="connsiteX32" fmla="*/ 5110669 w 6933990"/>
              <a:gd name="connsiteY32" fmla="*/ 1611871 h 4168689"/>
              <a:gd name="connsiteX33" fmla="*/ 4932869 w 6933990"/>
              <a:gd name="connsiteY33" fmla="*/ 1764272 h 4168689"/>
              <a:gd name="connsiteX34" fmla="*/ 4568803 w 6933990"/>
              <a:gd name="connsiteY34" fmla="*/ 1928887 h 4168689"/>
              <a:gd name="connsiteX35" fmla="*/ 3794103 w 6933990"/>
              <a:gd name="connsiteY35" fmla="*/ 1966504 h 4168689"/>
              <a:gd name="connsiteX36" fmla="*/ 2833136 w 6933990"/>
              <a:gd name="connsiteY36" fmla="*/ 2147085 h 4168689"/>
              <a:gd name="connsiteX37" fmla="*/ 1952603 w 6933990"/>
              <a:gd name="connsiteY37" fmla="*/ 2864034 h 4168689"/>
              <a:gd name="connsiteX38" fmla="*/ 1398036 w 6933990"/>
              <a:gd name="connsiteY38" fmla="*/ 3565112 h 4168689"/>
              <a:gd name="connsiteX39" fmla="*/ 624540 w 6933990"/>
              <a:gd name="connsiteY39" fmla="*/ 4131970 h 4168689"/>
              <a:gd name="connsiteX40" fmla="*/ 141937 w 6933990"/>
              <a:gd name="connsiteY40" fmla="*/ 4111199 h 4168689"/>
              <a:gd name="connsiteX41" fmla="*/ 40339 w 6933990"/>
              <a:gd name="connsiteY41" fmla="*/ 2975439 h 4168689"/>
              <a:gd name="connsiteX42" fmla="*/ 21444 w 6933990"/>
              <a:gd name="connsiteY42" fmla="*/ 2690386 h 4168689"/>
              <a:gd name="connsiteX0" fmla="*/ 21444 w 6933990"/>
              <a:gd name="connsiteY0" fmla="*/ 2690386 h 4168689"/>
              <a:gd name="connsiteX1" fmla="*/ 189921 w 6933990"/>
              <a:gd name="connsiteY1" fmla="*/ 2439988 h 4168689"/>
              <a:gd name="connsiteX2" fmla="*/ 190456 w 6933990"/>
              <a:gd name="connsiteY2" fmla="*/ 3251246 h 4168689"/>
              <a:gd name="connsiteX3" fmla="*/ 257829 w 6933990"/>
              <a:gd name="connsiteY3" fmla="*/ 3955917 h 4168689"/>
              <a:gd name="connsiteX4" fmla="*/ 1075980 w 6933990"/>
              <a:gd name="connsiteY4" fmla="*/ 3559539 h 4168689"/>
              <a:gd name="connsiteX5" fmla="*/ 2270103 w 6933990"/>
              <a:gd name="connsiteY5" fmla="*/ 50661 h 4168689"/>
              <a:gd name="connsiteX6" fmla="*/ 3442736 w 6933990"/>
              <a:gd name="connsiteY6" fmla="*/ 1493338 h 4168689"/>
              <a:gd name="connsiteX7" fmla="*/ 4839736 w 6933990"/>
              <a:gd name="connsiteY7" fmla="*/ 1688072 h 4168689"/>
              <a:gd name="connsiteX8" fmla="*/ 5339269 w 6933990"/>
              <a:gd name="connsiteY8" fmla="*/ 1053072 h 4168689"/>
              <a:gd name="connsiteX9" fmla="*/ 5904420 w 6933990"/>
              <a:gd name="connsiteY9" fmla="*/ 951518 h 4168689"/>
              <a:gd name="connsiteX10" fmla="*/ 6334103 w 6933990"/>
              <a:gd name="connsiteY10" fmla="*/ 1207052 h 4168689"/>
              <a:gd name="connsiteX11" fmla="*/ 6495325 w 6933990"/>
              <a:gd name="connsiteY11" fmla="*/ 1401937 h 4168689"/>
              <a:gd name="connsiteX12" fmla="*/ 6647725 w 6933990"/>
              <a:gd name="connsiteY12" fmla="*/ 1481839 h 4168689"/>
              <a:gd name="connsiteX13" fmla="*/ 6762025 w 6933990"/>
              <a:gd name="connsiteY13" fmla="*/ 1452784 h 4168689"/>
              <a:gd name="connsiteX14" fmla="*/ 6791303 w 6933990"/>
              <a:gd name="connsiteY14" fmla="*/ 1308745 h 4168689"/>
              <a:gd name="connsiteX15" fmla="*/ 6762026 w 6933990"/>
              <a:gd name="connsiteY15" fmla="*/ 1169495 h 4168689"/>
              <a:gd name="connsiteX16" fmla="*/ 6692177 w 6933990"/>
              <a:gd name="connsiteY16" fmla="*/ 1082328 h 4168689"/>
              <a:gd name="connsiteX17" fmla="*/ 6647727 w 6933990"/>
              <a:gd name="connsiteY17" fmla="*/ 973370 h 4168689"/>
              <a:gd name="connsiteX18" fmla="*/ 6628677 w 6933990"/>
              <a:gd name="connsiteY18" fmla="*/ 806300 h 4168689"/>
              <a:gd name="connsiteX19" fmla="*/ 6774726 w 6933990"/>
              <a:gd name="connsiteY19" fmla="*/ 791775 h 4168689"/>
              <a:gd name="connsiteX20" fmla="*/ 6926769 w 6933990"/>
              <a:gd name="connsiteY20" fmla="*/ 805037 h 4168689"/>
              <a:gd name="connsiteX21" fmla="*/ 6908077 w 6933990"/>
              <a:gd name="connsiteY21" fmla="*/ 1031480 h 4168689"/>
              <a:gd name="connsiteX22" fmla="*/ 6863627 w 6933990"/>
              <a:gd name="connsiteY22" fmla="*/ 1184021 h 4168689"/>
              <a:gd name="connsiteX23" fmla="*/ 6850926 w 6933990"/>
              <a:gd name="connsiteY23" fmla="*/ 1438256 h 4168689"/>
              <a:gd name="connsiteX24" fmla="*/ 6774726 w 6933990"/>
              <a:gd name="connsiteY24" fmla="*/ 1554479 h 4168689"/>
              <a:gd name="connsiteX25" fmla="*/ 6664303 w 6933990"/>
              <a:gd name="connsiteY25" fmla="*/ 1576071 h 4168689"/>
              <a:gd name="connsiteX26" fmla="*/ 6450518 w 6933990"/>
              <a:gd name="connsiteY26" fmla="*/ 1491310 h 4168689"/>
              <a:gd name="connsiteX27" fmla="*/ 6184176 w 6933990"/>
              <a:gd name="connsiteY27" fmla="*/ 1176755 h 4168689"/>
              <a:gd name="connsiteX28" fmla="*/ 5946753 w 6933990"/>
              <a:gd name="connsiteY28" fmla="*/ 1055524 h 4168689"/>
              <a:gd name="connsiteX29" fmla="*/ 5622903 w 6933990"/>
              <a:gd name="connsiteY29" fmla="*/ 1036139 h 4168689"/>
              <a:gd name="connsiteX30" fmla="*/ 5440869 w 6933990"/>
              <a:gd name="connsiteY30" fmla="*/ 1112339 h 4168689"/>
              <a:gd name="connsiteX31" fmla="*/ 5322336 w 6933990"/>
              <a:gd name="connsiteY31" fmla="*/ 1230871 h 4168689"/>
              <a:gd name="connsiteX32" fmla="*/ 5110669 w 6933990"/>
              <a:gd name="connsiteY32" fmla="*/ 1611871 h 4168689"/>
              <a:gd name="connsiteX33" fmla="*/ 4932869 w 6933990"/>
              <a:gd name="connsiteY33" fmla="*/ 1764272 h 4168689"/>
              <a:gd name="connsiteX34" fmla="*/ 4568803 w 6933990"/>
              <a:gd name="connsiteY34" fmla="*/ 1928887 h 4168689"/>
              <a:gd name="connsiteX35" fmla="*/ 3794103 w 6933990"/>
              <a:gd name="connsiteY35" fmla="*/ 1966504 h 4168689"/>
              <a:gd name="connsiteX36" fmla="*/ 2833136 w 6933990"/>
              <a:gd name="connsiteY36" fmla="*/ 2147085 h 4168689"/>
              <a:gd name="connsiteX37" fmla="*/ 1952603 w 6933990"/>
              <a:gd name="connsiteY37" fmla="*/ 2864034 h 4168689"/>
              <a:gd name="connsiteX38" fmla="*/ 1398036 w 6933990"/>
              <a:gd name="connsiteY38" fmla="*/ 3565112 h 4168689"/>
              <a:gd name="connsiteX39" fmla="*/ 624540 w 6933990"/>
              <a:gd name="connsiteY39" fmla="*/ 4131970 h 4168689"/>
              <a:gd name="connsiteX40" fmla="*/ 141937 w 6933990"/>
              <a:gd name="connsiteY40" fmla="*/ 4111199 h 4168689"/>
              <a:gd name="connsiteX41" fmla="*/ 40339 w 6933990"/>
              <a:gd name="connsiteY41" fmla="*/ 2975439 h 4168689"/>
              <a:gd name="connsiteX42" fmla="*/ 21444 w 6933990"/>
              <a:gd name="connsiteY42" fmla="*/ 2690386 h 4168689"/>
              <a:gd name="connsiteX0" fmla="*/ 21444 w 6933990"/>
              <a:gd name="connsiteY0" fmla="*/ 2690386 h 4168689"/>
              <a:gd name="connsiteX1" fmla="*/ 189921 w 6933990"/>
              <a:gd name="connsiteY1" fmla="*/ 2439988 h 4168689"/>
              <a:gd name="connsiteX2" fmla="*/ 190456 w 6933990"/>
              <a:gd name="connsiteY2" fmla="*/ 3251246 h 4168689"/>
              <a:gd name="connsiteX3" fmla="*/ 257829 w 6933990"/>
              <a:gd name="connsiteY3" fmla="*/ 3955917 h 4168689"/>
              <a:gd name="connsiteX4" fmla="*/ 1075980 w 6933990"/>
              <a:gd name="connsiteY4" fmla="*/ 3559539 h 4168689"/>
              <a:gd name="connsiteX5" fmla="*/ 2270103 w 6933990"/>
              <a:gd name="connsiteY5" fmla="*/ 50661 h 4168689"/>
              <a:gd name="connsiteX6" fmla="*/ 3442736 w 6933990"/>
              <a:gd name="connsiteY6" fmla="*/ 1493338 h 4168689"/>
              <a:gd name="connsiteX7" fmla="*/ 4839736 w 6933990"/>
              <a:gd name="connsiteY7" fmla="*/ 1688072 h 4168689"/>
              <a:gd name="connsiteX8" fmla="*/ 5339269 w 6933990"/>
              <a:gd name="connsiteY8" fmla="*/ 1053072 h 4168689"/>
              <a:gd name="connsiteX9" fmla="*/ 5904420 w 6933990"/>
              <a:gd name="connsiteY9" fmla="*/ 951518 h 4168689"/>
              <a:gd name="connsiteX10" fmla="*/ 6334103 w 6933990"/>
              <a:gd name="connsiteY10" fmla="*/ 1207052 h 4168689"/>
              <a:gd name="connsiteX11" fmla="*/ 6495325 w 6933990"/>
              <a:gd name="connsiteY11" fmla="*/ 1401937 h 4168689"/>
              <a:gd name="connsiteX12" fmla="*/ 6647725 w 6933990"/>
              <a:gd name="connsiteY12" fmla="*/ 1481839 h 4168689"/>
              <a:gd name="connsiteX13" fmla="*/ 6762025 w 6933990"/>
              <a:gd name="connsiteY13" fmla="*/ 1452784 h 4168689"/>
              <a:gd name="connsiteX14" fmla="*/ 6791303 w 6933990"/>
              <a:gd name="connsiteY14" fmla="*/ 1308745 h 4168689"/>
              <a:gd name="connsiteX15" fmla="*/ 6762026 w 6933990"/>
              <a:gd name="connsiteY15" fmla="*/ 1169495 h 4168689"/>
              <a:gd name="connsiteX16" fmla="*/ 6692177 w 6933990"/>
              <a:gd name="connsiteY16" fmla="*/ 1082328 h 4168689"/>
              <a:gd name="connsiteX17" fmla="*/ 6647727 w 6933990"/>
              <a:gd name="connsiteY17" fmla="*/ 973370 h 4168689"/>
              <a:gd name="connsiteX18" fmla="*/ 6628677 w 6933990"/>
              <a:gd name="connsiteY18" fmla="*/ 806300 h 4168689"/>
              <a:gd name="connsiteX19" fmla="*/ 6774726 w 6933990"/>
              <a:gd name="connsiteY19" fmla="*/ 791775 h 4168689"/>
              <a:gd name="connsiteX20" fmla="*/ 6926769 w 6933990"/>
              <a:gd name="connsiteY20" fmla="*/ 805037 h 4168689"/>
              <a:gd name="connsiteX21" fmla="*/ 6908077 w 6933990"/>
              <a:gd name="connsiteY21" fmla="*/ 1031480 h 4168689"/>
              <a:gd name="connsiteX22" fmla="*/ 6863627 w 6933990"/>
              <a:gd name="connsiteY22" fmla="*/ 1184021 h 4168689"/>
              <a:gd name="connsiteX23" fmla="*/ 6850926 w 6933990"/>
              <a:gd name="connsiteY23" fmla="*/ 1438256 h 4168689"/>
              <a:gd name="connsiteX24" fmla="*/ 6774726 w 6933990"/>
              <a:gd name="connsiteY24" fmla="*/ 1554479 h 4168689"/>
              <a:gd name="connsiteX25" fmla="*/ 6664303 w 6933990"/>
              <a:gd name="connsiteY25" fmla="*/ 1576071 h 4168689"/>
              <a:gd name="connsiteX26" fmla="*/ 6450518 w 6933990"/>
              <a:gd name="connsiteY26" fmla="*/ 1491310 h 4168689"/>
              <a:gd name="connsiteX27" fmla="*/ 6184176 w 6933990"/>
              <a:gd name="connsiteY27" fmla="*/ 1176755 h 4168689"/>
              <a:gd name="connsiteX28" fmla="*/ 5946753 w 6933990"/>
              <a:gd name="connsiteY28" fmla="*/ 1055524 h 4168689"/>
              <a:gd name="connsiteX29" fmla="*/ 5622903 w 6933990"/>
              <a:gd name="connsiteY29" fmla="*/ 1036139 h 4168689"/>
              <a:gd name="connsiteX30" fmla="*/ 5440869 w 6933990"/>
              <a:gd name="connsiteY30" fmla="*/ 1112339 h 4168689"/>
              <a:gd name="connsiteX31" fmla="*/ 5322336 w 6933990"/>
              <a:gd name="connsiteY31" fmla="*/ 1230871 h 4168689"/>
              <a:gd name="connsiteX32" fmla="*/ 5110669 w 6933990"/>
              <a:gd name="connsiteY32" fmla="*/ 1611871 h 4168689"/>
              <a:gd name="connsiteX33" fmla="*/ 4932869 w 6933990"/>
              <a:gd name="connsiteY33" fmla="*/ 1764272 h 4168689"/>
              <a:gd name="connsiteX34" fmla="*/ 4568803 w 6933990"/>
              <a:gd name="connsiteY34" fmla="*/ 1928887 h 4168689"/>
              <a:gd name="connsiteX35" fmla="*/ 3794103 w 6933990"/>
              <a:gd name="connsiteY35" fmla="*/ 1966504 h 4168689"/>
              <a:gd name="connsiteX36" fmla="*/ 2833136 w 6933990"/>
              <a:gd name="connsiteY36" fmla="*/ 2147085 h 4168689"/>
              <a:gd name="connsiteX37" fmla="*/ 1952603 w 6933990"/>
              <a:gd name="connsiteY37" fmla="*/ 2864034 h 4168689"/>
              <a:gd name="connsiteX38" fmla="*/ 1398036 w 6933990"/>
              <a:gd name="connsiteY38" fmla="*/ 3565112 h 4168689"/>
              <a:gd name="connsiteX39" fmla="*/ 624540 w 6933990"/>
              <a:gd name="connsiteY39" fmla="*/ 4131970 h 4168689"/>
              <a:gd name="connsiteX40" fmla="*/ 141937 w 6933990"/>
              <a:gd name="connsiteY40" fmla="*/ 4111199 h 4168689"/>
              <a:gd name="connsiteX41" fmla="*/ 40339 w 6933990"/>
              <a:gd name="connsiteY41" fmla="*/ 2975439 h 4168689"/>
              <a:gd name="connsiteX42" fmla="*/ 21444 w 6933990"/>
              <a:gd name="connsiteY42" fmla="*/ 2690386 h 4168689"/>
              <a:gd name="connsiteX0" fmla="*/ 21444 w 6933990"/>
              <a:gd name="connsiteY0" fmla="*/ 2690386 h 4168689"/>
              <a:gd name="connsiteX1" fmla="*/ 189921 w 6933990"/>
              <a:gd name="connsiteY1" fmla="*/ 2439988 h 4168689"/>
              <a:gd name="connsiteX2" fmla="*/ 190456 w 6933990"/>
              <a:gd name="connsiteY2" fmla="*/ 3251246 h 4168689"/>
              <a:gd name="connsiteX3" fmla="*/ 257829 w 6933990"/>
              <a:gd name="connsiteY3" fmla="*/ 3955917 h 4168689"/>
              <a:gd name="connsiteX4" fmla="*/ 1075980 w 6933990"/>
              <a:gd name="connsiteY4" fmla="*/ 3559539 h 4168689"/>
              <a:gd name="connsiteX5" fmla="*/ 2270103 w 6933990"/>
              <a:gd name="connsiteY5" fmla="*/ 50661 h 4168689"/>
              <a:gd name="connsiteX6" fmla="*/ 3442736 w 6933990"/>
              <a:gd name="connsiteY6" fmla="*/ 1493338 h 4168689"/>
              <a:gd name="connsiteX7" fmla="*/ 4839736 w 6933990"/>
              <a:gd name="connsiteY7" fmla="*/ 1688072 h 4168689"/>
              <a:gd name="connsiteX8" fmla="*/ 5339269 w 6933990"/>
              <a:gd name="connsiteY8" fmla="*/ 1053072 h 4168689"/>
              <a:gd name="connsiteX9" fmla="*/ 5904420 w 6933990"/>
              <a:gd name="connsiteY9" fmla="*/ 951518 h 4168689"/>
              <a:gd name="connsiteX10" fmla="*/ 6334103 w 6933990"/>
              <a:gd name="connsiteY10" fmla="*/ 1207052 h 4168689"/>
              <a:gd name="connsiteX11" fmla="*/ 6495325 w 6933990"/>
              <a:gd name="connsiteY11" fmla="*/ 1401937 h 4168689"/>
              <a:gd name="connsiteX12" fmla="*/ 6647725 w 6933990"/>
              <a:gd name="connsiteY12" fmla="*/ 1481839 h 4168689"/>
              <a:gd name="connsiteX13" fmla="*/ 6762025 w 6933990"/>
              <a:gd name="connsiteY13" fmla="*/ 1452784 h 4168689"/>
              <a:gd name="connsiteX14" fmla="*/ 6791303 w 6933990"/>
              <a:gd name="connsiteY14" fmla="*/ 1308745 h 4168689"/>
              <a:gd name="connsiteX15" fmla="*/ 6762026 w 6933990"/>
              <a:gd name="connsiteY15" fmla="*/ 1169495 h 4168689"/>
              <a:gd name="connsiteX16" fmla="*/ 6692177 w 6933990"/>
              <a:gd name="connsiteY16" fmla="*/ 1082328 h 4168689"/>
              <a:gd name="connsiteX17" fmla="*/ 6647727 w 6933990"/>
              <a:gd name="connsiteY17" fmla="*/ 973370 h 4168689"/>
              <a:gd name="connsiteX18" fmla="*/ 6628677 w 6933990"/>
              <a:gd name="connsiteY18" fmla="*/ 806300 h 4168689"/>
              <a:gd name="connsiteX19" fmla="*/ 6774726 w 6933990"/>
              <a:gd name="connsiteY19" fmla="*/ 791775 h 4168689"/>
              <a:gd name="connsiteX20" fmla="*/ 6926769 w 6933990"/>
              <a:gd name="connsiteY20" fmla="*/ 805037 h 4168689"/>
              <a:gd name="connsiteX21" fmla="*/ 6908077 w 6933990"/>
              <a:gd name="connsiteY21" fmla="*/ 1031480 h 4168689"/>
              <a:gd name="connsiteX22" fmla="*/ 6863627 w 6933990"/>
              <a:gd name="connsiteY22" fmla="*/ 1184021 h 4168689"/>
              <a:gd name="connsiteX23" fmla="*/ 6850926 w 6933990"/>
              <a:gd name="connsiteY23" fmla="*/ 1438256 h 4168689"/>
              <a:gd name="connsiteX24" fmla="*/ 6774726 w 6933990"/>
              <a:gd name="connsiteY24" fmla="*/ 1554479 h 4168689"/>
              <a:gd name="connsiteX25" fmla="*/ 6664303 w 6933990"/>
              <a:gd name="connsiteY25" fmla="*/ 1576071 h 4168689"/>
              <a:gd name="connsiteX26" fmla="*/ 6450518 w 6933990"/>
              <a:gd name="connsiteY26" fmla="*/ 1491310 h 4168689"/>
              <a:gd name="connsiteX27" fmla="*/ 6184176 w 6933990"/>
              <a:gd name="connsiteY27" fmla="*/ 1176755 h 4168689"/>
              <a:gd name="connsiteX28" fmla="*/ 5946753 w 6933990"/>
              <a:gd name="connsiteY28" fmla="*/ 1055524 h 4168689"/>
              <a:gd name="connsiteX29" fmla="*/ 5622903 w 6933990"/>
              <a:gd name="connsiteY29" fmla="*/ 1036139 h 4168689"/>
              <a:gd name="connsiteX30" fmla="*/ 5440869 w 6933990"/>
              <a:gd name="connsiteY30" fmla="*/ 1112339 h 4168689"/>
              <a:gd name="connsiteX31" fmla="*/ 5322336 w 6933990"/>
              <a:gd name="connsiteY31" fmla="*/ 1230871 h 4168689"/>
              <a:gd name="connsiteX32" fmla="*/ 5110669 w 6933990"/>
              <a:gd name="connsiteY32" fmla="*/ 1611871 h 4168689"/>
              <a:gd name="connsiteX33" fmla="*/ 4932869 w 6933990"/>
              <a:gd name="connsiteY33" fmla="*/ 1764272 h 4168689"/>
              <a:gd name="connsiteX34" fmla="*/ 4568803 w 6933990"/>
              <a:gd name="connsiteY34" fmla="*/ 1928887 h 4168689"/>
              <a:gd name="connsiteX35" fmla="*/ 3794103 w 6933990"/>
              <a:gd name="connsiteY35" fmla="*/ 1966504 h 4168689"/>
              <a:gd name="connsiteX36" fmla="*/ 2833136 w 6933990"/>
              <a:gd name="connsiteY36" fmla="*/ 2147085 h 4168689"/>
              <a:gd name="connsiteX37" fmla="*/ 1952603 w 6933990"/>
              <a:gd name="connsiteY37" fmla="*/ 2864034 h 4168689"/>
              <a:gd name="connsiteX38" fmla="*/ 1398036 w 6933990"/>
              <a:gd name="connsiteY38" fmla="*/ 3565112 h 4168689"/>
              <a:gd name="connsiteX39" fmla="*/ 624540 w 6933990"/>
              <a:gd name="connsiteY39" fmla="*/ 4131970 h 4168689"/>
              <a:gd name="connsiteX40" fmla="*/ 141937 w 6933990"/>
              <a:gd name="connsiteY40" fmla="*/ 4111199 h 4168689"/>
              <a:gd name="connsiteX41" fmla="*/ 40339 w 6933990"/>
              <a:gd name="connsiteY41" fmla="*/ 2975439 h 4168689"/>
              <a:gd name="connsiteX42" fmla="*/ 21444 w 6933990"/>
              <a:gd name="connsiteY42" fmla="*/ 2690386 h 4168689"/>
              <a:gd name="connsiteX0" fmla="*/ 21444 w 6933990"/>
              <a:gd name="connsiteY0" fmla="*/ 2690386 h 4168689"/>
              <a:gd name="connsiteX1" fmla="*/ 189921 w 6933990"/>
              <a:gd name="connsiteY1" fmla="*/ 2439988 h 4168689"/>
              <a:gd name="connsiteX2" fmla="*/ 190456 w 6933990"/>
              <a:gd name="connsiteY2" fmla="*/ 3251246 h 4168689"/>
              <a:gd name="connsiteX3" fmla="*/ 257829 w 6933990"/>
              <a:gd name="connsiteY3" fmla="*/ 3955917 h 4168689"/>
              <a:gd name="connsiteX4" fmla="*/ 1075980 w 6933990"/>
              <a:gd name="connsiteY4" fmla="*/ 3559539 h 4168689"/>
              <a:gd name="connsiteX5" fmla="*/ 2270103 w 6933990"/>
              <a:gd name="connsiteY5" fmla="*/ 50661 h 4168689"/>
              <a:gd name="connsiteX6" fmla="*/ 3442736 w 6933990"/>
              <a:gd name="connsiteY6" fmla="*/ 1493338 h 4168689"/>
              <a:gd name="connsiteX7" fmla="*/ 4839736 w 6933990"/>
              <a:gd name="connsiteY7" fmla="*/ 1688072 h 4168689"/>
              <a:gd name="connsiteX8" fmla="*/ 5339269 w 6933990"/>
              <a:gd name="connsiteY8" fmla="*/ 1053072 h 4168689"/>
              <a:gd name="connsiteX9" fmla="*/ 5904420 w 6933990"/>
              <a:gd name="connsiteY9" fmla="*/ 951518 h 4168689"/>
              <a:gd name="connsiteX10" fmla="*/ 6334103 w 6933990"/>
              <a:gd name="connsiteY10" fmla="*/ 1207052 h 4168689"/>
              <a:gd name="connsiteX11" fmla="*/ 6495325 w 6933990"/>
              <a:gd name="connsiteY11" fmla="*/ 1401937 h 4168689"/>
              <a:gd name="connsiteX12" fmla="*/ 6647725 w 6933990"/>
              <a:gd name="connsiteY12" fmla="*/ 1481839 h 4168689"/>
              <a:gd name="connsiteX13" fmla="*/ 6762025 w 6933990"/>
              <a:gd name="connsiteY13" fmla="*/ 1452784 h 4168689"/>
              <a:gd name="connsiteX14" fmla="*/ 6791303 w 6933990"/>
              <a:gd name="connsiteY14" fmla="*/ 1308745 h 4168689"/>
              <a:gd name="connsiteX15" fmla="*/ 6762026 w 6933990"/>
              <a:gd name="connsiteY15" fmla="*/ 1169495 h 4168689"/>
              <a:gd name="connsiteX16" fmla="*/ 6692177 w 6933990"/>
              <a:gd name="connsiteY16" fmla="*/ 1082328 h 4168689"/>
              <a:gd name="connsiteX17" fmla="*/ 6647727 w 6933990"/>
              <a:gd name="connsiteY17" fmla="*/ 973370 h 4168689"/>
              <a:gd name="connsiteX18" fmla="*/ 6628677 w 6933990"/>
              <a:gd name="connsiteY18" fmla="*/ 806300 h 4168689"/>
              <a:gd name="connsiteX19" fmla="*/ 6774726 w 6933990"/>
              <a:gd name="connsiteY19" fmla="*/ 791775 h 4168689"/>
              <a:gd name="connsiteX20" fmla="*/ 6926769 w 6933990"/>
              <a:gd name="connsiteY20" fmla="*/ 805037 h 4168689"/>
              <a:gd name="connsiteX21" fmla="*/ 6908077 w 6933990"/>
              <a:gd name="connsiteY21" fmla="*/ 1031480 h 4168689"/>
              <a:gd name="connsiteX22" fmla="*/ 6863627 w 6933990"/>
              <a:gd name="connsiteY22" fmla="*/ 1184021 h 4168689"/>
              <a:gd name="connsiteX23" fmla="*/ 6850926 w 6933990"/>
              <a:gd name="connsiteY23" fmla="*/ 1438256 h 4168689"/>
              <a:gd name="connsiteX24" fmla="*/ 6774726 w 6933990"/>
              <a:gd name="connsiteY24" fmla="*/ 1554479 h 4168689"/>
              <a:gd name="connsiteX25" fmla="*/ 6664303 w 6933990"/>
              <a:gd name="connsiteY25" fmla="*/ 1576071 h 4168689"/>
              <a:gd name="connsiteX26" fmla="*/ 6450518 w 6933990"/>
              <a:gd name="connsiteY26" fmla="*/ 1491310 h 4168689"/>
              <a:gd name="connsiteX27" fmla="*/ 6184176 w 6933990"/>
              <a:gd name="connsiteY27" fmla="*/ 1176755 h 4168689"/>
              <a:gd name="connsiteX28" fmla="*/ 5946753 w 6933990"/>
              <a:gd name="connsiteY28" fmla="*/ 1055524 h 4168689"/>
              <a:gd name="connsiteX29" fmla="*/ 5622903 w 6933990"/>
              <a:gd name="connsiteY29" fmla="*/ 1036139 h 4168689"/>
              <a:gd name="connsiteX30" fmla="*/ 5440869 w 6933990"/>
              <a:gd name="connsiteY30" fmla="*/ 1112339 h 4168689"/>
              <a:gd name="connsiteX31" fmla="*/ 5322336 w 6933990"/>
              <a:gd name="connsiteY31" fmla="*/ 1230871 h 4168689"/>
              <a:gd name="connsiteX32" fmla="*/ 5110669 w 6933990"/>
              <a:gd name="connsiteY32" fmla="*/ 1611871 h 4168689"/>
              <a:gd name="connsiteX33" fmla="*/ 4932869 w 6933990"/>
              <a:gd name="connsiteY33" fmla="*/ 1764272 h 4168689"/>
              <a:gd name="connsiteX34" fmla="*/ 4568803 w 6933990"/>
              <a:gd name="connsiteY34" fmla="*/ 1928887 h 4168689"/>
              <a:gd name="connsiteX35" fmla="*/ 3794103 w 6933990"/>
              <a:gd name="connsiteY35" fmla="*/ 1966504 h 4168689"/>
              <a:gd name="connsiteX36" fmla="*/ 2833136 w 6933990"/>
              <a:gd name="connsiteY36" fmla="*/ 2147085 h 4168689"/>
              <a:gd name="connsiteX37" fmla="*/ 1952603 w 6933990"/>
              <a:gd name="connsiteY37" fmla="*/ 2864034 h 4168689"/>
              <a:gd name="connsiteX38" fmla="*/ 1398036 w 6933990"/>
              <a:gd name="connsiteY38" fmla="*/ 3565112 h 4168689"/>
              <a:gd name="connsiteX39" fmla="*/ 624540 w 6933990"/>
              <a:gd name="connsiteY39" fmla="*/ 4131970 h 4168689"/>
              <a:gd name="connsiteX40" fmla="*/ 141937 w 6933990"/>
              <a:gd name="connsiteY40" fmla="*/ 4111199 h 4168689"/>
              <a:gd name="connsiteX41" fmla="*/ 40339 w 6933990"/>
              <a:gd name="connsiteY41" fmla="*/ 2975439 h 4168689"/>
              <a:gd name="connsiteX42" fmla="*/ 21444 w 6933990"/>
              <a:gd name="connsiteY42" fmla="*/ 2690386 h 4168689"/>
              <a:gd name="connsiteX0" fmla="*/ 21444 w 6933990"/>
              <a:gd name="connsiteY0" fmla="*/ 2661121 h 4139424"/>
              <a:gd name="connsiteX1" fmla="*/ 189921 w 6933990"/>
              <a:gd name="connsiteY1" fmla="*/ 2410723 h 4139424"/>
              <a:gd name="connsiteX2" fmla="*/ 190456 w 6933990"/>
              <a:gd name="connsiteY2" fmla="*/ 3221981 h 4139424"/>
              <a:gd name="connsiteX3" fmla="*/ 257829 w 6933990"/>
              <a:gd name="connsiteY3" fmla="*/ 3926652 h 4139424"/>
              <a:gd name="connsiteX4" fmla="*/ 1075980 w 6933990"/>
              <a:gd name="connsiteY4" fmla="*/ 3530274 h 4139424"/>
              <a:gd name="connsiteX5" fmla="*/ 1884500 w 6933990"/>
              <a:gd name="connsiteY5" fmla="*/ 2715501 h 4139424"/>
              <a:gd name="connsiteX6" fmla="*/ 2270103 w 6933990"/>
              <a:gd name="connsiteY6" fmla="*/ 21396 h 4139424"/>
              <a:gd name="connsiteX7" fmla="*/ 3442736 w 6933990"/>
              <a:gd name="connsiteY7" fmla="*/ 1464073 h 4139424"/>
              <a:gd name="connsiteX8" fmla="*/ 4839736 w 6933990"/>
              <a:gd name="connsiteY8" fmla="*/ 1658807 h 4139424"/>
              <a:gd name="connsiteX9" fmla="*/ 5339269 w 6933990"/>
              <a:gd name="connsiteY9" fmla="*/ 1023807 h 4139424"/>
              <a:gd name="connsiteX10" fmla="*/ 5904420 w 6933990"/>
              <a:gd name="connsiteY10" fmla="*/ 922253 h 4139424"/>
              <a:gd name="connsiteX11" fmla="*/ 6334103 w 6933990"/>
              <a:gd name="connsiteY11" fmla="*/ 1177787 h 4139424"/>
              <a:gd name="connsiteX12" fmla="*/ 6495325 w 6933990"/>
              <a:gd name="connsiteY12" fmla="*/ 1372672 h 4139424"/>
              <a:gd name="connsiteX13" fmla="*/ 6647725 w 6933990"/>
              <a:gd name="connsiteY13" fmla="*/ 1452574 h 4139424"/>
              <a:gd name="connsiteX14" fmla="*/ 6762025 w 6933990"/>
              <a:gd name="connsiteY14" fmla="*/ 1423519 h 4139424"/>
              <a:gd name="connsiteX15" fmla="*/ 6791303 w 6933990"/>
              <a:gd name="connsiteY15" fmla="*/ 1279480 h 4139424"/>
              <a:gd name="connsiteX16" fmla="*/ 6762026 w 6933990"/>
              <a:gd name="connsiteY16" fmla="*/ 1140230 h 4139424"/>
              <a:gd name="connsiteX17" fmla="*/ 6692177 w 6933990"/>
              <a:gd name="connsiteY17" fmla="*/ 1053063 h 4139424"/>
              <a:gd name="connsiteX18" fmla="*/ 6647727 w 6933990"/>
              <a:gd name="connsiteY18" fmla="*/ 944105 h 4139424"/>
              <a:gd name="connsiteX19" fmla="*/ 6628677 w 6933990"/>
              <a:gd name="connsiteY19" fmla="*/ 777035 h 4139424"/>
              <a:gd name="connsiteX20" fmla="*/ 6774726 w 6933990"/>
              <a:gd name="connsiteY20" fmla="*/ 762510 h 4139424"/>
              <a:gd name="connsiteX21" fmla="*/ 6926769 w 6933990"/>
              <a:gd name="connsiteY21" fmla="*/ 775772 h 4139424"/>
              <a:gd name="connsiteX22" fmla="*/ 6908077 w 6933990"/>
              <a:gd name="connsiteY22" fmla="*/ 1002215 h 4139424"/>
              <a:gd name="connsiteX23" fmla="*/ 6863627 w 6933990"/>
              <a:gd name="connsiteY23" fmla="*/ 1154756 h 4139424"/>
              <a:gd name="connsiteX24" fmla="*/ 6850926 w 6933990"/>
              <a:gd name="connsiteY24" fmla="*/ 1408991 h 4139424"/>
              <a:gd name="connsiteX25" fmla="*/ 6774726 w 6933990"/>
              <a:gd name="connsiteY25" fmla="*/ 1525214 h 4139424"/>
              <a:gd name="connsiteX26" fmla="*/ 6664303 w 6933990"/>
              <a:gd name="connsiteY26" fmla="*/ 1546806 h 4139424"/>
              <a:gd name="connsiteX27" fmla="*/ 6450518 w 6933990"/>
              <a:gd name="connsiteY27" fmla="*/ 1462045 h 4139424"/>
              <a:gd name="connsiteX28" fmla="*/ 6184176 w 6933990"/>
              <a:gd name="connsiteY28" fmla="*/ 1147490 h 4139424"/>
              <a:gd name="connsiteX29" fmla="*/ 5946753 w 6933990"/>
              <a:gd name="connsiteY29" fmla="*/ 1026259 h 4139424"/>
              <a:gd name="connsiteX30" fmla="*/ 5622903 w 6933990"/>
              <a:gd name="connsiteY30" fmla="*/ 1006874 h 4139424"/>
              <a:gd name="connsiteX31" fmla="*/ 5440869 w 6933990"/>
              <a:gd name="connsiteY31" fmla="*/ 1083074 h 4139424"/>
              <a:gd name="connsiteX32" fmla="*/ 5322336 w 6933990"/>
              <a:gd name="connsiteY32" fmla="*/ 1201606 h 4139424"/>
              <a:gd name="connsiteX33" fmla="*/ 5110669 w 6933990"/>
              <a:gd name="connsiteY33" fmla="*/ 1582606 h 4139424"/>
              <a:gd name="connsiteX34" fmla="*/ 4932869 w 6933990"/>
              <a:gd name="connsiteY34" fmla="*/ 1735007 h 4139424"/>
              <a:gd name="connsiteX35" fmla="*/ 4568803 w 6933990"/>
              <a:gd name="connsiteY35" fmla="*/ 1899622 h 4139424"/>
              <a:gd name="connsiteX36" fmla="*/ 3794103 w 6933990"/>
              <a:gd name="connsiteY36" fmla="*/ 1937239 h 4139424"/>
              <a:gd name="connsiteX37" fmla="*/ 2833136 w 6933990"/>
              <a:gd name="connsiteY37" fmla="*/ 2117820 h 4139424"/>
              <a:gd name="connsiteX38" fmla="*/ 1952603 w 6933990"/>
              <a:gd name="connsiteY38" fmla="*/ 2834769 h 4139424"/>
              <a:gd name="connsiteX39" fmla="*/ 1398036 w 6933990"/>
              <a:gd name="connsiteY39" fmla="*/ 3535847 h 4139424"/>
              <a:gd name="connsiteX40" fmla="*/ 624540 w 6933990"/>
              <a:gd name="connsiteY40" fmla="*/ 4102705 h 4139424"/>
              <a:gd name="connsiteX41" fmla="*/ 141937 w 6933990"/>
              <a:gd name="connsiteY41" fmla="*/ 4081934 h 4139424"/>
              <a:gd name="connsiteX42" fmla="*/ 40339 w 6933990"/>
              <a:gd name="connsiteY42" fmla="*/ 2946174 h 4139424"/>
              <a:gd name="connsiteX43" fmla="*/ 21444 w 6933990"/>
              <a:gd name="connsiteY43" fmla="*/ 2661121 h 4139424"/>
              <a:gd name="connsiteX0" fmla="*/ 21444 w 6933990"/>
              <a:gd name="connsiteY0" fmla="*/ 2661121 h 4139424"/>
              <a:gd name="connsiteX1" fmla="*/ 189921 w 6933990"/>
              <a:gd name="connsiteY1" fmla="*/ 2410723 h 4139424"/>
              <a:gd name="connsiteX2" fmla="*/ 190456 w 6933990"/>
              <a:gd name="connsiteY2" fmla="*/ 3221981 h 4139424"/>
              <a:gd name="connsiteX3" fmla="*/ 257829 w 6933990"/>
              <a:gd name="connsiteY3" fmla="*/ 3926652 h 4139424"/>
              <a:gd name="connsiteX4" fmla="*/ 1075980 w 6933990"/>
              <a:gd name="connsiteY4" fmla="*/ 3574316 h 4139424"/>
              <a:gd name="connsiteX5" fmla="*/ 1884500 w 6933990"/>
              <a:gd name="connsiteY5" fmla="*/ 2715501 h 4139424"/>
              <a:gd name="connsiteX6" fmla="*/ 2270103 w 6933990"/>
              <a:gd name="connsiteY6" fmla="*/ 21396 h 4139424"/>
              <a:gd name="connsiteX7" fmla="*/ 3442736 w 6933990"/>
              <a:gd name="connsiteY7" fmla="*/ 1464073 h 4139424"/>
              <a:gd name="connsiteX8" fmla="*/ 4839736 w 6933990"/>
              <a:gd name="connsiteY8" fmla="*/ 1658807 h 4139424"/>
              <a:gd name="connsiteX9" fmla="*/ 5339269 w 6933990"/>
              <a:gd name="connsiteY9" fmla="*/ 1023807 h 4139424"/>
              <a:gd name="connsiteX10" fmla="*/ 5904420 w 6933990"/>
              <a:gd name="connsiteY10" fmla="*/ 922253 h 4139424"/>
              <a:gd name="connsiteX11" fmla="*/ 6334103 w 6933990"/>
              <a:gd name="connsiteY11" fmla="*/ 1177787 h 4139424"/>
              <a:gd name="connsiteX12" fmla="*/ 6495325 w 6933990"/>
              <a:gd name="connsiteY12" fmla="*/ 1372672 h 4139424"/>
              <a:gd name="connsiteX13" fmla="*/ 6647725 w 6933990"/>
              <a:gd name="connsiteY13" fmla="*/ 1452574 h 4139424"/>
              <a:gd name="connsiteX14" fmla="*/ 6762025 w 6933990"/>
              <a:gd name="connsiteY14" fmla="*/ 1423519 h 4139424"/>
              <a:gd name="connsiteX15" fmla="*/ 6791303 w 6933990"/>
              <a:gd name="connsiteY15" fmla="*/ 1279480 h 4139424"/>
              <a:gd name="connsiteX16" fmla="*/ 6762026 w 6933990"/>
              <a:gd name="connsiteY16" fmla="*/ 1140230 h 4139424"/>
              <a:gd name="connsiteX17" fmla="*/ 6692177 w 6933990"/>
              <a:gd name="connsiteY17" fmla="*/ 1053063 h 4139424"/>
              <a:gd name="connsiteX18" fmla="*/ 6647727 w 6933990"/>
              <a:gd name="connsiteY18" fmla="*/ 944105 h 4139424"/>
              <a:gd name="connsiteX19" fmla="*/ 6628677 w 6933990"/>
              <a:gd name="connsiteY19" fmla="*/ 777035 h 4139424"/>
              <a:gd name="connsiteX20" fmla="*/ 6774726 w 6933990"/>
              <a:gd name="connsiteY20" fmla="*/ 762510 h 4139424"/>
              <a:gd name="connsiteX21" fmla="*/ 6926769 w 6933990"/>
              <a:gd name="connsiteY21" fmla="*/ 775772 h 4139424"/>
              <a:gd name="connsiteX22" fmla="*/ 6908077 w 6933990"/>
              <a:gd name="connsiteY22" fmla="*/ 1002215 h 4139424"/>
              <a:gd name="connsiteX23" fmla="*/ 6863627 w 6933990"/>
              <a:gd name="connsiteY23" fmla="*/ 1154756 h 4139424"/>
              <a:gd name="connsiteX24" fmla="*/ 6850926 w 6933990"/>
              <a:gd name="connsiteY24" fmla="*/ 1408991 h 4139424"/>
              <a:gd name="connsiteX25" fmla="*/ 6774726 w 6933990"/>
              <a:gd name="connsiteY25" fmla="*/ 1525214 h 4139424"/>
              <a:gd name="connsiteX26" fmla="*/ 6664303 w 6933990"/>
              <a:gd name="connsiteY26" fmla="*/ 1546806 h 4139424"/>
              <a:gd name="connsiteX27" fmla="*/ 6450518 w 6933990"/>
              <a:gd name="connsiteY27" fmla="*/ 1462045 h 4139424"/>
              <a:gd name="connsiteX28" fmla="*/ 6184176 w 6933990"/>
              <a:gd name="connsiteY28" fmla="*/ 1147490 h 4139424"/>
              <a:gd name="connsiteX29" fmla="*/ 5946753 w 6933990"/>
              <a:gd name="connsiteY29" fmla="*/ 1026259 h 4139424"/>
              <a:gd name="connsiteX30" fmla="*/ 5622903 w 6933990"/>
              <a:gd name="connsiteY30" fmla="*/ 1006874 h 4139424"/>
              <a:gd name="connsiteX31" fmla="*/ 5440869 w 6933990"/>
              <a:gd name="connsiteY31" fmla="*/ 1083074 h 4139424"/>
              <a:gd name="connsiteX32" fmla="*/ 5322336 w 6933990"/>
              <a:gd name="connsiteY32" fmla="*/ 1201606 h 4139424"/>
              <a:gd name="connsiteX33" fmla="*/ 5110669 w 6933990"/>
              <a:gd name="connsiteY33" fmla="*/ 1582606 h 4139424"/>
              <a:gd name="connsiteX34" fmla="*/ 4932869 w 6933990"/>
              <a:gd name="connsiteY34" fmla="*/ 1735007 h 4139424"/>
              <a:gd name="connsiteX35" fmla="*/ 4568803 w 6933990"/>
              <a:gd name="connsiteY35" fmla="*/ 1899622 h 4139424"/>
              <a:gd name="connsiteX36" fmla="*/ 3794103 w 6933990"/>
              <a:gd name="connsiteY36" fmla="*/ 1937239 h 4139424"/>
              <a:gd name="connsiteX37" fmla="*/ 2833136 w 6933990"/>
              <a:gd name="connsiteY37" fmla="*/ 2117820 h 4139424"/>
              <a:gd name="connsiteX38" fmla="*/ 1952603 w 6933990"/>
              <a:gd name="connsiteY38" fmla="*/ 2834769 h 4139424"/>
              <a:gd name="connsiteX39" fmla="*/ 1398036 w 6933990"/>
              <a:gd name="connsiteY39" fmla="*/ 3535847 h 4139424"/>
              <a:gd name="connsiteX40" fmla="*/ 624540 w 6933990"/>
              <a:gd name="connsiteY40" fmla="*/ 4102705 h 4139424"/>
              <a:gd name="connsiteX41" fmla="*/ 141937 w 6933990"/>
              <a:gd name="connsiteY41" fmla="*/ 4081934 h 4139424"/>
              <a:gd name="connsiteX42" fmla="*/ 40339 w 6933990"/>
              <a:gd name="connsiteY42" fmla="*/ 2946174 h 4139424"/>
              <a:gd name="connsiteX43" fmla="*/ 21444 w 6933990"/>
              <a:gd name="connsiteY43" fmla="*/ 2661121 h 4139424"/>
              <a:gd name="connsiteX0" fmla="*/ 21444 w 6933990"/>
              <a:gd name="connsiteY0" fmla="*/ 2661121 h 4139424"/>
              <a:gd name="connsiteX1" fmla="*/ 189921 w 6933990"/>
              <a:gd name="connsiteY1" fmla="*/ 2410723 h 4139424"/>
              <a:gd name="connsiteX2" fmla="*/ 190456 w 6933990"/>
              <a:gd name="connsiteY2" fmla="*/ 3221981 h 4139424"/>
              <a:gd name="connsiteX3" fmla="*/ 257829 w 6933990"/>
              <a:gd name="connsiteY3" fmla="*/ 3926652 h 4139424"/>
              <a:gd name="connsiteX4" fmla="*/ 1085605 w 6933990"/>
              <a:gd name="connsiteY4" fmla="*/ 3574316 h 4139424"/>
              <a:gd name="connsiteX5" fmla="*/ 1884500 w 6933990"/>
              <a:gd name="connsiteY5" fmla="*/ 2715501 h 4139424"/>
              <a:gd name="connsiteX6" fmla="*/ 2270103 w 6933990"/>
              <a:gd name="connsiteY6" fmla="*/ 21396 h 4139424"/>
              <a:gd name="connsiteX7" fmla="*/ 3442736 w 6933990"/>
              <a:gd name="connsiteY7" fmla="*/ 1464073 h 4139424"/>
              <a:gd name="connsiteX8" fmla="*/ 4839736 w 6933990"/>
              <a:gd name="connsiteY8" fmla="*/ 1658807 h 4139424"/>
              <a:gd name="connsiteX9" fmla="*/ 5339269 w 6933990"/>
              <a:gd name="connsiteY9" fmla="*/ 1023807 h 4139424"/>
              <a:gd name="connsiteX10" fmla="*/ 5904420 w 6933990"/>
              <a:gd name="connsiteY10" fmla="*/ 922253 h 4139424"/>
              <a:gd name="connsiteX11" fmla="*/ 6334103 w 6933990"/>
              <a:gd name="connsiteY11" fmla="*/ 1177787 h 4139424"/>
              <a:gd name="connsiteX12" fmla="*/ 6495325 w 6933990"/>
              <a:gd name="connsiteY12" fmla="*/ 1372672 h 4139424"/>
              <a:gd name="connsiteX13" fmla="*/ 6647725 w 6933990"/>
              <a:gd name="connsiteY13" fmla="*/ 1452574 h 4139424"/>
              <a:gd name="connsiteX14" fmla="*/ 6762025 w 6933990"/>
              <a:gd name="connsiteY14" fmla="*/ 1423519 h 4139424"/>
              <a:gd name="connsiteX15" fmla="*/ 6791303 w 6933990"/>
              <a:gd name="connsiteY15" fmla="*/ 1279480 h 4139424"/>
              <a:gd name="connsiteX16" fmla="*/ 6762026 w 6933990"/>
              <a:gd name="connsiteY16" fmla="*/ 1140230 h 4139424"/>
              <a:gd name="connsiteX17" fmla="*/ 6692177 w 6933990"/>
              <a:gd name="connsiteY17" fmla="*/ 1053063 h 4139424"/>
              <a:gd name="connsiteX18" fmla="*/ 6647727 w 6933990"/>
              <a:gd name="connsiteY18" fmla="*/ 944105 h 4139424"/>
              <a:gd name="connsiteX19" fmla="*/ 6628677 w 6933990"/>
              <a:gd name="connsiteY19" fmla="*/ 777035 h 4139424"/>
              <a:gd name="connsiteX20" fmla="*/ 6774726 w 6933990"/>
              <a:gd name="connsiteY20" fmla="*/ 762510 h 4139424"/>
              <a:gd name="connsiteX21" fmla="*/ 6926769 w 6933990"/>
              <a:gd name="connsiteY21" fmla="*/ 775772 h 4139424"/>
              <a:gd name="connsiteX22" fmla="*/ 6908077 w 6933990"/>
              <a:gd name="connsiteY22" fmla="*/ 1002215 h 4139424"/>
              <a:gd name="connsiteX23" fmla="*/ 6863627 w 6933990"/>
              <a:gd name="connsiteY23" fmla="*/ 1154756 h 4139424"/>
              <a:gd name="connsiteX24" fmla="*/ 6850926 w 6933990"/>
              <a:gd name="connsiteY24" fmla="*/ 1408991 h 4139424"/>
              <a:gd name="connsiteX25" fmla="*/ 6774726 w 6933990"/>
              <a:gd name="connsiteY25" fmla="*/ 1525214 h 4139424"/>
              <a:gd name="connsiteX26" fmla="*/ 6664303 w 6933990"/>
              <a:gd name="connsiteY26" fmla="*/ 1546806 h 4139424"/>
              <a:gd name="connsiteX27" fmla="*/ 6450518 w 6933990"/>
              <a:gd name="connsiteY27" fmla="*/ 1462045 h 4139424"/>
              <a:gd name="connsiteX28" fmla="*/ 6184176 w 6933990"/>
              <a:gd name="connsiteY28" fmla="*/ 1147490 h 4139424"/>
              <a:gd name="connsiteX29" fmla="*/ 5946753 w 6933990"/>
              <a:gd name="connsiteY29" fmla="*/ 1026259 h 4139424"/>
              <a:gd name="connsiteX30" fmla="*/ 5622903 w 6933990"/>
              <a:gd name="connsiteY30" fmla="*/ 1006874 h 4139424"/>
              <a:gd name="connsiteX31" fmla="*/ 5440869 w 6933990"/>
              <a:gd name="connsiteY31" fmla="*/ 1083074 h 4139424"/>
              <a:gd name="connsiteX32" fmla="*/ 5322336 w 6933990"/>
              <a:gd name="connsiteY32" fmla="*/ 1201606 h 4139424"/>
              <a:gd name="connsiteX33" fmla="*/ 5110669 w 6933990"/>
              <a:gd name="connsiteY33" fmla="*/ 1582606 h 4139424"/>
              <a:gd name="connsiteX34" fmla="*/ 4932869 w 6933990"/>
              <a:gd name="connsiteY34" fmla="*/ 1735007 h 4139424"/>
              <a:gd name="connsiteX35" fmla="*/ 4568803 w 6933990"/>
              <a:gd name="connsiteY35" fmla="*/ 1899622 h 4139424"/>
              <a:gd name="connsiteX36" fmla="*/ 3794103 w 6933990"/>
              <a:gd name="connsiteY36" fmla="*/ 1937239 h 4139424"/>
              <a:gd name="connsiteX37" fmla="*/ 2833136 w 6933990"/>
              <a:gd name="connsiteY37" fmla="*/ 2117820 h 4139424"/>
              <a:gd name="connsiteX38" fmla="*/ 1952603 w 6933990"/>
              <a:gd name="connsiteY38" fmla="*/ 2834769 h 4139424"/>
              <a:gd name="connsiteX39" fmla="*/ 1398036 w 6933990"/>
              <a:gd name="connsiteY39" fmla="*/ 3535847 h 4139424"/>
              <a:gd name="connsiteX40" fmla="*/ 624540 w 6933990"/>
              <a:gd name="connsiteY40" fmla="*/ 4102705 h 4139424"/>
              <a:gd name="connsiteX41" fmla="*/ 141937 w 6933990"/>
              <a:gd name="connsiteY41" fmla="*/ 4081934 h 4139424"/>
              <a:gd name="connsiteX42" fmla="*/ 40339 w 6933990"/>
              <a:gd name="connsiteY42" fmla="*/ 2946174 h 4139424"/>
              <a:gd name="connsiteX43" fmla="*/ 21444 w 6933990"/>
              <a:gd name="connsiteY43" fmla="*/ 2661121 h 4139424"/>
              <a:gd name="connsiteX0" fmla="*/ 21444 w 6933990"/>
              <a:gd name="connsiteY0" fmla="*/ 2661121 h 4139424"/>
              <a:gd name="connsiteX1" fmla="*/ 189921 w 6933990"/>
              <a:gd name="connsiteY1" fmla="*/ 2410723 h 4139424"/>
              <a:gd name="connsiteX2" fmla="*/ 190456 w 6933990"/>
              <a:gd name="connsiteY2" fmla="*/ 3221981 h 4139424"/>
              <a:gd name="connsiteX3" fmla="*/ 257829 w 6933990"/>
              <a:gd name="connsiteY3" fmla="*/ 3926652 h 4139424"/>
              <a:gd name="connsiteX4" fmla="*/ 1085605 w 6933990"/>
              <a:gd name="connsiteY4" fmla="*/ 3574316 h 4139424"/>
              <a:gd name="connsiteX5" fmla="*/ 1884500 w 6933990"/>
              <a:gd name="connsiteY5" fmla="*/ 2715501 h 4139424"/>
              <a:gd name="connsiteX6" fmla="*/ 2270103 w 6933990"/>
              <a:gd name="connsiteY6" fmla="*/ 21396 h 4139424"/>
              <a:gd name="connsiteX7" fmla="*/ 3442736 w 6933990"/>
              <a:gd name="connsiteY7" fmla="*/ 1464073 h 4139424"/>
              <a:gd name="connsiteX8" fmla="*/ 4839736 w 6933990"/>
              <a:gd name="connsiteY8" fmla="*/ 1658807 h 4139424"/>
              <a:gd name="connsiteX9" fmla="*/ 5339269 w 6933990"/>
              <a:gd name="connsiteY9" fmla="*/ 1023807 h 4139424"/>
              <a:gd name="connsiteX10" fmla="*/ 5904420 w 6933990"/>
              <a:gd name="connsiteY10" fmla="*/ 922253 h 4139424"/>
              <a:gd name="connsiteX11" fmla="*/ 6334103 w 6933990"/>
              <a:gd name="connsiteY11" fmla="*/ 1177787 h 4139424"/>
              <a:gd name="connsiteX12" fmla="*/ 6495325 w 6933990"/>
              <a:gd name="connsiteY12" fmla="*/ 1372672 h 4139424"/>
              <a:gd name="connsiteX13" fmla="*/ 6647725 w 6933990"/>
              <a:gd name="connsiteY13" fmla="*/ 1452574 h 4139424"/>
              <a:gd name="connsiteX14" fmla="*/ 6762025 w 6933990"/>
              <a:gd name="connsiteY14" fmla="*/ 1423519 h 4139424"/>
              <a:gd name="connsiteX15" fmla="*/ 6791303 w 6933990"/>
              <a:gd name="connsiteY15" fmla="*/ 1279480 h 4139424"/>
              <a:gd name="connsiteX16" fmla="*/ 6762026 w 6933990"/>
              <a:gd name="connsiteY16" fmla="*/ 1140230 h 4139424"/>
              <a:gd name="connsiteX17" fmla="*/ 6692177 w 6933990"/>
              <a:gd name="connsiteY17" fmla="*/ 1053063 h 4139424"/>
              <a:gd name="connsiteX18" fmla="*/ 6647727 w 6933990"/>
              <a:gd name="connsiteY18" fmla="*/ 944105 h 4139424"/>
              <a:gd name="connsiteX19" fmla="*/ 6628677 w 6933990"/>
              <a:gd name="connsiteY19" fmla="*/ 777035 h 4139424"/>
              <a:gd name="connsiteX20" fmla="*/ 6774726 w 6933990"/>
              <a:gd name="connsiteY20" fmla="*/ 762510 h 4139424"/>
              <a:gd name="connsiteX21" fmla="*/ 6926769 w 6933990"/>
              <a:gd name="connsiteY21" fmla="*/ 775772 h 4139424"/>
              <a:gd name="connsiteX22" fmla="*/ 6908077 w 6933990"/>
              <a:gd name="connsiteY22" fmla="*/ 1002215 h 4139424"/>
              <a:gd name="connsiteX23" fmla="*/ 6863627 w 6933990"/>
              <a:gd name="connsiteY23" fmla="*/ 1154756 h 4139424"/>
              <a:gd name="connsiteX24" fmla="*/ 6850926 w 6933990"/>
              <a:gd name="connsiteY24" fmla="*/ 1408991 h 4139424"/>
              <a:gd name="connsiteX25" fmla="*/ 6774726 w 6933990"/>
              <a:gd name="connsiteY25" fmla="*/ 1525214 h 4139424"/>
              <a:gd name="connsiteX26" fmla="*/ 6664303 w 6933990"/>
              <a:gd name="connsiteY26" fmla="*/ 1546806 h 4139424"/>
              <a:gd name="connsiteX27" fmla="*/ 6450518 w 6933990"/>
              <a:gd name="connsiteY27" fmla="*/ 1462045 h 4139424"/>
              <a:gd name="connsiteX28" fmla="*/ 6184176 w 6933990"/>
              <a:gd name="connsiteY28" fmla="*/ 1147490 h 4139424"/>
              <a:gd name="connsiteX29" fmla="*/ 5946753 w 6933990"/>
              <a:gd name="connsiteY29" fmla="*/ 1026259 h 4139424"/>
              <a:gd name="connsiteX30" fmla="*/ 5622903 w 6933990"/>
              <a:gd name="connsiteY30" fmla="*/ 1006874 h 4139424"/>
              <a:gd name="connsiteX31" fmla="*/ 5440869 w 6933990"/>
              <a:gd name="connsiteY31" fmla="*/ 1083074 h 4139424"/>
              <a:gd name="connsiteX32" fmla="*/ 5322336 w 6933990"/>
              <a:gd name="connsiteY32" fmla="*/ 1201606 h 4139424"/>
              <a:gd name="connsiteX33" fmla="*/ 5110669 w 6933990"/>
              <a:gd name="connsiteY33" fmla="*/ 1582606 h 4139424"/>
              <a:gd name="connsiteX34" fmla="*/ 4932869 w 6933990"/>
              <a:gd name="connsiteY34" fmla="*/ 1735007 h 4139424"/>
              <a:gd name="connsiteX35" fmla="*/ 4568803 w 6933990"/>
              <a:gd name="connsiteY35" fmla="*/ 1899622 h 4139424"/>
              <a:gd name="connsiteX36" fmla="*/ 3794103 w 6933990"/>
              <a:gd name="connsiteY36" fmla="*/ 1937239 h 4139424"/>
              <a:gd name="connsiteX37" fmla="*/ 2833136 w 6933990"/>
              <a:gd name="connsiteY37" fmla="*/ 2117820 h 4139424"/>
              <a:gd name="connsiteX38" fmla="*/ 1952603 w 6933990"/>
              <a:gd name="connsiteY38" fmla="*/ 2834769 h 4139424"/>
              <a:gd name="connsiteX39" fmla="*/ 1398036 w 6933990"/>
              <a:gd name="connsiteY39" fmla="*/ 3535847 h 4139424"/>
              <a:gd name="connsiteX40" fmla="*/ 624540 w 6933990"/>
              <a:gd name="connsiteY40" fmla="*/ 4102705 h 4139424"/>
              <a:gd name="connsiteX41" fmla="*/ 141937 w 6933990"/>
              <a:gd name="connsiteY41" fmla="*/ 4081934 h 4139424"/>
              <a:gd name="connsiteX42" fmla="*/ 40339 w 6933990"/>
              <a:gd name="connsiteY42" fmla="*/ 2946174 h 4139424"/>
              <a:gd name="connsiteX43" fmla="*/ 21444 w 6933990"/>
              <a:gd name="connsiteY43" fmla="*/ 2661121 h 4139424"/>
              <a:gd name="connsiteX0" fmla="*/ 21444 w 6933990"/>
              <a:gd name="connsiteY0" fmla="*/ 2661121 h 4139424"/>
              <a:gd name="connsiteX1" fmla="*/ 189921 w 6933990"/>
              <a:gd name="connsiteY1" fmla="*/ 2410723 h 4139424"/>
              <a:gd name="connsiteX2" fmla="*/ 190456 w 6933990"/>
              <a:gd name="connsiteY2" fmla="*/ 3221981 h 4139424"/>
              <a:gd name="connsiteX3" fmla="*/ 257829 w 6933990"/>
              <a:gd name="connsiteY3" fmla="*/ 3926652 h 4139424"/>
              <a:gd name="connsiteX4" fmla="*/ 1085605 w 6933990"/>
              <a:gd name="connsiteY4" fmla="*/ 3574316 h 4139424"/>
              <a:gd name="connsiteX5" fmla="*/ 1884500 w 6933990"/>
              <a:gd name="connsiteY5" fmla="*/ 2715501 h 4139424"/>
              <a:gd name="connsiteX6" fmla="*/ 2270103 w 6933990"/>
              <a:gd name="connsiteY6" fmla="*/ 21396 h 4139424"/>
              <a:gd name="connsiteX7" fmla="*/ 3442736 w 6933990"/>
              <a:gd name="connsiteY7" fmla="*/ 1464073 h 4139424"/>
              <a:gd name="connsiteX8" fmla="*/ 4839736 w 6933990"/>
              <a:gd name="connsiteY8" fmla="*/ 1658807 h 4139424"/>
              <a:gd name="connsiteX9" fmla="*/ 5339269 w 6933990"/>
              <a:gd name="connsiteY9" fmla="*/ 1023807 h 4139424"/>
              <a:gd name="connsiteX10" fmla="*/ 5904420 w 6933990"/>
              <a:gd name="connsiteY10" fmla="*/ 922253 h 4139424"/>
              <a:gd name="connsiteX11" fmla="*/ 6334103 w 6933990"/>
              <a:gd name="connsiteY11" fmla="*/ 1177787 h 4139424"/>
              <a:gd name="connsiteX12" fmla="*/ 6495325 w 6933990"/>
              <a:gd name="connsiteY12" fmla="*/ 1372672 h 4139424"/>
              <a:gd name="connsiteX13" fmla="*/ 6647725 w 6933990"/>
              <a:gd name="connsiteY13" fmla="*/ 1452574 h 4139424"/>
              <a:gd name="connsiteX14" fmla="*/ 6762025 w 6933990"/>
              <a:gd name="connsiteY14" fmla="*/ 1423519 h 4139424"/>
              <a:gd name="connsiteX15" fmla="*/ 6791303 w 6933990"/>
              <a:gd name="connsiteY15" fmla="*/ 1279480 h 4139424"/>
              <a:gd name="connsiteX16" fmla="*/ 6762026 w 6933990"/>
              <a:gd name="connsiteY16" fmla="*/ 1140230 h 4139424"/>
              <a:gd name="connsiteX17" fmla="*/ 6692177 w 6933990"/>
              <a:gd name="connsiteY17" fmla="*/ 1053063 h 4139424"/>
              <a:gd name="connsiteX18" fmla="*/ 6647727 w 6933990"/>
              <a:gd name="connsiteY18" fmla="*/ 944105 h 4139424"/>
              <a:gd name="connsiteX19" fmla="*/ 6628677 w 6933990"/>
              <a:gd name="connsiteY19" fmla="*/ 777035 h 4139424"/>
              <a:gd name="connsiteX20" fmla="*/ 6774726 w 6933990"/>
              <a:gd name="connsiteY20" fmla="*/ 762510 h 4139424"/>
              <a:gd name="connsiteX21" fmla="*/ 6926769 w 6933990"/>
              <a:gd name="connsiteY21" fmla="*/ 775772 h 4139424"/>
              <a:gd name="connsiteX22" fmla="*/ 6908077 w 6933990"/>
              <a:gd name="connsiteY22" fmla="*/ 1002215 h 4139424"/>
              <a:gd name="connsiteX23" fmla="*/ 6863627 w 6933990"/>
              <a:gd name="connsiteY23" fmla="*/ 1154756 h 4139424"/>
              <a:gd name="connsiteX24" fmla="*/ 6850926 w 6933990"/>
              <a:gd name="connsiteY24" fmla="*/ 1408991 h 4139424"/>
              <a:gd name="connsiteX25" fmla="*/ 6774726 w 6933990"/>
              <a:gd name="connsiteY25" fmla="*/ 1525214 h 4139424"/>
              <a:gd name="connsiteX26" fmla="*/ 6664303 w 6933990"/>
              <a:gd name="connsiteY26" fmla="*/ 1546806 h 4139424"/>
              <a:gd name="connsiteX27" fmla="*/ 6450518 w 6933990"/>
              <a:gd name="connsiteY27" fmla="*/ 1462045 h 4139424"/>
              <a:gd name="connsiteX28" fmla="*/ 6184176 w 6933990"/>
              <a:gd name="connsiteY28" fmla="*/ 1147490 h 4139424"/>
              <a:gd name="connsiteX29" fmla="*/ 5946753 w 6933990"/>
              <a:gd name="connsiteY29" fmla="*/ 1026259 h 4139424"/>
              <a:gd name="connsiteX30" fmla="*/ 5622903 w 6933990"/>
              <a:gd name="connsiteY30" fmla="*/ 1006874 h 4139424"/>
              <a:gd name="connsiteX31" fmla="*/ 5440869 w 6933990"/>
              <a:gd name="connsiteY31" fmla="*/ 1083074 h 4139424"/>
              <a:gd name="connsiteX32" fmla="*/ 5322336 w 6933990"/>
              <a:gd name="connsiteY32" fmla="*/ 1201606 h 4139424"/>
              <a:gd name="connsiteX33" fmla="*/ 5110669 w 6933990"/>
              <a:gd name="connsiteY33" fmla="*/ 1582606 h 4139424"/>
              <a:gd name="connsiteX34" fmla="*/ 4932869 w 6933990"/>
              <a:gd name="connsiteY34" fmla="*/ 1735007 h 4139424"/>
              <a:gd name="connsiteX35" fmla="*/ 4568803 w 6933990"/>
              <a:gd name="connsiteY35" fmla="*/ 1899622 h 4139424"/>
              <a:gd name="connsiteX36" fmla="*/ 3794103 w 6933990"/>
              <a:gd name="connsiteY36" fmla="*/ 1937239 h 4139424"/>
              <a:gd name="connsiteX37" fmla="*/ 2833136 w 6933990"/>
              <a:gd name="connsiteY37" fmla="*/ 2117820 h 4139424"/>
              <a:gd name="connsiteX38" fmla="*/ 1952603 w 6933990"/>
              <a:gd name="connsiteY38" fmla="*/ 2834769 h 4139424"/>
              <a:gd name="connsiteX39" fmla="*/ 1398036 w 6933990"/>
              <a:gd name="connsiteY39" fmla="*/ 3535847 h 4139424"/>
              <a:gd name="connsiteX40" fmla="*/ 624540 w 6933990"/>
              <a:gd name="connsiteY40" fmla="*/ 4102705 h 4139424"/>
              <a:gd name="connsiteX41" fmla="*/ 141937 w 6933990"/>
              <a:gd name="connsiteY41" fmla="*/ 4081934 h 4139424"/>
              <a:gd name="connsiteX42" fmla="*/ 40339 w 6933990"/>
              <a:gd name="connsiteY42" fmla="*/ 2946174 h 4139424"/>
              <a:gd name="connsiteX43" fmla="*/ 21444 w 6933990"/>
              <a:gd name="connsiteY43" fmla="*/ 2661121 h 4139424"/>
              <a:gd name="connsiteX0" fmla="*/ 21444 w 6933990"/>
              <a:gd name="connsiteY0" fmla="*/ 2661121 h 4139424"/>
              <a:gd name="connsiteX1" fmla="*/ 189921 w 6933990"/>
              <a:gd name="connsiteY1" fmla="*/ 2410723 h 4139424"/>
              <a:gd name="connsiteX2" fmla="*/ 190456 w 6933990"/>
              <a:gd name="connsiteY2" fmla="*/ 3221981 h 4139424"/>
              <a:gd name="connsiteX3" fmla="*/ 257829 w 6933990"/>
              <a:gd name="connsiteY3" fmla="*/ 3926652 h 4139424"/>
              <a:gd name="connsiteX4" fmla="*/ 1085605 w 6933990"/>
              <a:gd name="connsiteY4" fmla="*/ 3574316 h 4139424"/>
              <a:gd name="connsiteX5" fmla="*/ 1884500 w 6933990"/>
              <a:gd name="connsiteY5" fmla="*/ 2715501 h 4139424"/>
              <a:gd name="connsiteX6" fmla="*/ 2270103 w 6933990"/>
              <a:gd name="connsiteY6" fmla="*/ 21396 h 4139424"/>
              <a:gd name="connsiteX7" fmla="*/ 3442736 w 6933990"/>
              <a:gd name="connsiteY7" fmla="*/ 1464073 h 4139424"/>
              <a:gd name="connsiteX8" fmla="*/ 4839736 w 6933990"/>
              <a:gd name="connsiteY8" fmla="*/ 1658807 h 4139424"/>
              <a:gd name="connsiteX9" fmla="*/ 5339269 w 6933990"/>
              <a:gd name="connsiteY9" fmla="*/ 1023807 h 4139424"/>
              <a:gd name="connsiteX10" fmla="*/ 5904420 w 6933990"/>
              <a:gd name="connsiteY10" fmla="*/ 922253 h 4139424"/>
              <a:gd name="connsiteX11" fmla="*/ 6334103 w 6933990"/>
              <a:gd name="connsiteY11" fmla="*/ 1177787 h 4139424"/>
              <a:gd name="connsiteX12" fmla="*/ 6495325 w 6933990"/>
              <a:gd name="connsiteY12" fmla="*/ 1372672 h 4139424"/>
              <a:gd name="connsiteX13" fmla="*/ 6647725 w 6933990"/>
              <a:gd name="connsiteY13" fmla="*/ 1452574 h 4139424"/>
              <a:gd name="connsiteX14" fmla="*/ 6762025 w 6933990"/>
              <a:gd name="connsiteY14" fmla="*/ 1423519 h 4139424"/>
              <a:gd name="connsiteX15" fmla="*/ 6791303 w 6933990"/>
              <a:gd name="connsiteY15" fmla="*/ 1279480 h 4139424"/>
              <a:gd name="connsiteX16" fmla="*/ 6762026 w 6933990"/>
              <a:gd name="connsiteY16" fmla="*/ 1140230 h 4139424"/>
              <a:gd name="connsiteX17" fmla="*/ 6692177 w 6933990"/>
              <a:gd name="connsiteY17" fmla="*/ 1053063 h 4139424"/>
              <a:gd name="connsiteX18" fmla="*/ 6647727 w 6933990"/>
              <a:gd name="connsiteY18" fmla="*/ 944105 h 4139424"/>
              <a:gd name="connsiteX19" fmla="*/ 6628677 w 6933990"/>
              <a:gd name="connsiteY19" fmla="*/ 777035 h 4139424"/>
              <a:gd name="connsiteX20" fmla="*/ 6774726 w 6933990"/>
              <a:gd name="connsiteY20" fmla="*/ 762510 h 4139424"/>
              <a:gd name="connsiteX21" fmla="*/ 6926769 w 6933990"/>
              <a:gd name="connsiteY21" fmla="*/ 775772 h 4139424"/>
              <a:gd name="connsiteX22" fmla="*/ 6908077 w 6933990"/>
              <a:gd name="connsiteY22" fmla="*/ 1002215 h 4139424"/>
              <a:gd name="connsiteX23" fmla="*/ 6863627 w 6933990"/>
              <a:gd name="connsiteY23" fmla="*/ 1154756 h 4139424"/>
              <a:gd name="connsiteX24" fmla="*/ 6850926 w 6933990"/>
              <a:gd name="connsiteY24" fmla="*/ 1408991 h 4139424"/>
              <a:gd name="connsiteX25" fmla="*/ 6774726 w 6933990"/>
              <a:gd name="connsiteY25" fmla="*/ 1525214 h 4139424"/>
              <a:gd name="connsiteX26" fmla="*/ 6664303 w 6933990"/>
              <a:gd name="connsiteY26" fmla="*/ 1546806 h 4139424"/>
              <a:gd name="connsiteX27" fmla="*/ 6450518 w 6933990"/>
              <a:gd name="connsiteY27" fmla="*/ 1462045 h 4139424"/>
              <a:gd name="connsiteX28" fmla="*/ 6184176 w 6933990"/>
              <a:gd name="connsiteY28" fmla="*/ 1147490 h 4139424"/>
              <a:gd name="connsiteX29" fmla="*/ 5946753 w 6933990"/>
              <a:gd name="connsiteY29" fmla="*/ 1026259 h 4139424"/>
              <a:gd name="connsiteX30" fmla="*/ 5622903 w 6933990"/>
              <a:gd name="connsiteY30" fmla="*/ 1006874 h 4139424"/>
              <a:gd name="connsiteX31" fmla="*/ 5440869 w 6933990"/>
              <a:gd name="connsiteY31" fmla="*/ 1083074 h 4139424"/>
              <a:gd name="connsiteX32" fmla="*/ 5322336 w 6933990"/>
              <a:gd name="connsiteY32" fmla="*/ 1201606 h 4139424"/>
              <a:gd name="connsiteX33" fmla="*/ 5110669 w 6933990"/>
              <a:gd name="connsiteY33" fmla="*/ 1582606 h 4139424"/>
              <a:gd name="connsiteX34" fmla="*/ 4932869 w 6933990"/>
              <a:gd name="connsiteY34" fmla="*/ 1735007 h 4139424"/>
              <a:gd name="connsiteX35" fmla="*/ 4568803 w 6933990"/>
              <a:gd name="connsiteY35" fmla="*/ 1899622 h 4139424"/>
              <a:gd name="connsiteX36" fmla="*/ 3794103 w 6933990"/>
              <a:gd name="connsiteY36" fmla="*/ 1937239 h 4139424"/>
              <a:gd name="connsiteX37" fmla="*/ 2833136 w 6933990"/>
              <a:gd name="connsiteY37" fmla="*/ 2117820 h 4139424"/>
              <a:gd name="connsiteX38" fmla="*/ 1952603 w 6933990"/>
              <a:gd name="connsiteY38" fmla="*/ 2834769 h 4139424"/>
              <a:gd name="connsiteX39" fmla="*/ 1398036 w 6933990"/>
              <a:gd name="connsiteY39" fmla="*/ 3535847 h 4139424"/>
              <a:gd name="connsiteX40" fmla="*/ 624540 w 6933990"/>
              <a:gd name="connsiteY40" fmla="*/ 4102705 h 4139424"/>
              <a:gd name="connsiteX41" fmla="*/ 141937 w 6933990"/>
              <a:gd name="connsiteY41" fmla="*/ 4081934 h 4139424"/>
              <a:gd name="connsiteX42" fmla="*/ 40339 w 6933990"/>
              <a:gd name="connsiteY42" fmla="*/ 2946174 h 4139424"/>
              <a:gd name="connsiteX43" fmla="*/ 21444 w 6933990"/>
              <a:gd name="connsiteY43" fmla="*/ 2661121 h 4139424"/>
              <a:gd name="connsiteX0" fmla="*/ 21444 w 6933990"/>
              <a:gd name="connsiteY0" fmla="*/ 2661121 h 4139424"/>
              <a:gd name="connsiteX1" fmla="*/ 189921 w 6933990"/>
              <a:gd name="connsiteY1" fmla="*/ 2410723 h 4139424"/>
              <a:gd name="connsiteX2" fmla="*/ 190456 w 6933990"/>
              <a:gd name="connsiteY2" fmla="*/ 3221981 h 4139424"/>
              <a:gd name="connsiteX3" fmla="*/ 257829 w 6933990"/>
              <a:gd name="connsiteY3" fmla="*/ 3926652 h 4139424"/>
              <a:gd name="connsiteX4" fmla="*/ 1085605 w 6933990"/>
              <a:gd name="connsiteY4" fmla="*/ 3574316 h 4139424"/>
              <a:gd name="connsiteX5" fmla="*/ 1884500 w 6933990"/>
              <a:gd name="connsiteY5" fmla="*/ 2715501 h 4139424"/>
              <a:gd name="connsiteX6" fmla="*/ 2270103 w 6933990"/>
              <a:gd name="connsiteY6" fmla="*/ 21396 h 4139424"/>
              <a:gd name="connsiteX7" fmla="*/ 3442736 w 6933990"/>
              <a:gd name="connsiteY7" fmla="*/ 1464073 h 4139424"/>
              <a:gd name="connsiteX8" fmla="*/ 4839736 w 6933990"/>
              <a:gd name="connsiteY8" fmla="*/ 1658807 h 4139424"/>
              <a:gd name="connsiteX9" fmla="*/ 5339269 w 6933990"/>
              <a:gd name="connsiteY9" fmla="*/ 1023807 h 4139424"/>
              <a:gd name="connsiteX10" fmla="*/ 5904420 w 6933990"/>
              <a:gd name="connsiteY10" fmla="*/ 922253 h 4139424"/>
              <a:gd name="connsiteX11" fmla="*/ 6334103 w 6933990"/>
              <a:gd name="connsiteY11" fmla="*/ 1177787 h 4139424"/>
              <a:gd name="connsiteX12" fmla="*/ 6495325 w 6933990"/>
              <a:gd name="connsiteY12" fmla="*/ 1372672 h 4139424"/>
              <a:gd name="connsiteX13" fmla="*/ 6647725 w 6933990"/>
              <a:gd name="connsiteY13" fmla="*/ 1452574 h 4139424"/>
              <a:gd name="connsiteX14" fmla="*/ 6762025 w 6933990"/>
              <a:gd name="connsiteY14" fmla="*/ 1423519 h 4139424"/>
              <a:gd name="connsiteX15" fmla="*/ 6791303 w 6933990"/>
              <a:gd name="connsiteY15" fmla="*/ 1279480 h 4139424"/>
              <a:gd name="connsiteX16" fmla="*/ 6762026 w 6933990"/>
              <a:gd name="connsiteY16" fmla="*/ 1140230 h 4139424"/>
              <a:gd name="connsiteX17" fmla="*/ 6692177 w 6933990"/>
              <a:gd name="connsiteY17" fmla="*/ 1053063 h 4139424"/>
              <a:gd name="connsiteX18" fmla="*/ 6647727 w 6933990"/>
              <a:gd name="connsiteY18" fmla="*/ 944105 h 4139424"/>
              <a:gd name="connsiteX19" fmla="*/ 6628677 w 6933990"/>
              <a:gd name="connsiteY19" fmla="*/ 777035 h 4139424"/>
              <a:gd name="connsiteX20" fmla="*/ 6774726 w 6933990"/>
              <a:gd name="connsiteY20" fmla="*/ 762510 h 4139424"/>
              <a:gd name="connsiteX21" fmla="*/ 6926769 w 6933990"/>
              <a:gd name="connsiteY21" fmla="*/ 775772 h 4139424"/>
              <a:gd name="connsiteX22" fmla="*/ 6908077 w 6933990"/>
              <a:gd name="connsiteY22" fmla="*/ 1002215 h 4139424"/>
              <a:gd name="connsiteX23" fmla="*/ 6863627 w 6933990"/>
              <a:gd name="connsiteY23" fmla="*/ 1154756 h 4139424"/>
              <a:gd name="connsiteX24" fmla="*/ 6850926 w 6933990"/>
              <a:gd name="connsiteY24" fmla="*/ 1408991 h 4139424"/>
              <a:gd name="connsiteX25" fmla="*/ 6774726 w 6933990"/>
              <a:gd name="connsiteY25" fmla="*/ 1525214 h 4139424"/>
              <a:gd name="connsiteX26" fmla="*/ 6664303 w 6933990"/>
              <a:gd name="connsiteY26" fmla="*/ 1546806 h 4139424"/>
              <a:gd name="connsiteX27" fmla="*/ 6450518 w 6933990"/>
              <a:gd name="connsiteY27" fmla="*/ 1462045 h 4139424"/>
              <a:gd name="connsiteX28" fmla="*/ 6184176 w 6933990"/>
              <a:gd name="connsiteY28" fmla="*/ 1147490 h 4139424"/>
              <a:gd name="connsiteX29" fmla="*/ 5946753 w 6933990"/>
              <a:gd name="connsiteY29" fmla="*/ 1026259 h 4139424"/>
              <a:gd name="connsiteX30" fmla="*/ 5622903 w 6933990"/>
              <a:gd name="connsiteY30" fmla="*/ 1006874 h 4139424"/>
              <a:gd name="connsiteX31" fmla="*/ 5440869 w 6933990"/>
              <a:gd name="connsiteY31" fmla="*/ 1083074 h 4139424"/>
              <a:gd name="connsiteX32" fmla="*/ 5322336 w 6933990"/>
              <a:gd name="connsiteY32" fmla="*/ 1201606 h 4139424"/>
              <a:gd name="connsiteX33" fmla="*/ 5110669 w 6933990"/>
              <a:gd name="connsiteY33" fmla="*/ 1582606 h 4139424"/>
              <a:gd name="connsiteX34" fmla="*/ 4932869 w 6933990"/>
              <a:gd name="connsiteY34" fmla="*/ 1735007 h 4139424"/>
              <a:gd name="connsiteX35" fmla="*/ 4568803 w 6933990"/>
              <a:gd name="connsiteY35" fmla="*/ 1899622 h 4139424"/>
              <a:gd name="connsiteX36" fmla="*/ 3794103 w 6933990"/>
              <a:gd name="connsiteY36" fmla="*/ 1937239 h 4139424"/>
              <a:gd name="connsiteX37" fmla="*/ 2833136 w 6933990"/>
              <a:gd name="connsiteY37" fmla="*/ 2117820 h 4139424"/>
              <a:gd name="connsiteX38" fmla="*/ 1952603 w 6933990"/>
              <a:gd name="connsiteY38" fmla="*/ 2834769 h 4139424"/>
              <a:gd name="connsiteX39" fmla="*/ 1398036 w 6933990"/>
              <a:gd name="connsiteY39" fmla="*/ 3535847 h 4139424"/>
              <a:gd name="connsiteX40" fmla="*/ 624540 w 6933990"/>
              <a:gd name="connsiteY40" fmla="*/ 4102705 h 4139424"/>
              <a:gd name="connsiteX41" fmla="*/ 141937 w 6933990"/>
              <a:gd name="connsiteY41" fmla="*/ 4081934 h 4139424"/>
              <a:gd name="connsiteX42" fmla="*/ 40339 w 6933990"/>
              <a:gd name="connsiteY42" fmla="*/ 2946174 h 4139424"/>
              <a:gd name="connsiteX43" fmla="*/ 21444 w 6933990"/>
              <a:gd name="connsiteY43" fmla="*/ 2661121 h 4139424"/>
              <a:gd name="connsiteX0" fmla="*/ 21444 w 6933990"/>
              <a:gd name="connsiteY0" fmla="*/ 2661121 h 4139424"/>
              <a:gd name="connsiteX1" fmla="*/ 189921 w 6933990"/>
              <a:gd name="connsiteY1" fmla="*/ 2410723 h 4139424"/>
              <a:gd name="connsiteX2" fmla="*/ 190456 w 6933990"/>
              <a:gd name="connsiteY2" fmla="*/ 3221981 h 4139424"/>
              <a:gd name="connsiteX3" fmla="*/ 257829 w 6933990"/>
              <a:gd name="connsiteY3" fmla="*/ 3926652 h 4139424"/>
              <a:gd name="connsiteX4" fmla="*/ 1085605 w 6933990"/>
              <a:gd name="connsiteY4" fmla="*/ 3574316 h 4139424"/>
              <a:gd name="connsiteX5" fmla="*/ 1884500 w 6933990"/>
              <a:gd name="connsiteY5" fmla="*/ 2715501 h 4139424"/>
              <a:gd name="connsiteX6" fmla="*/ 2270103 w 6933990"/>
              <a:gd name="connsiteY6" fmla="*/ 21396 h 4139424"/>
              <a:gd name="connsiteX7" fmla="*/ 3442736 w 6933990"/>
              <a:gd name="connsiteY7" fmla="*/ 1464073 h 4139424"/>
              <a:gd name="connsiteX8" fmla="*/ 4839736 w 6933990"/>
              <a:gd name="connsiteY8" fmla="*/ 1658807 h 4139424"/>
              <a:gd name="connsiteX9" fmla="*/ 5339269 w 6933990"/>
              <a:gd name="connsiteY9" fmla="*/ 1023807 h 4139424"/>
              <a:gd name="connsiteX10" fmla="*/ 5904420 w 6933990"/>
              <a:gd name="connsiteY10" fmla="*/ 922253 h 4139424"/>
              <a:gd name="connsiteX11" fmla="*/ 6334103 w 6933990"/>
              <a:gd name="connsiteY11" fmla="*/ 1177787 h 4139424"/>
              <a:gd name="connsiteX12" fmla="*/ 6495325 w 6933990"/>
              <a:gd name="connsiteY12" fmla="*/ 1372672 h 4139424"/>
              <a:gd name="connsiteX13" fmla="*/ 6647725 w 6933990"/>
              <a:gd name="connsiteY13" fmla="*/ 1452574 h 4139424"/>
              <a:gd name="connsiteX14" fmla="*/ 6762025 w 6933990"/>
              <a:gd name="connsiteY14" fmla="*/ 1423519 h 4139424"/>
              <a:gd name="connsiteX15" fmla="*/ 6791303 w 6933990"/>
              <a:gd name="connsiteY15" fmla="*/ 1279480 h 4139424"/>
              <a:gd name="connsiteX16" fmla="*/ 6762026 w 6933990"/>
              <a:gd name="connsiteY16" fmla="*/ 1140230 h 4139424"/>
              <a:gd name="connsiteX17" fmla="*/ 6692177 w 6933990"/>
              <a:gd name="connsiteY17" fmla="*/ 1053063 h 4139424"/>
              <a:gd name="connsiteX18" fmla="*/ 6647727 w 6933990"/>
              <a:gd name="connsiteY18" fmla="*/ 944105 h 4139424"/>
              <a:gd name="connsiteX19" fmla="*/ 6628677 w 6933990"/>
              <a:gd name="connsiteY19" fmla="*/ 777035 h 4139424"/>
              <a:gd name="connsiteX20" fmla="*/ 6774726 w 6933990"/>
              <a:gd name="connsiteY20" fmla="*/ 762510 h 4139424"/>
              <a:gd name="connsiteX21" fmla="*/ 6926769 w 6933990"/>
              <a:gd name="connsiteY21" fmla="*/ 775772 h 4139424"/>
              <a:gd name="connsiteX22" fmla="*/ 6908077 w 6933990"/>
              <a:gd name="connsiteY22" fmla="*/ 1002215 h 4139424"/>
              <a:gd name="connsiteX23" fmla="*/ 6863627 w 6933990"/>
              <a:gd name="connsiteY23" fmla="*/ 1154756 h 4139424"/>
              <a:gd name="connsiteX24" fmla="*/ 6850926 w 6933990"/>
              <a:gd name="connsiteY24" fmla="*/ 1408991 h 4139424"/>
              <a:gd name="connsiteX25" fmla="*/ 6774726 w 6933990"/>
              <a:gd name="connsiteY25" fmla="*/ 1525214 h 4139424"/>
              <a:gd name="connsiteX26" fmla="*/ 6664303 w 6933990"/>
              <a:gd name="connsiteY26" fmla="*/ 1546806 h 4139424"/>
              <a:gd name="connsiteX27" fmla="*/ 6450518 w 6933990"/>
              <a:gd name="connsiteY27" fmla="*/ 1462045 h 4139424"/>
              <a:gd name="connsiteX28" fmla="*/ 6184176 w 6933990"/>
              <a:gd name="connsiteY28" fmla="*/ 1147490 h 4139424"/>
              <a:gd name="connsiteX29" fmla="*/ 5946753 w 6933990"/>
              <a:gd name="connsiteY29" fmla="*/ 1026259 h 4139424"/>
              <a:gd name="connsiteX30" fmla="*/ 5622903 w 6933990"/>
              <a:gd name="connsiteY30" fmla="*/ 1006874 h 4139424"/>
              <a:gd name="connsiteX31" fmla="*/ 5440869 w 6933990"/>
              <a:gd name="connsiteY31" fmla="*/ 1083074 h 4139424"/>
              <a:gd name="connsiteX32" fmla="*/ 5322336 w 6933990"/>
              <a:gd name="connsiteY32" fmla="*/ 1201606 h 4139424"/>
              <a:gd name="connsiteX33" fmla="*/ 5110669 w 6933990"/>
              <a:gd name="connsiteY33" fmla="*/ 1582606 h 4139424"/>
              <a:gd name="connsiteX34" fmla="*/ 4932869 w 6933990"/>
              <a:gd name="connsiteY34" fmla="*/ 1735007 h 4139424"/>
              <a:gd name="connsiteX35" fmla="*/ 4568803 w 6933990"/>
              <a:gd name="connsiteY35" fmla="*/ 1899622 h 4139424"/>
              <a:gd name="connsiteX36" fmla="*/ 3794103 w 6933990"/>
              <a:gd name="connsiteY36" fmla="*/ 1937239 h 4139424"/>
              <a:gd name="connsiteX37" fmla="*/ 2833136 w 6933990"/>
              <a:gd name="connsiteY37" fmla="*/ 2117820 h 4139424"/>
              <a:gd name="connsiteX38" fmla="*/ 1952603 w 6933990"/>
              <a:gd name="connsiteY38" fmla="*/ 2834769 h 4139424"/>
              <a:gd name="connsiteX39" fmla="*/ 1398036 w 6933990"/>
              <a:gd name="connsiteY39" fmla="*/ 3535847 h 4139424"/>
              <a:gd name="connsiteX40" fmla="*/ 624540 w 6933990"/>
              <a:gd name="connsiteY40" fmla="*/ 4102705 h 4139424"/>
              <a:gd name="connsiteX41" fmla="*/ 141937 w 6933990"/>
              <a:gd name="connsiteY41" fmla="*/ 4081934 h 4139424"/>
              <a:gd name="connsiteX42" fmla="*/ 40339 w 6933990"/>
              <a:gd name="connsiteY42" fmla="*/ 2946174 h 4139424"/>
              <a:gd name="connsiteX43" fmla="*/ 21444 w 6933990"/>
              <a:gd name="connsiteY43" fmla="*/ 2661121 h 4139424"/>
              <a:gd name="connsiteX0" fmla="*/ 21444 w 6933990"/>
              <a:gd name="connsiteY0" fmla="*/ 2661121 h 4082491"/>
              <a:gd name="connsiteX1" fmla="*/ 189921 w 6933990"/>
              <a:gd name="connsiteY1" fmla="*/ 2410723 h 4082491"/>
              <a:gd name="connsiteX2" fmla="*/ 190456 w 6933990"/>
              <a:gd name="connsiteY2" fmla="*/ 3221981 h 4082491"/>
              <a:gd name="connsiteX3" fmla="*/ 257829 w 6933990"/>
              <a:gd name="connsiteY3" fmla="*/ 3926652 h 4082491"/>
              <a:gd name="connsiteX4" fmla="*/ 1085605 w 6933990"/>
              <a:gd name="connsiteY4" fmla="*/ 3574316 h 4082491"/>
              <a:gd name="connsiteX5" fmla="*/ 1884500 w 6933990"/>
              <a:gd name="connsiteY5" fmla="*/ 2715501 h 4082491"/>
              <a:gd name="connsiteX6" fmla="*/ 2270103 w 6933990"/>
              <a:gd name="connsiteY6" fmla="*/ 21396 h 4082491"/>
              <a:gd name="connsiteX7" fmla="*/ 3442736 w 6933990"/>
              <a:gd name="connsiteY7" fmla="*/ 1464073 h 4082491"/>
              <a:gd name="connsiteX8" fmla="*/ 4839736 w 6933990"/>
              <a:gd name="connsiteY8" fmla="*/ 1658807 h 4082491"/>
              <a:gd name="connsiteX9" fmla="*/ 5339269 w 6933990"/>
              <a:gd name="connsiteY9" fmla="*/ 1023807 h 4082491"/>
              <a:gd name="connsiteX10" fmla="*/ 5904420 w 6933990"/>
              <a:gd name="connsiteY10" fmla="*/ 922253 h 4082491"/>
              <a:gd name="connsiteX11" fmla="*/ 6334103 w 6933990"/>
              <a:gd name="connsiteY11" fmla="*/ 1177787 h 4082491"/>
              <a:gd name="connsiteX12" fmla="*/ 6495325 w 6933990"/>
              <a:gd name="connsiteY12" fmla="*/ 1372672 h 4082491"/>
              <a:gd name="connsiteX13" fmla="*/ 6647725 w 6933990"/>
              <a:gd name="connsiteY13" fmla="*/ 1452574 h 4082491"/>
              <a:gd name="connsiteX14" fmla="*/ 6762025 w 6933990"/>
              <a:gd name="connsiteY14" fmla="*/ 1423519 h 4082491"/>
              <a:gd name="connsiteX15" fmla="*/ 6791303 w 6933990"/>
              <a:gd name="connsiteY15" fmla="*/ 1279480 h 4082491"/>
              <a:gd name="connsiteX16" fmla="*/ 6762026 w 6933990"/>
              <a:gd name="connsiteY16" fmla="*/ 1140230 h 4082491"/>
              <a:gd name="connsiteX17" fmla="*/ 6692177 w 6933990"/>
              <a:gd name="connsiteY17" fmla="*/ 1053063 h 4082491"/>
              <a:gd name="connsiteX18" fmla="*/ 6647727 w 6933990"/>
              <a:gd name="connsiteY18" fmla="*/ 944105 h 4082491"/>
              <a:gd name="connsiteX19" fmla="*/ 6628677 w 6933990"/>
              <a:gd name="connsiteY19" fmla="*/ 777035 h 4082491"/>
              <a:gd name="connsiteX20" fmla="*/ 6774726 w 6933990"/>
              <a:gd name="connsiteY20" fmla="*/ 762510 h 4082491"/>
              <a:gd name="connsiteX21" fmla="*/ 6926769 w 6933990"/>
              <a:gd name="connsiteY21" fmla="*/ 775772 h 4082491"/>
              <a:gd name="connsiteX22" fmla="*/ 6908077 w 6933990"/>
              <a:gd name="connsiteY22" fmla="*/ 1002215 h 4082491"/>
              <a:gd name="connsiteX23" fmla="*/ 6863627 w 6933990"/>
              <a:gd name="connsiteY23" fmla="*/ 1154756 h 4082491"/>
              <a:gd name="connsiteX24" fmla="*/ 6850926 w 6933990"/>
              <a:gd name="connsiteY24" fmla="*/ 1408991 h 4082491"/>
              <a:gd name="connsiteX25" fmla="*/ 6774726 w 6933990"/>
              <a:gd name="connsiteY25" fmla="*/ 1525214 h 4082491"/>
              <a:gd name="connsiteX26" fmla="*/ 6664303 w 6933990"/>
              <a:gd name="connsiteY26" fmla="*/ 1546806 h 4082491"/>
              <a:gd name="connsiteX27" fmla="*/ 6450518 w 6933990"/>
              <a:gd name="connsiteY27" fmla="*/ 1462045 h 4082491"/>
              <a:gd name="connsiteX28" fmla="*/ 6184176 w 6933990"/>
              <a:gd name="connsiteY28" fmla="*/ 1147490 h 4082491"/>
              <a:gd name="connsiteX29" fmla="*/ 5946753 w 6933990"/>
              <a:gd name="connsiteY29" fmla="*/ 1026259 h 4082491"/>
              <a:gd name="connsiteX30" fmla="*/ 5622903 w 6933990"/>
              <a:gd name="connsiteY30" fmla="*/ 1006874 h 4082491"/>
              <a:gd name="connsiteX31" fmla="*/ 5440869 w 6933990"/>
              <a:gd name="connsiteY31" fmla="*/ 1083074 h 4082491"/>
              <a:gd name="connsiteX32" fmla="*/ 5322336 w 6933990"/>
              <a:gd name="connsiteY32" fmla="*/ 1201606 h 4082491"/>
              <a:gd name="connsiteX33" fmla="*/ 5110669 w 6933990"/>
              <a:gd name="connsiteY33" fmla="*/ 1582606 h 4082491"/>
              <a:gd name="connsiteX34" fmla="*/ 4932869 w 6933990"/>
              <a:gd name="connsiteY34" fmla="*/ 1735007 h 4082491"/>
              <a:gd name="connsiteX35" fmla="*/ 4568803 w 6933990"/>
              <a:gd name="connsiteY35" fmla="*/ 1899622 h 4082491"/>
              <a:gd name="connsiteX36" fmla="*/ 3794103 w 6933990"/>
              <a:gd name="connsiteY36" fmla="*/ 1937239 h 4082491"/>
              <a:gd name="connsiteX37" fmla="*/ 2833136 w 6933990"/>
              <a:gd name="connsiteY37" fmla="*/ 2117820 h 4082491"/>
              <a:gd name="connsiteX38" fmla="*/ 1952603 w 6933990"/>
              <a:gd name="connsiteY38" fmla="*/ 2834769 h 4082491"/>
              <a:gd name="connsiteX39" fmla="*/ 1398036 w 6933990"/>
              <a:gd name="connsiteY39" fmla="*/ 3535847 h 4082491"/>
              <a:gd name="connsiteX40" fmla="*/ 720793 w 6933990"/>
              <a:gd name="connsiteY40" fmla="*/ 3959569 h 4082491"/>
              <a:gd name="connsiteX41" fmla="*/ 141937 w 6933990"/>
              <a:gd name="connsiteY41" fmla="*/ 4081934 h 4082491"/>
              <a:gd name="connsiteX42" fmla="*/ 40339 w 6933990"/>
              <a:gd name="connsiteY42" fmla="*/ 2946174 h 4082491"/>
              <a:gd name="connsiteX43" fmla="*/ 21444 w 6933990"/>
              <a:gd name="connsiteY43" fmla="*/ 2661121 h 4082491"/>
              <a:gd name="connsiteX0" fmla="*/ 21444 w 6933990"/>
              <a:gd name="connsiteY0" fmla="*/ 2661121 h 4082491"/>
              <a:gd name="connsiteX1" fmla="*/ 189921 w 6933990"/>
              <a:gd name="connsiteY1" fmla="*/ 2410723 h 4082491"/>
              <a:gd name="connsiteX2" fmla="*/ 190456 w 6933990"/>
              <a:gd name="connsiteY2" fmla="*/ 3221981 h 4082491"/>
              <a:gd name="connsiteX3" fmla="*/ 257829 w 6933990"/>
              <a:gd name="connsiteY3" fmla="*/ 3926652 h 4082491"/>
              <a:gd name="connsiteX4" fmla="*/ 1085605 w 6933990"/>
              <a:gd name="connsiteY4" fmla="*/ 3574316 h 4082491"/>
              <a:gd name="connsiteX5" fmla="*/ 1884500 w 6933990"/>
              <a:gd name="connsiteY5" fmla="*/ 2715501 h 4082491"/>
              <a:gd name="connsiteX6" fmla="*/ 2270103 w 6933990"/>
              <a:gd name="connsiteY6" fmla="*/ 21396 h 4082491"/>
              <a:gd name="connsiteX7" fmla="*/ 3442736 w 6933990"/>
              <a:gd name="connsiteY7" fmla="*/ 1464073 h 4082491"/>
              <a:gd name="connsiteX8" fmla="*/ 4839736 w 6933990"/>
              <a:gd name="connsiteY8" fmla="*/ 1658807 h 4082491"/>
              <a:gd name="connsiteX9" fmla="*/ 5339269 w 6933990"/>
              <a:gd name="connsiteY9" fmla="*/ 1023807 h 4082491"/>
              <a:gd name="connsiteX10" fmla="*/ 5904420 w 6933990"/>
              <a:gd name="connsiteY10" fmla="*/ 922253 h 4082491"/>
              <a:gd name="connsiteX11" fmla="*/ 6334103 w 6933990"/>
              <a:gd name="connsiteY11" fmla="*/ 1177787 h 4082491"/>
              <a:gd name="connsiteX12" fmla="*/ 6495325 w 6933990"/>
              <a:gd name="connsiteY12" fmla="*/ 1372672 h 4082491"/>
              <a:gd name="connsiteX13" fmla="*/ 6647725 w 6933990"/>
              <a:gd name="connsiteY13" fmla="*/ 1452574 h 4082491"/>
              <a:gd name="connsiteX14" fmla="*/ 6762025 w 6933990"/>
              <a:gd name="connsiteY14" fmla="*/ 1423519 h 4082491"/>
              <a:gd name="connsiteX15" fmla="*/ 6791303 w 6933990"/>
              <a:gd name="connsiteY15" fmla="*/ 1279480 h 4082491"/>
              <a:gd name="connsiteX16" fmla="*/ 6762026 w 6933990"/>
              <a:gd name="connsiteY16" fmla="*/ 1140230 h 4082491"/>
              <a:gd name="connsiteX17" fmla="*/ 6692177 w 6933990"/>
              <a:gd name="connsiteY17" fmla="*/ 1053063 h 4082491"/>
              <a:gd name="connsiteX18" fmla="*/ 6647727 w 6933990"/>
              <a:gd name="connsiteY18" fmla="*/ 944105 h 4082491"/>
              <a:gd name="connsiteX19" fmla="*/ 6628677 w 6933990"/>
              <a:gd name="connsiteY19" fmla="*/ 777035 h 4082491"/>
              <a:gd name="connsiteX20" fmla="*/ 6774726 w 6933990"/>
              <a:gd name="connsiteY20" fmla="*/ 762510 h 4082491"/>
              <a:gd name="connsiteX21" fmla="*/ 6926769 w 6933990"/>
              <a:gd name="connsiteY21" fmla="*/ 775772 h 4082491"/>
              <a:gd name="connsiteX22" fmla="*/ 6908077 w 6933990"/>
              <a:gd name="connsiteY22" fmla="*/ 1002215 h 4082491"/>
              <a:gd name="connsiteX23" fmla="*/ 6863627 w 6933990"/>
              <a:gd name="connsiteY23" fmla="*/ 1154756 h 4082491"/>
              <a:gd name="connsiteX24" fmla="*/ 6850926 w 6933990"/>
              <a:gd name="connsiteY24" fmla="*/ 1408991 h 4082491"/>
              <a:gd name="connsiteX25" fmla="*/ 6774726 w 6933990"/>
              <a:gd name="connsiteY25" fmla="*/ 1525214 h 4082491"/>
              <a:gd name="connsiteX26" fmla="*/ 6664303 w 6933990"/>
              <a:gd name="connsiteY26" fmla="*/ 1546806 h 4082491"/>
              <a:gd name="connsiteX27" fmla="*/ 6450518 w 6933990"/>
              <a:gd name="connsiteY27" fmla="*/ 1462045 h 4082491"/>
              <a:gd name="connsiteX28" fmla="*/ 6184176 w 6933990"/>
              <a:gd name="connsiteY28" fmla="*/ 1147490 h 4082491"/>
              <a:gd name="connsiteX29" fmla="*/ 5946753 w 6933990"/>
              <a:gd name="connsiteY29" fmla="*/ 1026259 h 4082491"/>
              <a:gd name="connsiteX30" fmla="*/ 5622903 w 6933990"/>
              <a:gd name="connsiteY30" fmla="*/ 1006874 h 4082491"/>
              <a:gd name="connsiteX31" fmla="*/ 5440869 w 6933990"/>
              <a:gd name="connsiteY31" fmla="*/ 1083074 h 4082491"/>
              <a:gd name="connsiteX32" fmla="*/ 5322336 w 6933990"/>
              <a:gd name="connsiteY32" fmla="*/ 1201606 h 4082491"/>
              <a:gd name="connsiteX33" fmla="*/ 5110669 w 6933990"/>
              <a:gd name="connsiteY33" fmla="*/ 1582606 h 4082491"/>
              <a:gd name="connsiteX34" fmla="*/ 4932869 w 6933990"/>
              <a:gd name="connsiteY34" fmla="*/ 1735007 h 4082491"/>
              <a:gd name="connsiteX35" fmla="*/ 4568803 w 6933990"/>
              <a:gd name="connsiteY35" fmla="*/ 1899622 h 4082491"/>
              <a:gd name="connsiteX36" fmla="*/ 3794103 w 6933990"/>
              <a:gd name="connsiteY36" fmla="*/ 1937239 h 4082491"/>
              <a:gd name="connsiteX37" fmla="*/ 2833136 w 6933990"/>
              <a:gd name="connsiteY37" fmla="*/ 2117820 h 4082491"/>
              <a:gd name="connsiteX38" fmla="*/ 1991104 w 6933990"/>
              <a:gd name="connsiteY38" fmla="*/ 3032958 h 4082491"/>
              <a:gd name="connsiteX39" fmla="*/ 1398036 w 6933990"/>
              <a:gd name="connsiteY39" fmla="*/ 3535847 h 4082491"/>
              <a:gd name="connsiteX40" fmla="*/ 720793 w 6933990"/>
              <a:gd name="connsiteY40" fmla="*/ 3959569 h 4082491"/>
              <a:gd name="connsiteX41" fmla="*/ 141937 w 6933990"/>
              <a:gd name="connsiteY41" fmla="*/ 4081934 h 4082491"/>
              <a:gd name="connsiteX42" fmla="*/ 40339 w 6933990"/>
              <a:gd name="connsiteY42" fmla="*/ 2946174 h 4082491"/>
              <a:gd name="connsiteX43" fmla="*/ 21444 w 6933990"/>
              <a:gd name="connsiteY43" fmla="*/ 2661121 h 4082491"/>
              <a:gd name="connsiteX0" fmla="*/ 21444 w 6933990"/>
              <a:gd name="connsiteY0" fmla="*/ 2661454 h 4082824"/>
              <a:gd name="connsiteX1" fmla="*/ 189921 w 6933990"/>
              <a:gd name="connsiteY1" fmla="*/ 2411056 h 4082824"/>
              <a:gd name="connsiteX2" fmla="*/ 190456 w 6933990"/>
              <a:gd name="connsiteY2" fmla="*/ 3222314 h 4082824"/>
              <a:gd name="connsiteX3" fmla="*/ 257829 w 6933990"/>
              <a:gd name="connsiteY3" fmla="*/ 3926985 h 4082824"/>
              <a:gd name="connsiteX4" fmla="*/ 1085605 w 6933990"/>
              <a:gd name="connsiteY4" fmla="*/ 3574649 h 4082824"/>
              <a:gd name="connsiteX5" fmla="*/ 1990378 w 6933990"/>
              <a:gd name="connsiteY5" fmla="*/ 2726845 h 4082824"/>
              <a:gd name="connsiteX6" fmla="*/ 2270103 w 6933990"/>
              <a:gd name="connsiteY6" fmla="*/ 21729 h 4082824"/>
              <a:gd name="connsiteX7" fmla="*/ 3442736 w 6933990"/>
              <a:gd name="connsiteY7" fmla="*/ 1464406 h 4082824"/>
              <a:gd name="connsiteX8" fmla="*/ 4839736 w 6933990"/>
              <a:gd name="connsiteY8" fmla="*/ 1659140 h 4082824"/>
              <a:gd name="connsiteX9" fmla="*/ 5339269 w 6933990"/>
              <a:gd name="connsiteY9" fmla="*/ 1024140 h 4082824"/>
              <a:gd name="connsiteX10" fmla="*/ 5904420 w 6933990"/>
              <a:gd name="connsiteY10" fmla="*/ 922586 h 4082824"/>
              <a:gd name="connsiteX11" fmla="*/ 6334103 w 6933990"/>
              <a:gd name="connsiteY11" fmla="*/ 1178120 h 4082824"/>
              <a:gd name="connsiteX12" fmla="*/ 6495325 w 6933990"/>
              <a:gd name="connsiteY12" fmla="*/ 1373005 h 4082824"/>
              <a:gd name="connsiteX13" fmla="*/ 6647725 w 6933990"/>
              <a:gd name="connsiteY13" fmla="*/ 1452907 h 4082824"/>
              <a:gd name="connsiteX14" fmla="*/ 6762025 w 6933990"/>
              <a:gd name="connsiteY14" fmla="*/ 1423852 h 4082824"/>
              <a:gd name="connsiteX15" fmla="*/ 6791303 w 6933990"/>
              <a:gd name="connsiteY15" fmla="*/ 1279813 h 4082824"/>
              <a:gd name="connsiteX16" fmla="*/ 6762026 w 6933990"/>
              <a:gd name="connsiteY16" fmla="*/ 1140563 h 4082824"/>
              <a:gd name="connsiteX17" fmla="*/ 6692177 w 6933990"/>
              <a:gd name="connsiteY17" fmla="*/ 1053396 h 4082824"/>
              <a:gd name="connsiteX18" fmla="*/ 6647727 w 6933990"/>
              <a:gd name="connsiteY18" fmla="*/ 944438 h 4082824"/>
              <a:gd name="connsiteX19" fmla="*/ 6628677 w 6933990"/>
              <a:gd name="connsiteY19" fmla="*/ 777368 h 4082824"/>
              <a:gd name="connsiteX20" fmla="*/ 6774726 w 6933990"/>
              <a:gd name="connsiteY20" fmla="*/ 762843 h 4082824"/>
              <a:gd name="connsiteX21" fmla="*/ 6926769 w 6933990"/>
              <a:gd name="connsiteY21" fmla="*/ 776105 h 4082824"/>
              <a:gd name="connsiteX22" fmla="*/ 6908077 w 6933990"/>
              <a:gd name="connsiteY22" fmla="*/ 1002548 h 4082824"/>
              <a:gd name="connsiteX23" fmla="*/ 6863627 w 6933990"/>
              <a:gd name="connsiteY23" fmla="*/ 1155089 h 4082824"/>
              <a:gd name="connsiteX24" fmla="*/ 6850926 w 6933990"/>
              <a:gd name="connsiteY24" fmla="*/ 1409324 h 4082824"/>
              <a:gd name="connsiteX25" fmla="*/ 6774726 w 6933990"/>
              <a:gd name="connsiteY25" fmla="*/ 1525547 h 4082824"/>
              <a:gd name="connsiteX26" fmla="*/ 6664303 w 6933990"/>
              <a:gd name="connsiteY26" fmla="*/ 1547139 h 4082824"/>
              <a:gd name="connsiteX27" fmla="*/ 6450518 w 6933990"/>
              <a:gd name="connsiteY27" fmla="*/ 1462378 h 4082824"/>
              <a:gd name="connsiteX28" fmla="*/ 6184176 w 6933990"/>
              <a:gd name="connsiteY28" fmla="*/ 1147823 h 4082824"/>
              <a:gd name="connsiteX29" fmla="*/ 5946753 w 6933990"/>
              <a:gd name="connsiteY29" fmla="*/ 1026592 h 4082824"/>
              <a:gd name="connsiteX30" fmla="*/ 5622903 w 6933990"/>
              <a:gd name="connsiteY30" fmla="*/ 1007207 h 4082824"/>
              <a:gd name="connsiteX31" fmla="*/ 5440869 w 6933990"/>
              <a:gd name="connsiteY31" fmla="*/ 1083407 h 4082824"/>
              <a:gd name="connsiteX32" fmla="*/ 5322336 w 6933990"/>
              <a:gd name="connsiteY32" fmla="*/ 1201939 h 4082824"/>
              <a:gd name="connsiteX33" fmla="*/ 5110669 w 6933990"/>
              <a:gd name="connsiteY33" fmla="*/ 1582939 h 4082824"/>
              <a:gd name="connsiteX34" fmla="*/ 4932869 w 6933990"/>
              <a:gd name="connsiteY34" fmla="*/ 1735340 h 4082824"/>
              <a:gd name="connsiteX35" fmla="*/ 4568803 w 6933990"/>
              <a:gd name="connsiteY35" fmla="*/ 1899955 h 4082824"/>
              <a:gd name="connsiteX36" fmla="*/ 3794103 w 6933990"/>
              <a:gd name="connsiteY36" fmla="*/ 1937572 h 4082824"/>
              <a:gd name="connsiteX37" fmla="*/ 2833136 w 6933990"/>
              <a:gd name="connsiteY37" fmla="*/ 2118153 h 4082824"/>
              <a:gd name="connsiteX38" fmla="*/ 1991104 w 6933990"/>
              <a:gd name="connsiteY38" fmla="*/ 3033291 h 4082824"/>
              <a:gd name="connsiteX39" fmla="*/ 1398036 w 6933990"/>
              <a:gd name="connsiteY39" fmla="*/ 3536180 h 4082824"/>
              <a:gd name="connsiteX40" fmla="*/ 720793 w 6933990"/>
              <a:gd name="connsiteY40" fmla="*/ 3959902 h 4082824"/>
              <a:gd name="connsiteX41" fmla="*/ 141937 w 6933990"/>
              <a:gd name="connsiteY41" fmla="*/ 4082267 h 4082824"/>
              <a:gd name="connsiteX42" fmla="*/ 40339 w 6933990"/>
              <a:gd name="connsiteY42" fmla="*/ 2946507 h 4082824"/>
              <a:gd name="connsiteX43" fmla="*/ 21444 w 6933990"/>
              <a:gd name="connsiteY43" fmla="*/ 2661454 h 4082824"/>
              <a:gd name="connsiteX0" fmla="*/ 21444 w 6933990"/>
              <a:gd name="connsiteY0" fmla="*/ 2661454 h 4082824"/>
              <a:gd name="connsiteX1" fmla="*/ 189921 w 6933990"/>
              <a:gd name="connsiteY1" fmla="*/ 2411056 h 4082824"/>
              <a:gd name="connsiteX2" fmla="*/ 190456 w 6933990"/>
              <a:gd name="connsiteY2" fmla="*/ 3222314 h 4082824"/>
              <a:gd name="connsiteX3" fmla="*/ 257829 w 6933990"/>
              <a:gd name="connsiteY3" fmla="*/ 3926985 h 4082824"/>
              <a:gd name="connsiteX4" fmla="*/ 1085605 w 6933990"/>
              <a:gd name="connsiteY4" fmla="*/ 3574649 h 4082824"/>
              <a:gd name="connsiteX5" fmla="*/ 1990378 w 6933990"/>
              <a:gd name="connsiteY5" fmla="*/ 2726845 h 4082824"/>
              <a:gd name="connsiteX6" fmla="*/ 2270103 w 6933990"/>
              <a:gd name="connsiteY6" fmla="*/ 21729 h 4082824"/>
              <a:gd name="connsiteX7" fmla="*/ 3442736 w 6933990"/>
              <a:gd name="connsiteY7" fmla="*/ 1464406 h 4082824"/>
              <a:gd name="connsiteX8" fmla="*/ 4839736 w 6933990"/>
              <a:gd name="connsiteY8" fmla="*/ 1659140 h 4082824"/>
              <a:gd name="connsiteX9" fmla="*/ 5339269 w 6933990"/>
              <a:gd name="connsiteY9" fmla="*/ 1024140 h 4082824"/>
              <a:gd name="connsiteX10" fmla="*/ 5904420 w 6933990"/>
              <a:gd name="connsiteY10" fmla="*/ 922586 h 4082824"/>
              <a:gd name="connsiteX11" fmla="*/ 6334103 w 6933990"/>
              <a:gd name="connsiteY11" fmla="*/ 1178120 h 4082824"/>
              <a:gd name="connsiteX12" fmla="*/ 6495325 w 6933990"/>
              <a:gd name="connsiteY12" fmla="*/ 1373005 h 4082824"/>
              <a:gd name="connsiteX13" fmla="*/ 6647725 w 6933990"/>
              <a:gd name="connsiteY13" fmla="*/ 1452907 h 4082824"/>
              <a:gd name="connsiteX14" fmla="*/ 6762025 w 6933990"/>
              <a:gd name="connsiteY14" fmla="*/ 1423852 h 4082824"/>
              <a:gd name="connsiteX15" fmla="*/ 6791303 w 6933990"/>
              <a:gd name="connsiteY15" fmla="*/ 1279813 h 4082824"/>
              <a:gd name="connsiteX16" fmla="*/ 6762026 w 6933990"/>
              <a:gd name="connsiteY16" fmla="*/ 1140563 h 4082824"/>
              <a:gd name="connsiteX17" fmla="*/ 6692177 w 6933990"/>
              <a:gd name="connsiteY17" fmla="*/ 1053396 h 4082824"/>
              <a:gd name="connsiteX18" fmla="*/ 6647727 w 6933990"/>
              <a:gd name="connsiteY18" fmla="*/ 944438 h 4082824"/>
              <a:gd name="connsiteX19" fmla="*/ 6628677 w 6933990"/>
              <a:gd name="connsiteY19" fmla="*/ 777368 h 4082824"/>
              <a:gd name="connsiteX20" fmla="*/ 6774726 w 6933990"/>
              <a:gd name="connsiteY20" fmla="*/ 762843 h 4082824"/>
              <a:gd name="connsiteX21" fmla="*/ 6926769 w 6933990"/>
              <a:gd name="connsiteY21" fmla="*/ 776105 h 4082824"/>
              <a:gd name="connsiteX22" fmla="*/ 6908077 w 6933990"/>
              <a:gd name="connsiteY22" fmla="*/ 1002548 h 4082824"/>
              <a:gd name="connsiteX23" fmla="*/ 6863627 w 6933990"/>
              <a:gd name="connsiteY23" fmla="*/ 1155089 h 4082824"/>
              <a:gd name="connsiteX24" fmla="*/ 6850926 w 6933990"/>
              <a:gd name="connsiteY24" fmla="*/ 1409324 h 4082824"/>
              <a:gd name="connsiteX25" fmla="*/ 6774726 w 6933990"/>
              <a:gd name="connsiteY25" fmla="*/ 1525547 h 4082824"/>
              <a:gd name="connsiteX26" fmla="*/ 6664303 w 6933990"/>
              <a:gd name="connsiteY26" fmla="*/ 1547139 h 4082824"/>
              <a:gd name="connsiteX27" fmla="*/ 6450518 w 6933990"/>
              <a:gd name="connsiteY27" fmla="*/ 1462378 h 4082824"/>
              <a:gd name="connsiteX28" fmla="*/ 6184176 w 6933990"/>
              <a:gd name="connsiteY28" fmla="*/ 1147823 h 4082824"/>
              <a:gd name="connsiteX29" fmla="*/ 5946753 w 6933990"/>
              <a:gd name="connsiteY29" fmla="*/ 1026592 h 4082824"/>
              <a:gd name="connsiteX30" fmla="*/ 5622903 w 6933990"/>
              <a:gd name="connsiteY30" fmla="*/ 1007207 h 4082824"/>
              <a:gd name="connsiteX31" fmla="*/ 5440869 w 6933990"/>
              <a:gd name="connsiteY31" fmla="*/ 1083407 h 4082824"/>
              <a:gd name="connsiteX32" fmla="*/ 5322336 w 6933990"/>
              <a:gd name="connsiteY32" fmla="*/ 1201939 h 4082824"/>
              <a:gd name="connsiteX33" fmla="*/ 5110669 w 6933990"/>
              <a:gd name="connsiteY33" fmla="*/ 1582939 h 4082824"/>
              <a:gd name="connsiteX34" fmla="*/ 4932869 w 6933990"/>
              <a:gd name="connsiteY34" fmla="*/ 1735340 h 4082824"/>
              <a:gd name="connsiteX35" fmla="*/ 4568803 w 6933990"/>
              <a:gd name="connsiteY35" fmla="*/ 1899955 h 4082824"/>
              <a:gd name="connsiteX36" fmla="*/ 3794103 w 6933990"/>
              <a:gd name="connsiteY36" fmla="*/ 1937572 h 4082824"/>
              <a:gd name="connsiteX37" fmla="*/ 2833136 w 6933990"/>
              <a:gd name="connsiteY37" fmla="*/ 2118153 h 4082824"/>
              <a:gd name="connsiteX38" fmla="*/ 1991104 w 6933990"/>
              <a:gd name="connsiteY38" fmla="*/ 3033291 h 4082824"/>
              <a:gd name="connsiteX39" fmla="*/ 1398036 w 6933990"/>
              <a:gd name="connsiteY39" fmla="*/ 3536180 h 4082824"/>
              <a:gd name="connsiteX40" fmla="*/ 720793 w 6933990"/>
              <a:gd name="connsiteY40" fmla="*/ 3959902 h 4082824"/>
              <a:gd name="connsiteX41" fmla="*/ 141937 w 6933990"/>
              <a:gd name="connsiteY41" fmla="*/ 4082267 h 4082824"/>
              <a:gd name="connsiteX42" fmla="*/ 40339 w 6933990"/>
              <a:gd name="connsiteY42" fmla="*/ 2946507 h 4082824"/>
              <a:gd name="connsiteX43" fmla="*/ 21444 w 6933990"/>
              <a:gd name="connsiteY43" fmla="*/ 2661454 h 4082824"/>
              <a:gd name="connsiteX0" fmla="*/ 21444 w 6933990"/>
              <a:gd name="connsiteY0" fmla="*/ 2661454 h 4082824"/>
              <a:gd name="connsiteX1" fmla="*/ 189921 w 6933990"/>
              <a:gd name="connsiteY1" fmla="*/ 2411056 h 4082824"/>
              <a:gd name="connsiteX2" fmla="*/ 190456 w 6933990"/>
              <a:gd name="connsiteY2" fmla="*/ 3222314 h 4082824"/>
              <a:gd name="connsiteX3" fmla="*/ 257829 w 6933990"/>
              <a:gd name="connsiteY3" fmla="*/ 3926985 h 4082824"/>
              <a:gd name="connsiteX4" fmla="*/ 1085605 w 6933990"/>
              <a:gd name="connsiteY4" fmla="*/ 3574649 h 4082824"/>
              <a:gd name="connsiteX5" fmla="*/ 1990378 w 6933990"/>
              <a:gd name="connsiteY5" fmla="*/ 2726845 h 4082824"/>
              <a:gd name="connsiteX6" fmla="*/ 2270103 w 6933990"/>
              <a:gd name="connsiteY6" fmla="*/ 21729 h 4082824"/>
              <a:gd name="connsiteX7" fmla="*/ 3442736 w 6933990"/>
              <a:gd name="connsiteY7" fmla="*/ 1464406 h 4082824"/>
              <a:gd name="connsiteX8" fmla="*/ 4839736 w 6933990"/>
              <a:gd name="connsiteY8" fmla="*/ 1659140 h 4082824"/>
              <a:gd name="connsiteX9" fmla="*/ 5339269 w 6933990"/>
              <a:gd name="connsiteY9" fmla="*/ 1024140 h 4082824"/>
              <a:gd name="connsiteX10" fmla="*/ 5904420 w 6933990"/>
              <a:gd name="connsiteY10" fmla="*/ 922586 h 4082824"/>
              <a:gd name="connsiteX11" fmla="*/ 6334103 w 6933990"/>
              <a:gd name="connsiteY11" fmla="*/ 1178120 h 4082824"/>
              <a:gd name="connsiteX12" fmla="*/ 6495325 w 6933990"/>
              <a:gd name="connsiteY12" fmla="*/ 1373005 h 4082824"/>
              <a:gd name="connsiteX13" fmla="*/ 6647725 w 6933990"/>
              <a:gd name="connsiteY13" fmla="*/ 1452907 h 4082824"/>
              <a:gd name="connsiteX14" fmla="*/ 6762025 w 6933990"/>
              <a:gd name="connsiteY14" fmla="*/ 1423852 h 4082824"/>
              <a:gd name="connsiteX15" fmla="*/ 6791303 w 6933990"/>
              <a:gd name="connsiteY15" fmla="*/ 1279813 h 4082824"/>
              <a:gd name="connsiteX16" fmla="*/ 6762026 w 6933990"/>
              <a:gd name="connsiteY16" fmla="*/ 1140563 h 4082824"/>
              <a:gd name="connsiteX17" fmla="*/ 6692177 w 6933990"/>
              <a:gd name="connsiteY17" fmla="*/ 1053396 h 4082824"/>
              <a:gd name="connsiteX18" fmla="*/ 6647727 w 6933990"/>
              <a:gd name="connsiteY18" fmla="*/ 944438 h 4082824"/>
              <a:gd name="connsiteX19" fmla="*/ 6628677 w 6933990"/>
              <a:gd name="connsiteY19" fmla="*/ 777368 h 4082824"/>
              <a:gd name="connsiteX20" fmla="*/ 6774726 w 6933990"/>
              <a:gd name="connsiteY20" fmla="*/ 762843 h 4082824"/>
              <a:gd name="connsiteX21" fmla="*/ 6926769 w 6933990"/>
              <a:gd name="connsiteY21" fmla="*/ 776105 h 4082824"/>
              <a:gd name="connsiteX22" fmla="*/ 6908077 w 6933990"/>
              <a:gd name="connsiteY22" fmla="*/ 1002548 h 4082824"/>
              <a:gd name="connsiteX23" fmla="*/ 6863627 w 6933990"/>
              <a:gd name="connsiteY23" fmla="*/ 1155089 h 4082824"/>
              <a:gd name="connsiteX24" fmla="*/ 6850926 w 6933990"/>
              <a:gd name="connsiteY24" fmla="*/ 1409324 h 4082824"/>
              <a:gd name="connsiteX25" fmla="*/ 6774726 w 6933990"/>
              <a:gd name="connsiteY25" fmla="*/ 1525547 h 4082824"/>
              <a:gd name="connsiteX26" fmla="*/ 6664303 w 6933990"/>
              <a:gd name="connsiteY26" fmla="*/ 1547139 h 4082824"/>
              <a:gd name="connsiteX27" fmla="*/ 6450518 w 6933990"/>
              <a:gd name="connsiteY27" fmla="*/ 1462378 h 4082824"/>
              <a:gd name="connsiteX28" fmla="*/ 6184176 w 6933990"/>
              <a:gd name="connsiteY28" fmla="*/ 1147823 h 4082824"/>
              <a:gd name="connsiteX29" fmla="*/ 5946753 w 6933990"/>
              <a:gd name="connsiteY29" fmla="*/ 1026592 h 4082824"/>
              <a:gd name="connsiteX30" fmla="*/ 5622903 w 6933990"/>
              <a:gd name="connsiteY30" fmla="*/ 1007207 h 4082824"/>
              <a:gd name="connsiteX31" fmla="*/ 5440869 w 6933990"/>
              <a:gd name="connsiteY31" fmla="*/ 1083407 h 4082824"/>
              <a:gd name="connsiteX32" fmla="*/ 5322336 w 6933990"/>
              <a:gd name="connsiteY32" fmla="*/ 1201939 h 4082824"/>
              <a:gd name="connsiteX33" fmla="*/ 5110669 w 6933990"/>
              <a:gd name="connsiteY33" fmla="*/ 1582939 h 4082824"/>
              <a:gd name="connsiteX34" fmla="*/ 4932869 w 6933990"/>
              <a:gd name="connsiteY34" fmla="*/ 1735340 h 4082824"/>
              <a:gd name="connsiteX35" fmla="*/ 4568803 w 6933990"/>
              <a:gd name="connsiteY35" fmla="*/ 1899955 h 4082824"/>
              <a:gd name="connsiteX36" fmla="*/ 3794103 w 6933990"/>
              <a:gd name="connsiteY36" fmla="*/ 1937572 h 4082824"/>
              <a:gd name="connsiteX37" fmla="*/ 2833136 w 6933990"/>
              <a:gd name="connsiteY37" fmla="*/ 2118153 h 4082824"/>
              <a:gd name="connsiteX38" fmla="*/ 1991104 w 6933990"/>
              <a:gd name="connsiteY38" fmla="*/ 3033291 h 4082824"/>
              <a:gd name="connsiteX39" fmla="*/ 1398036 w 6933990"/>
              <a:gd name="connsiteY39" fmla="*/ 3536180 h 4082824"/>
              <a:gd name="connsiteX40" fmla="*/ 720793 w 6933990"/>
              <a:gd name="connsiteY40" fmla="*/ 3959902 h 4082824"/>
              <a:gd name="connsiteX41" fmla="*/ 141937 w 6933990"/>
              <a:gd name="connsiteY41" fmla="*/ 4082267 h 4082824"/>
              <a:gd name="connsiteX42" fmla="*/ 40339 w 6933990"/>
              <a:gd name="connsiteY42" fmla="*/ 2946507 h 4082824"/>
              <a:gd name="connsiteX43" fmla="*/ 21444 w 6933990"/>
              <a:gd name="connsiteY43" fmla="*/ 2661454 h 4082824"/>
              <a:gd name="connsiteX0" fmla="*/ 21444 w 6933990"/>
              <a:gd name="connsiteY0" fmla="*/ 1911636 h 3333006"/>
              <a:gd name="connsiteX1" fmla="*/ 189921 w 6933990"/>
              <a:gd name="connsiteY1" fmla="*/ 1661238 h 3333006"/>
              <a:gd name="connsiteX2" fmla="*/ 190456 w 6933990"/>
              <a:gd name="connsiteY2" fmla="*/ 2472496 h 3333006"/>
              <a:gd name="connsiteX3" fmla="*/ 257829 w 6933990"/>
              <a:gd name="connsiteY3" fmla="*/ 3177167 h 3333006"/>
              <a:gd name="connsiteX4" fmla="*/ 1085605 w 6933990"/>
              <a:gd name="connsiteY4" fmla="*/ 2824831 h 3333006"/>
              <a:gd name="connsiteX5" fmla="*/ 1990378 w 6933990"/>
              <a:gd name="connsiteY5" fmla="*/ 1977027 h 3333006"/>
              <a:gd name="connsiteX6" fmla="*/ 2655114 w 6933990"/>
              <a:gd name="connsiteY6" fmla="*/ 1286825 h 3333006"/>
              <a:gd name="connsiteX7" fmla="*/ 3442736 w 6933990"/>
              <a:gd name="connsiteY7" fmla="*/ 714588 h 3333006"/>
              <a:gd name="connsiteX8" fmla="*/ 4839736 w 6933990"/>
              <a:gd name="connsiteY8" fmla="*/ 909322 h 3333006"/>
              <a:gd name="connsiteX9" fmla="*/ 5339269 w 6933990"/>
              <a:gd name="connsiteY9" fmla="*/ 274322 h 3333006"/>
              <a:gd name="connsiteX10" fmla="*/ 5904420 w 6933990"/>
              <a:gd name="connsiteY10" fmla="*/ 172768 h 3333006"/>
              <a:gd name="connsiteX11" fmla="*/ 6334103 w 6933990"/>
              <a:gd name="connsiteY11" fmla="*/ 428302 h 3333006"/>
              <a:gd name="connsiteX12" fmla="*/ 6495325 w 6933990"/>
              <a:gd name="connsiteY12" fmla="*/ 623187 h 3333006"/>
              <a:gd name="connsiteX13" fmla="*/ 6647725 w 6933990"/>
              <a:gd name="connsiteY13" fmla="*/ 703089 h 3333006"/>
              <a:gd name="connsiteX14" fmla="*/ 6762025 w 6933990"/>
              <a:gd name="connsiteY14" fmla="*/ 674034 h 3333006"/>
              <a:gd name="connsiteX15" fmla="*/ 6791303 w 6933990"/>
              <a:gd name="connsiteY15" fmla="*/ 529995 h 3333006"/>
              <a:gd name="connsiteX16" fmla="*/ 6762026 w 6933990"/>
              <a:gd name="connsiteY16" fmla="*/ 390745 h 3333006"/>
              <a:gd name="connsiteX17" fmla="*/ 6692177 w 6933990"/>
              <a:gd name="connsiteY17" fmla="*/ 303578 h 3333006"/>
              <a:gd name="connsiteX18" fmla="*/ 6647727 w 6933990"/>
              <a:gd name="connsiteY18" fmla="*/ 194620 h 3333006"/>
              <a:gd name="connsiteX19" fmla="*/ 6628677 w 6933990"/>
              <a:gd name="connsiteY19" fmla="*/ 27550 h 3333006"/>
              <a:gd name="connsiteX20" fmla="*/ 6774726 w 6933990"/>
              <a:gd name="connsiteY20" fmla="*/ 13025 h 3333006"/>
              <a:gd name="connsiteX21" fmla="*/ 6926769 w 6933990"/>
              <a:gd name="connsiteY21" fmla="*/ 26287 h 3333006"/>
              <a:gd name="connsiteX22" fmla="*/ 6908077 w 6933990"/>
              <a:gd name="connsiteY22" fmla="*/ 252730 h 3333006"/>
              <a:gd name="connsiteX23" fmla="*/ 6863627 w 6933990"/>
              <a:gd name="connsiteY23" fmla="*/ 405271 h 3333006"/>
              <a:gd name="connsiteX24" fmla="*/ 6850926 w 6933990"/>
              <a:gd name="connsiteY24" fmla="*/ 659506 h 3333006"/>
              <a:gd name="connsiteX25" fmla="*/ 6774726 w 6933990"/>
              <a:gd name="connsiteY25" fmla="*/ 775729 h 3333006"/>
              <a:gd name="connsiteX26" fmla="*/ 6664303 w 6933990"/>
              <a:gd name="connsiteY26" fmla="*/ 797321 h 3333006"/>
              <a:gd name="connsiteX27" fmla="*/ 6450518 w 6933990"/>
              <a:gd name="connsiteY27" fmla="*/ 712560 h 3333006"/>
              <a:gd name="connsiteX28" fmla="*/ 6184176 w 6933990"/>
              <a:gd name="connsiteY28" fmla="*/ 398005 h 3333006"/>
              <a:gd name="connsiteX29" fmla="*/ 5946753 w 6933990"/>
              <a:gd name="connsiteY29" fmla="*/ 276774 h 3333006"/>
              <a:gd name="connsiteX30" fmla="*/ 5622903 w 6933990"/>
              <a:gd name="connsiteY30" fmla="*/ 257389 h 3333006"/>
              <a:gd name="connsiteX31" fmla="*/ 5440869 w 6933990"/>
              <a:gd name="connsiteY31" fmla="*/ 333589 h 3333006"/>
              <a:gd name="connsiteX32" fmla="*/ 5322336 w 6933990"/>
              <a:gd name="connsiteY32" fmla="*/ 452121 h 3333006"/>
              <a:gd name="connsiteX33" fmla="*/ 5110669 w 6933990"/>
              <a:gd name="connsiteY33" fmla="*/ 833121 h 3333006"/>
              <a:gd name="connsiteX34" fmla="*/ 4932869 w 6933990"/>
              <a:gd name="connsiteY34" fmla="*/ 985522 h 3333006"/>
              <a:gd name="connsiteX35" fmla="*/ 4568803 w 6933990"/>
              <a:gd name="connsiteY35" fmla="*/ 1150137 h 3333006"/>
              <a:gd name="connsiteX36" fmla="*/ 3794103 w 6933990"/>
              <a:gd name="connsiteY36" fmla="*/ 1187754 h 3333006"/>
              <a:gd name="connsiteX37" fmla="*/ 2833136 w 6933990"/>
              <a:gd name="connsiteY37" fmla="*/ 1368335 h 3333006"/>
              <a:gd name="connsiteX38" fmla="*/ 1991104 w 6933990"/>
              <a:gd name="connsiteY38" fmla="*/ 2283473 h 3333006"/>
              <a:gd name="connsiteX39" fmla="*/ 1398036 w 6933990"/>
              <a:gd name="connsiteY39" fmla="*/ 2786362 h 3333006"/>
              <a:gd name="connsiteX40" fmla="*/ 720793 w 6933990"/>
              <a:gd name="connsiteY40" fmla="*/ 3210084 h 3333006"/>
              <a:gd name="connsiteX41" fmla="*/ 141937 w 6933990"/>
              <a:gd name="connsiteY41" fmla="*/ 3332449 h 3333006"/>
              <a:gd name="connsiteX42" fmla="*/ 40339 w 6933990"/>
              <a:gd name="connsiteY42" fmla="*/ 2196689 h 3333006"/>
              <a:gd name="connsiteX43" fmla="*/ 21444 w 6933990"/>
              <a:gd name="connsiteY43" fmla="*/ 1911636 h 3333006"/>
              <a:gd name="connsiteX0" fmla="*/ 21444 w 6933990"/>
              <a:gd name="connsiteY0" fmla="*/ 1911636 h 3333006"/>
              <a:gd name="connsiteX1" fmla="*/ 189921 w 6933990"/>
              <a:gd name="connsiteY1" fmla="*/ 1661238 h 3333006"/>
              <a:gd name="connsiteX2" fmla="*/ 190456 w 6933990"/>
              <a:gd name="connsiteY2" fmla="*/ 2472496 h 3333006"/>
              <a:gd name="connsiteX3" fmla="*/ 257829 w 6933990"/>
              <a:gd name="connsiteY3" fmla="*/ 3177167 h 3333006"/>
              <a:gd name="connsiteX4" fmla="*/ 1085605 w 6933990"/>
              <a:gd name="connsiteY4" fmla="*/ 2824831 h 3333006"/>
              <a:gd name="connsiteX5" fmla="*/ 1990378 w 6933990"/>
              <a:gd name="connsiteY5" fmla="*/ 1977027 h 3333006"/>
              <a:gd name="connsiteX6" fmla="*/ 2655114 w 6933990"/>
              <a:gd name="connsiteY6" fmla="*/ 1286825 h 3333006"/>
              <a:gd name="connsiteX7" fmla="*/ 3442736 w 6933990"/>
              <a:gd name="connsiteY7" fmla="*/ 714588 h 3333006"/>
              <a:gd name="connsiteX8" fmla="*/ 4839736 w 6933990"/>
              <a:gd name="connsiteY8" fmla="*/ 909322 h 3333006"/>
              <a:gd name="connsiteX9" fmla="*/ 5339269 w 6933990"/>
              <a:gd name="connsiteY9" fmla="*/ 274322 h 3333006"/>
              <a:gd name="connsiteX10" fmla="*/ 5904420 w 6933990"/>
              <a:gd name="connsiteY10" fmla="*/ 172768 h 3333006"/>
              <a:gd name="connsiteX11" fmla="*/ 6334103 w 6933990"/>
              <a:gd name="connsiteY11" fmla="*/ 428302 h 3333006"/>
              <a:gd name="connsiteX12" fmla="*/ 6495325 w 6933990"/>
              <a:gd name="connsiteY12" fmla="*/ 623187 h 3333006"/>
              <a:gd name="connsiteX13" fmla="*/ 6647725 w 6933990"/>
              <a:gd name="connsiteY13" fmla="*/ 703089 h 3333006"/>
              <a:gd name="connsiteX14" fmla="*/ 6762025 w 6933990"/>
              <a:gd name="connsiteY14" fmla="*/ 674034 h 3333006"/>
              <a:gd name="connsiteX15" fmla="*/ 6791303 w 6933990"/>
              <a:gd name="connsiteY15" fmla="*/ 529995 h 3333006"/>
              <a:gd name="connsiteX16" fmla="*/ 6762026 w 6933990"/>
              <a:gd name="connsiteY16" fmla="*/ 390745 h 3333006"/>
              <a:gd name="connsiteX17" fmla="*/ 6692177 w 6933990"/>
              <a:gd name="connsiteY17" fmla="*/ 303578 h 3333006"/>
              <a:gd name="connsiteX18" fmla="*/ 6647727 w 6933990"/>
              <a:gd name="connsiteY18" fmla="*/ 194620 h 3333006"/>
              <a:gd name="connsiteX19" fmla="*/ 6628677 w 6933990"/>
              <a:gd name="connsiteY19" fmla="*/ 27550 h 3333006"/>
              <a:gd name="connsiteX20" fmla="*/ 6774726 w 6933990"/>
              <a:gd name="connsiteY20" fmla="*/ 13025 h 3333006"/>
              <a:gd name="connsiteX21" fmla="*/ 6926769 w 6933990"/>
              <a:gd name="connsiteY21" fmla="*/ 26287 h 3333006"/>
              <a:gd name="connsiteX22" fmla="*/ 6908077 w 6933990"/>
              <a:gd name="connsiteY22" fmla="*/ 252730 h 3333006"/>
              <a:gd name="connsiteX23" fmla="*/ 6863627 w 6933990"/>
              <a:gd name="connsiteY23" fmla="*/ 405271 h 3333006"/>
              <a:gd name="connsiteX24" fmla="*/ 6850926 w 6933990"/>
              <a:gd name="connsiteY24" fmla="*/ 659506 h 3333006"/>
              <a:gd name="connsiteX25" fmla="*/ 6774726 w 6933990"/>
              <a:gd name="connsiteY25" fmla="*/ 775729 h 3333006"/>
              <a:gd name="connsiteX26" fmla="*/ 6664303 w 6933990"/>
              <a:gd name="connsiteY26" fmla="*/ 797321 h 3333006"/>
              <a:gd name="connsiteX27" fmla="*/ 6450518 w 6933990"/>
              <a:gd name="connsiteY27" fmla="*/ 712560 h 3333006"/>
              <a:gd name="connsiteX28" fmla="*/ 6184176 w 6933990"/>
              <a:gd name="connsiteY28" fmla="*/ 398005 h 3333006"/>
              <a:gd name="connsiteX29" fmla="*/ 5946753 w 6933990"/>
              <a:gd name="connsiteY29" fmla="*/ 276774 h 3333006"/>
              <a:gd name="connsiteX30" fmla="*/ 5622903 w 6933990"/>
              <a:gd name="connsiteY30" fmla="*/ 257389 h 3333006"/>
              <a:gd name="connsiteX31" fmla="*/ 5440869 w 6933990"/>
              <a:gd name="connsiteY31" fmla="*/ 333589 h 3333006"/>
              <a:gd name="connsiteX32" fmla="*/ 5322336 w 6933990"/>
              <a:gd name="connsiteY32" fmla="*/ 452121 h 3333006"/>
              <a:gd name="connsiteX33" fmla="*/ 5110669 w 6933990"/>
              <a:gd name="connsiteY33" fmla="*/ 833121 h 3333006"/>
              <a:gd name="connsiteX34" fmla="*/ 4932869 w 6933990"/>
              <a:gd name="connsiteY34" fmla="*/ 985522 h 3333006"/>
              <a:gd name="connsiteX35" fmla="*/ 4568803 w 6933990"/>
              <a:gd name="connsiteY35" fmla="*/ 1150137 h 3333006"/>
              <a:gd name="connsiteX36" fmla="*/ 3794103 w 6933990"/>
              <a:gd name="connsiteY36" fmla="*/ 1187754 h 3333006"/>
              <a:gd name="connsiteX37" fmla="*/ 2833136 w 6933990"/>
              <a:gd name="connsiteY37" fmla="*/ 1368335 h 3333006"/>
              <a:gd name="connsiteX38" fmla="*/ 1991104 w 6933990"/>
              <a:gd name="connsiteY38" fmla="*/ 2283473 h 3333006"/>
              <a:gd name="connsiteX39" fmla="*/ 1398036 w 6933990"/>
              <a:gd name="connsiteY39" fmla="*/ 2786362 h 3333006"/>
              <a:gd name="connsiteX40" fmla="*/ 720793 w 6933990"/>
              <a:gd name="connsiteY40" fmla="*/ 3210084 h 3333006"/>
              <a:gd name="connsiteX41" fmla="*/ 141937 w 6933990"/>
              <a:gd name="connsiteY41" fmla="*/ 3332449 h 3333006"/>
              <a:gd name="connsiteX42" fmla="*/ 40339 w 6933990"/>
              <a:gd name="connsiteY42" fmla="*/ 2196689 h 3333006"/>
              <a:gd name="connsiteX43" fmla="*/ 21444 w 6933990"/>
              <a:gd name="connsiteY43" fmla="*/ 1911636 h 3333006"/>
              <a:gd name="connsiteX0" fmla="*/ 21444 w 6933990"/>
              <a:gd name="connsiteY0" fmla="*/ 1911636 h 3333006"/>
              <a:gd name="connsiteX1" fmla="*/ 189921 w 6933990"/>
              <a:gd name="connsiteY1" fmla="*/ 1661238 h 3333006"/>
              <a:gd name="connsiteX2" fmla="*/ 190456 w 6933990"/>
              <a:gd name="connsiteY2" fmla="*/ 2472496 h 3333006"/>
              <a:gd name="connsiteX3" fmla="*/ 257829 w 6933990"/>
              <a:gd name="connsiteY3" fmla="*/ 3177167 h 3333006"/>
              <a:gd name="connsiteX4" fmla="*/ 1085605 w 6933990"/>
              <a:gd name="connsiteY4" fmla="*/ 2824831 h 3333006"/>
              <a:gd name="connsiteX5" fmla="*/ 1990378 w 6933990"/>
              <a:gd name="connsiteY5" fmla="*/ 1977027 h 3333006"/>
              <a:gd name="connsiteX6" fmla="*/ 2655114 w 6933990"/>
              <a:gd name="connsiteY6" fmla="*/ 1286825 h 3333006"/>
              <a:gd name="connsiteX7" fmla="*/ 3442736 w 6933990"/>
              <a:gd name="connsiteY7" fmla="*/ 714588 h 3333006"/>
              <a:gd name="connsiteX8" fmla="*/ 4839736 w 6933990"/>
              <a:gd name="connsiteY8" fmla="*/ 909322 h 3333006"/>
              <a:gd name="connsiteX9" fmla="*/ 5339269 w 6933990"/>
              <a:gd name="connsiteY9" fmla="*/ 274322 h 3333006"/>
              <a:gd name="connsiteX10" fmla="*/ 5904420 w 6933990"/>
              <a:gd name="connsiteY10" fmla="*/ 172768 h 3333006"/>
              <a:gd name="connsiteX11" fmla="*/ 6334103 w 6933990"/>
              <a:gd name="connsiteY11" fmla="*/ 428302 h 3333006"/>
              <a:gd name="connsiteX12" fmla="*/ 6495325 w 6933990"/>
              <a:gd name="connsiteY12" fmla="*/ 623187 h 3333006"/>
              <a:gd name="connsiteX13" fmla="*/ 6647725 w 6933990"/>
              <a:gd name="connsiteY13" fmla="*/ 703089 h 3333006"/>
              <a:gd name="connsiteX14" fmla="*/ 6762025 w 6933990"/>
              <a:gd name="connsiteY14" fmla="*/ 674034 h 3333006"/>
              <a:gd name="connsiteX15" fmla="*/ 6791303 w 6933990"/>
              <a:gd name="connsiteY15" fmla="*/ 529995 h 3333006"/>
              <a:gd name="connsiteX16" fmla="*/ 6762026 w 6933990"/>
              <a:gd name="connsiteY16" fmla="*/ 390745 h 3333006"/>
              <a:gd name="connsiteX17" fmla="*/ 6692177 w 6933990"/>
              <a:gd name="connsiteY17" fmla="*/ 303578 h 3333006"/>
              <a:gd name="connsiteX18" fmla="*/ 6647727 w 6933990"/>
              <a:gd name="connsiteY18" fmla="*/ 194620 h 3333006"/>
              <a:gd name="connsiteX19" fmla="*/ 6628677 w 6933990"/>
              <a:gd name="connsiteY19" fmla="*/ 27550 h 3333006"/>
              <a:gd name="connsiteX20" fmla="*/ 6774726 w 6933990"/>
              <a:gd name="connsiteY20" fmla="*/ 13025 h 3333006"/>
              <a:gd name="connsiteX21" fmla="*/ 6926769 w 6933990"/>
              <a:gd name="connsiteY21" fmla="*/ 26287 h 3333006"/>
              <a:gd name="connsiteX22" fmla="*/ 6908077 w 6933990"/>
              <a:gd name="connsiteY22" fmla="*/ 252730 h 3333006"/>
              <a:gd name="connsiteX23" fmla="*/ 6863627 w 6933990"/>
              <a:gd name="connsiteY23" fmla="*/ 405271 h 3333006"/>
              <a:gd name="connsiteX24" fmla="*/ 6850926 w 6933990"/>
              <a:gd name="connsiteY24" fmla="*/ 659506 h 3333006"/>
              <a:gd name="connsiteX25" fmla="*/ 6774726 w 6933990"/>
              <a:gd name="connsiteY25" fmla="*/ 775729 h 3333006"/>
              <a:gd name="connsiteX26" fmla="*/ 6664303 w 6933990"/>
              <a:gd name="connsiteY26" fmla="*/ 797321 h 3333006"/>
              <a:gd name="connsiteX27" fmla="*/ 6450518 w 6933990"/>
              <a:gd name="connsiteY27" fmla="*/ 712560 h 3333006"/>
              <a:gd name="connsiteX28" fmla="*/ 6184176 w 6933990"/>
              <a:gd name="connsiteY28" fmla="*/ 398005 h 3333006"/>
              <a:gd name="connsiteX29" fmla="*/ 5946753 w 6933990"/>
              <a:gd name="connsiteY29" fmla="*/ 276774 h 3333006"/>
              <a:gd name="connsiteX30" fmla="*/ 5622903 w 6933990"/>
              <a:gd name="connsiteY30" fmla="*/ 257389 h 3333006"/>
              <a:gd name="connsiteX31" fmla="*/ 5440869 w 6933990"/>
              <a:gd name="connsiteY31" fmla="*/ 333589 h 3333006"/>
              <a:gd name="connsiteX32" fmla="*/ 5322336 w 6933990"/>
              <a:gd name="connsiteY32" fmla="*/ 452121 h 3333006"/>
              <a:gd name="connsiteX33" fmla="*/ 5110669 w 6933990"/>
              <a:gd name="connsiteY33" fmla="*/ 833121 h 3333006"/>
              <a:gd name="connsiteX34" fmla="*/ 4932869 w 6933990"/>
              <a:gd name="connsiteY34" fmla="*/ 985522 h 3333006"/>
              <a:gd name="connsiteX35" fmla="*/ 4568803 w 6933990"/>
              <a:gd name="connsiteY35" fmla="*/ 1150137 h 3333006"/>
              <a:gd name="connsiteX36" fmla="*/ 3794103 w 6933990"/>
              <a:gd name="connsiteY36" fmla="*/ 1187754 h 3333006"/>
              <a:gd name="connsiteX37" fmla="*/ 2833136 w 6933990"/>
              <a:gd name="connsiteY37" fmla="*/ 1368335 h 3333006"/>
              <a:gd name="connsiteX38" fmla="*/ 1991104 w 6933990"/>
              <a:gd name="connsiteY38" fmla="*/ 2283473 h 3333006"/>
              <a:gd name="connsiteX39" fmla="*/ 1398036 w 6933990"/>
              <a:gd name="connsiteY39" fmla="*/ 2786362 h 3333006"/>
              <a:gd name="connsiteX40" fmla="*/ 720793 w 6933990"/>
              <a:gd name="connsiteY40" fmla="*/ 3210084 h 3333006"/>
              <a:gd name="connsiteX41" fmla="*/ 141937 w 6933990"/>
              <a:gd name="connsiteY41" fmla="*/ 3332449 h 3333006"/>
              <a:gd name="connsiteX42" fmla="*/ 40339 w 6933990"/>
              <a:gd name="connsiteY42" fmla="*/ 2196689 h 3333006"/>
              <a:gd name="connsiteX43" fmla="*/ 21444 w 6933990"/>
              <a:gd name="connsiteY43" fmla="*/ 1911636 h 3333006"/>
              <a:gd name="connsiteX0" fmla="*/ 21444 w 6933990"/>
              <a:gd name="connsiteY0" fmla="*/ 1911636 h 3333006"/>
              <a:gd name="connsiteX1" fmla="*/ 189921 w 6933990"/>
              <a:gd name="connsiteY1" fmla="*/ 1661238 h 3333006"/>
              <a:gd name="connsiteX2" fmla="*/ 190456 w 6933990"/>
              <a:gd name="connsiteY2" fmla="*/ 2472496 h 3333006"/>
              <a:gd name="connsiteX3" fmla="*/ 286704 w 6933990"/>
              <a:gd name="connsiteY3" fmla="*/ 3210199 h 3333006"/>
              <a:gd name="connsiteX4" fmla="*/ 1085605 w 6933990"/>
              <a:gd name="connsiteY4" fmla="*/ 2824831 h 3333006"/>
              <a:gd name="connsiteX5" fmla="*/ 1990378 w 6933990"/>
              <a:gd name="connsiteY5" fmla="*/ 1977027 h 3333006"/>
              <a:gd name="connsiteX6" fmla="*/ 2655114 w 6933990"/>
              <a:gd name="connsiteY6" fmla="*/ 1286825 h 3333006"/>
              <a:gd name="connsiteX7" fmla="*/ 3442736 w 6933990"/>
              <a:gd name="connsiteY7" fmla="*/ 714588 h 3333006"/>
              <a:gd name="connsiteX8" fmla="*/ 4839736 w 6933990"/>
              <a:gd name="connsiteY8" fmla="*/ 909322 h 3333006"/>
              <a:gd name="connsiteX9" fmla="*/ 5339269 w 6933990"/>
              <a:gd name="connsiteY9" fmla="*/ 274322 h 3333006"/>
              <a:gd name="connsiteX10" fmla="*/ 5904420 w 6933990"/>
              <a:gd name="connsiteY10" fmla="*/ 172768 h 3333006"/>
              <a:gd name="connsiteX11" fmla="*/ 6334103 w 6933990"/>
              <a:gd name="connsiteY11" fmla="*/ 428302 h 3333006"/>
              <a:gd name="connsiteX12" fmla="*/ 6495325 w 6933990"/>
              <a:gd name="connsiteY12" fmla="*/ 623187 h 3333006"/>
              <a:gd name="connsiteX13" fmla="*/ 6647725 w 6933990"/>
              <a:gd name="connsiteY13" fmla="*/ 703089 h 3333006"/>
              <a:gd name="connsiteX14" fmla="*/ 6762025 w 6933990"/>
              <a:gd name="connsiteY14" fmla="*/ 674034 h 3333006"/>
              <a:gd name="connsiteX15" fmla="*/ 6791303 w 6933990"/>
              <a:gd name="connsiteY15" fmla="*/ 529995 h 3333006"/>
              <a:gd name="connsiteX16" fmla="*/ 6762026 w 6933990"/>
              <a:gd name="connsiteY16" fmla="*/ 390745 h 3333006"/>
              <a:gd name="connsiteX17" fmla="*/ 6692177 w 6933990"/>
              <a:gd name="connsiteY17" fmla="*/ 303578 h 3333006"/>
              <a:gd name="connsiteX18" fmla="*/ 6647727 w 6933990"/>
              <a:gd name="connsiteY18" fmla="*/ 194620 h 3333006"/>
              <a:gd name="connsiteX19" fmla="*/ 6628677 w 6933990"/>
              <a:gd name="connsiteY19" fmla="*/ 27550 h 3333006"/>
              <a:gd name="connsiteX20" fmla="*/ 6774726 w 6933990"/>
              <a:gd name="connsiteY20" fmla="*/ 13025 h 3333006"/>
              <a:gd name="connsiteX21" fmla="*/ 6926769 w 6933990"/>
              <a:gd name="connsiteY21" fmla="*/ 26287 h 3333006"/>
              <a:gd name="connsiteX22" fmla="*/ 6908077 w 6933990"/>
              <a:gd name="connsiteY22" fmla="*/ 252730 h 3333006"/>
              <a:gd name="connsiteX23" fmla="*/ 6863627 w 6933990"/>
              <a:gd name="connsiteY23" fmla="*/ 405271 h 3333006"/>
              <a:gd name="connsiteX24" fmla="*/ 6850926 w 6933990"/>
              <a:gd name="connsiteY24" fmla="*/ 659506 h 3333006"/>
              <a:gd name="connsiteX25" fmla="*/ 6774726 w 6933990"/>
              <a:gd name="connsiteY25" fmla="*/ 775729 h 3333006"/>
              <a:gd name="connsiteX26" fmla="*/ 6664303 w 6933990"/>
              <a:gd name="connsiteY26" fmla="*/ 797321 h 3333006"/>
              <a:gd name="connsiteX27" fmla="*/ 6450518 w 6933990"/>
              <a:gd name="connsiteY27" fmla="*/ 712560 h 3333006"/>
              <a:gd name="connsiteX28" fmla="*/ 6184176 w 6933990"/>
              <a:gd name="connsiteY28" fmla="*/ 398005 h 3333006"/>
              <a:gd name="connsiteX29" fmla="*/ 5946753 w 6933990"/>
              <a:gd name="connsiteY29" fmla="*/ 276774 h 3333006"/>
              <a:gd name="connsiteX30" fmla="*/ 5622903 w 6933990"/>
              <a:gd name="connsiteY30" fmla="*/ 257389 h 3333006"/>
              <a:gd name="connsiteX31" fmla="*/ 5440869 w 6933990"/>
              <a:gd name="connsiteY31" fmla="*/ 333589 h 3333006"/>
              <a:gd name="connsiteX32" fmla="*/ 5322336 w 6933990"/>
              <a:gd name="connsiteY32" fmla="*/ 452121 h 3333006"/>
              <a:gd name="connsiteX33" fmla="*/ 5110669 w 6933990"/>
              <a:gd name="connsiteY33" fmla="*/ 833121 h 3333006"/>
              <a:gd name="connsiteX34" fmla="*/ 4932869 w 6933990"/>
              <a:gd name="connsiteY34" fmla="*/ 985522 h 3333006"/>
              <a:gd name="connsiteX35" fmla="*/ 4568803 w 6933990"/>
              <a:gd name="connsiteY35" fmla="*/ 1150137 h 3333006"/>
              <a:gd name="connsiteX36" fmla="*/ 3794103 w 6933990"/>
              <a:gd name="connsiteY36" fmla="*/ 1187754 h 3333006"/>
              <a:gd name="connsiteX37" fmla="*/ 2833136 w 6933990"/>
              <a:gd name="connsiteY37" fmla="*/ 1368335 h 3333006"/>
              <a:gd name="connsiteX38" fmla="*/ 1991104 w 6933990"/>
              <a:gd name="connsiteY38" fmla="*/ 2283473 h 3333006"/>
              <a:gd name="connsiteX39" fmla="*/ 1398036 w 6933990"/>
              <a:gd name="connsiteY39" fmla="*/ 2786362 h 3333006"/>
              <a:gd name="connsiteX40" fmla="*/ 720793 w 6933990"/>
              <a:gd name="connsiteY40" fmla="*/ 3210084 h 3333006"/>
              <a:gd name="connsiteX41" fmla="*/ 141937 w 6933990"/>
              <a:gd name="connsiteY41" fmla="*/ 3332449 h 3333006"/>
              <a:gd name="connsiteX42" fmla="*/ 40339 w 6933990"/>
              <a:gd name="connsiteY42" fmla="*/ 2196689 h 3333006"/>
              <a:gd name="connsiteX43" fmla="*/ 21444 w 6933990"/>
              <a:gd name="connsiteY43" fmla="*/ 1911636 h 3333006"/>
              <a:gd name="connsiteX0" fmla="*/ 21444 w 6933990"/>
              <a:gd name="connsiteY0" fmla="*/ 1911636 h 3280837"/>
              <a:gd name="connsiteX1" fmla="*/ 189921 w 6933990"/>
              <a:gd name="connsiteY1" fmla="*/ 1661238 h 3280837"/>
              <a:gd name="connsiteX2" fmla="*/ 190456 w 6933990"/>
              <a:gd name="connsiteY2" fmla="*/ 2472496 h 3280837"/>
              <a:gd name="connsiteX3" fmla="*/ 286704 w 6933990"/>
              <a:gd name="connsiteY3" fmla="*/ 3210199 h 3280837"/>
              <a:gd name="connsiteX4" fmla="*/ 1085605 w 6933990"/>
              <a:gd name="connsiteY4" fmla="*/ 2824831 h 3280837"/>
              <a:gd name="connsiteX5" fmla="*/ 1990378 w 6933990"/>
              <a:gd name="connsiteY5" fmla="*/ 1977027 h 3280837"/>
              <a:gd name="connsiteX6" fmla="*/ 2655114 w 6933990"/>
              <a:gd name="connsiteY6" fmla="*/ 1286825 h 3280837"/>
              <a:gd name="connsiteX7" fmla="*/ 3442736 w 6933990"/>
              <a:gd name="connsiteY7" fmla="*/ 714588 h 3280837"/>
              <a:gd name="connsiteX8" fmla="*/ 4839736 w 6933990"/>
              <a:gd name="connsiteY8" fmla="*/ 909322 h 3280837"/>
              <a:gd name="connsiteX9" fmla="*/ 5339269 w 6933990"/>
              <a:gd name="connsiteY9" fmla="*/ 274322 h 3280837"/>
              <a:gd name="connsiteX10" fmla="*/ 5904420 w 6933990"/>
              <a:gd name="connsiteY10" fmla="*/ 172768 h 3280837"/>
              <a:gd name="connsiteX11" fmla="*/ 6334103 w 6933990"/>
              <a:gd name="connsiteY11" fmla="*/ 428302 h 3280837"/>
              <a:gd name="connsiteX12" fmla="*/ 6495325 w 6933990"/>
              <a:gd name="connsiteY12" fmla="*/ 623187 h 3280837"/>
              <a:gd name="connsiteX13" fmla="*/ 6647725 w 6933990"/>
              <a:gd name="connsiteY13" fmla="*/ 703089 h 3280837"/>
              <a:gd name="connsiteX14" fmla="*/ 6762025 w 6933990"/>
              <a:gd name="connsiteY14" fmla="*/ 674034 h 3280837"/>
              <a:gd name="connsiteX15" fmla="*/ 6791303 w 6933990"/>
              <a:gd name="connsiteY15" fmla="*/ 529995 h 3280837"/>
              <a:gd name="connsiteX16" fmla="*/ 6762026 w 6933990"/>
              <a:gd name="connsiteY16" fmla="*/ 390745 h 3280837"/>
              <a:gd name="connsiteX17" fmla="*/ 6692177 w 6933990"/>
              <a:gd name="connsiteY17" fmla="*/ 303578 h 3280837"/>
              <a:gd name="connsiteX18" fmla="*/ 6647727 w 6933990"/>
              <a:gd name="connsiteY18" fmla="*/ 194620 h 3280837"/>
              <a:gd name="connsiteX19" fmla="*/ 6628677 w 6933990"/>
              <a:gd name="connsiteY19" fmla="*/ 27550 h 3280837"/>
              <a:gd name="connsiteX20" fmla="*/ 6774726 w 6933990"/>
              <a:gd name="connsiteY20" fmla="*/ 13025 h 3280837"/>
              <a:gd name="connsiteX21" fmla="*/ 6926769 w 6933990"/>
              <a:gd name="connsiteY21" fmla="*/ 26287 h 3280837"/>
              <a:gd name="connsiteX22" fmla="*/ 6908077 w 6933990"/>
              <a:gd name="connsiteY22" fmla="*/ 252730 h 3280837"/>
              <a:gd name="connsiteX23" fmla="*/ 6863627 w 6933990"/>
              <a:gd name="connsiteY23" fmla="*/ 405271 h 3280837"/>
              <a:gd name="connsiteX24" fmla="*/ 6850926 w 6933990"/>
              <a:gd name="connsiteY24" fmla="*/ 659506 h 3280837"/>
              <a:gd name="connsiteX25" fmla="*/ 6774726 w 6933990"/>
              <a:gd name="connsiteY25" fmla="*/ 775729 h 3280837"/>
              <a:gd name="connsiteX26" fmla="*/ 6664303 w 6933990"/>
              <a:gd name="connsiteY26" fmla="*/ 797321 h 3280837"/>
              <a:gd name="connsiteX27" fmla="*/ 6450518 w 6933990"/>
              <a:gd name="connsiteY27" fmla="*/ 712560 h 3280837"/>
              <a:gd name="connsiteX28" fmla="*/ 6184176 w 6933990"/>
              <a:gd name="connsiteY28" fmla="*/ 398005 h 3280837"/>
              <a:gd name="connsiteX29" fmla="*/ 5946753 w 6933990"/>
              <a:gd name="connsiteY29" fmla="*/ 276774 h 3280837"/>
              <a:gd name="connsiteX30" fmla="*/ 5622903 w 6933990"/>
              <a:gd name="connsiteY30" fmla="*/ 257389 h 3280837"/>
              <a:gd name="connsiteX31" fmla="*/ 5440869 w 6933990"/>
              <a:gd name="connsiteY31" fmla="*/ 333589 h 3280837"/>
              <a:gd name="connsiteX32" fmla="*/ 5322336 w 6933990"/>
              <a:gd name="connsiteY32" fmla="*/ 452121 h 3280837"/>
              <a:gd name="connsiteX33" fmla="*/ 5110669 w 6933990"/>
              <a:gd name="connsiteY33" fmla="*/ 833121 h 3280837"/>
              <a:gd name="connsiteX34" fmla="*/ 4932869 w 6933990"/>
              <a:gd name="connsiteY34" fmla="*/ 985522 h 3280837"/>
              <a:gd name="connsiteX35" fmla="*/ 4568803 w 6933990"/>
              <a:gd name="connsiteY35" fmla="*/ 1150137 h 3280837"/>
              <a:gd name="connsiteX36" fmla="*/ 3794103 w 6933990"/>
              <a:gd name="connsiteY36" fmla="*/ 1187754 h 3280837"/>
              <a:gd name="connsiteX37" fmla="*/ 2833136 w 6933990"/>
              <a:gd name="connsiteY37" fmla="*/ 1368335 h 3280837"/>
              <a:gd name="connsiteX38" fmla="*/ 1991104 w 6933990"/>
              <a:gd name="connsiteY38" fmla="*/ 2283473 h 3280837"/>
              <a:gd name="connsiteX39" fmla="*/ 1398036 w 6933990"/>
              <a:gd name="connsiteY39" fmla="*/ 2786362 h 3280837"/>
              <a:gd name="connsiteX40" fmla="*/ 720793 w 6933990"/>
              <a:gd name="connsiteY40" fmla="*/ 3210084 h 3280837"/>
              <a:gd name="connsiteX41" fmla="*/ 132311 w 6933990"/>
              <a:gd name="connsiteY41" fmla="*/ 3277397 h 3280837"/>
              <a:gd name="connsiteX42" fmla="*/ 40339 w 6933990"/>
              <a:gd name="connsiteY42" fmla="*/ 2196689 h 3280837"/>
              <a:gd name="connsiteX43" fmla="*/ 21444 w 6933990"/>
              <a:gd name="connsiteY43" fmla="*/ 1911636 h 3280837"/>
              <a:gd name="connsiteX0" fmla="*/ 21444 w 6933990"/>
              <a:gd name="connsiteY0" fmla="*/ 1911636 h 3772925"/>
              <a:gd name="connsiteX1" fmla="*/ 189921 w 6933990"/>
              <a:gd name="connsiteY1" fmla="*/ 1661238 h 3772925"/>
              <a:gd name="connsiteX2" fmla="*/ 190456 w 6933990"/>
              <a:gd name="connsiteY2" fmla="*/ 2472496 h 3772925"/>
              <a:gd name="connsiteX3" fmla="*/ 286704 w 6933990"/>
              <a:gd name="connsiteY3" fmla="*/ 3210199 h 3772925"/>
              <a:gd name="connsiteX4" fmla="*/ 1085605 w 6933990"/>
              <a:gd name="connsiteY4" fmla="*/ 2824831 h 3772925"/>
              <a:gd name="connsiteX5" fmla="*/ 1990378 w 6933990"/>
              <a:gd name="connsiteY5" fmla="*/ 1977027 h 3772925"/>
              <a:gd name="connsiteX6" fmla="*/ 2655114 w 6933990"/>
              <a:gd name="connsiteY6" fmla="*/ 1286825 h 3772925"/>
              <a:gd name="connsiteX7" fmla="*/ 3442736 w 6933990"/>
              <a:gd name="connsiteY7" fmla="*/ 714588 h 3772925"/>
              <a:gd name="connsiteX8" fmla="*/ 4839736 w 6933990"/>
              <a:gd name="connsiteY8" fmla="*/ 909322 h 3772925"/>
              <a:gd name="connsiteX9" fmla="*/ 5339269 w 6933990"/>
              <a:gd name="connsiteY9" fmla="*/ 274322 h 3772925"/>
              <a:gd name="connsiteX10" fmla="*/ 5904420 w 6933990"/>
              <a:gd name="connsiteY10" fmla="*/ 172768 h 3772925"/>
              <a:gd name="connsiteX11" fmla="*/ 6334103 w 6933990"/>
              <a:gd name="connsiteY11" fmla="*/ 428302 h 3772925"/>
              <a:gd name="connsiteX12" fmla="*/ 6495325 w 6933990"/>
              <a:gd name="connsiteY12" fmla="*/ 623187 h 3772925"/>
              <a:gd name="connsiteX13" fmla="*/ 6647725 w 6933990"/>
              <a:gd name="connsiteY13" fmla="*/ 703089 h 3772925"/>
              <a:gd name="connsiteX14" fmla="*/ 6762025 w 6933990"/>
              <a:gd name="connsiteY14" fmla="*/ 674034 h 3772925"/>
              <a:gd name="connsiteX15" fmla="*/ 6791303 w 6933990"/>
              <a:gd name="connsiteY15" fmla="*/ 529995 h 3772925"/>
              <a:gd name="connsiteX16" fmla="*/ 6762026 w 6933990"/>
              <a:gd name="connsiteY16" fmla="*/ 390745 h 3772925"/>
              <a:gd name="connsiteX17" fmla="*/ 6692177 w 6933990"/>
              <a:gd name="connsiteY17" fmla="*/ 303578 h 3772925"/>
              <a:gd name="connsiteX18" fmla="*/ 6647727 w 6933990"/>
              <a:gd name="connsiteY18" fmla="*/ 194620 h 3772925"/>
              <a:gd name="connsiteX19" fmla="*/ 6628677 w 6933990"/>
              <a:gd name="connsiteY19" fmla="*/ 27550 h 3772925"/>
              <a:gd name="connsiteX20" fmla="*/ 6774726 w 6933990"/>
              <a:gd name="connsiteY20" fmla="*/ 13025 h 3772925"/>
              <a:gd name="connsiteX21" fmla="*/ 6926769 w 6933990"/>
              <a:gd name="connsiteY21" fmla="*/ 26287 h 3772925"/>
              <a:gd name="connsiteX22" fmla="*/ 6908077 w 6933990"/>
              <a:gd name="connsiteY22" fmla="*/ 252730 h 3772925"/>
              <a:gd name="connsiteX23" fmla="*/ 6863627 w 6933990"/>
              <a:gd name="connsiteY23" fmla="*/ 405271 h 3772925"/>
              <a:gd name="connsiteX24" fmla="*/ 6850926 w 6933990"/>
              <a:gd name="connsiteY24" fmla="*/ 659506 h 3772925"/>
              <a:gd name="connsiteX25" fmla="*/ 6774726 w 6933990"/>
              <a:gd name="connsiteY25" fmla="*/ 775729 h 3772925"/>
              <a:gd name="connsiteX26" fmla="*/ 6664303 w 6933990"/>
              <a:gd name="connsiteY26" fmla="*/ 797321 h 3772925"/>
              <a:gd name="connsiteX27" fmla="*/ 6450518 w 6933990"/>
              <a:gd name="connsiteY27" fmla="*/ 712560 h 3772925"/>
              <a:gd name="connsiteX28" fmla="*/ 6184176 w 6933990"/>
              <a:gd name="connsiteY28" fmla="*/ 398005 h 3772925"/>
              <a:gd name="connsiteX29" fmla="*/ 5946753 w 6933990"/>
              <a:gd name="connsiteY29" fmla="*/ 276774 h 3772925"/>
              <a:gd name="connsiteX30" fmla="*/ 5622903 w 6933990"/>
              <a:gd name="connsiteY30" fmla="*/ 257389 h 3772925"/>
              <a:gd name="connsiteX31" fmla="*/ 5440869 w 6933990"/>
              <a:gd name="connsiteY31" fmla="*/ 333589 h 3772925"/>
              <a:gd name="connsiteX32" fmla="*/ 5322336 w 6933990"/>
              <a:gd name="connsiteY32" fmla="*/ 452121 h 3772925"/>
              <a:gd name="connsiteX33" fmla="*/ 5110669 w 6933990"/>
              <a:gd name="connsiteY33" fmla="*/ 833121 h 3772925"/>
              <a:gd name="connsiteX34" fmla="*/ 4932869 w 6933990"/>
              <a:gd name="connsiteY34" fmla="*/ 985522 h 3772925"/>
              <a:gd name="connsiteX35" fmla="*/ 4568803 w 6933990"/>
              <a:gd name="connsiteY35" fmla="*/ 1150137 h 3772925"/>
              <a:gd name="connsiteX36" fmla="*/ 3794103 w 6933990"/>
              <a:gd name="connsiteY36" fmla="*/ 1187754 h 3772925"/>
              <a:gd name="connsiteX37" fmla="*/ 2833136 w 6933990"/>
              <a:gd name="connsiteY37" fmla="*/ 1368335 h 3772925"/>
              <a:gd name="connsiteX38" fmla="*/ 1991104 w 6933990"/>
              <a:gd name="connsiteY38" fmla="*/ 2283473 h 3772925"/>
              <a:gd name="connsiteX39" fmla="*/ 1398036 w 6933990"/>
              <a:gd name="connsiteY39" fmla="*/ 2786362 h 3772925"/>
              <a:gd name="connsiteX40" fmla="*/ 720793 w 6933990"/>
              <a:gd name="connsiteY40" fmla="*/ 3210084 h 3772925"/>
              <a:gd name="connsiteX41" fmla="*/ 103435 w 6933990"/>
              <a:gd name="connsiteY41" fmla="*/ 3772868 h 3772925"/>
              <a:gd name="connsiteX42" fmla="*/ 40339 w 6933990"/>
              <a:gd name="connsiteY42" fmla="*/ 2196689 h 3772925"/>
              <a:gd name="connsiteX43" fmla="*/ 21444 w 6933990"/>
              <a:gd name="connsiteY43" fmla="*/ 1911636 h 3772925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86704 w 6933990"/>
              <a:gd name="connsiteY3" fmla="*/ 3210199 h 3830701"/>
              <a:gd name="connsiteX4" fmla="*/ 1085605 w 6933990"/>
              <a:gd name="connsiteY4" fmla="*/ 2824831 h 3830701"/>
              <a:gd name="connsiteX5" fmla="*/ 1990378 w 6933990"/>
              <a:gd name="connsiteY5" fmla="*/ 1977027 h 3830701"/>
              <a:gd name="connsiteX6" fmla="*/ 2655114 w 6933990"/>
              <a:gd name="connsiteY6" fmla="*/ 1286825 h 3830701"/>
              <a:gd name="connsiteX7" fmla="*/ 3442736 w 6933990"/>
              <a:gd name="connsiteY7" fmla="*/ 714588 h 3830701"/>
              <a:gd name="connsiteX8" fmla="*/ 4839736 w 6933990"/>
              <a:gd name="connsiteY8" fmla="*/ 909322 h 3830701"/>
              <a:gd name="connsiteX9" fmla="*/ 5339269 w 6933990"/>
              <a:gd name="connsiteY9" fmla="*/ 274322 h 3830701"/>
              <a:gd name="connsiteX10" fmla="*/ 5904420 w 6933990"/>
              <a:gd name="connsiteY10" fmla="*/ 172768 h 3830701"/>
              <a:gd name="connsiteX11" fmla="*/ 6334103 w 6933990"/>
              <a:gd name="connsiteY11" fmla="*/ 428302 h 3830701"/>
              <a:gd name="connsiteX12" fmla="*/ 6495325 w 6933990"/>
              <a:gd name="connsiteY12" fmla="*/ 623187 h 3830701"/>
              <a:gd name="connsiteX13" fmla="*/ 6647725 w 6933990"/>
              <a:gd name="connsiteY13" fmla="*/ 703089 h 3830701"/>
              <a:gd name="connsiteX14" fmla="*/ 6762025 w 6933990"/>
              <a:gd name="connsiteY14" fmla="*/ 674034 h 3830701"/>
              <a:gd name="connsiteX15" fmla="*/ 6791303 w 6933990"/>
              <a:gd name="connsiteY15" fmla="*/ 529995 h 3830701"/>
              <a:gd name="connsiteX16" fmla="*/ 6762026 w 6933990"/>
              <a:gd name="connsiteY16" fmla="*/ 390745 h 3830701"/>
              <a:gd name="connsiteX17" fmla="*/ 6692177 w 6933990"/>
              <a:gd name="connsiteY17" fmla="*/ 303578 h 3830701"/>
              <a:gd name="connsiteX18" fmla="*/ 6647727 w 6933990"/>
              <a:gd name="connsiteY18" fmla="*/ 194620 h 3830701"/>
              <a:gd name="connsiteX19" fmla="*/ 6628677 w 6933990"/>
              <a:gd name="connsiteY19" fmla="*/ 27550 h 3830701"/>
              <a:gd name="connsiteX20" fmla="*/ 6774726 w 6933990"/>
              <a:gd name="connsiteY20" fmla="*/ 13025 h 3830701"/>
              <a:gd name="connsiteX21" fmla="*/ 6926769 w 6933990"/>
              <a:gd name="connsiteY21" fmla="*/ 26287 h 3830701"/>
              <a:gd name="connsiteX22" fmla="*/ 6908077 w 6933990"/>
              <a:gd name="connsiteY22" fmla="*/ 252730 h 3830701"/>
              <a:gd name="connsiteX23" fmla="*/ 6863627 w 6933990"/>
              <a:gd name="connsiteY23" fmla="*/ 405271 h 3830701"/>
              <a:gd name="connsiteX24" fmla="*/ 6850926 w 6933990"/>
              <a:gd name="connsiteY24" fmla="*/ 659506 h 3830701"/>
              <a:gd name="connsiteX25" fmla="*/ 6774726 w 6933990"/>
              <a:gd name="connsiteY25" fmla="*/ 775729 h 3830701"/>
              <a:gd name="connsiteX26" fmla="*/ 6664303 w 6933990"/>
              <a:gd name="connsiteY26" fmla="*/ 797321 h 3830701"/>
              <a:gd name="connsiteX27" fmla="*/ 6450518 w 6933990"/>
              <a:gd name="connsiteY27" fmla="*/ 712560 h 3830701"/>
              <a:gd name="connsiteX28" fmla="*/ 6184176 w 6933990"/>
              <a:gd name="connsiteY28" fmla="*/ 398005 h 3830701"/>
              <a:gd name="connsiteX29" fmla="*/ 5946753 w 6933990"/>
              <a:gd name="connsiteY29" fmla="*/ 276774 h 3830701"/>
              <a:gd name="connsiteX30" fmla="*/ 5622903 w 6933990"/>
              <a:gd name="connsiteY30" fmla="*/ 257389 h 3830701"/>
              <a:gd name="connsiteX31" fmla="*/ 5440869 w 6933990"/>
              <a:gd name="connsiteY31" fmla="*/ 333589 h 3830701"/>
              <a:gd name="connsiteX32" fmla="*/ 5322336 w 6933990"/>
              <a:gd name="connsiteY32" fmla="*/ 452121 h 3830701"/>
              <a:gd name="connsiteX33" fmla="*/ 5110669 w 6933990"/>
              <a:gd name="connsiteY33" fmla="*/ 833121 h 3830701"/>
              <a:gd name="connsiteX34" fmla="*/ 4932869 w 6933990"/>
              <a:gd name="connsiteY34" fmla="*/ 985522 h 3830701"/>
              <a:gd name="connsiteX35" fmla="*/ 4568803 w 6933990"/>
              <a:gd name="connsiteY35" fmla="*/ 1150137 h 3830701"/>
              <a:gd name="connsiteX36" fmla="*/ 3794103 w 6933990"/>
              <a:gd name="connsiteY36" fmla="*/ 1187754 h 3830701"/>
              <a:gd name="connsiteX37" fmla="*/ 2833136 w 6933990"/>
              <a:gd name="connsiteY37" fmla="*/ 1368335 h 3830701"/>
              <a:gd name="connsiteX38" fmla="*/ 1991104 w 6933990"/>
              <a:gd name="connsiteY38" fmla="*/ 2283473 h 3830701"/>
              <a:gd name="connsiteX39" fmla="*/ 1398036 w 6933990"/>
              <a:gd name="connsiteY39" fmla="*/ 2786362 h 3830701"/>
              <a:gd name="connsiteX40" fmla="*/ 576414 w 6933990"/>
              <a:gd name="connsiteY40" fmla="*/ 3749596 h 3830701"/>
              <a:gd name="connsiteX41" fmla="*/ 103435 w 6933990"/>
              <a:gd name="connsiteY41" fmla="*/ 3772868 h 3830701"/>
              <a:gd name="connsiteX42" fmla="*/ 40339 w 6933990"/>
              <a:gd name="connsiteY42" fmla="*/ 2196689 h 3830701"/>
              <a:gd name="connsiteX43" fmla="*/ 21444 w 6933990"/>
              <a:gd name="connsiteY43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67454 w 6933990"/>
              <a:gd name="connsiteY3" fmla="*/ 3617585 h 3830701"/>
              <a:gd name="connsiteX4" fmla="*/ 1085605 w 6933990"/>
              <a:gd name="connsiteY4" fmla="*/ 2824831 h 3830701"/>
              <a:gd name="connsiteX5" fmla="*/ 1990378 w 6933990"/>
              <a:gd name="connsiteY5" fmla="*/ 1977027 h 3830701"/>
              <a:gd name="connsiteX6" fmla="*/ 2655114 w 6933990"/>
              <a:gd name="connsiteY6" fmla="*/ 1286825 h 3830701"/>
              <a:gd name="connsiteX7" fmla="*/ 3442736 w 6933990"/>
              <a:gd name="connsiteY7" fmla="*/ 714588 h 3830701"/>
              <a:gd name="connsiteX8" fmla="*/ 4839736 w 6933990"/>
              <a:gd name="connsiteY8" fmla="*/ 909322 h 3830701"/>
              <a:gd name="connsiteX9" fmla="*/ 5339269 w 6933990"/>
              <a:gd name="connsiteY9" fmla="*/ 274322 h 3830701"/>
              <a:gd name="connsiteX10" fmla="*/ 5904420 w 6933990"/>
              <a:gd name="connsiteY10" fmla="*/ 172768 h 3830701"/>
              <a:gd name="connsiteX11" fmla="*/ 6334103 w 6933990"/>
              <a:gd name="connsiteY11" fmla="*/ 428302 h 3830701"/>
              <a:gd name="connsiteX12" fmla="*/ 6495325 w 6933990"/>
              <a:gd name="connsiteY12" fmla="*/ 623187 h 3830701"/>
              <a:gd name="connsiteX13" fmla="*/ 6647725 w 6933990"/>
              <a:gd name="connsiteY13" fmla="*/ 703089 h 3830701"/>
              <a:gd name="connsiteX14" fmla="*/ 6762025 w 6933990"/>
              <a:gd name="connsiteY14" fmla="*/ 674034 h 3830701"/>
              <a:gd name="connsiteX15" fmla="*/ 6791303 w 6933990"/>
              <a:gd name="connsiteY15" fmla="*/ 529995 h 3830701"/>
              <a:gd name="connsiteX16" fmla="*/ 6762026 w 6933990"/>
              <a:gd name="connsiteY16" fmla="*/ 390745 h 3830701"/>
              <a:gd name="connsiteX17" fmla="*/ 6692177 w 6933990"/>
              <a:gd name="connsiteY17" fmla="*/ 303578 h 3830701"/>
              <a:gd name="connsiteX18" fmla="*/ 6647727 w 6933990"/>
              <a:gd name="connsiteY18" fmla="*/ 194620 h 3830701"/>
              <a:gd name="connsiteX19" fmla="*/ 6628677 w 6933990"/>
              <a:gd name="connsiteY19" fmla="*/ 27550 h 3830701"/>
              <a:gd name="connsiteX20" fmla="*/ 6774726 w 6933990"/>
              <a:gd name="connsiteY20" fmla="*/ 13025 h 3830701"/>
              <a:gd name="connsiteX21" fmla="*/ 6926769 w 6933990"/>
              <a:gd name="connsiteY21" fmla="*/ 26287 h 3830701"/>
              <a:gd name="connsiteX22" fmla="*/ 6908077 w 6933990"/>
              <a:gd name="connsiteY22" fmla="*/ 252730 h 3830701"/>
              <a:gd name="connsiteX23" fmla="*/ 6863627 w 6933990"/>
              <a:gd name="connsiteY23" fmla="*/ 405271 h 3830701"/>
              <a:gd name="connsiteX24" fmla="*/ 6850926 w 6933990"/>
              <a:gd name="connsiteY24" fmla="*/ 659506 h 3830701"/>
              <a:gd name="connsiteX25" fmla="*/ 6774726 w 6933990"/>
              <a:gd name="connsiteY25" fmla="*/ 775729 h 3830701"/>
              <a:gd name="connsiteX26" fmla="*/ 6664303 w 6933990"/>
              <a:gd name="connsiteY26" fmla="*/ 797321 h 3830701"/>
              <a:gd name="connsiteX27" fmla="*/ 6450518 w 6933990"/>
              <a:gd name="connsiteY27" fmla="*/ 712560 h 3830701"/>
              <a:gd name="connsiteX28" fmla="*/ 6184176 w 6933990"/>
              <a:gd name="connsiteY28" fmla="*/ 398005 h 3830701"/>
              <a:gd name="connsiteX29" fmla="*/ 5946753 w 6933990"/>
              <a:gd name="connsiteY29" fmla="*/ 276774 h 3830701"/>
              <a:gd name="connsiteX30" fmla="*/ 5622903 w 6933990"/>
              <a:gd name="connsiteY30" fmla="*/ 257389 h 3830701"/>
              <a:gd name="connsiteX31" fmla="*/ 5440869 w 6933990"/>
              <a:gd name="connsiteY31" fmla="*/ 333589 h 3830701"/>
              <a:gd name="connsiteX32" fmla="*/ 5322336 w 6933990"/>
              <a:gd name="connsiteY32" fmla="*/ 452121 h 3830701"/>
              <a:gd name="connsiteX33" fmla="*/ 5110669 w 6933990"/>
              <a:gd name="connsiteY33" fmla="*/ 833121 h 3830701"/>
              <a:gd name="connsiteX34" fmla="*/ 4932869 w 6933990"/>
              <a:gd name="connsiteY34" fmla="*/ 985522 h 3830701"/>
              <a:gd name="connsiteX35" fmla="*/ 4568803 w 6933990"/>
              <a:gd name="connsiteY35" fmla="*/ 1150137 h 3830701"/>
              <a:gd name="connsiteX36" fmla="*/ 3794103 w 6933990"/>
              <a:gd name="connsiteY36" fmla="*/ 1187754 h 3830701"/>
              <a:gd name="connsiteX37" fmla="*/ 2833136 w 6933990"/>
              <a:gd name="connsiteY37" fmla="*/ 1368335 h 3830701"/>
              <a:gd name="connsiteX38" fmla="*/ 1991104 w 6933990"/>
              <a:gd name="connsiteY38" fmla="*/ 2283473 h 3830701"/>
              <a:gd name="connsiteX39" fmla="*/ 1398036 w 6933990"/>
              <a:gd name="connsiteY39" fmla="*/ 2786362 h 3830701"/>
              <a:gd name="connsiteX40" fmla="*/ 576414 w 6933990"/>
              <a:gd name="connsiteY40" fmla="*/ 3749596 h 3830701"/>
              <a:gd name="connsiteX41" fmla="*/ 103435 w 6933990"/>
              <a:gd name="connsiteY41" fmla="*/ 3772868 h 3830701"/>
              <a:gd name="connsiteX42" fmla="*/ 40339 w 6933990"/>
              <a:gd name="connsiteY42" fmla="*/ 2196689 h 3830701"/>
              <a:gd name="connsiteX43" fmla="*/ 21444 w 6933990"/>
              <a:gd name="connsiteY43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67454 w 6933990"/>
              <a:gd name="connsiteY3" fmla="*/ 3617585 h 3830701"/>
              <a:gd name="connsiteX4" fmla="*/ 594715 w 6933990"/>
              <a:gd name="connsiteY4" fmla="*/ 3485458 h 3830701"/>
              <a:gd name="connsiteX5" fmla="*/ 1085605 w 6933990"/>
              <a:gd name="connsiteY5" fmla="*/ 2824831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1991104 w 6933990"/>
              <a:gd name="connsiteY39" fmla="*/ 2283473 h 3830701"/>
              <a:gd name="connsiteX40" fmla="*/ 1398036 w 6933990"/>
              <a:gd name="connsiteY40" fmla="*/ 2786362 h 3830701"/>
              <a:gd name="connsiteX41" fmla="*/ 576414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67454 w 6933990"/>
              <a:gd name="connsiteY3" fmla="*/ 3617585 h 3830701"/>
              <a:gd name="connsiteX4" fmla="*/ 594715 w 6933990"/>
              <a:gd name="connsiteY4" fmla="*/ 348545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1991104 w 6933990"/>
              <a:gd name="connsiteY39" fmla="*/ 2283473 h 3830701"/>
              <a:gd name="connsiteX40" fmla="*/ 1398036 w 6933990"/>
              <a:gd name="connsiteY40" fmla="*/ 2786362 h 3830701"/>
              <a:gd name="connsiteX41" fmla="*/ 576414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67454 w 6933990"/>
              <a:gd name="connsiteY3" fmla="*/ 3617585 h 3830701"/>
              <a:gd name="connsiteX4" fmla="*/ 594715 w 6933990"/>
              <a:gd name="connsiteY4" fmla="*/ 3540510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1991104 w 6933990"/>
              <a:gd name="connsiteY39" fmla="*/ 2283473 h 3830701"/>
              <a:gd name="connsiteX40" fmla="*/ 1398036 w 6933990"/>
              <a:gd name="connsiteY40" fmla="*/ 2786362 h 3830701"/>
              <a:gd name="connsiteX41" fmla="*/ 576414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67454 w 6933990"/>
              <a:gd name="connsiteY3" fmla="*/ 3617585 h 3830701"/>
              <a:gd name="connsiteX4" fmla="*/ 604341 w 6933990"/>
              <a:gd name="connsiteY4" fmla="*/ 3496467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1991104 w 6933990"/>
              <a:gd name="connsiteY39" fmla="*/ 2283473 h 3830701"/>
              <a:gd name="connsiteX40" fmla="*/ 1398036 w 6933990"/>
              <a:gd name="connsiteY40" fmla="*/ 2786362 h 3830701"/>
              <a:gd name="connsiteX41" fmla="*/ 576414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67454 w 6933990"/>
              <a:gd name="connsiteY3" fmla="*/ 361758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1991104 w 6933990"/>
              <a:gd name="connsiteY39" fmla="*/ 2283473 h 3830701"/>
              <a:gd name="connsiteX40" fmla="*/ 1398036 w 6933990"/>
              <a:gd name="connsiteY40" fmla="*/ 2786362 h 3830701"/>
              <a:gd name="connsiteX41" fmla="*/ 576414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67454 w 6933990"/>
              <a:gd name="connsiteY3" fmla="*/ 361758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1991104 w 6933990"/>
              <a:gd name="connsiteY39" fmla="*/ 2283473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48203 w 6933990"/>
              <a:gd name="connsiteY3" fmla="*/ 360657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1991104 w 6933990"/>
              <a:gd name="connsiteY39" fmla="*/ 2283473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1991104 w 6933990"/>
              <a:gd name="connsiteY39" fmla="*/ 2283473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1991104 w 6933990"/>
              <a:gd name="connsiteY39" fmla="*/ 2283473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1991104 w 6933990"/>
              <a:gd name="connsiteY39" fmla="*/ 2283473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1991104 w 6933990"/>
              <a:gd name="connsiteY39" fmla="*/ 2283473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1991104 w 6933990"/>
              <a:gd name="connsiteY39" fmla="*/ 2283473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1991104 w 6933990"/>
              <a:gd name="connsiteY39" fmla="*/ 2283473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1991104 w 6933990"/>
              <a:gd name="connsiteY39" fmla="*/ 2283473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1991104 w 6933990"/>
              <a:gd name="connsiteY39" fmla="*/ 2283473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2145108 w 6933990"/>
              <a:gd name="connsiteY39" fmla="*/ 2096295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2145108 w 6933990"/>
              <a:gd name="connsiteY39" fmla="*/ 2096295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2145108 w 6933990"/>
              <a:gd name="connsiteY39" fmla="*/ 2096295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2145108 w 6933990"/>
              <a:gd name="connsiteY39" fmla="*/ 2096295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2145108 w 6933990"/>
              <a:gd name="connsiteY39" fmla="*/ 2096295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68335 h 3830701"/>
              <a:gd name="connsiteX39" fmla="*/ 2154733 w 6933990"/>
              <a:gd name="connsiteY39" fmla="*/ 2019221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33136 w 6933990"/>
              <a:gd name="connsiteY38" fmla="*/ 1346313 h 3830701"/>
              <a:gd name="connsiteX39" fmla="*/ 2154733 w 6933990"/>
              <a:gd name="connsiteY39" fmla="*/ 2019221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2852387 w 6933990"/>
              <a:gd name="connsiteY38" fmla="*/ 1357324 h 3830701"/>
              <a:gd name="connsiteX39" fmla="*/ 2154733 w 6933990"/>
              <a:gd name="connsiteY39" fmla="*/ 2019221 h 3830701"/>
              <a:gd name="connsiteX40" fmla="*/ 1398036 w 6933990"/>
              <a:gd name="connsiteY40" fmla="*/ 2786362 h 3830701"/>
              <a:gd name="connsiteX41" fmla="*/ 643791 w 6933990"/>
              <a:gd name="connsiteY41" fmla="*/ 3749596 h 3830701"/>
              <a:gd name="connsiteX42" fmla="*/ 103435 w 6933990"/>
              <a:gd name="connsiteY42" fmla="*/ 3772868 h 3830701"/>
              <a:gd name="connsiteX43" fmla="*/ 40339 w 6933990"/>
              <a:gd name="connsiteY43" fmla="*/ 2196689 h 3830701"/>
              <a:gd name="connsiteX44" fmla="*/ 21444 w 6933990"/>
              <a:gd name="connsiteY44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3453418 w 6933990"/>
              <a:gd name="connsiteY38" fmla="*/ 986083 h 3830701"/>
              <a:gd name="connsiteX39" fmla="*/ 2852387 w 6933990"/>
              <a:gd name="connsiteY39" fmla="*/ 1357324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794103 w 6933990"/>
              <a:gd name="connsiteY37" fmla="*/ 1187754 h 3830701"/>
              <a:gd name="connsiteX38" fmla="*/ 3463044 w 6933990"/>
              <a:gd name="connsiteY38" fmla="*/ 897999 h 3830701"/>
              <a:gd name="connsiteX39" fmla="*/ 2852387 w 6933990"/>
              <a:gd name="connsiteY39" fmla="*/ 1357324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851855 w 6933990"/>
              <a:gd name="connsiteY37" fmla="*/ 912494 h 3830701"/>
              <a:gd name="connsiteX38" fmla="*/ 3463044 w 6933990"/>
              <a:gd name="connsiteY38" fmla="*/ 897999 h 3830701"/>
              <a:gd name="connsiteX39" fmla="*/ 2852387 w 6933990"/>
              <a:gd name="connsiteY39" fmla="*/ 1357324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68803 w 6933990"/>
              <a:gd name="connsiteY36" fmla="*/ 1150137 h 3830701"/>
              <a:gd name="connsiteX37" fmla="*/ 3851855 w 6933990"/>
              <a:gd name="connsiteY37" fmla="*/ 912494 h 3830701"/>
              <a:gd name="connsiteX38" fmla="*/ 3463044 w 6933990"/>
              <a:gd name="connsiteY38" fmla="*/ 897999 h 3830701"/>
              <a:gd name="connsiteX39" fmla="*/ 2852387 w 6933990"/>
              <a:gd name="connsiteY39" fmla="*/ 1357324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88054 w 6933990"/>
              <a:gd name="connsiteY36" fmla="*/ 1051042 h 3830701"/>
              <a:gd name="connsiteX37" fmla="*/ 3851855 w 6933990"/>
              <a:gd name="connsiteY37" fmla="*/ 912494 h 3830701"/>
              <a:gd name="connsiteX38" fmla="*/ 3463044 w 6933990"/>
              <a:gd name="connsiteY38" fmla="*/ 897999 h 3830701"/>
              <a:gd name="connsiteX39" fmla="*/ 2852387 w 6933990"/>
              <a:gd name="connsiteY39" fmla="*/ 1357324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39927 w 6933990"/>
              <a:gd name="connsiteY36" fmla="*/ 1051042 h 3830701"/>
              <a:gd name="connsiteX37" fmla="*/ 3851855 w 6933990"/>
              <a:gd name="connsiteY37" fmla="*/ 912494 h 3830701"/>
              <a:gd name="connsiteX38" fmla="*/ 3463044 w 6933990"/>
              <a:gd name="connsiteY38" fmla="*/ 897999 h 3830701"/>
              <a:gd name="connsiteX39" fmla="*/ 2852387 w 6933990"/>
              <a:gd name="connsiteY39" fmla="*/ 1357324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20677 w 6933990"/>
              <a:gd name="connsiteY36" fmla="*/ 984980 h 3830701"/>
              <a:gd name="connsiteX37" fmla="*/ 3851855 w 6933990"/>
              <a:gd name="connsiteY37" fmla="*/ 912494 h 3830701"/>
              <a:gd name="connsiteX38" fmla="*/ 3463044 w 6933990"/>
              <a:gd name="connsiteY38" fmla="*/ 897999 h 3830701"/>
              <a:gd name="connsiteX39" fmla="*/ 2852387 w 6933990"/>
              <a:gd name="connsiteY39" fmla="*/ 1357324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20677 w 6933990"/>
              <a:gd name="connsiteY36" fmla="*/ 1018010 h 3830701"/>
              <a:gd name="connsiteX37" fmla="*/ 3851855 w 6933990"/>
              <a:gd name="connsiteY37" fmla="*/ 912494 h 3830701"/>
              <a:gd name="connsiteX38" fmla="*/ 3463044 w 6933990"/>
              <a:gd name="connsiteY38" fmla="*/ 897999 h 3830701"/>
              <a:gd name="connsiteX39" fmla="*/ 2852387 w 6933990"/>
              <a:gd name="connsiteY39" fmla="*/ 1357324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20677 w 6933990"/>
              <a:gd name="connsiteY36" fmla="*/ 1018010 h 3830701"/>
              <a:gd name="connsiteX37" fmla="*/ 3851855 w 6933990"/>
              <a:gd name="connsiteY37" fmla="*/ 912494 h 3830701"/>
              <a:gd name="connsiteX38" fmla="*/ 3463044 w 6933990"/>
              <a:gd name="connsiteY38" fmla="*/ 831937 h 3830701"/>
              <a:gd name="connsiteX39" fmla="*/ 2852387 w 6933990"/>
              <a:gd name="connsiteY39" fmla="*/ 1357324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20677 w 6933990"/>
              <a:gd name="connsiteY36" fmla="*/ 1018010 h 3830701"/>
              <a:gd name="connsiteX37" fmla="*/ 3851855 w 6933990"/>
              <a:gd name="connsiteY37" fmla="*/ 912494 h 3830701"/>
              <a:gd name="connsiteX38" fmla="*/ 3463044 w 6933990"/>
              <a:gd name="connsiteY38" fmla="*/ 831937 h 3830701"/>
              <a:gd name="connsiteX39" fmla="*/ 2852387 w 6933990"/>
              <a:gd name="connsiteY39" fmla="*/ 1357324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20677 w 6933990"/>
              <a:gd name="connsiteY36" fmla="*/ 1018010 h 3830701"/>
              <a:gd name="connsiteX37" fmla="*/ 3851855 w 6933990"/>
              <a:gd name="connsiteY37" fmla="*/ 857442 h 3830701"/>
              <a:gd name="connsiteX38" fmla="*/ 3463044 w 6933990"/>
              <a:gd name="connsiteY38" fmla="*/ 831937 h 3830701"/>
              <a:gd name="connsiteX39" fmla="*/ 2852387 w 6933990"/>
              <a:gd name="connsiteY39" fmla="*/ 1357324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20677 w 6933990"/>
              <a:gd name="connsiteY36" fmla="*/ 1018010 h 3830701"/>
              <a:gd name="connsiteX37" fmla="*/ 3851855 w 6933990"/>
              <a:gd name="connsiteY37" fmla="*/ 857442 h 3830701"/>
              <a:gd name="connsiteX38" fmla="*/ 3463044 w 6933990"/>
              <a:gd name="connsiteY38" fmla="*/ 831937 h 3830701"/>
              <a:gd name="connsiteX39" fmla="*/ 2794636 w 6933990"/>
              <a:gd name="connsiteY39" fmla="*/ 1368334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20677 w 6933990"/>
              <a:gd name="connsiteY36" fmla="*/ 1018010 h 3830701"/>
              <a:gd name="connsiteX37" fmla="*/ 3851855 w 6933990"/>
              <a:gd name="connsiteY37" fmla="*/ 857442 h 3830701"/>
              <a:gd name="connsiteX38" fmla="*/ 3463044 w 6933990"/>
              <a:gd name="connsiteY38" fmla="*/ 831937 h 3830701"/>
              <a:gd name="connsiteX39" fmla="*/ 2775386 w 6933990"/>
              <a:gd name="connsiteY39" fmla="*/ 1335303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20677 w 6933990"/>
              <a:gd name="connsiteY36" fmla="*/ 1018010 h 3830701"/>
              <a:gd name="connsiteX37" fmla="*/ 3851855 w 6933990"/>
              <a:gd name="connsiteY37" fmla="*/ 857442 h 3830701"/>
              <a:gd name="connsiteX38" fmla="*/ 3463044 w 6933990"/>
              <a:gd name="connsiteY38" fmla="*/ 831937 h 3830701"/>
              <a:gd name="connsiteX39" fmla="*/ 2794637 w 6933990"/>
              <a:gd name="connsiteY39" fmla="*/ 1280251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20677 w 6933990"/>
              <a:gd name="connsiteY36" fmla="*/ 1018010 h 3830701"/>
              <a:gd name="connsiteX37" fmla="*/ 3851855 w 6933990"/>
              <a:gd name="connsiteY37" fmla="*/ 857442 h 3830701"/>
              <a:gd name="connsiteX38" fmla="*/ 3463044 w 6933990"/>
              <a:gd name="connsiteY38" fmla="*/ 831937 h 3830701"/>
              <a:gd name="connsiteX39" fmla="*/ 2794637 w 6933990"/>
              <a:gd name="connsiteY39" fmla="*/ 1280251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55114 w 6933990"/>
              <a:gd name="connsiteY7" fmla="*/ 1286825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20677 w 6933990"/>
              <a:gd name="connsiteY36" fmla="*/ 1018010 h 3830701"/>
              <a:gd name="connsiteX37" fmla="*/ 3851855 w 6933990"/>
              <a:gd name="connsiteY37" fmla="*/ 857442 h 3830701"/>
              <a:gd name="connsiteX38" fmla="*/ 3463044 w 6933990"/>
              <a:gd name="connsiteY38" fmla="*/ 831937 h 3830701"/>
              <a:gd name="connsiteX39" fmla="*/ 2794637 w 6933990"/>
              <a:gd name="connsiteY39" fmla="*/ 1280251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26238 w 6933990"/>
              <a:gd name="connsiteY7" fmla="*/ 1341877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20677 w 6933990"/>
              <a:gd name="connsiteY36" fmla="*/ 1018010 h 3830701"/>
              <a:gd name="connsiteX37" fmla="*/ 3851855 w 6933990"/>
              <a:gd name="connsiteY37" fmla="*/ 857442 h 3830701"/>
              <a:gd name="connsiteX38" fmla="*/ 3463044 w 6933990"/>
              <a:gd name="connsiteY38" fmla="*/ 831937 h 3830701"/>
              <a:gd name="connsiteX39" fmla="*/ 2794637 w 6933990"/>
              <a:gd name="connsiteY39" fmla="*/ 1280251 h 3830701"/>
              <a:gd name="connsiteX40" fmla="*/ 2154733 w 6933990"/>
              <a:gd name="connsiteY40" fmla="*/ 2019221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77027 h 3830701"/>
              <a:gd name="connsiteX7" fmla="*/ 2626238 w 6933990"/>
              <a:gd name="connsiteY7" fmla="*/ 1341877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20677 w 6933990"/>
              <a:gd name="connsiteY36" fmla="*/ 1018010 h 3830701"/>
              <a:gd name="connsiteX37" fmla="*/ 3851855 w 6933990"/>
              <a:gd name="connsiteY37" fmla="*/ 857442 h 3830701"/>
              <a:gd name="connsiteX38" fmla="*/ 3463044 w 6933990"/>
              <a:gd name="connsiteY38" fmla="*/ 831937 h 3830701"/>
              <a:gd name="connsiteX39" fmla="*/ 2794637 w 6933990"/>
              <a:gd name="connsiteY39" fmla="*/ 1280251 h 3830701"/>
              <a:gd name="connsiteX40" fmla="*/ 2116232 w 6933990"/>
              <a:gd name="connsiteY40" fmla="*/ 1975179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55005 h 3830701"/>
              <a:gd name="connsiteX7" fmla="*/ 2626238 w 6933990"/>
              <a:gd name="connsiteY7" fmla="*/ 1341877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20677 w 6933990"/>
              <a:gd name="connsiteY36" fmla="*/ 1018010 h 3830701"/>
              <a:gd name="connsiteX37" fmla="*/ 3851855 w 6933990"/>
              <a:gd name="connsiteY37" fmla="*/ 857442 h 3830701"/>
              <a:gd name="connsiteX38" fmla="*/ 3463044 w 6933990"/>
              <a:gd name="connsiteY38" fmla="*/ 831937 h 3830701"/>
              <a:gd name="connsiteX39" fmla="*/ 2794637 w 6933990"/>
              <a:gd name="connsiteY39" fmla="*/ 1280251 h 3830701"/>
              <a:gd name="connsiteX40" fmla="*/ 2116232 w 6933990"/>
              <a:gd name="connsiteY40" fmla="*/ 1975179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0701"/>
              <a:gd name="connsiteX1" fmla="*/ 189921 w 6933990"/>
              <a:gd name="connsiteY1" fmla="*/ 1661238 h 3830701"/>
              <a:gd name="connsiteX2" fmla="*/ 190456 w 6933990"/>
              <a:gd name="connsiteY2" fmla="*/ 2472496 h 3830701"/>
              <a:gd name="connsiteX3" fmla="*/ 209702 w 6933990"/>
              <a:gd name="connsiteY3" fmla="*/ 3584555 h 3830701"/>
              <a:gd name="connsiteX4" fmla="*/ 623591 w 6933990"/>
              <a:gd name="connsiteY4" fmla="*/ 3529498 h 3830701"/>
              <a:gd name="connsiteX5" fmla="*/ 1172232 w 6933990"/>
              <a:gd name="connsiteY5" fmla="*/ 2846852 h 3830701"/>
              <a:gd name="connsiteX6" fmla="*/ 1990378 w 6933990"/>
              <a:gd name="connsiteY6" fmla="*/ 1955005 h 3830701"/>
              <a:gd name="connsiteX7" fmla="*/ 2626238 w 6933990"/>
              <a:gd name="connsiteY7" fmla="*/ 1341877 h 3830701"/>
              <a:gd name="connsiteX8" fmla="*/ 3442736 w 6933990"/>
              <a:gd name="connsiteY8" fmla="*/ 714588 h 3830701"/>
              <a:gd name="connsiteX9" fmla="*/ 4839736 w 6933990"/>
              <a:gd name="connsiteY9" fmla="*/ 909322 h 3830701"/>
              <a:gd name="connsiteX10" fmla="*/ 5339269 w 6933990"/>
              <a:gd name="connsiteY10" fmla="*/ 274322 h 3830701"/>
              <a:gd name="connsiteX11" fmla="*/ 5904420 w 6933990"/>
              <a:gd name="connsiteY11" fmla="*/ 172768 h 3830701"/>
              <a:gd name="connsiteX12" fmla="*/ 6334103 w 6933990"/>
              <a:gd name="connsiteY12" fmla="*/ 428302 h 3830701"/>
              <a:gd name="connsiteX13" fmla="*/ 6495325 w 6933990"/>
              <a:gd name="connsiteY13" fmla="*/ 623187 h 3830701"/>
              <a:gd name="connsiteX14" fmla="*/ 6647725 w 6933990"/>
              <a:gd name="connsiteY14" fmla="*/ 703089 h 3830701"/>
              <a:gd name="connsiteX15" fmla="*/ 6762025 w 6933990"/>
              <a:gd name="connsiteY15" fmla="*/ 674034 h 3830701"/>
              <a:gd name="connsiteX16" fmla="*/ 6791303 w 6933990"/>
              <a:gd name="connsiteY16" fmla="*/ 529995 h 3830701"/>
              <a:gd name="connsiteX17" fmla="*/ 6762026 w 6933990"/>
              <a:gd name="connsiteY17" fmla="*/ 390745 h 3830701"/>
              <a:gd name="connsiteX18" fmla="*/ 6692177 w 6933990"/>
              <a:gd name="connsiteY18" fmla="*/ 303578 h 3830701"/>
              <a:gd name="connsiteX19" fmla="*/ 6647727 w 6933990"/>
              <a:gd name="connsiteY19" fmla="*/ 194620 h 3830701"/>
              <a:gd name="connsiteX20" fmla="*/ 6628677 w 6933990"/>
              <a:gd name="connsiteY20" fmla="*/ 27550 h 3830701"/>
              <a:gd name="connsiteX21" fmla="*/ 6774726 w 6933990"/>
              <a:gd name="connsiteY21" fmla="*/ 13025 h 3830701"/>
              <a:gd name="connsiteX22" fmla="*/ 6926769 w 6933990"/>
              <a:gd name="connsiteY22" fmla="*/ 26287 h 3830701"/>
              <a:gd name="connsiteX23" fmla="*/ 6908077 w 6933990"/>
              <a:gd name="connsiteY23" fmla="*/ 252730 h 3830701"/>
              <a:gd name="connsiteX24" fmla="*/ 6863627 w 6933990"/>
              <a:gd name="connsiteY24" fmla="*/ 405271 h 3830701"/>
              <a:gd name="connsiteX25" fmla="*/ 6850926 w 6933990"/>
              <a:gd name="connsiteY25" fmla="*/ 659506 h 3830701"/>
              <a:gd name="connsiteX26" fmla="*/ 6774726 w 6933990"/>
              <a:gd name="connsiteY26" fmla="*/ 775729 h 3830701"/>
              <a:gd name="connsiteX27" fmla="*/ 6664303 w 6933990"/>
              <a:gd name="connsiteY27" fmla="*/ 797321 h 3830701"/>
              <a:gd name="connsiteX28" fmla="*/ 6450518 w 6933990"/>
              <a:gd name="connsiteY28" fmla="*/ 712560 h 3830701"/>
              <a:gd name="connsiteX29" fmla="*/ 6184176 w 6933990"/>
              <a:gd name="connsiteY29" fmla="*/ 398005 h 3830701"/>
              <a:gd name="connsiteX30" fmla="*/ 5946753 w 6933990"/>
              <a:gd name="connsiteY30" fmla="*/ 276774 h 3830701"/>
              <a:gd name="connsiteX31" fmla="*/ 5622903 w 6933990"/>
              <a:gd name="connsiteY31" fmla="*/ 257389 h 3830701"/>
              <a:gd name="connsiteX32" fmla="*/ 5440869 w 6933990"/>
              <a:gd name="connsiteY32" fmla="*/ 333589 h 3830701"/>
              <a:gd name="connsiteX33" fmla="*/ 5322336 w 6933990"/>
              <a:gd name="connsiteY33" fmla="*/ 452121 h 3830701"/>
              <a:gd name="connsiteX34" fmla="*/ 5110669 w 6933990"/>
              <a:gd name="connsiteY34" fmla="*/ 833121 h 3830701"/>
              <a:gd name="connsiteX35" fmla="*/ 4932869 w 6933990"/>
              <a:gd name="connsiteY35" fmla="*/ 985522 h 3830701"/>
              <a:gd name="connsiteX36" fmla="*/ 4520677 w 6933990"/>
              <a:gd name="connsiteY36" fmla="*/ 1018010 h 3830701"/>
              <a:gd name="connsiteX37" fmla="*/ 3851855 w 6933990"/>
              <a:gd name="connsiteY37" fmla="*/ 857442 h 3830701"/>
              <a:gd name="connsiteX38" fmla="*/ 3463044 w 6933990"/>
              <a:gd name="connsiteY38" fmla="*/ 831937 h 3830701"/>
              <a:gd name="connsiteX39" fmla="*/ 2794637 w 6933990"/>
              <a:gd name="connsiteY39" fmla="*/ 1324293 h 3830701"/>
              <a:gd name="connsiteX40" fmla="*/ 2116232 w 6933990"/>
              <a:gd name="connsiteY40" fmla="*/ 1975179 h 3830701"/>
              <a:gd name="connsiteX41" fmla="*/ 1398036 w 6933990"/>
              <a:gd name="connsiteY41" fmla="*/ 2786362 h 3830701"/>
              <a:gd name="connsiteX42" fmla="*/ 643791 w 6933990"/>
              <a:gd name="connsiteY42" fmla="*/ 3749596 h 3830701"/>
              <a:gd name="connsiteX43" fmla="*/ 103435 w 6933990"/>
              <a:gd name="connsiteY43" fmla="*/ 3772868 h 3830701"/>
              <a:gd name="connsiteX44" fmla="*/ 40339 w 6933990"/>
              <a:gd name="connsiteY44" fmla="*/ 2196689 h 3830701"/>
              <a:gd name="connsiteX45" fmla="*/ 21444 w 6933990"/>
              <a:gd name="connsiteY45" fmla="*/ 1911636 h 3830701"/>
              <a:gd name="connsiteX0" fmla="*/ 21444 w 6933990"/>
              <a:gd name="connsiteY0" fmla="*/ 1911636 h 3831507"/>
              <a:gd name="connsiteX1" fmla="*/ 189921 w 6933990"/>
              <a:gd name="connsiteY1" fmla="*/ 1661238 h 3831507"/>
              <a:gd name="connsiteX2" fmla="*/ 190456 w 6933990"/>
              <a:gd name="connsiteY2" fmla="*/ 2472496 h 3831507"/>
              <a:gd name="connsiteX3" fmla="*/ 209702 w 6933990"/>
              <a:gd name="connsiteY3" fmla="*/ 3584555 h 3831507"/>
              <a:gd name="connsiteX4" fmla="*/ 623591 w 6933990"/>
              <a:gd name="connsiteY4" fmla="*/ 3529498 h 3831507"/>
              <a:gd name="connsiteX5" fmla="*/ 1172232 w 6933990"/>
              <a:gd name="connsiteY5" fmla="*/ 2846852 h 3831507"/>
              <a:gd name="connsiteX6" fmla="*/ 1990378 w 6933990"/>
              <a:gd name="connsiteY6" fmla="*/ 1955005 h 3831507"/>
              <a:gd name="connsiteX7" fmla="*/ 2626238 w 6933990"/>
              <a:gd name="connsiteY7" fmla="*/ 1341877 h 3831507"/>
              <a:gd name="connsiteX8" fmla="*/ 3442736 w 6933990"/>
              <a:gd name="connsiteY8" fmla="*/ 714588 h 3831507"/>
              <a:gd name="connsiteX9" fmla="*/ 4839736 w 6933990"/>
              <a:gd name="connsiteY9" fmla="*/ 909322 h 3831507"/>
              <a:gd name="connsiteX10" fmla="*/ 5339269 w 6933990"/>
              <a:gd name="connsiteY10" fmla="*/ 274322 h 3831507"/>
              <a:gd name="connsiteX11" fmla="*/ 5904420 w 6933990"/>
              <a:gd name="connsiteY11" fmla="*/ 172768 h 3831507"/>
              <a:gd name="connsiteX12" fmla="*/ 6334103 w 6933990"/>
              <a:gd name="connsiteY12" fmla="*/ 428302 h 3831507"/>
              <a:gd name="connsiteX13" fmla="*/ 6495325 w 6933990"/>
              <a:gd name="connsiteY13" fmla="*/ 623187 h 3831507"/>
              <a:gd name="connsiteX14" fmla="*/ 6647725 w 6933990"/>
              <a:gd name="connsiteY14" fmla="*/ 703089 h 3831507"/>
              <a:gd name="connsiteX15" fmla="*/ 6762025 w 6933990"/>
              <a:gd name="connsiteY15" fmla="*/ 674034 h 3831507"/>
              <a:gd name="connsiteX16" fmla="*/ 6791303 w 6933990"/>
              <a:gd name="connsiteY16" fmla="*/ 529995 h 3831507"/>
              <a:gd name="connsiteX17" fmla="*/ 6762026 w 6933990"/>
              <a:gd name="connsiteY17" fmla="*/ 390745 h 3831507"/>
              <a:gd name="connsiteX18" fmla="*/ 6692177 w 6933990"/>
              <a:gd name="connsiteY18" fmla="*/ 303578 h 3831507"/>
              <a:gd name="connsiteX19" fmla="*/ 6647727 w 6933990"/>
              <a:gd name="connsiteY19" fmla="*/ 194620 h 3831507"/>
              <a:gd name="connsiteX20" fmla="*/ 6628677 w 6933990"/>
              <a:gd name="connsiteY20" fmla="*/ 27550 h 3831507"/>
              <a:gd name="connsiteX21" fmla="*/ 6774726 w 6933990"/>
              <a:gd name="connsiteY21" fmla="*/ 13025 h 3831507"/>
              <a:gd name="connsiteX22" fmla="*/ 6926769 w 6933990"/>
              <a:gd name="connsiteY22" fmla="*/ 26287 h 3831507"/>
              <a:gd name="connsiteX23" fmla="*/ 6908077 w 6933990"/>
              <a:gd name="connsiteY23" fmla="*/ 252730 h 3831507"/>
              <a:gd name="connsiteX24" fmla="*/ 6863627 w 6933990"/>
              <a:gd name="connsiteY24" fmla="*/ 405271 h 3831507"/>
              <a:gd name="connsiteX25" fmla="*/ 6850926 w 6933990"/>
              <a:gd name="connsiteY25" fmla="*/ 659506 h 3831507"/>
              <a:gd name="connsiteX26" fmla="*/ 6774726 w 6933990"/>
              <a:gd name="connsiteY26" fmla="*/ 775729 h 3831507"/>
              <a:gd name="connsiteX27" fmla="*/ 6664303 w 6933990"/>
              <a:gd name="connsiteY27" fmla="*/ 797321 h 3831507"/>
              <a:gd name="connsiteX28" fmla="*/ 6450518 w 6933990"/>
              <a:gd name="connsiteY28" fmla="*/ 712560 h 3831507"/>
              <a:gd name="connsiteX29" fmla="*/ 6184176 w 6933990"/>
              <a:gd name="connsiteY29" fmla="*/ 398005 h 3831507"/>
              <a:gd name="connsiteX30" fmla="*/ 5946753 w 6933990"/>
              <a:gd name="connsiteY30" fmla="*/ 276774 h 3831507"/>
              <a:gd name="connsiteX31" fmla="*/ 5622903 w 6933990"/>
              <a:gd name="connsiteY31" fmla="*/ 257389 h 3831507"/>
              <a:gd name="connsiteX32" fmla="*/ 5440869 w 6933990"/>
              <a:gd name="connsiteY32" fmla="*/ 333589 h 3831507"/>
              <a:gd name="connsiteX33" fmla="*/ 5322336 w 6933990"/>
              <a:gd name="connsiteY33" fmla="*/ 452121 h 3831507"/>
              <a:gd name="connsiteX34" fmla="*/ 5110669 w 6933990"/>
              <a:gd name="connsiteY34" fmla="*/ 833121 h 3831507"/>
              <a:gd name="connsiteX35" fmla="*/ 4932869 w 6933990"/>
              <a:gd name="connsiteY35" fmla="*/ 985522 h 3831507"/>
              <a:gd name="connsiteX36" fmla="*/ 4520677 w 6933990"/>
              <a:gd name="connsiteY36" fmla="*/ 1018010 h 3831507"/>
              <a:gd name="connsiteX37" fmla="*/ 3851855 w 6933990"/>
              <a:gd name="connsiteY37" fmla="*/ 857442 h 3831507"/>
              <a:gd name="connsiteX38" fmla="*/ 3463044 w 6933990"/>
              <a:gd name="connsiteY38" fmla="*/ 831937 h 3831507"/>
              <a:gd name="connsiteX39" fmla="*/ 2794637 w 6933990"/>
              <a:gd name="connsiteY39" fmla="*/ 1324293 h 3831507"/>
              <a:gd name="connsiteX40" fmla="*/ 2116232 w 6933990"/>
              <a:gd name="connsiteY40" fmla="*/ 1975179 h 3831507"/>
              <a:gd name="connsiteX41" fmla="*/ 1369160 w 6933990"/>
              <a:gd name="connsiteY41" fmla="*/ 2775352 h 3831507"/>
              <a:gd name="connsiteX42" fmla="*/ 643791 w 6933990"/>
              <a:gd name="connsiteY42" fmla="*/ 3749596 h 3831507"/>
              <a:gd name="connsiteX43" fmla="*/ 103435 w 6933990"/>
              <a:gd name="connsiteY43" fmla="*/ 3772868 h 3831507"/>
              <a:gd name="connsiteX44" fmla="*/ 40339 w 6933990"/>
              <a:gd name="connsiteY44" fmla="*/ 2196689 h 3831507"/>
              <a:gd name="connsiteX45" fmla="*/ 21444 w 6933990"/>
              <a:gd name="connsiteY45" fmla="*/ 1911636 h 3831507"/>
              <a:gd name="connsiteX0" fmla="*/ 21444 w 6933990"/>
              <a:gd name="connsiteY0" fmla="*/ 1911636 h 3831508"/>
              <a:gd name="connsiteX1" fmla="*/ 189921 w 6933990"/>
              <a:gd name="connsiteY1" fmla="*/ 1661238 h 3831508"/>
              <a:gd name="connsiteX2" fmla="*/ 190456 w 6933990"/>
              <a:gd name="connsiteY2" fmla="*/ 2472496 h 3831508"/>
              <a:gd name="connsiteX3" fmla="*/ 209702 w 6933990"/>
              <a:gd name="connsiteY3" fmla="*/ 3584555 h 3831508"/>
              <a:gd name="connsiteX4" fmla="*/ 623591 w 6933990"/>
              <a:gd name="connsiteY4" fmla="*/ 3529498 h 3831508"/>
              <a:gd name="connsiteX5" fmla="*/ 1172232 w 6933990"/>
              <a:gd name="connsiteY5" fmla="*/ 2846852 h 3831508"/>
              <a:gd name="connsiteX6" fmla="*/ 1990378 w 6933990"/>
              <a:gd name="connsiteY6" fmla="*/ 1955005 h 3831508"/>
              <a:gd name="connsiteX7" fmla="*/ 2626238 w 6933990"/>
              <a:gd name="connsiteY7" fmla="*/ 1341877 h 3831508"/>
              <a:gd name="connsiteX8" fmla="*/ 3471612 w 6933990"/>
              <a:gd name="connsiteY8" fmla="*/ 736610 h 3831508"/>
              <a:gd name="connsiteX9" fmla="*/ 4839736 w 6933990"/>
              <a:gd name="connsiteY9" fmla="*/ 909322 h 3831508"/>
              <a:gd name="connsiteX10" fmla="*/ 5339269 w 6933990"/>
              <a:gd name="connsiteY10" fmla="*/ 274322 h 3831508"/>
              <a:gd name="connsiteX11" fmla="*/ 5904420 w 6933990"/>
              <a:gd name="connsiteY11" fmla="*/ 172768 h 3831508"/>
              <a:gd name="connsiteX12" fmla="*/ 6334103 w 6933990"/>
              <a:gd name="connsiteY12" fmla="*/ 428302 h 3831508"/>
              <a:gd name="connsiteX13" fmla="*/ 6495325 w 6933990"/>
              <a:gd name="connsiteY13" fmla="*/ 623187 h 3831508"/>
              <a:gd name="connsiteX14" fmla="*/ 6647725 w 6933990"/>
              <a:gd name="connsiteY14" fmla="*/ 703089 h 3831508"/>
              <a:gd name="connsiteX15" fmla="*/ 6762025 w 6933990"/>
              <a:gd name="connsiteY15" fmla="*/ 674034 h 3831508"/>
              <a:gd name="connsiteX16" fmla="*/ 6791303 w 6933990"/>
              <a:gd name="connsiteY16" fmla="*/ 529995 h 3831508"/>
              <a:gd name="connsiteX17" fmla="*/ 6762026 w 6933990"/>
              <a:gd name="connsiteY17" fmla="*/ 390745 h 3831508"/>
              <a:gd name="connsiteX18" fmla="*/ 6692177 w 6933990"/>
              <a:gd name="connsiteY18" fmla="*/ 303578 h 3831508"/>
              <a:gd name="connsiteX19" fmla="*/ 6647727 w 6933990"/>
              <a:gd name="connsiteY19" fmla="*/ 194620 h 3831508"/>
              <a:gd name="connsiteX20" fmla="*/ 6628677 w 6933990"/>
              <a:gd name="connsiteY20" fmla="*/ 27550 h 3831508"/>
              <a:gd name="connsiteX21" fmla="*/ 6774726 w 6933990"/>
              <a:gd name="connsiteY21" fmla="*/ 13025 h 3831508"/>
              <a:gd name="connsiteX22" fmla="*/ 6926769 w 6933990"/>
              <a:gd name="connsiteY22" fmla="*/ 26287 h 3831508"/>
              <a:gd name="connsiteX23" fmla="*/ 6908077 w 6933990"/>
              <a:gd name="connsiteY23" fmla="*/ 252730 h 3831508"/>
              <a:gd name="connsiteX24" fmla="*/ 6863627 w 6933990"/>
              <a:gd name="connsiteY24" fmla="*/ 405271 h 3831508"/>
              <a:gd name="connsiteX25" fmla="*/ 6850926 w 6933990"/>
              <a:gd name="connsiteY25" fmla="*/ 659506 h 3831508"/>
              <a:gd name="connsiteX26" fmla="*/ 6774726 w 6933990"/>
              <a:gd name="connsiteY26" fmla="*/ 775729 h 3831508"/>
              <a:gd name="connsiteX27" fmla="*/ 6664303 w 6933990"/>
              <a:gd name="connsiteY27" fmla="*/ 797321 h 3831508"/>
              <a:gd name="connsiteX28" fmla="*/ 6450518 w 6933990"/>
              <a:gd name="connsiteY28" fmla="*/ 712560 h 3831508"/>
              <a:gd name="connsiteX29" fmla="*/ 6184176 w 6933990"/>
              <a:gd name="connsiteY29" fmla="*/ 398005 h 3831508"/>
              <a:gd name="connsiteX30" fmla="*/ 5946753 w 6933990"/>
              <a:gd name="connsiteY30" fmla="*/ 276774 h 3831508"/>
              <a:gd name="connsiteX31" fmla="*/ 5622903 w 6933990"/>
              <a:gd name="connsiteY31" fmla="*/ 257389 h 3831508"/>
              <a:gd name="connsiteX32" fmla="*/ 5440869 w 6933990"/>
              <a:gd name="connsiteY32" fmla="*/ 333589 h 3831508"/>
              <a:gd name="connsiteX33" fmla="*/ 5322336 w 6933990"/>
              <a:gd name="connsiteY33" fmla="*/ 452121 h 3831508"/>
              <a:gd name="connsiteX34" fmla="*/ 5110669 w 6933990"/>
              <a:gd name="connsiteY34" fmla="*/ 833121 h 3831508"/>
              <a:gd name="connsiteX35" fmla="*/ 4932869 w 6933990"/>
              <a:gd name="connsiteY35" fmla="*/ 985522 h 3831508"/>
              <a:gd name="connsiteX36" fmla="*/ 4520677 w 6933990"/>
              <a:gd name="connsiteY36" fmla="*/ 1018010 h 3831508"/>
              <a:gd name="connsiteX37" fmla="*/ 3851855 w 6933990"/>
              <a:gd name="connsiteY37" fmla="*/ 857442 h 3831508"/>
              <a:gd name="connsiteX38" fmla="*/ 3463044 w 6933990"/>
              <a:gd name="connsiteY38" fmla="*/ 831937 h 3831508"/>
              <a:gd name="connsiteX39" fmla="*/ 2794637 w 6933990"/>
              <a:gd name="connsiteY39" fmla="*/ 1324293 h 3831508"/>
              <a:gd name="connsiteX40" fmla="*/ 2116232 w 6933990"/>
              <a:gd name="connsiteY40" fmla="*/ 1975179 h 3831508"/>
              <a:gd name="connsiteX41" fmla="*/ 1369160 w 6933990"/>
              <a:gd name="connsiteY41" fmla="*/ 2775352 h 3831508"/>
              <a:gd name="connsiteX42" fmla="*/ 643791 w 6933990"/>
              <a:gd name="connsiteY42" fmla="*/ 3749596 h 3831508"/>
              <a:gd name="connsiteX43" fmla="*/ 103435 w 6933990"/>
              <a:gd name="connsiteY43" fmla="*/ 3772868 h 3831508"/>
              <a:gd name="connsiteX44" fmla="*/ 40339 w 6933990"/>
              <a:gd name="connsiteY44" fmla="*/ 2196689 h 3831508"/>
              <a:gd name="connsiteX45" fmla="*/ 21444 w 6933990"/>
              <a:gd name="connsiteY45" fmla="*/ 1911636 h 3831508"/>
              <a:gd name="connsiteX0" fmla="*/ 21444 w 6933990"/>
              <a:gd name="connsiteY0" fmla="*/ 1911636 h 3831508"/>
              <a:gd name="connsiteX1" fmla="*/ 189921 w 6933990"/>
              <a:gd name="connsiteY1" fmla="*/ 1661238 h 3831508"/>
              <a:gd name="connsiteX2" fmla="*/ 190456 w 6933990"/>
              <a:gd name="connsiteY2" fmla="*/ 2472496 h 3831508"/>
              <a:gd name="connsiteX3" fmla="*/ 209702 w 6933990"/>
              <a:gd name="connsiteY3" fmla="*/ 3584555 h 3831508"/>
              <a:gd name="connsiteX4" fmla="*/ 623591 w 6933990"/>
              <a:gd name="connsiteY4" fmla="*/ 3529498 h 3831508"/>
              <a:gd name="connsiteX5" fmla="*/ 1172232 w 6933990"/>
              <a:gd name="connsiteY5" fmla="*/ 2846852 h 3831508"/>
              <a:gd name="connsiteX6" fmla="*/ 1990378 w 6933990"/>
              <a:gd name="connsiteY6" fmla="*/ 1955005 h 3831508"/>
              <a:gd name="connsiteX7" fmla="*/ 2626238 w 6933990"/>
              <a:gd name="connsiteY7" fmla="*/ 1341877 h 3831508"/>
              <a:gd name="connsiteX8" fmla="*/ 3471612 w 6933990"/>
              <a:gd name="connsiteY8" fmla="*/ 736610 h 3831508"/>
              <a:gd name="connsiteX9" fmla="*/ 4839736 w 6933990"/>
              <a:gd name="connsiteY9" fmla="*/ 909322 h 3831508"/>
              <a:gd name="connsiteX10" fmla="*/ 5339269 w 6933990"/>
              <a:gd name="connsiteY10" fmla="*/ 274322 h 3831508"/>
              <a:gd name="connsiteX11" fmla="*/ 5904420 w 6933990"/>
              <a:gd name="connsiteY11" fmla="*/ 172768 h 3831508"/>
              <a:gd name="connsiteX12" fmla="*/ 6334103 w 6933990"/>
              <a:gd name="connsiteY12" fmla="*/ 428302 h 3831508"/>
              <a:gd name="connsiteX13" fmla="*/ 6495325 w 6933990"/>
              <a:gd name="connsiteY13" fmla="*/ 623187 h 3831508"/>
              <a:gd name="connsiteX14" fmla="*/ 6647725 w 6933990"/>
              <a:gd name="connsiteY14" fmla="*/ 703089 h 3831508"/>
              <a:gd name="connsiteX15" fmla="*/ 6762025 w 6933990"/>
              <a:gd name="connsiteY15" fmla="*/ 674034 h 3831508"/>
              <a:gd name="connsiteX16" fmla="*/ 6791303 w 6933990"/>
              <a:gd name="connsiteY16" fmla="*/ 529995 h 3831508"/>
              <a:gd name="connsiteX17" fmla="*/ 6762026 w 6933990"/>
              <a:gd name="connsiteY17" fmla="*/ 390745 h 3831508"/>
              <a:gd name="connsiteX18" fmla="*/ 6692177 w 6933990"/>
              <a:gd name="connsiteY18" fmla="*/ 303578 h 3831508"/>
              <a:gd name="connsiteX19" fmla="*/ 6647727 w 6933990"/>
              <a:gd name="connsiteY19" fmla="*/ 194620 h 3831508"/>
              <a:gd name="connsiteX20" fmla="*/ 6628677 w 6933990"/>
              <a:gd name="connsiteY20" fmla="*/ 27550 h 3831508"/>
              <a:gd name="connsiteX21" fmla="*/ 6774726 w 6933990"/>
              <a:gd name="connsiteY21" fmla="*/ 13025 h 3831508"/>
              <a:gd name="connsiteX22" fmla="*/ 6926769 w 6933990"/>
              <a:gd name="connsiteY22" fmla="*/ 26287 h 3831508"/>
              <a:gd name="connsiteX23" fmla="*/ 6908077 w 6933990"/>
              <a:gd name="connsiteY23" fmla="*/ 252730 h 3831508"/>
              <a:gd name="connsiteX24" fmla="*/ 6863627 w 6933990"/>
              <a:gd name="connsiteY24" fmla="*/ 405271 h 3831508"/>
              <a:gd name="connsiteX25" fmla="*/ 6850926 w 6933990"/>
              <a:gd name="connsiteY25" fmla="*/ 659506 h 3831508"/>
              <a:gd name="connsiteX26" fmla="*/ 6774726 w 6933990"/>
              <a:gd name="connsiteY26" fmla="*/ 775729 h 3831508"/>
              <a:gd name="connsiteX27" fmla="*/ 6664303 w 6933990"/>
              <a:gd name="connsiteY27" fmla="*/ 797321 h 3831508"/>
              <a:gd name="connsiteX28" fmla="*/ 6450518 w 6933990"/>
              <a:gd name="connsiteY28" fmla="*/ 712560 h 3831508"/>
              <a:gd name="connsiteX29" fmla="*/ 6184176 w 6933990"/>
              <a:gd name="connsiteY29" fmla="*/ 398005 h 3831508"/>
              <a:gd name="connsiteX30" fmla="*/ 5946753 w 6933990"/>
              <a:gd name="connsiteY30" fmla="*/ 276774 h 3831508"/>
              <a:gd name="connsiteX31" fmla="*/ 5622903 w 6933990"/>
              <a:gd name="connsiteY31" fmla="*/ 257389 h 3831508"/>
              <a:gd name="connsiteX32" fmla="*/ 5440869 w 6933990"/>
              <a:gd name="connsiteY32" fmla="*/ 333589 h 3831508"/>
              <a:gd name="connsiteX33" fmla="*/ 5322336 w 6933990"/>
              <a:gd name="connsiteY33" fmla="*/ 452121 h 3831508"/>
              <a:gd name="connsiteX34" fmla="*/ 5110669 w 6933990"/>
              <a:gd name="connsiteY34" fmla="*/ 833121 h 3831508"/>
              <a:gd name="connsiteX35" fmla="*/ 4932869 w 6933990"/>
              <a:gd name="connsiteY35" fmla="*/ 985522 h 3831508"/>
              <a:gd name="connsiteX36" fmla="*/ 4520677 w 6933990"/>
              <a:gd name="connsiteY36" fmla="*/ 1018010 h 3831508"/>
              <a:gd name="connsiteX37" fmla="*/ 3851855 w 6933990"/>
              <a:gd name="connsiteY37" fmla="*/ 857442 h 3831508"/>
              <a:gd name="connsiteX38" fmla="*/ 3463044 w 6933990"/>
              <a:gd name="connsiteY38" fmla="*/ 831937 h 3831508"/>
              <a:gd name="connsiteX39" fmla="*/ 2794637 w 6933990"/>
              <a:gd name="connsiteY39" fmla="*/ 1324293 h 3831508"/>
              <a:gd name="connsiteX40" fmla="*/ 2116232 w 6933990"/>
              <a:gd name="connsiteY40" fmla="*/ 1975179 h 3831508"/>
              <a:gd name="connsiteX41" fmla="*/ 1369160 w 6933990"/>
              <a:gd name="connsiteY41" fmla="*/ 2775352 h 3831508"/>
              <a:gd name="connsiteX42" fmla="*/ 643791 w 6933990"/>
              <a:gd name="connsiteY42" fmla="*/ 3749596 h 3831508"/>
              <a:gd name="connsiteX43" fmla="*/ 103435 w 6933990"/>
              <a:gd name="connsiteY43" fmla="*/ 3772868 h 3831508"/>
              <a:gd name="connsiteX44" fmla="*/ 40339 w 6933990"/>
              <a:gd name="connsiteY44" fmla="*/ 2196689 h 3831508"/>
              <a:gd name="connsiteX45" fmla="*/ 21444 w 6933990"/>
              <a:gd name="connsiteY45" fmla="*/ 1911636 h 3831508"/>
              <a:gd name="connsiteX0" fmla="*/ 21444 w 6933990"/>
              <a:gd name="connsiteY0" fmla="*/ 1911636 h 3831508"/>
              <a:gd name="connsiteX1" fmla="*/ 189921 w 6933990"/>
              <a:gd name="connsiteY1" fmla="*/ 1661238 h 3831508"/>
              <a:gd name="connsiteX2" fmla="*/ 190456 w 6933990"/>
              <a:gd name="connsiteY2" fmla="*/ 2472496 h 3831508"/>
              <a:gd name="connsiteX3" fmla="*/ 209702 w 6933990"/>
              <a:gd name="connsiteY3" fmla="*/ 3584555 h 3831508"/>
              <a:gd name="connsiteX4" fmla="*/ 623591 w 6933990"/>
              <a:gd name="connsiteY4" fmla="*/ 3562530 h 3831508"/>
              <a:gd name="connsiteX5" fmla="*/ 1172232 w 6933990"/>
              <a:gd name="connsiteY5" fmla="*/ 2846852 h 3831508"/>
              <a:gd name="connsiteX6" fmla="*/ 1990378 w 6933990"/>
              <a:gd name="connsiteY6" fmla="*/ 1955005 h 3831508"/>
              <a:gd name="connsiteX7" fmla="*/ 2626238 w 6933990"/>
              <a:gd name="connsiteY7" fmla="*/ 1341877 h 3831508"/>
              <a:gd name="connsiteX8" fmla="*/ 3471612 w 6933990"/>
              <a:gd name="connsiteY8" fmla="*/ 736610 h 3831508"/>
              <a:gd name="connsiteX9" fmla="*/ 4839736 w 6933990"/>
              <a:gd name="connsiteY9" fmla="*/ 909322 h 3831508"/>
              <a:gd name="connsiteX10" fmla="*/ 5339269 w 6933990"/>
              <a:gd name="connsiteY10" fmla="*/ 274322 h 3831508"/>
              <a:gd name="connsiteX11" fmla="*/ 5904420 w 6933990"/>
              <a:gd name="connsiteY11" fmla="*/ 172768 h 3831508"/>
              <a:gd name="connsiteX12" fmla="*/ 6334103 w 6933990"/>
              <a:gd name="connsiteY12" fmla="*/ 428302 h 3831508"/>
              <a:gd name="connsiteX13" fmla="*/ 6495325 w 6933990"/>
              <a:gd name="connsiteY13" fmla="*/ 623187 h 3831508"/>
              <a:gd name="connsiteX14" fmla="*/ 6647725 w 6933990"/>
              <a:gd name="connsiteY14" fmla="*/ 703089 h 3831508"/>
              <a:gd name="connsiteX15" fmla="*/ 6762025 w 6933990"/>
              <a:gd name="connsiteY15" fmla="*/ 674034 h 3831508"/>
              <a:gd name="connsiteX16" fmla="*/ 6791303 w 6933990"/>
              <a:gd name="connsiteY16" fmla="*/ 529995 h 3831508"/>
              <a:gd name="connsiteX17" fmla="*/ 6762026 w 6933990"/>
              <a:gd name="connsiteY17" fmla="*/ 390745 h 3831508"/>
              <a:gd name="connsiteX18" fmla="*/ 6692177 w 6933990"/>
              <a:gd name="connsiteY18" fmla="*/ 303578 h 3831508"/>
              <a:gd name="connsiteX19" fmla="*/ 6647727 w 6933990"/>
              <a:gd name="connsiteY19" fmla="*/ 194620 h 3831508"/>
              <a:gd name="connsiteX20" fmla="*/ 6628677 w 6933990"/>
              <a:gd name="connsiteY20" fmla="*/ 27550 h 3831508"/>
              <a:gd name="connsiteX21" fmla="*/ 6774726 w 6933990"/>
              <a:gd name="connsiteY21" fmla="*/ 13025 h 3831508"/>
              <a:gd name="connsiteX22" fmla="*/ 6926769 w 6933990"/>
              <a:gd name="connsiteY22" fmla="*/ 26287 h 3831508"/>
              <a:gd name="connsiteX23" fmla="*/ 6908077 w 6933990"/>
              <a:gd name="connsiteY23" fmla="*/ 252730 h 3831508"/>
              <a:gd name="connsiteX24" fmla="*/ 6863627 w 6933990"/>
              <a:gd name="connsiteY24" fmla="*/ 405271 h 3831508"/>
              <a:gd name="connsiteX25" fmla="*/ 6850926 w 6933990"/>
              <a:gd name="connsiteY25" fmla="*/ 659506 h 3831508"/>
              <a:gd name="connsiteX26" fmla="*/ 6774726 w 6933990"/>
              <a:gd name="connsiteY26" fmla="*/ 775729 h 3831508"/>
              <a:gd name="connsiteX27" fmla="*/ 6664303 w 6933990"/>
              <a:gd name="connsiteY27" fmla="*/ 797321 h 3831508"/>
              <a:gd name="connsiteX28" fmla="*/ 6450518 w 6933990"/>
              <a:gd name="connsiteY28" fmla="*/ 712560 h 3831508"/>
              <a:gd name="connsiteX29" fmla="*/ 6184176 w 6933990"/>
              <a:gd name="connsiteY29" fmla="*/ 398005 h 3831508"/>
              <a:gd name="connsiteX30" fmla="*/ 5946753 w 6933990"/>
              <a:gd name="connsiteY30" fmla="*/ 276774 h 3831508"/>
              <a:gd name="connsiteX31" fmla="*/ 5622903 w 6933990"/>
              <a:gd name="connsiteY31" fmla="*/ 257389 h 3831508"/>
              <a:gd name="connsiteX32" fmla="*/ 5440869 w 6933990"/>
              <a:gd name="connsiteY32" fmla="*/ 333589 h 3831508"/>
              <a:gd name="connsiteX33" fmla="*/ 5322336 w 6933990"/>
              <a:gd name="connsiteY33" fmla="*/ 452121 h 3831508"/>
              <a:gd name="connsiteX34" fmla="*/ 5110669 w 6933990"/>
              <a:gd name="connsiteY34" fmla="*/ 833121 h 3831508"/>
              <a:gd name="connsiteX35" fmla="*/ 4932869 w 6933990"/>
              <a:gd name="connsiteY35" fmla="*/ 985522 h 3831508"/>
              <a:gd name="connsiteX36" fmla="*/ 4520677 w 6933990"/>
              <a:gd name="connsiteY36" fmla="*/ 1018010 h 3831508"/>
              <a:gd name="connsiteX37" fmla="*/ 3851855 w 6933990"/>
              <a:gd name="connsiteY37" fmla="*/ 857442 h 3831508"/>
              <a:gd name="connsiteX38" fmla="*/ 3463044 w 6933990"/>
              <a:gd name="connsiteY38" fmla="*/ 831937 h 3831508"/>
              <a:gd name="connsiteX39" fmla="*/ 2794637 w 6933990"/>
              <a:gd name="connsiteY39" fmla="*/ 1324293 h 3831508"/>
              <a:gd name="connsiteX40" fmla="*/ 2116232 w 6933990"/>
              <a:gd name="connsiteY40" fmla="*/ 1975179 h 3831508"/>
              <a:gd name="connsiteX41" fmla="*/ 1369160 w 6933990"/>
              <a:gd name="connsiteY41" fmla="*/ 2775352 h 3831508"/>
              <a:gd name="connsiteX42" fmla="*/ 643791 w 6933990"/>
              <a:gd name="connsiteY42" fmla="*/ 3749596 h 3831508"/>
              <a:gd name="connsiteX43" fmla="*/ 103435 w 6933990"/>
              <a:gd name="connsiteY43" fmla="*/ 3772868 h 3831508"/>
              <a:gd name="connsiteX44" fmla="*/ 40339 w 6933990"/>
              <a:gd name="connsiteY44" fmla="*/ 2196689 h 3831508"/>
              <a:gd name="connsiteX45" fmla="*/ 21444 w 6933990"/>
              <a:gd name="connsiteY45" fmla="*/ 1911636 h 3831508"/>
              <a:gd name="connsiteX0" fmla="*/ 21444 w 6933990"/>
              <a:gd name="connsiteY0" fmla="*/ 1911636 h 3831508"/>
              <a:gd name="connsiteX1" fmla="*/ 189921 w 6933990"/>
              <a:gd name="connsiteY1" fmla="*/ 1661238 h 3831508"/>
              <a:gd name="connsiteX2" fmla="*/ 190456 w 6933990"/>
              <a:gd name="connsiteY2" fmla="*/ 2472496 h 3831508"/>
              <a:gd name="connsiteX3" fmla="*/ 209702 w 6933990"/>
              <a:gd name="connsiteY3" fmla="*/ 3584555 h 3831508"/>
              <a:gd name="connsiteX4" fmla="*/ 633216 w 6933990"/>
              <a:gd name="connsiteY4" fmla="*/ 3540509 h 3831508"/>
              <a:gd name="connsiteX5" fmla="*/ 1172232 w 6933990"/>
              <a:gd name="connsiteY5" fmla="*/ 2846852 h 3831508"/>
              <a:gd name="connsiteX6" fmla="*/ 1990378 w 6933990"/>
              <a:gd name="connsiteY6" fmla="*/ 1955005 h 3831508"/>
              <a:gd name="connsiteX7" fmla="*/ 2626238 w 6933990"/>
              <a:gd name="connsiteY7" fmla="*/ 1341877 h 3831508"/>
              <a:gd name="connsiteX8" fmla="*/ 3471612 w 6933990"/>
              <a:gd name="connsiteY8" fmla="*/ 736610 h 3831508"/>
              <a:gd name="connsiteX9" fmla="*/ 4839736 w 6933990"/>
              <a:gd name="connsiteY9" fmla="*/ 909322 h 3831508"/>
              <a:gd name="connsiteX10" fmla="*/ 5339269 w 6933990"/>
              <a:gd name="connsiteY10" fmla="*/ 274322 h 3831508"/>
              <a:gd name="connsiteX11" fmla="*/ 5904420 w 6933990"/>
              <a:gd name="connsiteY11" fmla="*/ 172768 h 3831508"/>
              <a:gd name="connsiteX12" fmla="*/ 6334103 w 6933990"/>
              <a:gd name="connsiteY12" fmla="*/ 428302 h 3831508"/>
              <a:gd name="connsiteX13" fmla="*/ 6495325 w 6933990"/>
              <a:gd name="connsiteY13" fmla="*/ 623187 h 3831508"/>
              <a:gd name="connsiteX14" fmla="*/ 6647725 w 6933990"/>
              <a:gd name="connsiteY14" fmla="*/ 703089 h 3831508"/>
              <a:gd name="connsiteX15" fmla="*/ 6762025 w 6933990"/>
              <a:gd name="connsiteY15" fmla="*/ 674034 h 3831508"/>
              <a:gd name="connsiteX16" fmla="*/ 6791303 w 6933990"/>
              <a:gd name="connsiteY16" fmla="*/ 529995 h 3831508"/>
              <a:gd name="connsiteX17" fmla="*/ 6762026 w 6933990"/>
              <a:gd name="connsiteY17" fmla="*/ 390745 h 3831508"/>
              <a:gd name="connsiteX18" fmla="*/ 6692177 w 6933990"/>
              <a:gd name="connsiteY18" fmla="*/ 303578 h 3831508"/>
              <a:gd name="connsiteX19" fmla="*/ 6647727 w 6933990"/>
              <a:gd name="connsiteY19" fmla="*/ 194620 h 3831508"/>
              <a:gd name="connsiteX20" fmla="*/ 6628677 w 6933990"/>
              <a:gd name="connsiteY20" fmla="*/ 27550 h 3831508"/>
              <a:gd name="connsiteX21" fmla="*/ 6774726 w 6933990"/>
              <a:gd name="connsiteY21" fmla="*/ 13025 h 3831508"/>
              <a:gd name="connsiteX22" fmla="*/ 6926769 w 6933990"/>
              <a:gd name="connsiteY22" fmla="*/ 26287 h 3831508"/>
              <a:gd name="connsiteX23" fmla="*/ 6908077 w 6933990"/>
              <a:gd name="connsiteY23" fmla="*/ 252730 h 3831508"/>
              <a:gd name="connsiteX24" fmla="*/ 6863627 w 6933990"/>
              <a:gd name="connsiteY24" fmla="*/ 405271 h 3831508"/>
              <a:gd name="connsiteX25" fmla="*/ 6850926 w 6933990"/>
              <a:gd name="connsiteY25" fmla="*/ 659506 h 3831508"/>
              <a:gd name="connsiteX26" fmla="*/ 6774726 w 6933990"/>
              <a:gd name="connsiteY26" fmla="*/ 775729 h 3831508"/>
              <a:gd name="connsiteX27" fmla="*/ 6664303 w 6933990"/>
              <a:gd name="connsiteY27" fmla="*/ 797321 h 3831508"/>
              <a:gd name="connsiteX28" fmla="*/ 6450518 w 6933990"/>
              <a:gd name="connsiteY28" fmla="*/ 712560 h 3831508"/>
              <a:gd name="connsiteX29" fmla="*/ 6184176 w 6933990"/>
              <a:gd name="connsiteY29" fmla="*/ 398005 h 3831508"/>
              <a:gd name="connsiteX30" fmla="*/ 5946753 w 6933990"/>
              <a:gd name="connsiteY30" fmla="*/ 276774 h 3831508"/>
              <a:gd name="connsiteX31" fmla="*/ 5622903 w 6933990"/>
              <a:gd name="connsiteY31" fmla="*/ 257389 h 3831508"/>
              <a:gd name="connsiteX32" fmla="*/ 5440869 w 6933990"/>
              <a:gd name="connsiteY32" fmla="*/ 333589 h 3831508"/>
              <a:gd name="connsiteX33" fmla="*/ 5322336 w 6933990"/>
              <a:gd name="connsiteY33" fmla="*/ 452121 h 3831508"/>
              <a:gd name="connsiteX34" fmla="*/ 5110669 w 6933990"/>
              <a:gd name="connsiteY34" fmla="*/ 833121 h 3831508"/>
              <a:gd name="connsiteX35" fmla="*/ 4932869 w 6933990"/>
              <a:gd name="connsiteY35" fmla="*/ 985522 h 3831508"/>
              <a:gd name="connsiteX36" fmla="*/ 4520677 w 6933990"/>
              <a:gd name="connsiteY36" fmla="*/ 1018010 h 3831508"/>
              <a:gd name="connsiteX37" fmla="*/ 3851855 w 6933990"/>
              <a:gd name="connsiteY37" fmla="*/ 857442 h 3831508"/>
              <a:gd name="connsiteX38" fmla="*/ 3463044 w 6933990"/>
              <a:gd name="connsiteY38" fmla="*/ 831937 h 3831508"/>
              <a:gd name="connsiteX39" fmla="*/ 2794637 w 6933990"/>
              <a:gd name="connsiteY39" fmla="*/ 1324293 h 3831508"/>
              <a:gd name="connsiteX40" fmla="*/ 2116232 w 6933990"/>
              <a:gd name="connsiteY40" fmla="*/ 1975179 h 3831508"/>
              <a:gd name="connsiteX41" fmla="*/ 1369160 w 6933990"/>
              <a:gd name="connsiteY41" fmla="*/ 2775352 h 3831508"/>
              <a:gd name="connsiteX42" fmla="*/ 643791 w 6933990"/>
              <a:gd name="connsiteY42" fmla="*/ 3749596 h 3831508"/>
              <a:gd name="connsiteX43" fmla="*/ 103435 w 6933990"/>
              <a:gd name="connsiteY43" fmla="*/ 3772868 h 3831508"/>
              <a:gd name="connsiteX44" fmla="*/ 40339 w 6933990"/>
              <a:gd name="connsiteY44" fmla="*/ 2196689 h 3831508"/>
              <a:gd name="connsiteX45" fmla="*/ 21444 w 6933990"/>
              <a:gd name="connsiteY45" fmla="*/ 1911636 h 3831508"/>
              <a:gd name="connsiteX0" fmla="*/ 21444 w 6933990"/>
              <a:gd name="connsiteY0" fmla="*/ 1911636 h 3831508"/>
              <a:gd name="connsiteX1" fmla="*/ 189921 w 6933990"/>
              <a:gd name="connsiteY1" fmla="*/ 1661238 h 3831508"/>
              <a:gd name="connsiteX2" fmla="*/ 190456 w 6933990"/>
              <a:gd name="connsiteY2" fmla="*/ 2472496 h 3831508"/>
              <a:gd name="connsiteX3" fmla="*/ 209702 w 6933990"/>
              <a:gd name="connsiteY3" fmla="*/ 3584555 h 3831508"/>
              <a:gd name="connsiteX4" fmla="*/ 633216 w 6933990"/>
              <a:gd name="connsiteY4" fmla="*/ 3540509 h 3831508"/>
              <a:gd name="connsiteX5" fmla="*/ 1172232 w 6933990"/>
              <a:gd name="connsiteY5" fmla="*/ 2846852 h 3831508"/>
              <a:gd name="connsiteX6" fmla="*/ 1990378 w 6933990"/>
              <a:gd name="connsiteY6" fmla="*/ 1955005 h 3831508"/>
              <a:gd name="connsiteX7" fmla="*/ 2626238 w 6933990"/>
              <a:gd name="connsiteY7" fmla="*/ 1341877 h 3831508"/>
              <a:gd name="connsiteX8" fmla="*/ 3471612 w 6933990"/>
              <a:gd name="connsiteY8" fmla="*/ 736610 h 3831508"/>
              <a:gd name="connsiteX9" fmla="*/ 4839736 w 6933990"/>
              <a:gd name="connsiteY9" fmla="*/ 909322 h 3831508"/>
              <a:gd name="connsiteX10" fmla="*/ 5339269 w 6933990"/>
              <a:gd name="connsiteY10" fmla="*/ 274322 h 3831508"/>
              <a:gd name="connsiteX11" fmla="*/ 5904420 w 6933990"/>
              <a:gd name="connsiteY11" fmla="*/ 172768 h 3831508"/>
              <a:gd name="connsiteX12" fmla="*/ 6334103 w 6933990"/>
              <a:gd name="connsiteY12" fmla="*/ 428302 h 3831508"/>
              <a:gd name="connsiteX13" fmla="*/ 6495325 w 6933990"/>
              <a:gd name="connsiteY13" fmla="*/ 623187 h 3831508"/>
              <a:gd name="connsiteX14" fmla="*/ 6647725 w 6933990"/>
              <a:gd name="connsiteY14" fmla="*/ 703089 h 3831508"/>
              <a:gd name="connsiteX15" fmla="*/ 6762025 w 6933990"/>
              <a:gd name="connsiteY15" fmla="*/ 674034 h 3831508"/>
              <a:gd name="connsiteX16" fmla="*/ 6791303 w 6933990"/>
              <a:gd name="connsiteY16" fmla="*/ 529995 h 3831508"/>
              <a:gd name="connsiteX17" fmla="*/ 6762026 w 6933990"/>
              <a:gd name="connsiteY17" fmla="*/ 390745 h 3831508"/>
              <a:gd name="connsiteX18" fmla="*/ 6692177 w 6933990"/>
              <a:gd name="connsiteY18" fmla="*/ 303578 h 3831508"/>
              <a:gd name="connsiteX19" fmla="*/ 6647727 w 6933990"/>
              <a:gd name="connsiteY19" fmla="*/ 194620 h 3831508"/>
              <a:gd name="connsiteX20" fmla="*/ 6628677 w 6933990"/>
              <a:gd name="connsiteY20" fmla="*/ 27550 h 3831508"/>
              <a:gd name="connsiteX21" fmla="*/ 6774726 w 6933990"/>
              <a:gd name="connsiteY21" fmla="*/ 13025 h 3831508"/>
              <a:gd name="connsiteX22" fmla="*/ 6926769 w 6933990"/>
              <a:gd name="connsiteY22" fmla="*/ 26287 h 3831508"/>
              <a:gd name="connsiteX23" fmla="*/ 6908077 w 6933990"/>
              <a:gd name="connsiteY23" fmla="*/ 252730 h 3831508"/>
              <a:gd name="connsiteX24" fmla="*/ 6863627 w 6933990"/>
              <a:gd name="connsiteY24" fmla="*/ 405271 h 3831508"/>
              <a:gd name="connsiteX25" fmla="*/ 6850926 w 6933990"/>
              <a:gd name="connsiteY25" fmla="*/ 659506 h 3831508"/>
              <a:gd name="connsiteX26" fmla="*/ 6774726 w 6933990"/>
              <a:gd name="connsiteY26" fmla="*/ 775729 h 3831508"/>
              <a:gd name="connsiteX27" fmla="*/ 6664303 w 6933990"/>
              <a:gd name="connsiteY27" fmla="*/ 797321 h 3831508"/>
              <a:gd name="connsiteX28" fmla="*/ 6450518 w 6933990"/>
              <a:gd name="connsiteY28" fmla="*/ 712560 h 3831508"/>
              <a:gd name="connsiteX29" fmla="*/ 6184176 w 6933990"/>
              <a:gd name="connsiteY29" fmla="*/ 398005 h 3831508"/>
              <a:gd name="connsiteX30" fmla="*/ 5946753 w 6933990"/>
              <a:gd name="connsiteY30" fmla="*/ 276774 h 3831508"/>
              <a:gd name="connsiteX31" fmla="*/ 5622903 w 6933990"/>
              <a:gd name="connsiteY31" fmla="*/ 257389 h 3831508"/>
              <a:gd name="connsiteX32" fmla="*/ 5440869 w 6933990"/>
              <a:gd name="connsiteY32" fmla="*/ 333589 h 3831508"/>
              <a:gd name="connsiteX33" fmla="*/ 5322336 w 6933990"/>
              <a:gd name="connsiteY33" fmla="*/ 452121 h 3831508"/>
              <a:gd name="connsiteX34" fmla="*/ 5110669 w 6933990"/>
              <a:gd name="connsiteY34" fmla="*/ 833121 h 3831508"/>
              <a:gd name="connsiteX35" fmla="*/ 4932869 w 6933990"/>
              <a:gd name="connsiteY35" fmla="*/ 985522 h 3831508"/>
              <a:gd name="connsiteX36" fmla="*/ 4520677 w 6933990"/>
              <a:gd name="connsiteY36" fmla="*/ 1018010 h 3831508"/>
              <a:gd name="connsiteX37" fmla="*/ 3851855 w 6933990"/>
              <a:gd name="connsiteY37" fmla="*/ 857442 h 3831508"/>
              <a:gd name="connsiteX38" fmla="*/ 3463044 w 6933990"/>
              <a:gd name="connsiteY38" fmla="*/ 831937 h 3831508"/>
              <a:gd name="connsiteX39" fmla="*/ 2794637 w 6933990"/>
              <a:gd name="connsiteY39" fmla="*/ 1324293 h 3831508"/>
              <a:gd name="connsiteX40" fmla="*/ 2116232 w 6933990"/>
              <a:gd name="connsiteY40" fmla="*/ 1975179 h 3831508"/>
              <a:gd name="connsiteX41" fmla="*/ 1369160 w 6933990"/>
              <a:gd name="connsiteY41" fmla="*/ 2775352 h 3831508"/>
              <a:gd name="connsiteX42" fmla="*/ 643791 w 6933990"/>
              <a:gd name="connsiteY42" fmla="*/ 3749596 h 3831508"/>
              <a:gd name="connsiteX43" fmla="*/ 103435 w 6933990"/>
              <a:gd name="connsiteY43" fmla="*/ 3772868 h 3831508"/>
              <a:gd name="connsiteX44" fmla="*/ 40339 w 6933990"/>
              <a:gd name="connsiteY44" fmla="*/ 2196689 h 3831508"/>
              <a:gd name="connsiteX45" fmla="*/ 21444 w 6933990"/>
              <a:gd name="connsiteY45" fmla="*/ 1911636 h 3831508"/>
              <a:gd name="connsiteX0" fmla="*/ 21444 w 6933990"/>
              <a:gd name="connsiteY0" fmla="*/ 1911636 h 3831508"/>
              <a:gd name="connsiteX1" fmla="*/ 189921 w 6933990"/>
              <a:gd name="connsiteY1" fmla="*/ 1661238 h 3831508"/>
              <a:gd name="connsiteX2" fmla="*/ 190456 w 6933990"/>
              <a:gd name="connsiteY2" fmla="*/ 2472496 h 3831508"/>
              <a:gd name="connsiteX3" fmla="*/ 209702 w 6933990"/>
              <a:gd name="connsiteY3" fmla="*/ 3584555 h 3831508"/>
              <a:gd name="connsiteX4" fmla="*/ 671717 w 6933990"/>
              <a:gd name="connsiteY4" fmla="*/ 3573541 h 3831508"/>
              <a:gd name="connsiteX5" fmla="*/ 1172232 w 6933990"/>
              <a:gd name="connsiteY5" fmla="*/ 2846852 h 3831508"/>
              <a:gd name="connsiteX6" fmla="*/ 1990378 w 6933990"/>
              <a:gd name="connsiteY6" fmla="*/ 1955005 h 3831508"/>
              <a:gd name="connsiteX7" fmla="*/ 2626238 w 6933990"/>
              <a:gd name="connsiteY7" fmla="*/ 1341877 h 3831508"/>
              <a:gd name="connsiteX8" fmla="*/ 3471612 w 6933990"/>
              <a:gd name="connsiteY8" fmla="*/ 736610 h 3831508"/>
              <a:gd name="connsiteX9" fmla="*/ 4839736 w 6933990"/>
              <a:gd name="connsiteY9" fmla="*/ 909322 h 3831508"/>
              <a:gd name="connsiteX10" fmla="*/ 5339269 w 6933990"/>
              <a:gd name="connsiteY10" fmla="*/ 274322 h 3831508"/>
              <a:gd name="connsiteX11" fmla="*/ 5904420 w 6933990"/>
              <a:gd name="connsiteY11" fmla="*/ 172768 h 3831508"/>
              <a:gd name="connsiteX12" fmla="*/ 6334103 w 6933990"/>
              <a:gd name="connsiteY12" fmla="*/ 428302 h 3831508"/>
              <a:gd name="connsiteX13" fmla="*/ 6495325 w 6933990"/>
              <a:gd name="connsiteY13" fmla="*/ 623187 h 3831508"/>
              <a:gd name="connsiteX14" fmla="*/ 6647725 w 6933990"/>
              <a:gd name="connsiteY14" fmla="*/ 703089 h 3831508"/>
              <a:gd name="connsiteX15" fmla="*/ 6762025 w 6933990"/>
              <a:gd name="connsiteY15" fmla="*/ 674034 h 3831508"/>
              <a:gd name="connsiteX16" fmla="*/ 6791303 w 6933990"/>
              <a:gd name="connsiteY16" fmla="*/ 529995 h 3831508"/>
              <a:gd name="connsiteX17" fmla="*/ 6762026 w 6933990"/>
              <a:gd name="connsiteY17" fmla="*/ 390745 h 3831508"/>
              <a:gd name="connsiteX18" fmla="*/ 6692177 w 6933990"/>
              <a:gd name="connsiteY18" fmla="*/ 303578 h 3831508"/>
              <a:gd name="connsiteX19" fmla="*/ 6647727 w 6933990"/>
              <a:gd name="connsiteY19" fmla="*/ 194620 h 3831508"/>
              <a:gd name="connsiteX20" fmla="*/ 6628677 w 6933990"/>
              <a:gd name="connsiteY20" fmla="*/ 27550 h 3831508"/>
              <a:gd name="connsiteX21" fmla="*/ 6774726 w 6933990"/>
              <a:gd name="connsiteY21" fmla="*/ 13025 h 3831508"/>
              <a:gd name="connsiteX22" fmla="*/ 6926769 w 6933990"/>
              <a:gd name="connsiteY22" fmla="*/ 26287 h 3831508"/>
              <a:gd name="connsiteX23" fmla="*/ 6908077 w 6933990"/>
              <a:gd name="connsiteY23" fmla="*/ 252730 h 3831508"/>
              <a:gd name="connsiteX24" fmla="*/ 6863627 w 6933990"/>
              <a:gd name="connsiteY24" fmla="*/ 405271 h 3831508"/>
              <a:gd name="connsiteX25" fmla="*/ 6850926 w 6933990"/>
              <a:gd name="connsiteY25" fmla="*/ 659506 h 3831508"/>
              <a:gd name="connsiteX26" fmla="*/ 6774726 w 6933990"/>
              <a:gd name="connsiteY26" fmla="*/ 775729 h 3831508"/>
              <a:gd name="connsiteX27" fmla="*/ 6664303 w 6933990"/>
              <a:gd name="connsiteY27" fmla="*/ 797321 h 3831508"/>
              <a:gd name="connsiteX28" fmla="*/ 6450518 w 6933990"/>
              <a:gd name="connsiteY28" fmla="*/ 712560 h 3831508"/>
              <a:gd name="connsiteX29" fmla="*/ 6184176 w 6933990"/>
              <a:gd name="connsiteY29" fmla="*/ 398005 h 3831508"/>
              <a:gd name="connsiteX30" fmla="*/ 5946753 w 6933990"/>
              <a:gd name="connsiteY30" fmla="*/ 276774 h 3831508"/>
              <a:gd name="connsiteX31" fmla="*/ 5622903 w 6933990"/>
              <a:gd name="connsiteY31" fmla="*/ 257389 h 3831508"/>
              <a:gd name="connsiteX32" fmla="*/ 5440869 w 6933990"/>
              <a:gd name="connsiteY32" fmla="*/ 333589 h 3831508"/>
              <a:gd name="connsiteX33" fmla="*/ 5322336 w 6933990"/>
              <a:gd name="connsiteY33" fmla="*/ 452121 h 3831508"/>
              <a:gd name="connsiteX34" fmla="*/ 5110669 w 6933990"/>
              <a:gd name="connsiteY34" fmla="*/ 833121 h 3831508"/>
              <a:gd name="connsiteX35" fmla="*/ 4932869 w 6933990"/>
              <a:gd name="connsiteY35" fmla="*/ 985522 h 3831508"/>
              <a:gd name="connsiteX36" fmla="*/ 4520677 w 6933990"/>
              <a:gd name="connsiteY36" fmla="*/ 1018010 h 3831508"/>
              <a:gd name="connsiteX37" fmla="*/ 3851855 w 6933990"/>
              <a:gd name="connsiteY37" fmla="*/ 857442 h 3831508"/>
              <a:gd name="connsiteX38" fmla="*/ 3463044 w 6933990"/>
              <a:gd name="connsiteY38" fmla="*/ 831937 h 3831508"/>
              <a:gd name="connsiteX39" fmla="*/ 2794637 w 6933990"/>
              <a:gd name="connsiteY39" fmla="*/ 1324293 h 3831508"/>
              <a:gd name="connsiteX40" fmla="*/ 2116232 w 6933990"/>
              <a:gd name="connsiteY40" fmla="*/ 1975179 h 3831508"/>
              <a:gd name="connsiteX41" fmla="*/ 1369160 w 6933990"/>
              <a:gd name="connsiteY41" fmla="*/ 2775352 h 3831508"/>
              <a:gd name="connsiteX42" fmla="*/ 643791 w 6933990"/>
              <a:gd name="connsiteY42" fmla="*/ 3749596 h 3831508"/>
              <a:gd name="connsiteX43" fmla="*/ 103435 w 6933990"/>
              <a:gd name="connsiteY43" fmla="*/ 3772868 h 3831508"/>
              <a:gd name="connsiteX44" fmla="*/ 40339 w 6933990"/>
              <a:gd name="connsiteY44" fmla="*/ 2196689 h 3831508"/>
              <a:gd name="connsiteX45" fmla="*/ 21444 w 6933990"/>
              <a:gd name="connsiteY45" fmla="*/ 1911636 h 3831508"/>
              <a:gd name="connsiteX0" fmla="*/ 21444 w 6933990"/>
              <a:gd name="connsiteY0" fmla="*/ 1911636 h 3831508"/>
              <a:gd name="connsiteX1" fmla="*/ 189921 w 6933990"/>
              <a:gd name="connsiteY1" fmla="*/ 1661238 h 3831508"/>
              <a:gd name="connsiteX2" fmla="*/ 190456 w 6933990"/>
              <a:gd name="connsiteY2" fmla="*/ 2472496 h 3831508"/>
              <a:gd name="connsiteX3" fmla="*/ 209702 w 6933990"/>
              <a:gd name="connsiteY3" fmla="*/ 3584555 h 3831508"/>
              <a:gd name="connsiteX4" fmla="*/ 671717 w 6933990"/>
              <a:gd name="connsiteY4" fmla="*/ 3573541 h 3831508"/>
              <a:gd name="connsiteX5" fmla="*/ 1172232 w 6933990"/>
              <a:gd name="connsiteY5" fmla="*/ 2846852 h 3831508"/>
              <a:gd name="connsiteX6" fmla="*/ 1990378 w 6933990"/>
              <a:gd name="connsiteY6" fmla="*/ 1955005 h 3831508"/>
              <a:gd name="connsiteX7" fmla="*/ 2626238 w 6933990"/>
              <a:gd name="connsiteY7" fmla="*/ 1341877 h 3831508"/>
              <a:gd name="connsiteX8" fmla="*/ 3471612 w 6933990"/>
              <a:gd name="connsiteY8" fmla="*/ 736610 h 3831508"/>
              <a:gd name="connsiteX9" fmla="*/ 4839736 w 6933990"/>
              <a:gd name="connsiteY9" fmla="*/ 909322 h 3831508"/>
              <a:gd name="connsiteX10" fmla="*/ 5339269 w 6933990"/>
              <a:gd name="connsiteY10" fmla="*/ 274322 h 3831508"/>
              <a:gd name="connsiteX11" fmla="*/ 5904420 w 6933990"/>
              <a:gd name="connsiteY11" fmla="*/ 172768 h 3831508"/>
              <a:gd name="connsiteX12" fmla="*/ 6334103 w 6933990"/>
              <a:gd name="connsiteY12" fmla="*/ 428302 h 3831508"/>
              <a:gd name="connsiteX13" fmla="*/ 6495325 w 6933990"/>
              <a:gd name="connsiteY13" fmla="*/ 623187 h 3831508"/>
              <a:gd name="connsiteX14" fmla="*/ 6647725 w 6933990"/>
              <a:gd name="connsiteY14" fmla="*/ 703089 h 3831508"/>
              <a:gd name="connsiteX15" fmla="*/ 6762025 w 6933990"/>
              <a:gd name="connsiteY15" fmla="*/ 674034 h 3831508"/>
              <a:gd name="connsiteX16" fmla="*/ 6791303 w 6933990"/>
              <a:gd name="connsiteY16" fmla="*/ 529995 h 3831508"/>
              <a:gd name="connsiteX17" fmla="*/ 6762026 w 6933990"/>
              <a:gd name="connsiteY17" fmla="*/ 390745 h 3831508"/>
              <a:gd name="connsiteX18" fmla="*/ 6692177 w 6933990"/>
              <a:gd name="connsiteY18" fmla="*/ 303578 h 3831508"/>
              <a:gd name="connsiteX19" fmla="*/ 6647727 w 6933990"/>
              <a:gd name="connsiteY19" fmla="*/ 194620 h 3831508"/>
              <a:gd name="connsiteX20" fmla="*/ 6628677 w 6933990"/>
              <a:gd name="connsiteY20" fmla="*/ 27550 h 3831508"/>
              <a:gd name="connsiteX21" fmla="*/ 6774726 w 6933990"/>
              <a:gd name="connsiteY21" fmla="*/ 13025 h 3831508"/>
              <a:gd name="connsiteX22" fmla="*/ 6926769 w 6933990"/>
              <a:gd name="connsiteY22" fmla="*/ 26287 h 3831508"/>
              <a:gd name="connsiteX23" fmla="*/ 6908077 w 6933990"/>
              <a:gd name="connsiteY23" fmla="*/ 252730 h 3831508"/>
              <a:gd name="connsiteX24" fmla="*/ 6863627 w 6933990"/>
              <a:gd name="connsiteY24" fmla="*/ 405271 h 3831508"/>
              <a:gd name="connsiteX25" fmla="*/ 6850926 w 6933990"/>
              <a:gd name="connsiteY25" fmla="*/ 659506 h 3831508"/>
              <a:gd name="connsiteX26" fmla="*/ 6774726 w 6933990"/>
              <a:gd name="connsiteY26" fmla="*/ 775729 h 3831508"/>
              <a:gd name="connsiteX27" fmla="*/ 6664303 w 6933990"/>
              <a:gd name="connsiteY27" fmla="*/ 797321 h 3831508"/>
              <a:gd name="connsiteX28" fmla="*/ 6450518 w 6933990"/>
              <a:gd name="connsiteY28" fmla="*/ 712560 h 3831508"/>
              <a:gd name="connsiteX29" fmla="*/ 6184176 w 6933990"/>
              <a:gd name="connsiteY29" fmla="*/ 398005 h 3831508"/>
              <a:gd name="connsiteX30" fmla="*/ 5946753 w 6933990"/>
              <a:gd name="connsiteY30" fmla="*/ 276774 h 3831508"/>
              <a:gd name="connsiteX31" fmla="*/ 5622903 w 6933990"/>
              <a:gd name="connsiteY31" fmla="*/ 257389 h 3831508"/>
              <a:gd name="connsiteX32" fmla="*/ 5440869 w 6933990"/>
              <a:gd name="connsiteY32" fmla="*/ 333589 h 3831508"/>
              <a:gd name="connsiteX33" fmla="*/ 5322336 w 6933990"/>
              <a:gd name="connsiteY33" fmla="*/ 452121 h 3831508"/>
              <a:gd name="connsiteX34" fmla="*/ 5110669 w 6933990"/>
              <a:gd name="connsiteY34" fmla="*/ 833121 h 3831508"/>
              <a:gd name="connsiteX35" fmla="*/ 4932869 w 6933990"/>
              <a:gd name="connsiteY35" fmla="*/ 985522 h 3831508"/>
              <a:gd name="connsiteX36" fmla="*/ 4520677 w 6933990"/>
              <a:gd name="connsiteY36" fmla="*/ 1018010 h 3831508"/>
              <a:gd name="connsiteX37" fmla="*/ 3851855 w 6933990"/>
              <a:gd name="connsiteY37" fmla="*/ 857442 h 3831508"/>
              <a:gd name="connsiteX38" fmla="*/ 3463044 w 6933990"/>
              <a:gd name="connsiteY38" fmla="*/ 831937 h 3831508"/>
              <a:gd name="connsiteX39" fmla="*/ 2794637 w 6933990"/>
              <a:gd name="connsiteY39" fmla="*/ 1324293 h 3831508"/>
              <a:gd name="connsiteX40" fmla="*/ 2116232 w 6933990"/>
              <a:gd name="connsiteY40" fmla="*/ 1975179 h 3831508"/>
              <a:gd name="connsiteX41" fmla="*/ 1369160 w 6933990"/>
              <a:gd name="connsiteY41" fmla="*/ 2775352 h 3831508"/>
              <a:gd name="connsiteX42" fmla="*/ 643791 w 6933990"/>
              <a:gd name="connsiteY42" fmla="*/ 3749596 h 3831508"/>
              <a:gd name="connsiteX43" fmla="*/ 103435 w 6933990"/>
              <a:gd name="connsiteY43" fmla="*/ 3772868 h 3831508"/>
              <a:gd name="connsiteX44" fmla="*/ 40339 w 6933990"/>
              <a:gd name="connsiteY44" fmla="*/ 2196689 h 3831508"/>
              <a:gd name="connsiteX45" fmla="*/ 21444 w 6933990"/>
              <a:gd name="connsiteY45" fmla="*/ 1911636 h 3831508"/>
              <a:gd name="connsiteX0" fmla="*/ 21444 w 6933990"/>
              <a:gd name="connsiteY0" fmla="*/ 1911636 h 3823459"/>
              <a:gd name="connsiteX1" fmla="*/ 189921 w 6933990"/>
              <a:gd name="connsiteY1" fmla="*/ 1661238 h 3823459"/>
              <a:gd name="connsiteX2" fmla="*/ 190456 w 6933990"/>
              <a:gd name="connsiteY2" fmla="*/ 2472496 h 3823459"/>
              <a:gd name="connsiteX3" fmla="*/ 209702 w 6933990"/>
              <a:gd name="connsiteY3" fmla="*/ 3584555 h 3823459"/>
              <a:gd name="connsiteX4" fmla="*/ 671717 w 6933990"/>
              <a:gd name="connsiteY4" fmla="*/ 3573541 h 3823459"/>
              <a:gd name="connsiteX5" fmla="*/ 1172232 w 6933990"/>
              <a:gd name="connsiteY5" fmla="*/ 2846852 h 3823459"/>
              <a:gd name="connsiteX6" fmla="*/ 1990378 w 6933990"/>
              <a:gd name="connsiteY6" fmla="*/ 1955005 h 3823459"/>
              <a:gd name="connsiteX7" fmla="*/ 2626238 w 6933990"/>
              <a:gd name="connsiteY7" fmla="*/ 1341877 h 3823459"/>
              <a:gd name="connsiteX8" fmla="*/ 3471612 w 6933990"/>
              <a:gd name="connsiteY8" fmla="*/ 736610 h 3823459"/>
              <a:gd name="connsiteX9" fmla="*/ 4839736 w 6933990"/>
              <a:gd name="connsiteY9" fmla="*/ 909322 h 3823459"/>
              <a:gd name="connsiteX10" fmla="*/ 5339269 w 6933990"/>
              <a:gd name="connsiteY10" fmla="*/ 274322 h 3823459"/>
              <a:gd name="connsiteX11" fmla="*/ 5904420 w 6933990"/>
              <a:gd name="connsiteY11" fmla="*/ 172768 h 3823459"/>
              <a:gd name="connsiteX12" fmla="*/ 6334103 w 6933990"/>
              <a:gd name="connsiteY12" fmla="*/ 428302 h 3823459"/>
              <a:gd name="connsiteX13" fmla="*/ 6495325 w 6933990"/>
              <a:gd name="connsiteY13" fmla="*/ 623187 h 3823459"/>
              <a:gd name="connsiteX14" fmla="*/ 6647725 w 6933990"/>
              <a:gd name="connsiteY14" fmla="*/ 703089 h 3823459"/>
              <a:gd name="connsiteX15" fmla="*/ 6762025 w 6933990"/>
              <a:gd name="connsiteY15" fmla="*/ 674034 h 3823459"/>
              <a:gd name="connsiteX16" fmla="*/ 6791303 w 6933990"/>
              <a:gd name="connsiteY16" fmla="*/ 529995 h 3823459"/>
              <a:gd name="connsiteX17" fmla="*/ 6762026 w 6933990"/>
              <a:gd name="connsiteY17" fmla="*/ 390745 h 3823459"/>
              <a:gd name="connsiteX18" fmla="*/ 6692177 w 6933990"/>
              <a:gd name="connsiteY18" fmla="*/ 303578 h 3823459"/>
              <a:gd name="connsiteX19" fmla="*/ 6647727 w 6933990"/>
              <a:gd name="connsiteY19" fmla="*/ 194620 h 3823459"/>
              <a:gd name="connsiteX20" fmla="*/ 6628677 w 6933990"/>
              <a:gd name="connsiteY20" fmla="*/ 27550 h 3823459"/>
              <a:gd name="connsiteX21" fmla="*/ 6774726 w 6933990"/>
              <a:gd name="connsiteY21" fmla="*/ 13025 h 3823459"/>
              <a:gd name="connsiteX22" fmla="*/ 6926769 w 6933990"/>
              <a:gd name="connsiteY22" fmla="*/ 26287 h 3823459"/>
              <a:gd name="connsiteX23" fmla="*/ 6908077 w 6933990"/>
              <a:gd name="connsiteY23" fmla="*/ 252730 h 3823459"/>
              <a:gd name="connsiteX24" fmla="*/ 6863627 w 6933990"/>
              <a:gd name="connsiteY24" fmla="*/ 405271 h 3823459"/>
              <a:gd name="connsiteX25" fmla="*/ 6850926 w 6933990"/>
              <a:gd name="connsiteY25" fmla="*/ 659506 h 3823459"/>
              <a:gd name="connsiteX26" fmla="*/ 6774726 w 6933990"/>
              <a:gd name="connsiteY26" fmla="*/ 775729 h 3823459"/>
              <a:gd name="connsiteX27" fmla="*/ 6664303 w 6933990"/>
              <a:gd name="connsiteY27" fmla="*/ 797321 h 3823459"/>
              <a:gd name="connsiteX28" fmla="*/ 6450518 w 6933990"/>
              <a:gd name="connsiteY28" fmla="*/ 712560 h 3823459"/>
              <a:gd name="connsiteX29" fmla="*/ 6184176 w 6933990"/>
              <a:gd name="connsiteY29" fmla="*/ 398005 h 3823459"/>
              <a:gd name="connsiteX30" fmla="*/ 5946753 w 6933990"/>
              <a:gd name="connsiteY30" fmla="*/ 276774 h 3823459"/>
              <a:gd name="connsiteX31" fmla="*/ 5622903 w 6933990"/>
              <a:gd name="connsiteY31" fmla="*/ 257389 h 3823459"/>
              <a:gd name="connsiteX32" fmla="*/ 5440869 w 6933990"/>
              <a:gd name="connsiteY32" fmla="*/ 333589 h 3823459"/>
              <a:gd name="connsiteX33" fmla="*/ 5322336 w 6933990"/>
              <a:gd name="connsiteY33" fmla="*/ 452121 h 3823459"/>
              <a:gd name="connsiteX34" fmla="*/ 5110669 w 6933990"/>
              <a:gd name="connsiteY34" fmla="*/ 833121 h 3823459"/>
              <a:gd name="connsiteX35" fmla="*/ 4932869 w 6933990"/>
              <a:gd name="connsiteY35" fmla="*/ 985522 h 3823459"/>
              <a:gd name="connsiteX36" fmla="*/ 4520677 w 6933990"/>
              <a:gd name="connsiteY36" fmla="*/ 1018010 h 3823459"/>
              <a:gd name="connsiteX37" fmla="*/ 3851855 w 6933990"/>
              <a:gd name="connsiteY37" fmla="*/ 857442 h 3823459"/>
              <a:gd name="connsiteX38" fmla="*/ 3463044 w 6933990"/>
              <a:gd name="connsiteY38" fmla="*/ 831937 h 3823459"/>
              <a:gd name="connsiteX39" fmla="*/ 2794637 w 6933990"/>
              <a:gd name="connsiteY39" fmla="*/ 1324293 h 3823459"/>
              <a:gd name="connsiteX40" fmla="*/ 2116232 w 6933990"/>
              <a:gd name="connsiteY40" fmla="*/ 1975179 h 3823459"/>
              <a:gd name="connsiteX41" fmla="*/ 1369160 w 6933990"/>
              <a:gd name="connsiteY41" fmla="*/ 2775352 h 3823459"/>
              <a:gd name="connsiteX42" fmla="*/ 643791 w 6933990"/>
              <a:gd name="connsiteY42" fmla="*/ 3749596 h 3823459"/>
              <a:gd name="connsiteX43" fmla="*/ 122686 w 6933990"/>
              <a:gd name="connsiteY43" fmla="*/ 3750846 h 3823459"/>
              <a:gd name="connsiteX44" fmla="*/ 40339 w 6933990"/>
              <a:gd name="connsiteY44" fmla="*/ 2196689 h 3823459"/>
              <a:gd name="connsiteX45" fmla="*/ 21444 w 6933990"/>
              <a:gd name="connsiteY45" fmla="*/ 1911636 h 3823459"/>
              <a:gd name="connsiteX0" fmla="*/ 21444 w 6933990"/>
              <a:gd name="connsiteY0" fmla="*/ 1911636 h 3904299"/>
              <a:gd name="connsiteX1" fmla="*/ 189921 w 6933990"/>
              <a:gd name="connsiteY1" fmla="*/ 1661238 h 3904299"/>
              <a:gd name="connsiteX2" fmla="*/ 190456 w 6933990"/>
              <a:gd name="connsiteY2" fmla="*/ 2472496 h 3904299"/>
              <a:gd name="connsiteX3" fmla="*/ 209702 w 6933990"/>
              <a:gd name="connsiteY3" fmla="*/ 3584555 h 3904299"/>
              <a:gd name="connsiteX4" fmla="*/ 671717 w 6933990"/>
              <a:gd name="connsiteY4" fmla="*/ 3573541 h 3904299"/>
              <a:gd name="connsiteX5" fmla="*/ 1172232 w 6933990"/>
              <a:gd name="connsiteY5" fmla="*/ 2846852 h 3904299"/>
              <a:gd name="connsiteX6" fmla="*/ 1990378 w 6933990"/>
              <a:gd name="connsiteY6" fmla="*/ 1955005 h 3904299"/>
              <a:gd name="connsiteX7" fmla="*/ 2626238 w 6933990"/>
              <a:gd name="connsiteY7" fmla="*/ 1341877 h 3904299"/>
              <a:gd name="connsiteX8" fmla="*/ 3471612 w 6933990"/>
              <a:gd name="connsiteY8" fmla="*/ 736610 h 3904299"/>
              <a:gd name="connsiteX9" fmla="*/ 4839736 w 6933990"/>
              <a:gd name="connsiteY9" fmla="*/ 909322 h 3904299"/>
              <a:gd name="connsiteX10" fmla="*/ 5339269 w 6933990"/>
              <a:gd name="connsiteY10" fmla="*/ 274322 h 3904299"/>
              <a:gd name="connsiteX11" fmla="*/ 5904420 w 6933990"/>
              <a:gd name="connsiteY11" fmla="*/ 172768 h 3904299"/>
              <a:gd name="connsiteX12" fmla="*/ 6334103 w 6933990"/>
              <a:gd name="connsiteY12" fmla="*/ 428302 h 3904299"/>
              <a:gd name="connsiteX13" fmla="*/ 6495325 w 6933990"/>
              <a:gd name="connsiteY13" fmla="*/ 623187 h 3904299"/>
              <a:gd name="connsiteX14" fmla="*/ 6647725 w 6933990"/>
              <a:gd name="connsiteY14" fmla="*/ 703089 h 3904299"/>
              <a:gd name="connsiteX15" fmla="*/ 6762025 w 6933990"/>
              <a:gd name="connsiteY15" fmla="*/ 674034 h 3904299"/>
              <a:gd name="connsiteX16" fmla="*/ 6791303 w 6933990"/>
              <a:gd name="connsiteY16" fmla="*/ 529995 h 3904299"/>
              <a:gd name="connsiteX17" fmla="*/ 6762026 w 6933990"/>
              <a:gd name="connsiteY17" fmla="*/ 390745 h 3904299"/>
              <a:gd name="connsiteX18" fmla="*/ 6692177 w 6933990"/>
              <a:gd name="connsiteY18" fmla="*/ 303578 h 3904299"/>
              <a:gd name="connsiteX19" fmla="*/ 6647727 w 6933990"/>
              <a:gd name="connsiteY19" fmla="*/ 194620 h 3904299"/>
              <a:gd name="connsiteX20" fmla="*/ 6628677 w 6933990"/>
              <a:gd name="connsiteY20" fmla="*/ 27550 h 3904299"/>
              <a:gd name="connsiteX21" fmla="*/ 6774726 w 6933990"/>
              <a:gd name="connsiteY21" fmla="*/ 13025 h 3904299"/>
              <a:gd name="connsiteX22" fmla="*/ 6926769 w 6933990"/>
              <a:gd name="connsiteY22" fmla="*/ 26287 h 3904299"/>
              <a:gd name="connsiteX23" fmla="*/ 6908077 w 6933990"/>
              <a:gd name="connsiteY23" fmla="*/ 252730 h 3904299"/>
              <a:gd name="connsiteX24" fmla="*/ 6863627 w 6933990"/>
              <a:gd name="connsiteY24" fmla="*/ 405271 h 3904299"/>
              <a:gd name="connsiteX25" fmla="*/ 6850926 w 6933990"/>
              <a:gd name="connsiteY25" fmla="*/ 659506 h 3904299"/>
              <a:gd name="connsiteX26" fmla="*/ 6774726 w 6933990"/>
              <a:gd name="connsiteY26" fmla="*/ 775729 h 3904299"/>
              <a:gd name="connsiteX27" fmla="*/ 6664303 w 6933990"/>
              <a:gd name="connsiteY27" fmla="*/ 797321 h 3904299"/>
              <a:gd name="connsiteX28" fmla="*/ 6450518 w 6933990"/>
              <a:gd name="connsiteY28" fmla="*/ 712560 h 3904299"/>
              <a:gd name="connsiteX29" fmla="*/ 6184176 w 6933990"/>
              <a:gd name="connsiteY29" fmla="*/ 398005 h 3904299"/>
              <a:gd name="connsiteX30" fmla="*/ 5946753 w 6933990"/>
              <a:gd name="connsiteY30" fmla="*/ 276774 h 3904299"/>
              <a:gd name="connsiteX31" fmla="*/ 5622903 w 6933990"/>
              <a:gd name="connsiteY31" fmla="*/ 257389 h 3904299"/>
              <a:gd name="connsiteX32" fmla="*/ 5440869 w 6933990"/>
              <a:gd name="connsiteY32" fmla="*/ 333589 h 3904299"/>
              <a:gd name="connsiteX33" fmla="*/ 5322336 w 6933990"/>
              <a:gd name="connsiteY33" fmla="*/ 452121 h 3904299"/>
              <a:gd name="connsiteX34" fmla="*/ 5110669 w 6933990"/>
              <a:gd name="connsiteY34" fmla="*/ 833121 h 3904299"/>
              <a:gd name="connsiteX35" fmla="*/ 4932869 w 6933990"/>
              <a:gd name="connsiteY35" fmla="*/ 985522 h 3904299"/>
              <a:gd name="connsiteX36" fmla="*/ 4520677 w 6933990"/>
              <a:gd name="connsiteY36" fmla="*/ 1018010 h 3904299"/>
              <a:gd name="connsiteX37" fmla="*/ 3851855 w 6933990"/>
              <a:gd name="connsiteY37" fmla="*/ 857442 h 3904299"/>
              <a:gd name="connsiteX38" fmla="*/ 3463044 w 6933990"/>
              <a:gd name="connsiteY38" fmla="*/ 831937 h 3904299"/>
              <a:gd name="connsiteX39" fmla="*/ 2794637 w 6933990"/>
              <a:gd name="connsiteY39" fmla="*/ 1324293 h 3904299"/>
              <a:gd name="connsiteX40" fmla="*/ 2116232 w 6933990"/>
              <a:gd name="connsiteY40" fmla="*/ 1975179 h 3904299"/>
              <a:gd name="connsiteX41" fmla="*/ 1369160 w 6933990"/>
              <a:gd name="connsiteY41" fmla="*/ 2775352 h 3904299"/>
              <a:gd name="connsiteX42" fmla="*/ 643791 w 6933990"/>
              <a:gd name="connsiteY42" fmla="*/ 3749596 h 3904299"/>
              <a:gd name="connsiteX43" fmla="*/ 122686 w 6933990"/>
              <a:gd name="connsiteY43" fmla="*/ 3750846 h 3904299"/>
              <a:gd name="connsiteX44" fmla="*/ 55700 w 6933990"/>
              <a:gd name="connsiteY44" fmla="*/ 2714723 h 3904299"/>
              <a:gd name="connsiteX45" fmla="*/ 40339 w 6933990"/>
              <a:gd name="connsiteY45" fmla="*/ 2196689 h 3904299"/>
              <a:gd name="connsiteX46" fmla="*/ 21444 w 6933990"/>
              <a:gd name="connsiteY46" fmla="*/ 1911636 h 3904299"/>
              <a:gd name="connsiteX0" fmla="*/ 21444 w 6933990"/>
              <a:gd name="connsiteY0" fmla="*/ 1911636 h 3853939"/>
              <a:gd name="connsiteX1" fmla="*/ 189921 w 6933990"/>
              <a:gd name="connsiteY1" fmla="*/ 1661238 h 3853939"/>
              <a:gd name="connsiteX2" fmla="*/ 190456 w 6933990"/>
              <a:gd name="connsiteY2" fmla="*/ 2472496 h 3853939"/>
              <a:gd name="connsiteX3" fmla="*/ 209702 w 6933990"/>
              <a:gd name="connsiteY3" fmla="*/ 3584555 h 3853939"/>
              <a:gd name="connsiteX4" fmla="*/ 671717 w 6933990"/>
              <a:gd name="connsiteY4" fmla="*/ 3573541 h 3853939"/>
              <a:gd name="connsiteX5" fmla="*/ 1172232 w 6933990"/>
              <a:gd name="connsiteY5" fmla="*/ 2846852 h 3853939"/>
              <a:gd name="connsiteX6" fmla="*/ 1990378 w 6933990"/>
              <a:gd name="connsiteY6" fmla="*/ 1955005 h 3853939"/>
              <a:gd name="connsiteX7" fmla="*/ 2626238 w 6933990"/>
              <a:gd name="connsiteY7" fmla="*/ 1341877 h 3853939"/>
              <a:gd name="connsiteX8" fmla="*/ 3471612 w 6933990"/>
              <a:gd name="connsiteY8" fmla="*/ 736610 h 3853939"/>
              <a:gd name="connsiteX9" fmla="*/ 4839736 w 6933990"/>
              <a:gd name="connsiteY9" fmla="*/ 909322 h 3853939"/>
              <a:gd name="connsiteX10" fmla="*/ 5339269 w 6933990"/>
              <a:gd name="connsiteY10" fmla="*/ 274322 h 3853939"/>
              <a:gd name="connsiteX11" fmla="*/ 5904420 w 6933990"/>
              <a:gd name="connsiteY11" fmla="*/ 172768 h 3853939"/>
              <a:gd name="connsiteX12" fmla="*/ 6334103 w 6933990"/>
              <a:gd name="connsiteY12" fmla="*/ 428302 h 3853939"/>
              <a:gd name="connsiteX13" fmla="*/ 6495325 w 6933990"/>
              <a:gd name="connsiteY13" fmla="*/ 623187 h 3853939"/>
              <a:gd name="connsiteX14" fmla="*/ 6647725 w 6933990"/>
              <a:gd name="connsiteY14" fmla="*/ 703089 h 3853939"/>
              <a:gd name="connsiteX15" fmla="*/ 6762025 w 6933990"/>
              <a:gd name="connsiteY15" fmla="*/ 674034 h 3853939"/>
              <a:gd name="connsiteX16" fmla="*/ 6791303 w 6933990"/>
              <a:gd name="connsiteY16" fmla="*/ 529995 h 3853939"/>
              <a:gd name="connsiteX17" fmla="*/ 6762026 w 6933990"/>
              <a:gd name="connsiteY17" fmla="*/ 390745 h 3853939"/>
              <a:gd name="connsiteX18" fmla="*/ 6692177 w 6933990"/>
              <a:gd name="connsiteY18" fmla="*/ 303578 h 3853939"/>
              <a:gd name="connsiteX19" fmla="*/ 6647727 w 6933990"/>
              <a:gd name="connsiteY19" fmla="*/ 194620 h 3853939"/>
              <a:gd name="connsiteX20" fmla="*/ 6628677 w 6933990"/>
              <a:gd name="connsiteY20" fmla="*/ 27550 h 3853939"/>
              <a:gd name="connsiteX21" fmla="*/ 6774726 w 6933990"/>
              <a:gd name="connsiteY21" fmla="*/ 13025 h 3853939"/>
              <a:gd name="connsiteX22" fmla="*/ 6926769 w 6933990"/>
              <a:gd name="connsiteY22" fmla="*/ 26287 h 3853939"/>
              <a:gd name="connsiteX23" fmla="*/ 6908077 w 6933990"/>
              <a:gd name="connsiteY23" fmla="*/ 252730 h 3853939"/>
              <a:gd name="connsiteX24" fmla="*/ 6863627 w 6933990"/>
              <a:gd name="connsiteY24" fmla="*/ 405271 h 3853939"/>
              <a:gd name="connsiteX25" fmla="*/ 6850926 w 6933990"/>
              <a:gd name="connsiteY25" fmla="*/ 659506 h 3853939"/>
              <a:gd name="connsiteX26" fmla="*/ 6774726 w 6933990"/>
              <a:gd name="connsiteY26" fmla="*/ 775729 h 3853939"/>
              <a:gd name="connsiteX27" fmla="*/ 6664303 w 6933990"/>
              <a:gd name="connsiteY27" fmla="*/ 797321 h 3853939"/>
              <a:gd name="connsiteX28" fmla="*/ 6450518 w 6933990"/>
              <a:gd name="connsiteY28" fmla="*/ 712560 h 3853939"/>
              <a:gd name="connsiteX29" fmla="*/ 6184176 w 6933990"/>
              <a:gd name="connsiteY29" fmla="*/ 398005 h 3853939"/>
              <a:gd name="connsiteX30" fmla="*/ 5946753 w 6933990"/>
              <a:gd name="connsiteY30" fmla="*/ 276774 h 3853939"/>
              <a:gd name="connsiteX31" fmla="*/ 5622903 w 6933990"/>
              <a:gd name="connsiteY31" fmla="*/ 257389 h 3853939"/>
              <a:gd name="connsiteX32" fmla="*/ 5440869 w 6933990"/>
              <a:gd name="connsiteY32" fmla="*/ 333589 h 3853939"/>
              <a:gd name="connsiteX33" fmla="*/ 5322336 w 6933990"/>
              <a:gd name="connsiteY33" fmla="*/ 452121 h 3853939"/>
              <a:gd name="connsiteX34" fmla="*/ 5110669 w 6933990"/>
              <a:gd name="connsiteY34" fmla="*/ 833121 h 3853939"/>
              <a:gd name="connsiteX35" fmla="*/ 4932869 w 6933990"/>
              <a:gd name="connsiteY35" fmla="*/ 985522 h 3853939"/>
              <a:gd name="connsiteX36" fmla="*/ 4520677 w 6933990"/>
              <a:gd name="connsiteY36" fmla="*/ 1018010 h 3853939"/>
              <a:gd name="connsiteX37" fmla="*/ 3851855 w 6933990"/>
              <a:gd name="connsiteY37" fmla="*/ 857442 h 3853939"/>
              <a:gd name="connsiteX38" fmla="*/ 3463044 w 6933990"/>
              <a:gd name="connsiteY38" fmla="*/ 831937 h 3853939"/>
              <a:gd name="connsiteX39" fmla="*/ 2794637 w 6933990"/>
              <a:gd name="connsiteY39" fmla="*/ 1324293 h 3853939"/>
              <a:gd name="connsiteX40" fmla="*/ 2116232 w 6933990"/>
              <a:gd name="connsiteY40" fmla="*/ 1975179 h 3853939"/>
              <a:gd name="connsiteX41" fmla="*/ 1369160 w 6933990"/>
              <a:gd name="connsiteY41" fmla="*/ 2775352 h 3853939"/>
              <a:gd name="connsiteX42" fmla="*/ 643791 w 6933990"/>
              <a:gd name="connsiteY42" fmla="*/ 3749596 h 3853939"/>
              <a:gd name="connsiteX43" fmla="*/ 122686 w 6933990"/>
              <a:gd name="connsiteY43" fmla="*/ 3750846 h 3853939"/>
              <a:gd name="connsiteX44" fmla="*/ 55700 w 6933990"/>
              <a:gd name="connsiteY44" fmla="*/ 2714723 h 3853939"/>
              <a:gd name="connsiteX45" fmla="*/ 40339 w 6933990"/>
              <a:gd name="connsiteY45" fmla="*/ 2196689 h 3853939"/>
              <a:gd name="connsiteX46" fmla="*/ 21444 w 6933990"/>
              <a:gd name="connsiteY46" fmla="*/ 1911636 h 3853939"/>
              <a:gd name="connsiteX0" fmla="*/ 21444 w 6933990"/>
              <a:gd name="connsiteY0" fmla="*/ 1911636 h 3839862"/>
              <a:gd name="connsiteX1" fmla="*/ 189921 w 6933990"/>
              <a:gd name="connsiteY1" fmla="*/ 1661238 h 3839862"/>
              <a:gd name="connsiteX2" fmla="*/ 190456 w 6933990"/>
              <a:gd name="connsiteY2" fmla="*/ 2472496 h 3839862"/>
              <a:gd name="connsiteX3" fmla="*/ 209702 w 6933990"/>
              <a:gd name="connsiteY3" fmla="*/ 3584555 h 3839862"/>
              <a:gd name="connsiteX4" fmla="*/ 671717 w 6933990"/>
              <a:gd name="connsiteY4" fmla="*/ 3573541 h 3839862"/>
              <a:gd name="connsiteX5" fmla="*/ 1172232 w 6933990"/>
              <a:gd name="connsiteY5" fmla="*/ 2846852 h 3839862"/>
              <a:gd name="connsiteX6" fmla="*/ 1990378 w 6933990"/>
              <a:gd name="connsiteY6" fmla="*/ 1955005 h 3839862"/>
              <a:gd name="connsiteX7" fmla="*/ 2626238 w 6933990"/>
              <a:gd name="connsiteY7" fmla="*/ 1341877 h 3839862"/>
              <a:gd name="connsiteX8" fmla="*/ 3471612 w 6933990"/>
              <a:gd name="connsiteY8" fmla="*/ 736610 h 3839862"/>
              <a:gd name="connsiteX9" fmla="*/ 4839736 w 6933990"/>
              <a:gd name="connsiteY9" fmla="*/ 909322 h 3839862"/>
              <a:gd name="connsiteX10" fmla="*/ 5339269 w 6933990"/>
              <a:gd name="connsiteY10" fmla="*/ 274322 h 3839862"/>
              <a:gd name="connsiteX11" fmla="*/ 5904420 w 6933990"/>
              <a:gd name="connsiteY11" fmla="*/ 172768 h 3839862"/>
              <a:gd name="connsiteX12" fmla="*/ 6334103 w 6933990"/>
              <a:gd name="connsiteY12" fmla="*/ 428302 h 3839862"/>
              <a:gd name="connsiteX13" fmla="*/ 6495325 w 6933990"/>
              <a:gd name="connsiteY13" fmla="*/ 623187 h 3839862"/>
              <a:gd name="connsiteX14" fmla="*/ 6647725 w 6933990"/>
              <a:gd name="connsiteY14" fmla="*/ 703089 h 3839862"/>
              <a:gd name="connsiteX15" fmla="*/ 6762025 w 6933990"/>
              <a:gd name="connsiteY15" fmla="*/ 674034 h 3839862"/>
              <a:gd name="connsiteX16" fmla="*/ 6791303 w 6933990"/>
              <a:gd name="connsiteY16" fmla="*/ 529995 h 3839862"/>
              <a:gd name="connsiteX17" fmla="*/ 6762026 w 6933990"/>
              <a:gd name="connsiteY17" fmla="*/ 390745 h 3839862"/>
              <a:gd name="connsiteX18" fmla="*/ 6692177 w 6933990"/>
              <a:gd name="connsiteY18" fmla="*/ 303578 h 3839862"/>
              <a:gd name="connsiteX19" fmla="*/ 6647727 w 6933990"/>
              <a:gd name="connsiteY19" fmla="*/ 194620 h 3839862"/>
              <a:gd name="connsiteX20" fmla="*/ 6628677 w 6933990"/>
              <a:gd name="connsiteY20" fmla="*/ 27550 h 3839862"/>
              <a:gd name="connsiteX21" fmla="*/ 6774726 w 6933990"/>
              <a:gd name="connsiteY21" fmla="*/ 13025 h 3839862"/>
              <a:gd name="connsiteX22" fmla="*/ 6926769 w 6933990"/>
              <a:gd name="connsiteY22" fmla="*/ 26287 h 3839862"/>
              <a:gd name="connsiteX23" fmla="*/ 6908077 w 6933990"/>
              <a:gd name="connsiteY23" fmla="*/ 252730 h 3839862"/>
              <a:gd name="connsiteX24" fmla="*/ 6863627 w 6933990"/>
              <a:gd name="connsiteY24" fmla="*/ 405271 h 3839862"/>
              <a:gd name="connsiteX25" fmla="*/ 6850926 w 6933990"/>
              <a:gd name="connsiteY25" fmla="*/ 659506 h 3839862"/>
              <a:gd name="connsiteX26" fmla="*/ 6774726 w 6933990"/>
              <a:gd name="connsiteY26" fmla="*/ 775729 h 3839862"/>
              <a:gd name="connsiteX27" fmla="*/ 6664303 w 6933990"/>
              <a:gd name="connsiteY27" fmla="*/ 797321 h 3839862"/>
              <a:gd name="connsiteX28" fmla="*/ 6450518 w 6933990"/>
              <a:gd name="connsiteY28" fmla="*/ 712560 h 3839862"/>
              <a:gd name="connsiteX29" fmla="*/ 6184176 w 6933990"/>
              <a:gd name="connsiteY29" fmla="*/ 398005 h 3839862"/>
              <a:gd name="connsiteX30" fmla="*/ 5946753 w 6933990"/>
              <a:gd name="connsiteY30" fmla="*/ 276774 h 3839862"/>
              <a:gd name="connsiteX31" fmla="*/ 5622903 w 6933990"/>
              <a:gd name="connsiteY31" fmla="*/ 257389 h 3839862"/>
              <a:gd name="connsiteX32" fmla="*/ 5440869 w 6933990"/>
              <a:gd name="connsiteY32" fmla="*/ 333589 h 3839862"/>
              <a:gd name="connsiteX33" fmla="*/ 5322336 w 6933990"/>
              <a:gd name="connsiteY33" fmla="*/ 452121 h 3839862"/>
              <a:gd name="connsiteX34" fmla="*/ 5110669 w 6933990"/>
              <a:gd name="connsiteY34" fmla="*/ 833121 h 3839862"/>
              <a:gd name="connsiteX35" fmla="*/ 4932869 w 6933990"/>
              <a:gd name="connsiteY35" fmla="*/ 985522 h 3839862"/>
              <a:gd name="connsiteX36" fmla="*/ 4520677 w 6933990"/>
              <a:gd name="connsiteY36" fmla="*/ 1018010 h 3839862"/>
              <a:gd name="connsiteX37" fmla="*/ 3851855 w 6933990"/>
              <a:gd name="connsiteY37" fmla="*/ 857442 h 3839862"/>
              <a:gd name="connsiteX38" fmla="*/ 3463044 w 6933990"/>
              <a:gd name="connsiteY38" fmla="*/ 831937 h 3839862"/>
              <a:gd name="connsiteX39" fmla="*/ 2794637 w 6933990"/>
              <a:gd name="connsiteY39" fmla="*/ 1324293 h 3839862"/>
              <a:gd name="connsiteX40" fmla="*/ 2116232 w 6933990"/>
              <a:gd name="connsiteY40" fmla="*/ 1975179 h 3839862"/>
              <a:gd name="connsiteX41" fmla="*/ 1369160 w 6933990"/>
              <a:gd name="connsiteY41" fmla="*/ 2775352 h 3839862"/>
              <a:gd name="connsiteX42" fmla="*/ 643791 w 6933990"/>
              <a:gd name="connsiteY42" fmla="*/ 3749596 h 3839862"/>
              <a:gd name="connsiteX43" fmla="*/ 122686 w 6933990"/>
              <a:gd name="connsiteY43" fmla="*/ 3750846 h 3839862"/>
              <a:gd name="connsiteX44" fmla="*/ 55700 w 6933990"/>
              <a:gd name="connsiteY44" fmla="*/ 2714723 h 3839862"/>
              <a:gd name="connsiteX45" fmla="*/ 40339 w 6933990"/>
              <a:gd name="connsiteY45" fmla="*/ 2196689 h 3839862"/>
              <a:gd name="connsiteX46" fmla="*/ 21444 w 6933990"/>
              <a:gd name="connsiteY46" fmla="*/ 1911636 h 3839862"/>
              <a:gd name="connsiteX0" fmla="*/ 21444 w 6933990"/>
              <a:gd name="connsiteY0" fmla="*/ 1911636 h 3812255"/>
              <a:gd name="connsiteX1" fmla="*/ 189921 w 6933990"/>
              <a:gd name="connsiteY1" fmla="*/ 1661238 h 3812255"/>
              <a:gd name="connsiteX2" fmla="*/ 190456 w 6933990"/>
              <a:gd name="connsiteY2" fmla="*/ 2472496 h 3812255"/>
              <a:gd name="connsiteX3" fmla="*/ 209702 w 6933990"/>
              <a:gd name="connsiteY3" fmla="*/ 3584555 h 3812255"/>
              <a:gd name="connsiteX4" fmla="*/ 671717 w 6933990"/>
              <a:gd name="connsiteY4" fmla="*/ 3573541 h 3812255"/>
              <a:gd name="connsiteX5" fmla="*/ 1172232 w 6933990"/>
              <a:gd name="connsiteY5" fmla="*/ 2846852 h 3812255"/>
              <a:gd name="connsiteX6" fmla="*/ 1990378 w 6933990"/>
              <a:gd name="connsiteY6" fmla="*/ 1955005 h 3812255"/>
              <a:gd name="connsiteX7" fmla="*/ 2626238 w 6933990"/>
              <a:gd name="connsiteY7" fmla="*/ 1341877 h 3812255"/>
              <a:gd name="connsiteX8" fmla="*/ 3471612 w 6933990"/>
              <a:gd name="connsiteY8" fmla="*/ 736610 h 3812255"/>
              <a:gd name="connsiteX9" fmla="*/ 4839736 w 6933990"/>
              <a:gd name="connsiteY9" fmla="*/ 909322 h 3812255"/>
              <a:gd name="connsiteX10" fmla="*/ 5339269 w 6933990"/>
              <a:gd name="connsiteY10" fmla="*/ 274322 h 3812255"/>
              <a:gd name="connsiteX11" fmla="*/ 5904420 w 6933990"/>
              <a:gd name="connsiteY11" fmla="*/ 172768 h 3812255"/>
              <a:gd name="connsiteX12" fmla="*/ 6334103 w 6933990"/>
              <a:gd name="connsiteY12" fmla="*/ 428302 h 3812255"/>
              <a:gd name="connsiteX13" fmla="*/ 6495325 w 6933990"/>
              <a:gd name="connsiteY13" fmla="*/ 623187 h 3812255"/>
              <a:gd name="connsiteX14" fmla="*/ 6647725 w 6933990"/>
              <a:gd name="connsiteY14" fmla="*/ 703089 h 3812255"/>
              <a:gd name="connsiteX15" fmla="*/ 6762025 w 6933990"/>
              <a:gd name="connsiteY15" fmla="*/ 674034 h 3812255"/>
              <a:gd name="connsiteX16" fmla="*/ 6791303 w 6933990"/>
              <a:gd name="connsiteY16" fmla="*/ 529995 h 3812255"/>
              <a:gd name="connsiteX17" fmla="*/ 6762026 w 6933990"/>
              <a:gd name="connsiteY17" fmla="*/ 390745 h 3812255"/>
              <a:gd name="connsiteX18" fmla="*/ 6692177 w 6933990"/>
              <a:gd name="connsiteY18" fmla="*/ 303578 h 3812255"/>
              <a:gd name="connsiteX19" fmla="*/ 6647727 w 6933990"/>
              <a:gd name="connsiteY19" fmla="*/ 194620 h 3812255"/>
              <a:gd name="connsiteX20" fmla="*/ 6628677 w 6933990"/>
              <a:gd name="connsiteY20" fmla="*/ 27550 h 3812255"/>
              <a:gd name="connsiteX21" fmla="*/ 6774726 w 6933990"/>
              <a:gd name="connsiteY21" fmla="*/ 13025 h 3812255"/>
              <a:gd name="connsiteX22" fmla="*/ 6926769 w 6933990"/>
              <a:gd name="connsiteY22" fmla="*/ 26287 h 3812255"/>
              <a:gd name="connsiteX23" fmla="*/ 6908077 w 6933990"/>
              <a:gd name="connsiteY23" fmla="*/ 252730 h 3812255"/>
              <a:gd name="connsiteX24" fmla="*/ 6863627 w 6933990"/>
              <a:gd name="connsiteY24" fmla="*/ 405271 h 3812255"/>
              <a:gd name="connsiteX25" fmla="*/ 6850926 w 6933990"/>
              <a:gd name="connsiteY25" fmla="*/ 659506 h 3812255"/>
              <a:gd name="connsiteX26" fmla="*/ 6774726 w 6933990"/>
              <a:gd name="connsiteY26" fmla="*/ 775729 h 3812255"/>
              <a:gd name="connsiteX27" fmla="*/ 6664303 w 6933990"/>
              <a:gd name="connsiteY27" fmla="*/ 797321 h 3812255"/>
              <a:gd name="connsiteX28" fmla="*/ 6450518 w 6933990"/>
              <a:gd name="connsiteY28" fmla="*/ 712560 h 3812255"/>
              <a:gd name="connsiteX29" fmla="*/ 6184176 w 6933990"/>
              <a:gd name="connsiteY29" fmla="*/ 398005 h 3812255"/>
              <a:gd name="connsiteX30" fmla="*/ 5946753 w 6933990"/>
              <a:gd name="connsiteY30" fmla="*/ 276774 h 3812255"/>
              <a:gd name="connsiteX31" fmla="*/ 5622903 w 6933990"/>
              <a:gd name="connsiteY31" fmla="*/ 257389 h 3812255"/>
              <a:gd name="connsiteX32" fmla="*/ 5440869 w 6933990"/>
              <a:gd name="connsiteY32" fmla="*/ 333589 h 3812255"/>
              <a:gd name="connsiteX33" fmla="*/ 5322336 w 6933990"/>
              <a:gd name="connsiteY33" fmla="*/ 452121 h 3812255"/>
              <a:gd name="connsiteX34" fmla="*/ 5110669 w 6933990"/>
              <a:gd name="connsiteY34" fmla="*/ 833121 h 3812255"/>
              <a:gd name="connsiteX35" fmla="*/ 4932869 w 6933990"/>
              <a:gd name="connsiteY35" fmla="*/ 985522 h 3812255"/>
              <a:gd name="connsiteX36" fmla="*/ 4520677 w 6933990"/>
              <a:gd name="connsiteY36" fmla="*/ 1018010 h 3812255"/>
              <a:gd name="connsiteX37" fmla="*/ 3851855 w 6933990"/>
              <a:gd name="connsiteY37" fmla="*/ 857442 h 3812255"/>
              <a:gd name="connsiteX38" fmla="*/ 3463044 w 6933990"/>
              <a:gd name="connsiteY38" fmla="*/ 831937 h 3812255"/>
              <a:gd name="connsiteX39" fmla="*/ 2794637 w 6933990"/>
              <a:gd name="connsiteY39" fmla="*/ 1324293 h 3812255"/>
              <a:gd name="connsiteX40" fmla="*/ 2116232 w 6933990"/>
              <a:gd name="connsiteY40" fmla="*/ 1975179 h 3812255"/>
              <a:gd name="connsiteX41" fmla="*/ 1369160 w 6933990"/>
              <a:gd name="connsiteY41" fmla="*/ 2775352 h 3812255"/>
              <a:gd name="connsiteX42" fmla="*/ 643791 w 6933990"/>
              <a:gd name="connsiteY42" fmla="*/ 3749596 h 3812255"/>
              <a:gd name="connsiteX43" fmla="*/ 122686 w 6933990"/>
              <a:gd name="connsiteY43" fmla="*/ 3750846 h 3812255"/>
              <a:gd name="connsiteX44" fmla="*/ 55700 w 6933990"/>
              <a:gd name="connsiteY44" fmla="*/ 2714723 h 3812255"/>
              <a:gd name="connsiteX45" fmla="*/ 40339 w 6933990"/>
              <a:gd name="connsiteY45" fmla="*/ 2196689 h 3812255"/>
              <a:gd name="connsiteX46" fmla="*/ 21444 w 6933990"/>
              <a:gd name="connsiteY46" fmla="*/ 1911636 h 3812255"/>
              <a:gd name="connsiteX0" fmla="*/ 21444 w 6933990"/>
              <a:gd name="connsiteY0" fmla="*/ 1911636 h 3812255"/>
              <a:gd name="connsiteX1" fmla="*/ 189921 w 6933990"/>
              <a:gd name="connsiteY1" fmla="*/ 1661238 h 3812255"/>
              <a:gd name="connsiteX2" fmla="*/ 190456 w 6933990"/>
              <a:gd name="connsiteY2" fmla="*/ 2802810 h 3812255"/>
              <a:gd name="connsiteX3" fmla="*/ 209702 w 6933990"/>
              <a:gd name="connsiteY3" fmla="*/ 3584555 h 3812255"/>
              <a:gd name="connsiteX4" fmla="*/ 671717 w 6933990"/>
              <a:gd name="connsiteY4" fmla="*/ 3573541 h 3812255"/>
              <a:gd name="connsiteX5" fmla="*/ 1172232 w 6933990"/>
              <a:gd name="connsiteY5" fmla="*/ 2846852 h 3812255"/>
              <a:gd name="connsiteX6" fmla="*/ 1990378 w 6933990"/>
              <a:gd name="connsiteY6" fmla="*/ 1955005 h 3812255"/>
              <a:gd name="connsiteX7" fmla="*/ 2626238 w 6933990"/>
              <a:gd name="connsiteY7" fmla="*/ 1341877 h 3812255"/>
              <a:gd name="connsiteX8" fmla="*/ 3471612 w 6933990"/>
              <a:gd name="connsiteY8" fmla="*/ 736610 h 3812255"/>
              <a:gd name="connsiteX9" fmla="*/ 4839736 w 6933990"/>
              <a:gd name="connsiteY9" fmla="*/ 909322 h 3812255"/>
              <a:gd name="connsiteX10" fmla="*/ 5339269 w 6933990"/>
              <a:gd name="connsiteY10" fmla="*/ 274322 h 3812255"/>
              <a:gd name="connsiteX11" fmla="*/ 5904420 w 6933990"/>
              <a:gd name="connsiteY11" fmla="*/ 172768 h 3812255"/>
              <a:gd name="connsiteX12" fmla="*/ 6334103 w 6933990"/>
              <a:gd name="connsiteY12" fmla="*/ 428302 h 3812255"/>
              <a:gd name="connsiteX13" fmla="*/ 6495325 w 6933990"/>
              <a:gd name="connsiteY13" fmla="*/ 623187 h 3812255"/>
              <a:gd name="connsiteX14" fmla="*/ 6647725 w 6933990"/>
              <a:gd name="connsiteY14" fmla="*/ 703089 h 3812255"/>
              <a:gd name="connsiteX15" fmla="*/ 6762025 w 6933990"/>
              <a:gd name="connsiteY15" fmla="*/ 674034 h 3812255"/>
              <a:gd name="connsiteX16" fmla="*/ 6791303 w 6933990"/>
              <a:gd name="connsiteY16" fmla="*/ 529995 h 3812255"/>
              <a:gd name="connsiteX17" fmla="*/ 6762026 w 6933990"/>
              <a:gd name="connsiteY17" fmla="*/ 390745 h 3812255"/>
              <a:gd name="connsiteX18" fmla="*/ 6692177 w 6933990"/>
              <a:gd name="connsiteY18" fmla="*/ 303578 h 3812255"/>
              <a:gd name="connsiteX19" fmla="*/ 6647727 w 6933990"/>
              <a:gd name="connsiteY19" fmla="*/ 194620 h 3812255"/>
              <a:gd name="connsiteX20" fmla="*/ 6628677 w 6933990"/>
              <a:gd name="connsiteY20" fmla="*/ 27550 h 3812255"/>
              <a:gd name="connsiteX21" fmla="*/ 6774726 w 6933990"/>
              <a:gd name="connsiteY21" fmla="*/ 13025 h 3812255"/>
              <a:gd name="connsiteX22" fmla="*/ 6926769 w 6933990"/>
              <a:gd name="connsiteY22" fmla="*/ 26287 h 3812255"/>
              <a:gd name="connsiteX23" fmla="*/ 6908077 w 6933990"/>
              <a:gd name="connsiteY23" fmla="*/ 252730 h 3812255"/>
              <a:gd name="connsiteX24" fmla="*/ 6863627 w 6933990"/>
              <a:gd name="connsiteY24" fmla="*/ 405271 h 3812255"/>
              <a:gd name="connsiteX25" fmla="*/ 6850926 w 6933990"/>
              <a:gd name="connsiteY25" fmla="*/ 659506 h 3812255"/>
              <a:gd name="connsiteX26" fmla="*/ 6774726 w 6933990"/>
              <a:gd name="connsiteY26" fmla="*/ 775729 h 3812255"/>
              <a:gd name="connsiteX27" fmla="*/ 6664303 w 6933990"/>
              <a:gd name="connsiteY27" fmla="*/ 797321 h 3812255"/>
              <a:gd name="connsiteX28" fmla="*/ 6450518 w 6933990"/>
              <a:gd name="connsiteY28" fmla="*/ 712560 h 3812255"/>
              <a:gd name="connsiteX29" fmla="*/ 6184176 w 6933990"/>
              <a:gd name="connsiteY29" fmla="*/ 398005 h 3812255"/>
              <a:gd name="connsiteX30" fmla="*/ 5946753 w 6933990"/>
              <a:gd name="connsiteY30" fmla="*/ 276774 h 3812255"/>
              <a:gd name="connsiteX31" fmla="*/ 5622903 w 6933990"/>
              <a:gd name="connsiteY31" fmla="*/ 257389 h 3812255"/>
              <a:gd name="connsiteX32" fmla="*/ 5440869 w 6933990"/>
              <a:gd name="connsiteY32" fmla="*/ 333589 h 3812255"/>
              <a:gd name="connsiteX33" fmla="*/ 5322336 w 6933990"/>
              <a:gd name="connsiteY33" fmla="*/ 452121 h 3812255"/>
              <a:gd name="connsiteX34" fmla="*/ 5110669 w 6933990"/>
              <a:gd name="connsiteY34" fmla="*/ 833121 h 3812255"/>
              <a:gd name="connsiteX35" fmla="*/ 4932869 w 6933990"/>
              <a:gd name="connsiteY35" fmla="*/ 985522 h 3812255"/>
              <a:gd name="connsiteX36" fmla="*/ 4520677 w 6933990"/>
              <a:gd name="connsiteY36" fmla="*/ 1018010 h 3812255"/>
              <a:gd name="connsiteX37" fmla="*/ 3851855 w 6933990"/>
              <a:gd name="connsiteY37" fmla="*/ 857442 h 3812255"/>
              <a:gd name="connsiteX38" fmla="*/ 3463044 w 6933990"/>
              <a:gd name="connsiteY38" fmla="*/ 831937 h 3812255"/>
              <a:gd name="connsiteX39" fmla="*/ 2794637 w 6933990"/>
              <a:gd name="connsiteY39" fmla="*/ 1324293 h 3812255"/>
              <a:gd name="connsiteX40" fmla="*/ 2116232 w 6933990"/>
              <a:gd name="connsiteY40" fmla="*/ 1975179 h 3812255"/>
              <a:gd name="connsiteX41" fmla="*/ 1369160 w 6933990"/>
              <a:gd name="connsiteY41" fmla="*/ 2775352 h 3812255"/>
              <a:gd name="connsiteX42" fmla="*/ 643791 w 6933990"/>
              <a:gd name="connsiteY42" fmla="*/ 3749596 h 3812255"/>
              <a:gd name="connsiteX43" fmla="*/ 122686 w 6933990"/>
              <a:gd name="connsiteY43" fmla="*/ 3750846 h 3812255"/>
              <a:gd name="connsiteX44" fmla="*/ 55700 w 6933990"/>
              <a:gd name="connsiteY44" fmla="*/ 2714723 h 3812255"/>
              <a:gd name="connsiteX45" fmla="*/ 40339 w 6933990"/>
              <a:gd name="connsiteY45" fmla="*/ 2196689 h 3812255"/>
              <a:gd name="connsiteX46" fmla="*/ 21444 w 6933990"/>
              <a:gd name="connsiteY46" fmla="*/ 1911636 h 3812255"/>
              <a:gd name="connsiteX0" fmla="*/ 3992 w 6916538"/>
              <a:gd name="connsiteY0" fmla="*/ 1911636 h 3812255"/>
              <a:gd name="connsiteX1" fmla="*/ 172469 w 6916538"/>
              <a:gd name="connsiteY1" fmla="*/ 1661238 h 3812255"/>
              <a:gd name="connsiteX2" fmla="*/ 173004 w 6916538"/>
              <a:gd name="connsiteY2" fmla="*/ 2802810 h 3812255"/>
              <a:gd name="connsiteX3" fmla="*/ 192250 w 6916538"/>
              <a:gd name="connsiteY3" fmla="*/ 3584555 h 3812255"/>
              <a:gd name="connsiteX4" fmla="*/ 654265 w 6916538"/>
              <a:gd name="connsiteY4" fmla="*/ 3573541 h 3812255"/>
              <a:gd name="connsiteX5" fmla="*/ 1154780 w 6916538"/>
              <a:gd name="connsiteY5" fmla="*/ 2846852 h 3812255"/>
              <a:gd name="connsiteX6" fmla="*/ 1972926 w 6916538"/>
              <a:gd name="connsiteY6" fmla="*/ 1955005 h 3812255"/>
              <a:gd name="connsiteX7" fmla="*/ 2608786 w 6916538"/>
              <a:gd name="connsiteY7" fmla="*/ 1341877 h 3812255"/>
              <a:gd name="connsiteX8" fmla="*/ 3454160 w 6916538"/>
              <a:gd name="connsiteY8" fmla="*/ 736610 h 3812255"/>
              <a:gd name="connsiteX9" fmla="*/ 4822284 w 6916538"/>
              <a:gd name="connsiteY9" fmla="*/ 909322 h 3812255"/>
              <a:gd name="connsiteX10" fmla="*/ 5321817 w 6916538"/>
              <a:gd name="connsiteY10" fmla="*/ 274322 h 3812255"/>
              <a:gd name="connsiteX11" fmla="*/ 5886968 w 6916538"/>
              <a:gd name="connsiteY11" fmla="*/ 172768 h 3812255"/>
              <a:gd name="connsiteX12" fmla="*/ 6316651 w 6916538"/>
              <a:gd name="connsiteY12" fmla="*/ 428302 h 3812255"/>
              <a:gd name="connsiteX13" fmla="*/ 6477873 w 6916538"/>
              <a:gd name="connsiteY13" fmla="*/ 623187 h 3812255"/>
              <a:gd name="connsiteX14" fmla="*/ 6630273 w 6916538"/>
              <a:gd name="connsiteY14" fmla="*/ 703089 h 3812255"/>
              <a:gd name="connsiteX15" fmla="*/ 6744573 w 6916538"/>
              <a:gd name="connsiteY15" fmla="*/ 674034 h 3812255"/>
              <a:gd name="connsiteX16" fmla="*/ 6773851 w 6916538"/>
              <a:gd name="connsiteY16" fmla="*/ 529995 h 3812255"/>
              <a:gd name="connsiteX17" fmla="*/ 6744574 w 6916538"/>
              <a:gd name="connsiteY17" fmla="*/ 390745 h 3812255"/>
              <a:gd name="connsiteX18" fmla="*/ 6674725 w 6916538"/>
              <a:gd name="connsiteY18" fmla="*/ 303578 h 3812255"/>
              <a:gd name="connsiteX19" fmla="*/ 6630275 w 6916538"/>
              <a:gd name="connsiteY19" fmla="*/ 194620 h 3812255"/>
              <a:gd name="connsiteX20" fmla="*/ 6611225 w 6916538"/>
              <a:gd name="connsiteY20" fmla="*/ 27550 h 3812255"/>
              <a:gd name="connsiteX21" fmla="*/ 6757274 w 6916538"/>
              <a:gd name="connsiteY21" fmla="*/ 13025 h 3812255"/>
              <a:gd name="connsiteX22" fmla="*/ 6909317 w 6916538"/>
              <a:gd name="connsiteY22" fmla="*/ 26287 h 3812255"/>
              <a:gd name="connsiteX23" fmla="*/ 6890625 w 6916538"/>
              <a:gd name="connsiteY23" fmla="*/ 252730 h 3812255"/>
              <a:gd name="connsiteX24" fmla="*/ 6846175 w 6916538"/>
              <a:gd name="connsiteY24" fmla="*/ 405271 h 3812255"/>
              <a:gd name="connsiteX25" fmla="*/ 6833474 w 6916538"/>
              <a:gd name="connsiteY25" fmla="*/ 659506 h 3812255"/>
              <a:gd name="connsiteX26" fmla="*/ 6757274 w 6916538"/>
              <a:gd name="connsiteY26" fmla="*/ 775729 h 3812255"/>
              <a:gd name="connsiteX27" fmla="*/ 6646851 w 6916538"/>
              <a:gd name="connsiteY27" fmla="*/ 797321 h 3812255"/>
              <a:gd name="connsiteX28" fmla="*/ 6433066 w 6916538"/>
              <a:gd name="connsiteY28" fmla="*/ 712560 h 3812255"/>
              <a:gd name="connsiteX29" fmla="*/ 6166724 w 6916538"/>
              <a:gd name="connsiteY29" fmla="*/ 398005 h 3812255"/>
              <a:gd name="connsiteX30" fmla="*/ 5929301 w 6916538"/>
              <a:gd name="connsiteY30" fmla="*/ 276774 h 3812255"/>
              <a:gd name="connsiteX31" fmla="*/ 5605451 w 6916538"/>
              <a:gd name="connsiteY31" fmla="*/ 257389 h 3812255"/>
              <a:gd name="connsiteX32" fmla="*/ 5423417 w 6916538"/>
              <a:gd name="connsiteY32" fmla="*/ 333589 h 3812255"/>
              <a:gd name="connsiteX33" fmla="*/ 5304884 w 6916538"/>
              <a:gd name="connsiteY33" fmla="*/ 452121 h 3812255"/>
              <a:gd name="connsiteX34" fmla="*/ 5093217 w 6916538"/>
              <a:gd name="connsiteY34" fmla="*/ 833121 h 3812255"/>
              <a:gd name="connsiteX35" fmla="*/ 4915417 w 6916538"/>
              <a:gd name="connsiteY35" fmla="*/ 985522 h 3812255"/>
              <a:gd name="connsiteX36" fmla="*/ 4503225 w 6916538"/>
              <a:gd name="connsiteY36" fmla="*/ 1018010 h 3812255"/>
              <a:gd name="connsiteX37" fmla="*/ 3834403 w 6916538"/>
              <a:gd name="connsiteY37" fmla="*/ 857442 h 3812255"/>
              <a:gd name="connsiteX38" fmla="*/ 3445592 w 6916538"/>
              <a:gd name="connsiteY38" fmla="*/ 831937 h 3812255"/>
              <a:gd name="connsiteX39" fmla="*/ 2777185 w 6916538"/>
              <a:gd name="connsiteY39" fmla="*/ 1324293 h 3812255"/>
              <a:gd name="connsiteX40" fmla="*/ 2098780 w 6916538"/>
              <a:gd name="connsiteY40" fmla="*/ 1975179 h 3812255"/>
              <a:gd name="connsiteX41" fmla="*/ 1351708 w 6916538"/>
              <a:gd name="connsiteY41" fmla="*/ 2775352 h 3812255"/>
              <a:gd name="connsiteX42" fmla="*/ 626339 w 6916538"/>
              <a:gd name="connsiteY42" fmla="*/ 3749596 h 3812255"/>
              <a:gd name="connsiteX43" fmla="*/ 105234 w 6916538"/>
              <a:gd name="connsiteY43" fmla="*/ 3750846 h 3812255"/>
              <a:gd name="connsiteX44" fmla="*/ 38248 w 6916538"/>
              <a:gd name="connsiteY44" fmla="*/ 2714723 h 3812255"/>
              <a:gd name="connsiteX45" fmla="*/ 51762 w 6916538"/>
              <a:gd name="connsiteY45" fmla="*/ 2383866 h 3812255"/>
              <a:gd name="connsiteX46" fmla="*/ 3992 w 6916538"/>
              <a:gd name="connsiteY46" fmla="*/ 1911636 h 3812255"/>
              <a:gd name="connsiteX0" fmla="*/ 47429 w 6882973"/>
              <a:gd name="connsiteY0" fmla="*/ 1911637 h 3812255"/>
              <a:gd name="connsiteX1" fmla="*/ 138904 w 6882973"/>
              <a:gd name="connsiteY1" fmla="*/ 1661238 h 3812255"/>
              <a:gd name="connsiteX2" fmla="*/ 139439 w 6882973"/>
              <a:gd name="connsiteY2" fmla="*/ 2802810 h 3812255"/>
              <a:gd name="connsiteX3" fmla="*/ 158685 w 6882973"/>
              <a:gd name="connsiteY3" fmla="*/ 3584555 h 3812255"/>
              <a:gd name="connsiteX4" fmla="*/ 620700 w 6882973"/>
              <a:gd name="connsiteY4" fmla="*/ 3573541 h 3812255"/>
              <a:gd name="connsiteX5" fmla="*/ 1121215 w 6882973"/>
              <a:gd name="connsiteY5" fmla="*/ 2846852 h 3812255"/>
              <a:gd name="connsiteX6" fmla="*/ 1939361 w 6882973"/>
              <a:gd name="connsiteY6" fmla="*/ 1955005 h 3812255"/>
              <a:gd name="connsiteX7" fmla="*/ 2575221 w 6882973"/>
              <a:gd name="connsiteY7" fmla="*/ 1341877 h 3812255"/>
              <a:gd name="connsiteX8" fmla="*/ 3420595 w 6882973"/>
              <a:gd name="connsiteY8" fmla="*/ 736610 h 3812255"/>
              <a:gd name="connsiteX9" fmla="*/ 4788719 w 6882973"/>
              <a:gd name="connsiteY9" fmla="*/ 909322 h 3812255"/>
              <a:gd name="connsiteX10" fmla="*/ 5288252 w 6882973"/>
              <a:gd name="connsiteY10" fmla="*/ 274322 h 3812255"/>
              <a:gd name="connsiteX11" fmla="*/ 5853403 w 6882973"/>
              <a:gd name="connsiteY11" fmla="*/ 172768 h 3812255"/>
              <a:gd name="connsiteX12" fmla="*/ 6283086 w 6882973"/>
              <a:gd name="connsiteY12" fmla="*/ 428302 h 3812255"/>
              <a:gd name="connsiteX13" fmla="*/ 6444308 w 6882973"/>
              <a:gd name="connsiteY13" fmla="*/ 623187 h 3812255"/>
              <a:gd name="connsiteX14" fmla="*/ 6596708 w 6882973"/>
              <a:gd name="connsiteY14" fmla="*/ 703089 h 3812255"/>
              <a:gd name="connsiteX15" fmla="*/ 6711008 w 6882973"/>
              <a:gd name="connsiteY15" fmla="*/ 674034 h 3812255"/>
              <a:gd name="connsiteX16" fmla="*/ 6740286 w 6882973"/>
              <a:gd name="connsiteY16" fmla="*/ 529995 h 3812255"/>
              <a:gd name="connsiteX17" fmla="*/ 6711009 w 6882973"/>
              <a:gd name="connsiteY17" fmla="*/ 390745 h 3812255"/>
              <a:gd name="connsiteX18" fmla="*/ 6641160 w 6882973"/>
              <a:gd name="connsiteY18" fmla="*/ 303578 h 3812255"/>
              <a:gd name="connsiteX19" fmla="*/ 6596710 w 6882973"/>
              <a:gd name="connsiteY19" fmla="*/ 194620 h 3812255"/>
              <a:gd name="connsiteX20" fmla="*/ 6577660 w 6882973"/>
              <a:gd name="connsiteY20" fmla="*/ 27550 h 3812255"/>
              <a:gd name="connsiteX21" fmla="*/ 6723709 w 6882973"/>
              <a:gd name="connsiteY21" fmla="*/ 13025 h 3812255"/>
              <a:gd name="connsiteX22" fmla="*/ 6875752 w 6882973"/>
              <a:gd name="connsiteY22" fmla="*/ 26287 h 3812255"/>
              <a:gd name="connsiteX23" fmla="*/ 6857060 w 6882973"/>
              <a:gd name="connsiteY23" fmla="*/ 252730 h 3812255"/>
              <a:gd name="connsiteX24" fmla="*/ 6812610 w 6882973"/>
              <a:gd name="connsiteY24" fmla="*/ 405271 h 3812255"/>
              <a:gd name="connsiteX25" fmla="*/ 6799909 w 6882973"/>
              <a:gd name="connsiteY25" fmla="*/ 659506 h 3812255"/>
              <a:gd name="connsiteX26" fmla="*/ 6723709 w 6882973"/>
              <a:gd name="connsiteY26" fmla="*/ 775729 h 3812255"/>
              <a:gd name="connsiteX27" fmla="*/ 6613286 w 6882973"/>
              <a:gd name="connsiteY27" fmla="*/ 797321 h 3812255"/>
              <a:gd name="connsiteX28" fmla="*/ 6399501 w 6882973"/>
              <a:gd name="connsiteY28" fmla="*/ 712560 h 3812255"/>
              <a:gd name="connsiteX29" fmla="*/ 6133159 w 6882973"/>
              <a:gd name="connsiteY29" fmla="*/ 398005 h 3812255"/>
              <a:gd name="connsiteX30" fmla="*/ 5895736 w 6882973"/>
              <a:gd name="connsiteY30" fmla="*/ 276774 h 3812255"/>
              <a:gd name="connsiteX31" fmla="*/ 5571886 w 6882973"/>
              <a:gd name="connsiteY31" fmla="*/ 257389 h 3812255"/>
              <a:gd name="connsiteX32" fmla="*/ 5389852 w 6882973"/>
              <a:gd name="connsiteY32" fmla="*/ 333589 h 3812255"/>
              <a:gd name="connsiteX33" fmla="*/ 5271319 w 6882973"/>
              <a:gd name="connsiteY33" fmla="*/ 452121 h 3812255"/>
              <a:gd name="connsiteX34" fmla="*/ 5059652 w 6882973"/>
              <a:gd name="connsiteY34" fmla="*/ 833121 h 3812255"/>
              <a:gd name="connsiteX35" fmla="*/ 4881852 w 6882973"/>
              <a:gd name="connsiteY35" fmla="*/ 985522 h 3812255"/>
              <a:gd name="connsiteX36" fmla="*/ 4469660 w 6882973"/>
              <a:gd name="connsiteY36" fmla="*/ 1018010 h 3812255"/>
              <a:gd name="connsiteX37" fmla="*/ 3800838 w 6882973"/>
              <a:gd name="connsiteY37" fmla="*/ 857442 h 3812255"/>
              <a:gd name="connsiteX38" fmla="*/ 3412027 w 6882973"/>
              <a:gd name="connsiteY38" fmla="*/ 831937 h 3812255"/>
              <a:gd name="connsiteX39" fmla="*/ 2743620 w 6882973"/>
              <a:gd name="connsiteY39" fmla="*/ 1324293 h 3812255"/>
              <a:gd name="connsiteX40" fmla="*/ 2065215 w 6882973"/>
              <a:gd name="connsiteY40" fmla="*/ 1975179 h 3812255"/>
              <a:gd name="connsiteX41" fmla="*/ 1318143 w 6882973"/>
              <a:gd name="connsiteY41" fmla="*/ 2775352 h 3812255"/>
              <a:gd name="connsiteX42" fmla="*/ 592774 w 6882973"/>
              <a:gd name="connsiteY42" fmla="*/ 3749596 h 3812255"/>
              <a:gd name="connsiteX43" fmla="*/ 71669 w 6882973"/>
              <a:gd name="connsiteY43" fmla="*/ 3750846 h 3812255"/>
              <a:gd name="connsiteX44" fmla="*/ 4683 w 6882973"/>
              <a:gd name="connsiteY44" fmla="*/ 2714723 h 3812255"/>
              <a:gd name="connsiteX45" fmla="*/ 18197 w 6882973"/>
              <a:gd name="connsiteY45" fmla="*/ 2383866 h 3812255"/>
              <a:gd name="connsiteX46" fmla="*/ 47429 w 6882973"/>
              <a:gd name="connsiteY46" fmla="*/ 1911637 h 3812255"/>
              <a:gd name="connsiteX0" fmla="*/ 47429 w 6882973"/>
              <a:gd name="connsiteY0" fmla="*/ 1911637 h 3812255"/>
              <a:gd name="connsiteX1" fmla="*/ 138904 w 6882973"/>
              <a:gd name="connsiteY1" fmla="*/ 1661238 h 3812255"/>
              <a:gd name="connsiteX2" fmla="*/ 139439 w 6882973"/>
              <a:gd name="connsiteY2" fmla="*/ 2802810 h 3812255"/>
              <a:gd name="connsiteX3" fmla="*/ 158685 w 6882973"/>
              <a:gd name="connsiteY3" fmla="*/ 3584555 h 3812255"/>
              <a:gd name="connsiteX4" fmla="*/ 620700 w 6882973"/>
              <a:gd name="connsiteY4" fmla="*/ 3573541 h 3812255"/>
              <a:gd name="connsiteX5" fmla="*/ 1121215 w 6882973"/>
              <a:gd name="connsiteY5" fmla="*/ 2846852 h 3812255"/>
              <a:gd name="connsiteX6" fmla="*/ 1939361 w 6882973"/>
              <a:gd name="connsiteY6" fmla="*/ 1955005 h 3812255"/>
              <a:gd name="connsiteX7" fmla="*/ 2575221 w 6882973"/>
              <a:gd name="connsiteY7" fmla="*/ 1341877 h 3812255"/>
              <a:gd name="connsiteX8" fmla="*/ 3420595 w 6882973"/>
              <a:gd name="connsiteY8" fmla="*/ 736610 h 3812255"/>
              <a:gd name="connsiteX9" fmla="*/ 4788719 w 6882973"/>
              <a:gd name="connsiteY9" fmla="*/ 909322 h 3812255"/>
              <a:gd name="connsiteX10" fmla="*/ 5288252 w 6882973"/>
              <a:gd name="connsiteY10" fmla="*/ 274322 h 3812255"/>
              <a:gd name="connsiteX11" fmla="*/ 5853403 w 6882973"/>
              <a:gd name="connsiteY11" fmla="*/ 172768 h 3812255"/>
              <a:gd name="connsiteX12" fmla="*/ 6283086 w 6882973"/>
              <a:gd name="connsiteY12" fmla="*/ 428302 h 3812255"/>
              <a:gd name="connsiteX13" fmla="*/ 6444308 w 6882973"/>
              <a:gd name="connsiteY13" fmla="*/ 623187 h 3812255"/>
              <a:gd name="connsiteX14" fmla="*/ 6596708 w 6882973"/>
              <a:gd name="connsiteY14" fmla="*/ 703089 h 3812255"/>
              <a:gd name="connsiteX15" fmla="*/ 6711008 w 6882973"/>
              <a:gd name="connsiteY15" fmla="*/ 674034 h 3812255"/>
              <a:gd name="connsiteX16" fmla="*/ 6740286 w 6882973"/>
              <a:gd name="connsiteY16" fmla="*/ 529995 h 3812255"/>
              <a:gd name="connsiteX17" fmla="*/ 6711009 w 6882973"/>
              <a:gd name="connsiteY17" fmla="*/ 390745 h 3812255"/>
              <a:gd name="connsiteX18" fmla="*/ 6641160 w 6882973"/>
              <a:gd name="connsiteY18" fmla="*/ 303578 h 3812255"/>
              <a:gd name="connsiteX19" fmla="*/ 6596710 w 6882973"/>
              <a:gd name="connsiteY19" fmla="*/ 194620 h 3812255"/>
              <a:gd name="connsiteX20" fmla="*/ 6577660 w 6882973"/>
              <a:gd name="connsiteY20" fmla="*/ 27550 h 3812255"/>
              <a:gd name="connsiteX21" fmla="*/ 6723709 w 6882973"/>
              <a:gd name="connsiteY21" fmla="*/ 13025 h 3812255"/>
              <a:gd name="connsiteX22" fmla="*/ 6875752 w 6882973"/>
              <a:gd name="connsiteY22" fmla="*/ 26287 h 3812255"/>
              <a:gd name="connsiteX23" fmla="*/ 6857060 w 6882973"/>
              <a:gd name="connsiteY23" fmla="*/ 252730 h 3812255"/>
              <a:gd name="connsiteX24" fmla="*/ 6812610 w 6882973"/>
              <a:gd name="connsiteY24" fmla="*/ 405271 h 3812255"/>
              <a:gd name="connsiteX25" fmla="*/ 6799909 w 6882973"/>
              <a:gd name="connsiteY25" fmla="*/ 659506 h 3812255"/>
              <a:gd name="connsiteX26" fmla="*/ 6723709 w 6882973"/>
              <a:gd name="connsiteY26" fmla="*/ 775729 h 3812255"/>
              <a:gd name="connsiteX27" fmla="*/ 6613286 w 6882973"/>
              <a:gd name="connsiteY27" fmla="*/ 797321 h 3812255"/>
              <a:gd name="connsiteX28" fmla="*/ 6399501 w 6882973"/>
              <a:gd name="connsiteY28" fmla="*/ 712560 h 3812255"/>
              <a:gd name="connsiteX29" fmla="*/ 6133159 w 6882973"/>
              <a:gd name="connsiteY29" fmla="*/ 398005 h 3812255"/>
              <a:gd name="connsiteX30" fmla="*/ 5895736 w 6882973"/>
              <a:gd name="connsiteY30" fmla="*/ 276774 h 3812255"/>
              <a:gd name="connsiteX31" fmla="*/ 5571886 w 6882973"/>
              <a:gd name="connsiteY31" fmla="*/ 257389 h 3812255"/>
              <a:gd name="connsiteX32" fmla="*/ 5389852 w 6882973"/>
              <a:gd name="connsiteY32" fmla="*/ 333589 h 3812255"/>
              <a:gd name="connsiteX33" fmla="*/ 5271319 w 6882973"/>
              <a:gd name="connsiteY33" fmla="*/ 452121 h 3812255"/>
              <a:gd name="connsiteX34" fmla="*/ 5059652 w 6882973"/>
              <a:gd name="connsiteY34" fmla="*/ 833121 h 3812255"/>
              <a:gd name="connsiteX35" fmla="*/ 4881852 w 6882973"/>
              <a:gd name="connsiteY35" fmla="*/ 985522 h 3812255"/>
              <a:gd name="connsiteX36" fmla="*/ 4469660 w 6882973"/>
              <a:gd name="connsiteY36" fmla="*/ 1018010 h 3812255"/>
              <a:gd name="connsiteX37" fmla="*/ 3800838 w 6882973"/>
              <a:gd name="connsiteY37" fmla="*/ 857442 h 3812255"/>
              <a:gd name="connsiteX38" fmla="*/ 3412027 w 6882973"/>
              <a:gd name="connsiteY38" fmla="*/ 831937 h 3812255"/>
              <a:gd name="connsiteX39" fmla="*/ 2743620 w 6882973"/>
              <a:gd name="connsiteY39" fmla="*/ 1324293 h 3812255"/>
              <a:gd name="connsiteX40" fmla="*/ 2065215 w 6882973"/>
              <a:gd name="connsiteY40" fmla="*/ 1975179 h 3812255"/>
              <a:gd name="connsiteX41" fmla="*/ 1318143 w 6882973"/>
              <a:gd name="connsiteY41" fmla="*/ 2775352 h 3812255"/>
              <a:gd name="connsiteX42" fmla="*/ 592774 w 6882973"/>
              <a:gd name="connsiteY42" fmla="*/ 3749596 h 3812255"/>
              <a:gd name="connsiteX43" fmla="*/ 71669 w 6882973"/>
              <a:gd name="connsiteY43" fmla="*/ 3750846 h 3812255"/>
              <a:gd name="connsiteX44" fmla="*/ 4683 w 6882973"/>
              <a:gd name="connsiteY44" fmla="*/ 2714723 h 3812255"/>
              <a:gd name="connsiteX45" fmla="*/ 18197 w 6882973"/>
              <a:gd name="connsiteY45" fmla="*/ 2383866 h 3812255"/>
              <a:gd name="connsiteX46" fmla="*/ 47429 w 6882973"/>
              <a:gd name="connsiteY46" fmla="*/ 1911637 h 3812255"/>
              <a:gd name="connsiteX0" fmla="*/ 47429 w 6882973"/>
              <a:gd name="connsiteY0" fmla="*/ 1911637 h 3812255"/>
              <a:gd name="connsiteX1" fmla="*/ 138904 w 6882973"/>
              <a:gd name="connsiteY1" fmla="*/ 1661238 h 3812255"/>
              <a:gd name="connsiteX2" fmla="*/ 139439 w 6882973"/>
              <a:gd name="connsiteY2" fmla="*/ 2802810 h 3812255"/>
              <a:gd name="connsiteX3" fmla="*/ 158685 w 6882973"/>
              <a:gd name="connsiteY3" fmla="*/ 3584555 h 3812255"/>
              <a:gd name="connsiteX4" fmla="*/ 620700 w 6882973"/>
              <a:gd name="connsiteY4" fmla="*/ 3573541 h 3812255"/>
              <a:gd name="connsiteX5" fmla="*/ 1121215 w 6882973"/>
              <a:gd name="connsiteY5" fmla="*/ 2846852 h 3812255"/>
              <a:gd name="connsiteX6" fmla="*/ 1939361 w 6882973"/>
              <a:gd name="connsiteY6" fmla="*/ 1955005 h 3812255"/>
              <a:gd name="connsiteX7" fmla="*/ 2575221 w 6882973"/>
              <a:gd name="connsiteY7" fmla="*/ 1341877 h 3812255"/>
              <a:gd name="connsiteX8" fmla="*/ 3420595 w 6882973"/>
              <a:gd name="connsiteY8" fmla="*/ 736610 h 3812255"/>
              <a:gd name="connsiteX9" fmla="*/ 4788719 w 6882973"/>
              <a:gd name="connsiteY9" fmla="*/ 909322 h 3812255"/>
              <a:gd name="connsiteX10" fmla="*/ 5288252 w 6882973"/>
              <a:gd name="connsiteY10" fmla="*/ 274322 h 3812255"/>
              <a:gd name="connsiteX11" fmla="*/ 5853403 w 6882973"/>
              <a:gd name="connsiteY11" fmla="*/ 172768 h 3812255"/>
              <a:gd name="connsiteX12" fmla="*/ 6283086 w 6882973"/>
              <a:gd name="connsiteY12" fmla="*/ 428302 h 3812255"/>
              <a:gd name="connsiteX13" fmla="*/ 6444308 w 6882973"/>
              <a:gd name="connsiteY13" fmla="*/ 623187 h 3812255"/>
              <a:gd name="connsiteX14" fmla="*/ 6596708 w 6882973"/>
              <a:gd name="connsiteY14" fmla="*/ 703089 h 3812255"/>
              <a:gd name="connsiteX15" fmla="*/ 6711008 w 6882973"/>
              <a:gd name="connsiteY15" fmla="*/ 674034 h 3812255"/>
              <a:gd name="connsiteX16" fmla="*/ 6740286 w 6882973"/>
              <a:gd name="connsiteY16" fmla="*/ 529995 h 3812255"/>
              <a:gd name="connsiteX17" fmla="*/ 6711009 w 6882973"/>
              <a:gd name="connsiteY17" fmla="*/ 390745 h 3812255"/>
              <a:gd name="connsiteX18" fmla="*/ 6641160 w 6882973"/>
              <a:gd name="connsiteY18" fmla="*/ 303578 h 3812255"/>
              <a:gd name="connsiteX19" fmla="*/ 6596710 w 6882973"/>
              <a:gd name="connsiteY19" fmla="*/ 194620 h 3812255"/>
              <a:gd name="connsiteX20" fmla="*/ 6577660 w 6882973"/>
              <a:gd name="connsiteY20" fmla="*/ 27550 h 3812255"/>
              <a:gd name="connsiteX21" fmla="*/ 6723709 w 6882973"/>
              <a:gd name="connsiteY21" fmla="*/ 13025 h 3812255"/>
              <a:gd name="connsiteX22" fmla="*/ 6875752 w 6882973"/>
              <a:gd name="connsiteY22" fmla="*/ 26287 h 3812255"/>
              <a:gd name="connsiteX23" fmla="*/ 6857060 w 6882973"/>
              <a:gd name="connsiteY23" fmla="*/ 252730 h 3812255"/>
              <a:gd name="connsiteX24" fmla="*/ 6812610 w 6882973"/>
              <a:gd name="connsiteY24" fmla="*/ 405271 h 3812255"/>
              <a:gd name="connsiteX25" fmla="*/ 6799909 w 6882973"/>
              <a:gd name="connsiteY25" fmla="*/ 659506 h 3812255"/>
              <a:gd name="connsiteX26" fmla="*/ 6723709 w 6882973"/>
              <a:gd name="connsiteY26" fmla="*/ 775729 h 3812255"/>
              <a:gd name="connsiteX27" fmla="*/ 6613286 w 6882973"/>
              <a:gd name="connsiteY27" fmla="*/ 797321 h 3812255"/>
              <a:gd name="connsiteX28" fmla="*/ 6399501 w 6882973"/>
              <a:gd name="connsiteY28" fmla="*/ 712560 h 3812255"/>
              <a:gd name="connsiteX29" fmla="*/ 6133159 w 6882973"/>
              <a:gd name="connsiteY29" fmla="*/ 398005 h 3812255"/>
              <a:gd name="connsiteX30" fmla="*/ 5895736 w 6882973"/>
              <a:gd name="connsiteY30" fmla="*/ 276774 h 3812255"/>
              <a:gd name="connsiteX31" fmla="*/ 5571886 w 6882973"/>
              <a:gd name="connsiteY31" fmla="*/ 257389 h 3812255"/>
              <a:gd name="connsiteX32" fmla="*/ 5389852 w 6882973"/>
              <a:gd name="connsiteY32" fmla="*/ 333589 h 3812255"/>
              <a:gd name="connsiteX33" fmla="*/ 5271319 w 6882973"/>
              <a:gd name="connsiteY33" fmla="*/ 452121 h 3812255"/>
              <a:gd name="connsiteX34" fmla="*/ 5059652 w 6882973"/>
              <a:gd name="connsiteY34" fmla="*/ 833121 h 3812255"/>
              <a:gd name="connsiteX35" fmla="*/ 4881852 w 6882973"/>
              <a:gd name="connsiteY35" fmla="*/ 985522 h 3812255"/>
              <a:gd name="connsiteX36" fmla="*/ 4469660 w 6882973"/>
              <a:gd name="connsiteY36" fmla="*/ 1018010 h 3812255"/>
              <a:gd name="connsiteX37" fmla="*/ 3800838 w 6882973"/>
              <a:gd name="connsiteY37" fmla="*/ 857442 h 3812255"/>
              <a:gd name="connsiteX38" fmla="*/ 3412027 w 6882973"/>
              <a:gd name="connsiteY38" fmla="*/ 831937 h 3812255"/>
              <a:gd name="connsiteX39" fmla="*/ 2743620 w 6882973"/>
              <a:gd name="connsiteY39" fmla="*/ 1324293 h 3812255"/>
              <a:gd name="connsiteX40" fmla="*/ 2065215 w 6882973"/>
              <a:gd name="connsiteY40" fmla="*/ 1975179 h 3812255"/>
              <a:gd name="connsiteX41" fmla="*/ 1318143 w 6882973"/>
              <a:gd name="connsiteY41" fmla="*/ 2775352 h 3812255"/>
              <a:gd name="connsiteX42" fmla="*/ 592774 w 6882973"/>
              <a:gd name="connsiteY42" fmla="*/ 3749596 h 3812255"/>
              <a:gd name="connsiteX43" fmla="*/ 71669 w 6882973"/>
              <a:gd name="connsiteY43" fmla="*/ 3750846 h 3812255"/>
              <a:gd name="connsiteX44" fmla="*/ 4683 w 6882973"/>
              <a:gd name="connsiteY44" fmla="*/ 2714723 h 3812255"/>
              <a:gd name="connsiteX45" fmla="*/ 18197 w 6882973"/>
              <a:gd name="connsiteY45" fmla="*/ 2383866 h 3812255"/>
              <a:gd name="connsiteX46" fmla="*/ 47429 w 6882973"/>
              <a:gd name="connsiteY46" fmla="*/ 1911637 h 3812255"/>
              <a:gd name="connsiteX0" fmla="*/ 22899 w 6896944"/>
              <a:gd name="connsiteY0" fmla="*/ 1856584 h 3812255"/>
              <a:gd name="connsiteX1" fmla="*/ 152875 w 6896944"/>
              <a:gd name="connsiteY1" fmla="*/ 1661238 h 3812255"/>
              <a:gd name="connsiteX2" fmla="*/ 153410 w 6896944"/>
              <a:gd name="connsiteY2" fmla="*/ 2802810 h 3812255"/>
              <a:gd name="connsiteX3" fmla="*/ 172656 w 6896944"/>
              <a:gd name="connsiteY3" fmla="*/ 3584555 h 3812255"/>
              <a:gd name="connsiteX4" fmla="*/ 634671 w 6896944"/>
              <a:gd name="connsiteY4" fmla="*/ 3573541 h 3812255"/>
              <a:gd name="connsiteX5" fmla="*/ 1135186 w 6896944"/>
              <a:gd name="connsiteY5" fmla="*/ 2846852 h 3812255"/>
              <a:gd name="connsiteX6" fmla="*/ 1953332 w 6896944"/>
              <a:gd name="connsiteY6" fmla="*/ 1955005 h 3812255"/>
              <a:gd name="connsiteX7" fmla="*/ 2589192 w 6896944"/>
              <a:gd name="connsiteY7" fmla="*/ 1341877 h 3812255"/>
              <a:gd name="connsiteX8" fmla="*/ 3434566 w 6896944"/>
              <a:gd name="connsiteY8" fmla="*/ 736610 h 3812255"/>
              <a:gd name="connsiteX9" fmla="*/ 4802690 w 6896944"/>
              <a:gd name="connsiteY9" fmla="*/ 909322 h 3812255"/>
              <a:gd name="connsiteX10" fmla="*/ 5302223 w 6896944"/>
              <a:gd name="connsiteY10" fmla="*/ 274322 h 3812255"/>
              <a:gd name="connsiteX11" fmla="*/ 5867374 w 6896944"/>
              <a:gd name="connsiteY11" fmla="*/ 172768 h 3812255"/>
              <a:gd name="connsiteX12" fmla="*/ 6297057 w 6896944"/>
              <a:gd name="connsiteY12" fmla="*/ 428302 h 3812255"/>
              <a:gd name="connsiteX13" fmla="*/ 6458279 w 6896944"/>
              <a:gd name="connsiteY13" fmla="*/ 623187 h 3812255"/>
              <a:gd name="connsiteX14" fmla="*/ 6610679 w 6896944"/>
              <a:gd name="connsiteY14" fmla="*/ 703089 h 3812255"/>
              <a:gd name="connsiteX15" fmla="*/ 6724979 w 6896944"/>
              <a:gd name="connsiteY15" fmla="*/ 674034 h 3812255"/>
              <a:gd name="connsiteX16" fmla="*/ 6754257 w 6896944"/>
              <a:gd name="connsiteY16" fmla="*/ 529995 h 3812255"/>
              <a:gd name="connsiteX17" fmla="*/ 6724980 w 6896944"/>
              <a:gd name="connsiteY17" fmla="*/ 390745 h 3812255"/>
              <a:gd name="connsiteX18" fmla="*/ 6655131 w 6896944"/>
              <a:gd name="connsiteY18" fmla="*/ 303578 h 3812255"/>
              <a:gd name="connsiteX19" fmla="*/ 6610681 w 6896944"/>
              <a:gd name="connsiteY19" fmla="*/ 194620 h 3812255"/>
              <a:gd name="connsiteX20" fmla="*/ 6591631 w 6896944"/>
              <a:gd name="connsiteY20" fmla="*/ 27550 h 3812255"/>
              <a:gd name="connsiteX21" fmla="*/ 6737680 w 6896944"/>
              <a:gd name="connsiteY21" fmla="*/ 13025 h 3812255"/>
              <a:gd name="connsiteX22" fmla="*/ 6889723 w 6896944"/>
              <a:gd name="connsiteY22" fmla="*/ 26287 h 3812255"/>
              <a:gd name="connsiteX23" fmla="*/ 6871031 w 6896944"/>
              <a:gd name="connsiteY23" fmla="*/ 252730 h 3812255"/>
              <a:gd name="connsiteX24" fmla="*/ 6826581 w 6896944"/>
              <a:gd name="connsiteY24" fmla="*/ 405271 h 3812255"/>
              <a:gd name="connsiteX25" fmla="*/ 6813880 w 6896944"/>
              <a:gd name="connsiteY25" fmla="*/ 659506 h 3812255"/>
              <a:gd name="connsiteX26" fmla="*/ 6737680 w 6896944"/>
              <a:gd name="connsiteY26" fmla="*/ 775729 h 3812255"/>
              <a:gd name="connsiteX27" fmla="*/ 6627257 w 6896944"/>
              <a:gd name="connsiteY27" fmla="*/ 797321 h 3812255"/>
              <a:gd name="connsiteX28" fmla="*/ 6413472 w 6896944"/>
              <a:gd name="connsiteY28" fmla="*/ 712560 h 3812255"/>
              <a:gd name="connsiteX29" fmla="*/ 6147130 w 6896944"/>
              <a:gd name="connsiteY29" fmla="*/ 398005 h 3812255"/>
              <a:gd name="connsiteX30" fmla="*/ 5909707 w 6896944"/>
              <a:gd name="connsiteY30" fmla="*/ 276774 h 3812255"/>
              <a:gd name="connsiteX31" fmla="*/ 5585857 w 6896944"/>
              <a:gd name="connsiteY31" fmla="*/ 257389 h 3812255"/>
              <a:gd name="connsiteX32" fmla="*/ 5403823 w 6896944"/>
              <a:gd name="connsiteY32" fmla="*/ 333589 h 3812255"/>
              <a:gd name="connsiteX33" fmla="*/ 5285290 w 6896944"/>
              <a:gd name="connsiteY33" fmla="*/ 452121 h 3812255"/>
              <a:gd name="connsiteX34" fmla="*/ 5073623 w 6896944"/>
              <a:gd name="connsiteY34" fmla="*/ 833121 h 3812255"/>
              <a:gd name="connsiteX35" fmla="*/ 4895823 w 6896944"/>
              <a:gd name="connsiteY35" fmla="*/ 985522 h 3812255"/>
              <a:gd name="connsiteX36" fmla="*/ 4483631 w 6896944"/>
              <a:gd name="connsiteY36" fmla="*/ 1018010 h 3812255"/>
              <a:gd name="connsiteX37" fmla="*/ 3814809 w 6896944"/>
              <a:gd name="connsiteY37" fmla="*/ 857442 h 3812255"/>
              <a:gd name="connsiteX38" fmla="*/ 3425998 w 6896944"/>
              <a:gd name="connsiteY38" fmla="*/ 831937 h 3812255"/>
              <a:gd name="connsiteX39" fmla="*/ 2757591 w 6896944"/>
              <a:gd name="connsiteY39" fmla="*/ 1324293 h 3812255"/>
              <a:gd name="connsiteX40" fmla="*/ 2079186 w 6896944"/>
              <a:gd name="connsiteY40" fmla="*/ 1975179 h 3812255"/>
              <a:gd name="connsiteX41" fmla="*/ 1332114 w 6896944"/>
              <a:gd name="connsiteY41" fmla="*/ 2775352 h 3812255"/>
              <a:gd name="connsiteX42" fmla="*/ 606745 w 6896944"/>
              <a:gd name="connsiteY42" fmla="*/ 3749596 h 3812255"/>
              <a:gd name="connsiteX43" fmla="*/ 85640 w 6896944"/>
              <a:gd name="connsiteY43" fmla="*/ 3750846 h 3812255"/>
              <a:gd name="connsiteX44" fmla="*/ 18654 w 6896944"/>
              <a:gd name="connsiteY44" fmla="*/ 2714723 h 3812255"/>
              <a:gd name="connsiteX45" fmla="*/ 32168 w 6896944"/>
              <a:gd name="connsiteY45" fmla="*/ 2383866 h 3812255"/>
              <a:gd name="connsiteX46" fmla="*/ 22899 w 6896944"/>
              <a:gd name="connsiteY46" fmla="*/ 1856584 h 3812255"/>
              <a:gd name="connsiteX0" fmla="*/ 19773 w 6893818"/>
              <a:gd name="connsiteY0" fmla="*/ 1856584 h 3812255"/>
              <a:gd name="connsiteX1" fmla="*/ 149749 w 6893818"/>
              <a:gd name="connsiteY1" fmla="*/ 1661238 h 3812255"/>
              <a:gd name="connsiteX2" fmla="*/ 150284 w 6893818"/>
              <a:gd name="connsiteY2" fmla="*/ 2802810 h 3812255"/>
              <a:gd name="connsiteX3" fmla="*/ 169530 w 6893818"/>
              <a:gd name="connsiteY3" fmla="*/ 3584555 h 3812255"/>
              <a:gd name="connsiteX4" fmla="*/ 631545 w 6893818"/>
              <a:gd name="connsiteY4" fmla="*/ 3573541 h 3812255"/>
              <a:gd name="connsiteX5" fmla="*/ 1132060 w 6893818"/>
              <a:gd name="connsiteY5" fmla="*/ 2846852 h 3812255"/>
              <a:gd name="connsiteX6" fmla="*/ 1950206 w 6893818"/>
              <a:gd name="connsiteY6" fmla="*/ 1955005 h 3812255"/>
              <a:gd name="connsiteX7" fmla="*/ 2586066 w 6893818"/>
              <a:gd name="connsiteY7" fmla="*/ 1341877 h 3812255"/>
              <a:gd name="connsiteX8" fmla="*/ 3431440 w 6893818"/>
              <a:gd name="connsiteY8" fmla="*/ 736610 h 3812255"/>
              <a:gd name="connsiteX9" fmla="*/ 4799564 w 6893818"/>
              <a:gd name="connsiteY9" fmla="*/ 909322 h 3812255"/>
              <a:gd name="connsiteX10" fmla="*/ 5299097 w 6893818"/>
              <a:gd name="connsiteY10" fmla="*/ 274322 h 3812255"/>
              <a:gd name="connsiteX11" fmla="*/ 5864248 w 6893818"/>
              <a:gd name="connsiteY11" fmla="*/ 172768 h 3812255"/>
              <a:gd name="connsiteX12" fmla="*/ 6293931 w 6893818"/>
              <a:gd name="connsiteY12" fmla="*/ 428302 h 3812255"/>
              <a:gd name="connsiteX13" fmla="*/ 6455153 w 6893818"/>
              <a:gd name="connsiteY13" fmla="*/ 623187 h 3812255"/>
              <a:gd name="connsiteX14" fmla="*/ 6607553 w 6893818"/>
              <a:gd name="connsiteY14" fmla="*/ 703089 h 3812255"/>
              <a:gd name="connsiteX15" fmla="*/ 6721853 w 6893818"/>
              <a:gd name="connsiteY15" fmla="*/ 674034 h 3812255"/>
              <a:gd name="connsiteX16" fmla="*/ 6751131 w 6893818"/>
              <a:gd name="connsiteY16" fmla="*/ 529995 h 3812255"/>
              <a:gd name="connsiteX17" fmla="*/ 6721854 w 6893818"/>
              <a:gd name="connsiteY17" fmla="*/ 390745 h 3812255"/>
              <a:gd name="connsiteX18" fmla="*/ 6652005 w 6893818"/>
              <a:gd name="connsiteY18" fmla="*/ 303578 h 3812255"/>
              <a:gd name="connsiteX19" fmla="*/ 6607555 w 6893818"/>
              <a:gd name="connsiteY19" fmla="*/ 194620 h 3812255"/>
              <a:gd name="connsiteX20" fmla="*/ 6588505 w 6893818"/>
              <a:gd name="connsiteY20" fmla="*/ 27550 h 3812255"/>
              <a:gd name="connsiteX21" fmla="*/ 6734554 w 6893818"/>
              <a:gd name="connsiteY21" fmla="*/ 13025 h 3812255"/>
              <a:gd name="connsiteX22" fmla="*/ 6886597 w 6893818"/>
              <a:gd name="connsiteY22" fmla="*/ 26287 h 3812255"/>
              <a:gd name="connsiteX23" fmla="*/ 6867905 w 6893818"/>
              <a:gd name="connsiteY23" fmla="*/ 252730 h 3812255"/>
              <a:gd name="connsiteX24" fmla="*/ 6823455 w 6893818"/>
              <a:gd name="connsiteY24" fmla="*/ 405271 h 3812255"/>
              <a:gd name="connsiteX25" fmla="*/ 6810754 w 6893818"/>
              <a:gd name="connsiteY25" fmla="*/ 659506 h 3812255"/>
              <a:gd name="connsiteX26" fmla="*/ 6734554 w 6893818"/>
              <a:gd name="connsiteY26" fmla="*/ 775729 h 3812255"/>
              <a:gd name="connsiteX27" fmla="*/ 6624131 w 6893818"/>
              <a:gd name="connsiteY27" fmla="*/ 797321 h 3812255"/>
              <a:gd name="connsiteX28" fmla="*/ 6410346 w 6893818"/>
              <a:gd name="connsiteY28" fmla="*/ 712560 h 3812255"/>
              <a:gd name="connsiteX29" fmla="*/ 6144004 w 6893818"/>
              <a:gd name="connsiteY29" fmla="*/ 398005 h 3812255"/>
              <a:gd name="connsiteX30" fmla="*/ 5906581 w 6893818"/>
              <a:gd name="connsiteY30" fmla="*/ 276774 h 3812255"/>
              <a:gd name="connsiteX31" fmla="*/ 5582731 w 6893818"/>
              <a:gd name="connsiteY31" fmla="*/ 257389 h 3812255"/>
              <a:gd name="connsiteX32" fmla="*/ 5400697 w 6893818"/>
              <a:gd name="connsiteY32" fmla="*/ 333589 h 3812255"/>
              <a:gd name="connsiteX33" fmla="*/ 5282164 w 6893818"/>
              <a:gd name="connsiteY33" fmla="*/ 452121 h 3812255"/>
              <a:gd name="connsiteX34" fmla="*/ 5070497 w 6893818"/>
              <a:gd name="connsiteY34" fmla="*/ 833121 h 3812255"/>
              <a:gd name="connsiteX35" fmla="*/ 4892697 w 6893818"/>
              <a:gd name="connsiteY35" fmla="*/ 985522 h 3812255"/>
              <a:gd name="connsiteX36" fmla="*/ 4480505 w 6893818"/>
              <a:gd name="connsiteY36" fmla="*/ 1018010 h 3812255"/>
              <a:gd name="connsiteX37" fmla="*/ 3811683 w 6893818"/>
              <a:gd name="connsiteY37" fmla="*/ 857442 h 3812255"/>
              <a:gd name="connsiteX38" fmla="*/ 3422872 w 6893818"/>
              <a:gd name="connsiteY38" fmla="*/ 831937 h 3812255"/>
              <a:gd name="connsiteX39" fmla="*/ 2754465 w 6893818"/>
              <a:gd name="connsiteY39" fmla="*/ 1324293 h 3812255"/>
              <a:gd name="connsiteX40" fmla="*/ 2076060 w 6893818"/>
              <a:gd name="connsiteY40" fmla="*/ 1975179 h 3812255"/>
              <a:gd name="connsiteX41" fmla="*/ 1328988 w 6893818"/>
              <a:gd name="connsiteY41" fmla="*/ 2775352 h 3812255"/>
              <a:gd name="connsiteX42" fmla="*/ 603619 w 6893818"/>
              <a:gd name="connsiteY42" fmla="*/ 3749596 h 3812255"/>
              <a:gd name="connsiteX43" fmla="*/ 82514 w 6893818"/>
              <a:gd name="connsiteY43" fmla="*/ 3750846 h 3812255"/>
              <a:gd name="connsiteX44" fmla="*/ 15528 w 6893818"/>
              <a:gd name="connsiteY44" fmla="*/ 2714723 h 3812255"/>
              <a:gd name="connsiteX45" fmla="*/ 166 w 6893818"/>
              <a:gd name="connsiteY45" fmla="*/ 2383866 h 3812255"/>
              <a:gd name="connsiteX46" fmla="*/ 19773 w 6893818"/>
              <a:gd name="connsiteY46" fmla="*/ 1856584 h 3812255"/>
              <a:gd name="connsiteX0" fmla="*/ 19292 w 6893337"/>
              <a:gd name="connsiteY0" fmla="*/ 1856584 h 3812255"/>
              <a:gd name="connsiteX1" fmla="*/ 149268 w 6893337"/>
              <a:gd name="connsiteY1" fmla="*/ 1661238 h 3812255"/>
              <a:gd name="connsiteX2" fmla="*/ 149803 w 6893337"/>
              <a:gd name="connsiteY2" fmla="*/ 2802810 h 3812255"/>
              <a:gd name="connsiteX3" fmla="*/ 169049 w 6893337"/>
              <a:gd name="connsiteY3" fmla="*/ 3584555 h 3812255"/>
              <a:gd name="connsiteX4" fmla="*/ 631064 w 6893337"/>
              <a:gd name="connsiteY4" fmla="*/ 3573541 h 3812255"/>
              <a:gd name="connsiteX5" fmla="*/ 1131579 w 6893337"/>
              <a:gd name="connsiteY5" fmla="*/ 2846852 h 3812255"/>
              <a:gd name="connsiteX6" fmla="*/ 1949725 w 6893337"/>
              <a:gd name="connsiteY6" fmla="*/ 1955005 h 3812255"/>
              <a:gd name="connsiteX7" fmla="*/ 2585585 w 6893337"/>
              <a:gd name="connsiteY7" fmla="*/ 1341877 h 3812255"/>
              <a:gd name="connsiteX8" fmla="*/ 3430959 w 6893337"/>
              <a:gd name="connsiteY8" fmla="*/ 736610 h 3812255"/>
              <a:gd name="connsiteX9" fmla="*/ 4799083 w 6893337"/>
              <a:gd name="connsiteY9" fmla="*/ 909322 h 3812255"/>
              <a:gd name="connsiteX10" fmla="*/ 5298616 w 6893337"/>
              <a:gd name="connsiteY10" fmla="*/ 274322 h 3812255"/>
              <a:gd name="connsiteX11" fmla="*/ 5863767 w 6893337"/>
              <a:gd name="connsiteY11" fmla="*/ 172768 h 3812255"/>
              <a:gd name="connsiteX12" fmla="*/ 6293450 w 6893337"/>
              <a:gd name="connsiteY12" fmla="*/ 428302 h 3812255"/>
              <a:gd name="connsiteX13" fmla="*/ 6454672 w 6893337"/>
              <a:gd name="connsiteY13" fmla="*/ 623187 h 3812255"/>
              <a:gd name="connsiteX14" fmla="*/ 6607072 w 6893337"/>
              <a:gd name="connsiteY14" fmla="*/ 703089 h 3812255"/>
              <a:gd name="connsiteX15" fmla="*/ 6721372 w 6893337"/>
              <a:gd name="connsiteY15" fmla="*/ 674034 h 3812255"/>
              <a:gd name="connsiteX16" fmla="*/ 6750650 w 6893337"/>
              <a:gd name="connsiteY16" fmla="*/ 529995 h 3812255"/>
              <a:gd name="connsiteX17" fmla="*/ 6721373 w 6893337"/>
              <a:gd name="connsiteY17" fmla="*/ 390745 h 3812255"/>
              <a:gd name="connsiteX18" fmla="*/ 6651524 w 6893337"/>
              <a:gd name="connsiteY18" fmla="*/ 303578 h 3812255"/>
              <a:gd name="connsiteX19" fmla="*/ 6607074 w 6893337"/>
              <a:gd name="connsiteY19" fmla="*/ 194620 h 3812255"/>
              <a:gd name="connsiteX20" fmla="*/ 6588024 w 6893337"/>
              <a:gd name="connsiteY20" fmla="*/ 27550 h 3812255"/>
              <a:gd name="connsiteX21" fmla="*/ 6734073 w 6893337"/>
              <a:gd name="connsiteY21" fmla="*/ 13025 h 3812255"/>
              <a:gd name="connsiteX22" fmla="*/ 6886116 w 6893337"/>
              <a:gd name="connsiteY22" fmla="*/ 26287 h 3812255"/>
              <a:gd name="connsiteX23" fmla="*/ 6867424 w 6893337"/>
              <a:gd name="connsiteY23" fmla="*/ 252730 h 3812255"/>
              <a:gd name="connsiteX24" fmla="*/ 6822974 w 6893337"/>
              <a:gd name="connsiteY24" fmla="*/ 405271 h 3812255"/>
              <a:gd name="connsiteX25" fmla="*/ 6810273 w 6893337"/>
              <a:gd name="connsiteY25" fmla="*/ 659506 h 3812255"/>
              <a:gd name="connsiteX26" fmla="*/ 6734073 w 6893337"/>
              <a:gd name="connsiteY26" fmla="*/ 775729 h 3812255"/>
              <a:gd name="connsiteX27" fmla="*/ 6623650 w 6893337"/>
              <a:gd name="connsiteY27" fmla="*/ 797321 h 3812255"/>
              <a:gd name="connsiteX28" fmla="*/ 6409865 w 6893337"/>
              <a:gd name="connsiteY28" fmla="*/ 712560 h 3812255"/>
              <a:gd name="connsiteX29" fmla="*/ 6143523 w 6893337"/>
              <a:gd name="connsiteY29" fmla="*/ 398005 h 3812255"/>
              <a:gd name="connsiteX30" fmla="*/ 5906100 w 6893337"/>
              <a:gd name="connsiteY30" fmla="*/ 276774 h 3812255"/>
              <a:gd name="connsiteX31" fmla="*/ 5582250 w 6893337"/>
              <a:gd name="connsiteY31" fmla="*/ 257389 h 3812255"/>
              <a:gd name="connsiteX32" fmla="*/ 5400216 w 6893337"/>
              <a:gd name="connsiteY32" fmla="*/ 333589 h 3812255"/>
              <a:gd name="connsiteX33" fmla="*/ 5281683 w 6893337"/>
              <a:gd name="connsiteY33" fmla="*/ 452121 h 3812255"/>
              <a:gd name="connsiteX34" fmla="*/ 5070016 w 6893337"/>
              <a:gd name="connsiteY34" fmla="*/ 833121 h 3812255"/>
              <a:gd name="connsiteX35" fmla="*/ 4892216 w 6893337"/>
              <a:gd name="connsiteY35" fmla="*/ 985522 h 3812255"/>
              <a:gd name="connsiteX36" fmla="*/ 4480024 w 6893337"/>
              <a:gd name="connsiteY36" fmla="*/ 1018010 h 3812255"/>
              <a:gd name="connsiteX37" fmla="*/ 3811202 w 6893337"/>
              <a:gd name="connsiteY37" fmla="*/ 857442 h 3812255"/>
              <a:gd name="connsiteX38" fmla="*/ 3422391 w 6893337"/>
              <a:gd name="connsiteY38" fmla="*/ 831937 h 3812255"/>
              <a:gd name="connsiteX39" fmla="*/ 2753984 w 6893337"/>
              <a:gd name="connsiteY39" fmla="*/ 1324293 h 3812255"/>
              <a:gd name="connsiteX40" fmla="*/ 2075579 w 6893337"/>
              <a:gd name="connsiteY40" fmla="*/ 1975179 h 3812255"/>
              <a:gd name="connsiteX41" fmla="*/ 1328507 w 6893337"/>
              <a:gd name="connsiteY41" fmla="*/ 2775352 h 3812255"/>
              <a:gd name="connsiteX42" fmla="*/ 603138 w 6893337"/>
              <a:gd name="connsiteY42" fmla="*/ 3749596 h 3812255"/>
              <a:gd name="connsiteX43" fmla="*/ 82033 w 6893337"/>
              <a:gd name="connsiteY43" fmla="*/ 3750846 h 3812255"/>
              <a:gd name="connsiteX44" fmla="*/ 15047 w 6893337"/>
              <a:gd name="connsiteY44" fmla="*/ 2714723 h 3812255"/>
              <a:gd name="connsiteX45" fmla="*/ 28561 w 6893337"/>
              <a:gd name="connsiteY45" fmla="*/ 2383866 h 3812255"/>
              <a:gd name="connsiteX46" fmla="*/ 19292 w 6893337"/>
              <a:gd name="connsiteY46" fmla="*/ 1856584 h 3812255"/>
              <a:gd name="connsiteX0" fmla="*/ 47429 w 6882973"/>
              <a:gd name="connsiteY0" fmla="*/ 1900625 h 3812255"/>
              <a:gd name="connsiteX1" fmla="*/ 138904 w 6882973"/>
              <a:gd name="connsiteY1" fmla="*/ 1661238 h 3812255"/>
              <a:gd name="connsiteX2" fmla="*/ 139439 w 6882973"/>
              <a:gd name="connsiteY2" fmla="*/ 2802810 h 3812255"/>
              <a:gd name="connsiteX3" fmla="*/ 158685 w 6882973"/>
              <a:gd name="connsiteY3" fmla="*/ 3584555 h 3812255"/>
              <a:gd name="connsiteX4" fmla="*/ 620700 w 6882973"/>
              <a:gd name="connsiteY4" fmla="*/ 3573541 h 3812255"/>
              <a:gd name="connsiteX5" fmla="*/ 1121215 w 6882973"/>
              <a:gd name="connsiteY5" fmla="*/ 2846852 h 3812255"/>
              <a:gd name="connsiteX6" fmla="*/ 1939361 w 6882973"/>
              <a:gd name="connsiteY6" fmla="*/ 1955005 h 3812255"/>
              <a:gd name="connsiteX7" fmla="*/ 2575221 w 6882973"/>
              <a:gd name="connsiteY7" fmla="*/ 1341877 h 3812255"/>
              <a:gd name="connsiteX8" fmla="*/ 3420595 w 6882973"/>
              <a:gd name="connsiteY8" fmla="*/ 736610 h 3812255"/>
              <a:gd name="connsiteX9" fmla="*/ 4788719 w 6882973"/>
              <a:gd name="connsiteY9" fmla="*/ 909322 h 3812255"/>
              <a:gd name="connsiteX10" fmla="*/ 5288252 w 6882973"/>
              <a:gd name="connsiteY10" fmla="*/ 274322 h 3812255"/>
              <a:gd name="connsiteX11" fmla="*/ 5853403 w 6882973"/>
              <a:gd name="connsiteY11" fmla="*/ 172768 h 3812255"/>
              <a:gd name="connsiteX12" fmla="*/ 6283086 w 6882973"/>
              <a:gd name="connsiteY12" fmla="*/ 428302 h 3812255"/>
              <a:gd name="connsiteX13" fmla="*/ 6444308 w 6882973"/>
              <a:gd name="connsiteY13" fmla="*/ 623187 h 3812255"/>
              <a:gd name="connsiteX14" fmla="*/ 6596708 w 6882973"/>
              <a:gd name="connsiteY14" fmla="*/ 703089 h 3812255"/>
              <a:gd name="connsiteX15" fmla="*/ 6711008 w 6882973"/>
              <a:gd name="connsiteY15" fmla="*/ 674034 h 3812255"/>
              <a:gd name="connsiteX16" fmla="*/ 6740286 w 6882973"/>
              <a:gd name="connsiteY16" fmla="*/ 529995 h 3812255"/>
              <a:gd name="connsiteX17" fmla="*/ 6711009 w 6882973"/>
              <a:gd name="connsiteY17" fmla="*/ 390745 h 3812255"/>
              <a:gd name="connsiteX18" fmla="*/ 6641160 w 6882973"/>
              <a:gd name="connsiteY18" fmla="*/ 303578 h 3812255"/>
              <a:gd name="connsiteX19" fmla="*/ 6596710 w 6882973"/>
              <a:gd name="connsiteY19" fmla="*/ 194620 h 3812255"/>
              <a:gd name="connsiteX20" fmla="*/ 6577660 w 6882973"/>
              <a:gd name="connsiteY20" fmla="*/ 27550 h 3812255"/>
              <a:gd name="connsiteX21" fmla="*/ 6723709 w 6882973"/>
              <a:gd name="connsiteY21" fmla="*/ 13025 h 3812255"/>
              <a:gd name="connsiteX22" fmla="*/ 6875752 w 6882973"/>
              <a:gd name="connsiteY22" fmla="*/ 26287 h 3812255"/>
              <a:gd name="connsiteX23" fmla="*/ 6857060 w 6882973"/>
              <a:gd name="connsiteY23" fmla="*/ 252730 h 3812255"/>
              <a:gd name="connsiteX24" fmla="*/ 6812610 w 6882973"/>
              <a:gd name="connsiteY24" fmla="*/ 405271 h 3812255"/>
              <a:gd name="connsiteX25" fmla="*/ 6799909 w 6882973"/>
              <a:gd name="connsiteY25" fmla="*/ 659506 h 3812255"/>
              <a:gd name="connsiteX26" fmla="*/ 6723709 w 6882973"/>
              <a:gd name="connsiteY26" fmla="*/ 775729 h 3812255"/>
              <a:gd name="connsiteX27" fmla="*/ 6613286 w 6882973"/>
              <a:gd name="connsiteY27" fmla="*/ 797321 h 3812255"/>
              <a:gd name="connsiteX28" fmla="*/ 6399501 w 6882973"/>
              <a:gd name="connsiteY28" fmla="*/ 712560 h 3812255"/>
              <a:gd name="connsiteX29" fmla="*/ 6133159 w 6882973"/>
              <a:gd name="connsiteY29" fmla="*/ 398005 h 3812255"/>
              <a:gd name="connsiteX30" fmla="*/ 5895736 w 6882973"/>
              <a:gd name="connsiteY30" fmla="*/ 276774 h 3812255"/>
              <a:gd name="connsiteX31" fmla="*/ 5571886 w 6882973"/>
              <a:gd name="connsiteY31" fmla="*/ 257389 h 3812255"/>
              <a:gd name="connsiteX32" fmla="*/ 5389852 w 6882973"/>
              <a:gd name="connsiteY32" fmla="*/ 333589 h 3812255"/>
              <a:gd name="connsiteX33" fmla="*/ 5271319 w 6882973"/>
              <a:gd name="connsiteY33" fmla="*/ 452121 h 3812255"/>
              <a:gd name="connsiteX34" fmla="*/ 5059652 w 6882973"/>
              <a:gd name="connsiteY34" fmla="*/ 833121 h 3812255"/>
              <a:gd name="connsiteX35" fmla="*/ 4881852 w 6882973"/>
              <a:gd name="connsiteY35" fmla="*/ 985522 h 3812255"/>
              <a:gd name="connsiteX36" fmla="*/ 4469660 w 6882973"/>
              <a:gd name="connsiteY36" fmla="*/ 1018010 h 3812255"/>
              <a:gd name="connsiteX37" fmla="*/ 3800838 w 6882973"/>
              <a:gd name="connsiteY37" fmla="*/ 857442 h 3812255"/>
              <a:gd name="connsiteX38" fmla="*/ 3412027 w 6882973"/>
              <a:gd name="connsiteY38" fmla="*/ 831937 h 3812255"/>
              <a:gd name="connsiteX39" fmla="*/ 2743620 w 6882973"/>
              <a:gd name="connsiteY39" fmla="*/ 1324293 h 3812255"/>
              <a:gd name="connsiteX40" fmla="*/ 2065215 w 6882973"/>
              <a:gd name="connsiteY40" fmla="*/ 1975179 h 3812255"/>
              <a:gd name="connsiteX41" fmla="*/ 1318143 w 6882973"/>
              <a:gd name="connsiteY41" fmla="*/ 2775352 h 3812255"/>
              <a:gd name="connsiteX42" fmla="*/ 592774 w 6882973"/>
              <a:gd name="connsiteY42" fmla="*/ 3749596 h 3812255"/>
              <a:gd name="connsiteX43" fmla="*/ 71669 w 6882973"/>
              <a:gd name="connsiteY43" fmla="*/ 3750846 h 3812255"/>
              <a:gd name="connsiteX44" fmla="*/ 4683 w 6882973"/>
              <a:gd name="connsiteY44" fmla="*/ 2714723 h 3812255"/>
              <a:gd name="connsiteX45" fmla="*/ 18197 w 6882973"/>
              <a:gd name="connsiteY45" fmla="*/ 2383866 h 3812255"/>
              <a:gd name="connsiteX46" fmla="*/ 47429 w 6882973"/>
              <a:gd name="connsiteY46" fmla="*/ 1900625 h 3812255"/>
              <a:gd name="connsiteX0" fmla="*/ 45628 w 6881172"/>
              <a:gd name="connsiteY0" fmla="*/ 1900625 h 3812255"/>
              <a:gd name="connsiteX1" fmla="*/ 137103 w 6881172"/>
              <a:gd name="connsiteY1" fmla="*/ 1661238 h 3812255"/>
              <a:gd name="connsiteX2" fmla="*/ 137638 w 6881172"/>
              <a:gd name="connsiteY2" fmla="*/ 2802810 h 3812255"/>
              <a:gd name="connsiteX3" fmla="*/ 156884 w 6881172"/>
              <a:gd name="connsiteY3" fmla="*/ 3584555 h 3812255"/>
              <a:gd name="connsiteX4" fmla="*/ 618899 w 6881172"/>
              <a:gd name="connsiteY4" fmla="*/ 3573541 h 3812255"/>
              <a:gd name="connsiteX5" fmla="*/ 1119414 w 6881172"/>
              <a:gd name="connsiteY5" fmla="*/ 2846852 h 3812255"/>
              <a:gd name="connsiteX6" fmla="*/ 1937560 w 6881172"/>
              <a:gd name="connsiteY6" fmla="*/ 1955005 h 3812255"/>
              <a:gd name="connsiteX7" fmla="*/ 2573420 w 6881172"/>
              <a:gd name="connsiteY7" fmla="*/ 1341877 h 3812255"/>
              <a:gd name="connsiteX8" fmla="*/ 3418794 w 6881172"/>
              <a:gd name="connsiteY8" fmla="*/ 736610 h 3812255"/>
              <a:gd name="connsiteX9" fmla="*/ 4786918 w 6881172"/>
              <a:gd name="connsiteY9" fmla="*/ 909322 h 3812255"/>
              <a:gd name="connsiteX10" fmla="*/ 5286451 w 6881172"/>
              <a:gd name="connsiteY10" fmla="*/ 274322 h 3812255"/>
              <a:gd name="connsiteX11" fmla="*/ 5851602 w 6881172"/>
              <a:gd name="connsiteY11" fmla="*/ 172768 h 3812255"/>
              <a:gd name="connsiteX12" fmla="*/ 6281285 w 6881172"/>
              <a:gd name="connsiteY12" fmla="*/ 428302 h 3812255"/>
              <a:gd name="connsiteX13" fmla="*/ 6442507 w 6881172"/>
              <a:gd name="connsiteY13" fmla="*/ 623187 h 3812255"/>
              <a:gd name="connsiteX14" fmla="*/ 6594907 w 6881172"/>
              <a:gd name="connsiteY14" fmla="*/ 703089 h 3812255"/>
              <a:gd name="connsiteX15" fmla="*/ 6709207 w 6881172"/>
              <a:gd name="connsiteY15" fmla="*/ 674034 h 3812255"/>
              <a:gd name="connsiteX16" fmla="*/ 6738485 w 6881172"/>
              <a:gd name="connsiteY16" fmla="*/ 529995 h 3812255"/>
              <a:gd name="connsiteX17" fmla="*/ 6709208 w 6881172"/>
              <a:gd name="connsiteY17" fmla="*/ 390745 h 3812255"/>
              <a:gd name="connsiteX18" fmla="*/ 6639359 w 6881172"/>
              <a:gd name="connsiteY18" fmla="*/ 303578 h 3812255"/>
              <a:gd name="connsiteX19" fmla="*/ 6594909 w 6881172"/>
              <a:gd name="connsiteY19" fmla="*/ 194620 h 3812255"/>
              <a:gd name="connsiteX20" fmla="*/ 6575859 w 6881172"/>
              <a:gd name="connsiteY20" fmla="*/ 27550 h 3812255"/>
              <a:gd name="connsiteX21" fmla="*/ 6721908 w 6881172"/>
              <a:gd name="connsiteY21" fmla="*/ 13025 h 3812255"/>
              <a:gd name="connsiteX22" fmla="*/ 6873951 w 6881172"/>
              <a:gd name="connsiteY22" fmla="*/ 26287 h 3812255"/>
              <a:gd name="connsiteX23" fmla="*/ 6855259 w 6881172"/>
              <a:gd name="connsiteY23" fmla="*/ 252730 h 3812255"/>
              <a:gd name="connsiteX24" fmla="*/ 6810809 w 6881172"/>
              <a:gd name="connsiteY24" fmla="*/ 405271 h 3812255"/>
              <a:gd name="connsiteX25" fmla="*/ 6798108 w 6881172"/>
              <a:gd name="connsiteY25" fmla="*/ 659506 h 3812255"/>
              <a:gd name="connsiteX26" fmla="*/ 6721908 w 6881172"/>
              <a:gd name="connsiteY26" fmla="*/ 775729 h 3812255"/>
              <a:gd name="connsiteX27" fmla="*/ 6611485 w 6881172"/>
              <a:gd name="connsiteY27" fmla="*/ 797321 h 3812255"/>
              <a:gd name="connsiteX28" fmla="*/ 6397700 w 6881172"/>
              <a:gd name="connsiteY28" fmla="*/ 712560 h 3812255"/>
              <a:gd name="connsiteX29" fmla="*/ 6131358 w 6881172"/>
              <a:gd name="connsiteY29" fmla="*/ 398005 h 3812255"/>
              <a:gd name="connsiteX30" fmla="*/ 5893935 w 6881172"/>
              <a:gd name="connsiteY30" fmla="*/ 276774 h 3812255"/>
              <a:gd name="connsiteX31" fmla="*/ 5570085 w 6881172"/>
              <a:gd name="connsiteY31" fmla="*/ 257389 h 3812255"/>
              <a:gd name="connsiteX32" fmla="*/ 5388051 w 6881172"/>
              <a:gd name="connsiteY32" fmla="*/ 333589 h 3812255"/>
              <a:gd name="connsiteX33" fmla="*/ 5269518 w 6881172"/>
              <a:gd name="connsiteY33" fmla="*/ 452121 h 3812255"/>
              <a:gd name="connsiteX34" fmla="*/ 5057851 w 6881172"/>
              <a:gd name="connsiteY34" fmla="*/ 833121 h 3812255"/>
              <a:gd name="connsiteX35" fmla="*/ 4880051 w 6881172"/>
              <a:gd name="connsiteY35" fmla="*/ 985522 h 3812255"/>
              <a:gd name="connsiteX36" fmla="*/ 4467859 w 6881172"/>
              <a:gd name="connsiteY36" fmla="*/ 1018010 h 3812255"/>
              <a:gd name="connsiteX37" fmla="*/ 3799037 w 6881172"/>
              <a:gd name="connsiteY37" fmla="*/ 857442 h 3812255"/>
              <a:gd name="connsiteX38" fmla="*/ 3410226 w 6881172"/>
              <a:gd name="connsiteY38" fmla="*/ 831937 h 3812255"/>
              <a:gd name="connsiteX39" fmla="*/ 2741819 w 6881172"/>
              <a:gd name="connsiteY39" fmla="*/ 1324293 h 3812255"/>
              <a:gd name="connsiteX40" fmla="*/ 2063414 w 6881172"/>
              <a:gd name="connsiteY40" fmla="*/ 1975179 h 3812255"/>
              <a:gd name="connsiteX41" fmla="*/ 1316342 w 6881172"/>
              <a:gd name="connsiteY41" fmla="*/ 2775352 h 3812255"/>
              <a:gd name="connsiteX42" fmla="*/ 590973 w 6881172"/>
              <a:gd name="connsiteY42" fmla="*/ 3749596 h 3812255"/>
              <a:gd name="connsiteX43" fmla="*/ 69868 w 6881172"/>
              <a:gd name="connsiteY43" fmla="*/ 3750846 h 3812255"/>
              <a:gd name="connsiteX44" fmla="*/ 2882 w 6881172"/>
              <a:gd name="connsiteY44" fmla="*/ 2714723 h 3812255"/>
              <a:gd name="connsiteX45" fmla="*/ 35647 w 6881172"/>
              <a:gd name="connsiteY45" fmla="*/ 2361845 h 3812255"/>
              <a:gd name="connsiteX46" fmla="*/ 45628 w 6881172"/>
              <a:gd name="connsiteY46" fmla="*/ 1900625 h 3812255"/>
              <a:gd name="connsiteX0" fmla="*/ 41993 w 6877537"/>
              <a:gd name="connsiteY0" fmla="*/ 1900625 h 3812255"/>
              <a:gd name="connsiteX1" fmla="*/ 133468 w 6877537"/>
              <a:gd name="connsiteY1" fmla="*/ 1661238 h 3812255"/>
              <a:gd name="connsiteX2" fmla="*/ 134003 w 6877537"/>
              <a:gd name="connsiteY2" fmla="*/ 2802810 h 3812255"/>
              <a:gd name="connsiteX3" fmla="*/ 153249 w 6877537"/>
              <a:gd name="connsiteY3" fmla="*/ 3584555 h 3812255"/>
              <a:gd name="connsiteX4" fmla="*/ 615264 w 6877537"/>
              <a:gd name="connsiteY4" fmla="*/ 3573541 h 3812255"/>
              <a:gd name="connsiteX5" fmla="*/ 1115779 w 6877537"/>
              <a:gd name="connsiteY5" fmla="*/ 2846852 h 3812255"/>
              <a:gd name="connsiteX6" fmla="*/ 1933925 w 6877537"/>
              <a:gd name="connsiteY6" fmla="*/ 1955005 h 3812255"/>
              <a:gd name="connsiteX7" fmla="*/ 2569785 w 6877537"/>
              <a:gd name="connsiteY7" fmla="*/ 1341877 h 3812255"/>
              <a:gd name="connsiteX8" fmla="*/ 3415159 w 6877537"/>
              <a:gd name="connsiteY8" fmla="*/ 736610 h 3812255"/>
              <a:gd name="connsiteX9" fmla="*/ 4783283 w 6877537"/>
              <a:gd name="connsiteY9" fmla="*/ 909322 h 3812255"/>
              <a:gd name="connsiteX10" fmla="*/ 5282816 w 6877537"/>
              <a:gd name="connsiteY10" fmla="*/ 274322 h 3812255"/>
              <a:gd name="connsiteX11" fmla="*/ 5847967 w 6877537"/>
              <a:gd name="connsiteY11" fmla="*/ 172768 h 3812255"/>
              <a:gd name="connsiteX12" fmla="*/ 6277650 w 6877537"/>
              <a:gd name="connsiteY12" fmla="*/ 428302 h 3812255"/>
              <a:gd name="connsiteX13" fmla="*/ 6438872 w 6877537"/>
              <a:gd name="connsiteY13" fmla="*/ 623187 h 3812255"/>
              <a:gd name="connsiteX14" fmla="*/ 6591272 w 6877537"/>
              <a:gd name="connsiteY14" fmla="*/ 703089 h 3812255"/>
              <a:gd name="connsiteX15" fmla="*/ 6705572 w 6877537"/>
              <a:gd name="connsiteY15" fmla="*/ 674034 h 3812255"/>
              <a:gd name="connsiteX16" fmla="*/ 6734850 w 6877537"/>
              <a:gd name="connsiteY16" fmla="*/ 529995 h 3812255"/>
              <a:gd name="connsiteX17" fmla="*/ 6705573 w 6877537"/>
              <a:gd name="connsiteY17" fmla="*/ 390745 h 3812255"/>
              <a:gd name="connsiteX18" fmla="*/ 6635724 w 6877537"/>
              <a:gd name="connsiteY18" fmla="*/ 303578 h 3812255"/>
              <a:gd name="connsiteX19" fmla="*/ 6591274 w 6877537"/>
              <a:gd name="connsiteY19" fmla="*/ 194620 h 3812255"/>
              <a:gd name="connsiteX20" fmla="*/ 6572224 w 6877537"/>
              <a:gd name="connsiteY20" fmla="*/ 27550 h 3812255"/>
              <a:gd name="connsiteX21" fmla="*/ 6718273 w 6877537"/>
              <a:gd name="connsiteY21" fmla="*/ 13025 h 3812255"/>
              <a:gd name="connsiteX22" fmla="*/ 6870316 w 6877537"/>
              <a:gd name="connsiteY22" fmla="*/ 26287 h 3812255"/>
              <a:gd name="connsiteX23" fmla="*/ 6851624 w 6877537"/>
              <a:gd name="connsiteY23" fmla="*/ 252730 h 3812255"/>
              <a:gd name="connsiteX24" fmla="*/ 6807174 w 6877537"/>
              <a:gd name="connsiteY24" fmla="*/ 405271 h 3812255"/>
              <a:gd name="connsiteX25" fmla="*/ 6794473 w 6877537"/>
              <a:gd name="connsiteY25" fmla="*/ 659506 h 3812255"/>
              <a:gd name="connsiteX26" fmla="*/ 6718273 w 6877537"/>
              <a:gd name="connsiteY26" fmla="*/ 775729 h 3812255"/>
              <a:gd name="connsiteX27" fmla="*/ 6607850 w 6877537"/>
              <a:gd name="connsiteY27" fmla="*/ 797321 h 3812255"/>
              <a:gd name="connsiteX28" fmla="*/ 6394065 w 6877537"/>
              <a:gd name="connsiteY28" fmla="*/ 712560 h 3812255"/>
              <a:gd name="connsiteX29" fmla="*/ 6127723 w 6877537"/>
              <a:gd name="connsiteY29" fmla="*/ 398005 h 3812255"/>
              <a:gd name="connsiteX30" fmla="*/ 5890300 w 6877537"/>
              <a:gd name="connsiteY30" fmla="*/ 276774 h 3812255"/>
              <a:gd name="connsiteX31" fmla="*/ 5566450 w 6877537"/>
              <a:gd name="connsiteY31" fmla="*/ 257389 h 3812255"/>
              <a:gd name="connsiteX32" fmla="*/ 5384416 w 6877537"/>
              <a:gd name="connsiteY32" fmla="*/ 333589 h 3812255"/>
              <a:gd name="connsiteX33" fmla="*/ 5265883 w 6877537"/>
              <a:gd name="connsiteY33" fmla="*/ 452121 h 3812255"/>
              <a:gd name="connsiteX34" fmla="*/ 5054216 w 6877537"/>
              <a:gd name="connsiteY34" fmla="*/ 833121 h 3812255"/>
              <a:gd name="connsiteX35" fmla="*/ 4876416 w 6877537"/>
              <a:gd name="connsiteY35" fmla="*/ 985522 h 3812255"/>
              <a:gd name="connsiteX36" fmla="*/ 4464224 w 6877537"/>
              <a:gd name="connsiteY36" fmla="*/ 1018010 h 3812255"/>
              <a:gd name="connsiteX37" fmla="*/ 3795402 w 6877537"/>
              <a:gd name="connsiteY37" fmla="*/ 857442 h 3812255"/>
              <a:gd name="connsiteX38" fmla="*/ 3406591 w 6877537"/>
              <a:gd name="connsiteY38" fmla="*/ 831937 h 3812255"/>
              <a:gd name="connsiteX39" fmla="*/ 2738184 w 6877537"/>
              <a:gd name="connsiteY39" fmla="*/ 1324293 h 3812255"/>
              <a:gd name="connsiteX40" fmla="*/ 2059779 w 6877537"/>
              <a:gd name="connsiteY40" fmla="*/ 1975179 h 3812255"/>
              <a:gd name="connsiteX41" fmla="*/ 1312707 w 6877537"/>
              <a:gd name="connsiteY41" fmla="*/ 2775352 h 3812255"/>
              <a:gd name="connsiteX42" fmla="*/ 587338 w 6877537"/>
              <a:gd name="connsiteY42" fmla="*/ 3749596 h 3812255"/>
              <a:gd name="connsiteX43" fmla="*/ 66233 w 6877537"/>
              <a:gd name="connsiteY43" fmla="*/ 3750846 h 3812255"/>
              <a:gd name="connsiteX44" fmla="*/ 28123 w 6877537"/>
              <a:gd name="connsiteY44" fmla="*/ 2989984 h 3812255"/>
              <a:gd name="connsiteX45" fmla="*/ 32012 w 6877537"/>
              <a:gd name="connsiteY45" fmla="*/ 2361845 h 3812255"/>
              <a:gd name="connsiteX46" fmla="*/ 41993 w 6877537"/>
              <a:gd name="connsiteY46" fmla="*/ 1900625 h 3812255"/>
              <a:gd name="connsiteX0" fmla="*/ 41993 w 6877537"/>
              <a:gd name="connsiteY0" fmla="*/ 1900625 h 3812255"/>
              <a:gd name="connsiteX1" fmla="*/ 133468 w 6877537"/>
              <a:gd name="connsiteY1" fmla="*/ 1661238 h 3812255"/>
              <a:gd name="connsiteX2" fmla="*/ 134003 w 6877537"/>
              <a:gd name="connsiteY2" fmla="*/ 2802810 h 3812255"/>
              <a:gd name="connsiteX3" fmla="*/ 153249 w 6877537"/>
              <a:gd name="connsiteY3" fmla="*/ 3584555 h 3812255"/>
              <a:gd name="connsiteX4" fmla="*/ 615264 w 6877537"/>
              <a:gd name="connsiteY4" fmla="*/ 3573541 h 3812255"/>
              <a:gd name="connsiteX5" fmla="*/ 1115779 w 6877537"/>
              <a:gd name="connsiteY5" fmla="*/ 2846852 h 3812255"/>
              <a:gd name="connsiteX6" fmla="*/ 1933925 w 6877537"/>
              <a:gd name="connsiteY6" fmla="*/ 1955005 h 3812255"/>
              <a:gd name="connsiteX7" fmla="*/ 2569785 w 6877537"/>
              <a:gd name="connsiteY7" fmla="*/ 1341877 h 3812255"/>
              <a:gd name="connsiteX8" fmla="*/ 3415159 w 6877537"/>
              <a:gd name="connsiteY8" fmla="*/ 736610 h 3812255"/>
              <a:gd name="connsiteX9" fmla="*/ 4783283 w 6877537"/>
              <a:gd name="connsiteY9" fmla="*/ 909322 h 3812255"/>
              <a:gd name="connsiteX10" fmla="*/ 5282816 w 6877537"/>
              <a:gd name="connsiteY10" fmla="*/ 274322 h 3812255"/>
              <a:gd name="connsiteX11" fmla="*/ 5847967 w 6877537"/>
              <a:gd name="connsiteY11" fmla="*/ 172768 h 3812255"/>
              <a:gd name="connsiteX12" fmla="*/ 6277650 w 6877537"/>
              <a:gd name="connsiteY12" fmla="*/ 428302 h 3812255"/>
              <a:gd name="connsiteX13" fmla="*/ 6438872 w 6877537"/>
              <a:gd name="connsiteY13" fmla="*/ 623187 h 3812255"/>
              <a:gd name="connsiteX14" fmla="*/ 6591272 w 6877537"/>
              <a:gd name="connsiteY14" fmla="*/ 703089 h 3812255"/>
              <a:gd name="connsiteX15" fmla="*/ 6705572 w 6877537"/>
              <a:gd name="connsiteY15" fmla="*/ 674034 h 3812255"/>
              <a:gd name="connsiteX16" fmla="*/ 6734850 w 6877537"/>
              <a:gd name="connsiteY16" fmla="*/ 529995 h 3812255"/>
              <a:gd name="connsiteX17" fmla="*/ 6705573 w 6877537"/>
              <a:gd name="connsiteY17" fmla="*/ 390745 h 3812255"/>
              <a:gd name="connsiteX18" fmla="*/ 6635724 w 6877537"/>
              <a:gd name="connsiteY18" fmla="*/ 303578 h 3812255"/>
              <a:gd name="connsiteX19" fmla="*/ 6591274 w 6877537"/>
              <a:gd name="connsiteY19" fmla="*/ 194620 h 3812255"/>
              <a:gd name="connsiteX20" fmla="*/ 6572224 w 6877537"/>
              <a:gd name="connsiteY20" fmla="*/ 27550 h 3812255"/>
              <a:gd name="connsiteX21" fmla="*/ 6718273 w 6877537"/>
              <a:gd name="connsiteY21" fmla="*/ 13025 h 3812255"/>
              <a:gd name="connsiteX22" fmla="*/ 6870316 w 6877537"/>
              <a:gd name="connsiteY22" fmla="*/ 26287 h 3812255"/>
              <a:gd name="connsiteX23" fmla="*/ 6851624 w 6877537"/>
              <a:gd name="connsiteY23" fmla="*/ 252730 h 3812255"/>
              <a:gd name="connsiteX24" fmla="*/ 6807174 w 6877537"/>
              <a:gd name="connsiteY24" fmla="*/ 405271 h 3812255"/>
              <a:gd name="connsiteX25" fmla="*/ 6794473 w 6877537"/>
              <a:gd name="connsiteY25" fmla="*/ 659506 h 3812255"/>
              <a:gd name="connsiteX26" fmla="*/ 6718273 w 6877537"/>
              <a:gd name="connsiteY26" fmla="*/ 775729 h 3812255"/>
              <a:gd name="connsiteX27" fmla="*/ 6607850 w 6877537"/>
              <a:gd name="connsiteY27" fmla="*/ 797321 h 3812255"/>
              <a:gd name="connsiteX28" fmla="*/ 6394065 w 6877537"/>
              <a:gd name="connsiteY28" fmla="*/ 712560 h 3812255"/>
              <a:gd name="connsiteX29" fmla="*/ 6127723 w 6877537"/>
              <a:gd name="connsiteY29" fmla="*/ 398005 h 3812255"/>
              <a:gd name="connsiteX30" fmla="*/ 5890300 w 6877537"/>
              <a:gd name="connsiteY30" fmla="*/ 276774 h 3812255"/>
              <a:gd name="connsiteX31" fmla="*/ 5566450 w 6877537"/>
              <a:gd name="connsiteY31" fmla="*/ 257389 h 3812255"/>
              <a:gd name="connsiteX32" fmla="*/ 5384416 w 6877537"/>
              <a:gd name="connsiteY32" fmla="*/ 333589 h 3812255"/>
              <a:gd name="connsiteX33" fmla="*/ 5265883 w 6877537"/>
              <a:gd name="connsiteY33" fmla="*/ 452121 h 3812255"/>
              <a:gd name="connsiteX34" fmla="*/ 5054216 w 6877537"/>
              <a:gd name="connsiteY34" fmla="*/ 833121 h 3812255"/>
              <a:gd name="connsiteX35" fmla="*/ 4876416 w 6877537"/>
              <a:gd name="connsiteY35" fmla="*/ 985522 h 3812255"/>
              <a:gd name="connsiteX36" fmla="*/ 4464224 w 6877537"/>
              <a:gd name="connsiteY36" fmla="*/ 1018010 h 3812255"/>
              <a:gd name="connsiteX37" fmla="*/ 3795402 w 6877537"/>
              <a:gd name="connsiteY37" fmla="*/ 857442 h 3812255"/>
              <a:gd name="connsiteX38" fmla="*/ 3406591 w 6877537"/>
              <a:gd name="connsiteY38" fmla="*/ 831937 h 3812255"/>
              <a:gd name="connsiteX39" fmla="*/ 2738184 w 6877537"/>
              <a:gd name="connsiteY39" fmla="*/ 1324293 h 3812255"/>
              <a:gd name="connsiteX40" fmla="*/ 2059779 w 6877537"/>
              <a:gd name="connsiteY40" fmla="*/ 1975179 h 3812255"/>
              <a:gd name="connsiteX41" fmla="*/ 1312707 w 6877537"/>
              <a:gd name="connsiteY41" fmla="*/ 2775352 h 3812255"/>
              <a:gd name="connsiteX42" fmla="*/ 587338 w 6877537"/>
              <a:gd name="connsiteY42" fmla="*/ 3749596 h 3812255"/>
              <a:gd name="connsiteX43" fmla="*/ 66233 w 6877537"/>
              <a:gd name="connsiteY43" fmla="*/ 3750846 h 3812255"/>
              <a:gd name="connsiteX44" fmla="*/ 28123 w 6877537"/>
              <a:gd name="connsiteY44" fmla="*/ 2989984 h 3812255"/>
              <a:gd name="connsiteX45" fmla="*/ 32012 w 6877537"/>
              <a:gd name="connsiteY45" fmla="*/ 2361845 h 3812255"/>
              <a:gd name="connsiteX46" fmla="*/ 41993 w 6877537"/>
              <a:gd name="connsiteY46" fmla="*/ 1900625 h 3812255"/>
              <a:gd name="connsiteX0" fmla="*/ 41993 w 6877537"/>
              <a:gd name="connsiteY0" fmla="*/ 1900625 h 3812255"/>
              <a:gd name="connsiteX1" fmla="*/ 133468 w 6877537"/>
              <a:gd name="connsiteY1" fmla="*/ 1661238 h 3812255"/>
              <a:gd name="connsiteX2" fmla="*/ 134003 w 6877537"/>
              <a:gd name="connsiteY2" fmla="*/ 2802810 h 3812255"/>
              <a:gd name="connsiteX3" fmla="*/ 153249 w 6877537"/>
              <a:gd name="connsiteY3" fmla="*/ 3584555 h 3812255"/>
              <a:gd name="connsiteX4" fmla="*/ 615264 w 6877537"/>
              <a:gd name="connsiteY4" fmla="*/ 3573541 h 3812255"/>
              <a:gd name="connsiteX5" fmla="*/ 1115779 w 6877537"/>
              <a:gd name="connsiteY5" fmla="*/ 2846852 h 3812255"/>
              <a:gd name="connsiteX6" fmla="*/ 1933925 w 6877537"/>
              <a:gd name="connsiteY6" fmla="*/ 1955005 h 3812255"/>
              <a:gd name="connsiteX7" fmla="*/ 2569785 w 6877537"/>
              <a:gd name="connsiteY7" fmla="*/ 1341877 h 3812255"/>
              <a:gd name="connsiteX8" fmla="*/ 3415159 w 6877537"/>
              <a:gd name="connsiteY8" fmla="*/ 736610 h 3812255"/>
              <a:gd name="connsiteX9" fmla="*/ 4783283 w 6877537"/>
              <a:gd name="connsiteY9" fmla="*/ 909322 h 3812255"/>
              <a:gd name="connsiteX10" fmla="*/ 5282816 w 6877537"/>
              <a:gd name="connsiteY10" fmla="*/ 274322 h 3812255"/>
              <a:gd name="connsiteX11" fmla="*/ 5847967 w 6877537"/>
              <a:gd name="connsiteY11" fmla="*/ 172768 h 3812255"/>
              <a:gd name="connsiteX12" fmla="*/ 6277650 w 6877537"/>
              <a:gd name="connsiteY12" fmla="*/ 428302 h 3812255"/>
              <a:gd name="connsiteX13" fmla="*/ 6438872 w 6877537"/>
              <a:gd name="connsiteY13" fmla="*/ 623187 h 3812255"/>
              <a:gd name="connsiteX14" fmla="*/ 6591272 w 6877537"/>
              <a:gd name="connsiteY14" fmla="*/ 703089 h 3812255"/>
              <a:gd name="connsiteX15" fmla="*/ 6705572 w 6877537"/>
              <a:gd name="connsiteY15" fmla="*/ 674034 h 3812255"/>
              <a:gd name="connsiteX16" fmla="*/ 6734850 w 6877537"/>
              <a:gd name="connsiteY16" fmla="*/ 529995 h 3812255"/>
              <a:gd name="connsiteX17" fmla="*/ 6705573 w 6877537"/>
              <a:gd name="connsiteY17" fmla="*/ 390745 h 3812255"/>
              <a:gd name="connsiteX18" fmla="*/ 6635724 w 6877537"/>
              <a:gd name="connsiteY18" fmla="*/ 303578 h 3812255"/>
              <a:gd name="connsiteX19" fmla="*/ 6591274 w 6877537"/>
              <a:gd name="connsiteY19" fmla="*/ 194620 h 3812255"/>
              <a:gd name="connsiteX20" fmla="*/ 6572224 w 6877537"/>
              <a:gd name="connsiteY20" fmla="*/ 27550 h 3812255"/>
              <a:gd name="connsiteX21" fmla="*/ 6718273 w 6877537"/>
              <a:gd name="connsiteY21" fmla="*/ 13025 h 3812255"/>
              <a:gd name="connsiteX22" fmla="*/ 6870316 w 6877537"/>
              <a:gd name="connsiteY22" fmla="*/ 26287 h 3812255"/>
              <a:gd name="connsiteX23" fmla="*/ 6851624 w 6877537"/>
              <a:gd name="connsiteY23" fmla="*/ 252730 h 3812255"/>
              <a:gd name="connsiteX24" fmla="*/ 6807174 w 6877537"/>
              <a:gd name="connsiteY24" fmla="*/ 405271 h 3812255"/>
              <a:gd name="connsiteX25" fmla="*/ 6794473 w 6877537"/>
              <a:gd name="connsiteY25" fmla="*/ 659506 h 3812255"/>
              <a:gd name="connsiteX26" fmla="*/ 6718273 w 6877537"/>
              <a:gd name="connsiteY26" fmla="*/ 775729 h 3812255"/>
              <a:gd name="connsiteX27" fmla="*/ 6607850 w 6877537"/>
              <a:gd name="connsiteY27" fmla="*/ 797321 h 3812255"/>
              <a:gd name="connsiteX28" fmla="*/ 6394065 w 6877537"/>
              <a:gd name="connsiteY28" fmla="*/ 712560 h 3812255"/>
              <a:gd name="connsiteX29" fmla="*/ 6127723 w 6877537"/>
              <a:gd name="connsiteY29" fmla="*/ 398005 h 3812255"/>
              <a:gd name="connsiteX30" fmla="*/ 5890300 w 6877537"/>
              <a:gd name="connsiteY30" fmla="*/ 276774 h 3812255"/>
              <a:gd name="connsiteX31" fmla="*/ 5566450 w 6877537"/>
              <a:gd name="connsiteY31" fmla="*/ 257389 h 3812255"/>
              <a:gd name="connsiteX32" fmla="*/ 5384416 w 6877537"/>
              <a:gd name="connsiteY32" fmla="*/ 333589 h 3812255"/>
              <a:gd name="connsiteX33" fmla="*/ 5265883 w 6877537"/>
              <a:gd name="connsiteY33" fmla="*/ 452121 h 3812255"/>
              <a:gd name="connsiteX34" fmla="*/ 5054216 w 6877537"/>
              <a:gd name="connsiteY34" fmla="*/ 833121 h 3812255"/>
              <a:gd name="connsiteX35" fmla="*/ 4876416 w 6877537"/>
              <a:gd name="connsiteY35" fmla="*/ 985522 h 3812255"/>
              <a:gd name="connsiteX36" fmla="*/ 4464224 w 6877537"/>
              <a:gd name="connsiteY36" fmla="*/ 1018010 h 3812255"/>
              <a:gd name="connsiteX37" fmla="*/ 3795402 w 6877537"/>
              <a:gd name="connsiteY37" fmla="*/ 857442 h 3812255"/>
              <a:gd name="connsiteX38" fmla="*/ 3406591 w 6877537"/>
              <a:gd name="connsiteY38" fmla="*/ 831937 h 3812255"/>
              <a:gd name="connsiteX39" fmla="*/ 2738184 w 6877537"/>
              <a:gd name="connsiteY39" fmla="*/ 1324293 h 3812255"/>
              <a:gd name="connsiteX40" fmla="*/ 2059779 w 6877537"/>
              <a:gd name="connsiteY40" fmla="*/ 1975179 h 3812255"/>
              <a:gd name="connsiteX41" fmla="*/ 1312707 w 6877537"/>
              <a:gd name="connsiteY41" fmla="*/ 2775352 h 3812255"/>
              <a:gd name="connsiteX42" fmla="*/ 587338 w 6877537"/>
              <a:gd name="connsiteY42" fmla="*/ 3749596 h 3812255"/>
              <a:gd name="connsiteX43" fmla="*/ 66233 w 6877537"/>
              <a:gd name="connsiteY43" fmla="*/ 3750846 h 3812255"/>
              <a:gd name="connsiteX44" fmla="*/ 28123 w 6877537"/>
              <a:gd name="connsiteY44" fmla="*/ 2989984 h 3812255"/>
              <a:gd name="connsiteX45" fmla="*/ 32012 w 6877537"/>
              <a:gd name="connsiteY45" fmla="*/ 2361845 h 3812255"/>
              <a:gd name="connsiteX46" fmla="*/ 41993 w 6877537"/>
              <a:gd name="connsiteY46" fmla="*/ 1900625 h 3812255"/>
              <a:gd name="connsiteX0" fmla="*/ 41993 w 6877537"/>
              <a:gd name="connsiteY0" fmla="*/ 1900625 h 3812255"/>
              <a:gd name="connsiteX1" fmla="*/ 133468 w 6877537"/>
              <a:gd name="connsiteY1" fmla="*/ 1661238 h 3812255"/>
              <a:gd name="connsiteX2" fmla="*/ 134003 w 6877537"/>
              <a:gd name="connsiteY2" fmla="*/ 2802810 h 3812255"/>
              <a:gd name="connsiteX3" fmla="*/ 153249 w 6877537"/>
              <a:gd name="connsiteY3" fmla="*/ 3584555 h 3812255"/>
              <a:gd name="connsiteX4" fmla="*/ 615264 w 6877537"/>
              <a:gd name="connsiteY4" fmla="*/ 3573541 h 3812255"/>
              <a:gd name="connsiteX5" fmla="*/ 1115779 w 6877537"/>
              <a:gd name="connsiteY5" fmla="*/ 2846852 h 3812255"/>
              <a:gd name="connsiteX6" fmla="*/ 1933925 w 6877537"/>
              <a:gd name="connsiteY6" fmla="*/ 1955005 h 3812255"/>
              <a:gd name="connsiteX7" fmla="*/ 2569785 w 6877537"/>
              <a:gd name="connsiteY7" fmla="*/ 1341877 h 3812255"/>
              <a:gd name="connsiteX8" fmla="*/ 3415159 w 6877537"/>
              <a:gd name="connsiteY8" fmla="*/ 736610 h 3812255"/>
              <a:gd name="connsiteX9" fmla="*/ 4783283 w 6877537"/>
              <a:gd name="connsiteY9" fmla="*/ 909322 h 3812255"/>
              <a:gd name="connsiteX10" fmla="*/ 5282816 w 6877537"/>
              <a:gd name="connsiteY10" fmla="*/ 274322 h 3812255"/>
              <a:gd name="connsiteX11" fmla="*/ 5847967 w 6877537"/>
              <a:gd name="connsiteY11" fmla="*/ 172768 h 3812255"/>
              <a:gd name="connsiteX12" fmla="*/ 6277650 w 6877537"/>
              <a:gd name="connsiteY12" fmla="*/ 428302 h 3812255"/>
              <a:gd name="connsiteX13" fmla="*/ 6438872 w 6877537"/>
              <a:gd name="connsiteY13" fmla="*/ 623187 h 3812255"/>
              <a:gd name="connsiteX14" fmla="*/ 6591272 w 6877537"/>
              <a:gd name="connsiteY14" fmla="*/ 703089 h 3812255"/>
              <a:gd name="connsiteX15" fmla="*/ 6705572 w 6877537"/>
              <a:gd name="connsiteY15" fmla="*/ 674034 h 3812255"/>
              <a:gd name="connsiteX16" fmla="*/ 6734850 w 6877537"/>
              <a:gd name="connsiteY16" fmla="*/ 529995 h 3812255"/>
              <a:gd name="connsiteX17" fmla="*/ 6705573 w 6877537"/>
              <a:gd name="connsiteY17" fmla="*/ 390745 h 3812255"/>
              <a:gd name="connsiteX18" fmla="*/ 6635724 w 6877537"/>
              <a:gd name="connsiteY18" fmla="*/ 303578 h 3812255"/>
              <a:gd name="connsiteX19" fmla="*/ 6591274 w 6877537"/>
              <a:gd name="connsiteY19" fmla="*/ 194620 h 3812255"/>
              <a:gd name="connsiteX20" fmla="*/ 6572224 w 6877537"/>
              <a:gd name="connsiteY20" fmla="*/ 27550 h 3812255"/>
              <a:gd name="connsiteX21" fmla="*/ 6718273 w 6877537"/>
              <a:gd name="connsiteY21" fmla="*/ 13025 h 3812255"/>
              <a:gd name="connsiteX22" fmla="*/ 6870316 w 6877537"/>
              <a:gd name="connsiteY22" fmla="*/ 26287 h 3812255"/>
              <a:gd name="connsiteX23" fmla="*/ 6851624 w 6877537"/>
              <a:gd name="connsiteY23" fmla="*/ 252730 h 3812255"/>
              <a:gd name="connsiteX24" fmla="*/ 6807174 w 6877537"/>
              <a:gd name="connsiteY24" fmla="*/ 405271 h 3812255"/>
              <a:gd name="connsiteX25" fmla="*/ 6794473 w 6877537"/>
              <a:gd name="connsiteY25" fmla="*/ 659506 h 3812255"/>
              <a:gd name="connsiteX26" fmla="*/ 6718273 w 6877537"/>
              <a:gd name="connsiteY26" fmla="*/ 775729 h 3812255"/>
              <a:gd name="connsiteX27" fmla="*/ 6607850 w 6877537"/>
              <a:gd name="connsiteY27" fmla="*/ 797321 h 3812255"/>
              <a:gd name="connsiteX28" fmla="*/ 6394065 w 6877537"/>
              <a:gd name="connsiteY28" fmla="*/ 712560 h 3812255"/>
              <a:gd name="connsiteX29" fmla="*/ 6127723 w 6877537"/>
              <a:gd name="connsiteY29" fmla="*/ 398005 h 3812255"/>
              <a:gd name="connsiteX30" fmla="*/ 5890300 w 6877537"/>
              <a:gd name="connsiteY30" fmla="*/ 276774 h 3812255"/>
              <a:gd name="connsiteX31" fmla="*/ 5566450 w 6877537"/>
              <a:gd name="connsiteY31" fmla="*/ 257389 h 3812255"/>
              <a:gd name="connsiteX32" fmla="*/ 5384416 w 6877537"/>
              <a:gd name="connsiteY32" fmla="*/ 333589 h 3812255"/>
              <a:gd name="connsiteX33" fmla="*/ 5265883 w 6877537"/>
              <a:gd name="connsiteY33" fmla="*/ 452121 h 3812255"/>
              <a:gd name="connsiteX34" fmla="*/ 5054216 w 6877537"/>
              <a:gd name="connsiteY34" fmla="*/ 833121 h 3812255"/>
              <a:gd name="connsiteX35" fmla="*/ 4876416 w 6877537"/>
              <a:gd name="connsiteY35" fmla="*/ 985522 h 3812255"/>
              <a:gd name="connsiteX36" fmla="*/ 4464224 w 6877537"/>
              <a:gd name="connsiteY36" fmla="*/ 1018010 h 3812255"/>
              <a:gd name="connsiteX37" fmla="*/ 3795402 w 6877537"/>
              <a:gd name="connsiteY37" fmla="*/ 857442 h 3812255"/>
              <a:gd name="connsiteX38" fmla="*/ 3406591 w 6877537"/>
              <a:gd name="connsiteY38" fmla="*/ 831937 h 3812255"/>
              <a:gd name="connsiteX39" fmla="*/ 2738184 w 6877537"/>
              <a:gd name="connsiteY39" fmla="*/ 1324293 h 3812255"/>
              <a:gd name="connsiteX40" fmla="*/ 2059779 w 6877537"/>
              <a:gd name="connsiteY40" fmla="*/ 1975179 h 3812255"/>
              <a:gd name="connsiteX41" fmla="*/ 1312707 w 6877537"/>
              <a:gd name="connsiteY41" fmla="*/ 2775352 h 3812255"/>
              <a:gd name="connsiteX42" fmla="*/ 587338 w 6877537"/>
              <a:gd name="connsiteY42" fmla="*/ 3749596 h 3812255"/>
              <a:gd name="connsiteX43" fmla="*/ 66233 w 6877537"/>
              <a:gd name="connsiteY43" fmla="*/ 3750846 h 3812255"/>
              <a:gd name="connsiteX44" fmla="*/ 18498 w 6877537"/>
              <a:gd name="connsiteY44" fmla="*/ 3100089 h 3812255"/>
              <a:gd name="connsiteX45" fmla="*/ 32012 w 6877537"/>
              <a:gd name="connsiteY45" fmla="*/ 2361845 h 3812255"/>
              <a:gd name="connsiteX46" fmla="*/ 41993 w 6877537"/>
              <a:gd name="connsiteY46" fmla="*/ 1900625 h 3812255"/>
              <a:gd name="connsiteX0" fmla="*/ 41993 w 6877537"/>
              <a:gd name="connsiteY0" fmla="*/ 1900625 h 3812255"/>
              <a:gd name="connsiteX1" fmla="*/ 133468 w 6877537"/>
              <a:gd name="connsiteY1" fmla="*/ 1661238 h 3812255"/>
              <a:gd name="connsiteX2" fmla="*/ 134003 w 6877537"/>
              <a:gd name="connsiteY2" fmla="*/ 2802810 h 3812255"/>
              <a:gd name="connsiteX3" fmla="*/ 153249 w 6877537"/>
              <a:gd name="connsiteY3" fmla="*/ 3584555 h 3812255"/>
              <a:gd name="connsiteX4" fmla="*/ 615264 w 6877537"/>
              <a:gd name="connsiteY4" fmla="*/ 3573541 h 3812255"/>
              <a:gd name="connsiteX5" fmla="*/ 1115779 w 6877537"/>
              <a:gd name="connsiteY5" fmla="*/ 2846852 h 3812255"/>
              <a:gd name="connsiteX6" fmla="*/ 1933925 w 6877537"/>
              <a:gd name="connsiteY6" fmla="*/ 1955005 h 3812255"/>
              <a:gd name="connsiteX7" fmla="*/ 2569785 w 6877537"/>
              <a:gd name="connsiteY7" fmla="*/ 1341877 h 3812255"/>
              <a:gd name="connsiteX8" fmla="*/ 3415159 w 6877537"/>
              <a:gd name="connsiteY8" fmla="*/ 736610 h 3812255"/>
              <a:gd name="connsiteX9" fmla="*/ 4783283 w 6877537"/>
              <a:gd name="connsiteY9" fmla="*/ 909322 h 3812255"/>
              <a:gd name="connsiteX10" fmla="*/ 5282816 w 6877537"/>
              <a:gd name="connsiteY10" fmla="*/ 274322 h 3812255"/>
              <a:gd name="connsiteX11" fmla="*/ 5847967 w 6877537"/>
              <a:gd name="connsiteY11" fmla="*/ 172768 h 3812255"/>
              <a:gd name="connsiteX12" fmla="*/ 6277650 w 6877537"/>
              <a:gd name="connsiteY12" fmla="*/ 428302 h 3812255"/>
              <a:gd name="connsiteX13" fmla="*/ 6438872 w 6877537"/>
              <a:gd name="connsiteY13" fmla="*/ 623187 h 3812255"/>
              <a:gd name="connsiteX14" fmla="*/ 6591272 w 6877537"/>
              <a:gd name="connsiteY14" fmla="*/ 703089 h 3812255"/>
              <a:gd name="connsiteX15" fmla="*/ 6705572 w 6877537"/>
              <a:gd name="connsiteY15" fmla="*/ 674034 h 3812255"/>
              <a:gd name="connsiteX16" fmla="*/ 6734850 w 6877537"/>
              <a:gd name="connsiteY16" fmla="*/ 529995 h 3812255"/>
              <a:gd name="connsiteX17" fmla="*/ 6705573 w 6877537"/>
              <a:gd name="connsiteY17" fmla="*/ 390745 h 3812255"/>
              <a:gd name="connsiteX18" fmla="*/ 6635724 w 6877537"/>
              <a:gd name="connsiteY18" fmla="*/ 303578 h 3812255"/>
              <a:gd name="connsiteX19" fmla="*/ 6591274 w 6877537"/>
              <a:gd name="connsiteY19" fmla="*/ 194620 h 3812255"/>
              <a:gd name="connsiteX20" fmla="*/ 6572224 w 6877537"/>
              <a:gd name="connsiteY20" fmla="*/ 27550 h 3812255"/>
              <a:gd name="connsiteX21" fmla="*/ 6718273 w 6877537"/>
              <a:gd name="connsiteY21" fmla="*/ 13025 h 3812255"/>
              <a:gd name="connsiteX22" fmla="*/ 6870316 w 6877537"/>
              <a:gd name="connsiteY22" fmla="*/ 26287 h 3812255"/>
              <a:gd name="connsiteX23" fmla="*/ 6851624 w 6877537"/>
              <a:gd name="connsiteY23" fmla="*/ 252730 h 3812255"/>
              <a:gd name="connsiteX24" fmla="*/ 6807174 w 6877537"/>
              <a:gd name="connsiteY24" fmla="*/ 405271 h 3812255"/>
              <a:gd name="connsiteX25" fmla="*/ 6794473 w 6877537"/>
              <a:gd name="connsiteY25" fmla="*/ 659506 h 3812255"/>
              <a:gd name="connsiteX26" fmla="*/ 6718273 w 6877537"/>
              <a:gd name="connsiteY26" fmla="*/ 775729 h 3812255"/>
              <a:gd name="connsiteX27" fmla="*/ 6607850 w 6877537"/>
              <a:gd name="connsiteY27" fmla="*/ 797321 h 3812255"/>
              <a:gd name="connsiteX28" fmla="*/ 6394065 w 6877537"/>
              <a:gd name="connsiteY28" fmla="*/ 712560 h 3812255"/>
              <a:gd name="connsiteX29" fmla="*/ 6127723 w 6877537"/>
              <a:gd name="connsiteY29" fmla="*/ 398005 h 3812255"/>
              <a:gd name="connsiteX30" fmla="*/ 5890300 w 6877537"/>
              <a:gd name="connsiteY30" fmla="*/ 276774 h 3812255"/>
              <a:gd name="connsiteX31" fmla="*/ 5566450 w 6877537"/>
              <a:gd name="connsiteY31" fmla="*/ 257389 h 3812255"/>
              <a:gd name="connsiteX32" fmla="*/ 5384416 w 6877537"/>
              <a:gd name="connsiteY32" fmla="*/ 333589 h 3812255"/>
              <a:gd name="connsiteX33" fmla="*/ 5265883 w 6877537"/>
              <a:gd name="connsiteY33" fmla="*/ 452121 h 3812255"/>
              <a:gd name="connsiteX34" fmla="*/ 5054216 w 6877537"/>
              <a:gd name="connsiteY34" fmla="*/ 833121 h 3812255"/>
              <a:gd name="connsiteX35" fmla="*/ 4876416 w 6877537"/>
              <a:gd name="connsiteY35" fmla="*/ 985522 h 3812255"/>
              <a:gd name="connsiteX36" fmla="*/ 4464224 w 6877537"/>
              <a:gd name="connsiteY36" fmla="*/ 1018010 h 3812255"/>
              <a:gd name="connsiteX37" fmla="*/ 3795402 w 6877537"/>
              <a:gd name="connsiteY37" fmla="*/ 857442 h 3812255"/>
              <a:gd name="connsiteX38" fmla="*/ 3406591 w 6877537"/>
              <a:gd name="connsiteY38" fmla="*/ 831937 h 3812255"/>
              <a:gd name="connsiteX39" fmla="*/ 2738184 w 6877537"/>
              <a:gd name="connsiteY39" fmla="*/ 1324293 h 3812255"/>
              <a:gd name="connsiteX40" fmla="*/ 2059779 w 6877537"/>
              <a:gd name="connsiteY40" fmla="*/ 1975179 h 3812255"/>
              <a:gd name="connsiteX41" fmla="*/ 1312707 w 6877537"/>
              <a:gd name="connsiteY41" fmla="*/ 2775352 h 3812255"/>
              <a:gd name="connsiteX42" fmla="*/ 587338 w 6877537"/>
              <a:gd name="connsiteY42" fmla="*/ 3749596 h 3812255"/>
              <a:gd name="connsiteX43" fmla="*/ 66233 w 6877537"/>
              <a:gd name="connsiteY43" fmla="*/ 3750846 h 3812255"/>
              <a:gd name="connsiteX44" fmla="*/ 18498 w 6877537"/>
              <a:gd name="connsiteY44" fmla="*/ 3100089 h 3812255"/>
              <a:gd name="connsiteX45" fmla="*/ 32012 w 6877537"/>
              <a:gd name="connsiteY45" fmla="*/ 2361845 h 3812255"/>
              <a:gd name="connsiteX46" fmla="*/ 41993 w 6877537"/>
              <a:gd name="connsiteY46" fmla="*/ 1900625 h 3812255"/>
              <a:gd name="connsiteX0" fmla="*/ 41993 w 6877537"/>
              <a:gd name="connsiteY0" fmla="*/ 1900625 h 3812255"/>
              <a:gd name="connsiteX1" fmla="*/ 133468 w 6877537"/>
              <a:gd name="connsiteY1" fmla="*/ 1661238 h 3812255"/>
              <a:gd name="connsiteX2" fmla="*/ 134003 w 6877537"/>
              <a:gd name="connsiteY2" fmla="*/ 2802810 h 3812255"/>
              <a:gd name="connsiteX3" fmla="*/ 153249 w 6877537"/>
              <a:gd name="connsiteY3" fmla="*/ 3584555 h 3812255"/>
              <a:gd name="connsiteX4" fmla="*/ 615264 w 6877537"/>
              <a:gd name="connsiteY4" fmla="*/ 3573541 h 3812255"/>
              <a:gd name="connsiteX5" fmla="*/ 1115779 w 6877537"/>
              <a:gd name="connsiteY5" fmla="*/ 2846852 h 3812255"/>
              <a:gd name="connsiteX6" fmla="*/ 1933925 w 6877537"/>
              <a:gd name="connsiteY6" fmla="*/ 1955005 h 3812255"/>
              <a:gd name="connsiteX7" fmla="*/ 2569785 w 6877537"/>
              <a:gd name="connsiteY7" fmla="*/ 1341877 h 3812255"/>
              <a:gd name="connsiteX8" fmla="*/ 3415159 w 6877537"/>
              <a:gd name="connsiteY8" fmla="*/ 736610 h 3812255"/>
              <a:gd name="connsiteX9" fmla="*/ 4783283 w 6877537"/>
              <a:gd name="connsiteY9" fmla="*/ 909322 h 3812255"/>
              <a:gd name="connsiteX10" fmla="*/ 5282816 w 6877537"/>
              <a:gd name="connsiteY10" fmla="*/ 274322 h 3812255"/>
              <a:gd name="connsiteX11" fmla="*/ 5847967 w 6877537"/>
              <a:gd name="connsiteY11" fmla="*/ 172768 h 3812255"/>
              <a:gd name="connsiteX12" fmla="*/ 6277650 w 6877537"/>
              <a:gd name="connsiteY12" fmla="*/ 428302 h 3812255"/>
              <a:gd name="connsiteX13" fmla="*/ 6438872 w 6877537"/>
              <a:gd name="connsiteY13" fmla="*/ 623187 h 3812255"/>
              <a:gd name="connsiteX14" fmla="*/ 6591272 w 6877537"/>
              <a:gd name="connsiteY14" fmla="*/ 703089 h 3812255"/>
              <a:gd name="connsiteX15" fmla="*/ 6705572 w 6877537"/>
              <a:gd name="connsiteY15" fmla="*/ 674034 h 3812255"/>
              <a:gd name="connsiteX16" fmla="*/ 6734850 w 6877537"/>
              <a:gd name="connsiteY16" fmla="*/ 529995 h 3812255"/>
              <a:gd name="connsiteX17" fmla="*/ 6705573 w 6877537"/>
              <a:gd name="connsiteY17" fmla="*/ 390745 h 3812255"/>
              <a:gd name="connsiteX18" fmla="*/ 6635724 w 6877537"/>
              <a:gd name="connsiteY18" fmla="*/ 303578 h 3812255"/>
              <a:gd name="connsiteX19" fmla="*/ 6591274 w 6877537"/>
              <a:gd name="connsiteY19" fmla="*/ 194620 h 3812255"/>
              <a:gd name="connsiteX20" fmla="*/ 6572224 w 6877537"/>
              <a:gd name="connsiteY20" fmla="*/ 27550 h 3812255"/>
              <a:gd name="connsiteX21" fmla="*/ 6718273 w 6877537"/>
              <a:gd name="connsiteY21" fmla="*/ 13025 h 3812255"/>
              <a:gd name="connsiteX22" fmla="*/ 6870316 w 6877537"/>
              <a:gd name="connsiteY22" fmla="*/ 26287 h 3812255"/>
              <a:gd name="connsiteX23" fmla="*/ 6851624 w 6877537"/>
              <a:gd name="connsiteY23" fmla="*/ 252730 h 3812255"/>
              <a:gd name="connsiteX24" fmla="*/ 6807174 w 6877537"/>
              <a:gd name="connsiteY24" fmla="*/ 405271 h 3812255"/>
              <a:gd name="connsiteX25" fmla="*/ 6794473 w 6877537"/>
              <a:gd name="connsiteY25" fmla="*/ 659506 h 3812255"/>
              <a:gd name="connsiteX26" fmla="*/ 6718273 w 6877537"/>
              <a:gd name="connsiteY26" fmla="*/ 775729 h 3812255"/>
              <a:gd name="connsiteX27" fmla="*/ 6607850 w 6877537"/>
              <a:gd name="connsiteY27" fmla="*/ 797321 h 3812255"/>
              <a:gd name="connsiteX28" fmla="*/ 6394065 w 6877537"/>
              <a:gd name="connsiteY28" fmla="*/ 712560 h 3812255"/>
              <a:gd name="connsiteX29" fmla="*/ 6127723 w 6877537"/>
              <a:gd name="connsiteY29" fmla="*/ 398005 h 3812255"/>
              <a:gd name="connsiteX30" fmla="*/ 5890300 w 6877537"/>
              <a:gd name="connsiteY30" fmla="*/ 276774 h 3812255"/>
              <a:gd name="connsiteX31" fmla="*/ 5566450 w 6877537"/>
              <a:gd name="connsiteY31" fmla="*/ 257389 h 3812255"/>
              <a:gd name="connsiteX32" fmla="*/ 5384416 w 6877537"/>
              <a:gd name="connsiteY32" fmla="*/ 333589 h 3812255"/>
              <a:gd name="connsiteX33" fmla="*/ 5265883 w 6877537"/>
              <a:gd name="connsiteY33" fmla="*/ 452121 h 3812255"/>
              <a:gd name="connsiteX34" fmla="*/ 5054216 w 6877537"/>
              <a:gd name="connsiteY34" fmla="*/ 833121 h 3812255"/>
              <a:gd name="connsiteX35" fmla="*/ 4876416 w 6877537"/>
              <a:gd name="connsiteY35" fmla="*/ 985522 h 3812255"/>
              <a:gd name="connsiteX36" fmla="*/ 4464224 w 6877537"/>
              <a:gd name="connsiteY36" fmla="*/ 1018010 h 3812255"/>
              <a:gd name="connsiteX37" fmla="*/ 3795402 w 6877537"/>
              <a:gd name="connsiteY37" fmla="*/ 857442 h 3812255"/>
              <a:gd name="connsiteX38" fmla="*/ 3406591 w 6877537"/>
              <a:gd name="connsiteY38" fmla="*/ 831937 h 3812255"/>
              <a:gd name="connsiteX39" fmla="*/ 2738184 w 6877537"/>
              <a:gd name="connsiteY39" fmla="*/ 1324293 h 3812255"/>
              <a:gd name="connsiteX40" fmla="*/ 2059779 w 6877537"/>
              <a:gd name="connsiteY40" fmla="*/ 1975179 h 3812255"/>
              <a:gd name="connsiteX41" fmla="*/ 1312707 w 6877537"/>
              <a:gd name="connsiteY41" fmla="*/ 2775352 h 3812255"/>
              <a:gd name="connsiteX42" fmla="*/ 587338 w 6877537"/>
              <a:gd name="connsiteY42" fmla="*/ 3749596 h 3812255"/>
              <a:gd name="connsiteX43" fmla="*/ 66233 w 6877537"/>
              <a:gd name="connsiteY43" fmla="*/ 3750846 h 3812255"/>
              <a:gd name="connsiteX44" fmla="*/ 18498 w 6877537"/>
              <a:gd name="connsiteY44" fmla="*/ 3100089 h 3812255"/>
              <a:gd name="connsiteX45" fmla="*/ 32012 w 6877537"/>
              <a:gd name="connsiteY45" fmla="*/ 2361845 h 3812255"/>
              <a:gd name="connsiteX46" fmla="*/ 41993 w 6877537"/>
              <a:gd name="connsiteY46" fmla="*/ 1900625 h 3812255"/>
              <a:gd name="connsiteX0" fmla="*/ 33467 w 6869011"/>
              <a:gd name="connsiteY0" fmla="*/ 1900625 h 3812255"/>
              <a:gd name="connsiteX1" fmla="*/ 211569 w 6869011"/>
              <a:gd name="connsiteY1" fmla="*/ 1749322 h 3812255"/>
              <a:gd name="connsiteX2" fmla="*/ 125477 w 6869011"/>
              <a:gd name="connsiteY2" fmla="*/ 2802810 h 3812255"/>
              <a:gd name="connsiteX3" fmla="*/ 144723 w 6869011"/>
              <a:gd name="connsiteY3" fmla="*/ 3584555 h 3812255"/>
              <a:gd name="connsiteX4" fmla="*/ 606738 w 6869011"/>
              <a:gd name="connsiteY4" fmla="*/ 3573541 h 3812255"/>
              <a:gd name="connsiteX5" fmla="*/ 1107253 w 6869011"/>
              <a:gd name="connsiteY5" fmla="*/ 2846852 h 3812255"/>
              <a:gd name="connsiteX6" fmla="*/ 1925399 w 6869011"/>
              <a:gd name="connsiteY6" fmla="*/ 1955005 h 3812255"/>
              <a:gd name="connsiteX7" fmla="*/ 2561259 w 6869011"/>
              <a:gd name="connsiteY7" fmla="*/ 1341877 h 3812255"/>
              <a:gd name="connsiteX8" fmla="*/ 3406633 w 6869011"/>
              <a:gd name="connsiteY8" fmla="*/ 736610 h 3812255"/>
              <a:gd name="connsiteX9" fmla="*/ 4774757 w 6869011"/>
              <a:gd name="connsiteY9" fmla="*/ 909322 h 3812255"/>
              <a:gd name="connsiteX10" fmla="*/ 5274290 w 6869011"/>
              <a:gd name="connsiteY10" fmla="*/ 274322 h 3812255"/>
              <a:gd name="connsiteX11" fmla="*/ 5839441 w 6869011"/>
              <a:gd name="connsiteY11" fmla="*/ 172768 h 3812255"/>
              <a:gd name="connsiteX12" fmla="*/ 6269124 w 6869011"/>
              <a:gd name="connsiteY12" fmla="*/ 428302 h 3812255"/>
              <a:gd name="connsiteX13" fmla="*/ 6430346 w 6869011"/>
              <a:gd name="connsiteY13" fmla="*/ 623187 h 3812255"/>
              <a:gd name="connsiteX14" fmla="*/ 6582746 w 6869011"/>
              <a:gd name="connsiteY14" fmla="*/ 703089 h 3812255"/>
              <a:gd name="connsiteX15" fmla="*/ 6697046 w 6869011"/>
              <a:gd name="connsiteY15" fmla="*/ 674034 h 3812255"/>
              <a:gd name="connsiteX16" fmla="*/ 6726324 w 6869011"/>
              <a:gd name="connsiteY16" fmla="*/ 529995 h 3812255"/>
              <a:gd name="connsiteX17" fmla="*/ 6697047 w 6869011"/>
              <a:gd name="connsiteY17" fmla="*/ 390745 h 3812255"/>
              <a:gd name="connsiteX18" fmla="*/ 6627198 w 6869011"/>
              <a:gd name="connsiteY18" fmla="*/ 303578 h 3812255"/>
              <a:gd name="connsiteX19" fmla="*/ 6582748 w 6869011"/>
              <a:gd name="connsiteY19" fmla="*/ 194620 h 3812255"/>
              <a:gd name="connsiteX20" fmla="*/ 6563698 w 6869011"/>
              <a:gd name="connsiteY20" fmla="*/ 27550 h 3812255"/>
              <a:gd name="connsiteX21" fmla="*/ 6709747 w 6869011"/>
              <a:gd name="connsiteY21" fmla="*/ 13025 h 3812255"/>
              <a:gd name="connsiteX22" fmla="*/ 6861790 w 6869011"/>
              <a:gd name="connsiteY22" fmla="*/ 26287 h 3812255"/>
              <a:gd name="connsiteX23" fmla="*/ 6843098 w 6869011"/>
              <a:gd name="connsiteY23" fmla="*/ 252730 h 3812255"/>
              <a:gd name="connsiteX24" fmla="*/ 6798648 w 6869011"/>
              <a:gd name="connsiteY24" fmla="*/ 405271 h 3812255"/>
              <a:gd name="connsiteX25" fmla="*/ 6785947 w 6869011"/>
              <a:gd name="connsiteY25" fmla="*/ 659506 h 3812255"/>
              <a:gd name="connsiteX26" fmla="*/ 6709747 w 6869011"/>
              <a:gd name="connsiteY26" fmla="*/ 775729 h 3812255"/>
              <a:gd name="connsiteX27" fmla="*/ 6599324 w 6869011"/>
              <a:gd name="connsiteY27" fmla="*/ 797321 h 3812255"/>
              <a:gd name="connsiteX28" fmla="*/ 6385539 w 6869011"/>
              <a:gd name="connsiteY28" fmla="*/ 712560 h 3812255"/>
              <a:gd name="connsiteX29" fmla="*/ 6119197 w 6869011"/>
              <a:gd name="connsiteY29" fmla="*/ 398005 h 3812255"/>
              <a:gd name="connsiteX30" fmla="*/ 5881774 w 6869011"/>
              <a:gd name="connsiteY30" fmla="*/ 276774 h 3812255"/>
              <a:gd name="connsiteX31" fmla="*/ 5557924 w 6869011"/>
              <a:gd name="connsiteY31" fmla="*/ 257389 h 3812255"/>
              <a:gd name="connsiteX32" fmla="*/ 5375890 w 6869011"/>
              <a:gd name="connsiteY32" fmla="*/ 333589 h 3812255"/>
              <a:gd name="connsiteX33" fmla="*/ 5257357 w 6869011"/>
              <a:gd name="connsiteY33" fmla="*/ 452121 h 3812255"/>
              <a:gd name="connsiteX34" fmla="*/ 5045690 w 6869011"/>
              <a:gd name="connsiteY34" fmla="*/ 833121 h 3812255"/>
              <a:gd name="connsiteX35" fmla="*/ 4867890 w 6869011"/>
              <a:gd name="connsiteY35" fmla="*/ 985522 h 3812255"/>
              <a:gd name="connsiteX36" fmla="*/ 4455698 w 6869011"/>
              <a:gd name="connsiteY36" fmla="*/ 1018010 h 3812255"/>
              <a:gd name="connsiteX37" fmla="*/ 3786876 w 6869011"/>
              <a:gd name="connsiteY37" fmla="*/ 857442 h 3812255"/>
              <a:gd name="connsiteX38" fmla="*/ 3398065 w 6869011"/>
              <a:gd name="connsiteY38" fmla="*/ 831937 h 3812255"/>
              <a:gd name="connsiteX39" fmla="*/ 2729658 w 6869011"/>
              <a:gd name="connsiteY39" fmla="*/ 1324293 h 3812255"/>
              <a:gd name="connsiteX40" fmla="*/ 2051253 w 6869011"/>
              <a:gd name="connsiteY40" fmla="*/ 1975179 h 3812255"/>
              <a:gd name="connsiteX41" fmla="*/ 1304181 w 6869011"/>
              <a:gd name="connsiteY41" fmla="*/ 2775352 h 3812255"/>
              <a:gd name="connsiteX42" fmla="*/ 578812 w 6869011"/>
              <a:gd name="connsiteY42" fmla="*/ 3749596 h 3812255"/>
              <a:gd name="connsiteX43" fmla="*/ 57707 w 6869011"/>
              <a:gd name="connsiteY43" fmla="*/ 3750846 h 3812255"/>
              <a:gd name="connsiteX44" fmla="*/ 9972 w 6869011"/>
              <a:gd name="connsiteY44" fmla="*/ 3100089 h 3812255"/>
              <a:gd name="connsiteX45" fmla="*/ 23486 w 6869011"/>
              <a:gd name="connsiteY45" fmla="*/ 2361845 h 3812255"/>
              <a:gd name="connsiteX46" fmla="*/ 33467 w 6869011"/>
              <a:gd name="connsiteY46" fmla="*/ 1900625 h 3812255"/>
              <a:gd name="connsiteX0" fmla="*/ 48430 w 6883974"/>
              <a:gd name="connsiteY0" fmla="*/ 1900625 h 3812255"/>
              <a:gd name="connsiteX1" fmla="*/ 130280 w 6883974"/>
              <a:gd name="connsiteY1" fmla="*/ 1727301 h 3812255"/>
              <a:gd name="connsiteX2" fmla="*/ 140440 w 6883974"/>
              <a:gd name="connsiteY2" fmla="*/ 2802810 h 3812255"/>
              <a:gd name="connsiteX3" fmla="*/ 159686 w 6883974"/>
              <a:gd name="connsiteY3" fmla="*/ 3584555 h 3812255"/>
              <a:gd name="connsiteX4" fmla="*/ 621701 w 6883974"/>
              <a:gd name="connsiteY4" fmla="*/ 3573541 h 3812255"/>
              <a:gd name="connsiteX5" fmla="*/ 1122216 w 6883974"/>
              <a:gd name="connsiteY5" fmla="*/ 2846852 h 3812255"/>
              <a:gd name="connsiteX6" fmla="*/ 1940362 w 6883974"/>
              <a:gd name="connsiteY6" fmla="*/ 1955005 h 3812255"/>
              <a:gd name="connsiteX7" fmla="*/ 2576222 w 6883974"/>
              <a:gd name="connsiteY7" fmla="*/ 1341877 h 3812255"/>
              <a:gd name="connsiteX8" fmla="*/ 3421596 w 6883974"/>
              <a:gd name="connsiteY8" fmla="*/ 736610 h 3812255"/>
              <a:gd name="connsiteX9" fmla="*/ 4789720 w 6883974"/>
              <a:gd name="connsiteY9" fmla="*/ 909322 h 3812255"/>
              <a:gd name="connsiteX10" fmla="*/ 5289253 w 6883974"/>
              <a:gd name="connsiteY10" fmla="*/ 274322 h 3812255"/>
              <a:gd name="connsiteX11" fmla="*/ 5854404 w 6883974"/>
              <a:gd name="connsiteY11" fmla="*/ 172768 h 3812255"/>
              <a:gd name="connsiteX12" fmla="*/ 6284087 w 6883974"/>
              <a:gd name="connsiteY12" fmla="*/ 428302 h 3812255"/>
              <a:gd name="connsiteX13" fmla="*/ 6445309 w 6883974"/>
              <a:gd name="connsiteY13" fmla="*/ 623187 h 3812255"/>
              <a:gd name="connsiteX14" fmla="*/ 6597709 w 6883974"/>
              <a:gd name="connsiteY14" fmla="*/ 703089 h 3812255"/>
              <a:gd name="connsiteX15" fmla="*/ 6712009 w 6883974"/>
              <a:gd name="connsiteY15" fmla="*/ 674034 h 3812255"/>
              <a:gd name="connsiteX16" fmla="*/ 6741287 w 6883974"/>
              <a:gd name="connsiteY16" fmla="*/ 529995 h 3812255"/>
              <a:gd name="connsiteX17" fmla="*/ 6712010 w 6883974"/>
              <a:gd name="connsiteY17" fmla="*/ 390745 h 3812255"/>
              <a:gd name="connsiteX18" fmla="*/ 6642161 w 6883974"/>
              <a:gd name="connsiteY18" fmla="*/ 303578 h 3812255"/>
              <a:gd name="connsiteX19" fmla="*/ 6597711 w 6883974"/>
              <a:gd name="connsiteY19" fmla="*/ 194620 h 3812255"/>
              <a:gd name="connsiteX20" fmla="*/ 6578661 w 6883974"/>
              <a:gd name="connsiteY20" fmla="*/ 27550 h 3812255"/>
              <a:gd name="connsiteX21" fmla="*/ 6724710 w 6883974"/>
              <a:gd name="connsiteY21" fmla="*/ 13025 h 3812255"/>
              <a:gd name="connsiteX22" fmla="*/ 6876753 w 6883974"/>
              <a:gd name="connsiteY22" fmla="*/ 26287 h 3812255"/>
              <a:gd name="connsiteX23" fmla="*/ 6858061 w 6883974"/>
              <a:gd name="connsiteY23" fmla="*/ 252730 h 3812255"/>
              <a:gd name="connsiteX24" fmla="*/ 6813611 w 6883974"/>
              <a:gd name="connsiteY24" fmla="*/ 405271 h 3812255"/>
              <a:gd name="connsiteX25" fmla="*/ 6800910 w 6883974"/>
              <a:gd name="connsiteY25" fmla="*/ 659506 h 3812255"/>
              <a:gd name="connsiteX26" fmla="*/ 6724710 w 6883974"/>
              <a:gd name="connsiteY26" fmla="*/ 775729 h 3812255"/>
              <a:gd name="connsiteX27" fmla="*/ 6614287 w 6883974"/>
              <a:gd name="connsiteY27" fmla="*/ 797321 h 3812255"/>
              <a:gd name="connsiteX28" fmla="*/ 6400502 w 6883974"/>
              <a:gd name="connsiteY28" fmla="*/ 712560 h 3812255"/>
              <a:gd name="connsiteX29" fmla="*/ 6134160 w 6883974"/>
              <a:gd name="connsiteY29" fmla="*/ 398005 h 3812255"/>
              <a:gd name="connsiteX30" fmla="*/ 5896737 w 6883974"/>
              <a:gd name="connsiteY30" fmla="*/ 276774 h 3812255"/>
              <a:gd name="connsiteX31" fmla="*/ 5572887 w 6883974"/>
              <a:gd name="connsiteY31" fmla="*/ 257389 h 3812255"/>
              <a:gd name="connsiteX32" fmla="*/ 5390853 w 6883974"/>
              <a:gd name="connsiteY32" fmla="*/ 333589 h 3812255"/>
              <a:gd name="connsiteX33" fmla="*/ 5272320 w 6883974"/>
              <a:gd name="connsiteY33" fmla="*/ 452121 h 3812255"/>
              <a:gd name="connsiteX34" fmla="*/ 5060653 w 6883974"/>
              <a:gd name="connsiteY34" fmla="*/ 833121 h 3812255"/>
              <a:gd name="connsiteX35" fmla="*/ 4882853 w 6883974"/>
              <a:gd name="connsiteY35" fmla="*/ 985522 h 3812255"/>
              <a:gd name="connsiteX36" fmla="*/ 4470661 w 6883974"/>
              <a:gd name="connsiteY36" fmla="*/ 1018010 h 3812255"/>
              <a:gd name="connsiteX37" fmla="*/ 3801839 w 6883974"/>
              <a:gd name="connsiteY37" fmla="*/ 857442 h 3812255"/>
              <a:gd name="connsiteX38" fmla="*/ 3413028 w 6883974"/>
              <a:gd name="connsiteY38" fmla="*/ 831937 h 3812255"/>
              <a:gd name="connsiteX39" fmla="*/ 2744621 w 6883974"/>
              <a:gd name="connsiteY39" fmla="*/ 1324293 h 3812255"/>
              <a:gd name="connsiteX40" fmla="*/ 2066216 w 6883974"/>
              <a:gd name="connsiteY40" fmla="*/ 1975179 h 3812255"/>
              <a:gd name="connsiteX41" fmla="*/ 1319144 w 6883974"/>
              <a:gd name="connsiteY41" fmla="*/ 2775352 h 3812255"/>
              <a:gd name="connsiteX42" fmla="*/ 593775 w 6883974"/>
              <a:gd name="connsiteY42" fmla="*/ 3749596 h 3812255"/>
              <a:gd name="connsiteX43" fmla="*/ 72670 w 6883974"/>
              <a:gd name="connsiteY43" fmla="*/ 3750846 h 3812255"/>
              <a:gd name="connsiteX44" fmla="*/ 24935 w 6883974"/>
              <a:gd name="connsiteY44" fmla="*/ 3100089 h 3812255"/>
              <a:gd name="connsiteX45" fmla="*/ 38449 w 6883974"/>
              <a:gd name="connsiteY45" fmla="*/ 2361845 h 3812255"/>
              <a:gd name="connsiteX46" fmla="*/ 48430 w 6883974"/>
              <a:gd name="connsiteY46" fmla="*/ 1900625 h 3812255"/>
              <a:gd name="connsiteX0" fmla="*/ 33467 w 6869011"/>
              <a:gd name="connsiteY0" fmla="*/ 1900625 h 3812255"/>
              <a:gd name="connsiteX1" fmla="*/ 115317 w 6869011"/>
              <a:gd name="connsiteY1" fmla="*/ 1727301 h 3812255"/>
              <a:gd name="connsiteX2" fmla="*/ 125477 w 6869011"/>
              <a:gd name="connsiteY2" fmla="*/ 2802810 h 3812255"/>
              <a:gd name="connsiteX3" fmla="*/ 144723 w 6869011"/>
              <a:gd name="connsiteY3" fmla="*/ 3584555 h 3812255"/>
              <a:gd name="connsiteX4" fmla="*/ 606738 w 6869011"/>
              <a:gd name="connsiteY4" fmla="*/ 3573541 h 3812255"/>
              <a:gd name="connsiteX5" fmla="*/ 1107253 w 6869011"/>
              <a:gd name="connsiteY5" fmla="*/ 2846852 h 3812255"/>
              <a:gd name="connsiteX6" fmla="*/ 1925399 w 6869011"/>
              <a:gd name="connsiteY6" fmla="*/ 1955005 h 3812255"/>
              <a:gd name="connsiteX7" fmla="*/ 2561259 w 6869011"/>
              <a:gd name="connsiteY7" fmla="*/ 1341877 h 3812255"/>
              <a:gd name="connsiteX8" fmla="*/ 3406633 w 6869011"/>
              <a:gd name="connsiteY8" fmla="*/ 736610 h 3812255"/>
              <a:gd name="connsiteX9" fmla="*/ 4774757 w 6869011"/>
              <a:gd name="connsiteY9" fmla="*/ 909322 h 3812255"/>
              <a:gd name="connsiteX10" fmla="*/ 5274290 w 6869011"/>
              <a:gd name="connsiteY10" fmla="*/ 274322 h 3812255"/>
              <a:gd name="connsiteX11" fmla="*/ 5839441 w 6869011"/>
              <a:gd name="connsiteY11" fmla="*/ 172768 h 3812255"/>
              <a:gd name="connsiteX12" fmla="*/ 6269124 w 6869011"/>
              <a:gd name="connsiteY12" fmla="*/ 428302 h 3812255"/>
              <a:gd name="connsiteX13" fmla="*/ 6430346 w 6869011"/>
              <a:gd name="connsiteY13" fmla="*/ 623187 h 3812255"/>
              <a:gd name="connsiteX14" fmla="*/ 6582746 w 6869011"/>
              <a:gd name="connsiteY14" fmla="*/ 703089 h 3812255"/>
              <a:gd name="connsiteX15" fmla="*/ 6697046 w 6869011"/>
              <a:gd name="connsiteY15" fmla="*/ 674034 h 3812255"/>
              <a:gd name="connsiteX16" fmla="*/ 6726324 w 6869011"/>
              <a:gd name="connsiteY16" fmla="*/ 529995 h 3812255"/>
              <a:gd name="connsiteX17" fmla="*/ 6697047 w 6869011"/>
              <a:gd name="connsiteY17" fmla="*/ 390745 h 3812255"/>
              <a:gd name="connsiteX18" fmla="*/ 6627198 w 6869011"/>
              <a:gd name="connsiteY18" fmla="*/ 303578 h 3812255"/>
              <a:gd name="connsiteX19" fmla="*/ 6582748 w 6869011"/>
              <a:gd name="connsiteY19" fmla="*/ 194620 h 3812255"/>
              <a:gd name="connsiteX20" fmla="*/ 6563698 w 6869011"/>
              <a:gd name="connsiteY20" fmla="*/ 27550 h 3812255"/>
              <a:gd name="connsiteX21" fmla="*/ 6709747 w 6869011"/>
              <a:gd name="connsiteY21" fmla="*/ 13025 h 3812255"/>
              <a:gd name="connsiteX22" fmla="*/ 6861790 w 6869011"/>
              <a:gd name="connsiteY22" fmla="*/ 26287 h 3812255"/>
              <a:gd name="connsiteX23" fmla="*/ 6843098 w 6869011"/>
              <a:gd name="connsiteY23" fmla="*/ 252730 h 3812255"/>
              <a:gd name="connsiteX24" fmla="*/ 6798648 w 6869011"/>
              <a:gd name="connsiteY24" fmla="*/ 405271 h 3812255"/>
              <a:gd name="connsiteX25" fmla="*/ 6785947 w 6869011"/>
              <a:gd name="connsiteY25" fmla="*/ 659506 h 3812255"/>
              <a:gd name="connsiteX26" fmla="*/ 6709747 w 6869011"/>
              <a:gd name="connsiteY26" fmla="*/ 775729 h 3812255"/>
              <a:gd name="connsiteX27" fmla="*/ 6599324 w 6869011"/>
              <a:gd name="connsiteY27" fmla="*/ 797321 h 3812255"/>
              <a:gd name="connsiteX28" fmla="*/ 6385539 w 6869011"/>
              <a:gd name="connsiteY28" fmla="*/ 712560 h 3812255"/>
              <a:gd name="connsiteX29" fmla="*/ 6119197 w 6869011"/>
              <a:gd name="connsiteY29" fmla="*/ 398005 h 3812255"/>
              <a:gd name="connsiteX30" fmla="*/ 5881774 w 6869011"/>
              <a:gd name="connsiteY30" fmla="*/ 276774 h 3812255"/>
              <a:gd name="connsiteX31" fmla="*/ 5557924 w 6869011"/>
              <a:gd name="connsiteY31" fmla="*/ 257389 h 3812255"/>
              <a:gd name="connsiteX32" fmla="*/ 5375890 w 6869011"/>
              <a:gd name="connsiteY32" fmla="*/ 333589 h 3812255"/>
              <a:gd name="connsiteX33" fmla="*/ 5257357 w 6869011"/>
              <a:gd name="connsiteY33" fmla="*/ 452121 h 3812255"/>
              <a:gd name="connsiteX34" fmla="*/ 5045690 w 6869011"/>
              <a:gd name="connsiteY34" fmla="*/ 833121 h 3812255"/>
              <a:gd name="connsiteX35" fmla="*/ 4867890 w 6869011"/>
              <a:gd name="connsiteY35" fmla="*/ 985522 h 3812255"/>
              <a:gd name="connsiteX36" fmla="*/ 4455698 w 6869011"/>
              <a:gd name="connsiteY36" fmla="*/ 1018010 h 3812255"/>
              <a:gd name="connsiteX37" fmla="*/ 3786876 w 6869011"/>
              <a:gd name="connsiteY37" fmla="*/ 857442 h 3812255"/>
              <a:gd name="connsiteX38" fmla="*/ 3398065 w 6869011"/>
              <a:gd name="connsiteY38" fmla="*/ 831937 h 3812255"/>
              <a:gd name="connsiteX39" fmla="*/ 2729658 w 6869011"/>
              <a:gd name="connsiteY39" fmla="*/ 1324293 h 3812255"/>
              <a:gd name="connsiteX40" fmla="*/ 2051253 w 6869011"/>
              <a:gd name="connsiteY40" fmla="*/ 1975179 h 3812255"/>
              <a:gd name="connsiteX41" fmla="*/ 1304181 w 6869011"/>
              <a:gd name="connsiteY41" fmla="*/ 2775352 h 3812255"/>
              <a:gd name="connsiteX42" fmla="*/ 578812 w 6869011"/>
              <a:gd name="connsiteY42" fmla="*/ 3749596 h 3812255"/>
              <a:gd name="connsiteX43" fmla="*/ 57707 w 6869011"/>
              <a:gd name="connsiteY43" fmla="*/ 3750846 h 3812255"/>
              <a:gd name="connsiteX44" fmla="*/ 9972 w 6869011"/>
              <a:gd name="connsiteY44" fmla="*/ 3100089 h 3812255"/>
              <a:gd name="connsiteX45" fmla="*/ 23486 w 6869011"/>
              <a:gd name="connsiteY45" fmla="*/ 2361845 h 3812255"/>
              <a:gd name="connsiteX46" fmla="*/ 33467 w 6869011"/>
              <a:gd name="connsiteY46" fmla="*/ 1900625 h 3812255"/>
              <a:gd name="connsiteX0" fmla="*/ 4591 w 6869011"/>
              <a:gd name="connsiteY0" fmla="*/ 1878604 h 3812255"/>
              <a:gd name="connsiteX1" fmla="*/ 115317 w 6869011"/>
              <a:gd name="connsiteY1" fmla="*/ 1727301 h 3812255"/>
              <a:gd name="connsiteX2" fmla="*/ 125477 w 6869011"/>
              <a:gd name="connsiteY2" fmla="*/ 2802810 h 3812255"/>
              <a:gd name="connsiteX3" fmla="*/ 144723 w 6869011"/>
              <a:gd name="connsiteY3" fmla="*/ 3584555 h 3812255"/>
              <a:gd name="connsiteX4" fmla="*/ 606738 w 6869011"/>
              <a:gd name="connsiteY4" fmla="*/ 3573541 h 3812255"/>
              <a:gd name="connsiteX5" fmla="*/ 1107253 w 6869011"/>
              <a:gd name="connsiteY5" fmla="*/ 2846852 h 3812255"/>
              <a:gd name="connsiteX6" fmla="*/ 1925399 w 6869011"/>
              <a:gd name="connsiteY6" fmla="*/ 1955005 h 3812255"/>
              <a:gd name="connsiteX7" fmla="*/ 2561259 w 6869011"/>
              <a:gd name="connsiteY7" fmla="*/ 1341877 h 3812255"/>
              <a:gd name="connsiteX8" fmla="*/ 3406633 w 6869011"/>
              <a:gd name="connsiteY8" fmla="*/ 736610 h 3812255"/>
              <a:gd name="connsiteX9" fmla="*/ 4774757 w 6869011"/>
              <a:gd name="connsiteY9" fmla="*/ 909322 h 3812255"/>
              <a:gd name="connsiteX10" fmla="*/ 5274290 w 6869011"/>
              <a:gd name="connsiteY10" fmla="*/ 274322 h 3812255"/>
              <a:gd name="connsiteX11" fmla="*/ 5839441 w 6869011"/>
              <a:gd name="connsiteY11" fmla="*/ 172768 h 3812255"/>
              <a:gd name="connsiteX12" fmla="*/ 6269124 w 6869011"/>
              <a:gd name="connsiteY12" fmla="*/ 428302 h 3812255"/>
              <a:gd name="connsiteX13" fmla="*/ 6430346 w 6869011"/>
              <a:gd name="connsiteY13" fmla="*/ 623187 h 3812255"/>
              <a:gd name="connsiteX14" fmla="*/ 6582746 w 6869011"/>
              <a:gd name="connsiteY14" fmla="*/ 703089 h 3812255"/>
              <a:gd name="connsiteX15" fmla="*/ 6697046 w 6869011"/>
              <a:gd name="connsiteY15" fmla="*/ 674034 h 3812255"/>
              <a:gd name="connsiteX16" fmla="*/ 6726324 w 6869011"/>
              <a:gd name="connsiteY16" fmla="*/ 529995 h 3812255"/>
              <a:gd name="connsiteX17" fmla="*/ 6697047 w 6869011"/>
              <a:gd name="connsiteY17" fmla="*/ 390745 h 3812255"/>
              <a:gd name="connsiteX18" fmla="*/ 6627198 w 6869011"/>
              <a:gd name="connsiteY18" fmla="*/ 303578 h 3812255"/>
              <a:gd name="connsiteX19" fmla="*/ 6582748 w 6869011"/>
              <a:gd name="connsiteY19" fmla="*/ 194620 h 3812255"/>
              <a:gd name="connsiteX20" fmla="*/ 6563698 w 6869011"/>
              <a:gd name="connsiteY20" fmla="*/ 27550 h 3812255"/>
              <a:gd name="connsiteX21" fmla="*/ 6709747 w 6869011"/>
              <a:gd name="connsiteY21" fmla="*/ 13025 h 3812255"/>
              <a:gd name="connsiteX22" fmla="*/ 6861790 w 6869011"/>
              <a:gd name="connsiteY22" fmla="*/ 26287 h 3812255"/>
              <a:gd name="connsiteX23" fmla="*/ 6843098 w 6869011"/>
              <a:gd name="connsiteY23" fmla="*/ 252730 h 3812255"/>
              <a:gd name="connsiteX24" fmla="*/ 6798648 w 6869011"/>
              <a:gd name="connsiteY24" fmla="*/ 405271 h 3812255"/>
              <a:gd name="connsiteX25" fmla="*/ 6785947 w 6869011"/>
              <a:gd name="connsiteY25" fmla="*/ 659506 h 3812255"/>
              <a:gd name="connsiteX26" fmla="*/ 6709747 w 6869011"/>
              <a:gd name="connsiteY26" fmla="*/ 775729 h 3812255"/>
              <a:gd name="connsiteX27" fmla="*/ 6599324 w 6869011"/>
              <a:gd name="connsiteY27" fmla="*/ 797321 h 3812255"/>
              <a:gd name="connsiteX28" fmla="*/ 6385539 w 6869011"/>
              <a:gd name="connsiteY28" fmla="*/ 712560 h 3812255"/>
              <a:gd name="connsiteX29" fmla="*/ 6119197 w 6869011"/>
              <a:gd name="connsiteY29" fmla="*/ 398005 h 3812255"/>
              <a:gd name="connsiteX30" fmla="*/ 5881774 w 6869011"/>
              <a:gd name="connsiteY30" fmla="*/ 276774 h 3812255"/>
              <a:gd name="connsiteX31" fmla="*/ 5557924 w 6869011"/>
              <a:gd name="connsiteY31" fmla="*/ 257389 h 3812255"/>
              <a:gd name="connsiteX32" fmla="*/ 5375890 w 6869011"/>
              <a:gd name="connsiteY32" fmla="*/ 333589 h 3812255"/>
              <a:gd name="connsiteX33" fmla="*/ 5257357 w 6869011"/>
              <a:gd name="connsiteY33" fmla="*/ 452121 h 3812255"/>
              <a:gd name="connsiteX34" fmla="*/ 5045690 w 6869011"/>
              <a:gd name="connsiteY34" fmla="*/ 833121 h 3812255"/>
              <a:gd name="connsiteX35" fmla="*/ 4867890 w 6869011"/>
              <a:gd name="connsiteY35" fmla="*/ 985522 h 3812255"/>
              <a:gd name="connsiteX36" fmla="*/ 4455698 w 6869011"/>
              <a:gd name="connsiteY36" fmla="*/ 1018010 h 3812255"/>
              <a:gd name="connsiteX37" fmla="*/ 3786876 w 6869011"/>
              <a:gd name="connsiteY37" fmla="*/ 857442 h 3812255"/>
              <a:gd name="connsiteX38" fmla="*/ 3398065 w 6869011"/>
              <a:gd name="connsiteY38" fmla="*/ 831937 h 3812255"/>
              <a:gd name="connsiteX39" fmla="*/ 2729658 w 6869011"/>
              <a:gd name="connsiteY39" fmla="*/ 1324293 h 3812255"/>
              <a:gd name="connsiteX40" fmla="*/ 2051253 w 6869011"/>
              <a:gd name="connsiteY40" fmla="*/ 1975179 h 3812255"/>
              <a:gd name="connsiteX41" fmla="*/ 1304181 w 6869011"/>
              <a:gd name="connsiteY41" fmla="*/ 2775352 h 3812255"/>
              <a:gd name="connsiteX42" fmla="*/ 578812 w 6869011"/>
              <a:gd name="connsiteY42" fmla="*/ 3749596 h 3812255"/>
              <a:gd name="connsiteX43" fmla="*/ 57707 w 6869011"/>
              <a:gd name="connsiteY43" fmla="*/ 3750846 h 3812255"/>
              <a:gd name="connsiteX44" fmla="*/ 9972 w 6869011"/>
              <a:gd name="connsiteY44" fmla="*/ 3100089 h 3812255"/>
              <a:gd name="connsiteX45" fmla="*/ 23486 w 6869011"/>
              <a:gd name="connsiteY45" fmla="*/ 2361845 h 3812255"/>
              <a:gd name="connsiteX46" fmla="*/ 4591 w 6869011"/>
              <a:gd name="connsiteY46" fmla="*/ 1878604 h 3812255"/>
              <a:gd name="connsiteX0" fmla="*/ 14216 w 6869011"/>
              <a:gd name="connsiteY0" fmla="*/ 1867593 h 3812255"/>
              <a:gd name="connsiteX1" fmla="*/ 115317 w 6869011"/>
              <a:gd name="connsiteY1" fmla="*/ 1727301 h 3812255"/>
              <a:gd name="connsiteX2" fmla="*/ 125477 w 6869011"/>
              <a:gd name="connsiteY2" fmla="*/ 2802810 h 3812255"/>
              <a:gd name="connsiteX3" fmla="*/ 144723 w 6869011"/>
              <a:gd name="connsiteY3" fmla="*/ 3584555 h 3812255"/>
              <a:gd name="connsiteX4" fmla="*/ 606738 w 6869011"/>
              <a:gd name="connsiteY4" fmla="*/ 3573541 h 3812255"/>
              <a:gd name="connsiteX5" fmla="*/ 1107253 w 6869011"/>
              <a:gd name="connsiteY5" fmla="*/ 2846852 h 3812255"/>
              <a:gd name="connsiteX6" fmla="*/ 1925399 w 6869011"/>
              <a:gd name="connsiteY6" fmla="*/ 1955005 h 3812255"/>
              <a:gd name="connsiteX7" fmla="*/ 2561259 w 6869011"/>
              <a:gd name="connsiteY7" fmla="*/ 1341877 h 3812255"/>
              <a:gd name="connsiteX8" fmla="*/ 3406633 w 6869011"/>
              <a:gd name="connsiteY8" fmla="*/ 736610 h 3812255"/>
              <a:gd name="connsiteX9" fmla="*/ 4774757 w 6869011"/>
              <a:gd name="connsiteY9" fmla="*/ 909322 h 3812255"/>
              <a:gd name="connsiteX10" fmla="*/ 5274290 w 6869011"/>
              <a:gd name="connsiteY10" fmla="*/ 274322 h 3812255"/>
              <a:gd name="connsiteX11" fmla="*/ 5839441 w 6869011"/>
              <a:gd name="connsiteY11" fmla="*/ 172768 h 3812255"/>
              <a:gd name="connsiteX12" fmla="*/ 6269124 w 6869011"/>
              <a:gd name="connsiteY12" fmla="*/ 428302 h 3812255"/>
              <a:gd name="connsiteX13" fmla="*/ 6430346 w 6869011"/>
              <a:gd name="connsiteY13" fmla="*/ 623187 h 3812255"/>
              <a:gd name="connsiteX14" fmla="*/ 6582746 w 6869011"/>
              <a:gd name="connsiteY14" fmla="*/ 703089 h 3812255"/>
              <a:gd name="connsiteX15" fmla="*/ 6697046 w 6869011"/>
              <a:gd name="connsiteY15" fmla="*/ 674034 h 3812255"/>
              <a:gd name="connsiteX16" fmla="*/ 6726324 w 6869011"/>
              <a:gd name="connsiteY16" fmla="*/ 529995 h 3812255"/>
              <a:gd name="connsiteX17" fmla="*/ 6697047 w 6869011"/>
              <a:gd name="connsiteY17" fmla="*/ 390745 h 3812255"/>
              <a:gd name="connsiteX18" fmla="*/ 6627198 w 6869011"/>
              <a:gd name="connsiteY18" fmla="*/ 303578 h 3812255"/>
              <a:gd name="connsiteX19" fmla="*/ 6582748 w 6869011"/>
              <a:gd name="connsiteY19" fmla="*/ 194620 h 3812255"/>
              <a:gd name="connsiteX20" fmla="*/ 6563698 w 6869011"/>
              <a:gd name="connsiteY20" fmla="*/ 27550 h 3812255"/>
              <a:gd name="connsiteX21" fmla="*/ 6709747 w 6869011"/>
              <a:gd name="connsiteY21" fmla="*/ 13025 h 3812255"/>
              <a:gd name="connsiteX22" fmla="*/ 6861790 w 6869011"/>
              <a:gd name="connsiteY22" fmla="*/ 26287 h 3812255"/>
              <a:gd name="connsiteX23" fmla="*/ 6843098 w 6869011"/>
              <a:gd name="connsiteY23" fmla="*/ 252730 h 3812255"/>
              <a:gd name="connsiteX24" fmla="*/ 6798648 w 6869011"/>
              <a:gd name="connsiteY24" fmla="*/ 405271 h 3812255"/>
              <a:gd name="connsiteX25" fmla="*/ 6785947 w 6869011"/>
              <a:gd name="connsiteY25" fmla="*/ 659506 h 3812255"/>
              <a:gd name="connsiteX26" fmla="*/ 6709747 w 6869011"/>
              <a:gd name="connsiteY26" fmla="*/ 775729 h 3812255"/>
              <a:gd name="connsiteX27" fmla="*/ 6599324 w 6869011"/>
              <a:gd name="connsiteY27" fmla="*/ 797321 h 3812255"/>
              <a:gd name="connsiteX28" fmla="*/ 6385539 w 6869011"/>
              <a:gd name="connsiteY28" fmla="*/ 712560 h 3812255"/>
              <a:gd name="connsiteX29" fmla="*/ 6119197 w 6869011"/>
              <a:gd name="connsiteY29" fmla="*/ 398005 h 3812255"/>
              <a:gd name="connsiteX30" fmla="*/ 5881774 w 6869011"/>
              <a:gd name="connsiteY30" fmla="*/ 276774 h 3812255"/>
              <a:gd name="connsiteX31" fmla="*/ 5557924 w 6869011"/>
              <a:gd name="connsiteY31" fmla="*/ 257389 h 3812255"/>
              <a:gd name="connsiteX32" fmla="*/ 5375890 w 6869011"/>
              <a:gd name="connsiteY32" fmla="*/ 333589 h 3812255"/>
              <a:gd name="connsiteX33" fmla="*/ 5257357 w 6869011"/>
              <a:gd name="connsiteY33" fmla="*/ 452121 h 3812255"/>
              <a:gd name="connsiteX34" fmla="*/ 5045690 w 6869011"/>
              <a:gd name="connsiteY34" fmla="*/ 833121 h 3812255"/>
              <a:gd name="connsiteX35" fmla="*/ 4867890 w 6869011"/>
              <a:gd name="connsiteY35" fmla="*/ 985522 h 3812255"/>
              <a:gd name="connsiteX36" fmla="*/ 4455698 w 6869011"/>
              <a:gd name="connsiteY36" fmla="*/ 1018010 h 3812255"/>
              <a:gd name="connsiteX37" fmla="*/ 3786876 w 6869011"/>
              <a:gd name="connsiteY37" fmla="*/ 857442 h 3812255"/>
              <a:gd name="connsiteX38" fmla="*/ 3398065 w 6869011"/>
              <a:gd name="connsiteY38" fmla="*/ 831937 h 3812255"/>
              <a:gd name="connsiteX39" fmla="*/ 2729658 w 6869011"/>
              <a:gd name="connsiteY39" fmla="*/ 1324293 h 3812255"/>
              <a:gd name="connsiteX40" fmla="*/ 2051253 w 6869011"/>
              <a:gd name="connsiteY40" fmla="*/ 1975179 h 3812255"/>
              <a:gd name="connsiteX41" fmla="*/ 1304181 w 6869011"/>
              <a:gd name="connsiteY41" fmla="*/ 2775352 h 3812255"/>
              <a:gd name="connsiteX42" fmla="*/ 578812 w 6869011"/>
              <a:gd name="connsiteY42" fmla="*/ 3749596 h 3812255"/>
              <a:gd name="connsiteX43" fmla="*/ 57707 w 6869011"/>
              <a:gd name="connsiteY43" fmla="*/ 3750846 h 3812255"/>
              <a:gd name="connsiteX44" fmla="*/ 9972 w 6869011"/>
              <a:gd name="connsiteY44" fmla="*/ 3100089 h 3812255"/>
              <a:gd name="connsiteX45" fmla="*/ 23486 w 6869011"/>
              <a:gd name="connsiteY45" fmla="*/ 2361845 h 3812255"/>
              <a:gd name="connsiteX46" fmla="*/ 14216 w 6869011"/>
              <a:gd name="connsiteY46" fmla="*/ 1867593 h 3812255"/>
              <a:gd name="connsiteX0" fmla="*/ 14216 w 6869011"/>
              <a:gd name="connsiteY0" fmla="*/ 1867593 h 3812255"/>
              <a:gd name="connsiteX1" fmla="*/ 115317 w 6869011"/>
              <a:gd name="connsiteY1" fmla="*/ 1727301 h 3812255"/>
              <a:gd name="connsiteX2" fmla="*/ 125477 w 6869011"/>
              <a:gd name="connsiteY2" fmla="*/ 2802810 h 3812255"/>
              <a:gd name="connsiteX3" fmla="*/ 144723 w 6869011"/>
              <a:gd name="connsiteY3" fmla="*/ 3584555 h 3812255"/>
              <a:gd name="connsiteX4" fmla="*/ 606738 w 6869011"/>
              <a:gd name="connsiteY4" fmla="*/ 3573541 h 3812255"/>
              <a:gd name="connsiteX5" fmla="*/ 1107253 w 6869011"/>
              <a:gd name="connsiteY5" fmla="*/ 2846852 h 3812255"/>
              <a:gd name="connsiteX6" fmla="*/ 1925399 w 6869011"/>
              <a:gd name="connsiteY6" fmla="*/ 1955005 h 3812255"/>
              <a:gd name="connsiteX7" fmla="*/ 2561259 w 6869011"/>
              <a:gd name="connsiteY7" fmla="*/ 1341877 h 3812255"/>
              <a:gd name="connsiteX8" fmla="*/ 3406633 w 6869011"/>
              <a:gd name="connsiteY8" fmla="*/ 736610 h 3812255"/>
              <a:gd name="connsiteX9" fmla="*/ 4774757 w 6869011"/>
              <a:gd name="connsiteY9" fmla="*/ 909322 h 3812255"/>
              <a:gd name="connsiteX10" fmla="*/ 5274290 w 6869011"/>
              <a:gd name="connsiteY10" fmla="*/ 274322 h 3812255"/>
              <a:gd name="connsiteX11" fmla="*/ 5839441 w 6869011"/>
              <a:gd name="connsiteY11" fmla="*/ 172768 h 3812255"/>
              <a:gd name="connsiteX12" fmla="*/ 6269124 w 6869011"/>
              <a:gd name="connsiteY12" fmla="*/ 428302 h 3812255"/>
              <a:gd name="connsiteX13" fmla="*/ 6430346 w 6869011"/>
              <a:gd name="connsiteY13" fmla="*/ 623187 h 3812255"/>
              <a:gd name="connsiteX14" fmla="*/ 6582746 w 6869011"/>
              <a:gd name="connsiteY14" fmla="*/ 703089 h 3812255"/>
              <a:gd name="connsiteX15" fmla="*/ 6697046 w 6869011"/>
              <a:gd name="connsiteY15" fmla="*/ 674034 h 3812255"/>
              <a:gd name="connsiteX16" fmla="*/ 6726324 w 6869011"/>
              <a:gd name="connsiteY16" fmla="*/ 529995 h 3812255"/>
              <a:gd name="connsiteX17" fmla="*/ 6697047 w 6869011"/>
              <a:gd name="connsiteY17" fmla="*/ 390745 h 3812255"/>
              <a:gd name="connsiteX18" fmla="*/ 6627198 w 6869011"/>
              <a:gd name="connsiteY18" fmla="*/ 303578 h 3812255"/>
              <a:gd name="connsiteX19" fmla="*/ 6582748 w 6869011"/>
              <a:gd name="connsiteY19" fmla="*/ 194620 h 3812255"/>
              <a:gd name="connsiteX20" fmla="*/ 6563698 w 6869011"/>
              <a:gd name="connsiteY20" fmla="*/ 27550 h 3812255"/>
              <a:gd name="connsiteX21" fmla="*/ 6709747 w 6869011"/>
              <a:gd name="connsiteY21" fmla="*/ 13025 h 3812255"/>
              <a:gd name="connsiteX22" fmla="*/ 6861790 w 6869011"/>
              <a:gd name="connsiteY22" fmla="*/ 26287 h 3812255"/>
              <a:gd name="connsiteX23" fmla="*/ 6843098 w 6869011"/>
              <a:gd name="connsiteY23" fmla="*/ 252730 h 3812255"/>
              <a:gd name="connsiteX24" fmla="*/ 6798648 w 6869011"/>
              <a:gd name="connsiteY24" fmla="*/ 405271 h 3812255"/>
              <a:gd name="connsiteX25" fmla="*/ 6785947 w 6869011"/>
              <a:gd name="connsiteY25" fmla="*/ 659506 h 3812255"/>
              <a:gd name="connsiteX26" fmla="*/ 6709747 w 6869011"/>
              <a:gd name="connsiteY26" fmla="*/ 775729 h 3812255"/>
              <a:gd name="connsiteX27" fmla="*/ 6599324 w 6869011"/>
              <a:gd name="connsiteY27" fmla="*/ 797321 h 3812255"/>
              <a:gd name="connsiteX28" fmla="*/ 6385539 w 6869011"/>
              <a:gd name="connsiteY28" fmla="*/ 712560 h 3812255"/>
              <a:gd name="connsiteX29" fmla="*/ 6119197 w 6869011"/>
              <a:gd name="connsiteY29" fmla="*/ 398005 h 3812255"/>
              <a:gd name="connsiteX30" fmla="*/ 5881774 w 6869011"/>
              <a:gd name="connsiteY30" fmla="*/ 276774 h 3812255"/>
              <a:gd name="connsiteX31" fmla="*/ 5557924 w 6869011"/>
              <a:gd name="connsiteY31" fmla="*/ 257389 h 3812255"/>
              <a:gd name="connsiteX32" fmla="*/ 5375890 w 6869011"/>
              <a:gd name="connsiteY32" fmla="*/ 333589 h 3812255"/>
              <a:gd name="connsiteX33" fmla="*/ 5257357 w 6869011"/>
              <a:gd name="connsiteY33" fmla="*/ 452121 h 3812255"/>
              <a:gd name="connsiteX34" fmla="*/ 5045690 w 6869011"/>
              <a:gd name="connsiteY34" fmla="*/ 833121 h 3812255"/>
              <a:gd name="connsiteX35" fmla="*/ 4867890 w 6869011"/>
              <a:gd name="connsiteY35" fmla="*/ 985522 h 3812255"/>
              <a:gd name="connsiteX36" fmla="*/ 4455698 w 6869011"/>
              <a:gd name="connsiteY36" fmla="*/ 1018010 h 3812255"/>
              <a:gd name="connsiteX37" fmla="*/ 3786876 w 6869011"/>
              <a:gd name="connsiteY37" fmla="*/ 857442 h 3812255"/>
              <a:gd name="connsiteX38" fmla="*/ 3398065 w 6869011"/>
              <a:gd name="connsiteY38" fmla="*/ 831937 h 3812255"/>
              <a:gd name="connsiteX39" fmla="*/ 2729658 w 6869011"/>
              <a:gd name="connsiteY39" fmla="*/ 1324293 h 3812255"/>
              <a:gd name="connsiteX40" fmla="*/ 2051253 w 6869011"/>
              <a:gd name="connsiteY40" fmla="*/ 1975179 h 3812255"/>
              <a:gd name="connsiteX41" fmla="*/ 1304181 w 6869011"/>
              <a:gd name="connsiteY41" fmla="*/ 2775352 h 3812255"/>
              <a:gd name="connsiteX42" fmla="*/ 578812 w 6869011"/>
              <a:gd name="connsiteY42" fmla="*/ 3749596 h 3812255"/>
              <a:gd name="connsiteX43" fmla="*/ 57707 w 6869011"/>
              <a:gd name="connsiteY43" fmla="*/ 3750846 h 3812255"/>
              <a:gd name="connsiteX44" fmla="*/ 9972 w 6869011"/>
              <a:gd name="connsiteY44" fmla="*/ 3100089 h 3812255"/>
              <a:gd name="connsiteX45" fmla="*/ 13326 w 6869011"/>
              <a:gd name="connsiteY45" fmla="*/ 2338601 h 3812255"/>
              <a:gd name="connsiteX46" fmla="*/ 14216 w 6869011"/>
              <a:gd name="connsiteY46" fmla="*/ 1867593 h 3812255"/>
              <a:gd name="connsiteX0" fmla="*/ 14216 w 6869011"/>
              <a:gd name="connsiteY0" fmla="*/ 1867593 h 3812255"/>
              <a:gd name="connsiteX1" fmla="*/ 115317 w 6869011"/>
              <a:gd name="connsiteY1" fmla="*/ 1727301 h 3812255"/>
              <a:gd name="connsiteX2" fmla="*/ 125477 w 6869011"/>
              <a:gd name="connsiteY2" fmla="*/ 2802810 h 3812255"/>
              <a:gd name="connsiteX3" fmla="*/ 144723 w 6869011"/>
              <a:gd name="connsiteY3" fmla="*/ 3584555 h 3812255"/>
              <a:gd name="connsiteX4" fmla="*/ 606738 w 6869011"/>
              <a:gd name="connsiteY4" fmla="*/ 3573541 h 3812255"/>
              <a:gd name="connsiteX5" fmla="*/ 1107253 w 6869011"/>
              <a:gd name="connsiteY5" fmla="*/ 2846852 h 3812255"/>
              <a:gd name="connsiteX6" fmla="*/ 1925399 w 6869011"/>
              <a:gd name="connsiteY6" fmla="*/ 1955005 h 3812255"/>
              <a:gd name="connsiteX7" fmla="*/ 2561259 w 6869011"/>
              <a:gd name="connsiteY7" fmla="*/ 1341877 h 3812255"/>
              <a:gd name="connsiteX8" fmla="*/ 3406633 w 6869011"/>
              <a:gd name="connsiteY8" fmla="*/ 736610 h 3812255"/>
              <a:gd name="connsiteX9" fmla="*/ 4774757 w 6869011"/>
              <a:gd name="connsiteY9" fmla="*/ 909322 h 3812255"/>
              <a:gd name="connsiteX10" fmla="*/ 5274290 w 6869011"/>
              <a:gd name="connsiteY10" fmla="*/ 274322 h 3812255"/>
              <a:gd name="connsiteX11" fmla="*/ 5839441 w 6869011"/>
              <a:gd name="connsiteY11" fmla="*/ 172768 h 3812255"/>
              <a:gd name="connsiteX12" fmla="*/ 6269124 w 6869011"/>
              <a:gd name="connsiteY12" fmla="*/ 428302 h 3812255"/>
              <a:gd name="connsiteX13" fmla="*/ 6430346 w 6869011"/>
              <a:gd name="connsiteY13" fmla="*/ 623187 h 3812255"/>
              <a:gd name="connsiteX14" fmla="*/ 6582746 w 6869011"/>
              <a:gd name="connsiteY14" fmla="*/ 703089 h 3812255"/>
              <a:gd name="connsiteX15" fmla="*/ 6697046 w 6869011"/>
              <a:gd name="connsiteY15" fmla="*/ 674034 h 3812255"/>
              <a:gd name="connsiteX16" fmla="*/ 6726324 w 6869011"/>
              <a:gd name="connsiteY16" fmla="*/ 529995 h 3812255"/>
              <a:gd name="connsiteX17" fmla="*/ 6697047 w 6869011"/>
              <a:gd name="connsiteY17" fmla="*/ 390745 h 3812255"/>
              <a:gd name="connsiteX18" fmla="*/ 6627198 w 6869011"/>
              <a:gd name="connsiteY18" fmla="*/ 303578 h 3812255"/>
              <a:gd name="connsiteX19" fmla="*/ 6582748 w 6869011"/>
              <a:gd name="connsiteY19" fmla="*/ 194620 h 3812255"/>
              <a:gd name="connsiteX20" fmla="*/ 6563698 w 6869011"/>
              <a:gd name="connsiteY20" fmla="*/ 27550 h 3812255"/>
              <a:gd name="connsiteX21" fmla="*/ 6709747 w 6869011"/>
              <a:gd name="connsiteY21" fmla="*/ 13025 h 3812255"/>
              <a:gd name="connsiteX22" fmla="*/ 6861790 w 6869011"/>
              <a:gd name="connsiteY22" fmla="*/ 26287 h 3812255"/>
              <a:gd name="connsiteX23" fmla="*/ 6843098 w 6869011"/>
              <a:gd name="connsiteY23" fmla="*/ 252730 h 3812255"/>
              <a:gd name="connsiteX24" fmla="*/ 6798648 w 6869011"/>
              <a:gd name="connsiteY24" fmla="*/ 405271 h 3812255"/>
              <a:gd name="connsiteX25" fmla="*/ 6785947 w 6869011"/>
              <a:gd name="connsiteY25" fmla="*/ 659506 h 3812255"/>
              <a:gd name="connsiteX26" fmla="*/ 6709747 w 6869011"/>
              <a:gd name="connsiteY26" fmla="*/ 775729 h 3812255"/>
              <a:gd name="connsiteX27" fmla="*/ 6599324 w 6869011"/>
              <a:gd name="connsiteY27" fmla="*/ 797321 h 3812255"/>
              <a:gd name="connsiteX28" fmla="*/ 6385539 w 6869011"/>
              <a:gd name="connsiteY28" fmla="*/ 712560 h 3812255"/>
              <a:gd name="connsiteX29" fmla="*/ 6119197 w 6869011"/>
              <a:gd name="connsiteY29" fmla="*/ 398005 h 3812255"/>
              <a:gd name="connsiteX30" fmla="*/ 5881774 w 6869011"/>
              <a:gd name="connsiteY30" fmla="*/ 276774 h 3812255"/>
              <a:gd name="connsiteX31" fmla="*/ 5557924 w 6869011"/>
              <a:gd name="connsiteY31" fmla="*/ 257389 h 3812255"/>
              <a:gd name="connsiteX32" fmla="*/ 5375890 w 6869011"/>
              <a:gd name="connsiteY32" fmla="*/ 333589 h 3812255"/>
              <a:gd name="connsiteX33" fmla="*/ 5257357 w 6869011"/>
              <a:gd name="connsiteY33" fmla="*/ 452121 h 3812255"/>
              <a:gd name="connsiteX34" fmla="*/ 5045690 w 6869011"/>
              <a:gd name="connsiteY34" fmla="*/ 833121 h 3812255"/>
              <a:gd name="connsiteX35" fmla="*/ 4867890 w 6869011"/>
              <a:gd name="connsiteY35" fmla="*/ 985522 h 3812255"/>
              <a:gd name="connsiteX36" fmla="*/ 4455698 w 6869011"/>
              <a:gd name="connsiteY36" fmla="*/ 1018010 h 3812255"/>
              <a:gd name="connsiteX37" fmla="*/ 3786876 w 6869011"/>
              <a:gd name="connsiteY37" fmla="*/ 857442 h 3812255"/>
              <a:gd name="connsiteX38" fmla="*/ 3398065 w 6869011"/>
              <a:gd name="connsiteY38" fmla="*/ 831937 h 3812255"/>
              <a:gd name="connsiteX39" fmla="*/ 2729658 w 6869011"/>
              <a:gd name="connsiteY39" fmla="*/ 1324293 h 3812255"/>
              <a:gd name="connsiteX40" fmla="*/ 2051253 w 6869011"/>
              <a:gd name="connsiteY40" fmla="*/ 1975179 h 3812255"/>
              <a:gd name="connsiteX41" fmla="*/ 1304181 w 6869011"/>
              <a:gd name="connsiteY41" fmla="*/ 2775352 h 3812255"/>
              <a:gd name="connsiteX42" fmla="*/ 578812 w 6869011"/>
              <a:gd name="connsiteY42" fmla="*/ 3749596 h 3812255"/>
              <a:gd name="connsiteX43" fmla="*/ 57707 w 6869011"/>
              <a:gd name="connsiteY43" fmla="*/ 3750846 h 3812255"/>
              <a:gd name="connsiteX44" fmla="*/ 9972 w 6869011"/>
              <a:gd name="connsiteY44" fmla="*/ 3100089 h 3812255"/>
              <a:gd name="connsiteX45" fmla="*/ 33646 w 6869011"/>
              <a:gd name="connsiteY45" fmla="*/ 2344412 h 3812255"/>
              <a:gd name="connsiteX46" fmla="*/ 14216 w 6869011"/>
              <a:gd name="connsiteY46" fmla="*/ 1867593 h 3812255"/>
              <a:gd name="connsiteX0" fmla="*/ 14216 w 6869011"/>
              <a:gd name="connsiteY0" fmla="*/ 1867593 h 3812255"/>
              <a:gd name="connsiteX1" fmla="*/ 115317 w 6869011"/>
              <a:gd name="connsiteY1" fmla="*/ 1727301 h 3812255"/>
              <a:gd name="connsiteX2" fmla="*/ 125477 w 6869011"/>
              <a:gd name="connsiteY2" fmla="*/ 2802810 h 3812255"/>
              <a:gd name="connsiteX3" fmla="*/ 144723 w 6869011"/>
              <a:gd name="connsiteY3" fmla="*/ 3584555 h 3812255"/>
              <a:gd name="connsiteX4" fmla="*/ 606738 w 6869011"/>
              <a:gd name="connsiteY4" fmla="*/ 3573541 h 3812255"/>
              <a:gd name="connsiteX5" fmla="*/ 1107253 w 6869011"/>
              <a:gd name="connsiteY5" fmla="*/ 2846852 h 3812255"/>
              <a:gd name="connsiteX6" fmla="*/ 1925399 w 6869011"/>
              <a:gd name="connsiteY6" fmla="*/ 1955005 h 3812255"/>
              <a:gd name="connsiteX7" fmla="*/ 2561259 w 6869011"/>
              <a:gd name="connsiteY7" fmla="*/ 1341877 h 3812255"/>
              <a:gd name="connsiteX8" fmla="*/ 3406633 w 6869011"/>
              <a:gd name="connsiteY8" fmla="*/ 736610 h 3812255"/>
              <a:gd name="connsiteX9" fmla="*/ 4774757 w 6869011"/>
              <a:gd name="connsiteY9" fmla="*/ 909322 h 3812255"/>
              <a:gd name="connsiteX10" fmla="*/ 5274290 w 6869011"/>
              <a:gd name="connsiteY10" fmla="*/ 274322 h 3812255"/>
              <a:gd name="connsiteX11" fmla="*/ 5839441 w 6869011"/>
              <a:gd name="connsiteY11" fmla="*/ 172768 h 3812255"/>
              <a:gd name="connsiteX12" fmla="*/ 6269124 w 6869011"/>
              <a:gd name="connsiteY12" fmla="*/ 428302 h 3812255"/>
              <a:gd name="connsiteX13" fmla="*/ 6430346 w 6869011"/>
              <a:gd name="connsiteY13" fmla="*/ 623187 h 3812255"/>
              <a:gd name="connsiteX14" fmla="*/ 6582746 w 6869011"/>
              <a:gd name="connsiteY14" fmla="*/ 703089 h 3812255"/>
              <a:gd name="connsiteX15" fmla="*/ 6697046 w 6869011"/>
              <a:gd name="connsiteY15" fmla="*/ 674034 h 3812255"/>
              <a:gd name="connsiteX16" fmla="*/ 6726324 w 6869011"/>
              <a:gd name="connsiteY16" fmla="*/ 529995 h 3812255"/>
              <a:gd name="connsiteX17" fmla="*/ 6697047 w 6869011"/>
              <a:gd name="connsiteY17" fmla="*/ 390745 h 3812255"/>
              <a:gd name="connsiteX18" fmla="*/ 6627198 w 6869011"/>
              <a:gd name="connsiteY18" fmla="*/ 303578 h 3812255"/>
              <a:gd name="connsiteX19" fmla="*/ 6582748 w 6869011"/>
              <a:gd name="connsiteY19" fmla="*/ 194620 h 3812255"/>
              <a:gd name="connsiteX20" fmla="*/ 6563698 w 6869011"/>
              <a:gd name="connsiteY20" fmla="*/ 27550 h 3812255"/>
              <a:gd name="connsiteX21" fmla="*/ 6709747 w 6869011"/>
              <a:gd name="connsiteY21" fmla="*/ 13025 h 3812255"/>
              <a:gd name="connsiteX22" fmla="*/ 6861790 w 6869011"/>
              <a:gd name="connsiteY22" fmla="*/ 26287 h 3812255"/>
              <a:gd name="connsiteX23" fmla="*/ 6843098 w 6869011"/>
              <a:gd name="connsiteY23" fmla="*/ 252730 h 3812255"/>
              <a:gd name="connsiteX24" fmla="*/ 6798648 w 6869011"/>
              <a:gd name="connsiteY24" fmla="*/ 405271 h 3812255"/>
              <a:gd name="connsiteX25" fmla="*/ 6785947 w 6869011"/>
              <a:gd name="connsiteY25" fmla="*/ 659506 h 3812255"/>
              <a:gd name="connsiteX26" fmla="*/ 6709747 w 6869011"/>
              <a:gd name="connsiteY26" fmla="*/ 775729 h 3812255"/>
              <a:gd name="connsiteX27" fmla="*/ 6599324 w 6869011"/>
              <a:gd name="connsiteY27" fmla="*/ 797321 h 3812255"/>
              <a:gd name="connsiteX28" fmla="*/ 6385539 w 6869011"/>
              <a:gd name="connsiteY28" fmla="*/ 712560 h 3812255"/>
              <a:gd name="connsiteX29" fmla="*/ 6119197 w 6869011"/>
              <a:gd name="connsiteY29" fmla="*/ 398005 h 3812255"/>
              <a:gd name="connsiteX30" fmla="*/ 5881774 w 6869011"/>
              <a:gd name="connsiteY30" fmla="*/ 276774 h 3812255"/>
              <a:gd name="connsiteX31" fmla="*/ 5557924 w 6869011"/>
              <a:gd name="connsiteY31" fmla="*/ 257389 h 3812255"/>
              <a:gd name="connsiteX32" fmla="*/ 5375890 w 6869011"/>
              <a:gd name="connsiteY32" fmla="*/ 333589 h 3812255"/>
              <a:gd name="connsiteX33" fmla="*/ 5257357 w 6869011"/>
              <a:gd name="connsiteY33" fmla="*/ 452121 h 3812255"/>
              <a:gd name="connsiteX34" fmla="*/ 5045690 w 6869011"/>
              <a:gd name="connsiteY34" fmla="*/ 833121 h 3812255"/>
              <a:gd name="connsiteX35" fmla="*/ 4867890 w 6869011"/>
              <a:gd name="connsiteY35" fmla="*/ 985522 h 3812255"/>
              <a:gd name="connsiteX36" fmla="*/ 4455698 w 6869011"/>
              <a:gd name="connsiteY36" fmla="*/ 1018010 h 3812255"/>
              <a:gd name="connsiteX37" fmla="*/ 3786876 w 6869011"/>
              <a:gd name="connsiteY37" fmla="*/ 857442 h 3812255"/>
              <a:gd name="connsiteX38" fmla="*/ 3398065 w 6869011"/>
              <a:gd name="connsiteY38" fmla="*/ 831937 h 3812255"/>
              <a:gd name="connsiteX39" fmla="*/ 2729658 w 6869011"/>
              <a:gd name="connsiteY39" fmla="*/ 1324293 h 3812255"/>
              <a:gd name="connsiteX40" fmla="*/ 2051253 w 6869011"/>
              <a:gd name="connsiteY40" fmla="*/ 1975179 h 3812255"/>
              <a:gd name="connsiteX41" fmla="*/ 1304181 w 6869011"/>
              <a:gd name="connsiteY41" fmla="*/ 2775352 h 3812255"/>
              <a:gd name="connsiteX42" fmla="*/ 578812 w 6869011"/>
              <a:gd name="connsiteY42" fmla="*/ 3749596 h 3812255"/>
              <a:gd name="connsiteX43" fmla="*/ 57707 w 6869011"/>
              <a:gd name="connsiteY43" fmla="*/ 3750846 h 3812255"/>
              <a:gd name="connsiteX44" fmla="*/ 9972 w 6869011"/>
              <a:gd name="connsiteY44" fmla="*/ 3100089 h 3812255"/>
              <a:gd name="connsiteX45" fmla="*/ 33646 w 6869011"/>
              <a:gd name="connsiteY45" fmla="*/ 2344412 h 3812255"/>
              <a:gd name="connsiteX46" fmla="*/ 14216 w 6869011"/>
              <a:gd name="connsiteY46" fmla="*/ 1867593 h 3812255"/>
              <a:gd name="connsiteX0" fmla="*/ 10223 w 6865018"/>
              <a:gd name="connsiteY0" fmla="*/ 1867593 h 3812255"/>
              <a:gd name="connsiteX1" fmla="*/ 111324 w 6865018"/>
              <a:gd name="connsiteY1" fmla="*/ 1727301 h 3812255"/>
              <a:gd name="connsiteX2" fmla="*/ 121484 w 6865018"/>
              <a:gd name="connsiteY2" fmla="*/ 2802810 h 3812255"/>
              <a:gd name="connsiteX3" fmla="*/ 140730 w 6865018"/>
              <a:gd name="connsiteY3" fmla="*/ 3584555 h 3812255"/>
              <a:gd name="connsiteX4" fmla="*/ 602745 w 6865018"/>
              <a:gd name="connsiteY4" fmla="*/ 3573541 h 3812255"/>
              <a:gd name="connsiteX5" fmla="*/ 1103260 w 6865018"/>
              <a:gd name="connsiteY5" fmla="*/ 2846852 h 3812255"/>
              <a:gd name="connsiteX6" fmla="*/ 1921406 w 6865018"/>
              <a:gd name="connsiteY6" fmla="*/ 1955005 h 3812255"/>
              <a:gd name="connsiteX7" fmla="*/ 2557266 w 6865018"/>
              <a:gd name="connsiteY7" fmla="*/ 1341877 h 3812255"/>
              <a:gd name="connsiteX8" fmla="*/ 3402640 w 6865018"/>
              <a:gd name="connsiteY8" fmla="*/ 736610 h 3812255"/>
              <a:gd name="connsiteX9" fmla="*/ 4770764 w 6865018"/>
              <a:gd name="connsiteY9" fmla="*/ 909322 h 3812255"/>
              <a:gd name="connsiteX10" fmla="*/ 5270297 w 6865018"/>
              <a:gd name="connsiteY10" fmla="*/ 274322 h 3812255"/>
              <a:gd name="connsiteX11" fmla="*/ 5835448 w 6865018"/>
              <a:gd name="connsiteY11" fmla="*/ 172768 h 3812255"/>
              <a:gd name="connsiteX12" fmla="*/ 6265131 w 6865018"/>
              <a:gd name="connsiteY12" fmla="*/ 428302 h 3812255"/>
              <a:gd name="connsiteX13" fmla="*/ 6426353 w 6865018"/>
              <a:gd name="connsiteY13" fmla="*/ 623187 h 3812255"/>
              <a:gd name="connsiteX14" fmla="*/ 6578753 w 6865018"/>
              <a:gd name="connsiteY14" fmla="*/ 703089 h 3812255"/>
              <a:gd name="connsiteX15" fmla="*/ 6693053 w 6865018"/>
              <a:gd name="connsiteY15" fmla="*/ 674034 h 3812255"/>
              <a:gd name="connsiteX16" fmla="*/ 6722331 w 6865018"/>
              <a:gd name="connsiteY16" fmla="*/ 529995 h 3812255"/>
              <a:gd name="connsiteX17" fmla="*/ 6693054 w 6865018"/>
              <a:gd name="connsiteY17" fmla="*/ 390745 h 3812255"/>
              <a:gd name="connsiteX18" fmla="*/ 6623205 w 6865018"/>
              <a:gd name="connsiteY18" fmla="*/ 303578 h 3812255"/>
              <a:gd name="connsiteX19" fmla="*/ 6578755 w 6865018"/>
              <a:gd name="connsiteY19" fmla="*/ 194620 h 3812255"/>
              <a:gd name="connsiteX20" fmla="*/ 6559705 w 6865018"/>
              <a:gd name="connsiteY20" fmla="*/ 27550 h 3812255"/>
              <a:gd name="connsiteX21" fmla="*/ 6705754 w 6865018"/>
              <a:gd name="connsiteY21" fmla="*/ 13025 h 3812255"/>
              <a:gd name="connsiteX22" fmla="*/ 6857797 w 6865018"/>
              <a:gd name="connsiteY22" fmla="*/ 26287 h 3812255"/>
              <a:gd name="connsiteX23" fmla="*/ 6839105 w 6865018"/>
              <a:gd name="connsiteY23" fmla="*/ 252730 h 3812255"/>
              <a:gd name="connsiteX24" fmla="*/ 6794655 w 6865018"/>
              <a:gd name="connsiteY24" fmla="*/ 405271 h 3812255"/>
              <a:gd name="connsiteX25" fmla="*/ 6781954 w 6865018"/>
              <a:gd name="connsiteY25" fmla="*/ 659506 h 3812255"/>
              <a:gd name="connsiteX26" fmla="*/ 6705754 w 6865018"/>
              <a:gd name="connsiteY26" fmla="*/ 775729 h 3812255"/>
              <a:gd name="connsiteX27" fmla="*/ 6595331 w 6865018"/>
              <a:gd name="connsiteY27" fmla="*/ 797321 h 3812255"/>
              <a:gd name="connsiteX28" fmla="*/ 6381546 w 6865018"/>
              <a:gd name="connsiteY28" fmla="*/ 712560 h 3812255"/>
              <a:gd name="connsiteX29" fmla="*/ 6115204 w 6865018"/>
              <a:gd name="connsiteY29" fmla="*/ 398005 h 3812255"/>
              <a:gd name="connsiteX30" fmla="*/ 5877781 w 6865018"/>
              <a:gd name="connsiteY30" fmla="*/ 276774 h 3812255"/>
              <a:gd name="connsiteX31" fmla="*/ 5553931 w 6865018"/>
              <a:gd name="connsiteY31" fmla="*/ 257389 h 3812255"/>
              <a:gd name="connsiteX32" fmla="*/ 5371897 w 6865018"/>
              <a:gd name="connsiteY32" fmla="*/ 333589 h 3812255"/>
              <a:gd name="connsiteX33" fmla="*/ 5253364 w 6865018"/>
              <a:gd name="connsiteY33" fmla="*/ 452121 h 3812255"/>
              <a:gd name="connsiteX34" fmla="*/ 5041697 w 6865018"/>
              <a:gd name="connsiteY34" fmla="*/ 833121 h 3812255"/>
              <a:gd name="connsiteX35" fmla="*/ 4863897 w 6865018"/>
              <a:gd name="connsiteY35" fmla="*/ 985522 h 3812255"/>
              <a:gd name="connsiteX36" fmla="*/ 4451705 w 6865018"/>
              <a:gd name="connsiteY36" fmla="*/ 1018010 h 3812255"/>
              <a:gd name="connsiteX37" fmla="*/ 3782883 w 6865018"/>
              <a:gd name="connsiteY37" fmla="*/ 857442 h 3812255"/>
              <a:gd name="connsiteX38" fmla="*/ 3394072 w 6865018"/>
              <a:gd name="connsiteY38" fmla="*/ 831937 h 3812255"/>
              <a:gd name="connsiteX39" fmla="*/ 2725665 w 6865018"/>
              <a:gd name="connsiteY39" fmla="*/ 1324293 h 3812255"/>
              <a:gd name="connsiteX40" fmla="*/ 2047260 w 6865018"/>
              <a:gd name="connsiteY40" fmla="*/ 1975179 h 3812255"/>
              <a:gd name="connsiteX41" fmla="*/ 1300188 w 6865018"/>
              <a:gd name="connsiteY41" fmla="*/ 2775352 h 3812255"/>
              <a:gd name="connsiteX42" fmla="*/ 574819 w 6865018"/>
              <a:gd name="connsiteY42" fmla="*/ 3749596 h 3812255"/>
              <a:gd name="connsiteX43" fmla="*/ 53714 w 6865018"/>
              <a:gd name="connsiteY43" fmla="*/ 3750846 h 3812255"/>
              <a:gd name="connsiteX44" fmla="*/ 16139 w 6865018"/>
              <a:gd name="connsiteY44" fmla="*/ 3204689 h 3812255"/>
              <a:gd name="connsiteX45" fmla="*/ 29653 w 6865018"/>
              <a:gd name="connsiteY45" fmla="*/ 2344412 h 3812255"/>
              <a:gd name="connsiteX46" fmla="*/ 10223 w 6865018"/>
              <a:gd name="connsiteY46" fmla="*/ 1867593 h 3812255"/>
              <a:gd name="connsiteX0" fmla="*/ 10223 w 6865018"/>
              <a:gd name="connsiteY0" fmla="*/ 1867593 h 3812255"/>
              <a:gd name="connsiteX1" fmla="*/ 111324 w 6865018"/>
              <a:gd name="connsiteY1" fmla="*/ 1727301 h 3812255"/>
              <a:gd name="connsiteX2" fmla="*/ 121484 w 6865018"/>
              <a:gd name="connsiteY2" fmla="*/ 2802810 h 3812255"/>
              <a:gd name="connsiteX3" fmla="*/ 140730 w 6865018"/>
              <a:gd name="connsiteY3" fmla="*/ 3584555 h 3812255"/>
              <a:gd name="connsiteX4" fmla="*/ 602745 w 6865018"/>
              <a:gd name="connsiteY4" fmla="*/ 3573541 h 3812255"/>
              <a:gd name="connsiteX5" fmla="*/ 1103260 w 6865018"/>
              <a:gd name="connsiteY5" fmla="*/ 2846852 h 3812255"/>
              <a:gd name="connsiteX6" fmla="*/ 1921406 w 6865018"/>
              <a:gd name="connsiteY6" fmla="*/ 1955005 h 3812255"/>
              <a:gd name="connsiteX7" fmla="*/ 2557266 w 6865018"/>
              <a:gd name="connsiteY7" fmla="*/ 1341877 h 3812255"/>
              <a:gd name="connsiteX8" fmla="*/ 3402640 w 6865018"/>
              <a:gd name="connsiteY8" fmla="*/ 736610 h 3812255"/>
              <a:gd name="connsiteX9" fmla="*/ 4770764 w 6865018"/>
              <a:gd name="connsiteY9" fmla="*/ 909322 h 3812255"/>
              <a:gd name="connsiteX10" fmla="*/ 5270297 w 6865018"/>
              <a:gd name="connsiteY10" fmla="*/ 274322 h 3812255"/>
              <a:gd name="connsiteX11" fmla="*/ 5835448 w 6865018"/>
              <a:gd name="connsiteY11" fmla="*/ 172768 h 3812255"/>
              <a:gd name="connsiteX12" fmla="*/ 6265131 w 6865018"/>
              <a:gd name="connsiteY12" fmla="*/ 428302 h 3812255"/>
              <a:gd name="connsiteX13" fmla="*/ 6426353 w 6865018"/>
              <a:gd name="connsiteY13" fmla="*/ 623187 h 3812255"/>
              <a:gd name="connsiteX14" fmla="*/ 6578753 w 6865018"/>
              <a:gd name="connsiteY14" fmla="*/ 703089 h 3812255"/>
              <a:gd name="connsiteX15" fmla="*/ 6693053 w 6865018"/>
              <a:gd name="connsiteY15" fmla="*/ 674034 h 3812255"/>
              <a:gd name="connsiteX16" fmla="*/ 6722331 w 6865018"/>
              <a:gd name="connsiteY16" fmla="*/ 529995 h 3812255"/>
              <a:gd name="connsiteX17" fmla="*/ 6693054 w 6865018"/>
              <a:gd name="connsiteY17" fmla="*/ 390745 h 3812255"/>
              <a:gd name="connsiteX18" fmla="*/ 6623205 w 6865018"/>
              <a:gd name="connsiteY18" fmla="*/ 303578 h 3812255"/>
              <a:gd name="connsiteX19" fmla="*/ 6578755 w 6865018"/>
              <a:gd name="connsiteY19" fmla="*/ 194620 h 3812255"/>
              <a:gd name="connsiteX20" fmla="*/ 6559705 w 6865018"/>
              <a:gd name="connsiteY20" fmla="*/ 27550 h 3812255"/>
              <a:gd name="connsiteX21" fmla="*/ 6705754 w 6865018"/>
              <a:gd name="connsiteY21" fmla="*/ 13025 h 3812255"/>
              <a:gd name="connsiteX22" fmla="*/ 6857797 w 6865018"/>
              <a:gd name="connsiteY22" fmla="*/ 26287 h 3812255"/>
              <a:gd name="connsiteX23" fmla="*/ 6839105 w 6865018"/>
              <a:gd name="connsiteY23" fmla="*/ 252730 h 3812255"/>
              <a:gd name="connsiteX24" fmla="*/ 6794655 w 6865018"/>
              <a:gd name="connsiteY24" fmla="*/ 405271 h 3812255"/>
              <a:gd name="connsiteX25" fmla="*/ 6781954 w 6865018"/>
              <a:gd name="connsiteY25" fmla="*/ 659506 h 3812255"/>
              <a:gd name="connsiteX26" fmla="*/ 6705754 w 6865018"/>
              <a:gd name="connsiteY26" fmla="*/ 775729 h 3812255"/>
              <a:gd name="connsiteX27" fmla="*/ 6595331 w 6865018"/>
              <a:gd name="connsiteY27" fmla="*/ 797321 h 3812255"/>
              <a:gd name="connsiteX28" fmla="*/ 6381546 w 6865018"/>
              <a:gd name="connsiteY28" fmla="*/ 712560 h 3812255"/>
              <a:gd name="connsiteX29" fmla="*/ 6115204 w 6865018"/>
              <a:gd name="connsiteY29" fmla="*/ 398005 h 3812255"/>
              <a:gd name="connsiteX30" fmla="*/ 5877781 w 6865018"/>
              <a:gd name="connsiteY30" fmla="*/ 276774 h 3812255"/>
              <a:gd name="connsiteX31" fmla="*/ 5553931 w 6865018"/>
              <a:gd name="connsiteY31" fmla="*/ 257389 h 3812255"/>
              <a:gd name="connsiteX32" fmla="*/ 5371897 w 6865018"/>
              <a:gd name="connsiteY32" fmla="*/ 333589 h 3812255"/>
              <a:gd name="connsiteX33" fmla="*/ 5253364 w 6865018"/>
              <a:gd name="connsiteY33" fmla="*/ 452121 h 3812255"/>
              <a:gd name="connsiteX34" fmla="*/ 5041697 w 6865018"/>
              <a:gd name="connsiteY34" fmla="*/ 833121 h 3812255"/>
              <a:gd name="connsiteX35" fmla="*/ 4863897 w 6865018"/>
              <a:gd name="connsiteY35" fmla="*/ 985522 h 3812255"/>
              <a:gd name="connsiteX36" fmla="*/ 4451705 w 6865018"/>
              <a:gd name="connsiteY36" fmla="*/ 1018010 h 3812255"/>
              <a:gd name="connsiteX37" fmla="*/ 3782883 w 6865018"/>
              <a:gd name="connsiteY37" fmla="*/ 857442 h 3812255"/>
              <a:gd name="connsiteX38" fmla="*/ 3394072 w 6865018"/>
              <a:gd name="connsiteY38" fmla="*/ 831937 h 3812255"/>
              <a:gd name="connsiteX39" fmla="*/ 2725665 w 6865018"/>
              <a:gd name="connsiteY39" fmla="*/ 1324293 h 3812255"/>
              <a:gd name="connsiteX40" fmla="*/ 2047260 w 6865018"/>
              <a:gd name="connsiteY40" fmla="*/ 1975179 h 3812255"/>
              <a:gd name="connsiteX41" fmla="*/ 1300188 w 6865018"/>
              <a:gd name="connsiteY41" fmla="*/ 2775352 h 3812255"/>
              <a:gd name="connsiteX42" fmla="*/ 574819 w 6865018"/>
              <a:gd name="connsiteY42" fmla="*/ 3749596 h 3812255"/>
              <a:gd name="connsiteX43" fmla="*/ 53714 w 6865018"/>
              <a:gd name="connsiteY43" fmla="*/ 3750846 h 3812255"/>
              <a:gd name="connsiteX44" fmla="*/ 16139 w 6865018"/>
              <a:gd name="connsiteY44" fmla="*/ 3204689 h 3812255"/>
              <a:gd name="connsiteX45" fmla="*/ 29653 w 6865018"/>
              <a:gd name="connsiteY45" fmla="*/ 2344412 h 3812255"/>
              <a:gd name="connsiteX46" fmla="*/ 10223 w 6865018"/>
              <a:gd name="connsiteY46" fmla="*/ 1867593 h 3812255"/>
              <a:gd name="connsiteX0" fmla="*/ 14993 w 6869788"/>
              <a:gd name="connsiteY0" fmla="*/ 1867593 h 3812255"/>
              <a:gd name="connsiteX1" fmla="*/ 116094 w 6869788"/>
              <a:gd name="connsiteY1" fmla="*/ 1727301 h 3812255"/>
              <a:gd name="connsiteX2" fmla="*/ 126254 w 6869788"/>
              <a:gd name="connsiteY2" fmla="*/ 2802810 h 3812255"/>
              <a:gd name="connsiteX3" fmla="*/ 145500 w 6869788"/>
              <a:gd name="connsiteY3" fmla="*/ 3584555 h 3812255"/>
              <a:gd name="connsiteX4" fmla="*/ 607515 w 6869788"/>
              <a:gd name="connsiteY4" fmla="*/ 3573541 h 3812255"/>
              <a:gd name="connsiteX5" fmla="*/ 1108030 w 6869788"/>
              <a:gd name="connsiteY5" fmla="*/ 2846852 h 3812255"/>
              <a:gd name="connsiteX6" fmla="*/ 1926176 w 6869788"/>
              <a:gd name="connsiteY6" fmla="*/ 1955005 h 3812255"/>
              <a:gd name="connsiteX7" fmla="*/ 2562036 w 6869788"/>
              <a:gd name="connsiteY7" fmla="*/ 1341877 h 3812255"/>
              <a:gd name="connsiteX8" fmla="*/ 3407410 w 6869788"/>
              <a:gd name="connsiteY8" fmla="*/ 736610 h 3812255"/>
              <a:gd name="connsiteX9" fmla="*/ 4775534 w 6869788"/>
              <a:gd name="connsiteY9" fmla="*/ 909322 h 3812255"/>
              <a:gd name="connsiteX10" fmla="*/ 5275067 w 6869788"/>
              <a:gd name="connsiteY10" fmla="*/ 274322 h 3812255"/>
              <a:gd name="connsiteX11" fmla="*/ 5840218 w 6869788"/>
              <a:gd name="connsiteY11" fmla="*/ 172768 h 3812255"/>
              <a:gd name="connsiteX12" fmla="*/ 6269901 w 6869788"/>
              <a:gd name="connsiteY12" fmla="*/ 428302 h 3812255"/>
              <a:gd name="connsiteX13" fmla="*/ 6431123 w 6869788"/>
              <a:gd name="connsiteY13" fmla="*/ 623187 h 3812255"/>
              <a:gd name="connsiteX14" fmla="*/ 6583523 w 6869788"/>
              <a:gd name="connsiteY14" fmla="*/ 703089 h 3812255"/>
              <a:gd name="connsiteX15" fmla="*/ 6697823 w 6869788"/>
              <a:gd name="connsiteY15" fmla="*/ 674034 h 3812255"/>
              <a:gd name="connsiteX16" fmla="*/ 6727101 w 6869788"/>
              <a:gd name="connsiteY16" fmla="*/ 529995 h 3812255"/>
              <a:gd name="connsiteX17" fmla="*/ 6697824 w 6869788"/>
              <a:gd name="connsiteY17" fmla="*/ 390745 h 3812255"/>
              <a:gd name="connsiteX18" fmla="*/ 6627975 w 6869788"/>
              <a:gd name="connsiteY18" fmla="*/ 303578 h 3812255"/>
              <a:gd name="connsiteX19" fmla="*/ 6583525 w 6869788"/>
              <a:gd name="connsiteY19" fmla="*/ 194620 h 3812255"/>
              <a:gd name="connsiteX20" fmla="*/ 6564475 w 6869788"/>
              <a:gd name="connsiteY20" fmla="*/ 27550 h 3812255"/>
              <a:gd name="connsiteX21" fmla="*/ 6710524 w 6869788"/>
              <a:gd name="connsiteY21" fmla="*/ 13025 h 3812255"/>
              <a:gd name="connsiteX22" fmla="*/ 6862567 w 6869788"/>
              <a:gd name="connsiteY22" fmla="*/ 26287 h 3812255"/>
              <a:gd name="connsiteX23" fmla="*/ 6843875 w 6869788"/>
              <a:gd name="connsiteY23" fmla="*/ 252730 h 3812255"/>
              <a:gd name="connsiteX24" fmla="*/ 6799425 w 6869788"/>
              <a:gd name="connsiteY24" fmla="*/ 405271 h 3812255"/>
              <a:gd name="connsiteX25" fmla="*/ 6786724 w 6869788"/>
              <a:gd name="connsiteY25" fmla="*/ 659506 h 3812255"/>
              <a:gd name="connsiteX26" fmla="*/ 6710524 w 6869788"/>
              <a:gd name="connsiteY26" fmla="*/ 775729 h 3812255"/>
              <a:gd name="connsiteX27" fmla="*/ 6600101 w 6869788"/>
              <a:gd name="connsiteY27" fmla="*/ 797321 h 3812255"/>
              <a:gd name="connsiteX28" fmla="*/ 6386316 w 6869788"/>
              <a:gd name="connsiteY28" fmla="*/ 712560 h 3812255"/>
              <a:gd name="connsiteX29" fmla="*/ 6119974 w 6869788"/>
              <a:gd name="connsiteY29" fmla="*/ 398005 h 3812255"/>
              <a:gd name="connsiteX30" fmla="*/ 5882551 w 6869788"/>
              <a:gd name="connsiteY30" fmla="*/ 276774 h 3812255"/>
              <a:gd name="connsiteX31" fmla="*/ 5558701 w 6869788"/>
              <a:gd name="connsiteY31" fmla="*/ 257389 h 3812255"/>
              <a:gd name="connsiteX32" fmla="*/ 5376667 w 6869788"/>
              <a:gd name="connsiteY32" fmla="*/ 333589 h 3812255"/>
              <a:gd name="connsiteX33" fmla="*/ 5258134 w 6869788"/>
              <a:gd name="connsiteY33" fmla="*/ 452121 h 3812255"/>
              <a:gd name="connsiteX34" fmla="*/ 5046467 w 6869788"/>
              <a:gd name="connsiteY34" fmla="*/ 833121 h 3812255"/>
              <a:gd name="connsiteX35" fmla="*/ 4868667 w 6869788"/>
              <a:gd name="connsiteY35" fmla="*/ 985522 h 3812255"/>
              <a:gd name="connsiteX36" fmla="*/ 4456475 w 6869788"/>
              <a:gd name="connsiteY36" fmla="*/ 1018010 h 3812255"/>
              <a:gd name="connsiteX37" fmla="*/ 3787653 w 6869788"/>
              <a:gd name="connsiteY37" fmla="*/ 857442 h 3812255"/>
              <a:gd name="connsiteX38" fmla="*/ 3398842 w 6869788"/>
              <a:gd name="connsiteY38" fmla="*/ 831937 h 3812255"/>
              <a:gd name="connsiteX39" fmla="*/ 2730435 w 6869788"/>
              <a:gd name="connsiteY39" fmla="*/ 1324293 h 3812255"/>
              <a:gd name="connsiteX40" fmla="*/ 2052030 w 6869788"/>
              <a:gd name="connsiteY40" fmla="*/ 1975179 h 3812255"/>
              <a:gd name="connsiteX41" fmla="*/ 1304958 w 6869788"/>
              <a:gd name="connsiteY41" fmla="*/ 2775352 h 3812255"/>
              <a:gd name="connsiteX42" fmla="*/ 579589 w 6869788"/>
              <a:gd name="connsiteY42" fmla="*/ 3749596 h 3812255"/>
              <a:gd name="connsiteX43" fmla="*/ 58484 w 6869788"/>
              <a:gd name="connsiteY43" fmla="*/ 3750846 h 3812255"/>
              <a:gd name="connsiteX44" fmla="*/ 20909 w 6869788"/>
              <a:gd name="connsiteY44" fmla="*/ 3204689 h 3812255"/>
              <a:gd name="connsiteX45" fmla="*/ 34423 w 6869788"/>
              <a:gd name="connsiteY45" fmla="*/ 2344412 h 3812255"/>
              <a:gd name="connsiteX46" fmla="*/ 14993 w 6869788"/>
              <a:gd name="connsiteY46" fmla="*/ 1867593 h 3812255"/>
              <a:gd name="connsiteX0" fmla="*/ 10223 w 6865018"/>
              <a:gd name="connsiteY0" fmla="*/ 1867593 h 3812255"/>
              <a:gd name="connsiteX1" fmla="*/ 111324 w 6865018"/>
              <a:gd name="connsiteY1" fmla="*/ 1727301 h 3812255"/>
              <a:gd name="connsiteX2" fmla="*/ 121484 w 6865018"/>
              <a:gd name="connsiteY2" fmla="*/ 2802810 h 3812255"/>
              <a:gd name="connsiteX3" fmla="*/ 140730 w 6865018"/>
              <a:gd name="connsiteY3" fmla="*/ 3584555 h 3812255"/>
              <a:gd name="connsiteX4" fmla="*/ 602745 w 6865018"/>
              <a:gd name="connsiteY4" fmla="*/ 3573541 h 3812255"/>
              <a:gd name="connsiteX5" fmla="*/ 1103260 w 6865018"/>
              <a:gd name="connsiteY5" fmla="*/ 2846852 h 3812255"/>
              <a:gd name="connsiteX6" fmla="*/ 1921406 w 6865018"/>
              <a:gd name="connsiteY6" fmla="*/ 1955005 h 3812255"/>
              <a:gd name="connsiteX7" fmla="*/ 2557266 w 6865018"/>
              <a:gd name="connsiteY7" fmla="*/ 1341877 h 3812255"/>
              <a:gd name="connsiteX8" fmla="*/ 3402640 w 6865018"/>
              <a:gd name="connsiteY8" fmla="*/ 736610 h 3812255"/>
              <a:gd name="connsiteX9" fmla="*/ 4770764 w 6865018"/>
              <a:gd name="connsiteY9" fmla="*/ 909322 h 3812255"/>
              <a:gd name="connsiteX10" fmla="*/ 5270297 w 6865018"/>
              <a:gd name="connsiteY10" fmla="*/ 274322 h 3812255"/>
              <a:gd name="connsiteX11" fmla="*/ 5835448 w 6865018"/>
              <a:gd name="connsiteY11" fmla="*/ 172768 h 3812255"/>
              <a:gd name="connsiteX12" fmla="*/ 6265131 w 6865018"/>
              <a:gd name="connsiteY12" fmla="*/ 428302 h 3812255"/>
              <a:gd name="connsiteX13" fmla="*/ 6426353 w 6865018"/>
              <a:gd name="connsiteY13" fmla="*/ 623187 h 3812255"/>
              <a:gd name="connsiteX14" fmla="*/ 6578753 w 6865018"/>
              <a:gd name="connsiteY14" fmla="*/ 703089 h 3812255"/>
              <a:gd name="connsiteX15" fmla="*/ 6693053 w 6865018"/>
              <a:gd name="connsiteY15" fmla="*/ 674034 h 3812255"/>
              <a:gd name="connsiteX16" fmla="*/ 6722331 w 6865018"/>
              <a:gd name="connsiteY16" fmla="*/ 529995 h 3812255"/>
              <a:gd name="connsiteX17" fmla="*/ 6693054 w 6865018"/>
              <a:gd name="connsiteY17" fmla="*/ 390745 h 3812255"/>
              <a:gd name="connsiteX18" fmla="*/ 6623205 w 6865018"/>
              <a:gd name="connsiteY18" fmla="*/ 303578 h 3812255"/>
              <a:gd name="connsiteX19" fmla="*/ 6578755 w 6865018"/>
              <a:gd name="connsiteY19" fmla="*/ 194620 h 3812255"/>
              <a:gd name="connsiteX20" fmla="*/ 6559705 w 6865018"/>
              <a:gd name="connsiteY20" fmla="*/ 27550 h 3812255"/>
              <a:gd name="connsiteX21" fmla="*/ 6705754 w 6865018"/>
              <a:gd name="connsiteY21" fmla="*/ 13025 h 3812255"/>
              <a:gd name="connsiteX22" fmla="*/ 6857797 w 6865018"/>
              <a:gd name="connsiteY22" fmla="*/ 26287 h 3812255"/>
              <a:gd name="connsiteX23" fmla="*/ 6839105 w 6865018"/>
              <a:gd name="connsiteY23" fmla="*/ 252730 h 3812255"/>
              <a:gd name="connsiteX24" fmla="*/ 6794655 w 6865018"/>
              <a:gd name="connsiteY24" fmla="*/ 405271 h 3812255"/>
              <a:gd name="connsiteX25" fmla="*/ 6781954 w 6865018"/>
              <a:gd name="connsiteY25" fmla="*/ 659506 h 3812255"/>
              <a:gd name="connsiteX26" fmla="*/ 6705754 w 6865018"/>
              <a:gd name="connsiteY26" fmla="*/ 775729 h 3812255"/>
              <a:gd name="connsiteX27" fmla="*/ 6595331 w 6865018"/>
              <a:gd name="connsiteY27" fmla="*/ 797321 h 3812255"/>
              <a:gd name="connsiteX28" fmla="*/ 6381546 w 6865018"/>
              <a:gd name="connsiteY28" fmla="*/ 712560 h 3812255"/>
              <a:gd name="connsiteX29" fmla="*/ 6115204 w 6865018"/>
              <a:gd name="connsiteY29" fmla="*/ 398005 h 3812255"/>
              <a:gd name="connsiteX30" fmla="*/ 5877781 w 6865018"/>
              <a:gd name="connsiteY30" fmla="*/ 276774 h 3812255"/>
              <a:gd name="connsiteX31" fmla="*/ 5553931 w 6865018"/>
              <a:gd name="connsiteY31" fmla="*/ 257389 h 3812255"/>
              <a:gd name="connsiteX32" fmla="*/ 5371897 w 6865018"/>
              <a:gd name="connsiteY32" fmla="*/ 333589 h 3812255"/>
              <a:gd name="connsiteX33" fmla="*/ 5253364 w 6865018"/>
              <a:gd name="connsiteY33" fmla="*/ 452121 h 3812255"/>
              <a:gd name="connsiteX34" fmla="*/ 5041697 w 6865018"/>
              <a:gd name="connsiteY34" fmla="*/ 833121 h 3812255"/>
              <a:gd name="connsiteX35" fmla="*/ 4863897 w 6865018"/>
              <a:gd name="connsiteY35" fmla="*/ 985522 h 3812255"/>
              <a:gd name="connsiteX36" fmla="*/ 4451705 w 6865018"/>
              <a:gd name="connsiteY36" fmla="*/ 1018010 h 3812255"/>
              <a:gd name="connsiteX37" fmla="*/ 3782883 w 6865018"/>
              <a:gd name="connsiteY37" fmla="*/ 857442 h 3812255"/>
              <a:gd name="connsiteX38" fmla="*/ 3394072 w 6865018"/>
              <a:gd name="connsiteY38" fmla="*/ 831937 h 3812255"/>
              <a:gd name="connsiteX39" fmla="*/ 2725665 w 6865018"/>
              <a:gd name="connsiteY39" fmla="*/ 1324293 h 3812255"/>
              <a:gd name="connsiteX40" fmla="*/ 2047260 w 6865018"/>
              <a:gd name="connsiteY40" fmla="*/ 1975179 h 3812255"/>
              <a:gd name="connsiteX41" fmla="*/ 1300188 w 6865018"/>
              <a:gd name="connsiteY41" fmla="*/ 2775352 h 3812255"/>
              <a:gd name="connsiteX42" fmla="*/ 574819 w 6865018"/>
              <a:gd name="connsiteY42" fmla="*/ 3749596 h 3812255"/>
              <a:gd name="connsiteX43" fmla="*/ 53714 w 6865018"/>
              <a:gd name="connsiteY43" fmla="*/ 3750846 h 3812255"/>
              <a:gd name="connsiteX44" fmla="*/ 16139 w 6865018"/>
              <a:gd name="connsiteY44" fmla="*/ 3204689 h 3812255"/>
              <a:gd name="connsiteX45" fmla="*/ 29653 w 6865018"/>
              <a:gd name="connsiteY45" fmla="*/ 2344412 h 3812255"/>
              <a:gd name="connsiteX46" fmla="*/ 10223 w 6865018"/>
              <a:gd name="connsiteY46" fmla="*/ 1867593 h 3812255"/>
              <a:gd name="connsiteX0" fmla="*/ 3362 w 6858157"/>
              <a:gd name="connsiteY0" fmla="*/ 1867593 h 3812255"/>
              <a:gd name="connsiteX1" fmla="*/ 104463 w 6858157"/>
              <a:gd name="connsiteY1" fmla="*/ 1727301 h 3812255"/>
              <a:gd name="connsiteX2" fmla="*/ 114623 w 6858157"/>
              <a:gd name="connsiteY2" fmla="*/ 2802810 h 3812255"/>
              <a:gd name="connsiteX3" fmla="*/ 133869 w 6858157"/>
              <a:gd name="connsiteY3" fmla="*/ 3584555 h 3812255"/>
              <a:gd name="connsiteX4" fmla="*/ 595884 w 6858157"/>
              <a:gd name="connsiteY4" fmla="*/ 3573541 h 3812255"/>
              <a:gd name="connsiteX5" fmla="*/ 1096399 w 6858157"/>
              <a:gd name="connsiteY5" fmla="*/ 2846852 h 3812255"/>
              <a:gd name="connsiteX6" fmla="*/ 1914545 w 6858157"/>
              <a:gd name="connsiteY6" fmla="*/ 1955005 h 3812255"/>
              <a:gd name="connsiteX7" fmla="*/ 2550405 w 6858157"/>
              <a:gd name="connsiteY7" fmla="*/ 1341877 h 3812255"/>
              <a:gd name="connsiteX8" fmla="*/ 3395779 w 6858157"/>
              <a:gd name="connsiteY8" fmla="*/ 736610 h 3812255"/>
              <a:gd name="connsiteX9" fmla="*/ 4763903 w 6858157"/>
              <a:gd name="connsiteY9" fmla="*/ 909322 h 3812255"/>
              <a:gd name="connsiteX10" fmla="*/ 5263436 w 6858157"/>
              <a:gd name="connsiteY10" fmla="*/ 274322 h 3812255"/>
              <a:gd name="connsiteX11" fmla="*/ 5828587 w 6858157"/>
              <a:gd name="connsiteY11" fmla="*/ 172768 h 3812255"/>
              <a:gd name="connsiteX12" fmla="*/ 6258270 w 6858157"/>
              <a:gd name="connsiteY12" fmla="*/ 428302 h 3812255"/>
              <a:gd name="connsiteX13" fmla="*/ 6419492 w 6858157"/>
              <a:gd name="connsiteY13" fmla="*/ 623187 h 3812255"/>
              <a:gd name="connsiteX14" fmla="*/ 6571892 w 6858157"/>
              <a:gd name="connsiteY14" fmla="*/ 703089 h 3812255"/>
              <a:gd name="connsiteX15" fmla="*/ 6686192 w 6858157"/>
              <a:gd name="connsiteY15" fmla="*/ 674034 h 3812255"/>
              <a:gd name="connsiteX16" fmla="*/ 6715470 w 6858157"/>
              <a:gd name="connsiteY16" fmla="*/ 529995 h 3812255"/>
              <a:gd name="connsiteX17" fmla="*/ 6686193 w 6858157"/>
              <a:gd name="connsiteY17" fmla="*/ 390745 h 3812255"/>
              <a:gd name="connsiteX18" fmla="*/ 6616344 w 6858157"/>
              <a:gd name="connsiteY18" fmla="*/ 303578 h 3812255"/>
              <a:gd name="connsiteX19" fmla="*/ 6571894 w 6858157"/>
              <a:gd name="connsiteY19" fmla="*/ 194620 h 3812255"/>
              <a:gd name="connsiteX20" fmla="*/ 6552844 w 6858157"/>
              <a:gd name="connsiteY20" fmla="*/ 27550 h 3812255"/>
              <a:gd name="connsiteX21" fmla="*/ 6698893 w 6858157"/>
              <a:gd name="connsiteY21" fmla="*/ 13025 h 3812255"/>
              <a:gd name="connsiteX22" fmla="*/ 6850936 w 6858157"/>
              <a:gd name="connsiteY22" fmla="*/ 26287 h 3812255"/>
              <a:gd name="connsiteX23" fmla="*/ 6832244 w 6858157"/>
              <a:gd name="connsiteY23" fmla="*/ 252730 h 3812255"/>
              <a:gd name="connsiteX24" fmla="*/ 6787794 w 6858157"/>
              <a:gd name="connsiteY24" fmla="*/ 405271 h 3812255"/>
              <a:gd name="connsiteX25" fmla="*/ 6775093 w 6858157"/>
              <a:gd name="connsiteY25" fmla="*/ 659506 h 3812255"/>
              <a:gd name="connsiteX26" fmla="*/ 6698893 w 6858157"/>
              <a:gd name="connsiteY26" fmla="*/ 775729 h 3812255"/>
              <a:gd name="connsiteX27" fmla="*/ 6588470 w 6858157"/>
              <a:gd name="connsiteY27" fmla="*/ 797321 h 3812255"/>
              <a:gd name="connsiteX28" fmla="*/ 6374685 w 6858157"/>
              <a:gd name="connsiteY28" fmla="*/ 712560 h 3812255"/>
              <a:gd name="connsiteX29" fmla="*/ 6108343 w 6858157"/>
              <a:gd name="connsiteY29" fmla="*/ 398005 h 3812255"/>
              <a:gd name="connsiteX30" fmla="*/ 5870920 w 6858157"/>
              <a:gd name="connsiteY30" fmla="*/ 276774 h 3812255"/>
              <a:gd name="connsiteX31" fmla="*/ 5547070 w 6858157"/>
              <a:gd name="connsiteY31" fmla="*/ 257389 h 3812255"/>
              <a:gd name="connsiteX32" fmla="*/ 5365036 w 6858157"/>
              <a:gd name="connsiteY32" fmla="*/ 333589 h 3812255"/>
              <a:gd name="connsiteX33" fmla="*/ 5246503 w 6858157"/>
              <a:gd name="connsiteY33" fmla="*/ 452121 h 3812255"/>
              <a:gd name="connsiteX34" fmla="*/ 5034836 w 6858157"/>
              <a:gd name="connsiteY34" fmla="*/ 833121 h 3812255"/>
              <a:gd name="connsiteX35" fmla="*/ 4857036 w 6858157"/>
              <a:gd name="connsiteY35" fmla="*/ 985522 h 3812255"/>
              <a:gd name="connsiteX36" fmla="*/ 4444844 w 6858157"/>
              <a:gd name="connsiteY36" fmla="*/ 1018010 h 3812255"/>
              <a:gd name="connsiteX37" fmla="*/ 3776022 w 6858157"/>
              <a:gd name="connsiteY37" fmla="*/ 857442 h 3812255"/>
              <a:gd name="connsiteX38" fmla="*/ 3387211 w 6858157"/>
              <a:gd name="connsiteY38" fmla="*/ 831937 h 3812255"/>
              <a:gd name="connsiteX39" fmla="*/ 2718804 w 6858157"/>
              <a:gd name="connsiteY39" fmla="*/ 1324293 h 3812255"/>
              <a:gd name="connsiteX40" fmla="*/ 2040399 w 6858157"/>
              <a:gd name="connsiteY40" fmla="*/ 1975179 h 3812255"/>
              <a:gd name="connsiteX41" fmla="*/ 1293327 w 6858157"/>
              <a:gd name="connsiteY41" fmla="*/ 2775352 h 3812255"/>
              <a:gd name="connsiteX42" fmla="*/ 567958 w 6858157"/>
              <a:gd name="connsiteY42" fmla="*/ 3749596 h 3812255"/>
              <a:gd name="connsiteX43" fmla="*/ 46853 w 6858157"/>
              <a:gd name="connsiteY43" fmla="*/ 3750846 h 3812255"/>
              <a:gd name="connsiteX44" fmla="*/ 9278 w 6858157"/>
              <a:gd name="connsiteY44" fmla="*/ 3204689 h 3812255"/>
              <a:gd name="connsiteX45" fmla="*/ 22792 w 6858157"/>
              <a:gd name="connsiteY45" fmla="*/ 2344412 h 3812255"/>
              <a:gd name="connsiteX46" fmla="*/ 3362 w 6858157"/>
              <a:gd name="connsiteY46" fmla="*/ 1867593 h 3812255"/>
              <a:gd name="connsiteX0" fmla="*/ 3362 w 6858157"/>
              <a:gd name="connsiteY0" fmla="*/ 1867593 h 3832567"/>
              <a:gd name="connsiteX1" fmla="*/ 104463 w 6858157"/>
              <a:gd name="connsiteY1" fmla="*/ 1727301 h 3832567"/>
              <a:gd name="connsiteX2" fmla="*/ 114623 w 6858157"/>
              <a:gd name="connsiteY2" fmla="*/ 2802810 h 3832567"/>
              <a:gd name="connsiteX3" fmla="*/ 133869 w 6858157"/>
              <a:gd name="connsiteY3" fmla="*/ 3584555 h 3832567"/>
              <a:gd name="connsiteX4" fmla="*/ 595884 w 6858157"/>
              <a:gd name="connsiteY4" fmla="*/ 3573541 h 3832567"/>
              <a:gd name="connsiteX5" fmla="*/ 1096399 w 6858157"/>
              <a:gd name="connsiteY5" fmla="*/ 2846852 h 3832567"/>
              <a:gd name="connsiteX6" fmla="*/ 1914545 w 6858157"/>
              <a:gd name="connsiteY6" fmla="*/ 1955005 h 3832567"/>
              <a:gd name="connsiteX7" fmla="*/ 2550405 w 6858157"/>
              <a:gd name="connsiteY7" fmla="*/ 1341877 h 3832567"/>
              <a:gd name="connsiteX8" fmla="*/ 3395779 w 6858157"/>
              <a:gd name="connsiteY8" fmla="*/ 736610 h 3832567"/>
              <a:gd name="connsiteX9" fmla="*/ 4763903 w 6858157"/>
              <a:gd name="connsiteY9" fmla="*/ 909322 h 3832567"/>
              <a:gd name="connsiteX10" fmla="*/ 5263436 w 6858157"/>
              <a:gd name="connsiteY10" fmla="*/ 274322 h 3832567"/>
              <a:gd name="connsiteX11" fmla="*/ 5828587 w 6858157"/>
              <a:gd name="connsiteY11" fmla="*/ 172768 h 3832567"/>
              <a:gd name="connsiteX12" fmla="*/ 6258270 w 6858157"/>
              <a:gd name="connsiteY12" fmla="*/ 428302 h 3832567"/>
              <a:gd name="connsiteX13" fmla="*/ 6419492 w 6858157"/>
              <a:gd name="connsiteY13" fmla="*/ 623187 h 3832567"/>
              <a:gd name="connsiteX14" fmla="*/ 6571892 w 6858157"/>
              <a:gd name="connsiteY14" fmla="*/ 703089 h 3832567"/>
              <a:gd name="connsiteX15" fmla="*/ 6686192 w 6858157"/>
              <a:gd name="connsiteY15" fmla="*/ 674034 h 3832567"/>
              <a:gd name="connsiteX16" fmla="*/ 6715470 w 6858157"/>
              <a:gd name="connsiteY16" fmla="*/ 529995 h 3832567"/>
              <a:gd name="connsiteX17" fmla="*/ 6686193 w 6858157"/>
              <a:gd name="connsiteY17" fmla="*/ 390745 h 3832567"/>
              <a:gd name="connsiteX18" fmla="*/ 6616344 w 6858157"/>
              <a:gd name="connsiteY18" fmla="*/ 303578 h 3832567"/>
              <a:gd name="connsiteX19" fmla="*/ 6571894 w 6858157"/>
              <a:gd name="connsiteY19" fmla="*/ 194620 h 3832567"/>
              <a:gd name="connsiteX20" fmla="*/ 6552844 w 6858157"/>
              <a:gd name="connsiteY20" fmla="*/ 27550 h 3832567"/>
              <a:gd name="connsiteX21" fmla="*/ 6698893 w 6858157"/>
              <a:gd name="connsiteY21" fmla="*/ 13025 h 3832567"/>
              <a:gd name="connsiteX22" fmla="*/ 6850936 w 6858157"/>
              <a:gd name="connsiteY22" fmla="*/ 26287 h 3832567"/>
              <a:gd name="connsiteX23" fmla="*/ 6832244 w 6858157"/>
              <a:gd name="connsiteY23" fmla="*/ 252730 h 3832567"/>
              <a:gd name="connsiteX24" fmla="*/ 6787794 w 6858157"/>
              <a:gd name="connsiteY24" fmla="*/ 405271 h 3832567"/>
              <a:gd name="connsiteX25" fmla="*/ 6775093 w 6858157"/>
              <a:gd name="connsiteY25" fmla="*/ 659506 h 3832567"/>
              <a:gd name="connsiteX26" fmla="*/ 6698893 w 6858157"/>
              <a:gd name="connsiteY26" fmla="*/ 775729 h 3832567"/>
              <a:gd name="connsiteX27" fmla="*/ 6588470 w 6858157"/>
              <a:gd name="connsiteY27" fmla="*/ 797321 h 3832567"/>
              <a:gd name="connsiteX28" fmla="*/ 6374685 w 6858157"/>
              <a:gd name="connsiteY28" fmla="*/ 712560 h 3832567"/>
              <a:gd name="connsiteX29" fmla="*/ 6108343 w 6858157"/>
              <a:gd name="connsiteY29" fmla="*/ 398005 h 3832567"/>
              <a:gd name="connsiteX30" fmla="*/ 5870920 w 6858157"/>
              <a:gd name="connsiteY30" fmla="*/ 276774 h 3832567"/>
              <a:gd name="connsiteX31" fmla="*/ 5547070 w 6858157"/>
              <a:gd name="connsiteY31" fmla="*/ 257389 h 3832567"/>
              <a:gd name="connsiteX32" fmla="*/ 5365036 w 6858157"/>
              <a:gd name="connsiteY32" fmla="*/ 333589 h 3832567"/>
              <a:gd name="connsiteX33" fmla="*/ 5246503 w 6858157"/>
              <a:gd name="connsiteY33" fmla="*/ 452121 h 3832567"/>
              <a:gd name="connsiteX34" fmla="*/ 5034836 w 6858157"/>
              <a:gd name="connsiteY34" fmla="*/ 833121 h 3832567"/>
              <a:gd name="connsiteX35" fmla="*/ 4857036 w 6858157"/>
              <a:gd name="connsiteY35" fmla="*/ 985522 h 3832567"/>
              <a:gd name="connsiteX36" fmla="*/ 4444844 w 6858157"/>
              <a:gd name="connsiteY36" fmla="*/ 1018010 h 3832567"/>
              <a:gd name="connsiteX37" fmla="*/ 3776022 w 6858157"/>
              <a:gd name="connsiteY37" fmla="*/ 857442 h 3832567"/>
              <a:gd name="connsiteX38" fmla="*/ 3387211 w 6858157"/>
              <a:gd name="connsiteY38" fmla="*/ 831937 h 3832567"/>
              <a:gd name="connsiteX39" fmla="*/ 2718804 w 6858157"/>
              <a:gd name="connsiteY39" fmla="*/ 1324293 h 3832567"/>
              <a:gd name="connsiteX40" fmla="*/ 2040399 w 6858157"/>
              <a:gd name="connsiteY40" fmla="*/ 1975179 h 3832567"/>
              <a:gd name="connsiteX41" fmla="*/ 1293327 w 6858157"/>
              <a:gd name="connsiteY41" fmla="*/ 2775352 h 3832567"/>
              <a:gd name="connsiteX42" fmla="*/ 567958 w 6858157"/>
              <a:gd name="connsiteY42" fmla="*/ 3749596 h 3832567"/>
              <a:gd name="connsiteX43" fmla="*/ 72253 w 6858157"/>
              <a:gd name="connsiteY43" fmla="*/ 3733413 h 3832567"/>
              <a:gd name="connsiteX44" fmla="*/ 9278 w 6858157"/>
              <a:gd name="connsiteY44" fmla="*/ 3204689 h 3832567"/>
              <a:gd name="connsiteX45" fmla="*/ 22792 w 6858157"/>
              <a:gd name="connsiteY45" fmla="*/ 2344412 h 3832567"/>
              <a:gd name="connsiteX46" fmla="*/ 3362 w 6858157"/>
              <a:gd name="connsiteY46" fmla="*/ 1867593 h 3832567"/>
              <a:gd name="connsiteX0" fmla="*/ 3362 w 6858157"/>
              <a:gd name="connsiteY0" fmla="*/ 1867593 h 3850037"/>
              <a:gd name="connsiteX1" fmla="*/ 104463 w 6858157"/>
              <a:gd name="connsiteY1" fmla="*/ 1727301 h 3850037"/>
              <a:gd name="connsiteX2" fmla="*/ 114623 w 6858157"/>
              <a:gd name="connsiteY2" fmla="*/ 2802810 h 3850037"/>
              <a:gd name="connsiteX3" fmla="*/ 133869 w 6858157"/>
              <a:gd name="connsiteY3" fmla="*/ 3584555 h 3850037"/>
              <a:gd name="connsiteX4" fmla="*/ 595884 w 6858157"/>
              <a:gd name="connsiteY4" fmla="*/ 3573541 h 3850037"/>
              <a:gd name="connsiteX5" fmla="*/ 1096399 w 6858157"/>
              <a:gd name="connsiteY5" fmla="*/ 2846852 h 3850037"/>
              <a:gd name="connsiteX6" fmla="*/ 1914545 w 6858157"/>
              <a:gd name="connsiteY6" fmla="*/ 1955005 h 3850037"/>
              <a:gd name="connsiteX7" fmla="*/ 2550405 w 6858157"/>
              <a:gd name="connsiteY7" fmla="*/ 1341877 h 3850037"/>
              <a:gd name="connsiteX8" fmla="*/ 3395779 w 6858157"/>
              <a:gd name="connsiteY8" fmla="*/ 736610 h 3850037"/>
              <a:gd name="connsiteX9" fmla="*/ 4763903 w 6858157"/>
              <a:gd name="connsiteY9" fmla="*/ 909322 h 3850037"/>
              <a:gd name="connsiteX10" fmla="*/ 5263436 w 6858157"/>
              <a:gd name="connsiteY10" fmla="*/ 274322 h 3850037"/>
              <a:gd name="connsiteX11" fmla="*/ 5828587 w 6858157"/>
              <a:gd name="connsiteY11" fmla="*/ 172768 h 3850037"/>
              <a:gd name="connsiteX12" fmla="*/ 6258270 w 6858157"/>
              <a:gd name="connsiteY12" fmla="*/ 428302 h 3850037"/>
              <a:gd name="connsiteX13" fmla="*/ 6419492 w 6858157"/>
              <a:gd name="connsiteY13" fmla="*/ 623187 h 3850037"/>
              <a:gd name="connsiteX14" fmla="*/ 6571892 w 6858157"/>
              <a:gd name="connsiteY14" fmla="*/ 703089 h 3850037"/>
              <a:gd name="connsiteX15" fmla="*/ 6686192 w 6858157"/>
              <a:gd name="connsiteY15" fmla="*/ 674034 h 3850037"/>
              <a:gd name="connsiteX16" fmla="*/ 6715470 w 6858157"/>
              <a:gd name="connsiteY16" fmla="*/ 529995 h 3850037"/>
              <a:gd name="connsiteX17" fmla="*/ 6686193 w 6858157"/>
              <a:gd name="connsiteY17" fmla="*/ 390745 h 3850037"/>
              <a:gd name="connsiteX18" fmla="*/ 6616344 w 6858157"/>
              <a:gd name="connsiteY18" fmla="*/ 303578 h 3850037"/>
              <a:gd name="connsiteX19" fmla="*/ 6571894 w 6858157"/>
              <a:gd name="connsiteY19" fmla="*/ 194620 h 3850037"/>
              <a:gd name="connsiteX20" fmla="*/ 6552844 w 6858157"/>
              <a:gd name="connsiteY20" fmla="*/ 27550 h 3850037"/>
              <a:gd name="connsiteX21" fmla="*/ 6698893 w 6858157"/>
              <a:gd name="connsiteY21" fmla="*/ 13025 h 3850037"/>
              <a:gd name="connsiteX22" fmla="*/ 6850936 w 6858157"/>
              <a:gd name="connsiteY22" fmla="*/ 26287 h 3850037"/>
              <a:gd name="connsiteX23" fmla="*/ 6832244 w 6858157"/>
              <a:gd name="connsiteY23" fmla="*/ 252730 h 3850037"/>
              <a:gd name="connsiteX24" fmla="*/ 6787794 w 6858157"/>
              <a:gd name="connsiteY24" fmla="*/ 405271 h 3850037"/>
              <a:gd name="connsiteX25" fmla="*/ 6775093 w 6858157"/>
              <a:gd name="connsiteY25" fmla="*/ 659506 h 3850037"/>
              <a:gd name="connsiteX26" fmla="*/ 6698893 w 6858157"/>
              <a:gd name="connsiteY26" fmla="*/ 775729 h 3850037"/>
              <a:gd name="connsiteX27" fmla="*/ 6588470 w 6858157"/>
              <a:gd name="connsiteY27" fmla="*/ 797321 h 3850037"/>
              <a:gd name="connsiteX28" fmla="*/ 6374685 w 6858157"/>
              <a:gd name="connsiteY28" fmla="*/ 712560 h 3850037"/>
              <a:gd name="connsiteX29" fmla="*/ 6108343 w 6858157"/>
              <a:gd name="connsiteY29" fmla="*/ 398005 h 3850037"/>
              <a:gd name="connsiteX30" fmla="*/ 5870920 w 6858157"/>
              <a:gd name="connsiteY30" fmla="*/ 276774 h 3850037"/>
              <a:gd name="connsiteX31" fmla="*/ 5547070 w 6858157"/>
              <a:gd name="connsiteY31" fmla="*/ 257389 h 3850037"/>
              <a:gd name="connsiteX32" fmla="*/ 5365036 w 6858157"/>
              <a:gd name="connsiteY32" fmla="*/ 333589 h 3850037"/>
              <a:gd name="connsiteX33" fmla="*/ 5246503 w 6858157"/>
              <a:gd name="connsiteY33" fmla="*/ 452121 h 3850037"/>
              <a:gd name="connsiteX34" fmla="*/ 5034836 w 6858157"/>
              <a:gd name="connsiteY34" fmla="*/ 833121 h 3850037"/>
              <a:gd name="connsiteX35" fmla="*/ 4857036 w 6858157"/>
              <a:gd name="connsiteY35" fmla="*/ 985522 h 3850037"/>
              <a:gd name="connsiteX36" fmla="*/ 4444844 w 6858157"/>
              <a:gd name="connsiteY36" fmla="*/ 1018010 h 3850037"/>
              <a:gd name="connsiteX37" fmla="*/ 3776022 w 6858157"/>
              <a:gd name="connsiteY37" fmla="*/ 857442 h 3850037"/>
              <a:gd name="connsiteX38" fmla="*/ 3387211 w 6858157"/>
              <a:gd name="connsiteY38" fmla="*/ 831937 h 3850037"/>
              <a:gd name="connsiteX39" fmla="*/ 2718804 w 6858157"/>
              <a:gd name="connsiteY39" fmla="*/ 1324293 h 3850037"/>
              <a:gd name="connsiteX40" fmla="*/ 2040399 w 6858157"/>
              <a:gd name="connsiteY40" fmla="*/ 1975179 h 3850037"/>
              <a:gd name="connsiteX41" fmla="*/ 1293327 w 6858157"/>
              <a:gd name="connsiteY41" fmla="*/ 2775352 h 3850037"/>
              <a:gd name="connsiteX42" fmla="*/ 567958 w 6858157"/>
              <a:gd name="connsiteY42" fmla="*/ 3749596 h 3850037"/>
              <a:gd name="connsiteX43" fmla="*/ 72253 w 6858157"/>
              <a:gd name="connsiteY43" fmla="*/ 3733413 h 3850037"/>
              <a:gd name="connsiteX44" fmla="*/ 9278 w 6858157"/>
              <a:gd name="connsiteY44" fmla="*/ 3204689 h 3850037"/>
              <a:gd name="connsiteX45" fmla="*/ 22792 w 6858157"/>
              <a:gd name="connsiteY45" fmla="*/ 2344412 h 3850037"/>
              <a:gd name="connsiteX46" fmla="*/ 3362 w 6858157"/>
              <a:gd name="connsiteY46" fmla="*/ 1867593 h 3850037"/>
              <a:gd name="connsiteX0" fmla="*/ 3362 w 6858157"/>
              <a:gd name="connsiteY0" fmla="*/ 1867593 h 3846279"/>
              <a:gd name="connsiteX1" fmla="*/ 104463 w 6858157"/>
              <a:gd name="connsiteY1" fmla="*/ 1727301 h 3846279"/>
              <a:gd name="connsiteX2" fmla="*/ 114623 w 6858157"/>
              <a:gd name="connsiteY2" fmla="*/ 2802810 h 3846279"/>
              <a:gd name="connsiteX3" fmla="*/ 133869 w 6858157"/>
              <a:gd name="connsiteY3" fmla="*/ 3584555 h 3846279"/>
              <a:gd name="connsiteX4" fmla="*/ 595884 w 6858157"/>
              <a:gd name="connsiteY4" fmla="*/ 3573541 h 3846279"/>
              <a:gd name="connsiteX5" fmla="*/ 1096399 w 6858157"/>
              <a:gd name="connsiteY5" fmla="*/ 2846852 h 3846279"/>
              <a:gd name="connsiteX6" fmla="*/ 1914545 w 6858157"/>
              <a:gd name="connsiteY6" fmla="*/ 1955005 h 3846279"/>
              <a:gd name="connsiteX7" fmla="*/ 2550405 w 6858157"/>
              <a:gd name="connsiteY7" fmla="*/ 1341877 h 3846279"/>
              <a:gd name="connsiteX8" fmla="*/ 3395779 w 6858157"/>
              <a:gd name="connsiteY8" fmla="*/ 736610 h 3846279"/>
              <a:gd name="connsiteX9" fmla="*/ 4763903 w 6858157"/>
              <a:gd name="connsiteY9" fmla="*/ 909322 h 3846279"/>
              <a:gd name="connsiteX10" fmla="*/ 5263436 w 6858157"/>
              <a:gd name="connsiteY10" fmla="*/ 274322 h 3846279"/>
              <a:gd name="connsiteX11" fmla="*/ 5828587 w 6858157"/>
              <a:gd name="connsiteY11" fmla="*/ 172768 h 3846279"/>
              <a:gd name="connsiteX12" fmla="*/ 6258270 w 6858157"/>
              <a:gd name="connsiteY12" fmla="*/ 428302 h 3846279"/>
              <a:gd name="connsiteX13" fmla="*/ 6419492 w 6858157"/>
              <a:gd name="connsiteY13" fmla="*/ 623187 h 3846279"/>
              <a:gd name="connsiteX14" fmla="*/ 6571892 w 6858157"/>
              <a:gd name="connsiteY14" fmla="*/ 703089 h 3846279"/>
              <a:gd name="connsiteX15" fmla="*/ 6686192 w 6858157"/>
              <a:gd name="connsiteY15" fmla="*/ 674034 h 3846279"/>
              <a:gd name="connsiteX16" fmla="*/ 6715470 w 6858157"/>
              <a:gd name="connsiteY16" fmla="*/ 529995 h 3846279"/>
              <a:gd name="connsiteX17" fmla="*/ 6686193 w 6858157"/>
              <a:gd name="connsiteY17" fmla="*/ 390745 h 3846279"/>
              <a:gd name="connsiteX18" fmla="*/ 6616344 w 6858157"/>
              <a:gd name="connsiteY18" fmla="*/ 303578 h 3846279"/>
              <a:gd name="connsiteX19" fmla="*/ 6571894 w 6858157"/>
              <a:gd name="connsiteY19" fmla="*/ 194620 h 3846279"/>
              <a:gd name="connsiteX20" fmla="*/ 6552844 w 6858157"/>
              <a:gd name="connsiteY20" fmla="*/ 27550 h 3846279"/>
              <a:gd name="connsiteX21" fmla="*/ 6698893 w 6858157"/>
              <a:gd name="connsiteY21" fmla="*/ 13025 h 3846279"/>
              <a:gd name="connsiteX22" fmla="*/ 6850936 w 6858157"/>
              <a:gd name="connsiteY22" fmla="*/ 26287 h 3846279"/>
              <a:gd name="connsiteX23" fmla="*/ 6832244 w 6858157"/>
              <a:gd name="connsiteY23" fmla="*/ 252730 h 3846279"/>
              <a:gd name="connsiteX24" fmla="*/ 6787794 w 6858157"/>
              <a:gd name="connsiteY24" fmla="*/ 405271 h 3846279"/>
              <a:gd name="connsiteX25" fmla="*/ 6775093 w 6858157"/>
              <a:gd name="connsiteY25" fmla="*/ 659506 h 3846279"/>
              <a:gd name="connsiteX26" fmla="*/ 6698893 w 6858157"/>
              <a:gd name="connsiteY26" fmla="*/ 775729 h 3846279"/>
              <a:gd name="connsiteX27" fmla="*/ 6588470 w 6858157"/>
              <a:gd name="connsiteY27" fmla="*/ 797321 h 3846279"/>
              <a:gd name="connsiteX28" fmla="*/ 6374685 w 6858157"/>
              <a:gd name="connsiteY28" fmla="*/ 712560 h 3846279"/>
              <a:gd name="connsiteX29" fmla="*/ 6108343 w 6858157"/>
              <a:gd name="connsiteY29" fmla="*/ 398005 h 3846279"/>
              <a:gd name="connsiteX30" fmla="*/ 5870920 w 6858157"/>
              <a:gd name="connsiteY30" fmla="*/ 276774 h 3846279"/>
              <a:gd name="connsiteX31" fmla="*/ 5547070 w 6858157"/>
              <a:gd name="connsiteY31" fmla="*/ 257389 h 3846279"/>
              <a:gd name="connsiteX32" fmla="*/ 5365036 w 6858157"/>
              <a:gd name="connsiteY32" fmla="*/ 333589 h 3846279"/>
              <a:gd name="connsiteX33" fmla="*/ 5246503 w 6858157"/>
              <a:gd name="connsiteY33" fmla="*/ 452121 h 3846279"/>
              <a:gd name="connsiteX34" fmla="*/ 5034836 w 6858157"/>
              <a:gd name="connsiteY34" fmla="*/ 833121 h 3846279"/>
              <a:gd name="connsiteX35" fmla="*/ 4857036 w 6858157"/>
              <a:gd name="connsiteY35" fmla="*/ 985522 h 3846279"/>
              <a:gd name="connsiteX36" fmla="*/ 4444844 w 6858157"/>
              <a:gd name="connsiteY36" fmla="*/ 1018010 h 3846279"/>
              <a:gd name="connsiteX37" fmla="*/ 3776022 w 6858157"/>
              <a:gd name="connsiteY37" fmla="*/ 857442 h 3846279"/>
              <a:gd name="connsiteX38" fmla="*/ 3387211 w 6858157"/>
              <a:gd name="connsiteY38" fmla="*/ 831937 h 3846279"/>
              <a:gd name="connsiteX39" fmla="*/ 2718804 w 6858157"/>
              <a:gd name="connsiteY39" fmla="*/ 1324293 h 3846279"/>
              <a:gd name="connsiteX40" fmla="*/ 2040399 w 6858157"/>
              <a:gd name="connsiteY40" fmla="*/ 1975179 h 3846279"/>
              <a:gd name="connsiteX41" fmla="*/ 1293327 w 6858157"/>
              <a:gd name="connsiteY41" fmla="*/ 2775352 h 3846279"/>
              <a:gd name="connsiteX42" fmla="*/ 567958 w 6858157"/>
              <a:gd name="connsiteY42" fmla="*/ 3749596 h 3846279"/>
              <a:gd name="connsiteX43" fmla="*/ 72253 w 6858157"/>
              <a:gd name="connsiteY43" fmla="*/ 3733413 h 3846279"/>
              <a:gd name="connsiteX44" fmla="*/ 9278 w 6858157"/>
              <a:gd name="connsiteY44" fmla="*/ 3204689 h 3846279"/>
              <a:gd name="connsiteX45" fmla="*/ 22792 w 6858157"/>
              <a:gd name="connsiteY45" fmla="*/ 2344412 h 3846279"/>
              <a:gd name="connsiteX46" fmla="*/ 3362 w 6858157"/>
              <a:gd name="connsiteY46" fmla="*/ 1867593 h 3846279"/>
              <a:gd name="connsiteX0" fmla="*/ 3362 w 6858157"/>
              <a:gd name="connsiteY0" fmla="*/ 1867593 h 3824931"/>
              <a:gd name="connsiteX1" fmla="*/ 104463 w 6858157"/>
              <a:gd name="connsiteY1" fmla="*/ 1727301 h 3824931"/>
              <a:gd name="connsiteX2" fmla="*/ 114623 w 6858157"/>
              <a:gd name="connsiteY2" fmla="*/ 2802810 h 3824931"/>
              <a:gd name="connsiteX3" fmla="*/ 133869 w 6858157"/>
              <a:gd name="connsiteY3" fmla="*/ 3584555 h 3824931"/>
              <a:gd name="connsiteX4" fmla="*/ 595884 w 6858157"/>
              <a:gd name="connsiteY4" fmla="*/ 3573541 h 3824931"/>
              <a:gd name="connsiteX5" fmla="*/ 1096399 w 6858157"/>
              <a:gd name="connsiteY5" fmla="*/ 2846852 h 3824931"/>
              <a:gd name="connsiteX6" fmla="*/ 1914545 w 6858157"/>
              <a:gd name="connsiteY6" fmla="*/ 1955005 h 3824931"/>
              <a:gd name="connsiteX7" fmla="*/ 2550405 w 6858157"/>
              <a:gd name="connsiteY7" fmla="*/ 1341877 h 3824931"/>
              <a:gd name="connsiteX8" fmla="*/ 3395779 w 6858157"/>
              <a:gd name="connsiteY8" fmla="*/ 736610 h 3824931"/>
              <a:gd name="connsiteX9" fmla="*/ 4763903 w 6858157"/>
              <a:gd name="connsiteY9" fmla="*/ 909322 h 3824931"/>
              <a:gd name="connsiteX10" fmla="*/ 5263436 w 6858157"/>
              <a:gd name="connsiteY10" fmla="*/ 274322 h 3824931"/>
              <a:gd name="connsiteX11" fmla="*/ 5828587 w 6858157"/>
              <a:gd name="connsiteY11" fmla="*/ 172768 h 3824931"/>
              <a:gd name="connsiteX12" fmla="*/ 6258270 w 6858157"/>
              <a:gd name="connsiteY12" fmla="*/ 428302 h 3824931"/>
              <a:gd name="connsiteX13" fmla="*/ 6419492 w 6858157"/>
              <a:gd name="connsiteY13" fmla="*/ 623187 h 3824931"/>
              <a:gd name="connsiteX14" fmla="*/ 6571892 w 6858157"/>
              <a:gd name="connsiteY14" fmla="*/ 703089 h 3824931"/>
              <a:gd name="connsiteX15" fmla="*/ 6686192 w 6858157"/>
              <a:gd name="connsiteY15" fmla="*/ 674034 h 3824931"/>
              <a:gd name="connsiteX16" fmla="*/ 6715470 w 6858157"/>
              <a:gd name="connsiteY16" fmla="*/ 529995 h 3824931"/>
              <a:gd name="connsiteX17" fmla="*/ 6686193 w 6858157"/>
              <a:gd name="connsiteY17" fmla="*/ 390745 h 3824931"/>
              <a:gd name="connsiteX18" fmla="*/ 6616344 w 6858157"/>
              <a:gd name="connsiteY18" fmla="*/ 303578 h 3824931"/>
              <a:gd name="connsiteX19" fmla="*/ 6571894 w 6858157"/>
              <a:gd name="connsiteY19" fmla="*/ 194620 h 3824931"/>
              <a:gd name="connsiteX20" fmla="*/ 6552844 w 6858157"/>
              <a:gd name="connsiteY20" fmla="*/ 27550 h 3824931"/>
              <a:gd name="connsiteX21" fmla="*/ 6698893 w 6858157"/>
              <a:gd name="connsiteY21" fmla="*/ 13025 h 3824931"/>
              <a:gd name="connsiteX22" fmla="*/ 6850936 w 6858157"/>
              <a:gd name="connsiteY22" fmla="*/ 26287 h 3824931"/>
              <a:gd name="connsiteX23" fmla="*/ 6832244 w 6858157"/>
              <a:gd name="connsiteY23" fmla="*/ 252730 h 3824931"/>
              <a:gd name="connsiteX24" fmla="*/ 6787794 w 6858157"/>
              <a:gd name="connsiteY24" fmla="*/ 405271 h 3824931"/>
              <a:gd name="connsiteX25" fmla="*/ 6775093 w 6858157"/>
              <a:gd name="connsiteY25" fmla="*/ 659506 h 3824931"/>
              <a:gd name="connsiteX26" fmla="*/ 6698893 w 6858157"/>
              <a:gd name="connsiteY26" fmla="*/ 775729 h 3824931"/>
              <a:gd name="connsiteX27" fmla="*/ 6588470 w 6858157"/>
              <a:gd name="connsiteY27" fmla="*/ 797321 h 3824931"/>
              <a:gd name="connsiteX28" fmla="*/ 6374685 w 6858157"/>
              <a:gd name="connsiteY28" fmla="*/ 712560 h 3824931"/>
              <a:gd name="connsiteX29" fmla="*/ 6108343 w 6858157"/>
              <a:gd name="connsiteY29" fmla="*/ 398005 h 3824931"/>
              <a:gd name="connsiteX30" fmla="*/ 5870920 w 6858157"/>
              <a:gd name="connsiteY30" fmla="*/ 276774 h 3824931"/>
              <a:gd name="connsiteX31" fmla="*/ 5547070 w 6858157"/>
              <a:gd name="connsiteY31" fmla="*/ 257389 h 3824931"/>
              <a:gd name="connsiteX32" fmla="*/ 5365036 w 6858157"/>
              <a:gd name="connsiteY32" fmla="*/ 333589 h 3824931"/>
              <a:gd name="connsiteX33" fmla="*/ 5246503 w 6858157"/>
              <a:gd name="connsiteY33" fmla="*/ 452121 h 3824931"/>
              <a:gd name="connsiteX34" fmla="*/ 5034836 w 6858157"/>
              <a:gd name="connsiteY34" fmla="*/ 833121 h 3824931"/>
              <a:gd name="connsiteX35" fmla="*/ 4857036 w 6858157"/>
              <a:gd name="connsiteY35" fmla="*/ 985522 h 3824931"/>
              <a:gd name="connsiteX36" fmla="*/ 4444844 w 6858157"/>
              <a:gd name="connsiteY36" fmla="*/ 1018010 h 3824931"/>
              <a:gd name="connsiteX37" fmla="*/ 3776022 w 6858157"/>
              <a:gd name="connsiteY37" fmla="*/ 857442 h 3824931"/>
              <a:gd name="connsiteX38" fmla="*/ 3387211 w 6858157"/>
              <a:gd name="connsiteY38" fmla="*/ 831937 h 3824931"/>
              <a:gd name="connsiteX39" fmla="*/ 2718804 w 6858157"/>
              <a:gd name="connsiteY39" fmla="*/ 1324293 h 3824931"/>
              <a:gd name="connsiteX40" fmla="*/ 2040399 w 6858157"/>
              <a:gd name="connsiteY40" fmla="*/ 1975179 h 3824931"/>
              <a:gd name="connsiteX41" fmla="*/ 1293327 w 6858157"/>
              <a:gd name="connsiteY41" fmla="*/ 2775352 h 3824931"/>
              <a:gd name="connsiteX42" fmla="*/ 567958 w 6858157"/>
              <a:gd name="connsiteY42" fmla="*/ 3749596 h 3824931"/>
              <a:gd name="connsiteX43" fmla="*/ 72253 w 6858157"/>
              <a:gd name="connsiteY43" fmla="*/ 3733413 h 3824931"/>
              <a:gd name="connsiteX44" fmla="*/ 9278 w 6858157"/>
              <a:gd name="connsiteY44" fmla="*/ 3204689 h 3824931"/>
              <a:gd name="connsiteX45" fmla="*/ 22792 w 6858157"/>
              <a:gd name="connsiteY45" fmla="*/ 2344412 h 3824931"/>
              <a:gd name="connsiteX46" fmla="*/ 3362 w 6858157"/>
              <a:gd name="connsiteY46" fmla="*/ 1867593 h 3824931"/>
              <a:gd name="connsiteX0" fmla="*/ 3362 w 6858157"/>
              <a:gd name="connsiteY0" fmla="*/ 1867593 h 3803312"/>
              <a:gd name="connsiteX1" fmla="*/ 104463 w 6858157"/>
              <a:gd name="connsiteY1" fmla="*/ 1727301 h 3803312"/>
              <a:gd name="connsiteX2" fmla="*/ 114623 w 6858157"/>
              <a:gd name="connsiteY2" fmla="*/ 2802810 h 3803312"/>
              <a:gd name="connsiteX3" fmla="*/ 133869 w 6858157"/>
              <a:gd name="connsiteY3" fmla="*/ 3584555 h 3803312"/>
              <a:gd name="connsiteX4" fmla="*/ 595884 w 6858157"/>
              <a:gd name="connsiteY4" fmla="*/ 3573541 h 3803312"/>
              <a:gd name="connsiteX5" fmla="*/ 1096399 w 6858157"/>
              <a:gd name="connsiteY5" fmla="*/ 2846852 h 3803312"/>
              <a:gd name="connsiteX6" fmla="*/ 1914545 w 6858157"/>
              <a:gd name="connsiteY6" fmla="*/ 1955005 h 3803312"/>
              <a:gd name="connsiteX7" fmla="*/ 2550405 w 6858157"/>
              <a:gd name="connsiteY7" fmla="*/ 1341877 h 3803312"/>
              <a:gd name="connsiteX8" fmla="*/ 3395779 w 6858157"/>
              <a:gd name="connsiteY8" fmla="*/ 736610 h 3803312"/>
              <a:gd name="connsiteX9" fmla="*/ 4763903 w 6858157"/>
              <a:gd name="connsiteY9" fmla="*/ 909322 h 3803312"/>
              <a:gd name="connsiteX10" fmla="*/ 5263436 w 6858157"/>
              <a:gd name="connsiteY10" fmla="*/ 274322 h 3803312"/>
              <a:gd name="connsiteX11" fmla="*/ 5828587 w 6858157"/>
              <a:gd name="connsiteY11" fmla="*/ 172768 h 3803312"/>
              <a:gd name="connsiteX12" fmla="*/ 6258270 w 6858157"/>
              <a:gd name="connsiteY12" fmla="*/ 428302 h 3803312"/>
              <a:gd name="connsiteX13" fmla="*/ 6419492 w 6858157"/>
              <a:gd name="connsiteY13" fmla="*/ 623187 h 3803312"/>
              <a:gd name="connsiteX14" fmla="*/ 6571892 w 6858157"/>
              <a:gd name="connsiteY14" fmla="*/ 703089 h 3803312"/>
              <a:gd name="connsiteX15" fmla="*/ 6686192 w 6858157"/>
              <a:gd name="connsiteY15" fmla="*/ 674034 h 3803312"/>
              <a:gd name="connsiteX16" fmla="*/ 6715470 w 6858157"/>
              <a:gd name="connsiteY16" fmla="*/ 529995 h 3803312"/>
              <a:gd name="connsiteX17" fmla="*/ 6686193 w 6858157"/>
              <a:gd name="connsiteY17" fmla="*/ 390745 h 3803312"/>
              <a:gd name="connsiteX18" fmla="*/ 6616344 w 6858157"/>
              <a:gd name="connsiteY18" fmla="*/ 303578 h 3803312"/>
              <a:gd name="connsiteX19" fmla="*/ 6571894 w 6858157"/>
              <a:gd name="connsiteY19" fmla="*/ 194620 h 3803312"/>
              <a:gd name="connsiteX20" fmla="*/ 6552844 w 6858157"/>
              <a:gd name="connsiteY20" fmla="*/ 27550 h 3803312"/>
              <a:gd name="connsiteX21" fmla="*/ 6698893 w 6858157"/>
              <a:gd name="connsiteY21" fmla="*/ 13025 h 3803312"/>
              <a:gd name="connsiteX22" fmla="*/ 6850936 w 6858157"/>
              <a:gd name="connsiteY22" fmla="*/ 26287 h 3803312"/>
              <a:gd name="connsiteX23" fmla="*/ 6832244 w 6858157"/>
              <a:gd name="connsiteY23" fmla="*/ 252730 h 3803312"/>
              <a:gd name="connsiteX24" fmla="*/ 6787794 w 6858157"/>
              <a:gd name="connsiteY24" fmla="*/ 405271 h 3803312"/>
              <a:gd name="connsiteX25" fmla="*/ 6775093 w 6858157"/>
              <a:gd name="connsiteY25" fmla="*/ 659506 h 3803312"/>
              <a:gd name="connsiteX26" fmla="*/ 6698893 w 6858157"/>
              <a:gd name="connsiteY26" fmla="*/ 775729 h 3803312"/>
              <a:gd name="connsiteX27" fmla="*/ 6588470 w 6858157"/>
              <a:gd name="connsiteY27" fmla="*/ 797321 h 3803312"/>
              <a:gd name="connsiteX28" fmla="*/ 6374685 w 6858157"/>
              <a:gd name="connsiteY28" fmla="*/ 712560 h 3803312"/>
              <a:gd name="connsiteX29" fmla="*/ 6108343 w 6858157"/>
              <a:gd name="connsiteY29" fmla="*/ 398005 h 3803312"/>
              <a:gd name="connsiteX30" fmla="*/ 5870920 w 6858157"/>
              <a:gd name="connsiteY30" fmla="*/ 276774 h 3803312"/>
              <a:gd name="connsiteX31" fmla="*/ 5547070 w 6858157"/>
              <a:gd name="connsiteY31" fmla="*/ 257389 h 3803312"/>
              <a:gd name="connsiteX32" fmla="*/ 5365036 w 6858157"/>
              <a:gd name="connsiteY32" fmla="*/ 333589 h 3803312"/>
              <a:gd name="connsiteX33" fmla="*/ 5246503 w 6858157"/>
              <a:gd name="connsiteY33" fmla="*/ 452121 h 3803312"/>
              <a:gd name="connsiteX34" fmla="*/ 5034836 w 6858157"/>
              <a:gd name="connsiteY34" fmla="*/ 833121 h 3803312"/>
              <a:gd name="connsiteX35" fmla="*/ 4857036 w 6858157"/>
              <a:gd name="connsiteY35" fmla="*/ 985522 h 3803312"/>
              <a:gd name="connsiteX36" fmla="*/ 4444844 w 6858157"/>
              <a:gd name="connsiteY36" fmla="*/ 1018010 h 3803312"/>
              <a:gd name="connsiteX37" fmla="*/ 3776022 w 6858157"/>
              <a:gd name="connsiteY37" fmla="*/ 857442 h 3803312"/>
              <a:gd name="connsiteX38" fmla="*/ 3387211 w 6858157"/>
              <a:gd name="connsiteY38" fmla="*/ 831937 h 3803312"/>
              <a:gd name="connsiteX39" fmla="*/ 2718804 w 6858157"/>
              <a:gd name="connsiteY39" fmla="*/ 1324293 h 3803312"/>
              <a:gd name="connsiteX40" fmla="*/ 2040399 w 6858157"/>
              <a:gd name="connsiteY40" fmla="*/ 1975179 h 3803312"/>
              <a:gd name="connsiteX41" fmla="*/ 1293327 w 6858157"/>
              <a:gd name="connsiteY41" fmla="*/ 2775352 h 3803312"/>
              <a:gd name="connsiteX42" fmla="*/ 598438 w 6858157"/>
              <a:gd name="connsiteY42" fmla="*/ 3703108 h 3803312"/>
              <a:gd name="connsiteX43" fmla="*/ 72253 w 6858157"/>
              <a:gd name="connsiteY43" fmla="*/ 3733413 h 3803312"/>
              <a:gd name="connsiteX44" fmla="*/ 9278 w 6858157"/>
              <a:gd name="connsiteY44" fmla="*/ 3204689 h 3803312"/>
              <a:gd name="connsiteX45" fmla="*/ 22792 w 6858157"/>
              <a:gd name="connsiteY45" fmla="*/ 2344412 h 3803312"/>
              <a:gd name="connsiteX46" fmla="*/ 3362 w 6858157"/>
              <a:gd name="connsiteY46" fmla="*/ 1867593 h 3803312"/>
              <a:gd name="connsiteX0" fmla="*/ 3362 w 6858157"/>
              <a:gd name="connsiteY0" fmla="*/ 1867593 h 3803312"/>
              <a:gd name="connsiteX1" fmla="*/ 104463 w 6858157"/>
              <a:gd name="connsiteY1" fmla="*/ 1727301 h 3803312"/>
              <a:gd name="connsiteX2" fmla="*/ 114623 w 6858157"/>
              <a:gd name="connsiteY2" fmla="*/ 2802810 h 3803312"/>
              <a:gd name="connsiteX3" fmla="*/ 133869 w 6858157"/>
              <a:gd name="connsiteY3" fmla="*/ 3584555 h 3803312"/>
              <a:gd name="connsiteX4" fmla="*/ 595884 w 6858157"/>
              <a:gd name="connsiteY4" fmla="*/ 3573541 h 3803312"/>
              <a:gd name="connsiteX5" fmla="*/ 1096399 w 6858157"/>
              <a:gd name="connsiteY5" fmla="*/ 2846852 h 3803312"/>
              <a:gd name="connsiteX6" fmla="*/ 1914545 w 6858157"/>
              <a:gd name="connsiteY6" fmla="*/ 1955005 h 3803312"/>
              <a:gd name="connsiteX7" fmla="*/ 2550405 w 6858157"/>
              <a:gd name="connsiteY7" fmla="*/ 1341877 h 3803312"/>
              <a:gd name="connsiteX8" fmla="*/ 3395779 w 6858157"/>
              <a:gd name="connsiteY8" fmla="*/ 736610 h 3803312"/>
              <a:gd name="connsiteX9" fmla="*/ 4763903 w 6858157"/>
              <a:gd name="connsiteY9" fmla="*/ 909322 h 3803312"/>
              <a:gd name="connsiteX10" fmla="*/ 5263436 w 6858157"/>
              <a:gd name="connsiteY10" fmla="*/ 274322 h 3803312"/>
              <a:gd name="connsiteX11" fmla="*/ 5828587 w 6858157"/>
              <a:gd name="connsiteY11" fmla="*/ 172768 h 3803312"/>
              <a:gd name="connsiteX12" fmla="*/ 6258270 w 6858157"/>
              <a:gd name="connsiteY12" fmla="*/ 428302 h 3803312"/>
              <a:gd name="connsiteX13" fmla="*/ 6419492 w 6858157"/>
              <a:gd name="connsiteY13" fmla="*/ 623187 h 3803312"/>
              <a:gd name="connsiteX14" fmla="*/ 6571892 w 6858157"/>
              <a:gd name="connsiteY14" fmla="*/ 703089 h 3803312"/>
              <a:gd name="connsiteX15" fmla="*/ 6686192 w 6858157"/>
              <a:gd name="connsiteY15" fmla="*/ 674034 h 3803312"/>
              <a:gd name="connsiteX16" fmla="*/ 6715470 w 6858157"/>
              <a:gd name="connsiteY16" fmla="*/ 529995 h 3803312"/>
              <a:gd name="connsiteX17" fmla="*/ 6686193 w 6858157"/>
              <a:gd name="connsiteY17" fmla="*/ 390745 h 3803312"/>
              <a:gd name="connsiteX18" fmla="*/ 6616344 w 6858157"/>
              <a:gd name="connsiteY18" fmla="*/ 303578 h 3803312"/>
              <a:gd name="connsiteX19" fmla="*/ 6571894 w 6858157"/>
              <a:gd name="connsiteY19" fmla="*/ 194620 h 3803312"/>
              <a:gd name="connsiteX20" fmla="*/ 6552844 w 6858157"/>
              <a:gd name="connsiteY20" fmla="*/ 27550 h 3803312"/>
              <a:gd name="connsiteX21" fmla="*/ 6698893 w 6858157"/>
              <a:gd name="connsiteY21" fmla="*/ 13025 h 3803312"/>
              <a:gd name="connsiteX22" fmla="*/ 6850936 w 6858157"/>
              <a:gd name="connsiteY22" fmla="*/ 26287 h 3803312"/>
              <a:gd name="connsiteX23" fmla="*/ 6832244 w 6858157"/>
              <a:gd name="connsiteY23" fmla="*/ 252730 h 3803312"/>
              <a:gd name="connsiteX24" fmla="*/ 6787794 w 6858157"/>
              <a:gd name="connsiteY24" fmla="*/ 405271 h 3803312"/>
              <a:gd name="connsiteX25" fmla="*/ 6775093 w 6858157"/>
              <a:gd name="connsiteY25" fmla="*/ 659506 h 3803312"/>
              <a:gd name="connsiteX26" fmla="*/ 6698893 w 6858157"/>
              <a:gd name="connsiteY26" fmla="*/ 775729 h 3803312"/>
              <a:gd name="connsiteX27" fmla="*/ 6588470 w 6858157"/>
              <a:gd name="connsiteY27" fmla="*/ 797321 h 3803312"/>
              <a:gd name="connsiteX28" fmla="*/ 6374685 w 6858157"/>
              <a:gd name="connsiteY28" fmla="*/ 712560 h 3803312"/>
              <a:gd name="connsiteX29" fmla="*/ 6108343 w 6858157"/>
              <a:gd name="connsiteY29" fmla="*/ 398005 h 3803312"/>
              <a:gd name="connsiteX30" fmla="*/ 5870920 w 6858157"/>
              <a:gd name="connsiteY30" fmla="*/ 276774 h 3803312"/>
              <a:gd name="connsiteX31" fmla="*/ 5547070 w 6858157"/>
              <a:gd name="connsiteY31" fmla="*/ 257389 h 3803312"/>
              <a:gd name="connsiteX32" fmla="*/ 5365036 w 6858157"/>
              <a:gd name="connsiteY32" fmla="*/ 333589 h 3803312"/>
              <a:gd name="connsiteX33" fmla="*/ 5246503 w 6858157"/>
              <a:gd name="connsiteY33" fmla="*/ 452121 h 3803312"/>
              <a:gd name="connsiteX34" fmla="*/ 5034836 w 6858157"/>
              <a:gd name="connsiteY34" fmla="*/ 833121 h 3803312"/>
              <a:gd name="connsiteX35" fmla="*/ 4857036 w 6858157"/>
              <a:gd name="connsiteY35" fmla="*/ 985522 h 3803312"/>
              <a:gd name="connsiteX36" fmla="*/ 4444844 w 6858157"/>
              <a:gd name="connsiteY36" fmla="*/ 1018010 h 3803312"/>
              <a:gd name="connsiteX37" fmla="*/ 3776022 w 6858157"/>
              <a:gd name="connsiteY37" fmla="*/ 857442 h 3803312"/>
              <a:gd name="connsiteX38" fmla="*/ 3387211 w 6858157"/>
              <a:gd name="connsiteY38" fmla="*/ 831937 h 3803312"/>
              <a:gd name="connsiteX39" fmla="*/ 2718804 w 6858157"/>
              <a:gd name="connsiteY39" fmla="*/ 1324293 h 3803312"/>
              <a:gd name="connsiteX40" fmla="*/ 2040399 w 6858157"/>
              <a:gd name="connsiteY40" fmla="*/ 1975179 h 3803312"/>
              <a:gd name="connsiteX41" fmla="*/ 1293327 w 6858157"/>
              <a:gd name="connsiteY41" fmla="*/ 2775352 h 3803312"/>
              <a:gd name="connsiteX42" fmla="*/ 598438 w 6858157"/>
              <a:gd name="connsiteY42" fmla="*/ 3703108 h 3803312"/>
              <a:gd name="connsiteX43" fmla="*/ 72253 w 6858157"/>
              <a:gd name="connsiteY43" fmla="*/ 3733413 h 3803312"/>
              <a:gd name="connsiteX44" fmla="*/ 9278 w 6858157"/>
              <a:gd name="connsiteY44" fmla="*/ 3204689 h 3803312"/>
              <a:gd name="connsiteX45" fmla="*/ 22792 w 6858157"/>
              <a:gd name="connsiteY45" fmla="*/ 2344412 h 3803312"/>
              <a:gd name="connsiteX46" fmla="*/ 3362 w 6858157"/>
              <a:gd name="connsiteY46" fmla="*/ 1867593 h 3803312"/>
              <a:gd name="connsiteX0" fmla="*/ 3362 w 6858157"/>
              <a:gd name="connsiteY0" fmla="*/ 1867593 h 3803312"/>
              <a:gd name="connsiteX1" fmla="*/ 104463 w 6858157"/>
              <a:gd name="connsiteY1" fmla="*/ 1727301 h 3803312"/>
              <a:gd name="connsiteX2" fmla="*/ 114623 w 6858157"/>
              <a:gd name="connsiteY2" fmla="*/ 2802810 h 3803312"/>
              <a:gd name="connsiteX3" fmla="*/ 133869 w 6858157"/>
              <a:gd name="connsiteY3" fmla="*/ 3584555 h 3803312"/>
              <a:gd name="connsiteX4" fmla="*/ 595884 w 6858157"/>
              <a:gd name="connsiteY4" fmla="*/ 3573541 h 3803312"/>
              <a:gd name="connsiteX5" fmla="*/ 1096399 w 6858157"/>
              <a:gd name="connsiteY5" fmla="*/ 2846852 h 3803312"/>
              <a:gd name="connsiteX6" fmla="*/ 1914545 w 6858157"/>
              <a:gd name="connsiteY6" fmla="*/ 1955005 h 3803312"/>
              <a:gd name="connsiteX7" fmla="*/ 2550405 w 6858157"/>
              <a:gd name="connsiteY7" fmla="*/ 1341877 h 3803312"/>
              <a:gd name="connsiteX8" fmla="*/ 3395779 w 6858157"/>
              <a:gd name="connsiteY8" fmla="*/ 736610 h 3803312"/>
              <a:gd name="connsiteX9" fmla="*/ 4763903 w 6858157"/>
              <a:gd name="connsiteY9" fmla="*/ 909322 h 3803312"/>
              <a:gd name="connsiteX10" fmla="*/ 5263436 w 6858157"/>
              <a:gd name="connsiteY10" fmla="*/ 274322 h 3803312"/>
              <a:gd name="connsiteX11" fmla="*/ 5828587 w 6858157"/>
              <a:gd name="connsiteY11" fmla="*/ 172768 h 3803312"/>
              <a:gd name="connsiteX12" fmla="*/ 6258270 w 6858157"/>
              <a:gd name="connsiteY12" fmla="*/ 428302 h 3803312"/>
              <a:gd name="connsiteX13" fmla="*/ 6419492 w 6858157"/>
              <a:gd name="connsiteY13" fmla="*/ 623187 h 3803312"/>
              <a:gd name="connsiteX14" fmla="*/ 6571892 w 6858157"/>
              <a:gd name="connsiteY14" fmla="*/ 703089 h 3803312"/>
              <a:gd name="connsiteX15" fmla="*/ 6686192 w 6858157"/>
              <a:gd name="connsiteY15" fmla="*/ 674034 h 3803312"/>
              <a:gd name="connsiteX16" fmla="*/ 6715470 w 6858157"/>
              <a:gd name="connsiteY16" fmla="*/ 529995 h 3803312"/>
              <a:gd name="connsiteX17" fmla="*/ 6686193 w 6858157"/>
              <a:gd name="connsiteY17" fmla="*/ 390745 h 3803312"/>
              <a:gd name="connsiteX18" fmla="*/ 6616344 w 6858157"/>
              <a:gd name="connsiteY18" fmla="*/ 303578 h 3803312"/>
              <a:gd name="connsiteX19" fmla="*/ 6571894 w 6858157"/>
              <a:gd name="connsiteY19" fmla="*/ 194620 h 3803312"/>
              <a:gd name="connsiteX20" fmla="*/ 6552844 w 6858157"/>
              <a:gd name="connsiteY20" fmla="*/ 27550 h 3803312"/>
              <a:gd name="connsiteX21" fmla="*/ 6698893 w 6858157"/>
              <a:gd name="connsiteY21" fmla="*/ 13025 h 3803312"/>
              <a:gd name="connsiteX22" fmla="*/ 6850936 w 6858157"/>
              <a:gd name="connsiteY22" fmla="*/ 26287 h 3803312"/>
              <a:gd name="connsiteX23" fmla="*/ 6832244 w 6858157"/>
              <a:gd name="connsiteY23" fmla="*/ 252730 h 3803312"/>
              <a:gd name="connsiteX24" fmla="*/ 6787794 w 6858157"/>
              <a:gd name="connsiteY24" fmla="*/ 405271 h 3803312"/>
              <a:gd name="connsiteX25" fmla="*/ 6775093 w 6858157"/>
              <a:gd name="connsiteY25" fmla="*/ 659506 h 3803312"/>
              <a:gd name="connsiteX26" fmla="*/ 6698893 w 6858157"/>
              <a:gd name="connsiteY26" fmla="*/ 775729 h 3803312"/>
              <a:gd name="connsiteX27" fmla="*/ 6588470 w 6858157"/>
              <a:gd name="connsiteY27" fmla="*/ 797321 h 3803312"/>
              <a:gd name="connsiteX28" fmla="*/ 6374685 w 6858157"/>
              <a:gd name="connsiteY28" fmla="*/ 712560 h 3803312"/>
              <a:gd name="connsiteX29" fmla="*/ 6108343 w 6858157"/>
              <a:gd name="connsiteY29" fmla="*/ 398005 h 3803312"/>
              <a:gd name="connsiteX30" fmla="*/ 5870920 w 6858157"/>
              <a:gd name="connsiteY30" fmla="*/ 276774 h 3803312"/>
              <a:gd name="connsiteX31" fmla="*/ 5547070 w 6858157"/>
              <a:gd name="connsiteY31" fmla="*/ 257389 h 3803312"/>
              <a:gd name="connsiteX32" fmla="*/ 5365036 w 6858157"/>
              <a:gd name="connsiteY32" fmla="*/ 333589 h 3803312"/>
              <a:gd name="connsiteX33" fmla="*/ 5246503 w 6858157"/>
              <a:gd name="connsiteY33" fmla="*/ 452121 h 3803312"/>
              <a:gd name="connsiteX34" fmla="*/ 5034836 w 6858157"/>
              <a:gd name="connsiteY34" fmla="*/ 833121 h 3803312"/>
              <a:gd name="connsiteX35" fmla="*/ 4857036 w 6858157"/>
              <a:gd name="connsiteY35" fmla="*/ 985522 h 3803312"/>
              <a:gd name="connsiteX36" fmla="*/ 4444844 w 6858157"/>
              <a:gd name="connsiteY36" fmla="*/ 1018010 h 3803312"/>
              <a:gd name="connsiteX37" fmla="*/ 3776022 w 6858157"/>
              <a:gd name="connsiteY37" fmla="*/ 857442 h 3803312"/>
              <a:gd name="connsiteX38" fmla="*/ 3387211 w 6858157"/>
              <a:gd name="connsiteY38" fmla="*/ 831937 h 3803312"/>
              <a:gd name="connsiteX39" fmla="*/ 2718804 w 6858157"/>
              <a:gd name="connsiteY39" fmla="*/ 1324293 h 3803312"/>
              <a:gd name="connsiteX40" fmla="*/ 2040399 w 6858157"/>
              <a:gd name="connsiteY40" fmla="*/ 1975179 h 3803312"/>
              <a:gd name="connsiteX41" fmla="*/ 1293327 w 6858157"/>
              <a:gd name="connsiteY41" fmla="*/ 2775352 h 3803312"/>
              <a:gd name="connsiteX42" fmla="*/ 598438 w 6858157"/>
              <a:gd name="connsiteY42" fmla="*/ 3703108 h 3803312"/>
              <a:gd name="connsiteX43" fmla="*/ 72253 w 6858157"/>
              <a:gd name="connsiteY43" fmla="*/ 3733413 h 3803312"/>
              <a:gd name="connsiteX44" fmla="*/ 9278 w 6858157"/>
              <a:gd name="connsiteY44" fmla="*/ 3204689 h 3803312"/>
              <a:gd name="connsiteX45" fmla="*/ 22792 w 6858157"/>
              <a:gd name="connsiteY45" fmla="*/ 2344412 h 3803312"/>
              <a:gd name="connsiteX46" fmla="*/ 3362 w 6858157"/>
              <a:gd name="connsiteY46" fmla="*/ 1867593 h 3803312"/>
              <a:gd name="connsiteX0" fmla="*/ 3362 w 6858157"/>
              <a:gd name="connsiteY0" fmla="*/ 1867593 h 3803312"/>
              <a:gd name="connsiteX1" fmla="*/ 104463 w 6858157"/>
              <a:gd name="connsiteY1" fmla="*/ 1727301 h 3803312"/>
              <a:gd name="connsiteX2" fmla="*/ 114623 w 6858157"/>
              <a:gd name="connsiteY2" fmla="*/ 2802810 h 3803312"/>
              <a:gd name="connsiteX3" fmla="*/ 133869 w 6858157"/>
              <a:gd name="connsiteY3" fmla="*/ 3584555 h 3803312"/>
              <a:gd name="connsiteX4" fmla="*/ 595884 w 6858157"/>
              <a:gd name="connsiteY4" fmla="*/ 3573541 h 3803312"/>
              <a:gd name="connsiteX5" fmla="*/ 1096399 w 6858157"/>
              <a:gd name="connsiteY5" fmla="*/ 2846852 h 3803312"/>
              <a:gd name="connsiteX6" fmla="*/ 1914545 w 6858157"/>
              <a:gd name="connsiteY6" fmla="*/ 1955005 h 3803312"/>
              <a:gd name="connsiteX7" fmla="*/ 2550405 w 6858157"/>
              <a:gd name="connsiteY7" fmla="*/ 1341877 h 3803312"/>
              <a:gd name="connsiteX8" fmla="*/ 3395779 w 6858157"/>
              <a:gd name="connsiteY8" fmla="*/ 736610 h 3803312"/>
              <a:gd name="connsiteX9" fmla="*/ 4763903 w 6858157"/>
              <a:gd name="connsiteY9" fmla="*/ 909322 h 3803312"/>
              <a:gd name="connsiteX10" fmla="*/ 5263436 w 6858157"/>
              <a:gd name="connsiteY10" fmla="*/ 274322 h 3803312"/>
              <a:gd name="connsiteX11" fmla="*/ 5828587 w 6858157"/>
              <a:gd name="connsiteY11" fmla="*/ 172768 h 3803312"/>
              <a:gd name="connsiteX12" fmla="*/ 6258270 w 6858157"/>
              <a:gd name="connsiteY12" fmla="*/ 428302 h 3803312"/>
              <a:gd name="connsiteX13" fmla="*/ 6419492 w 6858157"/>
              <a:gd name="connsiteY13" fmla="*/ 623187 h 3803312"/>
              <a:gd name="connsiteX14" fmla="*/ 6571892 w 6858157"/>
              <a:gd name="connsiteY14" fmla="*/ 703089 h 3803312"/>
              <a:gd name="connsiteX15" fmla="*/ 6686192 w 6858157"/>
              <a:gd name="connsiteY15" fmla="*/ 674034 h 3803312"/>
              <a:gd name="connsiteX16" fmla="*/ 6715470 w 6858157"/>
              <a:gd name="connsiteY16" fmla="*/ 529995 h 3803312"/>
              <a:gd name="connsiteX17" fmla="*/ 6686193 w 6858157"/>
              <a:gd name="connsiteY17" fmla="*/ 390745 h 3803312"/>
              <a:gd name="connsiteX18" fmla="*/ 6616344 w 6858157"/>
              <a:gd name="connsiteY18" fmla="*/ 303578 h 3803312"/>
              <a:gd name="connsiteX19" fmla="*/ 6571894 w 6858157"/>
              <a:gd name="connsiteY19" fmla="*/ 194620 h 3803312"/>
              <a:gd name="connsiteX20" fmla="*/ 6552844 w 6858157"/>
              <a:gd name="connsiteY20" fmla="*/ 27550 h 3803312"/>
              <a:gd name="connsiteX21" fmla="*/ 6698893 w 6858157"/>
              <a:gd name="connsiteY21" fmla="*/ 13025 h 3803312"/>
              <a:gd name="connsiteX22" fmla="*/ 6850936 w 6858157"/>
              <a:gd name="connsiteY22" fmla="*/ 26287 h 3803312"/>
              <a:gd name="connsiteX23" fmla="*/ 6832244 w 6858157"/>
              <a:gd name="connsiteY23" fmla="*/ 252730 h 3803312"/>
              <a:gd name="connsiteX24" fmla="*/ 6787794 w 6858157"/>
              <a:gd name="connsiteY24" fmla="*/ 405271 h 3803312"/>
              <a:gd name="connsiteX25" fmla="*/ 6775093 w 6858157"/>
              <a:gd name="connsiteY25" fmla="*/ 659506 h 3803312"/>
              <a:gd name="connsiteX26" fmla="*/ 6698893 w 6858157"/>
              <a:gd name="connsiteY26" fmla="*/ 775729 h 3803312"/>
              <a:gd name="connsiteX27" fmla="*/ 6588470 w 6858157"/>
              <a:gd name="connsiteY27" fmla="*/ 797321 h 3803312"/>
              <a:gd name="connsiteX28" fmla="*/ 6374685 w 6858157"/>
              <a:gd name="connsiteY28" fmla="*/ 712560 h 3803312"/>
              <a:gd name="connsiteX29" fmla="*/ 6108343 w 6858157"/>
              <a:gd name="connsiteY29" fmla="*/ 398005 h 3803312"/>
              <a:gd name="connsiteX30" fmla="*/ 5870920 w 6858157"/>
              <a:gd name="connsiteY30" fmla="*/ 276774 h 3803312"/>
              <a:gd name="connsiteX31" fmla="*/ 5547070 w 6858157"/>
              <a:gd name="connsiteY31" fmla="*/ 257389 h 3803312"/>
              <a:gd name="connsiteX32" fmla="*/ 5365036 w 6858157"/>
              <a:gd name="connsiteY32" fmla="*/ 333589 h 3803312"/>
              <a:gd name="connsiteX33" fmla="*/ 5246503 w 6858157"/>
              <a:gd name="connsiteY33" fmla="*/ 452121 h 3803312"/>
              <a:gd name="connsiteX34" fmla="*/ 5034836 w 6858157"/>
              <a:gd name="connsiteY34" fmla="*/ 833121 h 3803312"/>
              <a:gd name="connsiteX35" fmla="*/ 4857036 w 6858157"/>
              <a:gd name="connsiteY35" fmla="*/ 985522 h 3803312"/>
              <a:gd name="connsiteX36" fmla="*/ 4444844 w 6858157"/>
              <a:gd name="connsiteY36" fmla="*/ 1018010 h 3803312"/>
              <a:gd name="connsiteX37" fmla="*/ 3776022 w 6858157"/>
              <a:gd name="connsiteY37" fmla="*/ 857442 h 3803312"/>
              <a:gd name="connsiteX38" fmla="*/ 3387211 w 6858157"/>
              <a:gd name="connsiteY38" fmla="*/ 831937 h 3803312"/>
              <a:gd name="connsiteX39" fmla="*/ 2718804 w 6858157"/>
              <a:gd name="connsiteY39" fmla="*/ 1324293 h 3803312"/>
              <a:gd name="connsiteX40" fmla="*/ 2040399 w 6858157"/>
              <a:gd name="connsiteY40" fmla="*/ 1975179 h 3803312"/>
              <a:gd name="connsiteX41" fmla="*/ 1293327 w 6858157"/>
              <a:gd name="connsiteY41" fmla="*/ 2775352 h 3803312"/>
              <a:gd name="connsiteX42" fmla="*/ 598438 w 6858157"/>
              <a:gd name="connsiteY42" fmla="*/ 3703108 h 3803312"/>
              <a:gd name="connsiteX43" fmla="*/ 72253 w 6858157"/>
              <a:gd name="connsiteY43" fmla="*/ 3733413 h 3803312"/>
              <a:gd name="connsiteX44" fmla="*/ 9278 w 6858157"/>
              <a:gd name="connsiteY44" fmla="*/ 3204689 h 3803312"/>
              <a:gd name="connsiteX45" fmla="*/ 22792 w 6858157"/>
              <a:gd name="connsiteY45" fmla="*/ 2344412 h 3803312"/>
              <a:gd name="connsiteX46" fmla="*/ 3362 w 6858157"/>
              <a:gd name="connsiteY46" fmla="*/ 1867593 h 3803312"/>
              <a:gd name="connsiteX0" fmla="*/ 3362 w 6858157"/>
              <a:gd name="connsiteY0" fmla="*/ 1867593 h 3803312"/>
              <a:gd name="connsiteX1" fmla="*/ 104463 w 6858157"/>
              <a:gd name="connsiteY1" fmla="*/ 1727301 h 3803312"/>
              <a:gd name="connsiteX2" fmla="*/ 114623 w 6858157"/>
              <a:gd name="connsiteY2" fmla="*/ 2802810 h 3803312"/>
              <a:gd name="connsiteX3" fmla="*/ 133869 w 6858157"/>
              <a:gd name="connsiteY3" fmla="*/ 3584555 h 3803312"/>
              <a:gd name="connsiteX4" fmla="*/ 595884 w 6858157"/>
              <a:gd name="connsiteY4" fmla="*/ 3573541 h 3803312"/>
              <a:gd name="connsiteX5" fmla="*/ 1096399 w 6858157"/>
              <a:gd name="connsiteY5" fmla="*/ 2846852 h 3803312"/>
              <a:gd name="connsiteX6" fmla="*/ 1914545 w 6858157"/>
              <a:gd name="connsiteY6" fmla="*/ 1955005 h 3803312"/>
              <a:gd name="connsiteX7" fmla="*/ 2550405 w 6858157"/>
              <a:gd name="connsiteY7" fmla="*/ 1341877 h 3803312"/>
              <a:gd name="connsiteX8" fmla="*/ 3395779 w 6858157"/>
              <a:gd name="connsiteY8" fmla="*/ 736610 h 3803312"/>
              <a:gd name="connsiteX9" fmla="*/ 4763903 w 6858157"/>
              <a:gd name="connsiteY9" fmla="*/ 909322 h 3803312"/>
              <a:gd name="connsiteX10" fmla="*/ 5263436 w 6858157"/>
              <a:gd name="connsiteY10" fmla="*/ 274322 h 3803312"/>
              <a:gd name="connsiteX11" fmla="*/ 5828587 w 6858157"/>
              <a:gd name="connsiteY11" fmla="*/ 172768 h 3803312"/>
              <a:gd name="connsiteX12" fmla="*/ 6258270 w 6858157"/>
              <a:gd name="connsiteY12" fmla="*/ 428302 h 3803312"/>
              <a:gd name="connsiteX13" fmla="*/ 6419492 w 6858157"/>
              <a:gd name="connsiteY13" fmla="*/ 623187 h 3803312"/>
              <a:gd name="connsiteX14" fmla="*/ 6571892 w 6858157"/>
              <a:gd name="connsiteY14" fmla="*/ 703089 h 3803312"/>
              <a:gd name="connsiteX15" fmla="*/ 6686192 w 6858157"/>
              <a:gd name="connsiteY15" fmla="*/ 674034 h 3803312"/>
              <a:gd name="connsiteX16" fmla="*/ 6715470 w 6858157"/>
              <a:gd name="connsiteY16" fmla="*/ 529995 h 3803312"/>
              <a:gd name="connsiteX17" fmla="*/ 6686193 w 6858157"/>
              <a:gd name="connsiteY17" fmla="*/ 390745 h 3803312"/>
              <a:gd name="connsiteX18" fmla="*/ 6616344 w 6858157"/>
              <a:gd name="connsiteY18" fmla="*/ 303578 h 3803312"/>
              <a:gd name="connsiteX19" fmla="*/ 6571894 w 6858157"/>
              <a:gd name="connsiteY19" fmla="*/ 194620 h 3803312"/>
              <a:gd name="connsiteX20" fmla="*/ 6552844 w 6858157"/>
              <a:gd name="connsiteY20" fmla="*/ 27550 h 3803312"/>
              <a:gd name="connsiteX21" fmla="*/ 6698893 w 6858157"/>
              <a:gd name="connsiteY21" fmla="*/ 13025 h 3803312"/>
              <a:gd name="connsiteX22" fmla="*/ 6850936 w 6858157"/>
              <a:gd name="connsiteY22" fmla="*/ 26287 h 3803312"/>
              <a:gd name="connsiteX23" fmla="*/ 6832244 w 6858157"/>
              <a:gd name="connsiteY23" fmla="*/ 252730 h 3803312"/>
              <a:gd name="connsiteX24" fmla="*/ 6787794 w 6858157"/>
              <a:gd name="connsiteY24" fmla="*/ 405271 h 3803312"/>
              <a:gd name="connsiteX25" fmla="*/ 6775093 w 6858157"/>
              <a:gd name="connsiteY25" fmla="*/ 659506 h 3803312"/>
              <a:gd name="connsiteX26" fmla="*/ 6698893 w 6858157"/>
              <a:gd name="connsiteY26" fmla="*/ 775729 h 3803312"/>
              <a:gd name="connsiteX27" fmla="*/ 6588470 w 6858157"/>
              <a:gd name="connsiteY27" fmla="*/ 797321 h 3803312"/>
              <a:gd name="connsiteX28" fmla="*/ 6374685 w 6858157"/>
              <a:gd name="connsiteY28" fmla="*/ 712560 h 3803312"/>
              <a:gd name="connsiteX29" fmla="*/ 6108343 w 6858157"/>
              <a:gd name="connsiteY29" fmla="*/ 398005 h 3803312"/>
              <a:gd name="connsiteX30" fmla="*/ 5870920 w 6858157"/>
              <a:gd name="connsiteY30" fmla="*/ 276774 h 3803312"/>
              <a:gd name="connsiteX31" fmla="*/ 5547070 w 6858157"/>
              <a:gd name="connsiteY31" fmla="*/ 257389 h 3803312"/>
              <a:gd name="connsiteX32" fmla="*/ 5365036 w 6858157"/>
              <a:gd name="connsiteY32" fmla="*/ 333589 h 3803312"/>
              <a:gd name="connsiteX33" fmla="*/ 5246503 w 6858157"/>
              <a:gd name="connsiteY33" fmla="*/ 452121 h 3803312"/>
              <a:gd name="connsiteX34" fmla="*/ 5034836 w 6858157"/>
              <a:gd name="connsiteY34" fmla="*/ 833121 h 3803312"/>
              <a:gd name="connsiteX35" fmla="*/ 4857036 w 6858157"/>
              <a:gd name="connsiteY35" fmla="*/ 985522 h 3803312"/>
              <a:gd name="connsiteX36" fmla="*/ 4444844 w 6858157"/>
              <a:gd name="connsiteY36" fmla="*/ 1018010 h 3803312"/>
              <a:gd name="connsiteX37" fmla="*/ 3776022 w 6858157"/>
              <a:gd name="connsiteY37" fmla="*/ 857442 h 3803312"/>
              <a:gd name="connsiteX38" fmla="*/ 3387211 w 6858157"/>
              <a:gd name="connsiteY38" fmla="*/ 831937 h 3803312"/>
              <a:gd name="connsiteX39" fmla="*/ 2718804 w 6858157"/>
              <a:gd name="connsiteY39" fmla="*/ 1324293 h 3803312"/>
              <a:gd name="connsiteX40" fmla="*/ 2040399 w 6858157"/>
              <a:gd name="connsiteY40" fmla="*/ 1975179 h 3803312"/>
              <a:gd name="connsiteX41" fmla="*/ 1293327 w 6858157"/>
              <a:gd name="connsiteY41" fmla="*/ 2775352 h 3803312"/>
              <a:gd name="connsiteX42" fmla="*/ 598438 w 6858157"/>
              <a:gd name="connsiteY42" fmla="*/ 3703108 h 3803312"/>
              <a:gd name="connsiteX43" fmla="*/ 72253 w 6858157"/>
              <a:gd name="connsiteY43" fmla="*/ 3733413 h 3803312"/>
              <a:gd name="connsiteX44" fmla="*/ 9278 w 6858157"/>
              <a:gd name="connsiteY44" fmla="*/ 3204689 h 3803312"/>
              <a:gd name="connsiteX45" fmla="*/ 22792 w 6858157"/>
              <a:gd name="connsiteY45" fmla="*/ 2344412 h 3803312"/>
              <a:gd name="connsiteX46" fmla="*/ 3362 w 6858157"/>
              <a:gd name="connsiteY46" fmla="*/ 1867593 h 3803312"/>
              <a:gd name="connsiteX0" fmla="*/ 3362 w 6858157"/>
              <a:gd name="connsiteY0" fmla="*/ 1867593 h 3803312"/>
              <a:gd name="connsiteX1" fmla="*/ 104463 w 6858157"/>
              <a:gd name="connsiteY1" fmla="*/ 1727301 h 3803312"/>
              <a:gd name="connsiteX2" fmla="*/ 114623 w 6858157"/>
              <a:gd name="connsiteY2" fmla="*/ 2802810 h 3803312"/>
              <a:gd name="connsiteX3" fmla="*/ 133869 w 6858157"/>
              <a:gd name="connsiteY3" fmla="*/ 3584555 h 3803312"/>
              <a:gd name="connsiteX4" fmla="*/ 595884 w 6858157"/>
              <a:gd name="connsiteY4" fmla="*/ 3573541 h 3803312"/>
              <a:gd name="connsiteX5" fmla="*/ 1096399 w 6858157"/>
              <a:gd name="connsiteY5" fmla="*/ 2846852 h 3803312"/>
              <a:gd name="connsiteX6" fmla="*/ 1914545 w 6858157"/>
              <a:gd name="connsiteY6" fmla="*/ 1955005 h 3803312"/>
              <a:gd name="connsiteX7" fmla="*/ 2550405 w 6858157"/>
              <a:gd name="connsiteY7" fmla="*/ 1341877 h 3803312"/>
              <a:gd name="connsiteX8" fmla="*/ 3395779 w 6858157"/>
              <a:gd name="connsiteY8" fmla="*/ 736610 h 3803312"/>
              <a:gd name="connsiteX9" fmla="*/ 4763903 w 6858157"/>
              <a:gd name="connsiteY9" fmla="*/ 909322 h 3803312"/>
              <a:gd name="connsiteX10" fmla="*/ 5263436 w 6858157"/>
              <a:gd name="connsiteY10" fmla="*/ 274322 h 3803312"/>
              <a:gd name="connsiteX11" fmla="*/ 5828587 w 6858157"/>
              <a:gd name="connsiteY11" fmla="*/ 172768 h 3803312"/>
              <a:gd name="connsiteX12" fmla="*/ 6258270 w 6858157"/>
              <a:gd name="connsiteY12" fmla="*/ 428302 h 3803312"/>
              <a:gd name="connsiteX13" fmla="*/ 6419492 w 6858157"/>
              <a:gd name="connsiteY13" fmla="*/ 623187 h 3803312"/>
              <a:gd name="connsiteX14" fmla="*/ 6571892 w 6858157"/>
              <a:gd name="connsiteY14" fmla="*/ 703089 h 3803312"/>
              <a:gd name="connsiteX15" fmla="*/ 6686192 w 6858157"/>
              <a:gd name="connsiteY15" fmla="*/ 674034 h 3803312"/>
              <a:gd name="connsiteX16" fmla="*/ 6715470 w 6858157"/>
              <a:gd name="connsiteY16" fmla="*/ 529995 h 3803312"/>
              <a:gd name="connsiteX17" fmla="*/ 6686193 w 6858157"/>
              <a:gd name="connsiteY17" fmla="*/ 390745 h 3803312"/>
              <a:gd name="connsiteX18" fmla="*/ 6616344 w 6858157"/>
              <a:gd name="connsiteY18" fmla="*/ 303578 h 3803312"/>
              <a:gd name="connsiteX19" fmla="*/ 6571894 w 6858157"/>
              <a:gd name="connsiteY19" fmla="*/ 194620 h 3803312"/>
              <a:gd name="connsiteX20" fmla="*/ 6552844 w 6858157"/>
              <a:gd name="connsiteY20" fmla="*/ 27550 h 3803312"/>
              <a:gd name="connsiteX21" fmla="*/ 6698893 w 6858157"/>
              <a:gd name="connsiteY21" fmla="*/ 13025 h 3803312"/>
              <a:gd name="connsiteX22" fmla="*/ 6850936 w 6858157"/>
              <a:gd name="connsiteY22" fmla="*/ 26287 h 3803312"/>
              <a:gd name="connsiteX23" fmla="*/ 6832244 w 6858157"/>
              <a:gd name="connsiteY23" fmla="*/ 252730 h 3803312"/>
              <a:gd name="connsiteX24" fmla="*/ 6787794 w 6858157"/>
              <a:gd name="connsiteY24" fmla="*/ 405271 h 3803312"/>
              <a:gd name="connsiteX25" fmla="*/ 6775093 w 6858157"/>
              <a:gd name="connsiteY25" fmla="*/ 659506 h 3803312"/>
              <a:gd name="connsiteX26" fmla="*/ 6698893 w 6858157"/>
              <a:gd name="connsiteY26" fmla="*/ 775729 h 3803312"/>
              <a:gd name="connsiteX27" fmla="*/ 6588470 w 6858157"/>
              <a:gd name="connsiteY27" fmla="*/ 797321 h 3803312"/>
              <a:gd name="connsiteX28" fmla="*/ 6374685 w 6858157"/>
              <a:gd name="connsiteY28" fmla="*/ 712560 h 3803312"/>
              <a:gd name="connsiteX29" fmla="*/ 6108343 w 6858157"/>
              <a:gd name="connsiteY29" fmla="*/ 398005 h 3803312"/>
              <a:gd name="connsiteX30" fmla="*/ 5870920 w 6858157"/>
              <a:gd name="connsiteY30" fmla="*/ 276774 h 3803312"/>
              <a:gd name="connsiteX31" fmla="*/ 5547070 w 6858157"/>
              <a:gd name="connsiteY31" fmla="*/ 257389 h 3803312"/>
              <a:gd name="connsiteX32" fmla="*/ 5365036 w 6858157"/>
              <a:gd name="connsiteY32" fmla="*/ 333589 h 3803312"/>
              <a:gd name="connsiteX33" fmla="*/ 5246503 w 6858157"/>
              <a:gd name="connsiteY33" fmla="*/ 452121 h 3803312"/>
              <a:gd name="connsiteX34" fmla="*/ 5034836 w 6858157"/>
              <a:gd name="connsiteY34" fmla="*/ 833121 h 3803312"/>
              <a:gd name="connsiteX35" fmla="*/ 4857036 w 6858157"/>
              <a:gd name="connsiteY35" fmla="*/ 985522 h 3803312"/>
              <a:gd name="connsiteX36" fmla="*/ 4444844 w 6858157"/>
              <a:gd name="connsiteY36" fmla="*/ 1018010 h 3803312"/>
              <a:gd name="connsiteX37" fmla="*/ 3776022 w 6858157"/>
              <a:gd name="connsiteY37" fmla="*/ 857442 h 3803312"/>
              <a:gd name="connsiteX38" fmla="*/ 3387211 w 6858157"/>
              <a:gd name="connsiteY38" fmla="*/ 831937 h 3803312"/>
              <a:gd name="connsiteX39" fmla="*/ 2718804 w 6858157"/>
              <a:gd name="connsiteY39" fmla="*/ 1324293 h 3803312"/>
              <a:gd name="connsiteX40" fmla="*/ 2040399 w 6858157"/>
              <a:gd name="connsiteY40" fmla="*/ 1975179 h 3803312"/>
              <a:gd name="connsiteX41" fmla="*/ 1293327 w 6858157"/>
              <a:gd name="connsiteY41" fmla="*/ 2775352 h 3803312"/>
              <a:gd name="connsiteX42" fmla="*/ 598438 w 6858157"/>
              <a:gd name="connsiteY42" fmla="*/ 3703108 h 3803312"/>
              <a:gd name="connsiteX43" fmla="*/ 72253 w 6858157"/>
              <a:gd name="connsiteY43" fmla="*/ 3733413 h 3803312"/>
              <a:gd name="connsiteX44" fmla="*/ 9278 w 6858157"/>
              <a:gd name="connsiteY44" fmla="*/ 3204689 h 3803312"/>
              <a:gd name="connsiteX45" fmla="*/ 22792 w 6858157"/>
              <a:gd name="connsiteY45" fmla="*/ 2344412 h 3803312"/>
              <a:gd name="connsiteX46" fmla="*/ 3362 w 6858157"/>
              <a:gd name="connsiteY46" fmla="*/ 1867593 h 3803312"/>
              <a:gd name="connsiteX0" fmla="*/ 3362 w 6858157"/>
              <a:gd name="connsiteY0" fmla="*/ 1867593 h 3803312"/>
              <a:gd name="connsiteX1" fmla="*/ 104463 w 6858157"/>
              <a:gd name="connsiteY1" fmla="*/ 1727301 h 3803312"/>
              <a:gd name="connsiteX2" fmla="*/ 114623 w 6858157"/>
              <a:gd name="connsiteY2" fmla="*/ 2802810 h 3803312"/>
              <a:gd name="connsiteX3" fmla="*/ 133869 w 6858157"/>
              <a:gd name="connsiteY3" fmla="*/ 3584555 h 3803312"/>
              <a:gd name="connsiteX4" fmla="*/ 595884 w 6858157"/>
              <a:gd name="connsiteY4" fmla="*/ 3573541 h 3803312"/>
              <a:gd name="connsiteX5" fmla="*/ 1096399 w 6858157"/>
              <a:gd name="connsiteY5" fmla="*/ 2846852 h 3803312"/>
              <a:gd name="connsiteX6" fmla="*/ 1914545 w 6858157"/>
              <a:gd name="connsiteY6" fmla="*/ 1955005 h 3803312"/>
              <a:gd name="connsiteX7" fmla="*/ 2550405 w 6858157"/>
              <a:gd name="connsiteY7" fmla="*/ 1341877 h 3803312"/>
              <a:gd name="connsiteX8" fmla="*/ 3395779 w 6858157"/>
              <a:gd name="connsiteY8" fmla="*/ 736610 h 3803312"/>
              <a:gd name="connsiteX9" fmla="*/ 4763903 w 6858157"/>
              <a:gd name="connsiteY9" fmla="*/ 909322 h 3803312"/>
              <a:gd name="connsiteX10" fmla="*/ 5263436 w 6858157"/>
              <a:gd name="connsiteY10" fmla="*/ 274322 h 3803312"/>
              <a:gd name="connsiteX11" fmla="*/ 5828587 w 6858157"/>
              <a:gd name="connsiteY11" fmla="*/ 172768 h 3803312"/>
              <a:gd name="connsiteX12" fmla="*/ 6258270 w 6858157"/>
              <a:gd name="connsiteY12" fmla="*/ 428302 h 3803312"/>
              <a:gd name="connsiteX13" fmla="*/ 6419492 w 6858157"/>
              <a:gd name="connsiteY13" fmla="*/ 623187 h 3803312"/>
              <a:gd name="connsiteX14" fmla="*/ 6571892 w 6858157"/>
              <a:gd name="connsiteY14" fmla="*/ 703089 h 3803312"/>
              <a:gd name="connsiteX15" fmla="*/ 6686192 w 6858157"/>
              <a:gd name="connsiteY15" fmla="*/ 674034 h 3803312"/>
              <a:gd name="connsiteX16" fmla="*/ 6715470 w 6858157"/>
              <a:gd name="connsiteY16" fmla="*/ 529995 h 3803312"/>
              <a:gd name="connsiteX17" fmla="*/ 6686193 w 6858157"/>
              <a:gd name="connsiteY17" fmla="*/ 390745 h 3803312"/>
              <a:gd name="connsiteX18" fmla="*/ 6616344 w 6858157"/>
              <a:gd name="connsiteY18" fmla="*/ 303578 h 3803312"/>
              <a:gd name="connsiteX19" fmla="*/ 6571894 w 6858157"/>
              <a:gd name="connsiteY19" fmla="*/ 194620 h 3803312"/>
              <a:gd name="connsiteX20" fmla="*/ 6552844 w 6858157"/>
              <a:gd name="connsiteY20" fmla="*/ 27550 h 3803312"/>
              <a:gd name="connsiteX21" fmla="*/ 6698893 w 6858157"/>
              <a:gd name="connsiteY21" fmla="*/ 13025 h 3803312"/>
              <a:gd name="connsiteX22" fmla="*/ 6850936 w 6858157"/>
              <a:gd name="connsiteY22" fmla="*/ 26287 h 3803312"/>
              <a:gd name="connsiteX23" fmla="*/ 6832244 w 6858157"/>
              <a:gd name="connsiteY23" fmla="*/ 252730 h 3803312"/>
              <a:gd name="connsiteX24" fmla="*/ 6787794 w 6858157"/>
              <a:gd name="connsiteY24" fmla="*/ 405271 h 3803312"/>
              <a:gd name="connsiteX25" fmla="*/ 6775093 w 6858157"/>
              <a:gd name="connsiteY25" fmla="*/ 659506 h 3803312"/>
              <a:gd name="connsiteX26" fmla="*/ 6698893 w 6858157"/>
              <a:gd name="connsiteY26" fmla="*/ 775729 h 3803312"/>
              <a:gd name="connsiteX27" fmla="*/ 6588470 w 6858157"/>
              <a:gd name="connsiteY27" fmla="*/ 797321 h 3803312"/>
              <a:gd name="connsiteX28" fmla="*/ 6374685 w 6858157"/>
              <a:gd name="connsiteY28" fmla="*/ 712560 h 3803312"/>
              <a:gd name="connsiteX29" fmla="*/ 6108343 w 6858157"/>
              <a:gd name="connsiteY29" fmla="*/ 398005 h 3803312"/>
              <a:gd name="connsiteX30" fmla="*/ 5870920 w 6858157"/>
              <a:gd name="connsiteY30" fmla="*/ 276774 h 3803312"/>
              <a:gd name="connsiteX31" fmla="*/ 5547070 w 6858157"/>
              <a:gd name="connsiteY31" fmla="*/ 257389 h 3803312"/>
              <a:gd name="connsiteX32" fmla="*/ 5365036 w 6858157"/>
              <a:gd name="connsiteY32" fmla="*/ 333589 h 3803312"/>
              <a:gd name="connsiteX33" fmla="*/ 5246503 w 6858157"/>
              <a:gd name="connsiteY33" fmla="*/ 452121 h 3803312"/>
              <a:gd name="connsiteX34" fmla="*/ 5034836 w 6858157"/>
              <a:gd name="connsiteY34" fmla="*/ 833121 h 3803312"/>
              <a:gd name="connsiteX35" fmla="*/ 4857036 w 6858157"/>
              <a:gd name="connsiteY35" fmla="*/ 985522 h 3803312"/>
              <a:gd name="connsiteX36" fmla="*/ 4444844 w 6858157"/>
              <a:gd name="connsiteY36" fmla="*/ 1018010 h 3803312"/>
              <a:gd name="connsiteX37" fmla="*/ 3776022 w 6858157"/>
              <a:gd name="connsiteY37" fmla="*/ 857442 h 3803312"/>
              <a:gd name="connsiteX38" fmla="*/ 3387211 w 6858157"/>
              <a:gd name="connsiteY38" fmla="*/ 831937 h 3803312"/>
              <a:gd name="connsiteX39" fmla="*/ 2718804 w 6858157"/>
              <a:gd name="connsiteY39" fmla="*/ 1324293 h 3803312"/>
              <a:gd name="connsiteX40" fmla="*/ 2040399 w 6858157"/>
              <a:gd name="connsiteY40" fmla="*/ 1975179 h 3803312"/>
              <a:gd name="connsiteX41" fmla="*/ 1293327 w 6858157"/>
              <a:gd name="connsiteY41" fmla="*/ 2775352 h 3803312"/>
              <a:gd name="connsiteX42" fmla="*/ 598438 w 6858157"/>
              <a:gd name="connsiteY42" fmla="*/ 3703108 h 3803312"/>
              <a:gd name="connsiteX43" fmla="*/ 72253 w 6858157"/>
              <a:gd name="connsiteY43" fmla="*/ 3733413 h 3803312"/>
              <a:gd name="connsiteX44" fmla="*/ 9278 w 6858157"/>
              <a:gd name="connsiteY44" fmla="*/ 3204689 h 3803312"/>
              <a:gd name="connsiteX45" fmla="*/ 22792 w 6858157"/>
              <a:gd name="connsiteY45" fmla="*/ 2344412 h 3803312"/>
              <a:gd name="connsiteX46" fmla="*/ 3362 w 6858157"/>
              <a:gd name="connsiteY46" fmla="*/ 1867593 h 3803312"/>
              <a:gd name="connsiteX0" fmla="*/ 3362 w 6858157"/>
              <a:gd name="connsiteY0" fmla="*/ 1867593 h 3803312"/>
              <a:gd name="connsiteX1" fmla="*/ 104463 w 6858157"/>
              <a:gd name="connsiteY1" fmla="*/ 1727301 h 3803312"/>
              <a:gd name="connsiteX2" fmla="*/ 114623 w 6858157"/>
              <a:gd name="connsiteY2" fmla="*/ 2802810 h 3803312"/>
              <a:gd name="connsiteX3" fmla="*/ 133869 w 6858157"/>
              <a:gd name="connsiteY3" fmla="*/ 3584555 h 3803312"/>
              <a:gd name="connsiteX4" fmla="*/ 595884 w 6858157"/>
              <a:gd name="connsiteY4" fmla="*/ 3573541 h 3803312"/>
              <a:gd name="connsiteX5" fmla="*/ 1096399 w 6858157"/>
              <a:gd name="connsiteY5" fmla="*/ 2846852 h 3803312"/>
              <a:gd name="connsiteX6" fmla="*/ 1914545 w 6858157"/>
              <a:gd name="connsiteY6" fmla="*/ 1955005 h 3803312"/>
              <a:gd name="connsiteX7" fmla="*/ 2550405 w 6858157"/>
              <a:gd name="connsiteY7" fmla="*/ 1341877 h 3803312"/>
              <a:gd name="connsiteX8" fmla="*/ 3395779 w 6858157"/>
              <a:gd name="connsiteY8" fmla="*/ 736610 h 3803312"/>
              <a:gd name="connsiteX9" fmla="*/ 4763903 w 6858157"/>
              <a:gd name="connsiteY9" fmla="*/ 909322 h 3803312"/>
              <a:gd name="connsiteX10" fmla="*/ 5263436 w 6858157"/>
              <a:gd name="connsiteY10" fmla="*/ 274322 h 3803312"/>
              <a:gd name="connsiteX11" fmla="*/ 5828587 w 6858157"/>
              <a:gd name="connsiteY11" fmla="*/ 172768 h 3803312"/>
              <a:gd name="connsiteX12" fmla="*/ 6258270 w 6858157"/>
              <a:gd name="connsiteY12" fmla="*/ 428302 h 3803312"/>
              <a:gd name="connsiteX13" fmla="*/ 6419492 w 6858157"/>
              <a:gd name="connsiteY13" fmla="*/ 623187 h 3803312"/>
              <a:gd name="connsiteX14" fmla="*/ 6571892 w 6858157"/>
              <a:gd name="connsiteY14" fmla="*/ 703089 h 3803312"/>
              <a:gd name="connsiteX15" fmla="*/ 6686192 w 6858157"/>
              <a:gd name="connsiteY15" fmla="*/ 674034 h 3803312"/>
              <a:gd name="connsiteX16" fmla="*/ 6715470 w 6858157"/>
              <a:gd name="connsiteY16" fmla="*/ 529995 h 3803312"/>
              <a:gd name="connsiteX17" fmla="*/ 6686193 w 6858157"/>
              <a:gd name="connsiteY17" fmla="*/ 390745 h 3803312"/>
              <a:gd name="connsiteX18" fmla="*/ 6616344 w 6858157"/>
              <a:gd name="connsiteY18" fmla="*/ 303578 h 3803312"/>
              <a:gd name="connsiteX19" fmla="*/ 6571894 w 6858157"/>
              <a:gd name="connsiteY19" fmla="*/ 194620 h 3803312"/>
              <a:gd name="connsiteX20" fmla="*/ 6552844 w 6858157"/>
              <a:gd name="connsiteY20" fmla="*/ 27550 h 3803312"/>
              <a:gd name="connsiteX21" fmla="*/ 6698893 w 6858157"/>
              <a:gd name="connsiteY21" fmla="*/ 13025 h 3803312"/>
              <a:gd name="connsiteX22" fmla="*/ 6850936 w 6858157"/>
              <a:gd name="connsiteY22" fmla="*/ 26287 h 3803312"/>
              <a:gd name="connsiteX23" fmla="*/ 6832244 w 6858157"/>
              <a:gd name="connsiteY23" fmla="*/ 252730 h 3803312"/>
              <a:gd name="connsiteX24" fmla="*/ 6787794 w 6858157"/>
              <a:gd name="connsiteY24" fmla="*/ 405271 h 3803312"/>
              <a:gd name="connsiteX25" fmla="*/ 6775093 w 6858157"/>
              <a:gd name="connsiteY25" fmla="*/ 659506 h 3803312"/>
              <a:gd name="connsiteX26" fmla="*/ 6698893 w 6858157"/>
              <a:gd name="connsiteY26" fmla="*/ 775729 h 3803312"/>
              <a:gd name="connsiteX27" fmla="*/ 6588470 w 6858157"/>
              <a:gd name="connsiteY27" fmla="*/ 797321 h 3803312"/>
              <a:gd name="connsiteX28" fmla="*/ 6374685 w 6858157"/>
              <a:gd name="connsiteY28" fmla="*/ 712560 h 3803312"/>
              <a:gd name="connsiteX29" fmla="*/ 6108343 w 6858157"/>
              <a:gd name="connsiteY29" fmla="*/ 398005 h 3803312"/>
              <a:gd name="connsiteX30" fmla="*/ 5870920 w 6858157"/>
              <a:gd name="connsiteY30" fmla="*/ 276774 h 3803312"/>
              <a:gd name="connsiteX31" fmla="*/ 5547070 w 6858157"/>
              <a:gd name="connsiteY31" fmla="*/ 257389 h 3803312"/>
              <a:gd name="connsiteX32" fmla="*/ 5365036 w 6858157"/>
              <a:gd name="connsiteY32" fmla="*/ 333589 h 3803312"/>
              <a:gd name="connsiteX33" fmla="*/ 5246503 w 6858157"/>
              <a:gd name="connsiteY33" fmla="*/ 452121 h 3803312"/>
              <a:gd name="connsiteX34" fmla="*/ 5034836 w 6858157"/>
              <a:gd name="connsiteY34" fmla="*/ 833121 h 3803312"/>
              <a:gd name="connsiteX35" fmla="*/ 4857036 w 6858157"/>
              <a:gd name="connsiteY35" fmla="*/ 985522 h 3803312"/>
              <a:gd name="connsiteX36" fmla="*/ 4444844 w 6858157"/>
              <a:gd name="connsiteY36" fmla="*/ 1018010 h 3803312"/>
              <a:gd name="connsiteX37" fmla="*/ 3776022 w 6858157"/>
              <a:gd name="connsiteY37" fmla="*/ 857442 h 3803312"/>
              <a:gd name="connsiteX38" fmla="*/ 3387211 w 6858157"/>
              <a:gd name="connsiteY38" fmla="*/ 831937 h 3803312"/>
              <a:gd name="connsiteX39" fmla="*/ 2718804 w 6858157"/>
              <a:gd name="connsiteY39" fmla="*/ 1324293 h 3803312"/>
              <a:gd name="connsiteX40" fmla="*/ 2040399 w 6858157"/>
              <a:gd name="connsiteY40" fmla="*/ 1975179 h 3803312"/>
              <a:gd name="connsiteX41" fmla="*/ 1293327 w 6858157"/>
              <a:gd name="connsiteY41" fmla="*/ 2775352 h 3803312"/>
              <a:gd name="connsiteX42" fmla="*/ 598438 w 6858157"/>
              <a:gd name="connsiteY42" fmla="*/ 3703108 h 3803312"/>
              <a:gd name="connsiteX43" fmla="*/ 72253 w 6858157"/>
              <a:gd name="connsiteY43" fmla="*/ 3733413 h 3803312"/>
              <a:gd name="connsiteX44" fmla="*/ 9278 w 6858157"/>
              <a:gd name="connsiteY44" fmla="*/ 3204689 h 3803312"/>
              <a:gd name="connsiteX45" fmla="*/ 22792 w 6858157"/>
              <a:gd name="connsiteY45" fmla="*/ 2344412 h 3803312"/>
              <a:gd name="connsiteX46" fmla="*/ 3362 w 6858157"/>
              <a:gd name="connsiteY46" fmla="*/ 1867593 h 3803312"/>
              <a:gd name="connsiteX0" fmla="*/ 19484 w 6848879"/>
              <a:gd name="connsiteY0" fmla="*/ 1890837 h 3803312"/>
              <a:gd name="connsiteX1" fmla="*/ 95185 w 6848879"/>
              <a:gd name="connsiteY1" fmla="*/ 1727301 h 3803312"/>
              <a:gd name="connsiteX2" fmla="*/ 105345 w 6848879"/>
              <a:gd name="connsiteY2" fmla="*/ 2802810 h 3803312"/>
              <a:gd name="connsiteX3" fmla="*/ 124591 w 6848879"/>
              <a:gd name="connsiteY3" fmla="*/ 3584555 h 3803312"/>
              <a:gd name="connsiteX4" fmla="*/ 586606 w 6848879"/>
              <a:gd name="connsiteY4" fmla="*/ 3573541 h 3803312"/>
              <a:gd name="connsiteX5" fmla="*/ 1087121 w 6848879"/>
              <a:gd name="connsiteY5" fmla="*/ 2846852 h 3803312"/>
              <a:gd name="connsiteX6" fmla="*/ 1905267 w 6848879"/>
              <a:gd name="connsiteY6" fmla="*/ 1955005 h 3803312"/>
              <a:gd name="connsiteX7" fmla="*/ 2541127 w 6848879"/>
              <a:gd name="connsiteY7" fmla="*/ 1341877 h 3803312"/>
              <a:gd name="connsiteX8" fmla="*/ 3386501 w 6848879"/>
              <a:gd name="connsiteY8" fmla="*/ 736610 h 3803312"/>
              <a:gd name="connsiteX9" fmla="*/ 4754625 w 6848879"/>
              <a:gd name="connsiteY9" fmla="*/ 909322 h 3803312"/>
              <a:gd name="connsiteX10" fmla="*/ 5254158 w 6848879"/>
              <a:gd name="connsiteY10" fmla="*/ 274322 h 3803312"/>
              <a:gd name="connsiteX11" fmla="*/ 5819309 w 6848879"/>
              <a:gd name="connsiteY11" fmla="*/ 172768 h 3803312"/>
              <a:gd name="connsiteX12" fmla="*/ 6248992 w 6848879"/>
              <a:gd name="connsiteY12" fmla="*/ 428302 h 3803312"/>
              <a:gd name="connsiteX13" fmla="*/ 6410214 w 6848879"/>
              <a:gd name="connsiteY13" fmla="*/ 623187 h 3803312"/>
              <a:gd name="connsiteX14" fmla="*/ 6562614 w 6848879"/>
              <a:gd name="connsiteY14" fmla="*/ 703089 h 3803312"/>
              <a:gd name="connsiteX15" fmla="*/ 6676914 w 6848879"/>
              <a:gd name="connsiteY15" fmla="*/ 674034 h 3803312"/>
              <a:gd name="connsiteX16" fmla="*/ 6706192 w 6848879"/>
              <a:gd name="connsiteY16" fmla="*/ 529995 h 3803312"/>
              <a:gd name="connsiteX17" fmla="*/ 6676915 w 6848879"/>
              <a:gd name="connsiteY17" fmla="*/ 390745 h 3803312"/>
              <a:gd name="connsiteX18" fmla="*/ 6607066 w 6848879"/>
              <a:gd name="connsiteY18" fmla="*/ 303578 h 3803312"/>
              <a:gd name="connsiteX19" fmla="*/ 6562616 w 6848879"/>
              <a:gd name="connsiteY19" fmla="*/ 194620 h 3803312"/>
              <a:gd name="connsiteX20" fmla="*/ 6543566 w 6848879"/>
              <a:gd name="connsiteY20" fmla="*/ 27550 h 3803312"/>
              <a:gd name="connsiteX21" fmla="*/ 6689615 w 6848879"/>
              <a:gd name="connsiteY21" fmla="*/ 13025 h 3803312"/>
              <a:gd name="connsiteX22" fmla="*/ 6841658 w 6848879"/>
              <a:gd name="connsiteY22" fmla="*/ 26287 h 3803312"/>
              <a:gd name="connsiteX23" fmla="*/ 6822966 w 6848879"/>
              <a:gd name="connsiteY23" fmla="*/ 252730 h 3803312"/>
              <a:gd name="connsiteX24" fmla="*/ 6778516 w 6848879"/>
              <a:gd name="connsiteY24" fmla="*/ 405271 h 3803312"/>
              <a:gd name="connsiteX25" fmla="*/ 6765815 w 6848879"/>
              <a:gd name="connsiteY25" fmla="*/ 659506 h 3803312"/>
              <a:gd name="connsiteX26" fmla="*/ 6689615 w 6848879"/>
              <a:gd name="connsiteY26" fmla="*/ 775729 h 3803312"/>
              <a:gd name="connsiteX27" fmla="*/ 6579192 w 6848879"/>
              <a:gd name="connsiteY27" fmla="*/ 797321 h 3803312"/>
              <a:gd name="connsiteX28" fmla="*/ 6365407 w 6848879"/>
              <a:gd name="connsiteY28" fmla="*/ 712560 h 3803312"/>
              <a:gd name="connsiteX29" fmla="*/ 6099065 w 6848879"/>
              <a:gd name="connsiteY29" fmla="*/ 398005 h 3803312"/>
              <a:gd name="connsiteX30" fmla="*/ 5861642 w 6848879"/>
              <a:gd name="connsiteY30" fmla="*/ 276774 h 3803312"/>
              <a:gd name="connsiteX31" fmla="*/ 5537792 w 6848879"/>
              <a:gd name="connsiteY31" fmla="*/ 257389 h 3803312"/>
              <a:gd name="connsiteX32" fmla="*/ 5355758 w 6848879"/>
              <a:gd name="connsiteY32" fmla="*/ 333589 h 3803312"/>
              <a:gd name="connsiteX33" fmla="*/ 5237225 w 6848879"/>
              <a:gd name="connsiteY33" fmla="*/ 452121 h 3803312"/>
              <a:gd name="connsiteX34" fmla="*/ 5025558 w 6848879"/>
              <a:gd name="connsiteY34" fmla="*/ 833121 h 3803312"/>
              <a:gd name="connsiteX35" fmla="*/ 4847758 w 6848879"/>
              <a:gd name="connsiteY35" fmla="*/ 985522 h 3803312"/>
              <a:gd name="connsiteX36" fmla="*/ 4435566 w 6848879"/>
              <a:gd name="connsiteY36" fmla="*/ 1018010 h 3803312"/>
              <a:gd name="connsiteX37" fmla="*/ 3766744 w 6848879"/>
              <a:gd name="connsiteY37" fmla="*/ 857442 h 3803312"/>
              <a:gd name="connsiteX38" fmla="*/ 3377933 w 6848879"/>
              <a:gd name="connsiteY38" fmla="*/ 831937 h 3803312"/>
              <a:gd name="connsiteX39" fmla="*/ 2709526 w 6848879"/>
              <a:gd name="connsiteY39" fmla="*/ 1324293 h 3803312"/>
              <a:gd name="connsiteX40" fmla="*/ 2031121 w 6848879"/>
              <a:gd name="connsiteY40" fmla="*/ 1975179 h 3803312"/>
              <a:gd name="connsiteX41" fmla="*/ 1284049 w 6848879"/>
              <a:gd name="connsiteY41" fmla="*/ 2775352 h 3803312"/>
              <a:gd name="connsiteX42" fmla="*/ 589160 w 6848879"/>
              <a:gd name="connsiteY42" fmla="*/ 3703108 h 3803312"/>
              <a:gd name="connsiteX43" fmla="*/ 62975 w 6848879"/>
              <a:gd name="connsiteY43" fmla="*/ 3733413 h 3803312"/>
              <a:gd name="connsiteX44" fmla="*/ 0 w 6848879"/>
              <a:gd name="connsiteY44" fmla="*/ 3204689 h 3803312"/>
              <a:gd name="connsiteX45" fmla="*/ 13514 w 6848879"/>
              <a:gd name="connsiteY45" fmla="*/ 2344412 h 3803312"/>
              <a:gd name="connsiteX46" fmla="*/ 19484 w 6848879"/>
              <a:gd name="connsiteY46" fmla="*/ 1890837 h 3803312"/>
              <a:gd name="connsiteX0" fmla="*/ 19484 w 6848879"/>
              <a:gd name="connsiteY0" fmla="*/ 1890837 h 3803312"/>
              <a:gd name="connsiteX1" fmla="*/ 95185 w 6848879"/>
              <a:gd name="connsiteY1" fmla="*/ 1727301 h 3803312"/>
              <a:gd name="connsiteX2" fmla="*/ 105345 w 6848879"/>
              <a:gd name="connsiteY2" fmla="*/ 2802810 h 3803312"/>
              <a:gd name="connsiteX3" fmla="*/ 124591 w 6848879"/>
              <a:gd name="connsiteY3" fmla="*/ 3584555 h 3803312"/>
              <a:gd name="connsiteX4" fmla="*/ 586606 w 6848879"/>
              <a:gd name="connsiteY4" fmla="*/ 3573541 h 3803312"/>
              <a:gd name="connsiteX5" fmla="*/ 1087121 w 6848879"/>
              <a:gd name="connsiteY5" fmla="*/ 2846852 h 3803312"/>
              <a:gd name="connsiteX6" fmla="*/ 1905267 w 6848879"/>
              <a:gd name="connsiteY6" fmla="*/ 1955005 h 3803312"/>
              <a:gd name="connsiteX7" fmla="*/ 2541127 w 6848879"/>
              <a:gd name="connsiteY7" fmla="*/ 1341877 h 3803312"/>
              <a:gd name="connsiteX8" fmla="*/ 3386501 w 6848879"/>
              <a:gd name="connsiteY8" fmla="*/ 736610 h 3803312"/>
              <a:gd name="connsiteX9" fmla="*/ 4754625 w 6848879"/>
              <a:gd name="connsiteY9" fmla="*/ 909322 h 3803312"/>
              <a:gd name="connsiteX10" fmla="*/ 5254158 w 6848879"/>
              <a:gd name="connsiteY10" fmla="*/ 274322 h 3803312"/>
              <a:gd name="connsiteX11" fmla="*/ 5819309 w 6848879"/>
              <a:gd name="connsiteY11" fmla="*/ 172768 h 3803312"/>
              <a:gd name="connsiteX12" fmla="*/ 6248992 w 6848879"/>
              <a:gd name="connsiteY12" fmla="*/ 428302 h 3803312"/>
              <a:gd name="connsiteX13" fmla="*/ 6410214 w 6848879"/>
              <a:gd name="connsiteY13" fmla="*/ 623187 h 3803312"/>
              <a:gd name="connsiteX14" fmla="*/ 6562614 w 6848879"/>
              <a:gd name="connsiteY14" fmla="*/ 703089 h 3803312"/>
              <a:gd name="connsiteX15" fmla="*/ 6676914 w 6848879"/>
              <a:gd name="connsiteY15" fmla="*/ 674034 h 3803312"/>
              <a:gd name="connsiteX16" fmla="*/ 6706192 w 6848879"/>
              <a:gd name="connsiteY16" fmla="*/ 529995 h 3803312"/>
              <a:gd name="connsiteX17" fmla="*/ 6676915 w 6848879"/>
              <a:gd name="connsiteY17" fmla="*/ 390745 h 3803312"/>
              <a:gd name="connsiteX18" fmla="*/ 6607066 w 6848879"/>
              <a:gd name="connsiteY18" fmla="*/ 303578 h 3803312"/>
              <a:gd name="connsiteX19" fmla="*/ 6562616 w 6848879"/>
              <a:gd name="connsiteY19" fmla="*/ 194620 h 3803312"/>
              <a:gd name="connsiteX20" fmla="*/ 6543566 w 6848879"/>
              <a:gd name="connsiteY20" fmla="*/ 27550 h 3803312"/>
              <a:gd name="connsiteX21" fmla="*/ 6689615 w 6848879"/>
              <a:gd name="connsiteY21" fmla="*/ 13025 h 3803312"/>
              <a:gd name="connsiteX22" fmla="*/ 6841658 w 6848879"/>
              <a:gd name="connsiteY22" fmla="*/ 26287 h 3803312"/>
              <a:gd name="connsiteX23" fmla="*/ 6822966 w 6848879"/>
              <a:gd name="connsiteY23" fmla="*/ 252730 h 3803312"/>
              <a:gd name="connsiteX24" fmla="*/ 6778516 w 6848879"/>
              <a:gd name="connsiteY24" fmla="*/ 405271 h 3803312"/>
              <a:gd name="connsiteX25" fmla="*/ 6765815 w 6848879"/>
              <a:gd name="connsiteY25" fmla="*/ 659506 h 3803312"/>
              <a:gd name="connsiteX26" fmla="*/ 6689615 w 6848879"/>
              <a:gd name="connsiteY26" fmla="*/ 775729 h 3803312"/>
              <a:gd name="connsiteX27" fmla="*/ 6579192 w 6848879"/>
              <a:gd name="connsiteY27" fmla="*/ 797321 h 3803312"/>
              <a:gd name="connsiteX28" fmla="*/ 6365407 w 6848879"/>
              <a:gd name="connsiteY28" fmla="*/ 712560 h 3803312"/>
              <a:gd name="connsiteX29" fmla="*/ 6099065 w 6848879"/>
              <a:gd name="connsiteY29" fmla="*/ 398005 h 3803312"/>
              <a:gd name="connsiteX30" fmla="*/ 5861642 w 6848879"/>
              <a:gd name="connsiteY30" fmla="*/ 276774 h 3803312"/>
              <a:gd name="connsiteX31" fmla="*/ 5537792 w 6848879"/>
              <a:gd name="connsiteY31" fmla="*/ 257389 h 3803312"/>
              <a:gd name="connsiteX32" fmla="*/ 5355758 w 6848879"/>
              <a:gd name="connsiteY32" fmla="*/ 333589 h 3803312"/>
              <a:gd name="connsiteX33" fmla="*/ 5237225 w 6848879"/>
              <a:gd name="connsiteY33" fmla="*/ 452121 h 3803312"/>
              <a:gd name="connsiteX34" fmla="*/ 5025558 w 6848879"/>
              <a:gd name="connsiteY34" fmla="*/ 833121 h 3803312"/>
              <a:gd name="connsiteX35" fmla="*/ 4847758 w 6848879"/>
              <a:gd name="connsiteY35" fmla="*/ 985522 h 3803312"/>
              <a:gd name="connsiteX36" fmla="*/ 4435566 w 6848879"/>
              <a:gd name="connsiteY36" fmla="*/ 1018010 h 3803312"/>
              <a:gd name="connsiteX37" fmla="*/ 3766744 w 6848879"/>
              <a:gd name="connsiteY37" fmla="*/ 857442 h 3803312"/>
              <a:gd name="connsiteX38" fmla="*/ 3377933 w 6848879"/>
              <a:gd name="connsiteY38" fmla="*/ 831937 h 3803312"/>
              <a:gd name="connsiteX39" fmla="*/ 2709526 w 6848879"/>
              <a:gd name="connsiteY39" fmla="*/ 1324293 h 3803312"/>
              <a:gd name="connsiteX40" fmla="*/ 2031121 w 6848879"/>
              <a:gd name="connsiteY40" fmla="*/ 1975179 h 3803312"/>
              <a:gd name="connsiteX41" fmla="*/ 1284049 w 6848879"/>
              <a:gd name="connsiteY41" fmla="*/ 2775352 h 3803312"/>
              <a:gd name="connsiteX42" fmla="*/ 589160 w 6848879"/>
              <a:gd name="connsiteY42" fmla="*/ 3703108 h 3803312"/>
              <a:gd name="connsiteX43" fmla="*/ 62975 w 6848879"/>
              <a:gd name="connsiteY43" fmla="*/ 3733413 h 3803312"/>
              <a:gd name="connsiteX44" fmla="*/ 0 w 6848879"/>
              <a:gd name="connsiteY44" fmla="*/ 3204689 h 3803312"/>
              <a:gd name="connsiteX45" fmla="*/ 13514 w 6848879"/>
              <a:gd name="connsiteY45" fmla="*/ 2344412 h 3803312"/>
              <a:gd name="connsiteX46" fmla="*/ 19484 w 6848879"/>
              <a:gd name="connsiteY46" fmla="*/ 1890837 h 3803312"/>
              <a:gd name="connsiteX0" fmla="*/ 19484 w 6848879"/>
              <a:gd name="connsiteY0" fmla="*/ 1890837 h 3803312"/>
              <a:gd name="connsiteX1" fmla="*/ 120585 w 6848879"/>
              <a:gd name="connsiteY1" fmla="*/ 1727301 h 3803312"/>
              <a:gd name="connsiteX2" fmla="*/ 105345 w 6848879"/>
              <a:gd name="connsiteY2" fmla="*/ 2802810 h 3803312"/>
              <a:gd name="connsiteX3" fmla="*/ 124591 w 6848879"/>
              <a:gd name="connsiteY3" fmla="*/ 3584555 h 3803312"/>
              <a:gd name="connsiteX4" fmla="*/ 586606 w 6848879"/>
              <a:gd name="connsiteY4" fmla="*/ 3573541 h 3803312"/>
              <a:gd name="connsiteX5" fmla="*/ 1087121 w 6848879"/>
              <a:gd name="connsiteY5" fmla="*/ 2846852 h 3803312"/>
              <a:gd name="connsiteX6" fmla="*/ 1905267 w 6848879"/>
              <a:gd name="connsiteY6" fmla="*/ 1955005 h 3803312"/>
              <a:gd name="connsiteX7" fmla="*/ 2541127 w 6848879"/>
              <a:gd name="connsiteY7" fmla="*/ 1341877 h 3803312"/>
              <a:gd name="connsiteX8" fmla="*/ 3386501 w 6848879"/>
              <a:gd name="connsiteY8" fmla="*/ 736610 h 3803312"/>
              <a:gd name="connsiteX9" fmla="*/ 4754625 w 6848879"/>
              <a:gd name="connsiteY9" fmla="*/ 909322 h 3803312"/>
              <a:gd name="connsiteX10" fmla="*/ 5254158 w 6848879"/>
              <a:gd name="connsiteY10" fmla="*/ 274322 h 3803312"/>
              <a:gd name="connsiteX11" fmla="*/ 5819309 w 6848879"/>
              <a:gd name="connsiteY11" fmla="*/ 172768 h 3803312"/>
              <a:gd name="connsiteX12" fmla="*/ 6248992 w 6848879"/>
              <a:gd name="connsiteY12" fmla="*/ 428302 h 3803312"/>
              <a:gd name="connsiteX13" fmla="*/ 6410214 w 6848879"/>
              <a:gd name="connsiteY13" fmla="*/ 623187 h 3803312"/>
              <a:gd name="connsiteX14" fmla="*/ 6562614 w 6848879"/>
              <a:gd name="connsiteY14" fmla="*/ 703089 h 3803312"/>
              <a:gd name="connsiteX15" fmla="*/ 6676914 w 6848879"/>
              <a:gd name="connsiteY15" fmla="*/ 674034 h 3803312"/>
              <a:gd name="connsiteX16" fmla="*/ 6706192 w 6848879"/>
              <a:gd name="connsiteY16" fmla="*/ 529995 h 3803312"/>
              <a:gd name="connsiteX17" fmla="*/ 6676915 w 6848879"/>
              <a:gd name="connsiteY17" fmla="*/ 390745 h 3803312"/>
              <a:gd name="connsiteX18" fmla="*/ 6607066 w 6848879"/>
              <a:gd name="connsiteY18" fmla="*/ 303578 h 3803312"/>
              <a:gd name="connsiteX19" fmla="*/ 6562616 w 6848879"/>
              <a:gd name="connsiteY19" fmla="*/ 194620 h 3803312"/>
              <a:gd name="connsiteX20" fmla="*/ 6543566 w 6848879"/>
              <a:gd name="connsiteY20" fmla="*/ 27550 h 3803312"/>
              <a:gd name="connsiteX21" fmla="*/ 6689615 w 6848879"/>
              <a:gd name="connsiteY21" fmla="*/ 13025 h 3803312"/>
              <a:gd name="connsiteX22" fmla="*/ 6841658 w 6848879"/>
              <a:gd name="connsiteY22" fmla="*/ 26287 h 3803312"/>
              <a:gd name="connsiteX23" fmla="*/ 6822966 w 6848879"/>
              <a:gd name="connsiteY23" fmla="*/ 252730 h 3803312"/>
              <a:gd name="connsiteX24" fmla="*/ 6778516 w 6848879"/>
              <a:gd name="connsiteY24" fmla="*/ 405271 h 3803312"/>
              <a:gd name="connsiteX25" fmla="*/ 6765815 w 6848879"/>
              <a:gd name="connsiteY25" fmla="*/ 659506 h 3803312"/>
              <a:gd name="connsiteX26" fmla="*/ 6689615 w 6848879"/>
              <a:gd name="connsiteY26" fmla="*/ 775729 h 3803312"/>
              <a:gd name="connsiteX27" fmla="*/ 6579192 w 6848879"/>
              <a:gd name="connsiteY27" fmla="*/ 797321 h 3803312"/>
              <a:gd name="connsiteX28" fmla="*/ 6365407 w 6848879"/>
              <a:gd name="connsiteY28" fmla="*/ 712560 h 3803312"/>
              <a:gd name="connsiteX29" fmla="*/ 6099065 w 6848879"/>
              <a:gd name="connsiteY29" fmla="*/ 398005 h 3803312"/>
              <a:gd name="connsiteX30" fmla="*/ 5861642 w 6848879"/>
              <a:gd name="connsiteY30" fmla="*/ 276774 h 3803312"/>
              <a:gd name="connsiteX31" fmla="*/ 5537792 w 6848879"/>
              <a:gd name="connsiteY31" fmla="*/ 257389 h 3803312"/>
              <a:gd name="connsiteX32" fmla="*/ 5355758 w 6848879"/>
              <a:gd name="connsiteY32" fmla="*/ 333589 h 3803312"/>
              <a:gd name="connsiteX33" fmla="*/ 5237225 w 6848879"/>
              <a:gd name="connsiteY33" fmla="*/ 452121 h 3803312"/>
              <a:gd name="connsiteX34" fmla="*/ 5025558 w 6848879"/>
              <a:gd name="connsiteY34" fmla="*/ 833121 h 3803312"/>
              <a:gd name="connsiteX35" fmla="*/ 4847758 w 6848879"/>
              <a:gd name="connsiteY35" fmla="*/ 985522 h 3803312"/>
              <a:gd name="connsiteX36" fmla="*/ 4435566 w 6848879"/>
              <a:gd name="connsiteY36" fmla="*/ 1018010 h 3803312"/>
              <a:gd name="connsiteX37" fmla="*/ 3766744 w 6848879"/>
              <a:gd name="connsiteY37" fmla="*/ 857442 h 3803312"/>
              <a:gd name="connsiteX38" fmla="*/ 3377933 w 6848879"/>
              <a:gd name="connsiteY38" fmla="*/ 831937 h 3803312"/>
              <a:gd name="connsiteX39" fmla="*/ 2709526 w 6848879"/>
              <a:gd name="connsiteY39" fmla="*/ 1324293 h 3803312"/>
              <a:gd name="connsiteX40" fmla="*/ 2031121 w 6848879"/>
              <a:gd name="connsiteY40" fmla="*/ 1975179 h 3803312"/>
              <a:gd name="connsiteX41" fmla="*/ 1284049 w 6848879"/>
              <a:gd name="connsiteY41" fmla="*/ 2775352 h 3803312"/>
              <a:gd name="connsiteX42" fmla="*/ 589160 w 6848879"/>
              <a:gd name="connsiteY42" fmla="*/ 3703108 h 3803312"/>
              <a:gd name="connsiteX43" fmla="*/ 62975 w 6848879"/>
              <a:gd name="connsiteY43" fmla="*/ 3733413 h 3803312"/>
              <a:gd name="connsiteX44" fmla="*/ 0 w 6848879"/>
              <a:gd name="connsiteY44" fmla="*/ 3204689 h 3803312"/>
              <a:gd name="connsiteX45" fmla="*/ 13514 w 6848879"/>
              <a:gd name="connsiteY45" fmla="*/ 2344412 h 3803312"/>
              <a:gd name="connsiteX46" fmla="*/ 19484 w 6848879"/>
              <a:gd name="connsiteY46" fmla="*/ 1890837 h 3803312"/>
              <a:gd name="connsiteX0" fmla="*/ 34724 w 6848879"/>
              <a:gd name="connsiteY0" fmla="*/ 1861782 h 3803312"/>
              <a:gd name="connsiteX1" fmla="*/ 120585 w 6848879"/>
              <a:gd name="connsiteY1" fmla="*/ 1727301 h 3803312"/>
              <a:gd name="connsiteX2" fmla="*/ 105345 w 6848879"/>
              <a:gd name="connsiteY2" fmla="*/ 2802810 h 3803312"/>
              <a:gd name="connsiteX3" fmla="*/ 124591 w 6848879"/>
              <a:gd name="connsiteY3" fmla="*/ 3584555 h 3803312"/>
              <a:gd name="connsiteX4" fmla="*/ 586606 w 6848879"/>
              <a:gd name="connsiteY4" fmla="*/ 3573541 h 3803312"/>
              <a:gd name="connsiteX5" fmla="*/ 1087121 w 6848879"/>
              <a:gd name="connsiteY5" fmla="*/ 2846852 h 3803312"/>
              <a:gd name="connsiteX6" fmla="*/ 1905267 w 6848879"/>
              <a:gd name="connsiteY6" fmla="*/ 1955005 h 3803312"/>
              <a:gd name="connsiteX7" fmla="*/ 2541127 w 6848879"/>
              <a:gd name="connsiteY7" fmla="*/ 1341877 h 3803312"/>
              <a:gd name="connsiteX8" fmla="*/ 3386501 w 6848879"/>
              <a:gd name="connsiteY8" fmla="*/ 736610 h 3803312"/>
              <a:gd name="connsiteX9" fmla="*/ 4754625 w 6848879"/>
              <a:gd name="connsiteY9" fmla="*/ 909322 h 3803312"/>
              <a:gd name="connsiteX10" fmla="*/ 5254158 w 6848879"/>
              <a:gd name="connsiteY10" fmla="*/ 274322 h 3803312"/>
              <a:gd name="connsiteX11" fmla="*/ 5819309 w 6848879"/>
              <a:gd name="connsiteY11" fmla="*/ 172768 h 3803312"/>
              <a:gd name="connsiteX12" fmla="*/ 6248992 w 6848879"/>
              <a:gd name="connsiteY12" fmla="*/ 428302 h 3803312"/>
              <a:gd name="connsiteX13" fmla="*/ 6410214 w 6848879"/>
              <a:gd name="connsiteY13" fmla="*/ 623187 h 3803312"/>
              <a:gd name="connsiteX14" fmla="*/ 6562614 w 6848879"/>
              <a:gd name="connsiteY14" fmla="*/ 703089 h 3803312"/>
              <a:gd name="connsiteX15" fmla="*/ 6676914 w 6848879"/>
              <a:gd name="connsiteY15" fmla="*/ 674034 h 3803312"/>
              <a:gd name="connsiteX16" fmla="*/ 6706192 w 6848879"/>
              <a:gd name="connsiteY16" fmla="*/ 529995 h 3803312"/>
              <a:gd name="connsiteX17" fmla="*/ 6676915 w 6848879"/>
              <a:gd name="connsiteY17" fmla="*/ 390745 h 3803312"/>
              <a:gd name="connsiteX18" fmla="*/ 6607066 w 6848879"/>
              <a:gd name="connsiteY18" fmla="*/ 303578 h 3803312"/>
              <a:gd name="connsiteX19" fmla="*/ 6562616 w 6848879"/>
              <a:gd name="connsiteY19" fmla="*/ 194620 h 3803312"/>
              <a:gd name="connsiteX20" fmla="*/ 6543566 w 6848879"/>
              <a:gd name="connsiteY20" fmla="*/ 27550 h 3803312"/>
              <a:gd name="connsiteX21" fmla="*/ 6689615 w 6848879"/>
              <a:gd name="connsiteY21" fmla="*/ 13025 h 3803312"/>
              <a:gd name="connsiteX22" fmla="*/ 6841658 w 6848879"/>
              <a:gd name="connsiteY22" fmla="*/ 26287 h 3803312"/>
              <a:gd name="connsiteX23" fmla="*/ 6822966 w 6848879"/>
              <a:gd name="connsiteY23" fmla="*/ 252730 h 3803312"/>
              <a:gd name="connsiteX24" fmla="*/ 6778516 w 6848879"/>
              <a:gd name="connsiteY24" fmla="*/ 405271 h 3803312"/>
              <a:gd name="connsiteX25" fmla="*/ 6765815 w 6848879"/>
              <a:gd name="connsiteY25" fmla="*/ 659506 h 3803312"/>
              <a:gd name="connsiteX26" fmla="*/ 6689615 w 6848879"/>
              <a:gd name="connsiteY26" fmla="*/ 775729 h 3803312"/>
              <a:gd name="connsiteX27" fmla="*/ 6579192 w 6848879"/>
              <a:gd name="connsiteY27" fmla="*/ 797321 h 3803312"/>
              <a:gd name="connsiteX28" fmla="*/ 6365407 w 6848879"/>
              <a:gd name="connsiteY28" fmla="*/ 712560 h 3803312"/>
              <a:gd name="connsiteX29" fmla="*/ 6099065 w 6848879"/>
              <a:gd name="connsiteY29" fmla="*/ 398005 h 3803312"/>
              <a:gd name="connsiteX30" fmla="*/ 5861642 w 6848879"/>
              <a:gd name="connsiteY30" fmla="*/ 276774 h 3803312"/>
              <a:gd name="connsiteX31" fmla="*/ 5537792 w 6848879"/>
              <a:gd name="connsiteY31" fmla="*/ 257389 h 3803312"/>
              <a:gd name="connsiteX32" fmla="*/ 5355758 w 6848879"/>
              <a:gd name="connsiteY32" fmla="*/ 333589 h 3803312"/>
              <a:gd name="connsiteX33" fmla="*/ 5237225 w 6848879"/>
              <a:gd name="connsiteY33" fmla="*/ 452121 h 3803312"/>
              <a:gd name="connsiteX34" fmla="*/ 5025558 w 6848879"/>
              <a:gd name="connsiteY34" fmla="*/ 833121 h 3803312"/>
              <a:gd name="connsiteX35" fmla="*/ 4847758 w 6848879"/>
              <a:gd name="connsiteY35" fmla="*/ 985522 h 3803312"/>
              <a:gd name="connsiteX36" fmla="*/ 4435566 w 6848879"/>
              <a:gd name="connsiteY36" fmla="*/ 1018010 h 3803312"/>
              <a:gd name="connsiteX37" fmla="*/ 3766744 w 6848879"/>
              <a:gd name="connsiteY37" fmla="*/ 857442 h 3803312"/>
              <a:gd name="connsiteX38" fmla="*/ 3377933 w 6848879"/>
              <a:gd name="connsiteY38" fmla="*/ 831937 h 3803312"/>
              <a:gd name="connsiteX39" fmla="*/ 2709526 w 6848879"/>
              <a:gd name="connsiteY39" fmla="*/ 1324293 h 3803312"/>
              <a:gd name="connsiteX40" fmla="*/ 2031121 w 6848879"/>
              <a:gd name="connsiteY40" fmla="*/ 1975179 h 3803312"/>
              <a:gd name="connsiteX41" fmla="*/ 1284049 w 6848879"/>
              <a:gd name="connsiteY41" fmla="*/ 2775352 h 3803312"/>
              <a:gd name="connsiteX42" fmla="*/ 589160 w 6848879"/>
              <a:gd name="connsiteY42" fmla="*/ 3703108 h 3803312"/>
              <a:gd name="connsiteX43" fmla="*/ 62975 w 6848879"/>
              <a:gd name="connsiteY43" fmla="*/ 3733413 h 3803312"/>
              <a:gd name="connsiteX44" fmla="*/ 0 w 6848879"/>
              <a:gd name="connsiteY44" fmla="*/ 3204689 h 3803312"/>
              <a:gd name="connsiteX45" fmla="*/ 13514 w 6848879"/>
              <a:gd name="connsiteY45" fmla="*/ 2344412 h 3803312"/>
              <a:gd name="connsiteX46" fmla="*/ 34724 w 6848879"/>
              <a:gd name="connsiteY46" fmla="*/ 1861782 h 3803312"/>
              <a:gd name="connsiteX0" fmla="*/ 34724 w 6848879"/>
              <a:gd name="connsiteY0" fmla="*/ 1861782 h 3803312"/>
              <a:gd name="connsiteX1" fmla="*/ 120585 w 6848879"/>
              <a:gd name="connsiteY1" fmla="*/ 1727301 h 3803312"/>
              <a:gd name="connsiteX2" fmla="*/ 105345 w 6848879"/>
              <a:gd name="connsiteY2" fmla="*/ 2802810 h 3803312"/>
              <a:gd name="connsiteX3" fmla="*/ 124591 w 6848879"/>
              <a:gd name="connsiteY3" fmla="*/ 3584555 h 3803312"/>
              <a:gd name="connsiteX4" fmla="*/ 586606 w 6848879"/>
              <a:gd name="connsiteY4" fmla="*/ 3573541 h 3803312"/>
              <a:gd name="connsiteX5" fmla="*/ 1087121 w 6848879"/>
              <a:gd name="connsiteY5" fmla="*/ 2846852 h 3803312"/>
              <a:gd name="connsiteX6" fmla="*/ 1905267 w 6848879"/>
              <a:gd name="connsiteY6" fmla="*/ 1955005 h 3803312"/>
              <a:gd name="connsiteX7" fmla="*/ 2541127 w 6848879"/>
              <a:gd name="connsiteY7" fmla="*/ 1341877 h 3803312"/>
              <a:gd name="connsiteX8" fmla="*/ 3386501 w 6848879"/>
              <a:gd name="connsiteY8" fmla="*/ 736610 h 3803312"/>
              <a:gd name="connsiteX9" fmla="*/ 4754625 w 6848879"/>
              <a:gd name="connsiteY9" fmla="*/ 909322 h 3803312"/>
              <a:gd name="connsiteX10" fmla="*/ 5254158 w 6848879"/>
              <a:gd name="connsiteY10" fmla="*/ 274322 h 3803312"/>
              <a:gd name="connsiteX11" fmla="*/ 5819309 w 6848879"/>
              <a:gd name="connsiteY11" fmla="*/ 172768 h 3803312"/>
              <a:gd name="connsiteX12" fmla="*/ 6248992 w 6848879"/>
              <a:gd name="connsiteY12" fmla="*/ 428302 h 3803312"/>
              <a:gd name="connsiteX13" fmla="*/ 6410214 w 6848879"/>
              <a:gd name="connsiteY13" fmla="*/ 623187 h 3803312"/>
              <a:gd name="connsiteX14" fmla="*/ 6562614 w 6848879"/>
              <a:gd name="connsiteY14" fmla="*/ 703089 h 3803312"/>
              <a:gd name="connsiteX15" fmla="*/ 6676914 w 6848879"/>
              <a:gd name="connsiteY15" fmla="*/ 674034 h 3803312"/>
              <a:gd name="connsiteX16" fmla="*/ 6706192 w 6848879"/>
              <a:gd name="connsiteY16" fmla="*/ 529995 h 3803312"/>
              <a:gd name="connsiteX17" fmla="*/ 6676915 w 6848879"/>
              <a:gd name="connsiteY17" fmla="*/ 390745 h 3803312"/>
              <a:gd name="connsiteX18" fmla="*/ 6607066 w 6848879"/>
              <a:gd name="connsiteY18" fmla="*/ 303578 h 3803312"/>
              <a:gd name="connsiteX19" fmla="*/ 6562616 w 6848879"/>
              <a:gd name="connsiteY19" fmla="*/ 194620 h 3803312"/>
              <a:gd name="connsiteX20" fmla="*/ 6543566 w 6848879"/>
              <a:gd name="connsiteY20" fmla="*/ 27550 h 3803312"/>
              <a:gd name="connsiteX21" fmla="*/ 6689615 w 6848879"/>
              <a:gd name="connsiteY21" fmla="*/ 13025 h 3803312"/>
              <a:gd name="connsiteX22" fmla="*/ 6841658 w 6848879"/>
              <a:gd name="connsiteY22" fmla="*/ 26287 h 3803312"/>
              <a:gd name="connsiteX23" fmla="*/ 6822966 w 6848879"/>
              <a:gd name="connsiteY23" fmla="*/ 252730 h 3803312"/>
              <a:gd name="connsiteX24" fmla="*/ 6778516 w 6848879"/>
              <a:gd name="connsiteY24" fmla="*/ 405271 h 3803312"/>
              <a:gd name="connsiteX25" fmla="*/ 6765815 w 6848879"/>
              <a:gd name="connsiteY25" fmla="*/ 659506 h 3803312"/>
              <a:gd name="connsiteX26" fmla="*/ 6689615 w 6848879"/>
              <a:gd name="connsiteY26" fmla="*/ 775729 h 3803312"/>
              <a:gd name="connsiteX27" fmla="*/ 6579192 w 6848879"/>
              <a:gd name="connsiteY27" fmla="*/ 797321 h 3803312"/>
              <a:gd name="connsiteX28" fmla="*/ 6365407 w 6848879"/>
              <a:gd name="connsiteY28" fmla="*/ 712560 h 3803312"/>
              <a:gd name="connsiteX29" fmla="*/ 6099065 w 6848879"/>
              <a:gd name="connsiteY29" fmla="*/ 398005 h 3803312"/>
              <a:gd name="connsiteX30" fmla="*/ 5861642 w 6848879"/>
              <a:gd name="connsiteY30" fmla="*/ 276774 h 3803312"/>
              <a:gd name="connsiteX31" fmla="*/ 5537792 w 6848879"/>
              <a:gd name="connsiteY31" fmla="*/ 257389 h 3803312"/>
              <a:gd name="connsiteX32" fmla="*/ 5355758 w 6848879"/>
              <a:gd name="connsiteY32" fmla="*/ 333589 h 3803312"/>
              <a:gd name="connsiteX33" fmla="*/ 5237225 w 6848879"/>
              <a:gd name="connsiteY33" fmla="*/ 452121 h 3803312"/>
              <a:gd name="connsiteX34" fmla="*/ 5025558 w 6848879"/>
              <a:gd name="connsiteY34" fmla="*/ 833121 h 3803312"/>
              <a:gd name="connsiteX35" fmla="*/ 4847758 w 6848879"/>
              <a:gd name="connsiteY35" fmla="*/ 985522 h 3803312"/>
              <a:gd name="connsiteX36" fmla="*/ 4435566 w 6848879"/>
              <a:gd name="connsiteY36" fmla="*/ 1018010 h 3803312"/>
              <a:gd name="connsiteX37" fmla="*/ 3766744 w 6848879"/>
              <a:gd name="connsiteY37" fmla="*/ 857442 h 3803312"/>
              <a:gd name="connsiteX38" fmla="*/ 3377933 w 6848879"/>
              <a:gd name="connsiteY38" fmla="*/ 831937 h 3803312"/>
              <a:gd name="connsiteX39" fmla="*/ 2709526 w 6848879"/>
              <a:gd name="connsiteY39" fmla="*/ 1324293 h 3803312"/>
              <a:gd name="connsiteX40" fmla="*/ 2031121 w 6848879"/>
              <a:gd name="connsiteY40" fmla="*/ 1975179 h 3803312"/>
              <a:gd name="connsiteX41" fmla="*/ 1284049 w 6848879"/>
              <a:gd name="connsiteY41" fmla="*/ 2775352 h 3803312"/>
              <a:gd name="connsiteX42" fmla="*/ 589160 w 6848879"/>
              <a:gd name="connsiteY42" fmla="*/ 3703108 h 3803312"/>
              <a:gd name="connsiteX43" fmla="*/ 62975 w 6848879"/>
              <a:gd name="connsiteY43" fmla="*/ 3733413 h 3803312"/>
              <a:gd name="connsiteX44" fmla="*/ 0 w 6848879"/>
              <a:gd name="connsiteY44" fmla="*/ 3204689 h 3803312"/>
              <a:gd name="connsiteX45" fmla="*/ 13514 w 6848879"/>
              <a:gd name="connsiteY45" fmla="*/ 2344412 h 3803312"/>
              <a:gd name="connsiteX46" fmla="*/ 34724 w 6848879"/>
              <a:gd name="connsiteY46" fmla="*/ 1861782 h 3803312"/>
              <a:gd name="connsiteX0" fmla="*/ 34724 w 6848879"/>
              <a:gd name="connsiteY0" fmla="*/ 1861782 h 3803312"/>
              <a:gd name="connsiteX1" fmla="*/ 120585 w 6848879"/>
              <a:gd name="connsiteY1" fmla="*/ 1727301 h 3803312"/>
              <a:gd name="connsiteX2" fmla="*/ 129070 w 6848879"/>
              <a:gd name="connsiteY2" fmla="*/ 2035104 h 3803312"/>
              <a:gd name="connsiteX3" fmla="*/ 105345 w 6848879"/>
              <a:gd name="connsiteY3" fmla="*/ 2802810 h 3803312"/>
              <a:gd name="connsiteX4" fmla="*/ 124591 w 6848879"/>
              <a:gd name="connsiteY4" fmla="*/ 3584555 h 3803312"/>
              <a:gd name="connsiteX5" fmla="*/ 586606 w 6848879"/>
              <a:gd name="connsiteY5" fmla="*/ 3573541 h 3803312"/>
              <a:gd name="connsiteX6" fmla="*/ 1087121 w 6848879"/>
              <a:gd name="connsiteY6" fmla="*/ 2846852 h 3803312"/>
              <a:gd name="connsiteX7" fmla="*/ 1905267 w 6848879"/>
              <a:gd name="connsiteY7" fmla="*/ 1955005 h 3803312"/>
              <a:gd name="connsiteX8" fmla="*/ 2541127 w 6848879"/>
              <a:gd name="connsiteY8" fmla="*/ 1341877 h 3803312"/>
              <a:gd name="connsiteX9" fmla="*/ 3386501 w 6848879"/>
              <a:gd name="connsiteY9" fmla="*/ 736610 h 3803312"/>
              <a:gd name="connsiteX10" fmla="*/ 4754625 w 6848879"/>
              <a:gd name="connsiteY10" fmla="*/ 909322 h 3803312"/>
              <a:gd name="connsiteX11" fmla="*/ 5254158 w 6848879"/>
              <a:gd name="connsiteY11" fmla="*/ 274322 h 3803312"/>
              <a:gd name="connsiteX12" fmla="*/ 5819309 w 6848879"/>
              <a:gd name="connsiteY12" fmla="*/ 172768 h 3803312"/>
              <a:gd name="connsiteX13" fmla="*/ 6248992 w 6848879"/>
              <a:gd name="connsiteY13" fmla="*/ 428302 h 3803312"/>
              <a:gd name="connsiteX14" fmla="*/ 6410214 w 6848879"/>
              <a:gd name="connsiteY14" fmla="*/ 623187 h 3803312"/>
              <a:gd name="connsiteX15" fmla="*/ 6562614 w 6848879"/>
              <a:gd name="connsiteY15" fmla="*/ 703089 h 3803312"/>
              <a:gd name="connsiteX16" fmla="*/ 6676914 w 6848879"/>
              <a:gd name="connsiteY16" fmla="*/ 674034 h 3803312"/>
              <a:gd name="connsiteX17" fmla="*/ 6706192 w 6848879"/>
              <a:gd name="connsiteY17" fmla="*/ 529995 h 3803312"/>
              <a:gd name="connsiteX18" fmla="*/ 6676915 w 6848879"/>
              <a:gd name="connsiteY18" fmla="*/ 390745 h 3803312"/>
              <a:gd name="connsiteX19" fmla="*/ 6607066 w 6848879"/>
              <a:gd name="connsiteY19" fmla="*/ 303578 h 3803312"/>
              <a:gd name="connsiteX20" fmla="*/ 6562616 w 6848879"/>
              <a:gd name="connsiteY20" fmla="*/ 194620 h 3803312"/>
              <a:gd name="connsiteX21" fmla="*/ 6543566 w 6848879"/>
              <a:gd name="connsiteY21" fmla="*/ 27550 h 3803312"/>
              <a:gd name="connsiteX22" fmla="*/ 6689615 w 6848879"/>
              <a:gd name="connsiteY22" fmla="*/ 13025 h 3803312"/>
              <a:gd name="connsiteX23" fmla="*/ 6841658 w 6848879"/>
              <a:gd name="connsiteY23" fmla="*/ 26287 h 3803312"/>
              <a:gd name="connsiteX24" fmla="*/ 6822966 w 6848879"/>
              <a:gd name="connsiteY24" fmla="*/ 252730 h 3803312"/>
              <a:gd name="connsiteX25" fmla="*/ 6778516 w 6848879"/>
              <a:gd name="connsiteY25" fmla="*/ 405271 h 3803312"/>
              <a:gd name="connsiteX26" fmla="*/ 6765815 w 6848879"/>
              <a:gd name="connsiteY26" fmla="*/ 659506 h 3803312"/>
              <a:gd name="connsiteX27" fmla="*/ 6689615 w 6848879"/>
              <a:gd name="connsiteY27" fmla="*/ 775729 h 3803312"/>
              <a:gd name="connsiteX28" fmla="*/ 6579192 w 6848879"/>
              <a:gd name="connsiteY28" fmla="*/ 797321 h 3803312"/>
              <a:gd name="connsiteX29" fmla="*/ 6365407 w 6848879"/>
              <a:gd name="connsiteY29" fmla="*/ 712560 h 3803312"/>
              <a:gd name="connsiteX30" fmla="*/ 6099065 w 6848879"/>
              <a:gd name="connsiteY30" fmla="*/ 398005 h 3803312"/>
              <a:gd name="connsiteX31" fmla="*/ 5861642 w 6848879"/>
              <a:gd name="connsiteY31" fmla="*/ 276774 h 3803312"/>
              <a:gd name="connsiteX32" fmla="*/ 5537792 w 6848879"/>
              <a:gd name="connsiteY32" fmla="*/ 257389 h 3803312"/>
              <a:gd name="connsiteX33" fmla="*/ 5355758 w 6848879"/>
              <a:gd name="connsiteY33" fmla="*/ 333589 h 3803312"/>
              <a:gd name="connsiteX34" fmla="*/ 5237225 w 6848879"/>
              <a:gd name="connsiteY34" fmla="*/ 452121 h 3803312"/>
              <a:gd name="connsiteX35" fmla="*/ 5025558 w 6848879"/>
              <a:gd name="connsiteY35" fmla="*/ 833121 h 3803312"/>
              <a:gd name="connsiteX36" fmla="*/ 4847758 w 6848879"/>
              <a:gd name="connsiteY36" fmla="*/ 985522 h 3803312"/>
              <a:gd name="connsiteX37" fmla="*/ 4435566 w 6848879"/>
              <a:gd name="connsiteY37" fmla="*/ 1018010 h 3803312"/>
              <a:gd name="connsiteX38" fmla="*/ 3766744 w 6848879"/>
              <a:gd name="connsiteY38" fmla="*/ 857442 h 3803312"/>
              <a:gd name="connsiteX39" fmla="*/ 3377933 w 6848879"/>
              <a:gd name="connsiteY39" fmla="*/ 831937 h 3803312"/>
              <a:gd name="connsiteX40" fmla="*/ 2709526 w 6848879"/>
              <a:gd name="connsiteY40" fmla="*/ 1324293 h 3803312"/>
              <a:gd name="connsiteX41" fmla="*/ 2031121 w 6848879"/>
              <a:gd name="connsiteY41" fmla="*/ 1975179 h 3803312"/>
              <a:gd name="connsiteX42" fmla="*/ 1284049 w 6848879"/>
              <a:gd name="connsiteY42" fmla="*/ 2775352 h 3803312"/>
              <a:gd name="connsiteX43" fmla="*/ 589160 w 6848879"/>
              <a:gd name="connsiteY43" fmla="*/ 3703108 h 3803312"/>
              <a:gd name="connsiteX44" fmla="*/ 62975 w 6848879"/>
              <a:gd name="connsiteY44" fmla="*/ 3733413 h 3803312"/>
              <a:gd name="connsiteX45" fmla="*/ 0 w 6848879"/>
              <a:gd name="connsiteY45" fmla="*/ 3204689 h 3803312"/>
              <a:gd name="connsiteX46" fmla="*/ 13514 w 6848879"/>
              <a:gd name="connsiteY46" fmla="*/ 2344412 h 3803312"/>
              <a:gd name="connsiteX47" fmla="*/ 34724 w 6848879"/>
              <a:gd name="connsiteY47" fmla="*/ 1861782 h 3803312"/>
              <a:gd name="connsiteX0" fmla="*/ 34724 w 6848879"/>
              <a:gd name="connsiteY0" fmla="*/ 1861782 h 3803312"/>
              <a:gd name="connsiteX1" fmla="*/ 42710 w 6848879"/>
              <a:gd name="connsiteY1" fmla="*/ 1732928 h 3803312"/>
              <a:gd name="connsiteX2" fmla="*/ 120585 w 6848879"/>
              <a:gd name="connsiteY2" fmla="*/ 1727301 h 3803312"/>
              <a:gd name="connsiteX3" fmla="*/ 129070 w 6848879"/>
              <a:gd name="connsiteY3" fmla="*/ 2035104 h 3803312"/>
              <a:gd name="connsiteX4" fmla="*/ 105345 w 6848879"/>
              <a:gd name="connsiteY4" fmla="*/ 2802810 h 3803312"/>
              <a:gd name="connsiteX5" fmla="*/ 124591 w 6848879"/>
              <a:gd name="connsiteY5" fmla="*/ 3584555 h 3803312"/>
              <a:gd name="connsiteX6" fmla="*/ 586606 w 6848879"/>
              <a:gd name="connsiteY6" fmla="*/ 3573541 h 3803312"/>
              <a:gd name="connsiteX7" fmla="*/ 1087121 w 6848879"/>
              <a:gd name="connsiteY7" fmla="*/ 2846852 h 3803312"/>
              <a:gd name="connsiteX8" fmla="*/ 1905267 w 6848879"/>
              <a:gd name="connsiteY8" fmla="*/ 1955005 h 3803312"/>
              <a:gd name="connsiteX9" fmla="*/ 2541127 w 6848879"/>
              <a:gd name="connsiteY9" fmla="*/ 1341877 h 3803312"/>
              <a:gd name="connsiteX10" fmla="*/ 3386501 w 6848879"/>
              <a:gd name="connsiteY10" fmla="*/ 736610 h 3803312"/>
              <a:gd name="connsiteX11" fmla="*/ 4754625 w 6848879"/>
              <a:gd name="connsiteY11" fmla="*/ 909322 h 3803312"/>
              <a:gd name="connsiteX12" fmla="*/ 5254158 w 6848879"/>
              <a:gd name="connsiteY12" fmla="*/ 274322 h 3803312"/>
              <a:gd name="connsiteX13" fmla="*/ 5819309 w 6848879"/>
              <a:gd name="connsiteY13" fmla="*/ 172768 h 3803312"/>
              <a:gd name="connsiteX14" fmla="*/ 6248992 w 6848879"/>
              <a:gd name="connsiteY14" fmla="*/ 428302 h 3803312"/>
              <a:gd name="connsiteX15" fmla="*/ 6410214 w 6848879"/>
              <a:gd name="connsiteY15" fmla="*/ 623187 h 3803312"/>
              <a:gd name="connsiteX16" fmla="*/ 6562614 w 6848879"/>
              <a:gd name="connsiteY16" fmla="*/ 703089 h 3803312"/>
              <a:gd name="connsiteX17" fmla="*/ 6676914 w 6848879"/>
              <a:gd name="connsiteY17" fmla="*/ 674034 h 3803312"/>
              <a:gd name="connsiteX18" fmla="*/ 6706192 w 6848879"/>
              <a:gd name="connsiteY18" fmla="*/ 529995 h 3803312"/>
              <a:gd name="connsiteX19" fmla="*/ 6676915 w 6848879"/>
              <a:gd name="connsiteY19" fmla="*/ 390745 h 3803312"/>
              <a:gd name="connsiteX20" fmla="*/ 6607066 w 6848879"/>
              <a:gd name="connsiteY20" fmla="*/ 303578 h 3803312"/>
              <a:gd name="connsiteX21" fmla="*/ 6562616 w 6848879"/>
              <a:gd name="connsiteY21" fmla="*/ 194620 h 3803312"/>
              <a:gd name="connsiteX22" fmla="*/ 6543566 w 6848879"/>
              <a:gd name="connsiteY22" fmla="*/ 27550 h 3803312"/>
              <a:gd name="connsiteX23" fmla="*/ 6689615 w 6848879"/>
              <a:gd name="connsiteY23" fmla="*/ 13025 h 3803312"/>
              <a:gd name="connsiteX24" fmla="*/ 6841658 w 6848879"/>
              <a:gd name="connsiteY24" fmla="*/ 26287 h 3803312"/>
              <a:gd name="connsiteX25" fmla="*/ 6822966 w 6848879"/>
              <a:gd name="connsiteY25" fmla="*/ 252730 h 3803312"/>
              <a:gd name="connsiteX26" fmla="*/ 6778516 w 6848879"/>
              <a:gd name="connsiteY26" fmla="*/ 405271 h 3803312"/>
              <a:gd name="connsiteX27" fmla="*/ 6765815 w 6848879"/>
              <a:gd name="connsiteY27" fmla="*/ 659506 h 3803312"/>
              <a:gd name="connsiteX28" fmla="*/ 6689615 w 6848879"/>
              <a:gd name="connsiteY28" fmla="*/ 775729 h 3803312"/>
              <a:gd name="connsiteX29" fmla="*/ 6579192 w 6848879"/>
              <a:gd name="connsiteY29" fmla="*/ 797321 h 3803312"/>
              <a:gd name="connsiteX30" fmla="*/ 6365407 w 6848879"/>
              <a:gd name="connsiteY30" fmla="*/ 712560 h 3803312"/>
              <a:gd name="connsiteX31" fmla="*/ 6099065 w 6848879"/>
              <a:gd name="connsiteY31" fmla="*/ 398005 h 3803312"/>
              <a:gd name="connsiteX32" fmla="*/ 5861642 w 6848879"/>
              <a:gd name="connsiteY32" fmla="*/ 276774 h 3803312"/>
              <a:gd name="connsiteX33" fmla="*/ 5537792 w 6848879"/>
              <a:gd name="connsiteY33" fmla="*/ 257389 h 3803312"/>
              <a:gd name="connsiteX34" fmla="*/ 5355758 w 6848879"/>
              <a:gd name="connsiteY34" fmla="*/ 333589 h 3803312"/>
              <a:gd name="connsiteX35" fmla="*/ 5237225 w 6848879"/>
              <a:gd name="connsiteY35" fmla="*/ 452121 h 3803312"/>
              <a:gd name="connsiteX36" fmla="*/ 5025558 w 6848879"/>
              <a:gd name="connsiteY36" fmla="*/ 833121 h 3803312"/>
              <a:gd name="connsiteX37" fmla="*/ 4847758 w 6848879"/>
              <a:gd name="connsiteY37" fmla="*/ 985522 h 3803312"/>
              <a:gd name="connsiteX38" fmla="*/ 4435566 w 6848879"/>
              <a:gd name="connsiteY38" fmla="*/ 1018010 h 3803312"/>
              <a:gd name="connsiteX39" fmla="*/ 3766744 w 6848879"/>
              <a:gd name="connsiteY39" fmla="*/ 857442 h 3803312"/>
              <a:gd name="connsiteX40" fmla="*/ 3377933 w 6848879"/>
              <a:gd name="connsiteY40" fmla="*/ 831937 h 3803312"/>
              <a:gd name="connsiteX41" fmla="*/ 2709526 w 6848879"/>
              <a:gd name="connsiteY41" fmla="*/ 1324293 h 3803312"/>
              <a:gd name="connsiteX42" fmla="*/ 2031121 w 6848879"/>
              <a:gd name="connsiteY42" fmla="*/ 1975179 h 3803312"/>
              <a:gd name="connsiteX43" fmla="*/ 1284049 w 6848879"/>
              <a:gd name="connsiteY43" fmla="*/ 2775352 h 3803312"/>
              <a:gd name="connsiteX44" fmla="*/ 589160 w 6848879"/>
              <a:gd name="connsiteY44" fmla="*/ 3703108 h 3803312"/>
              <a:gd name="connsiteX45" fmla="*/ 62975 w 6848879"/>
              <a:gd name="connsiteY45" fmla="*/ 3733413 h 3803312"/>
              <a:gd name="connsiteX46" fmla="*/ 0 w 6848879"/>
              <a:gd name="connsiteY46" fmla="*/ 3204689 h 3803312"/>
              <a:gd name="connsiteX47" fmla="*/ 13514 w 6848879"/>
              <a:gd name="connsiteY47" fmla="*/ 2344412 h 3803312"/>
              <a:gd name="connsiteX48" fmla="*/ 34724 w 6848879"/>
              <a:gd name="connsiteY48" fmla="*/ 1861782 h 3803312"/>
              <a:gd name="connsiteX0" fmla="*/ 34724 w 6848879"/>
              <a:gd name="connsiteY0" fmla="*/ 1861782 h 3803312"/>
              <a:gd name="connsiteX1" fmla="*/ 42710 w 6848879"/>
              <a:gd name="connsiteY1" fmla="*/ 1750362 h 3803312"/>
              <a:gd name="connsiteX2" fmla="*/ 120585 w 6848879"/>
              <a:gd name="connsiteY2" fmla="*/ 1727301 h 3803312"/>
              <a:gd name="connsiteX3" fmla="*/ 129070 w 6848879"/>
              <a:gd name="connsiteY3" fmla="*/ 2035104 h 3803312"/>
              <a:gd name="connsiteX4" fmla="*/ 105345 w 6848879"/>
              <a:gd name="connsiteY4" fmla="*/ 2802810 h 3803312"/>
              <a:gd name="connsiteX5" fmla="*/ 124591 w 6848879"/>
              <a:gd name="connsiteY5" fmla="*/ 3584555 h 3803312"/>
              <a:gd name="connsiteX6" fmla="*/ 586606 w 6848879"/>
              <a:gd name="connsiteY6" fmla="*/ 3573541 h 3803312"/>
              <a:gd name="connsiteX7" fmla="*/ 1087121 w 6848879"/>
              <a:gd name="connsiteY7" fmla="*/ 2846852 h 3803312"/>
              <a:gd name="connsiteX8" fmla="*/ 1905267 w 6848879"/>
              <a:gd name="connsiteY8" fmla="*/ 1955005 h 3803312"/>
              <a:gd name="connsiteX9" fmla="*/ 2541127 w 6848879"/>
              <a:gd name="connsiteY9" fmla="*/ 1341877 h 3803312"/>
              <a:gd name="connsiteX10" fmla="*/ 3386501 w 6848879"/>
              <a:gd name="connsiteY10" fmla="*/ 736610 h 3803312"/>
              <a:gd name="connsiteX11" fmla="*/ 4754625 w 6848879"/>
              <a:gd name="connsiteY11" fmla="*/ 909322 h 3803312"/>
              <a:gd name="connsiteX12" fmla="*/ 5254158 w 6848879"/>
              <a:gd name="connsiteY12" fmla="*/ 274322 h 3803312"/>
              <a:gd name="connsiteX13" fmla="*/ 5819309 w 6848879"/>
              <a:gd name="connsiteY13" fmla="*/ 172768 h 3803312"/>
              <a:gd name="connsiteX14" fmla="*/ 6248992 w 6848879"/>
              <a:gd name="connsiteY14" fmla="*/ 428302 h 3803312"/>
              <a:gd name="connsiteX15" fmla="*/ 6410214 w 6848879"/>
              <a:gd name="connsiteY15" fmla="*/ 623187 h 3803312"/>
              <a:gd name="connsiteX16" fmla="*/ 6562614 w 6848879"/>
              <a:gd name="connsiteY16" fmla="*/ 703089 h 3803312"/>
              <a:gd name="connsiteX17" fmla="*/ 6676914 w 6848879"/>
              <a:gd name="connsiteY17" fmla="*/ 674034 h 3803312"/>
              <a:gd name="connsiteX18" fmla="*/ 6706192 w 6848879"/>
              <a:gd name="connsiteY18" fmla="*/ 529995 h 3803312"/>
              <a:gd name="connsiteX19" fmla="*/ 6676915 w 6848879"/>
              <a:gd name="connsiteY19" fmla="*/ 390745 h 3803312"/>
              <a:gd name="connsiteX20" fmla="*/ 6607066 w 6848879"/>
              <a:gd name="connsiteY20" fmla="*/ 303578 h 3803312"/>
              <a:gd name="connsiteX21" fmla="*/ 6562616 w 6848879"/>
              <a:gd name="connsiteY21" fmla="*/ 194620 h 3803312"/>
              <a:gd name="connsiteX22" fmla="*/ 6543566 w 6848879"/>
              <a:gd name="connsiteY22" fmla="*/ 27550 h 3803312"/>
              <a:gd name="connsiteX23" fmla="*/ 6689615 w 6848879"/>
              <a:gd name="connsiteY23" fmla="*/ 13025 h 3803312"/>
              <a:gd name="connsiteX24" fmla="*/ 6841658 w 6848879"/>
              <a:gd name="connsiteY24" fmla="*/ 26287 h 3803312"/>
              <a:gd name="connsiteX25" fmla="*/ 6822966 w 6848879"/>
              <a:gd name="connsiteY25" fmla="*/ 252730 h 3803312"/>
              <a:gd name="connsiteX26" fmla="*/ 6778516 w 6848879"/>
              <a:gd name="connsiteY26" fmla="*/ 405271 h 3803312"/>
              <a:gd name="connsiteX27" fmla="*/ 6765815 w 6848879"/>
              <a:gd name="connsiteY27" fmla="*/ 659506 h 3803312"/>
              <a:gd name="connsiteX28" fmla="*/ 6689615 w 6848879"/>
              <a:gd name="connsiteY28" fmla="*/ 775729 h 3803312"/>
              <a:gd name="connsiteX29" fmla="*/ 6579192 w 6848879"/>
              <a:gd name="connsiteY29" fmla="*/ 797321 h 3803312"/>
              <a:gd name="connsiteX30" fmla="*/ 6365407 w 6848879"/>
              <a:gd name="connsiteY30" fmla="*/ 712560 h 3803312"/>
              <a:gd name="connsiteX31" fmla="*/ 6099065 w 6848879"/>
              <a:gd name="connsiteY31" fmla="*/ 398005 h 3803312"/>
              <a:gd name="connsiteX32" fmla="*/ 5861642 w 6848879"/>
              <a:gd name="connsiteY32" fmla="*/ 276774 h 3803312"/>
              <a:gd name="connsiteX33" fmla="*/ 5537792 w 6848879"/>
              <a:gd name="connsiteY33" fmla="*/ 257389 h 3803312"/>
              <a:gd name="connsiteX34" fmla="*/ 5355758 w 6848879"/>
              <a:gd name="connsiteY34" fmla="*/ 333589 h 3803312"/>
              <a:gd name="connsiteX35" fmla="*/ 5237225 w 6848879"/>
              <a:gd name="connsiteY35" fmla="*/ 452121 h 3803312"/>
              <a:gd name="connsiteX36" fmla="*/ 5025558 w 6848879"/>
              <a:gd name="connsiteY36" fmla="*/ 833121 h 3803312"/>
              <a:gd name="connsiteX37" fmla="*/ 4847758 w 6848879"/>
              <a:gd name="connsiteY37" fmla="*/ 985522 h 3803312"/>
              <a:gd name="connsiteX38" fmla="*/ 4435566 w 6848879"/>
              <a:gd name="connsiteY38" fmla="*/ 1018010 h 3803312"/>
              <a:gd name="connsiteX39" fmla="*/ 3766744 w 6848879"/>
              <a:gd name="connsiteY39" fmla="*/ 857442 h 3803312"/>
              <a:gd name="connsiteX40" fmla="*/ 3377933 w 6848879"/>
              <a:gd name="connsiteY40" fmla="*/ 831937 h 3803312"/>
              <a:gd name="connsiteX41" fmla="*/ 2709526 w 6848879"/>
              <a:gd name="connsiteY41" fmla="*/ 1324293 h 3803312"/>
              <a:gd name="connsiteX42" fmla="*/ 2031121 w 6848879"/>
              <a:gd name="connsiteY42" fmla="*/ 1975179 h 3803312"/>
              <a:gd name="connsiteX43" fmla="*/ 1284049 w 6848879"/>
              <a:gd name="connsiteY43" fmla="*/ 2775352 h 3803312"/>
              <a:gd name="connsiteX44" fmla="*/ 589160 w 6848879"/>
              <a:gd name="connsiteY44" fmla="*/ 3703108 h 3803312"/>
              <a:gd name="connsiteX45" fmla="*/ 62975 w 6848879"/>
              <a:gd name="connsiteY45" fmla="*/ 3733413 h 3803312"/>
              <a:gd name="connsiteX46" fmla="*/ 0 w 6848879"/>
              <a:gd name="connsiteY46" fmla="*/ 3204689 h 3803312"/>
              <a:gd name="connsiteX47" fmla="*/ 13514 w 6848879"/>
              <a:gd name="connsiteY47" fmla="*/ 2344412 h 3803312"/>
              <a:gd name="connsiteX48" fmla="*/ 34724 w 6848879"/>
              <a:gd name="connsiteY48" fmla="*/ 1861782 h 3803312"/>
              <a:gd name="connsiteX0" fmla="*/ 34724 w 6848879"/>
              <a:gd name="connsiteY0" fmla="*/ 1861782 h 3803312"/>
              <a:gd name="connsiteX1" fmla="*/ 42710 w 6848879"/>
              <a:gd name="connsiteY1" fmla="*/ 1750362 h 3803312"/>
              <a:gd name="connsiteX2" fmla="*/ 130745 w 6848879"/>
              <a:gd name="connsiteY2" fmla="*/ 1750546 h 3803312"/>
              <a:gd name="connsiteX3" fmla="*/ 129070 w 6848879"/>
              <a:gd name="connsiteY3" fmla="*/ 2035104 h 3803312"/>
              <a:gd name="connsiteX4" fmla="*/ 105345 w 6848879"/>
              <a:gd name="connsiteY4" fmla="*/ 2802810 h 3803312"/>
              <a:gd name="connsiteX5" fmla="*/ 124591 w 6848879"/>
              <a:gd name="connsiteY5" fmla="*/ 3584555 h 3803312"/>
              <a:gd name="connsiteX6" fmla="*/ 586606 w 6848879"/>
              <a:gd name="connsiteY6" fmla="*/ 3573541 h 3803312"/>
              <a:gd name="connsiteX7" fmla="*/ 1087121 w 6848879"/>
              <a:gd name="connsiteY7" fmla="*/ 2846852 h 3803312"/>
              <a:gd name="connsiteX8" fmla="*/ 1905267 w 6848879"/>
              <a:gd name="connsiteY8" fmla="*/ 1955005 h 3803312"/>
              <a:gd name="connsiteX9" fmla="*/ 2541127 w 6848879"/>
              <a:gd name="connsiteY9" fmla="*/ 1341877 h 3803312"/>
              <a:gd name="connsiteX10" fmla="*/ 3386501 w 6848879"/>
              <a:gd name="connsiteY10" fmla="*/ 736610 h 3803312"/>
              <a:gd name="connsiteX11" fmla="*/ 4754625 w 6848879"/>
              <a:gd name="connsiteY11" fmla="*/ 909322 h 3803312"/>
              <a:gd name="connsiteX12" fmla="*/ 5254158 w 6848879"/>
              <a:gd name="connsiteY12" fmla="*/ 274322 h 3803312"/>
              <a:gd name="connsiteX13" fmla="*/ 5819309 w 6848879"/>
              <a:gd name="connsiteY13" fmla="*/ 172768 h 3803312"/>
              <a:gd name="connsiteX14" fmla="*/ 6248992 w 6848879"/>
              <a:gd name="connsiteY14" fmla="*/ 428302 h 3803312"/>
              <a:gd name="connsiteX15" fmla="*/ 6410214 w 6848879"/>
              <a:gd name="connsiteY15" fmla="*/ 623187 h 3803312"/>
              <a:gd name="connsiteX16" fmla="*/ 6562614 w 6848879"/>
              <a:gd name="connsiteY16" fmla="*/ 703089 h 3803312"/>
              <a:gd name="connsiteX17" fmla="*/ 6676914 w 6848879"/>
              <a:gd name="connsiteY17" fmla="*/ 674034 h 3803312"/>
              <a:gd name="connsiteX18" fmla="*/ 6706192 w 6848879"/>
              <a:gd name="connsiteY18" fmla="*/ 529995 h 3803312"/>
              <a:gd name="connsiteX19" fmla="*/ 6676915 w 6848879"/>
              <a:gd name="connsiteY19" fmla="*/ 390745 h 3803312"/>
              <a:gd name="connsiteX20" fmla="*/ 6607066 w 6848879"/>
              <a:gd name="connsiteY20" fmla="*/ 303578 h 3803312"/>
              <a:gd name="connsiteX21" fmla="*/ 6562616 w 6848879"/>
              <a:gd name="connsiteY21" fmla="*/ 194620 h 3803312"/>
              <a:gd name="connsiteX22" fmla="*/ 6543566 w 6848879"/>
              <a:gd name="connsiteY22" fmla="*/ 27550 h 3803312"/>
              <a:gd name="connsiteX23" fmla="*/ 6689615 w 6848879"/>
              <a:gd name="connsiteY23" fmla="*/ 13025 h 3803312"/>
              <a:gd name="connsiteX24" fmla="*/ 6841658 w 6848879"/>
              <a:gd name="connsiteY24" fmla="*/ 26287 h 3803312"/>
              <a:gd name="connsiteX25" fmla="*/ 6822966 w 6848879"/>
              <a:gd name="connsiteY25" fmla="*/ 252730 h 3803312"/>
              <a:gd name="connsiteX26" fmla="*/ 6778516 w 6848879"/>
              <a:gd name="connsiteY26" fmla="*/ 405271 h 3803312"/>
              <a:gd name="connsiteX27" fmla="*/ 6765815 w 6848879"/>
              <a:gd name="connsiteY27" fmla="*/ 659506 h 3803312"/>
              <a:gd name="connsiteX28" fmla="*/ 6689615 w 6848879"/>
              <a:gd name="connsiteY28" fmla="*/ 775729 h 3803312"/>
              <a:gd name="connsiteX29" fmla="*/ 6579192 w 6848879"/>
              <a:gd name="connsiteY29" fmla="*/ 797321 h 3803312"/>
              <a:gd name="connsiteX30" fmla="*/ 6365407 w 6848879"/>
              <a:gd name="connsiteY30" fmla="*/ 712560 h 3803312"/>
              <a:gd name="connsiteX31" fmla="*/ 6099065 w 6848879"/>
              <a:gd name="connsiteY31" fmla="*/ 398005 h 3803312"/>
              <a:gd name="connsiteX32" fmla="*/ 5861642 w 6848879"/>
              <a:gd name="connsiteY32" fmla="*/ 276774 h 3803312"/>
              <a:gd name="connsiteX33" fmla="*/ 5537792 w 6848879"/>
              <a:gd name="connsiteY33" fmla="*/ 257389 h 3803312"/>
              <a:gd name="connsiteX34" fmla="*/ 5355758 w 6848879"/>
              <a:gd name="connsiteY34" fmla="*/ 333589 h 3803312"/>
              <a:gd name="connsiteX35" fmla="*/ 5237225 w 6848879"/>
              <a:gd name="connsiteY35" fmla="*/ 452121 h 3803312"/>
              <a:gd name="connsiteX36" fmla="*/ 5025558 w 6848879"/>
              <a:gd name="connsiteY36" fmla="*/ 833121 h 3803312"/>
              <a:gd name="connsiteX37" fmla="*/ 4847758 w 6848879"/>
              <a:gd name="connsiteY37" fmla="*/ 985522 h 3803312"/>
              <a:gd name="connsiteX38" fmla="*/ 4435566 w 6848879"/>
              <a:gd name="connsiteY38" fmla="*/ 1018010 h 3803312"/>
              <a:gd name="connsiteX39" fmla="*/ 3766744 w 6848879"/>
              <a:gd name="connsiteY39" fmla="*/ 857442 h 3803312"/>
              <a:gd name="connsiteX40" fmla="*/ 3377933 w 6848879"/>
              <a:gd name="connsiteY40" fmla="*/ 831937 h 3803312"/>
              <a:gd name="connsiteX41" fmla="*/ 2709526 w 6848879"/>
              <a:gd name="connsiteY41" fmla="*/ 1324293 h 3803312"/>
              <a:gd name="connsiteX42" fmla="*/ 2031121 w 6848879"/>
              <a:gd name="connsiteY42" fmla="*/ 1975179 h 3803312"/>
              <a:gd name="connsiteX43" fmla="*/ 1284049 w 6848879"/>
              <a:gd name="connsiteY43" fmla="*/ 2775352 h 3803312"/>
              <a:gd name="connsiteX44" fmla="*/ 589160 w 6848879"/>
              <a:gd name="connsiteY44" fmla="*/ 3703108 h 3803312"/>
              <a:gd name="connsiteX45" fmla="*/ 62975 w 6848879"/>
              <a:gd name="connsiteY45" fmla="*/ 3733413 h 3803312"/>
              <a:gd name="connsiteX46" fmla="*/ 0 w 6848879"/>
              <a:gd name="connsiteY46" fmla="*/ 3204689 h 3803312"/>
              <a:gd name="connsiteX47" fmla="*/ 13514 w 6848879"/>
              <a:gd name="connsiteY47" fmla="*/ 2344412 h 3803312"/>
              <a:gd name="connsiteX48" fmla="*/ 34724 w 6848879"/>
              <a:gd name="connsiteY48" fmla="*/ 1861782 h 3803312"/>
              <a:gd name="connsiteX0" fmla="*/ 34724 w 6848879"/>
              <a:gd name="connsiteY0" fmla="*/ 1861782 h 3803312"/>
              <a:gd name="connsiteX1" fmla="*/ 42710 w 6848879"/>
              <a:gd name="connsiteY1" fmla="*/ 1750362 h 3803312"/>
              <a:gd name="connsiteX2" fmla="*/ 130745 w 6848879"/>
              <a:gd name="connsiteY2" fmla="*/ 1750546 h 3803312"/>
              <a:gd name="connsiteX3" fmla="*/ 113830 w 6848879"/>
              <a:gd name="connsiteY3" fmla="*/ 2035104 h 3803312"/>
              <a:gd name="connsiteX4" fmla="*/ 105345 w 6848879"/>
              <a:gd name="connsiteY4" fmla="*/ 2802810 h 3803312"/>
              <a:gd name="connsiteX5" fmla="*/ 124591 w 6848879"/>
              <a:gd name="connsiteY5" fmla="*/ 3584555 h 3803312"/>
              <a:gd name="connsiteX6" fmla="*/ 586606 w 6848879"/>
              <a:gd name="connsiteY6" fmla="*/ 3573541 h 3803312"/>
              <a:gd name="connsiteX7" fmla="*/ 1087121 w 6848879"/>
              <a:gd name="connsiteY7" fmla="*/ 2846852 h 3803312"/>
              <a:gd name="connsiteX8" fmla="*/ 1905267 w 6848879"/>
              <a:gd name="connsiteY8" fmla="*/ 1955005 h 3803312"/>
              <a:gd name="connsiteX9" fmla="*/ 2541127 w 6848879"/>
              <a:gd name="connsiteY9" fmla="*/ 1341877 h 3803312"/>
              <a:gd name="connsiteX10" fmla="*/ 3386501 w 6848879"/>
              <a:gd name="connsiteY10" fmla="*/ 736610 h 3803312"/>
              <a:gd name="connsiteX11" fmla="*/ 4754625 w 6848879"/>
              <a:gd name="connsiteY11" fmla="*/ 909322 h 3803312"/>
              <a:gd name="connsiteX12" fmla="*/ 5254158 w 6848879"/>
              <a:gd name="connsiteY12" fmla="*/ 274322 h 3803312"/>
              <a:gd name="connsiteX13" fmla="*/ 5819309 w 6848879"/>
              <a:gd name="connsiteY13" fmla="*/ 172768 h 3803312"/>
              <a:gd name="connsiteX14" fmla="*/ 6248992 w 6848879"/>
              <a:gd name="connsiteY14" fmla="*/ 428302 h 3803312"/>
              <a:gd name="connsiteX15" fmla="*/ 6410214 w 6848879"/>
              <a:gd name="connsiteY15" fmla="*/ 623187 h 3803312"/>
              <a:gd name="connsiteX16" fmla="*/ 6562614 w 6848879"/>
              <a:gd name="connsiteY16" fmla="*/ 703089 h 3803312"/>
              <a:gd name="connsiteX17" fmla="*/ 6676914 w 6848879"/>
              <a:gd name="connsiteY17" fmla="*/ 674034 h 3803312"/>
              <a:gd name="connsiteX18" fmla="*/ 6706192 w 6848879"/>
              <a:gd name="connsiteY18" fmla="*/ 529995 h 3803312"/>
              <a:gd name="connsiteX19" fmla="*/ 6676915 w 6848879"/>
              <a:gd name="connsiteY19" fmla="*/ 390745 h 3803312"/>
              <a:gd name="connsiteX20" fmla="*/ 6607066 w 6848879"/>
              <a:gd name="connsiteY20" fmla="*/ 303578 h 3803312"/>
              <a:gd name="connsiteX21" fmla="*/ 6562616 w 6848879"/>
              <a:gd name="connsiteY21" fmla="*/ 194620 h 3803312"/>
              <a:gd name="connsiteX22" fmla="*/ 6543566 w 6848879"/>
              <a:gd name="connsiteY22" fmla="*/ 27550 h 3803312"/>
              <a:gd name="connsiteX23" fmla="*/ 6689615 w 6848879"/>
              <a:gd name="connsiteY23" fmla="*/ 13025 h 3803312"/>
              <a:gd name="connsiteX24" fmla="*/ 6841658 w 6848879"/>
              <a:gd name="connsiteY24" fmla="*/ 26287 h 3803312"/>
              <a:gd name="connsiteX25" fmla="*/ 6822966 w 6848879"/>
              <a:gd name="connsiteY25" fmla="*/ 252730 h 3803312"/>
              <a:gd name="connsiteX26" fmla="*/ 6778516 w 6848879"/>
              <a:gd name="connsiteY26" fmla="*/ 405271 h 3803312"/>
              <a:gd name="connsiteX27" fmla="*/ 6765815 w 6848879"/>
              <a:gd name="connsiteY27" fmla="*/ 659506 h 3803312"/>
              <a:gd name="connsiteX28" fmla="*/ 6689615 w 6848879"/>
              <a:gd name="connsiteY28" fmla="*/ 775729 h 3803312"/>
              <a:gd name="connsiteX29" fmla="*/ 6579192 w 6848879"/>
              <a:gd name="connsiteY29" fmla="*/ 797321 h 3803312"/>
              <a:gd name="connsiteX30" fmla="*/ 6365407 w 6848879"/>
              <a:gd name="connsiteY30" fmla="*/ 712560 h 3803312"/>
              <a:gd name="connsiteX31" fmla="*/ 6099065 w 6848879"/>
              <a:gd name="connsiteY31" fmla="*/ 398005 h 3803312"/>
              <a:gd name="connsiteX32" fmla="*/ 5861642 w 6848879"/>
              <a:gd name="connsiteY32" fmla="*/ 276774 h 3803312"/>
              <a:gd name="connsiteX33" fmla="*/ 5537792 w 6848879"/>
              <a:gd name="connsiteY33" fmla="*/ 257389 h 3803312"/>
              <a:gd name="connsiteX34" fmla="*/ 5355758 w 6848879"/>
              <a:gd name="connsiteY34" fmla="*/ 333589 h 3803312"/>
              <a:gd name="connsiteX35" fmla="*/ 5237225 w 6848879"/>
              <a:gd name="connsiteY35" fmla="*/ 452121 h 3803312"/>
              <a:gd name="connsiteX36" fmla="*/ 5025558 w 6848879"/>
              <a:gd name="connsiteY36" fmla="*/ 833121 h 3803312"/>
              <a:gd name="connsiteX37" fmla="*/ 4847758 w 6848879"/>
              <a:gd name="connsiteY37" fmla="*/ 985522 h 3803312"/>
              <a:gd name="connsiteX38" fmla="*/ 4435566 w 6848879"/>
              <a:gd name="connsiteY38" fmla="*/ 1018010 h 3803312"/>
              <a:gd name="connsiteX39" fmla="*/ 3766744 w 6848879"/>
              <a:gd name="connsiteY39" fmla="*/ 857442 h 3803312"/>
              <a:gd name="connsiteX40" fmla="*/ 3377933 w 6848879"/>
              <a:gd name="connsiteY40" fmla="*/ 831937 h 3803312"/>
              <a:gd name="connsiteX41" fmla="*/ 2709526 w 6848879"/>
              <a:gd name="connsiteY41" fmla="*/ 1324293 h 3803312"/>
              <a:gd name="connsiteX42" fmla="*/ 2031121 w 6848879"/>
              <a:gd name="connsiteY42" fmla="*/ 1975179 h 3803312"/>
              <a:gd name="connsiteX43" fmla="*/ 1284049 w 6848879"/>
              <a:gd name="connsiteY43" fmla="*/ 2775352 h 3803312"/>
              <a:gd name="connsiteX44" fmla="*/ 589160 w 6848879"/>
              <a:gd name="connsiteY44" fmla="*/ 3703108 h 3803312"/>
              <a:gd name="connsiteX45" fmla="*/ 62975 w 6848879"/>
              <a:gd name="connsiteY45" fmla="*/ 3733413 h 3803312"/>
              <a:gd name="connsiteX46" fmla="*/ 0 w 6848879"/>
              <a:gd name="connsiteY46" fmla="*/ 3204689 h 3803312"/>
              <a:gd name="connsiteX47" fmla="*/ 13514 w 6848879"/>
              <a:gd name="connsiteY47" fmla="*/ 2344412 h 3803312"/>
              <a:gd name="connsiteX48" fmla="*/ 34724 w 6848879"/>
              <a:gd name="connsiteY48" fmla="*/ 1861782 h 3803312"/>
              <a:gd name="connsiteX0" fmla="*/ 34724 w 6848879"/>
              <a:gd name="connsiteY0" fmla="*/ 1861782 h 3803312"/>
              <a:gd name="connsiteX1" fmla="*/ 42710 w 6848879"/>
              <a:gd name="connsiteY1" fmla="*/ 1750362 h 3803312"/>
              <a:gd name="connsiteX2" fmla="*/ 130745 w 6848879"/>
              <a:gd name="connsiteY2" fmla="*/ 1750546 h 3803312"/>
              <a:gd name="connsiteX3" fmla="*/ 113830 w 6848879"/>
              <a:gd name="connsiteY3" fmla="*/ 2035104 h 3803312"/>
              <a:gd name="connsiteX4" fmla="*/ 100265 w 6848879"/>
              <a:gd name="connsiteY4" fmla="*/ 2796999 h 3803312"/>
              <a:gd name="connsiteX5" fmla="*/ 124591 w 6848879"/>
              <a:gd name="connsiteY5" fmla="*/ 3584555 h 3803312"/>
              <a:gd name="connsiteX6" fmla="*/ 586606 w 6848879"/>
              <a:gd name="connsiteY6" fmla="*/ 3573541 h 3803312"/>
              <a:gd name="connsiteX7" fmla="*/ 1087121 w 6848879"/>
              <a:gd name="connsiteY7" fmla="*/ 2846852 h 3803312"/>
              <a:gd name="connsiteX8" fmla="*/ 1905267 w 6848879"/>
              <a:gd name="connsiteY8" fmla="*/ 1955005 h 3803312"/>
              <a:gd name="connsiteX9" fmla="*/ 2541127 w 6848879"/>
              <a:gd name="connsiteY9" fmla="*/ 1341877 h 3803312"/>
              <a:gd name="connsiteX10" fmla="*/ 3386501 w 6848879"/>
              <a:gd name="connsiteY10" fmla="*/ 736610 h 3803312"/>
              <a:gd name="connsiteX11" fmla="*/ 4754625 w 6848879"/>
              <a:gd name="connsiteY11" fmla="*/ 909322 h 3803312"/>
              <a:gd name="connsiteX12" fmla="*/ 5254158 w 6848879"/>
              <a:gd name="connsiteY12" fmla="*/ 274322 h 3803312"/>
              <a:gd name="connsiteX13" fmla="*/ 5819309 w 6848879"/>
              <a:gd name="connsiteY13" fmla="*/ 172768 h 3803312"/>
              <a:gd name="connsiteX14" fmla="*/ 6248992 w 6848879"/>
              <a:gd name="connsiteY14" fmla="*/ 428302 h 3803312"/>
              <a:gd name="connsiteX15" fmla="*/ 6410214 w 6848879"/>
              <a:gd name="connsiteY15" fmla="*/ 623187 h 3803312"/>
              <a:gd name="connsiteX16" fmla="*/ 6562614 w 6848879"/>
              <a:gd name="connsiteY16" fmla="*/ 703089 h 3803312"/>
              <a:gd name="connsiteX17" fmla="*/ 6676914 w 6848879"/>
              <a:gd name="connsiteY17" fmla="*/ 674034 h 3803312"/>
              <a:gd name="connsiteX18" fmla="*/ 6706192 w 6848879"/>
              <a:gd name="connsiteY18" fmla="*/ 529995 h 3803312"/>
              <a:gd name="connsiteX19" fmla="*/ 6676915 w 6848879"/>
              <a:gd name="connsiteY19" fmla="*/ 390745 h 3803312"/>
              <a:gd name="connsiteX20" fmla="*/ 6607066 w 6848879"/>
              <a:gd name="connsiteY20" fmla="*/ 303578 h 3803312"/>
              <a:gd name="connsiteX21" fmla="*/ 6562616 w 6848879"/>
              <a:gd name="connsiteY21" fmla="*/ 194620 h 3803312"/>
              <a:gd name="connsiteX22" fmla="*/ 6543566 w 6848879"/>
              <a:gd name="connsiteY22" fmla="*/ 27550 h 3803312"/>
              <a:gd name="connsiteX23" fmla="*/ 6689615 w 6848879"/>
              <a:gd name="connsiteY23" fmla="*/ 13025 h 3803312"/>
              <a:gd name="connsiteX24" fmla="*/ 6841658 w 6848879"/>
              <a:gd name="connsiteY24" fmla="*/ 26287 h 3803312"/>
              <a:gd name="connsiteX25" fmla="*/ 6822966 w 6848879"/>
              <a:gd name="connsiteY25" fmla="*/ 252730 h 3803312"/>
              <a:gd name="connsiteX26" fmla="*/ 6778516 w 6848879"/>
              <a:gd name="connsiteY26" fmla="*/ 405271 h 3803312"/>
              <a:gd name="connsiteX27" fmla="*/ 6765815 w 6848879"/>
              <a:gd name="connsiteY27" fmla="*/ 659506 h 3803312"/>
              <a:gd name="connsiteX28" fmla="*/ 6689615 w 6848879"/>
              <a:gd name="connsiteY28" fmla="*/ 775729 h 3803312"/>
              <a:gd name="connsiteX29" fmla="*/ 6579192 w 6848879"/>
              <a:gd name="connsiteY29" fmla="*/ 797321 h 3803312"/>
              <a:gd name="connsiteX30" fmla="*/ 6365407 w 6848879"/>
              <a:gd name="connsiteY30" fmla="*/ 712560 h 3803312"/>
              <a:gd name="connsiteX31" fmla="*/ 6099065 w 6848879"/>
              <a:gd name="connsiteY31" fmla="*/ 398005 h 3803312"/>
              <a:gd name="connsiteX32" fmla="*/ 5861642 w 6848879"/>
              <a:gd name="connsiteY32" fmla="*/ 276774 h 3803312"/>
              <a:gd name="connsiteX33" fmla="*/ 5537792 w 6848879"/>
              <a:gd name="connsiteY33" fmla="*/ 257389 h 3803312"/>
              <a:gd name="connsiteX34" fmla="*/ 5355758 w 6848879"/>
              <a:gd name="connsiteY34" fmla="*/ 333589 h 3803312"/>
              <a:gd name="connsiteX35" fmla="*/ 5237225 w 6848879"/>
              <a:gd name="connsiteY35" fmla="*/ 452121 h 3803312"/>
              <a:gd name="connsiteX36" fmla="*/ 5025558 w 6848879"/>
              <a:gd name="connsiteY36" fmla="*/ 833121 h 3803312"/>
              <a:gd name="connsiteX37" fmla="*/ 4847758 w 6848879"/>
              <a:gd name="connsiteY37" fmla="*/ 985522 h 3803312"/>
              <a:gd name="connsiteX38" fmla="*/ 4435566 w 6848879"/>
              <a:gd name="connsiteY38" fmla="*/ 1018010 h 3803312"/>
              <a:gd name="connsiteX39" fmla="*/ 3766744 w 6848879"/>
              <a:gd name="connsiteY39" fmla="*/ 857442 h 3803312"/>
              <a:gd name="connsiteX40" fmla="*/ 3377933 w 6848879"/>
              <a:gd name="connsiteY40" fmla="*/ 831937 h 3803312"/>
              <a:gd name="connsiteX41" fmla="*/ 2709526 w 6848879"/>
              <a:gd name="connsiteY41" fmla="*/ 1324293 h 3803312"/>
              <a:gd name="connsiteX42" fmla="*/ 2031121 w 6848879"/>
              <a:gd name="connsiteY42" fmla="*/ 1975179 h 3803312"/>
              <a:gd name="connsiteX43" fmla="*/ 1284049 w 6848879"/>
              <a:gd name="connsiteY43" fmla="*/ 2775352 h 3803312"/>
              <a:gd name="connsiteX44" fmla="*/ 589160 w 6848879"/>
              <a:gd name="connsiteY44" fmla="*/ 3703108 h 3803312"/>
              <a:gd name="connsiteX45" fmla="*/ 62975 w 6848879"/>
              <a:gd name="connsiteY45" fmla="*/ 3733413 h 3803312"/>
              <a:gd name="connsiteX46" fmla="*/ 0 w 6848879"/>
              <a:gd name="connsiteY46" fmla="*/ 3204689 h 3803312"/>
              <a:gd name="connsiteX47" fmla="*/ 13514 w 6848879"/>
              <a:gd name="connsiteY47" fmla="*/ 2344412 h 3803312"/>
              <a:gd name="connsiteX48" fmla="*/ 34724 w 6848879"/>
              <a:gd name="connsiteY48" fmla="*/ 1861782 h 3803312"/>
              <a:gd name="connsiteX0" fmla="*/ 34724 w 6848879"/>
              <a:gd name="connsiteY0" fmla="*/ 1861782 h 3803312"/>
              <a:gd name="connsiteX1" fmla="*/ 42710 w 6848879"/>
              <a:gd name="connsiteY1" fmla="*/ 1750362 h 3803312"/>
              <a:gd name="connsiteX2" fmla="*/ 130745 w 6848879"/>
              <a:gd name="connsiteY2" fmla="*/ 1750546 h 3803312"/>
              <a:gd name="connsiteX3" fmla="*/ 113830 w 6848879"/>
              <a:gd name="connsiteY3" fmla="*/ 2035104 h 3803312"/>
              <a:gd name="connsiteX4" fmla="*/ 100265 w 6848879"/>
              <a:gd name="connsiteY4" fmla="*/ 2796999 h 3803312"/>
              <a:gd name="connsiteX5" fmla="*/ 124591 w 6848879"/>
              <a:gd name="connsiteY5" fmla="*/ 3584555 h 3803312"/>
              <a:gd name="connsiteX6" fmla="*/ 586606 w 6848879"/>
              <a:gd name="connsiteY6" fmla="*/ 3573541 h 3803312"/>
              <a:gd name="connsiteX7" fmla="*/ 1087121 w 6848879"/>
              <a:gd name="connsiteY7" fmla="*/ 2846852 h 3803312"/>
              <a:gd name="connsiteX8" fmla="*/ 1905267 w 6848879"/>
              <a:gd name="connsiteY8" fmla="*/ 1955005 h 3803312"/>
              <a:gd name="connsiteX9" fmla="*/ 2541127 w 6848879"/>
              <a:gd name="connsiteY9" fmla="*/ 1341877 h 3803312"/>
              <a:gd name="connsiteX10" fmla="*/ 3386501 w 6848879"/>
              <a:gd name="connsiteY10" fmla="*/ 736610 h 3803312"/>
              <a:gd name="connsiteX11" fmla="*/ 4754625 w 6848879"/>
              <a:gd name="connsiteY11" fmla="*/ 909322 h 3803312"/>
              <a:gd name="connsiteX12" fmla="*/ 5254158 w 6848879"/>
              <a:gd name="connsiteY12" fmla="*/ 274322 h 3803312"/>
              <a:gd name="connsiteX13" fmla="*/ 5819309 w 6848879"/>
              <a:gd name="connsiteY13" fmla="*/ 172768 h 3803312"/>
              <a:gd name="connsiteX14" fmla="*/ 6248992 w 6848879"/>
              <a:gd name="connsiteY14" fmla="*/ 428302 h 3803312"/>
              <a:gd name="connsiteX15" fmla="*/ 6410214 w 6848879"/>
              <a:gd name="connsiteY15" fmla="*/ 623187 h 3803312"/>
              <a:gd name="connsiteX16" fmla="*/ 6562614 w 6848879"/>
              <a:gd name="connsiteY16" fmla="*/ 703089 h 3803312"/>
              <a:gd name="connsiteX17" fmla="*/ 6676914 w 6848879"/>
              <a:gd name="connsiteY17" fmla="*/ 674034 h 3803312"/>
              <a:gd name="connsiteX18" fmla="*/ 6706192 w 6848879"/>
              <a:gd name="connsiteY18" fmla="*/ 529995 h 3803312"/>
              <a:gd name="connsiteX19" fmla="*/ 6676915 w 6848879"/>
              <a:gd name="connsiteY19" fmla="*/ 390745 h 3803312"/>
              <a:gd name="connsiteX20" fmla="*/ 6607066 w 6848879"/>
              <a:gd name="connsiteY20" fmla="*/ 303578 h 3803312"/>
              <a:gd name="connsiteX21" fmla="*/ 6562616 w 6848879"/>
              <a:gd name="connsiteY21" fmla="*/ 194620 h 3803312"/>
              <a:gd name="connsiteX22" fmla="*/ 6543566 w 6848879"/>
              <a:gd name="connsiteY22" fmla="*/ 27550 h 3803312"/>
              <a:gd name="connsiteX23" fmla="*/ 6689615 w 6848879"/>
              <a:gd name="connsiteY23" fmla="*/ 13025 h 3803312"/>
              <a:gd name="connsiteX24" fmla="*/ 6841658 w 6848879"/>
              <a:gd name="connsiteY24" fmla="*/ 26287 h 3803312"/>
              <a:gd name="connsiteX25" fmla="*/ 6822966 w 6848879"/>
              <a:gd name="connsiteY25" fmla="*/ 252730 h 3803312"/>
              <a:gd name="connsiteX26" fmla="*/ 6778516 w 6848879"/>
              <a:gd name="connsiteY26" fmla="*/ 405271 h 3803312"/>
              <a:gd name="connsiteX27" fmla="*/ 6765815 w 6848879"/>
              <a:gd name="connsiteY27" fmla="*/ 659506 h 3803312"/>
              <a:gd name="connsiteX28" fmla="*/ 6689615 w 6848879"/>
              <a:gd name="connsiteY28" fmla="*/ 775729 h 3803312"/>
              <a:gd name="connsiteX29" fmla="*/ 6579192 w 6848879"/>
              <a:gd name="connsiteY29" fmla="*/ 797321 h 3803312"/>
              <a:gd name="connsiteX30" fmla="*/ 6365407 w 6848879"/>
              <a:gd name="connsiteY30" fmla="*/ 712560 h 3803312"/>
              <a:gd name="connsiteX31" fmla="*/ 6099065 w 6848879"/>
              <a:gd name="connsiteY31" fmla="*/ 398005 h 3803312"/>
              <a:gd name="connsiteX32" fmla="*/ 5861642 w 6848879"/>
              <a:gd name="connsiteY32" fmla="*/ 276774 h 3803312"/>
              <a:gd name="connsiteX33" fmla="*/ 5537792 w 6848879"/>
              <a:gd name="connsiteY33" fmla="*/ 257389 h 3803312"/>
              <a:gd name="connsiteX34" fmla="*/ 5355758 w 6848879"/>
              <a:gd name="connsiteY34" fmla="*/ 333589 h 3803312"/>
              <a:gd name="connsiteX35" fmla="*/ 5237225 w 6848879"/>
              <a:gd name="connsiteY35" fmla="*/ 452121 h 3803312"/>
              <a:gd name="connsiteX36" fmla="*/ 5025558 w 6848879"/>
              <a:gd name="connsiteY36" fmla="*/ 833121 h 3803312"/>
              <a:gd name="connsiteX37" fmla="*/ 4847758 w 6848879"/>
              <a:gd name="connsiteY37" fmla="*/ 985522 h 3803312"/>
              <a:gd name="connsiteX38" fmla="*/ 4435566 w 6848879"/>
              <a:gd name="connsiteY38" fmla="*/ 1018010 h 3803312"/>
              <a:gd name="connsiteX39" fmla="*/ 3766744 w 6848879"/>
              <a:gd name="connsiteY39" fmla="*/ 857442 h 3803312"/>
              <a:gd name="connsiteX40" fmla="*/ 3377933 w 6848879"/>
              <a:gd name="connsiteY40" fmla="*/ 831937 h 3803312"/>
              <a:gd name="connsiteX41" fmla="*/ 2709526 w 6848879"/>
              <a:gd name="connsiteY41" fmla="*/ 1324293 h 3803312"/>
              <a:gd name="connsiteX42" fmla="*/ 2031121 w 6848879"/>
              <a:gd name="connsiteY42" fmla="*/ 1975179 h 3803312"/>
              <a:gd name="connsiteX43" fmla="*/ 1284049 w 6848879"/>
              <a:gd name="connsiteY43" fmla="*/ 2775352 h 3803312"/>
              <a:gd name="connsiteX44" fmla="*/ 589160 w 6848879"/>
              <a:gd name="connsiteY44" fmla="*/ 3703108 h 3803312"/>
              <a:gd name="connsiteX45" fmla="*/ 62975 w 6848879"/>
              <a:gd name="connsiteY45" fmla="*/ 3733413 h 3803312"/>
              <a:gd name="connsiteX46" fmla="*/ 0 w 6848879"/>
              <a:gd name="connsiteY46" fmla="*/ 3204689 h 3803312"/>
              <a:gd name="connsiteX47" fmla="*/ 13514 w 6848879"/>
              <a:gd name="connsiteY47" fmla="*/ 2344412 h 3803312"/>
              <a:gd name="connsiteX48" fmla="*/ 34724 w 6848879"/>
              <a:gd name="connsiteY48" fmla="*/ 1861782 h 3803312"/>
              <a:gd name="connsiteX0" fmla="*/ 34724 w 6848879"/>
              <a:gd name="connsiteY0" fmla="*/ 1861782 h 3805180"/>
              <a:gd name="connsiteX1" fmla="*/ 42710 w 6848879"/>
              <a:gd name="connsiteY1" fmla="*/ 1750362 h 3805180"/>
              <a:gd name="connsiteX2" fmla="*/ 130745 w 6848879"/>
              <a:gd name="connsiteY2" fmla="*/ 1750546 h 3805180"/>
              <a:gd name="connsiteX3" fmla="*/ 113830 w 6848879"/>
              <a:gd name="connsiteY3" fmla="*/ 2035104 h 3805180"/>
              <a:gd name="connsiteX4" fmla="*/ 100265 w 6848879"/>
              <a:gd name="connsiteY4" fmla="*/ 2796999 h 3805180"/>
              <a:gd name="connsiteX5" fmla="*/ 124591 w 6848879"/>
              <a:gd name="connsiteY5" fmla="*/ 3584555 h 3805180"/>
              <a:gd name="connsiteX6" fmla="*/ 586606 w 6848879"/>
              <a:gd name="connsiteY6" fmla="*/ 3573541 h 3805180"/>
              <a:gd name="connsiteX7" fmla="*/ 1087121 w 6848879"/>
              <a:gd name="connsiteY7" fmla="*/ 2846852 h 3805180"/>
              <a:gd name="connsiteX8" fmla="*/ 1905267 w 6848879"/>
              <a:gd name="connsiteY8" fmla="*/ 1955005 h 3805180"/>
              <a:gd name="connsiteX9" fmla="*/ 2541127 w 6848879"/>
              <a:gd name="connsiteY9" fmla="*/ 1341877 h 3805180"/>
              <a:gd name="connsiteX10" fmla="*/ 3386501 w 6848879"/>
              <a:gd name="connsiteY10" fmla="*/ 736610 h 3805180"/>
              <a:gd name="connsiteX11" fmla="*/ 4754625 w 6848879"/>
              <a:gd name="connsiteY11" fmla="*/ 909322 h 3805180"/>
              <a:gd name="connsiteX12" fmla="*/ 5254158 w 6848879"/>
              <a:gd name="connsiteY12" fmla="*/ 274322 h 3805180"/>
              <a:gd name="connsiteX13" fmla="*/ 5819309 w 6848879"/>
              <a:gd name="connsiteY13" fmla="*/ 172768 h 3805180"/>
              <a:gd name="connsiteX14" fmla="*/ 6248992 w 6848879"/>
              <a:gd name="connsiteY14" fmla="*/ 428302 h 3805180"/>
              <a:gd name="connsiteX15" fmla="*/ 6410214 w 6848879"/>
              <a:gd name="connsiteY15" fmla="*/ 623187 h 3805180"/>
              <a:gd name="connsiteX16" fmla="*/ 6562614 w 6848879"/>
              <a:gd name="connsiteY16" fmla="*/ 703089 h 3805180"/>
              <a:gd name="connsiteX17" fmla="*/ 6676914 w 6848879"/>
              <a:gd name="connsiteY17" fmla="*/ 674034 h 3805180"/>
              <a:gd name="connsiteX18" fmla="*/ 6706192 w 6848879"/>
              <a:gd name="connsiteY18" fmla="*/ 529995 h 3805180"/>
              <a:gd name="connsiteX19" fmla="*/ 6676915 w 6848879"/>
              <a:gd name="connsiteY19" fmla="*/ 390745 h 3805180"/>
              <a:gd name="connsiteX20" fmla="*/ 6607066 w 6848879"/>
              <a:gd name="connsiteY20" fmla="*/ 303578 h 3805180"/>
              <a:gd name="connsiteX21" fmla="*/ 6562616 w 6848879"/>
              <a:gd name="connsiteY21" fmla="*/ 194620 h 3805180"/>
              <a:gd name="connsiteX22" fmla="*/ 6543566 w 6848879"/>
              <a:gd name="connsiteY22" fmla="*/ 27550 h 3805180"/>
              <a:gd name="connsiteX23" fmla="*/ 6689615 w 6848879"/>
              <a:gd name="connsiteY23" fmla="*/ 13025 h 3805180"/>
              <a:gd name="connsiteX24" fmla="*/ 6841658 w 6848879"/>
              <a:gd name="connsiteY24" fmla="*/ 26287 h 3805180"/>
              <a:gd name="connsiteX25" fmla="*/ 6822966 w 6848879"/>
              <a:gd name="connsiteY25" fmla="*/ 252730 h 3805180"/>
              <a:gd name="connsiteX26" fmla="*/ 6778516 w 6848879"/>
              <a:gd name="connsiteY26" fmla="*/ 405271 h 3805180"/>
              <a:gd name="connsiteX27" fmla="*/ 6765815 w 6848879"/>
              <a:gd name="connsiteY27" fmla="*/ 659506 h 3805180"/>
              <a:gd name="connsiteX28" fmla="*/ 6689615 w 6848879"/>
              <a:gd name="connsiteY28" fmla="*/ 775729 h 3805180"/>
              <a:gd name="connsiteX29" fmla="*/ 6579192 w 6848879"/>
              <a:gd name="connsiteY29" fmla="*/ 797321 h 3805180"/>
              <a:gd name="connsiteX30" fmla="*/ 6365407 w 6848879"/>
              <a:gd name="connsiteY30" fmla="*/ 712560 h 3805180"/>
              <a:gd name="connsiteX31" fmla="*/ 6099065 w 6848879"/>
              <a:gd name="connsiteY31" fmla="*/ 398005 h 3805180"/>
              <a:gd name="connsiteX32" fmla="*/ 5861642 w 6848879"/>
              <a:gd name="connsiteY32" fmla="*/ 276774 h 3805180"/>
              <a:gd name="connsiteX33" fmla="*/ 5537792 w 6848879"/>
              <a:gd name="connsiteY33" fmla="*/ 257389 h 3805180"/>
              <a:gd name="connsiteX34" fmla="*/ 5355758 w 6848879"/>
              <a:gd name="connsiteY34" fmla="*/ 333589 h 3805180"/>
              <a:gd name="connsiteX35" fmla="*/ 5237225 w 6848879"/>
              <a:gd name="connsiteY35" fmla="*/ 452121 h 3805180"/>
              <a:gd name="connsiteX36" fmla="*/ 5025558 w 6848879"/>
              <a:gd name="connsiteY36" fmla="*/ 833121 h 3805180"/>
              <a:gd name="connsiteX37" fmla="*/ 4847758 w 6848879"/>
              <a:gd name="connsiteY37" fmla="*/ 985522 h 3805180"/>
              <a:gd name="connsiteX38" fmla="*/ 4435566 w 6848879"/>
              <a:gd name="connsiteY38" fmla="*/ 1018010 h 3805180"/>
              <a:gd name="connsiteX39" fmla="*/ 3766744 w 6848879"/>
              <a:gd name="connsiteY39" fmla="*/ 857442 h 3805180"/>
              <a:gd name="connsiteX40" fmla="*/ 3377933 w 6848879"/>
              <a:gd name="connsiteY40" fmla="*/ 831937 h 3805180"/>
              <a:gd name="connsiteX41" fmla="*/ 2709526 w 6848879"/>
              <a:gd name="connsiteY41" fmla="*/ 1324293 h 3805180"/>
              <a:gd name="connsiteX42" fmla="*/ 2031121 w 6848879"/>
              <a:gd name="connsiteY42" fmla="*/ 1975179 h 3805180"/>
              <a:gd name="connsiteX43" fmla="*/ 1284049 w 6848879"/>
              <a:gd name="connsiteY43" fmla="*/ 2775352 h 3805180"/>
              <a:gd name="connsiteX44" fmla="*/ 589160 w 6848879"/>
              <a:gd name="connsiteY44" fmla="*/ 3703108 h 3805180"/>
              <a:gd name="connsiteX45" fmla="*/ 68055 w 6848879"/>
              <a:gd name="connsiteY45" fmla="*/ 3704358 h 3805180"/>
              <a:gd name="connsiteX46" fmla="*/ 0 w 6848879"/>
              <a:gd name="connsiteY46" fmla="*/ 3204689 h 3805180"/>
              <a:gd name="connsiteX47" fmla="*/ 13514 w 6848879"/>
              <a:gd name="connsiteY47" fmla="*/ 2344412 h 3805180"/>
              <a:gd name="connsiteX48" fmla="*/ 34724 w 6848879"/>
              <a:gd name="connsiteY48" fmla="*/ 1861782 h 3805180"/>
              <a:gd name="connsiteX0" fmla="*/ 34724 w 6848879"/>
              <a:gd name="connsiteY0" fmla="*/ 1861782 h 3805180"/>
              <a:gd name="connsiteX1" fmla="*/ 42710 w 6848879"/>
              <a:gd name="connsiteY1" fmla="*/ 1750362 h 3805180"/>
              <a:gd name="connsiteX2" fmla="*/ 130745 w 6848879"/>
              <a:gd name="connsiteY2" fmla="*/ 1750546 h 3805180"/>
              <a:gd name="connsiteX3" fmla="*/ 113830 w 6848879"/>
              <a:gd name="connsiteY3" fmla="*/ 2035104 h 3805180"/>
              <a:gd name="connsiteX4" fmla="*/ 100265 w 6848879"/>
              <a:gd name="connsiteY4" fmla="*/ 2796999 h 3805180"/>
              <a:gd name="connsiteX5" fmla="*/ 124591 w 6848879"/>
              <a:gd name="connsiteY5" fmla="*/ 3584555 h 3805180"/>
              <a:gd name="connsiteX6" fmla="*/ 586606 w 6848879"/>
              <a:gd name="connsiteY6" fmla="*/ 3573541 h 3805180"/>
              <a:gd name="connsiteX7" fmla="*/ 1087121 w 6848879"/>
              <a:gd name="connsiteY7" fmla="*/ 2846852 h 3805180"/>
              <a:gd name="connsiteX8" fmla="*/ 1905267 w 6848879"/>
              <a:gd name="connsiteY8" fmla="*/ 1955005 h 3805180"/>
              <a:gd name="connsiteX9" fmla="*/ 2541127 w 6848879"/>
              <a:gd name="connsiteY9" fmla="*/ 1341877 h 3805180"/>
              <a:gd name="connsiteX10" fmla="*/ 3386501 w 6848879"/>
              <a:gd name="connsiteY10" fmla="*/ 736610 h 3805180"/>
              <a:gd name="connsiteX11" fmla="*/ 4754625 w 6848879"/>
              <a:gd name="connsiteY11" fmla="*/ 909322 h 3805180"/>
              <a:gd name="connsiteX12" fmla="*/ 5254158 w 6848879"/>
              <a:gd name="connsiteY12" fmla="*/ 274322 h 3805180"/>
              <a:gd name="connsiteX13" fmla="*/ 5819309 w 6848879"/>
              <a:gd name="connsiteY13" fmla="*/ 172768 h 3805180"/>
              <a:gd name="connsiteX14" fmla="*/ 6248992 w 6848879"/>
              <a:gd name="connsiteY14" fmla="*/ 428302 h 3805180"/>
              <a:gd name="connsiteX15" fmla="*/ 6410214 w 6848879"/>
              <a:gd name="connsiteY15" fmla="*/ 623187 h 3805180"/>
              <a:gd name="connsiteX16" fmla="*/ 6562614 w 6848879"/>
              <a:gd name="connsiteY16" fmla="*/ 703089 h 3805180"/>
              <a:gd name="connsiteX17" fmla="*/ 6676914 w 6848879"/>
              <a:gd name="connsiteY17" fmla="*/ 674034 h 3805180"/>
              <a:gd name="connsiteX18" fmla="*/ 6706192 w 6848879"/>
              <a:gd name="connsiteY18" fmla="*/ 529995 h 3805180"/>
              <a:gd name="connsiteX19" fmla="*/ 6676915 w 6848879"/>
              <a:gd name="connsiteY19" fmla="*/ 390745 h 3805180"/>
              <a:gd name="connsiteX20" fmla="*/ 6607066 w 6848879"/>
              <a:gd name="connsiteY20" fmla="*/ 303578 h 3805180"/>
              <a:gd name="connsiteX21" fmla="*/ 6562616 w 6848879"/>
              <a:gd name="connsiteY21" fmla="*/ 194620 h 3805180"/>
              <a:gd name="connsiteX22" fmla="*/ 6543566 w 6848879"/>
              <a:gd name="connsiteY22" fmla="*/ 27550 h 3805180"/>
              <a:gd name="connsiteX23" fmla="*/ 6689615 w 6848879"/>
              <a:gd name="connsiteY23" fmla="*/ 13025 h 3805180"/>
              <a:gd name="connsiteX24" fmla="*/ 6841658 w 6848879"/>
              <a:gd name="connsiteY24" fmla="*/ 26287 h 3805180"/>
              <a:gd name="connsiteX25" fmla="*/ 6822966 w 6848879"/>
              <a:gd name="connsiteY25" fmla="*/ 252730 h 3805180"/>
              <a:gd name="connsiteX26" fmla="*/ 6778516 w 6848879"/>
              <a:gd name="connsiteY26" fmla="*/ 405271 h 3805180"/>
              <a:gd name="connsiteX27" fmla="*/ 6765815 w 6848879"/>
              <a:gd name="connsiteY27" fmla="*/ 659506 h 3805180"/>
              <a:gd name="connsiteX28" fmla="*/ 6689615 w 6848879"/>
              <a:gd name="connsiteY28" fmla="*/ 775729 h 3805180"/>
              <a:gd name="connsiteX29" fmla="*/ 6579192 w 6848879"/>
              <a:gd name="connsiteY29" fmla="*/ 797321 h 3805180"/>
              <a:gd name="connsiteX30" fmla="*/ 6365407 w 6848879"/>
              <a:gd name="connsiteY30" fmla="*/ 712560 h 3805180"/>
              <a:gd name="connsiteX31" fmla="*/ 6099065 w 6848879"/>
              <a:gd name="connsiteY31" fmla="*/ 398005 h 3805180"/>
              <a:gd name="connsiteX32" fmla="*/ 5861642 w 6848879"/>
              <a:gd name="connsiteY32" fmla="*/ 276774 h 3805180"/>
              <a:gd name="connsiteX33" fmla="*/ 5537792 w 6848879"/>
              <a:gd name="connsiteY33" fmla="*/ 257389 h 3805180"/>
              <a:gd name="connsiteX34" fmla="*/ 5355758 w 6848879"/>
              <a:gd name="connsiteY34" fmla="*/ 333589 h 3805180"/>
              <a:gd name="connsiteX35" fmla="*/ 5237225 w 6848879"/>
              <a:gd name="connsiteY35" fmla="*/ 452121 h 3805180"/>
              <a:gd name="connsiteX36" fmla="*/ 5025558 w 6848879"/>
              <a:gd name="connsiteY36" fmla="*/ 833121 h 3805180"/>
              <a:gd name="connsiteX37" fmla="*/ 4847758 w 6848879"/>
              <a:gd name="connsiteY37" fmla="*/ 985522 h 3805180"/>
              <a:gd name="connsiteX38" fmla="*/ 4435566 w 6848879"/>
              <a:gd name="connsiteY38" fmla="*/ 1018010 h 3805180"/>
              <a:gd name="connsiteX39" fmla="*/ 3766744 w 6848879"/>
              <a:gd name="connsiteY39" fmla="*/ 857442 h 3805180"/>
              <a:gd name="connsiteX40" fmla="*/ 3377933 w 6848879"/>
              <a:gd name="connsiteY40" fmla="*/ 831937 h 3805180"/>
              <a:gd name="connsiteX41" fmla="*/ 2709526 w 6848879"/>
              <a:gd name="connsiteY41" fmla="*/ 1324293 h 3805180"/>
              <a:gd name="connsiteX42" fmla="*/ 2031121 w 6848879"/>
              <a:gd name="connsiteY42" fmla="*/ 1975179 h 3805180"/>
              <a:gd name="connsiteX43" fmla="*/ 1284049 w 6848879"/>
              <a:gd name="connsiteY43" fmla="*/ 2775352 h 3805180"/>
              <a:gd name="connsiteX44" fmla="*/ 589160 w 6848879"/>
              <a:gd name="connsiteY44" fmla="*/ 3703108 h 3805180"/>
              <a:gd name="connsiteX45" fmla="*/ 78215 w 6848879"/>
              <a:gd name="connsiteY45" fmla="*/ 3704358 h 3805180"/>
              <a:gd name="connsiteX46" fmla="*/ 0 w 6848879"/>
              <a:gd name="connsiteY46" fmla="*/ 3204689 h 3805180"/>
              <a:gd name="connsiteX47" fmla="*/ 13514 w 6848879"/>
              <a:gd name="connsiteY47" fmla="*/ 2344412 h 3805180"/>
              <a:gd name="connsiteX48" fmla="*/ 34724 w 6848879"/>
              <a:gd name="connsiteY48" fmla="*/ 1861782 h 3805180"/>
              <a:gd name="connsiteX0" fmla="*/ 34724 w 6848879"/>
              <a:gd name="connsiteY0" fmla="*/ 1861782 h 3785003"/>
              <a:gd name="connsiteX1" fmla="*/ 42710 w 6848879"/>
              <a:gd name="connsiteY1" fmla="*/ 1750362 h 3785003"/>
              <a:gd name="connsiteX2" fmla="*/ 130745 w 6848879"/>
              <a:gd name="connsiteY2" fmla="*/ 1750546 h 3785003"/>
              <a:gd name="connsiteX3" fmla="*/ 113830 w 6848879"/>
              <a:gd name="connsiteY3" fmla="*/ 2035104 h 3785003"/>
              <a:gd name="connsiteX4" fmla="*/ 100265 w 6848879"/>
              <a:gd name="connsiteY4" fmla="*/ 2796999 h 3785003"/>
              <a:gd name="connsiteX5" fmla="*/ 124591 w 6848879"/>
              <a:gd name="connsiteY5" fmla="*/ 3584555 h 3785003"/>
              <a:gd name="connsiteX6" fmla="*/ 586606 w 6848879"/>
              <a:gd name="connsiteY6" fmla="*/ 3573541 h 3785003"/>
              <a:gd name="connsiteX7" fmla="*/ 1087121 w 6848879"/>
              <a:gd name="connsiteY7" fmla="*/ 2846852 h 3785003"/>
              <a:gd name="connsiteX8" fmla="*/ 1905267 w 6848879"/>
              <a:gd name="connsiteY8" fmla="*/ 1955005 h 3785003"/>
              <a:gd name="connsiteX9" fmla="*/ 2541127 w 6848879"/>
              <a:gd name="connsiteY9" fmla="*/ 1341877 h 3785003"/>
              <a:gd name="connsiteX10" fmla="*/ 3386501 w 6848879"/>
              <a:gd name="connsiteY10" fmla="*/ 736610 h 3785003"/>
              <a:gd name="connsiteX11" fmla="*/ 4754625 w 6848879"/>
              <a:gd name="connsiteY11" fmla="*/ 909322 h 3785003"/>
              <a:gd name="connsiteX12" fmla="*/ 5254158 w 6848879"/>
              <a:gd name="connsiteY12" fmla="*/ 274322 h 3785003"/>
              <a:gd name="connsiteX13" fmla="*/ 5819309 w 6848879"/>
              <a:gd name="connsiteY13" fmla="*/ 172768 h 3785003"/>
              <a:gd name="connsiteX14" fmla="*/ 6248992 w 6848879"/>
              <a:gd name="connsiteY14" fmla="*/ 428302 h 3785003"/>
              <a:gd name="connsiteX15" fmla="*/ 6410214 w 6848879"/>
              <a:gd name="connsiteY15" fmla="*/ 623187 h 3785003"/>
              <a:gd name="connsiteX16" fmla="*/ 6562614 w 6848879"/>
              <a:gd name="connsiteY16" fmla="*/ 703089 h 3785003"/>
              <a:gd name="connsiteX17" fmla="*/ 6676914 w 6848879"/>
              <a:gd name="connsiteY17" fmla="*/ 674034 h 3785003"/>
              <a:gd name="connsiteX18" fmla="*/ 6706192 w 6848879"/>
              <a:gd name="connsiteY18" fmla="*/ 529995 h 3785003"/>
              <a:gd name="connsiteX19" fmla="*/ 6676915 w 6848879"/>
              <a:gd name="connsiteY19" fmla="*/ 390745 h 3785003"/>
              <a:gd name="connsiteX20" fmla="*/ 6607066 w 6848879"/>
              <a:gd name="connsiteY20" fmla="*/ 303578 h 3785003"/>
              <a:gd name="connsiteX21" fmla="*/ 6562616 w 6848879"/>
              <a:gd name="connsiteY21" fmla="*/ 194620 h 3785003"/>
              <a:gd name="connsiteX22" fmla="*/ 6543566 w 6848879"/>
              <a:gd name="connsiteY22" fmla="*/ 27550 h 3785003"/>
              <a:gd name="connsiteX23" fmla="*/ 6689615 w 6848879"/>
              <a:gd name="connsiteY23" fmla="*/ 13025 h 3785003"/>
              <a:gd name="connsiteX24" fmla="*/ 6841658 w 6848879"/>
              <a:gd name="connsiteY24" fmla="*/ 26287 h 3785003"/>
              <a:gd name="connsiteX25" fmla="*/ 6822966 w 6848879"/>
              <a:gd name="connsiteY25" fmla="*/ 252730 h 3785003"/>
              <a:gd name="connsiteX26" fmla="*/ 6778516 w 6848879"/>
              <a:gd name="connsiteY26" fmla="*/ 405271 h 3785003"/>
              <a:gd name="connsiteX27" fmla="*/ 6765815 w 6848879"/>
              <a:gd name="connsiteY27" fmla="*/ 659506 h 3785003"/>
              <a:gd name="connsiteX28" fmla="*/ 6689615 w 6848879"/>
              <a:gd name="connsiteY28" fmla="*/ 775729 h 3785003"/>
              <a:gd name="connsiteX29" fmla="*/ 6579192 w 6848879"/>
              <a:gd name="connsiteY29" fmla="*/ 797321 h 3785003"/>
              <a:gd name="connsiteX30" fmla="*/ 6365407 w 6848879"/>
              <a:gd name="connsiteY30" fmla="*/ 712560 h 3785003"/>
              <a:gd name="connsiteX31" fmla="*/ 6099065 w 6848879"/>
              <a:gd name="connsiteY31" fmla="*/ 398005 h 3785003"/>
              <a:gd name="connsiteX32" fmla="*/ 5861642 w 6848879"/>
              <a:gd name="connsiteY32" fmla="*/ 276774 h 3785003"/>
              <a:gd name="connsiteX33" fmla="*/ 5537792 w 6848879"/>
              <a:gd name="connsiteY33" fmla="*/ 257389 h 3785003"/>
              <a:gd name="connsiteX34" fmla="*/ 5355758 w 6848879"/>
              <a:gd name="connsiteY34" fmla="*/ 333589 h 3785003"/>
              <a:gd name="connsiteX35" fmla="*/ 5237225 w 6848879"/>
              <a:gd name="connsiteY35" fmla="*/ 452121 h 3785003"/>
              <a:gd name="connsiteX36" fmla="*/ 5025558 w 6848879"/>
              <a:gd name="connsiteY36" fmla="*/ 833121 h 3785003"/>
              <a:gd name="connsiteX37" fmla="*/ 4847758 w 6848879"/>
              <a:gd name="connsiteY37" fmla="*/ 985522 h 3785003"/>
              <a:gd name="connsiteX38" fmla="*/ 4435566 w 6848879"/>
              <a:gd name="connsiteY38" fmla="*/ 1018010 h 3785003"/>
              <a:gd name="connsiteX39" fmla="*/ 3766744 w 6848879"/>
              <a:gd name="connsiteY39" fmla="*/ 857442 h 3785003"/>
              <a:gd name="connsiteX40" fmla="*/ 3377933 w 6848879"/>
              <a:gd name="connsiteY40" fmla="*/ 831937 h 3785003"/>
              <a:gd name="connsiteX41" fmla="*/ 2709526 w 6848879"/>
              <a:gd name="connsiteY41" fmla="*/ 1324293 h 3785003"/>
              <a:gd name="connsiteX42" fmla="*/ 2031121 w 6848879"/>
              <a:gd name="connsiteY42" fmla="*/ 1975179 h 3785003"/>
              <a:gd name="connsiteX43" fmla="*/ 1284049 w 6848879"/>
              <a:gd name="connsiteY43" fmla="*/ 2775352 h 3785003"/>
              <a:gd name="connsiteX44" fmla="*/ 599320 w 6848879"/>
              <a:gd name="connsiteY44" fmla="*/ 3662430 h 3785003"/>
              <a:gd name="connsiteX45" fmla="*/ 78215 w 6848879"/>
              <a:gd name="connsiteY45" fmla="*/ 3704358 h 3785003"/>
              <a:gd name="connsiteX46" fmla="*/ 0 w 6848879"/>
              <a:gd name="connsiteY46" fmla="*/ 3204689 h 3785003"/>
              <a:gd name="connsiteX47" fmla="*/ 13514 w 6848879"/>
              <a:gd name="connsiteY47" fmla="*/ 2344412 h 3785003"/>
              <a:gd name="connsiteX48" fmla="*/ 34724 w 6848879"/>
              <a:gd name="connsiteY48" fmla="*/ 1861782 h 3785003"/>
              <a:gd name="connsiteX0" fmla="*/ 34724 w 6848879"/>
              <a:gd name="connsiteY0" fmla="*/ 1861782 h 3795970"/>
              <a:gd name="connsiteX1" fmla="*/ 42710 w 6848879"/>
              <a:gd name="connsiteY1" fmla="*/ 1750362 h 3795970"/>
              <a:gd name="connsiteX2" fmla="*/ 130745 w 6848879"/>
              <a:gd name="connsiteY2" fmla="*/ 1750546 h 3795970"/>
              <a:gd name="connsiteX3" fmla="*/ 113830 w 6848879"/>
              <a:gd name="connsiteY3" fmla="*/ 2035104 h 3795970"/>
              <a:gd name="connsiteX4" fmla="*/ 100265 w 6848879"/>
              <a:gd name="connsiteY4" fmla="*/ 2796999 h 3795970"/>
              <a:gd name="connsiteX5" fmla="*/ 124591 w 6848879"/>
              <a:gd name="connsiteY5" fmla="*/ 3584555 h 3795970"/>
              <a:gd name="connsiteX6" fmla="*/ 586606 w 6848879"/>
              <a:gd name="connsiteY6" fmla="*/ 3573541 h 3795970"/>
              <a:gd name="connsiteX7" fmla="*/ 1087121 w 6848879"/>
              <a:gd name="connsiteY7" fmla="*/ 2846852 h 3795970"/>
              <a:gd name="connsiteX8" fmla="*/ 1905267 w 6848879"/>
              <a:gd name="connsiteY8" fmla="*/ 1955005 h 3795970"/>
              <a:gd name="connsiteX9" fmla="*/ 2541127 w 6848879"/>
              <a:gd name="connsiteY9" fmla="*/ 1341877 h 3795970"/>
              <a:gd name="connsiteX10" fmla="*/ 3386501 w 6848879"/>
              <a:gd name="connsiteY10" fmla="*/ 736610 h 3795970"/>
              <a:gd name="connsiteX11" fmla="*/ 4754625 w 6848879"/>
              <a:gd name="connsiteY11" fmla="*/ 909322 h 3795970"/>
              <a:gd name="connsiteX12" fmla="*/ 5254158 w 6848879"/>
              <a:gd name="connsiteY12" fmla="*/ 274322 h 3795970"/>
              <a:gd name="connsiteX13" fmla="*/ 5819309 w 6848879"/>
              <a:gd name="connsiteY13" fmla="*/ 172768 h 3795970"/>
              <a:gd name="connsiteX14" fmla="*/ 6248992 w 6848879"/>
              <a:gd name="connsiteY14" fmla="*/ 428302 h 3795970"/>
              <a:gd name="connsiteX15" fmla="*/ 6410214 w 6848879"/>
              <a:gd name="connsiteY15" fmla="*/ 623187 h 3795970"/>
              <a:gd name="connsiteX16" fmla="*/ 6562614 w 6848879"/>
              <a:gd name="connsiteY16" fmla="*/ 703089 h 3795970"/>
              <a:gd name="connsiteX17" fmla="*/ 6676914 w 6848879"/>
              <a:gd name="connsiteY17" fmla="*/ 674034 h 3795970"/>
              <a:gd name="connsiteX18" fmla="*/ 6706192 w 6848879"/>
              <a:gd name="connsiteY18" fmla="*/ 529995 h 3795970"/>
              <a:gd name="connsiteX19" fmla="*/ 6676915 w 6848879"/>
              <a:gd name="connsiteY19" fmla="*/ 390745 h 3795970"/>
              <a:gd name="connsiteX20" fmla="*/ 6607066 w 6848879"/>
              <a:gd name="connsiteY20" fmla="*/ 303578 h 3795970"/>
              <a:gd name="connsiteX21" fmla="*/ 6562616 w 6848879"/>
              <a:gd name="connsiteY21" fmla="*/ 194620 h 3795970"/>
              <a:gd name="connsiteX22" fmla="*/ 6543566 w 6848879"/>
              <a:gd name="connsiteY22" fmla="*/ 27550 h 3795970"/>
              <a:gd name="connsiteX23" fmla="*/ 6689615 w 6848879"/>
              <a:gd name="connsiteY23" fmla="*/ 13025 h 3795970"/>
              <a:gd name="connsiteX24" fmla="*/ 6841658 w 6848879"/>
              <a:gd name="connsiteY24" fmla="*/ 26287 h 3795970"/>
              <a:gd name="connsiteX25" fmla="*/ 6822966 w 6848879"/>
              <a:gd name="connsiteY25" fmla="*/ 252730 h 3795970"/>
              <a:gd name="connsiteX26" fmla="*/ 6778516 w 6848879"/>
              <a:gd name="connsiteY26" fmla="*/ 405271 h 3795970"/>
              <a:gd name="connsiteX27" fmla="*/ 6765815 w 6848879"/>
              <a:gd name="connsiteY27" fmla="*/ 659506 h 3795970"/>
              <a:gd name="connsiteX28" fmla="*/ 6689615 w 6848879"/>
              <a:gd name="connsiteY28" fmla="*/ 775729 h 3795970"/>
              <a:gd name="connsiteX29" fmla="*/ 6579192 w 6848879"/>
              <a:gd name="connsiteY29" fmla="*/ 797321 h 3795970"/>
              <a:gd name="connsiteX30" fmla="*/ 6365407 w 6848879"/>
              <a:gd name="connsiteY30" fmla="*/ 712560 h 3795970"/>
              <a:gd name="connsiteX31" fmla="*/ 6099065 w 6848879"/>
              <a:gd name="connsiteY31" fmla="*/ 398005 h 3795970"/>
              <a:gd name="connsiteX32" fmla="*/ 5861642 w 6848879"/>
              <a:gd name="connsiteY32" fmla="*/ 276774 h 3795970"/>
              <a:gd name="connsiteX33" fmla="*/ 5537792 w 6848879"/>
              <a:gd name="connsiteY33" fmla="*/ 257389 h 3795970"/>
              <a:gd name="connsiteX34" fmla="*/ 5355758 w 6848879"/>
              <a:gd name="connsiteY34" fmla="*/ 333589 h 3795970"/>
              <a:gd name="connsiteX35" fmla="*/ 5237225 w 6848879"/>
              <a:gd name="connsiteY35" fmla="*/ 452121 h 3795970"/>
              <a:gd name="connsiteX36" fmla="*/ 5025558 w 6848879"/>
              <a:gd name="connsiteY36" fmla="*/ 833121 h 3795970"/>
              <a:gd name="connsiteX37" fmla="*/ 4847758 w 6848879"/>
              <a:gd name="connsiteY37" fmla="*/ 985522 h 3795970"/>
              <a:gd name="connsiteX38" fmla="*/ 4435566 w 6848879"/>
              <a:gd name="connsiteY38" fmla="*/ 1018010 h 3795970"/>
              <a:gd name="connsiteX39" fmla="*/ 3766744 w 6848879"/>
              <a:gd name="connsiteY39" fmla="*/ 857442 h 3795970"/>
              <a:gd name="connsiteX40" fmla="*/ 3377933 w 6848879"/>
              <a:gd name="connsiteY40" fmla="*/ 831937 h 3795970"/>
              <a:gd name="connsiteX41" fmla="*/ 2709526 w 6848879"/>
              <a:gd name="connsiteY41" fmla="*/ 1324293 h 3795970"/>
              <a:gd name="connsiteX42" fmla="*/ 2031121 w 6848879"/>
              <a:gd name="connsiteY42" fmla="*/ 1975179 h 3795970"/>
              <a:gd name="connsiteX43" fmla="*/ 1284049 w 6848879"/>
              <a:gd name="connsiteY43" fmla="*/ 2775352 h 3795970"/>
              <a:gd name="connsiteX44" fmla="*/ 599320 w 6848879"/>
              <a:gd name="connsiteY44" fmla="*/ 3685675 h 3795970"/>
              <a:gd name="connsiteX45" fmla="*/ 78215 w 6848879"/>
              <a:gd name="connsiteY45" fmla="*/ 3704358 h 3795970"/>
              <a:gd name="connsiteX46" fmla="*/ 0 w 6848879"/>
              <a:gd name="connsiteY46" fmla="*/ 3204689 h 3795970"/>
              <a:gd name="connsiteX47" fmla="*/ 13514 w 6848879"/>
              <a:gd name="connsiteY47" fmla="*/ 2344412 h 3795970"/>
              <a:gd name="connsiteX48" fmla="*/ 34724 w 6848879"/>
              <a:gd name="connsiteY48" fmla="*/ 1861782 h 3795970"/>
              <a:gd name="connsiteX0" fmla="*/ 34724 w 6848879"/>
              <a:gd name="connsiteY0" fmla="*/ 1861782 h 3785003"/>
              <a:gd name="connsiteX1" fmla="*/ 42710 w 6848879"/>
              <a:gd name="connsiteY1" fmla="*/ 1750362 h 3785003"/>
              <a:gd name="connsiteX2" fmla="*/ 130745 w 6848879"/>
              <a:gd name="connsiteY2" fmla="*/ 1750546 h 3785003"/>
              <a:gd name="connsiteX3" fmla="*/ 113830 w 6848879"/>
              <a:gd name="connsiteY3" fmla="*/ 2035104 h 3785003"/>
              <a:gd name="connsiteX4" fmla="*/ 100265 w 6848879"/>
              <a:gd name="connsiteY4" fmla="*/ 2796999 h 3785003"/>
              <a:gd name="connsiteX5" fmla="*/ 124591 w 6848879"/>
              <a:gd name="connsiteY5" fmla="*/ 3584555 h 3785003"/>
              <a:gd name="connsiteX6" fmla="*/ 586606 w 6848879"/>
              <a:gd name="connsiteY6" fmla="*/ 3573541 h 3785003"/>
              <a:gd name="connsiteX7" fmla="*/ 1087121 w 6848879"/>
              <a:gd name="connsiteY7" fmla="*/ 2846852 h 3785003"/>
              <a:gd name="connsiteX8" fmla="*/ 1905267 w 6848879"/>
              <a:gd name="connsiteY8" fmla="*/ 1955005 h 3785003"/>
              <a:gd name="connsiteX9" fmla="*/ 2541127 w 6848879"/>
              <a:gd name="connsiteY9" fmla="*/ 1341877 h 3785003"/>
              <a:gd name="connsiteX10" fmla="*/ 3386501 w 6848879"/>
              <a:gd name="connsiteY10" fmla="*/ 736610 h 3785003"/>
              <a:gd name="connsiteX11" fmla="*/ 4754625 w 6848879"/>
              <a:gd name="connsiteY11" fmla="*/ 909322 h 3785003"/>
              <a:gd name="connsiteX12" fmla="*/ 5254158 w 6848879"/>
              <a:gd name="connsiteY12" fmla="*/ 274322 h 3785003"/>
              <a:gd name="connsiteX13" fmla="*/ 5819309 w 6848879"/>
              <a:gd name="connsiteY13" fmla="*/ 172768 h 3785003"/>
              <a:gd name="connsiteX14" fmla="*/ 6248992 w 6848879"/>
              <a:gd name="connsiteY14" fmla="*/ 428302 h 3785003"/>
              <a:gd name="connsiteX15" fmla="*/ 6410214 w 6848879"/>
              <a:gd name="connsiteY15" fmla="*/ 623187 h 3785003"/>
              <a:gd name="connsiteX16" fmla="*/ 6562614 w 6848879"/>
              <a:gd name="connsiteY16" fmla="*/ 703089 h 3785003"/>
              <a:gd name="connsiteX17" fmla="*/ 6676914 w 6848879"/>
              <a:gd name="connsiteY17" fmla="*/ 674034 h 3785003"/>
              <a:gd name="connsiteX18" fmla="*/ 6706192 w 6848879"/>
              <a:gd name="connsiteY18" fmla="*/ 529995 h 3785003"/>
              <a:gd name="connsiteX19" fmla="*/ 6676915 w 6848879"/>
              <a:gd name="connsiteY19" fmla="*/ 390745 h 3785003"/>
              <a:gd name="connsiteX20" fmla="*/ 6607066 w 6848879"/>
              <a:gd name="connsiteY20" fmla="*/ 303578 h 3785003"/>
              <a:gd name="connsiteX21" fmla="*/ 6562616 w 6848879"/>
              <a:gd name="connsiteY21" fmla="*/ 194620 h 3785003"/>
              <a:gd name="connsiteX22" fmla="*/ 6543566 w 6848879"/>
              <a:gd name="connsiteY22" fmla="*/ 27550 h 3785003"/>
              <a:gd name="connsiteX23" fmla="*/ 6689615 w 6848879"/>
              <a:gd name="connsiteY23" fmla="*/ 13025 h 3785003"/>
              <a:gd name="connsiteX24" fmla="*/ 6841658 w 6848879"/>
              <a:gd name="connsiteY24" fmla="*/ 26287 h 3785003"/>
              <a:gd name="connsiteX25" fmla="*/ 6822966 w 6848879"/>
              <a:gd name="connsiteY25" fmla="*/ 252730 h 3785003"/>
              <a:gd name="connsiteX26" fmla="*/ 6778516 w 6848879"/>
              <a:gd name="connsiteY26" fmla="*/ 405271 h 3785003"/>
              <a:gd name="connsiteX27" fmla="*/ 6765815 w 6848879"/>
              <a:gd name="connsiteY27" fmla="*/ 659506 h 3785003"/>
              <a:gd name="connsiteX28" fmla="*/ 6689615 w 6848879"/>
              <a:gd name="connsiteY28" fmla="*/ 775729 h 3785003"/>
              <a:gd name="connsiteX29" fmla="*/ 6579192 w 6848879"/>
              <a:gd name="connsiteY29" fmla="*/ 797321 h 3785003"/>
              <a:gd name="connsiteX30" fmla="*/ 6365407 w 6848879"/>
              <a:gd name="connsiteY30" fmla="*/ 712560 h 3785003"/>
              <a:gd name="connsiteX31" fmla="*/ 6099065 w 6848879"/>
              <a:gd name="connsiteY31" fmla="*/ 398005 h 3785003"/>
              <a:gd name="connsiteX32" fmla="*/ 5861642 w 6848879"/>
              <a:gd name="connsiteY32" fmla="*/ 276774 h 3785003"/>
              <a:gd name="connsiteX33" fmla="*/ 5537792 w 6848879"/>
              <a:gd name="connsiteY33" fmla="*/ 257389 h 3785003"/>
              <a:gd name="connsiteX34" fmla="*/ 5355758 w 6848879"/>
              <a:gd name="connsiteY34" fmla="*/ 333589 h 3785003"/>
              <a:gd name="connsiteX35" fmla="*/ 5237225 w 6848879"/>
              <a:gd name="connsiteY35" fmla="*/ 452121 h 3785003"/>
              <a:gd name="connsiteX36" fmla="*/ 5025558 w 6848879"/>
              <a:gd name="connsiteY36" fmla="*/ 833121 h 3785003"/>
              <a:gd name="connsiteX37" fmla="*/ 4847758 w 6848879"/>
              <a:gd name="connsiteY37" fmla="*/ 985522 h 3785003"/>
              <a:gd name="connsiteX38" fmla="*/ 4435566 w 6848879"/>
              <a:gd name="connsiteY38" fmla="*/ 1018010 h 3785003"/>
              <a:gd name="connsiteX39" fmla="*/ 3766744 w 6848879"/>
              <a:gd name="connsiteY39" fmla="*/ 857442 h 3785003"/>
              <a:gd name="connsiteX40" fmla="*/ 3377933 w 6848879"/>
              <a:gd name="connsiteY40" fmla="*/ 831937 h 3785003"/>
              <a:gd name="connsiteX41" fmla="*/ 2709526 w 6848879"/>
              <a:gd name="connsiteY41" fmla="*/ 1324293 h 3785003"/>
              <a:gd name="connsiteX42" fmla="*/ 2031121 w 6848879"/>
              <a:gd name="connsiteY42" fmla="*/ 1975179 h 3785003"/>
              <a:gd name="connsiteX43" fmla="*/ 1284049 w 6848879"/>
              <a:gd name="connsiteY43" fmla="*/ 2775352 h 3785003"/>
              <a:gd name="connsiteX44" fmla="*/ 604400 w 6848879"/>
              <a:gd name="connsiteY44" fmla="*/ 3662431 h 3785003"/>
              <a:gd name="connsiteX45" fmla="*/ 78215 w 6848879"/>
              <a:gd name="connsiteY45" fmla="*/ 3704358 h 3785003"/>
              <a:gd name="connsiteX46" fmla="*/ 0 w 6848879"/>
              <a:gd name="connsiteY46" fmla="*/ 3204689 h 3785003"/>
              <a:gd name="connsiteX47" fmla="*/ 13514 w 6848879"/>
              <a:gd name="connsiteY47" fmla="*/ 2344412 h 3785003"/>
              <a:gd name="connsiteX48" fmla="*/ 34724 w 6848879"/>
              <a:gd name="connsiteY48" fmla="*/ 1861782 h 3785003"/>
              <a:gd name="connsiteX0" fmla="*/ 34724 w 6848879"/>
              <a:gd name="connsiteY0" fmla="*/ 1861782 h 3785003"/>
              <a:gd name="connsiteX1" fmla="*/ 42710 w 6848879"/>
              <a:gd name="connsiteY1" fmla="*/ 1750362 h 3785003"/>
              <a:gd name="connsiteX2" fmla="*/ 130745 w 6848879"/>
              <a:gd name="connsiteY2" fmla="*/ 1750546 h 3785003"/>
              <a:gd name="connsiteX3" fmla="*/ 113830 w 6848879"/>
              <a:gd name="connsiteY3" fmla="*/ 2035104 h 3785003"/>
              <a:gd name="connsiteX4" fmla="*/ 100265 w 6848879"/>
              <a:gd name="connsiteY4" fmla="*/ 2796999 h 3785003"/>
              <a:gd name="connsiteX5" fmla="*/ 124591 w 6848879"/>
              <a:gd name="connsiteY5" fmla="*/ 3584555 h 3785003"/>
              <a:gd name="connsiteX6" fmla="*/ 576446 w 6848879"/>
              <a:gd name="connsiteY6" fmla="*/ 3567731 h 3785003"/>
              <a:gd name="connsiteX7" fmla="*/ 1087121 w 6848879"/>
              <a:gd name="connsiteY7" fmla="*/ 2846852 h 3785003"/>
              <a:gd name="connsiteX8" fmla="*/ 1905267 w 6848879"/>
              <a:gd name="connsiteY8" fmla="*/ 1955005 h 3785003"/>
              <a:gd name="connsiteX9" fmla="*/ 2541127 w 6848879"/>
              <a:gd name="connsiteY9" fmla="*/ 1341877 h 3785003"/>
              <a:gd name="connsiteX10" fmla="*/ 3386501 w 6848879"/>
              <a:gd name="connsiteY10" fmla="*/ 736610 h 3785003"/>
              <a:gd name="connsiteX11" fmla="*/ 4754625 w 6848879"/>
              <a:gd name="connsiteY11" fmla="*/ 909322 h 3785003"/>
              <a:gd name="connsiteX12" fmla="*/ 5254158 w 6848879"/>
              <a:gd name="connsiteY12" fmla="*/ 274322 h 3785003"/>
              <a:gd name="connsiteX13" fmla="*/ 5819309 w 6848879"/>
              <a:gd name="connsiteY13" fmla="*/ 172768 h 3785003"/>
              <a:gd name="connsiteX14" fmla="*/ 6248992 w 6848879"/>
              <a:gd name="connsiteY14" fmla="*/ 428302 h 3785003"/>
              <a:gd name="connsiteX15" fmla="*/ 6410214 w 6848879"/>
              <a:gd name="connsiteY15" fmla="*/ 623187 h 3785003"/>
              <a:gd name="connsiteX16" fmla="*/ 6562614 w 6848879"/>
              <a:gd name="connsiteY16" fmla="*/ 703089 h 3785003"/>
              <a:gd name="connsiteX17" fmla="*/ 6676914 w 6848879"/>
              <a:gd name="connsiteY17" fmla="*/ 674034 h 3785003"/>
              <a:gd name="connsiteX18" fmla="*/ 6706192 w 6848879"/>
              <a:gd name="connsiteY18" fmla="*/ 529995 h 3785003"/>
              <a:gd name="connsiteX19" fmla="*/ 6676915 w 6848879"/>
              <a:gd name="connsiteY19" fmla="*/ 390745 h 3785003"/>
              <a:gd name="connsiteX20" fmla="*/ 6607066 w 6848879"/>
              <a:gd name="connsiteY20" fmla="*/ 303578 h 3785003"/>
              <a:gd name="connsiteX21" fmla="*/ 6562616 w 6848879"/>
              <a:gd name="connsiteY21" fmla="*/ 194620 h 3785003"/>
              <a:gd name="connsiteX22" fmla="*/ 6543566 w 6848879"/>
              <a:gd name="connsiteY22" fmla="*/ 27550 h 3785003"/>
              <a:gd name="connsiteX23" fmla="*/ 6689615 w 6848879"/>
              <a:gd name="connsiteY23" fmla="*/ 13025 h 3785003"/>
              <a:gd name="connsiteX24" fmla="*/ 6841658 w 6848879"/>
              <a:gd name="connsiteY24" fmla="*/ 26287 h 3785003"/>
              <a:gd name="connsiteX25" fmla="*/ 6822966 w 6848879"/>
              <a:gd name="connsiteY25" fmla="*/ 252730 h 3785003"/>
              <a:gd name="connsiteX26" fmla="*/ 6778516 w 6848879"/>
              <a:gd name="connsiteY26" fmla="*/ 405271 h 3785003"/>
              <a:gd name="connsiteX27" fmla="*/ 6765815 w 6848879"/>
              <a:gd name="connsiteY27" fmla="*/ 659506 h 3785003"/>
              <a:gd name="connsiteX28" fmla="*/ 6689615 w 6848879"/>
              <a:gd name="connsiteY28" fmla="*/ 775729 h 3785003"/>
              <a:gd name="connsiteX29" fmla="*/ 6579192 w 6848879"/>
              <a:gd name="connsiteY29" fmla="*/ 797321 h 3785003"/>
              <a:gd name="connsiteX30" fmla="*/ 6365407 w 6848879"/>
              <a:gd name="connsiteY30" fmla="*/ 712560 h 3785003"/>
              <a:gd name="connsiteX31" fmla="*/ 6099065 w 6848879"/>
              <a:gd name="connsiteY31" fmla="*/ 398005 h 3785003"/>
              <a:gd name="connsiteX32" fmla="*/ 5861642 w 6848879"/>
              <a:gd name="connsiteY32" fmla="*/ 276774 h 3785003"/>
              <a:gd name="connsiteX33" fmla="*/ 5537792 w 6848879"/>
              <a:gd name="connsiteY33" fmla="*/ 257389 h 3785003"/>
              <a:gd name="connsiteX34" fmla="*/ 5355758 w 6848879"/>
              <a:gd name="connsiteY34" fmla="*/ 333589 h 3785003"/>
              <a:gd name="connsiteX35" fmla="*/ 5237225 w 6848879"/>
              <a:gd name="connsiteY35" fmla="*/ 452121 h 3785003"/>
              <a:gd name="connsiteX36" fmla="*/ 5025558 w 6848879"/>
              <a:gd name="connsiteY36" fmla="*/ 833121 h 3785003"/>
              <a:gd name="connsiteX37" fmla="*/ 4847758 w 6848879"/>
              <a:gd name="connsiteY37" fmla="*/ 985522 h 3785003"/>
              <a:gd name="connsiteX38" fmla="*/ 4435566 w 6848879"/>
              <a:gd name="connsiteY38" fmla="*/ 1018010 h 3785003"/>
              <a:gd name="connsiteX39" fmla="*/ 3766744 w 6848879"/>
              <a:gd name="connsiteY39" fmla="*/ 857442 h 3785003"/>
              <a:gd name="connsiteX40" fmla="*/ 3377933 w 6848879"/>
              <a:gd name="connsiteY40" fmla="*/ 831937 h 3785003"/>
              <a:gd name="connsiteX41" fmla="*/ 2709526 w 6848879"/>
              <a:gd name="connsiteY41" fmla="*/ 1324293 h 3785003"/>
              <a:gd name="connsiteX42" fmla="*/ 2031121 w 6848879"/>
              <a:gd name="connsiteY42" fmla="*/ 1975179 h 3785003"/>
              <a:gd name="connsiteX43" fmla="*/ 1284049 w 6848879"/>
              <a:gd name="connsiteY43" fmla="*/ 2775352 h 3785003"/>
              <a:gd name="connsiteX44" fmla="*/ 604400 w 6848879"/>
              <a:gd name="connsiteY44" fmla="*/ 3662431 h 3785003"/>
              <a:gd name="connsiteX45" fmla="*/ 78215 w 6848879"/>
              <a:gd name="connsiteY45" fmla="*/ 3704358 h 3785003"/>
              <a:gd name="connsiteX46" fmla="*/ 0 w 6848879"/>
              <a:gd name="connsiteY46" fmla="*/ 3204689 h 3785003"/>
              <a:gd name="connsiteX47" fmla="*/ 13514 w 6848879"/>
              <a:gd name="connsiteY47" fmla="*/ 2344412 h 3785003"/>
              <a:gd name="connsiteX48" fmla="*/ 34724 w 6848879"/>
              <a:gd name="connsiteY48" fmla="*/ 1861782 h 3785003"/>
              <a:gd name="connsiteX0" fmla="*/ 34724 w 6848879"/>
              <a:gd name="connsiteY0" fmla="*/ 1861782 h 3785003"/>
              <a:gd name="connsiteX1" fmla="*/ 42710 w 6848879"/>
              <a:gd name="connsiteY1" fmla="*/ 1750362 h 3785003"/>
              <a:gd name="connsiteX2" fmla="*/ 130745 w 6848879"/>
              <a:gd name="connsiteY2" fmla="*/ 1750546 h 3785003"/>
              <a:gd name="connsiteX3" fmla="*/ 113830 w 6848879"/>
              <a:gd name="connsiteY3" fmla="*/ 2035104 h 3785003"/>
              <a:gd name="connsiteX4" fmla="*/ 100265 w 6848879"/>
              <a:gd name="connsiteY4" fmla="*/ 2796999 h 3785003"/>
              <a:gd name="connsiteX5" fmla="*/ 124591 w 6848879"/>
              <a:gd name="connsiteY5" fmla="*/ 3584555 h 3785003"/>
              <a:gd name="connsiteX6" fmla="*/ 576446 w 6848879"/>
              <a:gd name="connsiteY6" fmla="*/ 3567731 h 3785003"/>
              <a:gd name="connsiteX7" fmla="*/ 1087121 w 6848879"/>
              <a:gd name="connsiteY7" fmla="*/ 2846852 h 3785003"/>
              <a:gd name="connsiteX8" fmla="*/ 1905267 w 6848879"/>
              <a:gd name="connsiteY8" fmla="*/ 1955005 h 3785003"/>
              <a:gd name="connsiteX9" fmla="*/ 2541127 w 6848879"/>
              <a:gd name="connsiteY9" fmla="*/ 1341877 h 3785003"/>
              <a:gd name="connsiteX10" fmla="*/ 3386501 w 6848879"/>
              <a:gd name="connsiteY10" fmla="*/ 736610 h 3785003"/>
              <a:gd name="connsiteX11" fmla="*/ 4754625 w 6848879"/>
              <a:gd name="connsiteY11" fmla="*/ 909322 h 3785003"/>
              <a:gd name="connsiteX12" fmla="*/ 5254158 w 6848879"/>
              <a:gd name="connsiteY12" fmla="*/ 274322 h 3785003"/>
              <a:gd name="connsiteX13" fmla="*/ 5819309 w 6848879"/>
              <a:gd name="connsiteY13" fmla="*/ 172768 h 3785003"/>
              <a:gd name="connsiteX14" fmla="*/ 6248992 w 6848879"/>
              <a:gd name="connsiteY14" fmla="*/ 428302 h 3785003"/>
              <a:gd name="connsiteX15" fmla="*/ 6410214 w 6848879"/>
              <a:gd name="connsiteY15" fmla="*/ 623187 h 3785003"/>
              <a:gd name="connsiteX16" fmla="*/ 6562614 w 6848879"/>
              <a:gd name="connsiteY16" fmla="*/ 703089 h 3785003"/>
              <a:gd name="connsiteX17" fmla="*/ 6676914 w 6848879"/>
              <a:gd name="connsiteY17" fmla="*/ 674034 h 3785003"/>
              <a:gd name="connsiteX18" fmla="*/ 6706192 w 6848879"/>
              <a:gd name="connsiteY18" fmla="*/ 529995 h 3785003"/>
              <a:gd name="connsiteX19" fmla="*/ 6676915 w 6848879"/>
              <a:gd name="connsiteY19" fmla="*/ 390745 h 3785003"/>
              <a:gd name="connsiteX20" fmla="*/ 6607066 w 6848879"/>
              <a:gd name="connsiteY20" fmla="*/ 303578 h 3785003"/>
              <a:gd name="connsiteX21" fmla="*/ 6562616 w 6848879"/>
              <a:gd name="connsiteY21" fmla="*/ 194620 h 3785003"/>
              <a:gd name="connsiteX22" fmla="*/ 6543566 w 6848879"/>
              <a:gd name="connsiteY22" fmla="*/ 27550 h 3785003"/>
              <a:gd name="connsiteX23" fmla="*/ 6689615 w 6848879"/>
              <a:gd name="connsiteY23" fmla="*/ 13025 h 3785003"/>
              <a:gd name="connsiteX24" fmla="*/ 6841658 w 6848879"/>
              <a:gd name="connsiteY24" fmla="*/ 26287 h 3785003"/>
              <a:gd name="connsiteX25" fmla="*/ 6822966 w 6848879"/>
              <a:gd name="connsiteY25" fmla="*/ 252730 h 3785003"/>
              <a:gd name="connsiteX26" fmla="*/ 6778516 w 6848879"/>
              <a:gd name="connsiteY26" fmla="*/ 405271 h 3785003"/>
              <a:gd name="connsiteX27" fmla="*/ 6765815 w 6848879"/>
              <a:gd name="connsiteY27" fmla="*/ 659506 h 3785003"/>
              <a:gd name="connsiteX28" fmla="*/ 6689615 w 6848879"/>
              <a:gd name="connsiteY28" fmla="*/ 775729 h 3785003"/>
              <a:gd name="connsiteX29" fmla="*/ 6579192 w 6848879"/>
              <a:gd name="connsiteY29" fmla="*/ 797321 h 3785003"/>
              <a:gd name="connsiteX30" fmla="*/ 6365407 w 6848879"/>
              <a:gd name="connsiteY30" fmla="*/ 712560 h 3785003"/>
              <a:gd name="connsiteX31" fmla="*/ 6099065 w 6848879"/>
              <a:gd name="connsiteY31" fmla="*/ 398005 h 3785003"/>
              <a:gd name="connsiteX32" fmla="*/ 5861642 w 6848879"/>
              <a:gd name="connsiteY32" fmla="*/ 276774 h 3785003"/>
              <a:gd name="connsiteX33" fmla="*/ 5537792 w 6848879"/>
              <a:gd name="connsiteY33" fmla="*/ 257389 h 3785003"/>
              <a:gd name="connsiteX34" fmla="*/ 5355758 w 6848879"/>
              <a:gd name="connsiteY34" fmla="*/ 333589 h 3785003"/>
              <a:gd name="connsiteX35" fmla="*/ 5237225 w 6848879"/>
              <a:gd name="connsiteY35" fmla="*/ 452121 h 3785003"/>
              <a:gd name="connsiteX36" fmla="*/ 5025558 w 6848879"/>
              <a:gd name="connsiteY36" fmla="*/ 833121 h 3785003"/>
              <a:gd name="connsiteX37" fmla="*/ 4847758 w 6848879"/>
              <a:gd name="connsiteY37" fmla="*/ 985522 h 3785003"/>
              <a:gd name="connsiteX38" fmla="*/ 4435566 w 6848879"/>
              <a:gd name="connsiteY38" fmla="*/ 1018010 h 3785003"/>
              <a:gd name="connsiteX39" fmla="*/ 3766744 w 6848879"/>
              <a:gd name="connsiteY39" fmla="*/ 857442 h 3785003"/>
              <a:gd name="connsiteX40" fmla="*/ 3377933 w 6848879"/>
              <a:gd name="connsiteY40" fmla="*/ 831937 h 3785003"/>
              <a:gd name="connsiteX41" fmla="*/ 2709526 w 6848879"/>
              <a:gd name="connsiteY41" fmla="*/ 1324293 h 3785003"/>
              <a:gd name="connsiteX42" fmla="*/ 2031121 w 6848879"/>
              <a:gd name="connsiteY42" fmla="*/ 1975179 h 3785003"/>
              <a:gd name="connsiteX43" fmla="*/ 1284049 w 6848879"/>
              <a:gd name="connsiteY43" fmla="*/ 2775352 h 3785003"/>
              <a:gd name="connsiteX44" fmla="*/ 604400 w 6848879"/>
              <a:gd name="connsiteY44" fmla="*/ 3662431 h 3785003"/>
              <a:gd name="connsiteX45" fmla="*/ 78215 w 6848879"/>
              <a:gd name="connsiteY45" fmla="*/ 3704358 h 3785003"/>
              <a:gd name="connsiteX46" fmla="*/ 0 w 6848879"/>
              <a:gd name="connsiteY46" fmla="*/ 3204689 h 3785003"/>
              <a:gd name="connsiteX47" fmla="*/ 13514 w 6848879"/>
              <a:gd name="connsiteY47" fmla="*/ 2344412 h 3785003"/>
              <a:gd name="connsiteX48" fmla="*/ 34724 w 6848879"/>
              <a:gd name="connsiteY48" fmla="*/ 1861782 h 3785003"/>
              <a:gd name="connsiteX0" fmla="*/ 35354 w 6849509"/>
              <a:gd name="connsiteY0" fmla="*/ 1861782 h 3785003"/>
              <a:gd name="connsiteX1" fmla="*/ 43340 w 6849509"/>
              <a:gd name="connsiteY1" fmla="*/ 1750362 h 3785003"/>
              <a:gd name="connsiteX2" fmla="*/ 131375 w 6849509"/>
              <a:gd name="connsiteY2" fmla="*/ 1750546 h 3785003"/>
              <a:gd name="connsiteX3" fmla="*/ 114460 w 6849509"/>
              <a:gd name="connsiteY3" fmla="*/ 2035104 h 3785003"/>
              <a:gd name="connsiteX4" fmla="*/ 100895 w 6849509"/>
              <a:gd name="connsiteY4" fmla="*/ 2796999 h 3785003"/>
              <a:gd name="connsiteX5" fmla="*/ 125221 w 6849509"/>
              <a:gd name="connsiteY5" fmla="*/ 3584555 h 3785003"/>
              <a:gd name="connsiteX6" fmla="*/ 577076 w 6849509"/>
              <a:gd name="connsiteY6" fmla="*/ 3567731 h 3785003"/>
              <a:gd name="connsiteX7" fmla="*/ 1087751 w 6849509"/>
              <a:gd name="connsiteY7" fmla="*/ 2846852 h 3785003"/>
              <a:gd name="connsiteX8" fmla="*/ 1905897 w 6849509"/>
              <a:gd name="connsiteY8" fmla="*/ 1955005 h 3785003"/>
              <a:gd name="connsiteX9" fmla="*/ 2541757 w 6849509"/>
              <a:gd name="connsiteY9" fmla="*/ 1341877 h 3785003"/>
              <a:gd name="connsiteX10" fmla="*/ 3387131 w 6849509"/>
              <a:gd name="connsiteY10" fmla="*/ 736610 h 3785003"/>
              <a:gd name="connsiteX11" fmla="*/ 4755255 w 6849509"/>
              <a:gd name="connsiteY11" fmla="*/ 909322 h 3785003"/>
              <a:gd name="connsiteX12" fmla="*/ 5254788 w 6849509"/>
              <a:gd name="connsiteY12" fmla="*/ 274322 h 3785003"/>
              <a:gd name="connsiteX13" fmla="*/ 5819939 w 6849509"/>
              <a:gd name="connsiteY13" fmla="*/ 172768 h 3785003"/>
              <a:gd name="connsiteX14" fmla="*/ 6249622 w 6849509"/>
              <a:gd name="connsiteY14" fmla="*/ 428302 h 3785003"/>
              <a:gd name="connsiteX15" fmla="*/ 6410844 w 6849509"/>
              <a:gd name="connsiteY15" fmla="*/ 623187 h 3785003"/>
              <a:gd name="connsiteX16" fmla="*/ 6563244 w 6849509"/>
              <a:gd name="connsiteY16" fmla="*/ 703089 h 3785003"/>
              <a:gd name="connsiteX17" fmla="*/ 6677544 w 6849509"/>
              <a:gd name="connsiteY17" fmla="*/ 674034 h 3785003"/>
              <a:gd name="connsiteX18" fmla="*/ 6706822 w 6849509"/>
              <a:gd name="connsiteY18" fmla="*/ 529995 h 3785003"/>
              <a:gd name="connsiteX19" fmla="*/ 6677545 w 6849509"/>
              <a:gd name="connsiteY19" fmla="*/ 390745 h 3785003"/>
              <a:gd name="connsiteX20" fmla="*/ 6607696 w 6849509"/>
              <a:gd name="connsiteY20" fmla="*/ 303578 h 3785003"/>
              <a:gd name="connsiteX21" fmla="*/ 6563246 w 6849509"/>
              <a:gd name="connsiteY21" fmla="*/ 194620 h 3785003"/>
              <a:gd name="connsiteX22" fmla="*/ 6544196 w 6849509"/>
              <a:gd name="connsiteY22" fmla="*/ 27550 h 3785003"/>
              <a:gd name="connsiteX23" fmla="*/ 6690245 w 6849509"/>
              <a:gd name="connsiteY23" fmla="*/ 13025 h 3785003"/>
              <a:gd name="connsiteX24" fmla="*/ 6842288 w 6849509"/>
              <a:gd name="connsiteY24" fmla="*/ 26287 h 3785003"/>
              <a:gd name="connsiteX25" fmla="*/ 6823596 w 6849509"/>
              <a:gd name="connsiteY25" fmla="*/ 252730 h 3785003"/>
              <a:gd name="connsiteX26" fmla="*/ 6779146 w 6849509"/>
              <a:gd name="connsiteY26" fmla="*/ 405271 h 3785003"/>
              <a:gd name="connsiteX27" fmla="*/ 6766445 w 6849509"/>
              <a:gd name="connsiteY27" fmla="*/ 659506 h 3785003"/>
              <a:gd name="connsiteX28" fmla="*/ 6690245 w 6849509"/>
              <a:gd name="connsiteY28" fmla="*/ 775729 h 3785003"/>
              <a:gd name="connsiteX29" fmla="*/ 6579822 w 6849509"/>
              <a:gd name="connsiteY29" fmla="*/ 797321 h 3785003"/>
              <a:gd name="connsiteX30" fmla="*/ 6366037 w 6849509"/>
              <a:gd name="connsiteY30" fmla="*/ 712560 h 3785003"/>
              <a:gd name="connsiteX31" fmla="*/ 6099695 w 6849509"/>
              <a:gd name="connsiteY31" fmla="*/ 398005 h 3785003"/>
              <a:gd name="connsiteX32" fmla="*/ 5862272 w 6849509"/>
              <a:gd name="connsiteY32" fmla="*/ 276774 h 3785003"/>
              <a:gd name="connsiteX33" fmla="*/ 5538422 w 6849509"/>
              <a:gd name="connsiteY33" fmla="*/ 257389 h 3785003"/>
              <a:gd name="connsiteX34" fmla="*/ 5356388 w 6849509"/>
              <a:gd name="connsiteY34" fmla="*/ 333589 h 3785003"/>
              <a:gd name="connsiteX35" fmla="*/ 5237855 w 6849509"/>
              <a:gd name="connsiteY35" fmla="*/ 452121 h 3785003"/>
              <a:gd name="connsiteX36" fmla="*/ 5026188 w 6849509"/>
              <a:gd name="connsiteY36" fmla="*/ 833121 h 3785003"/>
              <a:gd name="connsiteX37" fmla="*/ 4848388 w 6849509"/>
              <a:gd name="connsiteY37" fmla="*/ 985522 h 3785003"/>
              <a:gd name="connsiteX38" fmla="*/ 4436196 w 6849509"/>
              <a:gd name="connsiteY38" fmla="*/ 1018010 h 3785003"/>
              <a:gd name="connsiteX39" fmla="*/ 3767374 w 6849509"/>
              <a:gd name="connsiteY39" fmla="*/ 857442 h 3785003"/>
              <a:gd name="connsiteX40" fmla="*/ 3378563 w 6849509"/>
              <a:gd name="connsiteY40" fmla="*/ 831937 h 3785003"/>
              <a:gd name="connsiteX41" fmla="*/ 2710156 w 6849509"/>
              <a:gd name="connsiteY41" fmla="*/ 1324293 h 3785003"/>
              <a:gd name="connsiteX42" fmla="*/ 2031751 w 6849509"/>
              <a:gd name="connsiteY42" fmla="*/ 1975179 h 3785003"/>
              <a:gd name="connsiteX43" fmla="*/ 1284679 w 6849509"/>
              <a:gd name="connsiteY43" fmla="*/ 2775352 h 3785003"/>
              <a:gd name="connsiteX44" fmla="*/ 605030 w 6849509"/>
              <a:gd name="connsiteY44" fmla="*/ 3662431 h 3785003"/>
              <a:gd name="connsiteX45" fmla="*/ 78845 w 6849509"/>
              <a:gd name="connsiteY45" fmla="*/ 3704358 h 3785003"/>
              <a:gd name="connsiteX46" fmla="*/ 630 w 6849509"/>
              <a:gd name="connsiteY46" fmla="*/ 3204689 h 3785003"/>
              <a:gd name="connsiteX47" fmla="*/ 14144 w 6849509"/>
              <a:gd name="connsiteY47" fmla="*/ 2344412 h 3785003"/>
              <a:gd name="connsiteX48" fmla="*/ 35354 w 6849509"/>
              <a:gd name="connsiteY48" fmla="*/ 1861782 h 3785003"/>
              <a:gd name="connsiteX0" fmla="*/ 34724 w 6848879"/>
              <a:gd name="connsiteY0" fmla="*/ 1861782 h 3785003"/>
              <a:gd name="connsiteX1" fmla="*/ 42710 w 6848879"/>
              <a:gd name="connsiteY1" fmla="*/ 1750362 h 3785003"/>
              <a:gd name="connsiteX2" fmla="*/ 130745 w 6848879"/>
              <a:gd name="connsiteY2" fmla="*/ 1750546 h 3785003"/>
              <a:gd name="connsiteX3" fmla="*/ 113830 w 6848879"/>
              <a:gd name="connsiteY3" fmla="*/ 2035104 h 3785003"/>
              <a:gd name="connsiteX4" fmla="*/ 100265 w 6848879"/>
              <a:gd name="connsiteY4" fmla="*/ 2796999 h 3785003"/>
              <a:gd name="connsiteX5" fmla="*/ 124591 w 6848879"/>
              <a:gd name="connsiteY5" fmla="*/ 3584555 h 3785003"/>
              <a:gd name="connsiteX6" fmla="*/ 576446 w 6848879"/>
              <a:gd name="connsiteY6" fmla="*/ 3567731 h 3785003"/>
              <a:gd name="connsiteX7" fmla="*/ 1087121 w 6848879"/>
              <a:gd name="connsiteY7" fmla="*/ 2846852 h 3785003"/>
              <a:gd name="connsiteX8" fmla="*/ 1905267 w 6848879"/>
              <a:gd name="connsiteY8" fmla="*/ 1955005 h 3785003"/>
              <a:gd name="connsiteX9" fmla="*/ 2541127 w 6848879"/>
              <a:gd name="connsiteY9" fmla="*/ 1341877 h 3785003"/>
              <a:gd name="connsiteX10" fmla="*/ 3386501 w 6848879"/>
              <a:gd name="connsiteY10" fmla="*/ 736610 h 3785003"/>
              <a:gd name="connsiteX11" fmla="*/ 4754625 w 6848879"/>
              <a:gd name="connsiteY11" fmla="*/ 909322 h 3785003"/>
              <a:gd name="connsiteX12" fmla="*/ 5254158 w 6848879"/>
              <a:gd name="connsiteY12" fmla="*/ 274322 h 3785003"/>
              <a:gd name="connsiteX13" fmla="*/ 5819309 w 6848879"/>
              <a:gd name="connsiteY13" fmla="*/ 172768 h 3785003"/>
              <a:gd name="connsiteX14" fmla="*/ 6248992 w 6848879"/>
              <a:gd name="connsiteY14" fmla="*/ 428302 h 3785003"/>
              <a:gd name="connsiteX15" fmla="*/ 6410214 w 6848879"/>
              <a:gd name="connsiteY15" fmla="*/ 623187 h 3785003"/>
              <a:gd name="connsiteX16" fmla="*/ 6562614 w 6848879"/>
              <a:gd name="connsiteY16" fmla="*/ 703089 h 3785003"/>
              <a:gd name="connsiteX17" fmla="*/ 6676914 w 6848879"/>
              <a:gd name="connsiteY17" fmla="*/ 674034 h 3785003"/>
              <a:gd name="connsiteX18" fmla="*/ 6706192 w 6848879"/>
              <a:gd name="connsiteY18" fmla="*/ 529995 h 3785003"/>
              <a:gd name="connsiteX19" fmla="*/ 6676915 w 6848879"/>
              <a:gd name="connsiteY19" fmla="*/ 390745 h 3785003"/>
              <a:gd name="connsiteX20" fmla="*/ 6607066 w 6848879"/>
              <a:gd name="connsiteY20" fmla="*/ 303578 h 3785003"/>
              <a:gd name="connsiteX21" fmla="*/ 6562616 w 6848879"/>
              <a:gd name="connsiteY21" fmla="*/ 194620 h 3785003"/>
              <a:gd name="connsiteX22" fmla="*/ 6543566 w 6848879"/>
              <a:gd name="connsiteY22" fmla="*/ 27550 h 3785003"/>
              <a:gd name="connsiteX23" fmla="*/ 6689615 w 6848879"/>
              <a:gd name="connsiteY23" fmla="*/ 13025 h 3785003"/>
              <a:gd name="connsiteX24" fmla="*/ 6841658 w 6848879"/>
              <a:gd name="connsiteY24" fmla="*/ 26287 h 3785003"/>
              <a:gd name="connsiteX25" fmla="*/ 6822966 w 6848879"/>
              <a:gd name="connsiteY25" fmla="*/ 252730 h 3785003"/>
              <a:gd name="connsiteX26" fmla="*/ 6778516 w 6848879"/>
              <a:gd name="connsiteY26" fmla="*/ 405271 h 3785003"/>
              <a:gd name="connsiteX27" fmla="*/ 6765815 w 6848879"/>
              <a:gd name="connsiteY27" fmla="*/ 659506 h 3785003"/>
              <a:gd name="connsiteX28" fmla="*/ 6689615 w 6848879"/>
              <a:gd name="connsiteY28" fmla="*/ 775729 h 3785003"/>
              <a:gd name="connsiteX29" fmla="*/ 6579192 w 6848879"/>
              <a:gd name="connsiteY29" fmla="*/ 797321 h 3785003"/>
              <a:gd name="connsiteX30" fmla="*/ 6365407 w 6848879"/>
              <a:gd name="connsiteY30" fmla="*/ 712560 h 3785003"/>
              <a:gd name="connsiteX31" fmla="*/ 6099065 w 6848879"/>
              <a:gd name="connsiteY31" fmla="*/ 398005 h 3785003"/>
              <a:gd name="connsiteX32" fmla="*/ 5861642 w 6848879"/>
              <a:gd name="connsiteY32" fmla="*/ 276774 h 3785003"/>
              <a:gd name="connsiteX33" fmla="*/ 5537792 w 6848879"/>
              <a:gd name="connsiteY33" fmla="*/ 257389 h 3785003"/>
              <a:gd name="connsiteX34" fmla="*/ 5355758 w 6848879"/>
              <a:gd name="connsiteY34" fmla="*/ 333589 h 3785003"/>
              <a:gd name="connsiteX35" fmla="*/ 5237225 w 6848879"/>
              <a:gd name="connsiteY35" fmla="*/ 452121 h 3785003"/>
              <a:gd name="connsiteX36" fmla="*/ 5025558 w 6848879"/>
              <a:gd name="connsiteY36" fmla="*/ 833121 h 3785003"/>
              <a:gd name="connsiteX37" fmla="*/ 4847758 w 6848879"/>
              <a:gd name="connsiteY37" fmla="*/ 985522 h 3785003"/>
              <a:gd name="connsiteX38" fmla="*/ 4435566 w 6848879"/>
              <a:gd name="connsiteY38" fmla="*/ 1018010 h 3785003"/>
              <a:gd name="connsiteX39" fmla="*/ 3766744 w 6848879"/>
              <a:gd name="connsiteY39" fmla="*/ 857442 h 3785003"/>
              <a:gd name="connsiteX40" fmla="*/ 3377933 w 6848879"/>
              <a:gd name="connsiteY40" fmla="*/ 831937 h 3785003"/>
              <a:gd name="connsiteX41" fmla="*/ 2709526 w 6848879"/>
              <a:gd name="connsiteY41" fmla="*/ 1324293 h 3785003"/>
              <a:gd name="connsiteX42" fmla="*/ 2031121 w 6848879"/>
              <a:gd name="connsiteY42" fmla="*/ 1975179 h 3785003"/>
              <a:gd name="connsiteX43" fmla="*/ 1284049 w 6848879"/>
              <a:gd name="connsiteY43" fmla="*/ 2775352 h 3785003"/>
              <a:gd name="connsiteX44" fmla="*/ 604400 w 6848879"/>
              <a:gd name="connsiteY44" fmla="*/ 3662431 h 3785003"/>
              <a:gd name="connsiteX45" fmla="*/ 78215 w 6848879"/>
              <a:gd name="connsiteY45" fmla="*/ 3704358 h 3785003"/>
              <a:gd name="connsiteX46" fmla="*/ 0 w 6848879"/>
              <a:gd name="connsiteY46" fmla="*/ 3204689 h 3785003"/>
              <a:gd name="connsiteX47" fmla="*/ 13514 w 6848879"/>
              <a:gd name="connsiteY47" fmla="*/ 2344412 h 3785003"/>
              <a:gd name="connsiteX48" fmla="*/ 34724 w 6848879"/>
              <a:gd name="connsiteY48" fmla="*/ 1861782 h 3785003"/>
              <a:gd name="connsiteX0" fmla="*/ 35174 w 6849329"/>
              <a:gd name="connsiteY0" fmla="*/ 1861782 h 3748219"/>
              <a:gd name="connsiteX1" fmla="*/ 43160 w 6849329"/>
              <a:gd name="connsiteY1" fmla="*/ 1750362 h 3748219"/>
              <a:gd name="connsiteX2" fmla="*/ 131195 w 6849329"/>
              <a:gd name="connsiteY2" fmla="*/ 1750546 h 3748219"/>
              <a:gd name="connsiteX3" fmla="*/ 114280 w 6849329"/>
              <a:gd name="connsiteY3" fmla="*/ 2035104 h 3748219"/>
              <a:gd name="connsiteX4" fmla="*/ 100715 w 6849329"/>
              <a:gd name="connsiteY4" fmla="*/ 2796999 h 3748219"/>
              <a:gd name="connsiteX5" fmla="*/ 125041 w 6849329"/>
              <a:gd name="connsiteY5" fmla="*/ 3584555 h 3748219"/>
              <a:gd name="connsiteX6" fmla="*/ 576896 w 6849329"/>
              <a:gd name="connsiteY6" fmla="*/ 3567731 h 3748219"/>
              <a:gd name="connsiteX7" fmla="*/ 1087571 w 6849329"/>
              <a:gd name="connsiteY7" fmla="*/ 2846852 h 3748219"/>
              <a:gd name="connsiteX8" fmla="*/ 1905717 w 6849329"/>
              <a:gd name="connsiteY8" fmla="*/ 1955005 h 3748219"/>
              <a:gd name="connsiteX9" fmla="*/ 2541577 w 6849329"/>
              <a:gd name="connsiteY9" fmla="*/ 1341877 h 3748219"/>
              <a:gd name="connsiteX10" fmla="*/ 3386951 w 6849329"/>
              <a:gd name="connsiteY10" fmla="*/ 736610 h 3748219"/>
              <a:gd name="connsiteX11" fmla="*/ 4755075 w 6849329"/>
              <a:gd name="connsiteY11" fmla="*/ 909322 h 3748219"/>
              <a:gd name="connsiteX12" fmla="*/ 5254608 w 6849329"/>
              <a:gd name="connsiteY12" fmla="*/ 274322 h 3748219"/>
              <a:gd name="connsiteX13" fmla="*/ 5819759 w 6849329"/>
              <a:gd name="connsiteY13" fmla="*/ 172768 h 3748219"/>
              <a:gd name="connsiteX14" fmla="*/ 6249442 w 6849329"/>
              <a:gd name="connsiteY14" fmla="*/ 428302 h 3748219"/>
              <a:gd name="connsiteX15" fmla="*/ 6410664 w 6849329"/>
              <a:gd name="connsiteY15" fmla="*/ 623187 h 3748219"/>
              <a:gd name="connsiteX16" fmla="*/ 6563064 w 6849329"/>
              <a:gd name="connsiteY16" fmla="*/ 703089 h 3748219"/>
              <a:gd name="connsiteX17" fmla="*/ 6677364 w 6849329"/>
              <a:gd name="connsiteY17" fmla="*/ 674034 h 3748219"/>
              <a:gd name="connsiteX18" fmla="*/ 6706642 w 6849329"/>
              <a:gd name="connsiteY18" fmla="*/ 529995 h 3748219"/>
              <a:gd name="connsiteX19" fmla="*/ 6677365 w 6849329"/>
              <a:gd name="connsiteY19" fmla="*/ 390745 h 3748219"/>
              <a:gd name="connsiteX20" fmla="*/ 6607516 w 6849329"/>
              <a:gd name="connsiteY20" fmla="*/ 303578 h 3748219"/>
              <a:gd name="connsiteX21" fmla="*/ 6563066 w 6849329"/>
              <a:gd name="connsiteY21" fmla="*/ 194620 h 3748219"/>
              <a:gd name="connsiteX22" fmla="*/ 6544016 w 6849329"/>
              <a:gd name="connsiteY22" fmla="*/ 27550 h 3748219"/>
              <a:gd name="connsiteX23" fmla="*/ 6690065 w 6849329"/>
              <a:gd name="connsiteY23" fmla="*/ 13025 h 3748219"/>
              <a:gd name="connsiteX24" fmla="*/ 6842108 w 6849329"/>
              <a:gd name="connsiteY24" fmla="*/ 26287 h 3748219"/>
              <a:gd name="connsiteX25" fmla="*/ 6823416 w 6849329"/>
              <a:gd name="connsiteY25" fmla="*/ 252730 h 3748219"/>
              <a:gd name="connsiteX26" fmla="*/ 6778966 w 6849329"/>
              <a:gd name="connsiteY26" fmla="*/ 405271 h 3748219"/>
              <a:gd name="connsiteX27" fmla="*/ 6766265 w 6849329"/>
              <a:gd name="connsiteY27" fmla="*/ 659506 h 3748219"/>
              <a:gd name="connsiteX28" fmla="*/ 6690065 w 6849329"/>
              <a:gd name="connsiteY28" fmla="*/ 775729 h 3748219"/>
              <a:gd name="connsiteX29" fmla="*/ 6579642 w 6849329"/>
              <a:gd name="connsiteY29" fmla="*/ 797321 h 3748219"/>
              <a:gd name="connsiteX30" fmla="*/ 6365857 w 6849329"/>
              <a:gd name="connsiteY30" fmla="*/ 712560 h 3748219"/>
              <a:gd name="connsiteX31" fmla="*/ 6099515 w 6849329"/>
              <a:gd name="connsiteY31" fmla="*/ 398005 h 3748219"/>
              <a:gd name="connsiteX32" fmla="*/ 5862092 w 6849329"/>
              <a:gd name="connsiteY32" fmla="*/ 276774 h 3748219"/>
              <a:gd name="connsiteX33" fmla="*/ 5538242 w 6849329"/>
              <a:gd name="connsiteY33" fmla="*/ 257389 h 3748219"/>
              <a:gd name="connsiteX34" fmla="*/ 5356208 w 6849329"/>
              <a:gd name="connsiteY34" fmla="*/ 333589 h 3748219"/>
              <a:gd name="connsiteX35" fmla="*/ 5237675 w 6849329"/>
              <a:gd name="connsiteY35" fmla="*/ 452121 h 3748219"/>
              <a:gd name="connsiteX36" fmla="*/ 5026008 w 6849329"/>
              <a:gd name="connsiteY36" fmla="*/ 833121 h 3748219"/>
              <a:gd name="connsiteX37" fmla="*/ 4848208 w 6849329"/>
              <a:gd name="connsiteY37" fmla="*/ 985522 h 3748219"/>
              <a:gd name="connsiteX38" fmla="*/ 4436016 w 6849329"/>
              <a:gd name="connsiteY38" fmla="*/ 1018010 h 3748219"/>
              <a:gd name="connsiteX39" fmla="*/ 3767194 w 6849329"/>
              <a:gd name="connsiteY39" fmla="*/ 857442 h 3748219"/>
              <a:gd name="connsiteX40" fmla="*/ 3378383 w 6849329"/>
              <a:gd name="connsiteY40" fmla="*/ 831937 h 3748219"/>
              <a:gd name="connsiteX41" fmla="*/ 2709976 w 6849329"/>
              <a:gd name="connsiteY41" fmla="*/ 1324293 h 3748219"/>
              <a:gd name="connsiteX42" fmla="*/ 2031571 w 6849329"/>
              <a:gd name="connsiteY42" fmla="*/ 1975179 h 3748219"/>
              <a:gd name="connsiteX43" fmla="*/ 1284499 w 6849329"/>
              <a:gd name="connsiteY43" fmla="*/ 2775352 h 3748219"/>
              <a:gd name="connsiteX44" fmla="*/ 604850 w 6849329"/>
              <a:gd name="connsiteY44" fmla="*/ 3662431 h 3748219"/>
              <a:gd name="connsiteX45" fmla="*/ 78665 w 6849329"/>
              <a:gd name="connsiteY45" fmla="*/ 3704358 h 3748219"/>
              <a:gd name="connsiteX46" fmla="*/ 7600 w 6849329"/>
              <a:gd name="connsiteY46" fmla="*/ 3615717 h 3748219"/>
              <a:gd name="connsiteX47" fmla="*/ 450 w 6849329"/>
              <a:gd name="connsiteY47" fmla="*/ 3204689 h 3748219"/>
              <a:gd name="connsiteX48" fmla="*/ 13964 w 6849329"/>
              <a:gd name="connsiteY48" fmla="*/ 2344412 h 3748219"/>
              <a:gd name="connsiteX49" fmla="*/ 35174 w 6849329"/>
              <a:gd name="connsiteY49" fmla="*/ 1861782 h 3748219"/>
              <a:gd name="connsiteX0" fmla="*/ 35174 w 6849329"/>
              <a:gd name="connsiteY0" fmla="*/ 1861782 h 3769599"/>
              <a:gd name="connsiteX1" fmla="*/ 43160 w 6849329"/>
              <a:gd name="connsiteY1" fmla="*/ 1750362 h 3769599"/>
              <a:gd name="connsiteX2" fmla="*/ 131195 w 6849329"/>
              <a:gd name="connsiteY2" fmla="*/ 1750546 h 3769599"/>
              <a:gd name="connsiteX3" fmla="*/ 114280 w 6849329"/>
              <a:gd name="connsiteY3" fmla="*/ 2035104 h 3769599"/>
              <a:gd name="connsiteX4" fmla="*/ 100715 w 6849329"/>
              <a:gd name="connsiteY4" fmla="*/ 2796999 h 3769599"/>
              <a:gd name="connsiteX5" fmla="*/ 125041 w 6849329"/>
              <a:gd name="connsiteY5" fmla="*/ 3584555 h 3769599"/>
              <a:gd name="connsiteX6" fmla="*/ 576896 w 6849329"/>
              <a:gd name="connsiteY6" fmla="*/ 3567731 h 3769599"/>
              <a:gd name="connsiteX7" fmla="*/ 1087571 w 6849329"/>
              <a:gd name="connsiteY7" fmla="*/ 2846852 h 3769599"/>
              <a:gd name="connsiteX8" fmla="*/ 1905717 w 6849329"/>
              <a:gd name="connsiteY8" fmla="*/ 1955005 h 3769599"/>
              <a:gd name="connsiteX9" fmla="*/ 2541577 w 6849329"/>
              <a:gd name="connsiteY9" fmla="*/ 1341877 h 3769599"/>
              <a:gd name="connsiteX10" fmla="*/ 3386951 w 6849329"/>
              <a:gd name="connsiteY10" fmla="*/ 736610 h 3769599"/>
              <a:gd name="connsiteX11" fmla="*/ 4755075 w 6849329"/>
              <a:gd name="connsiteY11" fmla="*/ 909322 h 3769599"/>
              <a:gd name="connsiteX12" fmla="*/ 5254608 w 6849329"/>
              <a:gd name="connsiteY12" fmla="*/ 274322 h 3769599"/>
              <a:gd name="connsiteX13" fmla="*/ 5819759 w 6849329"/>
              <a:gd name="connsiteY13" fmla="*/ 172768 h 3769599"/>
              <a:gd name="connsiteX14" fmla="*/ 6249442 w 6849329"/>
              <a:gd name="connsiteY14" fmla="*/ 428302 h 3769599"/>
              <a:gd name="connsiteX15" fmla="*/ 6410664 w 6849329"/>
              <a:gd name="connsiteY15" fmla="*/ 623187 h 3769599"/>
              <a:gd name="connsiteX16" fmla="*/ 6563064 w 6849329"/>
              <a:gd name="connsiteY16" fmla="*/ 703089 h 3769599"/>
              <a:gd name="connsiteX17" fmla="*/ 6677364 w 6849329"/>
              <a:gd name="connsiteY17" fmla="*/ 674034 h 3769599"/>
              <a:gd name="connsiteX18" fmla="*/ 6706642 w 6849329"/>
              <a:gd name="connsiteY18" fmla="*/ 529995 h 3769599"/>
              <a:gd name="connsiteX19" fmla="*/ 6677365 w 6849329"/>
              <a:gd name="connsiteY19" fmla="*/ 390745 h 3769599"/>
              <a:gd name="connsiteX20" fmla="*/ 6607516 w 6849329"/>
              <a:gd name="connsiteY20" fmla="*/ 303578 h 3769599"/>
              <a:gd name="connsiteX21" fmla="*/ 6563066 w 6849329"/>
              <a:gd name="connsiteY21" fmla="*/ 194620 h 3769599"/>
              <a:gd name="connsiteX22" fmla="*/ 6544016 w 6849329"/>
              <a:gd name="connsiteY22" fmla="*/ 27550 h 3769599"/>
              <a:gd name="connsiteX23" fmla="*/ 6690065 w 6849329"/>
              <a:gd name="connsiteY23" fmla="*/ 13025 h 3769599"/>
              <a:gd name="connsiteX24" fmla="*/ 6842108 w 6849329"/>
              <a:gd name="connsiteY24" fmla="*/ 26287 h 3769599"/>
              <a:gd name="connsiteX25" fmla="*/ 6823416 w 6849329"/>
              <a:gd name="connsiteY25" fmla="*/ 252730 h 3769599"/>
              <a:gd name="connsiteX26" fmla="*/ 6778966 w 6849329"/>
              <a:gd name="connsiteY26" fmla="*/ 405271 h 3769599"/>
              <a:gd name="connsiteX27" fmla="*/ 6766265 w 6849329"/>
              <a:gd name="connsiteY27" fmla="*/ 659506 h 3769599"/>
              <a:gd name="connsiteX28" fmla="*/ 6690065 w 6849329"/>
              <a:gd name="connsiteY28" fmla="*/ 775729 h 3769599"/>
              <a:gd name="connsiteX29" fmla="*/ 6579642 w 6849329"/>
              <a:gd name="connsiteY29" fmla="*/ 797321 h 3769599"/>
              <a:gd name="connsiteX30" fmla="*/ 6365857 w 6849329"/>
              <a:gd name="connsiteY30" fmla="*/ 712560 h 3769599"/>
              <a:gd name="connsiteX31" fmla="*/ 6099515 w 6849329"/>
              <a:gd name="connsiteY31" fmla="*/ 398005 h 3769599"/>
              <a:gd name="connsiteX32" fmla="*/ 5862092 w 6849329"/>
              <a:gd name="connsiteY32" fmla="*/ 276774 h 3769599"/>
              <a:gd name="connsiteX33" fmla="*/ 5538242 w 6849329"/>
              <a:gd name="connsiteY33" fmla="*/ 257389 h 3769599"/>
              <a:gd name="connsiteX34" fmla="*/ 5356208 w 6849329"/>
              <a:gd name="connsiteY34" fmla="*/ 333589 h 3769599"/>
              <a:gd name="connsiteX35" fmla="*/ 5237675 w 6849329"/>
              <a:gd name="connsiteY35" fmla="*/ 452121 h 3769599"/>
              <a:gd name="connsiteX36" fmla="*/ 5026008 w 6849329"/>
              <a:gd name="connsiteY36" fmla="*/ 833121 h 3769599"/>
              <a:gd name="connsiteX37" fmla="*/ 4848208 w 6849329"/>
              <a:gd name="connsiteY37" fmla="*/ 985522 h 3769599"/>
              <a:gd name="connsiteX38" fmla="*/ 4436016 w 6849329"/>
              <a:gd name="connsiteY38" fmla="*/ 1018010 h 3769599"/>
              <a:gd name="connsiteX39" fmla="*/ 3767194 w 6849329"/>
              <a:gd name="connsiteY39" fmla="*/ 857442 h 3769599"/>
              <a:gd name="connsiteX40" fmla="*/ 3378383 w 6849329"/>
              <a:gd name="connsiteY40" fmla="*/ 831937 h 3769599"/>
              <a:gd name="connsiteX41" fmla="*/ 2709976 w 6849329"/>
              <a:gd name="connsiteY41" fmla="*/ 1324293 h 3769599"/>
              <a:gd name="connsiteX42" fmla="*/ 2031571 w 6849329"/>
              <a:gd name="connsiteY42" fmla="*/ 1975179 h 3769599"/>
              <a:gd name="connsiteX43" fmla="*/ 1284499 w 6849329"/>
              <a:gd name="connsiteY43" fmla="*/ 2775352 h 3769599"/>
              <a:gd name="connsiteX44" fmla="*/ 604850 w 6849329"/>
              <a:gd name="connsiteY44" fmla="*/ 3662431 h 3769599"/>
              <a:gd name="connsiteX45" fmla="*/ 159945 w 6849329"/>
              <a:gd name="connsiteY45" fmla="*/ 3745035 h 3769599"/>
              <a:gd name="connsiteX46" fmla="*/ 7600 w 6849329"/>
              <a:gd name="connsiteY46" fmla="*/ 3615717 h 3769599"/>
              <a:gd name="connsiteX47" fmla="*/ 450 w 6849329"/>
              <a:gd name="connsiteY47" fmla="*/ 3204689 h 3769599"/>
              <a:gd name="connsiteX48" fmla="*/ 13964 w 6849329"/>
              <a:gd name="connsiteY48" fmla="*/ 2344412 h 3769599"/>
              <a:gd name="connsiteX49" fmla="*/ 35174 w 6849329"/>
              <a:gd name="connsiteY49" fmla="*/ 1861782 h 3769599"/>
              <a:gd name="connsiteX0" fmla="*/ 35174 w 6849329"/>
              <a:gd name="connsiteY0" fmla="*/ 1861782 h 3780611"/>
              <a:gd name="connsiteX1" fmla="*/ 43160 w 6849329"/>
              <a:gd name="connsiteY1" fmla="*/ 1750362 h 3780611"/>
              <a:gd name="connsiteX2" fmla="*/ 131195 w 6849329"/>
              <a:gd name="connsiteY2" fmla="*/ 1750546 h 3780611"/>
              <a:gd name="connsiteX3" fmla="*/ 114280 w 6849329"/>
              <a:gd name="connsiteY3" fmla="*/ 2035104 h 3780611"/>
              <a:gd name="connsiteX4" fmla="*/ 100715 w 6849329"/>
              <a:gd name="connsiteY4" fmla="*/ 2796999 h 3780611"/>
              <a:gd name="connsiteX5" fmla="*/ 125041 w 6849329"/>
              <a:gd name="connsiteY5" fmla="*/ 3584555 h 3780611"/>
              <a:gd name="connsiteX6" fmla="*/ 576896 w 6849329"/>
              <a:gd name="connsiteY6" fmla="*/ 3567731 h 3780611"/>
              <a:gd name="connsiteX7" fmla="*/ 1087571 w 6849329"/>
              <a:gd name="connsiteY7" fmla="*/ 2846852 h 3780611"/>
              <a:gd name="connsiteX8" fmla="*/ 1905717 w 6849329"/>
              <a:gd name="connsiteY8" fmla="*/ 1955005 h 3780611"/>
              <a:gd name="connsiteX9" fmla="*/ 2541577 w 6849329"/>
              <a:gd name="connsiteY9" fmla="*/ 1341877 h 3780611"/>
              <a:gd name="connsiteX10" fmla="*/ 3386951 w 6849329"/>
              <a:gd name="connsiteY10" fmla="*/ 736610 h 3780611"/>
              <a:gd name="connsiteX11" fmla="*/ 4755075 w 6849329"/>
              <a:gd name="connsiteY11" fmla="*/ 909322 h 3780611"/>
              <a:gd name="connsiteX12" fmla="*/ 5254608 w 6849329"/>
              <a:gd name="connsiteY12" fmla="*/ 274322 h 3780611"/>
              <a:gd name="connsiteX13" fmla="*/ 5819759 w 6849329"/>
              <a:gd name="connsiteY13" fmla="*/ 172768 h 3780611"/>
              <a:gd name="connsiteX14" fmla="*/ 6249442 w 6849329"/>
              <a:gd name="connsiteY14" fmla="*/ 428302 h 3780611"/>
              <a:gd name="connsiteX15" fmla="*/ 6410664 w 6849329"/>
              <a:gd name="connsiteY15" fmla="*/ 623187 h 3780611"/>
              <a:gd name="connsiteX16" fmla="*/ 6563064 w 6849329"/>
              <a:gd name="connsiteY16" fmla="*/ 703089 h 3780611"/>
              <a:gd name="connsiteX17" fmla="*/ 6677364 w 6849329"/>
              <a:gd name="connsiteY17" fmla="*/ 674034 h 3780611"/>
              <a:gd name="connsiteX18" fmla="*/ 6706642 w 6849329"/>
              <a:gd name="connsiteY18" fmla="*/ 529995 h 3780611"/>
              <a:gd name="connsiteX19" fmla="*/ 6677365 w 6849329"/>
              <a:gd name="connsiteY19" fmla="*/ 390745 h 3780611"/>
              <a:gd name="connsiteX20" fmla="*/ 6607516 w 6849329"/>
              <a:gd name="connsiteY20" fmla="*/ 303578 h 3780611"/>
              <a:gd name="connsiteX21" fmla="*/ 6563066 w 6849329"/>
              <a:gd name="connsiteY21" fmla="*/ 194620 h 3780611"/>
              <a:gd name="connsiteX22" fmla="*/ 6544016 w 6849329"/>
              <a:gd name="connsiteY22" fmla="*/ 27550 h 3780611"/>
              <a:gd name="connsiteX23" fmla="*/ 6690065 w 6849329"/>
              <a:gd name="connsiteY23" fmla="*/ 13025 h 3780611"/>
              <a:gd name="connsiteX24" fmla="*/ 6842108 w 6849329"/>
              <a:gd name="connsiteY24" fmla="*/ 26287 h 3780611"/>
              <a:gd name="connsiteX25" fmla="*/ 6823416 w 6849329"/>
              <a:gd name="connsiteY25" fmla="*/ 252730 h 3780611"/>
              <a:gd name="connsiteX26" fmla="*/ 6778966 w 6849329"/>
              <a:gd name="connsiteY26" fmla="*/ 405271 h 3780611"/>
              <a:gd name="connsiteX27" fmla="*/ 6766265 w 6849329"/>
              <a:gd name="connsiteY27" fmla="*/ 659506 h 3780611"/>
              <a:gd name="connsiteX28" fmla="*/ 6690065 w 6849329"/>
              <a:gd name="connsiteY28" fmla="*/ 775729 h 3780611"/>
              <a:gd name="connsiteX29" fmla="*/ 6579642 w 6849329"/>
              <a:gd name="connsiteY29" fmla="*/ 797321 h 3780611"/>
              <a:gd name="connsiteX30" fmla="*/ 6365857 w 6849329"/>
              <a:gd name="connsiteY30" fmla="*/ 712560 h 3780611"/>
              <a:gd name="connsiteX31" fmla="*/ 6099515 w 6849329"/>
              <a:gd name="connsiteY31" fmla="*/ 398005 h 3780611"/>
              <a:gd name="connsiteX32" fmla="*/ 5862092 w 6849329"/>
              <a:gd name="connsiteY32" fmla="*/ 276774 h 3780611"/>
              <a:gd name="connsiteX33" fmla="*/ 5538242 w 6849329"/>
              <a:gd name="connsiteY33" fmla="*/ 257389 h 3780611"/>
              <a:gd name="connsiteX34" fmla="*/ 5356208 w 6849329"/>
              <a:gd name="connsiteY34" fmla="*/ 333589 h 3780611"/>
              <a:gd name="connsiteX35" fmla="*/ 5237675 w 6849329"/>
              <a:gd name="connsiteY35" fmla="*/ 452121 h 3780611"/>
              <a:gd name="connsiteX36" fmla="*/ 5026008 w 6849329"/>
              <a:gd name="connsiteY36" fmla="*/ 833121 h 3780611"/>
              <a:gd name="connsiteX37" fmla="*/ 4848208 w 6849329"/>
              <a:gd name="connsiteY37" fmla="*/ 985522 h 3780611"/>
              <a:gd name="connsiteX38" fmla="*/ 4436016 w 6849329"/>
              <a:gd name="connsiteY38" fmla="*/ 1018010 h 3780611"/>
              <a:gd name="connsiteX39" fmla="*/ 3767194 w 6849329"/>
              <a:gd name="connsiteY39" fmla="*/ 857442 h 3780611"/>
              <a:gd name="connsiteX40" fmla="*/ 3378383 w 6849329"/>
              <a:gd name="connsiteY40" fmla="*/ 831937 h 3780611"/>
              <a:gd name="connsiteX41" fmla="*/ 2709976 w 6849329"/>
              <a:gd name="connsiteY41" fmla="*/ 1324293 h 3780611"/>
              <a:gd name="connsiteX42" fmla="*/ 2031571 w 6849329"/>
              <a:gd name="connsiteY42" fmla="*/ 1975179 h 3780611"/>
              <a:gd name="connsiteX43" fmla="*/ 1284499 w 6849329"/>
              <a:gd name="connsiteY43" fmla="*/ 2775352 h 3780611"/>
              <a:gd name="connsiteX44" fmla="*/ 604850 w 6849329"/>
              <a:gd name="connsiteY44" fmla="*/ 3662431 h 3780611"/>
              <a:gd name="connsiteX45" fmla="*/ 165025 w 6849329"/>
              <a:gd name="connsiteY45" fmla="*/ 3762468 h 3780611"/>
              <a:gd name="connsiteX46" fmla="*/ 7600 w 6849329"/>
              <a:gd name="connsiteY46" fmla="*/ 3615717 h 3780611"/>
              <a:gd name="connsiteX47" fmla="*/ 450 w 6849329"/>
              <a:gd name="connsiteY47" fmla="*/ 3204689 h 3780611"/>
              <a:gd name="connsiteX48" fmla="*/ 13964 w 6849329"/>
              <a:gd name="connsiteY48" fmla="*/ 2344412 h 3780611"/>
              <a:gd name="connsiteX49" fmla="*/ 35174 w 6849329"/>
              <a:gd name="connsiteY49" fmla="*/ 1861782 h 3780611"/>
              <a:gd name="connsiteX0" fmla="*/ 35174 w 6849329"/>
              <a:gd name="connsiteY0" fmla="*/ 1861782 h 3780612"/>
              <a:gd name="connsiteX1" fmla="*/ 43160 w 6849329"/>
              <a:gd name="connsiteY1" fmla="*/ 1750362 h 3780612"/>
              <a:gd name="connsiteX2" fmla="*/ 131195 w 6849329"/>
              <a:gd name="connsiteY2" fmla="*/ 1750546 h 3780612"/>
              <a:gd name="connsiteX3" fmla="*/ 114280 w 6849329"/>
              <a:gd name="connsiteY3" fmla="*/ 2035104 h 3780612"/>
              <a:gd name="connsiteX4" fmla="*/ 100715 w 6849329"/>
              <a:gd name="connsiteY4" fmla="*/ 2796999 h 3780612"/>
              <a:gd name="connsiteX5" fmla="*/ 125041 w 6849329"/>
              <a:gd name="connsiteY5" fmla="*/ 3584555 h 3780612"/>
              <a:gd name="connsiteX6" fmla="*/ 576896 w 6849329"/>
              <a:gd name="connsiteY6" fmla="*/ 3567731 h 3780612"/>
              <a:gd name="connsiteX7" fmla="*/ 1087571 w 6849329"/>
              <a:gd name="connsiteY7" fmla="*/ 2846852 h 3780612"/>
              <a:gd name="connsiteX8" fmla="*/ 1905717 w 6849329"/>
              <a:gd name="connsiteY8" fmla="*/ 1955005 h 3780612"/>
              <a:gd name="connsiteX9" fmla="*/ 2541577 w 6849329"/>
              <a:gd name="connsiteY9" fmla="*/ 1341877 h 3780612"/>
              <a:gd name="connsiteX10" fmla="*/ 3386951 w 6849329"/>
              <a:gd name="connsiteY10" fmla="*/ 736610 h 3780612"/>
              <a:gd name="connsiteX11" fmla="*/ 4755075 w 6849329"/>
              <a:gd name="connsiteY11" fmla="*/ 909322 h 3780612"/>
              <a:gd name="connsiteX12" fmla="*/ 5254608 w 6849329"/>
              <a:gd name="connsiteY12" fmla="*/ 274322 h 3780612"/>
              <a:gd name="connsiteX13" fmla="*/ 5819759 w 6849329"/>
              <a:gd name="connsiteY13" fmla="*/ 172768 h 3780612"/>
              <a:gd name="connsiteX14" fmla="*/ 6249442 w 6849329"/>
              <a:gd name="connsiteY14" fmla="*/ 428302 h 3780612"/>
              <a:gd name="connsiteX15" fmla="*/ 6410664 w 6849329"/>
              <a:gd name="connsiteY15" fmla="*/ 623187 h 3780612"/>
              <a:gd name="connsiteX16" fmla="*/ 6563064 w 6849329"/>
              <a:gd name="connsiteY16" fmla="*/ 703089 h 3780612"/>
              <a:gd name="connsiteX17" fmla="*/ 6677364 w 6849329"/>
              <a:gd name="connsiteY17" fmla="*/ 674034 h 3780612"/>
              <a:gd name="connsiteX18" fmla="*/ 6706642 w 6849329"/>
              <a:gd name="connsiteY18" fmla="*/ 529995 h 3780612"/>
              <a:gd name="connsiteX19" fmla="*/ 6677365 w 6849329"/>
              <a:gd name="connsiteY19" fmla="*/ 390745 h 3780612"/>
              <a:gd name="connsiteX20" fmla="*/ 6607516 w 6849329"/>
              <a:gd name="connsiteY20" fmla="*/ 303578 h 3780612"/>
              <a:gd name="connsiteX21" fmla="*/ 6563066 w 6849329"/>
              <a:gd name="connsiteY21" fmla="*/ 194620 h 3780612"/>
              <a:gd name="connsiteX22" fmla="*/ 6544016 w 6849329"/>
              <a:gd name="connsiteY22" fmla="*/ 27550 h 3780612"/>
              <a:gd name="connsiteX23" fmla="*/ 6690065 w 6849329"/>
              <a:gd name="connsiteY23" fmla="*/ 13025 h 3780612"/>
              <a:gd name="connsiteX24" fmla="*/ 6842108 w 6849329"/>
              <a:gd name="connsiteY24" fmla="*/ 26287 h 3780612"/>
              <a:gd name="connsiteX25" fmla="*/ 6823416 w 6849329"/>
              <a:gd name="connsiteY25" fmla="*/ 252730 h 3780612"/>
              <a:gd name="connsiteX26" fmla="*/ 6778966 w 6849329"/>
              <a:gd name="connsiteY26" fmla="*/ 405271 h 3780612"/>
              <a:gd name="connsiteX27" fmla="*/ 6766265 w 6849329"/>
              <a:gd name="connsiteY27" fmla="*/ 659506 h 3780612"/>
              <a:gd name="connsiteX28" fmla="*/ 6690065 w 6849329"/>
              <a:gd name="connsiteY28" fmla="*/ 775729 h 3780612"/>
              <a:gd name="connsiteX29" fmla="*/ 6579642 w 6849329"/>
              <a:gd name="connsiteY29" fmla="*/ 797321 h 3780612"/>
              <a:gd name="connsiteX30" fmla="*/ 6365857 w 6849329"/>
              <a:gd name="connsiteY30" fmla="*/ 712560 h 3780612"/>
              <a:gd name="connsiteX31" fmla="*/ 6099515 w 6849329"/>
              <a:gd name="connsiteY31" fmla="*/ 398005 h 3780612"/>
              <a:gd name="connsiteX32" fmla="*/ 5862092 w 6849329"/>
              <a:gd name="connsiteY32" fmla="*/ 276774 h 3780612"/>
              <a:gd name="connsiteX33" fmla="*/ 5538242 w 6849329"/>
              <a:gd name="connsiteY33" fmla="*/ 257389 h 3780612"/>
              <a:gd name="connsiteX34" fmla="*/ 5356208 w 6849329"/>
              <a:gd name="connsiteY34" fmla="*/ 333589 h 3780612"/>
              <a:gd name="connsiteX35" fmla="*/ 5237675 w 6849329"/>
              <a:gd name="connsiteY35" fmla="*/ 452121 h 3780612"/>
              <a:gd name="connsiteX36" fmla="*/ 5026008 w 6849329"/>
              <a:gd name="connsiteY36" fmla="*/ 833121 h 3780612"/>
              <a:gd name="connsiteX37" fmla="*/ 4848208 w 6849329"/>
              <a:gd name="connsiteY37" fmla="*/ 985522 h 3780612"/>
              <a:gd name="connsiteX38" fmla="*/ 4436016 w 6849329"/>
              <a:gd name="connsiteY38" fmla="*/ 1018010 h 3780612"/>
              <a:gd name="connsiteX39" fmla="*/ 3767194 w 6849329"/>
              <a:gd name="connsiteY39" fmla="*/ 857442 h 3780612"/>
              <a:gd name="connsiteX40" fmla="*/ 3378383 w 6849329"/>
              <a:gd name="connsiteY40" fmla="*/ 831937 h 3780612"/>
              <a:gd name="connsiteX41" fmla="*/ 2709976 w 6849329"/>
              <a:gd name="connsiteY41" fmla="*/ 1324293 h 3780612"/>
              <a:gd name="connsiteX42" fmla="*/ 2031571 w 6849329"/>
              <a:gd name="connsiteY42" fmla="*/ 1975179 h 3780612"/>
              <a:gd name="connsiteX43" fmla="*/ 1284499 w 6849329"/>
              <a:gd name="connsiteY43" fmla="*/ 2775352 h 3780612"/>
              <a:gd name="connsiteX44" fmla="*/ 604850 w 6849329"/>
              <a:gd name="connsiteY44" fmla="*/ 3662431 h 3780612"/>
              <a:gd name="connsiteX45" fmla="*/ 165025 w 6849329"/>
              <a:gd name="connsiteY45" fmla="*/ 3762468 h 3780612"/>
              <a:gd name="connsiteX46" fmla="*/ 7600 w 6849329"/>
              <a:gd name="connsiteY46" fmla="*/ 3615717 h 3780612"/>
              <a:gd name="connsiteX47" fmla="*/ 450 w 6849329"/>
              <a:gd name="connsiteY47" fmla="*/ 3204689 h 3780612"/>
              <a:gd name="connsiteX48" fmla="*/ 13964 w 6849329"/>
              <a:gd name="connsiteY48" fmla="*/ 2344412 h 3780612"/>
              <a:gd name="connsiteX49" fmla="*/ 35174 w 6849329"/>
              <a:gd name="connsiteY49" fmla="*/ 1861782 h 3780612"/>
              <a:gd name="connsiteX0" fmla="*/ 35174 w 6849329"/>
              <a:gd name="connsiteY0" fmla="*/ 1861782 h 3797239"/>
              <a:gd name="connsiteX1" fmla="*/ 43160 w 6849329"/>
              <a:gd name="connsiteY1" fmla="*/ 1750362 h 3797239"/>
              <a:gd name="connsiteX2" fmla="*/ 131195 w 6849329"/>
              <a:gd name="connsiteY2" fmla="*/ 1750546 h 3797239"/>
              <a:gd name="connsiteX3" fmla="*/ 114280 w 6849329"/>
              <a:gd name="connsiteY3" fmla="*/ 2035104 h 3797239"/>
              <a:gd name="connsiteX4" fmla="*/ 100715 w 6849329"/>
              <a:gd name="connsiteY4" fmla="*/ 2796999 h 3797239"/>
              <a:gd name="connsiteX5" fmla="*/ 125041 w 6849329"/>
              <a:gd name="connsiteY5" fmla="*/ 3584555 h 3797239"/>
              <a:gd name="connsiteX6" fmla="*/ 576896 w 6849329"/>
              <a:gd name="connsiteY6" fmla="*/ 3567731 h 3797239"/>
              <a:gd name="connsiteX7" fmla="*/ 1087571 w 6849329"/>
              <a:gd name="connsiteY7" fmla="*/ 2846852 h 3797239"/>
              <a:gd name="connsiteX8" fmla="*/ 1905717 w 6849329"/>
              <a:gd name="connsiteY8" fmla="*/ 1955005 h 3797239"/>
              <a:gd name="connsiteX9" fmla="*/ 2541577 w 6849329"/>
              <a:gd name="connsiteY9" fmla="*/ 1341877 h 3797239"/>
              <a:gd name="connsiteX10" fmla="*/ 3386951 w 6849329"/>
              <a:gd name="connsiteY10" fmla="*/ 736610 h 3797239"/>
              <a:gd name="connsiteX11" fmla="*/ 4755075 w 6849329"/>
              <a:gd name="connsiteY11" fmla="*/ 909322 h 3797239"/>
              <a:gd name="connsiteX12" fmla="*/ 5254608 w 6849329"/>
              <a:gd name="connsiteY12" fmla="*/ 274322 h 3797239"/>
              <a:gd name="connsiteX13" fmla="*/ 5819759 w 6849329"/>
              <a:gd name="connsiteY13" fmla="*/ 172768 h 3797239"/>
              <a:gd name="connsiteX14" fmla="*/ 6249442 w 6849329"/>
              <a:gd name="connsiteY14" fmla="*/ 428302 h 3797239"/>
              <a:gd name="connsiteX15" fmla="*/ 6410664 w 6849329"/>
              <a:gd name="connsiteY15" fmla="*/ 623187 h 3797239"/>
              <a:gd name="connsiteX16" fmla="*/ 6563064 w 6849329"/>
              <a:gd name="connsiteY16" fmla="*/ 703089 h 3797239"/>
              <a:gd name="connsiteX17" fmla="*/ 6677364 w 6849329"/>
              <a:gd name="connsiteY17" fmla="*/ 674034 h 3797239"/>
              <a:gd name="connsiteX18" fmla="*/ 6706642 w 6849329"/>
              <a:gd name="connsiteY18" fmla="*/ 529995 h 3797239"/>
              <a:gd name="connsiteX19" fmla="*/ 6677365 w 6849329"/>
              <a:gd name="connsiteY19" fmla="*/ 390745 h 3797239"/>
              <a:gd name="connsiteX20" fmla="*/ 6607516 w 6849329"/>
              <a:gd name="connsiteY20" fmla="*/ 303578 h 3797239"/>
              <a:gd name="connsiteX21" fmla="*/ 6563066 w 6849329"/>
              <a:gd name="connsiteY21" fmla="*/ 194620 h 3797239"/>
              <a:gd name="connsiteX22" fmla="*/ 6544016 w 6849329"/>
              <a:gd name="connsiteY22" fmla="*/ 27550 h 3797239"/>
              <a:gd name="connsiteX23" fmla="*/ 6690065 w 6849329"/>
              <a:gd name="connsiteY23" fmla="*/ 13025 h 3797239"/>
              <a:gd name="connsiteX24" fmla="*/ 6842108 w 6849329"/>
              <a:gd name="connsiteY24" fmla="*/ 26287 h 3797239"/>
              <a:gd name="connsiteX25" fmla="*/ 6823416 w 6849329"/>
              <a:gd name="connsiteY25" fmla="*/ 252730 h 3797239"/>
              <a:gd name="connsiteX26" fmla="*/ 6778966 w 6849329"/>
              <a:gd name="connsiteY26" fmla="*/ 405271 h 3797239"/>
              <a:gd name="connsiteX27" fmla="*/ 6766265 w 6849329"/>
              <a:gd name="connsiteY27" fmla="*/ 659506 h 3797239"/>
              <a:gd name="connsiteX28" fmla="*/ 6690065 w 6849329"/>
              <a:gd name="connsiteY28" fmla="*/ 775729 h 3797239"/>
              <a:gd name="connsiteX29" fmla="*/ 6579642 w 6849329"/>
              <a:gd name="connsiteY29" fmla="*/ 797321 h 3797239"/>
              <a:gd name="connsiteX30" fmla="*/ 6365857 w 6849329"/>
              <a:gd name="connsiteY30" fmla="*/ 712560 h 3797239"/>
              <a:gd name="connsiteX31" fmla="*/ 6099515 w 6849329"/>
              <a:gd name="connsiteY31" fmla="*/ 398005 h 3797239"/>
              <a:gd name="connsiteX32" fmla="*/ 5862092 w 6849329"/>
              <a:gd name="connsiteY32" fmla="*/ 276774 h 3797239"/>
              <a:gd name="connsiteX33" fmla="*/ 5538242 w 6849329"/>
              <a:gd name="connsiteY33" fmla="*/ 257389 h 3797239"/>
              <a:gd name="connsiteX34" fmla="*/ 5356208 w 6849329"/>
              <a:gd name="connsiteY34" fmla="*/ 333589 h 3797239"/>
              <a:gd name="connsiteX35" fmla="*/ 5237675 w 6849329"/>
              <a:gd name="connsiteY35" fmla="*/ 452121 h 3797239"/>
              <a:gd name="connsiteX36" fmla="*/ 5026008 w 6849329"/>
              <a:gd name="connsiteY36" fmla="*/ 833121 h 3797239"/>
              <a:gd name="connsiteX37" fmla="*/ 4848208 w 6849329"/>
              <a:gd name="connsiteY37" fmla="*/ 985522 h 3797239"/>
              <a:gd name="connsiteX38" fmla="*/ 4436016 w 6849329"/>
              <a:gd name="connsiteY38" fmla="*/ 1018010 h 3797239"/>
              <a:gd name="connsiteX39" fmla="*/ 3767194 w 6849329"/>
              <a:gd name="connsiteY39" fmla="*/ 857442 h 3797239"/>
              <a:gd name="connsiteX40" fmla="*/ 3378383 w 6849329"/>
              <a:gd name="connsiteY40" fmla="*/ 831937 h 3797239"/>
              <a:gd name="connsiteX41" fmla="*/ 2709976 w 6849329"/>
              <a:gd name="connsiteY41" fmla="*/ 1324293 h 3797239"/>
              <a:gd name="connsiteX42" fmla="*/ 2031571 w 6849329"/>
              <a:gd name="connsiteY42" fmla="*/ 1975179 h 3797239"/>
              <a:gd name="connsiteX43" fmla="*/ 1284499 w 6849329"/>
              <a:gd name="connsiteY43" fmla="*/ 2775352 h 3797239"/>
              <a:gd name="connsiteX44" fmla="*/ 604850 w 6849329"/>
              <a:gd name="connsiteY44" fmla="*/ 3662431 h 3797239"/>
              <a:gd name="connsiteX45" fmla="*/ 271705 w 6849329"/>
              <a:gd name="connsiteY45" fmla="*/ 3785713 h 3797239"/>
              <a:gd name="connsiteX46" fmla="*/ 7600 w 6849329"/>
              <a:gd name="connsiteY46" fmla="*/ 3615717 h 3797239"/>
              <a:gd name="connsiteX47" fmla="*/ 450 w 6849329"/>
              <a:gd name="connsiteY47" fmla="*/ 3204689 h 3797239"/>
              <a:gd name="connsiteX48" fmla="*/ 13964 w 6849329"/>
              <a:gd name="connsiteY48" fmla="*/ 2344412 h 3797239"/>
              <a:gd name="connsiteX49" fmla="*/ 35174 w 6849329"/>
              <a:gd name="connsiteY49" fmla="*/ 1861782 h 3797239"/>
              <a:gd name="connsiteX0" fmla="*/ 35174 w 6849329"/>
              <a:gd name="connsiteY0" fmla="*/ 1861782 h 3780613"/>
              <a:gd name="connsiteX1" fmla="*/ 43160 w 6849329"/>
              <a:gd name="connsiteY1" fmla="*/ 1750362 h 3780613"/>
              <a:gd name="connsiteX2" fmla="*/ 131195 w 6849329"/>
              <a:gd name="connsiteY2" fmla="*/ 1750546 h 3780613"/>
              <a:gd name="connsiteX3" fmla="*/ 114280 w 6849329"/>
              <a:gd name="connsiteY3" fmla="*/ 2035104 h 3780613"/>
              <a:gd name="connsiteX4" fmla="*/ 100715 w 6849329"/>
              <a:gd name="connsiteY4" fmla="*/ 2796999 h 3780613"/>
              <a:gd name="connsiteX5" fmla="*/ 125041 w 6849329"/>
              <a:gd name="connsiteY5" fmla="*/ 3584555 h 3780613"/>
              <a:gd name="connsiteX6" fmla="*/ 576896 w 6849329"/>
              <a:gd name="connsiteY6" fmla="*/ 3567731 h 3780613"/>
              <a:gd name="connsiteX7" fmla="*/ 1087571 w 6849329"/>
              <a:gd name="connsiteY7" fmla="*/ 2846852 h 3780613"/>
              <a:gd name="connsiteX8" fmla="*/ 1905717 w 6849329"/>
              <a:gd name="connsiteY8" fmla="*/ 1955005 h 3780613"/>
              <a:gd name="connsiteX9" fmla="*/ 2541577 w 6849329"/>
              <a:gd name="connsiteY9" fmla="*/ 1341877 h 3780613"/>
              <a:gd name="connsiteX10" fmla="*/ 3386951 w 6849329"/>
              <a:gd name="connsiteY10" fmla="*/ 736610 h 3780613"/>
              <a:gd name="connsiteX11" fmla="*/ 4755075 w 6849329"/>
              <a:gd name="connsiteY11" fmla="*/ 909322 h 3780613"/>
              <a:gd name="connsiteX12" fmla="*/ 5254608 w 6849329"/>
              <a:gd name="connsiteY12" fmla="*/ 274322 h 3780613"/>
              <a:gd name="connsiteX13" fmla="*/ 5819759 w 6849329"/>
              <a:gd name="connsiteY13" fmla="*/ 172768 h 3780613"/>
              <a:gd name="connsiteX14" fmla="*/ 6249442 w 6849329"/>
              <a:gd name="connsiteY14" fmla="*/ 428302 h 3780613"/>
              <a:gd name="connsiteX15" fmla="*/ 6410664 w 6849329"/>
              <a:gd name="connsiteY15" fmla="*/ 623187 h 3780613"/>
              <a:gd name="connsiteX16" fmla="*/ 6563064 w 6849329"/>
              <a:gd name="connsiteY16" fmla="*/ 703089 h 3780613"/>
              <a:gd name="connsiteX17" fmla="*/ 6677364 w 6849329"/>
              <a:gd name="connsiteY17" fmla="*/ 674034 h 3780613"/>
              <a:gd name="connsiteX18" fmla="*/ 6706642 w 6849329"/>
              <a:gd name="connsiteY18" fmla="*/ 529995 h 3780613"/>
              <a:gd name="connsiteX19" fmla="*/ 6677365 w 6849329"/>
              <a:gd name="connsiteY19" fmla="*/ 390745 h 3780613"/>
              <a:gd name="connsiteX20" fmla="*/ 6607516 w 6849329"/>
              <a:gd name="connsiteY20" fmla="*/ 303578 h 3780613"/>
              <a:gd name="connsiteX21" fmla="*/ 6563066 w 6849329"/>
              <a:gd name="connsiteY21" fmla="*/ 194620 h 3780613"/>
              <a:gd name="connsiteX22" fmla="*/ 6544016 w 6849329"/>
              <a:gd name="connsiteY22" fmla="*/ 27550 h 3780613"/>
              <a:gd name="connsiteX23" fmla="*/ 6690065 w 6849329"/>
              <a:gd name="connsiteY23" fmla="*/ 13025 h 3780613"/>
              <a:gd name="connsiteX24" fmla="*/ 6842108 w 6849329"/>
              <a:gd name="connsiteY24" fmla="*/ 26287 h 3780613"/>
              <a:gd name="connsiteX25" fmla="*/ 6823416 w 6849329"/>
              <a:gd name="connsiteY25" fmla="*/ 252730 h 3780613"/>
              <a:gd name="connsiteX26" fmla="*/ 6778966 w 6849329"/>
              <a:gd name="connsiteY26" fmla="*/ 405271 h 3780613"/>
              <a:gd name="connsiteX27" fmla="*/ 6766265 w 6849329"/>
              <a:gd name="connsiteY27" fmla="*/ 659506 h 3780613"/>
              <a:gd name="connsiteX28" fmla="*/ 6690065 w 6849329"/>
              <a:gd name="connsiteY28" fmla="*/ 775729 h 3780613"/>
              <a:gd name="connsiteX29" fmla="*/ 6579642 w 6849329"/>
              <a:gd name="connsiteY29" fmla="*/ 797321 h 3780613"/>
              <a:gd name="connsiteX30" fmla="*/ 6365857 w 6849329"/>
              <a:gd name="connsiteY30" fmla="*/ 712560 h 3780613"/>
              <a:gd name="connsiteX31" fmla="*/ 6099515 w 6849329"/>
              <a:gd name="connsiteY31" fmla="*/ 398005 h 3780613"/>
              <a:gd name="connsiteX32" fmla="*/ 5862092 w 6849329"/>
              <a:gd name="connsiteY32" fmla="*/ 276774 h 3780613"/>
              <a:gd name="connsiteX33" fmla="*/ 5538242 w 6849329"/>
              <a:gd name="connsiteY33" fmla="*/ 257389 h 3780613"/>
              <a:gd name="connsiteX34" fmla="*/ 5356208 w 6849329"/>
              <a:gd name="connsiteY34" fmla="*/ 333589 h 3780613"/>
              <a:gd name="connsiteX35" fmla="*/ 5237675 w 6849329"/>
              <a:gd name="connsiteY35" fmla="*/ 452121 h 3780613"/>
              <a:gd name="connsiteX36" fmla="*/ 5026008 w 6849329"/>
              <a:gd name="connsiteY36" fmla="*/ 833121 h 3780613"/>
              <a:gd name="connsiteX37" fmla="*/ 4848208 w 6849329"/>
              <a:gd name="connsiteY37" fmla="*/ 985522 h 3780613"/>
              <a:gd name="connsiteX38" fmla="*/ 4436016 w 6849329"/>
              <a:gd name="connsiteY38" fmla="*/ 1018010 h 3780613"/>
              <a:gd name="connsiteX39" fmla="*/ 3767194 w 6849329"/>
              <a:gd name="connsiteY39" fmla="*/ 857442 h 3780613"/>
              <a:gd name="connsiteX40" fmla="*/ 3378383 w 6849329"/>
              <a:gd name="connsiteY40" fmla="*/ 831937 h 3780613"/>
              <a:gd name="connsiteX41" fmla="*/ 2709976 w 6849329"/>
              <a:gd name="connsiteY41" fmla="*/ 1324293 h 3780613"/>
              <a:gd name="connsiteX42" fmla="*/ 2031571 w 6849329"/>
              <a:gd name="connsiteY42" fmla="*/ 1975179 h 3780613"/>
              <a:gd name="connsiteX43" fmla="*/ 1284499 w 6849329"/>
              <a:gd name="connsiteY43" fmla="*/ 2775352 h 3780613"/>
              <a:gd name="connsiteX44" fmla="*/ 604850 w 6849329"/>
              <a:gd name="connsiteY44" fmla="*/ 3662431 h 3780613"/>
              <a:gd name="connsiteX45" fmla="*/ 246305 w 6849329"/>
              <a:gd name="connsiteY45" fmla="*/ 3762469 h 3780613"/>
              <a:gd name="connsiteX46" fmla="*/ 7600 w 6849329"/>
              <a:gd name="connsiteY46" fmla="*/ 3615717 h 3780613"/>
              <a:gd name="connsiteX47" fmla="*/ 450 w 6849329"/>
              <a:gd name="connsiteY47" fmla="*/ 3204689 h 3780613"/>
              <a:gd name="connsiteX48" fmla="*/ 13964 w 6849329"/>
              <a:gd name="connsiteY48" fmla="*/ 2344412 h 3780613"/>
              <a:gd name="connsiteX49" fmla="*/ 35174 w 6849329"/>
              <a:gd name="connsiteY49" fmla="*/ 1861782 h 3780613"/>
              <a:gd name="connsiteX0" fmla="*/ 34724 w 6848879"/>
              <a:gd name="connsiteY0" fmla="*/ 1861782 h 3780613"/>
              <a:gd name="connsiteX1" fmla="*/ 42710 w 6848879"/>
              <a:gd name="connsiteY1" fmla="*/ 1750362 h 3780613"/>
              <a:gd name="connsiteX2" fmla="*/ 130745 w 6848879"/>
              <a:gd name="connsiteY2" fmla="*/ 1750546 h 3780613"/>
              <a:gd name="connsiteX3" fmla="*/ 113830 w 6848879"/>
              <a:gd name="connsiteY3" fmla="*/ 2035104 h 3780613"/>
              <a:gd name="connsiteX4" fmla="*/ 100265 w 6848879"/>
              <a:gd name="connsiteY4" fmla="*/ 2796999 h 3780613"/>
              <a:gd name="connsiteX5" fmla="*/ 124591 w 6848879"/>
              <a:gd name="connsiteY5" fmla="*/ 3584555 h 3780613"/>
              <a:gd name="connsiteX6" fmla="*/ 576446 w 6848879"/>
              <a:gd name="connsiteY6" fmla="*/ 3567731 h 3780613"/>
              <a:gd name="connsiteX7" fmla="*/ 1087121 w 6848879"/>
              <a:gd name="connsiteY7" fmla="*/ 2846852 h 3780613"/>
              <a:gd name="connsiteX8" fmla="*/ 1905267 w 6848879"/>
              <a:gd name="connsiteY8" fmla="*/ 1955005 h 3780613"/>
              <a:gd name="connsiteX9" fmla="*/ 2541127 w 6848879"/>
              <a:gd name="connsiteY9" fmla="*/ 1341877 h 3780613"/>
              <a:gd name="connsiteX10" fmla="*/ 3386501 w 6848879"/>
              <a:gd name="connsiteY10" fmla="*/ 736610 h 3780613"/>
              <a:gd name="connsiteX11" fmla="*/ 4754625 w 6848879"/>
              <a:gd name="connsiteY11" fmla="*/ 909322 h 3780613"/>
              <a:gd name="connsiteX12" fmla="*/ 5254158 w 6848879"/>
              <a:gd name="connsiteY12" fmla="*/ 274322 h 3780613"/>
              <a:gd name="connsiteX13" fmla="*/ 5819309 w 6848879"/>
              <a:gd name="connsiteY13" fmla="*/ 172768 h 3780613"/>
              <a:gd name="connsiteX14" fmla="*/ 6248992 w 6848879"/>
              <a:gd name="connsiteY14" fmla="*/ 428302 h 3780613"/>
              <a:gd name="connsiteX15" fmla="*/ 6410214 w 6848879"/>
              <a:gd name="connsiteY15" fmla="*/ 623187 h 3780613"/>
              <a:gd name="connsiteX16" fmla="*/ 6562614 w 6848879"/>
              <a:gd name="connsiteY16" fmla="*/ 703089 h 3780613"/>
              <a:gd name="connsiteX17" fmla="*/ 6676914 w 6848879"/>
              <a:gd name="connsiteY17" fmla="*/ 674034 h 3780613"/>
              <a:gd name="connsiteX18" fmla="*/ 6706192 w 6848879"/>
              <a:gd name="connsiteY18" fmla="*/ 529995 h 3780613"/>
              <a:gd name="connsiteX19" fmla="*/ 6676915 w 6848879"/>
              <a:gd name="connsiteY19" fmla="*/ 390745 h 3780613"/>
              <a:gd name="connsiteX20" fmla="*/ 6607066 w 6848879"/>
              <a:gd name="connsiteY20" fmla="*/ 303578 h 3780613"/>
              <a:gd name="connsiteX21" fmla="*/ 6562616 w 6848879"/>
              <a:gd name="connsiteY21" fmla="*/ 194620 h 3780613"/>
              <a:gd name="connsiteX22" fmla="*/ 6543566 w 6848879"/>
              <a:gd name="connsiteY22" fmla="*/ 27550 h 3780613"/>
              <a:gd name="connsiteX23" fmla="*/ 6689615 w 6848879"/>
              <a:gd name="connsiteY23" fmla="*/ 13025 h 3780613"/>
              <a:gd name="connsiteX24" fmla="*/ 6841658 w 6848879"/>
              <a:gd name="connsiteY24" fmla="*/ 26287 h 3780613"/>
              <a:gd name="connsiteX25" fmla="*/ 6822966 w 6848879"/>
              <a:gd name="connsiteY25" fmla="*/ 252730 h 3780613"/>
              <a:gd name="connsiteX26" fmla="*/ 6778516 w 6848879"/>
              <a:gd name="connsiteY26" fmla="*/ 405271 h 3780613"/>
              <a:gd name="connsiteX27" fmla="*/ 6765815 w 6848879"/>
              <a:gd name="connsiteY27" fmla="*/ 659506 h 3780613"/>
              <a:gd name="connsiteX28" fmla="*/ 6689615 w 6848879"/>
              <a:gd name="connsiteY28" fmla="*/ 775729 h 3780613"/>
              <a:gd name="connsiteX29" fmla="*/ 6579192 w 6848879"/>
              <a:gd name="connsiteY29" fmla="*/ 797321 h 3780613"/>
              <a:gd name="connsiteX30" fmla="*/ 6365407 w 6848879"/>
              <a:gd name="connsiteY30" fmla="*/ 712560 h 3780613"/>
              <a:gd name="connsiteX31" fmla="*/ 6099065 w 6848879"/>
              <a:gd name="connsiteY31" fmla="*/ 398005 h 3780613"/>
              <a:gd name="connsiteX32" fmla="*/ 5861642 w 6848879"/>
              <a:gd name="connsiteY32" fmla="*/ 276774 h 3780613"/>
              <a:gd name="connsiteX33" fmla="*/ 5537792 w 6848879"/>
              <a:gd name="connsiteY33" fmla="*/ 257389 h 3780613"/>
              <a:gd name="connsiteX34" fmla="*/ 5355758 w 6848879"/>
              <a:gd name="connsiteY34" fmla="*/ 333589 h 3780613"/>
              <a:gd name="connsiteX35" fmla="*/ 5237225 w 6848879"/>
              <a:gd name="connsiteY35" fmla="*/ 452121 h 3780613"/>
              <a:gd name="connsiteX36" fmla="*/ 5025558 w 6848879"/>
              <a:gd name="connsiteY36" fmla="*/ 833121 h 3780613"/>
              <a:gd name="connsiteX37" fmla="*/ 4847758 w 6848879"/>
              <a:gd name="connsiteY37" fmla="*/ 985522 h 3780613"/>
              <a:gd name="connsiteX38" fmla="*/ 4435566 w 6848879"/>
              <a:gd name="connsiteY38" fmla="*/ 1018010 h 3780613"/>
              <a:gd name="connsiteX39" fmla="*/ 3766744 w 6848879"/>
              <a:gd name="connsiteY39" fmla="*/ 857442 h 3780613"/>
              <a:gd name="connsiteX40" fmla="*/ 3377933 w 6848879"/>
              <a:gd name="connsiteY40" fmla="*/ 831937 h 3780613"/>
              <a:gd name="connsiteX41" fmla="*/ 2709526 w 6848879"/>
              <a:gd name="connsiteY41" fmla="*/ 1324293 h 3780613"/>
              <a:gd name="connsiteX42" fmla="*/ 2031121 w 6848879"/>
              <a:gd name="connsiteY42" fmla="*/ 1975179 h 3780613"/>
              <a:gd name="connsiteX43" fmla="*/ 1284049 w 6848879"/>
              <a:gd name="connsiteY43" fmla="*/ 2775352 h 3780613"/>
              <a:gd name="connsiteX44" fmla="*/ 604400 w 6848879"/>
              <a:gd name="connsiteY44" fmla="*/ 3662431 h 3780613"/>
              <a:gd name="connsiteX45" fmla="*/ 245855 w 6848879"/>
              <a:gd name="connsiteY45" fmla="*/ 3762469 h 3780613"/>
              <a:gd name="connsiteX46" fmla="*/ 42710 w 6848879"/>
              <a:gd name="connsiteY46" fmla="*/ 3609906 h 3780613"/>
              <a:gd name="connsiteX47" fmla="*/ 0 w 6848879"/>
              <a:gd name="connsiteY47" fmla="*/ 3204689 h 3780613"/>
              <a:gd name="connsiteX48" fmla="*/ 13514 w 6848879"/>
              <a:gd name="connsiteY48" fmla="*/ 2344412 h 3780613"/>
              <a:gd name="connsiteX49" fmla="*/ 34724 w 6848879"/>
              <a:gd name="connsiteY49" fmla="*/ 1861782 h 3780613"/>
              <a:gd name="connsiteX0" fmla="*/ 34724 w 6848879"/>
              <a:gd name="connsiteY0" fmla="*/ 1861782 h 3788646"/>
              <a:gd name="connsiteX1" fmla="*/ 42710 w 6848879"/>
              <a:gd name="connsiteY1" fmla="*/ 1750362 h 3788646"/>
              <a:gd name="connsiteX2" fmla="*/ 130745 w 6848879"/>
              <a:gd name="connsiteY2" fmla="*/ 1750546 h 3788646"/>
              <a:gd name="connsiteX3" fmla="*/ 113830 w 6848879"/>
              <a:gd name="connsiteY3" fmla="*/ 2035104 h 3788646"/>
              <a:gd name="connsiteX4" fmla="*/ 100265 w 6848879"/>
              <a:gd name="connsiteY4" fmla="*/ 2796999 h 3788646"/>
              <a:gd name="connsiteX5" fmla="*/ 124591 w 6848879"/>
              <a:gd name="connsiteY5" fmla="*/ 3584555 h 3788646"/>
              <a:gd name="connsiteX6" fmla="*/ 576446 w 6848879"/>
              <a:gd name="connsiteY6" fmla="*/ 3567731 h 3788646"/>
              <a:gd name="connsiteX7" fmla="*/ 1087121 w 6848879"/>
              <a:gd name="connsiteY7" fmla="*/ 2846852 h 3788646"/>
              <a:gd name="connsiteX8" fmla="*/ 1905267 w 6848879"/>
              <a:gd name="connsiteY8" fmla="*/ 1955005 h 3788646"/>
              <a:gd name="connsiteX9" fmla="*/ 2541127 w 6848879"/>
              <a:gd name="connsiteY9" fmla="*/ 1341877 h 3788646"/>
              <a:gd name="connsiteX10" fmla="*/ 3386501 w 6848879"/>
              <a:gd name="connsiteY10" fmla="*/ 736610 h 3788646"/>
              <a:gd name="connsiteX11" fmla="*/ 4754625 w 6848879"/>
              <a:gd name="connsiteY11" fmla="*/ 909322 h 3788646"/>
              <a:gd name="connsiteX12" fmla="*/ 5254158 w 6848879"/>
              <a:gd name="connsiteY12" fmla="*/ 274322 h 3788646"/>
              <a:gd name="connsiteX13" fmla="*/ 5819309 w 6848879"/>
              <a:gd name="connsiteY13" fmla="*/ 172768 h 3788646"/>
              <a:gd name="connsiteX14" fmla="*/ 6248992 w 6848879"/>
              <a:gd name="connsiteY14" fmla="*/ 428302 h 3788646"/>
              <a:gd name="connsiteX15" fmla="*/ 6410214 w 6848879"/>
              <a:gd name="connsiteY15" fmla="*/ 623187 h 3788646"/>
              <a:gd name="connsiteX16" fmla="*/ 6562614 w 6848879"/>
              <a:gd name="connsiteY16" fmla="*/ 703089 h 3788646"/>
              <a:gd name="connsiteX17" fmla="*/ 6676914 w 6848879"/>
              <a:gd name="connsiteY17" fmla="*/ 674034 h 3788646"/>
              <a:gd name="connsiteX18" fmla="*/ 6706192 w 6848879"/>
              <a:gd name="connsiteY18" fmla="*/ 529995 h 3788646"/>
              <a:gd name="connsiteX19" fmla="*/ 6676915 w 6848879"/>
              <a:gd name="connsiteY19" fmla="*/ 390745 h 3788646"/>
              <a:gd name="connsiteX20" fmla="*/ 6607066 w 6848879"/>
              <a:gd name="connsiteY20" fmla="*/ 303578 h 3788646"/>
              <a:gd name="connsiteX21" fmla="*/ 6562616 w 6848879"/>
              <a:gd name="connsiteY21" fmla="*/ 194620 h 3788646"/>
              <a:gd name="connsiteX22" fmla="*/ 6543566 w 6848879"/>
              <a:gd name="connsiteY22" fmla="*/ 27550 h 3788646"/>
              <a:gd name="connsiteX23" fmla="*/ 6689615 w 6848879"/>
              <a:gd name="connsiteY23" fmla="*/ 13025 h 3788646"/>
              <a:gd name="connsiteX24" fmla="*/ 6841658 w 6848879"/>
              <a:gd name="connsiteY24" fmla="*/ 26287 h 3788646"/>
              <a:gd name="connsiteX25" fmla="*/ 6822966 w 6848879"/>
              <a:gd name="connsiteY25" fmla="*/ 252730 h 3788646"/>
              <a:gd name="connsiteX26" fmla="*/ 6778516 w 6848879"/>
              <a:gd name="connsiteY26" fmla="*/ 405271 h 3788646"/>
              <a:gd name="connsiteX27" fmla="*/ 6765815 w 6848879"/>
              <a:gd name="connsiteY27" fmla="*/ 659506 h 3788646"/>
              <a:gd name="connsiteX28" fmla="*/ 6689615 w 6848879"/>
              <a:gd name="connsiteY28" fmla="*/ 775729 h 3788646"/>
              <a:gd name="connsiteX29" fmla="*/ 6579192 w 6848879"/>
              <a:gd name="connsiteY29" fmla="*/ 797321 h 3788646"/>
              <a:gd name="connsiteX30" fmla="*/ 6365407 w 6848879"/>
              <a:gd name="connsiteY30" fmla="*/ 712560 h 3788646"/>
              <a:gd name="connsiteX31" fmla="*/ 6099065 w 6848879"/>
              <a:gd name="connsiteY31" fmla="*/ 398005 h 3788646"/>
              <a:gd name="connsiteX32" fmla="*/ 5861642 w 6848879"/>
              <a:gd name="connsiteY32" fmla="*/ 276774 h 3788646"/>
              <a:gd name="connsiteX33" fmla="*/ 5537792 w 6848879"/>
              <a:gd name="connsiteY33" fmla="*/ 257389 h 3788646"/>
              <a:gd name="connsiteX34" fmla="*/ 5355758 w 6848879"/>
              <a:gd name="connsiteY34" fmla="*/ 333589 h 3788646"/>
              <a:gd name="connsiteX35" fmla="*/ 5237225 w 6848879"/>
              <a:gd name="connsiteY35" fmla="*/ 452121 h 3788646"/>
              <a:gd name="connsiteX36" fmla="*/ 5025558 w 6848879"/>
              <a:gd name="connsiteY36" fmla="*/ 833121 h 3788646"/>
              <a:gd name="connsiteX37" fmla="*/ 4847758 w 6848879"/>
              <a:gd name="connsiteY37" fmla="*/ 985522 h 3788646"/>
              <a:gd name="connsiteX38" fmla="*/ 4435566 w 6848879"/>
              <a:gd name="connsiteY38" fmla="*/ 1018010 h 3788646"/>
              <a:gd name="connsiteX39" fmla="*/ 3766744 w 6848879"/>
              <a:gd name="connsiteY39" fmla="*/ 857442 h 3788646"/>
              <a:gd name="connsiteX40" fmla="*/ 3377933 w 6848879"/>
              <a:gd name="connsiteY40" fmla="*/ 831937 h 3788646"/>
              <a:gd name="connsiteX41" fmla="*/ 2709526 w 6848879"/>
              <a:gd name="connsiteY41" fmla="*/ 1324293 h 3788646"/>
              <a:gd name="connsiteX42" fmla="*/ 2031121 w 6848879"/>
              <a:gd name="connsiteY42" fmla="*/ 1975179 h 3788646"/>
              <a:gd name="connsiteX43" fmla="*/ 1284049 w 6848879"/>
              <a:gd name="connsiteY43" fmla="*/ 2775352 h 3788646"/>
              <a:gd name="connsiteX44" fmla="*/ 604400 w 6848879"/>
              <a:gd name="connsiteY44" fmla="*/ 3662431 h 3788646"/>
              <a:gd name="connsiteX45" fmla="*/ 250935 w 6848879"/>
              <a:gd name="connsiteY45" fmla="*/ 3774092 h 3788646"/>
              <a:gd name="connsiteX46" fmla="*/ 42710 w 6848879"/>
              <a:gd name="connsiteY46" fmla="*/ 3609906 h 3788646"/>
              <a:gd name="connsiteX47" fmla="*/ 0 w 6848879"/>
              <a:gd name="connsiteY47" fmla="*/ 3204689 h 3788646"/>
              <a:gd name="connsiteX48" fmla="*/ 13514 w 6848879"/>
              <a:gd name="connsiteY48" fmla="*/ 2344412 h 3788646"/>
              <a:gd name="connsiteX49" fmla="*/ 34724 w 6848879"/>
              <a:gd name="connsiteY49" fmla="*/ 1861782 h 3788646"/>
              <a:gd name="connsiteX0" fmla="*/ 34724 w 6848879"/>
              <a:gd name="connsiteY0" fmla="*/ 1861782 h 3797239"/>
              <a:gd name="connsiteX1" fmla="*/ 42710 w 6848879"/>
              <a:gd name="connsiteY1" fmla="*/ 1750362 h 3797239"/>
              <a:gd name="connsiteX2" fmla="*/ 130745 w 6848879"/>
              <a:gd name="connsiteY2" fmla="*/ 1750546 h 3797239"/>
              <a:gd name="connsiteX3" fmla="*/ 113830 w 6848879"/>
              <a:gd name="connsiteY3" fmla="*/ 2035104 h 3797239"/>
              <a:gd name="connsiteX4" fmla="*/ 100265 w 6848879"/>
              <a:gd name="connsiteY4" fmla="*/ 2796999 h 3797239"/>
              <a:gd name="connsiteX5" fmla="*/ 124591 w 6848879"/>
              <a:gd name="connsiteY5" fmla="*/ 3584555 h 3797239"/>
              <a:gd name="connsiteX6" fmla="*/ 576446 w 6848879"/>
              <a:gd name="connsiteY6" fmla="*/ 3567731 h 3797239"/>
              <a:gd name="connsiteX7" fmla="*/ 1087121 w 6848879"/>
              <a:gd name="connsiteY7" fmla="*/ 2846852 h 3797239"/>
              <a:gd name="connsiteX8" fmla="*/ 1905267 w 6848879"/>
              <a:gd name="connsiteY8" fmla="*/ 1955005 h 3797239"/>
              <a:gd name="connsiteX9" fmla="*/ 2541127 w 6848879"/>
              <a:gd name="connsiteY9" fmla="*/ 1341877 h 3797239"/>
              <a:gd name="connsiteX10" fmla="*/ 3386501 w 6848879"/>
              <a:gd name="connsiteY10" fmla="*/ 736610 h 3797239"/>
              <a:gd name="connsiteX11" fmla="*/ 4754625 w 6848879"/>
              <a:gd name="connsiteY11" fmla="*/ 909322 h 3797239"/>
              <a:gd name="connsiteX12" fmla="*/ 5254158 w 6848879"/>
              <a:gd name="connsiteY12" fmla="*/ 274322 h 3797239"/>
              <a:gd name="connsiteX13" fmla="*/ 5819309 w 6848879"/>
              <a:gd name="connsiteY13" fmla="*/ 172768 h 3797239"/>
              <a:gd name="connsiteX14" fmla="*/ 6248992 w 6848879"/>
              <a:gd name="connsiteY14" fmla="*/ 428302 h 3797239"/>
              <a:gd name="connsiteX15" fmla="*/ 6410214 w 6848879"/>
              <a:gd name="connsiteY15" fmla="*/ 623187 h 3797239"/>
              <a:gd name="connsiteX16" fmla="*/ 6562614 w 6848879"/>
              <a:gd name="connsiteY16" fmla="*/ 703089 h 3797239"/>
              <a:gd name="connsiteX17" fmla="*/ 6676914 w 6848879"/>
              <a:gd name="connsiteY17" fmla="*/ 674034 h 3797239"/>
              <a:gd name="connsiteX18" fmla="*/ 6706192 w 6848879"/>
              <a:gd name="connsiteY18" fmla="*/ 529995 h 3797239"/>
              <a:gd name="connsiteX19" fmla="*/ 6676915 w 6848879"/>
              <a:gd name="connsiteY19" fmla="*/ 390745 h 3797239"/>
              <a:gd name="connsiteX20" fmla="*/ 6607066 w 6848879"/>
              <a:gd name="connsiteY20" fmla="*/ 303578 h 3797239"/>
              <a:gd name="connsiteX21" fmla="*/ 6562616 w 6848879"/>
              <a:gd name="connsiteY21" fmla="*/ 194620 h 3797239"/>
              <a:gd name="connsiteX22" fmla="*/ 6543566 w 6848879"/>
              <a:gd name="connsiteY22" fmla="*/ 27550 h 3797239"/>
              <a:gd name="connsiteX23" fmla="*/ 6689615 w 6848879"/>
              <a:gd name="connsiteY23" fmla="*/ 13025 h 3797239"/>
              <a:gd name="connsiteX24" fmla="*/ 6841658 w 6848879"/>
              <a:gd name="connsiteY24" fmla="*/ 26287 h 3797239"/>
              <a:gd name="connsiteX25" fmla="*/ 6822966 w 6848879"/>
              <a:gd name="connsiteY25" fmla="*/ 252730 h 3797239"/>
              <a:gd name="connsiteX26" fmla="*/ 6778516 w 6848879"/>
              <a:gd name="connsiteY26" fmla="*/ 405271 h 3797239"/>
              <a:gd name="connsiteX27" fmla="*/ 6765815 w 6848879"/>
              <a:gd name="connsiteY27" fmla="*/ 659506 h 3797239"/>
              <a:gd name="connsiteX28" fmla="*/ 6689615 w 6848879"/>
              <a:gd name="connsiteY28" fmla="*/ 775729 h 3797239"/>
              <a:gd name="connsiteX29" fmla="*/ 6579192 w 6848879"/>
              <a:gd name="connsiteY29" fmla="*/ 797321 h 3797239"/>
              <a:gd name="connsiteX30" fmla="*/ 6365407 w 6848879"/>
              <a:gd name="connsiteY30" fmla="*/ 712560 h 3797239"/>
              <a:gd name="connsiteX31" fmla="*/ 6099065 w 6848879"/>
              <a:gd name="connsiteY31" fmla="*/ 398005 h 3797239"/>
              <a:gd name="connsiteX32" fmla="*/ 5861642 w 6848879"/>
              <a:gd name="connsiteY32" fmla="*/ 276774 h 3797239"/>
              <a:gd name="connsiteX33" fmla="*/ 5537792 w 6848879"/>
              <a:gd name="connsiteY33" fmla="*/ 257389 h 3797239"/>
              <a:gd name="connsiteX34" fmla="*/ 5355758 w 6848879"/>
              <a:gd name="connsiteY34" fmla="*/ 333589 h 3797239"/>
              <a:gd name="connsiteX35" fmla="*/ 5237225 w 6848879"/>
              <a:gd name="connsiteY35" fmla="*/ 452121 h 3797239"/>
              <a:gd name="connsiteX36" fmla="*/ 5025558 w 6848879"/>
              <a:gd name="connsiteY36" fmla="*/ 833121 h 3797239"/>
              <a:gd name="connsiteX37" fmla="*/ 4847758 w 6848879"/>
              <a:gd name="connsiteY37" fmla="*/ 985522 h 3797239"/>
              <a:gd name="connsiteX38" fmla="*/ 4435566 w 6848879"/>
              <a:gd name="connsiteY38" fmla="*/ 1018010 h 3797239"/>
              <a:gd name="connsiteX39" fmla="*/ 3766744 w 6848879"/>
              <a:gd name="connsiteY39" fmla="*/ 857442 h 3797239"/>
              <a:gd name="connsiteX40" fmla="*/ 3377933 w 6848879"/>
              <a:gd name="connsiteY40" fmla="*/ 831937 h 3797239"/>
              <a:gd name="connsiteX41" fmla="*/ 2709526 w 6848879"/>
              <a:gd name="connsiteY41" fmla="*/ 1324293 h 3797239"/>
              <a:gd name="connsiteX42" fmla="*/ 2031121 w 6848879"/>
              <a:gd name="connsiteY42" fmla="*/ 1975179 h 3797239"/>
              <a:gd name="connsiteX43" fmla="*/ 1284049 w 6848879"/>
              <a:gd name="connsiteY43" fmla="*/ 2775352 h 3797239"/>
              <a:gd name="connsiteX44" fmla="*/ 604400 w 6848879"/>
              <a:gd name="connsiteY44" fmla="*/ 3662431 h 3797239"/>
              <a:gd name="connsiteX45" fmla="*/ 316975 w 6848879"/>
              <a:gd name="connsiteY45" fmla="*/ 3785714 h 3797239"/>
              <a:gd name="connsiteX46" fmla="*/ 42710 w 6848879"/>
              <a:gd name="connsiteY46" fmla="*/ 3609906 h 3797239"/>
              <a:gd name="connsiteX47" fmla="*/ 0 w 6848879"/>
              <a:gd name="connsiteY47" fmla="*/ 3204689 h 3797239"/>
              <a:gd name="connsiteX48" fmla="*/ 13514 w 6848879"/>
              <a:gd name="connsiteY48" fmla="*/ 2344412 h 3797239"/>
              <a:gd name="connsiteX49" fmla="*/ 34724 w 6848879"/>
              <a:gd name="connsiteY49" fmla="*/ 1861782 h 3797239"/>
              <a:gd name="connsiteX0" fmla="*/ 34724 w 6848879"/>
              <a:gd name="connsiteY0" fmla="*/ 1861782 h 3785714"/>
              <a:gd name="connsiteX1" fmla="*/ 42710 w 6848879"/>
              <a:gd name="connsiteY1" fmla="*/ 1750362 h 3785714"/>
              <a:gd name="connsiteX2" fmla="*/ 130745 w 6848879"/>
              <a:gd name="connsiteY2" fmla="*/ 1750546 h 3785714"/>
              <a:gd name="connsiteX3" fmla="*/ 113830 w 6848879"/>
              <a:gd name="connsiteY3" fmla="*/ 2035104 h 3785714"/>
              <a:gd name="connsiteX4" fmla="*/ 100265 w 6848879"/>
              <a:gd name="connsiteY4" fmla="*/ 2796999 h 3785714"/>
              <a:gd name="connsiteX5" fmla="*/ 124591 w 6848879"/>
              <a:gd name="connsiteY5" fmla="*/ 3584555 h 3785714"/>
              <a:gd name="connsiteX6" fmla="*/ 576446 w 6848879"/>
              <a:gd name="connsiteY6" fmla="*/ 3567731 h 3785714"/>
              <a:gd name="connsiteX7" fmla="*/ 1087121 w 6848879"/>
              <a:gd name="connsiteY7" fmla="*/ 2846852 h 3785714"/>
              <a:gd name="connsiteX8" fmla="*/ 1905267 w 6848879"/>
              <a:gd name="connsiteY8" fmla="*/ 1955005 h 3785714"/>
              <a:gd name="connsiteX9" fmla="*/ 2541127 w 6848879"/>
              <a:gd name="connsiteY9" fmla="*/ 1341877 h 3785714"/>
              <a:gd name="connsiteX10" fmla="*/ 3386501 w 6848879"/>
              <a:gd name="connsiteY10" fmla="*/ 736610 h 3785714"/>
              <a:gd name="connsiteX11" fmla="*/ 4754625 w 6848879"/>
              <a:gd name="connsiteY11" fmla="*/ 909322 h 3785714"/>
              <a:gd name="connsiteX12" fmla="*/ 5254158 w 6848879"/>
              <a:gd name="connsiteY12" fmla="*/ 274322 h 3785714"/>
              <a:gd name="connsiteX13" fmla="*/ 5819309 w 6848879"/>
              <a:gd name="connsiteY13" fmla="*/ 172768 h 3785714"/>
              <a:gd name="connsiteX14" fmla="*/ 6248992 w 6848879"/>
              <a:gd name="connsiteY14" fmla="*/ 428302 h 3785714"/>
              <a:gd name="connsiteX15" fmla="*/ 6410214 w 6848879"/>
              <a:gd name="connsiteY15" fmla="*/ 623187 h 3785714"/>
              <a:gd name="connsiteX16" fmla="*/ 6562614 w 6848879"/>
              <a:gd name="connsiteY16" fmla="*/ 703089 h 3785714"/>
              <a:gd name="connsiteX17" fmla="*/ 6676914 w 6848879"/>
              <a:gd name="connsiteY17" fmla="*/ 674034 h 3785714"/>
              <a:gd name="connsiteX18" fmla="*/ 6706192 w 6848879"/>
              <a:gd name="connsiteY18" fmla="*/ 529995 h 3785714"/>
              <a:gd name="connsiteX19" fmla="*/ 6676915 w 6848879"/>
              <a:gd name="connsiteY19" fmla="*/ 390745 h 3785714"/>
              <a:gd name="connsiteX20" fmla="*/ 6607066 w 6848879"/>
              <a:gd name="connsiteY20" fmla="*/ 303578 h 3785714"/>
              <a:gd name="connsiteX21" fmla="*/ 6562616 w 6848879"/>
              <a:gd name="connsiteY21" fmla="*/ 194620 h 3785714"/>
              <a:gd name="connsiteX22" fmla="*/ 6543566 w 6848879"/>
              <a:gd name="connsiteY22" fmla="*/ 27550 h 3785714"/>
              <a:gd name="connsiteX23" fmla="*/ 6689615 w 6848879"/>
              <a:gd name="connsiteY23" fmla="*/ 13025 h 3785714"/>
              <a:gd name="connsiteX24" fmla="*/ 6841658 w 6848879"/>
              <a:gd name="connsiteY24" fmla="*/ 26287 h 3785714"/>
              <a:gd name="connsiteX25" fmla="*/ 6822966 w 6848879"/>
              <a:gd name="connsiteY25" fmla="*/ 252730 h 3785714"/>
              <a:gd name="connsiteX26" fmla="*/ 6778516 w 6848879"/>
              <a:gd name="connsiteY26" fmla="*/ 405271 h 3785714"/>
              <a:gd name="connsiteX27" fmla="*/ 6765815 w 6848879"/>
              <a:gd name="connsiteY27" fmla="*/ 659506 h 3785714"/>
              <a:gd name="connsiteX28" fmla="*/ 6689615 w 6848879"/>
              <a:gd name="connsiteY28" fmla="*/ 775729 h 3785714"/>
              <a:gd name="connsiteX29" fmla="*/ 6579192 w 6848879"/>
              <a:gd name="connsiteY29" fmla="*/ 797321 h 3785714"/>
              <a:gd name="connsiteX30" fmla="*/ 6365407 w 6848879"/>
              <a:gd name="connsiteY30" fmla="*/ 712560 h 3785714"/>
              <a:gd name="connsiteX31" fmla="*/ 6099065 w 6848879"/>
              <a:gd name="connsiteY31" fmla="*/ 398005 h 3785714"/>
              <a:gd name="connsiteX32" fmla="*/ 5861642 w 6848879"/>
              <a:gd name="connsiteY32" fmla="*/ 276774 h 3785714"/>
              <a:gd name="connsiteX33" fmla="*/ 5537792 w 6848879"/>
              <a:gd name="connsiteY33" fmla="*/ 257389 h 3785714"/>
              <a:gd name="connsiteX34" fmla="*/ 5355758 w 6848879"/>
              <a:gd name="connsiteY34" fmla="*/ 333589 h 3785714"/>
              <a:gd name="connsiteX35" fmla="*/ 5237225 w 6848879"/>
              <a:gd name="connsiteY35" fmla="*/ 452121 h 3785714"/>
              <a:gd name="connsiteX36" fmla="*/ 5025558 w 6848879"/>
              <a:gd name="connsiteY36" fmla="*/ 833121 h 3785714"/>
              <a:gd name="connsiteX37" fmla="*/ 4847758 w 6848879"/>
              <a:gd name="connsiteY37" fmla="*/ 985522 h 3785714"/>
              <a:gd name="connsiteX38" fmla="*/ 4435566 w 6848879"/>
              <a:gd name="connsiteY38" fmla="*/ 1018010 h 3785714"/>
              <a:gd name="connsiteX39" fmla="*/ 3766744 w 6848879"/>
              <a:gd name="connsiteY39" fmla="*/ 857442 h 3785714"/>
              <a:gd name="connsiteX40" fmla="*/ 3377933 w 6848879"/>
              <a:gd name="connsiteY40" fmla="*/ 831937 h 3785714"/>
              <a:gd name="connsiteX41" fmla="*/ 2709526 w 6848879"/>
              <a:gd name="connsiteY41" fmla="*/ 1324293 h 3785714"/>
              <a:gd name="connsiteX42" fmla="*/ 2031121 w 6848879"/>
              <a:gd name="connsiteY42" fmla="*/ 1975179 h 3785714"/>
              <a:gd name="connsiteX43" fmla="*/ 1284049 w 6848879"/>
              <a:gd name="connsiteY43" fmla="*/ 2775352 h 3785714"/>
              <a:gd name="connsiteX44" fmla="*/ 604400 w 6848879"/>
              <a:gd name="connsiteY44" fmla="*/ 3662431 h 3785714"/>
              <a:gd name="connsiteX45" fmla="*/ 316975 w 6848879"/>
              <a:gd name="connsiteY45" fmla="*/ 3785714 h 3785714"/>
              <a:gd name="connsiteX46" fmla="*/ 42710 w 6848879"/>
              <a:gd name="connsiteY46" fmla="*/ 3609906 h 3785714"/>
              <a:gd name="connsiteX47" fmla="*/ 0 w 6848879"/>
              <a:gd name="connsiteY47" fmla="*/ 3204689 h 3785714"/>
              <a:gd name="connsiteX48" fmla="*/ 13514 w 6848879"/>
              <a:gd name="connsiteY48" fmla="*/ 2344412 h 3785714"/>
              <a:gd name="connsiteX49" fmla="*/ 34724 w 6848879"/>
              <a:gd name="connsiteY49" fmla="*/ 1861782 h 3785714"/>
              <a:gd name="connsiteX0" fmla="*/ 34724 w 6848879"/>
              <a:gd name="connsiteY0" fmla="*/ 1861782 h 3785714"/>
              <a:gd name="connsiteX1" fmla="*/ 42710 w 6848879"/>
              <a:gd name="connsiteY1" fmla="*/ 1750362 h 3785714"/>
              <a:gd name="connsiteX2" fmla="*/ 130745 w 6848879"/>
              <a:gd name="connsiteY2" fmla="*/ 1750546 h 3785714"/>
              <a:gd name="connsiteX3" fmla="*/ 113830 w 6848879"/>
              <a:gd name="connsiteY3" fmla="*/ 2035104 h 3785714"/>
              <a:gd name="connsiteX4" fmla="*/ 100265 w 6848879"/>
              <a:gd name="connsiteY4" fmla="*/ 2796999 h 3785714"/>
              <a:gd name="connsiteX5" fmla="*/ 124591 w 6848879"/>
              <a:gd name="connsiteY5" fmla="*/ 3584555 h 3785714"/>
              <a:gd name="connsiteX6" fmla="*/ 576446 w 6848879"/>
              <a:gd name="connsiteY6" fmla="*/ 3567731 h 3785714"/>
              <a:gd name="connsiteX7" fmla="*/ 1087121 w 6848879"/>
              <a:gd name="connsiteY7" fmla="*/ 2846852 h 3785714"/>
              <a:gd name="connsiteX8" fmla="*/ 1905267 w 6848879"/>
              <a:gd name="connsiteY8" fmla="*/ 1955005 h 3785714"/>
              <a:gd name="connsiteX9" fmla="*/ 2541127 w 6848879"/>
              <a:gd name="connsiteY9" fmla="*/ 1341877 h 3785714"/>
              <a:gd name="connsiteX10" fmla="*/ 3386501 w 6848879"/>
              <a:gd name="connsiteY10" fmla="*/ 736610 h 3785714"/>
              <a:gd name="connsiteX11" fmla="*/ 4754625 w 6848879"/>
              <a:gd name="connsiteY11" fmla="*/ 909322 h 3785714"/>
              <a:gd name="connsiteX12" fmla="*/ 5254158 w 6848879"/>
              <a:gd name="connsiteY12" fmla="*/ 274322 h 3785714"/>
              <a:gd name="connsiteX13" fmla="*/ 5819309 w 6848879"/>
              <a:gd name="connsiteY13" fmla="*/ 172768 h 3785714"/>
              <a:gd name="connsiteX14" fmla="*/ 6248992 w 6848879"/>
              <a:gd name="connsiteY14" fmla="*/ 428302 h 3785714"/>
              <a:gd name="connsiteX15" fmla="*/ 6410214 w 6848879"/>
              <a:gd name="connsiteY15" fmla="*/ 623187 h 3785714"/>
              <a:gd name="connsiteX16" fmla="*/ 6562614 w 6848879"/>
              <a:gd name="connsiteY16" fmla="*/ 703089 h 3785714"/>
              <a:gd name="connsiteX17" fmla="*/ 6676914 w 6848879"/>
              <a:gd name="connsiteY17" fmla="*/ 674034 h 3785714"/>
              <a:gd name="connsiteX18" fmla="*/ 6706192 w 6848879"/>
              <a:gd name="connsiteY18" fmla="*/ 529995 h 3785714"/>
              <a:gd name="connsiteX19" fmla="*/ 6676915 w 6848879"/>
              <a:gd name="connsiteY19" fmla="*/ 390745 h 3785714"/>
              <a:gd name="connsiteX20" fmla="*/ 6607066 w 6848879"/>
              <a:gd name="connsiteY20" fmla="*/ 303578 h 3785714"/>
              <a:gd name="connsiteX21" fmla="*/ 6562616 w 6848879"/>
              <a:gd name="connsiteY21" fmla="*/ 194620 h 3785714"/>
              <a:gd name="connsiteX22" fmla="*/ 6543566 w 6848879"/>
              <a:gd name="connsiteY22" fmla="*/ 27550 h 3785714"/>
              <a:gd name="connsiteX23" fmla="*/ 6689615 w 6848879"/>
              <a:gd name="connsiteY23" fmla="*/ 13025 h 3785714"/>
              <a:gd name="connsiteX24" fmla="*/ 6841658 w 6848879"/>
              <a:gd name="connsiteY24" fmla="*/ 26287 h 3785714"/>
              <a:gd name="connsiteX25" fmla="*/ 6822966 w 6848879"/>
              <a:gd name="connsiteY25" fmla="*/ 252730 h 3785714"/>
              <a:gd name="connsiteX26" fmla="*/ 6778516 w 6848879"/>
              <a:gd name="connsiteY26" fmla="*/ 405271 h 3785714"/>
              <a:gd name="connsiteX27" fmla="*/ 6765815 w 6848879"/>
              <a:gd name="connsiteY27" fmla="*/ 659506 h 3785714"/>
              <a:gd name="connsiteX28" fmla="*/ 6689615 w 6848879"/>
              <a:gd name="connsiteY28" fmla="*/ 775729 h 3785714"/>
              <a:gd name="connsiteX29" fmla="*/ 6579192 w 6848879"/>
              <a:gd name="connsiteY29" fmla="*/ 797321 h 3785714"/>
              <a:gd name="connsiteX30" fmla="*/ 6365407 w 6848879"/>
              <a:gd name="connsiteY30" fmla="*/ 712560 h 3785714"/>
              <a:gd name="connsiteX31" fmla="*/ 6099065 w 6848879"/>
              <a:gd name="connsiteY31" fmla="*/ 398005 h 3785714"/>
              <a:gd name="connsiteX32" fmla="*/ 5861642 w 6848879"/>
              <a:gd name="connsiteY32" fmla="*/ 276774 h 3785714"/>
              <a:gd name="connsiteX33" fmla="*/ 5537792 w 6848879"/>
              <a:gd name="connsiteY33" fmla="*/ 257389 h 3785714"/>
              <a:gd name="connsiteX34" fmla="*/ 5355758 w 6848879"/>
              <a:gd name="connsiteY34" fmla="*/ 333589 h 3785714"/>
              <a:gd name="connsiteX35" fmla="*/ 5237225 w 6848879"/>
              <a:gd name="connsiteY35" fmla="*/ 452121 h 3785714"/>
              <a:gd name="connsiteX36" fmla="*/ 5025558 w 6848879"/>
              <a:gd name="connsiteY36" fmla="*/ 833121 h 3785714"/>
              <a:gd name="connsiteX37" fmla="*/ 4847758 w 6848879"/>
              <a:gd name="connsiteY37" fmla="*/ 985522 h 3785714"/>
              <a:gd name="connsiteX38" fmla="*/ 4435566 w 6848879"/>
              <a:gd name="connsiteY38" fmla="*/ 1018010 h 3785714"/>
              <a:gd name="connsiteX39" fmla="*/ 3766744 w 6848879"/>
              <a:gd name="connsiteY39" fmla="*/ 857442 h 3785714"/>
              <a:gd name="connsiteX40" fmla="*/ 3377933 w 6848879"/>
              <a:gd name="connsiteY40" fmla="*/ 831937 h 3785714"/>
              <a:gd name="connsiteX41" fmla="*/ 2709526 w 6848879"/>
              <a:gd name="connsiteY41" fmla="*/ 1324293 h 3785714"/>
              <a:gd name="connsiteX42" fmla="*/ 2031121 w 6848879"/>
              <a:gd name="connsiteY42" fmla="*/ 1975179 h 3785714"/>
              <a:gd name="connsiteX43" fmla="*/ 1284049 w 6848879"/>
              <a:gd name="connsiteY43" fmla="*/ 2775352 h 3785714"/>
              <a:gd name="connsiteX44" fmla="*/ 604400 w 6848879"/>
              <a:gd name="connsiteY44" fmla="*/ 3662431 h 3785714"/>
              <a:gd name="connsiteX45" fmla="*/ 316975 w 6848879"/>
              <a:gd name="connsiteY45" fmla="*/ 3785714 h 3785714"/>
              <a:gd name="connsiteX46" fmla="*/ 42710 w 6848879"/>
              <a:gd name="connsiteY46" fmla="*/ 3609906 h 3785714"/>
              <a:gd name="connsiteX47" fmla="*/ 0 w 6848879"/>
              <a:gd name="connsiteY47" fmla="*/ 3204689 h 3785714"/>
              <a:gd name="connsiteX48" fmla="*/ 13514 w 6848879"/>
              <a:gd name="connsiteY48" fmla="*/ 2344412 h 3785714"/>
              <a:gd name="connsiteX49" fmla="*/ 34724 w 6848879"/>
              <a:gd name="connsiteY49" fmla="*/ 1861782 h 3785714"/>
              <a:gd name="connsiteX0" fmla="*/ 34724 w 6848879"/>
              <a:gd name="connsiteY0" fmla="*/ 1861782 h 3785714"/>
              <a:gd name="connsiteX1" fmla="*/ 42710 w 6848879"/>
              <a:gd name="connsiteY1" fmla="*/ 1750362 h 3785714"/>
              <a:gd name="connsiteX2" fmla="*/ 130745 w 6848879"/>
              <a:gd name="connsiteY2" fmla="*/ 1750546 h 3785714"/>
              <a:gd name="connsiteX3" fmla="*/ 113830 w 6848879"/>
              <a:gd name="connsiteY3" fmla="*/ 2035104 h 3785714"/>
              <a:gd name="connsiteX4" fmla="*/ 100265 w 6848879"/>
              <a:gd name="connsiteY4" fmla="*/ 2796999 h 3785714"/>
              <a:gd name="connsiteX5" fmla="*/ 124591 w 6848879"/>
              <a:gd name="connsiteY5" fmla="*/ 3584555 h 3785714"/>
              <a:gd name="connsiteX6" fmla="*/ 576446 w 6848879"/>
              <a:gd name="connsiteY6" fmla="*/ 3567731 h 3785714"/>
              <a:gd name="connsiteX7" fmla="*/ 1087121 w 6848879"/>
              <a:gd name="connsiteY7" fmla="*/ 2846852 h 3785714"/>
              <a:gd name="connsiteX8" fmla="*/ 1905267 w 6848879"/>
              <a:gd name="connsiteY8" fmla="*/ 1955005 h 3785714"/>
              <a:gd name="connsiteX9" fmla="*/ 2541127 w 6848879"/>
              <a:gd name="connsiteY9" fmla="*/ 1341877 h 3785714"/>
              <a:gd name="connsiteX10" fmla="*/ 3386501 w 6848879"/>
              <a:gd name="connsiteY10" fmla="*/ 736610 h 3785714"/>
              <a:gd name="connsiteX11" fmla="*/ 4754625 w 6848879"/>
              <a:gd name="connsiteY11" fmla="*/ 909322 h 3785714"/>
              <a:gd name="connsiteX12" fmla="*/ 5254158 w 6848879"/>
              <a:gd name="connsiteY12" fmla="*/ 274322 h 3785714"/>
              <a:gd name="connsiteX13" fmla="*/ 5819309 w 6848879"/>
              <a:gd name="connsiteY13" fmla="*/ 172768 h 3785714"/>
              <a:gd name="connsiteX14" fmla="*/ 6248992 w 6848879"/>
              <a:gd name="connsiteY14" fmla="*/ 428302 h 3785714"/>
              <a:gd name="connsiteX15" fmla="*/ 6410214 w 6848879"/>
              <a:gd name="connsiteY15" fmla="*/ 623187 h 3785714"/>
              <a:gd name="connsiteX16" fmla="*/ 6562614 w 6848879"/>
              <a:gd name="connsiteY16" fmla="*/ 703089 h 3785714"/>
              <a:gd name="connsiteX17" fmla="*/ 6676914 w 6848879"/>
              <a:gd name="connsiteY17" fmla="*/ 674034 h 3785714"/>
              <a:gd name="connsiteX18" fmla="*/ 6706192 w 6848879"/>
              <a:gd name="connsiteY18" fmla="*/ 529995 h 3785714"/>
              <a:gd name="connsiteX19" fmla="*/ 6676915 w 6848879"/>
              <a:gd name="connsiteY19" fmla="*/ 390745 h 3785714"/>
              <a:gd name="connsiteX20" fmla="*/ 6607066 w 6848879"/>
              <a:gd name="connsiteY20" fmla="*/ 303578 h 3785714"/>
              <a:gd name="connsiteX21" fmla="*/ 6562616 w 6848879"/>
              <a:gd name="connsiteY21" fmla="*/ 194620 h 3785714"/>
              <a:gd name="connsiteX22" fmla="*/ 6543566 w 6848879"/>
              <a:gd name="connsiteY22" fmla="*/ 27550 h 3785714"/>
              <a:gd name="connsiteX23" fmla="*/ 6689615 w 6848879"/>
              <a:gd name="connsiteY23" fmla="*/ 13025 h 3785714"/>
              <a:gd name="connsiteX24" fmla="*/ 6841658 w 6848879"/>
              <a:gd name="connsiteY24" fmla="*/ 26287 h 3785714"/>
              <a:gd name="connsiteX25" fmla="*/ 6822966 w 6848879"/>
              <a:gd name="connsiteY25" fmla="*/ 252730 h 3785714"/>
              <a:gd name="connsiteX26" fmla="*/ 6778516 w 6848879"/>
              <a:gd name="connsiteY26" fmla="*/ 405271 h 3785714"/>
              <a:gd name="connsiteX27" fmla="*/ 6765815 w 6848879"/>
              <a:gd name="connsiteY27" fmla="*/ 659506 h 3785714"/>
              <a:gd name="connsiteX28" fmla="*/ 6689615 w 6848879"/>
              <a:gd name="connsiteY28" fmla="*/ 775729 h 3785714"/>
              <a:gd name="connsiteX29" fmla="*/ 6579192 w 6848879"/>
              <a:gd name="connsiteY29" fmla="*/ 797321 h 3785714"/>
              <a:gd name="connsiteX30" fmla="*/ 6365407 w 6848879"/>
              <a:gd name="connsiteY30" fmla="*/ 712560 h 3785714"/>
              <a:gd name="connsiteX31" fmla="*/ 6099065 w 6848879"/>
              <a:gd name="connsiteY31" fmla="*/ 398005 h 3785714"/>
              <a:gd name="connsiteX32" fmla="*/ 5861642 w 6848879"/>
              <a:gd name="connsiteY32" fmla="*/ 276774 h 3785714"/>
              <a:gd name="connsiteX33" fmla="*/ 5537792 w 6848879"/>
              <a:gd name="connsiteY33" fmla="*/ 257389 h 3785714"/>
              <a:gd name="connsiteX34" fmla="*/ 5355758 w 6848879"/>
              <a:gd name="connsiteY34" fmla="*/ 333589 h 3785714"/>
              <a:gd name="connsiteX35" fmla="*/ 5237225 w 6848879"/>
              <a:gd name="connsiteY35" fmla="*/ 452121 h 3785714"/>
              <a:gd name="connsiteX36" fmla="*/ 5025558 w 6848879"/>
              <a:gd name="connsiteY36" fmla="*/ 833121 h 3785714"/>
              <a:gd name="connsiteX37" fmla="*/ 4847758 w 6848879"/>
              <a:gd name="connsiteY37" fmla="*/ 985522 h 3785714"/>
              <a:gd name="connsiteX38" fmla="*/ 4435566 w 6848879"/>
              <a:gd name="connsiteY38" fmla="*/ 1018010 h 3785714"/>
              <a:gd name="connsiteX39" fmla="*/ 3766744 w 6848879"/>
              <a:gd name="connsiteY39" fmla="*/ 857442 h 3785714"/>
              <a:gd name="connsiteX40" fmla="*/ 3377933 w 6848879"/>
              <a:gd name="connsiteY40" fmla="*/ 831937 h 3785714"/>
              <a:gd name="connsiteX41" fmla="*/ 2709526 w 6848879"/>
              <a:gd name="connsiteY41" fmla="*/ 1324293 h 3785714"/>
              <a:gd name="connsiteX42" fmla="*/ 2031121 w 6848879"/>
              <a:gd name="connsiteY42" fmla="*/ 1975179 h 3785714"/>
              <a:gd name="connsiteX43" fmla="*/ 1284049 w 6848879"/>
              <a:gd name="connsiteY43" fmla="*/ 2775352 h 3785714"/>
              <a:gd name="connsiteX44" fmla="*/ 604400 w 6848879"/>
              <a:gd name="connsiteY44" fmla="*/ 3662431 h 3785714"/>
              <a:gd name="connsiteX45" fmla="*/ 316975 w 6848879"/>
              <a:gd name="connsiteY45" fmla="*/ 3785714 h 3785714"/>
              <a:gd name="connsiteX46" fmla="*/ 42710 w 6848879"/>
              <a:gd name="connsiteY46" fmla="*/ 3609906 h 3785714"/>
              <a:gd name="connsiteX47" fmla="*/ 0 w 6848879"/>
              <a:gd name="connsiteY47" fmla="*/ 3204689 h 3785714"/>
              <a:gd name="connsiteX48" fmla="*/ 13514 w 6848879"/>
              <a:gd name="connsiteY48" fmla="*/ 2344412 h 3785714"/>
              <a:gd name="connsiteX49" fmla="*/ 34724 w 6848879"/>
              <a:gd name="connsiteY49" fmla="*/ 1861782 h 3785714"/>
              <a:gd name="connsiteX0" fmla="*/ 34724 w 6848879"/>
              <a:gd name="connsiteY0" fmla="*/ 1861782 h 3785714"/>
              <a:gd name="connsiteX1" fmla="*/ 42710 w 6848879"/>
              <a:gd name="connsiteY1" fmla="*/ 1750362 h 3785714"/>
              <a:gd name="connsiteX2" fmla="*/ 130745 w 6848879"/>
              <a:gd name="connsiteY2" fmla="*/ 1750546 h 3785714"/>
              <a:gd name="connsiteX3" fmla="*/ 113830 w 6848879"/>
              <a:gd name="connsiteY3" fmla="*/ 2035104 h 3785714"/>
              <a:gd name="connsiteX4" fmla="*/ 100265 w 6848879"/>
              <a:gd name="connsiteY4" fmla="*/ 2796999 h 3785714"/>
              <a:gd name="connsiteX5" fmla="*/ 124591 w 6848879"/>
              <a:gd name="connsiteY5" fmla="*/ 3584555 h 3785714"/>
              <a:gd name="connsiteX6" fmla="*/ 576446 w 6848879"/>
              <a:gd name="connsiteY6" fmla="*/ 3567731 h 3785714"/>
              <a:gd name="connsiteX7" fmla="*/ 1087121 w 6848879"/>
              <a:gd name="connsiteY7" fmla="*/ 2846852 h 3785714"/>
              <a:gd name="connsiteX8" fmla="*/ 1905267 w 6848879"/>
              <a:gd name="connsiteY8" fmla="*/ 1955005 h 3785714"/>
              <a:gd name="connsiteX9" fmla="*/ 2541127 w 6848879"/>
              <a:gd name="connsiteY9" fmla="*/ 1341877 h 3785714"/>
              <a:gd name="connsiteX10" fmla="*/ 3386501 w 6848879"/>
              <a:gd name="connsiteY10" fmla="*/ 736610 h 3785714"/>
              <a:gd name="connsiteX11" fmla="*/ 4754625 w 6848879"/>
              <a:gd name="connsiteY11" fmla="*/ 909322 h 3785714"/>
              <a:gd name="connsiteX12" fmla="*/ 5254158 w 6848879"/>
              <a:gd name="connsiteY12" fmla="*/ 274322 h 3785714"/>
              <a:gd name="connsiteX13" fmla="*/ 5819309 w 6848879"/>
              <a:gd name="connsiteY13" fmla="*/ 172768 h 3785714"/>
              <a:gd name="connsiteX14" fmla="*/ 6248992 w 6848879"/>
              <a:gd name="connsiteY14" fmla="*/ 428302 h 3785714"/>
              <a:gd name="connsiteX15" fmla="*/ 6410214 w 6848879"/>
              <a:gd name="connsiteY15" fmla="*/ 623187 h 3785714"/>
              <a:gd name="connsiteX16" fmla="*/ 6562614 w 6848879"/>
              <a:gd name="connsiteY16" fmla="*/ 703089 h 3785714"/>
              <a:gd name="connsiteX17" fmla="*/ 6676914 w 6848879"/>
              <a:gd name="connsiteY17" fmla="*/ 674034 h 3785714"/>
              <a:gd name="connsiteX18" fmla="*/ 6706192 w 6848879"/>
              <a:gd name="connsiteY18" fmla="*/ 529995 h 3785714"/>
              <a:gd name="connsiteX19" fmla="*/ 6676915 w 6848879"/>
              <a:gd name="connsiteY19" fmla="*/ 390745 h 3785714"/>
              <a:gd name="connsiteX20" fmla="*/ 6607066 w 6848879"/>
              <a:gd name="connsiteY20" fmla="*/ 303578 h 3785714"/>
              <a:gd name="connsiteX21" fmla="*/ 6562616 w 6848879"/>
              <a:gd name="connsiteY21" fmla="*/ 194620 h 3785714"/>
              <a:gd name="connsiteX22" fmla="*/ 6543566 w 6848879"/>
              <a:gd name="connsiteY22" fmla="*/ 27550 h 3785714"/>
              <a:gd name="connsiteX23" fmla="*/ 6689615 w 6848879"/>
              <a:gd name="connsiteY23" fmla="*/ 13025 h 3785714"/>
              <a:gd name="connsiteX24" fmla="*/ 6841658 w 6848879"/>
              <a:gd name="connsiteY24" fmla="*/ 26287 h 3785714"/>
              <a:gd name="connsiteX25" fmla="*/ 6822966 w 6848879"/>
              <a:gd name="connsiteY25" fmla="*/ 252730 h 3785714"/>
              <a:gd name="connsiteX26" fmla="*/ 6778516 w 6848879"/>
              <a:gd name="connsiteY26" fmla="*/ 405271 h 3785714"/>
              <a:gd name="connsiteX27" fmla="*/ 6765815 w 6848879"/>
              <a:gd name="connsiteY27" fmla="*/ 659506 h 3785714"/>
              <a:gd name="connsiteX28" fmla="*/ 6689615 w 6848879"/>
              <a:gd name="connsiteY28" fmla="*/ 775729 h 3785714"/>
              <a:gd name="connsiteX29" fmla="*/ 6579192 w 6848879"/>
              <a:gd name="connsiteY29" fmla="*/ 797321 h 3785714"/>
              <a:gd name="connsiteX30" fmla="*/ 6365407 w 6848879"/>
              <a:gd name="connsiteY30" fmla="*/ 712560 h 3785714"/>
              <a:gd name="connsiteX31" fmla="*/ 6099065 w 6848879"/>
              <a:gd name="connsiteY31" fmla="*/ 398005 h 3785714"/>
              <a:gd name="connsiteX32" fmla="*/ 5861642 w 6848879"/>
              <a:gd name="connsiteY32" fmla="*/ 276774 h 3785714"/>
              <a:gd name="connsiteX33" fmla="*/ 5537792 w 6848879"/>
              <a:gd name="connsiteY33" fmla="*/ 257389 h 3785714"/>
              <a:gd name="connsiteX34" fmla="*/ 5355758 w 6848879"/>
              <a:gd name="connsiteY34" fmla="*/ 333589 h 3785714"/>
              <a:gd name="connsiteX35" fmla="*/ 5237225 w 6848879"/>
              <a:gd name="connsiteY35" fmla="*/ 452121 h 3785714"/>
              <a:gd name="connsiteX36" fmla="*/ 5025558 w 6848879"/>
              <a:gd name="connsiteY36" fmla="*/ 833121 h 3785714"/>
              <a:gd name="connsiteX37" fmla="*/ 4847758 w 6848879"/>
              <a:gd name="connsiteY37" fmla="*/ 985522 h 3785714"/>
              <a:gd name="connsiteX38" fmla="*/ 4435566 w 6848879"/>
              <a:gd name="connsiteY38" fmla="*/ 1018010 h 3785714"/>
              <a:gd name="connsiteX39" fmla="*/ 3766744 w 6848879"/>
              <a:gd name="connsiteY39" fmla="*/ 857442 h 3785714"/>
              <a:gd name="connsiteX40" fmla="*/ 3377933 w 6848879"/>
              <a:gd name="connsiteY40" fmla="*/ 831937 h 3785714"/>
              <a:gd name="connsiteX41" fmla="*/ 2709526 w 6848879"/>
              <a:gd name="connsiteY41" fmla="*/ 1324293 h 3785714"/>
              <a:gd name="connsiteX42" fmla="*/ 2031121 w 6848879"/>
              <a:gd name="connsiteY42" fmla="*/ 1975179 h 3785714"/>
              <a:gd name="connsiteX43" fmla="*/ 1284049 w 6848879"/>
              <a:gd name="connsiteY43" fmla="*/ 2775352 h 3785714"/>
              <a:gd name="connsiteX44" fmla="*/ 604400 w 6848879"/>
              <a:gd name="connsiteY44" fmla="*/ 3662431 h 3785714"/>
              <a:gd name="connsiteX45" fmla="*/ 316975 w 6848879"/>
              <a:gd name="connsiteY45" fmla="*/ 3785714 h 3785714"/>
              <a:gd name="connsiteX46" fmla="*/ 42710 w 6848879"/>
              <a:gd name="connsiteY46" fmla="*/ 3609906 h 3785714"/>
              <a:gd name="connsiteX47" fmla="*/ 0 w 6848879"/>
              <a:gd name="connsiteY47" fmla="*/ 3204689 h 3785714"/>
              <a:gd name="connsiteX48" fmla="*/ 13514 w 6848879"/>
              <a:gd name="connsiteY48" fmla="*/ 2344412 h 3785714"/>
              <a:gd name="connsiteX49" fmla="*/ 34724 w 6848879"/>
              <a:gd name="connsiteY49" fmla="*/ 1861782 h 3785714"/>
              <a:gd name="connsiteX0" fmla="*/ 34724 w 6848879"/>
              <a:gd name="connsiteY0" fmla="*/ 1861782 h 3785714"/>
              <a:gd name="connsiteX1" fmla="*/ 42710 w 6848879"/>
              <a:gd name="connsiteY1" fmla="*/ 1750362 h 3785714"/>
              <a:gd name="connsiteX2" fmla="*/ 130745 w 6848879"/>
              <a:gd name="connsiteY2" fmla="*/ 1750546 h 3785714"/>
              <a:gd name="connsiteX3" fmla="*/ 113830 w 6848879"/>
              <a:gd name="connsiteY3" fmla="*/ 2035104 h 3785714"/>
              <a:gd name="connsiteX4" fmla="*/ 100265 w 6848879"/>
              <a:gd name="connsiteY4" fmla="*/ 2796999 h 3785714"/>
              <a:gd name="connsiteX5" fmla="*/ 124591 w 6848879"/>
              <a:gd name="connsiteY5" fmla="*/ 3584555 h 3785714"/>
              <a:gd name="connsiteX6" fmla="*/ 576446 w 6848879"/>
              <a:gd name="connsiteY6" fmla="*/ 3567731 h 3785714"/>
              <a:gd name="connsiteX7" fmla="*/ 1087121 w 6848879"/>
              <a:gd name="connsiteY7" fmla="*/ 2846852 h 3785714"/>
              <a:gd name="connsiteX8" fmla="*/ 1905267 w 6848879"/>
              <a:gd name="connsiteY8" fmla="*/ 1955005 h 3785714"/>
              <a:gd name="connsiteX9" fmla="*/ 2541127 w 6848879"/>
              <a:gd name="connsiteY9" fmla="*/ 1341877 h 3785714"/>
              <a:gd name="connsiteX10" fmla="*/ 3386501 w 6848879"/>
              <a:gd name="connsiteY10" fmla="*/ 736610 h 3785714"/>
              <a:gd name="connsiteX11" fmla="*/ 4754625 w 6848879"/>
              <a:gd name="connsiteY11" fmla="*/ 909322 h 3785714"/>
              <a:gd name="connsiteX12" fmla="*/ 5254158 w 6848879"/>
              <a:gd name="connsiteY12" fmla="*/ 274322 h 3785714"/>
              <a:gd name="connsiteX13" fmla="*/ 5819309 w 6848879"/>
              <a:gd name="connsiteY13" fmla="*/ 172768 h 3785714"/>
              <a:gd name="connsiteX14" fmla="*/ 6248992 w 6848879"/>
              <a:gd name="connsiteY14" fmla="*/ 428302 h 3785714"/>
              <a:gd name="connsiteX15" fmla="*/ 6410214 w 6848879"/>
              <a:gd name="connsiteY15" fmla="*/ 623187 h 3785714"/>
              <a:gd name="connsiteX16" fmla="*/ 6562614 w 6848879"/>
              <a:gd name="connsiteY16" fmla="*/ 703089 h 3785714"/>
              <a:gd name="connsiteX17" fmla="*/ 6676914 w 6848879"/>
              <a:gd name="connsiteY17" fmla="*/ 674034 h 3785714"/>
              <a:gd name="connsiteX18" fmla="*/ 6706192 w 6848879"/>
              <a:gd name="connsiteY18" fmla="*/ 529995 h 3785714"/>
              <a:gd name="connsiteX19" fmla="*/ 6676915 w 6848879"/>
              <a:gd name="connsiteY19" fmla="*/ 390745 h 3785714"/>
              <a:gd name="connsiteX20" fmla="*/ 6607066 w 6848879"/>
              <a:gd name="connsiteY20" fmla="*/ 303578 h 3785714"/>
              <a:gd name="connsiteX21" fmla="*/ 6562616 w 6848879"/>
              <a:gd name="connsiteY21" fmla="*/ 194620 h 3785714"/>
              <a:gd name="connsiteX22" fmla="*/ 6543566 w 6848879"/>
              <a:gd name="connsiteY22" fmla="*/ 27550 h 3785714"/>
              <a:gd name="connsiteX23" fmla="*/ 6689615 w 6848879"/>
              <a:gd name="connsiteY23" fmla="*/ 13025 h 3785714"/>
              <a:gd name="connsiteX24" fmla="*/ 6841658 w 6848879"/>
              <a:gd name="connsiteY24" fmla="*/ 26287 h 3785714"/>
              <a:gd name="connsiteX25" fmla="*/ 6822966 w 6848879"/>
              <a:gd name="connsiteY25" fmla="*/ 252730 h 3785714"/>
              <a:gd name="connsiteX26" fmla="*/ 6778516 w 6848879"/>
              <a:gd name="connsiteY26" fmla="*/ 405271 h 3785714"/>
              <a:gd name="connsiteX27" fmla="*/ 6765815 w 6848879"/>
              <a:gd name="connsiteY27" fmla="*/ 659506 h 3785714"/>
              <a:gd name="connsiteX28" fmla="*/ 6689615 w 6848879"/>
              <a:gd name="connsiteY28" fmla="*/ 775729 h 3785714"/>
              <a:gd name="connsiteX29" fmla="*/ 6579192 w 6848879"/>
              <a:gd name="connsiteY29" fmla="*/ 797321 h 3785714"/>
              <a:gd name="connsiteX30" fmla="*/ 6365407 w 6848879"/>
              <a:gd name="connsiteY30" fmla="*/ 712560 h 3785714"/>
              <a:gd name="connsiteX31" fmla="*/ 6099065 w 6848879"/>
              <a:gd name="connsiteY31" fmla="*/ 398005 h 3785714"/>
              <a:gd name="connsiteX32" fmla="*/ 5861642 w 6848879"/>
              <a:gd name="connsiteY32" fmla="*/ 276774 h 3785714"/>
              <a:gd name="connsiteX33" fmla="*/ 5537792 w 6848879"/>
              <a:gd name="connsiteY33" fmla="*/ 257389 h 3785714"/>
              <a:gd name="connsiteX34" fmla="*/ 5355758 w 6848879"/>
              <a:gd name="connsiteY34" fmla="*/ 333589 h 3785714"/>
              <a:gd name="connsiteX35" fmla="*/ 5237225 w 6848879"/>
              <a:gd name="connsiteY35" fmla="*/ 452121 h 3785714"/>
              <a:gd name="connsiteX36" fmla="*/ 5025558 w 6848879"/>
              <a:gd name="connsiteY36" fmla="*/ 833121 h 3785714"/>
              <a:gd name="connsiteX37" fmla="*/ 4847758 w 6848879"/>
              <a:gd name="connsiteY37" fmla="*/ 985522 h 3785714"/>
              <a:gd name="connsiteX38" fmla="*/ 4435566 w 6848879"/>
              <a:gd name="connsiteY38" fmla="*/ 1018010 h 3785714"/>
              <a:gd name="connsiteX39" fmla="*/ 3766744 w 6848879"/>
              <a:gd name="connsiteY39" fmla="*/ 857442 h 3785714"/>
              <a:gd name="connsiteX40" fmla="*/ 3377933 w 6848879"/>
              <a:gd name="connsiteY40" fmla="*/ 831937 h 3785714"/>
              <a:gd name="connsiteX41" fmla="*/ 2709526 w 6848879"/>
              <a:gd name="connsiteY41" fmla="*/ 1324293 h 3785714"/>
              <a:gd name="connsiteX42" fmla="*/ 2031121 w 6848879"/>
              <a:gd name="connsiteY42" fmla="*/ 1975179 h 3785714"/>
              <a:gd name="connsiteX43" fmla="*/ 1284049 w 6848879"/>
              <a:gd name="connsiteY43" fmla="*/ 2775352 h 3785714"/>
              <a:gd name="connsiteX44" fmla="*/ 604400 w 6848879"/>
              <a:gd name="connsiteY44" fmla="*/ 3662431 h 3785714"/>
              <a:gd name="connsiteX45" fmla="*/ 316975 w 6848879"/>
              <a:gd name="connsiteY45" fmla="*/ 3785714 h 3785714"/>
              <a:gd name="connsiteX46" fmla="*/ 42710 w 6848879"/>
              <a:gd name="connsiteY46" fmla="*/ 3609906 h 3785714"/>
              <a:gd name="connsiteX47" fmla="*/ 0 w 6848879"/>
              <a:gd name="connsiteY47" fmla="*/ 3204689 h 3785714"/>
              <a:gd name="connsiteX48" fmla="*/ 13514 w 6848879"/>
              <a:gd name="connsiteY48" fmla="*/ 2344412 h 3785714"/>
              <a:gd name="connsiteX49" fmla="*/ 34724 w 6848879"/>
              <a:gd name="connsiteY49" fmla="*/ 1861782 h 3785714"/>
              <a:gd name="connsiteX0" fmla="*/ 34724 w 6848879"/>
              <a:gd name="connsiteY0" fmla="*/ 1861782 h 3785714"/>
              <a:gd name="connsiteX1" fmla="*/ 42710 w 6848879"/>
              <a:gd name="connsiteY1" fmla="*/ 1750362 h 3785714"/>
              <a:gd name="connsiteX2" fmla="*/ 130745 w 6848879"/>
              <a:gd name="connsiteY2" fmla="*/ 1750546 h 3785714"/>
              <a:gd name="connsiteX3" fmla="*/ 113830 w 6848879"/>
              <a:gd name="connsiteY3" fmla="*/ 2035104 h 3785714"/>
              <a:gd name="connsiteX4" fmla="*/ 100265 w 6848879"/>
              <a:gd name="connsiteY4" fmla="*/ 2796999 h 3785714"/>
              <a:gd name="connsiteX5" fmla="*/ 124591 w 6848879"/>
              <a:gd name="connsiteY5" fmla="*/ 3584555 h 3785714"/>
              <a:gd name="connsiteX6" fmla="*/ 576446 w 6848879"/>
              <a:gd name="connsiteY6" fmla="*/ 3567731 h 3785714"/>
              <a:gd name="connsiteX7" fmla="*/ 1087121 w 6848879"/>
              <a:gd name="connsiteY7" fmla="*/ 2846852 h 3785714"/>
              <a:gd name="connsiteX8" fmla="*/ 1905267 w 6848879"/>
              <a:gd name="connsiteY8" fmla="*/ 1955005 h 3785714"/>
              <a:gd name="connsiteX9" fmla="*/ 2541127 w 6848879"/>
              <a:gd name="connsiteY9" fmla="*/ 1341877 h 3785714"/>
              <a:gd name="connsiteX10" fmla="*/ 3386501 w 6848879"/>
              <a:gd name="connsiteY10" fmla="*/ 736610 h 3785714"/>
              <a:gd name="connsiteX11" fmla="*/ 4754625 w 6848879"/>
              <a:gd name="connsiteY11" fmla="*/ 909322 h 3785714"/>
              <a:gd name="connsiteX12" fmla="*/ 5254158 w 6848879"/>
              <a:gd name="connsiteY12" fmla="*/ 274322 h 3785714"/>
              <a:gd name="connsiteX13" fmla="*/ 5819309 w 6848879"/>
              <a:gd name="connsiteY13" fmla="*/ 172768 h 3785714"/>
              <a:gd name="connsiteX14" fmla="*/ 6248992 w 6848879"/>
              <a:gd name="connsiteY14" fmla="*/ 428302 h 3785714"/>
              <a:gd name="connsiteX15" fmla="*/ 6410214 w 6848879"/>
              <a:gd name="connsiteY15" fmla="*/ 623187 h 3785714"/>
              <a:gd name="connsiteX16" fmla="*/ 6562614 w 6848879"/>
              <a:gd name="connsiteY16" fmla="*/ 703089 h 3785714"/>
              <a:gd name="connsiteX17" fmla="*/ 6676914 w 6848879"/>
              <a:gd name="connsiteY17" fmla="*/ 674034 h 3785714"/>
              <a:gd name="connsiteX18" fmla="*/ 6706192 w 6848879"/>
              <a:gd name="connsiteY18" fmla="*/ 529995 h 3785714"/>
              <a:gd name="connsiteX19" fmla="*/ 6676915 w 6848879"/>
              <a:gd name="connsiteY19" fmla="*/ 390745 h 3785714"/>
              <a:gd name="connsiteX20" fmla="*/ 6607066 w 6848879"/>
              <a:gd name="connsiteY20" fmla="*/ 303578 h 3785714"/>
              <a:gd name="connsiteX21" fmla="*/ 6562616 w 6848879"/>
              <a:gd name="connsiteY21" fmla="*/ 194620 h 3785714"/>
              <a:gd name="connsiteX22" fmla="*/ 6543566 w 6848879"/>
              <a:gd name="connsiteY22" fmla="*/ 27550 h 3785714"/>
              <a:gd name="connsiteX23" fmla="*/ 6689615 w 6848879"/>
              <a:gd name="connsiteY23" fmla="*/ 13025 h 3785714"/>
              <a:gd name="connsiteX24" fmla="*/ 6841658 w 6848879"/>
              <a:gd name="connsiteY24" fmla="*/ 26287 h 3785714"/>
              <a:gd name="connsiteX25" fmla="*/ 6822966 w 6848879"/>
              <a:gd name="connsiteY25" fmla="*/ 252730 h 3785714"/>
              <a:gd name="connsiteX26" fmla="*/ 6778516 w 6848879"/>
              <a:gd name="connsiteY26" fmla="*/ 405271 h 3785714"/>
              <a:gd name="connsiteX27" fmla="*/ 6765815 w 6848879"/>
              <a:gd name="connsiteY27" fmla="*/ 659506 h 3785714"/>
              <a:gd name="connsiteX28" fmla="*/ 6689615 w 6848879"/>
              <a:gd name="connsiteY28" fmla="*/ 775729 h 3785714"/>
              <a:gd name="connsiteX29" fmla="*/ 6579192 w 6848879"/>
              <a:gd name="connsiteY29" fmla="*/ 797321 h 3785714"/>
              <a:gd name="connsiteX30" fmla="*/ 6365407 w 6848879"/>
              <a:gd name="connsiteY30" fmla="*/ 712560 h 3785714"/>
              <a:gd name="connsiteX31" fmla="*/ 6099065 w 6848879"/>
              <a:gd name="connsiteY31" fmla="*/ 398005 h 3785714"/>
              <a:gd name="connsiteX32" fmla="*/ 5861642 w 6848879"/>
              <a:gd name="connsiteY32" fmla="*/ 276774 h 3785714"/>
              <a:gd name="connsiteX33" fmla="*/ 5537792 w 6848879"/>
              <a:gd name="connsiteY33" fmla="*/ 257389 h 3785714"/>
              <a:gd name="connsiteX34" fmla="*/ 5355758 w 6848879"/>
              <a:gd name="connsiteY34" fmla="*/ 333589 h 3785714"/>
              <a:gd name="connsiteX35" fmla="*/ 5237225 w 6848879"/>
              <a:gd name="connsiteY35" fmla="*/ 452121 h 3785714"/>
              <a:gd name="connsiteX36" fmla="*/ 5025558 w 6848879"/>
              <a:gd name="connsiteY36" fmla="*/ 833121 h 3785714"/>
              <a:gd name="connsiteX37" fmla="*/ 4847758 w 6848879"/>
              <a:gd name="connsiteY37" fmla="*/ 985522 h 3785714"/>
              <a:gd name="connsiteX38" fmla="*/ 4435566 w 6848879"/>
              <a:gd name="connsiteY38" fmla="*/ 1018010 h 3785714"/>
              <a:gd name="connsiteX39" fmla="*/ 3766744 w 6848879"/>
              <a:gd name="connsiteY39" fmla="*/ 857442 h 3785714"/>
              <a:gd name="connsiteX40" fmla="*/ 3377933 w 6848879"/>
              <a:gd name="connsiteY40" fmla="*/ 831937 h 3785714"/>
              <a:gd name="connsiteX41" fmla="*/ 2709526 w 6848879"/>
              <a:gd name="connsiteY41" fmla="*/ 1324293 h 3785714"/>
              <a:gd name="connsiteX42" fmla="*/ 2031121 w 6848879"/>
              <a:gd name="connsiteY42" fmla="*/ 1975179 h 3785714"/>
              <a:gd name="connsiteX43" fmla="*/ 1284049 w 6848879"/>
              <a:gd name="connsiteY43" fmla="*/ 2775352 h 3785714"/>
              <a:gd name="connsiteX44" fmla="*/ 604400 w 6848879"/>
              <a:gd name="connsiteY44" fmla="*/ 3662431 h 3785714"/>
              <a:gd name="connsiteX45" fmla="*/ 316975 w 6848879"/>
              <a:gd name="connsiteY45" fmla="*/ 3785714 h 3785714"/>
              <a:gd name="connsiteX46" fmla="*/ 42710 w 6848879"/>
              <a:gd name="connsiteY46" fmla="*/ 3609906 h 3785714"/>
              <a:gd name="connsiteX47" fmla="*/ 0 w 6848879"/>
              <a:gd name="connsiteY47" fmla="*/ 3204689 h 3785714"/>
              <a:gd name="connsiteX48" fmla="*/ 13514 w 6848879"/>
              <a:gd name="connsiteY48" fmla="*/ 2344412 h 3785714"/>
              <a:gd name="connsiteX49" fmla="*/ 34724 w 6848879"/>
              <a:gd name="connsiteY49" fmla="*/ 1861782 h 3785714"/>
              <a:gd name="connsiteX0" fmla="*/ 34724 w 6848879"/>
              <a:gd name="connsiteY0" fmla="*/ 1861782 h 3785714"/>
              <a:gd name="connsiteX1" fmla="*/ 26835 w 6848879"/>
              <a:gd name="connsiteY1" fmla="*/ 1750362 h 3785714"/>
              <a:gd name="connsiteX2" fmla="*/ 130745 w 6848879"/>
              <a:gd name="connsiteY2" fmla="*/ 1750546 h 3785714"/>
              <a:gd name="connsiteX3" fmla="*/ 113830 w 6848879"/>
              <a:gd name="connsiteY3" fmla="*/ 2035104 h 3785714"/>
              <a:gd name="connsiteX4" fmla="*/ 100265 w 6848879"/>
              <a:gd name="connsiteY4" fmla="*/ 2796999 h 3785714"/>
              <a:gd name="connsiteX5" fmla="*/ 124591 w 6848879"/>
              <a:gd name="connsiteY5" fmla="*/ 3584555 h 3785714"/>
              <a:gd name="connsiteX6" fmla="*/ 576446 w 6848879"/>
              <a:gd name="connsiteY6" fmla="*/ 3567731 h 3785714"/>
              <a:gd name="connsiteX7" fmla="*/ 1087121 w 6848879"/>
              <a:gd name="connsiteY7" fmla="*/ 2846852 h 3785714"/>
              <a:gd name="connsiteX8" fmla="*/ 1905267 w 6848879"/>
              <a:gd name="connsiteY8" fmla="*/ 1955005 h 3785714"/>
              <a:gd name="connsiteX9" fmla="*/ 2541127 w 6848879"/>
              <a:gd name="connsiteY9" fmla="*/ 1341877 h 3785714"/>
              <a:gd name="connsiteX10" fmla="*/ 3386501 w 6848879"/>
              <a:gd name="connsiteY10" fmla="*/ 736610 h 3785714"/>
              <a:gd name="connsiteX11" fmla="*/ 4754625 w 6848879"/>
              <a:gd name="connsiteY11" fmla="*/ 909322 h 3785714"/>
              <a:gd name="connsiteX12" fmla="*/ 5254158 w 6848879"/>
              <a:gd name="connsiteY12" fmla="*/ 274322 h 3785714"/>
              <a:gd name="connsiteX13" fmla="*/ 5819309 w 6848879"/>
              <a:gd name="connsiteY13" fmla="*/ 172768 h 3785714"/>
              <a:gd name="connsiteX14" fmla="*/ 6248992 w 6848879"/>
              <a:gd name="connsiteY14" fmla="*/ 428302 h 3785714"/>
              <a:gd name="connsiteX15" fmla="*/ 6410214 w 6848879"/>
              <a:gd name="connsiteY15" fmla="*/ 623187 h 3785714"/>
              <a:gd name="connsiteX16" fmla="*/ 6562614 w 6848879"/>
              <a:gd name="connsiteY16" fmla="*/ 703089 h 3785714"/>
              <a:gd name="connsiteX17" fmla="*/ 6676914 w 6848879"/>
              <a:gd name="connsiteY17" fmla="*/ 674034 h 3785714"/>
              <a:gd name="connsiteX18" fmla="*/ 6706192 w 6848879"/>
              <a:gd name="connsiteY18" fmla="*/ 529995 h 3785714"/>
              <a:gd name="connsiteX19" fmla="*/ 6676915 w 6848879"/>
              <a:gd name="connsiteY19" fmla="*/ 390745 h 3785714"/>
              <a:gd name="connsiteX20" fmla="*/ 6607066 w 6848879"/>
              <a:gd name="connsiteY20" fmla="*/ 303578 h 3785714"/>
              <a:gd name="connsiteX21" fmla="*/ 6562616 w 6848879"/>
              <a:gd name="connsiteY21" fmla="*/ 194620 h 3785714"/>
              <a:gd name="connsiteX22" fmla="*/ 6543566 w 6848879"/>
              <a:gd name="connsiteY22" fmla="*/ 27550 h 3785714"/>
              <a:gd name="connsiteX23" fmla="*/ 6689615 w 6848879"/>
              <a:gd name="connsiteY23" fmla="*/ 13025 h 3785714"/>
              <a:gd name="connsiteX24" fmla="*/ 6841658 w 6848879"/>
              <a:gd name="connsiteY24" fmla="*/ 26287 h 3785714"/>
              <a:gd name="connsiteX25" fmla="*/ 6822966 w 6848879"/>
              <a:gd name="connsiteY25" fmla="*/ 252730 h 3785714"/>
              <a:gd name="connsiteX26" fmla="*/ 6778516 w 6848879"/>
              <a:gd name="connsiteY26" fmla="*/ 405271 h 3785714"/>
              <a:gd name="connsiteX27" fmla="*/ 6765815 w 6848879"/>
              <a:gd name="connsiteY27" fmla="*/ 659506 h 3785714"/>
              <a:gd name="connsiteX28" fmla="*/ 6689615 w 6848879"/>
              <a:gd name="connsiteY28" fmla="*/ 775729 h 3785714"/>
              <a:gd name="connsiteX29" fmla="*/ 6579192 w 6848879"/>
              <a:gd name="connsiteY29" fmla="*/ 797321 h 3785714"/>
              <a:gd name="connsiteX30" fmla="*/ 6365407 w 6848879"/>
              <a:gd name="connsiteY30" fmla="*/ 712560 h 3785714"/>
              <a:gd name="connsiteX31" fmla="*/ 6099065 w 6848879"/>
              <a:gd name="connsiteY31" fmla="*/ 398005 h 3785714"/>
              <a:gd name="connsiteX32" fmla="*/ 5861642 w 6848879"/>
              <a:gd name="connsiteY32" fmla="*/ 276774 h 3785714"/>
              <a:gd name="connsiteX33" fmla="*/ 5537792 w 6848879"/>
              <a:gd name="connsiteY33" fmla="*/ 257389 h 3785714"/>
              <a:gd name="connsiteX34" fmla="*/ 5355758 w 6848879"/>
              <a:gd name="connsiteY34" fmla="*/ 333589 h 3785714"/>
              <a:gd name="connsiteX35" fmla="*/ 5237225 w 6848879"/>
              <a:gd name="connsiteY35" fmla="*/ 452121 h 3785714"/>
              <a:gd name="connsiteX36" fmla="*/ 5025558 w 6848879"/>
              <a:gd name="connsiteY36" fmla="*/ 833121 h 3785714"/>
              <a:gd name="connsiteX37" fmla="*/ 4847758 w 6848879"/>
              <a:gd name="connsiteY37" fmla="*/ 985522 h 3785714"/>
              <a:gd name="connsiteX38" fmla="*/ 4435566 w 6848879"/>
              <a:gd name="connsiteY38" fmla="*/ 1018010 h 3785714"/>
              <a:gd name="connsiteX39" fmla="*/ 3766744 w 6848879"/>
              <a:gd name="connsiteY39" fmla="*/ 857442 h 3785714"/>
              <a:gd name="connsiteX40" fmla="*/ 3377933 w 6848879"/>
              <a:gd name="connsiteY40" fmla="*/ 831937 h 3785714"/>
              <a:gd name="connsiteX41" fmla="*/ 2709526 w 6848879"/>
              <a:gd name="connsiteY41" fmla="*/ 1324293 h 3785714"/>
              <a:gd name="connsiteX42" fmla="*/ 2031121 w 6848879"/>
              <a:gd name="connsiteY42" fmla="*/ 1975179 h 3785714"/>
              <a:gd name="connsiteX43" fmla="*/ 1284049 w 6848879"/>
              <a:gd name="connsiteY43" fmla="*/ 2775352 h 3785714"/>
              <a:gd name="connsiteX44" fmla="*/ 604400 w 6848879"/>
              <a:gd name="connsiteY44" fmla="*/ 3662431 h 3785714"/>
              <a:gd name="connsiteX45" fmla="*/ 316975 w 6848879"/>
              <a:gd name="connsiteY45" fmla="*/ 3785714 h 3785714"/>
              <a:gd name="connsiteX46" fmla="*/ 42710 w 6848879"/>
              <a:gd name="connsiteY46" fmla="*/ 3609906 h 3785714"/>
              <a:gd name="connsiteX47" fmla="*/ 0 w 6848879"/>
              <a:gd name="connsiteY47" fmla="*/ 3204689 h 3785714"/>
              <a:gd name="connsiteX48" fmla="*/ 13514 w 6848879"/>
              <a:gd name="connsiteY48" fmla="*/ 2344412 h 3785714"/>
              <a:gd name="connsiteX49" fmla="*/ 34724 w 6848879"/>
              <a:gd name="connsiteY49" fmla="*/ 1861782 h 3785714"/>
              <a:gd name="connsiteX0" fmla="*/ 28374 w 6848879"/>
              <a:gd name="connsiteY0" fmla="*/ 1861782 h 3785714"/>
              <a:gd name="connsiteX1" fmla="*/ 26835 w 6848879"/>
              <a:gd name="connsiteY1" fmla="*/ 1750362 h 3785714"/>
              <a:gd name="connsiteX2" fmla="*/ 130745 w 6848879"/>
              <a:gd name="connsiteY2" fmla="*/ 1750546 h 3785714"/>
              <a:gd name="connsiteX3" fmla="*/ 113830 w 6848879"/>
              <a:gd name="connsiteY3" fmla="*/ 2035104 h 3785714"/>
              <a:gd name="connsiteX4" fmla="*/ 100265 w 6848879"/>
              <a:gd name="connsiteY4" fmla="*/ 2796999 h 3785714"/>
              <a:gd name="connsiteX5" fmla="*/ 124591 w 6848879"/>
              <a:gd name="connsiteY5" fmla="*/ 3584555 h 3785714"/>
              <a:gd name="connsiteX6" fmla="*/ 576446 w 6848879"/>
              <a:gd name="connsiteY6" fmla="*/ 3567731 h 3785714"/>
              <a:gd name="connsiteX7" fmla="*/ 1087121 w 6848879"/>
              <a:gd name="connsiteY7" fmla="*/ 2846852 h 3785714"/>
              <a:gd name="connsiteX8" fmla="*/ 1905267 w 6848879"/>
              <a:gd name="connsiteY8" fmla="*/ 1955005 h 3785714"/>
              <a:gd name="connsiteX9" fmla="*/ 2541127 w 6848879"/>
              <a:gd name="connsiteY9" fmla="*/ 1341877 h 3785714"/>
              <a:gd name="connsiteX10" fmla="*/ 3386501 w 6848879"/>
              <a:gd name="connsiteY10" fmla="*/ 736610 h 3785714"/>
              <a:gd name="connsiteX11" fmla="*/ 4754625 w 6848879"/>
              <a:gd name="connsiteY11" fmla="*/ 909322 h 3785714"/>
              <a:gd name="connsiteX12" fmla="*/ 5254158 w 6848879"/>
              <a:gd name="connsiteY12" fmla="*/ 274322 h 3785714"/>
              <a:gd name="connsiteX13" fmla="*/ 5819309 w 6848879"/>
              <a:gd name="connsiteY13" fmla="*/ 172768 h 3785714"/>
              <a:gd name="connsiteX14" fmla="*/ 6248992 w 6848879"/>
              <a:gd name="connsiteY14" fmla="*/ 428302 h 3785714"/>
              <a:gd name="connsiteX15" fmla="*/ 6410214 w 6848879"/>
              <a:gd name="connsiteY15" fmla="*/ 623187 h 3785714"/>
              <a:gd name="connsiteX16" fmla="*/ 6562614 w 6848879"/>
              <a:gd name="connsiteY16" fmla="*/ 703089 h 3785714"/>
              <a:gd name="connsiteX17" fmla="*/ 6676914 w 6848879"/>
              <a:gd name="connsiteY17" fmla="*/ 674034 h 3785714"/>
              <a:gd name="connsiteX18" fmla="*/ 6706192 w 6848879"/>
              <a:gd name="connsiteY18" fmla="*/ 529995 h 3785714"/>
              <a:gd name="connsiteX19" fmla="*/ 6676915 w 6848879"/>
              <a:gd name="connsiteY19" fmla="*/ 390745 h 3785714"/>
              <a:gd name="connsiteX20" fmla="*/ 6607066 w 6848879"/>
              <a:gd name="connsiteY20" fmla="*/ 303578 h 3785714"/>
              <a:gd name="connsiteX21" fmla="*/ 6562616 w 6848879"/>
              <a:gd name="connsiteY21" fmla="*/ 194620 h 3785714"/>
              <a:gd name="connsiteX22" fmla="*/ 6543566 w 6848879"/>
              <a:gd name="connsiteY22" fmla="*/ 27550 h 3785714"/>
              <a:gd name="connsiteX23" fmla="*/ 6689615 w 6848879"/>
              <a:gd name="connsiteY23" fmla="*/ 13025 h 3785714"/>
              <a:gd name="connsiteX24" fmla="*/ 6841658 w 6848879"/>
              <a:gd name="connsiteY24" fmla="*/ 26287 h 3785714"/>
              <a:gd name="connsiteX25" fmla="*/ 6822966 w 6848879"/>
              <a:gd name="connsiteY25" fmla="*/ 252730 h 3785714"/>
              <a:gd name="connsiteX26" fmla="*/ 6778516 w 6848879"/>
              <a:gd name="connsiteY26" fmla="*/ 405271 h 3785714"/>
              <a:gd name="connsiteX27" fmla="*/ 6765815 w 6848879"/>
              <a:gd name="connsiteY27" fmla="*/ 659506 h 3785714"/>
              <a:gd name="connsiteX28" fmla="*/ 6689615 w 6848879"/>
              <a:gd name="connsiteY28" fmla="*/ 775729 h 3785714"/>
              <a:gd name="connsiteX29" fmla="*/ 6579192 w 6848879"/>
              <a:gd name="connsiteY29" fmla="*/ 797321 h 3785714"/>
              <a:gd name="connsiteX30" fmla="*/ 6365407 w 6848879"/>
              <a:gd name="connsiteY30" fmla="*/ 712560 h 3785714"/>
              <a:gd name="connsiteX31" fmla="*/ 6099065 w 6848879"/>
              <a:gd name="connsiteY31" fmla="*/ 398005 h 3785714"/>
              <a:gd name="connsiteX32" fmla="*/ 5861642 w 6848879"/>
              <a:gd name="connsiteY32" fmla="*/ 276774 h 3785714"/>
              <a:gd name="connsiteX33" fmla="*/ 5537792 w 6848879"/>
              <a:gd name="connsiteY33" fmla="*/ 257389 h 3785714"/>
              <a:gd name="connsiteX34" fmla="*/ 5355758 w 6848879"/>
              <a:gd name="connsiteY34" fmla="*/ 333589 h 3785714"/>
              <a:gd name="connsiteX35" fmla="*/ 5237225 w 6848879"/>
              <a:gd name="connsiteY35" fmla="*/ 452121 h 3785714"/>
              <a:gd name="connsiteX36" fmla="*/ 5025558 w 6848879"/>
              <a:gd name="connsiteY36" fmla="*/ 833121 h 3785714"/>
              <a:gd name="connsiteX37" fmla="*/ 4847758 w 6848879"/>
              <a:gd name="connsiteY37" fmla="*/ 985522 h 3785714"/>
              <a:gd name="connsiteX38" fmla="*/ 4435566 w 6848879"/>
              <a:gd name="connsiteY38" fmla="*/ 1018010 h 3785714"/>
              <a:gd name="connsiteX39" fmla="*/ 3766744 w 6848879"/>
              <a:gd name="connsiteY39" fmla="*/ 857442 h 3785714"/>
              <a:gd name="connsiteX40" fmla="*/ 3377933 w 6848879"/>
              <a:gd name="connsiteY40" fmla="*/ 831937 h 3785714"/>
              <a:gd name="connsiteX41" fmla="*/ 2709526 w 6848879"/>
              <a:gd name="connsiteY41" fmla="*/ 1324293 h 3785714"/>
              <a:gd name="connsiteX42" fmla="*/ 2031121 w 6848879"/>
              <a:gd name="connsiteY42" fmla="*/ 1975179 h 3785714"/>
              <a:gd name="connsiteX43" fmla="*/ 1284049 w 6848879"/>
              <a:gd name="connsiteY43" fmla="*/ 2775352 h 3785714"/>
              <a:gd name="connsiteX44" fmla="*/ 604400 w 6848879"/>
              <a:gd name="connsiteY44" fmla="*/ 3662431 h 3785714"/>
              <a:gd name="connsiteX45" fmla="*/ 316975 w 6848879"/>
              <a:gd name="connsiteY45" fmla="*/ 3785714 h 3785714"/>
              <a:gd name="connsiteX46" fmla="*/ 42710 w 6848879"/>
              <a:gd name="connsiteY46" fmla="*/ 3609906 h 3785714"/>
              <a:gd name="connsiteX47" fmla="*/ 0 w 6848879"/>
              <a:gd name="connsiteY47" fmla="*/ 3204689 h 3785714"/>
              <a:gd name="connsiteX48" fmla="*/ 13514 w 6848879"/>
              <a:gd name="connsiteY48" fmla="*/ 2344412 h 3785714"/>
              <a:gd name="connsiteX49" fmla="*/ 28374 w 6848879"/>
              <a:gd name="connsiteY49" fmla="*/ 1861782 h 3785714"/>
              <a:gd name="connsiteX0" fmla="*/ 28374 w 6848879"/>
              <a:gd name="connsiteY0" fmla="*/ 1861782 h 3785714"/>
              <a:gd name="connsiteX1" fmla="*/ 26835 w 6848879"/>
              <a:gd name="connsiteY1" fmla="*/ 1750362 h 3785714"/>
              <a:gd name="connsiteX2" fmla="*/ 130745 w 6848879"/>
              <a:gd name="connsiteY2" fmla="*/ 1750546 h 3785714"/>
              <a:gd name="connsiteX3" fmla="*/ 120180 w 6848879"/>
              <a:gd name="connsiteY3" fmla="*/ 2035104 h 3785714"/>
              <a:gd name="connsiteX4" fmla="*/ 100265 w 6848879"/>
              <a:gd name="connsiteY4" fmla="*/ 2796999 h 3785714"/>
              <a:gd name="connsiteX5" fmla="*/ 124591 w 6848879"/>
              <a:gd name="connsiteY5" fmla="*/ 3584555 h 3785714"/>
              <a:gd name="connsiteX6" fmla="*/ 576446 w 6848879"/>
              <a:gd name="connsiteY6" fmla="*/ 3567731 h 3785714"/>
              <a:gd name="connsiteX7" fmla="*/ 1087121 w 6848879"/>
              <a:gd name="connsiteY7" fmla="*/ 2846852 h 3785714"/>
              <a:gd name="connsiteX8" fmla="*/ 1905267 w 6848879"/>
              <a:gd name="connsiteY8" fmla="*/ 1955005 h 3785714"/>
              <a:gd name="connsiteX9" fmla="*/ 2541127 w 6848879"/>
              <a:gd name="connsiteY9" fmla="*/ 1341877 h 3785714"/>
              <a:gd name="connsiteX10" fmla="*/ 3386501 w 6848879"/>
              <a:gd name="connsiteY10" fmla="*/ 736610 h 3785714"/>
              <a:gd name="connsiteX11" fmla="*/ 4754625 w 6848879"/>
              <a:gd name="connsiteY11" fmla="*/ 909322 h 3785714"/>
              <a:gd name="connsiteX12" fmla="*/ 5254158 w 6848879"/>
              <a:gd name="connsiteY12" fmla="*/ 274322 h 3785714"/>
              <a:gd name="connsiteX13" fmla="*/ 5819309 w 6848879"/>
              <a:gd name="connsiteY13" fmla="*/ 172768 h 3785714"/>
              <a:gd name="connsiteX14" fmla="*/ 6248992 w 6848879"/>
              <a:gd name="connsiteY14" fmla="*/ 428302 h 3785714"/>
              <a:gd name="connsiteX15" fmla="*/ 6410214 w 6848879"/>
              <a:gd name="connsiteY15" fmla="*/ 623187 h 3785714"/>
              <a:gd name="connsiteX16" fmla="*/ 6562614 w 6848879"/>
              <a:gd name="connsiteY16" fmla="*/ 703089 h 3785714"/>
              <a:gd name="connsiteX17" fmla="*/ 6676914 w 6848879"/>
              <a:gd name="connsiteY17" fmla="*/ 674034 h 3785714"/>
              <a:gd name="connsiteX18" fmla="*/ 6706192 w 6848879"/>
              <a:gd name="connsiteY18" fmla="*/ 529995 h 3785714"/>
              <a:gd name="connsiteX19" fmla="*/ 6676915 w 6848879"/>
              <a:gd name="connsiteY19" fmla="*/ 390745 h 3785714"/>
              <a:gd name="connsiteX20" fmla="*/ 6607066 w 6848879"/>
              <a:gd name="connsiteY20" fmla="*/ 303578 h 3785714"/>
              <a:gd name="connsiteX21" fmla="*/ 6562616 w 6848879"/>
              <a:gd name="connsiteY21" fmla="*/ 194620 h 3785714"/>
              <a:gd name="connsiteX22" fmla="*/ 6543566 w 6848879"/>
              <a:gd name="connsiteY22" fmla="*/ 27550 h 3785714"/>
              <a:gd name="connsiteX23" fmla="*/ 6689615 w 6848879"/>
              <a:gd name="connsiteY23" fmla="*/ 13025 h 3785714"/>
              <a:gd name="connsiteX24" fmla="*/ 6841658 w 6848879"/>
              <a:gd name="connsiteY24" fmla="*/ 26287 h 3785714"/>
              <a:gd name="connsiteX25" fmla="*/ 6822966 w 6848879"/>
              <a:gd name="connsiteY25" fmla="*/ 252730 h 3785714"/>
              <a:gd name="connsiteX26" fmla="*/ 6778516 w 6848879"/>
              <a:gd name="connsiteY26" fmla="*/ 405271 h 3785714"/>
              <a:gd name="connsiteX27" fmla="*/ 6765815 w 6848879"/>
              <a:gd name="connsiteY27" fmla="*/ 659506 h 3785714"/>
              <a:gd name="connsiteX28" fmla="*/ 6689615 w 6848879"/>
              <a:gd name="connsiteY28" fmla="*/ 775729 h 3785714"/>
              <a:gd name="connsiteX29" fmla="*/ 6579192 w 6848879"/>
              <a:gd name="connsiteY29" fmla="*/ 797321 h 3785714"/>
              <a:gd name="connsiteX30" fmla="*/ 6365407 w 6848879"/>
              <a:gd name="connsiteY30" fmla="*/ 712560 h 3785714"/>
              <a:gd name="connsiteX31" fmla="*/ 6099065 w 6848879"/>
              <a:gd name="connsiteY31" fmla="*/ 398005 h 3785714"/>
              <a:gd name="connsiteX32" fmla="*/ 5861642 w 6848879"/>
              <a:gd name="connsiteY32" fmla="*/ 276774 h 3785714"/>
              <a:gd name="connsiteX33" fmla="*/ 5537792 w 6848879"/>
              <a:gd name="connsiteY33" fmla="*/ 257389 h 3785714"/>
              <a:gd name="connsiteX34" fmla="*/ 5355758 w 6848879"/>
              <a:gd name="connsiteY34" fmla="*/ 333589 h 3785714"/>
              <a:gd name="connsiteX35" fmla="*/ 5237225 w 6848879"/>
              <a:gd name="connsiteY35" fmla="*/ 452121 h 3785714"/>
              <a:gd name="connsiteX36" fmla="*/ 5025558 w 6848879"/>
              <a:gd name="connsiteY36" fmla="*/ 833121 h 3785714"/>
              <a:gd name="connsiteX37" fmla="*/ 4847758 w 6848879"/>
              <a:gd name="connsiteY37" fmla="*/ 985522 h 3785714"/>
              <a:gd name="connsiteX38" fmla="*/ 4435566 w 6848879"/>
              <a:gd name="connsiteY38" fmla="*/ 1018010 h 3785714"/>
              <a:gd name="connsiteX39" fmla="*/ 3766744 w 6848879"/>
              <a:gd name="connsiteY39" fmla="*/ 857442 h 3785714"/>
              <a:gd name="connsiteX40" fmla="*/ 3377933 w 6848879"/>
              <a:gd name="connsiteY40" fmla="*/ 831937 h 3785714"/>
              <a:gd name="connsiteX41" fmla="*/ 2709526 w 6848879"/>
              <a:gd name="connsiteY41" fmla="*/ 1324293 h 3785714"/>
              <a:gd name="connsiteX42" fmla="*/ 2031121 w 6848879"/>
              <a:gd name="connsiteY42" fmla="*/ 1975179 h 3785714"/>
              <a:gd name="connsiteX43" fmla="*/ 1284049 w 6848879"/>
              <a:gd name="connsiteY43" fmla="*/ 2775352 h 3785714"/>
              <a:gd name="connsiteX44" fmla="*/ 604400 w 6848879"/>
              <a:gd name="connsiteY44" fmla="*/ 3662431 h 3785714"/>
              <a:gd name="connsiteX45" fmla="*/ 316975 w 6848879"/>
              <a:gd name="connsiteY45" fmla="*/ 3785714 h 3785714"/>
              <a:gd name="connsiteX46" fmla="*/ 42710 w 6848879"/>
              <a:gd name="connsiteY46" fmla="*/ 3609906 h 3785714"/>
              <a:gd name="connsiteX47" fmla="*/ 0 w 6848879"/>
              <a:gd name="connsiteY47" fmla="*/ 3204689 h 3785714"/>
              <a:gd name="connsiteX48" fmla="*/ 13514 w 6848879"/>
              <a:gd name="connsiteY48" fmla="*/ 2344412 h 3785714"/>
              <a:gd name="connsiteX49" fmla="*/ 28374 w 6848879"/>
              <a:gd name="connsiteY49" fmla="*/ 1861782 h 3785714"/>
              <a:gd name="connsiteX0" fmla="*/ 28374 w 6848879"/>
              <a:gd name="connsiteY0" fmla="*/ 1861782 h 3785714"/>
              <a:gd name="connsiteX1" fmla="*/ 23660 w 6848879"/>
              <a:gd name="connsiteY1" fmla="*/ 1750362 h 3785714"/>
              <a:gd name="connsiteX2" fmla="*/ 130745 w 6848879"/>
              <a:gd name="connsiteY2" fmla="*/ 1750546 h 3785714"/>
              <a:gd name="connsiteX3" fmla="*/ 120180 w 6848879"/>
              <a:gd name="connsiteY3" fmla="*/ 2035104 h 3785714"/>
              <a:gd name="connsiteX4" fmla="*/ 100265 w 6848879"/>
              <a:gd name="connsiteY4" fmla="*/ 2796999 h 3785714"/>
              <a:gd name="connsiteX5" fmla="*/ 124591 w 6848879"/>
              <a:gd name="connsiteY5" fmla="*/ 3584555 h 3785714"/>
              <a:gd name="connsiteX6" fmla="*/ 576446 w 6848879"/>
              <a:gd name="connsiteY6" fmla="*/ 3567731 h 3785714"/>
              <a:gd name="connsiteX7" fmla="*/ 1087121 w 6848879"/>
              <a:gd name="connsiteY7" fmla="*/ 2846852 h 3785714"/>
              <a:gd name="connsiteX8" fmla="*/ 1905267 w 6848879"/>
              <a:gd name="connsiteY8" fmla="*/ 1955005 h 3785714"/>
              <a:gd name="connsiteX9" fmla="*/ 2541127 w 6848879"/>
              <a:gd name="connsiteY9" fmla="*/ 1341877 h 3785714"/>
              <a:gd name="connsiteX10" fmla="*/ 3386501 w 6848879"/>
              <a:gd name="connsiteY10" fmla="*/ 736610 h 3785714"/>
              <a:gd name="connsiteX11" fmla="*/ 4754625 w 6848879"/>
              <a:gd name="connsiteY11" fmla="*/ 909322 h 3785714"/>
              <a:gd name="connsiteX12" fmla="*/ 5254158 w 6848879"/>
              <a:gd name="connsiteY12" fmla="*/ 274322 h 3785714"/>
              <a:gd name="connsiteX13" fmla="*/ 5819309 w 6848879"/>
              <a:gd name="connsiteY13" fmla="*/ 172768 h 3785714"/>
              <a:gd name="connsiteX14" fmla="*/ 6248992 w 6848879"/>
              <a:gd name="connsiteY14" fmla="*/ 428302 h 3785714"/>
              <a:gd name="connsiteX15" fmla="*/ 6410214 w 6848879"/>
              <a:gd name="connsiteY15" fmla="*/ 623187 h 3785714"/>
              <a:gd name="connsiteX16" fmla="*/ 6562614 w 6848879"/>
              <a:gd name="connsiteY16" fmla="*/ 703089 h 3785714"/>
              <a:gd name="connsiteX17" fmla="*/ 6676914 w 6848879"/>
              <a:gd name="connsiteY17" fmla="*/ 674034 h 3785714"/>
              <a:gd name="connsiteX18" fmla="*/ 6706192 w 6848879"/>
              <a:gd name="connsiteY18" fmla="*/ 529995 h 3785714"/>
              <a:gd name="connsiteX19" fmla="*/ 6676915 w 6848879"/>
              <a:gd name="connsiteY19" fmla="*/ 390745 h 3785714"/>
              <a:gd name="connsiteX20" fmla="*/ 6607066 w 6848879"/>
              <a:gd name="connsiteY20" fmla="*/ 303578 h 3785714"/>
              <a:gd name="connsiteX21" fmla="*/ 6562616 w 6848879"/>
              <a:gd name="connsiteY21" fmla="*/ 194620 h 3785714"/>
              <a:gd name="connsiteX22" fmla="*/ 6543566 w 6848879"/>
              <a:gd name="connsiteY22" fmla="*/ 27550 h 3785714"/>
              <a:gd name="connsiteX23" fmla="*/ 6689615 w 6848879"/>
              <a:gd name="connsiteY23" fmla="*/ 13025 h 3785714"/>
              <a:gd name="connsiteX24" fmla="*/ 6841658 w 6848879"/>
              <a:gd name="connsiteY24" fmla="*/ 26287 h 3785714"/>
              <a:gd name="connsiteX25" fmla="*/ 6822966 w 6848879"/>
              <a:gd name="connsiteY25" fmla="*/ 252730 h 3785714"/>
              <a:gd name="connsiteX26" fmla="*/ 6778516 w 6848879"/>
              <a:gd name="connsiteY26" fmla="*/ 405271 h 3785714"/>
              <a:gd name="connsiteX27" fmla="*/ 6765815 w 6848879"/>
              <a:gd name="connsiteY27" fmla="*/ 659506 h 3785714"/>
              <a:gd name="connsiteX28" fmla="*/ 6689615 w 6848879"/>
              <a:gd name="connsiteY28" fmla="*/ 775729 h 3785714"/>
              <a:gd name="connsiteX29" fmla="*/ 6579192 w 6848879"/>
              <a:gd name="connsiteY29" fmla="*/ 797321 h 3785714"/>
              <a:gd name="connsiteX30" fmla="*/ 6365407 w 6848879"/>
              <a:gd name="connsiteY30" fmla="*/ 712560 h 3785714"/>
              <a:gd name="connsiteX31" fmla="*/ 6099065 w 6848879"/>
              <a:gd name="connsiteY31" fmla="*/ 398005 h 3785714"/>
              <a:gd name="connsiteX32" fmla="*/ 5861642 w 6848879"/>
              <a:gd name="connsiteY32" fmla="*/ 276774 h 3785714"/>
              <a:gd name="connsiteX33" fmla="*/ 5537792 w 6848879"/>
              <a:gd name="connsiteY33" fmla="*/ 257389 h 3785714"/>
              <a:gd name="connsiteX34" fmla="*/ 5355758 w 6848879"/>
              <a:gd name="connsiteY34" fmla="*/ 333589 h 3785714"/>
              <a:gd name="connsiteX35" fmla="*/ 5237225 w 6848879"/>
              <a:gd name="connsiteY35" fmla="*/ 452121 h 3785714"/>
              <a:gd name="connsiteX36" fmla="*/ 5025558 w 6848879"/>
              <a:gd name="connsiteY36" fmla="*/ 833121 h 3785714"/>
              <a:gd name="connsiteX37" fmla="*/ 4847758 w 6848879"/>
              <a:gd name="connsiteY37" fmla="*/ 985522 h 3785714"/>
              <a:gd name="connsiteX38" fmla="*/ 4435566 w 6848879"/>
              <a:gd name="connsiteY38" fmla="*/ 1018010 h 3785714"/>
              <a:gd name="connsiteX39" fmla="*/ 3766744 w 6848879"/>
              <a:gd name="connsiteY39" fmla="*/ 857442 h 3785714"/>
              <a:gd name="connsiteX40" fmla="*/ 3377933 w 6848879"/>
              <a:gd name="connsiteY40" fmla="*/ 831937 h 3785714"/>
              <a:gd name="connsiteX41" fmla="*/ 2709526 w 6848879"/>
              <a:gd name="connsiteY41" fmla="*/ 1324293 h 3785714"/>
              <a:gd name="connsiteX42" fmla="*/ 2031121 w 6848879"/>
              <a:gd name="connsiteY42" fmla="*/ 1975179 h 3785714"/>
              <a:gd name="connsiteX43" fmla="*/ 1284049 w 6848879"/>
              <a:gd name="connsiteY43" fmla="*/ 2775352 h 3785714"/>
              <a:gd name="connsiteX44" fmla="*/ 604400 w 6848879"/>
              <a:gd name="connsiteY44" fmla="*/ 3662431 h 3785714"/>
              <a:gd name="connsiteX45" fmla="*/ 316975 w 6848879"/>
              <a:gd name="connsiteY45" fmla="*/ 3785714 h 3785714"/>
              <a:gd name="connsiteX46" fmla="*/ 42710 w 6848879"/>
              <a:gd name="connsiteY46" fmla="*/ 3609906 h 3785714"/>
              <a:gd name="connsiteX47" fmla="*/ 0 w 6848879"/>
              <a:gd name="connsiteY47" fmla="*/ 3204689 h 3785714"/>
              <a:gd name="connsiteX48" fmla="*/ 13514 w 6848879"/>
              <a:gd name="connsiteY48" fmla="*/ 2344412 h 3785714"/>
              <a:gd name="connsiteX49" fmla="*/ 28374 w 6848879"/>
              <a:gd name="connsiteY49" fmla="*/ 1861782 h 3785714"/>
              <a:gd name="connsiteX0" fmla="*/ 28374 w 6848879"/>
              <a:gd name="connsiteY0" fmla="*/ 1861782 h 3785714"/>
              <a:gd name="connsiteX1" fmla="*/ 33185 w 6848879"/>
              <a:gd name="connsiteY1" fmla="*/ 1735834 h 3785714"/>
              <a:gd name="connsiteX2" fmla="*/ 130745 w 6848879"/>
              <a:gd name="connsiteY2" fmla="*/ 1750546 h 3785714"/>
              <a:gd name="connsiteX3" fmla="*/ 120180 w 6848879"/>
              <a:gd name="connsiteY3" fmla="*/ 2035104 h 3785714"/>
              <a:gd name="connsiteX4" fmla="*/ 100265 w 6848879"/>
              <a:gd name="connsiteY4" fmla="*/ 2796999 h 3785714"/>
              <a:gd name="connsiteX5" fmla="*/ 124591 w 6848879"/>
              <a:gd name="connsiteY5" fmla="*/ 3584555 h 3785714"/>
              <a:gd name="connsiteX6" fmla="*/ 576446 w 6848879"/>
              <a:gd name="connsiteY6" fmla="*/ 3567731 h 3785714"/>
              <a:gd name="connsiteX7" fmla="*/ 1087121 w 6848879"/>
              <a:gd name="connsiteY7" fmla="*/ 2846852 h 3785714"/>
              <a:gd name="connsiteX8" fmla="*/ 1905267 w 6848879"/>
              <a:gd name="connsiteY8" fmla="*/ 1955005 h 3785714"/>
              <a:gd name="connsiteX9" fmla="*/ 2541127 w 6848879"/>
              <a:gd name="connsiteY9" fmla="*/ 1341877 h 3785714"/>
              <a:gd name="connsiteX10" fmla="*/ 3386501 w 6848879"/>
              <a:gd name="connsiteY10" fmla="*/ 736610 h 3785714"/>
              <a:gd name="connsiteX11" fmla="*/ 4754625 w 6848879"/>
              <a:gd name="connsiteY11" fmla="*/ 909322 h 3785714"/>
              <a:gd name="connsiteX12" fmla="*/ 5254158 w 6848879"/>
              <a:gd name="connsiteY12" fmla="*/ 274322 h 3785714"/>
              <a:gd name="connsiteX13" fmla="*/ 5819309 w 6848879"/>
              <a:gd name="connsiteY13" fmla="*/ 172768 h 3785714"/>
              <a:gd name="connsiteX14" fmla="*/ 6248992 w 6848879"/>
              <a:gd name="connsiteY14" fmla="*/ 428302 h 3785714"/>
              <a:gd name="connsiteX15" fmla="*/ 6410214 w 6848879"/>
              <a:gd name="connsiteY15" fmla="*/ 623187 h 3785714"/>
              <a:gd name="connsiteX16" fmla="*/ 6562614 w 6848879"/>
              <a:gd name="connsiteY16" fmla="*/ 703089 h 3785714"/>
              <a:gd name="connsiteX17" fmla="*/ 6676914 w 6848879"/>
              <a:gd name="connsiteY17" fmla="*/ 674034 h 3785714"/>
              <a:gd name="connsiteX18" fmla="*/ 6706192 w 6848879"/>
              <a:gd name="connsiteY18" fmla="*/ 529995 h 3785714"/>
              <a:gd name="connsiteX19" fmla="*/ 6676915 w 6848879"/>
              <a:gd name="connsiteY19" fmla="*/ 390745 h 3785714"/>
              <a:gd name="connsiteX20" fmla="*/ 6607066 w 6848879"/>
              <a:gd name="connsiteY20" fmla="*/ 303578 h 3785714"/>
              <a:gd name="connsiteX21" fmla="*/ 6562616 w 6848879"/>
              <a:gd name="connsiteY21" fmla="*/ 194620 h 3785714"/>
              <a:gd name="connsiteX22" fmla="*/ 6543566 w 6848879"/>
              <a:gd name="connsiteY22" fmla="*/ 27550 h 3785714"/>
              <a:gd name="connsiteX23" fmla="*/ 6689615 w 6848879"/>
              <a:gd name="connsiteY23" fmla="*/ 13025 h 3785714"/>
              <a:gd name="connsiteX24" fmla="*/ 6841658 w 6848879"/>
              <a:gd name="connsiteY24" fmla="*/ 26287 h 3785714"/>
              <a:gd name="connsiteX25" fmla="*/ 6822966 w 6848879"/>
              <a:gd name="connsiteY25" fmla="*/ 252730 h 3785714"/>
              <a:gd name="connsiteX26" fmla="*/ 6778516 w 6848879"/>
              <a:gd name="connsiteY26" fmla="*/ 405271 h 3785714"/>
              <a:gd name="connsiteX27" fmla="*/ 6765815 w 6848879"/>
              <a:gd name="connsiteY27" fmla="*/ 659506 h 3785714"/>
              <a:gd name="connsiteX28" fmla="*/ 6689615 w 6848879"/>
              <a:gd name="connsiteY28" fmla="*/ 775729 h 3785714"/>
              <a:gd name="connsiteX29" fmla="*/ 6579192 w 6848879"/>
              <a:gd name="connsiteY29" fmla="*/ 797321 h 3785714"/>
              <a:gd name="connsiteX30" fmla="*/ 6365407 w 6848879"/>
              <a:gd name="connsiteY30" fmla="*/ 712560 h 3785714"/>
              <a:gd name="connsiteX31" fmla="*/ 6099065 w 6848879"/>
              <a:gd name="connsiteY31" fmla="*/ 398005 h 3785714"/>
              <a:gd name="connsiteX32" fmla="*/ 5861642 w 6848879"/>
              <a:gd name="connsiteY32" fmla="*/ 276774 h 3785714"/>
              <a:gd name="connsiteX33" fmla="*/ 5537792 w 6848879"/>
              <a:gd name="connsiteY33" fmla="*/ 257389 h 3785714"/>
              <a:gd name="connsiteX34" fmla="*/ 5355758 w 6848879"/>
              <a:gd name="connsiteY34" fmla="*/ 333589 h 3785714"/>
              <a:gd name="connsiteX35" fmla="*/ 5237225 w 6848879"/>
              <a:gd name="connsiteY35" fmla="*/ 452121 h 3785714"/>
              <a:gd name="connsiteX36" fmla="*/ 5025558 w 6848879"/>
              <a:gd name="connsiteY36" fmla="*/ 833121 h 3785714"/>
              <a:gd name="connsiteX37" fmla="*/ 4847758 w 6848879"/>
              <a:gd name="connsiteY37" fmla="*/ 985522 h 3785714"/>
              <a:gd name="connsiteX38" fmla="*/ 4435566 w 6848879"/>
              <a:gd name="connsiteY38" fmla="*/ 1018010 h 3785714"/>
              <a:gd name="connsiteX39" fmla="*/ 3766744 w 6848879"/>
              <a:gd name="connsiteY39" fmla="*/ 857442 h 3785714"/>
              <a:gd name="connsiteX40" fmla="*/ 3377933 w 6848879"/>
              <a:gd name="connsiteY40" fmla="*/ 831937 h 3785714"/>
              <a:gd name="connsiteX41" fmla="*/ 2709526 w 6848879"/>
              <a:gd name="connsiteY41" fmla="*/ 1324293 h 3785714"/>
              <a:gd name="connsiteX42" fmla="*/ 2031121 w 6848879"/>
              <a:gd name="connsiteY42" fmla="*/ 1975179 h 3785714"/>
              <a:gd name="connsiteX43" fmla="*/ 1284049 w 6848879"/>
              <a:gd name="connsiteY43" fmla="*/ 2775352 h 3785714"/>
              <a:gd name="connsiteX44" fmla="*/ 604400 w 6848879"/>
              <a:gd name="connsiteY44" fmla="*/ 3662431 h 3785714"/>
              <a:gd name="connsiteX45" fmla="*/ 316975 w 6848879"/>
              <a:gd name="connsiteY45" fmla="*/ 3785714 h 3785714"/>
              <a:gd name="connsiteX46" fmla="*/ 42710 w 6848879"/>
              <a:gd name="connsiteY46" fmla="*/ 3609906 h 3785714"/>
              <a:gd name="connsiteX47" fmla="*/ 0 w 6848879"/>
              <a:gd name="connsiteY47" fmla="*/ 3204689 h 3785714"/>
              <a:gd name="connsiteX48" fmla="*/ 13514 w 6848879"/>
              <a:gd name="connsiteY48" fmla="*/ 2344412 h 3785714"/>
              <a:gd name="connsiteX49" fmla="*/ 28374 w 6848879"/>
              <a:gd name="connsiteY49" fmla="*/ 1861782 h 3785714"/>
              <a:gd name="connsiteX0" fmla="*/ 28374 w 6848879"/>
              <a:gd name="connsiteY0" fmla="*/ 1861782 h 3785714"/>
              <a:gd name="connsiteX1" fmla="*/ 33185 w 6848879"/>
              <a:gd name="connsiteY1" fmla="*/ 1735834 h 3785714"/>
              <a:gd name="connsiteX2" fmla="*/ 121220 w 6848879"/>
              <a:gd name="connsiteY2" fmla="*/ 1732386 h 3785714"/>
              <a:gd name="connsiteX3" fmla="*/ 120180 w 6848879"/>
              <a:gd name="connsiteY3" fmla="*/ 2035104 h 3785714"/>
              <a:gd name="connsiteX4" fmla="*/ 100265 w 6848879"/>
              <a:gd name="connsiteY4" fmla="*/ 2796999 h 3785714"/>
              <a:gd name="connsiteX5" fmla="*/ 124591 w 6848879"/>
              <a:gd name="connsiteY5" fmla="*/ 3584555 h 3785714"/>
              <a:gd name="connsiteX6" fmla="*/ 576446 w 6848879"/>
              <a:gd name="connsiteY6" fmla="*/ 3567731 h 3785714"/>
              <a:gd name="connsiteX7" fmla="*/ 1087121 w 6848879"/>
              <a:gd name="connsiteY7" fmla="*/ 2846852 h 3785714"/>
              <a:gd name="connsiteX8" fmla="*/ 1905267 w 6848879"/>
              <a:gd name="connsiteY8" fmla="*/ 1955005 h 3785714"/>
              <a:gd name="connsiteX9" fmla="*/ 2541127 w 6848879"/>
              <a:gd name="connsiteY9" fmla="*/ 1341877 h 3785714"/>
              <a:gd name="connsiteX10" fmla="*/ 3386501 w 6848879"/>
              <a:gd name="connsiteY10" fmla="*/ 736610 h 3785714"/>
              <a:gd name="connsiteX11" fmla="*/ 4754625 w 6848879"/>
              <a:gd name="connsiteY11" fmla="*/ 909322 h 3785714"/>
              <a:gd name="connsiteX12" fmla="*/ 5254158 w 6848879"/>
              <a:gd name="connsiteY12" fmla="*/ 274322 h 3785714"/>
              <a:gd name="connsiteX13" fmla="*/ 5819309 w 6848879"/>
              <a:gd name="connsiteY13" fmla="*/ 172768 h 3785714"/>
              <a:gd name="connsiteX14" fmla="*/ 6248992 w 6848879"/>
              <a:gd name="connsiteY14" fmla="*/ 428302 h 3785714"/>
              <a:gd name="connsiteX15" fmla="*/ 6410214 w 6848879"/>
              <a:gd name="connsiteY15" fmla="*/ 623187 h 3785714"/>
              <a:gd name="connsiteX16" fmla="*/ 6562614 w 6848879"/>
              <a:gd name="connsiteY16" fmla="*/ 703089 h 3785714"/>
              <a:gd name="connsiteX17" fmla="*/ 6676914 w 6848879"/>
              <a:gd name="connsiteY17" fmla="*/ 674034 h 3785714"/>
              <a:gd name="connsiteX18" fmla="*/ 6706192 w 6848879"/>
              <a:gd name="connsiteY18" fmla="*/ 529995 h 3785714"/>
              <a:gd name="connsiteX19" fmla="*/ 6676915 w 6848879"/>
              <a:gd name="connsiteY19" fmla="*/ 390745 h 3785714"/>
              <a:gd name="connsiteX20" fmla="*/ 6607066 w 6848879"/>
              <a:gd name="connsiteY20" fmla="*/ 303578 h 3785714"/>
              <a:gd name="connsiteX21" fmla="*/ 6562616 w 6848879"/>
              <a:gd name="connsiteY21" fmla="*/ 194620 h 3785714"/>
              <a:gd name="connsiteX22" fmla="*/ 6543566 w 6848879"/>
              <a:gd name="connsiteY22" fmla="*/ 27550 h 3785714"/>
              <a:gd name="connsiteX23" fmla="*/ 6689615 w 6848879"/>
              <a:gd name="connsiteY23" fmla="*/ 13025 h 3785714"/>
              <a:gd name="connsiteX24" fmla="*/ 6841658 w 6848879"/>
              <a:gd name="connsiteY24" fmla="*/ 26287 h 3785714"/>
              <a:gd name="connsiteX25" fmla="*/ 6822966 w 6848879"/>
              <a:gd name="connsiteY25" fmla="*/ 252730 h 3785714"/>
              <a:gd name="connsiteX26" fmla="*/ 6778516 w 6848879"/>
              <a:gd name="connsiteY26" fmla="*/ 405271 h 3785714"/>
              <a:gd name="connsiteX27" fmla="*/ 6765815 w 6848879"/>
              <a:gd name="connsiteY27" fmla="*/ 659506 h 3785714"/>
              <a:gd name="connsiteX28" fmla="*/ 6689615 w 6848879"/>
              <a:gd name="connsiteY28" fmla="*/ 775729 h 3785714"/>
              <a:gd name="connsiteX29" fmla="*/ 6579192 w 6848879"/>
              <a:gd name="connsiteY29" fmla="*/ 797321 h 3785714"/>
              <a:gd name="connsiteX30" fmla="*/ 6365407 w 6848879"/>
              <a:gd name="connsiteY30" fmla="*/ 712560 h 3785714"/>
              <a:gd name="connsiteX31" fmla="*/ 6099065 w 6848879"/>
              <a:gd name="connsiteY31" fmla="*/ 398005 h 3785714"/>
              <a:gd name="connsiteX32" fmla="*/ 5861642 w 6848879"/>
              <a:gd name="connsiteY32" fmla="*/ 276774 h 3785714"/>
              <a:gd name="connsiteX33" fmla="*/ 5537792 w 6848879"/>
              <a:gd name="connsiteY33" fmla="*/ 257389 h 3785714"/>
              <a:gd name="connsiteX34" fmla="*/ 5355758 w 6848879"/>
              <a:gd name="connsiteY34" fmla="*/ 333589 h 3785714"/>
              <a:gd name="connsiteX35" fmla="*/ 5237225 w 6848879"/>
              <a:gd name="connsiteY35" fmla="*/ 452121 h 3785714"/>
              <a:gd name="connsiteX36" fmla="*/ 5025558 w 6848879"/>
              <a:gd name="connsiteY36" fmla="*/ 833121 h 3785714"/>
              <a:gd name="connsiteX37" fmla="*/ 4847758 w 6848879"/>
              <a:gd name="connsiteY37" fmla="*/ 985522 h 3785714"/>
              <a:gd name="connsiteX38" fmla="*/ 4435566 w 6848879"/>
              <a:gd name="connsiteY38" fmla="*/ 1018010 h 3785714"/>
              <a:gd name="connsiteX39" fmla="*/ 3766744 w 6848879"/>
              <a:gd name="connsiteY39" fmla="*/ 857442 h 3785714"/>
              <a:gd name="connsiteX40" fmla="*/ 3377933 w 6848879"/>
              <a:gd name="connsiteY40" fmla="*/ 831937 h 3785714"/>
              <a:gd name="connsiteX41" fmla="*/ 2709526 w 6848879"/>
              <a:gd name="connsiteY41" fmla="*/ 1324293 h 3785714"/>
              <a:gd name="connsiteX42" fmla="*/ 2031121 w 6848879"/>
              <a:gd name="connsiteY42" fmla="*/ 1975179 h 3785714"/>
              <a:gd name="connsiteX43" fmla="*/ 1284049 w 6848879"/>
              <a:gd name="connsiteY43" fmla="*/ 2775352 h 3785714"/>
              <a:gd name="connsiteX44" fmla="*/ 604400 w 6848879"/>
              <a:gd name="connsiteY44" fmla="*/ 3662431 h 3785714"/>
              <a:gd name="connsiteX45" fmla="*/ 316975 w 6848879"/>
              <a:gd name="connsiteY45" fmla="*/ 3785714 h 3785714"/>
              <a:gd name="connsiteX46" fmla="*/ 42710 w 6848879"/>
              <a:gd name="connsiteY46" fmla="*/ 3609906 h 3785714"/>
              <a:gd name="connsiteX47" fmla="*/ 0 w 6848879"/>
              <a:gd name="connsiteY47" fmla="*/ 3204689 h 3785714"/>
              <a:gd name="connsiteX48" fmla="*/ 13514 w 6848879"/>
              <a:gd name="connsiteY48" fmla="*/ 2344412 h 3785714"/>
              <a:gd name="connsiteX49" fmla="*/ 28374 w 6848879"/>
              <a:gd name="connsiteY49" fmla="*/ 1861782 h 3785714"/>
              <a:gd name="connsiteX0" fmla="*/ 28374 w 6848879"/>
              <a:gd name="connsiteY0" fmla="*/ 1861782 h 3785714"/>
              <a:gd name="connsiteX1" fmla="*/ 33185 w 6848879"/>
              <a:gd name="connsiteY1" fmla="*/ 1735834 h 3785714"/>
              <a:gd name="connsiteX2" fmla="*/ 121220 w 6848879"/>
              <a:gd name="connsiteY2" fmla="*/ 1732386 h 3785714"/>
              <a:gd name="connsiteX3" fmla="*/ 120180 w 6848879"/>
              <a:gd name="connsiteY3" fmla="*/ 2035104 h 3785714"/>
              <a:gd name="connsiteX4" fmla="*/ 100265 w 6848879"/>
              <a:gd name="connsiteY4" fmla="*/ 2796999 h 3785714"/>
              <a:gd name="connsiteX5" fmla="*/ 124591 w 6848879"/>
              <a:gd name="connsiteY5" fmla="*/ 3584555 h 3785714"/>
              <a:gd name="connsiteX6" fmla="*/ 576446 w 6848879"/>
              <a:gd name="connsiteY6" fmla="*/ 3567731 h 3785714"/>
              <a:gd name="connsiteX7" fmla="*/ 1087121 w 6848879"/>
              <a:gd name="connsiteY7" fmla="*/ 2846852 h 3785714"/>
              <a:gd name="connsiteX8" fmla="*/ 1905267 w 6848879"/>
              <a:gd name="connsiteY8" fmla="*/ 1955005 h 3785714"/>
              <a:gd name="connsiteX9" fmla="*/ 2541127 w 6848879"/>
              <a:gd name="connsiteY9" fmla="*/ 1341877 h 3785714"/>
              <a:gd name="connsiteX10" fmla="*/ 3386501 w 6848879"/>
              <a:gd name="connsiteY10" fmla="*/ 736610 h 3785714"/>
              <a:gd name="connsiteX11" fmla="*/ 4754625 w 6848879"/>
              <a:gd name="connsiteY11" fmla="*/ 909322 h 3785714"/>
              <a:gd name="connsiteX12" fmla="*/ 5254158 w 6848879"/>
              <a:gd name="connsiteY12" fmla="*/ 274322 h 3785714"/>
              <a:gd name="connsiteX13" fmla="*/ 5819309 w 6848879"/>
              <a:gd name="connsiteY13" fmla="*/ 172768 h 3785714"/>
              <a:gd name="connsiteX14" fmla="*/ 6248992 w 6848879"/>
              <a:gd name="connsiteY14" fmla="*/ 428302 h 3785714"/>
              <a:gd name="connsiteX15" fmla="*/ 6410214 w 6848879"/>
              <a:gd name="connsiteY15" fmla="*/ 623187 h 3785714"/>
              <a:gd name="connsiteX16" fmla="*/ 6562614 w 6848879"/>
              <a:gd name="connsiteY16" fmla="*/ 703089 h 3785714"/>
              <a:gd name="connsiteX17" fmla="*/ 6676914 w 6848879"/>
              <a:gd name="connsiteY17" fmla="*/ 674034 h 3785714"/>
              <a:gd name="connsiteX18" fmla="*/ 6706192 w 6848879"/>
              <a:gd name="connsiteY18" fmla="*/ 529995 h 3785714"/>
              <a:gd name="connsiteX19" fmla="*/ 6676915 w 6848879"/>
              <a:gd name="connsiteY19" fmla="*/ 390745 h 3785714"/>
              <a:gd name="connsiteX20" fmla="*/ 6607066 w 6848879"/>
              <a:gd name="connsiteY20" fmla="*/ 303578 h 3785714"/>
              <a:gd name="connsiteX21" fmla="*/ 6562616 w 6848879"/>
              <a:gd name="connsiteY21" fmla="*/ 194620 h 3785714"/>
              <a:gd name="connsiteX22" fmla="*/ 6543566 w 6848879"/>
              <a:gd name="connsiteY22" fmla="*/ 27550 h 3785714"/>
              <a:gd name="connsiteX23" fmla="*/ 6689615 w 6848879"/>
              <a:gd name="connsiteY23" fmla="*/ 13025 h 3785714"/>
              <a:gd name="connsiteX24" fmla="*/ 6841658 w 6848879"/>
              <a:gd name="connsiteY24" fmla="*/ 26287 h 3785714"/>
              <a:gd name="connsiteX25" fmla="*/ 6822966 w 6848879"/>
              <a:gd name="connsiteY25" fmla="*/ 252730 h 3785714"/>
              <a:gd name="connsiteX26" fmla="*/ 6778516 w 6848879"/>
              <a:gd name="connsiteY26" fmla="*/ 405271 h 3785714"/>
              <a:gd name="connsiteX27" fmla="*/ 6765815 w 6848879"/>
              <a:gd name="connsiteY27" fmla="*/ 659506 h 3785714"/>
              <a:gd name="connsiteX28" fmla="*/ 6689615 w 6848879"/>
              <a:gd name="connsiteY28" fmla="*/ 775729 h 3785714"/>
              <a:gd name="connsiteX29" fmla="*/ 6579192 w 6848879"/>
              <a:gd name="connsiteY29" fmla="*/ 797321 h 3785714"/>
              <a:gd name="connsiteX30" fmla="*/ 6365407 w 6848879"/>
              <a:gd name="connsiteY30" fmla="*/ 712560 h 3785714"/>
              <a:gd name="connsiteX31" fmla="*/ 6099065 w 6848879"/>
              <a:gd name="connsiteY31" fmla="*/ 398005 h 3785714"/>
              <a:gd name="connsiteX32" fmla="*/ 5861642 w 6848879"/>
              <a:gd name="connsiteY32" fmla="*/ 276774 h 3785714"/>
              <a:gd name="connsiteX33" fmla="*/ 5537792 w 6848879"/>
              <a:gd name="connsiteY33" fmla="*/ 257389 h 3785714"/>
              <a:gd name="connsiteX34" fmla="*/ 5355758 w 6848879"/>
              <a:gd name="connsiteY34" fmla="*/ 333589 h 3785714"/>
              <a:gd name="connsiteX35" fmla="*/ 5237225 w 6848879"/>
              <a:gd name="connsiteY35" fmla="*/ 452121 h 3785714"/>
              <a:gd name="connsiteX36" fmla="*/ 5025558 w 6848879"/>
              <a:gd name="connsiteY36" fmla="*/ 833121 h 3785714"/>
              <a:gd name="connsiteX37" fmla="*/ 4847758 w 6848879"/>
              <a:gd name="connsiteY37" fmla="*/ 985522 h 3785714"/>
              <a:gd name="connsiteX38" fmla="*/ 4435566 w 6848879"/>
              <a:gd name="connsiteY38" fmla="*/ 1018010 h 3785714"/>
              <a:gd name="connsiteX39" fmla="*/ 3766744 w 6848879"/>
              <a:gd name="connsiteY39" fmla="*/ 857442 h 3785714"/>
              <a:gd name="connsiteX40" fmla="*/ 3377933 w 6848879"/>
              <a:gd name="connsiteY40" fmla="*/ 831937 h 3785714"/>
              <a:gd name="connsiteX41" fmla="*/ 2709526 w 6848879"/>
              <a:gd name="connsiteY41" fmla="*/ 1324293 h 3785714"/>
              <a:gd name="connsiteX42" fmla="*/ 2031121 w 6848879"/>
              <a:gd name="connsiteY42" fmla="*/ 1975179 h 3785714"/>
              <a:gd name="connsiteX43" fmla="*/ 1284049 w 6848879"/>
              <a:gd name="connsiteY43" fmla="*/ 2775352 h 3785714"/>
              <a:gd name="connsiteX44" fmla="*/ 604400 w 6848879"/>
              <a:gd name="connsiteY44" fmla="*/ 3662431 h 3785714"/>
              <a:gd name="connsiteX45" fmla="*/ 316975 w 6848879"/>
              <a:gd name="connsiteY45" fmla="*/ 3785714 h 3785714"/>
              <a:gd name="connsiteX46" fmla="*/ 42710 w 6848879"/>
              <a:gd name="connsiteY46" fmla="*/ 3609906 h 3785714"/>
              <a:gd name="connsiteX47" fmla="*/ 0 w 6848879"/>
              <a:gd name="connsiteY47" fmla="*/ 3204689 h 3785714"/>
              <a:gd name="connsiteX48" fmla="*/ 13514 w 6848879"/>
              <a:gd name="connsiteY48" fmla="*/ 2344412 h 3785714"/>
              <a:gd name="connsiteX49" fmla="*/ 28374 w 6848879"/>
              <a:gd name="connsiteY49" fmla="*/ 1861782 h 3785714"/>
              <a:gd name="connsiteX0" fmla="*/ 28374 w 6848879"/>
              <a:gd name="connsiteY0" fmla="*/ 1861782 h 3785714"/>
              <a:gd name="connsiteX1" fmla="*/ 33185 w 6848879"/>
              <a:gd name="connsiteY1" fmla="*/ 1735834 h 3785714"/>
              <a:gd name="connsiteX2" fmla="*/ 121220 w 6848879"/>
              <a:gd name="connsiteY2" fmla="*/ 1732386 h 3785714"/>
              <a:gd name="connsiteX3" fmla="*/ 120180 w 6848879"/>
              <a:gd name="connsiteY3" fmla="*/ 2035104 h 3785714"/>
              <a:gd name="connsiteX4" fmla="*/ 100265 w 6848879"/>
              <a:gd name="connsiteY4" fmla="*/ 2796999 h 3785714"/>
              <a:gd name="connsiteX5" fmla="*/ 124591 w 6848879"/>
              <a:gd name="connsiteY5" fmla="*/ 3584555 h 3785714"/>
              <a:gd name="connsiteX6" fmla="*/ 576446 w 6848879"/>
              <a:gd name="connsiteY6" fmla="*/ 3567731 h 3785714"/>
              <a:gd name="connsiteX7" fmla="*/ 1087121 w 6848879"/>
              <a:gd name="connsiteY7" fmla="*/ 2846852 h 3785714"/>
              <a:gd name="connsiteX8" fmla="*/ 1905267 w 6848879"/>
              <a:gd name="connsiteY8" fmla="*/ 1955005 h 3785714"/>
              <a:gd name="connsiteX9" fmla="*/ 2541127 w 6848879"/>
              <a:gd name="connsiteY9" fmla="*/ 1341877 h 3785714"/>
              <a:gd name="connsiteX10" fmla="*/ 3386501 w 6848879"/>
              <a:gd name="connsiteY10" fmla="*/ 736610 h 3785714"/>
              <a:gd name="connsiteX11" fmla="*/ 4754625 w 6848879"/>
              <a:gd name="connsiteY11" fmla="*/ 909322 h 3785714"/>
              <a:gd name="connsiteX12" fmla="*/ 5254158 w 6848879"/>
              <a:gd name="connsiteY12" fmla="*/ 274322 h 3785714"/>
              <a:gd name="connsiteX13" fmla="*/ 5819309 w 6848879"/>
              <a:gd name="connsiteY13" fmla="*/ 172768 h 3785714"/>
              <a:gd name="connsiteX14" fmla="*/ 6248992 w 6848879"/>
              <a:gd name="connsiteY14" fmla="*/ 428302 h 3785714"/>
              <a:gd name="connsiteX15" fmla="*/ 6410214 w 6848879"/>
              <a:gd name="connsiteY15" fmla="*/ 623187 h 3785714"/>
              <a:gd name="connsiteX16" fmla="*/ 6562614 w 6848879"/>
              <a:gd name="connsiteY16" fmla="*/ 703089 h 3785714"/>
              <a:gd name="connsiteX17" fmla="*/ 6676914 w 6848879"/>
              <a:gd name="connsiteY17" fmla="*/ 674034 h 3785714"/>
              <a:gd name="connsiteX18" fmla="*/ 6706192 w 6848879"/>
              <a:gd name="connsiteY18" fmla="*/ 529995 h 3785714"/>
              <a:gd name="connsiteX19" fmla="*/ 6676915 w 6848879"/>
              <a:gd name="connsiteY19" fmla="*/ 390745 h 3785714"/>
              <a:gd name="connsiteX20" fmla="*/ 6607066 w 6848879"/>
              <a:gd name="connsiteY20" fmla="*/ 303578 h 3785714"/>
              <a:gd name="connsiteX21" fmla="*/ 6562616 w 6848879"/>
              <a:gd name="connsiteY21" fmla="*/ 194620 h 3785714"/>
              <a:gd name="connsiteX22" fmla="*/ 6543566 w 6848879"/>
              <a:gd name="connsiteY22" fmla="*/ 27550 h 3785714"/>
              <a:gd name="connsiteX23" fmla="*/ 6689615 w 6848879"/>
              <a:gd name="connsiteY23" fmla="*/ 13025 h 3785714"/>
              <a:gd name="connsiteX24" fmla="*/ 6841658 w 6848879"/>
              <a:gd name="connsiteY24" fmla="*/ 26287 h 3785714"/>
              <a:gd name="connsiteX25" fmla="*/ 6822966 w 6848879"/>
              <a:gd name="connsiteY25" fmla="*/ 252730 h 3785714"/>
              <a:gd name="connsiteX26" fmla="*/ 6778516 w 6848879"/>
              <a:gd name="connsiteY26" fmla="*/ 405271 h 3785714"/>
              <a:gd name="connsiteX27" fmla="*/ 6765815 w 6848879"/>
              <a:gd name="connsiteY27" fmla="*/ 659506 h 3785714"/>
              <a:gd name="connsiteX28" fmla="*/ 6689615 w 6848879"/>
              <a:gd name="connsiteY28" fmla="*/ 775729 h 3785714"/>
              <a:gd name="connsiteX29" fmla="*/ 6579192 w 6848879"/>
              <a:gd name="connsiteY29" fmla="*/ 797321 h 3785714"/>
              <a:gd name="connsiteX30" fmla="*/ 6365407 w 6848879"/>
              <a:gd name="connsiteY30" fmla="*/ 712560 h 3785714"/>
              <a:gd name="connsiteX31" fmla="*/ 6099065 w 6848879"/>
              <a:gd name="connsiteY31" fmla="*/ 398005 h 3785714"/>
              <a:gd name="connsiteX32" fmla="*/ 5861642 w 6848879"/>
              <a:gd name="connsiteY32" fmla="*/ 276774 h 3785714"/>
              <a:gd name="connsiteX33" fmla="*/ 5537792 w 6848879"/>
              <a:gd name="connsiteY33" fmla="*/ 257389 h 3785714"/>
              <a:gd name="connsiteX34" fmla="*/ 5355758 w 6848879"/>
              <a:gd name="connsiteY34" fmla="*/ 333589 h 3785714"/>
              <a:gd name="connsiteX35" fmla="*/ 5237225 w 6848879"/>
              <a:gd name="connsiteY35" fmla="*/ 452121 h 3785714"/>
              <a:gd name="connsiteX36" fmla="*/ 5025558 w 6848879"/>
              <a:gd name="connsiteY36" fmla="*/ 833121 h 3785714"/>
              <a:gd name="connsiteX37" fmla="*/ 4847758 w 6848879"/>
              <a:gd name="connsiteY37" fmla="*/ 985522 h 3785714"/>
              <a:gd name="connsiteX38" fmla="*/ 4435566 w 6848879"/>
              <a:gd name="connsiteY38" fmla="*/ 1018010 h 3785714"/>
              <a:gd name="connsiteX39" fmla="*/ 3766744 w 6848879"/>
              <a:gd name="connsiteY39" fmla="*/ 857442 h 3785714"/>
              <a:gd name="connsiteX40" fmla="*/ 3377933 w 6848879"/>
              <a:gd name="connsiteY40" fmla="*/ 831937 h 3785714"/>
              <a:gd name="connsiteX41" fmla="*/ 2709526 w 6848879"/>
              <a:gd name="connsiteY41" fmla="*/ 1324293 h 3785714"/>
              <a:gd name="connsiteX42" fmla="*/ 2031121 w 6848879"/>
              <a:gd name="connsiteY42" fmla="*/ 1975179 h 3785714"/>
              <a:gd name="connsiteX43" fmla="*/ 1284049 w 6848879"/>
              <a:gd name="connsiteY43" fmla="*/ 2775352 h 3785714"/>
              <a:gd name="connsiteX44" fmla="*/ 604400 w 6848879"/>
              <a:gd name="connsiteY44" fmla="*/ 3662431 h 3785714"/>
              <a:gd name="connsiteX45" fmla="*/ 316975 w 6848879"/>
              <a:gd name="connsiteY45" fmla="*/ 3785714 h 3785714"/>
              <a:gd name="connsiteX46" fmla="*/ 42710 w 6848879"/>
              <a:gd name="connsiteY46" fmla="*/ 3609906 h 3785714"/>
              <a:gd name="connsiteX47" fmla="*/ 0 w 6848879"/>
              <a:gd name="connsiteY47" fmla="*/ 3204689 h 3785714"/>
              <a:gd name="connsiteX48" fmla="*/ 13514 w 6848879"/>
              <a:gd name="connsiteY48" fmla="*/ 2344412 h 3785714"/>
              <a:gd name="connsiteX49" fmla="*/ 28374 w 6848879"/>
              <a:gd name="connsiteY49" fmla="*/ 1861782 h 3785714"/>
              <a:gd name="connsiteX0" fmla="*/ 28374 w 6848879"/>
              <a:gd name="connsiteY0" fmla="*/ 1861782 h 3785714"/>
              <a:gd name="connsiteX1" fmla="*/ 33185 w 6848879"/>
              <a:gd name="connsiteY1" fmla="*/ 1735834 h 3785714"/>
              <a:gd name="connsiteX2" fmla="*/ 121220 w 6848879"/>
              <a:gd name="connsiteY2" fmla="*/ 1732386 h 3785714"/>
              <a:gd name="connsiteX3" fmla="*/ 120180 w 6848879"/>
              <a:gd name="connsiteY3" fmla="*/ 2035104 h 3785714"/>
              <a:gd name="connsiteX4" fmla="*/ 100265 w 6848879"/>
              <a:gd name="connsiteY4" fmla="*/ 2796999 h 3785714"/>
              <a:gd name="connsiteX5" fmla="*/ 632591 w 6848879"/>
              <a:gd name="connsiteY5" fmla="*/ 2342438 h 3785714"/>
              <a:gd name="connsiteX6" fmla="*/ 576446 w 6848879"/>
              <a:gd name="connsiteY6" fmla="*/ 3567731 h 3785714"/>
              <a:gd name="connsiteX7" fmla="*/ 1087121 w 6848879"/>
              <a:gd name="connsiteY7" fmla="*/ 2846852 h 3785714"/>
              <a:gd name="connsiteX8" fmla="*/ 1905267 w 6848879"/>
              <a:gd name="connsiteY8" fmla="*/ 1955005 h 3785714"/>
              <a:gd name="connsiteX9" fmla="*/ 2541127 w 6848879"/>
              <a:gd name="connsiteY9" fmla="*/ 1341877 h 3785714"/>
              <a:gd name="connsiteX10" fmla="*/ 3386501 w 6848879"/>
              <a:gd name="connsiteY10" fmla="*/ 736610 h 3785714"/>
              <a:gd name="connsiteX11" fmla="*/ 4754625 w 6848879"/>
              <a:gd name="connsiteY11" fmla="*/ 909322 h 3785714"/>
              <a:gd name="connsiteX12" fmla="*/ 5254158 w 6848879"/>
              <a:gd name="connsiteY12" fmla="*/ 274322 h 3785714"/>
              <a:gd name="connsiteX13" fmla="*/ 5819309 w 6848879"/>
              <a:gd name="connsiteY13" fmla="*/ 172768 h 3785714"/>
              <a:gd name="connsiteX14" fmla="*/ 6248992 w 6848879"/>
              <a:gd name="connsiteY14" fmla="*/ 428302 h 3785714"/>
              <a:gd name="connsiteX15" fmla="*/ 6410214 w 6848879"/>
              <a:gd name="connsiteY15" fmla="*/ 623187 h 3785714"/>
              <a:gd name="connsiteX16" fmla="*/ 6562614 w 6848879"/>
              <a:gd name="connsiteY16" fmla="*/ 703089 h 3785714"/>
              <a:gd name="connsiteX17" fmla="*/ 6676914 w 6848879"/>
              <a:gd name="connsiteY17" fmla="*/ 674034 h 3785714"/>
              <a:gd name="connsiteX18" fmla="*/ 6706192 w 6848879"/>
              <a:gd name="connsiteY18" fmla="*/ 529995 h 3785714"/>
              <a:gd name="connsiteX19" fmla="*/ 6676915 w 6848879"/>
              <a:gd name="connsiteY19" fmla="*/ 390745 h 3785714"/>
              <a:gd name="connsiteX20" fmla="*/ 6607066 w 6848879"/>
              <a:gd name="connsiteY20" fmla="*/ 303578 h 3785714"/>
              <a:gd name="connsiteX21" fmla="*/ 6562616 w 6848879"/>
              <a:gd name="connsiteY21" fmla="*/ 194620 h 3785714"/>
              <a:gd name="connsiteX22" fmla="*/ 6543566 w 6848879"/>
              <a:gd name="connsiteY22" fmla="*/ 27550 h 3785714"/>
              <a:gd name="connsiteX23" fmla="*/ 6689615 w 6848879"/>
              <a:gd name="connsiteY23" fmla="*/ 13025 h 3785714"/>
              <a:gd name="connsiteX24" fmla="*/ 6841658 w 6848879"/>
              <a:gd name="connsiteY24" fmla="*/ 26287 h 3785714"/>
              <a:gd name="connsiteX25" fmla="*/ 6822966 w 6848879"/>
              <a:gd name="connsiteY25" fmla="*/ 252730 h 3785714"/>
              <a:gd name="connsiteX26" fmla="*/ 6778516 w 6848879"/>
              <a:gd name="connsiteY26" fmla="*/ 405271 h 3785714"/>
              <a:gd name="connsiteX27" fmla="*/ 6765815 w 6848879"/>
              <a:gd name="connsiteY27" fmla="*/ 659506 h 3785714"/>
              <a:gd name="connsiteX28" fmla="*/ 6689615 w 6848879"/>
              <a:gd name="connsiteY28" fmla="*/ 775729 h 3785714"/>
              <a:gd name="connsiteX29" fmla="*/ 6579192 w 6848879"/>
              <a:gd name="connsiteY29" fmla="*/ 797321 h 3785714"/>
              <a:gd name="connsiteX30" fmla="*/ 6365407 w 6848879"/>
              <a:gd name="connsiteY30" fmla="*/ 712560 h 3785714"/>
              <a:gd name="connsiteX31" fmla="*/ 6099065 w 6848879"/>
              <a:gd name="connsiteY31" fmla="*/ 398005 h 3785714"/>
              <a:gd name="connsiteX32" fmla="*/ 5861642 w 6848879"/>
              <a:gd name="connsiteY32" fmla="*/ 276774 h 3785714"/>
              <a:gd name="connsiteX33" fmla="*/ 5537792 w 6848879"/>
              <a:gd name="connsiteY33" fmla="*/ 257389 h 3785714"/>
              <a:gd name="connsiteX34" fmla="*/ 5355758 w 6848879"/>
              <a:gd name="connsiteY34" fmla="*/ 333589 h 3785714"/>
              <a:gd name="connsiteX35" fmla="*/ 5237225 w 6848879"/>
              <a:gd name="connsiteY35" fmla="*/ 452121 h 3785714"/>
              <a:gd name="connsiteX36" fmla="*/ 5025558 w 6848879"/>
              <a:gd name="connsiteY36" fmla="*/ 833121 h 3785714"/>
              <a:gd name="connsiteX37" fmla="*/ 4847758 w 6848879"/>
              <a:gd name="connsiteY37" fmla="*/ 985522 h 3785714"/>
              <a:gd name="connsiteX38" fmla="*/ 4435566 w 6848879"/>
              <a:gd name="connsiteY38" fmla="*/ 1018010 h 3785714"/>
              <a:gd name="connsiteX39" fmla="*/ 3766744 w 6848879"/>
              <a:gd name="connsiteY39" fmla="*/ 857442 h 3785714"/>
              <a:gd name="connsiteX40" fmla="*/ 3377933 w 6848879"/>
              <a:gd name="connsiteY40" fmla="*/ 831937 h 3785714"/>
              <a:gd name="connsiteX41" fmla="*/ 2709526 w 6848879"/>
              <a:gd name="connsiteY41" fmla="*/ 1324293 h 3785714"/>
              <a:gd name="connsiteX42" fmla="*/ 2031121 w 6848879"/>
              <a:gd name="connsiteY42" fmla="*/ 1975179 h 3785714"/>
              <a:gd name="connsiteX43" fmla="*/ 1284049 w 6848879"/>
              <a:gd name="connsiteY43" fmla="*/ 2775352 h 3785714"/>
              <a:gd name="connsiteX44" fmla="*/ 604400 w 6848879"/>
              <a:gd name="connsiteY44" fmla="*/ 3662431 h 3785714"/>
              <a:gd name="connsiteX45" fmla="*/ 316975 w 6848879"/>
              <a:gd name="connsiteY45" fmla="*/ 3785714 h 3785714"/>
              <a:gd name="connsiteX46" fmla="*/ 42710 w 6848879"/>
              <a:gd name="connsiteY46" fmla="*/ 3609906 h 3785714"/>
              <a:gd name="connsiteX47" fmla="*/ 0 w 6848879"/>
              <a:gd name="connsiteY47" fmla="*/ 3204689 h 3785714"/>
              <a:gd name="connsiteX48" fmla="*/ 13514 w 6848879"/>
              <a:gd name="connsiteY48" fmla="*/ 2344412 h 3785714"/>
              <a:gd name="connsiteX49" fmla="*/ 28374 w 6848879"/>
              <a:gd name="connsiteY49" fmla="*/ 1861782 h 3785714"/>
              <a:gd name="connsiteX0" fmla="*/ 28374 w 6848879"/>
              <a:gd name="connsiteY0" fmla="*/ 1861782 h 3785714"/>
              <a:gd name="connsiteX1" fmla="*/ 33185 w 6848879"/>
              <a:gd name="connsiteY1" fmla="*/ 1735834 h 3785714"/>
              <a:gd name="connsiteX2" fmla="*/ 121220 w 6848879"/>
              <a:gd name="connsiteY2" fmla="*/ 1732386 h 3785714"/>
              <a:gd name="connsiteX3" fmla="*/ 120180 w 6848879"/>
              <a:gd name="connsiteY3" fmla="*/ 2035104 h 3785714"/>
              <a:gd name="connsiteX4" fmla="*/ 259015 w 6848879"/>
              <a:gd name="connsiteY4" fmla="*/ 2415647 h 3785714"/>
              <a:gd name="connsiteX5" fmla="*/ 632591 w 6848879"/>
              <a:gd name="connsiteY5" fmla="*/ 2342438 h 3785714"/>
              <a:gd name="connsiteX6" fmla="*/ 576446 w 6848879"/>
              <a:gd name="connsiteY6" fmla="*/ 3567731 h 3785714"/>
              <a:gd name="connsiteX7" fmla="*/ 1087121 w 6848879"/>
              <a:gd name="connsiteY7" fmla="*/ 2846852 h 3785714"/>
              <a:gd name="connsiteX8" fmla="*/ 1905267 w 6848879"/>
              <a:gd name="connsiteY8" fmla="*/ 1955005 h 3785714"/>
              <a:gd name="connsiteX9" fmla="*/ 2541127 w 6848879"/>
              <a:gd name="connsiteY9" fmla="*/ 1341877 h 3785714"/>
              <a:gd name="connsiteX10" fmla="*/ 3386501 w 6848879"/>
              <a:gd name="connsiteY10" fmla="*/ 736610 h 3785714"/>
              <a:gd name="connsiteX11" fmla="*/ 4754625 w 6848879"/>
              <a:gd name="connsiteY11" fmla="*/ 909322 h 3785714"/>
              <a:gd name="connsiteX12" fmla="*/ 5254158 w 6848879"/>
              <a:gd name="connsiteY12" fmla="*/ 274322 h 3785714"/>
              <a:gd name="connsiteX13" fmla="*/ 5819309 w 6848879"/>
              <a:gd name="connsiteY13" fmla="*/ 172768 h 3785714"/>
              <a:gd name="connsiteX14" fmla="*/ 6248992 w 6848879"/>
              <a:gd name="connsiteY14" fmla="*/ 428302 h 3785714"/>
              <a:gd name="connsiteX15" fmla="*/ 6410214 w 6848879"/>
              <a:gd name="connsiteY15" fmla="*/ 623187 h 3785714"/>
              <a:gd name="connsiteX16" fmla="*/ 6562614 w 6848879"/>
              <a:gd name="connsiteY16" fmla="*/ 703089 h 3785714"/>
              <a:gd name="connsiteX17" fmla="*/ 6676914 w 6848879"/>
              <a:gd name="connsiteY17" fmla="*/ 674034 h 3785714"/>
              <a:gd name="connsiteX18" fmla="*/ 6706192 w 6848879"/>
              <a:gd name="connsiteY18" fmla="*/ 529995 h 3785714"/>
              <a:gd name="connsiteX19" fmla="*/ 6676915 w 6848879"/>
              <a:gd name="connsiteY19" fmla="*/ 390745 h 3785714"/>
              <a:gd name="connsiteX20" fmla="*/ 6607066 w 6848879"/>
              <a:gd name="connsiteY20" fmla="*/ 303578 h 3785714"/>
              <a:gd name="connsiteX21" fmla="*/ 6562616 w 6848879"/>
              <a:gd name="connsiteY21" fmla="*/ 194620 h 3785714"/>
              <a:gd name="connsiteX22" fmla="*/ 6543566 w 6848879"/>
              <a:gd name="connsiteY22" fmla="*/ 27550 h 3785714"/>
              <a:gd name="connsiteX23" fmla="*/ 6689615 w 6848879"/>
              <a:gd name="connsiteY23" fmla="*/ 13025 h 3785714"/>
              <a:gd name="connsiteX24" fmla="*/ 6841658 w 6848879"/>
              <a:gd name="connsiteY24" fmla="*/ 26287 h 3785714"/>
              <a:gd name="connsiteX25" fmla="*/ 6822966 w 6848879"/>
              <a:gd name="connsiteY25" fmla="*/ 252730 h 3785714"/>
              <a:gd name="connsiteX26" fmla="*/ 6778516 w 6848879"/>
              <a:gd name="connsiteY26" fmla="*/ 405271 h 3785714"/>
              <a:gd name="connsiteX27" fmla="*/ 6765815 w 6848879"/>
              <a:gd name="connsiteY27" fmla="*/ 659506 h 3785714"/>
              <a:gd name="connsiteX28" fmla="*/ 6689615 w 6848879"/>
              <a:gd name="connsiteY28" fmla="*/ 775729 h 3785714"/>
              <a:gd name="connsiteX29" fmla="*/ 6579192 w 6848879"/>
              <a:gd name="connsiteY29" fmla="*/ 797321 h 3785714"/>
              <a:gd name="connsiteX30" fmla="*/ 6365407 w 6848879"/>
              <a:gd name="connsiteY30" fmla="*/ 712560 h 3785714"/>
              <a:gd name="connsiteX31" fmla="*/ 6099065 w 6848879"/>
              <a:gd name="connsiteY31" fmla="*/ 398005 h 3785714"/>
              <a:gd name="connsiteX32" fmla="*/ 5861642 w 6848879"/>
              <a:gd name="connsiteY32" fmla="*/ 276774 h 3785714"/>
              <a:gd name="connsiteX33" fmla="*/ 5537792 w 6848879"/>
              <a:gd name="connsiteY33" fmla="*/ 257389 h 3785714"/>
              <a:gd name="connsiteX34" fmla="*/ 5355758 w 6848879"/>
              <a:gd name="connsiteY34" fmla="*/ 333589 h 3785714"/>
              <a:gd name="connsiteX35" fmla="*/ 5237225 w 6848879"/>
              <a:gd name="connsiteY35" fmla="*/ 452121 h 3785714"/>
              <a:gd name="connsiteX36" fmla="*/ 5025558 w 6848879"/>
              <a:gd name="connsiteY36" fmla="*/ 833121 h 3785714"/>
              <a:gd name="connsiteX37" fmla="*/ 4847758 w 6848879"/>
              <a:gd name="connsiteY37" fmla="*/ 985522 h 3785714"/>
              <a:gd name="connsiteX38" fmla="*/ 4435566 w 6848879"/>
              <a:gd name="connsiteY38" fmla="*/ 1018010 h 3785714"/>
              <a:gd name="connsiteX39" fmla="*/ 3766744 w 6848879"/>
              <a:gd name="connsiteY39" fmla="*/ 857442 h 3785714"/>
              <a:gd name="connsiteX40" fmla="*/ 3377933 w 6848879"/>
              <a:gd name="connsiteY40" fmla="*/ 831937 h 3785714"/>
              <a:gd name="connsiteX41" fmla="*/ 2709526 w 6848879"/>
              <a:gd name="connsiteY41" fmla="*/ 1324293 h 3785714"/>
              <a:gd name="connsiteX42" fmla="*/ 2031121 w 6848879"/>
              <a:gd name="connsiteY42" fmla="*/ 1975179 h 3785714"/>
              <a:gd name="connsiteX43" fmla="*/ 1284049 w 6848879"/>
              <a:gd name="connsiteY43" fmla="*/ 2775352 h 3785714"/>
              <a:gd name="connsiteX44" fmla="*/ 604400 w 6848879"/>
              <a:gd name="connsiteY44" fmla="*/ 3662431 h 3785714"/>
              <a:gd name="connsiteX45" fmla="*/ 316975 w 6848879"/>
              <a:gd name="connsiteY45" fmla="*/ 3785714 h 3785714"/>
              <a:gd name="connsiteX46" fmla="*/ 42710 w 6848879"/>
              <a:gd name="connsiteY46" fmla="*/ 3609906 h 3785714"/>
              <a:gd name="connsiteX47" fmla="*/ 0 w 6848879"/>
              <a:gd name="connsiteY47" fmla="*/ 3204689 h 3785714"/>
              <a:gd name="connsiteX48" fmla="*/ 13514 w 6848879"/>
              <a:gd name="connsiteY48" fmla="*/ 2344412 h 3785714"/>
              <a:gd name="connsiteX49" fmla="*/ 28374 w 6848879"/>
              <a:gd name="connsiteY49" fmla="*/ 1861782 h 3785714"/>
              <a:gd name="connsiteX0" fmla="*/ 28374 w 6848879"/>
              <a:gd name="connsiteY0" fmla="*/ 1861782 h 3785714"/>
              <a:gd name="connsiteX1" fmla="*/ 33185 w 6848879"/>
              <a:gd name="connsiteY1" fmla="*/ 1735834 h 3785714"/>
              <a:gd name="connsiteX2" fmla="*/ 121220 w 6848879"/>
              <a:gd name="connsiteY2" fmla="*/ 1732386 h 3785714"/>
              <a:gd name="connsiteX3" fmla="*/ 120180 w 6848879"/>
              <a:gd name="connsiteY3" fmla="*/ 2035104 h 3785714"/>
              <a:gd name="connsiteX4" fmla="*/ 259015 w 6848879"/>
              <a:gd name="connsiteY4" fmla="*/ 2415647 h 3785714"/>
              <a:gd name="connsiteX5" fmla="*/ 632591 w 6848879"/>
              <a:gd name="connsiteY5" fmla="*/ 2342438 h 3785714"/>
              <a:gd name="connsiteX6" fmla="*/ 620729 w 6848879"/>
              <a:gd name="connsiteY6" fmla="*/ 2536146 h 3785714"/>
              <a:gd name="connsiteX7" fmla="*/ 576446 w 6848879"/>
              <a:gd name="connsiteY7" fmla="*/ 3567731 h 3785714"/>
              <a:gd name="connsiteX8" fmla="*/ 1087121 w 6848879"/>
              <a:gd name="connsiteY8" fmla="*/ 2846852 h 3785714"/>
              <a:gd name="connsiteX9" fmla="*/ 1905267 w 6848879"/>
              <a:gd name="connsiteY9" fmla="*/ 1955005 h 3785714"/>
              <a:gd name="connsiteX10" fmla="*/ 2541127 w 6848879"/>
              <a:gd name="connsiteY10" fmla="*/ 1341877 h 3785714"/>
              <a:gd name="connsiteX11" fmla="*/ 3386501 w 6848879"/>
              <a:gd name="connsiteY11" fmla="*/ 736610 h 3785714"/>
              <a:gd name="connsiteX12" fmla="*/ 4754625 w 6848879"/>
              <a:gd name="connsiteY12" fmla="*/ 909322 h 3785714"/>
              <a:gd name="connsiteX13" fmla="*/ 5254158 w 6848879"/>
              <a:gd name="connsiteY13" fmla="*/ 274322 h 3785714"/>
              <a:gd name="connsiteX14" fmla="*/ 5819309 w 6848879"/>
              <a:gd name="connsiteY14" fmla="*/ 172768 h 3785714"/>
              <a:gd name="connsiteX15" fmla="*/ 6248992 w 6848879"/>
              <a:gd name="connsiteY15" fmla="*/ 428302 h 3785714"/>
              <a:gd name="connsiteX16" fmla="*/ 6410214 w 6848879"/>
              <a:gd name="connsiteY16" fmla="*/ 623187 h 3785714"/>
              <a:gd name="connsiteX17" fmla="*/ 6562614 w 6848879"/>
              <a:gd name="connsiteY17" fmla="*/ 703089 h 3785714"/>
              <a:gd name="connsiteX18" fmla="*/ 6676914 w 6848879"/>
              <a:gd name="connsiteY18" fmla="*/ 674034 h 3785714"/>
              <a:gd name="connsiteX19" fmla="*/ 6706192 w 6848879"/>
              <a:gd name="connsiteY19" fmla="*/ 529995 h 3785714"/>
              <a:gd name="connsiteX20" fmla="*/ 6676915 w 6848879"/>
              <a:gd name="connsiteY20" fmla="*/ 390745 h 3785714"/>
              <a:gd name="connsiteX21" fmla="*/ 6607066 w 6848879"/>
              <a:gd name="connsiteY21" fmla="*/ 303578 h 3785714"/>
              <a:gd name="connsiteX22" fmla="*/ 6562616 w 6848879"/>
              <a:gd name="connsiteY22" fmla="*/ 194620 h 3785714"/>
              <a:gd name="connsiteX23" fmla="*/ 6543566 w 6848879"/>
              <a:gd name="connsiteY23" fmla="*/ 27550 h 3785714"/>
              <a:gd name="connsiteX24" fmla="*/ 6689615 w 6848879"/>
              <a:gd name="connsiteY24" fmla="*/ 13025 h 3785714"/>
              <a:gd name="connsiteX25" fmla="*/ 6841658 w 6848879"/>
              <a:gd name="connsiteY25" fmla="*/ 26287 h 3785714"/>
              <a:gd name="connsiteX26" fmla="*/ 6822966 w 6848879"/>
              <a:gd name="connsiteY26" fmla="*/ 252730 h 3785714"/>
              <a:gd name="connsiteX27" fmla="*/ 6778516 w 6848879"/>
              <a:gd name="connsiteY27" fmla="*/ 405271 h 3785714"/>
              <a:gd name="connsiteX28" fmla="*/ 6765815 w 6848879"/>
              <a:gd name="connsiteY28" fmla="*/ 659506 h 3785714"/>
              <a:gd name="connsiteX29" fmla="*/ 6689615 w 6848879"/>
              <a:gd name="connsiteY29" fmla="*/ 775729 h 3785714"/>
              <a:gd name="connsiteX30" fmla="*/ 6579192 w 6848879"/>
              <a:gd name="connsiteY30" fmla="*/ 797321 h 3785714"/>
              <a:gd name="connsiteX31" fmla="*/ 6365407 w 6848879"/>
              <a:gd name="connsiteY31" fmla="*/ 712560 h 3785714"/>
              <a:gd name="connsiteX32" fmla="*/ 6099065 w 6848879"/>
              <a:gd name="connsiteY32" fmla="*/ 398005 h 3785714"/>
              <a:gd name="connsiteX33" fmla="*/ 5861642 w 6848879"/>
              <a:gd name="connsiteY33" fmla="*/ 276774 h 3785714"/>
              <a:gd name="connsiteX34" fmla="*/ 5537792 w 6848879"/>
              <a:gd name="connsiteY34" fmla="*/ 257389 h 3785714"/>
              <a:gd name="connsiteX35" fmla="*/ 5355758 w 6848879"/>
              <a:gd name="connsiteY35" fmla="*/ 333589 h 3785714"/>
              <a:gd name="connsiteX36" fmla="*/ 5237225 w 6848879"/>
              <a:gd name="connsiteY36" fmla="*/ 452121 h 3785714"/>
              <a:gd name="connsiteX37" fmla="*/ 5025558 w 6848879"/>
              <a:gd name="connsiteY37" fmla="*/ 833121 h 3785714"/>
              <a:gd name="connsiteX38" fmla="*/ 4847758 w 6848879"/>
              <a:gd name="connsiteY38" fmla="*/ 985522 h 3785714"/>
              <a:gd name="connsiteX39" fmla="*/ 4435566 w 6848879"/>
              <a:gd name="connsiteY39" fmla="*/ 1018010 h 3785714"/>
              <a:gd name="connsiteX40" fmla="*/ 3766744 w 6848879"/>
              <a:gd name="connsiteY40" fmla="*/ 857442 h 3785714"/>
              <a:gd name="connsiteX41" fmla="*/ 3377933 w 6848879"/>
              <a:gd name="connsiteY41" fmla="*/ 831937 h 3785714"/>
              <a:gd name="connsiteX42" fmla="*/ 2709526 w 6848879"/>
              <a:gd name="connsiteY42" fmla="*/ 1324293 h 3785714"/>
              <a:gd name="connsiteX43" fmla="*/ 2031121 w 6848879"/>
              <a:gd name="connsiteY43" fmla="*/ 1975179 h 3785714"/>
              <a:gd name="connsiteX44" fmla="*/ 1284049 w 6848879"/>
              <a:gd name="connsiteY44" fmla="*/ 2775352 h 3785714"/>
              <a:gd name="connsiteX45" fmla="*/ 604400 w 6848879"/>
              <a:gd name="connsiteY45" fmla="*/ 3662431 h 3785714"/>
              <a:gd name="connsiteX46" fmla="*/ 316975 w 6848879"/>
              <a:gd name="connsiteY46" fmla="*/ 3785714 h 3785714"/>
              <a:gd name="connsiteX47" fmla="*/ 42710 w 6848879"/>
              <a:gd name="connsiteY47" fmla="*/ 3609906 h 3785714"/>
              <a:gd name="connsiteX48" fmla="*/ 0 w 6848879"/>
              <a:gd name="connsiteY48" fmla="*/ 3204689 h 3785714"/>
              <a:gd name="connsiteX49" fmla="*/ 13514 w 6848879"/>
              <a:gd name="connsiteY49" fmla="*/ 2344412 h 3785714"/>
              <a:gd name="connsiteX50" fmla="*/ 28374 w 6848879"/>
              <a:gd name="connsiteY50" fmla="*/ 1861782 h 3785714"/>
              <a:gd name="connsiteX0" fmla="*/ 28374 w 6848879"/>
              <a:gd name="connsiteY0" fmla="*/ 1861782 h 3785714"/>
              <a:gd name="connsiteX1" fmla="*/ 33185 w 6848879"/>
              <a:gd name="connsiteY1" fmla="*/ 1735834 h 3785714"/>
              <a:gd name="connsiteX2" fmla="*/ 121220 w 6848879"/>
              <a:gd name="connsiteY2" fmla="*/ 1732386 h 3785714"/>
              <a:gd name="connsiteX3" fmla="*/ 120180 w 6848879"/>
              <a:gd name="connsiteY3" fmla="*/ 2035104 h 3785714"/>
              <a:gd name="connsiteX4" fmla="*/ 259015 w 6848879"/>
              <a:gd name="connsiteY4" fmla="*/ 2415647 h 3785714"/>
              <a:gd name="connsiteX5" fmla="*/ 632591 w 6848879"/>
              <a:gd name="connsiteY5" fmla="*/ 2342438 h 3785714"/>
              <a:gd name="connsiteX6" fmla="*/ 620729 w 6848879"/>
              <a:gd name="connsiteY6" fmla="*/ 2536146 h 3785714"/>
              <a:gd name="connsiteX7" fmla="*/ 973321 w 6848879"/>
              <a:gd name="connsiteY7" fmla="*/ 2198497 h 3785714"/>
              <a:gd name="connsiteX8" fmla="*/ 1087121 w 6848879"/>
              <a:gd name="connsiteY8" fmla="*/ 2846852 h 3785714"/>
              <a:gd name="connsiteX9" fmla="*/ 1905267 w 6848879"/>
              <a:gd name="connsiteY9" fmla="*/ 1955005 h 3785714"/>
              <a:gd name="connsiteX10" fmla="*/ 2541127 w 6848879"/>
              <a:gd name="connsiteY10" fmla="*/ 1341877 h 3785714"/>
              <a:gd name="connsiteX11" fmla="*/ 3386501 w 6848879"/>
              <a:gd name="connsiteY11" fmla="*/ 736610 h 3785714"/>
              <a:gd name="connsiteX12" fmla="*/ 4754625 w 6848879"/>
              <a:gd name="connsiteY12" fmla="*/ 909322 h 3785714"/>
              <a:gd name="connsiteX13" fmla="*/ 5254158 w 6848879"/>
              <a:gd name="connsiteY13" fmla="*/ 274322 h 3785714"/>
              <a:gd name="connsiteX14" fmla="*/ 5819309 w 6848879"/>
              <a:gd name="connsiteY14" fmla="*/ 172768 h 3785714"/>
              <a:gd name="connsiteX15" fmla="*/ 6248992 w 6848879"/>
              <a:gd name="connsiteY15" fmla="*/ 428302 h 3785714"/>
              <a:gd name="connsiteX16" fmla="*/ 6410214 w 6848879"/>
              <a:gd name="connsiteY16" fmla="*/ 623187 h 3785714"/>
              <a:gd name="connsiteX17" fmla="*/ 6562614 w 6848879"/>
              <a:gd name="connsiteY17" fmla="*/ 703089 h 3785714"/>
              <a:gd name="connsiteX18" fmla="*/ 6676914 w 6848879"/>
              <a:gd name="connsiteY18" fmla="*/ 674034 h 3785714"/>
              <a:gd name="connsiteX19" fmla="*/ 6706192 w 6848879"/>
              <a:gd name="connsiteY19" fmla="*/ 529995 h 3785714"/>
              <a:gd name="connsiteX20" fmla="*/ 6676915 w 6848879"/>
              <a:gd name="connsiteY20" fmla="*/ 390745 h 3785714"/>
              <a:gd name="connsiteX21" fmla="*/ 6607066 w 6848879"/>
              <a:gd name="connsiteY21" fmla="*/ 303578 h 3785714"/>
              <a:gd name="connsiteX22" fmla="*/ 6562616 w 6848879"/>
              <a:gd name="connsiteY22" fmla="*/ 194620 h 3785714"/>
              <a:gd name="connsiteX23" fmla="*/ 6543566 w 6848879"/>
              <a:gd name="connsiteY23" fmla="*/ 27550 h 3785714"/>
              <a:gd name="connsiteX24" fmla="*/ 6689615 w 6848879"/>
              <a:gd name="connsiteY24" fmla="*/ 13025 h 3785714"/>
              <a:gd name="connsiteX25" fmla="*/ 6841658 w 6848879"/>
              <a:gd name="connsiteY25" fmla="*/ 26287 h 3785714"/>
              <a:gd name="connsiteX26" fmla="*/ 6822966 w 6848879"/>
              <a:gd name="connsiteY26" fmla="*/ 252730 h 3785714"/>
              <a:gd name="connsiteX27" fmla="*/ 6778516 w 6848879"/>
              <a:gd name="connsiteY27" fmla="*/ 405271 h 3785714"/>
              <a:gd name="connsiteX28" fmla="*/ 6765815 w 6848879"/>
              <a:gd name="connsiteY28" fmla="*/ 659506 h 3785714"/>
              <a:gd name="connsiteX29" fmla="*/ 6689615 w 6848879"/>
              <a:gd name="connsiteY29" fmla="*/ 775729 h 3785714"/>
              <a:gd name="connsiteX30" fmla="*/ 6579192 w 6848879"/>
              <a:gd name="connsiteY30" fmla="*/ 797321 h 3785714"/>
              <a:gd name="connsiteX31" fmla="*/ 6365407 w 6848879"/>
              <a:gd name="connsiteY31" fmla="*/ 712560 h 3785714"/>
              <a:gd name="connsiteX32" fmla="*/ 6099065 w 6848879"/>
              <a:gd name="connsiteY32" fmla="*/ 398005 h 3785714"/>
              <a:gd name="connsiteX33" fmla="*/ 5861642 w 6848879"/>
              <a:gd name="connsiteY33" fmla="*/ 276774 h 3785714"/>
              <a:gd name="connsiteX34" fmla="*/ 5537792 w 6848879"/>
              <a:gd name="connsiteY34" fmla="*/ 257389 h 3785714"/>
              <a:gd name="connsiteX35" fmla="*/ 5355758 w 6848879"/>
              <a:gd name="connsiteY35" fmla="*/ 333589 h 3785714"/>
              <a:gd name="connsiteX36" fmla="*/ 5237225 w 6848879"/>
              <a:gd name="connsiteY36" fmla="*/ 452121 h 3785714"/>
              <a:gd name="connsiteX37" fmla="*/ 5025558 w 6848879"/>
              <a:gd name="connsiteY37" fmla="*/ 833121 h 3785714"/>
              <a:gd name="connsiteX38" fmla="*/ 4847758 w 6848879"/>
              <a:gd name="connsiteY38" fmla="*/ 985522 h 3785714"/>
              <a:gd name="connsiteX39" fmla="*/ 4435566 w 6848879"/>
              <a:gd name="connsiteY39" fmla="*/ 1018010 h 3785714"/>
              <a:gd name="connsiteX40" fmla="*/ 3766744 w 6848879"/>
              <a:gd name="connsiteY40" fmla="*/ 857442 h 3785714"/>
              <a:gd name="connsiteX41" fmla="*/ 3377933 w 6848879"/>
              <a:gd name="connsiteY41" fmla="*/ 831937 h 3785714"/>
              <a:gd name="connsiteX42" fmla="*/ 2709526 w 6848879"/>
              <a:gd name="connsiteY42" fmla="*/ 1324293 h 3785714"/>
              <a:gd name="connsiteX43" fmla="*/ 2031121 w 6848879"/>
              <a:gd name="connsiteY43" fmla="*/ 1975179 h 3785714"/>
              <a:gd name="connsiteX44" fmla="*/ 1284049 w 6848879"/>
              <a:gd name="connsiteY44" fmla="*/ 2775352 h 3785714"/>
              <a:gd name="connsiteX45" fmla="*/ 604400 w 6848879"/>
              <a:gd name="connsiteY45" fmla="*/ 3662431 h 3785714"/>
              <a:gd name="connsiteX46" fmla="*/ 316975 w 6848879"/>
              <a:gd name="connsiteY46" fmla="*/ 3785714 h 3785714"/>
              <a:gd name="connsiteX47" fmla="*/ 42710 w 6848879"/>
              <a:gd name="connsiteY47" fmla="*/ 3609906 h 3785714"/>
              <a:gd name="connsiteX48" fmla="*/ 0 w 6848879"/>
              <a:gd name="connsiteY48" fmla="*/ 3204689 h 3785714"/>
              <a:gd name="connsiteX49" fmla="*/ 13514 w 6848879"/>
              <a:gd name="connsiteY49" fmla="*/ 2344412 h 3785714"/>
              <a:gd name="connsiteX50" fmla="*/ 28374 w 6848879"/>
              <a:gd name="connsiteY50" fmla="*/ 1861782 h 3785714"/>
              <a:gd name="connsiteX0" fmla="*/ 28374 w 6848879"/>
              <a:gd name="connsiteY0" fmla="*/ 1861782 h 3785714"/>
              <a:gd name="connsiteX1" fmla="*/ 33185 w 6848879"/>
              <a:gd name="connsiteY1" fmla="*/ 1735834 h 3785714"/>
              <a:gd name="connsiteX2" fmla="*/ 121220 w 6848879"/>
              <a:gd name="connsiteY2" fmla="*/ 1732386 h 3785714"/>
              <a:gd name="connsiteX3" fmla="*/ 120180 w 6848879"/>
              <a:gd name="connsiteY3" fmla="*/ 2035104 h 3785714"/>
              <a:gd name="connsiteX4" fmla="*/ 259015 w 6848879"/>
              <a:gd name="connsiteY4" fmla="*/ 2415647 h 3785714"/>
              <a:gd name="connsiteX5" fmla="*/ 632591 w 6848879"/>
              <a:gd name="connsiteY5" fmla="*/ 2342438 h 3785714"/>
              <a:gd name="connsiteX6" fmla="*/ 620729 w 6848879"/>
              <a:gd name="connsiteY6" fmla="*/ 2536146 h 3785714"/>
              <a:gd name="connsiteX7" fmla="*/ 973321 w 6848879"/>
              <a:gd name="connsiteY7" fmla="*/ 2198497 h 3785714"/>
              <a:gd name="connsiteX8" fmla="*/ 1414146 w 6848879"/>
              <a:gd name="connsiteY8" fmla="*/ 2015142 h 3785714"/>
              <a:gd name="connsiteX9" fmla="*/ 1905267 w 6848879"/>
              <a:gd name="connsiteY9" fmla="*/ 1955005 h 3785714"/>
              <a:gd name="connsiteX10" fmla="*/ 2541127 w 6848879"/>
              <a:gd name="connsiteY10" fmla="*/ 1341877 h 3785714"/>
              <a:gd name="connsiteX11" fmla="*/ 3386501 w 6848879"/>
              <a:gd name="connsiteY11" fmla="*/ 736610 h 3785714"/>
              <a:gd name="connsiteX12" fmla="*/ 4754625 w 6848879"/>
              <a:gd name="connsiteY12" fmla="*/ 909322 h 3785714"/>
              <a:gd name="connsiteX13" fmla="*/ 5254158 w 6848879"/>
              <a:gd name="connsiteY13" fmla="*/ 274322 h 3785714"/>
              <a:gd name="connsiteX14" fmla="*/ 5819309 w 6848879"/>
              <a:gd name="connsiteY14" fmla="*/ 172768 h 3785714"/>
              <a:gd name="connsiteX15" fmla="*/ 6248992 w 6848879"/>
              <a:gd name="connsiteY15" fmla="*/ 428302 h 3785714"/>
              <a:gd name="connsiteX16" fmla="*/ 6410214 w 6848879"/>
              <a:gd name="connsiteY16" fmla="*/ 623187 h 3785714"/>
              <a:gd name="connsiteX17" fmla="*/ 6562614 w 6848879"/>
              <a:gd name="connsiteY17" fmla="*/ 703089 h 3785714"/>
              <a:gd name="connsiteX18" fmla="*/ 6676914 w 6848879"/>
              <a:gd name="connsiteY18" fmla="*/ 674034 h 3785714"/>
              <a:gd name="connsiteX19" fmla="*/ 6706192 w 6848879"/>
              <a:gd name="connsiteY19" fmla="*/ 529995 h 3785714"/>
              <a:gd name="connsiteX20" fmla="*/ 6676915 w 6848879"/>
              <a:gd name="connsiteY20" fmla="*/ 390745 h 3785714"/>
              <a:gd name="connsiteX21" fmla="*/ 6607066 w 6848879"/>
              <a:gd name="connsiteY21" fmla="*/ 303578 h 3785714"/>
              <a:gd name="connsiteX22" fmla="*/ 6562616 w 6848879"/>
              <a:gd name="connsiteY22" fmla="*/ 194620 h 3785714"/>
              <a:gd name="connsiteX23" fmla="*/ 6543566 w 6848879"/>
              <a:gd name="connsiteY23" fmla="*/ 27550 h 3785714"/>
              <a:gd name="connsiteX24" fmla="*/ 6689615 w 6848879"/>
              <a:gd name="connsiteY24" fmla="*/ 13025 h 3785714"/>
              <a:gd name="connsiteX25" fmla="*/ 6841658 w 6848879"/>
              <a:gd name="connsiteY25" fmla="*/ 26287 h 3785714"/>
              <a:gd name="connsiteX26" fmla="*/ 6822966 w 6848879"/>
              <a:gd name="connsiteY26" fmla="*/ 252730 h 3785714"/>
              <a:gd name="connsiteX27" fmla="*/ 6778516 w 6848879"/>
              <a:gd name="connsiteY27" fmla="*/ 405271 h 3785714"/>
              <a:gd name="connsiteX28" fmla="*/ 6765815 w 6848879"/>
              <a:gd name="connsiteY28" fmla="*/ 659506 h 3785714"/>
              <a:gd name="connsiteX29" fmla="*/ 6689615 w 6848879"/>
              <a:gd name="connsiteY29" fmla="*/ 775729 h 3785714"/>
              <a:gd name="connsiteX30" fmla="*/ 6579192 w 6848879"/>
              <a:gd name="connsiteY30" fmla="*/ 797321 h 3785714"/>
              <a:gd name="connsiteX31" fmla="*/ 6365407 w 6848879"/>
              <a:gd name="connsiteY31" fmla="*/ 712560 h 3785714"/>
              <a:gd name="connsiteX32" fmla="*/ 6099065 w 6848879"/>
              <a:gd name="connsiteY32" fmla="*/ 398005 h 3785714"/>
              <a:gd name="connsiteX33" fmla="*/ 5861642 w 6848879"/>
              <a:gd name="connsiteY33" fmla="*/ 276774 h 3785714"/>
              <a:gd name="connsiteX34" fmla="*/ 5537792 w 6848879"/>
              <a:gd name="connsiteY34" fmla="*/ 257389 h 3785714"/>
              <a:gd name="connsiteX35" fmla="*/ 5355758 w 6848879"/>
              <a:gd name="connsiteY35" fmla="*/ 333589 h 3785714"/>
              <a:gd name="connsiteX36" fmla="*/ 5237225 w 6848879"/>
              <a:gd name="connsiteY36" fmla="*/ 452121 h 3785714"/>
              <a:gd name="connsiteX37" fmla="*/ 5025558 w 6848879"/>
              <a:gd name="connsiteY37" fmla="*/ 833121 h 3785714"/>
              <a:gd name="connsiteX38" fmla="*/ 4847758 w 6848879"/>
              <a:gd name="connsiteY38" fmla="*/ 985522 h 3785714"/>
              <a:gd name="connsiteX39" fmla="*/ 4435566 w 6848879"/>
              <a:gd name="connsiteY39" fmla="*/ 1018010 h 3785714"/>
              <a:gd name="connsiteX40" fmla="*/ 3766744 w 6848879"/>
              <a:gd name="connsiteY40" fmla="*/ 857442 h 3785714"/>
              <a:gd name="connsiteX41" fmla="*/ 3377933 w 6848879"/>
              <a:gd name="connsiteY41" fmla="*/ 831937 h 3785714"/>
              <a:gd name="connsiteX42" fmla="*/ 2709526 w 6848879"/>
              <a:gd name="connsiteY42" fmla="*/ 1324293 h 3785714"/>
              <a:gd name="connsiteX43" fmla="*/ 2031121 w 6848879"/>
              <a:gd name="connsiteY43" fmla="*/ 1975179 h 3785714"/>
              <a:gd name="connsiteX44" fmla="*/ 1284049 w 6848879"/>
              <a:gd name="connsiteY44" fmla="*/ 2775352 h 3785714"/>
              <a:gd name="connsiteX45" fmla="*/ 604400 w 6848879"/>
              <a:gd name="connsiteY45" fmla="*/ 3662431 h 3785714"/>
              <a:gd name="connsiteX46" fmla="*/ 316975 w 6848879"/>
              <a:gd name="connsiteY46" fmla="*/ 3785714 h 3785714"/>
              <a:gd name="connsiteX47" fmla="*/ 42710 w 6848879"/>
              <a:gd name="connsiteY47" fmla="*/ 3609906 h 3785714"/>
              <a:gd name="connsiteX48" fmla="*/ 0 w 6848879"/>
              <a:gd name="connsiteY48" fmla="*/ 3204689 h 3785714"/>
              <a:gd name="connsiteX49" fmla="*/ 13514 w 6848879"/>
              <a:gd name="connsiteY49" fmla="*/ 2344412 h 3785714"/>
              <a:gd name="connsiteX50" fmla="*/ 28374 w 6848879"/>
              <a:gd name="connsiteY50" fmla="*/ 1861782 h 3785714"/>
              <a:gd name="connsiteX0" fmla="*/ 28374 w 6848879"/>
              <a:gd name="connsiteY0" fmla="*/ 1861782 h 3785714"/>
              <a:gd name="connsiteX1" fmla="*/ 33185 w 6848879"/>
              <a:gd name="connsiteY1" fmla="*/ 1735834 h 3785714"/>
              <a:gd name="connsiteX2" fmla="*/ 121220 w 6848879"/>
              <a:gd name="connsiteY2" fmla="*/ 1732386 h 3785714"/>
              <a:gd name="connsiteX3" fmla="*/ 120180 w 6848879"/>
              <a:gd name="connsiteY3" fmla="*/ 2035104 h 3785714"/>
              <a:gd name="connsiteX4" fmla="*/ 259015 w 6848879"/>
              <a:gd name="connsiteY4" fmla="*/ 2415647 h 3785714"/>
              <a:gd name="connsiteX5" fmla="*/ 632591 w 6848879"/>
              <a:gd name="connsiteY5" fmla="*/ 2342438 h 3785714"/>
              <a:gd name="connsiteX6" fmla="*/ 620729 w 6848879"/>
              <a:gd name="connsiteY6" fmla="*/ 2536146 h 3785714"/>
              <a:gd name="connsiteX7" fmla="*/ 973321 w 6848879"/>
              <a:gd name="connsiteY7" fmla="*/ 2198497 h 3785714"/>
              <a:gd name="connsiteX8" fmla="*/ 1414146 w 6848879"/>
              <a:gd name="connsiteY8" fmla="*/ 2015142 h 3785714"/>
              <a:gd name="connsiteX9" fmla="*/ 1905267 w 6848879"/>
              <a:gd name="connsiteY9" fmla="*/ 1955005 h 3785714"/>
              <a:gd name="connsiteX10" fmla="*/ 2541127 w 6848879"/>
              <a:gd name="connsiteY10" fmla="*/ 1341877 h 3785714"/>
              <a:gd name="connsiteX11" fmla="*/ 3386501 w 6848879"/>
              <a:gd name="connsiteY11" fmla="*/ 736610 h 3785714"/>
              <a:gd name="connsiteX12" fmla="*/ 4754625 w 6848879"/>
              <a:gd name="connsiteY12" fmla="*/ 909322 h 3785714"/>
              <a:gd name="connsiteX13" fmla="*/ 5254158 w 6848879"/>
              <a:gd name="connsiteY13" fmla="*/ 274322 h 3785714"/>
              <a:gd name="connsiteX14" fmla="*/ 5819309 w 6848879"/>
              <a:gd name="connsiteY14" fmla="*/ 172768 h 3785714"/>
              <a:gd name="connsiteX15" fmla="*/ 6248992 w 6848879"/>
              <a:gd name="connsiteY15" fmla="*/ 428302 h 3785714"/>
              <a:gd name="connsiteX16" fmla="*/ 6410214 w 6848879"/>
              <a:gd name="connsiteY16" fmla="*/ 623187 h 3785714"/>
              <a:gd name="connsiteX17" fmla="*/ 6562614 w 6848879"/>
              <a:gd name="connsiteY17" fmla="*/ 703089 h 3785714"/>
              <a:gd name="connsiteX18" fmla="*/ 6676914 w 6848879"/>
              <a:gd name="connsiteY18" fmla="*/ 674034 h 3785714"/>
              <a:gd name="connsiteX19" fmla="*/ 6706192 w 6848879"/>
              <a:gd name="connsiteY19" fmla="*/ 529995 h 3785714"/>
              <a:gd name="connsiteX20" fmla="*/ 6676915 w 6848879"/>
              <a:gd name="connsiteY20" fmla="*/ 390745 h 3785714"/>
              <a:gd name="connsiteX21" fmla="*/ 6607066 w 6848879"/>
              <a:gd name="connsiteY21" fmla="*/ 303578 h 3785714"/>
              <a:gd name="connsiteX22" fmla="*/ 6562616 w 6848879"/>
              <a:gd name="connsiteY22" fmla="*/ 194620 h 3785714"/>
              <a:gd name="connsiteX23" fmla="*/ 6543566 w 6848879"/>
              <a:gd name="connsiteY23" fmla="*/ 27550 h 3785714"/>
              <a:gd name="connsiteX24" fmla="*/ 6689615 w 6848879"/>
              <a:gd name="connsiteY24" fmla="*/ 13025 h 3785714"/>
              <a:gd name="connsiteX25" fmla="*/ 6841658 w 6848879"/>
              <a:gd name="connsiteY25" fmla="*/ 26287 h 3785714"/>
              <a:gd name="connsiteX26" fmla="*/ 6822966 w 6848879"/>
              <a:gd name="connsiteY26" fmla="*/ 252730 h 3785714"/>
              <a:gd name="connsiteX27" fmla="*/ 6778516 w 6848879"/>
              <a:gd name="connsiteY27" fmla="*/ 405271 h 3785714"/>
              <a:gd name="connsiteX28" fmla="*/ 6765815 w 6848879"/>
              <a:gd name="connsiteY28" fmla="*/ 659506 h 3785714"/>
              <a:gd name="connsiteX29" fmla="*/ 6689615 w 6848879"/>
              <a:gd name="connsiteY29" fmla="*/ 775729 h 3785714"/>
              <a:gd name="connsiteX30" fmla="*/ 6579192 w 6848879"/>
              <a:gd name="connsiteY30" fmla="*/ 797321 h 3785714"/>
              <a:gd name="connsiteX31" fmla="*/ 6365407 w 6848879"/>
              <a:gd name="connsiteY31" fmla="*/ 712560 h 3785714"/>
              <a:gd name="connsiteX32" fmla="*/ 6099065 w 6848879"/>
              <a:gd name="connsiteY32" fmla="*/ 398005 h 3785714"/>
              <a:gd name="connsiteX33" fmla="*/ 5861642 w 6848879"/>
              <a:gd name="connsiteY33" fmla="*/ 276774 h 3785714"/>
              <a:gd name="connsiteX34" fmla="*/ 5537792 w 6848879"/>
              <a:gd name="connsiteY34" fmla="*/ 257389 h 3785714"/>
              <a:gd name="connsiteX35" fmla="*/ 5355758 w 6848879"/>
              <a:gd name="connsiteY35" fmla="*/ 333589 h 3785714"/>
              <a:gd name="connsiteX36" fmla="*/ 5237225 w 6848879"/>
              <a:gd name="connsiteY36" fmla="*/ 452121 h 3785714"/>
              <a:gd name="connsiteX37" fmla="*/ 5025558 w 6848879"/>
              <a:gd name="connsiteY37" fmla="*/ 833121 h 3785714"/>
              <a:gd name="connsiteX38" fmla="*/ 4847758 w 6848879"/>
              <a:gd name="connsiteY38" fmla="*/ 985522 h 3785714"/>
              <a:gd name="connsiteX39" fmla="*/ 4435566 w 6848879"/>
              <a:gd name="connsiteY39" fmla="*/ 1018010 h 3785714"/>
              <a:gd name="connsiteX40" fmla="*/ 3766744 w 6848879"/>
              <a:gd name="connsiteY40" fmla="*/ 857442 h 3785714"/>
              <a:gd name="connsiteX41" fmla="*/ 3377933 w 6848879"/>
              <a:gd name="connsiteY41" fmla="*/ 831937 h 3785714"/>
              <a:gd name="connsiteX42" fmla="*/ 2709526 w 6848879"/>
              <a:gd name="connsiteY42" fmla="*/ 1324293 h 3785714"/>
              <a:gd name="connsiteX43" fmla="*/ 2031121 w 6848879"/>
              <a:gd name="connsiteY43" fmla="*/ 1975179 h 3785714"/>
              <a:gd name="connsiteX44" fmla="*/ 1284049 w 6848879"/>
              <a:gd name="connsiteY44" fmla="*/ 2775352 h 3785714"/>
              <a:gd name="connsiteX45" fmla="*/ 604400 w 6848879"/>
              <a:gd name="connsiteY45" fmla="*/ 3662431 h 3785714"/>
              <a:gd name="connsiteX46" fmla="*/ 316975 w 6848879"/>
              <a:gd name="connsiteY46" fmla="*/ 3785714 h 3785714"/>
              <a:gd name="connsiteX47" fmla="*/ 42710 w 6848879"/>
              <a:gd name="connsiteY47" fmla="*/ 3609906 h 3785714"/>
              <a:gd name="connsiteX48" fmla="*/ 0 w 6848879"/>
              <a:gd name="connsiteY48" fmla="*/ 3204689 h 3785714"/>
              <a:gd name="connsiteX49" fmla="*/ 13514 w 6848879"/>
              <a:gd name="connsiteY49" fmla="*/ 2344412 h 3785714"/>
              <a:gd name="connsiteX50" fmla="*/ 28374 w 6848879"/>
              <a:gd name="connsiteY50" fmla="*/ 1861782 h 3785714"/>
              <a:gd name="connsiteX0" fmla="*/ 28374 w 6848879"/>
              <a:gd name="connsiteY0" fmla="*/ 1861782 h 3785714"/>
              <a:gd name="connsiteX1" fmla="*/ 33185 w 6848879"/>
              <a:gd name="connsiteY1" fmla="*/ 1735834 h 3785714"/>
              <a:gd name="connsiteX2" fmla="*/ 121220 w 6848879"/>
              <a:gd name="connsiteY2" fmla="*/ 1732386 h 3785714"/>
              <a:gd name="connsiteX3" fmla="*/ 120180 w 6848879"/>
              <a:gd name="connsiteY3" fmla="*/ 2035104 h 3785714"/>
              <a:gd name="connsiteX4" fmla="*/ 259015 w 6848879"/>
              <a:gd name="connsiteY4" fmla="*/ 2415647 h 3785714"/>
              <a:gd name="connsiteX5" fmla="*/ 632591 w 6848879"/>
              <a:gd name="connsiteY5" fmla="*/ 2342438 h 3785714"/>
              <a:gd name="connsiteX6" fmla="*/ 620729 w 6848879"/>
              <a:gd name="connsiteY6" fmla="*/ 2536146 h 3785714"/>
              <a:gd name="connsiteX7" fmla="*/ 973321 w 6848879"/>
              <a:gd name="connsiteY7" fmla="*/ 2198497 h 3785714"/>
              <a:gd name="connsiteX8" fmla="*/ 1414146 w 6848879"/>
              <a:gd name="connsiteY8" fmla="*/ 2015142 h 3785714"/>
              <a:gd name="connsiteX9" fmla="*/ 1905267 w 6848879"/>
              <a:gd name="connsiteY9" fmla="*/ 1955005 h 3785714"/>
              <a:gd name="connsiteX10" fmla="*/ 2541127 w 6848879"/>
              <a:gd name="connsiteY10" fmla="*/ 1341877 h 3785714"/>
              <a:gd name="connsiteX11" fmla="*/ 3386501 w 6848879"/>
              <a:gd name="connsiteY11" fmla="*/ 736610 h 3785714"/>
              <a:gd name="connsiteX12" fmla="*/ 4754625 w 6848879"/>
              <a:gd name="connsiteY12" fmla="*/ 909322 h 3785714"/>
              <a:gd name="connsiteX13" fmla="*/ 5254158 w 6848879"/>
              <a:gd name="connsiteY13" fmla="*/ 274322 h 3785714"/>
              <a:gd name="connsiteX14" fmla="*/ 5819309 w 6848879"/>
              <a:gd name="connsiteY14" fmla="*/ 172768 h 3785714"/>
              <a:gd name="connsiteX15" fmla="*/ 6248992 w 6848879"/>
              <a:gd name="connsiteY15" fmla="*/ 428302 h 3785714"/>
              <a:gd name="connsiteX16" fmla="*/ 6410214 w 6848879"/>
              <a:gd name="connsiteY16" fmla="*/ 623187 h 3785714"/>
              <a:gd name="connsiteX17" fmla="*/ 6562614 w 6848879"/>
              <a:gd name="connsiteY17" fmla="*/ 703089 h 3785714"/>
              <a:gd name="connsiteX18" fmla="*/ 6676914 w 6848879"/>
              <a:gd name="connsiteY18" fmla="*/ 674034 h 3785714"/>
              <a:gd name="connsiteX19" fmla="*/ 6706192 w 6848879"/>
              <a:gd name="connsiteY19" fmla="*/ 529995 h 3785714"/>
              <a:gd name="connsiteX20" fmla="*/ 6676915 w 6848879"/>
              <a:gd name="connsiteY20" fmla="*/ 390745 h 3785714"/>
              <a:gd name="connsiteX21" fmla="*/ 6607066 w 6848879"/>
              <a:gd name="connsiteY21" fmla="*/ 303578 h 3785714"/>
              <a:gd name="connsiteX22" fmla="*/ 6562616 w 6848879"/>
              <a:gd name="connsiteY22" fmla="*/ 194620 h 3785714"/>
              <a:gd name="connsiteX23" fmla="*/ 6543566 w 6848879"/>
              <a:gd name="connsiteY23" fmla="*/ 27550 h 3785714"/>
              <a:gd name="connsiteX24" fmla="*/ 6689615 w 6848879"/>
              <a:gd name="connsiteY24" fmla="*/ 13025 h 3785714"/>
              <a:gd name="connsiteX25" fmla="*/ 6841658 w 6848879"/>
              <a:gd name="connsiteY25" fmla="*/ 26287 h 3785714"/>
              <a:gd name="connsiteX26" fmla="*/ 6822966 w 6848879"/>
              <a:gd name="connsiteY26" fmla="*/ 252730 h 3785714"/>
              <a:gd name="connsiteX27" fmla="*/ 6778516 w 6848879"/>
              <a:gd name="connsiteY27" fmla="*/ 405271 h 3785714"/>
              <a:gd name="connsiteX28" fmla="*/ 6765815 w 6848879"/>
              <a:gd name="connsiteY28" fmla="*/ 659506 h 3785714"/>
              <a:gd name="connsiteX29" fmla="*/ 6689615 w 6848879"/>
              <a:gd name="connsiteY29" fmla="*/ 775729 h 3785714"/>
              <a:gd name="connsiteX30" fmla="*/ 6579192 w 6848879"/>
              <a:gd name="connsiteY30" fmla="*/ 797321 h 3785714"/>
              <a:gd name="connsiteX31" fmla="*/ 6365407 w 6848879"/>
              <a:gd name="connsiteY31" fmla="*/ 712560 h 3785714"/>
              <a:gd name="connsiteX32" fmla="*/ 6099065 w 6848879"/>
              <a:gd name="connsiteY32" fmla="*/ 398005 h 3785714"/>
              <a:gd name="connsiteX33" fmla="*/ 5861642 w 6848879"/>
              <a:gd name="connsiteY33" fmla="*/ 276774 h 3785714"/>
              <a:gd name="connsiteX34" fmla="*/ 5537792 w 6848879"/>
              <a:gd name="connsiteY34" fmla="*/ 257389 h 3785714"/>
              <a:gd name="connsiteX35" fmla="*/ 5355758 w 6848879"/>
              <a:gd name="connsiteY35" fmla="*/ 333589 h 3785714"/>
              <a:gd name="connsiteX36" fmla="*/ 5237225 w 6848879"/>
              <a:gd name="connsiteY36" fmla="*/ 452121 h 3785714"/>
              <a:gd name="connsiteX37" fmla="*/ 5025558 w 6848879"/>
              <a:gd name="connsiteY37" fmla="*/ 833121 h 3785714"/>
              <a:gd name="connsiteX38" fmla="*/ 4847758 w 6848879"/>
              <a:gd name="connsiteY38" fmla="*/ 985522 h 3785714"/>
              <a:gd name="connsiteX39" fmla="*/ 4435566 w 6848879"/>
              <a:gd name="connsiteY39" fmla="*/ 1018010 h 3785714"/>
              <a:gd name="connsiteX40" fmla="*/ 3766744 w 6848879"/>
              <a:gd name="connsiteY40" fmla="*/ 857442 h 3785714"/>
              <a:gd name="connsiteX41" fmla="*/ 3377933 w 6848879"/>
              <a:gd name="connsiteY41" fmla="*/ 831937 h 3785714"/>
              <a:gd name="connsiteX42" fmla="*/ 2709526 w 6848879"/>
              <a:gd name="connsiteY42" fmla="*/ 1324293 h 3785714"/>
              <a:gd name="connsiteX43" fmla="*/ 2031121 w 6848879"/>
              <a:gd name="connsiteY43" fmla="*/ 1975179 h 3785714"/>
              <a:gd name="connsiteX44" fmla="*/ 1284049 w 6848879"/>
              <a:gd name="connsiteY44" fmla="*/ 2775352 h 3785714"/>
              <a:gd name="connsiteX45" fmla="*/ 604400 w 6848879"/>
              <a:gd name="connsiteY45" fmla="*/ 3662431 h 3785714"/>
              <a:gd name="connsiteX46" fmla="*/ 316975 w 6848879"/>
              <a:gd name="connsiteY46" fmla="*/ 3785714 h 3785714"/>
              <a:gd name="connsiteX47" fmla="*/ 42710 w 6848879"/>
              <a:gd name="connsiteY47" fmla="*/ 3609906 h 3785714"/>
              <a:gd name="connsiteX48" fmla="*/ 0 w 6848879"/>
              <a:gd name="connsiteY48" fmla="*/ 3204689 h 3785714"/>
              <a:gd name="connsiteX49" fmla="*/ 54789 w 6848879"/>
              <a:gd name="connsiteY49" fmla="*/ 2195504 h 3785714"/>
              <a:gd name="connsiteX50" fmla="*/ 28374 w 6848879"/>
              <a:gd name="connsiteY50" fmla="*/ 1861782 h 3785714"/>
              <a:gd name="connsiteX0" fmla="*/ 4772 w 6825277"/>
              <a:gd name="connsiteY0" fmla="*/ 1861782 h 3785714"/>
              <a:gd name="connsiteX1" fmla="*/ 9583 w 6825277"/>
              <a:gd name="connsiteY1" fmla="*/ 1735834 h 3785714"/>
              <a:gd name="connsiteX2" fmla="*/ 97618 w 6825277"/>
              <a:gd name="connsiteY2" fmla="*/ 1732386 h 3785714"/>
              <a:gd name="connsiteX3" fmla="*/ 96578 w 6825277"/>
              <a:gd name="connsiteY3" fmla="*/ 2035104 h 3785714"/>
              <a:gd name="connsiteX4" fmla="*/ 235413 w 6825277"/>
              <a:gd name="connsiteY4" fmla="*/ 2415647 h 3785714"/>
              <a:gd name="connsiteX5" fmla="*/ 608989 w 6825277"/>
              <a:gd name="connsiteY5" fmla="*/ 2342438 h 3785714"/>
              <a:gd name="connsiteX6" fmla="*/ 597127 w 6825277"/>
              <a:gd name="connsiteY6" fmla="*/ 2536146 h 3785714"/>
              <a:gd name="connsiteX7" fmla="*/ 949719 w 6825277"/>
              <a:gd name="connsiteY7" fmla="*/ 2198497 h 3785714"/>
              <a:gd name="connsiteX8" fmla="*/ 1390544 w 6825277"/>
              <a:gd name="connsiteY8" fmla="*/ 2015142 h 3785714"/>
              <a:gd name="connsiteX9" fmla="*/ 1881665 w 6825277"/>
              <a:gd name="connsiteY9" fmla="*/ 1955005 h 3785714"/>
              <a:gd name="connsiteX10" fmla="*/ 2517525 w 6825277"/>
              <a:gd name="connsiteY10" fmla="*/ 1341877 h 3785714"/>
              <a:gd name="connsiteX11" fmla="*/ 3362899 w 6825277"/>
              <a:gd name="connsiteY11" fmla="*/ 736610 h 3785714"/>
              <a:gd name="connsiteX12" fmla="*/ 4731023 w 6825277"/>
              <a:gd name="connsiteY12" fmla="*/ 909322 h 3785714"/>
              <a:gd name="connsiteX13" fmla="*/ 5230556 w 6825277"/>
              <a:gd name="connsiteY13" fmla="*/ 274322 h 3785714"/>
              <a:gd name="connsiteX14" fmla="*/ 5795707 w 6825277"/>
              <a:gd name="connsiteY14" fmla="*/ 172768 h 3785714"/>
              <a:gd name="connsiteX15" fmla="*/ 6225390 w 6825277"/>
              <a:gd name="connsiteY15" fmla="*/ 428302 h 3785714"/>
              <a:gd name="connsiteX16" fmla="*/ 6386612 w 6825277"/>
              <a:gd name="connsiteY16" fmla="*/ 623187 h 3785714"/>
              <a:gd name="connsiteX17" fmla="*/ 6539012 w 6825277"/>
              <a:gd name="connsiteY17" fmla="*/ 703089 h 3785714"/>
              <a:gd name="connsiteX18" fmla="*/ 6653312 w 6825277"/>
              <a:gd name="connsiteY18" fmla="*/ 674034 h 3785714"/>
              <a:gd name="connsiteX19" fmla="*/ 6682590 w 6825277"/>
              <a:gd name="connsiteY19" fmla="*/ 529995 h 3785714"/>
              <a:gd name="connsiteX20" fmla="*/ 6653313 w 6825277"/>
              <a:gd name="connsiteY20" fmla="*/ 390745 h 3785714"/>
              <a:gd name="connsiteX21" fmla="*/ 6583464 w 6825277"/>
              <a:gd name="connsiteY21" fmla="*/ 303578 h 3785714"/>
              <a:gd name="connsiteX22" fmla="*/ 6539014 w 6825277"/>
              <a:gd name="connsiteY22" fmla="*/ 194620 h 3785714"/>
              <a:gd name="connsiteX23" fmla="*/ 6519964 w 6825277"/>
              <a:gd name="connsiteY23" fmla="*/ 27550 h 3785714"/>
              <a:gd name="connsiteX24" fmla="*/ 6666013 w 6825277"/>
              <a:gd name="connsiteY24" fmla="*/ 13025 h 3785714"/>
              <a:gd name="connsiteX25" fmla="*/ 6818056 w 6825277"/>
              <a:gd name="connsiteY25" fmla="*/ 26287 h 3785714"/>
              <a:gd name="connsiteX26" fmla="*/ 6799364 w 6825277"/>
              <a:gd name="connsiteY26" fmla="*/ 252730 h 3785714"/>
              <a:gd name="connsiteX27" fmla="*/ 6754914 w 6825277"/>
              <a:gd name="connsiteY27" fmla="*/ 405271 h 3785714"/>
              <a:gd name="connsiteX28" fmla="*/ 6742213 w 6825277"/>
              <a:gd name="connsiteY28" fmla="*/ 659506 h 3785714"/>
              <a:gd name="connsiteX29" fmla="*/ 6666013 w 6825277"/>
              <a:gd name="connsiteY29" fmla="*/ 775729 h 3785714"/>
              <a:gd name="connsiteX30" fmla="*/ 6555590 w 6825277"/>
              <a:gd name="connsiteY30" fmla="*/ 797321 h 3785714"/>
              <a:gd name="connsiteX31" fmla="*/ 6341805 w 6825277"/>
              <a:gd name="connsiteY31" fmla="*/ 712560 h 3785714"/>
              <a:gd name="connsiteX32" fmla="*/ 6075463 w 6825277"/>
              <a:gd name="connsiteY32" fmla="*/ 398005 h 3785714"/>
              <a:gd name="connsiteX33" fmla="*/ 5838040 w 6825277"/>
              <a:gd name="connsiteY33" fmla="*/ 276774 h 3785714"/>
              <a:gd name="connsiteX34" fmla="*/ 5514190 w 6825277"/>
              <a:gd name="connsiteY34" fmla="*/ 257389 h 3785714"/>
              <a:gd name="connsiteX35" fmla="*/ 5332156 w 6825277"/>
              <a:gd name="connsiteY35" fmla="*/ 333589 h 3785714"/>
              <a:gd name="connsiteX36" fmla="*/ 5213623 w 6825277"/>
              <a:gd name="connsiteY36" fmla="*/ 452121 h 3785714"/>
              <a:gd name="connsiteX37" fmla="*/ 5001956 w 6825277"/>
              <a:gd name="connsiteY37" fmla="*/ 833121 h 3785714"/>
              <a:gd name="connsiteX38" fmla="*/ 4824156 w 6825277"/>
              <a:gd name="connsiteY38" fmla="*/ 985522 h 3785714"/>
              <a:gd name="connsiteX39" fmla="*/ 4411964 w 6825277"/>
              <a:gd name="connsiteY39" fmla="*/ 1018010 h 3785714"/>
              <a:gd name="connsiteX40" fmla="*/ 3743142 w 6825277"/>
              <a:gd name="connsiteY40" fmla="*/ 857442 h 3785714"/>
              <a:gd name="connsiteX41" fmla="*/ 3354331 w 6825277"/>
              <a:gd name="connsiteY41" fmla="*/ 831937 h 3785714"/>
              <a:gd name="connsiteX42" fmla="*/ 2685924 w 6825277"/>
              <a:gd name="connsiteY42" fmla="*/ 1324293 h 3785714"/>
              <a:gd name="connsiteX43" fmla="*/ 2007519 w 6825277"/>
              <a:gd name="connsiteY43" fmla="*/ 1975179 h 3785714"/>
              <a:gd name="connsiteX44" fmla="*/ 1260447 w 6825277"/>
              <a:gd name="connsiteY44" fmla="*/ 2775352 h 3785714"/>
              <a:gd name="connsiteX45" fmla="*/ 580798 w 6825277"/>
              <a:gd name="connsiteY45" fmla="*/ 3662431 h 3785714"/>
              <a:gd name="connsiteX46" fmla="*/ 293373 w 6825277"/>
              <a:gd name="connsiteY46" fmla="*/ 3785714 h 3785714"/>
              <a:gd name="connsiteX47" fmla="*/ 19108 w 6825277"/>
              <a:gd name="connsiteY47" fmla="*/ 3609906 h 3785714"/>
              <a:gd name="connsiteX48" fmla="*/ 166898 w 6825277"/>
              <a:gd name="connsiteY48" fmla="*/ 2674429 h 3785714"/>
              <a:gd name="connsiteX49" fmla="*/ 31187 w 6825277"/>
              <a:gd name="connsiteY49" fmla="*/ 2195504 h 3785714"/>
              <a:gd name="connsiteX50" fmla="*/ 4772 w 6825277"/>
              <a:gd name="connsiteY50" fmla="*/ 1861782 h 3785714"/>
              <a:gd name="connsiteX0" fmla="*/ 5941 w 6826446"/>
              <a:gd name="connsiteY0" fmla="*/ 1861782 h 3785714"/>
              <a:gd name="connsiteX1" fmla="*/ 10752 w 6826446"/>
              <a:gd name="connsiteY1" fmla="*/ 1735834 h 3785714"/>
              <a:gd name="connsiteX2" fmla="*/ 98787 w 6826446"/>
              <a:gd name="connsiteY2" fmla="*/ 1732386 h 3785714"/>
              <a:gd name="connsiteX3" fmla="*/ 97747 w 6826446"/>
              <a:gd name="connsiteY3" fmla="*/ 2035104 h 3785714"/>
              <a:gd name="connsiteX4" fmla="*/ 236582 w 6826446"/>
              <a:gd name="connsiteY4" fmla="*/ 2415647 h 3785714"/>
              <a:gd name="connsiteX5" fmla="*/ 610158 w 6826446"/>
              <a:gd name="connsiteY5" fmla="*/ 2342438 h 3785714"/>
              <a:gd name="connsiteX6" fmla="*/ 598296 w 6826446"/>
              <a:gd name="connsiteY6" fmla="*/ 2536146 h 3785714"/>
              <a:gd name="connsiteX7" fmla="*/ 950888 w 6826446"/>
              <a:gd name="connsiteY7" fmla="*/ 2198497 h 3785714"/>
              <a:gd name="connsiteX8" fmla="*/ 1391713 w 6826446"/>
              <a:gd name="connsiteY8" fmla="*/ 2015142 h 3785714"/>
              <a:gd name="connsiteX9" fmla="*/ 1882834 w 6826446"/>
              <a:gd name="connsiteY9" fmla="*/ 1955005 h 3785714"/>
              <a:gd name="connsiteX10" fmla="*/ 2518694 w 6826446"/>
              <a:gd name="connsiteY10" fmla="*/ 1341877 h 3785714"/>
              <a:gd name="connsiteX11" fmla="*/ 3364068 w 6826446"/>
              <a:gd name="connsiteY11" fmla="*/ 736610 h 3785714"/>
              <a:gd name="connsiteX12" fmla="*/ 4732192 w 6826446"/>
              <a:gd name="connsiteY12" fmla="*/ 909322 h 3785714"/>
              <a:gd name="connsiteX13" fmla="*/ 5231725 w 6826446"/>
              <a:gd name="connsiteY13" fmla="*/ 274322 h 3785714"/>
              <a:gd name="connsiteX14" fmla="*/ 5796876 w 6826446"/>
              <a:gd name="connsiteY14" fmla="*/ 172768 h 3785714"/>
              <a:gd name="connsiteX15" fmla="*/ 6226559 w 6826446"/>
              <a:gd name="connsiteY15" fmla="*/ 428302 h 3785714"/>
              <a:gd name="connsiteX16" fmla="*/ 6387781 w 6826446"/>
              <a:gd name="connsiteY16" fmla="*/ 623187 h 3785714"/>
              <a:gd name="connsiteX17" fmla="*/ 6540181 w 6826446"/>
              <a:gd name="connsiteY17" fmla="*/ 703089 h 3785714"/>
              <a:gd name="connsiteX18" fmla="*/ 6654481 w 6826446"/>
              <a:gd name="connsiteY18" fmla="*/ 674034 h 3785714"/>
              <a:gd name="connsiteX19" fmla="*/ 6683759 w 6826446"/>
              <a:gd name="connsiteY19" fmla="*/ 529995 h 3785714"/>
              <a:gd name="connsiteX20" fmla="*/ 6654482 w 6826446"/>
              <a:gd name="connsiteY20" fmla="*/ 390745 h 3785714"/>
              <a:gd name="connsiteX21" fmla="*/ 6584633 w 6826446"/>
              <a:gd name="connsiteY21" fmla="*/ 303578 h 3785714"/>
              <a:gd name="connsiteX22" fmla="*/ 6540183 w 6826446"/>
              <a:gd name="connsiteY22" fmla="*/ 194620 h 3785714"/>
              <a:gd name="connsiteX23" fmla="*/ 6521133 w 6826446"/>
              <a:gd name="connsiteY23" fmla="*/ 27550 h 3785714"/>
              <a:gd name="connsiteX24" fmla="*/ 6667182 w 6826446"/>
              <a:gd name="connsiteY24" fmla="*/ 13025 h 3785714"/>
              <a:gd name="connsiteX25" fmla="*/ 6819225 w 6826446"/>
              <a:gd name="connsiteY25" fmla="*/ 26287 h 3785714"/>
              <a:gd name="connsiteX26" fmla="*/ 6800533 w 6826446"/>
              <a:gd name="connsiteY26" fmla="*/ 252730 h 3785714"/>
              <a:gd name="connsiteX27" fmla="*/ 6756083 w 6826446"/>
              <a:gd name="connsiteY27" fmla="*/ 405271 h 3785714"/>
              <a:gd name="connsiteX28" fmla="*/ 6743382 w 6826446"/>
              <a:gd name="connsiteY28" fmla="*/ 659506 h 3785714"/>
              <a:gd name="connsiteX29" fmla="*/ 6667182 w 6826446"/>
              <a:gd name="connsiteY29" fmla="*/ 775729 h 3785714"/>
              <a:gd name="connsiteX30" fmla="*/ 6556759 w 6826446"/>
              <a:gd name="connsiteY30" fmla="*/ 797321 h 3785714"/>
              <a:gd name="connsiteX31" fmla="*/ 6342974 w 6826446"/>
              <a:gd name="connsiteY31" fmla="*/ 712560 h 3785714"/>
              <a:gd name="connsiteX32" fmla="*/ 6076632 w 6826446"/>
              <a:gd name="connsiteY32" fmla="*/ 398005 h 3785714"/>
              <a:gd name="connsiteX33" fmla="*/ 5839209 w 6826446"/>
              <a:gd name="connsiteY33" fmla="*/ 276774 h 3785714"/>
              <a:gd name="connsiteX34" fmla="*/ 5515359 w 6826446"/>
              <a:gd name="connsiteY34" fmla="*/ 257389 h 3785714"/>
              <a:gd name="connsiteX35" fmla="*/ 5333325 w 6826446"/>
              <a:gd name="connsiteY35" fmla="*/ 333589 h 3785714"/>
              <a:gd name="connsiteX36" fmla="*/ 5214792 w 6826446"/>
              <a:gd name="connsiteY36" fmla="*/ 452121 h 3785714"/>
              <a:gd name="connsiteX37" fmla="*/ 5003125 w 6826446"/>
              <a:gd name="connsiteY37" fmla="*/ 833121 h 3785714"/>
              <a:gd name="connsiteX38" fmla="*/ 4825325 w 6826446"/>
              <a:gd name="connsiteY38" fmla="*/ 985522 h 3785714"/>
              <a:gd name="connsiteX39" fmla="*/ 4413133 w 6826446"/>
              <a:gd name="connsiteY39" fmla="*/ 1018010 h 3785714"/>
              <a:gd name="connsiteX40" fmla="*/ 3744311 w 6826446"/>
              <a:gd name="connsiteY40" fmla="*/ 857442 h 3785714"/>
              <a:gd name="connsiteX41" fmla="*/ 3355500 w 6826446"/>
              <a:gd name="connsiteY41" fmla="*/ 831937 h 3785714"/>
              <a:gd name="connsiteX42" fmla="*/ 2687093 w 6826446"/>
              <a:gd name="connsiteY42" fmla="*/ 1324293 h 3785714"/>
              <a:gd name="connsiteX43" fmla="*/ 2008688 w 6826446"/>
              <a:gd name="connsiteY43" fmla="*/ 1975179 h 3785714"/>
              <a:gd name="connsiteX44" fmla="*/ 1261616 w 6826446"/>
              <a:gd name="connsiteY44" fmla="*/ 2775352 h 3785714"/>
              <a:gd name="connsiteX45" fmla="*/ 581967 w 6826446"/>
              <a:gd name="connsiteY45" fmla="*/ 3662431 h 3785714"/>
              <a:gd name="connsiteX46" fmla="*/ 294542 w 6826446"/>
              <a:gd name="connsiteY46" fmla="*/ 3785714 h 3785714"/>
              <a:gd name="connsiteX47" fmla="*/ 20277 w 6826446"/>
              <a:gd name="connsiteY47" fmla="*/ 3609906 h 3785714"/>
              <a:gd name="connsiteX48" fmla="*/ 168067 w 6826446"/>
              <a:gd name="connsiteY48" fmla="*/ 2674429 h 3785714"/>
              <a:gd name="connsiteX49" fmla="*/ 51406 w 6826446"/>
              <a:gd name="connsiteY49" fmla="*/ 2159184 h 3785714"/>
              <a:gd name="connsiteX50" fmla="*/ 5941 w 6826446"/>
              <a:gd name="connsiteY50" fmla="*/ 1861782 h 3785714"/>
              <a:gd name="connsiteX0" fmla="*/ 4772 w 6825277"/>
              <a:gd name="connsiteY0" fmla="*/ 1861782 h 3785714"/>
              <a:gd name="connsiteX1" fmla="*/ 9583 w 6825277"/>
              <a:gd name="connsiteY1" fmla="*/ 1735834 h 3785714"/>
              <a:gd name="connsiteX2" fmla="*/ 97618 w 6825277"/>
              <a:gd name="connsiteY2" fmla="*/ 1732386 h 3785714"/>
              <a:gd name="connsiteX3" fmla="*/ 96578 w 6825277"/>
              <a:gd name="connsiteY3" fmla="*/ 2035104 h 3785714"/>
              <a:gd name="connsiteX4" fmla="*/ 235413 w 6825277"/>
              <a:gd name="connsiteY4" fmla="*/ 2415647 h 3785714"/>
              <a:gd name="connsiteX5" fmla="*/ 608989 w 6825277"/>
              <a:gd name="connsiteY5" fmla="*/ 2342438 h 3785714"/>
              <a:gd name="connsiteX6" fmla="*/ 597127 w 6825277"/>
              <a:gd name="connsiteY6" fmla="*/ 2536146 h 3785714"/>
              <a:gd name="connsiteX7" fmla="*/ 949719 w 6825277"/>
              <a:gd name="connsiteY7" fmla="*/ 2198497 h 3785714"/>
              <a:gd name="connsiteX8" fmla="*/ 1390544 w 6825277"/>
              <a:gd name="connsiteY8" fmla="*/ 2015142 h 3785714"/>
              <a:gd name="connsiteX9" fmla="*/ 1881665 w 6825277"/>
              <a:gd name="connsiteY9" fmla="*/ 1955005 h 3785714"/>
              <a:gd name="connsiteX10" fmla="*/ 2517525 w 6825277"/>
              <a:gd name="connsiteY10" fmla="*/ 1341877 h 3785714"/>
              <a:gd name="connsiteX11" fmla="*/ 3362899 w 6825277"/>
              <a:gd name="connsiteY11" fmla="*/ 736610 h 3785714"/>
              <a:gd name="connsiteX12" fmla="*/ 4731023 w 6825277"/>
              <a:gd name="connsiteY12" fmla="*/ 909322 h 3785714"/>
              <a:gd name="connsiteX13" fmla="*/ 5230556 w 6825277"/>
              <a:gd name="connsiteY13" fmla="*/ 274322 h 3785714"/>
              <a:gd name="connsiteX14" fmla="*/ 5795707 w 6825277"/>
              <a:gd name="connsiteY14" fmla="*/ 172768 h 3785714"/>
              <a:gd name="connsiteX15" fmla="*/ 6225390 w 6825277"/>
              <a:gd name="connsiteY15" fmla="*/ 428302 h 3785714"/>
              <a:gd name="connsiteX16" fmla="*/ 6386612 w 6825277"/>
              <a:gd name="connsiteY16" fmla="*/ 623187 h 3785714"/>
              <a:gd name="connsiteX17" fmla="*/ 6539012 w 6825277"/>
              <a:gd name="connsiteY17" fmla="*/ 703089 h 3785714"/>
              <a:gd name="connsiteX18" fmla="*/ 6653312 w 6825277"/>
              <a:gd name="connsiteY18" fmla="*/ 674034 h 3785714"/>
              <a:gd name="connsiteX19" fmla="*/ 6682590 w 6825277"/>
              <a:gd name="connsiteY19" fmla="*/ 529995 h 3785714"/>
              <a:gd name="connsiteX20" fmla="*/ 6653313 w 6825277"/>
              <a:gd name="connsiteY20" fmla="*/ 390745 h 3785714"/>
              <a:gd name="connsiteX21" fmla="*/ 6583464 w 6825277"/>
              <a:gd name="connsiteY21" fmla="*/ 303578 h 3785714"/>
              <a:gd name="connsiteX22" fmla="*/ 6539014 w 6825277"/>
              <a:gd name="connsiteY22" fmla="*/ 194620 h 3785714"/>
              <a:gd name="connsiteX23" fmla="*/ 6519964 w 6825277"/>
              <a:gd name="connsiteY23" fmla="*/ 27550 h 3785714"/>
              <a:gd name="connsiteX24" fmla="*/ 6666013 w 6825277"/>
              <a:gd name="connsiteY24" fmla="*/ 13025 h 3785714"/>
              <a:gd name="connsiteX25" fmla="*/ 6818056 w 6825277"/>
              <a:gd name="connsiteY25" fmla="*/ 26287 h 3785714"/>
              <a:gd name="connsiteX26" fmla="*/ 6799364 w 6825277"/>
              <a:gd name="connsiteY26" fmla="*/ 252730 h 3785714"/>
              <a:gd name="connsiteX27" fmla="*/ 6754914 w 6825277"/>
              <a:gd name="connsiteY27" fmla="*/ 405271 h 3785714"/>
              <a:gd name="connsiteX28" fmla="*/ 6742213 w 6825277"/>
              <a:gd name="connsiteY28" fmla="*/ 659506 h 3785714"/>
              <a:gd name="connsiteX29" fmla="*/ 6666013 w 6825277"/>
              <a:gd name="connsiteY29" fmla="*/ 775729 h 3785714"/>
              <a:gd name="connsiteX30" fmla="*/ 6555590 w 6825277"/>
              <a:gd name="connsiteY30" fmla="*/ 797321 h 3785714"/>
              <a:gd name="connsiteX31" fmla="*/ 6341805 w 6825277"/>
              <a:gd name="connsiteY31" fmla="*/ 712560 h 3785714"/>
              <a:gd name="connsiteX32" fmla="*/ 6075463 w 6825277"/>
              <a:gd name="connsiteY32" fmla="*/ 398005 h 3785714"/>
              <a:gd name="connsiteX33" fmla="*/ 5838040 w 6825277"/>
              <a:gd name="connsiteY33" fmla="*/ 276774 h 3785714"/>
              <a:gd name="connsiteX34" fmla="*/ 5514190 w 6825277"/>
              <a:gd name="connsiteY34" fmla="*/ 257389 h 3785714"/>
              <a:gd name="connsiteX35" fmla="*/ 5332156 w 6825277"/>
              <a:gd name="connsiteY35" fmla="*/ 333589 h 3785714"/>
              <a:gd name="connsiteX36" fmla="*/ 5213623 w 6825277"/>
              <a:gd name="connsiteY36" fmla="*/ 452121 h 3785714"/>
              <a:gd name="connsiteX37" fmla="*/ 5001956 w 6825277"/>
              <a:gd name="connsiteY37" fmla="*/ 833121 h 3785714"/>
              <a:gd name="connsiteX38" fmla="*/ 4824156 w 6825277"/>
              <a:gd name="connsiteY38" fmla="*/ 985522 h 3785714"/>
              <a:gd name="connsiteX39" fmla="*/ 4411964 w 6825277"/>
              <a:gd name="connsiteY39" fmla="*/ 1018010 h 3785714"/>
              <a:gd name="connsiteX40" fmla="*/ 3743142 w 6825277"/>
              <a:gd name="connsiteY40" fmla="*/ 857442 h 3785714"/>
              <a:gd name="connsiteX41" fmla="*/ 3354331 w 6825277"/>
              <a:gd name="connsiteY41" fmla="*/ 831937 h 3785714"/>
              <a:gd name="connsiteX42" fmla="*/ 2685924 w 6825277"/>
              <a:gd name="connsiteY42" fmla="*/ 1324293 h 3785714"/>
              <a:gd name="connsiteX43" fmla="*/ 2007519 w 6825277"/>
              <a:gd name="connsiteY43" fmla="*/ 1975179 h 3785714"/>
              <a:gd name="connsiteX44" fmla="*/ 1260447 w 6825277"/>
              <a:gd name="connsiteY44" fmla="*/ 2775352 h 3785714"/>
              <a:gd name="connsiteX45" fmla="*/ 580798 w 6825277"/>
              <a:gd name="connsiteY45" fmla="*/ 3662431 h 3785714"/>
              <a:gd name="connsiteX46" fmla="*/ 293373 w 6825277"/>
              <a:gd name="connsiteY46" fmla="*/ 3785714 h 3785714"/>
              <a:gd name="connsiteX47" fmla="*/ 19108 w 6825277"/>
              <a:gd name="connsiteY47" fmla="*/ 3609906 h 3785714"/>
              <a:gd name="connsiteX48" fmla="*/ 166898 w 6825277"/>
              <a:gd name="connsiteY48" fmla="*/ 2674429 h 3785714"/>
              <a:gd name="connsiteX49" fmla="*/ 31187 w 6825277"/>
              <a:gd name="connsiteY49" fmla="*/ 2148289 h 3785714"/>
              <a:gd name="connsiteX50" fmla="*/ 4772 w 6825277"/>
              <a:gd name="connsiteY50" fmla="*/ 1861782 h 3785714"/>
              <a:gd name="connsiteX0" fmla="*/ 7626 w 6828131"/>
              <a:gd name="connsiteY0" fmla="*/ 1861782 h 3785714"/>
              <a:gd name="connsiteX1" fmla="*/ 12437 w 6828131"/>
              <a:gd name="connsiteY1" fmla="*/ 1735834 h 3785714"/>
              <a:gd name="connsiteX2" fmla="*/ 100472 w 6828131"/>
              <a:gd name="connsiteY2" fmla="*/ 1732386 h 3785714"/>
              <a:gd name="connsiteX3" fmla="*/ 99432 w 6828131"/>
              <a:gd name="connsiteY3" fmla="*/ 2035104 h 3785714"/>
              <a:gd name="connsiteX4" fmla="*/ 238267 w 6828131"/>
              <a:gd name="connsiteY4" fmla="*/ 2415647 h 3785714"/>
              <a:gd name="connsiteX5" fmla="*/ 611843 w 6828131"/>
              <a:gd name="connsiteY5" fmla="*/ 2342438 h 3785714"/>
              <a:gd name="connsiteX6" fmla="*/ 599981 w 6828131"/>
              <a:gd name="connsiteY6" fmla="*/ 2536146 h 3785714"/>
              <a:gd name="connsiteX7" fmla="*/ 952573 w 6828131"/>
              <a:gd name="connsiteY7" fmla="*/ 2198497 h 3785714"/>
              <a:gd name="connsiteX8" fmla="*/ 1393398 w 6828131"/>
              <a:gd name="connsiteY8" fmla="*/ 2015142 h 3785714"/>
              <a:gd name="connsiteX9" fmla="*/ 1884519 w 6828131"/>
              <a:gd name="connsiteY9" fmla="*/ 1955005 h 3785714"/>
              <a:gd name="connsiteX10" fmla="*/ 2520379 w 6828131"/>
              <a:gd name="connsiteY10" fmla="*/ 1341877 h 3785714"/>
              <a:gd name="connsiteX11" fmla="*/ 3365753 w 6828131"/>
              <a:gd name="connsiteY11" fmla="*/ 736610 h 3785714"/>
              <a:gd name="connsiteX12" fmla="*/ 4733877 w 6828131"/>
              <a:gd name="connsiteY12" fmla="*/ 909322 h 3785714"/>
              <a:gd name="connsiteX13" fmla="*/ 5233410 w 6828131"/>
              <a:gd name="connsiteY13" fmla="*/ 274322 h 3785714"/>
              <a:gd name="connsiteX14" fmla="*/ 5798561 w 6828131"/>
              <a:gd name="connsiteY14" fmla="*/ 172768 h 3785714"/>
              <a:gd name="connsiteX15" fmla="*/ 6228244 w 6828131"/>
              <a:gd name="connsiteY15" fmla="*/ 428302 h 3785714"/>
              <a:gd name="connsiteX16" fmla="*/ 6389466 w 6828131"/>
              <a:gd name="connsiteY16" fmla="*/ 623187 h 3785714"/>
              <a:gd name="connsiteX17" fmla="*/ 6541866 w 6828131"/>
              <a:gd name="connsiteY17" fmla="*/ 703089 h 3785714"/>
              <a:gd name="connsiteX18" fmla="*/ 6656166 w 6828131"/>
              <a:gd name="connsiteY18" fmla="*/ 674034 h 3785714"/>
              <a:gd name="connsiteX19" fmla="*/ 6685444 w 6828131"/>
              <a:gd name="connsiteY19" fmla="*/ 529995 h 3785714"/>
              <a:gd name="connsiteX20" fmla="*/ 6656167 w 6828131"/>
              <a:gd name="connsiteY20" fmla="*/ 390745 h 3785714"/>
              <a:gd name="connsiteX21" fmla="*/ 6586318 w 6828131"/>
              <a:gd name="connsiteY21" fmla="*/ 303578 h 3785714"/>
              <a:gd name="connsiteX22" fmla="*/ 6541868 w 6828131"/>
              <a:gd name="connsiteY22" fmla="*/ 194620 h 3785714"/>
              <a:gd name="connsiteX23" fmla="*/ 6522818 w 6828131"/>
              <a:gd name="connsiteY23" fmla="*/ 27550 h 3785714"/>
              <a:gd name="connsiteX24" fmla="*/ 6668867 w 6828131"/>
              <a:gd name="connsiteY24" fmla="*/ 13025 h 3785714"/>
              <a:gd name="connsiteX25" fmla="*/ 6820910 w 6828131"/>
              <a:gd name="connsiteY25" fmla="*/ 26287 h 3785714"/>
              <a:gd name="connsiteX26" fmla="*/ 6802218 w 6828131"/>
              <a:gd name="connsiteY26" fmla="*/ 252730 h 3785714"/>
              <a:gd name="connsiteX27" fmla="*/ 6757768 w 6828131"/>
              <a:gd name="connsiteY27" fmla="*/ 405271 h 3785714"/>
              <a:gd name="connsiteX28" fmla="*/ 6745067 w 6828131"/>
              <a:gd name="connsiteY28" fmla="*/ 659506 h 3785714"/>
              <a:gd name="connsiteX29" fmla="*/ 6668867 w 6828131"/>
              <a:gd name="connsiteY29" fmla="*/ 775729 h 3785714"/>
              <a:gd name="connsiteX30" fmla="*/ 6558444 w 6828131"/>
              <a:gd name="connsiteY30" fmla="*/ 797321 h 3785714"/>
              <a:gd name="connsiteX31" fmla="*/ 6344659 w 6828131"/>
              <a:gd name="connsiteY31" fmla="*/ 712560 h 3785714"/>
              <a:gd name="connsiteX32" fmla="*/ 6078317 w 6828131"/>
              <a:gd name="connsiteY32" fmla="*/ 398005 h 3785714"/>
              <a:gd name="connsiteX33" fmla="*/ 5840894 w 6828131"/>
              <a:gd name="connsiteY33" fmla="*/ 276774 h 3785714"/>
              <a:gd name="connsiteX34" fmla="*/ 5517044 w 6828131"/>
              <a:gd name="connsiteY34" fmla="*/ 257389 h 3785714"/>
              <a:gd name="connsiteX35" fmla="*/ 5335010 w 6828131"/>
              <a:gd name="connsiteY35" fmla="*/ 333589 h 3785714"/>
              <a:gd name="connsiteX36" fmla="*/ 5216477 w 6828131"/>
              <a:gd name="connsiteY36" fmla="*/ 452121 h 3785714"/>
              <a:gd name="connsiteX37" fmla="*/ 5004810 w 6828131"/>
              <a:gd name="connsiteY37" fmla="*/ 833121 h 3785714"/>
              <a:gd name="connsiteX38" fmla="*/ 4827010 w 6828131"/>
              <a:gd name="connsiteY38" fmla="*/ 985522 h 3785714"/>
              <a:gd name="connsiteX39" fmla="*/ 4414818 w 6828131"/>
              <a:gd name="connsiteY39" fmla="*/ 1018010 h 3785714"/>
              <a:gd name="connsiteX40" fmla="*/ 3745996 w 6828131"/>
              <a:gd name="connsiteY40" fmla="*/ 857442 h 3785714"/>
              <a:gd name="connsiteX41" fmla="*/ 3357185 w 6828131"/>
              <a:gd name="connsiteY41" fmla="*/ 831937 h 3785714"/>
              <a:gd name="connsiteX42" fmla="*/ 2688778 w 6828131"/>
              <a:gd name="connsiteY42" fmla="*/ 1324293 h 3785714"/>
              <a:gd name="connsiteX43" fmla="*/ 2010373 w 6828131"/>
              <a:gd name="connsiteY43" fmla="*/ 1975179 h 3785714"/>
              <a:gd name="connsiteX44" fmla="*/ 1263301 w 6828131"/>
              <a:gd name="connsiteY44" fmla="*/ 2775352 h 3785714"/>
              <a:gd name="connsiteX45" fmla="*/ 583652 w 6828131"/>
              <a:gd name="connsiteY45" fmla="*/ 3662431 h 3785714"/>
              <a:gd name="connsiteX46" fmla="*/ 296227 w 6828131"/>
              <a:gd name="connsiteY46" fmla="*/ 3785714 h 3785714"/>
              <a:gd name="connsiteX47" fmla="*/ 21962 w 6828131"/>
              <a:gd name="connsiteY47" fmla="*/ 3609906 h 3785714"/>
              <a:gd name="connsiteX48" fmla="*/ 169752 w 6828131"/>
              <a:gd name="connsiteY48" fmla="*/ 2674429 h 3785714"/>
              <a:gd name="connsiteX49" fmla="*/ 34041 w 6828131"/>
              <a:gd name="connsiteY49" fmla="*/ 2148289 h 3785714"/>
              <a:gd name="connsiteX50" fmla="*/ 7626 w 6828131"/>
              <a:gd name="connsiteY50" fmla="*/ 1861782 h 3785714"/>
              <a:gd name="connsiteX0" fmla="*/ 4772 w 6825277"/>
              <a:gd name="connsiteY0" fmla="*/ 1861782 h 3785714"/>
              <a:gd name="connsiteX1" fmla="*/ 9583 w 6825277"/>
              <a:gd name="connsiteY1" fmla="*/ 1735834 h 3785714"/>
              <a:gd name="connsiteX2" fmla="*/ 97618 w 6825277"/>
              <a:gd name="connsiteY2" fmla="*/ 1732386 h 3785714"/>
              <a:gd name="connsiteX3" fmla="*/ 96578 w 6825277"/>
              <a:gd name="connsiteY3" fmla="*/ 2035104 h 3785714"/>
              <a:gd name="connsiteX4" fmla="*/ 235413 w 6825277"/>
              <a:gd name="connsiteY4" fmla="*/ 2415647 h 3785714"/>
              <a:gd name="connsiteX5" fmla="*/ 608989 w 6825277"/>
              <a:gd name="connsiteY5" fmla="*/ 2342438 h 3785714"/>
              <a:gd name="connsiteX6" fmla="*/ 597127 w 6825277"/>
              <a:gd name="connsiteY6" fmla="*/ 2536146 h 3785714"/>
              <a:gd name="connsiteX7" fmla="*/ 949719 w 6825277"/>
              <a:gd name="connsiteY7" fmla="*/ 2198497 h 3785714"/>
              <a:gd name="connsiteX8" fmla="*/ 1390544 w 6825277"/>
              <a:gd name="connsiteY8" fmla="*/ 2015142 h 3785714"/>
              <a:gd name="connsiteX9" fmla="*/ 1881665 w 6825277"/>
              <a:gd name="connsiteY9" fmla="*/ 1955005 h 3785714"/>
              <a:gd name="connsiteX10" fmla="*/ 2517525 w 6825277"/>
              <a:gd name="connsiteY10" fmla="*/ 1341877 h 3785714"/>
              <a:gd name="connsiteX11" fmla="*/ 3362899 w 6825277"/>
              <a:gd name="connsiteY11" fmla="*/ 736610 h 3785714"/>
              <a:gd name="connsiteX12" fmla="*/ 4731023 w 6825277"/>
              <a:gd name="connsiteY12" fmla="*/ 909322 h 3785714"/>
              <a:gd name="connsiteX13" fmla="*/ 5230556 w 6825277"/>
              <a:gd name="connsiteY13" fmla="*/ 274322 h 3785714"/>
              <a:gd name="connsiteX14" fmla="*/ 5795707 w 6825277"/>
              <a:gd name="connsiteY14" fmla="*/ 172768 h 3785714"/>
              <a:gd name="connsiteX15" fmla="*/ 6225390 w 6825277"/>
              <a:gd name="connsiteY15" fmla="*/ 428302 h 3785714"/>
              <a:gd name="connsiteX16" fmla="*/ 6386612 w 6825277"/>
              <a:gd name="connsiteY16" fmla="*/ 623187 h 3785714"/>
              <a:gd name="connsiteX17" fmla="*/ 6539012 w 6825277"/>
              <a:gd name="connsiteY17" fmla="*/ 703089 h 3785714"/>
              <a:gd name="connsiteX18" fmla="*/ 6653312 w 6825277"/>
              <a:gd name="connsiteY18" fmla="*/ 674034 h 3785714"/>
              <a:gd name="connsiteX19" fmla="*/ 6682590 w 6825277"/>
              <a:gd name="connsiteY19" fmla="*/ 529995 h 3785714"/>
              <a:gd name="connsiteX20" fmla="*/ 6653313 w 6825277"/>
              <a:gd name="connsiteY20" fmla="*/ 390745 h 3785714"/>
              <a:gd name="connsiteX21" fmla="*/ 6583464 w 6825277"/>
              <a:gd name="connsiteY21" fmla="*/ 303578 h 3785714"/>
              <a:gd name="connsiteX22" fmla="*/ 6539014 w 6825277"/>
              <a:gd name="connsiteY22" fmla="*/ 194620 h 3785714"/>
              <a:gd name="connsiteX23" fmla="*/ 6519964 w 6825277"/>
              <a:gd name="connsiteY23" fmla="*/ 27550 h 3785714"/>
              <a:gd name="connsiteX24" fmla="*/ 6666013 w 6825277"/>
              <a:gd name="connsiteY24" fmla="*/ 13025 h 3785714"/>
              <a:gd name="connsiteX25" fmla="*/ 6818056 w 6825277"/>
              <a:gd name="connsiteY25" fmla="*/ 26287 h 3785714"/>
              <a:gd name="connsiteX26" fmla="*/ 6799364 w 6825277"/>
              <a:gd name="connsiteY26" fmla="*/ 252730 h 3785714"/>
              <a:gd name="connsiteX27" fmla="*/ 6754914 w 6825277"/>
              <a:gd name="connsiteY27" fmla="*/ 405271 h 3785714"/>
              <a:gd name="connsiteX28" fmla="*/ 6742213 w 6825277"/>
              <a:gd name="connsiteY28" fmla="*/ 659506 h 3785714"/>
              <a:gd name="connsiteX29" fmla="*/ 6666013 w 6825277"/>
              <a:gd name="connsiteY29" fmla="*/ 775729 h 3785714"/>
              <a:gd name="connsiteX30" fmla="*/ 6555590 w 6825277"/>
              <a:gd name="connsiteY30" fmla="*/ 797321 h 3785714"/>
              <a:gd name="connsiteX31" fmla="*/ 6341805 w 6825277"/>
              <a:gd name="connsiteY31" fmla="*/ 712560 h 3785714"/>
              <a:gd name="connsiteX32" fmla="*/ 6075463 w 6825277"/>
              <a:gd name="connsiteY32" fmla="*/ 398005 h 3785714"/>
              <a:gd name="connsiteX33" fmla="*/ 5838040 w 6825277"/>
              <a:gd name="connsiteY33" fmla="*/ 276774 h 3785714"/>
              <a:gd name="connsiteX34" fmla="*/ 5514190 w 6825277"/>
              <a:gd name="connsiteY34" fmla="*/ 257389 h 3785714"/>
              <a:gd name="connsiteX35" fmla="*/ 5332156 w 6825277"/>
              <a:gd name="connsiteY35" fmla="*/ 333589 h 3785714"/>
              <a:gd name="connsiteX36" fmla="*/ 5213623 w 6825277"/>
              <a:gd name="connsiteY36" fmla="*/ 452121 h 3785714"/>
              <a:gd name="connsiteX37" fmla="*/ 5001956 w 6825277"/>
              <a:gd name="connsiteY37" fmla="*/ 833121 h 3785714"/>
              <a:gd name="connsiteX38" fmla="*/ 4824156 w 6825277"/>
              <a:gd name="connsiteY38" fmla="*/ 985522 h 3785714"/>
              <a:gd name="connsiteX39" fmla="*/ 4411964 w 6825277"/>
              <a:gd name="connsiteY39" fmla="*/ 1018010 h 3785714"/>
              <a:gd name="connsiteX40" fmla="*/ 3743142 w 6825277"/>
              <a:gd name="connsiteY40" fmla="*/ 857442 h 3785714"/>
              <a:gd name="connsiteX41" fmla="*/ 3354331 w 6825277"/>
              <a:gd name="connsiteY41" fmla="*/ 831937 h 3785714"/>
              <a:gd name="connsiteX42" fmla="*/ 2685924 w 6825277"/>
              <a:gd name="connsiteY42" fmla="*/ 1324293 h 3785714"/>
              <a:gd name="connsiteX43" fmla="*/ 2007519 w 6825277"/>
              <a:gd name="connsiteY43" fmla="*/ 1975179 h 3785714"/>
              <a:gd name="connsiteX44" fmla="*/ 1260447 w 6825277"/>
              <a:gd name="connsiteY44" fmla="*/ 2775352 h 3785714"/>
              <a:gd name="connsiteX45" fmla="*/ 580798 w 6825277"/>
              <a:gd name="connsiteY45" fmla="*/ 3662431 h 3785714"/>
              <a:gd name="connsiteX46" fmla="*/ 293373 w 6825277"/>
              <a:gd name="connsiteY46" fmla="*/ 3785714 h 3785714"/>
              <a:gd name="connsiteX47" fmla="*/ 19108 w 6825277"/>
              <a:gd name="connsiteY47" fmla="*/ 3609906 h 3785714"/>
              <a:gd name="connsiteX48" fmla="*/ 166898 w 6825277"/>
              <a:gd name="connsiteY48" fmla="*/ 2674429 h 3785714"/>
              <a:gd name="connsiteX49" fmla="*/ 31187 w 6825277"/>
              <a:gd name="connsiteY49" fmla="*/ 2148289 h 3785714"/>
              <a:gd name="connsiteX50" fmla="*/ 4772 w 6825277"/>
              <a:gd name="connsiteY50" fmla="*/ 1861782 h 3785714"/>
              <a:gd name="connsiteX0" fmla="*/ 26444 w 6846949"/>
              <a:gd name="connsiteY0" fmla="*/ 1861782 h 3785714"/>
              <a:gd name="connsiteX1" fmla="*/ 31255 w 6846949"/>
              <a:gd name="connsiteY1" fmla="*/ 1735834 h 3785714"/>
              <a:gd name="connsiteX2" fmla="*/ 119290 w 6846949"/>
              <a:gd name="connsiteY2" fmla="*/ 1732386 h 3785714"/>
              <a:gd name="connsiteX3" fmla="*/ 118250 w 6846949"/>
              <a:gd name="connsiteY3" fmla="*/ 2035104 h 3785714"/>
              <a:gd name="connsiteX4" fmla="*/ 257085 w 6846949"/>
              <a:gd name="connsiteY4" fmla="*/ 2415647 h 3785714"/>
              <a:gd name="connsiteX5" fmla="*/ 630661 w 6846949"/>
              <a:gd name="connsiteY5" fmla="*/ 2342438 h 3785714"/>
              <a:gd name="connsiteX6" fmla="*/ 618799 w 6846949"/>
              <a:gd name="connsiteY6" fmla="*/ 2536146 h 3785714"/>
              <a:gd name="connsiteX7" fmla="*/ 971391 w 6846949"/>
              <a:gd name="connsiteY7" fmla="*/ 2198497 h 3785714"/>
              <a:gd name="connsiteX8" fmla="*/ 1412216 w 6846949"/>
              <a:gd name="connsiteY8" fmla="*/ 2015142 h 3785714"/>
              <a:gd name="connsiteX9" fmla="*/ 1903337 w 6846949"/>
              <a:gd name="connsiteY9" fmla="*/ 1955005 h 3785714"/>
              <a:gd name="connsiteX10" fmla="*/ 2539197 w 6846949"/>
              <a:gd name="connsiteY10" fmla="*/ 1341877 h 3785714"/>
              <a:gd name="connsiteX11" fmla="*/ 3384571 w 6846949"/>
              <a:gd name="connsiteY11" fmla="*/ 736610 h 3785714"/>
              <a:gd name="connsiteX12" fmla="*/ 4752695 w 6846949"/>
              <a:gd name="connsiteY12" fmla="*/ 909322 h 3785714"/>
              <a:gd name="connsiteX13" fmla="*/ 5252228 w 6846949"/>
              <a:gd name="connsiteY13" fmla="*/ 274322 h 3785714"/>
              <a:gd name="connsiteX14" fmla="*/ 5817379 w 6846949"/>
              <a:gd name="connsiteY14" fmla="*/ 172768 h 3785714"/>
              <a:gd name="connsiteX15" fmla="*/ 6247062 w 6846949"/>
              <a:gd name="connsiteY15" fmla="*/ 428302 h 3785714"/>
              <a:gd name="connsiteX16" fmla="*/ 6408284 w 6846949"/>
              <a:gd name="connsiteY16" fmla="*/ 623187 h 3785714"/>
              <a:gd name="connsiteX17" fmla="*/ 6560684 w 6846949"/>
              <a:gd name="connsiteY17" fmla="*/ 703089 h 3785714"/>
              <a:gd name="connsiteX18" fmla="*/ 6674984 w 6846949"/>
              <a:gd name="connsiteY18" fmla="*/ 674034 h 3785714"/>
              <a:gd name="connsiteX19" fmla="*/ 6704262 w 6846949"/>
              <a:gd name="connsiteY19" fmla="*/ 529995 h 3785714"/>
              <a:gd name="connsiteX20" fmla="*/ 6674985 w 6846949"/>
              <a:gd name="connsiteY20" fmla="*/ 390745 h 3785714"/>
              <a:gd name="connsiteX21" fmla="*/ 6605136 w 6846949"/>
              <a:gd name="connsiteY21" fmla="*/ 303578 h 3785714"/>
              <a:gd name="connsiteX22" fmla="*/ 6560686 w 6846949"/>
              <a:gd name="connsiteY22" fmla="*/ 194620 h 3785714"/>
              <a:gd name="connsiteX23" fmla="*/ 6541636 w 6846949"/>
              <a:gd name="connsiteY23" fmla="*/ 27550 h 3785714"/>
              <a:gd name="connsiteX24" fmla="*/ 6687685 w 6846949"/>
              <a:gd name="connsiteY24" fmla="*/ 13025 h 3785714"/>
              <a:gd name="connsiteX25" fmla="*/ 6839728 w 6846949"/>
              <a:gd name="connsiteY25" fmla="*/ 26287 h 3785714"/>
              <a:gd name="connsiteX26" fmla="*/ 6821036 w 6846949"/>
              <a:gd name="connsiteY26" fmla="*/ 252730 h 3785714"/>
              <a:gd name="connsiteX27" fmla="*/ 6776586 w 6846949"/>
              <a:gd name="connsiteY27" fmla="*/ 405271 h 3785714"/>
              <a:gd name="connsiteX28" fmla="*/ 6763885 w 6846949"/>
              <a:gd name="connsiteY28" fmla="*/ 659506 h 3785714"/>
              <a:gd name="connsiteX29" fmla="*/ 6687685 w 6846949"/>
              <a:gd name="connsiteY29" fmla="*/ 775729 h 3785714"/>
              <a:gd name="connsiteX30" fmla="*/ 6577262 w 6846949"/>
              <a:gd name="connsiteY30" fmla="*/ 797321 h 3785714"/>
              <a:gd name="connsiteX31" fmla="*/ 6363477 w 6846949"/>
              <a:gd name="connsiteY31" fmla="*/ 712560 h 3785714"/>
              <a:gd name="connsiteX32" fmla="*/ 6097135 w 6846949"/>
              <a:gd name="connsiteY32" fmla="*/ 398005 h 3785714"/>
              <a:gd name="connsiteX33" fmla="*/ 5859712 w 6846949"/>
              <a:gd name="connsiteY33" fmla="*/ 276774 h 3785714"/>
              <a:gd name="connsiteX34" fmla="*/ 5535862 w 6846949"/>
              <a:gd name="connsiteY34" fmla="*/ 257389 h 3785714"/>
              <a:gd name="connsiteX35" fmla="*/ 5353828 w 6846949"/>
              <a:gd name="connsiteY35" fmla="*/ 333589 h 3785714"/>
              <a:gd name="connsiteX36" fmla="*/ 5235295 w 6846949"/>
              <a:gd name="connsiteY36" fmla="*/ 452121 h 3785714"/>
              <a:gd name="connsiteX37" fmla="*/ 5023628 w 6846949"/>
              <a:gd name="connsiteY37" fmla="*/ 833121 h 3785714"/>
              <a:gd name="connsiteX38" fmla="*/ 4845828 w 6846949"/>
              <a:gd name="connsiteY38" fmla="*/ 985522 h 3785714"/>
              <a:gd name="connsiteX39" fmla="*/ 4433636 w 6846949"/>
              <a:gd name="connsiteY39" fmla="*/ 1018010 h 3785714"/>
              <a:gd name="connsiteX40" fmla="*/ 3764814 w 6846949"/>
              <a:gd name="connsiteY40" fmla="*/ 857442 h 3785714"/>
              <a:gd name="connsiteX41" fmla="*/ 3376003 w 6846949"/>
              <a:gd name="connsiteY41" fmla="*/ 831937 h 3785714"/>
              <a:gd name="connsiteX42" fmla="*/ 2707596 w 6846949"/>
              <a:gd name="connsiteY42" fmla="*/ 1324293 h 3785714"/>
              <a:gd name="connsiteX43" fmla="*/ 2029191 w 6846949"/>
              <a:gd name="connsiteY43" fmla="*/ 1975179 h 3785714"/>
              <a:gd name="connsiteX44" fmla="*/ 1282119 w 6846949"/>
              <a:gd name="connsiteY44" fmla="*/ 2775352 h 3785714"/>
              <a:gd name="connsiteX45" fmla="*/ 602470 w 6846949"/>
              <a:gd name="connsiteY45" fmla="*/ 3662431 h 3785714"/>
              <a:gd name="connsiteX46" fmla="*/ 315045 w 6846949"/>
              <a:gd name="connsiteY46" fmla="*/ 3785714 h 3785714"/>
              <a:gd name="connsiteX47" fmla="*/ 40780 w 6846949"/>
              <a:gd name="connsiteY47" fmla="*/ 3609906 h 3785714"/>
              <a:gd name="connsiteX48" fmla="*/ 188570 w 6846949"/>
              <a:gd name="connsiteY48" fmla="*/ 2674429 h 3785714"/>
              <a:gd name="connsiteX49" fmla="*/ 52859 w 6846949"/>
              <a:gd name="connsiteY49" fmla="*/ 2148289 h 3785714"/>
              <a:gd name="connsiteX50" fmla="*/ 26444 w 6846949"/>
              <a:gd name="connsiteY50" fmla="*/ 1861782 h 3785714"/>
              <a:gd name="connsiteX0" fmla="*/ 4772 w 6825277"/>
              <a:gd name="connsiteY0" fmla="*/ 1861782 h 3785714"/>
              <a:gd name="connsiteX1" fmla="*/ 9583 w 6825277"/>
              <a:gd name="connsiteY1" fmla="*/ 1735834 h 3785714"/>
              <a:gd name="connsiteX2" fmla="*/ 97618 w 6825277"/>
              <a:gd name="connsiteY2" fmla="*/ 1732386 h 3785714"/>
              <a:gd name="connsiteX3" fmla="*/ 96578 w 6825277"/>
              <a:gd name="connsiteY3" fmla="*/ 2035104 h 3785714"/>
              <a:gd name="connsiteX4" fmla="*/ 235413 w 6825277"/>
              <a:gd name="connsiteY4" fmla="*/ 2415647 h 3785714"/>
              <a:gd name="connsiteX5" fmla="*/ 608989 w 6825277"/>
              <a:gd name="connsiteY5" fmla="*/ 2342438 h 3785714"/>
              <a:gd name="connsiteX6" fmla="*/ 597127 w 6825277"/>
              <a:gd name="connsiteY6" fmla="*/ 2536146 h 3785714"/>
              <a:gd name="connsiteX7" fmla="*/ 949719 w 6825277"/>
              <a:gd name="connsiteY7" fmla="*/ 2198497 h 3785714"/>
              <a:gd name="connsiteX8" fmla="*/ 1390544 w 6825277"/>
              <a:gd name="connsiteY8" fmla="*/ 2015142 h 3785714"/>
              <a:gd name="connsiteX9" fmla="*/ 1881665 w 6825277"/>
              <a:gd name="connsiteY9" fmla="*/ 1955005 h 3785714"/>
              <a:gd name="connsiteX10" fmla="*/ 2517525 w 6825277"/>
              <a:gd name="connsiteY10" fmla="*/ 1341877 h 3785714"/>
              <a:gd name="connsiteX11" fmla="*/ 3362899 w 6825277"/>
              <a:gd name="connsiteY11" fmla="*/ 736610 h 3785714"/>
              <a:gd name="connsiteX12" fmla="*/ 4731023 w 6825277"/>
              <a:gd name="connsiteY12" fmla="*/ 909322 h 3785714"/>
              <a:gd name="connsiteX13" fmla="*/ 5230556 w 6825277"/>
              <a:gd name="connsiteY13" fmla="*/ 274322 h 3785714"/>
              <a:gd name="connsiteX14" fmla="*/ 5795707 w 6825277"/>
              <a:gd name="connsiteY14" fmla="*/ 172768 h 3785714"/>
              <a:gd name="connsiteX15" fmla="*/ 6225390 w 6825277"/>
              <a:gd name="connsiteY15" fmla="*/ 428302 h 3785714"/>
              <a:gd name="connsiteX16" fmla="*/ 6386612 w 6825277"/>
              <a:gd name="connsiteY16" fmla="*/ 623187 h 3785714"/>
              <a:gd name="connsiteX17" fmla="*/ 6539012 w 6825277"/>
              <a:gd name="connsiteY17" fmla="*/ 703089 h 3785714"/>
              <a:gd name="connsiteX18" fmla="*/ 6653312 w 6825277"/>
              <a:gd name="connsiteY18" fmla="*/ 674034 h 3785714"/>
              <a:gd name="connsiteX19" fmla="*/ 6682590 w 6825277"/>
              <a:gd name="connsiteY19" fmla="*/ 529995 h 3785714"/>
              <a:gd name="connsiteX20" fmla="*/ 6653313 w 6825277"/>
              <a:gd name="connsiteY20" fmla="*/ 390745 h 3785714"/>
              <a:gd name="connsiteX21" fmla="*/ 6583464 w 6825277"/>
              <a:gd name="connsiteY21" fmla="*/ 303578 h 3785714"/>
              <a:gd name="connsiteX22" fmla="*/ 6539014 w 6825277"/>
              <a:gd name="connsiteY22" fmla="*/ 194620 h 3785714"/>
              <a:gd name="connsiteX23" fmla="*/ 6519964 w 6825277"/>
              <a:gd name="connsiteY23" fmla="*/ 27550 h 3785714"/>
              <a:gd name="connsiteX24" fmla="*/ 6666013 w 6825277"/>
              <a:gd name="connsiteY24" fmla="*/ 13025 h 3785714"/>
              <a:gd name="connsiteX25" fmla="*/ 6818056 w 6825277"/>
              <a:gd name="connsiteY25" fmla="*/ 26287 h 3785714"/>
              <a:gd name="connsiteX26" fmla="*/ 6799364 w 6825277"/>
              <a:gd name="connsiteY26" fmla="*/ 252730 h 3785714"/>
              <a:gd name="connsiteX27" fmla="*/ 6754914 w 6825277"/>
              <a:gd name="connsiteY27" fmla="*/ 405271 h 3785714"/>
              <a:gd name="connsiteX28" fmla="*/ 6742213 w 6825277"/>
              <a:gd name="connsiteY28" fmla="*/ 659506 h 3785714"/>
              <a:gd name="connsiteX29" fmla="*/ 6666013 w 6825277"/>
              <a:gd name="connsiteY29" fmla="*/ 775729 h 3785714"/>
              <a:gd name="connsiteX30" fmla="*/ 6555590 w 6825277"/>
              <a:gd name="connsiteY30" fmla="*/ 797321 h 3785714"/>
              <a:gd name="connsiteX31" fmla="*/ 6341805 w 6825277"/>
              <a:gd name="connsiteY31" fmla="*/ 712560 h 3785714"/>
              <a:gd name="connsiteX32" fmla="*/ 6075463 w 6825277"/>
              <a:gd name="connsiteY32" fmla="*/ 398005 h 3785714"/>
              <a:gd name="connsiteX33" fmla="*/ 5838040 w 6825277"/>
              <a:gd name="connsiteY33" fmla="*/ 276774 h 3785714"/>
              <a:gd name="connsiteX34" fmla="*/ 5514190 w 6825277"/>
              <a:gd name="connsiteY34" fmla="*/ 257389 h 3785714"/>
              <a:gd name="connsiteX35" fmla="*/ 5332156 w 6825277"/>
              <a:gd name="connsiteY35" fmla="*/ 333589 h 3785714"/>
              <a:gd name="connsiteX36" fmla="*/ 5213623 w 6825277"/>
              <a:gd name="connsiteY36" fmla="*/ 452121 h 3785714"/>
              <a:gd name="connsiteX37" fmla="*/ 5001956 w 6825277"/>
              <a:gd name="connsiteY37" fmla="*/ 833121 h 3785714"/>
              <a:gd name="connsiteX38" fmla="*/ 4824156 w 6825277"/>
              <a:gd name="connsiteY38" fmla="*/ 985522 h 3785714"/>
              <a:gd name="connsiteX39" fmla="*/ 4411964 w 6825277"/>
              <a:gd name="connsiteY39" fmla="*/ 1018010 h 3785714"/>
              <a:gd name="connsiteX40" fmla="*/ 3743142 w 6825277"/>
              <a:gd name="connsiteY40" fmla="*/ 857442 h 3785714"/>
              <a:gd name="connsiteX41" fmla="*/ 3354331 w 6825277"/>
              <a:gd name="connsiteY41" fmla="*/ 831937 h 3785714"/>
              <a:gd name="connsiteX42" fmla="*/ 2685924 w 6825277"/>
              <a:gd name="connsiteY42" fmla="*/ 1324293 h 3785714"/>
              <a:gd name="connsiteX43" fmla="*/ 2007519 w 6825277"/>
              <a:gd name="connsiteY43" fmla="*/ 1975179 h 3785714"/>
              <a:gd name="connsiteX44" fmla="*/ 1260447 w 6825277"/>
              <a:gd name="connsiteY44" fmla="*/ 2775352 h 3785714"/>
              <a:gd name="connsiteX45" fmla="*/ 580798 w 6825277"/>
              <a:gd name="connsiteY45" fmla="*/ 3662431 h 3785714"/>
              <a:gd name="connsiteX46" fmla="*/ 293373 w 6825277"/>
              <a:gd name="connsiteY46" fmla="*/ 3785714 h 3785714"/>
              <a:gd name="connsiteX47" fmla="*/ 19108 w 6825277"/>
              <a:gd name="connsiteY47" fmla="*/ 3609906 h 3785714"/>
              <a:gd name="connsiteX48" fmla="*/ 166898 w 6825277"/>
              <a:gd name="connsiteY48" fmla="*/ 2674429 h 3785714"/>
              <a:gd name="connsiteX49" fmla="*/ 31187 w 6825277"/>
              <a:gd name="connsiteY49" fmla="*/ 2148289 h 3785714"/>
              <a:gd name="connsiteX50" fmla="*/ 4772 w 6825277"/>
              <a:gd name="connsiteY50" fmla="*/ 1861782 h 3785714"/>
              <a:gd name="connsiteX0" fmla="*/ 4772 w 6825277"/>
              <a:gd name="connsiteY0" fmla="*/ 1861782 h 3785714"/>
              <a:gd name="connsiteX1" fmla="*/ 9583 w 6825277"/>
              <a:gd name="connsiteY1" fmla="*/ 1735834 h 3785714"/>
              <a:gd name="connsiteX2" fmla="*/ 97618 w 6825277"/>
              <a:gd name="connsiteY2" fmla="*/ 1732386 h 3785714"/>
              <a:gd name="connsiteX3" fmla="*/ 96578 w 6825277"/>
              <a:gd name="connsiteY3" fmla="*/ 2035104 h 3785714"/>
              <a:gd name="connsiteX4" fmla="*/ 235413 w 6825277"/>
              <a:gd name="connsiteY4" fmla="*/ 2415647 h 3785714"/>
              <a:gd name="connsiteX5" fmla="*/ 608989 w 6825277"/>
              <a:gd name="connsiteY5" fmla="*/ 2342438 h 3785714"/>
              <a:gd name="connsiteX6" fmla="*/ 597127 w 6825277"/>
              <a:gd name="connsiteY6" fmla="*/ 2536146 h 3785714"/>
              <a:gd name="connsiteX7" fmla="*/ 949719 w 6825277"/>
              <a:gd name="connsiteY7" fmla="*/ 2198497 h 3785714"/>
              <a:gd name="connsiteX8" fmla="*/ 1390544 w 6825277"/>
              <a:gd name="connsiteY8" fmla="*/ 2015142 h 3785714"/>
              <a:gd name="connsiteX9" fmla="*/ 1881665 w 6825277"/>
              <a:gd name="connsiteY9" fmla="*/ 1955005 h 3785714"/>
              <a:gd name="connsiteX10" fmla="*/ 2517525 w 6825277"/>
              <a:gd name="connsiteY10" fmla="*/ 1341877 h 3785714"/>
              <a:gd name="connsiteX11" fmla="*/ 3362899 w 6825277"/>
              <a:gd name="connsiteY11" fmla="*/ 736610 h 3785714"/>
              <a:gd name="connsiteX12" fmla="*/ 4731023 w 6825277"/>
              <a:gd name="connsiteY12" fmla="*/ 909322 h 3785714"/>
              <a:gd name="connsiteX13" fmla="*/ 5230556 w 6825277"/>
              <a:gd name="connsiteY13" fmla="*/ 274322 h 3785714"/>
              <a:gd name="connsiteX14" fmla="*/ 5795707 w 6825277"/>
              <a:gd name="connsiteY14" fmla="*/ 172768 h 3785714"/>
              <a:gd name="connsiteX15" fmla="*/ 6225390 w 6825277"/>
              <a:gd name="connsiteY15" fmla="*/ 428302 h 3785714"/>
              <a:gd name="connsiteX16" fmla="*/ 6386612 w 6825277"/>
              <a:gd name="connsiteY16" fmla="*/ 623187 h 3785714"/>
              <a:gd name="connsiteX17" fmla="*/ 6539012 w 6825277"/>
              <a:gd name="connsiteY17" fmla="*/ 703089 h 3785714"/>
              <a:gd name="connsiteX18" fmla="*/ 6653312 w 6825277"/>
              <a:gd name="connsiteY18" fmla="*/ 674034 h 3785714"/>
              <a:gd name="connsiteX19" fmla="*/ 6682590 w 6825277"/>
              <a:gd name="connsiteY19" fmla="*/ 529995 h 3785714"/>
              <a:gd name="connsiteX20" fmla="*/ 6653313 w 6825277"/>
              <a:gd name="connsiteY20" fmla="*/ 390745 h 3785714"/>
              <a:gd name="connsiteX21" fmla="*/ 6583464 w 6825277"/>
              <a:gd name="connsiteY21" fmla="*/ 303578 h 3785714"/>
              <a:gd name="connsiteX22" fmla="*/ 6539014 w 6825277"/>
              <a:gd name="connsiteY22" fmla="*/ 194620 h 3785714"/>
              <a:gd name="connsiteX23" fmla="*/ 6519964 w 6825277"/>
              <a:gd name="connsiteY23" fmla="*/ 27550 h 3785714"/>
              <a:gd name="connsiteX24" fmla="*/ 6666013 w 6825277"/>
              <a:gd name="connsiteY24" fmla="*/ 13025 h 3785714"/>
              <a:gd name="connsiteX25" fmla="*/ 6818056 w 6825277"/>
              <a:gd name="connsiteY25" fmla="*/ 26287 h 3785714"/>
              <a:gd name="connsiteX26" fmla="*/ 6799364 w 6825277"/>
              <a:gd name="connsiteY26" fmla="*/ 252730 h 3785714"/>
              <a:gd name="connsiteX27" fmla="*/ 6754914 w 6825277"/>
              <a:gd name="connsiteY27" fmla="*/ 405271 h 3785714"/>
              <a:gd name="connsiteX28" fmla="*/ 6742213 w 6825277"/>
              <a:gd name="connsiteY28" fmla="*/ 659506 h 3785714"/>
              <a:gd name="connsiteX29" fmla="*/ 6666013 w 6825277"/>
              <a:gd name="connsiteY29" fmla="*/ 775729 h 3785714"/>
              <a:gd name="connsiteX30" fmla="*/ 6555590 w 6825277"/>
              <a:gd name="connsiteY30" fmla="*/ 797321 h 3785714"/>
              <a:gd name="connsiteX31" fmla="*/ 6341805 w 6825277"/>
              <a:gd name="connsiteY31" fmla="*/ 712560 h 3785714"/>
              <a:gd name="connsiteX32" fmla="*/ 6075463 w 6825277"/>
              <a:gd name="connsiteY32" fmla="*/ 398005 h 3785714"/>
              <a:gd name="connsiteX33" fmla="*/ 5838040 w 6825277"/>
              <a:gd name="connsiteY33" fmla="*/ 276774 h 3785714"/>
              <a:gd name="connsiteX34" fmla="*/ 5514190 w 6825277"/>
              <a:gd name="connsiteY34" fmla="*/ 257389 h 3785714"/>
              <a:gd name="connsiteX35" fmla="*/ 5332156 w 6825277"/>
              <a:gd name="connsiteY35" fmla="*/ 333589 h 3785714"/>
              <a:gd name="connsiteX36" fmla="*/ 5213623 w 6825277"/>
              <a:gd name="connsiteY36" fmla="*/ 452121 h 3785714"/>
              <a:gd name="connsiteX37" fmla="*/ 5001956 w 6825277"/>
              <a:gd name="connsiteY37" fmla="*/ 833121 h 3785714"/>
              <a:gd name="connsiteX38" fmla="*/ 4824156 w 6825277"/>
              <a:gd name="connsiteY38" fmla="*/ 985522 h 3785714"/>
              <a:gd name="connsiteX39" fmla="*/ 4411964 w 6825277"/>
              <a:gd name="connsiteY39" fmla="*/ 1018010 h 3785714"/>
              <a:gd name="connsiteX40" fmla="*/ 3743142 w 6825277"/>
              <a:gd name="connsiteY40" fmla="*/ 857442 h 3785714"/>
              <a:gd name="connsiteX41" fmla="*/ 3354331 w 6825277"/>
              <a:gd name="connsiteY41" fmla="*/ 831937 h 3785714"/>
              <a:gd name="connsiteX42" fmla="*/ 2685924 w 6825277"/>
              <a:gd name="connsiteY42" fmla="*/ 1324293 h 3785714"/>
              <a:gd name="connsiteX43" fmla="*/ 2007519 w 6825277"/>
              <a:gd name="connsiteY43" fmla="*/ 1975179 h 3785714"/>
              <a:gd name="connsiteX44" fmla="*/ 1260447 w 6825277"/>
              <a:gd name="connsiteY44" fmla="*/ 2775352 h 3785714"/>
              <a:gd name="connsiteX45" fmla="*/ 580798 w 6825277"/>
              <a:gd name="connsiteY45" fmla="*/ 3662431 h 3785714"/>
              <a:gd name="connsiteX46" fmla="*/ 293373 w 6825277"/>
              <a:gd name="connsiteY46" fmla="*/ 3785714 h 3785714"/>
              <a:gd name="connsiteX47" fmla="*/ 19108 w 6825277"/>
              <a:gd name="connsiteY47" fmla="*/ 3609906 h 3785714"/>
              <a:gd name="connsiteX48" fmla="*/ 166898 w 6825277"/>
              <a:gd name="connsiteY48" fmla="*/ 2674429 h 3785714"/>
              <a:gd name="connsiteX49" fmla="*/ 31187 w 6825277"/>
              <a:gd name="connsiteY49" fmla="*/ 2148289 h 3785714"/>
              <a:gd name="connsiteX50" fmla="*/ 4772 w 6825277"/>
              <a:gd name="connsiteY50" fmla="*/ 1861782 h 3785714"/>
              <a:gd name="connsiteX0" fmla="*/ 4772 w 6825277"/>
              <a:gd name="connsiteY0" fmla="*/ 1861782 h 3785714"/>
              <a:gd name="connsiteX1" fmla="*/ 9583 w 6825277"/>
              <a:gd name="connsiteY1" fmla="*/ 1735834 h 3785714"/>
              <a:gd name="connsiteX2" fmla="*/ 97618 w 6825277"/>
              <a:gd name="connsiteY2" fmla="*/ 1732386 h 3785714"/>
              <a:gd name="connsiteX3" fmla="*/ 96578 w 6825277"/>
              <a:gd name="connsiteY3" fmla="*/ 2035104 h 3785714"/>
              <a:gd name="connsiteX4" fmla="*/ 235413 w 6825277"/>
              <a:gd name="connsiteY4" fmla="*/ 2415647 h 3785714"/>
              <a:gd name="connsiteX5" fmla="*/ 608989 w 6825277"/>
              <a:gd name="connsiteY5" fmla="*/ 2342438 h 3785714"/>
              <a:gd name="connsiteX6" fmla="*/ 597127 w 6825277"/>
              <a:gd name="connsiteY6" fmla="*/ 2536146 h 3785714"/>
              <a:gd name="connsiteX7" fmla="*/ 949719 w 6825277"/>
              <a:gd name="connsiteY7" fmla="*/ 2198497 h 3785714"/>
              <a:gd name="connsiteX8" fmla="*/ 1390544 w 6825277"/>
              <a:gd name="connsiteY8" fmla="*/ 2015142 h 3785714"/>
              <a:gd name="connsiteX9" fmla="*/ 1881665 w 6825277"/>
              <a:gd name="connsiteY9" fmla="*/ 1955005 h 3785714"/>
              <a:gd name="connsiteX10" fmla="*/ 2517525 w 6825277"/>
              <a:gd name="connsiteY10" fmla="*/ 1341877 h 3785714"/>
              <a:gd name="connsiteX11" fmla="*/ 3362899 w 6825277"/>
              <a:gd name="connsiteY11" fmla="*/ 736610 h 3785714"/>
              <a:gd name="connsiteX12" fmla="*/ 4731023 w 6825277"/>
              <a:gd name="connsiteY12" fmla="*/ 909322 h 3785714"/>
              <a:gd name="connsiteX13" fmla="*/ 5230556 w 6825277"/>
              <a:gd name="connsiteY13" fmla="*/ 274322 h 3785714"/>
              <a:gd name="connsiteX14" fmla="*/ 5795707 w 6825277"/>
              <a:gd name="connsiteY14" fmla="*/ 172768 h 3785714"/>
              <a:gd name="connsiteX15" fmla="*/ 6225390 w 6825277"/>
              <a:gd name="connsiteY15" fmla="*/ 428302 h 3785714"/>
              <a:gd name="connsiteX16" fmla="*/ 6386612 w 6825277"/>
              <a:gd name="connsiteY16" fmla="*/ 623187 h 3785714"/>
              <a:gd name="connsiteX17" fmla="*/ 6539012 w 6825277"/>
              <a:gd name="connsiteY17" fmla="*/ 703089 h 3785714"/>
              <a:gd name="connsiteX18" fmla="*/ 6653312 w 6825277"/>
              <a:gd name="connsiteY18" fmla="*/ 674034 h 3785714"/>
              <a:gd name="connsiteX19" fmla="*/ 6682590 w 6825277"/>
              <a:gd name="connsiteY19" fmla="*/ 529995 h 3785714"/>
              <a:gd name="connsiteX20" fmla="*/ 6653313 w 6825277"/>
              <a:gd name="connsiteY20" fmla="*/ 390745 h 3785714"/>
              <a:gd name="connsiteX21" fmla="*/ 6583464 w 6825277"/>
              <a:gd name="connsiteY21" fmla="*/ 303578 h 3785714"/>
              <a:gd name="connsiteX22" fmla="*/ 6539014 w 6825277"/>
              <a:gd name="connsiteY22" fmla="*/ 194620 h 3785714"/>
              <a:gd name="connsiteX23" fmla="*/ 6519964 w 6825277"/>
              <a:gd name="connsiteY23" fmla="*/ 27550 h 3785714"/>
              <a:gd name="connsiteX24" fmla="*/ 6666013 w 6825277"/>
              <a:gd name="connsiteY24" fmla="*/ 13025 h 3785714"/>
              <a:gd name="connsiteX25" fmla="*/ 6818056 w 6825277"/>
              <a:gd name="connsiteY25" fmla="*/ 26287 h 3785714"/>
              <a:gd name="connsiteX26" fmla="*/ 6799364 w 6825277"/>
              <a:gd name="connsiteY26" fmla="*/ 252730 h 3785714"/>
              <a:gd name="connsiteX27" fmla="*/ 6754914 w 6825277"/>
              <a:gd name="connsiteY27" fmla="*/ 405271 h 3785714"/>
              <a:gd name="connsiteX28" fmla="*/ 6742213 w 6825277"/>
              <a:gd name="connsiteY28" fmla="*/ 659506 h 3785714"/>
              <a:gd name="connsiteX29" fmla="*/ 6666013 w 6825277"/>
              <a:gd name="connsiteY29" fmla="*/ 775729 h 3785714"/>
              <a:gd name="connsiteX30" fmla="*/ 6555590 w 6825277"/>
              <a:gd name="connsiteY30" fmla="*/ 797321 h 3785714"/>
              <a:gd name="connsiteX31" fmla="*/ 6341805 w 6825277"/>
              <a:gd name="connsiteY31" fmla="*/ 712560 h 3785714"/>
              <a:gd name="connsiteX32" fmla="*/ 6075463 w 6825277"/>
              <a:gd name="connsiteY32" fmla="*/ 398005 h 3785714"/>
              <a:gd name="connsiteX33" fmla="*/ 5838040 w 6825277"/>
              <a:gd name="connsiteY33" fmla="*/ 276774 h 3785714"/>
              <a:gd name="connsiteX34" fmla="*/ 5514190 w 6825277"/>
              <a:gd name="connsiteY34" fmla="*/ 257389 h 3785714"/>
              <a:gd name="connsiteX35" fmla="*/ 5332156 w 6825277"/>
              <a:gd name="connsiteY35" fmla="*/ 333589 h 3785714"/>
              <a:gd name="connsiteX36" fmla="*/ 5213623 w 6825277"/>
              <a:gd name="connsiteY36" fmla="*/ 452121 h 3785714"/>
              <a:gd name="connsiteX37" fmla="*/ 5001956 w 6825277"/>
              <a:gd name="connsiteY37" fmla="*/ 833121 h 3785714"/>
              <a:gd name="connsiteX38" fmla="*/ 4824156 w 6825277"/>
              <a:gd name="connsiteY38" fmla="*/ 985522 h 3785714"/>
              <a:gd name="connsiteX39" fmla="*/ 4411964 w 6825277"/>
              <a:gd name="connsiteY39" fmla="*/ 1018010 h 3785714"/>
              <a:gd name="connsiteX40" fmla="*/ 3743142 w 6825277"/>
              <a:gd name="connsiteY40" fmla="*/ 857442 h 3785714"/>
              <a:gd name="connsiteX41" fmla="*/ 3354331 w 6825277"/>
              <a:gd name="connsiteY41" fmla="*/ 831937 h 3785714"/>
              <a:gd name="connsiteX42" fmla="*/ 2685924 w 6825277"/>
              <a:gd name="connsiteY42" fmla="*/ 1324293 h 3785714"/>
              <a:gd name="connsiteX43" fmla="*/ 2007519 w 6825277"/>
              <a:gd name="connsiteY43" fmla="*/ 1975179 h 3785714"/>
              <a:gd name="connsiteX44" fmla="*/ 1260447 w 6825277"/>
              <a:gd name="connsiteY44" fmla="*/ 2775352 h 3785714"/>
              <a:gd name="connsiteX45" fmla="*/ 580798 w 6825277"/>
              <a:gd name="connsiteY45" fmla="*/ 3662431 h 3785714"/>
              <a:gd name="connsiteX46" fmla="*/ 293373 w 6825277"/>
              <a:gd name="connsiteY46" fmla="*/ 3785714 h 3785714"/>
              <a:gd name="connsiteX47" fmla="*/ 19108 w 6825277"/>
              <a:gd name="connsiteY47" fmla="*/ 3609906 h 3785714"/>
              <a:gd name="connsiteX48" fmla="*/ 166898 w 6825277"/>
              <a:gd name="connsiteY48" fmla="*/ 2674429 h 3785714"/>
              <a:gd name="connsiteX49" fmla="*/ 31187 w 6825277"/>
              <a:gd name="connsiteY49" fmla="*/ 2148289 h 3785714"/>
              <a:gd name="connsiteX50" fmla="*/ 4772 w 6825277"/>
              <a:gd name="connsiteY50" fmla="*/ 1861782 h 3785714"/>
              <a:gd name="connsiteX0" fmla="*/ 4772 w 6825277"/>
              <a:gd name="connsiteY0" fmla="*/ 1861782 h 3785714"/>
              <a:gd name="connsiteX1" fmla="*/ 9583 w 6825277"/>
              <a:gd name="connsiteY1" fmla="*/ 1735834 h 3785714"/>
              <a:gd name="connsiteX2" fmla="*/ 97618 w 6825277"/>
              <a:gd name="connsiteY2" fmla="*/ 1732386 h 3785714"/>
              <a:gd name="connsiteX3" fmla="*/ 96578 w 6825277"/>
              <a:gd name="connsiteY3" fmla="*/ 2035104 h 3785714"/>
              <a:gd name="connsiteX4" fmla="*/ 235413 w 6825277"/>
              <a:gd name="connsiteY4" fmla="*/ 2415647 h 3785714"/>
              <a:gd name="connsiteX5" fmla="*/ 608989 w 6825277"/>
              <a:gd name="connsiteY5" fmla="*/ 2342438 h 3785714"/>
              <a:gd name="connsiteX6" fmla="*/ 597127 w 6825277"/>
              <a:gd name="connsiteY6" fmla="*/ 2536146 h 3785714"/>
              <a:gd name="connsiteX7" fmla="*/ 949719 w 6825277"/>
              <a:gd name="connsiteY7" fmla="*/ 2198497 h 3785714"/>
              <a:gd name="connsiteX8" fmla="*/ 1390544 w 6825277"/>
              <a:gd name="connsiteY8" fmla="*/ 2015142 h 3785714"/>
              <a:gd name="connsiteX9" fmla="*/ 1881665 w 6825277"/>
              <a:gd name="connsiteY9" fmla="*/ 1955005 h 3785714"/>
              <a:gd name="connsiteX10" fmla="*/ 2517525 w 6825277"/>
              <a:gd name="connsiteY10" fmla="*/ 1341877 h 3785714"/>
              <a:gd name="connsiteX11" fmla="*/ 3362899 w 6825277"/>
              <a:gd name="connsiteY11" fmla="*/ 736610 h 3785714"/>
              <a:gd name="connsiteX12" fmla="*/ 4731023 w 6825277"/>
              <a:gd name="connsiteY12" fmla="*/ 909322 h 3785714"/>
              <a:gd name="connsiteX13" fmla="*/ 5230556 w 6825277"/>
              <a:gd name="connsiteY13" fmla="*/ 274322 h 3785714"/>
              <a:gd name="connsiteX14" fmla="*/ 5795707 w 6825277"/>
              <a:gd name="connsiteY14" fmla="*/ 172768 h 3785714"/>
              <a:gd name="connsiteX15" fmla="*/ 6225390 w 6825277"/>
              <a:gd name="connsiteY15" fmla="*/ 428302 h 3785714"/>
              <a:gd name="connsiteX16" fmla="*/ 6386612 w 6825277"/>
              <a:gd name="connsiteY16" fmla="*/ 623187 h 3785714"/>
              <a:gd name="connsiteX17" fmla="*/ 6539012 w 6825277"/>
              <a:gd name="connsiteY17" fmla="*/ 703089 h 3785714"/>
              <a:gd name="connsiteX18" fmla="*/ 6653312 w 6825277"/>
              <a:gd name="connsiteY18" fmla="*/ 674034 h 3785714"/>
              <a:gd name="connsiteX19" fmla="*/ 6682590 w 6825277"/>
              <a:gd name="connsiteY19" fmla="*/ 529995 h 3785714"/>
              <a:gd name="connsiteX20" fmla="*/ 6653313 w 6825277"/>
              <a:gd name="connsiteY20" fmla="*/ 390745 h 3785714"/>
              <a:gd name="connsiteX21" fmla="*/ 6583464 w 6825277"/>
              <a:gd name="connsiteY21" fmla="*/ 303578 h 3785714"/>
              <a:gd name="connsiteX22" fmla="*/ 6539014 w 6825277"/>
              <a:gd name="connsiteY22" fmla="*/ 194620 h 3785714"/>
              <a:gd name="connsiteX23" fmla="*/ 6519964 w 6825277"/>
              <a:gd name="connsiteY23" fmla="*/ 27550 h 3785714"/>
              <a:gd name="connsiteX24" fmla="*/ 6666013 w 6825277"/>
              <a:gd name="connsiteY24" fmla="*/ 13025 h 3785714"/>
              <a:gd name="connsiteX25" fmla="*/ 6818056 w 6825277"/>
              <a:gd name="connsiteY25" fmla="*/ 26287 h 3785714"/>
              <a:gd name="connsiteX26" fmla="*/ 6799364 w 6825277"/>
              <a:gd name="connsiteY26" fmla="*/ 252730 h 3785714"/>
              <a:gd name="connsiteX27" fmla="*/ 6754914 w 6825277"/>
              <a:gd name="connsiteY27" fmla="*/ 405271 h 3785714"/>
              <a:gd name="connsiteX28" fmla="*/ 6742213 w 6825277"/>
              <a:gd name="connsiteY28" fmla="*/ 659506 h 3785714"/>
              <a:gd name="connsiteX29" fmla="*/ 6666013 w 6825277"/>
              <a:gd name="connsiteY29" fmla="*/ 775729 h 3785714"/>
              <a:gd name="connsiteX30" fmla="*/ 6555590 w 6825277"/>
              <a:gd name="connsiteY30" fmla="*/ 797321 h 3785714"/>
              <a:gd name="connsiteX31" fmla="*/ 6341805 w 6825277"/>
              <a:gd name="connsiteY31" fmla="*/ 712560 h 3785714"/>
              <a:gd name="connsiteX32" fmla="*/ 6075463 w 6825277"/>
              <a:gd name="connsiteY32" fmla="*/ 398005 h 3785714"/>
              <a:gd name="connsiteX33" fmla="*/ 5838040 w 6825277"/>
              <a:gd name="connsiteY33" fmla="*/ 276774 h 3785714"/>
              <a:gd name="connsiteX34" fmla="*/ 5514190 w 6825277"/>
              <a:gd name="connsiteY34" fmla="*/ 257389 h 3785714"/>
              <a:gd name="connsiteX35" fmla="*/ 5332156 w 6825277"/>
              <a:gd name="connsiteY35" fmla="*/ 333589 h 3785714"/>
              <a:gd name="connsiteX36" fmla="*/ 5213623 w 6825277"/>
              <a:gd name="connsiteY36" fmla="*/ 452121 h 3785714"/>
              <a:gd name="connsiteX37" fmla="*/ 5001956 w 6825277"/>
              <a:gd name="connsiteY37" fmla="*/ 833121 h 3785714"/>
              <a:gd name="connsiteX38" fmla="*/ 4824156 w 6825277"/>
              <a:gd name="connsiteY38" fmla="*/ 985522 h 3785714"/>
              <a:gd name="connsiteX39" fmla="*/ 4411964 w 6825277"/>
              <a:gd name="connsiteY39" fmla="*/ 1018010 h 3785714"/>
              <a:gd name="connsiteX40" fmla="*/ 3743142 w 6825277"/>
              <a:gd name="connsiteY40" fmla="*/ 857442 h 3785714"/>
              <a:gd name="connsiteX41" fmla="*/ 3354331 w 6825277"/>
              <a:gd name="connsiteY41" fmla="*/ 831937 h 3785714"/>
              <a:gd name="connsiteX42" fmla="*/ 2685924 w 6825277"/>
              <a:gd name="connsiteY42" fmla="*/ 1324293 h 3785714"/>
              <a:gd name="connsiteX43" fmla="*/ 2007519 w 6825277"/>
              <a:gd name="connsiteY43" fmla="*/ 1975179 h 3785714"/>
              <a:gd name="connsiteX44" fmla="*/ 1260447 w 6825277"/>
              <a:gd name="connsiteY44" fmla="*/ 2775352 h 3785714"/>
              <a:gd name="connsiteX45" fmla="*/ 580798 w 6825277"/>
              <a:gd name="connsiteY45" fmla="*/ 3662431 h 3785714"/>
              <a:gd name="connsiteX46" fmla="*/ 293373 w 6825277"/>
              <a:gd name="connsiteY46" fmla="*/ 3785714 h 3785714"/>
              <a:gd name="connsiteX47" fmla="*/ 19108 w 6825277"/>
              <a:gd name="connsiteY47" fmla="*/ 3609906 h 3785714"/>
              <a:gd name="connsiteX48" fmla="*/ 166898 w 6825277"/>
              <a:gd name="connsiteY48" fmla="*/ 2674429 h 3785714"/>
              <a:gd name="connsiteX49" fmla="*/ 31187 w 6825277"/>
              <a:gd name="connsiteY49" fmla="*/ 2148289 h 3785714"/>
              <a:gd name="connsiteX50" fmla="*/ 4772 w 6825277"/>
              <a:gd name="connsiteY50" fmla="*/ 1861782 h 3785714"/>
              <a:gd name="connsiteX0" fmla="*/ 4772 w 6825277"/>
              <a:gd name="connsiteY0" fmla="*/ 1861782 h 3785714"/>
              <a:gd name="connsiteX1" fmla="*/ 9583 w 6825277"/>
              <a:gd name="connsiteY1" fmla="*/ 1735834 h 3785714"/>
              <a:gd name="connsiteX2" fmla="*/ 97618 w 6825277"/>
              <a:gd name="connsiteY2" fmla="*/ 1732386 h 3785714"/>
              <a:gd name="connsiteX3" fmla="*/ 96578 w 6825277"/>
              <a:gd name="connsiteY3" fmla="*/ 2035104 h 3785714"/>
              <a:gd name="connsiteX4" fmla="*/ 235413 w 6825277"/>
              <a:gd name="connsiteY4" fmla="*/ 2415647 h 3785714"/>
              <a:gd name="connsiteX5" fmla="*/ 608989 w 6825277"/>
              <a:gd name="connsiteY5" fmla="*/ 2342438 h 3785714"/>
              <a:gd name="connsiteX6" fmla="*/ 597127 w 6825277"/>
              <a:gd name="connsiteY6" fmla="*/ 2536146 h 3785714"/>
              <a:gd name="connsiteX7" fmla="*/ 949719 w 6825277"/>
              <a:gd name="connsiteY7" fmla="*/ 2198497 h 3785714"/>
              <a:gd name="connsiteX8" fmla="*/ 1390544 w 6825277"/>
              <a:gd name="connsiteY8" fmla="*/ 2015142 h 3785714"/>
              <a:gd name="connsiteX9" fmla="*/ 1881665 w 6825277"/>
              <a:gd name="connsiteY9" fmla="*/ 1955005 h 3785714"/>
              <a:gd name="connsiteX10" fmla="*/ 2517525 w 6825277"/>
              <a:gd name="connsiteY10" fmla="*/ 1341877 h 3785714"/>
              <a:gd name="connsiteX11" fmla="*/ 3362899 w 6825277"/>
              <a:gd name="connsiteY11" fmla="*/ 736610 h 3785714"/>
              <a:gd name="connsiteX12" fmla="*/ 4731023 w 6825277"/>
              <a:gd name="connsiteY12" fmla="*/ 909322 h 3785714"/>
              <a:gd name="connsiteX13" fmla="*/ 5230556 w 6825277"/>
              <a:gd name="connsiteY13" fmla="*/ 274322 h 3785714"/>
              <a:gd name="connsiteX14" fmla="*/ 5795707 w 6825277"/>
              <a:gd name="connsiteY14" fmla="*/ 172768 h 3785714"/>
              <a:gd name="connsiteX15" fmla="*/ 6225390 w 6825277"/>
              <a:gd name="connsiteY15" fmla="*/ 428302 h 3785714"/>
              <a:gd name="connsiteX16" fmla="*/ 6386612 w 6825277"/>
              <a:gd name="connsiteY16" fmla="*/ 623187 h 3785714"/>
              <a:gd name="connsiteX17" fmla="*/ 6539012 w 6825277"/>
              <a:gd name="connsiteY17" fmla="*/ 703089 h 3785714"/>
              <a:gd name="connsiteX18" fmla="*/ 6653312 w 6825277"/>
              <a:gd name="connsiteY18" fmla="*/ 674034 h 3785714"/>
              <a:gd name="connsiteX19" fmla="*/ 6682590 w 6825277"/>
              <a:gd name="connsiteY19" fmla="*/ 529995 h 3785714"/>
              <a:gd name="connsiteX20" fmla="*/ 6653313 w 6825277"/>
              <a:gd name="connsiteY20" fmla="*/ 390745 h 3785714"/>
              <a:gd name="connsiteX21" fmla="*/ 6583464 w 6825277"/>
              <a:gd name="connsiteY21" fmla="*/ 303578 h 3785714"/>
              <a:gd name="connsiteX22" fmla="*/ 6539014 w 6825277"/>
              <a:gd name="connsiteY22" fmla="*/ 194620 h 3785714"/>
              <a:gd name="connsiteX23" fmla="*/ 6519964 w 6825277"/>
              <a:gd name="connsiteY23" fmla="*/ 27550 h 3785714"/>
              <a:gd name="connsiteX24" fmla="*/ 6666013 w 6825277"/>
              <a:gd name="connsiteY24" fmla="*/ 13025 h 3785714"/>
              <a:gd name="connsiteX25" fmla="*/ 6818056 w 6825277"/>
              <a:gd name="connsiteY25" fmla="*/ 26287 h 3785714"/>
              <a:gd name="connsiteX26" fmla="*/ 6799364 w 6825277"/>
              <a:gd name="connsiteY26" fmla="*/ 252730 h 3785714"/>
              <a:gd name="connsiteX27" fmla="*/ 6754914 w 6825277"/>
              <a:gd name="connsiteY27" fmla="*/ 405271 h 3785714"/>
              <a:gd name="connsiteX28" fmla="*/ 6742213 w 6825277"/>
              <a:gd name="connsiteY28" fmla="*/ 659506 h 3785714"/>
              <a:gd name="connsiteX29" fmla="*/ 6666013 w 6825277"/>
              <a:gd name="connsiteY29" fmla="*/ 775729 h 3785714"/>
              <a:gd name="connsiteX30" fmla="*/ 6555590 w 6825277"/>
              <a:gd name="connsiteY30" fmla="*/ 797321 h 3785714"/>
              <a:gd name="connsiteX31" fmla="*/ 6341805 w 6825277"/>
              <a:gd name="connsiteY31" fmla="*/ 712560 h 3785714"/>
              <a:gd name="connsiteX32" fmla="*/ 6075463 w 6825277"/>
              <a:gd name="connsiteY32" fmla="*/ 398005 h 3785714"/>
              <a:gd name="connsiteX33" fmla="*/ 5838040 w 6825277"/>
              <a:gd name="connsiteY33" fmla="*/ 276774 h 3785714"/>
              <a:gd name="connsiteX34" fmla="*/ 5514190 w 6825277"/>
              <a:gd name="connsiteY34" fmla="*/ 257389 h 3785714"/>
              <a:gd name="connsiteX35" fmla="*/ 5332156 w 6825277"/>
              <a:gd name="connsiteY35" fmla="*/ 333589 h 3785714"/>
              <a:gd name="connsiteX36" fmla="*/ 5213623 w 6825277"/>
              <a:gd name="connsiteY36" fmla="*/ 452121 h 3785714"/>
              <a:gd name="connsiteX37" fmla="*/ 5001956 w 6825277"/>
              <a:gd name="connsiteY37" fmla="*/ 833121 h 3785714"/>
              <a:gd name="connsiteX38" fmla="*/ 4824156 w 6825277"/>
              <a:gd name="connsiteY38" fmla="*/ 985522 h 3785714"/>
              <a:gd name="connsiteX39" fmla="*/ 4411964 w 6825277"/>
              <a:gd name="connsiteY39" fmla="*/ 1018010 h 3785714"/>
              <a:gd name="connsiteX40" fmla="*/ 3743142 w 6825277"/>
              <a:gd name="connsiteY40" fmla="*/ 857442 h 3785714"/>
              <a:gd name="connsiteX41" fmla="*/ 3354331 w 6825277"/>
              <a:gd name="connsiteY41" fmla="*/ 831937 h 3785714"/>
              <a:gd name="connsiteX42" fmla="*/ 2685924 w 6825277"/>
              <a:gd name="connsiteY42" fmla="*/ 1324293 h 3785714"/>
              <a:gd name="connsiteX43" fmla="*/ 2007519 w 6825277"/>
              <a:gd name="connsiteY43" fmla="*/ 1975179 h 3785714"/>
              <a:gd name="connsiteX44" fmla="*/ 1260447 w 6825277"/>
              <a:gd name="connsiteY44" fmla="*/ 2775352 h 3785714"/>
              <a:gd name="connsiteX45" fmla="*/ 580798 w 6825277"/>
              <a:gd name="connsiteY45" fmla="*/ 3662431 h 3785714"/>
              <a:gd name="connsiteX46" fmla="*/ 293373 w 6825277"/>
              <a:gd name="connsiteY46" fmla="*/ 3785714 h 3785714"/>
              <a:gd name="connsiteX47" fmla="*/ 19108 w 6825277"/>
              <a:gd name="connsiteY47" fmla="*/ 3609906 h 3785714"/>
              <a:gd name="connsiteX48" fmla="*/ 189123 w 6825277"/>
              <a:gd name="connsiteY48" fmla="*/ 2641741 h 3785714"/>
              <a:gd name="connsiteX49" fmla="*/ 31187 w 6825277"/>
              <a:gd name="connsiteY49" fmla="*/ 2148289 h 3785714"/>
              <a:gd name="connsiteX50" fmla="*/ 4772 w 6825277"/>
              <a:gd name="connsiteY50" fmla="*/ 1861782 h 3785714"/>
              <a:gd name="connsiteX0" fmla="*/ 4772 w 6825277"/>
              <a:gd name="connsiteY0" fmla="*/ 1861782 h 3785714"/>
              <a:gd name="connsiteX1" fmla="*/ 9583 w 6825277"/>
              <a:gd name="connsiteY1" fmla="*/ 1735834 h 3785714"/>
              <a:gd name="connsiteX2" fmla="*/ 97618 w 6825277"/>
              <a:gd name="connsiteY2" fmla="*/ 1732386 h 3785714"/>
              <a:gd name="connsiteX3" fmla="*/ 96578 w 6825277"/>
              <a:gd name="connsiteY3" fmla="*/ 2035104 h 3785714"/>
              <a:gd name="connsiteX4" fmla="*/ 235413 w 6825277"/>
              <a:gd name="connsiteY4" fmla="*/ 2415647 h 3785714"/>
              <a:gd name="connsiteX5" fmla="*/ 608989 w 6825277"/>
              <a:gd name="connsiteY5" fmla="*/ 2342438 h 3785714"/>
              <a:gd name="connsiteX6" fmla="*/ 597127 w 6825277"/>
              <a:gd name="connsiteY6" fmla="*/ 2536146 h 3785714"/>
              <a:gd name="connsiteX7" fmla="*/ 949719 w 6825277"/>
              <a:gd name="connsiteY7" fmla="*/ 2198497 h 3785714"/>
              <a:gd name="connsiteX8" fmla="*/ 1390544 w 6825277"/>
              <a:gd name="connsiteY8" fmla="*/ 2015142 h 3785714"/>
              <a:gd name="connsiteX9" fmla="*/ 1881665 w 6825277"/>
              <a:gd name="connsiteY9" fmla="*/ 1955005 h 3785714"/>
              <a:gd name="connsiteX10" fmla="*/ 2517525 w 6825277"/>
              <a:gd name="connsiteY10" fmla="*/ 1341877 h 3785714"/>
              <a:gd name="connsiteX11" fmla="*/ 3362899 w 6825277"/>
              <a:gd name="connsiteY11" fmla="*/ 736610 h 3785714"/>
              <a:gd name="connsiteX12" fmla="*/ 4731023 w 6825277"/>
              <a:gd name="connsiteY12" fmla="*/ 909322 h 3785714"/>
              <a:gd name="connsiteX13" fmla="*/ 5230556 w 6825277"/>
              <a:gd name="connsiteY13" fmla="*/ 274322 h 3785714"/>
              <a:gd name="connsiteX14" fmla="*/ 5795707 w 6825277"/>
              <a:gd name="connsiteY14" fmla="*/ 172768 h 3785714"/>
              <a:gd name="connsiteX15" fmla="*/ 6225390 w 6825277"/>
              <a:gd name="connsiteY15" fmla="*/ 428302 h 3785714"/>
              <a:gd name="connsiteX16" fmla="*/ 6386612 w 6825277"/>
              <a:gd name="connsiteY16" fmla="*/ 623187 h 3785714"/>
              <a:gd name="connsiteX17" fmla="*/ 6539012 w 6825277"/>
              <a:gd name="connsiteY17" fmla="*/ 703089 h 3785714"/>
              <a:gd name="connsiteX18" fmla="*/ 6653312 w 6825277"/>
              <a:gd name="connsiteY18" fmla="*/ 674034 h 3785714"/>
              <a:gd name="connsiteX19" fmla="*/ 6682590 w 6825277"/>
              <a:gd name="connsiteY19" fmla="*/ 529995 h 3785714"/>
              <a:gd name="connsiteX20" fmla="*/ 6653313 w 6825277"/>
              <a:gd name="connsiteY20" fmla="*/ 390745 h 3785714"/>
              <a:gd name="connsiteX21" fmla="*/ 6583464 w 6825277"/>
              <a:gd name="connsiteY21" fmla="*/ 303578 h 3785714"/>
              <a:gd name="connsiteX22" fmla="*/ 6539014 w 6825277"/>
              <a:gd name="connsiteY22" fmla="*/ 194620 h 3785714"/>
              <a:gd name="connsiteX23" fmla="*/ 6519964 w 6825277"/>
              <a:gd name="connsiteY23" fmla="*/ 27550 h 3785714"/>
              <a:gd name="connsiteX24" fmla="*/ 6666013 w 6825277"/>
              <a:gd name="connsiteY24" fmla="*/ 13025 h 3785714"/>
              <a:gd name="connsiteX25" fmla="*/ 6818056 w 6825277"/>
              <a:gd name="connsiteY25" fmla="*/ 26287 h 3785714"/>
              <a:gd name="connsiteX26" fmla="*/ 6799364 w 6825277"/>
              <a:gd name="connsiteY26" fmla="*/ 252730 h 3785714"/>
              <a:gd name="connsiteX27" fmla="*/ 6754914 w 6825277"/>
              <a:gd name="connsiteY27" fmla="*/ 405271 h 3785714"/>
              <a:gd name="connsiteX28" fmla="*/ 6742213 w 6825277"/>
              <a:gd name="connsiteY28" fmla="*/ 659506 h 3785714"/>
              <a:gd name="connsiteX29" fmla="*/ 6666013 w 6825277"/>
              <a:gd name="connsiteY29" fmla="*/ 775729 h 3785714"/>
              <a:gd name="connsiteX30" fmla="*/ 6555590 w 6825277"/>
              <a:gd name="connsiteY30" fmla="*/ 797321 h 3785714"/>
              <a:gd name="connsiteX31" fmla="*/ 6341805 w 6825277"/>
              <a:gd name="connsiteY31" fmla="*/ 712560 h 3785714"/>
              <a:gd name="connsiteX32" fmla="*/ 6075463 w 6825277"/>
              <a:gd name="connsiteY32" fmla="*/ 398005 h 3785714"/>
              <a:gd name="connsiteX33" fmla="*/ 5838040 w 6825277"/>
              <a:gd name="connsiteY33" fmla="*/ 276774 h 3785714"/>
              <a:gd name="connsiteX34" fmla="*/ 5514190 w 6825277"/>
              <a:gd name="connsiteY34" fmla="*/ 257389 h 3785714"/>
              <a:gd name="connsiteX35" fmla="*/ 5332156 w 6825277"/>
              <a:gd name="connsiteY35" fmla="*/ 333589 h 3785714"/>
              <a:gd name="connsiteX36" fmla="*/ 5213623 w 6825277"/>
              <a:gd name="connsiteY36" fmla="*/ 452121 h 3785714"/>
              <a:gd name="connsiteX37" fmla="*/ 5001956 w 6825277"/>
              <a:gd name="connsiteY37" fmla="*/ 833121 h 3785714"/>
              <a:gd name="connsiteX38" fmla="*/ 4824156 w 6825277"/>
              <a:gd name="connsiteY38" fmla="*/ 985522 h 3785714"/>
              <a:gd name="connsiteX39" fmla="*/ 4411964 w 6825277"/>
              <a:gd name="connsiteY39" fmla="*/ 1018010 h 3785714"/>
              <a:gd name="connsiteX40" fmla="*/ 3743142 w 6825277"/>
              <a:gd name="connsiteY40" fmla="*/ 857442 h 3785714"/>
              <a:gd name="connsiteX41" fmla="*/ 3354331 w 6825277"/>
              <a:gd name="connsiteY41" fmla="*/ 831937 h 3785714"/>
              <a:gd name="connsiteX42" fmla="*/ 2685924 w 6825277"/>
              <a:gd name="connsiteY42" fmla="*/ 1324293 h 3785714"/>
              <a:gd name="connsiteX43" fmla="*/ 2007519 w 6825277"/>
              <a:gd name="connsiteY43" fmla="*/ 1975179 h 3785714"/>
              <a:gd name="connsiteX44" fmla="*/ 1260447 w 6825277"/>
              <a:gd name="connsiteY44" fmla="*/ 2775352 h 3785714"/>
              <a:gd name="connsiteX45" fmla="*/ 580798 w 6825277"/>
              <a:gd name="connsiteY45" fmla="*/ 3662431 h 3785714"/>
              <a:gd name="connsiteX46" fmla="*/ 293373 w 6825277"/>
              <a:gd name="connsiteY46" fmla="*/ 3785714 h 3785714"/>
              <a:gd name="connsiteX47" fmla="*/ 19108 w 6825277"/>
              <a:gd name="connsiteY47" fmla="*/ 3609906 h 3785714"/>
              <a:gd name="connsiteX48" fmla="*/ 189123 w 6825277"/>
              <a:gd name="connsiteY48" fmla="*/ 2641741 h 3785714"/>
              <a:gd name="connsiteX49" fmla="*/ 31187 w 6825277"/>
              <a:gd name="connsiteY49" fmla="*/ 2148289 h 3785714"/>
              <a:gd name="connsiteX50" fmla="*/ 4772 w 6825277"/>
              <a:gd name="connsiteY50" fmla="*/ 1861782 h 3785714"/>
              <a:gd name="connsiteX0" fmla="*/ 4772 w 6825277"/>
              <a:gd name="connsiteY0" fmla="*/ 1861782 h 3785714"/>
              <a:gd name="connsiteX1" fmla="*/ 9583 w 6825277"/>
              <a:gd name="connsiteY1" fmla="*/ 1735834 h 3785714"/>
              <a:gd name="connsiteX2" fmla="*/ 97618 w 6825277"/>
              <a:gd name="connsiteY2" fmla="*/ 1732386 h 3785714"/>
              <a:gd name="connsiteX3" fmla="*/ 96578 w 6825277"/>
              <a:gd name="connsiteY3" fmla="*/ 2035104 h 3785714"/>
              <a:gd name="connsiteX4" fmla="*/ 235413 w 6825277"/>
              <a:gd name="connsiteY4" fmla="*/ 2415647 h 3785714"/>
              <a:gd name="connsiteX5" fmla="*/ 608989 w 6825277"/>
              <a:gd name="connsiteY5" fmla="*/ 2342438 h 3785714"/>
              <a:gd name="connsiteX6" fmla="*/ 597127 w 6825277"/>
              <a:gd name="connsiteY6" fmla="*/ 2536146 h 3785714"/>
              <a:gd name="connsiteX7" fmla="*/ 949719 w 6825277"/>
              <a:gd name="connsiteY7" fmla="*/ 2198497 h 3785714"/>
              <a:gd name="connsiteX8" fmla="*/ 1390544 w 6825277"/>
              <a:gd name="connsiteY8" fmla="*/ 2015142 h 3785714"/>
              <a:gd name="connsiteX9" fmla="*/ 1881665 w 6825277"/>
              <a:gd name="connsiteY9" fmla="*/ 1955005 h 3785714"/>
              <a:gd name="connsiteX10" fmla="*/ 2517525 w 6825277"/>
              <a:gd name="connsiteY10" fmla="*/ 1341877 h 3785714"/>
              <a:gd name="connsiteX11" fmla="*/ 3362899 w 6825277"/>
              <a:gd name="connsiteY11" fmla="*/ 736610 h 3785714"/>
              <a:gd name="connsiteX12" fmla="*/ 4731023 w 6825277"/>
              <a:gd name="connsiteY12" fmla="*/ 909322 h 3785714"/>
              <a:gd name="connsiteX13" fmla="*/ 5230556 w 6825277"/>
              <a:gd name="connsiteY13" fmla="*/ 274322 h 3785714"/>
              <a:gd name="connsiteX14" fmla="*/ 5795707 w 6825277"/>
              <a:gd name="connsiteY14" fmla="*/ 172768 h 3785714"/>
              <a:gd name="connsiteX15" fmla="*/ 6225390 w 6825277"/>
              <a:gd name="connsiteY15" fmla="*/ 428302 h 3785714"/>
              <a:gd name="connsiteX16" fmla="*/ 6386612 w 6825277"/>
              <a:gd name="connsiteY16" fmla="*/ 623187 h 3785714"/>
              <a:gd name="connsiteX17" fmla="*/ 6539012 w 6825277"/>
              <a:gd name="connsiteY17" fmla="*/ 703089 h 3785714"/>
              <a:gd name="connsiteX18" fmla="*/ 6653312 w 6825277"/>
              <a:gd name="connsiteY18" fmla="*/ 674034 h 3785714"/>
              <a:gd name="connsiteX19" fmla="*/ 6682590 w 6825277"/>
              <a:gd name="connsiteY19" fmla="*/ 529995 h 3785714"/>
              <a:gd name="connsiteX20" fmla="*/ 6653313 w 6825277"/>
              <a:gd name="connsiteY20" fmla="*/ 390745 h 3785714"/>
              <a:gd name="connsiteX21" fmla="*/ 6583464 w 6825277"/>
              <a:gd name="connsiteY21" fmla="*/ 303578 h 3785714"/>
              <a:gd name="connsiteX22" fmla="*/ 6539014 w 6825277"/>
              <a:gd name="connsiteY22" fmla="*/ 194620 h 3785714"/>
              <a:gd name="connsiteX23" fmla="*/ 6519964 w 6825277"/>
              <a:gd name="connsiteY23" fmla="*/ 27550 h 3785714"/>
              <a:gd name="connsiteX24" fmla="*/ 6666013 w 6825277"/>
              <a:gd name="connsiteY24" fmla="*/ 13025 h 3785714"/>
              <a:gd name="connsiteX25" fmla="*/ 6818056 w 6825277"/>
              <a:gd name="connsiteY25" fmla="*/ 26287 h 3785714"/>
              <a:gd name="connsiteX26" fmla="*/ 6799364 w 6825277"/>
              <a:gd name="connsiteY26" fmla="*/ 252730 h 3785714"/>
              <a:gd name="connsiteX27" fmla="*/ 6754914 w 6825277"/>
              <a:gd name="connsiteY27" fmla="*/ 405271 h 3785714"/>
              <a:gd name="connsiteX28" fmla="*/ 6742213 w 6825277"/>
              <a:gd name="connsiteY28" fmla="*/ 659506 h 3785714"/>
              <a:gd name="connsiteX29" fmla="*/ 6666013 w 6825277"/>
              <a:gd name="connsiteY29" fmla="*/ 775729 h 3785714"/>
              <a:gd name="connsiteX30" fmla="*/ 6555590 w 6825277"/>
              <a:gd name="connsiteY30" fmla="*/ 797321 h 3785714"/>
              <a:gd name="connsiteX31" fmla="*/ 6341805 w 6825277"/>
              <a:gd name="connsiteY31" fmla="*/ 712560 h 3785714"/>
              <a:gd name="connsiteX32" fmla="*/ 6075463 w 6825277"/>
              <a:gd name="connsiteY32" fmla="*/ 398005 h 3785714"/>
              <a:gd name="connsiteX33" fmla="*/ 5838040 w 6825277"/>
              <a:gd name="connsiteY33" fmla="*/ 276774 h 3785714"/>
              <a:gd name="connsiteX34" fmla="*/ 5514190 w 6825277"/>
              <a:gd name="connsiteY34" fmla="*/ 257389 h 3785714"/>
              <a:gd name="connsiteX35" fmla="*/ 5332156 w 6825277"/>
              <a:gd name="connsiteY35" fmla="*/ 333589 h 3785714"/>
              <a:gd name="connsiteX36" fmla="*/ 5213623 w 6825277"/>
              <a:gd name="connsiteY36" fmla="*/ 452121 h 3785714"/>
              <a:gd name="connsiteX37" fmla="*/ 5001956 w 6825277"/>
              <a:gd name="connsiteY37" fmla="*/ 833121 h 3785714"/>
              <a:gd name="connsiteX38" fmla="*/ 4824156 w 6825277"/>
              <a:gd name="connsiteY38" fmla="*/ 985522 h 3785714"/>
              <a:gd name="connsiteX39" fmla="*/ 4411964 w 6825277"/>
              <a:gd name="connsiteY39" fmla="*/ 1018010 h 3785714"/>
              <a:gd name="connsiteX40" fmla="*/ 3743142 w 6825277"/>
              <a:gd name="connsiteY40" fmla="*/ 857442 h 3785714"/>
              <a:gd name="connsiteX41" fmla="*/ 3354331 w 6825277"/>
              <a:gd name="connsiteY41" fmla="*/ 831937 h 3785714"/>
              <a:gd name="connsiteX42" fmla="*/ 2685924 w 6825277"/>
              <a:gd name="connsiteY42" fmla="*/ 1324293 h 3785714"/>
              <a:gd name="connsiteX43" fmla="*/ 2007519 w 6825277"/>
              <a:gd name="connsiteY43" fmla="*/ 1975179 h 3785714"/>
              <a:gd name="connsiteX44" fmla="*/ 1260447 w 6825277"/>
              <a:gd name="connsiteY44" fmla="*/ 2775352 h 3785714"/>
              <a:gd name="connsiteX45" fmla="*/ 580798 w 6825277"/>
              <a:gd name="connsiteY45" fmla="*/ 3662431 h 3785714"/>
              <a:gd name="connsiteX46" fmla="*/ 293373 w 6825277"/>
              <a:gd name="connsiteY46" fmla="*/ 3785714 h 3785714"/>
              <a:gd name="connsiteX47" fmla="*/ 19108 w 6825277"/>
              <a:gd name="connsiteY47" fmla="*/ 3609906 h 3785714"/>
              <a:gd name="connsiteX48" fmla="*/ 189123 w 6825277"/>
              <a:gd name="connsiteY48" fmla="*/ 2641741 h 3785714"/>
              <a:gd name="connsiteX49" fmla="*/ 31187 w 6825277"/>
              <a:gd name="connsiteY49" fmla="*/ 2148289 h 3785714"/>
              <a:gd name="connsiteX50" fmla="*/ 4772 w 6825277"/>
              <a:gd name="connsiteY50" fmla="*/ 1861782 h 3785714"/>
              <a:gd name="connsiteX0" fmla="*/ 4772 w 6825277"/>
              <a:gd name="connsiteY0" fmla="*/ 1861782 h 3785714"/>
              <a:gd name="connsiteX1" fmla="*/ 9583 w 6825277"/>
              <a:gd name="connsiteY1" fmla="*/ 1735834 h 3785714"/>
              <a:gd name="connsiteX2" fmla="*/ 97618 w 6825277"/>
              <a:gd name="connsiteY2" fmla="*/ 1732386 h 3785714"/>
              <a:gd name="connsiteX3" fmla="*/ 96578 w 6825277"/>
              <a:gd name="connsiteY3" fmla="*/ 2035104 h 3785714"/>
              <a:gd name="connsiteX4" fmla="*/ 235413 w 6825277"/>
              <a:gd name="connsiteY4" fmla="*/ 2415647 h 3785714"/>
              <a:gd name="connsiteX5" fmla="*/ 608989 w 6825277"/>
              <a:gd name="connsiteY5" fmla="*/ 2342438 h 3785714"/>
              <a:gd name="connsiteX6" fmla="*/ 597127 w 6825277"/>
              <a:gd name="connsiteY6" fmla="*/ 2536146 h 3785714"/>
              <a:gd name="connsiteX7" fmla="*/ 949719 w 6825277"/>
              <a:gd name="connsiteY7" fmla="*/ 2198497 h 3785714"/>
              <a:gd name="connsiteX8" fmla="*/ 1390544 w 6825277"/>
              <a:gd name="connsiteY8" fmla="*/ 2015142 h 3785714"/>
              <a:gd name="connsiteX9" fmla="*/ 1881665 w 6825277"/>
              <a:gd name="connsiteY9" fmla="*/ 1955005 h 3785714"/>
              <a:gd name="connsiteX10" fmla="*/ 2517525 w 6825277"/>
              <a:gd name="connsiteY10" fmla="*/ 1341877 h 3785714"/>
              <a:gd name="connsiteX11" fmla="*/ 3362899 w 6825277"/>
              <a:gd name="connsiteY11" fmla="*/ 736610 h 3785714"/>
              <a:gd name="connsiteX12" fmla="*/ 4731023 w 6825277"/>
              <a:gd name="connsiteY12" fmla="*/ 909322 h 3785714"/>
              <a:gd name="connsiteX13" fmla="*/ 5230556 w 6825277"/>
              <a:gd name="connsiteY13" fmla="*/ 274322 h 3785714"/>
              <a:gd name="connsiteX14" fmla="*/ 5795707 w 6825277"/>
              <a:gd name="connsiteY14" fmla="*/ 172768 h 3785714"/>
              <a:gd name="connsiteX15" fmla="*/ 6225390 w 6825277"/>
              <a:gd name="connsiteY15" fmla="*/ 428302 h 3785714"/>
              <a:gd name="connsiteX16" fmla="*/ 6386612 w 6825277"/>
              <a:gd name="connsiteY16" fmla="*/ 623187 h 3785714"/>
              <a:gd name="connsiteX17" fmla="*/ 6539012 w 6825277"/>
              <a:gd name="connsiteY17" fmla="*/ 703089 h 3785714"/>
              <a:gd name="connsiteX18" fmla="*/ 6653312 w 6825277"/>
              <a:gd name="connsiteY18" fmla="*/ 674034 h 3785714"/>
              <a:gd name="connsiteX19" fmla="*/ 6682590 w 6825277"/>
              <a:gd name="connsiteY19" fmla="*/ 529995 h 3785714"/>
              <a:gd name="connsiteX20" fmla="*/ 6653313 w 6825277"/>
              <a:gd name="connsiteY20" fmla="*/ 390745 h 3785714"/>
              <a:gd name="connsiteX21" fmla="*/ 6583464 w 6825277"/>
              <a:gd name="connsiteY21" fmla="*/ 303578 h 3785714"/>
              <a:gd name="connsiteX22" fmla="*/ 6539014 w 6825277"/>
              <a:gd name="connsiteY22" fmla="*/ 194620 h 3785714"/>
              <a:gd name="connsiteX23" fmla="*/ 6519964 w 6825277"/>
              <a:gd name="connsiteY23" fmla="*/ 27550 h 3785714"/>
              <a:gd name="connsiteX24" fmla="*/ 6666013 w 6825277"/>
              <a:gd name="connsiteY24" fmla="*/ 13025 h 3785714"/>
              <a:gd name="connsiteX25" fmla="*/ 6818056 w 6825277"/>
              <a:gd name="connsiteY25" fmla="*/ 26287 h 3785714"/>
              <a:gd name="connsiteX26" fmla="*/ 6799364 w 6825277"/>
              <a:gd name="connsiteY26" fmla="*/ 252730 h 3785714"/>
              <a:gd name="connsiteX27" fmla="*/ 6754914 w 6825277"/>
              <a:gd name="connsiteY27" fmla="*/ 405271 h 3785714"/>
              <a:gd name="connsiteX28" fmla="*/ 6742213 w 6825277"/>
              <a:gd name="connsiteY28" fmla="*/ 659506 h 3785714"/>
              <a:gd name="connsiteX29" fmla="*/ 6666013 w 6825277"/>
              <a:gd name="connsiteY29" fmla="*/ 775729 h 3785714"/>
              <a:gd name="connsiteX30" fmla="*/ 6555590 w 6825277"/>
              <a:gd name="connsiteY30" fmla="*/ 797321 h 3785714"/>
              <a:gd name="connsiteX31" fmla="*/ 6341805 w 6825277"/>
              <a:gd name="connsiteY31" fmla="*/ 712560 h 3785714"/>
              <a:gd name="connsiteX32" fmla="*/ 6075463 w 6825277"/>
              <a:gd name="connsiteY32" fmla="*/ 398005 h 3785714"/>
              <a:gd name="connsiteX33" fmla="*/ 5838040 w 6825277"/>
              <a:gd name="connsiteY33" fmla="*/ 276774 h 3785714"/>
              <a:gd name="connsiteX34" fmla="*/ 5514190 w 6825277"/>
              <a:gd name="connsiteY34" fmla="*/ 257389 h 3785714"/>
              <a:gd name="connsiteX35" fmla="*/ 5332156 w 6825277"/>
              <a:gd name="connsiteY35" fmla="*/ 333589 h 3785714"/>
              <a:gd name="connsiteX36" fmla="*/ 5213623 w 6825277"/>
              <a:gd name="connsiteY36" fmla="*/ 452121 h 3785714"/>
              <a:gd name="connsiteX37" fmla="*/ 5001956 w 6825277"/>
              <a:gd name="connsiteY37" fmla="*/ 833121 h 3785714"/>
              <a:gd name="connsiteX38" fmla="*/ 4824156 w 6825277"/>
              <a:gd name="connsiteY38" fmla="*/ 985522 h 3785714"/>
              <a:gd name="connsiteX39" fmla="*/ 4411964 w 6825277"/>
              <a:gd name="connsiteY39" fmla="*/ 1018010 h 3785714"/>
              <a:gd name="connsiteX40" fmla="*/ 3743142 w 6825277"/>
              <a:gd name="connsiteY40" fmla="*/ 857442 h 3785714"/>
              <a:gd name="connsiteX41" fmla="*/ 3354331 w 6825277"/>
              <a:gd name="connsiteY41" fmla="*/ 831937 h 3785714"/>
              <a:gd name="connsiteX42" fmla="*/ 2685924 w 6825277"/>
              <a:gd name="connsiteY42" fmla="*/ 1324293 h 3785714"/>
              <a:gd name="connsiteX43" fmla="*/ 2007519 w 6825277"/>
              <a:gd name="connsiteY43" fmla="*/ 1975179 h 3785714"/>
              <a:gd name="connsiteX44" fmla="*/ 1260447 w 6825277"/>
              <a:gd name="connsiteY44" fmla="*/ 2775352 h 3785714"/>
              <a:gd name="connsiteX45" fmla="*/ 580798 w 6825277"/>
              <a:gd name="connsiteY45" fmla="*/ 3662431 h 3785714"/>
              <a:gd name="connsiteX46" fmla="*/ 293373 w 6825277"/>
              <a:gd name="connsiteY46" fmla="*/ 3785714 h 3785714"/>
              <a:gd name="connsiteX47" fmla="*/ 19108 w 6825277"/>
              <a:gd name="connsiteY47" fmla="*/ 3609906 h 3785714"/>
              <a:gd name="connsiteX48" fmla="*/ 170073 w 6825277"/>
              <a:gd name="connsiteY48" fmla="*/ 2565471 h 3785714"/>
              <a:gd name="connsiteX49" fmla="*/ 31187 w 6825277"/>
              <a:gd name="connsiteY49" fmla="*/ 2148289 h 3785714"/>
              <a:gd name="connsiteX50" fmla="*/ 4772 w 6825277"/>
              <a:gd name="connsiteY50" fmla="*/ 1861782 h 3785714"/>
              <a:gd name="connsiteX0" fmla="*/ 4772 w 6825277"/>
              <a:gd name="connsiteY0" fmla="*/ 1861782 h 3785714"/>
              <a:gd name="connsiteX1" fmla="*/ 9583 w 6825277"/>
              <a:gd name="connsiteY1" fmla="*/ 1735834 h 3785714"/>
              <a:gd name="connsiteX2" fmla="*/ 97618 w 6825277"/>
              <a:gd name="connsiteY2" fmla="*/ 1732386 h 3785714"/>
              <a:gd name="connsiteX3" fmla="*/ 96578 w 6825277"/>
              <a:gd name="connsiteY3" fmla="*/ 2035104 h 3785714"/>
              <a:gd name="connsiteX4" fmla="*/ 235413 w 6825277"/>
              <a:gd name="connsiteY4" fmla="*/ 2415647 h 3785714"/>
              <a:gd name="connsiteX5" fmla="*/ 608989 w 6825277"/>
              <a:gd name="connsiteY5" fmla="*/ 2342438 h 3785714"/>
              <a:gd name="connsiteX6" fmla="*/ 597127 w 6825277"/>
              <a:gd name="connsiteY6" fmla="*/ 2536146 h 3785714"/>
              <a:gd name="connsiteX7" fmla="*/ 949719 w 6825277"/>
              <a:gd name="connsiteY7" fmla="*/ 2198497 h 3785714"/>
              <a:gd name="connsiteX8" fmla="*/ 1390544 w 6825277"/>
              <a:gd name="connsiteY8" fmla="*/ 2015142 h 3785714"/>
              <a:gd name="connsiteX9" fmla="*/ 1881665 w 6825277"/>
              <a:gd name="connsiteY9" fmla="*/ 1955005 h 3785714"/>
              <a:gd name="connsiteX10" fmla="*/ 2517525 w 6825277"/>
              <a:gd name="connsiteY10" fmla="*/ 1341877 h 3785714"/>
              <a:gd name="connsiteX11" fmla="*/ 3362899 w 6825277"/>
              <a:gd name="connsiteY11" fmla="*/ 736610 h 3785714"/>
              <a:gd name="connsiteX12" fmla="*/ 4731023 w 6825277"/>
              <a:gd name="connsiteY12" fmla="*/ 909322 h 3785714"/>
              <a:gd name="connsiteX13" fmla="*/ 5230556 w 6825277"/>
              <a:gd name="connsiteY13" fmla="*/ 274322 h 3785714"/>
              <a:gd name="connsiteX14" fmla="*/ 5795707 w 6825277"/>
              <a:gd name="connsiteY14" fmla="*/ 172768 h 3785714"/>
              <a:gd name="connsiteX15" fmla="*/ 6225390 w 6825277"/>
              <a:gd name="connsiteY15" fmla="*/ 428302 h 3785714"/>
              <a:gd name="connsiteX16" fmla="*/ 6386612 w 6825277"/>
              <a:gd name="connsiteY16" fmla="*/ 623187 h 3785714"/>
              <a:gd name="connsiteX17" fmla="*/ 6539012 w 6825277"/>
              <a:gd name="connsiteY17" fmla="*/ 703089 h 3785714"/>
              <a:gd name="connsiteX18" fmla="*/ 6653312 w 6825277"/>
              <a:gd name="connsiteY18" fmla="*/ 674034 h 3785714"/>
              <a:gd name="connsiteX19" fmla="*/ 6682590 w 6825277"/>
              <a:gd name="connsiteY19" fmla="*/ 529995 h 3785714"/>
              <a:gd name="connsiteX20" fmla="*/ 6653313 w 6825277"/>
              <a:gd name="connsiteY20" fmla="*/ 390745 h 3785714"/>
              <a:gd name="connsiteX21" fmla="*/ 6583464 w 6825277"/>
              <a:gd name="connsiteY21" fmla="*/ 303578 h 3785714"/>
              <a:gd name="connsiteX22" fmla="*/ 6539014 w 6825277"/>
              <a:gd name="connsiteY22" fmla="*/ 194620 h 3785714"/>
              <a:gd name="connsiteX23" fmla="*/ 6519964 w 6825277"/>
              <a:gd name="connsiteY23" fmla="*/ 27550 h 3785714"/>
              <a:gd name="connsiteX24" fmla="*/ 6666013 w 6825277"/>
              <a:gd name="connsiteY24" fmla="*/ 13025 h 3785714"/>
              <a:gd name="connsiteX25" fmla="*/ 6818056 w 6825277"/>
              <a:gd name="connsiteY25" fmla="*/ 26287 h 3785714"/>
              <a:gd name="connsiteX26" fmla="*/ 6799364 w 6825277"/>
              <a:gd name="connsiteY26" fmla="*/ 252730 h 3785714"/>
              <a:gd name="connsiteX27" fmla="*/ 6754914 w 6825277"/>
              <a:gd name="connsiteY27" fmla="*/ 405271 h 3785714"/>
              <a:gd name="connsiteX28" fmla="*/ 6742213 w 6825277"/>
              <a:gd name="connsiteY28" fmla="*/ 659506 h 3785714"/>
              <a:gd name="connsiteX29" fmla="*/ 6666013 w 6825277"/>
              <a:gd name="connsiteY29" fmla="*/ 775729 h 3785714"/>
              <a:gd name="connsiteX30" fmla="*/ 6555590 w 6825277"/>
              <a:gd name="connsiteY30" fmla="*/ 797321 h 3785714"/>
              <a:gd name="connsiteX31" fmla="*/ 6341805 w 6825277"/>
              <a:gd name="connsiteY31" fmla="*/ 712560 h 3785714"/>
              <a:gd name="connsiteX32" fmla="*/ 6075463 w 6825277"/>
              <a:gd name="connsiteY32" fmla="*/ 398005 h 3785714"/>
              <a:gd name="connsiteX33" fmla="*/ 5838040 w 6825277"/>
              <a:gd name="connsiteY33" fmla="*/ 276774 h 3785714"/>
              <a:gd name="connsiteX34" fmla="*/ 5514190 w 6825277"/>
              <a:gd name="connsiteY34" fmla="*/ 257389 h 3785714"/>
              <a:gd name="connsiteX35" fmla="*/ 5332156 w 6825277"/>
              <a:gd name="connsiteY35" fmla="*/ 333589 h 3785714"/>
              <a:gd name="connsiteX36" fmla="*/ 5213623 w 6825277"/>
              <a:gd name="connsiteY36" fmla="*/ 452121 h 3785714"/>
              <a:gd name="connsiteX37" fmla="*/ 5001956 w 6825277"/>
              <a:gd name="connsiteY37" fmla="*/ 833121 h 3785714"/>
              <a:gd name="connsiteX38" fmla="*/ 4824156 w 6825277"/>
              <a:gd name="connsiteY38" fmla="*/ 985522 h 3785714"/>
              <a:gd name="connsiteX39" fmla="*/ 4411964 w 6825277"/>
              <a:gd name="connsiteY39" fmla="*/ 1018010 h 3785714"/>
              <a:gd name="connsiteX40" fmla="*/ 3743142 w 6825277"/>
              <a:gd name="connsiteY40" fmla="*/ 857442 h 3785714"/>
              <a:gd name="connsiteX41" fmla="*/ 3354331 w 6825277"/>
              <a:gd name="connsiteY41" fmla="*/ 831937 h 3785714"/>
              <a:gd name="connsiteX42" fmla="*/ 2685924 w 6825277"/>
              <a:gd name="connsiteY42" fmla="*/ 1324293 h 3785714"/>
              <a:gd name="connsiteX43" fmla="*/ 2007519 w 6825277"/>
              <a:gd name="connsiteY43" fmla="*/ 1975179 h 3785714"/>
              <a:gd name="connsiteX44" fmla="*/ 1260447 w 6825277"/>
              <a:gd name="connsiteY44" fmla="*/ 2775352 h 3785714"/>
              <a:gd name="connsiteX45" fmla="*/ 580798 w 6825277"/>
              <a:gd name="connsiteY45" fmla="*/ 3662431 h 3785714"/>
              <a:gd name="connsiteX46" fmla="*/ 293373 w 6825277"/>
              <a:gd name="connsiteY46" fmla="*/ 3785714 h 3785714"/>
              <a:gd name="connsiteX47" fmla="*/ 295333 w 6825277"/>
              <a:gd name="connsiteY47" fmla="*/ 2818147 h 3785714"/>
              <a:gd name="connsiteX48" fmla="*/ 170073 w 6825277"/>
              <a:gd name="connsiteY48" fmla="*/ 2565471 h 3785714"/>
              <a:gd name="connsiteX49" fmla="*/ 31187 w 6825277"/>
              <a:gd name="connsiteY49" fmla="*/ 2148289 h 3785714"/>
              <a:gd name="connsiteX50" fmla="*/ 4772 w 6825277"/>
              <a:gd name="connsiteY50" fmla="*/ 1861782 h 3785714"/>
              <a:gd name="connsiteX0" fmla="*/ 4772 w 6825277"/>
              <a:gd name="connsiteY0" fmla="*/ 1861782 h 3663350"/>
              <a:gd name="connsiteX1" fmla="*/ 9583 w 6825277"/>
              <a:gd name="connsiteY1" fmla="*/ 1735834 h 3663350"/>
              <a:gd name="connsiteX2" fmla="*/ 97618 w 6825277"/>
              <a:gd name="connsiteY2" fmla="*/ 1732386 h 3663350"/>
              <a:gd name="connsiteX3" fmla="*/ 96578 w 6825277"/>
              <a:gd name="connsiteY3" fmla="*/ 2035104 h 3663350"/>
              <a:gd name="connsiteX4" fmla="*/ 235413 w 6825277"/>
              <a:gd name="connsiteY4" fmla="*/ 2415647 h 3663350"/>
              <a:gd name="connsiteX5" fmla="*/ 608989 w 6825277"/>
              <a:gd name="connsiteY5" fmla="*/ 2342438 h 3663350"/>
              <a:gd name="connsiteX6" fmla="*/ 597127 w 6825277"/>
              <a:gd name="connsiteY6" fmla="*/ 2536146 h 3663350"/>
              <a:gd name="connsiteX7" fmla="*/ 949719 w 6825277"/>
              <a:gd name="connsiteY7" fmla="*/ 2198497 h 3663350"/>
              <a:gd name="connsiteX8" fmla="*/ 1390544 w 6825277"/>
              <a:gd name="connsiteY8" fmla="*/ 2015142 h 3663350"/>
              <a:gd name="connsiteX9" fmla="*/ 1881665 w 6825277"/>
              <a:gd name="connsiteY9" fmla="*/ 1955005 h 3663350"/>
              <a:gd name="connsiteX10" fmla="*/ 2517525 w 6825277"/>
              <a:gd name="connsiteY10" fmla="*/ 1341877 h 3663350"/>
              <a:gd name="connsiteX11" fmla="*/ 3362899 w 6825277"/>
              <a:gd name="connsiteY11" fmla="*/ 736610 h 3663350"/>
              <a:gd name="connsiteX12" fmla="*/ 4731023 w 6825277"/>
              <a:gd name="connsiteY12" fmla="*/ 909322 h 3663350"/>
              <a:gd name="connsiteX13" fmla="*/ 5230556 w 6825277"/>
              <a:gd name="connsiteY13" fmla="*/ 274322 h 3663350"/>
              <a:gd name="connsiteX14" fmla="*/ 5795707 w 6825277"/>
              <a:gd name="connsiteY14" fmla="*/ 172768 h 3663350"/>
              <a:gd name="connsiteX15" fmla="*/ 6225390 w 6825277"/>
              <a:gd name="connsiteY15" fmla="*/ 428302 h 3663350"/>
              <a:gd name="connsiteX16" fmla="*/ 6386612 w 6825277"/>
              <a:gd name="connsiteY16" fmla="*/ 623187 h 3663350"/>
              <a:gd name="connsiteX17" fmla="*/ 6539012 w 6825277"/>
              <a:gd name="connsiteY17" fmla="*/ 703089 h 3663350"/>
              <a:gd name="connsiteX18" fmla="*/ 6653312 w 6825277"/>
              <a:gd name="connsiteY18" fmla="*/ 674034 h 3663350"/>
              <a:gd name="connsiteX19" fmla="*/ 6682590 w 6825277"/>
              <a:gd name="connsiteY19" fmla="*/ 529995 h 3663350"/>
              <a:gd name="connsiteX20" fmla="*/ 6653313 w 6825277"/>
              <a:gd name="connsiteY20" fmla="*/ 390745 h 3663350"/>
              <a:gd name="connsiteX21" fmla="*/ 6583464 w 6825277"/>
              <a:gd name="connsiteY21" fmla="*/ 303578 h 3663350"/>
              <a:gd name="connsiteX22" fmla="*/ 6539014 w 6825277"/>
              <a:gd name="connsiteY22" fmla="*/ 194620 h 3663350"/>
              <a:gd name="connsiteX23" fmla="*/ 6519964 w 6825277"/>
              <a:gd name="connsiteY23" fmla="*/ 27550 h 3663350"/>
              <a:gd name="connsiteX24" fmla="*/ 6666013 w 6825277"/>
              <a:gd name="connsiteY24" fmla="*/ 13025 h 3663350"/>
              <a:gd name="connsiteX25" fmla="*/ 6818056 w 6825277"/>
              <a:gd name="connsiteY25" fmla="*/ 26287 h 3663350"/>
              <a:gd name="connsiteX26" fmla="*/ 6799364 w 6825277"/>
              <a:gd name="connsiteY26" fmla="*/ 252730 h 3663350"/>
              <a:gd name="connsiteX27" fmla="*/ 6754914 w 6825277"/>
              <a:gd name="connsiteY27" fmla="*/ 405271 h 3663350"/>
              <a:gd name="connsiteX28" fmla="*/ 6742213 w 6825277"/>
              <a:gd name="connsiteY28" fmla="*/ 659506 h 3663350"/>
              <a:gd name="connsiteX29" fmla="*/ 6666013 w 6825277"/>
              <a:gd name="connsiteY29" fmla="*/ 775729 h 3663350"/>
              <a:gd name="connsiteX30" fmla="*/ 6555590 w 6825277"/>
              <a:gd name="connsiteY30" fmla="*/ 797321 h 3663350"/>
              <a:gd name="connsiteX31" fmla="*/ 6341805 w 6825277"/>
              <a:gd name="connsiteY31" fmla="*/ 712560 h 3663350"/>
              <a:gd name="connsiteX32" fmla="*/ 6075463 w 6825277"/>
              <a:gd name="connsiteY32" fmla="*/ 398005 h 3663350"/>
              <a:gd name="connsiteX33" fmla="*/ 5838040 w 6825277"/>
              <a:gd name="connsiteY33" fmla="*/ 276774 h 3663350"/>
              <a:gd name="connsiteX34" fmla="*/ 5514190 w 6825277"/>
              <a:gd name="connsiteY34" fmla="*/ 257389 h 3663350"/>
              <a:gd name="connsiteX35" fmla="*/ 5332156 w 6825277"/>
              <a:gd name="connsiteY35" fmla="*/ 333589 h 3663350"/>
              <a:gd name="connsiteX36" fmla="*/ 5213623 w 6825277"/>
              <a:gd name="connsiteY36" fmla="*/ 452121 h 3663350"/>
              <a:gd name="connsiteX37" fmla="*/ 5001956 w 6825277"/>
              <a:gd name="connsiteY37" fmla="*/ 833121 h 3663350"/>
              <a:gd name="connsiteX38" fmla="*/ 4824156 w 6825277"/>
              <a:gd name="connsiteY38" fmla="*/ 985522 h 3663350"/>
              <a:gd name="connsiteX39" fmla="*/ 4411964 w 6825277"/>
              <a:gd name="connsiteY39" fmla="*/ 1018010 h 3663350"/>
              <a:gd name="connsiteX40" fmla="*/ 3743142 w 6825277"/>
              <a:gd name="connsiteY40" fmla="*/ 857442 h 3663350"/>
              <a:gd name="connsiteX41" fmla="*/ 3354331 w 6825277"/>
              <a:gd name="connsiteY41" fmla="*/ 831937 h 3663350"/>
              <a:gd name="connsiteX42" fmla="*/ 2685924 w 6825277"/>
              <a:gd name="connsiteY42" fmla="*/ 1324293 h 3663350"/>
              <a:gd name="connsiteX43" fmla="*/ 2007519 w 6825277"/>
              <a:gd name="connsiteY43" fmla="*/ 1975179 h 3663350"/>
              <a:gd name="connsiteX44" fmla="*/ 1260447 w 6825277"/>
              <a:gd name="connsiteY44" fmla="*/ 2775352 h 3663350"/>
              <a:gd name="connsiteX45" fmla="*/ 580798 w 6825277"/>
              <a:gd name="connsiteY45" fmla="*/ 3662431 h 3663350"/>
              <a:gd name="connsiteX46" fmla="*/ 493398 w 6825277"/>
              <a:gd name="connsiteY46" fmla="*/ 2605340 h 3663350"/>
              <a:gd name="connsiteX47" fmla="*/ 295333 w 6825277"/>
              <a:gd name="connsiteY47" fmla="*/ 2818147 h 3663350"/>
              <a:gd name="connsiteX48" fmla="*/ 170073 w 6825277"/>
              <a:gd name="connsiteY48" fmla="*/ 2565471 h 3663350"/>
              <a:gd name="connsiteX49" fmla="*/ 31187 w 6825277"/>
              <a:gd name="connsiteY49" fmla="*/ 2148289 h 3663350"/>
              <a:gd name="connsiteX50" fmla="*/ 4772 w 6825277"/>
              <a:gd name="connsiteY50" fmla="*/ 1861782 h 3663350"/>
              <a:gd name="connsiteX0" fmla="*/ 4772 w 6825277"/>
              <a:gd name="connsiteY0" fmla="*/ 1861782 h 2818286"/>
              <a:gd name="connsiteX1" fmla="*/ 9583 w 6825277"/>
              <a:gd name="connsiteY1" fmla="*/ 1735834 h 2818286"/>
              <a:gd name="connsiteX2" fmla="*/ 97618 w 6825277"/>
              <a:gd name="connsiteY2" fmla="*/ 1732386 h 2818286"/>
              <a:gd name="connsiteX3" fmla="*/ 96578 w 6825277"/>
              <a:gd name="connsiteY3" fmla="*/ 2035104 h 2818286"/>
              <a:gd name="connsiteX4" fmla="*/ 235413 w 6825277"/>
              <a:gd name="connsiteY4" fmla="*/ 2415647 h 2818286"/>
              <a:gd name="connsiteX5" fmla="*/ 608989 w 6825277"/>
              <a:gd name="connsiteY5" fmla="*/ 2342438 h 2818286"/>
              <a:gd name="connsiteX6" fmla="*/ 597127 w 6825277"/>
              <a:gd name="connsiteY6" fmla="*/ 2536146 h 2818286"/>
              <a:gd name="connsiteX7" fmla="*/ 949719 w 6825277"/>
              <a:gd name="connsiteY7" fmla="*/ 2198497 h 2818286"/>
              <a:gd name="connsiteX8" fmla="*/ 1390544 w 6825277"/>
              <a:gd name="connsiteY8" fmla="*/ 2015142 h 2818286"/>
              <a:gd name="connsiteX9" fmla="*/ 1881665 w 6825277"/>
              <a:gd name="connsiteY9" fmla="*/ 1955005 h 2818286"/>
              <a:gd name="connsiteX10" fmla="*/ 2517525 w 6825277"/>
              <a:gd name="connsiteY10" fmla="*/ 1341877 h 2818286"/>
              <a:gd name="connsiteX11" fmla="*/ 3362899 w 6825277"/>
              <a:gd name="connsiteY11" fmla="*/ 736610 h 2818286"/>
              <a:gd name="connsiteX12" fmla="*/ 4731023 w 6825277"/>
              <a:gd name="connsiteY12" fmla="*/ 909322 h 2818286"/>
              <a:gd name="connsiteX13" fmla="*/ 5230556 w 6825277"/>
              <a:gd name="connsiteY13" fmla="*/ 274322 h 2818286"/>
              <a:gd name="connsiteX14" fmla="*/ 5795707 w 6825277"/>
              <a:gd name="connsiteY14" fmla="*/ 172768 h 2818286"/>
              <a:gd name="connsiteX15" fmla="*/ 6225390 w 6825277"/>
              <a:gd name="connsiteY15" fmla="*/ 428302 h 2818286"/>
              <a:gd name="connsiteX16" fmla="*/ 6386612 w 6825277"/>
              <a:gd name="connsiteY16" fmla="*/ 623187 h 2818286"/>
              <a:gd name="connsiteX17" fmla="*/ 6539012 w 6825277"/>
              <a:gd name="connsiteY17" fmla="*/ 703089 h 2818286"/>
              <a:gd name="connsiteX18" fmla="*/ 6653312 w 6825277"/>
              <a:gd name="connsiteY18" fmla="*/ 674034 h 2818286"/>
              <a:gd name="connsiteX19" fmla="*/ 6682590 w 6825277"/>
              <a:gd name="connsiteY19" fmla="*/ 529995 h 2818286"/>
              <a:gd name="connsiteX20" fmla="*/ 6653313 w 6825277"/>
              <a:gd name="connsiteY20" fmla="*/ 390745 h 2818286"/>
              <a:gd name="connsiteX21" fmla="*/ 6583464 w 6825277"/>
              <a:gd name="connsiteY21" fmla="*/ 303578 h 2818286"/>
              <a:gd name="connsiteX22" fmla="*/ 6539014 w 6825277"/>
              <a:gd name="connsiteY22" fmla="*/ 194620 h 2818286"/>
              <a:gd name="connsiteX23" fmla="*/ 6519964 w 6825277"/>
              <a:gd name="connsiteY23" fmla="*/ 27550 h 2818286"/>
              <a:gd name="connsiteX24" fmla="*/ 6666013 w 6825277"/>
              <a:gd name="connsiteY24" fmla="*/ 13025 h 2818286"/>
              <a:gd name="connsiteX25" fmla="*/ 6818056 w 6825277"/>
              <a:gd name="connsiteY25" fmla="*/ 26287 h 2818286"/>
              <a:gd name="connsiteX26" fmla="*/ 6799364 w 6825277"/>
              <a:gd name="connsiteY26" fmla="*/ 252730 h 2818286"/>
              <a:gd name="connsiteX27" fmla="*/ 6754914 w 6825277"/>
              <a:gd name="connsiteY27" fmla="*/ 405271 h 2818286"/>
              <a:gd name="connsiteX28" fmla="*/ 6742213 w 6825277"/>
              <a:gd name="connsiteY28" fmla="*/ 659506 h 2818286"/>
              <a:gd name="connsiteX29" fmla="*/ 6666013 w 6825277"/>
              <a:gd name="connsiteY29" fmla="*/ 775729 h 2818286"/>
              <a:gd name="connsiteX30" fmla="*/ 6555590 w 6825277"/>
              <a:gd name="connsiteY30" fmla="*/ 797321 h 2818286"/>
              <a:gd name="connsiteX31" fmla="*/ 6341805 w 6825277"/>
              <a:gd name="connsiteY31" fmla="*/ 712560 h 2818286"/>
              <a:gd name="connsiteX32" fmla="*/ 6075463 w 6825277"/>
              <a:gd name="connsiteY32" fmla="*/ 398005 h 2818286"/>
              <a:gd name="connsiteX33" fmla="*/ 5838040 w 6825277"/>
              <a:gd name="connsiteY33" fmla="*/ 276774 h 2818286"/>
              <a:gd name="connsiteX34" fmla="*/ 5514190 w 6825277"/>
              <a:gd name="connsiteY34" fmla="*/ 257389 h 2818286"/>
              <a:gd name="connsiteX35" fmla="*/ 5332156 w 6825277"/>
              <a:gd name="connsiteY35" fmla="*/ 333589 h 2818286"/>
              <a:gd name="connsiteX36" fmla="*/ 5213623 w 6825277"/>
              <a:gd name="connsiteY36" fmla="*/ 452121 h 2818286"/>
              <a:gd name="connsiteX37" fmla="*/ 5001956 w 6825277"/>
              <a:gd name="connsiteY37" fmla="*/ 833121 h 2818286"/>
              <a:gd name="connsiteX38" fmla="*/ 4824156 w 6825277"/>
              <a:gd name="connsiteY38" fmla="*/ 985522 h 2818286"/>
              <a:gd name="connsiteX39" fmla="*/ 4411964 w 6825277"/>
              <a:gd name="connsiteY39" fmla="*/ 1018010 h 2818286"/>
              <a:gd name="connsiteX40" fmla="*/ 3743142 w 6825277"/>
              <a:gd name="connsiteY40" fmla="*/ 857442 h 2818286"/>
              <a:gd name="connsiteX41" fmla="*/ 3354331 w 6825277"/>
              <a:gd name="connsiteY41" fmla="*/ 831937 h 2818286"/>
              <a:gd name="connsiteX42" fmla="*/ 2685924 w 6825277"/>
              <a:gd name="connsiteY42" fmla="*/ 1324293 h 2818286"/>
              <a:gd name="connsiteX43" fmla="*/ 2007519 w 6825277"/>
              <a:gd name="connsiteY43" fmla="*/ 1975179 h 2818286"/>
              <a:gd name="connsiteX44" fmla="*/ 1260447 w 6825277"/>
              <a:gd name="connsiteY44" fmla="*/ 2775352 h 2818286"/>
              <a:gd name="connsiteX45" fmla="*/ 920523 w 6825277"/>
              <a:gd name="connsiteY45" fmla="*/ 2471161 h 2818286"/>
              <a:gd name="connsiteX46" fmla="*/ 493398 w 6825277"/>
              <a:gd name="connsiteY46" fmla="*/ 2605340 h 2818286"/>
              <a:gd name="connsiteX47" fmla="*/ 295333 w 6825277"/>
              <a:gd name="connsiteY47" fmla="*/ 2818147 h 2818286"/>
              <a:gd name="connsiteX48" fmla="*/ 170073 w 6825277"/>
              <a:gd name="connsiteY48" fmla="*/ 2565471 h 2818286"/>
              <a:gd name="connsiteX49" fmla="*/ 31187 w 6825277"/>
              <a:gd name="connsiteY49" fmla="*/ 2148289 h 2818286"/>
              <a:gd name="connsiteX50" fmla="*/ 4772 w 6825277"/>
              <a:gd name="connsiteY50" fmla="*/ 1861782 h 2818286"/>
              <a:gd name="connsiteX0" fmla="*/ 4772 w 6825277"/>
              <a:gd name="connsiteY0" fmla="*/ 1861782 h 2818286"/>
              <a:gd name="connsiteX1" fmla="*/ 9583 w 6825277"/>
              <a:gd name="connsiteY1" fmla="*/ 1735834 h 2818286"/>
              <a:gd name="connsiteX2" fmla="*/ 97618 w 6825277"/>
              <a:gd name="connsiteY2" fmla="*/ 1732386 h 2818286"/>
              <a:gd name="connsiteX3" fmla="*/ 96578 w 6825277"/>
              <a:gd name="connsiteY3" fmla="*/ 2035104 h 2818286"/>
              <a:gd name="connsiteX4" fmla="*/ 235413 w 6825277"/>
              <a:gd name="connsiteY4" fmla="*/ 2415647 h 2818286"/>
              <a:gd name="connsiteX5" fmla="*/ 608989 w 6825277"/>
              <a:gd name="connsiteY5" fmla="*/ 2342438 h 2818286"/>
              <a:gd name="connsiteX6" fmla="*/ 597127 w 6825277"/>
              <a:gd name="connsiteY6" fmla="*/ 2536146 h 2818286"/>
              <a:gd name="connsiteX7" fmla="*/ 949719 w 6825277"/>
              <a:gd name="connsiteY7" fmla="*/ 2198497 h 2818286"/>
              <a:gd name="connsiteX8" fmla="*/ 1390544 w 6825277"/>
              <a:gd name="connsiteY8" fmla="*/ 2015142 h 2818286"/>
              <a:gd name="connsiteX9" fmla="*/ 1881665 w 6825277"/>
              <a:gd name="connsiteY9" fmla="*/ 1955005 h 2818286"/>
              <a:gd name="connsiteX10" fmla="*/ 2517525 w 6825277"/>
              <a:gd name="connsiteY10" fmla="*/ 1341877 h 2818286"/>
              <a:gd name="connsiteX11" fmla="*/ 3362899 w 6825277"/>
              <a:gd name="connsiteY11" fmla="*/ 736610 h 2818286"/>
              <a:gd name="connsiteX12" fmla="*/ 4731023 w 6825277"/>
              <a:gd name="connsiteY12" fmla="*/ 909322 h 2818286"/>
              <a:gd name="connsiteX13" fmla="*/ 5230556 w 6825277"/>
              <a:gd name="connsiteY13" fmla="*/ 274322 h 2818286"/>
              <a:gd name="connsiteX14" fmla="*/ 5795707 w 6825277"/>
              <a:gd name="connsiteY14" fmla="*/ 172768 h 2818286"/>
              <a:gd name="connsiteX15" fmla="*/ 6225390 w 6825277"/>
              <a:gd name="connsiteY15" fmla="*/ 428302 h 2818286"/>
              <a:gd name="connsiteX16" fmla="*/ 6386612 w 6825277"/>
              <a:gd name="connsiteY16" fmla="*/ 623187 h 2818286"/>
              <a:gd name="connsiteX17" fmla="*/ 6539012 w 6825277"/>
              <a:gd name="connsiteY17" fmla="*/ 703089 h 2818286"/>
              <a:gd name="connsiteX18" fmla="*/ 6653312 w 6825277"/>
              <a:gd name="connsiteY18" fmla="*/ 674034 h 2818286"/>
              <a:gd name="connsiteX19" fmla="*/ 6682590 w 6825277"/>
              <a:gd name="connsiteY19" fmla="*/ 529995 h 2818286"/>
              <a:gd name="connsiteX20" fmla="*/ 6653313 w 6825277"/>
              <a:gd name="connsiteY20" fmla="*/ 390745 h 2818286"/>
              <a:gd name="connsiteX21" fmla="*/ 6583464 w 6825277"/>
              <a:gd name="connsiteY21" fmla="*/ 303578 h 2818286"/>
              <a:gd name="connsiteX22" fmla="*/ 6539014 w 6825277"/>
              <a:gd name="connsiteY22" fmla="*/ 194620 h 2818286"/>
              <a:gd name="connsiteX23" fmla="*/ 6519964 w 6825277"/>
              <a:gd name="connsiteY23" fmla="*/ 27550 h 2818286"/>
              <a:gd name="connsiteX24" fmla="*/ 6666013 w 6825277"/>
              <a:gd name="connsiteY24" fmla="*/ 13025 h 2818286"/>
              <a:gd name="connsiteX25" fmla="*/ 6818056 w 6825277"/>
              <a:gd name="connsiteY25" fmla="*/ 26287 h 2818286"/>
              <a:gd name="connsiteX26" fmla="*/ 6799364 w 6825277"/>
              <a:gd name="connsiteY26" fmla="*/ 252730 h 2818286"/>
              <a:gd name="connsiteX27" fmla="*/ 6754914 w 6825277"/>
              <a:gd name="connsiteY27" fmla="*/ 405271 h 2818286"/>
              <a:gd name="connsiteX28" fmla="*/ 6742213 w 6825277"/>
              <a:gd name="connsiteY28" fmla="*/ 659506 h 2818286"/>
              <a:gd name="connsiteX29" fmla="*/ 6666013 w 6825277"/>
              <a:gd name="connsiteY29" fmla="*/ 775729 h 2818286"/>
              <a:gd name="connsiteX30" fmla="*/ 6555590 w 6825277"/>
              <a:gd name="connsiteY30" fmla="*/ 797321 h 2818286"/>
              <a:gd name="connsiteX31" fmla="*/ 6341805 w 6825277"/>
              <a:gd name="connsiteY31" fmla="*/ 712560 h 2818286"/>
              <a:gd name="connsiteX32" fmla="*/ 6075463 w 6825277"/>
              <a:gd name="connsiteY32" fmla="*/ 398005 h 2818286"/>
              <a:gd name="connsiteX33" fmla="*/ 5838040 w 6825277"/>
              <a:gd name="connsiteY33" fmla="*/ 276774 h 2818286"/>
              <a:gd name="connsiteX34" fmla="*/ 5514190 w 6825277"/>
              <a:gd name="connsiteY34" fmla="*/ 257389 h 2818286"/>
              <a:gd name="connsiteX35" fmla="*/ 5332156 w 6825277"/>
              <a:gd name="connsiteY35" fmla="*/ 333589 h 2818286"/>
              <a:gd name="connsiteX36" fmla="*/ 5213623 w 6825277"/>
              <a:gd name="connsiteY36" fmla="*/ 452121 h 2818286"/>
              <a:gd name="connsiteX37" fmla="*/ 5001956 w 6825277"/>
              <a:gd name="connsiteY37" fmla="*/ 833121 h 2818286"/>
              <a:gd name="connsiteX38" fmla="*/ 4824156 w 6825277"/>
              <a:gd name="connsiteY38" fmla="*/ 985522 h 2818286"/>
              <a:gd name="connsiteX39" fmla="*/ 4411964 w 6825277"/>
              <a:gd name="connsiteY39" fmla="*/ 1018010 h 2818286"/>
              <a:gd name="connsiteX40" fmla="*/ 3743142 w 6825277"/>
              <a:gd name="connsiteY40" fmla="*/ 857442 h 2818286"/>
              <a:gd name="connsiteX41" fmla="*/ 3354331 w 6825277"/>
              <a:gd name="connsiteY41" fmla="*/ 831937 h 2818286"/>
              <a:gd name="connsiteX42" fmla="*/ 2685924 w 6825277"/>
              <a:gd name="connsiteY42" fmla="*/ 1324293 h 2818286"/>
              <a:gd name="connsiteX43" fmla="*/ 2007519 w 6825277"/>
              <a:gd name="connsiteY43" fmla="*/ 1975179 h 2818286"/>
              <a:gd name="connsiteX44" fmla="*/ 1282672 w 6825277"/>
              <a:gd name="connsiteY44" fmla="*/ 2390369 h 2818286"/>
              <a:gd name="connsiteX45" fmla="*/ 920523 w 6825277"/>
              <a:gd name="connsiteY45" fmla="*/ 2471161 h 2818286"/>
              <a:gd name="connsiteX46" fmla="*/ 493398 w 6825277"/>
              <a:gd name="connsiteY46" fmla="*/ 2605340 h 2818286"/>
              <a:gd name="connsiteX47" fmla="*/ 295333 w 6825277"/>
              <a:gd name="connsiteY47" fmla="*/ 2818147 h 2818286"/>
              <a:gd name="connsiteX48" fmla="*/ 170073 w 6825277"/>
              <a:gd name="connsiteY48" fmla="*/ 2565471 h 2818286"/>
              <a:gd name="connsiteX49" fmla="*/ 31187 w 6825277"/>
              <a:gd name="connsiteY49" fmla="*/ 2148289 h 2818286"/>
              <a:gd name="connsiteX50" fmla="*/ 4772 w 6825277"/>
              <a:gd name="connsiteY50" fmla="*/ 1861782 h 2818286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08989 w 6825277"/>
              <a:gd name="connsiteY5" fmla="*/ 2342438 h 2866838"/>
              <a:gd name="connsiteX6" fmla="*/ 597127 w 6825277"/>
              <a:gd name="connsiteY6" fmla="*/ 2536146 h 2866838"/>
              <a:gd name="connsiteX7" fmla="*/ 949719 w 6825277"/>
              <a:gd name="connsiteY7" fmla="*/ 2198497 h 2866838"/>
              <a:gd name="connsiteX8" fmla="*/ 1390544 w 6825277"/>
              <a:gd name="connsiteY8" fmla="*/ 2015142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1937 h 2866838"/>
              <a:gd name="connsiteX42" fmla="*/ 2685924 w 6825277"/>
              <a:gd name="connsiteY42" fmla="*/ 1324293 h 2866838"/>
              <a:gd name="connsiteX43" fmla="*/ 2007519 w 6825277"/>
              <a:gd name="connsiteY43" fmla="*/ 1975179 h 2866838"/>
              <a:gd name="connsiteX44" fmla="*/ 1282672 w 6825277"/>
              <a:gd name="connsiteY44" fmla="*/ 2390369 h 2866838"/>
              <a:gd name="connsiteX45" fmla="*/ 920523 w 6825277"/>
              <a:gd name="connsiteY45" fmla="*/ 2471161 h 2866838"/>
              <a:gd name="connsiteX46" fmla="*/ 617223 w 6825277"/>
              <a:gd name="connsiteY46" fmla="*/ 2866838 h 2866838"/>
              <a:gd name="connsiteX47" fmla="*/ 295333 w 6825277"/>
              <a:gd name="connsiteY47" fmla="*/ 2818147 h 2866838"/>
              <a:gd name="connsiteX48" fmla="*/ 170073 w 6825277"/>
              <a:gd name="connsiteY48" fmla="*/ 2565471 h 2866838"/>
              <a:gd name="connsiteX49" fmla="*/ 31187 w 6825277"/>
              <a:gd name="connsiteY49" fmla="*/ 2148289 h 2866838"/>
              <a:gd name="connsiteX50" fmla="*/ 4772 w 6825277"/>
              <a:gd name="connsiteY50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08989 w 6825277"/>
              <a:gd name="connsiteY5" fmla="*/ 2342438 h 2866838"/>
              <a:gd name="connsiteX6" fmla="*/ 597127 w 6825277"/>
              <a:gd name="connsiteY6" fmla="*/ 2536146 h 2866838"/>
              <a:gd name="connsiteX7" fmla="*/ 949719 w 6825277"/>
              <a:gd name="connsiteY7" fmla="*/ 2198497 h 2866838"/>
              <a:gd name="connsiteX8" fmla="*/ 1390544 w 6825277"/>
              <a:gd name="connsiteY8" fmla="*/ 2015142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1937 h 2866838"/>
              <a:gd name="connsiteX42" fmla="*/ 2685924 w 6825277"/>
              <a:gd name="connsiteY42" fmla="*/ 1324293 h 2866838"/>
              <a:gd name="connsiteX43" fmla="*/ 2007519 w 6825277"/>
              <a:gd name="connsiteY43" fmla="*/ 1975179 h 2866838"/>
              <a:gd name="connsiteX44" fmla="*/ 1282672 w 6825277"/>
              <a:gd name="connsiteY44" fmla="*/ 2390369 h 2866838"/>
              <a:gd name="connsiteX45" fmla="*/ 1069748 w 6825277"/>
              <a:gd name="connsiteY45" fmla="*/ 2609174 h 2866838"/>
              <a:gd name="connsiteX46" fmla="*/ 617223 w 6825277"/>
              <a:gd name="connsiteY46" fmla="*/ 2866838 h 2866838"/>
              <a:gd name="connsiteX47" fmla="*/ 295333 w 6825277"/>
              <a:gd name="connsiteY47" fmla="*/ 2818147 h 2866838"/>
              <a:gd name="connsiteX48" fmla="*/ 170073 w 6825277"/>
              <a:gd name="connsiteY48" fmla="*/ 2565471 h 2866838"/>
              <a:gd name="connsiteX49" fmla="*/ 31187 w 6825277"/>
              <a:gd name="connsiteY49" fmla="*/ 2148289 h 2866838"/>
              <a:gd name="connsiteX50" fmla="*/ 4772 w 6825277"/>
              <a:gd name="connsiteY50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08989 w 6825277"/>
              <a:gd name="connsiteY5" fmla="*/ 2342438 h 2866838"/>
              <a:gd name="connsiteX6" fmla="*/ 597127 w 6825277"/>
              <a:gd name="connsiteY6" fmla="*/ 2536146 h 2866838"/>
              <a:gd name="connsiteX7" fmla="*/ 949719 w 6825277"/>
              <a:gd name="connsiteY7" fmla="*/ 2198497 h 2866838"/>
              <a:gd name="connsiteX8" fmla="*/ 1390544 w 6825277"/>
              <a:gd name="connsiteY8" fmla="*/ 2015142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1937 h 2866838"/>
              <a:gd name="connsiteX42" fmla="*/ 2685924 w 6825277"/>
              <a:gd name="connsiteY42" fmla="*/ 1324293 h 2866838"/>
              <a:gd name="connsiteX43" fmla="*/ 2007519 w 6825277"/>
              <a:gd name="connsiteY43" fmla="*/ 1975179 h 2866838"/>
              <a:gd name="connsiteX44" fmla="*/ 1282672 w 6825277"/>
              <a:gd name="connsiteY44" fmla="*/ 2390369 h 2866838"/>
              <a:gd name="connsiteX45" fmla="*/ 1314677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08989 w 6825277"/>
              <a:gd name="connsiteY5" fmla="*/ 2342438 h 2866838"/>
              <a:gd name="connsiteX6" fmla="*/ 597127 w 6825277"/>
              <a:gd name="connsiteY6" fmla="*/ 2536146 h 2866838"/>
              <a:gd name="connsiteX7" fmla="*/ 949719 w 6825277"/>
              <a:gd name="connsiteY7" fmla="*/ 2198497 h 2866838"/>
              <a:gd name="connsiteX8" fmla="*/ 1390544 w 6825277"/>
              <a:gd name="connsiteY8" fmla="*/ 2015142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1937 h 2866838"/>
              <a:gd name="connsiteX42" fmla="*/ 2685924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314677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08989 w 6825277"/>
              <a:gd name="connsiteY5" fmla="*/ 2342438 h 2866838"/>
              <a:gd name="connsiteX6" fmla="*/ 597127 w 6825277"/>
              <a:gd name="connsiteY6" fmla="*/ 2536146 h 2866838"/>
              <a:gd name="connsiteX7" fmla="*/ 949719 w 6825277"/>
              <a:gd name="connsiteY7" fmla="*/ 2198497 h 2866838"/>
              <a:gd name="connsiteX8" fmla="*/ 1390544 w 6825277"/>
              <a:gd name="connsiteY8" fmla="*/ 2015142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1937 h 2866838"/>
              <a:gd name="connsiteX42" fmla="*/ 2685924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08989 w 6825277"/>
              <a:gd name="connsiteY5" fmla="*/ 2342438 h 2866838"/>
              <a:gd name="connsiteX6" fmla="*/ 597127 w 6825277"/>
              <a:gd name="connsiteY6" fmla="*/ 2536146 h 2866838"/>
              <a:gd name="connsiteX7" fmla="*/ 949719 w 6825277"/>
              <a:gd name="connsiteY7" fmla="*/ 2198497 h 2866838"/>
              <a:gd name="connsiteX8" fmla="*/ 1390544 w 6825277"/>
              <a:gd name="connsiteY8" fmla="*/ 2015142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1937 h 2866838"/>
              <a:gd name="connsiteX42" fmla="*/ 2685924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08989 w 6825277"/>
              <a:gd name="connsiteY5" fmla="*/ 2342438 h 2866838"/>
              <a:gd name="connsiteX6" fmla="*/ 597127 w 6825277"/>
              <a:gd name="connsiteY6" fmla="*/ 2536146 h 2866838"/>
              <a:gd name="connsiteX7" fmla="*/ 949719 w 6825277"/>
              <a:gd name="connsiteY7" fmla="*/ 2198497 h 2866838"/>
              <a:gd name="connsiteX8" fmla="*/ 1390544 w 6825277"/>
              <a:gd name="connsiteY8" fmla="*/ 2015142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1937 h 2866838"/>
              <a:gd name="connsiteX42" fmla="*/ 2685924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08989 w 6825277"/>
              <a:gd name="connsiteY5" fmla="*/ 2342438 h 2866838"/>
              <a:gd name="connsiteX6" fmla="*/ 597127 w 6825277"/>
              <a:gd name="connsiteY6" fmla="*/ 2536146 h 2866838"/>
              <a:gd name="connsiteX7" fmla="*/ 949719 w 6825277"/>
              <a:gd name="connsiteY7" fmla="*/ 2198497 h 2866838"/>
              <a:gd name="connsiteX8" fmla="*/ 1390544 w 6825277"/>
              <a:gd name="connsiteY8" fmla="*/ 2015142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1937 h 2866838"/>
              <a:gd name="connsiteX42" fmla="*/ 2685924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08989 w 6825277"/>
              <a:gd name="connsiteY5" fmla="*/ 2342438 h 2866838"/>
              <a:gd name="connsiteX6" fmla="*/ 828902 w 6825277"/>
              <a:gd name="connsiteY6" fmla="*/ 2630576 h 2866838"/>
              <a:gd name="connsiteX7" fmla="*/ 949719 w 6825277"/>
              <a:gd name="connsiteY7" fmla="*/ 2198497 h 2866838"/>
              <a:gd name="connsiteX8" fmla="*/ 1390544 w 6825277"/>
              <a:gd name="connsiteY8" fmla="*/ 2015142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1937 h 2866838"/>
              <a:gd name="connsiteX42" fmla="*/ 2685924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828902 w 6825277"/>
              <a:gd name="connsiteY6" fmla="*/ 2630576 h 2866838"/>
              <a:gd name="connsiteX7" fmla="*/ 949719 w 6825277"/>
              <a:gd name="connsiteY7" fmla="*/ 2198497 h 2866838"/>
              <a:gd name="connsiteX8" fmla="*/ 1390544 w 6825277"/>
              <a:gd name="connsiteY8" fmla="*/ 2015142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1937 h 2866838"/>
              <a:gd name="connsiteX42" fmla="*/ 2685924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828902 w 6825277"/>
              <a:gd name="connsiteY6" fmla="*/ 2630576 h 2866838"/>
              <a:gd name="connsiteX7" fmla="*/ 949719 w 6825277"/>
              <a:gd name="connsiteY7" fmla="*/ 2198497 h 2866838"/>
              <a:gd name="connsiteX8" fmla="*/ 1390544 w 6825277"/>
              <a:gd name="connsiteY8" fmla="*/ 2015142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1937 h 2866838"/>
              <a:gd name="connsiteX42" fmla="*/ 2685924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949719 w 6825277"/>
              <a:gd name="connsiteY7" fmla="*/ 2198497 h 2866838"/>
              <a:gd name="connsiteX8" fmla="*/ 1390544 w 6825277"/>
              <a:gd name="connsiteY8" fmla="*/ 2015142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1937 h 2866838"/>
              <a:gd name="connsiteX42" fmla="*/ 2685924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949719 w 6825277"/>
              <a:gd name="connsiteY7" fmla="*/ 2198497 h 2866838"/>
              <a:gd name="connsiteX8" fmla="*/ 1390544 w 6825277"/>
              <a:gd name="connsiteY8" fmla="*/ 2015142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1937 h 2866838"/>
              <a:gd name="connsiteX42" fmla="*/ 2685924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949719 w 6825277"/>
              <a:gd name="connsiteY7" fmla="*/ 2198497 h 2866838"/>
              <a:gd name="connsiteX8" fmla="*/ 1390544 w 6825277"/>
              <a:gd name="connsiteY8" fmla="*/ 2015142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1937 h 2866838"/>
              <a:gd name="connsiteX42" fmla="*/ 2685924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1152919 w 6825277"/>
              <a:gd name="connsiteY7" fmla="*/ 2496315 h 2866838"/>
              <a:gd name="connsiteX8" fmla="*/ 1390544 w 6825277"/>
              <a:gd name="connsiteY8" fmla="*/ 2015142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1937 h 2866838"/>
              <a:gd name="connsiteX42" fmla="*/ 2685924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1152919 w 6825277"/>
              <a:gd name="connsiteY7" fmla="*/ 2496315 h 2866838"/>
              <a:gd name="connsiteX8" fmla="*/ 1390544 w 6825277"/>
              <a:gd name="connsiteY8" fmla="*/ 2015142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1937 h 2866838"/>
              <a:gd name="connsiteX42" fmla="*/ 2685924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1152919 w 6825277"/>
              <a:gd name="connsiteY7" fmla="*/ 2496315 h 2866838"/>
              <a:gd name="connsiteX8" fmla="*/ 1390544 w 6825277"/>
              <a:gd name="connsiteY8" fmla="*/ 2015142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1937 h 2866838"/>
              <a:gd name="connsiteX42" fmla="*/ 2685924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1152919 w 6825277"/>
              <a:gd name="connsiteY7" fmla="*/ 2496315 h 2866838"/>
              <a:gd name="connsiteX8" fmla="*/ 1390544 w 6825277"/>
              <a:gd name="connsiteY8" fmla="*/ 2015142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1937 h 2866838"/>
              <a:gd name="connsiteX42" fmla="*/ 2685924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1152919 w 6825277"/>
              <a:gd name="connsiteY7" fmla="*/ 2496315 h 2866838"/>
              <a:gd name="connsiteX8" fmla="*/ 1504844 w 6825277"/>
              <a:gd name="connsiteY8" fmla="*/ 2309327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1937 h 2866838"/>
              <a:gd name="connsiteX42" fmla="*/ 2685924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1152919 w 6825277"/>
              <a:gd name="connsiteY7" fmla="*/ 2496315 h 2866838"/>
              <a:gd name="connsiteX8" fmla="*/ 1504844 w 6825277"/>
              <a:gd name="connsiteY8" fmla="*/ 2309327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1937 h 2866838"/>
              <a:gd name="connsiteX42" fmla="*/ 2685924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1152919 w 6825277"/>
              <a:gd name="connsiteY7" fmla="*/ 2496315 h 2866838"/>
              <a:gd name="connsiteX8" fmla="*/ 1504844 w 6825277"/>
              <a:gd name="connsiteY8" fmla="*/ 2309327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1937 h 2866838"/>
              <a:gd name="connsiteX42" fmla="*/ 2685924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1152919 w 6825277"/>
              <a:gd name="connsiteY7" fmla="*/ 2496315 h 2866838"/>
              <a:gd name="connsiteX8" fmla="*/ 1504844 w 6825277"/>
              <a:gd name="connsiteY8" fmla="*/ 2309327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1937 h 2866838"/>
              <a:gd name="connsiteX42" fmla="*/ 2685924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1152919 w 6825277"/>
              <a:gd name="connsiteY7" fmla="*/ 2496315 h 2866838"/>
              <a:gd name="connsiteX8" fmla="*/ 1504844 w 6825277"/>
              <a:gd name="connsiteY8" fmla="*/ 2309327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1937 h 2866838"/>
              <a:gd name="connsiteX42" fmla="*/ 2685924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1152919 w 6825277"/>
              <a:gd name="connsiteY7" fmla="*/ 2496315 h 2866838"/>
              <a:gd name="connsiteX8" fmla="*/ 1504844 w 6825277"/>
              <a:gd name="connsiteY8" fmla="*/ 2309327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1937 h 2866838"/>
              <a:gd name="connsiteX42" fmla="*/ 2685924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1152919 w 6825277"/>
              <a:gd name="connsiteY7" fmla="*/ 2496315 h 2866838"/>
              <a:gd name="connsiteX8" fmla="*/ 1504844 w 6825277"/>
              <a:gd name="connsiteY8" fmla="*/ 2309327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1937 h 2866838"/>
              <a:gd name="connsiteX42" fmla="*/ 2685924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1152919 w 6825277"/>
              <a:gd name="connsiteY7" fmla="*/ 2496315 h 2866838"/>
              <a:gd name="connsiteX8" fmla="*/ 1504844 w 6825277"/>
              <a:gd name="connsiteY8" fmla="*/ 2309327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1937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1152919 w 6825277"/>
              <a:gd name="connsiteY7" fmla="*/ 2496315 h 2866838"/>
              <a:gd name="connsiteX8" fmla="*/ 1504844 w 6825277"/>
              <a:gd name="connsiteY8" fmla="*/ 2309327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1937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1152919 w 6825277"/>
              <a:gd name="connsiteY7" fmla="*/ 2496315 h 2866838"/>
              <a:gd name="connsiteX8" fmla="*/ 1504844 w 6825277"/>
              <a:gd name="connsiteY8" fmla="*/ 2309327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1937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1152919 w 6825277"/>
              <a:gd name="connsiteY7" fmla="*/ 2496315 h 2866838"/>
              <a:gd name="connsiteX8" fmla="*/ 1504844 w 6825277"/>
              <a:gd name="connsiteY8" fmla="*/ 2309327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9201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1152919 w 6825277"/>
              <a:gd name="connsiteY7" fmla="*/ 2496315 h 2866838"/>
              <a:gd name="connsiteX8" fmla="*/ 1504844 w 6825277"/>
              <a:gd name="connsiteY8" fmla="*/ 2309327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9201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1152919 w 6825277"/>
              <a:gd name="connsiteY7" fmla="*/ 2496315 h 2866838"/>
              <a:gd name="connsiteX8" fmla="*/ 1504844 w 6825277"/>
              <a:gd name="connsiteY8" fmla="*/ 2309327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9201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1152919 w 6825277"/>
              <a:gd name="connsiteY7" fmla="*/ 2496315 h 2866838"/>
              <a:gd name="connsiteX8" fmla="*/ 1504844 w 6825277"/>
              <a:gd name="connsiteY8" fmla="*/ 2309327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43142 w 6825277"/>
              <a:gd name="connsiteY40" fmla="*/ 857442 h 2866838"/>
              <a:gd name="connsiteX41" fmla="*/ 3354331 w 6825277"/>
              <a:gd name="connsiteY41" fmla="*/ 839201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1152919 w 6825277"/>
              <a:gd name="connsiteY7" fmla="*/ 2496315 h 2866838"/>
              <a:gd name="connsiteX8" fmla="*/ 1504844 w 6825277"/>
              <a:gd name="connsiteY8" fmla="*/ 2309327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54331 w 6825277"/>
              <a:gd name="connsiteY41" fmla="*/ 839201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1152919 w 6825277"/>
              <a:gd name="connsiteY7" fmla="*/ 2496315 h 2866838"/>
              <a:gd name="connsiteX8" fmla="*/ 1504844 w 6825277"/>
              <a:gd name="connsiteY8" fmla="*/ 2309327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47981 w 6825277"/>
              <a:gd name="connsiteY41" fmla="*/ 864625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1152919 w 6825277"/>
              <a:gd name="connsiteY7" fmla="*/ 2496315 h 2866838"/>
              <a:gd name="connsiteX8" fmla="*/ 1504844 w 6825277"/>
              <a:gd name="connsiteY8" fmla="*/ 2309327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47981 w 6825277"/>
              <a:gd name="connsiteY41" fmla="*/ 864625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1152919 w 6825277"/>
              <a:gd name="connsiteY7" fmla="*/ 2496315 h 2866838"/>
              <a:gd name="connsiteX8" fmla="*/ 1504844 w 6825277"/>
              <a:gd name="connsiteY8" fmla="*/ 2309327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38456 w 6825277"/>
              <a:gd name="connsiteY41" fmla="*/ 842833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1152919 w 6825277"/>
              <a:gd name="connsiteY7" fmla="*/ 2496315 h 2866838"/>
              <a:gd name="connsiteX8" fmla="*/ 1504844 w 6825277"/>
              <a:gd name="connsiteY8" fmla="*/ 2309327 h 2866838"/>
              <a:gd name="connsiteX9" fmla="*/ 188166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38456 w 6825277"/>
              <a:gd name="connsiteY41" fmla="*/ 842833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1152919 w 6825277"/>
              <a:gd name="connsiteY7" fmla="*/ 2496315 h 2866838"/>
              <a:gd name="connsiteX8" fmla="*/ 1504844 w 6825277"/>
              <a:gd name="connsiteY8" fmla="*/ 2309327 h 2866838"/>
              <a:gd name="connsiteX9" fmla="*/ 190071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38456 w 6825277"/>
              <a:gd name="connsiteY41" fmla="*/ 842833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1152919 w 6825277"/>
              <a:gd name="connsiteY7" fmla="*/ 2496315 h 2866838"/>
              <a:gd name="connsiteX8" fmla="*/ 1504844 w 6825277"/>
              <a:gd name="connsiteY8" fmla="*/ 2309327 h 2866838"/>
              <a:gd name="connsiteX9" fmla="*/ 190071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38456 w 6825277"/>
              <a:gd name="connsiteY41" fmla="*/ 842833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1152919 w 6825277"/>
              <a:gd name="connsiteY7" fmla="*/ 2496315 h 2866838"/>
              <a:gd name="connsiteX8" fmla="*/ 1504844 w 6825277"/>
              <a:gd name="connsiteY8" fmla="*/ 2309327 h 2866838"/>
              <a:gd name="connsiteX9" fmla="*/ 190071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38456 w 6825277"/>
              <a:gd name="connsiteY41" fmla="*/ 842833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1152919 w 6825277"/>
              <a:gd name="connsiteY7" fmla="*/ 2496315 h 2866838"/>
              <a:gd name="connsiteX8" fmla="*/ 1504844 w 6825277"/>
              <a:gd name="connsiteY8" fmla="*/ 2309327 h 2866838"/>
              <a:gd name="connsiteX9" fmla="*/ 190071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38456 w 6825277"/>
              <a:gd name="connsiteY41" fmla="*/ 842833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1152919 w 6825277"/>
              <a:gd name="connsiteY7" fmla="*/ 2496315 h 2866838"/>
              <a:gd name="connsiteX8" fmla="*/ 1504844 w 6825277"/>
              <a:gd name="connsiteY8" fmla="*/ 2309327 h 2866838"/>
              <a:gd name="connsiteX9" fmla="*/ 190071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38456 w 6825277"/>
              <a:gd name="connsiteY41" fmla="*/ 842833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781277 w 6825277"/>
              <a:gd name="connsiteY6" fmla="*/ 2616049 h 2866838"/>
              <a:gd name="connsiteX7" fmla="*/ 1152919 w 6825277"/>
              <a:gd name="connsiteY7" fmla="*/ 2496315 h 2866838"/>
              <a:gd name="connsiteX8" fmla="*/ 1504844 w 6825277"/>
              <a:gd name="connsiteY8" fmla="*/ 2309327 h 2866838"/>
              <a:gd name="connsiteX9" fmla="*/ 190071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38456 w 6825277"/>
              <a:gd name="connsiteY41" fmla="*/ 842833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825727 w 6825277"/>
              <a:gd name="connsiteY6" fmla="*/ 2579730 h 2866838"/>
              <a:gd name="connsiteX7" fmla="*/ 1152919 w 6825277"/>
              <a:gd name="connsiteY7" fmla="*/ 2496315 h 2866838"/>
              <a:gd name="connsiteX8" fmla="*/ 1504844 w 6825277"/>
              <a:gd name="connsiteY8" fmla="*/ 2309327 h 2866838"/>
              <a:gd name="connsiteX9" fmla="*/ 190071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38456 w 6825277"/>
              <a:gd name="connsiteY41" fmla="*/ 842833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825727 w 6825277"/>
              <a:gd name="connsiteY6" fmla="*/ 2579730 h 2866838"/>
              <a:gd name="connsiteX7" fmla="*/ 1152919 w 6825277"/>
              <a:gd name="connsiteY7" fmla="*/ 2496315 h 2866838"/>
              <a:gd name="connsiteX8" fmla="*/ 1504844 w 6825277"/>
              <a:gd name="connsiteY8" fmla="*/ 2309327 h 2866838"/>
              <a:gd name="connsiteX9" fmla="*/ 190071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38456 w 6825277"/>
              <a:gd name="connsiteY41" fmla="*/ 842833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825727 w 6825277"/>
              <a:gd name="connsiteY6" fmla="*/ 2579730 h 2866838"/>
              <a:gd name="connsiteX7" fmla="*/ 1152919 w 6825277"/>
              <a:gd name="connsiteY7" fmla="*/ 2496315 h 2866838"/>
              <a:gd name="connsiteX8" fmla="*/ 1504844 w 6825277"/>
              <a:gd name="connsiteY8" fmla="*/ 2309327 h 2866838"/>
              <a:gd name="connsiteX9" fmla="*/ 190071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38456 w 6825277"/>
              <a:gd name="connsiteY41" fmla="*/ 842833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825727 w 6825277"/>
              <a:gd name="connsiteY6" fmla="*/ 2579730 h 2866838"/>
              <a:gd name="connsiteX7" fmla="*/ 1149744 w 6825277"/>
              <a:gd name="connsiteY7" fmla="*/ 2481787 h 2866838"/>
              <a:gd name="connsiteX8" fmla="*/ 1504844 w 6825277"/>
              <a:gd name="connsiteY8" fmla="*/ 2309327 h 2866838"/>
              <a:gd name="connsiteX9" fmla="*/ 190071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38456 w 6825277"/>
              <a:gd name="connsiteY41" fmla="*/ 842833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825727 w 6825277"/>
              <a:gd name="connsiteY6" fmla="*/ 2579730 h 2866838"/>
              <a:gd name="connsiteX7" fmla="*/ 1149744 w 6825277"/>
              <a:gd name="connsiteY7" fmla="*/ 2481787 h 2866838"/>
              <a:gd name="connsiteX8" fmla="*/ 1504844 w 6825277"/>
              <a:gd name="connsiteY8" fmla="*/ 2309327 h 2866838"/>
              <a:gd name="connsiteX9" fmla="*/ 190071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38456 w 6825277"/>
              <a:gd name="connsiteY41" fmla="*/ 842833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825727 w 6825277"/>
              <a:gd name="connsiteY6" fmla="*/ 2579730 h 2866838"/>
              <a:gd name="connsiteX7" fmla="*/ 1149744 w 6825277"/>
              <a:gd name="connsiteY7" fmla="*/ 2481787 h 2866838"/>
              <a:gd name="connsiteX8" fmla="*/ 1504844 w 6825277"/>
              <a:gd name="connsiteY8" fmla="*/ 2309327 h 2866838"/>
              <a:gd name="connsiteX9" fmla="*/ 190071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38456 w 6825277"/>
              <a:gd name="connsiteY41" fmla="*/ 842833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828902 w 6825277"/>
              <a:gd name="connsiteY6" fmla="*/ 2623313 h 2866838"/>
              <a:gd name="connsiteX7" fmla="*/ 1149744 w 6825277"/>
              <a:gd name="connsiteY7" fmla="*/ 2481787 h 2866838"/>
              <a:gd name="connsiteX8" fmla="*/ 1504844 w 6825277"/>
              <a:gd name="connsiteY8" fmla="*/ 2309327 h 2866838"/>
              <a:gd name="connsiteX9" fmla="*/ 190071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38456 w 6825277"/>
              <a:gd name="connsiteY41" fmla="*/ 842833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295333 w 6825277"/>
              <a:gd name="connsiteY48" fmla="*/ 2818147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828902 w 6825277"/>
              <a:gd name="connsiteY6" fmla="*/ 2623313 h 2866838"/>
              <a:gd name="connsiteX7" fmla="*/ 1149744 w 6825277"/>
              <a:gd name="connsiteY7" fmla="*/ 2481787 h 2866838"/>
              <a:gd name="connsiteX8" fmla="*/ 1504844 w 6825277"/>
              <a:gd name="connsiteY8" fmla="*/ 2309327 h 2866838"/>
              <a:gd name="connsiteX9" fmla="*/ 190071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38456 w 6825277"/>
              <a:gd name="connsiteY41" fmla="*/ 842833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403283 w 6825277"/>
              <a:gd name="connsiteY48" fmla="*/ 2792724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828902 w 6825277"/>
              <a:gd name="connsiteY6" fmla="*/ 2623313 h 2866838"/>
              <a:gd name="connsiteX7" fmla="*/ 1149744 w 6825277"/>
              <a:gd name="connsiteY7" fmla="*/ 2481787 h 2866838"/>
              <a:gd name="connsiteX8" fmla="*/ 1504844 w 6825277"/>
              <a:gd name="connsiteY8" fmla="*/ 2309327 h 2866838"/>
              <a:gd name="connsiteX9" fmla="*/ 190071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38456 w 6825277"/>
              <a:gd name="connsiteY41" fmla="*/ 842833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403283 w 6825277"/>
              <a:gd name="connsiteY48" fmla="*/ 2792724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828902 w 6825277"/>
              <a:gd name="connsiteY6" fmla="*/ 2623313 h 2866838"/>
              <a:gd name="connsiteX7" fmla="*/ 1149744 w 6825277"/>
              <a:gd name="connsiteY7" fmla="*/ 2481787 h 2866838"/>
              <a:gd name="connsiteX8" fmla="*/ 1504844 w 6825277"/>
              <a:gd name="connsiteY8" fmla="*/ 2309327 h 2866838"/>
              <a:gd name="connsiteX9" fmla="*/ 190071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38456 w 6825277"/>
              <a:gd name="connsiteY41" fmla="*/ 842833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396933 w 6825277"/>
              <a:gd name="connsiteY48" fmla="*/ 2814515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35413 w 6825277"/>
              <a:gd name="connsiteY4" fmla="*/ 2415647 h 2866838"/>
              <a:gd name="connsiteX5" fmla="*/ 637564 w 6825277"/>
              <a:gd name="connsiteY5" fmla="*/ 2712894 h 2866838"/>
              <a:gd name="connsiteX6" fmla="*/ 828902 w 6825277"/>
              <a:gd name="connsiteY6" fmla="*/ 2623313 h 2866838"/>
              <a:gd name="connsiteX7" fmla="*/ 1149744 w 6825277"/>
              <a:gd name="connsiteY7" fmla="*/ 2481787 h 2866838"/>
              <a:gd name="connsiteX8" fmla="*/ 1504844 w 6825277"/>
              <a:gd name="connsiteY8" fmla="*/ 2309327 h 2866838"/>
              <a:gd name="connsiteX9" fmla="*/ 190071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38456 w 6825277"/>
              <a:gd name="connsiteY41" fmla="*/ 842833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396933 w 6825277"/>
              <a:gd name="connsiteY48" fmla="*/ 2814515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10013 w 6825277"/>
              <a:gd name="connsiteY4" fmla="*/ 2422911 h 2866838"/>
              <a:gd name="connsiteX5" fmla="*/ 637564 w 6825277"/>
              <a:gd name="connsiteY5" fmla="*/ 2712894 h 2866838"/>
              <a:gd name="connsiteX6" fmla="*/ 828902 w 6825277"/>
              <a:gd name="connsiteY6" fmla="*/ 2623313 h 2866838"/>
              <a:gd name="connsiteX7" fmla="*/ 1149744 w 6825277"/>
              <a:gd name="connsiteY7" fmla="*/ 2481787 h 2866838"/>
              <a:gd name="connsiteX8" fmla="*/ 1504844 w 6825277"/>
              <a:gd name="connsiteY8" fmla="*/ 2309327 h 2866838"/>
              <a:gd name="connsiteX9" fmla="*/ 190071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38456 w 6825277"/>
              <a:gd name="connsiteY41" fmla="*/ 842833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396933 w 6825277"/>
              <a:gd name="connsiteY48" fmla="*/ 2814515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10013 w 6825277"/>
              <a:gd name="connsiteY4" fmla="*/ 2422911 h 2866838"/>
              <a:gd name="connsiteX5" fmla="*/ 637564 w 6825277"/>
              <a:gd name="connsiteY5" fmla="*/ 2712894 h 2866838"/>
              <a:gd name="connsiteX6" fmla="*/ 828902 w 6825277"/>
              <a:gd name="connsiteY6" fmla="*/ 2623313 h 2866838"/>
              <a:gd name="connsiteX7" fmla="*/ 1149744 w 6825277"/>
              <a:gd name="connsiteY7" fmla="*/ 2481787 h 2866838"/>
              <a:gd name="connsiteX8" fmla="*/ 1504844 w 6825277"/>
              <a:gd name="connsiteY8" fmla="*/ 2309327 h 2866838"/>
              <a:gd name="connsiteX9" fmla="*/ 190071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38456 w 6825277"/>
              <a:gd name="connsiteY41" fmla="*/ 842833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396933 w 6825277"/>
              <a:gd name="connsiteY48" fmla="*/ 2814515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10013 w 6825277"/>
              <a:gd name="connsiteY4" fmla="*/ 2422911 h 2866838"/>
              <a:gd name="connsiteX5" fmla="*/ 637564 w 6825277"/>
              <a:gd name="connsiteY5" fmla="*/ 2712894 h 2866838"/>
              <a:gd name="connsiteX6" fmla="*/ 828902 w 6825277"/>
              <a:gd name="connsiteY6" fmla="*/ 2623313 h 2866838"/>
              <a:gd name="connsiteX7" fmla="*/ 1149744 w 6825277"/>
              <a:gd name="connsiteY7" fmla="*/ 2481787 h 2866838"/>
              <a:gd name="connsiteX8" fmla="*/ 1504844 w 6825277"/>
              <a:gd name="connsiteY8" fmla="*/ 2309327 h 2866838"/>
              <a:gd name="connsiteX9" fmla="*/ 190071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38456 w 6825277"/>
              <a:gd name="connsiteY41" fmla="*/ 842833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396933 w 6825277"/>
              <a:gd name="connsiteY48" fmla="*/ 2814515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10013 w 6825277"/>
              <a:gd name="connsiteY4" fmla="*/ 2422911 h 2866838"/>
              <a:gd name="connsiteX5" fmla="*/ 637564 w 6825277"/>
              <a:gd name="connsiteY5" fmla="*/ 2712894 h 2866838"/>
              <a:gd name="connsiteX6" fmla="*/ 828902 w 6825277"/>
              <a:gd name="connsiteY6" fmla="*/ 2623313 h 2866838"/>
              <a:gd name="connsiteX7" fmla="*/ 1149744 w 6825277"/>
              <a:gd name="connsiteY7" fmla="*/ 2481787 h 2866838"/>
              <a:gd name="connsiteX8" fmla="*/ 1504844 w 6825277"/>
              <a:gd name="connsiteY8" fmla="*/ 2309327 h 2866838"/>
              <a:gd name="connsiteX9" fmla="*/ 190071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38456 w 6825277"/>
              <a:gd name="connsiteY41" fmla="*/ 842833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396933 w 6825277"/>
              <a:gd name="connsiteY48" fmla="*/ 2814515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10013 w 6825277"/>
              <a:gd name="connsiteY4" fmla="*/ 2422911 h 2866838"/>
              <a:gd name="connsiteX5" fmla="*/ 637564 w 6825277"/>
              <a:gd name="connsiteY5" fmla="*/ 2712894 h 2866838"/>
              <a:gd name="connsiteX6" fmla="*/ 828902 w 6825277"/>
              <a:gd name="connsiteY6" fmla="*/ 2623313 h 2866838"/>
              <a:gd name="connsiteX7" fmla="*/ 1149744 w 6825277"/>
              <a:gd name="connsiteY7" fmla="*/ 2481787 h 2866838"/>
              <a:gd name="connsiteX8" fmla="*/ 1504844 w 6825277"/>
              <a:gd name="connsiteY8" fmla="*/ 2309327 h 2866838"/>
              <a:gd name="connsiteX9" fmla="*/ 190071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38456 w 6825277"/>
              <a:gd name="connsiteY41" fmla="*/ 842833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396933 w 6825277"/>
              <a:gd name="connsiteY48" fmla="*/ 2814515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10013 w 6825277"/>
              <a:gd name="connsiteY4" fmla="*/ 2422911 h 2866838"/>
              <a:gd name="connsiteX5" fmla="*/ 637564 w 6825277"/>
              <a:gd name="connsiteY5" fmla="*/ 2712894 h 2866838"/>
              <a:gd name="connsiteX6" fmla="*/ 828902 w 6825277"/>
              <a:gd name="connsiteY6" fmla="*/ 2623313 h 2866838"/>
              <a:gd name="connsiteX7" fmla="*/ 1149744 w 6825277"/>
              <a:gd name="connsiteY7" fmla="*/ 2481787 h 2866838"/>
              <a:gd name="connsiteX8" fmla="*/ 1504844 w 6825277"/>
              <a:gd name="connsiteY8" fmla="*/ 2309327 h 2866838"/>
              <a:gd name="connsiteX9" fmla="*/ 190071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38456 w 6825277"/>
              <a:gd name="connsiteY41" fmla="*/ 842833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396933 w 6825277"/>
              <a:gd name="connsiteY48" fmla="*/ 2814515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10013 w 6825277"/>
              <a:gd name="connsiteY4" fmla="*/ 2422911 h 2866838"/>
              <a:gd name="connsiteX5" fmla="*/ 637564 w 6825277"/>
              <a:gd name="connsiteY5" fmla="*/ 2712894 h 2866838"/>
              <a:gd name="connsiteX6" fmla="*/ 828902 w 6825277"/>
              <a:gd name="connsiteY6" fmla="*/ 2623313 h 2866838"/>
              <a:gd name="connsiteX7" fmla="*/ 1149744 w 6825277"/>
              <a:gd name="connsiteY7" fmla="*/ 2481787 h 2866838"/>
              <a:gd name="connsiteX8" fmla="*/ 1504844 w 6825277"/>
              <a:gd name="connsiteY8" fmla="*/ 2309327 h 2866838"/>
              <a:gd name="connsiteX9" fmla="*/ 190071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38456 w 6825277"/>
              <a:gd name="connsiteY41" fmla="*/ 842833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396933 w 6825277"/>
              <a:gd name="connsiteY48" fmla="*/ 2814515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10013 w 6825277"/>
              <a:gd name="connsiteY4" fmla="*/ 2422911 h 2866838"/>
              <a:gd name="connsiteX5" fmla="*/ 637564 w 6825277"/>
              <a:gd name="connsiteY5" fmla="*/ 2712894 h 2866838"/>
              <a:gd name="connsiteX6" fmla="*/ 828902 w 6825277"/>
              <a:gd name="connsiteY6" fmla="*/ 2623313 h 2866838"/>
              <a:gd name="connsiteX7" fmla="*/ 1149744 w 6825277"/>
              <a:gd name="connsiteY7" fmla="*/ 2481787 h 2866838"/>
              <a:gd name="connsiteX8" fmla="*/ 1504844 w 6825277"/>
              <a:gd name="connsiteY8" fmla="*/ 2309327 h 2866838"/>
              <a:gd name="connsiteX9" fmla="*/ 190071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38456 w 6825277"/>
              <a:gd name="connsiteY41" fmla="*/ 842833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396933 w 6825277"/>
              <a:gd name="connsiteY48" fmla="*/ 2814515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66838"/>
              <a:gd name="connsiteX1" fmla="*/ 9583 w 6825277"/>
              <a:gd name="connsiteY1" fmla="*/ 1735834 h 2866838"/>
              <a:gd name="connsiteX2" fmla="*/ 97618 w 6825277"/>
              <a:gd name="connsiteY2" fmla="*/ 1732386 h 2866838"/>
              <a:gd name="connsiteX3" fmla="*/ 96578 w 6825277"/>
              <a:gd name="connsiteY3" fmla="*/ 2035104 h 2866838"/>
              <a:gd name="connsiteX4" fmla="*/ 210013 w 6825277"/>
              <a:gd name="connsiteY4" fmla="*/ 2422911 h 2866838"/>
              <a:gd name="connsiteX5" fmla="*/ 637564 w 6825277"/>
              <a:gd name="connsiteY5" fmla="*/ 2712894 h 2866838"/>
              <a:gd name="connsiteX6" fmla="*/ 828902 w 6825277"/>
              <a:gd name="connsiteY6" fmla="*/ 2623313 h 2866838"/>
              <a:gd name="connsiteX7" fmla="*/ 1149744 w 6825277"/>
              <a:gd name="connsiteY7" fmla="*/ 2481787 h 2866838"/>
              <a:gd name="connsiteX8" fmla="*/ 1504844 w 6825277"/>
              <a:gd name="connsiteY8" fmla="*/ 2309327 h 2866838"/>
              <a:gd name="connsiteX9" fmla="*/ 1900715 w 6825277"/>
              <a:gd name="connsiteY9" fmla="*/ 1955005 h 2866838"/>
              <a:gd name="connsiteX10" fmla="*/ 2517525 w 6825277"/>
              <a:gd name="connsiteY10" fmla="*/ 1341877 h 2866838"/>
              <a:gd name="connsiteX11" fmla="*/ 3362899 w 6825277"/>
              <a:gd name="connsiteY11" fmla="*/ 736610 h 2866838"/>
              <a:gd name="connsiteX12" fmla="*/ 4731023 w 6825277"/>
              <a:gd name="connsiteY12" fmla="*/ 909322 h 2866838"/>
              <a:gd name="connsiteX13" fmla="*/ 5230556 w 6825277"/>
              <a:gd name="connsiteY13" fmla="*/ 274322 h 2866838"/>
              <a:gd name="connsiteX14" fmla="*/ 5795707 w 6825277"/>
              <a:gd name="connsiteY14" fmla="*/ 172768 h 2866838"/>
              <a:gd name="connsiteX15" fmla="*/ 6225390 w 6825277"/>
              <a:gd name="connsiteY15" fmla="*/ 428302 h 2866838"/>
              <a:gd name="connsiteX16" fmla="*/ 6386612 w 6825277"/>
              <a:gd name="connsiteY16" fmla="*/ 623187 h 2866838"/>
              <a:gd name="connsiteX17" fmla="*/ 6539012 w 6825277"/>
              <a:gd name="connsiteY17" fmla="*/ 703089 h 2866838"/>
              <a:gd name="connsiteX18" fmla="*/ 6653312 w 6825277"/>
              <a:gd name="connsiteY18" fmla="*/ 674034 h 2866838"/>
              <a:gd name="connsiteX19" fmla="*/ 6682590 w 6825277"/>
              <a:gd name="connsiteY19" fmla="*/ 529995 h 2866838"/>
              <a:gd name="connsiteX20" fmla="*/ 6653313 w 6825277"/>
              <a:gd name="connsiteY20" fmla="*/ 390745 h 2866838"/>
              <a:gd name="connsiteX21" fmla="*/ 6583464 w 6825277"/>
              <a:gd name="connsiteY21" fmla="*/ 303578 h 2866838"/>
              <a:gd name="connsiteX22" fmla="*/ 6539014 w 6825277"/>
              <a:gd name="connsiteY22" fmla="*/ 194620 h 2866838"/>
              <a:gd name="connsiteX23" fmla="*/ 6519964 w 6825277"/>
              <a:gd name="connsiteY23" fmla="*/ 27550 h 2866838"/>
              <a:gd name="connsiteX24" fmla="*/ 6666013 w 6825277"/>
              <a:gd name="connsiteY24" fmla="*/ 13025 h 2866838"/>
              <a:gd name="connsiteX25" fmla="*/ 6818056 w 6825277"/>
              <a:gd name="connsiteY25" fmla="*/ 26287 h 2866838"/>
              <a:gd name="connsiteX26" fmla="*/ 6799364 w 6825277"/>
              <a:gd name="connsiteY26" fmla="*/ 252730 h 2866838"/>
              <a:gd name="connsiteX27" fmla="*/ 6754914 w 6825277"/>
              <a:gd name="connsiteY27" fmla="*/ 405271 h 2866838"/>
              <a:gd name="connsiteX28" fmla="*/ 6742213 w 6825277"/>
              <a:gd name="connsiteY28" fmla="*/ 659506 h 2866838"/>
              <a:gd name="connsiteX29" fmla="*/ 6666013 w 6825277"/>
              <a:gd name="connsiteY29" fmla="*/ 775729 h 2866838"/>
              <a:gd name="connsiteX30" fmla="*/ 6555590 w 6825277"/>
              <a:gd name="connsiteY30" fmla="*/ 797321 h 2866838"/>
              <a:gd name="connsiteX31" fmla="*/ 6341805 w 6825277"/>
              <a:gd name="connsiteY31" fmla="*/ 712560 h 2866838"/>
              <a:gd name="connsiteX32" fmla="*/ 6075463 w 6825277"/>
              <a:gd name="connsiteY32" fmla="*/ 398005 h 2866838"/>
              <a:gd name="connsiteX33" fmla="*/ 5838040 w 6825277"/>
              <a:gd name="connsiteY33" fmla="*/ 276774 h 2866838"/>
              <a:gd name="connsiteX34" fmla="*/ 5514190 w 6825277"/>
              <a:gd name="connsiteY34" fmla="*/ 257389 h 2866838"/>
              <a:gd name="connsiteX35" fmla="*/ 5332156 w 6825277"/>
              <a:gd name="connsiteY35" fmla="*/ 333589 h 2866838"/>
              <a:gd name="connsiteX36" fmla="*/ 5213623 w 6825277"/>
              <a:gd name="connsiteY36" fmla="*/ 452121 h 2866838"/>
              <a:gd name="connsiteX37" fmla="*/ 5001956 w 6825277"/>
              <a:gd name="connsiteY37" fmla="*/ 833121 h 2866838"/>
              <a:gd name="connsiteX38" fmla="*/ 4824156 w 6825277"/>
              <a:gd name="connsiteY38" fmla="*/ 985522 h 2866838"/>
              <a:gd name="connsiteX39" fmla="*/ 4411964 w 6825277"/>
              <a:gd name="connsiteY39" fmla="*/ 1018010 h 2866838"/>
              <a:gd name="connsiteX40" fmla="*/ 3752667 w 6825277"/>
              <a:gd name="connsiteY40" fmla="*/ 839283 h 2866838"/>
              <a:gd name="connsiteX41" fmla="*/ 3338456 w 6825277"/>
              <a:gd name="connsiteY41" fmla="*/ 842833 h 2866838"/>
              <a:gd name="connsiteX42" fmla="*/ 2670049 w 6825277"/>
              <a:gd name="connsiteY42" fmla="*/ 1324293 h 2866838"/>
              <a:gd name="connsiteX43" fmla="*/ 2007519 w 6825277"/>
              <a:gd name="connsiteY43" fmla="*/ 1975179 h 2866838"/>
              <a:gd name="connsiteX44" fmla="*/ 1593822 w 6825277"/>
              <a:gd name="connsiteY44" fmla="*/ 2375841 h 2866838"/>
              <a:gd name="connsiteX45" fmla="*/ 1292452 w 6825277"/>
              <a:gd name="connsiteY45" fmla="*/ 2521618 h 2866838"/>
              <a:gd name="connsiteX46" fmla="*/ 1069748 w 6825277"/>
              <a:gd name="connsiteY46" fmla="*/ 2609174 h 2866838"/>
              <a:gd name="connsiteX47" fmla="*/ 617223 w 6825277"/>
              <a:gd name="connsiteY47" fmla="*/ 2866838 h 2866838"/>
              <a:gd name="connsiteX48" fmla="*/ 396933 w 6825277"/>
              <a:gd name="connsiteY48" fmla="*/ 2814515 h 2866838"/>
              <a:gd name="connsiteX49" fmla="*/ 170073 w 6825277"/>
              <a:gd name="connsiteY49" fmla="*/ 2565471 h 2866838"/>
              <a:gd name="connsiteX50" fmla="*/ 31187 w 6825277"/>
              <a:gd name="connsiteY50" fmla="*/ 2148289 h 2866838"/>
              <a:gd name="connsiteX51" fmla="*/ 4772 w 6825277"/>
              <a:gd name="connsiteY51" fmla="*/ 1861782 h 2866838"/>
              <a:gd name="connsiteX0" fmla="*/ 4772 w 6825277"/>
              <a:gd name="connsiteY0" fmla="*/ 1861782 h 2882774"/>
              <a:gd name="connsiteX1" fmla="*/ 9583 w 6825277"/>
              <a:gd name="connsiteY1" fmla="*/ 1735834 h 2882774"/>
              <a:gd name="connsiteX2" fmla="*/ 97618 w 6825277"/>
              <a:gd name="connsiteY2" fmla="*/ 1732386 h 2882774"/>
              <a:gd name="connsiteX3" fmla="*/ 96578 w 6825277"/>
              <a:gd name="connsiteY3" fmla="*/ 2035104 h 2882774"/>
              <a:gd name="connsiteX4" fmla="*/ 210013 w 6825277"/>
              <a:gd name="connsiteY4" fmla="*/ 2422911 h 2882774"/>
              <a:gd name="connsiteX5" fmla="*/ 637564 w 6825277"/>
              <a:gd name="connsiteY5" fmla="*/ 2712894 h 2882774"/>
              <a:gd name="connsiteX6" fmla="*/ 828902 w 6825277"/>
              <a:gd name="connsiteY6" fmla="*/ 2623313 h 2882774"/>
              <a:gd name="connsiteX7" fmla="*/ 1149744 w 6825277"/>
              <a:gd name="connsiteY7" fmla="*/ 2481787 h 2882774"/>
              <a:gd name="connsiteX8" fmla="*/ 1504844 w 6825277"/>
              <a:gd name="connsiteY8" fmla="*/ 2309327 h 2882774"/>
              <a:gd name="connsiteX9" fmla="*/ 1900715 w 6825277"/>
              <a:gd name="connsiteY9" fmla="*/ 1955005 h 2882774"/>
              <a:gd name="connsiteX10" fmla="*/ 2517525 w 6825277"/>
              <a:gd name="connsiteY10" fmla="*/ 1341877 h 2882774"/>
              <a:gd name="connsiteX11" fmla="*/ 3362899 w 6825277"/>
              <a:gd name="connsiteY11" fmla="*/ 736610 h 2882774"/>
              <a:gd name="connsiteX12" fmla="*/ 4731023 w 6825277"/>
              <a:gd name="connsiteY12" fmla="*/ 909322 h 2882774"/>
              <a:gd name="connsiteX13" fmla="*/ 5230556 w 6825277"/>
              <a:gd name="connsiteY13" fmla="*/ 274322 h 2882774"/>
              <a:gd name="connsiteX14" fmla="*/ 5795707 w 6825277"/>
              <a:gd name="connsiteY14" fmla="*/ 172768 h 2882774"/>
              <a:gd name="connsiteX15" fmla="*/ 6225390 w 6825277"/>
              <a:gd name="connsiteY15" fmla="*/ 428302 h 2882774"/>
              <a:gd name="connsiteX16" fmla="*/ 6386612 w 6825277"/>
              <a:gd name="connsiteY16" fmla="*/ 623187 h 2882774"/>
              <a:gd name="connsiteX17" fmla="*/ 6539012 w 6825277"/>
              <a:gd name="connsiteY17" fmla="*/ 703089 h 2882774"/>
              <a:gd name="connsiteX18" fmla="*/ 6653312 w 6825277"/>
              <a:gd name="connsiteY18" fmla="*/ 674034 h 2882774"/>
              <a:gd name="connsiteX19" fmla="*/ 6682590 w 6825277"/>
              <a:gd name="connsiteY19" fmla="*/ 529995 h 2882774"/>
              <a:gd name="connsiteX20" fmla="*/ 6653313 w 6825277"/>
              <a:gd name="connsiteY20" fmla="*/ 390745 h 2882774"/>
              <a:gd name="connsiteX21" fmla="*/ 6583464 w 6825277"/>
              <a:gd name="connsiteY21" fmla="*/ 303578 h 2882774"/>
              <a:gd name="connsiteX22" fmla="*/ 6539014 w 6825277"/>
              <a:gd name="connsiteY22" fmla="*/ 194620 h 2882774"/>
              <a:gd name="connsiteX23" fmla="*/ 6519964 w 6825277"/>
              <a:gd name="connsiteY23" fmla="*/ 27550 h 2882774"/>
              <a:gd name="connsiteX24" fmla="*/ 6666013 w 6825277"/>
              <a:gd name="connsiteY24" fmla="*/ 13025 h 2882774"/>
              <a:gd name="connsiteX25" fmla="*/ 6818056 w 6825277"/>
              <a:gd name="connsiteY25" fmla="*/ 26287 h 2882774"/>
              <a:gd name="connsiteX26" fmla="*/ 6799364 w 6825277"/>
              <a:gd name="connsiteY26" fmla="*/ 252730 h 2882774"/>
              <a:gd name="connsiteX27" fmla="*/ 6754914 w 6825277"/>
              <a:gd name="connsiteY27" fmla="*/ 405271 h 2882774"/>
              <a:gd name="connsiteX28" fmla="*/ 6742213 w 6825277"/>
              <a:gd name="connsiteY28" fmla="*/ 659506 h 2882774"/>
              <a:gd name="connsiteX29" fmla="*/ 6666013 w 6825277"/>
              <a:gd name="connsiteY29" fmla="*/ 775729 h 2882774"/>
              <a:gd name="connsiteX30" fmla="*/ 6555590 w 6825277"/>
              <a:gd name="connsiteY30" fmla="*/ 797321 h 2882774"/>
              <a:gd name="connsiteX31" fmla="*/ 6341805 w 6825277"/>
              <a:gd name="connsiteY31" fmla="*/ 712560 h 2882774"/>
              <a:gd name="connsiteX32" fmla="*/ 6075463 w 6825277"/>
              <a:gd name="connsiteY32" fmla="*/ 398005 h 2882774"/>
              <a:gd name="connsiteX33" fmla="*/ 5838040 w 6825277"/>
              <a:gd name="connsiteY33" fmla="*/ 276774 h 2882774"/>
              <a:gd name="connsiteX34" fmla="*/ 5514190 w 6825277"/>
              <a:gd name="connsiteY34" fmla="*/ 257389 h 2882774"/>
              <a:gd name="connsiteX35" fmla="*/ 5332156 w 6825277"/>
              <a:gd name="connsiteY35" fmla="*/ 333589 h 2882774"/>
              <a:gd name="connsiteX36" fmla="*/ 5213623 w 6825277"/>
              <a:gd name="connsiteY36" fmla="*/ 452121 h 2882774"/>
              <a:gd name="connsiteX37" fmla="*/ 5001956 w 6825277"/>
              <a:gd name="connsiteY37" fmla="*/ 833121 h 2882774"/>
              <a:gd name="connsiteX38" fmla="*/ 4824156 w 6825277"/>
              <a:gd name="connsiteY38" fmla="*/ 985522 h 2882774"/>
              <a:gd name="connsiteX39" fmla="*/ 4411964 w 6825277"/>
              <a:gd name="connsiteY39" fmla="*/ 1018010 h 2882774"/>
              <a:gd name="connsiteX40" fmla="*/ 3752667 w 6825277"/>
              <a:gd name="connsiteY40" fmla="*/ 839283 h 2882774"/>
              <a:gd name="connsiteX41" fmla="*/ 3338456 w 6825277"/>
              <a:gd name="connsiteY41" fmla="*/ 842833 h 2882774"/>
              <a:gd name="connsiteX42" fmla="*/ 2670049 w 6825277"/>
              <a:gd name="connsiteY42" fmla="*/ 1324293 h 2882774"/>
              <a:gd name="connsiteX43" fmla="*/ 2007519 w 6825277"/>
              <a:gd name="connsiteY43" fmla="*/ 1975179 h 2882774"/>
              <a:gd name="connsiteX44" fmla="*/ 1593822 w 6825277"/>
              <a:gd name="connsiteY44" fmla="*/ 2375841 h 2882774"/>
              <a:gd name="connsiteX45" fmla="*/ 1292452 w 6825277"/>
              <a:gd name="connsiteY45" fmla="*/ 2521618 h 2882774"/>
              <a:gd name="connsiteX46" fmla="*/ 1069748 w 6825277"/>
              <a:gd name="connsiteY46" fmla="*/ 2609174 h 2882774"/>
              <a:gd name="connsiteX47" fmla="*/ 617223 w 6825277"/>
              <a:gd name="connsiteY47" fmla="*/ 2866838 h 2882774"/>
              <a:gd name="connsiteX48" fmla="*/ 396933 w 6825277"/>
              <a:gd name="connsiteY48" fmla="*/ 2814515 h 2882774"/>
              <a:gd name="connsiteX49" fmla="*/ 170073 w 6825277"/>
              <a:gd name="connsiteY49" fmla="*/ 2565471 h 2882774"/>
              <a:gd name="connsiteX50" fmla="*/ 31187 w 6825277"/>
              <a:gd name="connsiteY50" fmla="*/ 2148289 h 2882774"/>
              <a:gd name="connsiteX51" fmla="*/ 4772 w 6825277"/>
              <a:gd name="connsiteY51" fmla="*/ 1861782 h 2882774"/>
              <a:gd name="connsiteX0" fmla="*/ 4772 w 6825277"/>
              <a:gd name="connsiteY0" fmla="*/ 1861782 h 2873226"/>
              <a:gd name="connsiteX1" fmla="*/ 9583 w 6825277"/>
              <a:gd name="connsiteY1" fmla="*/ 1735834 h 2873226"/>
              <a:gd name="connsiteX2" fmla="*/ 97618 w 6825277"/>
              <a:gd name="connsiteY2" fmla="*/ 1732386 h 2873226"/>
              <a:gd name="connsiteX3" fmla="*/ 96578 w 6825277"/>
              <a:gd name="connsiteY3" fmla="*/ 2035104 h 2873226"/>
              <a:gd name="connsiteX4" fmla="*/ 210013 w 6825277"/>
              <a:gd name="connsiteY4" fmla="*/ 2422911 h 2873226"/>
              <a:gd name="connsiteX5" fmla="*/ 637564 w 6825277"/>
              <a:gd name="connsiteY5" fmla="*/ 2712894 h 2873226"/>
              <a:gd name="connsiteX6" fmla="*/ 828902 w 6825277"/>
              <a:gd name="connsiteY6" fmla="*/ 2623313 h 2873226"/>
              <a:gd name="connsiteX7" fmla="*/ 1149744 w 6825277"/>
              <a:gd name="connsiteY7" fmla="*/ 2481787 h 2873226"/>
              <a:gd name="connsiteX8" fmla="*/ 1504844 w 6825277"/>
              <a:gd name="connsiteY8" fmla="*/ 2309327 h 2873226"/>
              <a:gd name="connsiteX9" fmla="*/ 1900715 w 6825277"/>
              <a:gd name="connsiteY9" fmla="*/ 1955005 h 2873226"/>
              <a:gd name="connsiteX10" fmla="*/ 2517525 w 6825277"/>
              <a:gd name="connsiteY10" fmla="*/ 1341877 h 2873226"/>
              <a:gd name="connsiteX11" fmla="*/ 3362899 w 6825277"/>
              <a:gd name="connsiteY11" fmla="*/ 736610 h 2873226"/>
              <a:gd name="connsiteX12" fmla="*/ 4731023 w 6825277"/>
              <a:gd name="connsiteY12" fmla="*/ 909322 h 2873226"/>
              <a:gd name="connsiteX13" fmla="*/ 5230556 w 6825277"/>
              <a:gd name="connsiteY13" fmla="*/ 274322 h 2873226"/>
              <a:gd name="connsiteX14" fmla="*/ 5795707 w 6825277"/>
              <a:gd name="connsiteY14" fmla="*/ 172768 h 2873226"/>
              <a:gd name="connsiteX15" fmla="*/ 6225390 w 6825277"/>
              <a:gd name="connsiteY15" fmla="*/ 428302 h 2873226"/>
              <a:gd name="connsiteX16" fmla="*/ 6386612 w 6825277"/>
              <a:gd name="connsiteY16" fmla="*/ 623187 h 2873226"/>
              <a:gd name="connsiteX17" fmla="*/ 6539012 w 6825277"/>
              <a:gd name="connsiteY17" fmla="*/ 703089 h 2873226"/>
              <a:gd name="connsiteX18" fmla="*/ 6653312 w 6825277"/>
              <a:gd name="connsiteY18" fmla="*/ 674034 h 2873226"/>
              <a:gd name="connsiteX19" fmla="*/ 6682590 w 6825277"/>
              <a:gd name="connsiteY19" fmla="*/ 529995 h 2873226"/>
              <a:gd name="connsiteX20" fmla="*/ 6653313 w 6825277"/>
              <a:gd name="connsiteY20" fmla="*/ 390745 h 2873226"/>
              <a:gd name="connsiteX21" fmla="*/ 6583464 w 6825277"/>
              <a:gd name="connsiteY21" fmla="*/ 303578 h 2873226"/>
              <a:gd name="connsiteX22" fmla="*/ 6539014 w 6825277"/>
              <a:gd name="connsiteY22" fmla="*/ 194620 h 2873226"/>
              <a:gd name="connsiteX23" fmla="*/ 6519964 w 6825277"/>
              <a:gd name="connsiteY23" fmla="*/ 27550 h 2873226"/>
              <a:gd name="connsiteX24" fmla="*/ 6666013 w 6825277"/>
              <a:gd name="connsiteY24" fmla="*/ 13025 h 2873226"/>
              <a:gd name="connsiteX25" fmla="*/ 6818056 w 6825277"/>
              <a:gd name="connsiteY25" fmla="*/ 26287 h 2873226"/>
              <a:gd name="connsiteX26" fmla="*/ 6799364 w 6825277"/>
              <a:gd name="connsiteY26" fmla="*/ 252730 h 2873226"/>
              <a:gd name="connsiteX27" fmla="*/ 6754914 w 6825277"/>
              <a:gd name="connsiteY27" fmla="*/ 405271 h 2873226"/>
              <a:gd name="connsiteX28" fmla="*/ 6742213 w 6825277"/>
              <a:gd name="connsiteY28" fmla="*/ 659506 h 2873226"/>
              <a:gd name="connsiteX29" fmla="*/ 6666013 w 6825277"/>
              <a:gd name="connsiteY29" fmla="*/ 775729 h 2873226"/>
              <a:gd name="connsiteX30" fmla="*/ 6555590 w 6825277"/>
              <a:gd name="connsiteY30" fmla="*/ 797321 h 2873226"/>
              <a:gd name="connsiteX31" fmla="*/ 6341805 w 6825277"/>
              <a:gd name="connsiteY31" fmla="*/ 712560 h 2873226"/>
              <a:gd name="connsiteX32" fmla="*/ 6075463 w 6825277"/>
              <a:gd name="connsiteY32" fmla="*/ 398005 h 2873226"/>
              <a:gd name="connsiteX33" fmla="*/ 5838040 w 6825277"/>
              <a:gd name="connsiteY33" fmla="*/ 276774 h 2873226"/>
              <a:gd name="connsiteX34" fmla="*/ 5514190 w 6825277"/>
              <a:gd name="connsiteY34" fmla="*/ 257389 h 2873226"/>
              <a:gd name="connsiteX35" fmla="*/ 5332156 w 6825277"/>
              <a:gd name="connsiteY35" fmla="*/ 333589 h 2873226"/>
              <a:gd name="connsiteX36" fmla="*/ 5213623 w 6825277"/>
              <a:gd name="connsiteY36" fmla="*/ 452121 h 2873226"/>
              <a:gd name="connsiteX37" fmla="*/ 5001956 w 6825277"/>
              <a:gd name="connsiteY37" fmla="*/ 833121 h 2873226"/>
              <a:gd name="connsiteX38" fmla="*/ 4824156 w 6825277"/>
              <a:gd name="connsiteY38" fmla="*/ 985522 h 2873226"/>
              <a:gd name="connsiteX39" fmla="*/ 4411964 w 6825277"/>
              <a:gd name="connsiteY39" fmla="*/ 1018010 h 2873226"/>
              <a:gd name="connsiteX40" fmla="*/ 3752667 w 6825277"/>
              <a:gd name="connsiteY40" fmla="*/ 839283 h 2873226"/>
              <a:gd name="connsiteX41" fmla="*/ 3338456 w 6825277"/>
              <a:gd name="connsiteY41" fmla="*/ 842833 h 2873226"/>
              <a:gd name="connsiteX42" fmla="*/ 2670049 w 6825277"/>
              <a:gd name="connsiteY42" fmla="*/ 1324293 h 2873226"/>
              <a:gd name="connsiteX43" fmla="*/ 2007519 w 6825277"/>
              <a:gd name="connsiteY43" fmla="*/ 1975179 h 2873226"/>
              <a:gd name="connsiteX44" fmla="*/ 1593822 w 6825277"/>
              <a:gd name="connsiteY44" fmla="*/ 2375841 h 2873226"/>
              <a:gd name="connsiteX45" fmla="*/ 1292452 w 6825277"/>
              <a:gd name="connsiteY45" fmla="*/ 2521618 h 2873226"/>
              <a:gd name="connsiteX46" fmla="*/ 1069748 w 6825277"/>
              <a:gd name="connsiteY46" fmla="*/ 2609174 h 2873226"/>
              <a:gd name="connsiteX47" fmla="*/ 617223 w 6825277"/>
              <a:gd name="connsiteY47" fmla="*/ 2866838 h 2873226"/>
              <a:gd name="connsiteX48" fmla="*/ 396933 w 6825277"/>
              <a:gd name="connsiteY48" fmla="*/ 2814515 h 2873226"/>
              <a:gd name="connsiteX49" fmla="*/ 170073 w 6825277"/>
              <a:gd name="connsiteY49" fmla="*/ 2565471 h 2873226"/>
              <a:gd name="connsiteX50" fmla="*/ 31187 w 6825277"/>
              <a:gd name="connsiteY50" fmla="*/ 2148289 h 2873226"/>
              <a:gd name="connsiteX51" fmla="*/ 4772 w 6825277"/>
              <a:gd name="connsiteY51" fmla="*/ 1861782 h 2873226"/>
              <a:gd name="connsiteX0" fmla="*/ 4772 w 6825277"/>
              <a:gd name="connsiteY0" fmla="*/ 1861782 h 2842838"/>
              <a:gd name="connsiteX1" fmla="*/ 9583 w 6825277"/>
              <a:gd name="connsiteY1" fmla="*/ 1735834 h 2842838"/>
              <a:gd name="connsiteX2" fmla="*/ 97618 w 6825277"/>
              <a:gd name="connsiteY2" fmla="*/ 1732386 h 2842838"/>
              <a:gd name="connsiteX3" fmla="*/ 96578 w 6825277"/>
              <a:gd name="connsiteY3" fmla="*/ 2035104 h 2842838"/>
              <a:gd name="connsiteX4" fmla="*/ 210013 w 6825277"/>
              <a:gd name="connsiteY4" fmla="*/ 2422911 h 2842838"/>
              <a:gd name="connsiteX5" fmla="*/ 637564 w 6825277"/>
              <a:gd name="connsiteY5" fmla="*/ 2712894 h 2842838"/>
              <a:gd name="connsiteX6" fmla="*/ 828902 w 6825277"/>
              <a:gd name="connsiteY6" fmla="*/ 2623313 h 2842838"/>
              <a:gd name="connsiteX7" fmla="*/ 1149744 w 6825277"/>
              <a:gd name="connsiteY7" fmla="*/ 2481787 h 2842838"/>
              <a:gd name="connsiteX8" fmla="*/ 1504844 w 6825277"/>
              <a:gd name="connsiteY8" fmla="*/ 2309327 h 2842838"/>
              <a:gd name="connsiteX9" fmla="*/ 1900715 w 6825277"/>
              <a:gd name="connsiteY9" fmla="*/ 1955005 h 2842838"/>
              <a:gd name="connsiteX10" fmla="*/ 2517525 w 6825277"/>
              <a:gd name="connsiteY10" fmla="*/ 1341877 h 2842838"/>
              <a:gd name="connsiteX11" fmla="*/ 3362899 w 6825277"/>
              <a:gd name="connsiteY11" fmla="*/ 736610 h 2842838"/>
              <a:gd name="connsiteX12" fmla="*/ 4731023 w 6825277"/>
              <a:gd name="connsiteY12" fmla="*/ 909322 h 2842838"/>
              <a:gd name="connsiteX13" fmla="*/ 5230556 w 6825277"/>
              <a:gd name="connsiteY13" fmla="*/ 274322 h 2842838"/>
              <a:gd name="connsiteX14" fmla="*/ 5795707 w 6825277"/>
              <a:gd name="connsiteY14" fmla="*/ 172768 h 2842838"/>
              <a:gd name="connsiteX15" fmla="*/ 6225390 w 6825277"/>
              <a:gd name="connsiteY15" fmla="*/ 428302 h 2842838"/>
              <a:gd name="connsiteX16" fmla="*/ 6386612 w 6825277"/>
              <a:gd name="connsiteY16" fmla="*/ 623187 h 2842838"/>
              <a:gd name="connsiteX17" fmla="*/ 6539012 w 6825277"/>
              <a:gd name="connsiteY17" fmla="*/ 703089 h 2842838"/>
              <a:gd name="connsiteX18" fmla="*/ 6653312 w 6825277"/>
              <a:gd name="connsiteY18" fmla="*/ 674034 h 2842838"/>
              <a:gd name="connsiteX19" fmla="*/ 6682590 w 6825277"/>
              <a:gd name="connsiteY19" fmla="*/ 529995 h 2842838"/>
              <a:gd name="connsiteX20" fmla="*/ 6653313 w 6825277"/>
              <a:gd name="connsiteY20" fmla="*/ 390745 h 2842838"/>
              <a:gd name="connsiteX21" fmla="*/ 6583464 w 6825277"/>
              <a:gd name="connsiteY21" fmla="*/ 303578 h 2842838"/>
              <a:gd name="connsiteX22" fmla="*/ 6539014 w 6825277"/>
              <a:gd name="connsiteY22" fmla="*/ 194620 h 2842838"/>
              <a:gd name="connsiteX23" fmla="*/ 6519964 w 6825277"/>
              <a:gd name="connsiteY23" fmla="*/ 27550 h 2842838"/>
              <a:gd name="connsiteX24" fmla="*/ 6666013 w 6825277"/>
              <a:gd name="connsiteY24" fmla="*/ 13025 h 2842838"/>
              <a:gd name="connsiteX25" fmla="*/ 6818056 w 6825277"/>
              <a:gd name="connsiteY25" fmla="*/ 26287 h 2842838"/>
              <a:gd name="connsiteX26" fmla="*/ 6799364 w 6825277"/>
              <a:gd name="connsiteY26" fmla="*/ 252730 h 2842838"/>
              <a:gd name="connsiteX27" fmla="*/ 6754914 w 6825277"/>
              <a:gd name="connsiteY27" fmla="*/ 405271 h 2842838"/>
              <a:gd name="connsiteX28" fmla="*/ 6742213 w 6825277"/>
              <a:gd name="connsiteY28" fmla="*/ 659506 h 2842838"/>
              <a:gd name="connsiteX29" fmla="*/ 6666013 w 6825277"/>
              <a:gd name="connsiteY29" fmla="*/ 775729 h 2842838"/>
              <a:gd name="connsiteX30" fmla="*/ 6555590 w 6825277"/>
              <a:gd name="connsiteY30" fmla="*/ 797321 h 2842838"/>
              <a:gd name="connsiteX31" fmla="*/ 6341805 w 6825277"/>
              <a:gd name="connsiteY31" fmla="*/ 712560 h 2842838"/>
              <a:gd name="connsiteX32" fmla="*/ 6075463 w 6825277"/>
              <a:gd name="connsiteY32" fmla="*/ 398005 h 2842838"/>
              <a:gd name="connsiteX33" fmla="*/ 5838040 w 6825277"/>
              <a:gd name="connsiteY33" fmla="*/ 276774 h 2842838"/>
              <a:gd name="connsiteX34" fmla="*/ 5514190 w 6825277"/>
              <a:gd name="connsiteY34" fmla="*/ 257389 h 2842838"/>
              <a:gd name="connsiteX35" fmla="*/ 5332156 w 6825277"/>
              <a:gd name="connsiteY35" fmla="*/ 333589 h 2842838"/>
              <a:gd name="connsiteX36" fmla="*/ 5213623 w 6825277"/>
              <a:gd name="connsiteY36" fmla="*/ 452121 h 2842838"/>
              <a:gd name="connsiteX37" fmla="*/ 5001956 w 6825277"/>
              <a:gd name="connsiteY37" fmla="*/ 833121 h 2842838"/>
              <a:gd name="connsiteX38" fmla="*/ 4824156 w 6825277"/>
              <a:gd name="connsiteY38" fmla="*/ 985522 h 2842838"/>
              <a:gd name="connsiteX39" fmla="*/ 4411964 w 6825277"/>
              <a:gd name="connsiteY39" fmla="*/ 1018010 h 2842838"/>
              <a:gd name="connsiteX40" fmla="*/ 3752667 w 6825277"/>
              <a:gd name="connsiteY40" fmla="*/ 839283 h 2842838"/>
              <a:gd name="connsiteX41" fmla="*/ 3338456 w 6825277"/>
              <a:gd name="connsiteY41" fmla="*/ 842833 h 2842838"/>
              <a:gd name="connsiteX42" fmla="*/ 2670049 w 6825277"/>
              <a:gd name="connsiteY42" fmla="*/ 1324293 h 2842838"/>
              <a:gd name="connsiteX43" fmla="*/ 2007519 w 6825277"/>
              <a:gd name="connsiteY43" fmla="*/ 1975179 h 2842838"/>
              <a:gd name="connsiteX44" fmla="*/ 1593822 w 6825277"/>
              <a:gd name="connsiteY44" fmla="*/ 2375841 h 2842838"/>
              <a:gd name="connsiteX45" fmla="*/ 1292452 w 6825277"/>
              <a:gd name="connsiteY45" fmla="*/ 2521618 h 2842838"/>
              <a:gd name="connsiteX46" fmla="*/ 1069748 w 6825277"/>
              <a:gd name="connsiteY46" fmla="*/ 2609174 h 2842838"/>
              <a:gd name="connsiteX47" fmla="*/ 636273 w 6825277"/>
              <a:gd name="connsiteY47" fmla="*/ 2834151 h 2842838"/>
              <a:gd name="connsiteX48" fmla="*/ 396933 w 6825277"/>
              <a:gd name="connsiteY48" fmla="*/ 2814515 h 2842838"/>
              <a:gd name="connsiteX49" fmla="*/ 170073 w 6825277"/>
              <a:gd name="connsiteY49" fmla="*/ 2565471 h 2842838"/>
              <a:gd name="connsiteX50" fmla="*/ 31187 w 6825277"/>
              <a:gd name="connsiteY50" fmla="*/ 2148289 h 2842838"/>
              <a:gd name="connsiteX51" fmla="*/ 4772 w 6825277"/>
              <a:gd name="connsiteY51" fmla="*/ 1861782 h 2842838"/>
              <a:gd name="connsiteX0" fmla="*/ 4772 w 6825277"/>
              <a:gd name="connsiteY0" fmla="*/ 1861782 h 2842838"/>
              <a:gd name="connsiteX1" fmla="*/ 9583 w 6825277"/>
              <a:gd name="connsiteY1" fmla="*/ 1735834 h 2842838"/>
              <a:gd name="connsiteX2" fmla="*/ 97618 w 6825277"/>
              <a:gd name="connsiteY2" fmla="*/ 1732386 h 2842838"/>
              <a:gd name="connsiteX3" fmla="*/ 96578 w 6825277"/>
              <a:gd name="connsiteY3" fmla="*/ 2035104 h 2842838"/>
              <a:gd name="connsiteX4" fmla="*/ 210013 w 6825277"/>
              <a:gd name="connsiteY4" fmla="*/ 2422911 h 2842838"/>
              <a:gd name="connsiteX5" fmla="*/ 748689 w 6825277"/>
              <a:gd name="connsiteY5" fmla="*/ 2687471 h 2842838"/>
              <a:gd name="connsiteX6" fmla="*/ 828902 w 6825277"/>
              <a:gd name="connsiteY6" fmla="*/ 2623313 h 2842838"/>
              <a:gd name="connsiteX7" fmla="*/ 1149744 w 6825277"/>
              <a:gd name="connsiteY7" fmla="*/ 2481787 h 2842838"/>
              <a:gd name="connsiteX8" fmla="*/ 1504844 w 6825277"/>
              <a:gd name="connsiteY8" fmla="*/ 2309327 h 2842838"/>
              <a:gd name="connsiteX9" fmla="*/ 1900715 w 6825277"/>
              <a:gd name="connsiteY9" fmla="*/ 1955005 h 2842838"/>
              <a:gd name="connsiteX10" fmla="*/ 2517525 w 6825277"/>
              <a:gd name="connsiteY10" fmla="*/ 1341877 h 2842838"/>
              <a:gd name="connsiteX11" fmla="*/ 3362899 w 6825277"/>
              <a:gd name="connsiteY11" fmla="*/ 736610 h 2842838"/>
              <a:gd name="connsiteX12" fmla="*/ 4731023 w 6825277"/>
              <a:gd name="connsiteY12" fmla="*/ 909322 h 2842838"/>
              <a:gd name="connsiteX13" fmla="*/ 5230556 w 6825277"/>
              <a:gd name="connsiteY13" fmla="*/ 274322 h 2842838"/>
              <a:gd name="connsiteX14" fmla="*/ 5795707 w 6825277"/>
              <a:gd name="connsiteY14" fmla="*/ 172768 h 2842838"/>
              <a:gd name="connsiteX15" fmla="*/ 6225390 w 6825277"/>
              <a:gd name="connsiteY15" fmla="*/ 428302 h 2842838"/>
              <a:gd name="connsiteX16" fmla="*/ 6386612 w 6825277"/>
              <a:gd name="connsiteY16" fmla="*/ 623187 h 2842838"/>
              <a:gd name="connsiteX17" fmla="*/ 6539012 w 6825277"/>
              <a:gd name="connsiteY17" fmla="*/ 703089 h 2842838"/>
              <a:gd name="connsiteX18" fmla="*/ 6653312 w 6825277"/>
              <a:gd name="connsiteY18" fmla="*/ 674034 h 2842838"/>
              <a:gd name="connsiteX19" fmla="*/ 6682590 w 6825277"/>
              <a:gd name="connsiteY19" fmla="*/ 529995 h 2842838"/>
              <a:gd name="connsiteX20" fmla="*/ 6653313 w 6825277"/>
              <a:gd name="connsiteY20" fmla="*/ 390745 h 2842838"/>
              <a:gd name="connsiteX21" fmla="*/ 6583464 w 6825277"/>
              <a:gd name="connsiteY21" fmla="*/ 303578 h 2842838"/>
              <a:gd name="connsiteX22" fmla="*/ 6539014 w 6825277"/>
              <a:gd name="connsiteY22" fmla="*/ 194620 h 2842838"/>
              <a:gd name="connsiteX23" fmla="*/ 6519964 w 6825277"/>
              <a:gd name="connsiteY23" fmla="*/ 27550 h 2842838"/>
              <a:gd name="connsiteX24" fmla="*/ 6666013 w 6825277"/>
              <a:gd name="connsiteY24" fmla="*/ 13025 h 2842838"/>
              <a:gd name="connsiteX25" fmla="*/ 6818056 w 6825277"/>
              <a:gd name="connsiteY25" fmla="*/ 26287 h 2842838"/>
              <a:gd name="connsiteX26" fmla="*/ 6799364 w 6825277"/>
              <a:gd name="connsiteY26" fmla="*/ 252730 h 2842838"/>
              <a:gd name="connsiteX27" fmla="*/ 6754914 w 6825277"/>
              <a:gd name="connsiteY27" fmla="*/ 405271 h 2842838"/>
              <a:gd name="connsiteX28" fmla="*/ 6742213 w 6825277"/>
              <a:gd name="connsiteY28" fmla="*/ 659506 h 2842838"/>
              <a:gd name="connsiteX29" fmla="*/ 6666013 w 6825277"/>
              <a:gd name="connsiteY29" fmla="*/ 775729 h 2842838"/>
              <a:gd name="connsiteX30" fmla="*/ 6555590 w 6825277"/>
              <a:gd name="connsiteY30" fmla="*/ 797321 h 2842838"/>
              <a:gd name="connsiteX31" fmla="*/ 6341805 w 6825277"/>
              <a:gd name="connsiteY31" fmla="*/ 712560 h 2842838"/>
              <a:gd name="connsiteX32" fmla="*/ 6075463 w 6825277"/>
              <a:gd name="connsiteY32" fmla="*/ 398005 h 2842838"/>
              <a:gd name="connsiteX33" fmla="*/ 5838040 w 6825277"/>
              <a:gd name="connsiteY33" fmla="*/ 276774 h 2842838"/>
              <a:gd name="connsiteX34" fmla="*/ 5514190 w 6825277"/>
              <a:gd name="connsiteY34" fmla="*/ 257389 h 2842838"/>
              <a:gd name="connsiteX35" fmla="*/ 5332156 w 6825277"/>
              <a:gd name="connsiteY35" fmla="*/ 333589 h 2842838"/>
              <a:gd name="connsiteX36" fmla="*/ 5213623 w 6825277"/>
              <a:gd name="connsiteY36" fmla="*/ 452121 h 2842838"/>
              <a:gd name="connsiteX37" fmla="*/ 5001956 w 6825277"/>
              <a:gd name="connsiteY37" fmla="*/ 833121 h 2842838"/>
              <a:gd name="connsiteX38" fmla="*/ 4824156 w 6825277"/>
              <a:gd name="connsiteY38" fmla="*/ 985522 h 2842838"/>
              <a:gd name="connsiteX39" fmla="*/ 4411964 w 6825277"/>
              <a:gd name="connsiteY39" fmla="*/ 1018010 h 2842838"/>
              <a:gd name="connsiteX40" fmla="*/ 3752667 w 6825277"/>
              <a:gd name="connsiteY40" fmla="*/ 839283 h 2842838"/>
              <a:gd name="connsiteX41" fmla="*/ 3338456 w 6825277"/>
              <a:gd name="connsiteY41" fmla="*/ 842833 h 2842838"/>
              <a:gd name="connsiteX42" fmla="*/ 2670049 w 6825277"/>
              <a:gd name="connsiteY42" fmla="*/ 1324293 h 2842838"/>
              <a:gd name="connsiteX43" fmla="*/ 2007519 w 6825277"/>
              <a:gd name="connsiteY43" fmla="*/ 1975179 h 2842838"/>
              <a:gd name="connsiteX44" fmla="*/ 1593822 w 6825277"/>
              <a:gd name="connsiteY44" fmla="*/ 2375841 h 2842838"/>
              <a:gd name="connsiteX45" fmla="*/ 1292452 w 6825277"/>
              <a:gd name="connsiteY45" fmla="*/ 2521618 h 2842838"/>
              <a:gd name="connsiteX46" fmla="*/ 1069748 w 6825277"/>
              <a:gd name="connsiteY46" fmla="*/ 2609174 h 2842838"/>
              <a:gd name="connsiteX47" fmla="*/ 636273 w 6825277"/>
              <a:gd name="connsiteY47" fmla="*/ 2834151 h 2842838"/>
              <a:gd name="connsiteX48" fmla="*/ 396933 w 6825277"/>
              <a:gd name="connsiteY48" fmla="*/ 2814515 h 2842838"/>
              <a:gd name="connsiteX49" fmla="*/ 170073 w 6825277"/>
              <a:gd name="connsiteY49" fmla="*/ 2565471 h 2842838"/>
              <a:gd name="connsiteX50" fmla="*/ 31187 w 6825277"/>
              <a:gd name="connsiteY50" fmla="*/ 2148289 h 2842838"/>
              <a:gd name="connsiteX51" fmla="*/ 4772 w 6825277"/>
              <a:gd name="connsiteY51" fmla="*/ 1861782 h 2842838"/>
              <a:gd name="connsiteX0" fmla="*/ 4772 w 6825277"/>
              <a:gd name="connsiteY0" fmla="*/ 1861782 h 2842838"/>
              <a:gd name="connsiteX1" fmla="*/ 9583 w 6825277"/>
              <a:gd name="connsiteY1" fmla="*/ 1735834 h 2842838"/>
              <a:gd name="connsiteX2" fmla="*/ 97618 w 6825277"/>
              <a:gd name="connsiteY2" fmla="*/ 1732386 h 2842838"/>
              <a:gd name="connsiteX3" fmla="*/ 96578 w 6825277"/>
              <a:gd name="connsiteY3" fmla="*/ 2035104 h 2842838"/>
              <a:gd name="connsiteX4" fmla="*/ 210013 w 6825277"/>
              <a:gd name="connsiteY4" fmla="*/ 2422911 h 2842838"/>
              <a:gd name="connsiteX5" fmla="*/ 669314 w 6825277"/>
              <a:gd name="connsiteY5" fmla="*/ 2712894 h 2842838"/>
              <a:gd name="connsiteX6" fmla="*/ 828902 w 6825277"/>
              <a:gd name="connsiteY6" fmla="*/ 2623313 h 2842838"/>
              <a:gd name="connsiteX7" fmla="*/ 1149744 w 6825277"/>
              <a:gd name="connsiteY7" fmla="*/ 2481787 h 2842838"/>
              <a:gd name="connsiteX8" fmla="*/ 1504844 w 6825277"/>
              <a:gd name="connsiteY8" fmla="*/ 2309327 h 2842838"/>
              <a:gd name="connsiteX9" fmla="*/ 1900715 w 6825277"/>
              <a:gd name="connsiteY9" fmla="*/ 1955005 h 2842838"/>
              <a:gd name="connsiteX10" fmla="*/ 2517525 w 6825277"/>
              <a:gd name="connsiteY10" fmla="*/ 1341877 h 2842838"/>
              <a:gd name="connsiteX11" fmla="*/ 3362899 w 6825277"/>
              <a:gd name="connsiteY11" fmla="*/ 736610 h 2842838"/>
              <a:gd name="connsiteX12" fmla="*/ 4731023 w 6825277"/>
              <a:gd name="connsiteY12" fmla="*/ 909322 h 2842838"/>
              <a:gd name="connsiteX13" fmla="*/ 5230556 w 6825277"/>
              <a:gd name="connsiteY13" fmla="*/ 274322 h 2842838"/>
              <a:gd name="connsiteX14" fmla="*/ 5795707 w 6825277"/>
              <a:gd name="connsiteY14" fmla="*/ 172768 h 2842838"/>
              <a:gd name="connsiteX15" fmla="*/ 6225390 w 6825277"/>
              <a:gd name="connsiteY15" fmla="*/ 428302 h 2842838"/>
              <a:gd name="connsiteX16" fmla="*/ 6386612 w 6825277"/>
              <a:gd name="connsiteY16" fmla="*/ 623187 h 2842838"/>
              <a:gd name="connsiteX17" fmla="*/ 6539012 w 6825277"/>
              <a:gd name="connsiteY17" fmla="*/ 703089 h 2842838"/>
              <a:gd name="connsiteX18" fmla="*/ 6653312 w 6825277"/>
              <a:gd name="connsiteY18" fmla="*/ 674034 h 2842838"/>
              <a:gd name="connsiteX19" fmla="*/ 6682590 w 6825277"/>
              <a:gd name="connsiteY19" fmla="*/ 529995 h 2842838"/>
              <a:gd name="connsiteX20" fmla="*/ 6653313 w 6825277"/>
              <a:gd name="connsiteY20" fmla="*/ 390745 h 2842838"/>
              <a:gd name="connsiteX21" fmla="*/ 6583464 w 6825277"/>
              <a:gd name="connsiteY21" fmla="*/ 303578 h 2842838"/>
              <a:gd name="connsiteX22" fmla="*/ 6539014 w 6825277"/>
              <a:gd name="connsiteY22" fmla="*/ 194620 h 2842838"/>
              <a:gd name="connsiteX23" fmla="*/ 6519964 w 6825277"/>
              <a:gd name="connsiteY23" fmla="*/ 27550 h 2842838"/>
              <a:gd name="connsiteX24" fmla="*/ 6666013 w 6825277"/>
              <a:gd name="connsiteY24" fmla="*/ 13025 h 2842838"/>
              <a:gd name="connsiteX25" fmla="*/ 6818056 w 6825277"/>
              <a:gd name="connsiteY25" fmla="*/ 26287 h 2842838"/>
              <a:gd name="connsiteX26" fmla="*/ 6799364 w 6825277"/>
              <a:gd name="connsiteY26" fmla="*/ 252730 h 2842838"/>
              <a:gd name="connsiteX27" fmla="*/ 6754914 w 6825277"/>
              <a:gd name="connsiteY27" fmla="*/ 405271 h 2842838"/>
              <a:gd name="connsiteX28" fmla="*/ 6742213 w 6825277"/>
              <a:gd name="connsiteY28" fmla="*/ 659506 h 2842838"/>
              <a:gd name="connsiteX29" fmla="*/ 6666013 w 6825277"/>
              <a:gd name="connsiteY29" fmla="*/ 775729 h 2842838"/>
              <a:gd name="connsiteX30" fmla="*/ 6555590 w 6825277"/>
              <a:gd name="connsiteY30" fmla="*/ 797321 h 2842838"/>
              <a:gd name="connsiteX31" fmla="*/ 6341805 w 6825277"/>
              <a:gd name="connsiteY31" fmla="*/ 712560 h 2842838"/>
              <a:gd name="connsiteX32" fmla="*/ 6075463 w 6825277"/>
              <a:gd name="connsiteY32" fmla="*/ 398005 h 2842838"/>
              <a:gd name="connsiteX33" fmla="*/ 5838040 w 6825277"/>
              <a:gd name="connsiteY33" fmla="*/ 276774 h 2842838"/>
              <a:gd name="connsiteX34" fmla="*/ 5514190 w 6825277"/>
              <a:gd name="connsiteY34" fmla="*/ 257389 h 2842838"/>
              <a:gd name="connsiteX35" fmla="*/ 5332156 w 6825277"/>
              <a:gd name="connsiteY35" fmla="*/ 333589 h 2842838"/>
              <a:gd name="connsiteX36" fmla="*/ 5213623 w 6825277"/>
              <a:gd name="connsiteY36" fmla="*/ 452121 h 2842838"/>
              <a:gd name="connsiteX37" fmla="*/ 5001956 w 6825277"/>
              <a:gd name="connsiteY37" fmla="*/ 833121 h 2842838"/>
              <a:gd name="connsiteX38" fmla="*/ 4824156 w 6825277"/>
              <a:gd name="connsiteY38" fmla="*/ 985522 h 2842838"/>
              <a:gd name="connsiteX39" fmla="*/ 4411964 w 6825277"/>
              <a:gd name="connsiteY39" fmla="*/ 1018010 h 2842838"/>
              <a:gd name="connsiteX40" fmla="*/ 3752667 w 6825277"/>
              <a:gd name="connsiteY40" fmla="*/ 839283 h 2842838"/>
              <a:gd name="connsiteX41" fmla="*/ 3338456 w 6825277"/>
              <a:gd name="connsiteY41" fmla="*/ 842833 h 2842838"/>
              <a:gd name="connsiteX42" fmla="*/ 2670049 w 6825277"/>
              <a:gd name="connsiteY42" fmla="*/ 1324293 h 2842838"/>
              <a:gd name="connsiteX43" fmla="*/ 2007519 w 6825277"/>
              <a:gd name="connsiteY43" fmla="*/ 1975179 h 2842838"/>
              <a:gd name="connsiteX44" fmla="*/ 1593822 w 6825277"/>
              <a:gd name="connsiteY44" fmla="*/ 2375841 h 2842838"/>
              <a:gd name="connsiteX45" fmla="*/ 1292452 w 6825277"/>
              <a:gd name="connsiteY45" fmla="*/ 2521618 h 2842838"/>
              <a:gd name="connsiteX46" fmla="*/ 1069748 w 6825277"/>
              <a:gd name="connsiteY46" fmla="*/ 2609174 h 2842838"/>
              <a:gd name="connsiteX47" fmla="*/ 636273 w 6825277"/>
              <a:gd name="connsiteY47" fmla="*/ 2834151 h 2842838"/>
              <a:gd name="connsiteX48" fmla="*/ 396933 w 6825277"/>
              <a:gd name="connsiteY48" fmla="*/ 2814515 h 2842838"/>
              <a:gd name="connsiteX49" fmla="*/ 170073 w 6825277"/>
              <a:gd name="connsiteY49" fmla="*/ 2565471 h 2842838"/>
              <a:gd name="connsiteX50" fmla="*/ 31187 w 6825277"/>
              <a:gd name="connsiteY50" fmla="*/ 2148289 h 2842838"/>
              <a:gd name="connsiteX51" fmla="*/ 4772 w 6825277"/>
              <a:gd name="connsiteY51" fmla="*/ 1861782 h 2842838"/>
              <a:gd name="connsiteX0" fmla="*/ 4772 w 6825277"/>
              <a:gd name="connsiteY0" fmla="*/ 1861782 h 2842838"/>
              <a:gd name="connsiteX1" fmla="*/ 9583 w 6825277"/>
              <a:gd name="connsiteY1" fmla="*/ 1735834 h 2842838"/>
              <a:gd name="connsiteX2" fmla="*/ 97618 w 6825277"/>
              <a:gd name="connsiteY2" fmla="*/ 1732386 h 2842838"/>
              <a:gd name="connsiteX3" fmla="*/ 96578 w 6825277"/>
              <a:gd name="connsiteY3" fmla="*/ 2035104 h 2842838"/>
              <a:gd name="connsiteX4" fmla="*/ 210013 w 6825277"/>
              <a:gd name="connsiteY4" fmla="*/ 2422911 h 2842838"/>
              <a:gd name="connsiteX5" fmla="*/ 669314 w 6825277"/>
              <a:gd name="connsiteY5" fmla="*/ 2712894 h 2842838"/>
              <a:gd name="connsiteX6" fmla="*/ 828902 w 6825277"/>
              <a:gd name="connsiteY6" fmla="*/ 2623313 h 2842838"/>
              <a:gd name="connsiteX7" fmla="*/ 1149744 w 6825277"/>
              <a:gd name="connsiteY7" fmla="*/ 2481787 h 2842838"/>
              <a:gd name="connsiteX8" fmla="*/ 1504844 w 6825277"/>
              <a:gd name="connsiteY8" fmla="*/ 2309327 h 2842838"/>
              <a:gd name="connsiteX9" fmla="*/ 1900715 w 6825277"/>
              <a:gd name="connsiteY9" fmla="*/ 1955005 h 2842838"/>
              <a:gd name="connsiteX10" fmla="*/ 2517525 w 6825277"/>
              <a:gd name="connsiteY10" fmla="*/ 1341877 h 2842838"/>
              <a:gd name="connsiteX11" fmla="*/ 3362899 w 6825277"/>
              <a:gd name="connsiteY11" fmla="*/ 736610 h 2842838"/>
              <a:gd name="connsiteX12" fmla="*/ 4731023 w 6825277"/>
              <a:gd name="connsiteY12" fmla="*/ 909322 h 2842838"/>
              <a:gd name="connsiteX13" fmla="*/ 5230556 w 6825277"/>
              <a:gd name="connsiteY13" fmla="*/ 274322 h 2842838"/>
              <a:gd name="connsiteX14" fmla="*/ 5795707 w 6825277"/>
              <a:gd name="connsiteY14" fmla="*/ 172768 h 2842838"/>
              <a:gd name="connsiteX15" fmla="*/ 6225390 w 6825277"/>
              <a:gd name="connsiteY15" fmla="*/ 428302 h 2842838"/>
              <a:gd name="connsiteX16" fmla="*/ 6386612 w 6825277"/>
              <a:gd name="connsiteY16" fmla="*/ 623187 h 2842838"/>
              <a:gd name="connsiteX17" fmla="*/ 6539012 w 6825277"/>
              <a:gd name="connsiteY17" fmla="*/ 703089 h 2842838"/>
              <a:gd name="connsiteX18" fmla="*/ 6653312 w 6825277"/>
              <a:gd name="connsiteY18" fmla="*/ 674034 h 2842838"/>
              <a:gd name="connsiteX19" fmla="*/ 6682590 w 6825277"/>
              <a:gd name="connsiteY19" fmla="*/ 529995 h 2842838"/>
              <a:gd name="connsiteX20" fmla="*/ 6653313 w 6825277"/>
              <a:gd name="connsiteY20" fmla="*/ 390745 h 2842838"/>
              <a:gd name="connsiteX21" fmla="*/ 6583464 w 6825277"/>
              <a:gd name="connsiteY21" fmla="*/ 303578 h 2842838"/>
              <a:gd name="connsiteX22" fmla="*/ 6539014 w 6825277"/>
              <a:gd name="connsiteY22" fmla="*/ 194620 h 2842838"/>
              <a:gd name="connsiteX23" fmla="*/ 6519964 w 6825277"/>
              <a:gd name="connsiteY23" fmla="*/ 27550 h 2842838"/>
              <a:gd name="connsiteX24" fmla="*/ 6666013 w 6825277"/>
              <a:gd name="connsiteY24" fmla="*/ 13025 h 2842838"/>
              <a:gd name="connsiteX25" fmla="*/ 6818056 w 6825277"/>
              <a:gd name="connsiteY25" fmla="*/ 26287 h 2842838"/>
              <a:gd name="connsiteX26" fmla="*/ 6799364 w 6825277"/>
              <a:gd name="connsiteY26" fmla="*/ 252730 h 2842838"/>
              <a:gd name="connsiteX27" fmla="*/ 6754914 w 6825277"/>
              <a:gd name="connsiteY27" fmla="*/ 405271 h 2842838"/>
              <a:gd name="connsiteX28" fmla="*/ 6742213 w 6825277"/>
              <a:gd name="connsiteY28" fmla="*/ 659506 h 2842838"/>
              <a:gd name="connsiteX29" fmla="*/ 6666013 w 6825277"/>
              <a:gd name="connsiteY29" fmla="*/ 775729 h 2842838"/>
              <a:gd name="connsiteX30" fmla="*/ 6555590 w 6825277"/>
              <a:gd name="connsiteY30" fmla="*/ 797321 h 2842838"/>
              <a:gd name="connsiteX31" fmla="*/ 6341805 w 6825277"/>
              <a:gd name="connsiteY31" fmla="*/ 712560 h 2842838"/>
              <a:gd name="connsiteX32" fmla="*/ 6075463 w 6825277"/>
              <a:gd name="connsiteY32" fmla="*/ 398005 h 2842838"/>
              <a:gd name="connsiteX33" fmla="*/ 5838040 w 6825277"/>
              <a:gd name="connsiteY33" fmla="*/ 276774 h 2842838"/>
              <a:gd name="connsiteX34" fmla="*/ 5514190 w 6825277"/>
              <a:gd name="connsiteY34" fmla="*/ 257389 h 2842838"/>
              <a:gd name="connsiteX35" fmla="*/ 5332156 w 6825277"/>
              <a:gd name="connsiteY35" fmla="*/ 333589 h 2842838"/>
              <a:gd name="connsiteX36" fmla="*/ 5213623 w 6825277"/>
              <a:gd name="connsiteY36" fmla="*/ 452121 h 2842838"/>
              <a:gd name="connsiteX37" fmla="*/ 5001956 w 6825277"/>
              <a:gd name="connsiteY37" fmla="*/ 833121 h 2842838"/>
              <a:gd name="connsiteX38" fmla="*/ 4824156 w 6825277"/>
              <a:gd name="connsiteY38" fmla="*/ 985522 h 2842838"/>
              <a:gd name="connsiteX39" fmla="*/ 4411964 w 6825277"/>
              <a:gd name="connsiteY39" fmla="*/ 1018010 h 2842838"/>
              <a:gd name="connsiteX40" fmla="*/ 3752667 w 6825277"/>
              <a:gd name="connsiteY40" fmla="*/ 839283 h 2842838"/>
              <a:gd name="connsiteX41" fmla="*/ 3338456 w 6825277"/>
              <a:gd name="connsiteY41" fmla="*/ 842833 h 2842838"/>
              <a:gd name="connsiteX42" fmla="*/ 2670049 w 6825277"/>
              <a:gd name="connsiteY42" fmla="*/ 1324293 h 2842838"/>
              <a:gd name="connsiteX43" fmla="*/ 2007519 w 6825277"/>
              <a:gd name="connsiteY43" fmla="*/ 1975179 h 2842838"/>
              <a:gd name="connsiteX44" fmla="*/ 1593822 w 6825277"/>
              <a:gd name="connsiteY44" fmla="*/ 2375841 h 2842838"/>
              <a:gd name="connsiteX45" fmla="*/ 1292452 w 6825277"/>
              <a:gd name="connsiteY45" fmla="*/ 2521618 h 2842838"/>
              <a:gd name="connsiteX46" fmla="*/ 1069748 w 6825277"/>
              <a:gd name="connsiteY46" fmla="*/ 2609174 h 2842838"/>
              <a:gd name="connsiteX47" fmla="*/ 636273 w 6825277"/>
              <a:gd name="connsiteY47" fmla="*/ 2834151 h 2842838"/>
              <a:gd name="connsiteX48" fmla="*/ 396933 w 6825277"/>
              <a:gd name="connsiteY48" fmla="*/ 2814515 h 2842838"/>
              <a:gd name="connsiteX49" fmla="*/ 170073 w 6825277"/>
              <a:gd name="connsiteY49" fmla="*/ 2565471 h 2842838"/>
              <a:gd name="connsiteX50" fmla="*/ 31187 w 6825277"/>
              <a:gd name="connsiteY50" fmla="*/ 2148289 h 2842838"/>
              <a:gd name="connsiteX51" fmla="*/ 4772 w 6825277"/>
              <a:gd name="connsiteY51" fmla="*/ 1861782 h 2842838"/>
              <a:gd name="connsiteX0" fmla="*/ 4772 w 6825277"/>
              <a:gd name="connsiteY0" fmla="*/ 1861782 h 2842838"/>
              <a:gd name="connsiteX1" fmla="*/ 9583 w 6825277"/>
              <a:gd name="connsiteY1" fmla="*/ 1735834 h 2842838"/>
              <a:gd name="connsiteX2" fmla="*/ 97618 w 6825277"/>
              <a:gd name="connsiteY2" fmla="*/ 1732386 h 2842838"/>
              <a:gd name="connsiteX3" fmla="*/ 96578 w 6825277"/>
              <a:gd name="connsiteY3" fmla="*/ 2035104 h 2842838"/>
              <a:gd name="connsiteX4" fmla="*/ 210013 w 6825277"/>
              <a:gd name="connsiteY4" fmla="*/ 2422911 h 2842838"/>
              <a:gd name="connsiteX5" fmla="*/ 669314 w 6825277"/>
              <a:gd name="connsiteY5" fmla="*/ 2712894 h 2842838"/>
              <a:gd name="connsiteX6" fmla="*/ 828902 w 6825277"/>
              <a:gd name="connsiteY6" fmla="*/ 2623313 h 2842838"/>
              <a:gd name="connsiteX7" fmla="*/ 1149744 w 6825277"/>
              <a:gd name="connsiteY7" fmla="*/ 2481787 h 2842838"/>
              <a:gd name="connsiteX8" fmla="*/ 1504844 w 6825277"/>
              <a:gd name="connsiteY8" fmla="*/ 2309327 h 2842838"/>
              <a:gd name="connsiteX9" fmla="*/ 1900715 w 6825277"/>
              <a:gd name="connsiteY9" fmla="*/ 1955005 h 2842838"/>
              <a:gd name="connsiteX10" fmla="*/ 2517525 w 6825277"/>
              <a:gd name="connsiteY10" fmla="*/ 1341877 h 2842838"/>
              <a:gd name="connsiteX11" fmla="*/ 3362899 w 6825277"/>
              <a:gd name="connsiteY11" fmla="*/ 736610 h 2842838"/>
              <a:gd name="connsiteX12" fmla="*/ 4731023 w 6825277"/>
              <a:gd name="connsiteY12" fmla="*/ 909322 h 2842838"/>
              <a:gd name="connsiteX13" fmla="*/ 5230556 w 6825277"/>
              <a:gd name="connsiteY13" fmla="*/ 274322 h 2842838"/>
              <a:gd name="connsiteX14" fmla="*/ 5795707 w 6825277"/>
              <a:gd name="connsiteY14" fmla="*/ 172768 h 2842838"/>
              <a:gd name="connsiteX15" fmla="*/ 6225390 w 6825277"/>
              <a:gd name="connsiteY15" fmla="*/ 428302 h 2842838"/>
              <a:gd name="connsiteX16" fmla="*/ 6386612 w 6825277"/>
              <a:gd name="connsiteY16" fmla="*/ 623187 h 2842838"/>
              <a:gd name="connsiteX17" fmla="*/ 6539012 w 6825277"/>
              <a:gd name="connsiteY17" fmla="*/ 703089 h 2842838"/>
              <a:gd name="connsiteX18" fmla="*/ 6653312 w 6825277"/>
              <a:gd name="connsiteY18" fmla="*/ 674034 h 2842838"/>
              <a:gd name="connsiteX19" fmla="*/ 6682590 w 6825277"/>
              <a:gd name="connsiteY19" fmla="*/ 529995 h 2842838"/>
              <a:gd name="connsiteX20" fmla="*/ 6653313 w 6825277"/>
              <a:gd name="connsiteY20" fmla="*/ 390745 h 2842838"/>
              <a:gd name="connsiteX21" fmla="*/ 6583464 w 6825277"/>
              <a:gd name="connsiteY21" fmla="*/ 303578 h 2842838"/>
              <a:gd name="connsiteX22" fmla="*/ 6539014 w 6825277"/>
              <a:gd name="connsiteY22" fmla="*/ 194620 h 2842838"/>
              <a:gd name="connsiteX23" fmla="*/ 6519964 w 6825277"/>
              <a:gd name="connsiteY23" fmla="*/ 27550 h 2842838"/>
              <a:gd name="connsiteX24" fmla="*/ 6666013 w 6825277"/>
              <a:gd name="connsiteY24" fmla="*/ 13025 h 2842838"/>
              <a:gd name="connsiteX25" fmla="*/ 6818056 w 6825277"/>
              <a:gd name="connsiteY25" fmla="*/ 26287 h 2842838"/>
              <a:gd name="connsiteX26" fmla="*/ 6799364 w 6825277"/>
              <a:gd name="connsiteY26" fmla="*/ 252730 h 2842838"/>
              <a:gd name="connsiteX27" fmla="*/ 6754914 w 6825277"/>
              <a:gd name="connsiteY27" fmla="*/ 405271 h 2842838"/>
              <a:gd name="connsiteX28" fmla="*/ 6742213 w 6825277"/>
              <a:gd name="connsiteY28" fmla="*/ 659506 h 2842838"/>
              <a:gd name="connsiteX29" fmla="*/ 6666013 w 6825277"/>
              <a:gd name="connsiteY29" fmla="*/ 775729 h 2842838"/>
              <a:gd name="connsiteX30" fmla="*/ 6555590 w 6825277"/>
              <a:gd name="connsiteY30" fmla="*/ 797321 h 2842838"/>
              <a:gd name="connsiteX31" fmla="*/ 6341805 w 6825277"/>
              <a:gd name="connsiteY31" fmla="*/ 712560 h 2842838"/>
              <a:gd name="connsiteX32" fmla="*/ 6075463 w 6825277"/>
              <a:gd name="connsiteY32" fmla="*/ 398005 h 2842838"/>
              <a:gd name="connsiteX33" fmla="*/ 5838040 w 6825277"/>
              <a:gd name="connsiteY33" fmla="*/ 276774 h 2842838"/>
              <a:gd name="connsiteX34" fmla="*/ 5514190 w 6825277"/>
              <a:gd name="connsiteY34" fmla="*/ 257389 h 2842838"/>
              <a:gd name="connsiteX35" fmla="*/ 5332156 w 6825277"/>
              <a:gd name="connsiteY35" fmla="*/ 333589 h 2842838"/>
              <a:gd name="connsiteX36" fmla="*/ 5213623 w 6825277"/>
              <a:gd name="connsiteY36" fmla="*/ 452121 h 2842838"/>
              <a:gd name="connsiteX37" fmla="*/ 5001956 w 6825277"/>
              <a:gd name="connsiteY37" fmla="*/ 833121 h 2842838"/>
              <a:gd name="connsiteX38" fmla="*/ 4824156 w 6825277"/>
              <a:gd name="connsiteY38" fmla="*/ 985522 h 2842838"/>
              <a:gd name="connsiteX39" fmla="*/ 4411964 w 6825277"/>
              <a:gd name="connsiteY39" fmla="*/ 1018010 h 2842838"/>
              <a:gd name="connsiteX40" fmla="*/ 3752667 w 6825277"/>
              <a:gd name="connsiteY40" fmla="*/ 839283 h 2842838"/>
              <a:gd name="connsiteX41" fmla="*/ 3338456 w 6825277"/>
              <a:gd name="connsiteY41" fmla="*/ 842833 h 2842838"/>
              <a:gd name="connsiteX42" fmla="*/ 2670049 w 6825277"/>
              <a:gd name="connsiteY42" fmla="*/ 1324293 h 2842838"/>
              <a:gd name="connsiteX43" fmla="*/ 2007519 w 6825277"/>
              <a:gd name="connsiteY43" fmla="*/ 1975179 h 2842838"/>
              <a:gd name="connsiteX44" fmla="*/ 1593822 w 6825277"/>
              <a:gd name="connsiteY44" fmla="*/ 2375841 h 2842838"/>
              <a:gd name="connsiteX45" fmla="*/ 1292452 w 6825277"/>
              <a:gd name="connsiteY45" fmla="*/ 2521618 h 2842838"/>
              <a:gd name="connsiteX46" fmla="*/ 1069748 w 6825277"/>
              <a:gd name="connsiteY46" fmla="*/ 2609174 h 2842838"/>
              <a:gd name="connsiteX47" fmla="*/ 636273 w 6825277"/>
              <a:gd name="connsiteY47" fmla="*/ 2834151 h 2842838"/>
              <a:gd name="connsiteX48" fmla="*/ 396933 w 6825277"/>
              <a:gd name="connsiteY48" fmla="*/ 2814515 h 2842838"/>
              <a:gd name="connsiteX49" fmla="*/ 170073 w 6825277"/>
              <a:gd name="connsiteY49" fmla="*/ 2565471 h 2842838"/>
              <a:gd name="connsiteX50" fmla="*/ 31187 w 6825277"/>
              <a:gd name="connsiteY50" fmla="*/ 2148289 h 2842838"/>
              <a:gd name="connsiteX51" fmla="*/ 4772 w 6825277"/>
              <a:gd name="connsiteY51" fmla="*/ 1861782 h 2842838"/>
              <a:gd name="connsiteX0" fmla="*/ 4772 w 6825277"/>
              <a:gd name="connsiteY0" fmla="*/ 1861782 h 2842838"/>
              <a:gd name="connsiteX1" fmla="*/ 9583 w 6825277"/>
              <a:gd name="connsiteY1" fmla="*/ 1735834 h 2842838"/>
              <a:gd name="connsiteX2" fmla="*/ 97618 w 6825277"/>
              <a:gd name="connsiteY2" fmla="*/ 1732386 h 2842838"/>
              <a:gd name="connsiteX3" fmla="*/ 96578 w 6825277"/>
              <a:gd name="connsiteY3" fmla="*/ 2035104 h 2842838"/>
              <a:gd name="connsiteX4" fmla="*/ 210013 w 6825277"/>
              <a:gd name="connsiteY4" fmla="*/ 2422911 h 2842838"/>
              <a:gd name="connsiteX5" fmla="*/ 669314 w 6825277"/>
              <a:gd name="connsiteY5" fmla="*/ 2712894 h 2842838"/>
              <a:gd name="connsiteX6" fmla="*/ 828902 w 6825277"/>
              <a:gd name="connsiteY6" fmla="*/ 2623313 h 2842838"/>
              <a:gd name="connsiteX7" fmla="*/ 1149744 w 6825277"/>
              <a:gd name="connsiteY7" fmla="*/ 2481787 h 2842838"/>
              <a:gd name="connsiteX8" fmla="*/ 1504844 w 6825277"/>
              <a:gd name="connsiteY8" fmla="*/ 2309327 h 2842838"/>
              <a:gd name="connsiteX9" fmla="*/ 1900715 w 6825277"/>
              <a:gd name="connsiteY9" fmla="*/ 1955005 h 2842838"/>
              <a:gd name="connsiteX10" fmla="*/ 2517525 w 6825277"/>
              <a:gd name="connsiteY10" fmla="*/ 1341877 h 2842838"/>
              <a:gd name="connsiteX11" fmla="*/ 3362899 w 6825277"/>
              <a:gd name="connsiteY11" fmla="*/ 736610 h 2842838"/>
              <a:gd name="connsiteX12" fmla="*/ 4731023 w 6825277"/>
              <a:gd name="connsiteY12" fmla="*/ 909322 h 2842838"/>
              <a:gd name="connsiteX13" fmla="*/ 5230556 w 6825277"/>
              <a:gd name="connsiteY13" fmla="*/ 274322 h 2842838"/>
              <a:gd name="connsiteX14" fmla="*/ 5795707 w 6825277"/>
              <a:gd name="connsiteY14" fmla="*/ 172768 h 2842838"/>
              <a:gd name="connsiteX15" fmla="*/ 6225390 w 6825277"/>
              <a:gd name="connsiteY15" fmla="*/ 428302 h 2842838"/>
              <a:gd name="connsiteX16" fmla="*/ 6386612 w 6825277"/>
              <a:gd name="connsiteY16" fmla="*/ 623187 h 2842838"/>
              <a:gd name="connsiteX17" fmla="*/ 6539012 w 6825277"/>
              <a:gd name="connsiteY17" fmla="*/ 703089 h 2842838"/>
              <a:gd name="connsiteX18" fmla="*/ 6653312 w 6825277"/>
              <a:gd name="connsiteY18" fmla="*/ 674034 h 2842838"/>
              <a:gd name="connsiteX19" fmla="*/ 6682590 w 6825277"/>
              <a:gd name="connsiteY19" fmla="*/ 529995 h 2842838"/>
              <a:gd name="connsiteX20" fmla="*/ 6653313 w 6825277"/>
              <a:gd name="connsiteY20" fmla="*/ 390745 h 2842838"/>
              <a:gd name="connsiteX21" fmla="*/ 6583464 w 6825277"/>
              <a:gd name="connsiteY21" fmla="*/ 303578 h 2842838"/>
              <a:gd name="connsiteX22" fmla="*/ 6539014 w 6825277"/>
              <a:gd name="connsiteY22" fmla="*/ 194620 h 2842838"/>
              <a:gd name="connsiteX23" fmla="*/ 6519964 w 6825277"/>
              <a:gd name="connsiteY23" fmla="*/ 27550 h 2842838"/>
              <a:gd name="connsiteX24" fmla="*/ 6666013 w 6825277"/>
              <a:gd name="connsiteY24" fmla="*/ 13025 h 2842838"/>
              <a:gd name="connsiteX25" fmla="*/ 6818056 w 6825277"/>
              <a:gd name="connsiteY25" fmla="*/ 26287 h 2842838"/>
              <a:gd name="connsiteX26" fmla="*/ 6799364 w 6825277"/>
              <a:gd name="connsiteY26" fmla="*/ 252730 h 2842838"/>
              <a:gd name="connsiteX27" fmla="*/ 6754914 w 6825277"/>
              <a:gd name="connsiteY27" fmla="*/ 405271 h 2842838"/>
              <a:gd name="connsiteX28" fmla="*/ 6742213 w 6825277"/>
              <a:gd name="connsiteY28" fmla="*/ 659506 h 2842838"/>
              <a:gd name="connsiteX29" fmla="*/ 6666013 w 6825277"/>
              <a:gd name="connsiteY29" fmla="*/ 775729 h 2842838"/>
              <a:gd name="connsiteX30" fmla="*/ 6555590 w 6825277"/>
              <a:gd name="connsiteY30" fmla="*/ 797321 h 2842838"/>
              <a:gd name="connsiteX31" fmla="*/ 6341805 w 6825277"/>
              <a:gd name="connsiteY31" fmla="*/ 712560 h 2842838"/>
              <a:gd name="connsiteX32" fmla="*/ 6075463 w 6825277"/>
              <a:gd name="connsiteY32" fmla="*/ 398005 h 2842838"/>
              <a:gd name="connsiteX33" fmla="*/ 5838040 w 6825277"/>
              <a:gd name="connsiteY33" fmla="*/ 276774 h 2842838"/>
              <a:gd name="connsiteX34" fmla="*/ 5514190 w 6825277"/>
              <a:gd name="connsiteY34" fmla="*/ 257389 h 2842838"/>
              <a:gd name="connsiteX35" fmla="*/ 5332156 w 6825277"/>
              <a:gd name="connsiteY35" fmla="*/ 333589 h 2842838"/>
              <a:gd name="connsiteX36" fmla="*/ 5213623 w 6825277"/>
              <a:gd name="connsiteY36" fmla="*/ 452121 h 2842838"/>
              <a:gd name="connsiteX37" fmla="*/ 5001956 w 6825277"/>
              <a:gd name="connsiteY37" fmla="*/ 833121 h 2842838"/>
              <a:gd name="connsiteX38" fmla="*/ 4824156 w 6825277"/>
              <a:gd name="connsiteY38" fmla="*/ 985522 h 2842838"/>
              <a:gd name="connsiteX39" fmla="*/ 4411964 w 6825277"/>
              <a:gd name="connsiteY39" fmla="*/ 1018010 h 2842838"/>
              <a:gd name="connsiteX40" fmla="*/ 3752667 w 6825277"/>
              <a:gd name="connsiteY40" fmla="*/ 839283 h 2842838"/>
              <a:gd name="connsiteX41" fmla="*/ 3338456 w 6825277"/>
              <a:gd name="connsiteY41" fmla="*/ 842833 h 2842838"/>
              <a:gd name="connsiteX42" fmla="*/ 2670049 w 6825277"/>
              <a:gd name="connsiteY42" fmla="*/ 1324293 h 2842838"/>
              <a:gd name="connsiteX43" fmla="*/ 2007519 w 6825277"/>
              <a:gd name="connsiteY43" fmla="*/ 1975179 h 2842838"/>
              <a:gd name="connsiteX44" fmla="*/ 1593822 w 6825277"/>
              <a:gd name="connsiteY44" fmla="*/ 2375841 h 2842838"/>
              <a:gd name="connsiteX45" fmla="*/ 1292452 w 6825277"/>
              <a:gd name="connsiteY45" fmla="*/ 2521618 h 2842838"/>
              <a:gd name="connsiteX46" fmla="*/ 1069748 w 6825277"/>
              <a:gd name="connsiteY46" fmla="*/ 2609174 h 2842838"/>
              <a:gd name="connsiteX47" fmla="*/ 636273 w 6825277"/>
              <a:gd name="connsiteY47" fmla="*/ 2834151 h 2842838"/>
              <a:gd name="connsiteX48" fmla="*/ 396933 w 6825277"/>
              <a:gd name="connsiteY48" fmla="*/ 2814515 h 2842838"/>
              <a:gd name="connsiteX49" fmla="*/ 170073 w 6825277"/>
              <a:gd name="connsiteY49" fmla="*/ 2565471 h 2842838"/>
              <a:gd name="connsiteX50" fmla="*/ 31187 w 6825277"/>
              <a:gd name="connsiteY50" fmla="*/ 2148289 h 2842838"/>
              <a:gd name="connsiteX51" fmla="*/ 4772 w 6825277"/>
              <a:gd name="connsiteY51" fmla="*/ 1861782 h 2842838"/>
              <a:gd name="connsiteX0" fmla="*/ 4772 w 6825277"/>
              <a:gd name="connsiteY0" fmla="*/ 1861782 h 2842838"/>
              <a:gd name="connsiteX1" fmla="*/ 9583 w 6825277"/>
              <a:gd name="connsiteY1" fmla="*/ 1735834 h 2842838"/>
              <a:gd name="connsiteX2" fmla="*/ 97618 w 6825277"/>
              <a:gd name="connsiteY2" fmla="*/ 1732386 h 2842838"/>
              <a:gd name="connsiteX3" fmla="*/ 96578 w 6825277"/>
              <a:gd name="connsiteY3" fmla="*/ 2035104 h 2842838"/>
              <a:gd name="connsiteX4" fmla="*/ 210013 w 6825277"/>
              <a:gd name="connsiteY4" fmla="*/ 2422911 h 2842838"/>
              <a:gd name="connsiteX5" fmla="*/ 669314 w 6825277"/>
              <a:gd name="connsiteY5" fmla="*/ 2712894 h 2842838"/>
              <a:gd name="connsiteX6" fmla="*/ 828902 w 6825277"/>
              <a:gd name="connsiteY6" fmla="*/ 2623313 h 2842838"/>
              <a:gd name="connsiteX7" fmla="*/ 1149744 w 6825277"/>
              <a:gd name="connsiteY7" fmla="*/ 2481787 h 2842838"/>
              <a:gd name="connsiteX8" fmla="*/ 1504844 w 6825277"/>
              <a:gd name="connsiteY8" fmla="*/ 2309327 h 2842838"/>
              <a:gd name="connsiteX9" fmla="*/ 1900715 w 6825277"/>
              <a:gd name="connsiteY9" fmla="*/ 1955005 h 2842838"/>
              <a:gd name="connsiteX10" fmla="*/ 2517525 w 6825277"/>
              <a:gd name="connsiteY10" fmla="*/ 1341877 h 2842838"/>
              <a:gd name="connsiteX11" fmla="*/ 3362899 w 6825277"/>
              <a:gd name="connsiteY11" fmla="*/ 736610 h 2842838"/>
              <a:gd name="connsiteX12" fmla="*/ 4731023 w 6825277"/>
              <a:gd name="connsiteY12" fmla="*/ 909322 h 2842838"/>
              <a:gd name="connsiteX13" fmla="*/ 5230556 w 6825277"/>
              <a:gd name="connsiteY13" fmla="*/ 274322 h 2842838"/>
              <a:gd name="connsiteX14" fmla="*/ 5795707 w 6825277"/>
              <a:gd name="connsiteY14" fmla="*/ 172768 h 2842838"/>
              <a:gd name="connsiteX15" fmla="*/ 6225390 w 6825277"/>
              <a:gd name="connsiteY15" fmla="*/ 428302 h 2842838"/>
              <a:gd name="connsiteX16" fmla="*/ 6386612 w 6825277"/>
              <a:gd name="connsiteY16" fmla="*/ 623187 h 2842838"/>
              <a:gd name="connsiteX17" fmla="*/ 6539012 w 6825277"/>
              <a:gd name="connsiteY17" fmla="*/ 703089 h 2842838"/>
              <a:gd name="connsiteX18" fmla="*/ 6653312 w 6825277"/>
              <a:gd name="connsiteY18" fmla="*/ 674034 h 2842838"/>
              <a:gd name="connsiteX19" fmla="*/ 6682590 w 6825277"/>
              <a:gd name="connsiteY19" fmla="*/ 529995 h 2842838"/>
              <a:gd name="connsiteX20" fmla="*/ 6653313 w 6825277"/>
              <a:gd name="connsiteY20" fmla="*/ 390745 h 2842838"/>
              <a:gd name="connsiteX21" fmla="*/ 6583464 w 6825277"/>
              <a:gd name="connsiteY21" fmla="*/ 303578 h 2842838"/>
              <a:gd name="connsiteX22" fmla="*/ 6539014 w 6825277"/>
              <a:gd name="connsiteY22" fmla="*/ 194620 h 2842838"/>
              <a:gd name="connsiteX23" fmla="*/ 6519964 w 6825277"/>
              <a:gd name="connsiteY23" fmla="*/ 27550 h 2842838"/>
              <a:gd name="connsiteX24" fmla="*/ 6666013 w 6825277"/>
              <a:gd name="connsiteY24" fmla="*/ 13025 h 2842838"/>
              <a:gd name="connsiteX25" fmla="*/ 6818056 w 6825277"/>
              <a:gd name="connsiteY25" fmla="*/ 26287 h 2842838"/>
              <a:gd name="connsiteX26" fmla="*/ 6799364 w 6825277"/>
              <a:gd name="connsiteY26" fmla="*/ 252730 h 2842838"/>
              <a:gd name="connsiteX27" fmla="*/ 6754914 w 6825277"/>
              <a:gd name="connsiteY27" fmla="*/ 405271 h 2842838"/>
              <a:gd name="connsiteX28" fmla="*/ 6742213 w 6825277"/>
              <a:gd name="connsiteY28" fmla="*/ 659506 h 2842838"/>
              <a:gd name="connsiteX29" fmla="*/ 6666013 w 6825277"/>
              <a:gd name="connsiteY29" fmla="*/ 775729 h 2842838"/>
              <a:gd name="connsiteX30" fmla="*/ 6555590 w 6825277"/>
              <a:gd name="connsiteY30" fmla="*/ 797321 h 2842838"/>
              <a:gd name="connsiteX31" fmla="*/ 6341805 w 6825277"/>
              <a:gd name="connsiteY31" fmla="*/ 712560 h 2842838"/>
              <a:gd name="connsiteX32" fmla="*/ 6075463 w 6825277"/>
              <a:gd name="connsiteY32" fmla="*/ 398005 h 2842838"/>
              <a:gd name="connsiteX33" fmla="*/ 5838040 w 6825277"/>
              <a:gd name="connsiteY33" fmla="*/ 276774 h 2842838"/>
              <a:gd name="connsiteX34" fmla="*/ 5514190 w 6825277"/>
              <a:gd name="connsiteY34" fmla="*/ 257389 h 2842838"/>
              <a:gd name="connsiteX35" fmla="*/ 5332156 w 6825277"/>
              <a:gd name="connsiteY35" fmla="*/ 333589 h 2842838"/>
              <a:gd name="connsiteX36" fmla="*/ 5213623 w 6825277"/>
              <a:gd name="connsiteY36" fmla="*/ 452121 h 2842838"/>
              <a:gd name="connsiteX37" fmla="*/ 5001956 w 6825277"/>
              <a:gd name="connsiteY37" fmla="*/ 833121 h 2842838"/>
              <a:gd name="connsiteX38" fmla="*/ 4824156 w 6825277"/>
              <a:gd name="connsiteY38" fmla="*/ 985522 h 2842838"/>
              <a:gd name="connsiteX39" fmla="*/ 4411964 w 6825277"/>
              <a:gd name="connsiteY39" fmla="*/ 1018010 h 2842838"/>
              <a:gd name="connsiteX40" fmla="*/ 3752667 w 6825277"/>
              <a:gd name="connsiteY40" fmla="*/ 839283 h 2842838"/>
              <a:gd name="connsiteX41" fmla="*/ 3338456 w 6825277"/>
              <a:gd name="connsiteY41" fmla="*/ 842833 h 2842838"/>
              <a:gd name="connsiteX42" fmla="*/ 2670049 w 6825277"/>
              <a:gd name="connsiteY42" fmla="*/ 1324293 h 2842838"/>
              <a:gd name="connsiteX43" fmla="*/ 2007519 w 6825277"/>
              <a:gd name="connsiteY43" fmla="*/ 1975179 h 2842838"/>
              <a:gd name="connsiteX44" fmla="*/ 1593822 w 6825277"/>
              <a:gd name="connsiteY44" fmla="*/ 2375841 h 2842838"/>
              <a:gd name="connsiteX45" fmla="*/ 1292452 w 6825277"/>
              <a:gd name="connsiteY45" fmla="*/ 2521618 h 2842838"/>
              <a:gd name="connsiteX46" fmla="*/ 1069748 w 6825277"/>
              <a:gd name="connsiteY46" fmla="*/ 2609174 h 2842838"/>
              <a:gd name="connsiteX47" fmla="*/ 636273 w 6825277"/>
              <a:gd name="connsiteY47" fmla="*/ 2834151 h 2842838"/>
              <a:gd name="connsiteX48" fmla="*/ 396933 w 6825277"/>
              <a:gd name="connsiteY48" fmla="*/ 2814515 h 2842838"/>
              <a:gd name="connsiteX49" fmla="*/ 170073 w 6825277"/>
              <a:gd name="connsiteY49" fmla="*/ 2565471 h 2842838"/>
              <a:gd name="connsiteX50" fmla="*/ 31187 w 6825277"/>
              <a:gd name="connsiteY50" fmla="*/ 2148289 h 2842838"/>
              <a:gd name="connsiteX51" fmla="*/ 4772 w 6825277"/>
              <a:gd name="connsiteY51" fmla="*/ 1861782 h 2842838"/>
              <a:gd name="connsiteX0" fmla="*/ 4772 w 6825277"/>
              <a:gd name="connsiteY0" fmla="*/ 1861782 h 2842838"/>
              <a:gd name="connsiteX1" fmla="*/ 9583 w 6825277"/>
              <a:gd name="connsiteY1" fmla="*/ 1735834 h 2842838"/>
              <a:gd name="connsiteX2" fmla="*/ 97618 w 6825277"/>
              <a:gd name="connsiteY2" fmla="*/ 1732386 h 2842838"/>
              <a:gd name="connsiteX3" fmla="*/ 96578 w 6825277"/>
              <a:gd name="connsiteY3" fmla="*/ 2035104 h 2842838"/>
              <a:gd name="connsiteX4" fmla="*/ 210013 w 6825277"/>
              <a:gd name="connsiteY4" fmla="*/ 2422911 h 2842838"/>
              <a:gd name="connsiteX5" fmla="*/ 669314 w 6825277"/>
              <a:gd name="connsiteY5" fmla="*/ 2712894 h 2842838"/>
              <a:gd name="connsiteX6" fmla="*/ 828902 w 6825277"/>
              <a:gd name="connsiteY6" fmla="*/ 2623313 h 2842838"/>
              <a:gd name="connsiteX7" fmla="*/ 1149744 w 6825277"/>
              <a:gd name="connsiteY7" fmla="*/ 2481787 h 2842838"/>
              <a:gd name="connsiteX8" fmla="*/ 1504844 w 6825277"/>
              <a:gd name="connsiteY8" fmla="*/ 2309327 h 2842838"/>
              <a:gd name="connsiteX9" fmla="*/ 1900715 w 6825277"/>
              <a:gd name="connsiteY9" fmla="*/ 1955005 h 2842838"/>
              <a:gd name="connsiteX10" fmla="*/ 2517525 w 6825277"/>
              <a:gd name="connsiteY10" fmla="*/ 1341877 h 2842838"/>
              <a:gd name="connsiteX11" fmla="*/ 3362899 w 6825277"/>
              <a:gd name="connsiteY11" fmla="*/ 736610 h 2842838"/>
              <a:gd name="connsiteX12" fmla="*/ 4731023 w 6825277"/>
              <a:gd name="connsiteY12" fmla="*/ 909322 h 2842838"/>
              <a:gd name="connsiteX13" fmla="*/ 5230556 w 6825277"/>
              <a:gd name="connsiteY13" fmla="*/ 274322 h 2842838"/>
              <a:gd name="connsiteX14" fmla="*/ 5795707 w 6825277"/>
              <a:gd name="connsiteY14" fmla="*/ 172768 h 2842838"/>
              <a:gd name="connsiteX15" fmla="*/ 6225390 w 6825277"/>
              <a:gd name="connsiteY15" fmla="*/ 428302 h 2842838"/>
              <a:gd name="connsiteX16" fmla="*/ 6386612 w 6825277"/>
              <a:gd name="connsiteY16" fmla="*/ 623187 h 2842838"/>
              <a:gd name="connsiteX17" fmla="*/ 6539012 w 6825277"/>
              <a:gd name="connsiteY17" fmla="*/ 703089 h 2842838"/>
              <a:gd name="connsiteX18" fmla="*/ 6653312 w 6825277"/>
              <a:gd name="connsiteY18" fmla="*/ 674034 h 2842838"/>
              <a:gd name="connsiteX19" fmla="*/ 6682590 w 6825277"/>
              <a:gd name="connsiteY19" fmla="*/ 529995 h 2842838"/>
              <a:gd name="connsiteX20" fmla="*/ 6653313 w 6825277"/>
              <a:gd name="connsiteY20" fmla="*/ 390745 h 2842838"/>
              <a:gd name="connsiteX21" fmla="*/ 6583464 w 6825277"/>
              <a:gd name="connsiteY21" fmla="*/ 303578 h 2842838"/>
              <a:gd name="connsiteX22" fmla="*/ 6539014 w 6825277"/>
              <a:gd name="connsiteY22" fmla="*/ 194620 h 2842838"/>
              <a:gd name="connsiteX23" fmla="*/ 6519964 w 6825277"/>
              <a:gd name="connsiteY23" fmla="*/ 27550 h 2842838"/>
              <a:gd name="connsiteX24" fmla="*/ 6666013 w 6825277"/>
              <a:gd name="connsiteY24" fmla="*/ 13025 h 2842838"/>
              <a:gd name="connsiteX25" fmla="*/ 6818056 w 6825277"/>
              <a:gd name="connsiteY25" fmla="*/ 26287 h 2842838"/>
              <a:gd name="connsiteX26" fmla="*/ 6799364 w 6825277"/>
              <a:gd name="connsiteY26" fmla="*/ 252730 h 2842838"/>
              <a:gd name="connsiteX27" fmla="*/ 6754914 w 6825277"/>
              <a:gd name="connsiteY27" fmla="*/ 405271 h 2842838"/>
              <a:gd name="connsiteX28" fmla="*/ 6742213 w 6825277"/>
              <a:gd name="connsiteY28" fmla="*/ 659506 h 2842838"/>
              <a:gd name="connsiteX29" fmla="*/ 6666013 w 6825277"/>
              <a:gd name="connsiteY29" fmla="*/ 775729 h 2842838"/>
              <a:gd name="connsiteX30" fmla="*/ 6555590 w 6825277"/>
              <a:gd name="connsiteY30" fmla="*/ 797321 h 2842838"/>
              <a:gd name="connsiteX31" fmla="*/ 6341805 w 6825277"/>
              <a:gd name="connsiteY31" fmla="*/ 712560 h 2842838"/>
              <a:gd name="connsiteX32" fmla="*/ 6075463 w 6825277"/>
              <a:gd name="connsiteY32" fmla="*/ 398005 h 2842838"/>
              <a:gd name="connsiteX33" fmla="*/ 5838040 w 6825277"/>
              <a:gd name="connsiteY33" fmla="*/ 276774 h 2842838"/>
              <a:gd name="connsiteX34" fmla="*/ 5514190 w 6825277"/>
              <a:gd name="connsiteY34" fmla="*/ 257389 h 2842838"/>
              <a:gd name="connsiteX35" fmla="*/ 5332156 w 6825277"/>
              <a:gd name="connsiteY35" fmla="*/ 333589 h 2842838"/>
              <a:gd name="connsiteX36" fmla="*/ 5213623 w 6825277"/>
              <a:gd name="connsiteY36" fmla="*/ 452121 h 2842838"/>
              <a:gd name="connsiteX37" fmla="*/ 5001956 w 6825277"/>
              <a:gd name="connsiteY37" fmla="*/ 833121 h 2842838"/>
              <a:gd name="connsiteX38" fmla="*/ 4824156 w 6825277"/>
              <a:gd name="connsiteY38" fmla="*/ 985522 h 2842838"/>
              <a:gd name="connsiteX39" fmla="*/ 4411964 w 6825277"/>
              <a:gd name="connsiteY39" fmla="*/ 1018010 h 2842838"/>
              <a:gd name="connsiteX40" fmla="*/ 3752667 w 6825277"/>
              <a:gd name="connsiteY40" fmla="*/ 839283 h 2842838"/>
              <a:gd name="connsiteX41" fmla="*/ 3338456 w 6825277"/>
              <a:gd name="connsiteY41" fmla="*/ 842833 h 2842838"/>
              <a:gd name="connsiteX42" fmla="*/ 2670049 w 6825277"/>
              <a:gd name="connsiteY42" fmla="*/ 1324293 h 2842838"/>
              <a:gd name="connsiteX43" fmla="*/ 2007519 w 6825277"/>
              <a:gd name="connsiteY43" fmla="*/ 1975179 h 2842838"/>
              <a:gd name="connsiteX44" fmla="*/ 1593822 w 6825277"/>
              <a:gd name="connsiteY44" fmla="*/ 2375841 h 2842838"/>
              <a:gd name="connsiteX45" fmla="*/ 1292452 w 6825277"/>
              <a:gd name="connsiteY45" fmla="*/ 2521618 h 2842838"/>
              <a:gd name="connsiteX46" fmla="*/ 1069748 w 6825277"/>
              <a:gd name="connsiteY46" fmla="*/ 2609174 h 2842838"/>
              <a:gd name="connsiteX47" fmla="*/ 636273 w 6825277"/>
              <a:gd name="connsiteY47" fmla="*/ 2834151 h 2842838"/>
              <a:gd name="connsiteX48" fmla="*/ 396933 w 6825277"/>
              <a:gd name="connsiteY48" fmla="*/ 2814515 h 2842838"/>
              <a:gd name="connsiteX49" fmla="*/ 170073 w 6825277"/>
              <a:gd name="connsiteY49" fmla="*/ 2565471 h 2842838"/>
              <a:gd name="connsiteX50" fmla="*/ 31187 w 6825277"/>
              <a:gd name="connsiteY50" fmla="*/ 2148289 h 2842838"/>
              <a:gd name="connsiteX51" fmla="*/ 4772 w 6825277"/>
              <a:gd name="connsiteY51" fmla="*/ 1861782 h 2842838"/>
              <a:gd name="connsiteX0" fmla="*/ 4772 w 6825277"/>
              <a:gd name="connsiteY0" fmla="*/ 1861782 h 2835956"/>
              <a:gd name="connsiteX1" fmla="*/ 9583 w 6825277"/>
              <a:gd name="connsiteY1" fmla="*/ 1735834 h 2835956"/>
              <a:gd name="connsiteX2" fmla="*/ 97618 w 6825277"/>
              <a:gd name="connsiteY2" fmla="*/ 1732386 h 2835956"/>
              <a:gd name="connsiteX3" fmla="*/ 96578 w 6825277"/>
              <a:gd name="connsiteY3" fmla="*/ 2035104 h 2835956"/>
              <a:gd name="connsiteX4" fmla="*/ 210013 w 6825277"/>
              <a:gd name="connsiteY4" fmla="*/ 2422911 h 2835956"/>
              <a:gd name="connsiteX5" fmla="*/ 669314 w 6825277"/>
              <a:gd name="connsiteY5" fmla="*/ 2712894 h 2835956"/>
              <a:gd name="connsiteX6" fmla="*/ 828902 w 6825277"/>
              <a:gd name="connsiteY6" fmla="*/ 2623313 h 2835956"/>
              <a:gd name="connsiteX7" fmla="*/ 1149744 w 6825277"/>
              <a:gd name="connsiteY7" fmla="*/ 2481787 h 2835956"/>
              <a:gd name="connsiteX8" fmla="*/ 1504844 w 6825277"/>
              <a:gd name="connsiteY8" fmla="*/ 2309327 h 2835956"/>
              <a:gd name="connsiteX9" fmla="*/ 1900715 w 6825277"/>
              <a:gd name="connsiteY9" fmla="*/ 1955005 h 2835956"/>
              <a:gd name="connsiteX10" fmla="*/ 2517525 w 6825277"/>
              <a:gd name="connsiteY10" fmla="*/ 1341877 h 2835956"/>
              <a:gd name="connsiteX11" fmla="*/ 3362899 w 6825277"/>
              <a:gd name="connsiteY11" fmla="*/ 736610 h 2835956"/>
              <a:gd name="connsiteX12" fmla="*/ 4731023 w 6825277"/>
              <a:gd name="connsiteY12" fmla="*/ 909322 h 2835956"/>
              <a:gd name="connsiteX13" fmla="*/ 5230556 w 6825277"/>
              <a:gd name="connsiteY13" fmla="*/ 274322 h 2835956"/>
              <a:gd name="connsiteX14" fmla="*/ 5795707 w 6825277"/>
              <a:gd name="connsiteY14" fmla="*/ 172768 h 2835956"/>
              <a:gd name="connsiteX15" fmla="*/ 6225390 w 6825277"/>
              <a:gd name="connsiteY15" fmla="*/ 428302 h 2835956"/>
              <a:gd name="connsiteX16" fmla="*/ 6386612 w 6825277"/>
              <a:gd name="connsiteY16" fmla="*/ 623187 h 2835956"/>
              <a:gd name="connsiteX17" fmla="*/ 6539012 w 6825277"/>
              <a:gd name="connsiteY17" fmla="*/ 703089 h 2835956"/>
              <a:gd name="connsiteX18" fmla="*/ 6653312 w 6825277"/>
              <a:gd name="connsiteY18" fmla="*/ 674034 h 2835956"/>
              <a:gd name="connsiteX19" fmla="*/ 6682590 w 6825277"/>
              <a:gd name="connsiteY19" fmla="*/ 529995 h 2835956"/>
              <a:gd name="connsiteX20" fmla="*/ 6653313 w 6825277"/>
              <a:gd name="connsiteY20" fmla="*/ 390745 h 2835956"/>
              <a:gd name="connsiteX21" fmla="*/ 6583464 w 6825277"/>
              <a:gd name="connsiteY21" fmla="*/ 303578 h 2835956"/>
              <a:gd name="connsiteX22" fmla="*/ 6539014 w 6825277"/>
              <a:gd name="connsiteY22" fmla="*/ 194620 h 2835956"/>
              <a:gd name="connsiteX23" fmla="*/ 6519964 w 6825277"/>
              <a:gd name="connsiteY23" fmla="*/ 27550 h 2835956"/>
              <a:gd name="connsiteX24" fmla="*/ 6666013 w 6825277"/>
              <a:gd name="connsiteY24" fmla="*/ 13025 h 2835956"/>
              <a:gd name="connsiteX25" fmla="*/ 6818056 w 6825277"/>
              <a:gd name="connsiteY25" fmla="*/ 26287 h 2835956"/>
              <a:gd name="connsiteX26" fmla="*/ 6799364 w 6825277"/>
              <a:gd name="connsiteY26" fmla="*/ 252730 h 2835956"/>
              <a:gd name="connsiteX27" fmla="*/ 6754914 w 6825277"/>
              <a:gd name="connsiteY27" fmla="*/ 405271 h 2835956"/>
              <a:gd name="connsiteX28" fmla="*/ 6742213 w 6825277"/>
              <a:gd name="connsiteY28" fmla="*/ 659506 h 2835956"/>
              <a:gd name="connsiteX29" fmla="*/ 6666013 w 6825277"/>
              <a:gd name="connsiteY29" fmla="*/ 775729 h 2835956"/>
              <a:gd name="connsiteX30" fmla="*/ 6555590 w 6825277"/>
              <a:gd name="connsiteY30" fmla="*/ 797321 h 2835956"/>
              <a:gd name="connsiteX31" fmla="*/ 6341805 w 6825277"/>
              <a:gd name="connsiteY31" fmla="*/ 712560 h 2835956"/>
              <a:gd name="connsiteX32" fmla="*/ 6075463 w 6825277"/>
              <a:gd name="connsiteY32" fmla="*/ 398005 h 2835956"/>
              <a:gd name="connsiteX33" fmla="*/ 5838040 w 6825277"/>
              <a:gd name="connsiteY33" fmla="*/ 276774 h 2835956"/>
              <a:gd name="connsiteX34" fmla="*/ 5514190 w 6825277"/>
              <a:gd name="connsiteY34" fmla="*/ 257389 h 2835956"/>
              <a:gd name="connsiteX35" fmla="*/ 5332156 w 6825277"/>
              <a:gd name="connsiteY35" fmla="*/ 333589 h 2835956"/>
              <a:gd name="connsiteX36" fmla="*/ 5213623 w 6825277"/>
              <a:gd name="connsiteY36" fmla="*/ 452121 h 2835956"/>
              <a:gd name="connsiteX37" fmla="*/ 5001956 w 6825277"/>
              <a:gd name="connsiteY37" fmla="*/ 833121 h 2835956"/>
              <a:gd name="connsiteX38" fmla="*/ 4824156 w 6825277"/>
              <a:gd name="connsiteY38" fmla="*/ 985522 h 2835956"/>
              <a:gd name="connsiteX39" fmla="*/ 4411964 w 6825277"/>
              <a:gd name="connsiteY39" fmla="*/ 1018010 h 2835956"/>
              <a:gd name="connsiteX40" fmla="*/ 3752667 w 6825277"/>
              <a:gd name="connsiteY40" fmla="*/ 839283 h 2835956"/>
              <a:gd name="connsiteX41" fmla="*/ 3338456 w 6825277"/>
              <a:gd name="connsiteY41" fmla="*/ 842833 h 2835956"/>
              <a:gd name="connsiteX42" fmla="*/ 2670049 w 6825277"/>
              <a:gd name="connsiteY42" fmla="*/ 1324293 h 2835956"/>
              <a:gd name="connsiteX43" fmla="*/ 2007519 w 6825277"/>
              <a:gd name="connsiteY43" fmla="*/ 1975179 h 2835956"/>
              <a:gd name="connsiteX44" fmla="*/ 1593822 w 6825277"/>
              <a:gd name="connsiteY44" fmla="*/ 2375841 h 2835956"/>
              <a:gd name="connsiteX45" fmla="*/ 1292452 w 6825277"/>
              <a:gd name="connsiteY45" fmla="*/ 2521618 h 2835956"/>
              <a:gd name="connsiteX46" fmla="*/ 1069748 w 6825277"/>
              <a:gd name="connsiteY46" fmla="*/ 2609174 h 2835956"/>
              <a:gd name="connsiteX47" fmla="*/ 633098 w 6825277"/>
              <a:gd name="connsiteY47" fmla="*/ 2819623 h 2835956"/>
              <a:gd name="connsiteX48" fmla="*/ 396933 w 6825277"/>
              <a:gd name="connsiteY48" fmla="*/ 2814515 h 2835956"/>
              <a:gd name="connsiteX49" fmla="*/ 170073 w 6825277"/>
              <a:gd name="connsiteY49" fmla="*/ 2565471 h 2835956"/>
              <a:gd name="connsiteX50" fmla="*/ 31187 w 6825277"/>
              <a:gd name="connsiteY50" fmla="*/ 2148289 h 2835956"/>
              <a:gd name="connsiteX51" fmla="*/ 4772 w 6825277"/>
              <a:gd name="connsiteY51" fmla="*/ 1861782 h 2835956"/>
              <a:gd name="connsiteX0" fmla="*/ 4772 w 6825277"/>
              <a:gd name="connsiteY0" fmla="*/ 1861782 h 2835956"/>
              <a:gd name="connsiteX1" fmla="*/ 9583 w 6825277"/>
              <a:gd name="connsiteY1" fmla="*/ 1735834 h 2835956"/>
              <a:gd name="connsiteX2" fmla="*/ 97618 w 6825277"/>
              <a:gd name="connsiteY2" fmla="*/ 1732386 h 2835956"/>
              <a:gd name="connsiteX3" fmla="*/ 96578 w 6825277"/>
              <a:gd name="connsiteY3" fmla="*/ 2035104 h 2835956"/>
              <a:gd name="connsiteX4" fmla="*/ 210013 w 6825277"/>
              <a:gd name="connsiteY4" fmla="*/ 2422911 h 2835956"/>
              <a:gd name="connsiteX5" fmla="*/ 669314 w 6825277"/>
              <a:gd name="connsiteY5" fmla="*/ 2712894 h 2835956"/>
              <a:gd name="connsiteX6" fmla="*/ 828902 w 6825277"/>
              <a:gd name="connsiteY6" fmla="*/ 2623313 h 2835956"/>
              <a:gd name="connsiteX7" fmla="*/ 1149744 w 6825277"/>
              <a:gd name="connsiteY7" fmla="*/ 2481787 h 2835956"/>
              <a:gd name="connsiteX8" fmla="*/ 1504844 w 6825277"/>
              <a:gd name="connsiteY8" fmla="*/ 2309327 h 2835956"/>
              <a:gd name="connsiteX9" fmla="*/ 1900715 w 6825277"/>
              <a:gd name="connsiteY9" fmla="*/ 1955005 h 2835956"/>
              <a:gd name="connsiteX10" fmla="*/ 2517525 w 6825277"/>
              <a:gd name="connsiteY10" fmla="*/ 1341877 h 2835956"/>
              <a:gd name="connsiteX11" fmla="*/ 3362899 w 6825277"/>
              <a:gd name="connsiteY11" fmla="*/ 736610 h 2835956"/>
              <a:gd name="connsiteX12" fmla="*/ 4731023 w 6825277"/>
              <a:gd name="connsiteY12" fmla="*/ 909322 h 2835956"/>
              <a:gd name="connsiteX13" fmla="*/ 5230556 w 6825277"/>
              <a:gd name="connsiteY13" fmla="*/ 274322 h 2835956"/>
              <a:gd name="connsiteX14" fmla="*/ 5795707 w 6825277"/>
              <a:gd name="connsiteY14" fmla="*/ 172768 h 2835956"/>
              <a:gd name="connsiteX15" fmla="*/ 6225390 w 6825277"/>
              <a:gd name="connsiteY15" fmla="*/ 428302 h 2835956"/>
              <a:gd name="connsiteX16" fmla="*/ 6386612 w 6825277"/>
              <a:gd name="connsiteY16" fmla="*/ 623187 h 2835956"/>
              <a:gd name="connsiteX17" fmla="*/ 6539012 w 6825277"/>
              <a:gd name="connsiteY17" fmla="*/ 703089 h 2835956"/>
              <a:gd name="connsiteX18" fmla="*/ 6653312 w 6825277"/>
              <a:gd name="connsiteY18" fmla="*/ 674034 h 2835956"/>
              <a:gd name="connsiteX19" fmla="*/ 6682590 w 6825277"/>
              <a:gd name="connsiteY19" fmla="*/ 529995 h 2835956"/>
              <a:gd name="connsiteX20" fmla="*/ 6653313 w 6825277"/>
              <a:gd name="connsiteY20" fmla="*/ 390745 h 2835956"/>
              <a:gd name="connsiteX21" fmla="*/ 6583464 w 6825277"/>
              <a:gd name="connsiteY21" fmla="*/ 303578 h 2835956"/>
              <a:gd name="connsiteX22" fmla="*/ 6539014 w 6825277"/>
              <a:gd name="connsiteY22" fmla="*/ 194620 h 2835956"/>
              <a:gd name="connsiteX23" fmla="*/ 6519964 w 6825277"/>
              <a:gd name="connsiteY23" fmla="*/ 27550 h 2835956"/>
              <a:gd name="connsiteX24" fmla="*/ 6666013 w 6825277"/>
              <a:gd name="connsiteY24" fmla="*/ 13025 h 2835956"/>
              <a:gd name="connsiteX25" fmla="*/ 6818056 w 6825277"/>
              <a:gd name="connsiteY25" fmla="*/ 26287 h 2835956"/>
              <a:gd name="connsiteX26" fmla="*/ 6799364 w 6825277"/>
              <a:gd name="connsiteY26" fmla="*/ 252730 h 2835956"/>
              <a:gd name="connsiteX27" fmla="*/ 6754914 w 6825277"/>
              <a:gd name="connsiteY27" fmla="*/ 405271 h 2835956"/>
              <a:gd name="connsiteX28" fmla="*/ 6742213 w 6825277"/>
              <a:gd name="connsiteY28" fmla="*/ 659506 h 2835956"/>
              <a:gd name="connsiteX29" fmla="*/ 6666013 w 6825277"/>
              <a:gd name="connsiteY29" fmla="*/ 775729 h 2835956"/>
              <a:gd name="connsiteX30" fmla="*/ 6555590 w 6825277"/>
              <a:gd name="connsiteY30" fmla="*/ 797321 h 2835956"/>
              <a:gd name="connsiteX31" fmla="*/ 6341805 w 6825277"/>
              <a:gd name="connsiteY31" fmla="*/ 712560 h 2835956"/>
              <a:gd name="connsiteX32" fmla="*/ 6075463 w 6825277"/>
              <a:gd name="connsiteY32" fmla="*/ 398005 h 2835956"/>
              <a:gd name="connsiteX33" fmla="*/ 5838040 w 6825277"/>
              <a:gd name="connsiteY33" fmla="*/ 276774 h 2835956"/>
              <a:gd name="connsiteX34" fmla="*/ 5514190 w 6825277"/>
              <a:gd name="connsiteY34" fmla="*/ 257389 h 2835956"/>
              <a:gd name="connsiteX35" fmla="*/ 5332156 w 6825277"/>
              <a:gd name="connsiteY35" fmla="*/ 333589 h 2835956"/>
              <a:gd name="connsiteX36" fmla="*/ 5213623 w 6825277"/>
              <a:gd name="connsiteY36" fmla="*/ 452121 h 2835956"/>
              <a:gd name="connsiteX37" fmla="*/ 5001956 w 6825277"/>
              <a:gd name="connsiteY37" fmla="*/ 833121 h 2835956"/>
              <a:gd name="connsiteX38" fmla="*/ 4824156 w 6825277"/>
              <a:gd name="connsiteY38" fmla="*/ 985522 h 2835956"/>
              <a:gd name="connsiteX39" fmla="*/ 4411964 w 6825277"/>
              <a:gd name="connsiteY39" fmla="*/ 1018010 h 2835956"/>
              <a:gd name="connsiteX40" fmla="*/ 3752667 w 6825277"/>
              <a:gd name="connsiteY40" fmla="*/ 839283 h 2835956"/>
              <a:gd name="connsiteX41" fmla="*/ 3338456 w 6825277"/>
              <a:gd name="connsiteY41" fmla="*/ 842833 h 2835956"/>
              <a:gd name="connsiteX42" fmla="*/ 2670049 w 6825277"/>
              <a:gd name="connsiteY42" fmla="*/ 1324293 h 2835956"/>
              <a:gd name="connsiteX43" fmla="*/ 2007519 w 6825277"/>
              <a:gd name="connsiteY43" fmla="*/ 1975179 h 2835956"/>
              <a:gd name="connsiteX44" fmla="*/ 1593822 w 6825277"/>
              <a:gd name="connsiteY44" fmla="*/ 2375841 h 2835956"/>
              <a:gd name="connsiteX45" fmla="*/ 1292452 w 6825277"/>
              <a:gd name="connsiteY45" fmla="*/ 2521618 h 2835956"/>
              <a:gd name="connsiteX46" fmla="*/ 1069748 w 6825277"/>
              <a:gd name="connsiteY46" fmla="*/ 2609174 h 2835956"/>
              <a:gd name="connsiteX47" fmla="*/ 633098 w 6825277"/>
              <a:gd name="connsiteY47" fmla="*/ 2819623 h 2835956"/>
              <a:gd name="connsiteX48" fmla="*/ 396933 w 6825277"/>
              <a:gd name="connsiteY48" fmla="*/ 2814515 h 2835956"/>
              <a:gd name="connsiteX49" fmla="*/ 170073 w 6825277"/>
              <a:gd name="connsiteY49" fmla="*/ 2565471 h 2835956"/>
              <a:gd name="connsiteX50" fmla="*/ 31187 w 6825277"/>
              <a:gd name="connsiteY50" fmla="*/ 2148289 h 2835956"/>
              <a:gd name="connsiteX51" fmla="*/ 4772 w 6825277"/>
              <a:gd name="connsiteY51" fmla="*/ 1861782 h 2835956"/>
              <a:gd name="connsiteX0" fmla="*/ 4772 w 6825277"/>
              <a:gd name="connsiteY0" fmla="*/ 1861782 h 2835956"/>
              <a:gd name="connsiteX1" fmla="*/ 9583 w 6825277"/>
              <a:gd name="connsiteY1" fmla="*/ 1735834 h 2835956"/>
              <a:gd name="connsiteX2" fmla="*/ 97618 w 6825277"/>
              <a:gd name="connsiteY2" fmla="*/ 1732386 h 2835956"/>
              <a:gd name="connsiteX3" fmla="*/ 96578 w 6825277"/>
              <a:gd name="connsiteY3" fmla="*/ 2035104 h 2835956"/>
              <a:gd name="connsiteX4" fmla="*/ 210013 w 6825277"/>
              <a:gd name="connsiteY4" fmla="*/ 2422911 h 2835956"/>
              <a:gd name="connsiteX5" fmla="*/ 669314 w 6825277"/>
              <a:gd name="connsiteY5" fmla="*/ 2712894 h 2835956"/>
              <a:gd name="connsiteX6" fmla="*/ 828902 w 6825277"/>
              <a:gd name="connsiteY6" fmla="*/ 2623313 h 2835956"/>
              <a:gd name="connsiteX7" fmla="*/ 1149744 w 6825277"/>
              <a:gd name="connsiteY7" fmla="*/ 2481787 h 2835956"/>
              <a:gd name="connsiteX8" fmla="*/ 1504844 w 6825277"/>
              <a:gd name="connsiteY8" fmla="*/ 2309327 h 2835956"/>
              <a:gd name="connsiteX9" fmla="*/ 1900715 w 6825277"/>
              <a:gd name="connsiteY9" fmla="*/ 1955005 h 2835956"/>
              <a:gd name="connsiteX10" fmla="*/ 2517525 w 6825277"/>
              <a:gd name="connsiteY10" fmla="*/ 1341877 h 2835956"/>
              <a:gd name="connsiteX11" fmla="*/ 3362899 w 6825277"/>
              <a:gd name="connsiteY11" fmla="*/ 736610 h 2835956"/>
              <a:gd name="connsiteX12" fmla="*/ 4731023 w 6825277"/>
              <a:gd name="connsiteY12" fmla="*/ 909322 h 2835956"/>
              <a:gd name="connsiteX13" fmla="*/ 5230556 w 6825277"/>
              <a:gd name="connsiteY13" fmla="*/ 274322 h 2835956"/>
              <a:gd name="connsiteX14" fmla="*/ 5795707 w 6825277"/>
              <a:gd name="connsiteY14" fmla="*/ 172768 h 2835956"/>
              <a:gd name="connsiteX15" fmla="*/ 6225390 w 6825277"/>
              <a:gd name="connsiteY15" fmla="*/ 428302 h 2835956"/>
              <a:gd name="connsiteX16" fmla="*/ 6386612 w 6825277"/>
              <a:gd name="connsiteY16" fmla="*/ 623187 h 2835956"/>
              <a:gd name="connsiteX17" fmla="*/ 6539012 w 6825277"/>
              <a:gd name="connsiteY17" fmla="*/ 703089 h 2835956"/>
              <a:gd name="connsiteX18" fmla="*/ 6653312 w 6825277"/>
              <a:gd name="connsiteY18" fmla="*/ 674034 h 2835956"/>
              <a:gd name="connsiteX19" fmla="*/ 6682590 w 6825277"/>
              <a:gd name="connsiteY19" fmla="*/ 529995 h 2835956"/>
              <a:gd name="connsiteX20" fmla="*/ 6653313 w 6825277"/>
              <a:gd name="connsiteY20" fmla="*/ 390745 h 2835956"/>
              <a:gd name="connsiteX21" fmla="*/ 6583464 w 6825277"/>
              <a:gd name="connsiteY21" fmla="*/ 303578 h 2835956"/>
              <a:gd name="connsiteX22" fmla="*/ 6539014 w 6825277"/>
              <a:gd name="connsiteY22" fmla="*/ 194620 h 2835956"/>
              <a:gd name="connsiteX23" fmla="*/ 6519964 w 6825277"/>
              <a:gd name="connsiteY23" fmla="*/ 27550 h 2835956"/>
              <a:gd name="connsiteX24" fmla="*/ 6666013 w 6825277"/>
              <a:gd name="connsiteY24" fmla="*/ 13025 h 2835956"/>
              <a:gd name="connsiteX25" fmla="*/ 6818056 w 6825277"/>
              <a:gd name="connsiteY25" fmla="*/ 26287 h 2835956"/>
              <a:gd name="connsiteX26" fmla="*/ 6799364 w 6825277"/>
              <a:gd name="connsiteY26" fmla="*/ 252730 h 2835956"/>
              <a:gd name="connsiteX27" fmla="*/ 6754914 w 6825277"/>
              <a:gd name="connsiteY27" fmla="*/ 405271 h 2835956"/>
              <a:gd name="connsiteX28" fmla="*/ 6742213 w 6825277"/>
              <a:gd name="connsiteY28" fmla="*/ 659506 h 2835956"/>
              <a:gd name="connsiteX29" fmla="*/ 6666013 w 6825277"/>
              <a:gd name="connsiteY29" fmla="*/ 775729 h 2835956"/>
              <a:gd name="connsiteX30" fmla="*/ 6555590 w 6825277"/>
              <a:gd name="connsiteY30" fmla="*/ 797321 h 2835956"/>
              <a:gd name="connsiteX31" fmla="*/ 6341805 w 6825277"/>
              <a:gd name="connsiteY31" fmla="*/ 712560 h 2835956"/>
              <a:gd name="connsiteX32" fmla="*/ 6075463 w 6825277"/>
              <a:gd name="connsiteY32" fmla="*/ 398005 h 2835956"/>
              <a:gd name="connsiteX33" fmla="*/ 5838040 w 6825277"/>
              <a:gd name="connsiteY33" fmla="*/ 276774 h 2835956"/>
              <a:gd name="connsiteX34" fmla="*/ 5514190 w 6825277"/>
              <a:gd name="connsiteY34" fmla="*/ 257389 h 2835956"/>
              <a:gd name="connsiteX35" fmla="*/ 5332156 w 6825277"/>
              <a:gd name="connsiteY35" fmla="*/ 333589 h 2835956"/>
              <a:gd name="connsiteX36" fmla="*/ 5213623 w 6825277"/>
              <a:gd name="connsiteY36" fmla="*/ 452121 h 2835956"/>
              <a:gd name="connsiteX37" fmla="*/ 5001956 w 6825277"/>
              <a:gd name="connsiteY37" fmla="*/ 833121 h 2835956"/>
              <a:gd name="connsiteX38" fmla="*/ 4824156 w 6825277"/>
              <a:gd name="connsiteY38" fmla="*/ 985522 h 2835956"/>
              <a:gd name="connsiteX39" fmla="*/ 4411964 w 6825277"/>
              <a:gd name="connsiteY39" fmla="*/ 1018010 h 2835956"/>
              <a:gd name="connsiteX40" fmla="*/ 3752667 w 6825277"/>
              <a:gd name="connsiteY40" fmla="*/ 839283 h 2835956"/>
              <a:gd name="connsiteX41" fmla="*/ 3338456 w 6825277"/>
              <a:gd name="connsiteY41" fmla="*/ 842833 h 2835956"/>
              <a:gd name="connsiteX42" fmla="*/ 2670049 w 6825277"/>
              <a:gd name="connsiteY42" fmla="*/ 1324293 h 2835956"/>
              <a:gd name="connsiteX43" fmla="*/ 2007519 w 6825277"/>
              <a:gd name="connsiteY43" fmla="*/ 1975179 h 2835956"/>
              <a:gd name="connsiteX44" fmla="*/ 1593822 w 6825277"/>
              <a:gd name="connsiteY44" fmla="*/ 2375841 h 2835956"/>
              <a:gd name="connsiteX45" fmla="*/ 1292452 w 6825277"/>
              <a:gd name="connsiteY45" fmla="*/ 2521618 h 2835956"/>
              <a:gd name="connsiteX46" fmla="*/ 1069748 w 6825277"/>
              <a:gd name="connsiteY46" fmla="*/ 2609174 h 2835956"/>
              <a:gd name="connsiteX47" fmla="*/ 633098 w 6825277"/>
              <a:gd name="connsiteY47" fmla="*/ 2819623 h 2835956"/>
              <a:gd name="connsiteX48" fmla="*/ 396933 w 6825277"/>
              <a:gd name="connsiteY48" fmla="*/ 2814515 h 2835956"/>
              <a:gd name="connsiteX49" fmla="*/ 170073 w 6825277"/>
              <a:gd name="connsiteY49" fmla="*/ 2565471 h 2835956"/>
              <a:gd name="connsiteX50" fmla="*/ 31187 w 6825277"/>
              <a:gd name="connsiteY50" fmla="*/ 2148289 h 2835956"/>
              <a:gd name="connsiteX51" fmla="*/ 4772 w 6825277"/>
              <a:gd name="connsiteY51" fmla="*/ 1861782 h 2835956"/>
              <a:gd name="connsiteX0" fmla="*/ 4772 w 6825277"/>
              <a:gd name="connsiteY0" fmla="*/ 1861782 h 2824325"/>
              <a:gd name="connsiteX1" fmla="*/ 9583 w 6825277"/>
              <a:gd name="connsiteY1" fmla="*/ 1735834 h 2824325"/>
              <a:gd name="connsiteX2" fmla="*/ 97618 w 6825277"/>
              <a:gd name="connsiteY2" fmla="*/ 1732386 h 2824325"/>
              <a:gd name="connsiteX3" fmla="*/ 96578 w 6825277"/>
              <a:gd name="connsiteY3" fmla="*/ 2035104 h 2824325"/>
              <a:gd name="connsiteX4" fmla="*/ 210013 w 6825277"/>
              <a:gd name="connsiteY4" fmla="*/ 2422911 h 2824325"/>
              <a:gd name="connsiteX5" fmla="*/ 669314 w 6825277"/>
              <a:gd name="connsiteY5" fmla="*/ 2712894 h 2824325"/>
              <a:gd name="connsiteX6" fmla="*/ 828902 w 6825277"/>
              <a:gd name="connsiteY6" fmla="*/ 2623313 h 2824325"/>
              <a:gd name="connsiteX7" fmla="*/ 1149744 w 6825277"/>
              <a:gd name="connsiteY7" fmla="*/ 2481787 h 2824325"/>
              <a:gd name="connsiteX8" fmla="*/ 1504844 w 6825277"/>
              <a:gd name="connsiteY8" fmla="*/ 2309327 h 2824325"/>
              <a:gd name="connsiteX9" fmla="*/ 1900715 w 6825277"/>
              <a:gd name="connsiteY9" fmla="*/ 1955005 h 2824325"/>
              <a:gd name="connsiteX10" fmla="*/ 2517525 w 6825277"/>
              <a:gd name="connsiteY10" fmla="*/ 1341877 h 2824325"/>
              <a:gd name="connsiteX11" fmla="*/ 3362899 w 6825277"/>
              <a:gd name="connsiteY11" fmla="*/ 736610 h 2824325"/>
              <a:gd name="connsiteX12" fmla="*/ 4731023 w 6825277"/>
              <a:gd name="connsiteY12" fmla="*/ 909322 h 2824325"/>
              <a:gd name="connsiteX13" fmla="*/ 5230556 w 6825277"/>
              <a:gd name="connsiteY13" fmla="*/ 274322 h 2824325"/>
              <a:gd name="connsiteX14" fmla="*/ 5795707 w 6825277"/>
              <a:gd name="connsiteY14" fmla="*/ 172768 h 2824325"/>
              <a:gd name="connsiteX15" fmla="*/ 6225390 w 6825277"/>
              <a:gd name="connsiteY15" fmla="*/ 428302 h 2824325"/>
              <a:gd name="connsiteX16" fmla="*/ 6386612 w 6825277"/>
              <a:gd name="connsiteY16" fmla="*/ 623187 h 2824325"/>
              <a:gd name="connsiteX17" fmla="*/ 6539012 w 6825277"/>
              <a:gd name="connsiteY17" fmla="*/ 703089 h 2824325"/>
              <a:gd name="connsiteX18" fmla="*/ 6653312 w 6825277"/>
              <a:gd name="connsiteY18" fmla="*/ 674034 h 2824325"/>
              <a:gd name="connsiteX19" fmla="*/ 6682590 w 6825277"/>
              <a:gd name="connsiteY19" fmla="*/ 529995 h 2824325"/>
              <a:gd name="connsiteX20" fmla="*/ 6653313 w 6825277"/>
              <a:gd name="connsiteY20" fmla="*/ 390745 h 2824325"/>
              <a:gd name="connsiteX21" fmla="*/ 6583464 w 6825277"/>
              <a:gd name="connsiteY21" fmla="*/ 303578 h 2824325"/>
              <a:gd name="connsiteX22" fmla="*/ 6539014 w 6825277"/>
              <a:gd name="connsiteY22" fmla="*/ 194620 h 2824325"/>
              <a:gd name="connsiteX23" fmla="*/ 6519964 w 6825277"/>
              <a:gd name="connsiteY23" fmla="*/ 27550 h 2824325"/>
              <a:gd name="connsiteX24" fmla="*/ 6666013 w 6825277"/>
              <a:gd name="connsiteY24" fmla="*/ 13025 h 2824325"/>
              <a:gd name="connsiteX25" fmla="*/ 6818056 w 6825277"/>
              <a:gd name="connsiteY25" fmla="*/ 26287 h 2824325"/>
              <a:gd name="connsiteX26" fmla="*/ 6799364 w 6825277"/>
              <a:gd name="connsiteY26" fmla="*/ 252730 h 2824325"/>
              <a:gd name="connsiteX27" fmla="*/ 6754914 w 6825277"/>
              <a:gd name="connsiteY27" fmla="*/ 405271 h 2824325"/>
              <a:gd name="connsiteX28" fmla="*/ 6742213 w 6825277"/>
              <a:gd name="connsiteY28" fmla="*/ 659506 h 2824325"/>
              <a:gd name="connsiteX29" fmla="*/ 6666013 w 6825277"/>
              <a:gd name="connsiteY29" fmla="*/ 775729 h 2824325"/>
              <a:gd name="connsiteX30" fmla="*/ 6555590 w 6825277"/>
              <a:gd name="connsiteY30" fmla="*/ 797321 h 2824325"/>
              <a:gd name="connsiteX31" fmla="*/ 6341805 w 6825277"/>
              <a:gd name="connsiteY31" fmla="*/ 712560 h 2824325"/>
              <a:gd name="connsiteX32" fmla="*/ 6075463 w 6825277"/>
              <a:gd name="connsiteY32" fmla="*/ 398005 h 2824325"/>
              <a:gd name="connsiteX33" fmla="*/ 5838040 w 6825277"/>
              <a:gd name="connsiteY33" fmla="*/ 276774 h 2824325"/>
              <a:gd name="connsiteX34" fmla="*/ 5514190 w 6825277"/>
              <a:gd name="connsiteY34" fmla="*/ 257389 h 2824325"/>
              <a:gd name="connsiteX35" fmla="*/ 5332156 w 6825277"/>
              <a:gd name="connsiteY35" fmla="*/ 333589 h 2824325"/>
              <a:gd name="connsiteX36" fmla="*/ 5213623 w 6825277"/>
              <a:gd name="connsiteY36" fmla="*/ 452121 h 2824325"/>
              <a:gd name="connsiteX37" fmla="*/ 5001956 w 6825277"/>
              <a:gd name="connsiteY37" fmla="*/ 833121 h 2824325"/>
              <a:gd name="connsiteX38" fmla="*/ 4824156 w 6825277"/>
              <a:gd name="connsiteY38" fmla="*/ 985522 h 2824325"/>
              <a:gd name="connsiteX39" fmla="*/ 4411964 w 6825277"/>
              <a:gd name="connsiteY39" fmla="*/ 1018010 h 2824325"/>
              <a:gd name="connsiteX40" fmla="*/ 3752667 w 6825277"/>
              <a:gd name="connsiteY40" fmla="*/ 839283 h 2824325"/>
              <a:gd name="connsiteX41" fmla="*/ 3338456 w 6825277"/>
              <a:gd name="connsiteY41" fmla="*/ 842833 h 2824325"/>
              <a:gd name="connsiteX42" fmla="*/ 2670049 w 6825277"/>
              <a:gd name="connsiteY42" fmla="*/ 1324293 h 2824325"/>
              <a:gd name="connsiteX43" fmla="*/ 2007519 w 6825277"/>
              <a:gd name="connsiteY43" fmla="*/ 1975179 h 2824325"/>
              <a:gd name="connsiteX44" fmla="*/ 1593822 w 6825277"/>
              <a:gd name="connsiteY44" fmla="*/ 2375841 h 2824325"/>
              <a:gd name="connsiteX45" fmla="*/ 1292452 w 6825277"/>
              <a:gd name="connsiteY45" fmla="*/ 2521618 h 2824325"/>
              <a:gd name="connsiteX46" fmla="*/ 1069748 w 6825277"/>
              <a:gd name="connsiteY46" fmla="*/ 2609174 h 2824325"/>
              <a:gd name="connsiteX47" fmla="*/ 633098 w 6825277"/>
              <a:gd name="connsiteY47" fmla="*/ 2819623 h 2824325"/>
              <a:gd name="connsiteX48" fmla="*/ 406458 w 6825277"/>
              <a:gd name="connsiteY48" fmla="*/ 2792724 h 2824325"/>
              <a:gd name="connsiteX49" fmla="*/ 170073 w 6825277"/>
              <a:gd name="connsiteY49" fmla="*/ 2565471 h 2824325"/>
              <a:gd name="connsiteX50" fmla="*/ 31187 w 6825277"/>
              <a:gd name="connsiteY50" fmla="*/ 2148289 h 2824325"/>
              <a:gd name="connsiteX51" fmla="*/ 4772 w 6825277"/>
              <a:gd name="connsiteY51" fmla="*/ 1861782 h 2824325"/>
              <a:gd name="connsiteX0" fmla="*/ 4772 w 6825277"/>
              <a:gd name="connsiteY0" fmla="*/ 1861782 h 2821794"/>
              <a:gd name="connsiteX1" fmla="*/ 9583 w 6825277"/>
              <a:gd name="connsiteY1" fmla="*/ 1735834 h 2821794"/>
              <a:gd name="connsiteX2" fmla="*/ 97618 w 6825277"/>
              <a:gd name="connsiteY2" fmla="*/ 1732386 h 2821794"/>
              <a:gd name="connsiteX3" fmla="*/ 96578 w 6825277"/>
              <a:gd name="connsiteY3" fmla="*/ 2035104 h 2821794"/>
              <a:gd name="connsiteX4" fmla="*/ 210013 w 6825277"/>
              <a:gd name="connsiteY4" fmla="*/ 2422911 h 2821794"/>
              <a:gd name="connsiteX5" fmla="*/ 669314 w 6825277"/>
              <a:gd name="connsiteY5" fmla="*/ 2712894 h 2821794"/>
              <a:gd name="connsiteX6" fmla="*/ 828902 w 6825277"/>
              <a:gd name="connsiteY6" fmla="*/ 2623313 h 2821794"/>
              <a:gd name="connsiteX7" fmla="*/ 1149744 w 6825277"/>
              <a:gd name="connsiteY7" fmla="*/ 2481787 h 2821794"/>
              <a:gd name="connsiteX8" fmla="*/ 1504844 w 6825277"/>
              <a:gd name="connsiteY8" fmla="*/ 2309327 h 2821794"/>
              <a:gd name="connsiteX9" fmla="*/ 1900715 w 6825277"/>
              <a:gd name="connsiteY9" fmla="*/ 1955005 h 2821794"/>
              <a:gd name="connsiteX10" fmla="*/ 2517525 w 6825277"/>
              <a:gd name="connsiteY10" fmla="*/ 1341877 h 2821794"/>
              <a:gd name="connsiteX11" fmla="*/ 3362899 w 6825277"/>
              <a:gd name="connsiteY11" fmla="*/ 736610 h 2821794"/>
              <a:gd name="connsiteX12" fmla="*/ 4731023 w 6825277"/>
              <a:gd name="connsiteY12" fmla="*/ 909322 h 2821794"/>
              <a:gd name="connsiteX13" fmla="*/ 5230556 w 6825277"/>
              <a:gd name="connsiteY13" fmla="*/ 274322 h 2821794"/>
              <a:gd name="connsiteX14" fmla="*/ 5795707 w 6825277"/>
              <a:gd name="connsiteY14" fmla="*/ 172768 h 2821794"/>
              <a:gd name="connsiteX15" fmla="*/ 6225390 w 6825277"/>
              <a:gd name="connsiteY15" fmla="*/ 428302 h 2821794"/>
              <a:gd name="connsiteX16" fmla="*/ 6386612 w 6825277"/>
              <a:gd name="connsiteY16" fmla="*/ 623187 h 2821794"/>
              <a:gd name="connsiteX17" fmla="*/ 6539012 w 6825277"/>
              <a:gd name="connsiteY17" fmla="*/ 703089 h 2821794"/>
              <a:gd name="connsiteX18" fmla="*/ 6653312 w 6825277"/>
              <a:gd name="connsiteY18" fmla="*/ 674034 h 2821794"/>
              <a:gd name="connsiteX19" fmla="*/ 6682590 w 6825277"/>
              <a:gd name="connsiteY19" fmla="*/ 529995 h 2821794"/>
              <a:gd name="connsiteX20" fmla="*/ 6653313 w 6825277"/>
              <a:gd name="connsiteY20" fmla="*/ 390745 h 2821794"/>
              <a:gd name="connsiteX21" fmla="*/ 6583464 w 6825277"/>
              <a:gd name="connsiteY21" fmla="*/ 303578 h 2821794"/>
              <a:gd name="connsiteX22" fmla="*/ 6539014 w 6825277"/>
              <a:gd name="connsiteY22" fmla="*/ 194620 h 2821794"/>
              <a:gd name="connsiteX23" fmla="*/ 6519964 w 6825277"/>
              <a:gd name="connsiteY23" fmla="*/ 27550 h 2821794"/>
              <a:gd name="connsiteX24" fmla="*/ 6666013 w 6825277"/>
              <a:gd name="connsiteY24" fmla="*/ 13025 h 2821794"/>
              <a:gd name="connsiteX25" fmla="*/ 6818056 w 6825277"/>
              <a:gd name="connsiteY25" fmla="*/ 26287 h 2821794"/>
              <a:gd name="connsiteX26" fmla="*/ 6799364 w 6825277"/>
              <a:gd name="connsiteY26" fmla="*/ 252730 h 2821794"/>
              <a:gd name="connsiteX27" fmla="*/ 6754914 w 6825277"/>
              <a:gd name="connsiteY27" fmla="*/ 405271 h 2821794"/>
              <a:gd name="connsiteX28" fmla="*/ 6742213 w 6825277"/>
              <a:gd name="connsiteY28" fmla="*/ 659506 h 2821794"/>
              <a:gd name="connsiteX29" fmla="*/ 6666013 w 6825277"/>
              <a:gd name="connsiteY29" fmla="*/ 775729 h 2821794"/>
              <a:gd name="connsiteX30" fmla="*/ 6555590 w 6825277"/>
              <a:gd name="connsiteY30" fmla="*/ 797321 h 2821794"/>
              <a:gd name="connsiteX31" fmla="*/ 6341805 w 6825277"/>
              <a:gd name="connsiteY31" fmla="*/ 712560 h 2821794"/>
              <a:gd name="connsiteX32" fmla="*/ 6075463 w 6825277"/>
              <a:gd name="connsiteY32" fmla="*/ 398005 h 2821794"/>
              <a:gd name="connsiteX33" fmla="*/ 5838040 w 6825277"/>
              <a:gd name="connsiteY33" fmla="*/ 276774 h 2821794"/>
              <a:gd name="connsiteX34" fmla="*/ 5514190 w 6825277"/>
              <a:gd name="connsiteY34" fmla="*/ 257389 h 2821794"/>
              <a:gd name="connsiteX35" fmla="*/ 5332156 w 6825277"/>
              <a:gd name="connsiteY35" fmla="*/ 333589 h 2821794"/>
              <a:gd name="connsiteX36" fmla="*/ 5213623 w 6825277"/>
              <a:gd name="connsiteY36" fmla="*/ 452121 h 2821794"/>
              <a:gd name="connsiteX37" fmla="*/ 5001956 w 6825277"/>
              <a:gd name="connsiteY37" fmla="*/ 833121 h 2821794"/>
              <a:gd name="connsiteX38" fmla="*/ 4824156 w 6825277"/>
              <a:gd name="connsiteY38" fmla="*/ 985522 h 2821794"/>
              <a:gd name="connsiteX39" fmla="*/ 4411964 w 6825277"/>
              <a:gd name="connsiteY39" fmla="*/ 1018010 h 2821794"/>
              <a:gd name="connsiteX40" fmla="*/ 3752667 w 6825277"/>
              <a:gd name="connsiteY40" fmla="*/ 839283 h 2821794"/>
              <a:gd name="connsiteX41" fmla="*/ 3338456 w 6825277"/>
              <a:gd name="connsiteY41" fmla="*/ 842833 h 2821794"/>
              <a:gd name="connsiteX42" fmla="*/ 2670049 w 6825277"/>
              <a:gd name="connsiteY42" fmla="*/ 1324293 h 2821794"/>
              <a:gd name="connsiteX43" fmla="*/ 2007519 w 6825277"/>
              <a:gd name="connsiteY43" fmla="*/ 1975179 h 2821794"/>
              <a:gd name="connsiteX44" fmla="*/ 1593822 w 6825277"/>
              <a:gd name="connsiteY44" fmla="*/ 2375841 h 2821794"/>
              <a:gd name="connsiteX45" fmla="*/ 1292452 w 6825277"/>
              <a:gd name="connsiteY45" fmla="*/ 2521618 h 2821794"/>
              <a:gd name="connsiteX46" fmla="*/ 1069748 w 6825277"/>
              <a:gd name="connsiteY46" fmla="*/ 2609174 h 2821794"/>
              <a:gd name="connsiteX47" fmla="*/ 633098 w 6825277"/>
              <a:gd name="connsiteY47" fmla="*/ 2819623 h 2821794"/>
              <a:gd name="connsiteX48" fmla="*/ 406458 w 6825277"/>
              <a:gd name="connsiteY48" fmla="*/ 2792724 h 2821794"/>
              <a:gd name="connsiteX49" fmla="*/ 170073 w 6825277"/>
              <a:gd name="connsiteY49" fmla="*/ 2565471 h 2821794"/>
              <a:gd name="connsiteX50" fmla="*/ 31187 w 6825277"/>
              <a:gd name="connsiteY50" fmla="*/ 2148289 h 2821794"/>
              <a:gd name="connsiteX51" fmla="*/ 4772 w 6825277"/>
              <a:gd name="connsiteY51" fmla="*/ 1861782 h 2821794"/>
              <a:gd name="connsiteX0" fmla="*/ 4772 w 6825277"/>
              <a:gd name="connsiteY0" fmla="*/ 1861782 h 2823744"/>
              <a:gd name="connsiteX1" fmla="*/ 9583 w 6825277"/>
              <a:gd name="connsiteY1" fmla="*/ 1735834 h 2823744"/>
              <a:gd name="connsiteX2" fmla="*/ 97618 w 6825277"/>
              <a:gd name="connsiteY2" fmla="*/ 1732386 h 2823744"/>
              <a:gd name="connsiteX3" fmla="*/ 96578 w 6825277"/>
              <a:gd name="connsiteY3" fmla="*/ 2035104 h 2823744"/>
              <a:gd name="connsiteX4" fmla="*/ 210013 w 6825277"/>
              <a:gd name="connsiteY4" fmla="*/ 2422911 h 2823744"/>
              <a:gd name="connsiteX5" fmla="*/ 669314 w 6825277"/>
              <a:gd name="connsiteY5" fmla="*/ 2712894 h 2823744"/>
              <a:gd name="connsiteX6" fmla="*/ 828902 w 6825277"/>
              <a:gd name="connsiteY6" fmla="*/ 2623313 h 2823744"/>
              <a:gd name="connsiteX7" fmla="*/ 1149744 w 6825277"/>
              <a:gd name="connsiteY7" fmla="*/ 2481787 h 2823744"/>
              <a:gd name="connsiteX8" fmla="*/ 1504844 w 6825277"/>
              <a:gd name="connsiteY8" fmla="*/ 2309327 h 2823744"/>
              <a:gd name="connsiteX9" fmla="*/ 1900715 w 6825277"/>
              <a:gd name="connsiteY9" fmla="*/ 1955005 h 2823744"/>
              <a:gd name="connsiteX10" fmla="*/ 2517525 w 6825277"/>
              <a:gd name="connsiteY10" fmla="*/ 1341877 h 2823744"/>
              <a:gd name="connsiteX11" fmla="*/ 3362899 w 6825277"/>
              <a:gd name="connsiteY11" fmla="*/ 736610 h 2823744"/>
              <a:gd name="connsiteX12" fmla="*/ 4731023 w 6825277"/>
              <a:gd name="connsiteY12" fmla="*/ 909322 h 2823744"/>
              <a:gd name="connsiteX13" fmla="*/ 5230556 w 6825277"/>
              <a:gd name="connsiteY13" fmla="*/ 274322 h 2823744"/>
              <a:gd name="connsiteX14" fmla="*/ 5795707 w 6825277"/>
              <a:gd name="connsiteY14" fmla="*/ 172768 h 2823744"/>
              <a:gd name="connsiteX15" fmla="*/ 6225390 w 6825277"/>
              <a:gd name="connsiteY15" fmla="*/ 428302 h 2823744"/>
              <a:gd name="connsiteX16" fmla="*/ 6386612 w 6825277"/>
              <a:gd name="connsiteY16" fmla="*/ 623187 h 2823744"/>
              <a:gd name="connsiteX17" fmla="*/ 6539012 w 6825277"/>
              <a:gd name="connsiteY17" fmla="*/ 703089 h 2823744"/>
              <a:gd name="connsiteX18" fmla="*/ 6653312 w 6825277"/>
              <a:gd name="connsiteY18" fmla="*/ 674034 h 2823744"/>
              <a:gd name="connsiteX19" fmla="*/ 6682590 w 6825277"/>
              <a:gd name="connsiteY19" fmla="*/ 529995 h 2823744"/>
              <a:gd name="connsiteX20" fmla="*/ 6653313 w 6825277"/>
              <a:gd name="connsiteY20" fmla="*/ 390745 h 2823744"/>
              <a:gd name="connsiteX21" fmla="*/ 6583464 w 6825277"/>
              <a:gd name="connsiteY21" fmla="*/ 303578 h 2823744"/>
              <a:gd name="connsiteX22" fmla="*/ 6539014 w 6825277"/>
              <a:gd name="connsiteY22" fmla="*/ 194620 h 2823744"/>
              <a:gd name="connsiteX23" fmla="*/ 6519964 w 6825277"/>
              <a:gd name="connsiteY23" fmla="*/ 27550 h 2823744"/>
              <a:gd name="connsiteX24" fmla="*/ 6666013 w 6825277"/>
              <a:gd name="connsiteY24" fmla="*/ 13025 h 2823744"/>
              <a:gd name="connsiteX25" fmla="*/ 6818056 w 6825277"/>
              <a:gd name="connsiteY25" fmla="*/ 26287 h 2823744"/>
              <a:gd name="connsiteX26" fmla="*/ 6799364 w 6825277"/>
              <a:gd name="connsiteY26" fmla="*/ 252730 h 2823744"/>
              <a:gd name="connsiteX27" fmla="*/ 6754914 w 6825277"/>
              <a:gd name="connsiteY27" fmla="*/ 405271 h 2823744"/>
              <a:gd name="connsiteX28" fmla="*/ 6742213 w 6825277"/>
              <a:gd name="connsiteY28" fmla="*/ 659506 h 2823744"/>
              <a:gd name="connsiteX29" fmla="*/ 6666013 w 6825277"/>
              <a:gd name="connsiteY29" fmla="*/ 775729 h 2823744"/>
              <a:gd name="connsiteX30" fmla="*/ 6555590 w 6825277"/>
              <a:gd name="connsiteY30" fmla="*/ 797321 h 2823744"/>
              <a:gd name="connsiteX31" fmla="*/ 6341805 w 6825277"/>
              <a:gd name="connsiteY31" fmla="*/ 712560 h 2823744"/>
              <a:gd name="connsiteX32" fmla="*/ 6075463 w 6825277"/>
              <a:gd name="connsiteY32" fmla="*/ 398005 h 2823744"/>
              <a:gd name="connsiteX33" fmla="*/ 5838040 w 6825277"/>
              <a:gd name="connsiteY33" fmla="*/ 276774 h 2823744"/>
              <a:gd name="connsiteX34" fmla="*/ 5514190 w 6825277"/>
              <a:gd name="connsiteY34" fmla="*/ 257389 h 2823744"/>
              <a:gd name="connsiteX35" fmla="*/ 5332156 w 6825277"/>
              <a:gd name="connsiteY35" fmla="*/ 333589 h 2823744"/>
              <a:gd name="connsiteX36" fmla="*/ 5213623 w 6825277"/>
              <a:gd name="connsiteY36" fmla="*/ 452121 h 2823744"/>
              <a:gd name="connsiteX37" fmla="*/ 5001956 w 6825277"/>
              <a:gd name="connsiteY37" fmla="*/ 833121 h 2823744"/>
              <a:gd name="connsiteX38" fmla="*/ 4824156 w 6825277"/>
              <a:gd name="connsiteY38" fmla="*/ 985522 h 2823744"/>
              <a:gd name="connsiteX39" fmla="*/ 4411964 w 6825277"/>
              <a:gd name="connsiteY39" fmla="*/ 1018010 h 2823744"/>
              <a:gd name="connsiteX40" fmla="*/ 3752667 w 6825277"/>
              <a:gd name="connsiteY40" fmla="*/ 839283 h 2823744"/>
              <a:gd name="connsiteX41" fmla="*/ 3338456 w 6825277"/>
              <a:gd name="connsiteY41" fmla="*/ 842833 h 2823744"/>
              <a:gd name="connsiteX42" fmla="*/ 2670049 w 6825277"/>
              <a:gd name="connsiteY42" fmla="*/ 1324293 h 2823744"/>
              <a:gd name="connsiteX43" fmla="*/ 2007519 w 6825277"/>
              <a:gd name="connsiteY43" fmla="*/ 1975179 h 2823744"/>
              <a:gd name="connsiteX44" fmla="*/ 1593822 w 6825277"/>
              <a:gd name="connsiteY44" fmla="*/ 2375841 h 2823744"/>
              <a:gd name="connsiteX45" fmla="*/ 1292452 w 6825277"/>
              <a:gd name="connsiteY45" fmla="*/ 2521618 h 2823744"/>
              <a:gd name="connsiteX46" fmla="*/ 1069748 w 6825277"/>
              <a:gd name="connsiteY46" fmla="*/ 2609174 h 2823744"/>
              <a:gd name="connsiteX47" fmla="*/ 633098 w 6825277"/>
              <a:gd name="connsiteY47" fmla="*/ 2819623 h 2823744"/>
              <a:gd name="connsiteX48" fmla="*/ 400108 w 6825277"/>
              <a:gd name="connsiteY48" fmla="*/ 2799988 h 2823744"/>
              <a:gd name="connsiteX49" fmla="*/ 170073 w 6825277"/>
              <a:gd name="connsiteY49" fmla="*/ 2565471 h 2823744"/>
              <a:gd name="connsiteX50" fmla="*/ 31187 w 6825277"/>
              <a:gd name="connsiteY50" fmla="*/ 2148289 h 2823744"/>
              <a:gd name="connsiteX51" fmla="*/ 4772 w 6825277"/>
              <a:gd name="connsiteY51" fmla="*/ 1861782 h 2823744"/>
              <a:gd name="connsiteX0" fmla="*/ 4772 w 6825277"/>
              <a:gd name="connsiteY0" fmla="*/ 1861782 h 2827405"/>
              <a:gd name="connsiteX1" fmla="*/ 9583 w 6825277"/>
              <a:gd name="connsiteY1" fmla="*/ 1735834 h 2827405"/>
              <a:gd name="connsiteX2" fmla="*/ 97618 w 6825277"/>
              <a:gd name="connsiteY2" fmla="*/ 1732386 h 2827405"/>
              <a:gd name="connsiteX3" fmla="*/ 96578 w 6825277"/>
              <a:gd name="connsiteY3" fmla="*/ 2035104 h 2827405"/>
              <a:gd name="connsiteX4" fmla="*/ 210013 w 6825277"/>
              <a:gd name="connsiteY4" fmla="*/ 2422911 h 2827405"/>
              <a:gd name="connsiteX5" fmla="*/ 669314 w 6825277"/>
              <a:gd name="connsiteY5" fmla="*/ 2712894 h 2827405"/>
              <a:gd name="connsiteX6" fmla="*/ 828902 w 6825277"/>
              <a:gd name="connsiteY6" fmla="*/ 2623313 h 2827405"/>
              <a:gd name="connsiteX7" fmla="*/ 1149744 w 6825277"/>
              <a:gd name="connsiteY7" fmla="*/ 2481787 h 2827405"/>
              <a:gd name="connsiteX8" fmla="*/ 1504844 w 6825277"/>
              <a:gd name="connsiteY8" fmla="*/ 2309327 h 2827405"/>
              <a:gd name="connsiteX9" fmla="*/ 1900715 w 6825277"/>
              <a:gd name="connsiteY9" fmla="*/ 1955005 h 2827405"/>
              <a:gd name="connsiteX10" fmla="*/ 2517525 w 6825277"/>
              <a:gd name="connsiteY10" fmla="*/ 1341877 h 2827405"/>
              <a:gd name="connsiteX11" fmla="*/ 3362899 w 6825277"/>
              <a:gd name="connsiteY11" fmla="*/ 736610 h 2827405"/>
              <a:gd name="connsiteX12" fmla="*/ 4731023 w 6825277"/>
              <a:gd name="connsiteY12" fmla="*/ 909322 h 2827405"/>
              <a:gd name="connsiteX13" fmla="*/ 5230556 w 6825277"/>
              <a:gd name="connsiteY13" fmla="*/ 274322 h 2827405"/>
              <a:gd name="connsiteX14" fmla="*/ 5795707 w 6825277"/>
              <a:gd name="connsiteY14" fmla="*/ 172768 h 2827405"/>
              <a:gd name="connsiteX15" fmla="*/ 6225390 w 6825277"/>
              <a:gd name="connsiteY15" fmla="*/ 428302 h 2827405"/>
              <a:gd name="connsiteX16" fmla="*/ 6386612 w 6825277"/>
              <a:gd name="connsiteY16" fmla="*/ 623187 h 2827405"/>
              <a:gd name="connsiteX17" fmla="*/ 6539012 w 6825277"/>
              <a:gd name="connsiteY17" fmla="*/ 703089 h 2827405"/>
              <a:gd name="connsiteX18" fmla="*/ 6653312 w 6825277"/>
              <a:gd name="connsiteY18" fmla="*/ 674034 h 2827405"/>
              <a:gd name="connsiteX19" fmla="*/ 6682590 w 6825277"/>
              <a:gd name="connsiteY19" fmla="*/ 529995 h 2827405"/>
              <a:gd name="connsiteX20" fmla="*/ 6653313 w 6825277"/>
              <a:gd name="connsiteY20" fmla="*/ 390745 h 2827405"/>
              <a:gd name="connsiteX21" fmla="*/ 6583464 w 6825277"/>
              <a:gd name="connsiteY21" fmla="*/ 303578 h 2827405"/>
              <a:gd name="connsiteX22" fmla="*/ 6539014 w 6825277"/>
              <a:gd name="connsiteY22" fmla="*/ 194620 h 2827405"/>
              <a:gd name="connsiteX23" fmla="*/ 6519964 w 6825277"/>
              <a:gd name="connsiteY23" fmla="*/ 27550 h 2827405"/>
              <a:gd name="connsiteX24" fmla="*/ 6666013 w 6825277"/>
              <a:gd name="connsiteY24" fmla="*/ 13025 h 2827405"/>
              <a:gd name="connsiteX25" fmla="*/ 6818056 w 6825277"/>
              <a:gd name="connsiteY25" fmla="*/ 26287 h 2827405"/>
              <a:gd name="connsiteX26" fmla="*/ 6799364 w 6825277"/>
              <a:gd name="connsiteY26" fmla="*/ 252730 h 2827405"/>
              <a:gd name="connsiteX27" fmla="*/ 6754914 w 6825277"/>
              <a:gd name="connsiteY27" fmla="*/ 405271 h 2827405"/>
              <a:gd name="connsiteX28" fmla="*/ 6742213 w 6825277"/>
              <a:gd name="connsiteY28" fmla="*/ 659506 h 2827405"/>
              <a:gd name="connsiteX29" fmla="*/ 6666013 w 6825277"/>
              <a:gd name="connsiteY29" fmla="*/ 775729 h 2827405"/>
              <a:gd name="connsiteX30" fmla="*/ 6555590 w 6825277"/>
              <a:gd name="connsiteY30" fmla="*/ 797321 h 2827405"/>
              <a:gd name="connsiteX31" fmla="*/ 6341805 w 6825277"/>
              <a:gd name="connsiteY31" fmla="*/ 712560 h 2827405"/>
              <a:gd name="connsiteX32" fmla="*/ 6075463 w 6825277"/>
              <a:gd name="connsiteY32" fmla="*/ 398005 h 2827405"/>
              <a:gd name="connsiteX33" fmla="*/ 5838040 w 6825277"/>
              <a:gd name="connsiteY33" fmla="*/ 276774 h 2827405"/>
              <a:gd name="connsiteX34" fmla="*/ 5514190 w 6825277"/>
              <a:gd name="connsiteY34" fmla="*/ 257389 h 2827405"/>
              <a:gd name="connsiteX35" fmla="*/ 5332156 w 6825277"/>
              <a:gd name="connsiteY35" fmla="*/ 333589 h 2827405"/>
              <a:gd name="connsiteX36" fmla="*/ 5213623 w 6825277"/>
              <a:gd name="connsiteY36" fmla="*/ 452121 h 2827405"/>
              <a:gd name="connsiteX37" fmla="*/ 5001956 w 6825277"/>
              <a:gd name="connsiteY37" fmla="*/ 833121 h 2827405"/>
              <a:gd name="connsiteX38" fmla="*/ 4824156 w 6825277"/>
              <a:gd name="connsiteY38" fmla="*/ 985522 h 2827405"/>
              <a:gd name="connsiteX39" fmla="*/ 4411964 w 6825277"/>
              <a:gd name="connsiteY39" fmla="*/ 1018010 h 2827405"/>
              <a:gd name="connsiteX40" fmla="*/ 3752667 w 6825277"/>
              <a:gd name="connsiteY40" fmla="*/ 839283 h 2827405"/>
              <a:gd name="connsiteX41" fmla="*/ 3338456 w 6825277"/>
              <a:gd name="connsiteY41" fmla="*/ 842833 h 2827405"/>
              <a:gd name="connsiteX42" fmla="*/ 2670049 w 6825277"/>
              <a:gd name="connsiteY42" fmla="*/ 1324293 h 2827405"/>
              <a:gd name="connsiteX43" fmla="*/ 2007519 w 6825277"/>
              <a:gd name="connsiteY43" fmla="*/ 1975179 h 2827405"/>
              <a:gd name="connsiteX44" fmla="*/ 1593822 w 6825277"/>
              <a:gd name="connsiteY44" fmla="*/ 2375841 h 2827405"/>
              <a:gd name="connsiteX45" fmla="*/ 1292452 w 6825277"/>
              <a:gd name="connsiteY45" fmla="*/ 2521618 h 2827405"/>
              <a:gd name="connsiteX46" fmla="*/ 1069748 w 6825277"/>
              <a:gd name="connsiteY46" fmla="*/ 2609174 h 2827405"/>
              <a:gd name="connsiteX47" fmla="*/ 633098 w 6825277"/>
              <a:gd name="connsiteY47" fmla="*/ 2819623 h 2827405"/>
              <a:gd name="connsiteX48" fmla="*/ 400108 w 6825277"/>
              <a:gd name="connsiteY48" fmla="*/ 2799988 h 2827405"/>
              <a:gd name="connsiteX49" fmla="*/ 170073 w 6825277"/>
              <a:gd name="connsiteY49" fmla="*/ 2565471 h 2827405"/>
              <a:gd name="connsiteX50" fmla="*/ 31187 w 6825277"/>
              <a:gd name="connsiteY50" fmla="*/ 2148289 h 2827405"/>
              <a:gd name="connsiteX51" fmla="*/ 4772 w 6825277"/>
              <a:gd name="connsiteY51" fmla="*/ 1861782 h 2827405"/>
              <a:gd name="connsiteX0" fmla="*/ 4772 w 6825277"/>
              <a:gd name="connsiteY0" fmla="*/ 1861782 h 2827405"/>
              <a:gd name="connsiteX1" fmla="*/ 9583 w 6825277"/>
              <a:gd name="connsiteY1" fmla="*/ 1735834 h 2827405"/>
              <a:gd name="connsiteX2" fmla="*/ 97618 w 6825277"/>
              <a:gd name="connsiteY2" fmla="*/ 1732386 h 2827405"/>
              <a:gd name="connsiteX3" fmla="*/ 96578 w 6825277"/>
              <a:gd name="connsiteY3" fmla="*/ 2035104 h 2827405"/>
              <a:gd name="connsiteX4" fmla="*/ 210013 w 6825277"/>
              <a:gd name="connsiteY4" fmla="*/ 2422911 h 2827405"/>
              <a:gd name="connsiteX5" fmla="*/ 669314 w 6825277"/>
              <a:gd name="connsiteY5" fmla="*/ 2712894 h 2827405"/>
              <a:gd name="connsiteX6" fmla="*/ 828902 w 6825277"/>
              <a:gd name="connsiteY6" fmla="*/ 2623313 h 2827405"/>
              <a:gd name="connsiteX7" fmla="*/ 1165619 w 6825277"/>
              <a:gd name="connsiteY7" fmla="*/ 2481787 h 2827405"/>
              <a:gd name="connsiteX8" fmla="*/ 1504844 w 6825277"/>
              <a:gd name="connsiteY8" fmla="*/ 2309327 h 2827405"/>
              <a:gd name="connsiteX9" fmla="*/ 1900715 w 6825277"/>
              <a:gd name="connsiteY9" fmla="*/ 1955005 h 2827405"/>
              <a:gd name="connsiteX10" fmla="*/ 2517525 w 6825277"/>
              <a:gd name="connsiteY10" fmla="*/ 1341877 h 2827405"/>
              <a:gd name="connsiteX11" fmla="*/ 3362899 w 6825277"/>
              <a:gd name="connsiteY11" fmla="*/ 736610 h 2827405"/>
              <a:gd name="connsiteX12" fmla="*/ 4731023 w 6825277"/>
              <a:gd name="connsiteY12" fmla="*/ 909322 h 2827405"/>
              <a:gd name="connsiteX13" fmla="*/ 5230556 w 6825277"/>
              <a:gd name="connsiteY13" fmla="*/ 274322 h 2827405"/>
              <a:gd name="connsiteX14" fmla="*/ 5795707 w 6825277"/>
              <a:gd name="connsiteY14" fmla="*/ 172768 h 2827405"/>
              <a:gd name="connsiteX15" fmla="*/ 6225390 w 6825277"/>
              <a:gd name="connsiteY15" fmla="*/ 428302 h 2827405"/>
              <a:gd name="connsiteX16" fmla="*/ 6386612 w 6825277"/>
              <a:gd name="connsiteY16" fmla="*/ 623187 h 2827405"/>
              <a:gd name="connsiteX17" fmla="*/ 6539012 w 6825277"/>
              <a:gd name="connsiteY17" fmla="*/ 703089 h 2827405"/>
              <a:gd name="connsiteX18" fmla="*/ 6653312 w 6825277"/>
              <a:gd name="connsiteY18" fmla="*/ 674034 h 2827405"/>
              <a:gd name="connsiteX19" fmla="*/ 6682590 w 6825277"/>
              <a:gd name="connsiteY19" fmla="*/ 529995 h 2827405"/>
              <a:gd name="connsiteX20" fmla="*/ 6653313 w 6825277"/>
              <a:gd name="connsiteY20" fmla="*/ 390745 h 2827405"/>
              <a:gd name="connsiteX21" fmla="*/ 6583464 w 6825277"/>
              <a:gd name="connsiteY21" fmla="*/ 303578 h 2827405"/>
              <a:gd name="connsiteX22" fmla="*/ 6539014 w 6825277"/>
              <a:gd name="connsiteY22" fmla="*/ 194620 h 2827405"/>
              <a:gd name="connsiteX23" fmla="*/ 6519964 w 6825277"/>
              <a:gd name="connsiteY23" fmla="*/ 27550 h 2827405"/>
              <a:gd name="connsiteX24" fmla="*/ 6666013 w 6825277"/>
              <a:gd name="connsiteY24" fmla="*/ 13025 h 2827405"/>
              <a:gd name="connsiteX25" fmla="*/ 6818056 w 6825277"/>
              <a:gd name="connsiteY25" fmla="*/ 26287 h 2827405"/>
              <a:gd name="connsiteX26" fmla="*/ 6799364 w 6825277"/>
              <a:gd name="connsiteY26" fmla="*/ 252730 h 2827405"/>
              <a:gd name="connsiteX27" fmla="*/ 6754914 w 6825277"/>
              <a:gd name="connsiteY27" fmla="*/ 405271 h 2827405"/>
              <a:gd name="connsiteX28" fmla="*/ 6742213 w 6825277"/>
              <a:gd name="connsiteY28" fmla="*/ 659506 h 2827405"/>
              <a:gd name="connsiteX29" fmla="*/ 6666013 w 6825277"/>
              <a:gd name="connsiteY29" fmla="*/ 775729 h 2827405"/>
              <a:gd name="connsiteX30" fmla="*/ 6555590 w 6825277"/>
              <a:gd name="connsiteY30" fmla="*/ 797321 h 2827405"/>
              <a:gd name="connsiteX31" fmla="*/ 6341805 w 6825277"/>
              <a:gd name="connsiteY31" fmla="*/ 712560 h 2827405"/>
              <a:gd name="connsiteX32" fmla="*/ 6075463 w 6825277"/>
              <a:gd name="connsiteY32" fmla="*/ 398005 h 2827405"/>
              <a:gd name="connsiteX33" fmla="*/ 5838040 w 6825277"/>
              <a:gd name="connsiteY33" fmla="*/ 276774 h 2827405"/>
              <a:gd name="connsiteX34" fmla="*/ 5514190 w 6825277"/>
              <a:gd name="connsiteY34" fmla="*/ 257389 h 2827405"/>
              <a:gd name="connsiteX35" fmla="*/ 5332156 w 6825277"/>
              <a:gd name="connsiteY35" fmla="*/ 333589 h 2827405"/>
              <a:gd name="connsiteX36" fmla="*/ 5213623 w 6825277"/>
              <a:gd name="connsiteY36" fmla="*/ 452121 h 2827405"/>
              <a:gd name="connsiteX37" fmla="*/ 5001956 w 6825277"/>
              <a:gd name="connsiteY37" fmla="*/ 833121 h 2827405"/>
              <a:gd name="connsiteX38" fmla="*/ 4824156 w 6825277"/>
              <a:gd name="connsiteY38" fmla="*/ 985522 h 2827405"/>
              <a:gd name="connsiteX39" fmla="*/ 4411964 w 6825277"/>
              <a:gd name="connsiteY39" fmla="*/ 1018010 h 2827405"/>
              <a:gd name="connsiteX40" fmla="*/ 3752667 w 6825277"/>
              <a:gd name="connsiteY40" fmla="*/ 839283 h 2827405"/>
              <a:gd name="connsiteX41" fmla="*/ 3338456 w 6825277"/>
              <a:gd name="connsiteY41" fmla="*/ 842833 h 2827405"/>
              <a:gd name="connsiteX42" fmla="*/ 2670049 w 6825277"/>
              <a:gd name="connsiteY42" fmla="*/ 1324293 h 2827405"/>
              <a:gd name="connsiteX43" fmla="*/ 2007519 w 6825277"/>
              <a:gd name="connsiteY43" fmla="*/ 1975179 h 2827405"/>
              <a:gd name="connsiteX44" fmla="*/ 1593822 w 6825277"/>
              <a:gd name="connsiteY44" fmla="*/ 2375841 h 2827405"/>
              <a:gd name="connsiteX45" fmla="*/ 1292452 w 6825277"/>
              <a:gd name="connsiteY45" fmla="*/ 2521618 h 2827405"/>
              <a:gd name="connsiteX46" fmla="*/ 1069748 w 6825277"/>
              <a:gd name="connsiteY46" fmla="*/ 2609174 h 2827405"/>
              <a:gd name="connsiteX47" fmla="*/ 633098 w 6825277"/>
              <a:gd name="connsiteY47" fmla="*/ 2819623 h 2827405"/>
              <a:gd name="connsiteX48" fmla="*/ 400108 w 6825277"/>
              <a:gd name="connsiteY48" fmla="*/ 2799988 h 2827405"/>
              <a:gd name="connsiteX49" fmla="*/ 170073 w 6825277"/>
              <a:gd name="connsiteY49" fmla="*/ 2565471 h 2827405"/>
              <a:gd name="connsiteX50" fmla="*/ 31187 w 6825277"/>
              <a:gd name="connsiteY50" fmla="*/ 2148289 h 2827405"/>
              <a:gd name="connsiteX51" fmla="*/ 4772 w 6825277"/>
              <a:gd name="connsiteY51" fmla="*/ 1861782 h 2827405"/>
              <a:gd name="connsiteX0" fmla="*/ 4772 w 6825277"/>
              <a:gd name="connsiteY0" fmla="*/ 1861782 h 2827405"/>
              <a:gd name="connsiteX1" fmla="*/ 9583 w 6825277"/>
              <a:gd name="connsiteY1" fmla="*/ 1735834 h 2827405"/>
              <a:gd name="connsiteX2" fmla="*/ 97618 w 6825277"/>
              <a:gd name="connsiteY2" fmla="*/ 1732386 h 2827405"/>
              <a:gd name="connsiteX3" fmla="*/ 96578 w 6825277"/>
              <a:gd name="connsiteY3" fmla="*/ 2035104 h 2827405"/>
              <a:gd name="connsiteX4" fmla="*/ 210013 w 6825277"/>
              <a:gd name="connsiteY4" fmla="*/ 2422911 h 2827405"/>
              <a:gd name="connsiteX5" fmla="*/ 669314 w 6825277"/>
              <a:gd name="connsiteY5" fmla="*/ 2712894 h 2827405"/>
              <a:gd name="connsiteX6" fmla="*/ 828902 w 6825277"/>
              <a:gd name="connsiteY6" fmla="*/ 2623313 h 2827405"/>
              <a:gd name="connsiteX7" fmla="*/ 1165619 w 6825277"/>
              <a:gd name="connsiteY7" fmla="*/ 2481787 h 2827405"/>
              <a:gd name="connsiteX8" fmla="*/ 1504844 w 6825277"/>
              <a:gd name="connsiteY8" fmla="*/ 2309327 h 2827405"/>
              <a:gd name="connsiteX9" fmla="*/ 1900715 w 6825277"/>
              <a:gd name="connsiteY9" fmla="*/ 1955005 h 2827405"/>
              <a:gd name="connsiteX10" fmla="*/ 2517525 w 6825277"/>
              <a:gd name="connsiteY10" fmla="*/ 1341877 h 2827405"/>
              <a:gd name="connsiteX11" fmla="*/ 3362899 w 6825277"/>
              <a:gd name="connsiteY11" fmla="*/ 736610 h 2827405"/>
              <a:gd name="connsiteX12" fmla="*/ 4731023 w 6825277"/>
              <a:gd name="connsiteY12" fmla="*/ 909322 h 2827405"/>
              <a:gd name="connsiteX13" fmla="*/ 5230556 w 6825277"/>
              <a:gd name="connsiteY13" fmla="*/ 274322 h 2827405"/>
              <a:gd name="connsiteX14" fmla="*/ 5795707 w 6825277"/>
              <a:gd name="connsiteY14" fmla="*/ 172768 h 2827405"/>
              <a:gd name="connsiteX15" fmla="*/ 6225390 w 6825277"/>
              <a:gd name="connsiteY15" fmla="*/ 428302 h 2827405"/>
              <a:gd name="connsiteX16" fmla="*/ 6386612 w 6825277"/>
              <a:gd name="connsiteY16" fmla="*/ 623187 h 2827405"/>
              <a:gd name="connsiteX17" fmla="*/ 6539012 w 6825277"/>
              <a:gd name="connsiteY17" fmla="*/ 703089 h 2827405"/>
              <a:gd name="connsiteX18" fmla="*/ 6653312 w 6825277"/>
              <a:gd name="connsiteY18" fmla="*/ 674034 h 2827405"/>
              <a:gd name="connsiteX19" fmla="*/ 6682590 w 6825277"/>
              <a:gd name="connsiteY19" fmla="*/ 529995 h 2827405"/>
              <a:gd name="connsiteX20" fmla="*/ 6653313 w 6825277"/>
              <a:gd name="connsiteY20" fmla="*/ 390745 h 2827405"/>
              <a:gd name="connsiteX21" fmla="*/ 6583464 w 6825277"/>
              <a:gd name="connsiteY21" fmla="*/ 303578 h 2827405"/>
              <a:gd name="connsiteX22" fmla="*/ 6539014 w 6825277"/>
              <a:gd name="connsiteY22" fmla="*/ 194620 h 2827405"/>
              <a:gd name="connsiteX23" fmla="*/ 6519964 w 6825277"/>
              <a:gd name="connsiteY23" fmla="*/ 27550 h 2827405"/>
              <a:gd name="connsiteX24" fmla="*/ 6666013 w 6825277"/>
              <a:gd name="connsiteY24" fmla="*/ 13025 h 2827405"/>
              <a:gd name="connsiteX25" fmla="*/ 6818056 w 6825277"/>
              <a:gd name="connsiteY25" fmla="*/ 26287 h 2827405"/>
              <a:gd name="connsiteX26" fmla="*/ 6799364 w 6825277"/>
              <a:gd name="connsiteY26" fmla="*/ 252730 h 2827405"/>
              <a:gd name="connsiteX27" fmla="*/ 6754914 w 6825277"/>
              <a:gd name="connsiteY27" fmla="*/ 405271 h 2827405"/>
              <a:gd name="connsiteX28" fmla="*/ 6742213 w 6825277"/>
              <a:gd name="connsiteY28" fmla="*/ 659506 h 2827405"/>
              <a:gd name="connsiteX29" fmla="*/ 6666013 w 6825277"/>
              <a:gd name="connsiteY29" fmla="*/ 775729 h 2827405"/>
              <a:gd name="connsiteX30" fmla="*/ 6555590 w 6825277"/>
              <a:gd name="connsiteY30" fmla="*/ 797321 h 2827405"/>
              <a:gd name="connsiteX31" fmla="*/ 6341805 w 6825277"/>
              <a:gd name="connsiteY31" fmla="*/ 712560 h 2827405"/>
              <a:gd name="connsiteX32" fmla="*/ 6075463 w 6825277"/>
              <a:gd name="connsiteY32" fmla="*/ 398005 h 2827405"/>
              <a:gd name="connsiteX33" fmla="*/ 5838040 w 6825277"/>
              <a:gd name="connsiteY33" fmla="*/ 276774 h 2827405"/>
              <a:gd name="connsiteX34" fmla="*/ 5514190 w 6825277"/>
              <a:gd name="connsiteY34" fmla="*/ 257389 h 2827405"/>
              <a:gd name="connsiteX35" fmla="*/ 5332156 w 6825277"/>
              <a:gd name="connsiteY35" fmla="*/ 333589 h 2827405"/>
              <a:gd name="connsiteX36" fmla="*/ 5213623 w 6825277"/>
              <a:gd name="connsiteY36" fmla="*/ 452121 h 2827405"/>
              <a:gd name="connsiteX37" fmla="*/ 5001956 w 6825277"/>
              <a:gd name="connsiteY37" fmla="*/ 833121 h 2827405"/>
              <a:gd name="connsiteX38" fmla="*/ 4824156 w 6825277"/>
              <a:gd name="connsiteY38" fmla="*/ 985522 h 2827405"/>
              <a:gd name="connsiteX39" fmla="*/ 4411964 w 6825277"/>
              <a:gd name="connsiteY39" fmla="*/ 1018010 h 2827405"/>
              <a:gd name="connsiteX40" fmla="*/ 3752667 w 6825277"/>
              <a:gd name="connsiteY40" fmla="*/ 839283 h 2827405"/>
              <a:gd name="connsiteX41" fmla="*/ 3338456 w 6825277"/>
              <a:gd name="connsiteY41" fmla="*/ 842833 h 2827405"/>
              <a:gd name="connsiteX42" fmla="*/ 2670049 w 6825277"/>
              <a:gd name="connsiteY42" fmla="*/ 1324293 h 2827405"/>
              <a:gd name="connsiteX43" fmla="*/ 2007519 w 6825277"/>
              <a:gd name="connsiteY43" fmla="*/ 1975179 h 2827405"/>
              <a:gd name="connsiteX44" fmla="*/ 1593822 w 6825277"/>
              <a:gd name="connsiteY44" fmla="*/ 2375841 h 2827405"/>
              <a:gd name="connsiteX45" fmla="*/ 1292452 w 6825277"/>
              <a:gd name="connsiteY45" fmla="*/ 2521618 h 2827405"/>
              <a:gd name="connsiteX46" fmla="*/ 1069748 w 6825277"/>
              <a:gd name="connsiteY46" fmla="*/ 2609174 h 2827405"/>
              <a:gd name="connsiteX47" fmla="*/ 633098 w 6825277"/>
              <a:gd name="connsiteY47" fmla="*/ 2819623 h 2827405"/>
              <a:gd name="connsiteX48" fmla="*/ 400108 w 6825277"/>
              <a:gd name="connsiteY48" fmla="*/ 2799988 h 2827405"/>
              <a:gd name="connsiteX49" fmla="*/ 170073 w 6825277"/>
              <a:gd name="connsiteY49" fmla="*/ 2565471 h 2827405"/>
              <a:gd name="connsiteX50" fmla="*/ 31187 w 6825277"/>
              <a:gd name="connsiteY50" fmla="*/ 2148289 h 2827405"/>
              <a:gd name="connsiteX51" fmla="*/ 4772 w 6825277"/>
              <a:gd name="connsiteY51" fmla="*/ 1861782 h 2827405"/>
              <a:gd name="connsiteX0" fmla="*/ 4772 w 6825277"/>
              <a:gd name="connsiteY0" fmla="*/ 1861782 h 2827405"/>
              <a:gd name="connsiteX1" fmla="*/ 9583 w 6825277"/>
              <a:gd name="connsiteY1" fmla="*/ 1735834 h 2827405"/>
              <a:gd name="connsiteX2" fmla="*/ 97618 w 6825277"/>
              <a:gd name="connsiteY2" fmla="*/ 1732386 h 2827405"/>
              <a:gd name="connsiteX3" fmla="*/ 96578 w 6825277"/>
              <a:gd name="connsiteY3" fmla="*/ 2035104 h 2827405"/>
              <a:gd name="connsiteX4" fmla="*/ 210013 w 6825277"/>
              <a:gd name="connsiteY4" fmla="*/ 2422911 h 2827405"/>
              <a:gd name="connsiteX5" fmla="*/ 669314 w 6825277"/>
              <a:gd name="connsiteY5" fmla="*/ 2712894 h 2827405"/>
              <a:gd name="connsiteX6" fmla="*/ 828902 w 6825277"/>
              <a:gd name="connsiteY6" fmla="*/ 2623313 h 2827405"/>
              <a:gd name="connsiteX7" fmla="*/ 1165619 w 6825277"/>
              <a:gd name="connsiteY7" fmla="*/ 2481787 h 2827405"/>
              <a:gd name="connsiteX8" fmla="*/ 1504844 w 6825277"/>
              <a:gd name="connsiteY8" fmla="*/ 2309327 h 2827405"/>
              <a:gd name="connsiteX9" fmla="*/ 1900715 w 6825277"/>
              <a:gd name="connsiteY9" fmla="*/ 1955005 h 2827405"/>
              <a:gd name="connsiteX10" fmla="*/ 2517525 w 6825277"/>
              <a:gd name="connsiteY10" fmla="*/ 1341877 h 2827405"/>
              <a:gd name="connsiteX11" fmla="*/ 3362899 w 6825277"/>
              <a:gd name="connsiteY11" fmla="*/ 736610 h 2827405"/>
              <a:gd name="connsiteX12" fmla="*/ 4731023 w 6825277"/>
              <a:gd name="connsiteY12" fmla="*/ 909322 h 2827405"/>
              <a:gd name="connsiteX13" fmla="*/ 5230556 w 6825277"/>
              <a:gd name="connsiteY13" fmla="*/ 274322 h 2827405"/>
              <a:gd name="connsiteX14" fmla="*/ 5795707 w 6825277"/>
              <a:gd name="connsiteY14" fmla="*/ 172768 h 2827405"/>
              <a:gd name="connsiteX15" fmla="*/ 6225390 w 6825277"/>
              <a:gd name="connsiteY15" fmla="*/ 428302 h 2827405"/>
              <a:gd name="connsiteX16" fmla="*/ 6386612 w 6825277"/>
              <a:gd name="connsiteY16" fmla="*/ 623187 h 2827405"/>
              <a:gd name="connsiteX17" fmla="*/ 6539012 w 6825277"/>
              <a:gd name="connsiteY17" fmla="*/ 703089 h 2827405"/>
              <a:gd name="connsiteX18" fmla="*/ 6653312 w 6825277"/>
              <a:gd name="connsiteY18" fmla="*/ 674034 h 2827405"/>
              <a:gd name="connsiteX19" fmla="*/ 6682590 w 6825277"/>
              <a:gd name="connsiteY19" fmla="*/ 529995 h 2827405"/>
              <a:gd name="connsiteX20" fmla="*/ 6653313 w 6825277"/>
              <a:gd name="connsiteY20" fmla="*/ 390745 h 2827405"/>
              <a:gd name="connsiteX21" fmla="*/ 6583464 w 6825277"/>
              <a:gd name="connsiteY21" fmla="*/ 303578 h 2827405"/>
              <a:gd name="connsiteX22" fmla="*/ 6539014 w 6825277"/>
              <a:gd name="connsiteY22" fmla="*/ 194620 h 2827405"/>
              <a:gd name="connsiteX23" fmla="*/ 6519964 w 6825277"/>
              <a:gd name="connsiteY23" fmla="*/ 27550 h 2827405"/>
              <a:gd name="connsiteX24" fmla="*/ 6666013 w 6825277"/>
              <a:gd name="connsiteY24" fmla="*/ 13025 h 2827405"/>
              <a:gd name="connsiteX25" fmla="*/ 6818056 w 6825277"/>
              <a:gd name="connsiteY25" fmla="*/ 26287 h 2827405"/>
              <a:gd name="connsiteX26" fmla="*/ 6799364 w 6825277"/>
              <a:gd name="connsiteY26" fmla="*/ 252730 h 2827405"/>
              <a:gd name="connsiteX27" fmla="*/ 6754914 w 6825277"/>
              <a:gd name="connsiteY27" fmla="*/ 405271 h 2827405"/>
              <a:gd name="connsiteX28" fmla="*/ 6742213 w 6825277"/>
              <a:gd name="connsiteY28" fmla="*/ 659506 h 2827405"/>
              <a:gd name="connsiteX29" fmla="*/ 6666013 w 6825277"/>
              <a:gd name="connsiteY29" fmla="*/ 775729 h 2827405"/>
              <a:gd name="connsiteX30" fmla="*/ 6555590 w 6825277"/>
              <a:gd name="connsiteY30" fmla="*/ 797321 h 2827405"/>
              <a:gd name="connsiteX31" fmla="*/ 6341805 w 6825277"/>
              <a:gd name="connsiteY31" fmla="*/ 712560 h 2827405"/>
              <a:gd name="connsiteX32" fmla="*/ 6075463 w 6825277"/>
              <a:gd name="connsiteY32" fmla="*/ 398005 h 2827405"/>
              <a:gd name="connsiteX33" fmla="*/ 5838040 w 6825277"/>
              <a:gd name="connsiteY33" fmla="*/ 276774 h 2827405"/>
              <a:gd name="connsiteX34" fmla="*/ 5514190 w 6825277"/>
              <a:gd name="connsiteY34" fmla="*/ 257389 h 2827405"/>
              <a:gd name="connsiteX35" fmla="*/ 5332156 w 6825277"/>
              <a:gd name="connsiteY35" fmla="*/ 333589 h 2827405"/>
              <a:gd name="connsiteX36" fmla="*/ 5213623 w 6825277"/>
              <a:gd name="connsiteY36" fmla="*/ 452121 h 2827405"/>
              <a:gd name="connsiteX37" fmla="*/ 5001956 w 6825277"/>
              <a:gd name="connsiteY37" fmla="*/ 833121 h 2827405"/>
              <a:gd name="connsiteX38" fmla="*/ 4824156 w 6825277"/>
              <a:gd name="connsiteY38" fmla="*/ 985522 h 2827405"/>
              <a:gd name="connsiteX39" fmla="*/ 4411964 w 6825277"/>
              <a:gd name="connsiteY39" fmla="*/ 1018010 h 2827405"/>
              <a:gd name="connsiteX40" fmla="*/ 3752667 w 6825277"/>
              <a:gd name="connsiteY40" fmla="*/ 839283 h 2827405"/>
              <a:gd name="connsiteX41" fmla="*/ 3338456 w 6825277"/>
              <a:gd name="connsiteY41" fmla="*/ 842833 h 2827405"/>
              <a:gd name="connsiteX42" fmla="*/ 2670049 w 6825277"/>
              <a:gd name="connsiteY42" fmla="*/ 1324293 h 2827405"/>
              <a:gd name="connsiteX43" fmla="*/ 2007519 w 6825277"/>
              <a:gd name="connsiteY43" fmla="*/ 1975179 h 2827405"/>
              <a:gd name="connsiteX44" fmla="*/ 1593822 w 6825277"/>
              <a:gd name="connsiteY44" fmla="*/ 2375841 h 2827405"/>
              <a:gd name="connsiteX45" fmla="*/ 1292452 w 6825277"/>
              <a:gd name="connsiteY45" fmla="*/ 2521618 h 2827405"/>
              <a:gd name="connsiteX46" fmla="*/ 1069748 w 6825277"/>
              <a:gd name="connsiteY46" fmla="*/ 2609174 h 2827405"/>
              <a:gd name="connsiteX47" fmla="*/ 633098 w 6825277"/>
              <a:gd name="connsiteY47" fmla="*/ 2819623 h 2827405"/>
              <a:gd name="connsiteX48" fmla="*/ 400108 w 6825277"/>
              <a:gd name="connsiteY48" fmla="*/ 2799988 h 2827405"/>
              <a:gd name="connsiteX49" fmla="*/ 170073 w 6825277"/>
              <a:gd name="connsiteY49" fmla="*/ 2565471 h 2827405"/>
              <a:gd name="connsiteX50" fmla="*/ 31187 w 6825277"/>
              <a:gd name="connsiteY50" fmla="*/ 2148289 h 2827405"/>
              <a:gd name="connsiteX51" fmla="*/ 4772 w 6825277"/>
              <a:gd name="connsiteY51" fmla="*/ 1861782 h 2827405"/>
              <a:gd name="connsiteX0" fmla="*/ 4772 w 6825277"/>
              <a:gd name="connsiteY0" fmla="*/ 1861782 h 2827405"/>
              <a:gd name="connsiteX1" fmla="*/ 9583 w 6825277"/>
              <a:gd name="connsiteY1" fmla="*/ 1735834 h 2827405"/>
              <a:gd name="connsiteX2" fmla="*/ 97618 w 6825277"/>
              <a:gd name="connsiteY2" fmla="*/ 1732386 h 2827405"/>
              <a:gd name="connsiteX3" fmla="*/ 96578 w 6825277"/>
              <a:gd name="connsiteY3" fmla="*/ 2035104 h 2827405"/>
              <a:gd name="connsiteX4" fmla="*/ 210013 w 6825277"/>
              <a:gd name="connsiteY4" fmla="*/ 2422911 h 2827405"/>
              <a:gd name="connsiteX5" fmla="*/ 669314 w 6825277"/>
              <a:gd name="connsiteY5" fmla="*/ 2712894 h 2827405"/>
              <a:gd name="connsiteX6" fmla="*/ 828902 w 6825277"/>
              <a:gd name="connsiteY6" fmla="*/ 2623313 h 2827405"/>
              <a:gd name="connsiteX7" fmla="*/ 1165619 w 6825277"/>
              <a:gd name="connsiteY7" fmla="*/ 2481787 h 2827405"/>
              <a:gd name="connsiteX8" fmla="*/ 1473094 w 6825277"/>
              <a:gd name="connsiteY8" fmla="*/ 2334751 h 2827405"/>
              <a:gd name="connsiteX9" fmla="*/ 1900715 w 6825277"/>
              <a:gd name="connsiteY9" fmla="*/ 1955005 h 2827405"/>
              <a:gd name="connsiteX10" fmla="*/ 2517525 w 6825277"/>
              <a:gd name="connsiteY10" fmla="*/ 1341877 h 2827405"/>
              <a:gd name="connsiteX11" fmla="*/ 3362899 w 6825277"/>
              <a:gd name="connsiteY11" fmla="*/ 736610 h 2827405"/>
              <a:gd name="connsiteX12" fmla="*/ 4731023 w 6825277"/>
              <a:gd name="connsiteY12" fmla="*/ 909322 h 2827405"/>
              <a:gd name="connsiteX13" fmla="*/ 5230556 w 6825277"/>
              <a:gd name="connsiteY13" fmla="*/ 274322 h 2827405"/>
              <a:gd name="connsiteX14" fmla="*/ 5795707 w 6825277"/>
              <a:gd name="connsiteY14" fmla="*/ 172768 h 2827405"/>
              <a:gd name="connsiteX15" fmla="*/ 6225390 w 6825277"/>
              <a:gd name="connsiteY15" fmla="*/ 428302 h 2827405"/>
              <a:gd name="connsiteX16" fmla="*/ 6386612 w 6825277"/>
              <a:gd name="connsiteY16" fmla="*/ 623187 h 2827405"/>
              <a:gd name="connsiteX17" fmla="*/ 6539012 w 6825277"/>
              <a:gd name="connsiteY17" fmla="*/ 703089 h 2827405"/>
              <a:gd name="connsiteX18" fmla="*/ 6653312 w 6825277"/>
              <a:gd name="connsiteY18" fmla="*/ 674034 h 2827405"/>
              <a:gd name="connsiteX19" fmla="*/ 6682590 w 6825277"/>
              <a:gd name="connsiteY19" fmla="*/ 529995 h 2827405"/>
              <a:gd name="connsiteX20" fmla="*/ 6653313 w 6825277"/>
              <a:gd name="connsiteY20" fmla="*/ 390745 h 2827405"/>
              <a:gd name="connsiteX21" fmla="*/ 6583464 w 6825277"/>
              <a:gd name="connsiteY21" fmla="*/ 303578 h 2827405"/>
              <a:gd name="connsiteX22" fmla="*/ 6539014 w 6825277"/>
              <a:gd name="connsiteY22" fmla="*/ 194620 h 2827405"/>
              <a:gd name="connsiteX23" fmla="*/ 6519964 w 6825277"/>
              <a:gd name="connsiteY23" fmla="*/ 27550 h 2827405"/>
              <a:gd name="connsiteX24" fmla="*/ 6666013 w 6825277"/>
              <a:gd name="connsiteY24" fmla="*/ 13025 h 2827405"/>
              <a:gd name="connsiteX25" fmla="*/ 6818056 w 6825277"/>
              <a:gd name="connsiteY25" fmla="*/ 26287 h 2827405"/>
              <a:gd name="connsiteX26" fmla="*/ 6799364 w 6825277"/>
              <a:gd name="connsiteY26" fmla="*/ 252730 h 2827405"/>
              <a:gd name="connsiteX27" fmla="*/ 6754914 w 6825277"/>
              <a:gd name="connsiteY27" fmla="*/ 405271 h 2827405"/>
              <a:gd name="connsiteX28" fmla="*/ 6742213 w 6825277"/>
              <a:gd name="connsiteY28" fmla="*/ 659506 h 2827405"/>
              <a:gd name="connsiteX29" fmla="*/ 6666013 w 6825277"/>
              <a:gd name="connsiteY29" fmla="*/ 775729 h 2827405"/>
              <a:gd name="connsiteX30" fmla="*/ 6555590 w 6825277"/>
              <a:gd name="connsiteY30" fmla="*/ 797321 h 2827405"/>
              <a:gd name="connsiteX31" fmla="*/ 6341805 w 6825277"/>
              <a:gd name="connsiteY31" fmla="*/ 712560 h 2827405"/>
              <a:gd name="connsiteX32" fmla="*/ 6075463 w 6825277"/>
              <a:gd name="connsiteY32" fmla="*/ 398005 h 2827405"/>
              <a:gd name="connsiteX33" fmla="*/ 5838040 w 6825277"/>
              <a:gd name="connsiteY33" fmla="*/ 276774 h 2827405"/>
              <a:gd name="connsiteX34" fmla="*/ 5514190 w 6825277"/>
              <a:gd name="connsiteY34" fmla="*/ 257389 h 2827405"/>
              <a:gd name="connsiteX35" fmla="*/ 5332156 w 6825277"/>
              <a:gd name="connsiteY35" fmla="*/ 333589 h 2827405"/>
              <a:gd name="connsiteX36" fmla="*/ 5213623 w 6825277"/>
              <a:gd name="connsiteY36" fmla="*/ 452121 h 2827405"/>
              <a:gd name="connsiteX37" fmla="*/ 5001956 w 6825277"/>
              <a:gd name="connsiteY37" fmla="*/ 833121 h 2827405"/>
              <a:gd name="connsiteX38" fmla="*/ 4824156 w 6825277"/>
              <a:gd name="connsiteY38" fmla="*/ 985522 h 2827405"/>
              <a:gd name="connsiteX39" fmla="*/ 4411964 w 6825277"/>
              <a:gd name="connsiteY39" fmla="*/ 1018010 h 2827405"/>
              <a:gd name="connsiteX40" fmla="*/ 3752667 w 6825277"/>
              <a:gd name="connsiteY40" fmla="*/ 839283 h 2827405"/>
              <a:gd name="connsiteX41" fmla="*/ 3338456 w 6825277"/>
              <a:gd name="connsiteY41" fmla="*/ 842833 h 2827405"/>
              <a:gd name="connsiteX42" fmla="*/ 2670049 w 6825277"/>
              <a:gd name="connsiteY42" fmla="*/ 1324293 h 2827405"/>
              <a:gd name="connsiteX43" fmla="*/ 2007519 w 6825277"/>
              <a:gd name="connsiteY43" fmla="*/ 1975179 h 2827405"/>
              <a:gd name="connsiteX44" fmla="*/ 1593822 w 6825277"/>
              <a:gd name="connsiteY44" fmla="*/ 2375841 h 2827405"/>
              <a:gd name="connsiteX45" fmla="*/ 1292452 w 6825277"/>
              <a:gd name="connsiteY45" fmla="*/ 2521618 h 2827405"/>
              <a:gd name="connsiteX46" fmla="*/ 1069748 w 6825277"/>
              <a:gd name="connsiteY46" fmla="*/ 2609174 h 2827405"/>
              <a:gd name="connsiteX47" fmla="*/ 633098 w 6825277"/>
              <a:gd name="connsiteY47" fmla="*/ 2819623 h 2827405"/>
              <a:gd name="connsiteX48" fmla="*/ 400108 w 6825277"/>
              <a:gd name="connsiteY48" fmla="*/ 2799988 h 2827405"/>
              <a:gd name="connsiteX49" fmla="*/ 170073 w 6825277"/>
              <a:gd name="connsiteY49" fmla="*/ 2565471 h 2827405"/>
              <a:gd name="connsiteX50" fmla="*/ 31187 w 6825277"/>
              <a:gd name="connsiteY50" fmla="*/ 2148289 h 2827405"/>
              <a:gd name="connsiteX51" fmla="*/ 4772 w 6825277"/>
              <a:gd name="connsiteY51" fmla="*/ 1861782 h 2827405"/>
              <a:gd name="connsiteX0" fmla="*/ 4772 w 6825277"/>
              <a:gd name="connsiteY0" fmla="*/ 1861782 h 2827405"/>
              <a:gd name="connsiteX1" fmla="*/ 9583 w 6825277"/>
              <a:gd name="connsiteY1" fmla="*/ 1735834 h 2827405"/>
              <a:gd name="connsiteX2" fmla="*/ 97618 w 6825277"/>
              <a:gd name="connsiteY2" fmla="*/ 1732386 h 2827405"/>
              <a:gd name="connsiteX3" fmla="*/ 96578 w 6825277"/>
              <a:gd name="connsiteY3" fmla="*/ 2035104 h 2827405"/>
              <a:gd name="connsiteX4" fmla="*/ 210013 w 6825277"/>
              <a:gd name="connsiteY4" fmla="*/ 2422911 h 2827405"/>
              <a:gd name="connsiteX5" fmla="*/ 669314 w 6825277"/>
              <a:gd name="connsiteY5" fmla="*/ 2712894 h 2827405"/>
              <a:gd name="connsiteX6" fmla="*/ 828902 w 6825277"/>
              <a:gd name="connsiteY6" fmla="*/ 2623313 h 2827405"/>
              <a:gd name="connsiteX7" fmla="*/ 1165619 w 6825277"/>
              <a:gd name="connsiteY7" fmla="*/ 2481787 h 2827405"/>
              <a:gd name="connsiteX8" fmla="*/ 1473094 w 6825277"/>
              <a:gd name="connsiteY8" fmla="*/ 2334751 h 2827405"/>
              <a:gd name="connsiteX9" fmla="*/ 1900715 w 6825277"/>
              <a:gd name="connsiteY9" fmla="*/ 1955005 h 2827405"/>
              <a:gd name="connsiteX10" fmla="*/ 2517525 w 6825277"/>
              <a:gd name="connsiteY10" fmla="*/ 1341877 h 2827405"/>
              <a:gd name="connsiteX11" fmla="*/ 3362899 w 6825277"/>
              <a:gd name="connsiteY11" fmla="*/ 736610 h 2827405"/>
              <a:gd name="connsiteX12" fmla="*/ 4731023 w 6825277"/>
              <a:gd name="connsiteY12" fmla="*/ 909322 h 2827405"/>
              <a:gd name="connsiteX13" fmla="*/ 5230556 w 6825277"/>
              <a:gd name="connsiteY13" fmla="*/ 274322 h 2827405"/>
              <a:gd name="connsiteX14" fmla="*/ 5795707 w 6825277"/>
              <a:gd name="connsiteY14" fmla="*/ 172768 h 2827405"/>
              <a:gd name="connsiteX15" fmla="*/ 6225390 w 6825277"/>
              <a:gd name="connsiteY15" fmla="*/ 428302 h 2827405"/>
              <a:gd name="connsiteX16" fmla="*/ 6386612 w 6825277"/>
              <a:gd name="connsiteY16" fmla="*/ 623187 h 2827405"/>
              <a:gd name="connsiteX17" fmla="*/ 6539012 w 6825277"/>
              <a:gd name="connsiteY17" fmla="*/ 703089 h 2827405"/>
              <a:gd name="connsiteX18" fmla="*/ 6653312 w 6825277"/>
              <a:gd name="connsiteY18" fmla="*/ 674034 h 2827405"/>
              <a:gd name="connsiteX19" fmla="*/ 6682590 w 6825277"/>
              <a:gd name="connsiteY19" fmla="*/ 529995 h 2827405"/>
              <a:gd name="connsiteX20" fmla="*/ 6653313 w 6825277"/>
              <a:gd name="connsiteY20" fmla="*/ 390745 h 2827405"/>
              <a:gd name="connsiteX21" fmla="*/ 6583464 w 6825277"/>
              <a:gd name="connsiteY21" fmla="*/ 303578 h 2827405"/>
              <a:gd name="connsiteX22" fmla="*/ 6539014 w 6825277"/>
              <a:gd name="connsiteY22" fmla="*/ 194620 h 2827405"/>
              <a:gd name="connsiteX23" fmla="*/ 6519964 w 6825277"/>
              <a:gd name="connsiteY23" fmla="*/ 27550 h 2827405"/>
              <a:gd name="connsiteX24" fmla="*/ 6666013 w 6825277"/>
              <a:gd name="connsiteY24" fmla="*/ 13025 h 2827405"/>
              <a:gd name="connsiteX25" fmla="*/ 6818056 w 6825277"/>
              <a:gd name="connsiteY25" fmla="*/ 26287 h 2827405"/>
              <a:gd name="connsiteX26" fmla="*/ 6799364 w 6825277"/>
              <a:gd name="connsiteY26" fmla="*/ 252730 h 2827405"/>
              <a:gd name="connsiteX27" fmla="*/ 6754914 w 6825277"/>
              <a:gd name="connsiteY27" fmla="*/ 405271 h 2827405"/>
              <a:gd name="connsiteX28" fmla="*/ 6742213 w 6825277"/>
              <a:gd name="connsiteY28" fmla="*/ 659506 h 2827405"/>
              <a:gd name="connsiteX29" fmla="*/ 6666013 w 6825277"/>
              <a:gd name="connsiteY29" fmla="*/ 775729 h 2827405"/>
              <a:gd name="connsiteX30" fmla="*/ 6555590 w 6825277"/>
              <a:gd name="connsiteY30" fmla="*/ 797321 h 2827405"/>
              <a:gd name="connsiteX31" fmla="*/ 6341805 w 6825277"/>
              <a:gd name="connsiteY31" fmla="*/ 712560 h 2827405"/>
              <a:gd name="connsiteX32" fmla="*/ 6075463 w 6825277"/>
              <a:gd name="connsiteY32" fmla="*/ 398005 h 2827405"/>
              <a:gd name="connsiteX33" fmla="*/ 5838040 w 6825277"/>
              <a:gd name="connsiteY33" fmla="*/ 276774 h 2827405"/>
              <a:gd name="connsiteX34" fmla="*/ 5514190 w 6825277"/>
              <a:gd name="connsiteY34" fmla="*/ 257389 h 2827405"/>
              <a:gd name="connsiteX35" fmla="*/ 5332156 w 6825277"/>
              <a:gd name="connsiteY35" fmla="*/ 333589 h 2827405"/>
              <a:gd name="connsiteX36" fmla="*/ 5213623 w 6825277"/>
              <a:gd name="connsiteY36" fmla="*/ 452121 h 2827405"/>
              <a:gd name="connsiteX37" fmla="*/ 5001956 w 6825277"/>
              <a:gd name="connsiteY37" fmla="*/ 833121 h 2827405"/>
              <a:gd name="connsiteX38" fmla="*/ 4824156 w 6825277"/>
              <a:gd name="connsiteY38" fmla="*/ 985522 h 2827405"/>
              <a:gd name="connsiteX39" fmla="*/ 4411964 w 6825277"/>
              <a:gd name="connsiteY39" fmla="*/ 1018010 h 2827405"/>
              <a:gd name="connsiteX40" fmla="*/ 3752667 w 6825277"/>
              <a:gd name="connsiteY40" fmla="*/ 839283 h 2827405"/>
              <a:gd name="connsiteX41" fmla="*/ 3338456 w 6825277"/>
              <a:gd name="connsiteY41" fmla="*/ 842833 h 2827405"/>
              <a:gd name="connsiteX42" fmla="*/ 2670049 w 6825277"/>
              <a:gd name="connsiteY42" fmla="*/ 1324293 h 2827405"/>
              <a:gd name="connsiteX43" fmla="*/ 2007519 w 6825277"/>
              <a:gd name="connsiteY43" fmla="*/ 1975179 h 2827405"/>
              <a:gd name="connsiteX44" fmla="*/ 1593822 w 6825277"/>
              <a:gd name="connsiteY44" fmla="*/ 2375841 h 2827405"/>
              <a:gd name="connsiteX45" fmla="*/ 1292452 w 6825277"/>
              <a:gd name="connsiteY45" fmla="*/ 2521618 h 2827405"/>
              <a:gd name="connsiteX46" fmla="*/ 1069748 w 6825277"/>
              <a:gd name="connsiteY46" fmla="*/ 2609174 h 2827405"/>
              <a:gd name="connsiteX47" fmla="*/ 633098 w 6825277"/>
              <a:gd name="connsiteY47" fmla="*/ 2819623 h 2827405"/>
              <a:gd name="connsiteX48" fmla="*/ 400108 w 6825277"/>
              <a:gd name="connsiteY48" fmla="*/ 2799988 h 2827405"/>
              <a:gd name="connsiteX49" fmla="*/ 170073 w 6825277"/>
              <a:gd name="connsiteY49" fmla="*/ 2565471 h 2827405"/>
              <a:gd name="connsiteX50" fmla="*/ 31187 w 6825277"/>
              <a:gd name="connsiteY50" fmla="*/ 2148289 h 2827405"/>
              <a:gd name="connsiteX51" fmla="*/ 4772 w 6825277"/>
              <a:gd name="connsiteY51" fmla="*/ 1861782 h 2827405"/>
              <a:gd name="connsiteX0" fmla="*/ 4772 w 6825277"/>
              <a:gd name="connsiteY0" fmla="*/ 1861782 h 2827405"/>
              <a:gd name="connsiteX1" fmla="*/ 9583 w 6825277"/>
              <a:gd name="connsiteY1" fmla="*/ 1735834 h 2827405"/>
              <a:gd name="connsiteX2" fmla="*/ 97618 w 6825277"/>
              <a:gd name="connsiteY2" fmla="*/ 1732386 h 2827405"/>
              <a:gd name="connsiteX3" fmla="*/ 96578 w 6825277"/>
              <a:gd name="connsiteY3" fmla="*/ 2035104 h 2827405"/>
              <a:gd name="connsiteX4" fmla="*/ 210013 w 6825277"/>
              <a:gd name="connsiteY4" fmla="*/ 2422911 h 2827405"/>
              <a:gd name="connsiteX5" fmla="*/ 669314 w 6825277"/>
              <a:gd name="connsiteY5" fmla="*/ 2712894 h 2827405"/>
              <a:gd name="connsiteX6" fmla="*/ 828902 w 6825277"/>
              <a:gd name="connsiteY6" fmla="*/ 2623313 h 2827405"/>
              <a:gd name="connsiteX7" fmla="*/ 1165619 w 6825277"/>
              <a:gd name="connsiteY7" fmla="*/ 2481787 h 2827405"/>
              <a:gd name="connsiteX8" fmla="*/ 1473094 w 6825277"/>
              <a:gd name="connsiteY8" fmla="*/ 2334751 h 2827405"/>
              <a:gd name="connsiteX9" fmla="*/ 1900715 w 6825277"/>
              <a:gd name="connsiteY9" fmla="*/ 1955005 h 2827405"/>
              <a:gd name="connsiteX10" fmla="*/ 2517525 w 6825277"/>
              <a:gd name="connsiteY10" fmla="*/ 1341877 h 2827405"/>
              <a:gd name="connsiteX11" fmla="*/ 3362899 w 6825277"/>
              <a:gd name="connsiteY11" fmla="*/ 736610 h 2827405"/>
              <a:gd name="connsiteX12" fmla="*/ 4731023 w 6825277"/>
              <a:gd name="connsiteY12" fmla="*/ 909322 h 2827405"/>
              <a:gd name="connsiteX13" fmla="*/ 5230556 w 6825277"/>
              <a:gd name="connsiteY13" fmla="*/ 274322 h 2827405"/>
              <a:gd name="connsiteX14" fmla="*/ 5795707 w 6825277"/>
              <a:gd name="connsiteY14" fmla="*/ 172768 h 2827405"/>
              <a:gd name="connsiteX15" fmla="*/ 6225390 w 6825277"/>
              <a:gd name="connsiteY15" fmla="*/ 428302 h 2827405"/>
              <a:gd name="connsiteX16" fmla="*/ 6386612 w 6825277"/>
              <a:gd name="connsiteY16" fmla="*/ 623187 h 2827405"/>
              <a:gd name="connsiteX17" fmla="*/ 6539012 w 6825277"/>
              <a:gd name="connsiteY17" fmla="*/ 703089 h 2827405"/>
              <a:gd name="connsiteX18" fmla="*/ 6653312 w 6825277"/>
              <a:gd name="connsiteY18" fmla="*/ 674034 h 2827405"/>
              <a:gd name="connsiteX19" fmla="*/ 6682590 w 6825277"/>
              <a:gd name="connsiteY19" fmla="*/ 529995 h 2827405"/>
              <a:gd name="connsiteX20" fmla="*/ 6653313 w 6825277"/>
              <a:gd name="connsiteY20" fmla="*/ 390745 h 2827405"/>
              <a:gd name="connsiteX21" fmla="*/ 6583464 w 6825277"/>
              <a:gd name="connsiteY21" fmla="*/ 303578 h 2827405"/>
              <a:gd name="connsiteX22" fmla="*/ 6539014 w 6825277"/>
              <a:gd name="connsiteY22" fmla="*/ 194620 h 2827405"/>
              <a:gd name="connsiteX23" fmla="*/ 6519964 w 6825277"/>
              <a:gd name="connsiteY23" fmla="*/ 27550 h 2827405"/>
              <a:gd name="connsiteX24" fmla="*/ 6666013 w 6825277"/>
              <a:gd name="connsiteY24" fmla="*/ 13025 h 2827405"/>
              <a:gd name="connsiteX25" fmla="*/ 6818056 w 6825277"/>
              <a:gd name="connsiteY25" fmla="*/ 26287 h 2827405"/>
              <a:gd name="connsiteX26" fmla="*/ 6799364 w 6825277"/>
              <a:gd name="connsiteY26" fmla="*/ 252730 h 2827405"/>
              <a:gd name="connsiteX27" fmla="*/ 6754914 w 6825277"/>
              <a:gd name="connsiteY27" fmla="*/ 405271 h 2827405"/>
              <a:gd name="connsiteX28" fmla="*/ 6742213 w 6825277"/>
              <a:gd name="connsiteY28" fmla="*/ 659506 h 2827405"/>
              <a:gd name="connsiteX29" fmla="*/ 6666013 w 6825277"/>
              <a:gd name="connsiteY29" fmla="*/ 775729 h 2827405"/>
              <a:gd name="connsiteX30" fmla="*/ 6555590 w 6825277"/>
              <a:gd name="connsiteY30" fmla="*/ 797321 h 2827405"/>
              <a:gd name="connsiteX31" fmla="*/ 6341805 w 6825277"/>
              <a:gd name="connsiteY31" fmla="*/ 712560 h 2827405"/>
              <a:gd name="connsiteX32" fmla="*/ 6075463 w 6825277"/>
              <a:gd name="connsiteY32" fmla="*/ 398005 h 2827405"/>
              <a:gd name="connsiteX33" fmla="*/ 5838040 w 6825277"/>
              <a:gd name="connsiteY33" fmla="*/ 276774 h 2827405"/>
              <a:gd name="connsiteX34" fmla="*/ 5514190 w 6825277"/>
              <a:gd name="connsiteY34" fmla="*/ 257389 h 2827405"/>
              <a:gd name="connsiteX35" fmla="*/ 5332156 w 6825277"/>
              <a:gd name="connsiteY35" fmla="*/ 333589 h 2827405"/>
              <a:gd name="connsiteX36" fmla="*/ 5213623 w 6825277"/>
              <a:gd name="connsiteY36" fmla="*/ 452121 h 2827405"/>
              <a:gd name="connsiteX37" fmla="*/ 5001956 w 6825277"/>
              <a:gd name="connsiteY37" fmla="*/ 833121 h 2827405"/>
              <a:gd name="connsiteX38" fmla="*/ 4824156 w 6825277"/>
              <a:gd name="connsiteY38" fmla="*/ 985522 h 2827405"/>
              <a:gd name="connsiteX39" fmla="*/ 4411964 w 6825277"/>
              <a:gd name="connsiteY39" fmla="*/ 1018010 h 2827405"/>
              <a:gd name="connsiteX40" fmla="*/ 3752667 w 6825277"/>
              <a:gd name="connsiteY40" fmla="*/ 839283 h 2827405"/>
              <a:gd name="connsiteX41" fmla="*/ 3338456 w 6825277"/>
              <a:gd name="connsiteY41" fmla="*/ 842833 h 2827405"/>
              <a:gd name="connsiteX42" fmla="*/ 2670049 w 6825277"/>
              <a:gd name="connsiteY42" fmla="*/ 1324293 h 2827405"/>
              <a:gd name="connsiteX43" fmla="*/ 2007519 w 6825277"/>
              <a:gd name="connsiteY43" fmla="*/ 1975179 h 2827405"/>
              <a:gd name="connsiteX44" fmla="*/ 1593822 w 6825277"/>
              <a:gd name="connsiteY44" fmla="*/ 2375841 h 2827405"/>
              <a:gd name="connsiteX45" fmla="*/ 1292452 w 6825277"/>
              <a:gd name="connsiteY45" fmla="*/ 2521618 h 2827405"/>
              <a:gd name="connsiteX46" fmla="*/ 1069748 w 6825277"/>
              <a:gd name="connsiteY46" fmla="*/ 2609174 h 2827405"/>
              <a:gd name="connsiteX47" fmla="*/ 633098 w 6825277"/>
              <a:gd name="connsiteY47" fmla="*/ 2819623 h 2827405"/>
              <a:gd name="connsiteX48" fmla="*/ 400108 w 6825277"/>
              <a:gd name="connsiteY48" fmla="*/ 2799988 h 2827405"/>
              <a:gd name="connsiteX49" fmla="*/ 170073 w 6825277"/>
              <a:gd name="connsiteY49" fmla="*/ 2565471 h 2827405"/>
              <a:gd name="connsiteX50" fmla="*/ 31187 w 6825277"/>
              <a:gd name="connsiteY50" fmla="*/ 2148289 h 2827405"/>
              <a:gd name="connsiteX51" fmla="*/ 4772 w 6825277"/>
              <a:gd name="connsiteY51" fmla="*/ 1861782 h 2827405"/>
              <a:gd name="connsiteX0" fmla="*/ 4772 w 6825277"/>
              <a:gd name="connsiteY0" fmla="*/ 1861782 h 2827405"/>
              <a:gd name="connsiteX1" fmla="*/ 9583 w 6825277"/>
              <a:gd name="connsiteY1" fmla="*/ 1735834 h 2827405"/>
              <a:gd name="connsiteX2" fmla="*/ 97618 w 6825277"/>
              <a:gd name="connsiteY2" fmla="*/ 1732386 h 2827405"/>
              <a:gd name="connsiteX3" fmla="*/ 96578 w 6825277"/>
              <a:gd name="connsiteY3" fmla="*/ 2035104 h 2827405"/>
              <a:gd name="connsiteX4" fmla="*/ 210013 w 6825277"/>
              <a:gd name="connsiteY4" fmla="*/ 2422911 h 2827405"/>
              <a:gd name="connsiteX5" fmla="*/ 669314 w 6825277"/>
              <a:gd name="connsiteY5" fmla="*/ 2712894 h 2827405"/>
              <a:gd name="connsiteX6" fmla="*/ 828902 w 6825277"/>
              <a:gd name="connsiteY6" fmla="*/ 2623313 h 2827405"/>
              <a:gd name="connsiteX7" fmla="*/ 1165619 w 6825277"/>
              <a:gd name="connsiteY7" fmla="*/ 2481787 h 2827405"/>
              <a:gd name="connsiteX8" fmla="*/ 1473094 w 6825277"/>
              <a:gd name="connsiteY8" fmla="*/ 2334751 h 2827405"/>
              <a:gd name="connsiteX9" fmla="*/ 1900715 w 6825277"/>
              <a:gd name="connsiteY9" fmla="*/ 1955005 h 2827405"/>
              <a:gd name="connsiteX10" fmla="*/ 2517525 w 6825277"/>
              <a:gd name="connsiteY10" fmla="*/ 1341877 h 2827405"/>
              <a:gd name="connsiteX11" fmla="*/ 3362899 w 6825277"/>
              <a:gd name="connsiteY11" fmla="*/ 736610 h 2827405"/>
              <a:gd name="connsiteX12" fmla="*/ 4731023 w 6825277"/>
              <a:gd name="connsiteY12" fmla="*/ 909322 h 2827405"/>
              <a:gd name="connsiteX13" fmla="*/ 5230556 w 6825277"/>
              <a:gd name="connsiteY13" fmla="*/ 274322 h 2827405"/>
              <a:gd name="connsiteX14" fmla="*/ 5795707 w 6825277"/>
              <a:gd name="connsiteY14" fmla="*/ 172768 h 2827405"/>
              <a:gd name="connsiteX15" fmla="*/ 6225390 w 6825277"/>
              <a:gd name="connsiteY15" fmla="*/ 428302 h 2827405"/>
              <a:gd name="connsiteX16" fmla="*/ 6386612 w 6825277"/>
              <a:gd name="connsiteY16" fmla="*/ 623187 h 2827405"/>
              <a:gd name="connsiteX17" fmla="*/ 6539012 w 6825277"/>
              <a:gd name="connsiteY17" fmla="*/ 703089 h 2827405"/>
              <a:gd name="connsiteX18" fmla="*/ 6653312 w 6825277"/>
              <a:gd name="connsiteY18" fmla="*/ 674034 h 2827405"/>
              <a:gd name="connsiteX19" fmla="*/ 6682590 w 6825277"/>
              <a:gd name="connsiteY19" fmla="*/ 529995 h 2827405"/>
              <a:gd name="connsiteX20" fmla="*/ 6653313 w 6825277"/>
              <a:gd name="connsiteY20" fmla="*/ 390745 h 2827405"/>
              <a:gd name="connsiteX21" fmla="*/ 6583464 w 6825277"/>
              <a:gd name="connsiteY21" fmla="*/ 303578 h 2827405"/>
              <a:gd name="connsiteX22" fmla="*/ 6539014 w 6825277"/>
              <a:gd name="connsiteY22" fmla="*/ 194620 h 2827405"/>
              <a:gd name="connsiteX23" fmla="*/ 6519964 w 6825277"/>
              <a:gd name="connsiteY23" fmla="*/ 27550 h 2827405"/>
              <a:gd name="connsiteX24" fmla="*/ 6666013 w 6825277"/>
              <a:gd name="connsiteY24" fmla="*/ 13025 h 2827405"/>
              <a:gd name="connsiteX25" fmla="*/ 6818056 w 6825277"/>
              <a:gd name="connsiteY25" fmla="*/ 26287 h 2827405"/>
              <a:gd name="connsiteX26" fmla="*/ 6799364 w 6825277"/>
              <a:gd name="connsiteY26" fmla="*/ 252730 h 2827405"/>
              <a:gd name="connsiteX27" fmla="*/ 6754914 w 6825277"/>
              <a:gd name="connsiteY27" fmla="*/ 405271 h 2827405"/>
              <a:gd name="connsiteX28" fmla="*/ 6742213 w 6825277"/>
              <a:gd name="connsiteY28" fmla="*/ 659506 h 2827405"/>
              <a:gd name="connsiteX29" fmla="*/ 6666013 w 6825277"/>
              <a:gd name="connsiteY29" fmla="*/ 775729 h 2827405"/>
              <a:gd name="connsiteX30" fmla="*/ 6555590 w 6825277"/>
              <a:gd name="connsiteY30" fmla="*/ 797321 h 2827405"/>
              <a:gd name="connsiteX31" fmla="*/ 6341805 w 6825277"/>
              <a:gd name="connsiteY31" fmla="*/ 712560 h 2827405"/>
              <a:gd name="connsiteX32" fmla="*/ 6075463 w 6825277"/>
              <a:gd name="connsiteY32" fmla="*/ 398005 h 2827405"/>
              <a:gd name="connsiteX33" fmla="*/ 5838040 w 6825277"/>
              <a:gd name="connsiteY33" fmla="*/ 276774 h 2827405"/>
              <a:gd name="connsiteX34" fmla="*/ 5514190 w 6825277"/>
              <a:gd name="connsiteY34" fmla="*/ 257389 h 2827405"/>
              <a:gd name="connsiteX35" fmla="*/ 5332156 w 6825277"/>
              <a:gd name="connsiteY35" fmla="*/ 333589 h 2827405"/>
              <a:gd name="connsiteX36" fmla="*/ 5213623 w 6825277"/>
              <a:gd name="connsiteY36" fmla="*/ 452121 h 2827405"/>
              <a:gd name="connsiteX37" fmla="*/ 5001956 w 6825277"/>
              <a:gd name="connsiteY37" fmla="*/ 833121 h 2827405"/>
              <a:gd name="connsiteX38" fmla="*/ 4824156 w 6825277"/>
              <a:gd name="connsiteY38" fmla="*/ 985522 h 2827405"/>
              <a:gd name="connsiteX39" fmla="*/ 4411964 w 6825277"/>
              <a:gd name="connsiteY39" fmla="*/ 1018010 h 2827405"/>
              <a:gd name="connsiteX40" fmla="*/ 3752667 w 6825277"/>
              <a:gd name="connsiteY40" fmla="*/ 839283 h 2827405"/>
              <a:gd name="connsiteX41" fmla="*/ 3338456 w 6825277"/>
              <a:gd name="connsiteY41" fmla="*/ 842833 h 2827405"/>
              <a:gd name="connsiteX42" fmla="*/ 2670049 w 6825277"/>
              <a:gd name="connsiteY42" fmla="*/ 1324293 h 2827405"/>
              <a:gd name="connsiteX43" fmla="*/ 2007519 w 6825277"/>
              <a:gd name="connsiteY43" fmla="*/ 1975179 h 2827405"/>
              <a:gd name="connsiteX44" fmla="*/ 1600172 w 6825277"/>
              <a:gd name="connsiteY44" fmla="*/ 2361313 h 2827405"/>
              <a:gd name="connsiteX45" fmla="*/ 1292452 w 6825277"/>
              <a:gd name="connsiteY45" fmla="*/ 2521618 h 2827405"/>
              <a:gd name="connsiteX46" fmla="*/ 1069748 w 6825277"/>
              <a:gd name="connsiteY46" fmla="*/ 2609174 h 2827405"/>
              <a:gd name="connsiteX47" fmla="*/ 633098 w 6825277"/>
              <a:gd name="connsiteY47" fmla="*/ 2819623 h 2827405"/>
              <a:gd name="connsiteX48" fmla="*/ 400108 w 6825277"/>
              <a:gd name="connsiteY48" fmla="*/ 2799988 h 2827405"/>
              <a:gd name="connsiteX49" fmla="*/ 170073 w 6825277"/>
              <a:gd name="connsiteY49" fmla="*/ 2565471 h 2827405"/>
              <a:gd name="connsiteX50" fmla="*/ 31187 w 6825277"/>
              <a:gd name="connsiteY50" fmla="*/ 2148289 h 2827405"/>
              <a:gd name="connsiteX51" fmla="*/ 4772 w 6825277"/>
              <a:gd name="connsiteY51" fmla="*/ 1861782 h 2827405"/>
              <a:gd name="connsiteX0" fmla="*/ 4772 w 6825277"/>
              <a:gd name="connsiteY0" fmla="*/ 1861782 h 2827405"/>
              <a:gd name="connsiteX1" fmla="*/ 9583 w 6825277"/>
              <a:gd name="connsiteY1" fmla="*/ 1735834 h 2827405"/>
              <a:gd name="connsiteX2" fmla="*/ 97618 w 6825277"/>
              <a:gd name="connsiteY2" fmla="*/ 1732386 h 2827405"/>
              <a:gd name="connsiteX3" fmla="*/ 96578 w 6825277"/>
              <a:gd name="connsiteY3" fmla="*/ 2035104 h 2827405"/>
              <a:gd name="connsiteX4" fmla="*/ 210013 w 6825277"/>
              <a:gd name="connsiteY4" fmla="*/ 2422911 h 2827405"/>
              <a:gd name="connsiteX5" fmla="*/ 669314 w 6825277"/>
              <a:gd name="connsiteY5" fmla="*/ 2712894 h 2827405"/>
              <a:gd name="connsiteX6" fmla="*/ 828902 w 6825277"/>
              <a:gd name="connsiteY6" fmla="*/ 2623313 h 2827405"/>
              <a:gd name="connsiteX7" fmla="*/ 1165619 w 6825277"/>
              <a:gd name="connsiteY7" fmla="*/ 2481787 h 2827405"/>
              <a:gd name="connsiteX8" fmla="*/ 1473094 w 6825277"/>
              <a:gd name="connsiteY8" fmla="*/ 2334751 h 2827405"/>
              <a:gd name="connsiteX9" fmla="*/ 1900715 w 6825277"/>
              <a:gd name="connsiteY9" fmla="*/ 1955005 h 2827405"/>
              <a:gd name="connsiteX10" fmla="*/ 2517525 w 6825277"/>
              <a:gd name="connsiteY10" fmla="*/ 1341877 h 2827405"/>
              <a:gd name="connsiteX11" fmla="*/ 3362899 w 6825277"/>
              <a:gd name="connsiteY11" fmla="*/ 736610 h 2827405"/>
              <a:gd name="connsiteX12" fmla="*/ 4731023 w 6825277"/>
              <a:gd name="connsiteY12" fmla="*/ 909322 h 2827405"/>
              <a:gd name="connsiteX13" fmla="*/ 5230556 w 6825277"/>
              <a:gd name="connsiteY13" fmla="*/ 274322 h 2827405"/>
              <a:gd name="connsiteX14" fmla="*/ 5795707 w 6825277"/>
              <a:gd name="connsiteY14" fmla="*/ 172768 h 2827405"/>
              <a:gd name="connsiteX15" fmla="*/ 6225390 w 6825277"/>
              <a:gd name="connsiteY15" fmla="*/ 428302 h 2827405"/>
              <a:gd name="connsiteX16" fmla="*/ 6386612 w 6825277"/>
              <a:gd name="connsiteY16" fmla="*/ 623187 h 2827405"/>
              <a:gd name="connsiteX17" fmla="*/ 6539012 w 6825277"/>
              <a:gd name="connsiteY17" fmla="*/ 703089 h 2827405"/>
              <a:gd name="connsiteX18" fmla="*/ 6653312 w 6825277"/>
              <a:gd name="connsiteY18" fmla="*/ 674034 h 2827405"/>
              <a:gd name="connsiteX19" fmla="*/ 6682590 w 6825277"/>
              <a:gd name="connsiteY19" fmla="*/ 529995 h 2827405"/>
              <a:gd name="connsiteX20" fmla="*/ 6653313 w 6825277"/>
              <a:gd name="connsiteY20" fmla="*/ 390745 h 2827405"/>
              <a:gd name="connsiteX21" fmla="*/ 6583464 w 6825277"/>
              <a:gd name="connsiteY21" fmla="*/ 303578 h 2827405"/>
              <a:gd name="connsiteX22" fmla="*/ 6539014 w 6825277"/>
              <a:gd name="connsiteY22" fmla="*/ 194620 h 2827405"/>
              <a:gd name="connsiteX23" fmla="*/ 6519964 w 6825277"/>
              <a:gd name="connsiteY23" fmla="*/ 27550 h 2827405"/>
              <a:gd name="connsiteX24" fmla="*/ 6666013 w 6825277"/>
              <a:gd name="connsiteY24" fmla="*/ 13025 h 2827405"/>
              <a:gd name="connsiteX25" fmla="*/ 6818056 w 6825277"/>
              <a:gd name="connsiteY25" fmla="*/ 26287 h 2827405"/>
              <a:gd name="connsiteX26" fmla="*/ 6799364 w 6825277"/>
              <a:gd name="connsiteY26" fmla="*/ 252730 h 2827405"/>
              <a:gd name="connsiteX27" fmla="*/ 6754914 w 6825277"/>
              <a:gd name="connsiteY27" fmla="*/ 405271 h 2827405"/>
              <a:gd name="connsiteX28" fmla="*/ 6742213 w 6825277"/>
              <a:gd name="connsiteY28" fmla="*/ 659506 h 2827405"/>
              <a:gd name="connsiteX29" fmla="*/ 6666013 w 6825277"/>
              <a:gd name="connsiteY29" fmla="*/ 775729 h 2827405"/>
              <a:gd name="connsiteX30" fmla="*/ 6555590 w 6825277"/>
              <a:gd name="connsiteY30" fmla="*/ 797321 h 2827405"/>
              <a:gd name="connsiteX31" fmla="*/ 6341805 w 6825277"/>
              <a:gd name="connsiteY31" fmla="*/ 712560 h 2827405"/>
              <a:gd name="connsiteX32" fmla="*/ 6075463 w 6825277"/>
              <a:gd name="connsiteY32" fmla="*/ 398005 h 2827405"/>
              <a:gd name="connsiteX33" fmla="*/ 5838040 w 6825277"/>
              <a:gd name="connsiteY33" fmla="*/ 276774 h 2827405"/>
              <a:gd name="connsiteX34" fmla="*/ 5514190 w 6825277"/>
              <a:gd name="connsiteY34" fmla="*/ 257389 h 2827405"/>
              <a:gd name="connsiteX35" fmla="*/ 5332156 w 6825277"/>
              <a:gd name="connsiteY35" fmla="*/ 333589 h 2827405"/>
              <a:gd name="connsiteX36" fmla="*/ 5213623 w 6825277"/>
              <a:gd name="connsiteY36" fmla="*/ 452121 h 2827405"/>
              <a:gd name="connsiteX37" fmla="*/ 5001956 w 6825277"/>
              <a:gd name="connsiteY37" fmla="*/ 833121 h 2827405"/>
              <a:gd name="connsiteX38" fmla="*/ 4824156 w 6825277"/>
              <a:gd name="connsiteY38" fmla="*/ 985522 h 2827405"/>
              <a:gd name="connsiteX39" fmla="*/ 4411964 w 6825277"/>
              <a:gd name="connsiteY39" fmla="*/ 1018010 h 2827405"/>
              <a:gd name="connsiteX40" fmla="*/ 3752667 w 6825277"/>
              <a:gd name="connsiteY40" fmla="*/ 839283 h 2827405"/>
              <a:gd name="connsiteX41" fmla="*/ 3338456 w 6825277"/>
              <a:gd name="connsiteY41" fmla="*/ 842833 h 2827405"/>
              <a:gd name="connsiteX42" fmla="*/ 2670049 w 6825277"/>
              <a:gd name="connsiteY42" fmla="*/ 1324293 h 2827405"/>
              <a:gd name="connsiteX43" fmla="*/ 2007519 w 6825277"/>
              <a:gd name="connsiteY43" fmla="*/ 1975179 h 2827405"/>
              <a:gd name="connsiteX44" fmla="*/ 1600172 w 6825277"/>
              <a:gd name="connsiteY44" fmla="*/ 2361313 h 2827405"/>
              <a:gd name="connsiteX45" fmla="*/ 1292452 w 6825277"/>
              <a:gd name="connsiteY45" fmla="*/ 2521618 h 2827405"/>
              <a:gd name="connsiteX46" fmla="*/ 1069748 w 6825277"/>
              <a:gd name="connsiteY46" fmla="*/ 2609174 h 2827405"/>
              <a:gd name="connsiteX47" fmla="*/ 633098 w 6825277"/>
              <a:gd name="connsiteY47" fmla="*/ 2819623 h 2827405"/>
              <a:gd name="connsiteX48" fmla="*/ 400108 w 6825277"/>
              <a:gd name="connsiteY48" fmla="*/ 2799988 h 2827405"/>
              <a:gd name="connsiteX49" fmla="*/ 170073 w 6825277"/>
              <a:gd name="connsiteY49" fmla="*/ 2565471 h 2827405"/>
              <a:gd name="connsiteX50" fmla="*/ 31187 w 6825277"/>
              <a:gd name="connsiteY50" fmla="*/ 2148289 h 2827405"/>
              <a:gd name="connsiteX51" fmla="*/ 4772 w 6825277"/>
              <a:gd name="connsiteY51" fmla="*/ 1861782 h 2827405"/>
              <a:gd name="connsiteX0" fmla="*/ 4772 w 6825277"/>
              <a:gd name="connsiteY0" fmla="*/ 1861782 h 2829282"/>
              <a:gd name="connsiteX1" fmla="*/ 9583 w 6825277"/>
              <a:gd name="connsiteY1" fmla="*/ 1735834 h 2829282"/>
              <a:gd name="connsiteX2" fmla="*/ 97618 w 6825277"/>
              <a:gd name="connsiteY2" fmla="*/ 1732386 h 2829282"/>
              <a:gd name="connsiteX3" fmla="*/ 96578 w 6825277"/>
              <a:gd name="connsiteY3" fmla="*/ 2035104 h 2829282"/>
              <a:gd name="connsiteX4" fmla="*/ 210013 w 6825277"/>
              <a:gd name="connsiteY4" fmla="*/ 2422911 h 2829282"/>
              <a:gd name="connsiteX5" fmla="*/ 669314 w 6825277"/>
              <a:gd name="connsiteY5" fmla="*/ 2712894 h 2829282"/>
              <a:gd name="connsiteX6" fmla="*/ 828902 w 6825277"/>
              <a:gd name="connsiteY6" fmla="*/ 2623313 h 2829282"/>
              <a:gd name="connsiteX7" fmla="*/ 1165619 w 6825277"/>
              <a:gd name="connsiteY7" fmla="*/ 2481787 h 2829282"/>
              <a:gd name="connsiteX8" fmla="*/ 1473094 w 6825277"/>
              <a:gd name="connsiteY8" fmla="*/ 2334751 h 2829282"/>
              <a:gd name="connsiteX9" fmla="*/ 1900715 w 6825277"/>
              <a:gd name="connsiteY9" fmla="*/ 1955005 h 2829282"/>
              <a:gd name="connsiteX10" fmla="*/ 2517525 w 6825277"/>
              <a:gd name="connsiteY10" fmla="*/ 1341877 h 2829282"/>
              <a:gd name="connsiteX11" fmla="*/ 3362899 w 6825277"/>
              <a:gd name="connsiteY11" fmla="*/ 736610 h 2829282"/>
              <a:gd name="connsiteX12" fmla="*/ 4731023 w 6825277"/>
              <a:gd name="connsiteY12" fmla="*/ 909322 h 2829282"/>
              <a:gd name="connsiteX13" fmla="*/ 5230556 w 6825277"/>
              <a:gd name="connsiteY13" fmla="*/ 274322 h 2829282"/>
              <a:gd name="connsiteX14" fmla="*/ 5795707 w 6825277"/>
              <a:gd name="connsiteY14" fmla="*/ 172768 h 2829282"/>
              <a:gd name="connsiteX15" fmla="*/ 6225390 w 6825277"/>
              <a:gd name="connsiteY15" fmla="*/ 428302 h 2829282"/>
              <a:gd name="connsiteX16" fmla="*/ 6386612 w 6825277"/>
              <a:gd name="connsiteY16" fmla="*/ 623187 h 2829282"/>
              <a:gd name="connsiteX17" fmla="*/ 6539012 w 6825277"/>
              <a:gd name="connsiteY17" fmla="*/ 703089 h 2829282"/>
              <a:gd name="connsiteX18" fmla="*/ 6653312 w 6825277"/>
              <a:gd name="connsiteY18" fmla="*/ 674034 h 2829282"/>
              <a:gd name="connsiteX19" fmla="*/ 6682590 w 6825277"/>
              <a:gd name="connsiteY19" fmla="*/ 529995 h 2829282"/>
              <a:gd name="connsiteX20" fmla="*/ 6653313 w 6825277"/>
              <a:gd name="connsiteY20" fmla="*/ 390745 h 2829282"/>
              <a:gd name="connsiteX21" fmla="*/ 6583464 w 6825277"/>
              <a:gd name="connsiteY21" fmla="*/ 303578 h 2829282"/>
              <a:gd name="connsiteX22" fmla="*/ 6539014 w 6825277"/>
              <a:gd name="connsiteY22" fmla="*/ 194620 h 2829282"/>
              <a:gd name="connsiteX23" fmla="*/ 6519964 w 6825277"/>
              <a:gd name="connsiteY23" fmla="*/ 27550 h 2829282"/>
              <a:gd name="connsiteX24" fmla="*/ 6666013 w 6825277"/>
              <a:gd name="connsiteY24" fmla="*/ 13025 h 2829282"/>
              <a:gd name="connsiteX25" fmla="*/ 6818056 w 6825277"/>
              <a:gd name="connsiteY25" fmla="*/ 26287 h 2829282"/>
              <a:gd name="connsiteX26" fmla="*/ 6799364 w 6825277"/>
              <a:gd name="connsiteY26" fmla="*/ 252730 h 2829282"/>
              <a:gd name="connsiteX27" fmla="*/ 6754914 w 6825277"/>
              <a:gd name="connsiteY27" fmla="*/ 405271 h 2829282"/>
              <a:gd name="connsiteX28" fmla="*/ 6742213 w 6825277"/>
              <a:gd name="connsiteY28" fmla="*/ 659506 h 2829282"/>
              <a:gd name="connsiteX29" fmla="*/ 6666013 w 6825277"/>
              <a:gd name="connsiteY29" fmla="*/ 775729 h 2829282"/>
              <a:gd name="connsiteX30" fmla="*/ 6555590 w 6825277"/>
              <a:gd name="connsiteY30" fmla="*/ 797321 h 2829282"/>
              <a:gd name="connsiteX31" fmla="*/ 6341805 w 6825277"/>
              <a:gd name="connsiteY31" fmla="*/ 712560 h 2829282"/>
              <a:gd name="connsiteX32" fmla="*/ 6075463 w 6825277"/>
              <a:gd name="connsiteY32" fmla="*/ 398005 h 2829282"/>
              <a:gd name="connsiteX33" fmla="*/ 5838040 w 6825277"/>
              <a:gd name="connsiteY33" fmla="*/ 276774 h 2829282"/>
              <a:gd name="connsiteX34" fmla="*/ 5514190 w 6825277"/>
              <a:gd name="connsiteY34" fmla="*/ 257389 h 2829282"/>
              <a:gd name="connsiteX35" fmla="*/ 5332156 w 6825277"/>
              <a:gd name="connsiteY35" fmla="*/ 333589 h 2829282"/>
              <a:gd name="connsiteX36" fmla="*/ 5213623 w 6825277"/>
              <a:gd name="connsiteY36" fmla="*/ 452121 h 2829282"/>
              <a:gd name="connsiteX37" fmla="*/ 5001956 w 6825277"/>
              <a:gd name="connsiteY37" fmla="*/ 833121 h 2829282"/>
              <a:gd name="connsiteX38" fmla="*/ 4824156 w 6825277"/>
              <a:gd name="connsiteY38" fmla="*/ 985522 h 2829282"/>
              <a:gd name="connsiteX39" fmla="*/ 4411964 w 6825277"/>
              <a:gd name="connsiteY39" fmla="*/ 1018010 h 2829282"/>
              <a:gd name="connsiteX40" fmla="*/ 3752667 w 6825277"/>
              <a:gd name="connsiteY40" fmla="*/ 839283 h 2829282"/>
              <a:gd name="connsiteX41" fmla="*/ 3338456 w 6825277"/>
              <a:gd name="connsiteY41" fmla="*/ 842833 h 2829282"/>
              <a:gd name="connsiteX42" fmla="*/ 2670049 w 6825277"/>
              <a:gd name="connsiteY42" fmla="*/ 1324293 h 2829282"/>
              <a:gd name="connsiteX43" fmla="*/ 2007519 w 6825277"/>
              <a:gd name="connsiteY43" fmla="*/ 1975179 h 2829282"/>
              <a:gd name="connsiteX44" fmla="*/ 1600172 w 6825277"/>
              <a:gd name="connsiteY44" fmla="*/ 2361313 h 2829282"/>
              <a:gd name="connsiteX45" fmla="*/ 1292452 w 6825277"/>
              <a:gd name="connsiteY45" fmla="*/ 2521618 h 2829282"/>
              <a:gd name="connsiteX46" fmla="*/ 1069748 w 6825277"/>
              <a:gd name="connsiteY46" fmla="*/ 2609174 h 2829282"/>
              <a:gd name="connsiteX47" fmla="*/ 633098 w 6825277"/>
              <a:gd name="connsiteY47" fmla="*/ 2819623 h 2829282"/>
              <a:gd name="connsiteX48" fmla="*/ 406458 w 6825277"/>
              <a:gd name="connsiteY48" fmla="*/ 2803620 h 2829282"/>
              <a:gd name="connsiteX49" fmla="*/ 170073 w 6825277"/>
              <a:gd name="connsiteY49" fmla="*/ 2565471 h 2829282"/>
              <a:gd name="connsiteX50" fmla="*/ 31187 w 6825277"/>
              <a:gd name="connsiteY50" fmla="*/ 2148289 h 2829282"/>
              <a:gd name="connsiteX51" fmla="*/ 4772 w 6825277"/>
              <a:gd name="connsiteY51" fmla="*/ 1861782 h 2829282"/>
              <a:gd name="connsiteX0" fmla="*/ 4772 w 6825277"/>
              <a:gd name="connsiteY0" fmla="*/ 1861782 h 2846131"/>
              <a:gd name="connsiteX1" fmla="*/ 9583 w 6825277"/>
              <a:gd name="connsiteY1" fmla="*/ 1735834 h 2846131"/>
              <a:gd name="connsiteX2" fmla="*/ 97618 w 6825277"/>
              <a:gd name="connsiteY2" fmla="*/ 1732386 h 2846131"/>
              <a:gd name="connsiteX3" fmla="*/ 96578 w 6825277"/>
              <a:gd name="connsiteY3" fmla="*/ 2035104 h 2846131"/>
              <a:gd name="connsiteX4" fmla="*/ 210013 w 6825277"/>
              <a:gd name="connsiteY4" fmla="*/ 2422911 h 2846131"/>
              <a:gd name="connsiteX5" fmla="*/ 669314 w 6825277"/>
              <a:gd name="connsiteY5" fmla="*/ 2712894 h 2846131"/>
              <a:gd name="connsiteX6" fmla="*/ 828902 w 6825277"/>
              <a:gd name="connsiteY6" fmla="*/ 2623313 h 2846131"/>
              <a:gd name="connsiteX7" fmla="*/ 1165619 w 6825277"/>
              <a:gd name="connsiteY7" fmla="*/ 2481787 h 2846131"/>
              <a:gd name="connsiteX8" fmla="*/ 1473094 w 6825277"/>
              <a:gd name="connsiteY8" fmla="*/ 2334751 h 2846131"/>
              <a:gd name="connsiteX9" fmla="*/ 1900715 w 6825277"/>
              <a:gd name="connsiteY9" fmla="*/ 1955005 h 2846131"/>
              <a:gd name="connsiteX10" fmla="*/ 2517525 w 6825277"/>
              <a:gd name="connsiteY10" fmla="*/ 1341877 h 2846131"/>
              <a:gd name="connsiteX11" fmla="*/ 3362899 w 6825277"/>
              <a:gd name="connsiteY11" fmla="*/ 736610 h 2846131"/>
              <a:gd name="connsiteX12" fmla="*/ 4731023 w 6825277"/>
              <a:gd name="connsiteY12" fmla="*/ 909322 h 2846131"/>
              <a:gd name="connsiteX13" fmla="*/ 5230556 w 6825277"/>
              <a:gd name="connsiteY13" fmla="*/ 274322 h 2846131"/>
              <a:gd name="connsiteX14" fmla="*/ 5795707 w 6825277"/>
              <a:gd name="connsiteY14" fmla="*/ 172768 h 2846131"/>
              <a:gd name="connsiteX15" fmla="*/ 6225390 w 6825277"/>
              <a:gd name="connsiteY15" fmla="*/ 428302 h 2846131"/>
              <a:gd name="connsiteX16" fmla="*/ 6386612 w 6825277"/>
              <a:gd name="connsiteY16" fmla="*/ 623187 h 2846131"/>
              <a:gd name="connsiteX17" fmla="*/ 6539012 w 6825277"/>
              <a:gd name="connsiteY17" fmla="*/ 703089 h 2846131"/>
              <a:gd name="connsiteX18" fmla="*/ 6653312 w 6825277"/>
              <a:gd name="connsiteY18" fmla="*/ 674034 h 2846131"/>
              <a:gd name="connsiteX19" fmla="*/ 6682590 w 6825277"/>
              <a:gd name="connsiteY19" fmla="*/ 529995 h 2846131"/>
              <a:gd name="connsiteX20" fmla="*/ 6653313 w 6825277"/>
              <a:gd name="connsiteY20" fmla="*/ 390745 h 2846131"/>
              <a:gd name="connsiteX21" fmla="*/ 6583464 w 6825277"/>
              <a:gd name="connsiteY21" fmla="*/ 303578 h 2846131"/>
              <a:gd name="connsiteX22" fmla="*/ 6539014 w 6825277"/>
              <a:gd name="connsiteY22" fmla="*/ 194620 h 2846131"/>
              <a:gd name="connsiteX23" fmla="*/ 6519964 w 6825277"/>
              <a:gd name="connsiteY23" fmla="*/ 27550 h 2846131"/>
              <a:gd name="connsiteX24" fmla="*/ 6666013 w 6825277"/>
              <a:gd name="connsiteY24" fmla="*/ 13025 h 2846131"/>
              <a:gd name="connsiteX25" fmla="*/ 6818056 w 6825277"/>
              <a:gd name="connsiteY25" fmla="*/ 26287 h 2846131"/>
              <a:gd name="connsiteX26" fmla="*/ 6799364 w 6825277"/>
              <a:gd name="connsiteY26" fmla="*/ 252730 h 2846131"/>
              <a:gd name="connsiteX27" fmla="*/ 6754914 w 6825277"/>
              <a:gd name="connsiteY27" fmla="*/ 405271 h 2846131"/>
              <a:gd name="connsiteX28" fmla="*/ 6742213 w 6825277"/>
              <a:gd name="connsiteY28" fmla="*/ 659506 h 2846131"/>
              <a:gd name="connsiteX29" fmla="*/ 6666013 w 6825277"/>
              <a:gd name="connsiteY29" fmla="*/ 775729 h 2846131"/>
              <a:gd name="connsiteX30" fmla="*/ 6555590 w 6825277"/>
              <a:gd name="connsiteY30" fmla="*/ 797321 h 2846131"/>
              <a:gd name="connsiteX31" fmla="*/ 6341805 w 6825277"/>
              <a:gd name="connsiteY31" fmla="*/ 712560 h 2846131"/>
              <a:gd name="connsiteX32" fmla="*/ 6075463 w 6825277"/>
              <a:gd name="connsiteY32" fmla="*/ 398005 h 2846131"/>
              <a:gd name="connsiteX33" fmla="*/ 5838040 w 6825277"/>
              <a:gd name="connsiteY33" fmla="*/ 276774 h 2846131"/>
              <a:gd name="connsiteX34" fmla="*/ 5514190 w 6825277"/>
              <a:gd name="connsiteY34" fmla="*/ 257389 h 2846131"/>
              <a:gd name="connsiteX35" fmla="*/ 5332156 w 6825277"/>
              <a:gd name="connsiteY35" fmla="*/ 333589 h 2846131"/>
              <a:gd name="connsiteX36" fmla="*/ 5213623 w 6825277"/>
              <a:gd name="connsiteY36" fmla="*/ 452121 h 2846131"/>
              <a:gd name="connsiteX37" fmla="*/ 5001956 w 6825277"/>
              <a:gd name="connsiteY37" fmla="*/ 833121 h 2846131"/>
              <a:gd name="connsiteX38" fmla="*/ 4824156 w 6825277"/>
              <a:gd name="connsiteY38" fmla="*/ 985522 h 2846131"/>
              <a:gd name="connsiteX39" fmla="*/ 4411964 w 6825277"/>
              <a:gd name="connsiteY39" fmla="*/ 1018010 h 2846131"/>
              <a:gd name="connsiteX40" fmla="*/ 3752667 w 6825277"/>
              <a:gd name="connsiteY40" fmla="*/ 839283 h 2846131"/>
              <a:gd name="connsiteX41" fmla="*/ 3338456 w 6825277"/>
              <a:gd name="connsiteY41" fmla="*/ 842833 h 2846131"/>
              <a:gd name="connsiteX42" fmla="*/ 2670049 w 6825277"/>
              <a:gd name="connsiteY42" fmla="*/ 1324293 h 2846131"/>
              <a:gd name="connsiteX43" fmla="*/ 2007519 w 6825277"/>
              <a:gd name="connsiteY43" fmla="*/ 1975179 h 2846131"/>
              <a:gd name="connsiteX44" fmla="*/ 1600172 w 6825277"/>
              <a:gd name="connsiteY44" fmla="*/ 2361313 h 2846131"/>
              <a:gd name="connsiteX45" fmla="*/ 1292452 w 6825277"/>
              <a:gd name="connsiteY45" fmla="*/ 2521618 h 2846131"/>
              <a:gd name="connsiteX46" fmla="*/ 1069748 w 6825277"/>
              <a:gd name="connsiteY46" fmla="*/ 2609174 h 2846131"/>
              <a:gd name="connsiteX47" fmla="*/ 633098 w 6825277"/>
              <a:gd name="connsiteY47" fmla="*/ 2819623 h 2846131"/>
              <a:gd name="connsiteX48" fmla="*/ 406458 w 6825277"/>
              <a:gd name="connsiteY48" fmla="*/ 2803620 h 2846131"/>
              <a:gd name="connsiteX49" fmla="*/ 170073 w 6825277"/>
              <a:gd name="connsiteY49" fmla="*/ 2565471 h 2846131"/>
              <a:gd name="connsiteX50" fmla="*/ 31187 w 6825277"/>
              <a:gd name="connsiteY50" fmla="*/ 2148289 h 2846131"/>
              <a:gd name="connsiteX51" fmla="*/ 4772 w 6825277"/>
              <a:gd name="connsiteY51" fmla="*/ 1861782 h 2846131"/>
              <a:gd name="connsiteX0" fmla="*/ 4772 w 6825277"/>
              <a:gd name="connsiteY0" fmla="*/ 1861782 h 2821120"/>
              <a:gd name="connsiteX1" fmla="*/ 9583 w 6825277"/>
              <a:gd name="connsiteY1" fmla="*/ 1735834 h 2821120"/>
              <a:gd name="connsiteX2" fmla="*/ 97618 w 6825277"/>
              <a:gd name="connsiteY2" fmla="*/ 1732386 h 2821120"/>
              <a:gd name="connsiteX3" fmla="*/ 96578 w 6825277"/>
              <a:gd name="connsiteY3" fmla="*/ 2035104 h 2821120"/>
              <a:gd name="connsiteX4" fmla="*/ 210013 w 6825277"/>
              <a:gd name="connsiteY4" fmla="*/ 2422911 h 2821120"/>
              <a:gd name="connsiteX5" fmla="*/ 669314 w 6825277"/>
              <a:gd name="connsiteY5" fmla="*/ 2712894 h 2821120"/>
              <a:gd name="connsiteX6" fmla="*/ 828902 w 6825277"/>
              <a:gd name="connsiteY6" fmla="*/ 2623313 h 2821120"/>
              <a:gd name="connsiteX7" fmla="*/ 1165619 w 6825277"/>
              <a:gd name="connsiteY7" fmla="*/ 2481787 h 2821120"/>
              <a:gd name="connsiteX8" fmla="*/ 1473094 w 6825277"/>
              <a:gd name="connsiteY8" fmla="*/ 2334751 h 2821120"/>
              <a:gd name="connsiteX9" fmla="*/ 1900715 w 6825277"/>
              <a:gd name="connsiteY9" fmla="*/ 1955005 h 2821120"/>
              <a:gd name="connsiteX10" fmla="*/ 2517525 w 6825277"/>
              <a:gd name="connsiteY10" fmla="*/ 1341877 h 2821120"/>
              <a:gd name="connsiteX11" fmla="*/ 3362899 w 6825277"/>
              <a:gd name="connsiteY11" fmla="*/ 736610 h 2821120"/>
              <a:gd name="connsiteX12" fmla="*/ 4731023 w 6825277"/>
              <a:gd name="connsiteY12" fmla="*/ 909322 h 2821120"/>
              <a:gd name="connsiteX13" fmla="*/ 5230556 w 6825277"/>
              <a:gd name="connsiteY13" fmla="*/ 274322 h 2821120"/>
              <a:gd name="connsiteX14" fmla="*/ 5795707 w 6825277"/>
              <a:gd name="connsiteY14" fmla="*/ 172768 h 2821120"/>
              <a:gd name="connsiteX15" fmla="*/ 6225390 w 6825277"/>
              <a:gd name="connsiteY15" fmla="*/ 428302 h 2821120"/>
              <a:gd name="connsiteX16" fmla="*/ 6386612 w 6825277"/>
              <a:gd name="connsiteY16" fmla="*/ 623187 h 2821120"/>
              <a:gd name="connsiteX17" fmla="*/ 6539012 w 6825277"/>
              <a:gd name="connsiteY17" fmla="*/ 703089 h 2821120"/>
              <a:gd name="connsiteX18" fmla="*/ 6653312 w 6825277"/>
              <a:gd name="connsiteY18" fmla="*/ 674034 h 2821120"/>
              <a:gd name="connsiteX19" fmla="*/ 6682590 w 6825277"/>
              <a:gd name="connsiteY19" fmla="*/ 529995 h 2821120"/>
              <a:gd name="connsiteX20" fmla="*/ 6653313 w 6825277"/>
              <a:gd name="connsiteY20" fmla="*/ 390745 h 2821120"/>
              <a:gd name="connsiteX21" fmla="*/ 6583464 w 6825277"/>
              <a:gd name="connsiteY21" fmla="*/ 303578 h 2821120"/>
              <a:gd name="connsiteX22" fmla="*/ 6539014 w 6825277"/>
              <a:gd name="connsiteY22" fmla="*/ 194620 h 2821120"/>
              <a:gd name="connsiteX23" fmla="*/ 6519964 w 6825277"/>
              <a:gd name="connsiteY23" fmla="*/ 27550 h 2821120"/>
              <a:gd name="connsiteX24" fmla="*/ 6666013 w 6825277"/>
              <a:gd name="connsiteY24" fmla="*/ 13025 h 2821120"/>
              <a:gd name="connsiteX25" fmla="*/ 6818056 w 6825277"/>
              <a:gd name="connsiteY25" fmla="*/ 26287 h 2821120"/>
              <a:gd name="connsiteX26" fmla="*/ 6799364 w 6825277"/>
              <a:gd name="connsiteY26" fmla="*/ 252730 h 2821120"/>
              <a:gd name="connsiteX27" fmla="*/ 6754914 w 6825277"/>
              <a:gd name="connsiteY27" fmla="*/ 405271 h 2821120"/>
              <a:gd name="connsiteX28" fmla="*/ 6742213 w 6825277"/>
              <a:gd name="connsiteY28" fmla="*/ 659506 h 2821120"/>
              <a:gd name="connsiteX29" fmla="*/ 6666013 w 6825277"/>
              <a:gd name="connsiteY29" fmla="*/ 775729 h 2821120"/>
              <a:gd name="connsiteX30" fmla="*/ 6555590 w 6825277"/>
              <a:gd name="connsiteY30" fmla="*/ 797321 h 2821120"/>
              <a:gd name="connsiteX31" fmla="*/ 6341805 w 6825277"/>
              <a:gd name="connsiteY31" fmla="*/ 712560 h 2821120"/>
              <a:gd name="connsiteX32" fmla="*/ 6075463 w 6825277"/>
              <a:gd name="connsiteY32" fmla="*/ 398005 h 2821120"/>
              <a:gd name="connsiteX33" fmla="*/ 5838040 w 6825277"/>
              <a:gd name="connsiteY33" fmla="*/ 276774 h 2821120"/>
              <a:gd name="connsiteX34" fmla="*/ 5514190 w 6825277"/>
              <a:gd name="connsiteY34" fmla="*/ 257389 h 2821120"/>
              <a:gd name="connsiteX35" fmla="*/ 5332156 w 6825277"/>
              <a:gd name="connsiteY35" fmla="*/ 333589 h 2821120"/>
              <a:gd name="connsiteX36" fmla="*/ 5213623 w 6825277"/>
              <a:gd name="connsiteY36" fmla="*/ 452121 h 2821120"/>
              <a:gd name="connsiteX37" fmla="*/ 5001956 w 6825277"/>
              <a:gd name="connsiteY37" fmla="*/ 833121 h 2821120"/>
              <a:gd name="connsiteX38" fmla="*/ 4824156 w 6825277"/>
              <a:gd name="connsiteY38" fmla="*/ 985522 h 2821120"/>
              <a:gd name="connsiteX39" fmla="*/ 4411964 w 6825277"/>
              <a:gd name="connsiteY39" fmla="*/ 1018010 h 2821120"/>
              <a:gd name="connsiteX40" fmla="*/ 3752667 w 6825277"/>
              <a:gd name="connsiteY40" fmla="*/ 839283 h 2821120"/>
              <a:gd name="connsiteX41" fmla="*/ 3338456 w 6825277"/>
              <a:gd name="connsiteY41" fmla="*/ 842833 h 2821120"/>
              <a:gd name="connsiteX42" fmla="*/ 2670049 w 6825277"/>
              <a:gd name="connsiteY42" fmla="*/ 1324293 h 2821120"/>
              <a:gd name="connsiteX43" fmla="*/ 2007519 w 6825277"/>
              <a:gd name="connsiteY43" fmla="*/ 1975179 h 2821120"/>
              <a:gd name="connsiteX44" fmla="*/ 1600172 w 6825277"/>
              <a:gd name="connsiteY44" fmla="*/ 2361313 h 2821120"/>
              <a:gd name="connsiteX45" fmla="*/ 1292452 w 6825277"/>
              <a:gd name="connsiteY45" fmla="*/ 2521618 h 2821120"/>
              <a:gd name="connsiteX46" fmla="*/ 1069748 w 6825277"/>
              <a:gd name="connsiteY46" fmla="*/ 2609174 h 2821120"/>
              <a:gd name="connsiteX47" fmla="*/ 633098 w 6825277"/>
              <a:gd name="connsiteY47" fmla="*/ 2819623 h 2821120"/>
              <a:gd name="connsiteX48" fmla="*/ 406458 w 6825277"/>
              <a:gd name="connsiteY48" fmla="*/ 2803620 h 2821120"/>
              <a:gd name="connsiteX49" fmla="*/ 273277 w 6825277"/>
              <a:gd name="connsiteY49" fmla="*/ 2732271 h 2821120"/>
              <a:gd name="connsiteX50" fmla="*/ 170073 w 6825277"/>
              <a:gd name="connsiteY50" fmla="*/ 2565471 h 2821120"/>
              <a:gd name="connsiteX51" fmla="*/ 31187 w 6825277"/>
              <a:gd name="connsiteY51" fmla="*/ 2148289 h 2821120"/>
              <a:gd name="connsiteX52" fmla="*/ 4772 w 6825277"/>
              <a:gd name="connsiteY52" fmla="*/ 1861782 h 2821120"/>
              <a:gd name="connsiteX0" fmla="*/ 4772 w 6825277"/>
              <a:gd name="connsiteY0" fmla="*/ 1861782 h 2821121"/>
              <a:gd name="connsiteX1" fmla="*/ 9583 w 6825277"/>
              <a:gd name="connsiteY1" fmla="*/ 1735834 h 2821121"/>
              <a:gd name="connsiteX2" fmla="*/ 97618 w 6825277"/>
              <a:gd name="connsiteY2" fmla="*/ 1732386 h 2821121"/>
              <a:gd name="connsiteX3" fmla="*/ 96578 w 6825277"/>
              <a:gd name="connsiteY3" fmla="*/ 2035104 h 2821121"/>
              <a:gd name="connsiteX4" fmla="*/ 210013 w 6825277"/>
              <a:gd name="connsiteY4" fmla="*/ 2422911 h 2821121"/>
              <a:gd name="connsiteX5" fmla="*/ 669314 w 6825277"/>
              <a:gd name="connsiteY5" fmla="*/ 2712894 h 2821121"/>
              <a:gd name="connsiteX6" fmla="*/ 828902 w 6825277"/>
              <a:gd name="connsiteY6" fmla="*/ 2623313 h 2821121"/>
              <a:gd name="connsiteX7" fmla="*/ 1165619 w 6825277"/>
              <a:gd name="connsiteY7" fmla="*/ 2481787 h 2821121"/>
              <a:gd name="connsiteX8" fmla="*/ 1473094 w 6825277"/>
              <a:gd name="connsiteY8" fmla="*/ 2334751 h 2821121"/>
              <a:gd name="connsiteX9" fmla="*/ 1900715 w 6825277"/>
              <a:gd name="connsiteY9" fmla="*/ 1955005 h 2821121"/>
              <a:gd name="connsiteX10" fmla="*/ 2517525 w 6825277"/>
              <a:gd name="connsiteY10" fmla="*/ 1341877 h 2821121"/>
              <a:gd name="connsiteX11" fmla="*/ 3362899 w 6825277"/>
              <a:gd name="connsiteY11" fmla="*/ 736610 h 2821121"/>
              <a:gd name="connsiteX12" fmla="*/ 4731023 w 6825277"/>
              <a:gd name="connsiteY12" fmla="*/ 909322 h 2821121"/>
              <a:gd name="connsiteX13" fmla="*/ 5230556 w 6825277"/>
              <a:gd name="connsiteY13" fmla="*/ 274322 h 2821121"/>
              <a:gd name="connsiteX14" fmla="*/ 5795707 w 6825277"/>
              <a:gd name="connsiteY14" fmla="*/ 172768 h 2821121"/>
              <a:gd name="connsiteX15" fmla="*/ 6225390 w 6825277"/>
              <a:gd name="connsiteY15" fmla="*/ 428302 h 2821121"/>
              <a:gd name="connsiteX16" fmla="*/ 6386612 w 6825277"/>
              <a:gd name="connsiteY16" fmla="*/ 623187 h 2821121"/>
              <a:gd name="connsiteX17" fmla="*/ 6539012 w 6825277"/>
              <a:gd name="connsiteY17" fmla="*/ 703089 h 2821121"/>
              <a:gd name="connsiteX18" fmla="*/ 6653312 w 6825277"/>
              <a:gd name="connsiteY18" fmla="*/ 674034 h 2821121"/>
              <a:gd name="connsiteX19" fmla="*/ 6682590 w 6825277"/>
              <a:gd name="connsiteY19" fmla="*/ 529995 h 2821121"/>
              <a:gd name="connsiteX20" fmla="*/ 6653313 w 6825277"/>
              <a:gd name="connsiteY20" fmla="*/ 390745 h 2821121"/>
              <a:gd name="connsiteX21" fmla="*/ 6583464 w 6825277"/>
              <a:gd name="connsiteY21" fmla="*/ 303578 h 2821121"/>
              <a:gd name="connsiteX22" fmla="*/ 6539014 w 6825277"/>
              <a:gd name="connsiteY22" fmla="*/ 194620 h 2821121"/>
              <a:gd name="connsiteX23" fmla="*/ 6519964 w 6825277"/>
              <a:gd name="connsiteY23" fmla="*/ 27550 h 2821121"/>
              <a:gd name="connsiteX24" fmla="*/ 6666013 w 6825277"/>
              <a:gd name="connsiteY24" fmla="*/ 13025 h 2821121"/>
              <a:gd name="connsiteX25" fmla="*/ 6818056 w 6825277"/>
              <a:gd name="connsiteY25" fmla="*/ 26287 h 2821121"/>
              <a:gd name="connsiteX26" fmla="*/ 6799364 w 6825277"/>
              <a:gd name="connsiteY26" fmla="*/ 252730 h 2821121"/>
              <a:gd name="connsiteX27" fmla="*/ 6754914 w 6825277"/>
              <a:gd name="connsiteY27" fmla="*/ 405271 h 2821121"/>
              <a:gd name="connsiteX28" fmla="*/ 6742213 w 6825277"/>
              <a:gd name="connsiteY28" fmla="*/ 659506 h 2821121"/>
              <a:gd name="connsiteX29" fmla="*/ 6666013 w 6825277"/>
              <a:gd name="connsiteY29" fmla="*/ 775729 h 2821121"/>
              <a:gd name="connsiteX30" fmla="*/ 6555590 w 6825277"/>
              <a:gd name="connsiteY30" fmla="*/ 797321 h 2821121"/>
              <a:gd name="connsiteX31" fmla="*/ 6341805 w 6825277"/>
              <a:gd name="connsiteY31" fmla="*/ 712560 h 2821121"/>
              <a:gd name="connsiteX32" fmla="*/ 6075463 w 6825277"/>
              <a:gd name="connsiteY32" fmla="*/ 398005 h 2821121"/>
              <a:gd name="connsiteX33" fmla="*/ 5838040 w 6825277"/>
              <a:gd name="connsiteY33" fmla="*/ 276774 h 2821121"/>
              <a:gd name="connsiteX34" fmla="*/ 5514190 w 6825277"/>
              <a:gd name="connsiteY34" fmla="*/ 257389 h 2821121"/>
              <a:gd name="connsiteX35" fmla="*/ 5332156 w 6825277"/>
              <a:gd name="connsiteY35" fmla="*/ 333589 h 2821121"/>
              <a:gd name="connsiteX36" fmla="*/ 5213623 w 6825277"/>
              <a:gd name="connsiteY36" fmla="*/ 452121 h 2821121"/>
              <a:gd name="connsiteX37" fmla="*/ 5001956 w 6825277"/>
              <a:gd name="connsiteY37" fmla="*/ 833121 h 2821121"/>
              <a:gd name="connsiteX38" fmla="*/ 4824156 w 6825277"/>
              <a:gd name="connsiteY38" fmla="*/ 985522 h 2821121"/>
              <a:gd name="connsiteX39" fmla="*/ 4411964 w 6825277"/>
              <a:gd name="connsiteY39" fmla="*/ 1018010 h 2821121"/>
              <a:gd name="connsiteX40" fmla="*/ 3752667 w 6825277"/>
              <a:gd name="connsiteY40" fmla="*/ 839283 h 2821121"/>
              <a:gd name="connsiteX41" fmla="*/ 3338456 w 6825277"/>
              <a:gd name="connsiteY41" fmla="*/ 842833 h 2821121"/>
              <a:gd name="connsiteX42" fmla="*/ 2670049 w 6825277"/>
              <a:gd name="connsiteY42" fmla="*/ 1324293 h 2821121"/>
              <a:gd name="connsiteX43" fmla="*/ 2007519 w 6825277"/>
              <a:gd name="connsiteY43" fmla="*/ 1975179 h 2821121"/>
              <a:gd name="connsiteX44" fmla="*/ 1600172 w 6825277"/>
              <a:gd name="connsiteY44" fmla="*/ 2361313 h 2821121"/>
              <a:gd name="connsiteX45" fmla="*/ 1292452 w 6825277"/>
              <a:gd name="connsiteY45" fmla="*/ 2521618 h 2821121"/>
              <a:gd name="connsiteX46" fmla="*/ 1069748 w 6825277"/>
              <a:gd name="connsiteY46" fmla="*/ 2609174 h 2821121"/>
              <a:gd name="connsiteX47" fmla="*/ 633098 w 6825277"/>
              <a:gd name="connsiteY47" fmla="*/ 2819623 h 2821121"/>
              <a:gd name="connsiteX48" fmla="*/ 406458 w 6825277"/>
              <a:gd name="connsiteY48" fmla="*/ 2803620 h 2821121"/>
              <a:gd name="connsiteX49" fmla="*/ 292327 w 6825277"/>
              <a:gd name="connsiteY49" fmla="*/ 2732271 h 2821121"/>
              <a:gd name="connsiteX50" fmla="*/ 170073 w 6825277"/>
              <a:gd name="connsiteY50" fmla="*/ 2565471 h 2821121"/>
              <a:gd name="connsiteX51" fmla="*/ 31187 w 6825277"/>
              <a:gd name="connsiteY51" fmla="*/ 2148289 h 2821121"/>
              <a:gd name="connsiteX52" fmla="*/ 4772 w 6825277"/>
              <a:gd name="connsiteY52" fmla="*/ 1861782 h 2821121"/>
              <a:gd name="connsiteX0" fmla="*/ 4772 w 6825277"/>
              <a:gd name="connsiteY0" fmla="*/ 1861782 h 2821121"/>
              <a:gd name="connsiteX1" fmla="*/ 9583 w 6825277"/>
              <a:gd name="connsiteY1" fmla="*/ 1735834 h 2821121"/>
              <a:gd name="connsiteX2" fmla="*/ 97618 w 6825277"/>
              <a:gd name="connsiteY2" fmla="*/ 1732386 h 2821121"/>
              <a:gd name="connsiteX3" fmla="*/ 96578 w 6825277"/>
              <a:gd name="connsiteY3" fmla="*/ 2035104 h 2821121"/>
              <a:gd name="connsiteX4" fmla="*/ 210013 w 6825277"/>
              <a:gd name="connsiteY4" fmla="*/ 2422911 h 2821121"/>
              <a:gd name="connsiteX5" fmla="*/ 669314 w 6825277"/>
              <a:gd name="connsiteY5" fmla="*/ 2712894 h 2821121"/>
              <a:gd name="connsiteX6" fmla="*/ 828902 w 6825277"/>
              <a:gd name="connsiteY6" fmla="*/ 2623313 h 2821121"/>
              <a:gd name="connsiteX7" fmla="*/ 1165619 w 6825277"/>
              <a:gd name="connsiteY7" fmla="*/ 2481787 h 2821121"/>
              <a:gd name="connsiteX8" fmla="*/ 1473094 w 6825277"/>
              <a:gd name="connsiteY8" fmla="*/ 2334751 h 2821121"/>
              <a:gd name="connsiteX9" fmla="*/ 1900715 w 6825277"/>
              <a:gd name="connsiteY9" fmla="*/ 1955005 h 2821121"/>
              <a:gd name="connsiteX10" fmla="*/ 2517525 w 6825277"/>
              <a:gd name="connsiteY10" fmla="*/ 1341877 h 2821121"/>
              <a:gd name="connsiteX11" fmla="*/ 3362899 w 6825277"/>
              <a:gd name="connsiteY11" fmla="*/ 736610 h 2821121"/>
              <a:gd name="connsiteX12" fmla="*/ 4731023 w 6825277"/>
              <a:gd name="connsiteY12" fmla="*/ 909322 h 2821121"/>
              <a:gd name="connsiteX13" fmla="*/ 5230556 w 6825277"/>
              <a:gd name="connsiteY13" fmla="*/ 274322 h 2821121"/>
              <a:gd name="connsiteX14" fmla="*/ 5795707 w 6825277"/>
              <a:gd name="connsiteY14" fmla="*/ 172768 h 2821121"/>
              <a:gd name="connsiteX15" fmla="*/ 6225390 w 6825277"/>
              <a:gd name="connsiteY15" fmla="*/ 428302 h 2821121"/>
              <a:gd name="connsiteX16" fmla="*/ 6386612 w 6825277"/>
              <a:gd name="connsiteY16" fmla="*/ 623187 h 2821121"/>
              <a:gd name="connsiteX17" fmla="*/ 6539012 w 6825277"/>
              <a:gd name="connsiteY17" fmla="*/ 703089 h 2821121"/>
              <a:gd name="connsiteX18" fmla="*/ 6653312 w 6825277"/>
              <a:gd name="connsiteY18" fmla="*/ 674034 h 2821121"/>
              <a:gd name="connsiteX19" fmla="*/ 6682590 w 6825277"/>
              <a:gd name="connsiteY19" fmla="*/ 529995 h 2821121"/>
              <a:gd name="connsiteX20" fmla="*/ 6653313 w 6825277"/>
              <a:gd name="connsiteY20" fmla="*/ 390745 h 2821121"/>
              <a:gd name="connsiteX21" fmla="*/ 6583464 w 6825277"/>
              <a:gd name="connsiteY21" fmla="*/ 303578 h 2821121"/>
              <a:gd name="connsiteX22" fmla="*/ 6539014 w 6825277"/>
              <a:gd name="connsiteY22" fmla="*/ 194620 h 2821121"/>
              <a:gd name="connsiteX23" fmla="*/ 6519964 w 6825277"/>
              <a:gd name="connsiteY23" fmla="*/ 27550 h 2821121"/>
              <a:gd name="connsiteX24" fmla="*/ 6666013 w 6825277"/>
              <a:gd name="connsiteY24" fmla="*/ 13025 h 2821121"/>
              <a:gd name="connsiteX25" fmla="*/ 6818056 w 6825277"/>
              <a:gd name="connsiteY25" fmla="*/ 26287 h 2821121"/>
              <a:gd name="connsiteX26" fmla="*/ 6799364 w 6825277"/>
              <a:gd name="connsiteY26" fmla="*/ 252730 h 2821121"/>
              <a:gd name="connsiteX27" fmla="*/ 6754914 w 6825277"/>
              <a:gd name="connsiteY27" fmla="*/ 405271 h 2821121"/>
              <a:gd name="connsiteX28" fmla="*/ 6742213 w 6825277"/>
              <a:gd name="connsiteY28" fmla="*/ 659506 h 2821121"/>
              <a:gd name="connsiteX29" fmla="*/ 6666013 w 6825277"/>
              <a:gd name="connsiteY29" fmla="*/ 775729 h 2821121"/>
              <a:gd name="connsiteX30" fmla="*/ 6555590 w 6825277"/>
              <a:gd name="connsiteY30" fmla="*/ 797321 h 2821121"/>
              <a:gd name="connsiteX31" fmla="*/ 6341805 w 6825277"/>
              <a:gd name="connsiteY31" fmla="*/ 712560 h 2821121"/>
              <a:gd name="connsiteX32" fmla="*/ 6075463 w 6825277"/>
              <a:gd name="connsiteY32" fmla="*/ 398005 h 2821121"/>
              <a:gd name="connsiteX33" fmla="*/ 5838040 w 6825277"/>
              <a:gd name="connsiteY33" fmla="*/ 276774 h 2821121"/>
              <a:gd name="connsiteX34" fmla="*/ 5514190 w 6825277"/>
              <a:gd name="connsiteY34" fmla="*/ 257389 h 2821121"/>
              <a:gd name="connsiteX35" fmla="*/ 5332156 w 6825277"/>
              <a:gd name="connsiteY35" fmla="*/ 333589 h 2821121"/>
              <a:gd name="connsiteX36" fmla="*/ 5213623 w 6825277"/>
              <a:gd name="connsiteY36" fmla="*/ 452121 h 2821121"/>
              <a:gd name="connsiteX37" fmla="*/ 5001956 w 6825277"/>
              <a:gd name="connsiteY37" fmla="*/ 833121 h 2821121"/>
              <a:gd name="connsiteX38" fmla="*/ 4824156 w 6825277"/>
              <a:gd name="connsiteY38" fmla="*/ 985522 h 2821121"/>
              <a:gd name="connsiteX39" fmla="*/ 4411964 w 6825277"/>
              <a:gd name="connsiteY39" fmla="*/ 1018010 h 2821121"/>
              <a:gd name="connsiteX40" fmla="*/ 3752667 w 6825277"/>
              <a:gd name="connsiteY40" fmla="*/ 839283 h 2821121"/>
              <a:gd name="connsiteX41" fmla="*/ 3338456 w 6825277"/>
              <a:gd name="connsiteY41" fmla="*/ 842833 h 2821121"/>
              <a:gd name="connsiteX42" fmla="*/ 2670049 w 6825277"/>
              <a:gd name="connsiteY42" fmla="*/ 1324293 h 2821121"/>
              <a:gd name="connsiteX43" fmla="*/ 2007519 w 6825277"/>
              <a:gd name="connsiteY43" fmla="*/ 1975179 h 2821121"/>
              <a:gd name="connsiteX44" fmla="*/ 1600172 w 6825277"/>
              <a:gd name="connsiteY44" fmla="*/ 2361313 h 2821121"/>
              <a:gd name="connsiteX45" fmla="*/ 1292452 w 6825277"/>
              <a:gd name="connsiteY45" fmla="*/ 2521618 h 2821121"/>
              <a:gd name="connsiteX46" fmla="*/ 1069748 w 6825277"/>
              <a:gd name="connsiteY46" fmla="*/ 2609174 h 2821121"/>
              <a:gd name="connsiteX47" fmla="*/ 633098 w 6825277"/>
              <a:gd name="connsiteY47" fmla="*/ 2819623 h 2821121"/>
              <a:gd name="connsiteX48" fmla="*/ 406458 w 6825277"/>
              <a:gd name="connsiteY48" fmla="*/ 2803620 h 2821121"/>
              <a:gd name="connsiteX49" fmla="*/ 292327 w 6825277"/>
              <a:gd name="connsiteY49" fmla="*/ 2732271 h 2821121"/>
              <a:gd name="connsiteX50" fmla="*/ 157373 w 6825277"/>
              <a:gd name="connsiteY50" fmla="*/ 2518257 h 2821121"/>
              <a:gd name="connsiteX51" fmla="*/ 31187 w 6825277"/>
              <a:gd name="connsiteY51" fmla="*/ 2148289 h 2821121"/>
              <a:gd name="connsiteX52" fmla="*/ 4772 w 6825277"/>
              <a:gd name="connsiteY52" fmla="*/ 1861782 h 2821121"/>
              <a:gd name="connsiteX0" fmla="*/ 4772 w 6825277"/>
              <a:gd name="connsiteY0" fmla="*/ 1861782 h 2821121"/>
              <a:gd name="connsiteX1" fmla="*/ 9583 w 6825277"/>
              <a:gd name="connsiteY1" fmla="*/ 1735834 h 2821121"/>
              <a:gd name="connsiteX2" fmla="*/ 97618 w 6825277"/>
              <a:gd name="connsiteY2" fmla="*/ 1732386 h 2821121"/>
              <a:gd name="connsiteX3" fmla="*/ 96578 w 6825277"/>
              <a:gd name="connsiteY3" fmla="*/ 2035104 h 2821121"/>
              <a:gd name="connsiteX4" fmla="*/ 210013 w 6825277"/>
              <a:gd name="connsiteY4" fmla="*/ 2422911 h 2821121"/>
              <a:gd name="connsiteX5" fmla="*/ 669314 w 6825277"/>
              <a:gd name="connsiteY5" fmla="*/ 2712894 h 2821121"/>
              <a:gd name="connsiteX6" fmla="*/ 828902 w 6825277"/>
              <a:gd name="connsiteY6" fmla="*/ 2623313 h 2821121"/>
              <a:gd name="connsiteX7" fmla="*/ 1165619 w 6825277"/>
              <a:gd name="connsiteY7" fmla="*/ 2481787 h 2821121"/>
              <a:gd name="connsiteX8" fmla="*/ 1473094 w 6825277"/>
              <a:gd name="connsiteY8" fmla="*/ 2334751 h 2821121"/>
              <a:gd name="connsiteX9" fmla="*/ 1900715 w 6825277"/>
              <a:gd name="connsiteY9" fmla="*/ 1955005 h 2821121"/>
              <a:gd name="connsiteX10" fmla="*/ 2517525 w 6825277"/>
              <a:gd name="connsiteY10" fmla="*/ 1341877 h 2821121"/>
              <a:gd name="connsiteX11" fmla="*/ 3362899 w 6825277"/>
              <a:gd name="connsiteY11" fmla="*/ 736610 h 2821121"/>
              <a:gd name="connsiteX12" fmla="*/ 4731023 w 6825277"/>
              <a:gd name="connsiteY12" fmla="*/ 909322 h 2821121"/>
              <a:gd name="connsiteX13" fmla="*/ 5230556 w 6825277"/>
              <a:gd name="connsiteY13" fmla="*/ 274322 h 2821121"/>
              <a:gd name="connsiteX14" fmla="*/ 5795707 w 6825277"/>
              <a:gd name="connsiteY14" fmla="*/ 172768 h 2821121"/>
              <a:gd name="connsiteX15" fmla="*/ 6225390 w 6825277"/>
              <a:gd name="connsiteY15" fmla="*/ 428302 h 2821121"/>
              <a:gd name="connsiteX16" fmla="*/ 6386612 w 6825277"/>
              <a:gd name="connsiteY16" fmla="*/ 623187 h 2821121"/>
              <a:gd name="connsiteX17" fmla="*/ 6539012 w 6825277"/>
              <a:gd name="connsiteY17" fmla="*/ 703089 h 2821121"/>
              <a:gd name="connsiteX18" fmla="*/ 6653312 w 6825277"/>
              <a:gd name="connsiteY18" fmla="*/ 674034 h 2821121"/>
              <a:gd name="connsiteX19" fmla="*/ 6682590 w 6825277"/>
              <a:gd name="connsiteY19" fmla="*/ 529995 h 2821121"/>
              <a:gd name="connsiteX20" fmla="*/ 6653313 w 6825277"/>
              <a:gd name="connsiteY20" fmla="*/ 390745 h 2821121"/>
              <a:gd name="connsiteX21" fmla="*/ 6583464 w 6825277"/>
              <a:gd name="connsiteY21" fmla="*/ 303578 h 2821121"/>
              <a:gd name="connsiteX22" fmla="*/ 6539014 w 6825277"/>
              <a:gd name="connsiteY22" fmla="*/ 194620 h 2821121"/>
              <a:gd name="connsiteX23" fmla="*/ 6519964 w 6825277"/>
              <a:gd name="connsiteY23" fmla="*/ 27550 h 2821121"/>
              <a:gd name="connsiteX24" fmla="*/ 6666013 w 6825277"/>
              <a:gd name="connsiteY24" fmla="*/ 13025 h 2821121"/>
              <a:gd name="connsiteX25" fmla="*/ 6818056 w 6825277"/>
              <a:gd name="connsiteY25" fmla="*/ 26287 h 2821121"/>
              <a:gd name="connsiteX26" fmla="*/ 6799364 w 6825277"/>
              <a:gd name="connsiteY26" fmla="*/ 252730 h 2821121"/>
              <a:gd name="connsiteX27" fmla="*/ 6754914 w 6825277"/>
              <a:gd name="connsiteY27" fmla="*/ 405271 h 2821121"/>
              <a:gd name="connsiteX28" fmla="*/ 6742213 w 6825277"/>
              <a:gd name="connsiteY28" fmla="*/ 659506 h 2821121"/>
              <a:gd name="connsiteX29" fmla="*/ 6666013 w 6825277"/>
              <a:gd name="connsiteY29" fmla="*/ 775729 h 2821121"/>
              <a:gd name="connsiteX30" fmla="*/ 6555590 w 6825277"/>
              <a:gd name="connsiteY30" fmla="*/ 797321 h 2821121"/>
              <a:gd name="connsiteX31" fmla="*/ 6341805 w 6825277"/>
              <a:gd name="connsiteY31" fmla="*/ 712560 h 2821121"/>
              <a:gd name="connsiteX32" fmla="*/ 6075463 w 6825277"/>
              <a:gd name="connsiteY32" fmla="*/ 398005 h 2821121"/>
              <a:gd name="connsiteX33" fmla="*/ 5838040 w 6825277"/>
              <a:gd name="connsiteY33" fmla="*/ 276774 h 2821121"/>
              <a:gd name="connsiteX34" fmla="*/ 5514190 w 6825277"/>
              <a:gd name="connsiteY34" fmla="*/ 257389 h 2821121"/>
              <a:gd name="connsiteX35" fmla="*/ 5332156 w 6825277"/>
              <a:gd name="connsiteY35" fmla="*/ 333589 h 2821121"/>
              <a:gd name="connsiteX36" fmla="*/ 5213623 w 6825277"/>
              <a:gd name="connsiteY36" fmla="*/ 452121 h 2821121"/>
              <a:gd name="connsiteX37" fmla="*/ 5001956 w 6825277"/>
              <a:gd name="connsiteY37" fmla="*/ 833121 h 2821121"/>
              <a:gd name="connsiteX38" fmla="*/ 4824156 w 6825277"/>
              <a:gd name="connsiteY38" fmla="*/ 985522 h 2821121"/>
              <a:gd name="connsiteX39" fmla="*/ 4411964 w 6825277"/>
              <a:gd name="connsiteY39" fmla="*/ 1018010 h 2821121"/>
              <a:gd name="connsiteX40" fmla="*/ 3752667 w 6825277"/>
              <a:gd name="connsiteY40" fmla="*/ 839283 h 2821121"/>
              <a:gd name="connsiteX41" fmla="*/ 3338456 w 6825277"/>
              <a:gd name="connsiteY41" fmla="*/ 842833 h 2821121"/>
              <a:gd name="connsiteX42" fmla="*/ 2670049 w 6825277"/>
              <a:gd name="connsiteY42" fmla="*/ 1324293 h 2821121"/>
              <a:gd name="connsiteX43" fmla="*/ 2007519 w 6825277"/>
              <a:gd name="connsiteY43" fmla="*/ 1975179 h 2821121"/>
              <a:gd name="connsiteX44" fmla="*/ 1600172 w 6825277"/>
              <a:gd name="connsiteY44" fmla="*/ 2361313 h 2821121"/>
              <a:gd name="connsiteX45" fmla="*/ 1292452 w 6825277"/>
              <a:gd name="connsiteY45" fmla="*/ 2521618 h 2821121"/>
              <a:gd name="connsiteX46" fmla="*/ 1069748 w 6825277"/>
              <a:gd name="connsiteY46" fmla="*/ 2609174 h 2821121"/>
              <a:gd name="connsiteX47" fmla="*/ 633098 w 6825277"/>
              <a:gd name="connsiteY47" fmla="*/ 2819623 h 2821121"/>
              <a:gd name="connsiteX48" fmla="*/ 406458 w 6825277"/>
              <a:gd name="connsiteY48" fmla="*/ 2803620 h 2821121"/>
              <a:gd name="connsiteX49" fmla="*/ 292327 w 6825277"/>
              <a:gd name="connsiteY49" fmla="*/ 2732271 h 2821121"/>
              <a:gd name="connsiteX50" fmla="*/ 157373 w 6825277"/>
              <a:gd name="connsiteY50" fmla="*/ 2518257 h 2821121"/>
              <a:gd name="connsiteX51" fmla="*/ 82777 w 6825277"/>
              <a:gd name="connsiteY51" fmla="*/ 2332757 h 2821121"/>
              <a:gd name="connsiteX52" fmla="*/ 31187 w 6825277"/>
              <a:gd name="connsiteY52" fmla="*/ 2148289 h 2821121"/>
              <a:gd name="connsiteX53" fmla="*/ 4772 w 6825277"/>
              <a:gd name="connsiteY53" fmla="*/ 1861782 h 2821121"/>
              <a:gd name="connsiteX0" fmla="*/ 4772 w 6825277"/>
              <a:gd name="connsiteY0" fmla="*/ 1861782 h 2821121"/>
              <a:gd name="connsiteX1" fmla="*/ 9583 w 6825277"/>
              <a:gd name="connsiteY1" fmla="*/ 1735834 h 2821121"/>
              <a:gd name="connsiteX2" fmla="*/ 97618 w 6825277"/>
              <a:gd name="connsiteY2" fmla="*/ 1732386 h 2821121"/>
              <a:gd name="connsiteX3" fmla="*/ 96578 w 6825277"/>
              <a:gd name="connsiteY3" fmla="*/ 2035104 h 2821121"/>
              <a:gd name="connsiteX4" fmla="*/ 210013 w 6825277"/>
              <a:gd name="connsiteY4" fmla="*/ 2422911 h 2821121"/>
              <a:gd name="connsiteX5" fmla="*/ 669314 w 6825277"/>
              <a:gd name="connsiteY5" fmla="*/ 2712894 h 2821121"/>
              <a:gd name="connsiteX6" fmla="*/ 828902 w 6825277"/>
              <a:gd name="connsiteY6" fmla="*/ 2623313 h 2821121"/>
              <a:gd name="connsiteX7" fmla="*/ 1165619 w 6825277"/>
              <a:gd name="connsiteY7" fmla="*/ 2481787 h 2821121"/>
              <a:gd name="connsiteX8" fmla="*/ 1473094 w 6825277"/>
              <a:gd name="connsiteY8" fmla="*/ 2334751 h 2821121"/>
              <a:gd name="connsiteX9" fmla="*/ 1900715 w 6825277"/>
              <a:gd name="connsiteY9" fmla="*/ 1955005 h 2821121"/>
              <a:gd name="connsiteX10" fmla="*/ 2517525 w 6825277"/>
              <a:gd name="connsiteY10" fmla="*/ 1341877 h 2821121"/>
              <a:gd name="connsiteX11" fmla="*/ 3362899 w 6825277"/>
              <a:gd name="connsiteY11" fmla="*/ 736610 h 2821121"/>
              <a:gd name="connsiteX12" fmla="*/ 4731023 w 6825277"/>
              <a:gd name="connsiteY12" fmla="*/ 909322 h 2821121"/>
              <a:gd name="connsiteX13" fmla="*/ 5230556 w 6825277"/>
              <a:gd name="connsiteY13" fmla="*/ 274322 h 2821121"/>
              <a:gd name="connsiteX14" fmla="*/ 5795707 w 6825277"/>
              <a:gd name="connsiteY14" fmla="*/ 172768 h 2821121"/>
              <a:gd name="connsiteX15" fmla="*/ 6225390 w 6825277"/>
              <a:gd name="connsiteY15" fmla="*/ 428302 h 2821121"/>
              <a:gd name="connsiteX16" fmla="*/ 6386612 w 6825277"/>
              <a:gd name="connsiteY16" fmla="*/ 623187 h 2821121"/>
              <a:gd name="connsiteX17" fmla="*/ 6539012 w 6825277"/>
              <a:gd name="connsiteY17" fmla="*/ 703089 h 2821121"/>
              <a:gd name="connsiteX18" fmla="*/ 6653312 w 6825277"/>
              <a:gd name="connsiteY18" fmla="*/ 674034 h 2821121"/>
              <a:gd name="connsiteX19" fmla="*/ 6682590 w 6825277"/>
              <a:gd name="connsiteY19" fmla="*/ 529995 h 2821121"/>
              <a:gd name="connsiteX20" fmla="*/ 6653313 w 6825277"/>
              <a:gd name="connsiteY20" fmla="*/ 390745 h 2821121"/>
              <a:gd name="connsiteX21" fmla="*/ 6583464 w 6825277"/>
              <a:gd name="connsiteY21" fmla="*/ 303578 h 2821121"/>
              <a:gd name="connsiteX22" fmla="*/ 6539014 w 6825277"/>
              <a:gd name="connsiteY22" fmla="*/ 194620 h 2821121"/>
              <a:gd name="connsiteX23" fmla="*/ 6519964 w 6825277"/>
              <a:gd name="connsiteY23" fmla="*/ 27550 h 2821121"/>
              <a:gd name="connsiteX24" fmla="*/ 6666013 w 6825277"/>
              <a:gd name="connsiteY24" fmla="*/ 13025 h 2821121"/>
              <a:gd name="connsiteX25" fmla="*/ 6818056 w 6825277"/>
              <a:gd name="connsiteY25" fmla="*/ 26287 h 2821121"/>
              <a:gd name="connsiteX26" fmla="*/ 6799364 w 6825277"/>
              <a:gd name="connsiteY26" fmla="*/ 252730 h 2821121"/>
              <a:gd name="connsiteX27" fmla="*/ 6754914 w 6825277"/>
              <a:gd name="connsiteY27" fmla="*/ 405271 h 2821121"/>
              <a:gd name="connsiteX28" fmla="*/ 6742213 w 6825277"/>
              <a:gd name="connsiteY28" fmla="*/ 659506 h 2821121"/>
              <a:gd name="connsiteX29" fmla="*/ 6666013 w 6825277"/>
              <a:gd name="connsiteY29" fmla="*/ 775729 h 2821121"/>
              <a:gd name="connsiteX30" fmla="*/ 6555590 w 6825277"/>
              <a:gd name="connsiteY30" fmla="*/ 797321 h 2821121"/>
              <a:gd name="connsiteX31" fmla="*/ 6341805 w 6825277"/>
              <a:gd name="connsiteY31" fmla="*/ 712560 h 2821121"/>
              <a:gd name="connsiteX32" fmla="*/ 6075463 w 6825277"/>
              <a:gd name="connsiteY32" fmla="*/ 398005 h 2821121"/>
              <a:gd name="connsiteX33" fmla="*/ 5838040 w 6825277"/>
              <a:gd name="connsiteY33" fmla="*/ 276774 h 2821121"/>
              <a:gd name="connsiteX34" fmla="*/ 5514190 w 6825277"/>
              <a:gd name="connsiteY34" fmla="*/ 257389 h 2821121"/>
              <a:gd name="connsiteX35" fmla="*/ 5332156 w 6825277"/>
              <a:gd name="connsiteY35" fmla="*/ 333589 h 2821121"/>
              <a:gd name="connsiteX36" fmla="*/ 5213623 w 6825277"/>
              <a:gd name="connsiteY36" fmla="*/ 452121 h 2821121"/>
              <a:gd name="connsiteX37" fmla="*/ 5001956 w 6825277"/>
              <a:gd name="connsiteY37" fmla="*/ 833121 h 2821121"/>
              <a:gd name="connsiteX38" fmla="*/ 4824156 w 6825277"/>
              <a:gd name="connsiteY38" fmla="*/ 985522 h 2821121"/>
              <a:gd name="connsiteX39" fmla="*/ 4411964 w 6825277"/>
              <a:gd name="connsiteY39" fmla="*/ 1018010 h 2821121"/>
              <a:gd name="connsiteX40" fmla="*/ 3752667 w 6825277"/>
              <a:gd name="connsiteY40" fmla="*/ 839283 h 2821121"/>
              <a:gd name="connsiteX41" fmla="*/ 3338456 w 6825277"/>
              <a:gd name="connsiteY41" fmla="*/ 842833 h 2821121"/>
              <a:gd name="connsiteX42" fmla="*/ 2670049 w 6825277"/>
              <a:gd name="connsiteY42" fmla="*/ 1324293 h 2821121"/>
              <a:gd name="connsiteX43" fmla="*/ 2007519 w 6825277"/>
              <a:gd name="connsiteY43" fmla="*/ 1975179 h 2821121"/>
              <a:gd name="connsiteX44" fmla="*/ 1600172 w 6825277"/>
              <a:gd name="connsiteY44" fmla="*/ 2361313 h 2821121"/>
              <a:gd name="connsiteX45" fmla="*/ 1292452 w 6825277"/>
              <a:gd name="connsiteY45" fmla="*/ 2521618 h 2821121"/>
              <a:gd name="connsiteX46" fmla="*/ 1069748 w 6825277"/>
              <a:gd name="connsiteY46" fmla="*/ 2609174 h 2821121"/>
              <a:gd name="connsiteX47" fmla="*/ 633098 w 6825277"/>
              <a:gd name="connsiteY47" fmla="*/ 2819623 h 2821121"/>
              <a:gd name="connsiteX48" fmla="*/ 406458 w 6825277"/>
              <a:gd name="connsiteY48" fmla="*/ 2803620 h 2821121"/>
              <a:gd name="connsiteX49" fmla="*/ 292327 w 6825277"/>
              <a:gd name="connsiteY49" fmla="*/ 2732271 h 2821121"/>
              <a:gd name="connsiteX50" fmla="*/ 157373 w 6825277"/>
              <a:gd name="connsiteY50" fmla="*/ 2518257 h 2821121"/>
              <a:gd name="connsiteX51" fmla="*/ 82777 w 6825277"/>
              <a:gd name="connsiteY51" fmla="*/ 2332757 h 2821121"/>
              <a:gd name="connsiteX52" fmla="*/ 31187 w 6825277"/>
              <a:gd name="connsiteY52" fmla="*/ 2130129 h 2821121"/>
              <a:gd name="connsiteX53" fmla="*/ 4772 w 6825277"/>
              <a:gd name="connsiteY53" fmla="*/ 1861782 h 2821121"/>
              <a:gd name="connsiteX0" fmla="*/ 4772 w 6825277"/>
              <a:gd name="connsiteY0" fmla="*/ 1861782 h 2821121"/>
              <a:gd name="connsiteX1" fmla="*/ 9583 w 6825277"/>
              <a:gd name="connsiteY1" fmla="*/ 1735834 h 2821121"/>
              <a:gd name="connsiteX2" fmla="*/ 97618 w 6825277"/>
              <a:gd name="connsiteY2" fmla="*/ 1732386 h 2821121"/>
              <a:gd name="connsiteX3" fmla="*/ 96578 w 6825277"/>
              <a:gd name="connsiteY3" fmla="*/ 2035104 h 2821121"/>
              <a:gd name="connsiteX4" fmla="*/ 210013 w 6825277"/>
              <a:gd name="connsiteY4" fmla="*/ 2422911 h 2821121"/>
              <a:gd name="connsiteX5" fmla="*/ 669314 w 6825277"/>
              <a:gd name="connsiteY5" fmla="*/ 2712894 h 2821121"/>
              <a:gd name="connsiteX6" fmla="*/ 828902 w 6825277"/>
              <a:gd name="connsiteY6" fmla="*/ 2623313 h 2821121"/>
              <a:gd name="connsiteX7" fmla="*/ 1165619 w 6825277"/>
              <a:gd name="connsiteY7" fmla="*/ 2481787 h 2821121"/>
              <a:gd name="connsiteX8" fmla="*/ 1473094 w 6825277"/>
              <a:gd name="connsiteY8" fmla="*/ 2334751 h 2821121"/>
              <a:gd name="connsiteX9" fmla="*/ 1900715 w 6825277"/>
              <a:gd name="connsiteY9" fmla="*/ 1955005 h 2821121"/>
              <a:gd name="connsiteX10" fmla="*/ 2517525 w 6825277"/>
              <a:gd name="connsiteY10" fmla="*/ 1341877 h 2821121"/>
              <a:gd name="connsiteX11" fmla="*/ 3362899 w 6825277"/>
              <a:gd name="connsiteY11" fmla="*/ 736610 h 2821121"/>
              <a:gd name="connsiteX12" fmla="*/ 4731023 w 6825277"/>
              <a:gd name="connsiteY12" fmla="*/ 909322 h 2821121"/>
              <a:gd name="connsiteX13" fmla="*/ 5230556 w 6825277"/>
              <a:gd name="connsiteY13" fmla="*/ 274322 h 2821121"/>
              <a:gd name="connsiteX14" fmla="*/ 5795707 w 6825277"/>
              <a:gd name="connsiteY14" fmla="*/ 172768 h 2821121"/>
              <a:gd name="connsiteX15" fmla="*/ 6225390 w 6825277"/>
              <a:gd name="connsiteY15" fmla="*/ 428302 h 2821121"/>
              <a:gd name="connsiteX16" fmla="*/ 6386612 w 6825277"/>
              <a:gd name="connsiteY16" fmla="*/ 623187 h 2821121"/>
              <a:gd name="connsiteX17" fmla="*/ 6539012 w 6825277"/>
              <a:gd name="connsiteY17" fmla="*/ 703089 h 2821121"/>
              <a:gd name="connsiteX18" fmla="*/ 6653312 w 6825277"/>
              <a:gd name="connsiteY18" fmla="*/ 674034 h 2821121"/>
              <a:gd name="connsiteX19" fmla="*/ 6682590 w 6825277"/>
              <a:gd name="connsiteY19" fmla="*/ 529995 h 2821121"/>
              <a:gd name="connsiteX20" fmla="*/ 6653313 w 6825277"/>
              <a:gd name="connsiteY20" fmla="*/ 390745 h 2821121"/>
              <a:gd name="connsiteX21" fmla="*/ 6583464 w 6825277"/>
              <a:gd name="connsiteY21" fmla="*/ 303578 h 2821121"/>
              <a:gd name="connsiteX22" fmla="*/ 6539014 w 6825277"/>
              <a:gd name="connsiteY22" fmla="*/ 194620 h 2821121"/>
              <a:gd name="connsiteX23" fmla="*/ 6519964 w 6825277"/>
              <a:gd name="connsiteY23" fmla="*/ 27550 h 2821121"/>
              <a:gd name="connsiteX24" fmla="*/ 6666013 w 6825277"/>
              <a:gd name="connsiteY24" fmla="*/ 13025 h 2821121"/>
              <a:gd name="connsiteX25" fmla="*/ 6818056 w 6825277"/>
              <a:gd name="connsiteY25" fmla="*/ 26287 h 2821121"/>
              <a:gd name="connsiteX26" fmla="*/ 6799364 w 6825277"/>
              <a:gd name="connsiteY26" fmla="*/ 252730 h 2821121"/>
              <a:gd name="connsiteX27" fmla="*/ 6754914 w 6825277"/>
              <a:gd name="connsiteY27" fmla="*/ 405271 h 2821121"/>
              <a:gd name="connsiteX28" fmla="*/ 6742213 w 6825277"/>
              <a:gd name="connsiteY28" fmla="*/ 659506 h 2821121"/>
              <a:gd name="connsiteX29" fmla="*/ 6666013 w 6825277"/>
              <a:gd name="connsiteY29" fmla="*/ 775729 h 2821121"/>
              <a:gd name="connsiteX30" fmla="*/ 6555590 w 6825277"/>
              <a:gd name="connsiteY30" fmla="*/ 797321 h 2821121"/>
              <a:gd name="connsiteX31" fmla="*/ 6341805 w 6825277"/>
              <a:gd name="connsiteY31" fmla="*/ 712560 h 2821121"/>
              <a:gd name="connsiteX32" fmla="*/ 6075463 w 6825277"/>
              <a:gd name="connsiteY32" fmla="*/ 398005 h 2821121"/>
              <a:gd name="connsiteX33" fmla="*/ 5838040 w 6825277"/>
              <a:gd name="connsiteY33" fmla="*/ 276774 h 2821121"/>
              <a:gd name="connsiteX34" fmla="*/ 5514190 w 6825277"/>
              <a:gd name="connsiteY34" fmla="*/ 257389 h 2821121"/>
              <a:gd name="connsiteX35" fmla="*/ 5332156 w 6825277"/>
              <a:gd name="connsiteY35" fmla="*/ 333589 h 2821121"/>
              <a:gd name="connsiteX36" fmla="*/ 5213623 w 6825277"/>
              <a:gd name="connsiteY36" fmla="*/ 452121 h 2821121"/>
              <a:gd name="connsiteX37" fmla="*/ 5001956 w 6825277"/>
              <a:gd name="connsiteY37" fmla="*/ 833121 h 2821121"/>
              <a:gd name="connsiteX38" fmla="*/ 4824156 w 6825277"/>
              <a:gd name="connsiteY38" fmla="*/ 985522 h 2821121"/>
              <a:gd name="connsiteX39" fmla="*/ 4411964 w 6825277"/>
              <a:gd name="connsiteY39" fmla="*/ 1018010 h 2821121"/>
              <a:gd name="connsiteX40" fmla="*/ 3752667 w 6825277"/>
              <a:gd name="connsiteY40" fmla="*/ 839283 h 2821121"/>
              <a:gd name="connsiteX41" fmla="*/ 3338456 w 6825277"/>
              <a:gd name="connsiteY41" fmla="*/ 842833 h 2821121"/>
              <a:gd name="connsiteX42" fmla="*/ 2670049 w 6825277"/>
              <a:gd name="connsiteY42" fmla="*/ 1324293 h 2821121"/>
              <a:gd name="connsiteX43" fmla="*/ 2007519 w 6825277"/>
              <a:gd name="connsiteY43" fmla="*/ 1975179 h 2821121"/>
              <a:gd name="connsiteX44" fmla="*/ 1600172 w 6825277"/>
              <a:gd name="connsiteY44" fmla="*/ 2361313 h 2821121"/>
              <a:gd name="connsiteX45" fmla="*/ 1292452 w 6825277"/>
              <a:gd name="connsiteY45" fmla="*/ 2521618 h 2821121"/>
              <a:gd name="connsiteX46" fmla="*/ 1069748 w 6825277"/>
              <a:gd name="connsiteY46" fmla="*/ 2609174 h 2821121"/>
              <a:gd name="connsiteX47" fmla="*/ 633098 w 6825277"/>
              <a:gd name="connsiteY47" fmla="*/ 2819623 h 2821121"/>
              <a:gd name="connsiteX48" fmla="*/ 406458 w 6825277"/>
              <a:gd name="connsiteY48" fmla="*/ 2803620 h 2821121"/>
              <a:gd name="connsiteX49" fmla="*/ 292327 w 6825277"/>
              <a:gd name="connsiteY49" fmla="*/ 2732271 h 2821121"/>
              <a:gd name="connsiteX50" fmla="*/ 157373 w 6825277"/>
              <a:gd name="connsiteY50" fmla="*/ 2518257 h 2821121"/>
              <a:gd name="connsiteX51" fmla="*/ 82777 w 6825277"/>
              <a:gd name="connsiteY51" fmla="*/ 2332757 h 2821121"/>
              <a:gd name="connsiteX52" fmla="*/ 31187 w 6825277"/>
              <a:gd name="connsiteY52" fmla="*/ 2130129 h 2821121"/>
              <a:gd name="connsiteX53" fmla="*/ 4772 w 6825277"/>
              <a:gd name="connsiteY53" fmla="*/ 1861782 h 2821121"/>
              <a:gd name="connsiteX0" fmla="*/ 4772 w 6825277"/>
              <a:gd name="connsiteY0" fmla="*/ 1861782 h 2821121"/>
              <a:gd name="connsiteX1" fmla="*/ 9583 w 6825277"/>
              <a:gd name="connsiteY1" fmla="*/ 1735834 h 2821121"/>
              <a:gd name="connsiteX2" fmla="*/ 97618 w 6825277"/>
              <a:gd name="connsiteY2" fmla="*/ 1732386 h 2821121"/>
              <a:gd name="connsiteX3" fmla="*/ 96578 w 6825277"/>
              <a:gd name="connsiteY3" fmla="*/ 2035104 h 2821121"/>
              <a:gd name="connsiteX4" fmla="*/ 210013 w 6825277"/>
              <a:gd name="connsiteY4" fmla="*/ 2422911 h 2821121"/>
              <a:gd name="connsiteX5" fmla="*/ 669314 w 6825277"/>
              <a:gd name="connsiteY5" fmla="*/ 2712894 h 2821121"/>
              <a:gd name="connsiteX6" fmla="*/ 828902 w 6825277"/>
              <a:gd name="connsiteY6" fmla="*/ 2623313 h 2821121"/>
              <a:gd name="connsiteX7" fmla="*/ 1165619 w 6825277"/>
              <a:gd name="connsiteY7" fmla="*/ 2481787 h 2821121"/>
              <a:gd name="connsiteX8" fmla="*/ 1473094 w 6825277"/>
              <a:gd name="connsiteY8" fmla="*/ 2334751 h 2821121"/>
              <a:gd name="connsiteX9" fmla="*/ 1900715 w 6825277"/>
              <a:gd name="connsiteY9" fmla="*/ 1955005 h 2821121"/>
              <a:gd name="connsiteX10" fmla="*/ 2517525 w 6825277"/>
              <a:gd name="connsiteY10" fmla="*/ 1341877 h 2821121"/>
              <a:gd name="connsiteX11" fmla="*/ 3362899 w 6825277"/>
              <a:gd name="connsiteY11" fmla="*/ 736610 h 2821121"/>
              <a:gd name="connsiteX12" fmla="*/ 4731023 w 6825277"/>
              <a:gd name="connsiteY12" fmla="*/ 909322 h 2821121"/>
              <a:gd name="connsiteX13" fmla="*/ 5230556 w 6825277"/>
              <a:gd name="connsiteY13" fmla="*/ 274322 h 2821121"/>
              <a:gd name="connsiteX14" fmla="*/ 5795707 w 6825277"/>
              <a:gd name="connsiteY14" fmla="*/ 172768 h 2821121"/>
              <a:gd name="connsiteX15" fmla="*/ 6225390 w 6825277"/>
              <a:gd name="connsiteY15" fmla="*/ 428302 h 2821121"/>
              <a:gd name="connsiteX16" fmla="*/ 6386612 w 6825277"/>
              <a:gd name="connsiteY16" fmla="*/ 623187 h 2821121"/>
              <a:gd name="connsiteX17" fmla="*/ 6539012 w 6825277"/>
              <a:gd name="connsiteY17" fmla="*/ 703089 h 2821121"/>
              <a:gd name="connsiteX18" fmla="*/ 6653312 w 6825277"/>
              <a:gd name="connsiteY18" fmla="*/ 674034 h 2821121"/>
              <a:gd name="connsiteX19" fmla="*/ 6682590 w 6825277"/>
              <a:gd name="connsiteY19" fmla="*/ 529995 h 2821121"/>
              <a:gd name="connsiteX20" fmla="*/ 6653313 w 6825277"/>
              <a:gd name="connsiteY20" fmla="*/ 390745 h 2821121"/>
              <a:gd name="connsiteX21" fmla="*/ 6583464 w 6825277"/>
              <a:gd name="connsiteY21" fmla="*/ 303578 h 2821121"/>
              <a:gd name="connsiteX22" fmla="*/ 6539014 w 6825277"/>
              <a:gd name="connsiteY22" fmla="*/ 194620 h 2821121"/>
              <a:gd name="connsiteX23" fmla="*/ 6519964 w 6825277"/>
              <a:gd name="connsiteY23" fmla="*/ 27550 h 2821121"/>
              <a:gd name="connsiteX24" fmla="*/ 6666013 w 6825277"/>
              <a:gd name="connsiteY24" fmla="*/ 13025 h 2821121"/>
              <a:gd name="connsiteX25" fmla="*/ 6818056 w 6825277"/>
              <a:gd name="connsiteY25" fmla="*/ 26287 h 2821121"/>
              <a:gd name="connsiteX26" fmla="*/ 6799364 w 6825277"/>
              <a:gd name="connsiteY26" fmla="*/ 252730 h 2821121"/>
              <a:gd name="connsiteX27" fmla="*/ 6754914 w 6825277"/>
              <a:gd name="connsiteY27" fmla="*/ 405271 h 2821121"/>
              <a:gd name="connsiteX28" fmla="*/ 6742213 w 6825277"/>
              <a:gd name="connsiteY28" fmla="*/ 659506 h 2821121"/>
              <a:gd name="connsiteX29" fmla="*/ 6666013 w 6825277"/>
              <a:gd name="connsiteY29" fmla="*/ 775729 h 2821121"/>
              <a:gd name="connsiteX30" fmla="*/ 6555590 w 6825277"/>
              <a:gd name="connsiteY30" fmla="*/ 797321 h 2821121"/>
              <a:gd name="connsiteX31" fmla="*/ 6341805 w 6825277"/>
              <a:gd name="connsiteY31" fmla="*/ 712560 h 2821121"/>
              <a:gd name="connsiteX32" fmla="*/ 6075463 w 6825277"/>
              <a:gd name="connsiteY32" fmla="*/ 398005 h 2821121"/>
              <a:gd name="connsiteX33" fmla="*/ 5838040 w 6825277"/>
              <a:gd name="connsiteY33" fmla="*/ 276774 h 2821121"/>
              <a:gd name="connsiteX34" fmla="*/ 5514190 w 6825277"/>
              <a:gd name="connsiteY34" fmla="*/ 257389 h 2821121"/>
              <a:gd name="connsiteX35" fmla="*/ 5332156 w 6825277"/>
              <a:gd name="connsiteY35" fmla="*/ 333589 h 2821121"/>
              <a:gd name="connsiteX36" fmla="*/ 5213623 w 6825277"/>
              <a:gd name="connsiteY36" fmla="*/ 452121 h 2821121"/>
              <a:gd name="connsiteX37" fmla="*/ 5001956 w 6825277"/>
              <a:gd name="connsiteY37" fmla="*/ 833121 h 2821121"/>
              <a:gd name="connsiteX38" fmla="*/ 4824156 w 6825277"/>
              <a:gd name="connsiteY38" fmla="*/ 985522 h 2821121"/>
              <a:gd name="connsiteX39" fmla="*/ 4411964 w 6825277"/>
              <a:gd name="connsiteY39" fmla="*/ 1018010 h 2821121"/>
              <a:gd name="connsiteX40" fmla="*/ 3752667 w 6825277"/>
              <a:gd name="connsiteY40" fmla="*/ 839283 h 2821121"/>
              <a:gd name="connsiteX41" fmla="*/ 3338456 w 6825277"/>
              <a:gd name="connsiteY41" fmla="*/ 842833 h 2821121"/>
              <a:gd name="connsiteX42" fmla="*/ 2670049 w 6825277"/>
              <a:gd name="connsiteY42" fmla="*/ 1324293 h 2821121"/>
              <a:gd name="connsiteX43" fmla="*/ 2007519 w 6825277"/>
              <a:gd name="connsiteY43" fmla="*/ 1975179 h 2821121"/>
              <a:gd name="connsiteX44" fmla="*/ 1600172 w 6825277"/>
              <a:gd name="connsiteY44" fmla="*/ 2361313 h 2821121"/>
              <a:gd name="connsiteX45" fmla="*/ 1292452 w 6825277"/>
              <a:gd name="connsiteY45" fmla="*/ 2521618 h 2821121"/>
              <a:gd name="connsiteX46" fmla="*/ 1069748 w 6825277"/>
              <a:gd name="connsiteY46" fmla="*/ 2609174 h 2821121"/>
              <a:gd name="connsiteX47" fmla="*/ 633098 w 6825277"/>
              <a:gd name="connsiteY47" fmla="*/ 2819623 h 2821121"/>
              <a:gd name="connsiteX48" fmla="*/ 406458 w 6825277"/>
              <a:gd name="connsiteY48" fmla="*/ 2803620 h 2821121"/>
              <a:gd name="connsiteX49" fmla="*/ 292327 w 6825277"/>
              <a:gd name="connsiteY49" fmla="*/ 2732271 h 2821121"/>
              <a:gd name="connsiteX50" fmla="*/ 157373 w 6825277"/>
              <a:gd name="connsiteY50" fmla="*/ 2518257 h 2821121"/>
              <a:gd name="connsiteX51" fmla="*/ 82777 w 6825277"/>
              <a:gd name="connsiteY51" fmla="*/ 2332757 h 2821121"/>
              <a:gd name="connsiteX52" fmla="*/ 31187 w 6825277"/>
              <a:gd name="connsiteY52" fmla="*/ 2130129 h 2821121"/>
              <a:gd name="connsiteX53" fmla="*/ 4772 w 6825277"/>
              <a:gd name="connsiteY53" fmla="*/ 1861782 h 2821121"/>
              <a:gd name="connsiteX0" fmla="*/ 4772 w 6825277"/>
              <a:gd name="connsiteY0" fmla="*/ 1861782 h 2821121"/>
              <a:gd name="connsiteX1" fmla="*/ 9583 w 6825277"/>
              <a:gd name="connsiteY1" fmla="*/ 1735834 h 2821121"/>
              <a:gd name="connsiteX2" fmla="*/ 97618 w 6825277"/>
              <a:gd name="connsiteY2" fmla="*/ 1732386 h 2821121"/>
              <a:gd name="connsiteX3" fmla="*/ 96578 w 6825277"/>
              <a:gd name="connsiteY3" fmla="*/ 2035104 h 2821121"/>
              <a:gd name="connsiteX4" fmla="*/ 210013 w 6825277"/>
              <a:gd name="connsiteY4" fmla="*/ 2422911 h 2821121"/>
              <a:gd name="connsiteX5" fmla="*/ 669314 w 6825277"/>
              <a:gd name="connsiteY5" fmla="*/ 2712894 h 2821121"/>
              <a:gd name="connsiteX6" fmla="*/ 828902 w 6825277"/>
              <a:gd name="connsiteY6" fmla="*/ 2623313 h 2821121"/>
              <a:gd name="connsiteX7" fmla="*/ 1165619 w 6825277"/>
              <a:gd name="connsiteY7" fmla="*/ 2481787 h 2821121"/>
              <a:gd name="connsiteX8" fmla="*/ 1473094 w 6825277"/>
              <a:gd name="connsiteY8" fmla="*/ 2334751 h 2821121"/>
              <a:gd name="connsiteX9" fmla="*/ 1900715 w 6825277"/>
              <a:gd name="connsiteY9" fmla="*/ 1955005 h 2821121"/>
              <a:gd name="connsiteX10" fmla="*/ 2517525 w 6825277"/>
              <a:gd name="connsiteY10" fmla="*/ 1341877 h 2821121"/>
              <a:gd name="connsiteX11" fmla="*/ 3362899 w 6825277"/>
              <a:gd name="connsiteY11" fmla="*/ 736610 h 2821121"/>
              <a:gd name="connsiteX12" fmla="*/ 4731023 w 6825277"/>
              <a:gd name="connsiteY12" fmla="*/ 909322 h 2821121"/>
              <a:gd name="connsiteX13" fmla="*/ 5230556 w 6825277"/>
              <a:gd name="connsiteY13" fmla="*/ 274322 h 2821121"/>
              <a:gd name="connsiteX14" fmla="*/ 5795707 w 6825277"/>
              <a:gd name="connsiteY14" fmla="*/ 172768 h 2821121"/>
              <a:gd name="connsiteX15" fmla="*/ 6225390 w 6825277"/>
              <a:gd name="connsiteY15" fmla="*/ 428302 h 2821121"/>
              <a:gd name="connsiteX16" fmla="*/ 6386612 w 6825277"/>
              <a:gd name="connsiteY16" fmla="*/ 623187 h 2821121"/>
              <a:gd name="connsiteX17" fmla="*/ 6539012 w 6825277"/>
              <a:gd name="connsiteY17" fmla="*/ 703089 h 2821121"/>
              <a:gd name="connsiteX18" fmla="*/ 6653312 w 6825277"/>
              <a:gd name="connsiteY18" fmla="*/ 674034 h 2821121"/>
              <a:gd name="connsiteX19" fmla="*/ 6682590 w 6825277"/>
              <a:gd name="connsiteY19" fmla="*/ 529995 h 2821121"/>
              <a:gd name="connsiteX20" fmla="*/ 6653313 w 6825277"/>
              <a:gd name="connsiteY20" fmla="*/ 390745 h 2821121"/>
              <a:gd name="connsiteX21" fmla="*/ 6583464 w 6825277"/>
              <a:gd name="connsiteY21" fmla="*/ 303578 h 2821121"/>
              <a:gd name="connsiteX22" fmla="*/ 6539014 w 6825277"/>
              <a:gd name="connsiteY22" fmla="*/ 194620 h 2821121"/>
              <a:gd name="connsiteX23" fmla="*/ 6519964 w 6825277"/>
              <a:gd name="connsiteY23" fmla="*/ 27550 h 2821121"/>
              <a:gd name="connsiteX24" fmla="*/ 6666013 w 6825277"/>
              <a:gd name="connsiteY24" fmla="*/ 13025 h 2821121"/>
              <a:gd name="connsiteX25" fmla="*/ 6818056 w 6825277"/>
              <a:gd name="connsiteY25" fmla="*/ 26287 h 2821121"/>
              <a:gd name="connsiteX26" fmla="*/ 6799364 w 6825277"/>
              <a:gd name="connsiteY26" fmla="*/ 252730 h 2821121"/>
              <a:gd name="connsiteX27" fmla="*/ 6754914 w 6825277"/>
              <a:gd name="connsiteY27" fmla="*/ 405271 h 2821121"/>
              <a:gd name="connsiteX28" fmla="*/ 6742213 w 6825277"/>
              <a:gd name="connsiteY28" fmla="*/ 659506 h 2821121"/>
              <a:gd name="connsiteX29" fmla="*/ 6666013 w 6825277"/>
              <a:gd name="connsiteY29" fmla="*/ 775729 h 2821121"/>
              <a:gd name="connsiteX30" fmla="*/ 6555590 w 6825277"/>
              <a:gd name="connsiteY30" fmla="*/ 797321 h 2821121"/>
              <a:gd name="connsiteX31" fmla="*/ 6341805 w 6825277"/>
              <a:gd name="connsiteY31" fmla="*/ 712560 h 2821121"/>
              <a:gd name="connsiteX32" fmla="*/ 6075463 w 6825277"/>
              <a:gd name="connsiteY32" fmla="*/ 398005 h 2821121"/>
              <a:gd name="connsiteX33" fmla="*/ 5838040 w 6825277"/>
              <a:gd name="connsiteY33" fmla="*/ 276774 h 2821121"/>
              <a:gd name="connsiteX34" fmla="*/ 5514190 w 6825277"/>
              <a:gd name="connsiteY34" fmla="*/ 257389 h 2821121"/>
              <a:gd name="connsiteX35" fmla="*/ 5332156 w 6825277"/>
              <a:gd name="connsiteY35" fmla="*/ 333589 h 2821121"/>
              <a:gd name="connsiteX36" fmla="*/ 5213623 w 6825277"/>
              <a:gd name="connsiteY36" fmla="*/ 452121 h 2821121"/>
              <a:gd name="connsiteX37" fmla="*/ 5001956 w 6825277"/>
              <a:gd name="connsiteY37" fmla="*/ 833121 h 2821121"/>
              <a:gd name="connsiteX38" fmla="*/ 4824156 w 6825277"/>
              <a:gd name="connsiteY38" fmla="*/ 985522 h 2821121"/>
              <a:gd name="connsiteX39" fmla="*/ 4411964 w 6825277"/>
              <a:gd name="connsiteY39" fmla="*/ 1018010 h 2821121"/>
              <a:gd name="connsiteX40" fmla="*/ 3752667 w 6825277"/>
              <a:gd name="connsiteY40" fmla="*/ 839283 h 2821121"/>
              <a:gd name="connsiteX41" fmla="*/ 3338456 w 6825277"/>
              <a:gd name="connsiteY41" fmla="*/ 842833 h 2821121"/>
              <a:gd name="connsiteX42" fmla="*/ 2670049 w 6825277"/>
              <a:gd name="connsiteY42" fmla="*/ 1324293 h 2821121"/>
              <a:gd name="connsiteX43" fmla="*/ 2007519 w 6825277"/>
              <a:gd name="connsiteY43" fmla="*/ 1975179 h 2821121"/>
              <a:gd name="connsiteX44" fmla="*/ 1600172 w 6825277"/>
              <a:gd name="connsiteY44" fmla="*/ 2361313 h 2821121"/>
              <a:gd name="connsiteX45" fmla="*/ 1292452 w 6825277"/>
              <a:gd name="connsiteY45" fmla="*/ 2521618 h 2821121"/>
              <a:gd name="connsiteX46" fmla="*/ 1069748 w 6825277"/>
              <a:gd name="connsiteY46" fmla="*/ 2609174 h 2821121"/>
              <a:gd name="connsiteX47" fmla="*/ 633098 w 6825277"/>
              <a:gd name="connsiteY47" fmla="*/ 2819623 h 2821121"/>
              <a:gd name="connsiteX48" fmla="*/ 441383 w 6825277"/>
              <a:gd name="connsiteY48" fmla="*/ 2803620 h 2821121"/>
              <a:gd name="connsiteX49" fmla="*/ 292327 w 6825277"/>
              <a:gd name="connsiteY49" fmla="*/ 2732271 h 2821121"/>
              <a:gd name="connsiteX50" fmla="*/ 157373 w 6825277"/>
              <a:gd name="connsiteY50" fmla="*/ 2518257 h 2821121"/>
              <a:gd name="connsiteX51" fmla="*/ 82777 w 6825277"/>
              <a:gd name="connsiteY51" fmla="*/ 2332757 h 2821121"/>
              <a:gd name="connsiteX52" fmla="*/ 31187 w 6825277"/>
              <a:gd name="connsiteY52" fmla="*/ 2130129 h 2821121"/>
              <a:gd name="connsiteX53" fmla="*/ 4772 w 6825277"/>
              <a:gd name="connsiteY53" fmla="*/ 1861782 h 2821121"/>
              <a:gd name="connsiteX0" fmla="*/ 4772 w 6825277"/>
              <a:gd name="connsiteY0" fmla="*/ 1861782 h 2821121"/>
              <a:gd name="connsiteX1" fmla="*/ 9583 w 6825277"/>
              <a:gd name="connsiteY1" fmla="*/ 1735834 h 2821121"/>
              <a:gd name="connsiteX2" fmla="*/ 97618 w 6825277"/>
              <a:gd name="connsiteY2" fmla="*/ 1732386 h 2821121"/>
              <a:gd name="connsiteX3" fmla="*/ 96578 w 6825277"/>
              <a:gd name="connsiteY3" fmla="*/ 2035104 h 2821121"/>
              <a:gd name="connsiteX4" fmla="*/ 210013 w 6825277"/>
              <a:gd name="connsiteY4" fmla="*/ 2422911 h 2821121"/>
              <a:gd name="connsiteX5" fmla="*/ 669314 w 6825277"/>
              <a:gd name="connsiteY5" fmla="*/ 2712894 h 2821121"/>
              <a:gd name="connsiteX6" fmla="*/ 828902 w 6825277"/>
              <a:gd name="connsiteY6" fmla="*/ 2623313 h 2821121"/>
              <a:gd name="connsiteX7" fmla="*/ 1165619 w 6825277"/>
              <a:gd name="connsiteY7" fmla="*/ 2481787 h 2821121"/>
              <a:gd name="connsiteX8" fmla="*/ 1473094 w 6825277"/>
              <a:gd name="connsiteY8" fmla="*/ 2334751 h 2821121"/>
              <a:gd name="connsiteX9" fmla="*/ 1900715 w 6825277"/>
              <a:gd name="connsiteY9" fmla="*/ 1955005 h 2821121"/>
              <a:gd name="connsiteX10" fmla="*/ 2517525 w 6825277"/>
              <a:gd name="connsiteY10" fmla="*/ 1341877 h 2821121"/>
              <a:gd name="connsiteX11" fmla="*/ 3362899 w 6825277"/>
              <a:gd name="connsiteY11" fmla="*/ 736610 h 2821121"/>
              <a:gd name="connsiteX12" fmla="*/ 4731023 w 6825277"/>
              <a:gd name="connsiteY12" fmla="*/ 909322 h 2821121"/>
              <a:gd name="connsiteX13" fmla="*/ 5230556 w 6825277"/>
              <a:gd name="connsiteY13" fmla="*/ 274322 h 2821121"/>
              <a:gd name="connsiteX14" fmla="*/ 5795707 w 6825277"/>
              <a:gd name="connsiteY14" fmla="*/ 172768 h 2821121"/>
              <a:gd name="connsiteX15" fmla="*/ 6225390 w 6825277"/>
              <a:gd name="connsiteY15" fmla="*/ 428302 h 2821121"/>
              <a:gd name="connsiteX16" fmla="*/ 6386612 w 6825277"/>
              <a:gd name="connsiteY16" fmla="*/ 623187 h 2821121"/>
              <a:gd name="connsiteX17" fmla="*/ 6539012 w 6825277"/>
              <a:gd name="connsiteY17" fmla="*/ 703089 h 2821121"/>
              <a:gd name="connsiteX18" fmla="*/ 6653312 w 6825277"/>
              <a:gd name="connsiteY18" fmla="*/ 674034 h 2821121"/>
              <a:gd name="connsiteX19" fmla="*/ 6682590 w 6825277"/>
              <a:gd name="connsiteY19" fmla="*/ 529995 h 2821121"/>
              <a:gd name="connsiteX20" fmla="*/ 6653313 w 6825277"/>
              <a:gd name="connsiteY20" fmla="*/ 390745 h 2821121"/>
              <a:gd name="connsiteX21" fmla="*/ 6583464 w 6825277"/>
              <a:gd name="connsiteY21" fmla="*/ 303578 h 2821121"/>
              <a:gd name="connsiteX22" fmla="*/ 6539014 w 6825277"/>
              <a:gd name="connsiteY22" fmla="*/ 194620 h 2821121"/>
              <a:gd name="connsiteX23" fmla="*/ 6519964 w 6825277"/>
              <a:gd name="connsiteY23" fmla="*/ 27550 h 2821121"/>
              <a:gd name="connsiteX24" fmla="*/ 6666013 w 6825277"/>
              <a:gd name="connsiteY24" fmla="*/ 13025 h 2821121"/>
              <a:gd name="connsiteX25" fmla="*/ 6818056 w 6825277"/>
              <a:gd name="connsiteY25" fmla="*/ 26287 h 2821121"/>
              <a:gd name="connsiteX26" fmla="*/ 6799364 w 6825277"/>
              <a:gd name="connsiteY26" fmla="*/ 252730 h 2821121"/>
              <a:gd name="connsiteX27" fmla="*/ 6754914 w 6825277"/>
              <a:gd name="connsiteY27" fmla="*/ 405271 h 2821121"/>
              <a:gd name="connsiteX28" fmla="*/ 6742213 w 6825277"/>
              <a:gd name="connsiteY28" fmla="*/ 659506 h 2821121"/>
              <a:gd name="connsiteX29" fmla="*/ 6666013 w 6825277"/>
              <a:gd name="connsiteY29" fmla="*/ 775729 h 2821121"/>
              <a:gd name="connsiteX30" fmla="*/ 6555590 w 6825277"/>
              <a:gd name="connsiteY30" fmla="*/ 797321 h 2821121"/>
              <a:gd name="connsiteX31" fmla="*/ 6341805 w 6825277"/>
              <a:gd name="connsiteY31" fmla="*/ 712560 h 2821121"/>
              <a:gd name="connsiteX32" fmla="*/ 6075463 w 6825277"/>
              <a:gd name="connsiteY32" fmla="*/ 398005 h 2821121"/>
              <a:gd name="connsiteX33" fmla="*/ 5838040 w 6825277"/>
              <a:gd name="connsiteY33" fmla="*/ 276774 h 2821121"/>
              <a:gd name="connsiteX34" fmla="*/ 5514190 w 6825277"/>
              <a:gd name="connsiteY34" fmla="*/ 257389 h 2821121"/>
              <a:gd name="connsiteX35" fmla="*/ 5332156 w 6825277"/>
              <a:gd name="connsiteY35" fmla="*/ 333589 h 2821121"/>
              <a:gd name="connsiteX36" fmla="*/ 5213623 w 6825277"/>
              <a:gd name="connsiteY36" fmla="*/ 452121 h 2821121"/>
              <a:gd name="connsiteX37" fmla="*/ 5001956 w 6825277"/>
              <a:gd name="connsiteY37" fmla="*/ 833121 h 2821121"/>
              <a:gd name="connsiteX38" fmla="*/ 4824156 w 6825277"/>
              <a:gd name="connsiteY38" fmla="*/ 985522 h 2821121"/>
              <a:gd name="connsiteX39" fmla="*/ 4411964 w 6825277"/>
              <a:gd name="connsiteY39" fmla="*/ 1018010 h 2821121"/>
              <a:gd name="connsiteX40" fmla="*/ 3752667 w 6825277"/>
              <a:gd name="connsiteY40" fmla="*/ 839283 h 2821121"/>
              <a:gd name="connsiteX41" fmla="*/ 3338456 w 6825277"/>
              <a:gd name="connsiteY41" fmla="*/ 842833 h 2821121"/>
              <a:gd name="connsiteX42" fmla="*/ 2670049 w 6825277"/>
              <a:gd name="connsiteY42" fmla="*/ 1324293 h 2821121"/>
              <a:gd name="connsiteX43" fmla="*/ 2007519 w 6825277"/>
              <a:gd name="connsiteY43" fmla="*/ 1975179 h 2821121"/>
              <a:gd name="connsiteX44" fmla="*/ 1600172 w 6825277"/>
              <a:gd name="connsiteY44" fmla="*/ 2361313 h 2821121"/>
              <a:gd name="connsiteX45" fmla="*/ 1292452 w 6825277"/>
              <a:gd name="connsiteY45" fmla="*/ 2521618 h 2821121"/>
              <a:gd name="connsiteX46" fmla="*/ 1069748 w 6825277"/>
              <a:gd name="connsiteY46" fmla="*/ 2609174 h 2821121"/>
              <a:gd name="connsiteX47" fmla="*/ 633098 w 6825277"/>
              <a:gd name="connsiteY47" fmla="*/ 2819623 h 2821121"/>
              <a:gd name="connsiteX48" fmla="*/ 441383 w 6825277"/>
              <a:gd name="connsiteY48" fmla="*/ 2803620 h 2821121"/>
              <a:gd name="connsiteX49" fmla="*/ 314552 w 6825277"/>
              <a:gd name="connsiteY49" fmla="*/ 2732271 h 2821121"/>
              <a:gd name="connsiteX50" fmla="*/ 157373 w 6825277"/>
              <a:gd name="connsiteY50" fmla="*/ 2518257 h 2821121"/>
              <a:gd name="connsiteX51" fmla="*/ 82777 w 6825277"/>
              <a:gd name="connsiteY51" fmla="*/ 2332757 h 2821121"/>
              <a:gd name="connsiteX52" fmla="*/ 31187 w 6825277"/>
              <a:gd name="connsiteY52" fmla="*/ 2130129 h 2821121"/>
              <a:gd name="connsiteX53" fmla="*/ 4772 w 6825277"/>
              <a:gd name="connsiteY53" fmla="*/ 1861782 h 2821121"/>
              <a:gd name="connsiteX0" fmla="*/ 4772 w 6825277"/>
              <a:gd name="connsiteY0" fmla="*/ 1861782 h 2820764"/>
              <a:gd name="connsiteX1" fmla="*/ 9583 w 6825277"/>
              <a:gd name="connsiteY1" fmla="*/ 1735834 h 2820764"/>
              <a:gd name="connsiteX2" fmla="*/ 97618 w 6825277"/>
              <a:gd name="connsiteY2" fmla="*/ 1732386 h 2820764"/>
              <a:gd name="connsiteX3" fmla="*/ 96578 w 6825277"/>
              <a:gd name="connsiteY3" fmla="*/ 2035104 h 2820764"/>
              <a:gd name="connsiteX4" fmla="*/ 210013 w 6825277"/>
              <a:gd name="connsiteY4" fmla="*/ 2422911 h 2820764"/>
              <a:gd name="connsiteX5" fmla="*/ 669314 w 6825277"/>
              <a:gd name="connsiteY5" fmla="*/ 2712894 h 2820764"/>
              <a:gd name="connsiteX6" fmla="*/ 828902 w 6825277"/>
              <a:gd name="connsiteY6" fmla="*/ 2623313 h 2820764"/>
              <a:gd name="connsiteX7" fmla="*/ 1165619 w 6825277"/>
              <a:gd name="connsiteY7" fmla="*/ 2481787 h 2820764"/>
              <a:gd name="connsiteX8" fmla="*/ 1473094 w 6825277"/>
              <a:gd name="connsiteY8" fmla="*/ 2334751 h 2820764"/>
              <a:gd name="connsiteX9" fmla="*/ 1900715 w 6825277"/>
              <a:gd name="connsiteY9" fmla="*/ 1955005 h 2820764"/>
              <a:gd name="connsiteX10" fmla="*/ 2517525 w 6825277"/>
              <a:gd name="connsiteY10" fmla="*/ 1341877 h 2820764"/>
              <a:gd name="connsiteX11" fmla="*/ 3362899 w 6825277"/>
              <a:gd name="connsiteY11" fmla="*/ 736610 h 2820764"/>
              <a:gd name="connsiteX12" fmla="*/ 4731023 w 6825277"/>
              <a:gd name="connsiteY12" fmla="*/ 909322 h 2820764"/>
              <a:gd name="connsiteX13" fmla="*/ 5230556 w 6825277"/>
              <a:gd name="connsiteY13" fmla="*/ 274322 h 2820764"/>
              <a:gd name="connsiteX14" fmla="*/ 5795707 w 6825277"/>
              <a:gd name="connsiteY14" fmla="*/ 172768 h 2820764"/>
              <a:gd name="connsiteX15" fmla="*/ 6225390 w 6825277"/>
              <a:gd name="connsiteY15" fmla="*/ 428302 h 2820764"/>
              <a:gd name="connsiteX16" fmla="*/ 6386612 w 6825277"/>
              <a:gd name="connsiteY16" fmla="*/ 623187 h 2820764"/>
              <a:gd name="connsiteX17" fmla="*/ 6539012 w 6825277"/>
              <a:gd name="connsiteY17" fmla="*/ 703089 h 2820764"/>
              <a:gd name="connsiteX18" fmla="*/ 6653312 w 6825277"/>
              <a:gd name="connsiteY18" fmla="*/ 674034 h 2820764"/>
              <a:gd name="connsiteX19" fmla="*/ 6682590 w 6825277"/>
              <a:gd name="connsiteY19" fmla="*/ 529995 h 2820764"/>
              <a:gd name="connsiteX20" fmla="*/ 6653313 w 6825277"/>
              <a:gd name="connsiteY20" fmla="*/ 390745 h 2820764"/>
              <a:gd name="connsiteX21" fmla="*/ 6583464 w 6825277"/>
              <a:gd name="connsiteY21" fmla="*/ 303578 h 2820764"/>
              <a:gd name="connsiteX22" fmla="*/ 6539014 w 6825277"/>
              <a:gd name="connsiteY22" fmla="*/ 194620 h 2820764"/>
              <a:gd name="connsiteX23" fmla="*/ 6519964 w 6825277"/>
              <a:gd name="connsiteY23" fmla="*/ 27550 h 2820764"/>
              <a:gd name="connsiteX24" fmla="*/ 6666013 w 6825277"/>
              <a:gd name="connsiteY24" fmla="*/ 13025 h 2820764"/>
              <a:gd name="connsiteX25" fmla="*/ 6818056 w 6825277"/>
              <a:gd name="connsiteY25" fmla="*/ 26287 h 2820764"/>
              <a:gd name="connsiteX26" fmla="*/ 6799364 w 6825277"/>
              <a:gd name="connsiteY26" fmla="*/ 252730 h 2820764"/>
              <a:gd name="connsiteX27" fmla="*/ 6754914 w 6825277"/>
              <a:gd name="connsiteY27" fmla="*/ 405271 h 2820764"/>
              <a:gd name="connsiteX28" fmla="*/ 6742213 w 6825277"/>
              <a:gd name="connsiteY28" fmla="*/ 659506 h 2820764"/>
              <a:gd name="connsiteX29" fmla="*/ 6666013 w 6825277"/>
              <a:gd name="connsiteY29" fmla="*/ 775729 h 2820764"/>
              <a:gd name="connsiteX30" fmla="*/ 6555590 w 6825277"/>
              <a:gd name="connsiteY30" fmla="*/ 797321 h 2820764"/>
              <a:gd name="connsiteX31" fmla="*/ 6341805 w 6825277"/>
              <a:gd name="connsiteY31" fmla="*/ 712560 h 2820764"/>
              <a:gd name="connsiteX32" fmla="*/ 6075463 w 6825277"/>
              <a:gd name="connsiteY32" fmla="*/ 398005 h 2820764"/>
              <a:gd name="connsiteX33" fmla="*/ 5838040 w 6825277"/>
              <a:gd name="connsiteY33" fmla="*/ 276774 h 2820764"/>
              <a:gd name="connsiteX34" fmla="*/ 5514190 w 6825277"/>
              <a:gd name="connsiteY34" fmla="*/ 257389 h 2820764"/>
              <a:gd name="connsiteX35" fmla="*/ 5332156 w 6825277"/>
              <a:gd name="connsiteY35" fmla="*/ 333589 h 2820764"/>
              <a:gd name="connsiteX36" fmla="*/ 5213623 w 6825277"/>
              <a:gd name="connsiteY36" fmla="*/ 452121 h 2820764"/>
              <a:gd name="connsiteX37" fmla="*/ 5001956 w 6825277"/>
              <a:gd name="connsiteY37" fmla="*/ 833121 h 2820764"/>
              <a:gd name="connsiteX38" fmla="*/ 4824156 w 6825277"/>
              <a:gd name="connsiteY38" fmla="*/ 985522 h 2820764"/>
              <a:gd name="connsiteX39" fmla="*/ 4411964 w 6825277"/>
              <a:gd name="connsiteY39" fmla="*/ 1018010 h 2820764"/>
              <a:gd name="connsiteX40" fmla="*/ 3752667 w 6825277"/>
              <a:gd name="connsiteY40" fmla="*/ 839283 h 2820764"/>
              <a:gd name="connsiteX41" fmla="*/ 3338456 w 6825277"/>
              <a:gd name="connsiteY41" fmla="*/ 842833 h 2820764"/>
              <a:gd name="connsiteX42" fmla="*/ 2670049 w 6825277"/>
              <a:gd name="connsiteY42" fmla="*/ 1324293 h 2820764"/>
              <a:gd name="connsiteX43" fmla="*/ 2007519 w 6825277"/>
              <a:gd name="connsiteY43" fmla="*/ 1975179 h 2820764"/>
              <a:gd name="connsiteX44" fmla="*/ 1600172 w 6825277"/>
              <a:gd name="connsiteY44" fmla="*/ 2361313 h 2820764"/>
              <a:gd name="connsiteX45" fmla="*/ 1292452 w 6825277"/>
              <a:gd name="connsiteY45" fmla="*/ 2521618 h 2820764"/>
              <a:gd name="connsiteX46" fmla="*/ 1069748 w 6825277"/>
              <a:gd name="connsiteY46" fmla="*/ 2609174 h 2820764"/>
              <a:gd name="connsiteX47" fmla="*/ 633098 w 6825277"/>
              <a:gd name="connsiteY47" fmla="*/ 2819623 h 2820764"/>
              <a:gd name="connsiteX48" fmla="*/ 444558 w 6825277"/>
              <a:gd name="connsiteY48" fmla="*/ 2799988 h 2820764"/>
              <a:gd name="connsiteX49" fmla="*/ 314552 w 6825277"/>
              <a:gd name="connsiteY49" fmla="*/ 2732271 h 2820764"/>
              <a:gd name="connsiteX50" fmla="*/ 157373 w 6825277"/>
              <a:gd name="connsiteY50" fmla="*/ 2518257 h 2820764"/>
              <a:gd name="connsiteX51" fmla="*/ 82777 w 6825277"/>
              <a:gd name="connsiteY51" fmla="*/ 2332757 h 2820764"/>
              <a:gd name="connsiteX52" fmla="*/ 31187 w 6825277"/>
              <a:gd name="connsiteY52" fmla="*/ 2130129 h 2820764"/>
              <a:gd name="connsiteX53" fmla="*/ 4772 w 6825277"/>
              <a:gd name="connsiteY53" fmla="*/ 1861782 h 2820764"/>
              <a:gd name="connsiteX0" fmla="*/ 4772 w 6825277"/>
              <a:gd name="connsiteY0" fmla="*/ 1861782 h 2811334"/>
              <a:gd name="connsiteX1" fmla="*/ 9583 w 6825277"/>
              <a:gd name="connsiteY1" fmla="*/ 1735834 h 2811334"/>
              <a:gd name="connsiteX2" fmla="*/ 97618 w 6825277"/>
              <a:gd name="connsiteY2" fmla="*/ 1732386 h 2811334"/>
              <a:gd name="connsiteX3" fmla="*/ 96578 w 6825277"/>
              <a:gd name="connsiteY3" fmla="*/ 2035104 h 2811334"/>
              <a:gd name="connsiteX4" fmla="*/ 210013 w 6825277"/>
              <a:gd name="connsiteY4" fmla="*/ 2422911 h 2811334"/>
              <a:gd name="connsiteX5" fmla="*/ 669314 w 6825277"/>
              <a:gd name="connsiteY5" fmla="*/ 2712894 h 2811334"/>
              <a:gd name="connsiteX6" fmla="*/ 828902 w 6825277"/>
              <a:gd name="connsiteY6" fmla="*/ 2623313 h 2811334"/>
              <a:gd name="connsiteX7" fmla="*/ 1165619 w 6825277"/>
              <a:gd name="connsiteY7" fmla="*/ 2481787 h 2811334"/>
              <a:gd name="connsiteX8" fmla="*/ 1473094 w 6825277"/>
              <a:gd name="connsiteY8" fmla="*/ 2334751 h 2811334"/>
              <a:gd name="connsiteX9" fmla="*/ 1900715 w 6825277"/>
              <a:gd name="connsiteY9" fmla="*/ 1955005 h 2811334"/>
              <a:gd name="connsiteX10" fmla="*/ 2517525 w 6825277"/>
              <a:gd name="connsiteY10" fmla="*/ 1341877 h 2811334"/>
              <a:gd name="connsiteX11" fmla="*/ 3362899 w 6825277"/>
              <a:gd name="connsiteY11" fmla="*/ 736610 h 2811334"/>
              <a:gd name="connsiteX12" fmla="*/ 4731023 w 6825277"/>
              <a:gd name="connsiteY12" fmla="*/ 909322 h 2811334"/>
              <a:gd name="connsiteX13" fmla="*/ 5230556 w 6825277"/>
              <a:gd name="connsiteY13" fmla="*/ 274322 h 2811334"/>
              <a:gd name="connsiteX14" fmla="*/ 5795707 w 6825277"/>
              <a:gd name="connsiteY14" fmla="*/ 172768 h 2811334"/>
              <a:gd name="connsiteX15" fmla="*/ 6225390 w 6825277"/>
              <a:gd name="connsiteY15" fmla="*/ 428302 h 2811334"/>
              <a:gd name="connsiteX16" fmla="*/ 6386612 w 6825277"/>
              <a:gd name="connsiteY16" fmla="*/ 623187 h 2811334"/>
              <a:gd name="connsiteX17" fmla="*/ 6539012 w 6825277"/>
              <a:gd name="connsiteY17" fmla="*/ 703089 h 2811334"/>
              <a:gd name="connsiteX18" fmla="*/ 6653312 w 6825277"/>
              <a:gd name="connsiteY18" fmla="*/ 674034 h 2811334"/>
              <a:gd name="connsiteX19" fmla="*/ 6682590 w 6825277"/>
              <a:gd name="connsiteY19" fmla="*/ 529995 h 2811334"/>
              <a:gd name="connsiteX20" fmla="*/ 6653313 w 6825277"/>
              <a:gd name="connsiteY20" fmla="*/ 390745 h 2811334"/>
              <a:gd name="connsiteX21" fmla="*/ 6583464 w 6825277"/>
              <a:gd name="connsiteY21" fmla="*/ 303578 h 2811334"/>
              <a:gd name="connsiteX22" fmla="*/ 6539014 w 6825277"/>
              <a:gd name="connsiteY22" fmla="*/ 194620 h 2811334"/>
              <a:gd name="connsiteX23" fmla="*/ 6519964 w 6825277"/>
              <a:gd name="connsiteY23" fmla="*/ 27550 h 2811334"/>
              <a:gd name="connsiteX24" fmla="*/ 6666013 w 6825277"/>
              <a:gd name="connsiteY24" fmla="*/ 13025 h 2811334"/>
              <a:gd name="connsiteX25" fmla="*/ 6818056 w 6825277"/>
              <a:gd name="connsiteY25" fmla="*/ 26287 h 2811334"/>
              <a:gd name="connsiteX26" fmla="*/ 6799364 w 6825277"/>
              <a:gd name="connsiteY26" fmla="*/ 252730 h 2811334"/>
              <a:gd name="connsiteX27" fmla="*/ 6754914 w 6825277"/>
              <a:gd name="connsiteY27" fmla="*/ 405271 h 2811334"/>
              <a:gd name="connsiteX28" fmla="*/ 6742213 w 6825277"/>
              <a:gd name="connsiteY28" fmla="*/ 659506 h 2811334"/>
              <a:gd name="connsiteX29" fmla="*/ 6666013 w 6825277"/>
              <a:gd name="connsiteY29" fmla="*/ 775729 h 2811334"/>
              <a:gd name="connsiteX30" fmla="*/ 6555590 w 6825277"/>
              <a:gd name="connsiteY30" fmla="*/ 797321 h 2811334"/>
              <a:gd name="connsiteX31" fmla="*/ 6341805 w 6825277"/>
              <a:gd name="connsiteY31" fmla="*/ 712560 h 2811334"/>
              <a:gd name="connsiteX32" fmla="*/ 6075463 w 6825277"/>
              <a:gd name="connsiteY32" fmla="*/ 398005 h 2811334"/>
              <a:gd name="connsiteX33" fmla="*/ 5838040 w 6825277"/>
              <a:gd name="connsiteY33" fmla="*/ 276774 h 2811334"/>
              <a:gd name="connsiteX34" fmla="*/ 5514190 w 6825277"/>
              <a:gd name="connsiteY34" fmla="*/ 257389 h 2811334"/>
              <a:gd name="connsiteX35" fmla="*/ 5332156 w 6825277"/>
              <a:gd name="connsiteY35" fmla="*/ 333589 h 2811334"/>
              <a:gd name="connsiteX36" fmla="*/ 5213623 w 6825277"/>
              <a:gd name="connsiteY36" fmla="*/ 452121 h 2811334"/>
              <a:gd name="connsiteX37" fmla="*/ 5001956 w 6825277"/>
              <a:gd name="connsiteY37" fmla="*/ 833121 h 2811334"/>
              <a:gd name="connsiteX38" fmla="*/ 4824156 w 6825277"/>
              <a:gd name="connsiteY38" fmla="*/ 985522 h 2811334"/>
              <a:gd name="connsiteX39" fmla="*/ 4411964 w 6825277"/>
              <a:gd name="connsiteY39" fmla="*/ 1018010 h 2811334"/>
              <a:gd name="connsiteX40" fmla="*/ 3752667 w 6825277"/>
              <a:gd name="connsiteY40" fmla="*/ 839283 h 2811334"/>
              <a:gd name="connsiteX41" fmla="*/ 3338456 w 6825277"/>
              <a:gd name="connsiteY41" fmla="*/ 842833 h 2811334"/>
              <a:gd name="connsiteX42" fmla="*/ 2670049 w 6825277"/>
              <a:gd name="connsiteY42" fmla="*/ 1324293 h 2811334"/>
              <a:gd name="connsiteX43" fmla="*/ 2007519 w 6825277"/>
              <a:gd name="connsiteY43" fmla="*/ 1975179 h 2811334"/>
              <a:gd name="connsiteX44" fmla="*/ 1600172 w 6825277"/>
              <a:gd name="connsiteY44" fmla="*/ 2361313 h 2811334"/>
              <a:gd name="connsiteX45" fmla="*/ 1292452 w 6825277"/>
              <a:gd name="connsiteY45" fmla="*/ 2521618 h 2811334"/>
              <a:gd name="connsiteX46" fmla="*/ 1069748 w 6825277"/>
              <a:gd name="connsiteY46" fmla="*/ 2609174 h 2811334"/>
              <a:gd name="connsiteX47" fmla="*/ 642623 w 6825277"/>
              <a:gd name="connsiteY47" fmla="*/ 2808728 h 2811334"/>
              <a:gd name="connsiteX48" fmla="*/ 444558 w 6825277"/>
              <a:gd name="connsiteY48" fmla="*/ 2799988 h 2811334"/>
              <a:gd name="connsiteX49" fmla="*/ 314552 w 6825277"/>
              <a:gd name="connsiteY49" fmla="*/ 2732271 h 2811334"/>
              <a:gd name="connsiteX50" fmla="*/ 157373 w 6825277"/>
              <a:gd name="connsiteY50" fmla="*/ 2518257 h 2811334"/>
              <a:gd name="connsiteX51" fmla="*/ 82777 w 6825277"/>
              <a:gd name="connsiteY51" fmla="*/ 2332757 h 2811334"/>
              <a:gd name="connsiteX52" fmla="*/ 31187 w 6825277"/>
              <a:gd name="connsiteY52" fmla="*/ 2130129 h 2811334"/>
              <a:gd name="connsiteX53" fmla="*/ 4772 w 6825277"/>
              <a:gd name="connsiteY53" fmla="*/ 1861782 h 2811334"/>
              <a:gd name="connsiteX0" fmla="*/ 4772 w 6825277"/>
              <a:gd name="connsiteY0" fmla="*/ 1861782 h 2811334"/>
              <a:gd name="connsiteX1" fmla="*/ 9583 w 6825277"/>
              <a:gd name="connsiteY1" fmla="*/ 1735834 h 2811334"/>
              <a:gd name="connsiteX2" fmla="*/ 97618 w 6825277"/>
              <a:gd name="connsiteY2" fmla="*/ 1732386 h 2811334"/>
              <a:gd name="connsiteX3" fmla="*/ 96578 w 6825277"/>
              <a:gd name="connsiteY3" fmla="*/ 2035104 h 2811334"/>
              <a:gd name="connsiteX4" fmla="*/ 210013 w 6825277"/>
              <a:gd name="connsiteY4" fmla="*/ 2422911 h 2811334"/>
              <a:gd name="connsiteX5" fmla="*/ 669314 w 6825277"/>
              <a:gd name="connsiteY5" fmla="*/ 2712894 h 2811334"/>
              <a:gd name="connsiteX6" fmla="*/ 847952 w 6825277"/>
              <a:gd name="connsiteY6" fmla="*/ 2623314 h 2811334"/>
              <a:gd name="connsiteX7" fmla="*/ 1165619 w 6825277"/>
              <a:gd name="connsiteY7" fmla="*/ 2481787 h 2811334"/>
              <a:gd name="connsiteX8" fmla="*/ 1473094 w 6825277"/>
              <a:gd name="connsiteY8" fmla="*/ 2334751 h 2811334"/>
              <a:gd name="connsiteX9" fmla="*/ 1900715 w 6825277"/>
              <a:gd name="connsiteY9" fmla="*/ 1955005 h 2811334"/>
              <a:gd name="connsiteX10" fmla="*/ 2517525 w 6825277"/>
              <a:gd name="connsiteY10" fmla="*/ 1341877 h 2811334"/>
              <a:gd name="connsiteX11" fmla="*/ 3362899 w 6825277"/>
              <a:gd name="connsiteY11" fmla="*/ 736610 h 2811334"/>
              <a:gd name="connsiteX12" fmla="*/ 4731023 w 6825277"/>
              <a:gd name="connsiteY12" fmla="*/ 909322 h 2811334"/>
              <a:gd name="connsiteX13" fmla="*/ 5230556 w 6825277"/>
              <a:gd name="connsiteY13" fmla="*/ 274322 h 2811334"/>
              <a:gd name="connsiteX14" fmla="*/ 5795707 w 6825277"/>
              <a:gd name="connsiteY14" fmla="*/ 172768 h 2811334"/>
              <a:gd name="connsiteX15" fmla="*/ 6225390 w 6825277"/>
              <a:gd name="connsiteY15" fmla="*/ 428302 h 2811334"/>
              <a:gd name="connsiteX16" fmla="*/ 6386612 w 6825277"/>
              <a:gd name="connsiteY16" fmla="*/ 623187 h 2811334"/>
              <a:gd name="connsiteX17" fmla="*/ 6539012 w 6825277"/>
              <a:gd name="connsiteY17" fmla="*/ 703089 h 2811334"/>
              <a:gd name="connsiteX18" fmla="*/ 6653312 w 6825277"/>
              <a:gd name="connsiteY18" fmla="*/ 674034 h 2811334"/>
              <a:gd name="connsiteX19" fmla="*/ 6682590 w 6825277"/>
              <a:gd name="connsiteY19" fmla="*/ 529995 h 2811334"/>
              <a:gd name="connsiteX20" fmla="*/ 6653313 w 6825277"/>
              <a:gd name="connsiteY20" fmla="*/ 390745 h 2811334"/>
              <a:gd name="connsiteX21" fmla="*/ 6583464 w 6825277"/>
              <a:gd name="connsiteY21" fmla="*/ 303578 h 2811334"/>
              <a:gd name="connsiteX22" fmla="*/ 6539014 w 6825277"/>
              <a:gd name="connsiteY22" fmla="*/ 194620 h 2811334"/>
              <a:gd name="connsiteX23" fmla="*/ 6519964 w 6825277"/>
              <a:gd name="connsiteY23" fmla="*/ 27550 h 2811334"/>
              <a:gd name="connsiteX24" fmla="*/ 6666013 w 6825277"/>
              <a:gd name="connsiteY24" fmla="*/ 13025 h 2811334"/>
              <a:gd name="connsiteX25" fmla="*/ 6818056 w 6825277"/>
              <a:gd name="connsiteY25" fmla="*/ 26287 h 2811334"/>
              <a:gd name="connsiteX26" fmla="*/ 6799364 w 6825277"/>
              <a:gd name="connsiteY26" fmla="*/ 252730 h 2811334"/>
              <a:gd name="connsiteX27" fmla="*/ 6754914 w 6825277"/>
              <a:gd name="connsiteY27" fmla="*/ 405271 h 2811334"/>
              <a:gd name="connsiteX28" fmla="*/ 6742213 w 6825277"/>
              <a:gd name="connsiteY28" fmla="*/ 659506 h 2811334"/>
              <a:gd name="connsiteX29" fmla="*/ 6666013 w 6825277"/>
              <a:gd name="connsiteY29" fmla="*/ 775729 h 2811334"/>
              <a:gd name="connsiteX30" fmla="*/ 6555590 w 6825277"/>
              <a:gd name="connsiteY30" fmla="*/ 797321 h 2811334"/>
              <a:gd name="connsiteX31" fmla="*/ 6341805 w 6825277"/>
              <a:gd name="connsiteY31" fmla="*/ 712560 h 2811334"/>
              <a:gd name="connsiteX32" fmla="*/ 6075463 w 6825277"/>
              <a:gd name="connsiteY32" fmla="*/ 398005 h 2811334"/>
              <a:gd name="connsiteX33" fmla="*/ 5838040 w 6825277"/>
              <a:gd name="connsiteY33" fmla="*/ 276774 h 2811334"/>
              <a:gd name="connsiteX34" fmla="*/ 5514190 w 6825277"/>
              <a:gd name="connsiteY34" fmla="*/ 257389 h 2811334"/>
              <a:gd name="connsiteX35" fmla="*/ 5332156 w 6825277"/>
              <a:gd name="connsiteY35" fmla="*/ 333589 h 2811334"/>
              <a:gd name="connsiteX36" fmla="*/ 5213623 w 6825277"/>
              <a:gd name="connsiteY36" fmla="*/ 452121 h 2811334"/>
              <a:gd name="connsiteX37" fmla="*/ 5001956 w 6825277"/>
              <a:gd name="connsiteY37" fmla="*/ 833121 h 2811334"/>
              <a:gd name="connsiteX38" fmla="*/ 4824156 w 6825277"/>
              <a:gd name="connsiteY38" fmla="*/ 985522 h 2811334"/>
              <a:gd name="connsiteX39" fmla="*/ 4411964 w 6825277"/>
              <a:gd name="connsiteY39" fmla="*/ 1018010 h 2811334"/>
              <a:gd name="connsiteX40" fmla="*/ 3752667 w 6825277"/>
              <a:gd name="connsiteY40" fmla="*/ 839283 h 2811334"/>
              <a:gd name="connsiteX41" fmla="*/ 3338456 w 6825277"/>
              <a:gd name="connsiteY41" fmla="*/ 842833 h 2811334"/>
              <a:gd name="connsiteX42" fmla="*/ 2670049 w 6825277"/>
              <a:gd name="connsiteY42" fmla="*/ 1324293 h 2811334"/>
              <a:gd name="connsiteX43" fmla="*/ 2007519 w 6825277"/>
              <a:gd name="connsiteY43" fmla="*/ 1975179 h 2811334"/>
              <a:gd name="connsiteX44" fmla="*/ 1600172 w 6825277"/>
              <a:gd name="connsiteY44" fmla="*/ 2361313 h 2811334"/>
              <a:gd name="connsiteX45" fmla="*/ 1292452 w 6825277"/>
              <a:gd name="connsiteY45" fmla="*/ 2521618 h 2811334"/>
              <a:gd name="connsiteX46" fmla="*/ 1069748 w 6825277"/>
              <a:gd name="connsiteY46" fmla="*/ 2609174 h 2811334"/>
              <a:gd name="connsiteX47" fmla="*/ 642623 w 6825277"/>
              <a:gd name="connsiteY47" fmla="*/ 2808728 h 2811334"/>
              <a:gd name="connsiteX48" fmla="*/ 444558 w 6825277"/>
              <a:gd name="connsiteY48" fmla="*/ 2799988 h 2811334"/>
              <a:gd name="connsiteX49" fmla="*/ 314552 w 6825277"/>
              <a:gd name="connsiteY49" fmla="*/ 2732271 h 2811334"/>
              <a:gd name="connsiteX50" fmla="*/ 157373 w 6825277"/>
              <a:gd name="connsiteY50" fmla="*/ 2518257 h 2811334"/>
              <a:gd name="connsiteX51" fmla="*/ 82777 w 6825277"/>
              <a:gd name="connsiteY51" fmla="*/ 2332757 h 2811334"/>
              <a:gd name="connsiteX52" fmla="*/ 31187 w 6825277"/>
              <a:gd name="connsiteY52" fmla="*/ 2130129 h 2811334"/>
              <a:gd name="connsiteX53" fmla="*/ 4772 w 6825277"/>
              <a:gd name="connsiteY53" fmla="*/ 1861782 h 2811334"/>
              <a:gd name="connsiteX0" fmla="*/ 4772 w 6825277"/>
              <a:gd name="connsiteY0" fmla="*/ 1861782 h 2811334"/>
              <a:gd name="connsiteX1" fmla="*/ 9583 w 6825277"/>
              <a:gd name="connsiteY1" fmla="*/ 1735834 h 2811334"/>
              <a:gd name="connsiteX2" fmla="*/ 97618 w 6825277"/>
              <a:gd name="connsiteY2" fmla="*/ 1732386 h 2811334"/>
              <a:gd name="connsiteX3" fmla="*/ 96578 w 6825277"/>
              <a:gd name="connsiteY3" fmla="*/ 2035104 h 2811334"/>
              <a:gd name="connsiteX4" fmla="*/ 210013 w 6825277"/>
              <a:gd name="connsiteY4" fmla="*/ 2422911 h 2811334"/>
              <a:gd name="connsiteX5" fmla="*/ 669314 w 6825277"/>
              <a:gd name="connsiteY5" fmla="*/ 2712894 h 2811334"/>
              <a:gd name="connsiteX6" fmla="*/ 847952 w 6825277"/>
              <a:gd name="connsiteY6" fmla="*/ 2623314 h 2811334"/>
              <a:gd name="connsiteX7" fmla="*/ 984477 w 6825277"/>
              <a:gd name="connsiteY7" fmla="*/ 2557937 h 2811334"/>
              <a:gd name="connsiteX8" fmla="*/ 1165619 w 6825277"/>
              <a:gd name="connsiteY8" fmla="*/ 2481787 h 2811334"/>
              <a:gd name="connsiteX9" fmla="*/ 1473094 w 6825277"/>
              <a:gd name="connsiteY9" fmla="*/ 2334751 h 2811334"/>
              <a:gd name="connsiteX10" fmla="*/ 1900715 w 6825277"/>
              <a:gd name="connsiteY10" fmla="*/ 1955005 h 2811334"/>
              <a:gd name="connsiteX11" fmla="*/ 2517525 w 6825277"/>
              <a:gd name="connsiteY11" fmla="*/ 1341877 h 2811334"/>
              <a:gd name="connsiteX12" fmla="*/ 3362899 w 6825277"/>
              <a:gd name="connsiteY12" fmla="*/ 736610 h 2811334"/>
              <a:gd name="connsiteX13" fmla="*/ 4731023 w 6825277"/>
              <a:gd name="connsiteY13" fmla="*/ 909322 h 2811334"/>
              <a:gd name="connsiteX14" fmla="*/ 5230556 w 6825277"/>
              <a:gd name="connsiteY14" fmla="*/ 274322 h 2811334"/>
              <a:gd name="connsiteX15" fmla="*/ 5795707 w 6825277"/>
              <a:gd name="connsiteY15" fmla="*/ 172768 h 2811334"/>
              <a:gd name="connsiteX16" fmla="*/ 6225390 w 6825277"/>
              <a:gd name="connsiteY16" fmla="*/ 428302 h 2811334"/>
              <a:gd name="connsiteX17" fmla="*/ 6386612 w 6825277"/>
              <a:gd name="connsiteY17" fmla="*/ 623187 h 2811334"/>
              <a:gd name="connsiteX18" fmla="*/ 6539012 w 6825277"/>
              <a:gd name="connsiteY18" fmla="*/ 703089 h 2811334"/>
              <a:gd name="connsiteX19" fmla="*/ 6653312 w 6825277"/>
              <a:gd name="connsiteY19" fmla="*/ 674034 h 2811334"/>
              <a:gd name="connsiteX20" fmla="*/ 6682590 w 6825277"/>
              <a:gd name="connsiteY20" fmla="*/ 529995 h 2811334"/>
              <a:gd name="connsiteX21" fmla="*/ 6653313 w 6825277"/>
              <a:gd name="connsiteY21" fmla="*/ 390745 h 2811334"/>
              <a:gd name="connsiteX22" fmla="*/ 6583464 w 6825277"/>
              <a:gd name="connsiteY22" fmla="*/ 303578 h 2811334"/>
              <a:gd name="connsiteX23" fmla="*/ 6539014 w 6825277"/>
              <a:gd name="connsiteY23" fmla="*/ 194620 h 2811334"/>
              <a:gd name="connsiteX24" fmla="*/ 6519964 w 6825277"/>
              <a:gd name="connsiteY24" fmla="*/ 27550 h 2811334"/>
              <a:gd name="connsiteX25" fmla="*/ 6666013 w 6825277"/>
              <a:gd name="connsiteY25" fmla="*/ 13025 h 2811334"/>
              <a:gd name="connsiteX26" fmla="*/ 6818056 w 6825277"/>
              <a:gd name="connsiteY26" fmla="*/ 26287 h 2811334"/>
              <a:gd name="connsiteX27" fmla="*/ 6799364 w 6825277"/>
              <a:gd name="connsiteY27" fmla="*/ 252730 h 2811334"/>
              <a:gd name="connsiteX28" fmla="*/ 6754914 w 6825277"/>
              <a:gd name="connsiteY28" fmla="*/ 405271 h 2811334"/>
              <a:gd name="connsiteX29" fmla="*/ 6742213 w 6825277"/>
              <a:gd name="connsiteY29" fmla="*/ 659506 h 2811334"/>
              <a:gd name="connsiteX30" fmla="*/ 6666013 w 6825277"/>
              <a:gd name="connsiteY30" fmla="*/ 775729 h 2811334"/>
              <a:gd name="connsiteX31" fmla="*/ 6555590 w 6825277"/>
              <a:gd name="connsiteY31" fmla="*/ 797321 h 2811334"/>
              <a:gd name="connsiteX32" fmla="*/ 6341805 w 6825277"/>
              <a:gd name="connsiteY32" fmla="*/ 712560 h 2811334"/>
              <a:gd name="connsiteX33" fmla="*/ 6075463 w 6825277"/>
              <a:gd name="connsiteY33" fmla="*/ 398005 h 2811334"/>
              <a:gd name="connsiteX34" fmla="*/ 5838040 w 6825277"/>
              <a:gd name="connsiteY34" fmla="*/ 276774 h 2811334"/>
              <a:gd name="connsiteX35" fmla="*/ 5514190 w 6825277"/>
              <a:gd name="connsiteY35" fmla="*/ 257389 h 2811334"/>
              <a:gd name="connsiteX36" fmla="*/ 5332156 w 6825277"/>
              <a:gd name="connsiteY36" fmla="*/ 333589 h 2811334"/>
              <a:gd name="connsiteX37" fmla="*/ 5213623 w 6825277"/>
              <a:gd name="connsiteY37" fmla="*/ 452121 h 2811334"/>
              <a:gd name="connsiteX38" fmla="*/ 5001956 w 6825277"/>
              <a:gd name="connsiteY38" fmla="*/ 833121 h 2811334"/>
              <a:gd name="connsiteX39" fmla="*/ 4824156 w 6825277"/>
              <a:gd name="connsiteY39" fmla="*/ 985522 h 2811334"/>
              <a:gd name="connsiteX40" fmla="*/ 4411964 w 6825277"/>
              <a:gd name="connsiteY40" fmla="*/ 1018010 h 2811334"/>
              <a:gd name="connsiteX41" fmla="*/ 3752667 w 6825277"/>
              <a:gd name="connsiteY41" fmla="*/ 839283 h 2811334"/>
              <a:gd name="connsiteX42" fmla="*/ 3338456 w 6825277"/>
              <a:gd name="connsiteY42" fmla="*/ 842833 h 2811334"/>
              <a:gd name="connsiteX43" fmla="*/ 2670049 w 6825277"/>
              <a:gd name="connsiteY43" fmla="*/ 1324293 h 2811334"/>
              <a:gd name="connsiteX44" fmla="*/ 2007519 w 6825277"/>
              <a:gd name="connsiteY44" fmla="*/ 1975179 h 2811334"/>
              <a:gd name="connsiteX45" fmla="*/ 1600172 w 6825277"/>
              <a:gd name="connsiteY45" fmla="*/ 2361313 h 2811334"/>
              <a:gd name="connsiteX46" fmla="*/ 1292452 w 6825277"/>
              <a:gd name="connsiteY46" fmla="*/ 2521618 h 2811334"/>
              <a:gd name="connsiteX47" fmla="*/ 1069748 w 6825277"/>
              <a:gd name="connsiteY47" fmla="*/ 2609174 h 2811334"/>
              <a:gd name="connsiteX48" fmla="*/ 642623 w 6825277"/>
              <a:gd name="connsiteY48" fmla="*/ 2808728 h 2811334"/>
              <a:gd name="connsiteX49" fmla="*/ 444558 w 6825277"/>
              <a:gd name="connsiteY49" fmla="*/ 2799988 h 2811334"/>
              <a:gd name="connsiteX50" fmla="*/ 314552 w 6825277"/>
              <a:gd name="connsiteY50" fmla="*/ 2732271 h 2811334"/>
              <a:gd name="connsiteX51" fmla="*/ 157373 w 6825277"/>
              <a:gd name="connsiteY51" fmla="*/ 2518257 h 2811334"/>
              <a:gd name="connsiteX52" fmla="*/ 82777 w 6825277"/>
              <a:gd name="connsiteY52" fmla="*/ 2332757 h 2811334"/>
              <a:gd name="connsiteX53" fmla="*/ 31187 w 6825277"/>
              <a:gd name="connsiteY53" fmla="*/ 2130129 h 2811334"/>
              <a:gd name="connsiteX54" fmla="*/ 4772 w 6825277"/>
              <a:gd name="connsiteY54" fmla="*/ 1861782 h 2811334"/>
              <a:gd name="connsiteX0" fmla="*/ 4772 w 6825277"/>
              <a:gd name="connsiteY0" fmla="*/ 1861782 h 2811334"/>
              <a:gd name="connsiteX1" fmla="*/ 9583 w 6825277"/>
              <a:gd name="connsiteY1" fmla="*/ 1735834 h 2811334"/>
              <a:gd name="connsiteX2" fmla="*/ 97618 w 6825277"/>
              <a:gd name="connsiteY2" fmla="*/ 1732386 h 2811334"/>
              <a:gd name="connsiteX3" fmla="*/ 96578 w 6825277"/>
              <a:gd name="connsiteY3" fmla="*/ 2035104 h 2811334"/>
              <a:gd name="connsiteX4" fmla="*/ 210013 w 6825277"/>
              <a:gd name="connsiteY4" fmla="*/ 2422911 h 2811334"/>
              <a:gd name="connsiteX5" fmla="*/ 669314 w 6825277"/>
              <a:gd name="connsiteY5" fmla="*/ 2712894 h 2811334"/>
              <a:gd name="connsiteX6" fmla="*/ 847952 w 6825277"/>
              <a:gd name="connsiteY6" fmla="*/ 2623314 h 2811334"/>
              <a:gd name="connsiteX7" fmla="*/ 1009877 w 6825277"/>
              <a:gd name="connsiteY7" fmla="*/ 2550673 h 2811334"/>
              <a:gd name="connsiteX8" fmla="*/ 1165619 w 6825277"/>
              <a:gd name="connsiteY8" fmla="*/ 2481787 h 2811334"/>
              <a:gd name="connsiteX9" fmla="*/ 1473094 w 6825277"/>
              <a:gd name="connsiteY9" fmla="*/ 2334751 h 2811334"/>
              <a:gd name="connsiteX10" fmla="*/ 1900715 w 6825277"/>
              <a:gd name="connsiteY10" fmla="*/ 1955005 h 2811334"/>
              <a:gd name="connsiteX11" fmla="*/ 2517525 w 6825277"/>
              <a:gd name="connsiteY11" fmla="*/ 1341877 h 2811334"/>
              <a:gd name="connsiteX12" fmla="*/ 3362899 w 6825277"/>
              <a:gd name="connsiteY12" fmla="*/ 736610 h 2811334"/>
              <a:gd name="connsiteX13" fmla="*/ 4731023 w 6825277"/>
              <a:gd name="connsiteY13" fmla="*/ 909322 h 2811334"/>
              <a:gd name="connsiteX14" fmla="*/ 5230556 w 6825277"/>
              <a:gd name="connsiteY14" fmla="*/ 274322 h 2811334"/>
              <a:gd name="connsiteX15" fmla="*/ 5795707 w 6825277"/>
              <a:gd name="connsiteY15" fmla="*/ 172768 h 2811334"/>
              <a:gd name="connsiteX16" fmla="*/ 6225390 w 6825277"/>
              <a:gd name="connsiteY16" fmla="*/ 428302 h 2811334"/>
              <a:gd name="connsiteX17" fmla="*/ 6386612 w 6825277"/>
              <a:gd name="connsiteY17" fmla="*/ 623187 h 2811334"/>
              <a:gd name="connsiteX18" fmla="*/ 6539012 w 6825277"/>
              <a:gd name="connsiteY18" fmla="*/ 703089 h 2811334"/>
              <a:gd name="connsiteX19" fmla="*/ 6653312 w 6825277"/>
              <a:gd name="connsiteY19" fmla="*/ 674034 h 2811334"/>
              <a:gd name="connsiteX20" fmla="*/ 6682590 w 6825277"/>
              <a:gd name="connsiteY20" fmla="*/ 529995 h 2811334"/>
              <a:gd name="connsiteX21" fmla="*/ 6653313 w 6825277"/>
              <a:gd name="connsiteY21" fmla="*/ 390745 h 2811334"/>
              <a:gd name="connsiteX22" fmla="*/ 6583464 w 6825277"/>
              <a:gd name="connsiteY22" fmla="*/ 303578 h 2811334"/>
              <a:gd name="connsiteX23" fmla="*/ 6539014 w 6825277"/>
              <a:gd name="connsiteY23" fmla="*/ 194620 h 2811334"/>
              <a:gd name="connsiteX24" fmla="*/ 6519964 w 6825277"/>
              <a:gd name="connsiteY24" fmla="*/ 27550 h 2811334"/>
              <a:gd name="connsiteX25" fmla="*/ 6666013 w 6825277"/>
              <a:gd name="connsiteY25" fmla="*/ 13025 h 2811334"/>
              <a:gd name="connsiteX26" fmla="*/ 6818056 w 6825277"/>
              <a:gd name="connsiteY26" fmla="*/ 26287 h 2811334"/>
              <a:gd name="connsiteX27" fmla="*/ 6799364 w 6825277"/>
              <a:gd name="connsiteY27" fmla="*/ 252730 h 2811334"/>
              <a:gd name="connsiteX28" fmla="*/ 6754914 w 6825277"/>
              <a:gd name="connsiteY28" fmla="*/ 405271 h 2811334"/>
              <a:gd name="connsiteX29" fmla="*/ 6742213 w 6825277"/>
              <a:gd name="connsiteY29" fmla="*/ 659506 h 2811334"/>
              <a:gd name="connsiteX30" fmla="*/ 6666013 w 6825277"/>
              <a:gd name="connsiteY30" fmla="*/ 775729 h 2811334"/>
              <a:gd name="connsiteX31" fmla="*/ 6555590 w 6825277"/>
              <a:gd name="connsiteY31" fmla="*/ 797321 h 2811334"/>
              <a:gd name="connsiteX32" fmla="*/ 6341805 w 6825277"/>
              <a:gd name="connsiteY32" fmla="*/ 712560 h 2811334"/>
              <a:gd name="connsiteX33" fmla="*/ 6075463 w 6825277"/>
              <a:gd name="connsiteY33" fmla="*/ 398005 h 2811334"/>
              <a:gd name="connsiteX34" fmla="*/ 5838040 w 6825277"/>
              <a:gd name="connsiteY34" fmla="*/ 276774 h 2811334"/>
              <a:gd name="connsiteX35" fmla="*/ 5514190 w 6825277"/>
              <a:gd name="connsiteY35" fmla="*/ 257389 h 2811334"/>
              <a:gd name="connsiteX36" fmla="*/ 5332156 w 6825277"/>
              <a:gd name="connsiteY36" fmla="*/ 333589 h 2811334"/>
              <a:gd name="connsiteX37" fmla="*/ 5213623 w 6825277"/>
              <a:gd name="connsiteY37" fmla="*/ 452121 h 2811334"/>
              <a:gd name="connsiteX38" fmla="*/ 5001956 w 6825277"/>
              <a:gd name="connsiteY38" fmla="*/ 833121 h 2811334"/>
              <a:gd name="connsiteX39" fmla="*/ 4824156 w 6825277"/>
              <a:gd name="connsiteY39" fmla="*/ 985522 h 2811334"/>
              <a:gd name="connsiteX40" fmla="*/ 4411964 w 6825277"/>
              <a:gd name="connsiteY40" fmla="*/ 1018010 h 2811334"/>
              <a:gd name="connsiteX41" fmla="*/ 3752667 w 6825277"/>
              <a:gd name="connsiteY41" fmla="*/ 839283 h 2811334"/>
              <a:gd name="connsiteX42" fmla="*/ 3338456 w 6825277"/>
              <a:gd name="connsiteY42" fmla="*/ 842833 h 2811334"/>
              <a:gd name="connsiteX43" fmla="*/ 2670049 w 6825277"/>
              <a:gd name="connsiteY43" fmla="*/ 1324293 h 2811334"/>
              <a:gd name="connsiteX44" fmla="*/ 2007519 w 6825277"/>
              <a:gd name="connsiteY44" fmla="*/ 1975179 h 2811334"/>
              <a:gd name="connsiteX45" fmla="*/ 1600172 w 6825277"/>
              <a:gd name="connsiteY45" fmla="*/ 2361313 h 2811334"/>
              <a:gd name="connsiteX46" fmla="*/ 1292452 w 6825277"/>
              <a:gd name="connsiteY46" fmla="*/ 2521618 h 2811334"/>
              <a:gd name="connsiteX47" fmla="*/ 1069748 w 6825277"/>
              <a:gd name="connsiteY47" fmla="*/ 2609174 h 2811334"/>
              <a:gd name="connsiteX48" fmla="*/ 642623 w 6825277"/>
              <a:gd name="connsiteY48" fmla="*/ 2808728 h 2811334"/>
              <a:gd name="connsiteX49" fmla="*/ 444558 w 6825277"/>
              <a:gd name="connsiteY49" fmla="*/ 2799988 h 2811334"/>
              <a:gd name="connsiteX50" fmla="*/ 314552 w 6825277"/>
              <a:gd name="connsiteY50" fmla="*/ 2732271 h 2811334"/>
              <a:gd name="connsiteX51" fmla="*/ 157373 w 6825277"/>
              <a:gd name="connsiteY51" fmla="*/ 2518257 h 2811334"/>
              <a:gd name="connsiteX52" fmla="*/ 82777 w 6825277"/>
              <a:gd name="connsiteY52" fmla="*/ 2332757 h 2811334"/>
              <a:gd name="connsiteX53" fmla="*/ 31187 w 6825277"/>
              <a:gd name="connsiteY53" fmla="*/ 2130129 h 2811334"/>
              <a:gd name="connsiteX54" fmla="*/ 4772 w 6825277"/>
              <a:gd name="connsiteY54" fmla="*/ 1861782 h 2811334"/>
              <a:gd name="connsiteX0" fmla="*/ 4772 w 6825277"/>
              <a:gd name="connsiteY0" fmla="*/ 1861782 h 2811334"/>
              <a:gd name="connsiteX1" fmla="*/ 9583 w 6825277"/>
              <a:gd name="connsiteY1" fmla="*/ 1735834 h 2811334"/>
              <a:gd name="connsiteX2" fmla="*/ 97618 w 6825277"/>
              <a:gd name="connsiteY2" fmla="*/ 1732386 h 2811334"/>
              <a:gd name="connsiteX3" fmla="*/ 96578 w 6825277"/>
              <a:gd name="connsiteY3" fmla="*/ 2035104 h 2811334"/>
              <a:gd name="connsiteX4" fmla="*/ 210013 w 6825277"/>
              <a:gd name="connsiteY4" fmla="*/ 2422911 h 2811334"/>
              <a:gd name="connsiteX5" fmla="*/ 669314 w 6825277"/>
              <a:gd name="connsiteY5" fmla="*/ 2712894 h 2811334"/>
              <a:gd name="connsiteX6" fmla="*/ 847952 w 6825277"/>
              <a:gd name="connsiteY6" fmla="*/ 2623314 h 2811334"/>
              <a:gd name="connsiteX7" fmla="*/ 1009877 w 6825277"/>
              <a:gd name="connsiteY7" fmla="*/ 2550673 h 2811334"/>
              <a:gd name="connsiteX8" fmla="*/ 1165619 w 6825277"/>
              <a:gd name="connsiteY8" fmla="*/ 2481787 h 2811334"/>
              <a:gd name="connsiteX9" fmla="*/ 1317852 w 6825277"/>
              <a:gd name="connsiteY9" fmla="*/ 2416292 h 2811334"/>
              <a:gd name="connsiteX10" fmla="*/ 1473094 w 6825277"/>
              <a:gd name="connsiteY10" fmla="*/ 2334751 h 2811334"/>
              <a:gd name="connsiteX11" fmla="*/ 1900715 w 6825277"/>
              <a:gd name="connsiteY11" fmla="*/ 1955005 h 2811334"/>
              <a:gd name="connsiteX12" fmla="*/ 2517525 w 6825277"/>
              <a:gd name="connsiteY12" fmla="*/ 1341877 h 2811334"/>
              <a:gd name="connsiteX13" fmla="*/ 3362899 w 6825277"/>
              <a:gd name="connsiteY13" fmla="*/ 736610 h 2811334"/>
              <a:gd name="connsiteX14" fmla="*/ 4731023 w 6825277"/>
              <a:gd name="connsiteY14" fmla="*/ 909322 h 2811334"/>
              <a:gd name="connsiteX15" fmla="*/ 5230556 w 6825277"/>
              <a:gd name="connsiteY15" fmla="*/ 274322 h 2811334"/>
              <a:gd name="connsiteX16" fmla="*/ 5795707 w 6825277"/>
              <a:gd name="connsiteY16" fmla="*/ 172768 h 2811334"/>
              <a:gd name="connsiteX17" fmla="*/ 6225390 w 6825277"/>
              <a:gd name="connsiteY17" fmla="*/ 428302 h 2811334"/>
              <a:gd name="connsiteX18" fmla="*/ 6386612 w 6825277"/>
              <a:gd name="connsiteY18" fmla="*/ 623187 h 2811334"/>
              <a:gd name="connsiteX19" fmla="*/ 6539012 w 6825277"/>
              <a:gd name="connsiteY19" fmla="*/ 703089 h 2811334"/>
              <a:gd name="connsiteX20" fmla="*/ 6653312 w 6825277"/>
              <a:gd name="connsiteY20" fmla="*/ 674034 h 2811334"/>
              <a:gd name="connsiteX21" fmla="*/ 6682590 w 6825277"/>
              <a:gd name="connsiteY21" fmla="*/ 529995 h 2811334"/>
              <a:gd name="connsiteX22" fmla="*/ 6653313 w 6825277"/>
              <a:gd name="connsiteY22" fmla="*/ 390745 h 2811334"/>
              <a:gd name="connsiteX23" fmla="*/ 6583464 w 6825277"/>
              <a:gd name="connsiteY23" fmla="*/ 303578 h 2811334"/>
              <a:gd name="connsiteX24" fmla="*/ 6539014 w 6825277"/>
              <a:gd name="connsiteY24" fmla="*/ 194620 h 2811334"/>
              <a:gd name="connsiteX25" fmla="*/ 6519964 w 6825277"/>
              <a:gd name="connsiteY25" fmla="*/ 27550 h 2811334"/>
              <a:gd name="connsiteX26" fmla="*/ 6666013 w 6825277"/>
              <a:gd name="connsiteY26" fmla="*/ 13025 h 2811334"/>
              <a:gd name="connsiteX27" fmla="*/ 6818056 w 6825277"/>
              <a:gd name="connsiteY27" fmla="*/ 26287 h 2811334"/>
              <a:gd name="connsiteX28" fmla="*/ 6799364 w 6825277"/>
              <a:gd name="connsiteY28" fmla="*/ 252730 h 2811334"/>
              <a:gd name="connsiteX29" fmla="*/ 6754914 w 6825277"/>
              <a:gd name="connsiteY29" fmla="*/ 405271 h 2811334"/>
              <a:gd name="connsiteX30" fmla="*/ 6742213 w 6825277"/>
              <a:gd name="connsiteY30" fmla="*/ 659506 h 2811334"/>
              <a:gd name="connsiteX31" fmla="*/ 6666013 w 6825277"/>
              <a:gd name="connsiteY31" fmla="*/ 775729 h 2811334"/>
              <a:gd name="connsiteX32" fmla="*/ 6555590 w 6825277"/>
              <a:gd name="connsiteY32" fmla="*/ 797321 h 2811334"/>
              <a:gd name="connsiteX33" fmla="*/ 6341805 w 6825277"/>
              <a:gd name="connsiteY33" fmla="*/ 712560 h 2811334"/>
              <a:gd name="connsiteX34" fmla="*/ 6075463 w 6825277"/>
              <a:gd name="connsiteY34" fmla="*/ 398005 h 2811334"/>
              <a:gd name="connsiteX35" fmla="*/ 5838040 w 6825277"/>
              <a:gd name="connsiteY35" fmla="*/ 276774 h 2811334"/>
              <a:gd name="connsiteX36" fmla="*/ 5514190 w 6825277"/>
              <a:gd name="connsiteY36" fmla="*/ 257389 h 2811334"/>
              <a:gd name="connsiteX37" fmla="*/ 5332156 w 6825277"/>
              <a:gd name="connsiteY37" fmla="*/ 333589 h 2811334"/>
              <a:gd name="connsiteX38" fmla="*/ 5213623 w 6825277"/>
              <a:gd name="connsiteY38" fmla="*/ 452121 h 2811334"/>
              <a:gd name="connsiteX39" fmla="*/ 5001956 w 6825277"/>
              <a:gd name="connsiteY39" fmla="*/ 833121 h 2811334"/>
              <a:gd name="connsiteX40" fmla="*/ 4824156 w 6825277"/>
              <a:gd name="connsiteY40" fmla="*/ 985522 h 2811334"/>
              <a:gd name="connsiteX41" fmla="*/ 4411964 w 6825277"/>
              <a:gd name="connsiteY41" fmla="*/ 1018010 h 2811334"/>
              <a:gd name="connsiteX42" fmla="*/ 3752667 w 6825277"/>
              <a:gd name="connsiteY42" fmla="*/ 839283 h 2811334"/>
              <a:gd name="connsiteX43" fmla="*/ 3338456 w 6825277"/>
              <a:gd name="connsiteY43" fmla="*/ 842833 h 2811334"/>
              <a:gd name="connsiteX44" fmla="*/ 2670049 w 6825277"/>
              <a:gd name="connsiteY44" fmla="*/ 1324293 h 2811334"/>
              <a:gd name="connsiteX45" fmla="*/ 2007519 w 6825277"/>
              <a:gd name="connsiteY45" fmla="*/ 1975179 h 2811334"/>
              <a:gd name="connsiteX46" fmla="*/ 1600172 w 6825277"/>
              <a:gd name="connsiteY46" fmla="*/ 2361313 h 2811334"/>
              <a:gd name="connsiteX47" fmla="*/ 1292452 w 6825277"/>
              <a:gd name="connsiteY47" fmla="*/ 2521618 h 2811334"/>
              <a:gd name="connsiteX48" fmla="*/ 1069748 w 6825277"/>
              <a:gd name="connsiteY48" fmla="*/ 2609174 h 2811334"/>
              <a:gd name="connsiteX49" fmla="*/ 642623 w 6825277"/>
              <a:gd name="connsiteY49" fmla="*/ 2808728 h 2811334"/>
              <a:gd name="connsiteX50" fmla="*/ 444558 w 6825277"/>
              <a:gd name="connsiteY50" fmla="*/ 2799988 h 2811334"/>
              <a:gd name="connsiteX51" fmla="*/ 314552 w 6825277"/>
              <a:gd name="connsiteY51" fmla="*/ 2732271 h 2811334"/>
              <a:gd name="connsiteX52" fmla="*/ 157373 w 6825277"/>
              <a:gd name="connsiteY52" fmla="*/ 2518257 h 2811334"/>
              <a:gd name="connsiteX53" fmla="*/ 82777 w 6825277"/>
              <a:gd name="connsiteY53" fmla="*/ 2332757 h 2811334"/>
              <a:gd name="connsiteX54" fmla="*/ 31187 w 6825277"/>
              <a:gd name="connsiteY54" fmla="*/ 2130129 h 2811334"/>
              <a:gd name="connsiteX55" fmla="*/ 4772 w 6825277"/>
              <a:gd name="connsiteY55" fmla="*/ 1861782 h 2811334"/>
              <a:gd name="connsiteX0" fmla="*/ 4772 w 6825277"/>
              <a:gd name="connsiteY0" fmla="*/ 1861782 h 2811334"/>
              <a:gd name="connsiteX1" fmla="*/ 9583 w 6825277"/>
              <a:gd name="connsiteY1" fmla="*/ 1735834 h 2811334"/>
              <a:gd name="connsiteX2" fmla="*/ 97618 w 6825277"/>
              <a:gd name="connsiteY2" fmla="*/ 1732386 h 2811334"/>
              <a:gd name="connsiteX3" fmla="*/ 96578 w 6825277"/>
              <a:gd name="connsiteY3" fmla="*/ 2035104 h 2811334"/>
              <a:gd name="connsiteX4" fmla="*/ 210013 w 6825277"/>
              <a:gd name="connsiteY4" fmla="*/ 2422911 h 2811334"/>
              <a:gd name="connsiteX5" fmla="*/ 669314 w 6825277"/>
              <a:gd name="connsiteY5" fmla="*/ 2712894 h 2811334"/>
              <a:gd name="connsiteX6" fmla="*/ 847952 w 6825277"/>
              <a:gd name="connsiteY6" fmla="*/ 2623314 h 2811334"/>
              <a:gd name="connsiteX7" fmla="*/ 1009877 w 6825277"/>
              <a:gd name="connsiteY7" fmla="*/ 2550673 h 2811334"/>
              <a:gd name="connsiteX8" fmla="*/ 1165619 w 6825277"/>
              <a:gd name="connsiteY8" fmla="*/ 2481787 h 2811334"/>
              <a:gd name="connsiteX9" fmla="*/ 1317852 w 6825277"/>
              <a:gd name="connsiteY9" fmla="*/ 2416292 h 2811334"/>
              <a:gd name="connsiteX10" fmla="*/ 1536594 w 6825277"/>
              <a:gd name="connsiteY10" fmla="*/ 2283905 h 2811334"/>
              <a:gd name="connsiteX11" fmla="*/ 1900715 w 6825277"/>
              <a:gd name="connsiteY11" fmla="*/ 1955005 h 2811334"/>
              <a:gd name="connsiteX12" fmla="*/ 2517525 w 6825277"/>
              <a:gd name="connsiteY12" fmla="*/ 1341877 h 2811334"/>
              <a:gd name="connsiteX13" fmla="*/ 3362899 w 6825277"/>
              <a:gd name="connsiteY13" fmla="*/ 736610 h 2811334"/>
              <a:gd name="connsiteX14" fmla="*/ 4731023 w 6825277"/>
              <a:gd name="connsiteY14" fmla="*/ 909322 h 2811334"/>
              <a:gd name="connsiteX15" fmla="*/ 5230556 w 6825277"/>
              <a:gd name="connsiteY15" fmla="*/ 274322 h 2811334"/>
              <a:gd name="connsiteX16" fmla="*/ 5795707 w 6825277"/>
              <a:gd name="connsiteY16" fmla="*/ 172768 h 2811334"/>
              <a:gd name="connsiteX17" fmla="*/ 6225390 w 6825277"/>
              <a:gd name="connsiteY17" fmla="*/ 428302 h 2811334"/>
              <a:gd name="connsiteX18" fmla="*/ 6386612 w 6825277"/>
              <a:gd name="connsiteY18" fmla="*/ 623187 h 2811334"/>
              <a:gd name="connsiteX19" fmla="*/ 6539012 w 6825277"/>
              <a:gd name="connsiteY19" fmla="*/ 703089 h 2811334"/>
              <a:gd name="connsiteX20" fmla="*/ 6653312 w 6825277"/>
              <a:gd name="connsiteY20" fmla="*/ 674034 h 2811334"/>
              <a:gd name="connsiteX21" fmla="*/ 6682590 w 6825277"/>
              <a:gd name="connsiteY21" fmla="*/ 529995 h 2811334"/>
              <a:gd name="connsiteX22" fmla="*/ 6653313 w 6825277"/>
              <a:gd name="connsiteY22" fmla="*/ 390745 h 2811334"/>
              <a:gd name="connsiteX23" fmla="*/ 6583464 w 6825277"/>
              <a:gd name="connsiteY23" fmla="*/ 303578 h 2811334"/>
              <a:gd name="connsiteX24" fmla="*/ 6539014 w 6825277"/>
              <a:gd name="connsiteY24" fmla="*/ 194620 h 2811334"/>
              <a:gd name="connsiteX25" fmla="*/ 6519964 w 6825277"/>
              <a:gd name="connsiteY25" fmla="*/ 27550 h 2811334"/>
              <a:gd name="connsiteX26" fmla="*/ 6666013 w 6825277"/>
              <a:gd name="connsiteY26" fmla="*/ 13025 h 2811334"/>
              <a:gd name="connsiteX27" fmla="*/ 6818056 w 6825277"/>
              <a:gd name="connsiteY27" fmla="*/ 26287 h 2811334"/>
              <a:gd name="connsiteX28" fmla="*/ 6799364 w 6825277"/>
              <a:gd name="connsiteY28" fmla="*/ 252730 h 2811334"/>
              <a:gd name="connsiteX29" fmla="*/ 6754914 w 6825277"/>
              <a:gd name="connsiteY29" fmla="*/ 405271 h 2811334"/>
              <a:gd name="connsiteX30" fmla="*/ 6742213 w 6825277"/>
              <a:gd name="connsiteY30" fmla="*/ 659506 h 2811334"/>
              <a:gd name="connsiteX31" fmla="*/ 6666013 w 6825277"/>
              <a:gd name="connsiteY31" fmla="*/ 775729 h 2811334"/>
              <a:gd name="connsiteX32" fmla="*/ 6555590 w 6825277"/>
              <a:gd name="connsiteY32" fmla="*/ 797321 h 2811334"/>
              <a:gd name="connsiteX33" fmla="*/ 6341805 w 6825277"/>
              <a:gd name="connsiteY33" fmla="*/ 712560 h 2811334"/>
              <a:gd name="connsiteX34" fmla="*/ 6075463 w 6825277"/>
              <a:gd name="connsiteY34" fmla="*/ 398005 h 2811334"/>
              <a:gd name="connsiteX35" fmla="*/ 5838040 w 6825277"/>
              <a:gd name="connsiteY35" fmla="*/ 276774 h 2811334"/>
              <a:gd name="connsiteX36" fmla="*/ 5514190 w 6825277"/>
              <a:gd name="connsiteY36" fmla="*/ 257389 h 2811334"/>
              <a:gd name="connsiteX37" fmla="*/ 5332156 w 6825277"/>
              <a:gd name="connsiteY37" fmla="*/ 333589 h 2811334"/>
              <a:gd name="connsiteX38" fmla="*/ 5213623 w 6825277"/>
              <a:gd name="connsiteY38" fmla="*/ 452121 h 2811334"/>
              <a:gd name="connsiteX39" fmla="*/ 5001956 w 6825277"/>
              <a:gd name="connsiteY39" fmla="*/ 833121 h 2811334"/>
              <a:gd name="connsiteX40" fmla="*/ 4824156 w 6825277"/>
              <a:gd name="connsiteY40" fmla="*/ 985522 h 2811334"/>
              <a:gd name="connsiteX41" fmla="*/ 4411964 w 6825277"/>
              <a:gd name="connsiteY41" fmla="*/ 1018010 h 2811334"/>
              <a:gd name="connsiteX42" fmla="*/ 3752667 w 6825277"/>
              <a:gd name="connsiteY42" fmla="*/ 839283 h 2811334"/>
              <a:gd name="connsiteX43" fmla="*/ 3338456 w 6825277"/>
              <a:gd name="connsiteY43" fmla="*/ 842833 h 2811334"/>
              <a:gd name="connsiteX44" fmla="*/ 2670049 w 6825277"/>
              <a:gd name="connsiteY44" fmla="*/ 1324293 h 2811334"/>
              <a:gd name="connsiteX45" fmla="*/ 2007519 w 6825277"/>
              <a:gd name="connsiteY45" fmla="*/ 1975179 h 2811334"/>
              <a:gd name="connsiteX46" fmla="*/ 1600172 w 6825277"/>
              <a:gd name="connsiteY46" fmla="*/ 2361313 h 2811334"/>
              <a:gd name="connsiteX47" fmla="*/ 1292452 w 6825277"/>
              <a:gd name="connsiteY47" fmla="*/ 2521618 h 2811334"/>
              <a:gd name="connsiteX48" fmla="*/ 1069748 w 6825277"/>
              <a:gd name="connsiteY48" fmla="*/ 2609174 h 2811334"/>
              <a:gd name="connsiteX49" fmla="*/ 642623 w 6825277"/>
              <a:gd name="connsiteY49" fmla="*/ 2808728 h 2811334"/>
              <a:gd name="connsiteX50" fmla="*/ 444558 w 6825277"/>
              <a:gd name="connsiteY50" fmla="*/ 2799988 h 2811334"/>
              <a:gd name="connsiteX51" fmla="*/ 314552 w 6825277"/>
              <a:gd name="connsiteY51" fmla="*/ 2732271 h 2811334"/>
              <a:gd name="connsiteX52" fmla="*/ 157373 w 6825277"/>
              <a:gd name="connsiteY52" fmla="*/ 2518257 h 2811334"/>
              <a:gd name="connsiteX53" fmla="*/ 82777 w 6825277"/>
              <a:gd name="connsiteY53" fmla="*/ 2332757 h 2811334"/>
              <a:gd name="connsiteX54" fmla="*/ 31187 w 6825277"/>
              <a:gd name="connsiteY54" fmla="*/ 2130129 h 2811334"/>
              <a:gd name="connsiteX55" fmla="*/ 4772 w 6825277"/>
              <a:gd name="connsiteY55" fmla="*/ 1861782 h 2811334"/>
              <a:gd name="connsiteX0" fmla="*/ 4772 w 6825277"/>
              <a:gd name="connsiteY0" fmla="*/ 1861782 h 2811334"/>
              <a:gd name="connsiteX1" fmla="*/ 9583 w 6825277"/>
              <a:gd name="connsiteY1" fmla="*/ 1735834 h 2811334"/>
              <a:gd name="connsiteX2" fmla="*/ 97618 w 6825277"/>
              <a:gd name="connsiteY2" fmla="*/ 1732386 h 2811334"/>
              <a:gd name="connsiteX3" fmla="*/ 96578 w 6825277"/>
              <a:gd name="connsiteY3" fmla="*/ 2035104 h 2811334"/>
              <a:gd name="connsiteX4" fmla="*/ 210013 w 6825277"/>
              <a:gd name="connsiteY4" fmla="*/ 2422911 h 2811334"/>
              <a:gd name="connsiteX5" fmla="*/ 669314 w 6825277"/>
              <a:gd name="connsiteY5" fmla="*/ 2712894 h 2811334"/>
              <a:gd name="connsiteX6" fmla="*/ 847952 w 6825277"/>
              <a:gd name="connsiteY6" fmla="*/ 2623314 h 2811334"/>
              <a:gd name="connsiteX7" fmla="*/ 1009877 w 6825277"/>
              <a:gd name="connsiteY7" fmla="*/ 2550673 h 2811334"/>
              <a:gd name="connsiteX8" fmla="*/ 1165619 w 6825277"/>
              <a:gd name="connsiteY8" fmla="*/ 2481787 h 2811334"/>
              <a:gd name="connsiteX9" fmla="*/ 1317852 w 6825277"/>
              <a:gd name="connsiteY9" fmla="*/ 2416292 h 2811334"/>
              <a:gd name="connsiteX10" fmla="*/ 1542944 w 6825277"/>
              <a:gd name="connsiteY10" fmla="*/ 2298432 h 2811334"/>
              <a:gd name="connsiteX11" fmla="*/ 1900715 w 6825277"/>
              <a:gd name="connsiteY11" fmla="*/ 1955005 h 2811334"/>
              <a:gd name="connsiteX12" fmla="*/ 2517525 w 6825277"/>
              <a:gd name="connsiteY12" fmla="*/ 1341877 h 2811334"/>
              <a:gd name="connsiteX13" fmla="*/ 3362899 w 6825277"/>
              <a:gd name="connsiteY13" fmla="*/ 736610 h 2811334"/>
              <a:gd name="connsiteX14" fmla="*/ 4731023 w 6825277"/>
              <a:gd name="connsiteY14" fmla="*/ 909322 h 2811334"/>
              <a:gd name="connsiteX15" fmla="*/ 5230556 w 6825277"/>
              <a:gd name="connsiteY15" fmla="*/ 274322 h 2811334"/>
              <a:gd name="connsiteX16" fmla="*/ 5795707 w 6825277"/>
              <a:gd name="connsiteY16" fmla="*/ 172768 h 2811334"/>
              <a:gd name="connsiteX17" fmla="*/ 6225390 w 6825277"/>
              <a:gd name="connsiteY17" fmla="*/ 428302 h 2811334"/>
              <a:gd name="connsiteX18" fmla="*/ 6386612 w 6825277"/>
              <a:gd name="connsiteY18" fmla="*/ 623187 h 2811334"/>
              <a:gd name="connsiteX19" fmla="*/ 6539012 w 6825277"/>
              <a:gd name="connsiteY19" fmla="*/ 703089 h 2811334"/>
              <a:gd name="connsiteX20" fmla="*/ 6653312 w 6825277"/>
              <a:gd name="connsiteY20" fmla="*/ 674034 h 2811334"/>
              <a:gd name="connsiteX21" fmla="*/ 6682590 w 6825277"/>
              <a:gd name="connsiteY21" fmla="*/ 529995 h 2811334"/>
              <a:gd name="connsiteX22" fmla="*/ 6653313 w 6825277"/>
              <a:gd name="connsiteY22" fmla="*/ 390745 h 2811334"/>
              <a:gd name="connsiteX23" fmla="*/ 6583464 w 6825277"/>
              <a:gd name="connsiteY23" fmla="*/ 303578 h 2811334"/>
              <a:gd name="connsiteX24" fmla="*/ 6539014 w 6825277"/>
              <a:gd name="connsiteY24" fmla="*/ 194620 h 2811334"/>
              <a:gd name="connsiteX25" fmla="*/ 6519964 w 6825277"/>
              <a:gd name="connsiteY25" fmla="*/ 27550 h 2811334"/>
              <a:gd name="connsiteX26" fmla="*/ 6666013 w 6825277"/>
              <a:gd name="connsiteY26" fmla="*/ 13025 h 2811334"/>
              <a:gd name="connsiteX27" fmla="*/ 6818056 w 6825277"/>
              <a:gd name="connsiteY27" fmla="*/ 26287 h 2811334"/>
              <a:gd name="connsiteX28" fmla="*/ 6799364 w 6825277"/>
              <a:gd name="connsiteY28" fmla="*/ 252730 h 2811334"/>
              <a:gd name="connsiteX29" fmla="*/ 6754914 w 6825277"/>
              <a:gd name="connsiteY29" fmla="*/ 405271 h 2811334"/>
              <a:gd name="connsiteX30" fmla="*/ 6742213 w 6825277"/>
              <a:gd name="connsiteY30" fmla="*/ 659506 h 2811334"/>
              <a:gd name="connsiteX31" fmla="*/ 6666013 w 6825277"/>
              <a:gd name="connsiteY31" fmla="*/ 775729 h 2811334"/>
              <a:gd name="connsiteX32" fmla="*/ 6555590 w 6825277"/>
              <a:gd name="connsiteY32" fmla="*/ 797321 h 2811334"/>
              <a:gd name="connsiteX33" fmla="*/ 6341805 w 6825277"/>
              <a:gd name="connsiteY33" fmla="*/ 712560 h 2811334"/>
              <a:gd name="connsiteX34" fmla="*/ 6075463 w 6825277"/>
              <a:gd name="connsiteY34" fmla="*/ 398005 h 2811334"/>
              <a:gd name="connsiteX35" fmla="*/ 5838040 w 6825277"/>
              <a:gd name="connsiteY35" fmla="*/ 276774 h 2811334"/>
              <a:gd name="connsiteX36" fmla="*/ 5514190 w 6825277"/>
              <a:gd name="connsiteY36" fmla="*/ 257389 h 2811334"/>
              <a:gd name="connsiteX37" fmla="*/ 5332156 w 6825277"/>
              <a:gd name="connsiteY37" fmla="*/ 333589 h 2811334"/>
              <a:gd name="connsiteX38" fmla="*/ 5213623 w 6825277"/>
              <a:gd name="connsiteY38" fmla="*/ 452121 h 2811334"/>
              <a:gd name="connsiteX39" fmla="*/ 5001956 w 6825277"/>
              <a:gd name="connsiteY39" fmla="*/ 833121 h 2811334"/>
              <a:gd name="connsiteX40" fmla="*/ 4824156 w 6825277"/>
              <a:gd name="connsiteY40" fmla="*/ 985522 h 2811334"/>
              <a:gd name="connsiteX41" fmla="*/ 4411964 w 6825277"/>
              <a:gd name="connsiteY41" fmla="*/ 1018010 h 2811334"/>
              <a:gd name="connsiteX42" fmla="*/ 3752667 w 6825277"/>
              <a:gd name="connsiteY42" fmla="*/ 839283 h 2811334"/>
              <a:gd name="connsiteX43" fmla="*/ 3338456 w 6825277"/>
              <a:gd name="connsiteY43" fmla="*/ 842833 h 2811334"/>
              <a:gd name="connsiteX44" fmla="*/ 2670049 w 6825277"/>
              <a:gd name="connsiteY44" fmla="*/ 1324293 h 2811334"/>
              <a:gd name="connsiteX45" fmla="*/ 2007519 w 6825277"/>
              <a:gd name="connsiteY45" fmla="*/ 1975179 h 2811334"/>
              <a:gd name="connsiteX46" fmla="*/ 1600172 w 6825277"/>
              <a:gd name="connsiteY46" fmla="*/ 2361313 h 2811334"/>
              <a:gd name="connsiteX47" fmla="*/ 1292452 w 6825277"/>
              <a:gd name="connsiteY47" fmla="*/ 2521618 h 2811334"/>
              <a:gd name="connsiteX48" fmla="*/ 1069748 w 6825277"/>
              <a:gd name="connsiteY48" fmla="*/ 2609174 h 2811334"/>
              <a:gd name="connsiteX49" fmla="*/ 642623 w 6825277"/>
              <a:gd name="connsiteY49" fmla="*/ 2808728 h 2811334"/>
              <a:gd name="connsiteX50" fmla="*/ 444558 w 6825277"/>
              <a:gd name="connsiteY50" fmla="*/ 2799988 h 2811334"/>
              <a:gd name="connsiteX51" fmla="*/ 314552 w 6825277"/>
              <a:gd name="connsiteY51" fmla="*/ 2732271 h 2811334"/>
              <a:gd name="connsiteX52" fmla="*/ 157373 w 6825277"/>
              <a:gd name="connsiteY52" fmla="*/ 2518257 h 2811334"/>
              <a:gd name="connsiteX53" fmla="*/ 82777 w 6825277"/>
              <a:gd name="connsiteY53" fmla="*/ 2332757 h 2811334"/>
              <a:gd name="connsiteX54" fmla="*/ 31187 w 6825277"/>
              <a:gd name="connsiteY54" fmla="*/ 2130129 h 2811334"/>
              <a:gd name="connsiteX55" fmla="*/ 4772 w 6825277"/>
              <a:gd name="connsiteY55" fmla="*/ 1861782 h 2811334"/>
              <a:gd name="connsiteX0" fmla="*/ 38 w 6820543"/>
              <a:gd name="connsiteY0" fmla="*/ 1861782 h 2811334"/>
              <a:gd name="connsiteX1" fmla="*/ 22574 w 6820543"/>
              <a:gd name="connsiteY1" fmla="*/ 987659 h 2811334"/>
              <a:gd name="connsiteX2" fmla="*/ 92884 w 6820543"/>
              <a:gd name="connsiteY2" fmla="*/ 1732386 h 2811334"/>
              <a:gd name="connsiteX3" fmla="*/ 91844 w 6820543"/>
              <a:gd name="connsiteY3" fmla="*/ 2035104 h 2811334"/>
              <a:gd name="connsiteX4" fmla="*/ 205279 w 6820543"/>
              <a:gd name="connsiteY4" fmla="*/ 2422911 h 2811334"/>
              <a:gd name="connsiteX5" fmla="*/ 664580 w 6820543"/>
              <a:gd name="connsiteY5" fmla="*/ 2712894 h 2811334"/>
              <a:gd name="connsiteX6" fmla="*/ 843218 w 6820543"/>
              <a:gd name="connsiteY6" fmla="*/ 2623314 h 2811334"/>
              <a:gd name="connsiteX7" fmla="*/ 1005143 w 6820543"/>
              <a:gd name="connsiteY7" fmla="*/ 2550673 h 2811334"/>
              <a:gd name="connsiteX8" fmla="*/ 1160885 w 6820543"/>
              <a:gd name="connsiteY8" fmla="*/ 2481787 h 2811334"/>
              <a:gd name="connsiteX9" fmla="*/ 1313118 w 6820543"/>
              <a:gd name="connsiteY9" fmla="*/ 2416292 h 2811334"/>
              <a:gd name="connsiteX10" fmla="*/ 1538210 w 6820543"/>
              <a:gd name="connsiteY10" fmla="*/ 2298432 h 2811334"/>
              <a:gd name="connsiteX11" fmla="*/ 1895981 w 6820543"/>
              <a:gd name="connsiteY11" fmla="*/ 1955005 h 2811334"/>
              <a:gd name="connsiteX12" fmla="*/ 2512791 w 6820543"/>
              <a:gd name="connsiteY12" fmla="*/ 1341877 h 2811334"/>
              <a:gd name="connsiteX13" fmla="*/ 3358165 w 6820543"/>
              <a:gd name="connsiteY13" fmla="*/ 736610 h 2811334"/>
              <a:gd name="connsiteX14" fmla="*/ 4726289 w 6820543"/>
              <a:gd name="connsiteY14" fmla="*/ 909322 h 2811334"/>
              <a:gd name="connsiteX15" fmla="*/ 5225822 w 6820543"/>
              <a:gd name="connsiteY15" fmla="*/ 274322 h 2811334"/>
              <a:gd name="connsiteX16" fmla="*/ 5790973 w 6820543"/>
              <a:gd name="connsiteY16" fmla="*/ 172768 h 2811334"/>
              <a:gd name="connsiteX17" fmla="*/ 6220656 w 6820543"/>
              <a:gd name="connsiteY17" fmla="*/ 428302 h 2811334"/>
              <a:gd name="connsiteX18" fmla="*/ 6381878 w 6820543"/>
              <a:gd name="connsiteY18" fmla="*/ 623187 h 2811334"/>
              <a:gd name="connsiteX19" fmla="*/ 6534278 w 6820543"/>
              <a:gd name="connsiteY19" fmla="*/ 703089 h 2811334"/>
              <a:gd name="connsiteX20" fmla="*/ 6648578 w 6820543"/>
              <a:gd name="connsiteY20" fmla="*/ 674034 h 2811334"/>
              <a:gd name="connsiteX21" fmla="*/ 6677856 w 6820543"/>
              <a:gd name="connsiteY21" fmla="*/ 529995 h 2811334"/>
              <a:gd name="connsiteX22" fmla="*/ 6648579 w 6820543"/>
              <a:gd name="connsiteY22" fmla="*/ 390745 h 2811334"/>
              <a:gd name="connsiteX23" fmla="*/ 6578730 w 6820543"/>
              <a:gd name="connsiteY23" fmla="*/ 303578 h 2811334"/>
              <a:gd name="connsiteX24" fmla="*/ 6534280 w 6820543"/>
              <a:gd name="connsiteY24" fmla="*/ 194620 h 2811334"/>
              <a:gd name="connsiteX25" fmla="*/ 6515230 w 6820543"/>
              <a:gd name="connsiteY25" fmla="*/ 27550 h 2811334"/>
              <a:gd name="connsiteX26" fmla="*/ 6661279 w 6820543"/>
              <a:gd name="connsiteY26" fmla="*/ 13025 h 2811334"/>
              <a:gd name="connsiteX27" fmla="*/ 6813322 w 6820543"/>
              <a:gd name="connsiteY27" fmla="*/ 26287 h 2811334"/>
              <a:gd name="connsiteX28" fmla="*/ 6794630 w 6820543"/>
              <a:gd name="connsiteY28" fmla="*/ 252730 h 2811334"/>
              <a:gd name="connsiteX29" fmla="*/ 6750180 w 6820543"/>
              <a:gd name="connsiteY29" fmla="*/ 405271 h 2811334"/>
              <a:gd name="connsiteX30" fmla="*/ 6737479 w 6820543"/>
              <a:gd name="connsiteY30" fmla="*/ 659506 h 2811334"/>
              <a:gd name="connsiteX31" fmla="*/ 6661279 w 6820543"/>
              <a:gd name="connsiteY31" fmla="*/ 775729 h 2811334"/>
              <a:gd name="connsiteX32" fmla="*/ 6550856 w 6820543"/>
              <a:gd name="connsiteY32" fmla="*/ 797321 h 2811334"/>
              <a:gd name="connsiteX33" fmla="*/ 6337071 w 6820543"/>
              <a:gd name="connsiteY33" fmla="*/ 712560 h 2811334"/>
              <a:gd name="connsiteX34" fmla="*/ 6070729 w 6820543"/>
              <a:gd name="connsiteY34" fmla="*/ 398005 h 2811334"/>
              <a:gd name="connsiteX35" fmla="*/ 5833306 w 6820543"/>
              <a:gd name="connsiteY35" fmla="*/ 276774 h 2811334"/>
              <a:gd name="connsiteX36" fmla="*/ 5509456 w 6820543"/>
              <a:gd name="connsiteY36" fmla="*/ 257389 h 2811334"/>
              <a:gd name="connsiteX37" fmla="*/ 5327422 w 6820543"/>
              <a:gd name="connsiteY37" fmla="*/ 333589 h 2811334"/>
              <a:gd name="connsiteX38" fmla="*/ 5208889 w 6820543"/>
              <a:gd name="connsiteY38" fmla="*/ 452121 h 2811334"/>
              <a:gd name="connsiteX39" fmla="*/ 4997222 w 6820543"/>
              <a:gd name="connsiteY39" fmla="*/ 833121 h 2811334"/>
              <a:gd name="connsiteX40" fmla="*/ 4819422 w 6820543"/>
              <a:gd name="connsiteY40" fmla="*/ 985522 h 2811334"/>
              <a:gd name="connsiteX41" fmla="*/ 4407230 w 6820543"/>
              <a:gd name="connsiteY41" fmla="*/ 1018010 h 2811334"/>
              <a:gd name="connsiteX42" fmla="*/ 3747933 w 6820543"/>
              <a:gd name="connsiteY42" fmla="*/ 839283 h 2811334"/>
              <a:gd name="connsiteX43" fmla="*/ 3333722 w 6820543"/>
              <a:gd name="connsiteY43" fmla="*/ 842833 h 2811334"/>
              <a:gd name="connsiteX44" fmla="*/ 2665315 w 6820543"/>
              <a:gd name="connsiteY44" fmla="*/ 1324293 h 2811334"/>
              <a:gd name="connsiteX45" fmla="*/ 2002785 w 6820543"/>
              <a:gd name="connsiteY45" fmla="*/ 1975179 h 2811334"/>
              <a:gd name="connsiteX46" fmla="*/ 1595438 w 6820543"/>
              <a:gd name="connsiteY46" fmla="*/ 2361313 h 2811334"/>
              <a:gd name="connsiteX47" fmla="*/ 1287718 w 6820543"/>
              <a:gd name="connsiteY47" fmla="*/ 2521618 h 2811334"/>
              <a:gd name="connsiteX48" fmla="*/ 1065014 w 6820543"/>
              <a:gd name="connsiteY48" fmla="*/ 2609174 h 2811334"/>
              <a:gd name="connsiteX49" fmla="*/ 637889 w 6820543"/>
              <a:gd name="connsiteY49" fmla="*/ 2808728 h 2811334"/>
              <a:gd name="connsiteX50" fmla="*/ 439824 w 6820543"/>
              <a:gd name="connsiteY50" fmla="*/ 2799988 h 2811334"/>
              <a:gd name="connsiteX51" fmla="*/ 309818 w 6820543"/>
              <a:gd name="connsiteY51" fmla="*/ 2732271 h 2811334"/>
              <a:gd name="connsiteX52" fmla="*/ 152639 w 6820543"/>
              <a:gd name="connsiteY52" fmla="*/ 2518257 h 2811334"/>
              <a:gd name="connsiteX53" fmla="*/ 78043 w 6820543"/>
              <a:gd name="connsiteY53" fmla="*/ 2332757 h 2811334"/>
              <a:gd name="connsiteX54" fmla="*/ 26453 w 6820543"/>
              <a:gd name="connsiteY54" fmla="*/ 2130129 h 2811334"/>
              <a:gd name="connsiteX55" fmla="*/ 38 w 6820543"/>
              <a:gd name="connsiteY55" fmla="*/ 1861782 h 2811334"/>
              <a:gd name="connsiteX0" fmla="*/ 67 w 6820572"/>
              <a:gd name="connsiteY0" fmla="*/ 1861782 h 2811334"/>
              <a:gd name="connsiteX1" fmla="*/ 22603 w 6820572"/>
              <a:gd name="connsiteY1" fmla="*/ 987659 h 2811334"/>
              <a:gd name="connsiteX2" fmla="*/ 116545 w 6820572"/>
              <a:gd name="connsiteY2" fmla="*/ 984210 h 2811334"/>
              <a:gd name="connsiteX3" fmla="*/ 91873 w 6820572"/>
              <a:gd name="connsiteY3" fmla="*/ 2035104 h 2811334"/>
              <a:gd name="connsiteX4" fmla="*/ 205308 w 6820572"/>
              <a:gd name="connsiteY4" fmla="*/ 2422911 h 2811334"/>
              <a:gd name="connsiteX5" fmla="*/ 664609 w 6820572"/>
              <a:gd name="connsiteY5" fmla="*/ 2712894 h 2811334"/>
              <a:gd name="connsiteX6" fmla="*/ 843247 w 6820572"/>
              <a:gd name="connsiteY6" fmla="*/ 2623314 h 2811334"/>
              <a:gd name="connsiteX7" fmla="*/ 1005172 w 6820572"/>
              <a:gd name="connsiteY7" fmla="*/ 2550673 h 2811334"/>
              <a:gd name="connsiteX8" fmla="*/ 1160914 w 6820572"/>
              <a:gd name="connsiteY8" fmla="*/ 2481787 h 2811334"/>
              <a:gd name="connsiteX9" fmla="*/ 1313147 w 6820572"/>
              <a:gd name="connsiteY9" fmla="*/ 2416292 h 2811334"/>
              <a:gd name="connsiteX10" fmla="*/ 1538239 w 6820572"/>
              <a:gd name="connsiteY10" fmla="*/ 2298432 h 2811334"/>
              <a:gd name="connsiteX11" fmla="*/ 1896010 w 6820572"/>
              <a:gd name="connsiteY11" fmla="*/ 1955005 h 2811334"/>
              <a:gd name="connsiteX12" fmla="*/ 2512820 w 6820572"/>
              <a:gd name="connsiteY12" fmla="*/ 1341877 h 2811334"/>
              <a:gd name="connsiteX13" fmla="*/ 3358194 w 6820572"/>
              <a:gd name="connsiteY13" fmla="*/ 736610 h 2811334"/>
              <a:gd name="connsiteX14" fmla="*/ 4726318 w 6820572"/>
              <a:gd name="connsiteY14" fmla="*/ 909322 h 2811334"/>
              <a:gd name="connsiteX15" fmla="*/ 5225851 w 6820572"/>
              <a:gd name="connsiteY15" fmla="*/ 274322 h 2811334"/>
              <a:gd name="connsiteX16" fmla="*/ 5791002 w 6820572"/>
              <a:gd name="connsiteY16" fmla="*/ 172768 h 2811334"/>
              <a:gd name="connsiteX17" fmla="*/ 6220685 w 6820572"/>
              <a:gd name="connsiteY17" fmla="*/ 428302 h 2811334"/>
              <a:gd name="connsiteX18" fmla="*/ 6381907 w 6820572"/>
              <a:gd name="connsiteY18" fmla="*/ 623187 h 2811334"/>
              <a:gd name="connsiteX19" fmla="*/ 6534307 w 6820572"/>
              <a:gd name="connsiteY19" fmla="*/ 703089 h 2811334"/>
              <a:gd name="connsiteX20" fmla="*/ 6648607 w 6820572"/>
              <a:gd name="connsiteY20" fmla="*/ 674034 h 2811334"/>
              <a:gd name="connsiteX21" fmla="*/ 6677885 w 6820572"/>
              <a:gd name="connsiteY21" fmla="*/ 529995 h 2811334"/>
              <a:gd name="connsiteX22" fmla="*/ 6648608 w 6820572"/>
              <a:gd name="connsiteY22" fmla="*/ 390745 h 2811334"/>
              <a:gd name="connsiteX23" fmla="*/ 6578759 w 6820572"/>
              <a:gd name="connsiteY23" fmla="*/ 303578 h 2811334"/>
              <a:gd name="connsiteX24" fmla="*/ 6534309 w 6820572"/>
              <a:gd name="connsiteY24" fmla="*/ 194620 h 2811334"/>
              <a:gd name="connsiteX25" fmla="*/ 6515259 w 6820572"/>
              <a:gd name="connsiteY25" fmla="*/ 27550 h 2811334"/>
              <a:gd name="connsiteX26" fmla="*/ 6661308 w 6820572"/>
              <a:gd name="connsiteY26" fmla="*/ 13025 h 2811334"/>
              <a:gd name="connsiteX27" fmla="*/ 6813351 w 6820572"/>
              <a:gd name="connsiteY27" fmla="*/ 26287 h 2811334"/>
              <a:gd name="connsiteX28" fmla="*/ 6794659 w 6820572"/>
              <a:gd name="connsiteY28" fmla="*/ 252730 h 2811334"/>
              <a:gd name="connsiteX29" fmla="*/ 6750209 w 6820572"/>
              <a:gd name="connsiteY29" fmla="*/ 405271 h 2811334"/>
              <a:gd name="connsiteX30" fmla="*/ 6737508 w 6820572"/>
              <a:gd name="connsiteY30" fmla="*/ 659506 h 2811334"/>
              <a:gd name="connsiteX31" fmla="*/ 6661308 w 6820572"/>
              <a:gd name="connsiteY31" fmla="*/ 775729 h 2811334"/>
              <a:gd name="connsiteX32" fmla="*/ 6550885 w 6820572"/>
              <a:gd name="connsiteY32" fmla="*/ 797321 h 2811334"/>
              <a:gd name="connsiteX33" fmla="*/ 6337100 w 6820572"/>
              <a:gd name="connsiteY33" fmla="*/ 712560 h 2811334"/>
              <a:gd name="connsiteX34" fmla="*/ 6070758 w 6820572"/>
              <a:gd name="connsiteY34" fmla="*/ 398005 h 2811334"/>
              <a:gd name="connsiteX35" fmla="*/ 5833335 w 6820572"/>
              <a:gd name="connsiteY35" fmla="*/ 276774 h 2811334"/>
              <a:gd name="connsiteX36" fmla="*/ 5509485 w 6820572"/>
              <a:gd name="connsiteY36" fmla="*/ 257389 h 2811334"/>
              <a:gd name="connsiteX37" fmla="*/ 5327451 w 6820572"/>
              <a:gd name="connsiteY37" fmla="*/ 333589 h 2811334"/>
              <a:gd name="connsiteX38" fmla="*/ 5208918 w 6820572"/>
              <a:gd name="connsiteY38" fmla="*/ 452121 h 2811334"/>
              <a:gd name="connsiteX39" fmla="*/ 4997251 w 6820572"/>
              <a:gd name="connsiteY39" fmla="*/ 833121 h 2811334"/>
              <a:gd name="connsiteX40" fmla="*/ 4819451 w 6820572"/>
              <a:gd name="connsiteY40" fmla="*/ 985522 h 2811334"/>
              <a:gd name="connsiteX41" fmla="*/ 4407259 w 6820572"/>
              <a:gd name="connsiteY41" fmla="*/ 1018010 h 2811334"/>
              <a:gd name="connsiteX42" fmla="*/ 3747962 w 6820572"/>
              <a:gd name="connsiteY42" fmla="*/ 839283 h 2811334"/>
              <a:gd name="connsiteX43" fmla="*/ 3333751 w 6820572"/>
              <a:gd name="connsiteY43" fmla="*/ 842833 h 2811334"/>
              <a:gd name="connsiteX44" fmla="*/ 2665344 w 6820572"/>
              <a:gd name="connsiteY44" fmla="*/ 1324293 h 2811334"/>
              <a:gd name="connsiteX45" fmla="*/ 2002814 w 6820572"/>
              <a:gd name="connsiteY45" fmla="*/ 1975179 h 2811334"/>
              <a:gd name="connsiteX46" fmla="*/ 1595467 w 6820572"/>
              <a:gd name="connsiteY46" fmla="*/ 2361313 h 2811334"/>
              <a:gd name="connsiteX47" fmla="*/ 1287747 w 6820572"/>
              <a:gd name="connsiteY47" fmla="*/ 2521618 h 2811334"/>
              <a:gd name="connsiteX48" fmla="*/ 1065043 w 6820572"/>
              <a:gd name="connsiteY48" fmla="*/ 2609174 h 2811334"/>
              <a:gd name="connsiteX49" fmla="*/ 637918 w 6820572"/>
              <a:gd name="connsiteY49" fmla="*/ 2808728 h 2811334"/>
              <a:gd name="connsiteX50" fmla="*/ 439853 w 6820572"/>
              <a:gd name="connsiteY50" fmla="*/ 2799988 h 2811334"/>
              <a:gd name="connsiteX51" fmla="*/ 309847 w 6820572"/>
              <a:gd name="connsiteY51" fmla="*/ 2732271 h 2811334"/>
              <a:gd name="connsiteX52" fmla="*/ 152668 w 6820572"/>
              <a:gd name="connsiteY52" fmla="*/ 2518257 h 2811334"/>
              <a:gd name="connsiteX53" fmla="*/ 78072 w 6820572"/>
              <a:gd name="connsiteY53" fmla="*/ 2332757 h 2811334"/>
              <a:gd name="connsiteX54" fmla="*/ 26482 w 6820572"/>
              <a:gd name="connsiteY54" fmla="*/ 2130129 h 2811334"/>
              <a:gd name="connsiteX55" fmla="*/ 67 w 6820572"/>
              <a:gd name="connsiteY55" fmla="*/ 1861782 h 2811334"/>
              <a:gd name="connsiteX0" fmla="*/ 7147 w 6827652"/>
              <a:gd name="connsiteY0" fmla="*/ 1861782 h 2811334"/>
              <a:gd name="connsiteX1" fmla="*/ 10777 w 6827652"/>
              <a:gd name="connsiteY1" fmla="*/ 1010903 h 2811334"/>
              <a:gd name="connsiteX2" fmla="*/ 123625 w 6827652"/>
              <a:gd name="connsiteY2" fmla="*/ 984210 h 2811334"/>
              <a:gd name="connsiteX3" fmla="*/ 98953 w 6827652"/>
              <a:gd name="connsiteY3" fmla="*/ 2035104 h 2811334"/>
              <a:gd name="connsiteX4" fmla="*/ 212388 w 6827652"/>
              <a:gd name="connsiteY4" fmla="*/ 2422911 h 2811334"/>
              <a:gd name="connsiteX5" fmla="*/ 671689 w 6827652"/>
              <a:gd name="connsiteY5" fmla="*/ 2712894 h 2811334"/>
              <a:gd name="connsiteX6" fmla="*/ 850327 w 6827652"/>
              <a:gd name="connsiteY6" fmla="*/ 2623314 h 2811334"/>
              <a:gd name="connsiteX7" fmla="*/ 1012252 w 6827652"/>
              <a:gd name="connsiteY7" fmla="*/ 2550673 h 2811334"/>
              <a:gd name="connsiteX8" fmla="*/ 1167994 w 6827652"/>
              <a:gd name="connsiteY8" fmla="*/ 2481787 h 2811334"/>
              <a:gd name="connsiteX9" fmla="*/ 1320227 w 6827652"/>
              <a:gd name="connsiteY9" fmla="*/ 2416292 h 2811334"/>
              <a:gd name="connsiteX10" fmla="*/ 1545319 w 6827652"/>
              <a:gd name="connsiteY10" fmla="*/ 2298432 h 2811334"/>
              <a:gd name="connsiteX11" fmla="*/ 1903090 w 6827652"/>
              <a:gd name="connsiteY11" fmla="*/ 1955005 h 2811334"/>
              <a:gd name="connsiteX12" fmla="*/ 2519900 w 6827652"/>
              <a:gd name="connsiteY12" fmla="*/ 1341877 h 2811334"/>
              <a:gd name="connsiteX13" fmla="*/ 3365274 w 6827652"/>
              <a:gd name="connsiteY13" fmla="*/ 736610 h 2811334"/>
              <a:gd name="connsiteX14" fmla="*/ 4733398 w 6827652"/>
              <a:gd name="connsiteY14" fmla="*/ 909322 h 2811334"/>
              <a:gd name="connsiteX15" fmla="*/ 5232931 w 6827652"/>
              <a:gd name="connsiteY15" fmla="*/ 274322 h 2811334"/>
              <a:gd name="connsiteX16" fmla="*/ 5798082 w 6827652"/>
              <a:gd name="connsiteY16" fmla="*/ 172768 h 2811334"/>
              <a:gd name="connsiteX17" fmla="*/ 6227765 w 6827652"/>
              <a:gd name="connsiteY17" fmla="*/ 428302 h 2811334"/>
              <a:gd name="connsiteX18" fmla="*/ 6388987 w 6827652"/>
              <a:gd name="connsiteY18" fmla="*/ 623187 h 2811334"/>
              <a:gd name="connsiteX19" fmla="*/ 6541387 w 6827652"/>
              <a:gd name="connsiteY19" fmla="*/ 703089 h 2811334"/>
              <a:gd name="connsiteX20" fmla="*/ 6655687 w 6827652"/>
              <a:gd name="connsiteY20" fmla="*/ 674034 h 2811334"/>
              <a:gd name="connsiteX21" fmla="*/ 6684965 w 6827652"/>
              <a:gd name="connsiteY21" fmla="*/ 529995 h 2811334"/>
              <a:gd name="connsiteX22" fmla="*/ 6655688 w 6827652"/>
              <a:gd name="connsiteY22" fmla="*/ 390745 h 2811334"/>
              <a:gd name="connsiteX23" fmla="*/ 6585839 w 6827652"/>
              <a:gd name="connsiteY23" fmla="*/ 303578 h 2811334"/>
              <a:gd name="connsiteX24" fmla="*/ 6541389 w 6827652"/>
              <a:gd name="connsiteY24" fmla="*/ 194620 h 2811334"/>
              <a:gd name="connsiteX25" fmla="*/ 6522339 w 6827652"/>
              <a:gd name="connsiteY25" fmla="*/ 27550 h 2811334"/>
              <a:gd name="connsiteX26" fmla="*/ 6668388 w 6827652"/>
              <a:gd name="connsiteY26" fmla="*/ 13025 h 2811334"/>
              <a:gd name="connsiteX27" fmla="*/ 6820431 w 6827652"/>
              <a:gd name="connsiteY27" fmla="*/ 26287 h 2811334"/>
              <a:gd name="connsiteX28" fmla="*/ 6801739 w 6827652"/>
              <a:gd name="connsiteY28" fmla="*/ 252730 h 2811334"/>
              <a:gd name="connsiteX29" fmla="*/ 6757289 w 6827652"/>
              <a:gd name="connsiteY29" fmla="*/ 405271 h 2811334"/>
              <a:gd name="connsiteX30" fmla="*/ 6744588 w 6827652"/>
              <a:gd name="connsiteY30" fmla="*/ 659506 h 2811334"/>
              <a:gd name="connsiteX31" fmla="*/ 6668388 w 6827652"/>
              <a:gd name="connsiteY31" fmla="*/ 775729 h 2811334"/>
              <a:gd name="connsiteX32" fmla="*/ 6557965 w 6827652"/>
              <a:gd name="connsiteY32" fmla="*/ 797321 h 2811334"/>
              <a:gd name="connsiteX33" fmla="*/ 6344180 w 6827652"/>
              <a:gd name="connsiteY33" fmla="*/ 712560 h 2811334"/>
              <a:gd name="connsiteX34" fmla="*/ 6077838 w 6827652"/>
              <a:gd name="connsiteY34" fmla="*/ 398005 h 2811334"/>
              <a:gd name="connsiteX35" fmla="*/ 5840415 w 6827652"/>
              <a:gd name="connsiteY35" fmla="*/ 276774 h 2811334"/>
              <a:gd name="connsiteX36" fmla="*/ 5516565 w 6827652"/>
              <a:gd name="connsiteY36" fmla="*/ 257389 h 2811334"/>
              <a:gd name="connsiteX37" fmla="*/ 5334531 w 6827652"/>
              <a:gd name="connsiteY37" fmla="*/ 333589 h 2811334"/>
              <a:gd name="connsiteX38" fmla="*/ 5215998 w 6827652"/>
              <a:gd name="connsiteY38" fmla="*/ 452121 h 2811334"/>
              <a:gd name="connsiteX39" fmla="*/ 5004331 w 6827652"/>
              <a:gd name="connsiteY39" fmla="*/ 833121 h 2811334"/>
              <a:gd name="connsiteX40" fmla="*/ 4826531 w 6827652"/>
              <a:gd name="connsiteY40" fmla="*/ 985522 h 2811334"/>
              <a:gd name="connsiteX41" fmla="*/ 4414339 w 6827652"/>
              <a:gd name="connsiteY41" fmla="*/ 1018010 h 2811334"/>
              <a:gd name="connsiteX42" fmla="*/ 3755042 w 6827652"/>
              <a:gd name="connsiteY42" fmla="*/ 839283 h 2811334"/>
              <a:gd name="connsiteX43" fmla="*/ 3340831 w 6827652"/>
              <a:gd name="connsiteY43" fmla="*/ 842833 h 2811334"/>
              <a:gd name="connsiteX44" fmla="*/ 2672424 w 6827652"/>
              <a:gd name="connsiteY44" fmla="*/ 1324293 h 2811334"/>
              <a:gd name="connsiteX45" fmla="*/ 2009894 w 6827652"/>
              <a:gd name="connsiteY45" fmla="*/ 1975179 h 2811334"/>
              <a:gd name="connsiteX46" fmla="*/ 1602547 w 6827652"/>
              <a:gd name="connsiteY46" fmla="*/ 2361313 h 2811334"/>
              <a:gd name="connsiteX47" fmla="*/ 1294827 w 6827652"/>
              <a:gd name="connsiteY47" fmla="*/ 2521618 h 2811334"/>
              <a:gd name="connsiteX48" fmla="*/ 1072123 w 6827652"/>
              <a:gd name="connsiteY48" fmla="*/ 2609174 h 2811334"/>
              <a:gd name="connsiteX49" fmla="*/ 644998 w 6827652"/>
              <a:gd name="connsiteY49" fmla="*/ 2808728 h 2811334"/>
              <a:gd name="connsiteX50" fmla="*/ 446933 w 6827652"/>
              <a:gd name="connsiteY50" fmla="*/ 2799988 h 2811334"/>
              <a:gd name="connsiteX51" fmla="*/ 316927 w 6827652"/>
              <a:gd name="connsiteY51" fmla="*/ 2732271 h 2811334"/>
              <a:gd name="connsiteX52" fmla="*/ 159748 w 6827652"/>
              <a:gd name="connsiteY52" fmla="*/ 2518257 h 2811334"/>
              <a:gd name="connsiteX53" fmla="*/ 85152 w 6827652"/>
              <a:gd name="connsiteY53" fmla="*/ 2332757 h 2811334"/>
              <a:gd name="connsiteX54" fmla="*/ 33562 w 6827652"/>
              <a:gd name="connsiteY54" fmla="*/ 2130129 h 2811334"/>
              <a:gd name="connsiteX55" fmla="*/ 7147 w 6827652"/>
              <a:gd name="connsiteY55" fmla="*/ 1861782 h 2811334"/>
              <a:gd name="connsiteX0" fmla="*/ 19524 w 6840029"/>
              <a:gd name="connsiteY0" fmla="*/ 1861782 h 2811334"/>
              <a:gd name="connsiteX1" fmla="*/ 23154 w 6840029"/>
              <a:gd name="connsiteY1" fmla="*/ 1010903 h 2811334"/>
              <a:gd name="connsiteX2" fmla="*/ 136002 w 6840029"/>
              <a:gd name="connsiteY2" fmla="*/ 984210 h 2811334"/>
              <a:gd name="connsiteX3" fmla="*/ 111330 w 6840029"/>
              <a:gd name="connsiteY3" fmla="*/ 2035104 h 2811334"/>
              <a:gd name="connsiteX4" fmla="*/ 224765 w 6840029"/>
              <a:gd name="connsiteY4" fmla="*/ 2422911 h 2811334"/>
              <a:gd name="connsiteX5" fmla="*/ 684066 w 6840029"/>
              <a:gd name="connsiteY5" fmla="*/ 2712894 h 2811334"/>
              <a:gd name="connsiteX6" fmla="*/ 862704 w 6840029"/>
              <a:gd name="connsiteY6" fmla="*/ 2623314 h 2811334"/>
              <a:gd name="connsiteX7" fmla="*/ 1024629 w 6840029"/>
              <a:gd name="connsiteY7" fmla="*/ 2550673 h 2811334"/>
              <a:gd name="connsiteX8" fmla="*/ 1180371 w 6840029"/>
              <a:gd name="connsiteY8" fmla="*/ 2481787 h 2811334"/>
              <a:gd name="connsiteX9" fmla="*/ 1332604 w 6840029"/>
              <a:gd name="connsiteY9" fmla="*/ 2416292 h 2811334"/>
              <a:gd name="connsiteX10" fmla="*/ 1557696 w 6840029"/>
              <a:gd name="connsiteY10" fmla="*/ 2298432 h 2811334"/>
              <a:gd name="connsiteX11" fmla="*/ 1915467 w 6840029"/>
              <a:gd name="connsiteY11" fmla="*/ 1955005 h 2811334"/>
              <a:gd name="connsiteX12" fmla="*/ 2532277 w 6840029"/>
              <a:gd name="connsiteY12" fmla="*/ 1341877 h 2811334"/>
              <a:gd name="connsiteX13" fmla="*/ 3377651 w 6840029"/>
              <a:gd name="connsiteY13" fmla="*/ 736610 h 2811334"/>
              <a:gd name="connsiteX14" fmla="*/ 4745775 w 6840029"/>
              <a:gd name="connsiteY14" fmla="*/ 909322 h 2811334"/>
              <a:gd name="connsiteX15" fmla="*/ 5245308 w 6840029"/>
              <a:gd name="connsiteY15" fmla="*/ 274322 h 2811334"/>
              <a:gd name="connsiteX16" fmla="*/ 5810459 w 6840029"/>
              <a:gd name="connsiteY16" fmla="*/ 172768 h 2811334"/>
              <a:gd name="connsiteX17" fmla="*/ 6240142 w 6840029"/>
              <a:gd name="connsiteY17" fmla="*/ 428302 h 2811334"/>
              <a:gd name="connsiteX18" fmla="*/ 6401364 w 6840029"/>
              <a:gd name="connsiteY18" fmla="*/ 623187 h 2811334"/>
              <a:gd name="connsiteX19" fmla="*/ 6553764 w 6840029"/>
              <a:gd name="connsiteY19" fmla="*/ 703089 h 2811334"/>
              <a:gd name="connsiteX20" fmla="*/ 6668064 w 6840029"/>
              <a:gd name="connsiteY20" fmla="*/ 674034 h 2811334"/>
              <a:gd name="connsiteX21" fmla="*/ 6697342 w 6840029"/>
              <a:gd name="connsiteY21" fmla="*/ 529995 h 2811334"/>
              <a:gd name="connsiteX22" fmla="*/ 6668065 w 6840029"/>
              <a:gd name="connsiteY22" fmla="*/ 390745 h 2811334"/>
              <a:gd name="connsiteX23" fmla="*/ 6598216 w 6840029"/>
              <a:gd name="connsiteY23" fmla="*/ 303578 h 2811334"/>
              <a:gd name="connsiteX24" fmla="*/ 6553766 w 6840029"/>
              <a:gd name="connsiteY24" fmla="*/ 194620 h 2811334"/>
              <a:gd name="connsiteX25" fmla="*/ 6534716 w 6840029"/>
              <a:gd name="connsiteY25" fmla="*/ 27550 h 2811334"/>
              <a:gd name="connsiteX26" fmla="*/ 6680765 w 6840029"/>
              <a:gd name="connsiteY26" fmla="*/ 13025 h 2811334"/>
              <a:gd name="connsiteX27" fmla="*/ 6832808 w 6840029"/>
              <a:gd name="connsiteY27" fmla="*/ 26287 h 2811334"/>
              <a:gd name="connsiteX28" fmla="*/ 6814116 w 6840029"/>
              <a:gd name="connsiteY28" fmla="*/ 252730 h 2811334"/>
              <a:gd name="connsiteX29" fmla="*/ 6769666 w 6840029"/>
              <a:gd name="connsiteY29" fmla="*/ 405271 h 2811334"/>
              <a:gd name="connsiteX30" fmla="*/ 6756965 w 6840029"/>
              <a:gd name="connsiteY30" fmla="*/ 659506 h 2811334"/>
              <a:gd name="connsiteX31" fmla="*/ 6680765 w 6840029"/>
              <a:gd name="connsiteY31" fmla="*/ 775729 h 2811334"/>
              <a:gd name="connsiteX32" fmla="*/ 6570342 w 6840029"/>
              <a:gd name="connsiteY32" fmla="*/ 797321 h 2811334"/>
              <a:gd name="connsiteX33" fmla="*/ 6356557 w 6840029"/>
              <a:gd name="connsiteY33" fmla="*/ 712560 h 2811334"/>
              <a:gd name="connsiteX34" fmla="*/ 6090215 w 6840029"/>
              <a:gd name="connsiteY34" fmla="*/ 398005 h 2811334"/>
              <a:gd name="connsiteX35" fmla="*/ 5852792 w 6840029"/>
              <a:gd name="connsiteY35" fmla="*/ 276774 h 2811334"/>
              <a:gd name="connsiteX36" fmla="*/ 5528942 w 6840029"/>
              <a:gd name="connsiteY36" fmla="*/ 257389 h 2811334"/>
              <a:gd name="connsiteX37" fmla="*/ 5346908 w 6840029"/>
              <a:gd name="connsiteY37" fmla="*/ 333589 h 2811334"/>
              <a:gd name="connsiteX38" fmla="*/ 5228375 w 6840029"/>
              <a:gd name="connsiteY38" fmla="*/ 452121 h 2811334"/>
              <a:gd name="connsiteX39" fmla="*/ 5016708 w 6840029"/>
              <a:gd name="connsiteY39" fmla="*/ 833121 h 2811334"/>
              <a:gd name="connsiteX40" fmla="*/ 4838908 w 6840029"/>
              <a:gd name="connsiteY40" fmla="*/ 985522 h 2811334"/>
              <a:gd name="connsiteX41" fmla="*/ 4426716 w 6840029"/>
              <a:gd name="connsiteY41" fmla="*/ 1018010 h 2811334"/>
              <a:gd name="connsiteX42" fmla="*/ 3767419 w 6840029"/>
              <a:gd name="connsiteY42" fmla="*/ 839283 h 2811334"/>
              <a:gd name="connsiteX43" fmla="*/ 3353208 w 6840029"/>
              <a:gd name="connsiteY43" fmla="*/ 842833 h 2811334"/>
              <a:gd name="connsiteX44" fmla="*/ 2684801 w 6840029"/>
              <a:gd name="connsiteY44" fmla="*/ 1324293 h 2811334"/>
              <a:gd name="connsiteX45" fmla="*/ 2022271 w 6840029"/>
              <a:gd name="connsiteY45" fmla="*/ 1975179 h 2811334"/>
              <a:gd name="connsiteX46" fmla="*/ 1614924 w 6840029"/>
              <a:gd name="connsiteY46" fmla="*/ 2361313 h 2811334"/>
              <a:gd name="connsiteX47" fmla="*/ 1307204 w 6840029"/>
              <a:gd name="connsiteY47" fmla="*/ 2521618 h 2811334"/>
              <a:gd name="connsiteX48" fmla="*/ 1084500 w 6840029"/>
              <a:gd name="connsiteY48" fmla="*/ 2609174 h 2811334"/>
              <a:gd name="connsiteX49" fmla="*/ 657375 w 6840029"/>
              <a:gd name="connsiteY49" fmla="*/ 2808728 h 2811334"/>
              <a:gd name="connsiteX50" fmla="*/ 459310 w 6840029"/>
              <a:gd name="connsiteY50" fmla="*/ 2799988 h 2811334"/>
              <a:gd name="connsiteX51" fmla="*/ 329304 w 6840029"/>
              <a:gd name="connsiteY51" fmla="*/ 2732271 h 2811334"/>
              <a:gd name="connsiteX52" fmla="*/ 172125 w 6840029"/>
              <a:gd name="connsiteY52" fmla="*/ 2518257 h 2811334"/>
              <a:gd name="connsiteX53" fmla="*/ 97529 w 6840029"/>
              <a:gd name="connsiteY53" fmla="*/ 2332757 h 2811334"/>
              <a:gd name="connsiteX54" fmla="*/ 45939 w 6840029"/>
              <a:gd name="connsiteY54" fmla="*/ 2130129 h 2811334"/>
              <a:gd name="connsiteX55" fmla="*/ 19524 w 6840029"/>
              <a:gd name="connsiteY55" fmla="*/ 1861782 h 2811334"/>
              <a:gd name="connsiteX0" fmla="*/ 9170 w 6829675"/>
              <a:gd name="connsiteY0" fmla="*/ 1861782 h 2811334"/>
              <a:gd name="connsiteX1" fmla="*/ 12800 w 6829675"/>
              <a:gd name="connsiteY1" fmla="*/ 1010903 h 2811334"/>
              <a:gd name="connsiteX2" fmla="*/ 125648 w 6829675"/>
              <a:gd name="connsiteY2" fmla="*/ 984210 h 2811334"/>
              <a:gd name="connsiteX3" fmla="*/ 100976 w 6829675"/>
              <a:gd name="connsiteY3" fmla="*/ 2035104 h 2811334"/>
              <a:gd name="connsiteX4" fmla="*/ 214411 w 6829675"/>
              <a:gd name="connsiteY4" fmla="*/ 2422911 h 2811334"/>
              <a:gd name="connsiteX5" fmla="*/ 673712 w 6829675"/>
              <a:gd name="connsiteY5" fmla="*/ 2712894 h 2811334"/>
              <a:gd name="connsiteX6" fmla="*/ 852350 w 6829675"/>
              <a:gd name="connsiteY6" fmla="*/ 2623314 h 2811334"/>
              <a:gd name="connsiteX7" fmla="*/ 1014275 w 6829675"/>
              <a:gd name="connsiteY7" fmla="*/ 2550673 h 2811334"/>
              <a:gd name="connsiteX8" fmla="*/ 1170017 w 6829675"/>
              <a:gd name="connsiteY8" fmla="*/ 2481787 h 2811334"/>
              <a:gd name="connsiteX9" fmla="*/ 1322250 w 6829675"/>
              <a:gd name="connsiteY9" fmla="*/ 2416292 h 2811334"/>
              <a:gd name="connsiteX10" fmla="*/ 1547342 w 6829675"/>
              <a:gd name="connsiteY10" fmla="*/ 2298432 h 2811334"/>
              <a:gd name="connsiteX11" fmla="*/ 1905113 w 6829675"/>
              <a:gd name="connsiteY11" fmla="*/ 1955005 h 2811334"/>
              <a:gd name="connsiteX12" fmla="*/ 2521923 w 6829675"/>
              <a:gd name="connsiteY12" fmla="*/ 1341877 h 2811334"/>
              <a:gd name="connsiteX13" fmla="*/ 3367297 w 6829675"/>
              <a:gd name="connsiteY13" fmla="*/ 736610 h 2811334"/>
              <a:gd name="connsiteX14" fmla="*/ 4735421 w 6829675"/>
              <a:gd name="connsiteY14" fmla="*/ 909322 h 2811334"/>
              <a:gd name="connsiteX15" fmla="*/ 5234954 w 6829675"/>
              <a:gd name="connsiteY15" fmla="*/ 274322 h 2811334"/>
              <a:gd name="connsiteX16" fmla="*/ 5800105 w 6829675"/>
              <a:gd name="connsiteY16" fmla="*/ 172768 h 2811334"/>
              <a:gd name="connsiteX17" fmla="*/ 6229788 w 6829675"/>
              <a:gd name="connsiteY17" fmla="*/ 428302 h 2811334"/>
              <a:gd name="connsiteX18" fmla="*/ 6391010 w 6829675"/>
              <a:gd name="connsiteY18" fmla="*/ 623187 h 2811334"/>
              <a:gd name="connsiteX19" fmla="*/ 6543410 w 6829675"/>
              <a:gd name="connsiteY19" fmla="*/ 703089 h 2811334"/>
              <a:gd name="connsiteX20" fmla="*/ 6657710 w 6829675"/>
              <a:gd name="connsiteY20" fmla="*/ 674034 h 2811334"/>
              <a:gd name="connsiteX21" fmla="*/ 6686988 w 6829675"/>
              <a:gd name="connsiteY21" fmla="*/ 529995 h 2811334"/>
              <a:gd name="connsiteX22" fmla="*/ 6657711 w 6829675"/>
              <a:gd name="connsiteY22" fmla="*/ 390745 h 2811334"/>
              <a:gd name="connsiteX23" fmla="*/ 6587862 w 6829675"/>
              <a:gd name="connsiteY23" fmla="*/ 303578 h 2811334"/>
              <a:gd name="connsiteX24" fmla="*/ 6543412 w 6829675"/>
              <a:gd name="connsiteY24" fmla="*/ 194620 h 2811334"/>
              <a:gd name="connsiteX25" fmla="*/ 6524362 w 6829675"/>
              <a:gd name="connsiteY25" fmla="*/ 27550 h 2811334"/>
              <a:gd name="connsiteX26" fmla="*/ 6670411 w 6829675"/>
              <a:gd name="connsiteY26" fmla="*/ 13025 h 2811334"/>
              <a:gd name="connsiteX27" fmla="*/ 6822454 w 6829675"/>
              <a:gd name="connsiteY27" fmla="*/ 26287 h 2811334"/>
              <a:gd name="connsiteX28" fmla="*/ 6803762 w 6829675"/>
              <a:gd name="connsiteY28" fmla="*/ 252730 h 2811334"/>
              <a:gd name="connsiteX29" fmla="*/ 6759312 w 6829675"/>
              <a:gd name="connsiteY29" fmla="*/ 405271 h 2811334"/>
              <a:gd name="connsiteX30" fmla="*/ 6746611 w 6829675"/>
              <a:gd name="connsiteY30" fmla="*/ 659506 h 2811334"/>
              <a:gd name="connsiteX31" fmla="*/ 6670411 w 6829675"/>
              <a:gd name="connsiteY31" fmla="*/ 775729 h 2811334"/>
              <a:gd name="connsiteX32" fmla="*/ 6559988 w 6829675"/>
              <a:gd name="connsiteY32" fmla="*/ 797321 h 2811334"/>
              <a:gd name="connsiteX33" fmla="*/ 6346203 w 6829675"/>
              <a:gd name="connsiteY33" fmla="*/ 712560 h 2811334"/>
              <a:gd name="connsiteX34" fmla="*/ 6079861 w 6829675"/>
              <a:gd name="connsiteY34" fmla="*/ 398005 h 2811334"/>
              <a:gd name="connsiteX35" fmla="*/ 5842438 w 6829675"/>
              <a:gd name="connsiteY35" fmla="*/ 276774 h 2811334"/>
              <a:gd name="connsiteX36" fmla="*/ 5518588 w 6829675"/>
              <a:gd name="connsiteY36" fmla="*/ 257389 h 2811334"/>
              <a:gd name="connsiteX37" fmla="*/ 5336554 w 6829675"/>
              <a:gd name="connsiteY37" fmla="*/ 333589 h 2811334"/>
              <a:gd name="connsiteX38" fmla="*/ 5218021 w 6829675"/>
              <a:gd name="connsiteY38" fmla="*/ 452121 h 2811334"/>
              <a:gd name="connsiteX39" fmla="*/ 5006354 w 6829675"/>
              <a:gd name="connsiteY39" fmla="*/ 833121 h 2811334"/>
              <a:gd name="connsiteX40" fmla="*/ 4828554 w 6829675"/>
              <a:gd name="connsiteY40" fmla="*/ 985522 h 2811334"/>
              <a:gd name="connsiteX41" fmla="*/ 4416362 w 6829675"/>
              <a:gd name="connsiteY41" fmla="*/ 1018010 h 2811334"/>
              <a:gd name="connsiteX42" fmla="*/ 3757065 w 6829675"/>
              <a:gd name="connsiteY42" fmla="*/ 839283 h 2811334"/>
              <a:gd name="connsiteX43" fmla="*/ 3342854 w 6829675"/>
              <a:gd name="connsiteY43" fmla="*/ 842833 h 2811334"/>
              <a:gd name="connsiteX44" fmla="*/ 2674447 w 6829675"/>
              <a:gd name="connsiteY44" fmla="*/ 1324293 h 2811334"/>
              <a:gd name="connsiteX45" fmla="*/ 2011917 w 6829675"/>
              <a:gd name="connsiteY45" fmla="*/ 1975179 h 2811334"/>
              <a:gd name="connsiteX46" fmla="*/ 1604570 w 6829675"/>
              <a:gd name="connsiteY46" fmla="*/ 2361313 h 2811334"/>
              <a:gd name="connsiteX47" fmla="*/ 1296850 w 6829675"/>
              <a:gd name="connsiteY47" fmla="*/ 2521618 h 2811334"/>
              <a:gd name="connsiteX48" fmla="*/ 1074146 w 6829675"/>
              <a:gd name="connsiteY48" fmla="*/ 2609174 h 2811334"/>
              <a:gd name="connsiteX49" fmla="*/ 647021 w 6829675"/>
              <a:gd name="connsiteY49" fmla="*/ 2808728 h 2811334"/>
              <a:gd name="connsiteX50" fmla="*/ 448956 w 6829675"/>
              <a:gd name="connsiteY50" fmla="*/ 2799988 h 2811334"/>
              <a:gd name="connsiteX51" fmla="*/ 318950 w 6829675"/>
              <a:gd name="connsiteY51" fmla="*/ 2732271 h 2811334"/>
              <a:gd name="connsiteX52" fmla="*/ 161771 w 6829675"/>
              <a:gd name="connsiteY52" fmla="*/ 2518257 h 2811334"/>
              <a:gd name="connsiteX53" fmla="*/ 87175 w 6829675"/>
              <a:gd name="connsiteY53" fmla="*/ 2332757 h 2811334"/>
              <a:gd name="connsiteX54" fmla="*/ 35585 w 6829675"/>
              <a:gd name="connsiteY54" fmla="*/ 2130129 h 2811334"/>
              <a:gd name="connsiteX55" fmla="*/ 9170 w 6829675"/>
              <a:gd name="connsiteY55" fmla="*/ 1861782 h 2811334"/>
              <a:gd name="connsiteX0" fmla="*/ 7148 w 6827653"/>
              <a:gd name="connsiteY0" fmla="*/ 1861782 h 2811334"/>
              <a:gd name="connsiteX1" fmla="*/ 10778 w 6827653"/>
              <a:gd name="connsiteY1" fmla="*/ 1010903 h 2811334"/>
              <a:gd name="connsiteX2" fmla="*/ 123626 w 6827653"/>
              <a:gd name="connsiteY2" fmla="*/ 955154 h 2811334"/>
              <a:gd name="connsiteX3" fmla="*/ 98954 w 6827653"/>
              <a:gd name="connsiteY3" fmla="*/ 2035104 h 2811334"/>
              <a:gd name="connsiteX4" fmla="*/ 212389 w 6827653"/>
              <a:gd name="connsiteY4" fmla="*/ 2422911 h 2811334"/>
              <a:gd name="connsiteX5" fmla="*/ 671690 w 6827653"/>
              <a:gd name="connsiteY5" fmla="*/ 2712894 h 2811334"/>
              <a:gd name="connsiteX6" fmla="*/ 850328 w 6827653"/>
              <a:gd name="connsiteY6" fmla="*/ 2623314 h 2811334"/>
              <a:gd name="connsiteX7" fmla="*/ 1012253 w 6827653"/>
              <a:gd name="connsiteY7" fmla="*/ 2550673 h 2811334"/>
              <a:gd name="connsiteX8" fmla="*/ 1167995 w 6827653"/>
              <a:gd name="connsiteY8" fmla="*/ 2481787 h 2811334"/>
              <a:gd name="connsiteX9" fmla="*/ 1320228 w 6827653"/>
              <a:gd name="connsiteY9" fmla="*/ 2416292 h 2811334"/>
              <a:gd name="connsiteX10" fmla="*/ 1545320 w 6827653"/>
              <a:gd name="connsiteY10" fmla="*/ 2298432 h 2811334"/>
              <a:gd name="connsiteX11" fmla="*/ 1903091 w 6827653"/>
              <a:gd name="connsiteY11" fmla="*/ 1955005 h 2811334"/>
              <a:gd name="connsiteX12" fmla="*/ 2519901 w 6827653"/>
              <a:gd name="connsiteY12" fmla="*/ 1341877 h 2811334"/>
              <a:gd name="connsiteX13" fmla="*/ 3365275 w 6827653"/>
              <a:gd name="connsiteY13" fmla="*/ 736610 h 2811334"/>
              <a:gd name="connsiteX14" fmla="*/ 4733399 w 6827653"/>
              <a:gd name="connsiteY14" fmla="*/ 909322 h 2811334"/>
              <a:gd name="connsiteX15" fmla="*/ 5232932 w 6827653"/>
              <a:gd name="connsiteY15" fmla="*/ 274322 h 2811334"/>
              <a:gd name="connsiteX16" fmla="*/ 5798083 w 6827653"/>
              <a:gd name="connsiteY16" fmla="*/ 172768 h 2811334"/>
              <a:gd name="connsiteX17" fmla="*/ 6227766 w 6827653"/>
              <a:gd name="connsiteY17" fmla="*/ 428302 h 2811334"/>
              <a:gd name="connsiteX18" fmla="*/ 6388988 w 6827653"/>
              <a:gd name="connsiteY18" fmla="*/ 623187 h 2811334"/>
              <a:gd name="connsiteX19" fmla="*/ 6541388 w 6827653"/>
              <a:gd name="connsiteY19" fmla="*/ 703089 h 2811334"/>
              <a:gd name="connsiteX20" fmla="*/ 6655688 w 6827653"/>
              <a:gd name="connsiteY20" fmla="*/ 674034 h 2811334"/>
              <a:gd name="connsiteX21" fmla="*/ 6684966 w 6827653"/>
              <a:gd name="connsiteY21" fmla="*/ 529995 h 2811334"/>
              <a:gd name="connsiteX22" fmla="*/ 6655689 w 6827653"/>
              <a:gd name="connsiteY22" fmla="*/ 390745 h 2811334"/>
              <a:gd name="connsiteX23" fmla="*/ 6585840 w 6827653"/>
              <a:gd name="connsiteY23" fmla="*/ 303578 h 2811334"/>
              <a:gd name="connsiteX24" fmla="*/ 6541390 w 6827653"/>
              <a:gd name="connsiteY24" fmla="*/ 194620 h 2811334"/>
              <a:gd name="connsiteX25" fmla="*/ 6522340 w 6827653"/>
              <a:gd name="connsiteY25" fmla="*/ 27550 h 2811334"/>
              <a:gd name="connsiteX26" fmla="*/ 6668389 w 6827653"/>
              <a:gd name="connsiteY26" fmla="*/ 13025 h 2811334"/>
              <a:gd name="connsiteX27" fmla="*/ 6820432 w 6827653"/>
              <a:gd name="connsiteY27" fmla="*/ 26287 h 2811334"/>
              <a:gd name="connsiteX28" fmla="*/ 6801740 w 6827653"/>
              <a:gd name="connsiteY28" fmla="*/ 252730 h 2811334"/>
              <a:gd name="connsiteX29" fmla="*/ 6757290 w 6827653"/>
              <a:gd name="connsiteY29" fmla="*/ 405271 h 2811334"/>
              <a:gd name="connsiteX30" fmla="*/ 6744589 w 6827653"/>
              <a:gd name="connsiteY30" fmla="*/ 659506 h 2811334"/>
              <a:gd name="connsiteX31" fmla="*/ 6668389 w 6827653"/>
              <a:gd name="connsiteY31" fmla="*/ 775729 h 2811334"/>
              <a:gd name="connsiteX32" fmla="*/ 6557966 w 6827653"/>
              <a:gd name="connsiteY32" fmla="*/ 797321 h 2811334"/>
              <a:gd name="connsiteX33" fmla="*/ 6344181 w 6827653"/>
              <a:gd name="connsiteY33" fmla="*/ 712560 h 2811334"/>
              <a:gd name="connsiteX34" fmla="*/ 6077839 w 6827653"/>
              <a:gd name="connsiteY34" fmla="*/ 398005 h 2811334"/>
              <a:gd name="connsiteX35" fmla="*/ 5840416 w 6827653"/>
              <a:gd name="connsiteY35" fmla="*/ 276774 h 2811334"/>
              <a:gd name="connsiteX36" fmla="*/ 5516566 w 6827653"/>
              <a:gd name="connsiteY36" fmla="*/ 257389 h 2811334"/>
              <a:gd name="connsiteX37" fmla="*/ 5334532 w 6827653"/>
              <a:gd name="connsiteY37" fmla="*/ 333589 h 2811334"/>
              <a:gd name="connsiteX38" fmla="*/ 5215999 w 6827653"/>
              <a:gd name="connsiteY38" fmla="*/ 452121 h 2811334"/>
              <a:gd name="connsiteX39" fmla="*/ 5004332 w 6827653"/>
              <a:gd name="connsiteY39" fmla="*/ 833121 h 2811334"/>
              <a:gd name="connsiteX40" fmla="*/ 4826532 w 6827653"/>
              <a:gd name="connsiteY40" fmla="*/ 985522 h 2811334"/>
              <a:gd name="connsiteX41" fmla="*/ 4414340 w 6827653"/>
              <a:gd name="connsiteY41" fmla="*/ 1018010 h 2811334"/>
              <a:gd name="connsiteX42" fmla="*/ 3755043 w 6827653"/>
              <a:gd name="connsiteY42" fmla="*/ 839283 h 2811334"/>
              <a:gd name="connsiteX43" fmla="*/ 3340832 w 6827653"/>
              <a:gd name="connsiteY43" fmla="*/ 842833 h 2811334"/>
              <a:gd name="connsiteX44" fmla="*/ 2672425 w 6827653"/>
              <a:gd name="connsiteY44" fmla="*/ 1324293 h 2811334"/>
              <a:gd name="connsiteX45" fmla="*/ 2009895 w 6827653"/>
              <a:gd name="connsiteY45" fmla="*/ 1975179 h 2811334"/>
              <a:gd name="connsiteX46" fmla="*/ 1602548 w 6827653"/>
              <a:gd name="connsiteY46" fmla="*/ 2361313 h 2811334"/>
              <a:gd name="connsiteX47" fmla="*/ 1294828 w 6827653"/>
              <a:gd name="connsiteY47" fmla="*/ 2521618 h 2811334"/>
              <a:gd name="connsiteX48" fmla="*/ 1072124 w 6827653"/>
              <a:gd name="connsiteY48" fmla="*/ 2609174 h 2811334"/>
              <a:gd name="connsiteX49" fmla="*/ 644999 w 6827653"/>
              <a:gd name="connsiteY49" fmla="*/ 2808728 h 2811334"/>
              <a:gd name="connsiteX50" fmla="*/ 446934 w 6827653"/>
              <a:gd name="connsiteY50" fmla="*/ 2799988 h 2811334"/>
              <a:gd name="connsiteX51" fmla="*/ 316928 w 6827653"/>
              <a:gd name="connsiteY51" fmla="*/ 2732271 h 2811334"/>
              <a:gd name="connsiteX52" fmla="*/ 159749 w 6827653"/>
              <a:gd name="connsiteY52" fmla="*/ 2518257 h 2811334"/>
              <a:gd name="connsiteX53" fmla="*/ 85153 w 6827653"/>
              <a:gd name="connsiteY53" fmla="*/ 2332757 h 2811334"/>
              <a:gd name="connsiteX54" fmla="*/ 33563 w 6827653"/>
              <a:gd name="connsiteY54" fmla="*/ 2130129 h 2811334"/>
              <a:gd name="connsiteX55" fmla="*/ 7148 w 6827653"/>
              <a:gd name="connsiteY55" fmla="*/ 1861782 h 2811334"/>
              <a:gd name="connsiteX0" fmla="*/ 7148 w 6827653"/>
              <a:gd name="connsiteY0" fmla="*/ 1861782 h 2811334"/>
              <a:gd name="connsiteX1" fmla="*/ 10778 w 6827653"/>
              <a:gd name="connsiteY1" fmla="*/ 1010903 h 2811334"/>
              <a:gd name="connsiteX2" fmla="*/ 123626 w 6827653"/>
              <a:gd name="connsiteY2" fmla="*/ 955154 h 2811334"/>
              <a:gd name="connsiteX3" fmla="*/ 101630 w 6827653"/>
              <a:gd name="connsiteY3" fmla="*/ 1225226 h 2811334"/>
              <a:gd name="connsiteX4" fmla="*/ 98954 w 6827653"/>
              <a:gd name="connsiteY4" fmla="*/ 2035104 h 2811334"/>
              <a:gd name="connsiteX5" fmla="*/ 212389 w 6827653"/>
              <a:gd name="connsiteY5" fmla="*/ 2422911 h 2811334"/>
              <a:gd name="connsiteX6" fmla="*/ 671690 w 6827653"/>
              <a:gd name="connsiteY6" fmla="*/ 2712894 h 2811334"/>
              <a:gd name="connsiteX7" fmla="*/ 850328 w 6827653"/>
              <a:gd name="connsiteY7" fmla="*/ 2623314 h 2811334"/>
              <a:gd name="connsiteX8" fmla="*/ 1012253 w 6827653"/>
              <a:gd name="connsiteY8" fmla="*/ 2550673 h 2811334"/>
              <a:gd name="connsiteX9" fmla="*/ 1167995 w 6827653"/>
              <a:gd name="connsiteY9" fmla="*/ 2481787 h 2811334"/>
              <a:gd name="connsiteX10" fmla="*/ 1320228 w 6827653"/>
              <a:gd name="connsiteY10" fmla="*/ 2416292 h 2811334"/>
              <a:gd name="connsiteX11" fmla="*/ 1545320 w 6827653"/>
              <a:gd name="connsiteY11" fmla="*/ 2298432 h 2811334"/>
              <a:gd name="connsiteX12" fmla="*/ 1903091 w 6827653"/>
              <a:gd name="connsiteY12" fmla="*/ 1955005 h 2811334"/>
              <a:gd name="connsiteX13" fmla="*/ 2519901 w 6827653"/>
              <a:gd name="connsiteY13" fmla="*/ 1341877 h 2811334"/>
              <a:gd name="connsiteX14" fmla="*/ 3365275 w 6827653"/>
              <a:gd name="connsiteY14" fmla="*/ 736610 h 2811334"/>
              <a:gd name="connsiteX15" fmla="*/ 4733399 w 6827653"/>
              <a:gd name="connsiteY15" fmla="*/ 909322 h 2811334"/>
              <a:gd name="connsiteX16" fmla="*/ 5232932 w 6827653"/>
              <a:gd name="connsiteY16" fmla="*/ 274322 h 2811334"/>
              <a:gd name="connsiteX17" fmla="*/ 5798083 w 6827653"/>
              <a:gd name="connsiteY17" fmla="*/ 172768 h 2811334"/>
              <a:gd name="connsiteX18" fmla="*/ 6227766 w 6827653"/>
              <a:gd name="connsiteY18" fmla="*/ 428302 h 2811334"/>
              <a:gd name="connsiteX19" fmla="*/ 6388988 w 6827653"/>
              <a:gd name="connsiteY19" fmla="*/ 623187 h 2811334"/>
              <a:gd name="connsiteX20" fmla="*/ 6541388 w 6827653"/>
              <a:gd name="connsiteY20" fmla="*/ 703089 h 2811334"/>
              <a:gd name="connsiteX21" fmla="*/ 6655688 w 6827653"/>
              <a:gd name="connsiteY21" fmla="*/ 674034 h 2811334"/>
              <a:gd name="connsiteX22" fmla="*/ 6684966 w 6827653"/>
              <a:gd name="connsiteY22" fmla="*/ 529995 h 2811334"/>
              <a:gd name="connsiteX23" fmla="*/ 6655689 w 6827653"/>
              <a:gd name="connsiteY23" fmla="*/ 390745 h 2811334"/>
              <a:gd name="connsiteX24" fmla="*/ 6585840 w 6827653"/>
              <a:gd name="connsiteY24" fmla="*/ 303578 h 2811334"/>
              <a:gd name="connsiteX25" fmla="*/ 6541390 w 6827653"/>
              <a:gd name="connsiteY25" fmla="*/ 194620 h 2811334"/>
              <a:gd name="connsiteX26" fmla="*/ 6522340 w 6827653"/>
              <a:gd name="connsiteY26" fmla="*/ 27550 h 2811334"/>
              <a:gd name="connsiteX27" fmla="*/ 6668389 w 6827653"/>
              <a:gd name="connsiteY27" fmla="*/ 13025 h 2811334"/>
              <a:gd name="connsiteX28" fmla="*/ 6820432 w 6827653"/>
              <a:gd name="connsiteY28" fmla="*/ 26287 h 2811334"/>
              <a:gd name="connsiteX29" fmla="*/ 6801740 w 6827653"/>
              <a:gd name="connsiteY29" fmla="*/ 252730 h 2811334"/>
              <a:gd name="connsiteX30" fmla="*/ 6757290 w 6827653"/>
              <a:gd name="connsiteY30" fmla="*/ 405271 h 2811334"/>
              <a:gd name="connsiteX31" fmla="*/ 6744589 w 6827653"/>
              <a:gd name="connsiteY31" fmla="*/ 659506 h 2811334"/>
              <a:gd name="connsiteX32" fmla="*/ 6668389 w 6827653"/>
              <a:gd name="connsiteY32" fmla="*/ 775729 h 2811334"/>
              <a:gd name="connsiteX33" fmla="*/ 6557966 w 6827653"/>
              <a:gd name="connsiteY33" fmla="*/ 797321 h 2811334"/>
              <a:gd name="connsiteX34" fmla="*/ 6344181 w 6827653"/>
              <a:gd name="connsiteY34" fmla="*/ 712560 h 2811334"/>
              <a:gd name="connsiteX35" fmla="*/ 6077839 w 6827653"/>
              <a:gd name="connsiteY35" fmla="*/ 398005 h 2811334"/>
              <a:gd name="connsiteX36" fmla="*/ 5840416 w 6827653"/>
              <a:gd name="connsiteY36" fmla="*/ 276774 h 2811334"/>
              <a:gd name="connsiteX37" fmla="*/ 5516566 w 6827653"/>
              <a:gd name="connsiteY37" fmla="*/ 257389 h 2811334"/>
              <a:gd name="connsiteX38" fmla="*/ 5334532 w 6827653"/>
              <a:gd name="connsiteY38" fmla="*/ 333589 h 2811334"/>
              <a:gd name="connsiteX39" fmla="*/ 5215999 w 6827653"/>
              <a:gd name="connsiteY39" fmla="*/ 452121 h 2811334"/>
              <a:gd name="connsiteX40" fmla="*/ 5004332 w 6827653"/>
              <a:gd name="connsiteY40" fmla="*/ 833121 h 2811334"/>
              <a:gd name="connsiteX41" fmla="*/ 4826532 w 6827653"/>
              <a:gd name="connsiteY41" fmla="*/ 985522 h 2811334"/>
              <a:gd name="connsiteX42" fmla="*/ 4414340 w 6827653"/>
              <a:gd name="connsiteY42" fmla="*/ 1018010 h 2811334"/>
              <a:gd name="connsiteX43" fmla="*/ 3755043 w 6827653"/>
              <a:gd name="connsiteY43" fmla="*/ 839283 h 2811334"/>
              <a:gd name="connsiteX44" fmla="*/ 3340832 w 6827653"/>
              <a:gd name="connsiteY44" fmla="*/ 842833 h 2811334"/>
              <a:gd name="connsiteX45" fmla="*/ 2672425 w 6827653"/>
              <a:gd name="connsiteY45" fmla="*/ 1324293 h 2811334"/>
              <a:gd name="connsiteX46" fmla="*/ 2009895 w 6827653"/>
              <a:gd name="connsiteY46" fmla="*/ 1975179 h 2811334"/>
              <a:gd name="connsiteX47" fmla="*/ 1602548 w 6827653"/>
              <a:gd name="connsiteY47" fmla="*/ 2361313 h 2811334"/>
              <a:gd name="connsiteX48" fmla="*/ 1294828 w 6827653"/>
              <a:gd name="connsiteY48" fmla="*/ 2521618 h 2811334"/>
              <a:gd name="connsiteX49" fmla="*/ 1072124 w 6827653"/>
              <a:gd name="connsiteY49" fmla="*/ 2609174 h 2811334"/>
              <a:gd name="connsiteX50" fmla="*/ 644999 w 6827653"/>
              <a:gd name="connsiteY50" fmla="*/ 2808728 h 2811334"/>
              <a:gd name="connsiteX51" fmla="*/ 446934 w 6827653"/>
              <a:gd name="connsiteY51" fmla="*/ 2799988 h 2811334"/>
              <a:gd name="connsiteX52" fmla="*/ 316928 w 6827653"/>
              <a:gd name="connsiteY52" fmla="*/ 2732271 h 2811334"/>
              <a:gd name="connsiteX53" fmla="*/ 159749 w 6827653"/>
              <a:gd name="connsiteY53" fmla="*/ 2518257 h 2811334"/>
              <a:gd name="connsiteX54" fmla="*/ 85153 w 6827653"/>
              <a:gd name="connsiteY54" fmla="*/ 2332757 h 2811334"/>
              <a:gd name="connsiteX55" fmla="*/ 33563 w 6827653"/>
              <a:gd name="connsiteY55" fmla="*/ 2130129 h 2811334"/>
              <a:gd name="connsiteX56" fmla="*/ 7148 w 6827653"/>
              <a:gd name="connsiteY56" fmla="*/ 1861782 h 2811334"/>
              <a:gd name="connsiteX0" fmla="*/ 5181 w 6825686"/>
              <a:gd name="connsiteY0" fmla="*/ 1861782 h 2811334"/>
              <a:gd name="connsiteX1" fmla="*/ 8811 w 6825686"/>
              <a:gd name="connsiteY1" fmla="*/ 1010903 h 2811334"/>
              <a:gd name="connsiteX2" fmla="*/ 93299 w 6825686"/>
              <a:gd name="connsiteY2" fmla="*/ 943532 h 2811334"/>
              <a:gd name="connsiteX3" fmla="*/ 99663 w 6825686"/>
              <a:gd name="connsiteY3" fmla="*/ 1225226 h 2811334"/>
              <a:gd name="connsiteX4" fmla="*/ 96987 w 6825686"/>
              <a:gd name="connsiteY4" fmla="*/ 2035104 h 2811334"/>
              <a:gd name="connsiteX5" fmla="*/ 210422 w 6825686"/>
              <a:gd name="connsiteY5" fmla="*/ 2422911 h 2811334"/>
              <a:gd name="connsiteX6" fmla="*/ 669723 w 6825686"/>
              <a:gd name="connsiteY6" fmla="*/ 2712894 h 2811334"/>
              <a:gd name="connsiteX7" fmla="*/ 848361 w 6825686"/>
              <a:gd name="connsiteY7" fmla="*/ 2623314 h 2811334"/>
              <a:gd name="connsiteX8" fmla="*/ 1010286 w 6825686"/>
              <a:gd name="connsiteY8" fmla="*/ 2550673 h 2811334"/>
              <a:gd name="connsiteX9" fmla="*/ 1166028 w 6825686"/>
              <a:gd name="connsiteY9" fmla="*/ 2481787 h 2811334"/>
              <a:gd name="connsiteX10" fmla="*/ 1318261 w 6825686"/>
              <a:gd name="connsiteY10" fmla="*/ 2416292 h 2811334"/>
              <a:gd name="connsiteX11" fmla="*/ 1543353 w 6825686"/>
              <a:gd name="connsiteY11" fmla="*/ 2298432 h 2811334"/>
              <a:gd name="connsiteX12" fmla="*/ 1901124 w 6825686"/>
              <a:gd name="connsiteY12" fmla="*/ 1955005 h 2811334"/>
              <a:gd name="connsiteX13" fmla="*/ 2517934 w 6825686"/>
              <a:gd name="connsiteY13" fmla="*/ 1341877 h 2811334"/>
              <a:gd name="connsiteX14" fmla="*/ 3363308 w 6825686"/>
              <a:gd name="connsiteY14" fmla="*/ 736610 h 2811334"/>
              <a:gd name="connsiteX15" fmla="*/ 4731432 w 6825686"/>
              <a:gd name="connsiteY15" fmla="*/ 909322 h 2811334"/>
              <a:gd name="connsiteX16" fmla="*/ 5230965 w 6825686"/>
              <a:gd name="connsiteY16" fmla="*/ 274322 h 2811334"/>
              <a:gd name="connsiteX17" fmla="*/ 5796116 w 6825686"/>
              <a:gd name="connsiteY17" fmla="*/ 172768 h 2811334"/>
              <a:gd name="connsiteX18" fmla="*/ 6225799 w 6825686"/>
              <a:gd name="connsiteY18" fmla="*/ 428302 h 2811334"/>
              <a:gd name="connsiteX19" fmla="*/ 6387021 w 6825686"/>
              <a:gd name="connsiteY19" fmla="*/ 623187 h 2811334"/>
              <a:gd name="connsiteX20" fmla="*/ 6539421 w 6825686"/>
              <a:gd name="connsiteY20" fmla="*/ 703089 h 2811334"/>
              <a:gd name="connsiteX21" fmla="*/ 6653721 w 6825686"/>
              <a:gd name="connsiteY21" fmla="*/ 674034 h 2811334"/>
              <a:gd name="connsiteX22" fmla="*/ 6682999 w 6825686"/>
              <a:gd name="connsiteY22" fmla="*/ 529995 h 2811334"/>
              <a:gd name="connsiteX23" fmla="*/ 6653722 w 6825686"/>
              <a:gd name="connsiteY23" fmla="*/ 390745 h 2811334"/>
              <a:gd name="connsiteX24" fmla="*/ 6583873 w 6825686"/>
              <a:gd name="connsiteY24" fmla="*/ 303578 h 2811334"/>
              <a:gd name="connsiteX25" fmla="*/ 6539423 w 6825686"/>
              <a:gd name="connsiteY25" fmla="*/ 194620 h 2811334"/>
              <a:gd name="connsiteX26" fmla="*/ 6520373 w 6825686"/>
              <a:gd name="connsiteY26" fmla="*/ 27550 h 2811334"/>
              <a:gd name="connsiteX27" fmla="*/ 6666422 w 6825686"/>
              <a:gd name="connsiteY27" fmla="*/ 13025 h 2811334"/>
              <a:gd name="connsiteX28" fmla="*/ 6818465 w 6825686"/>
              <a:gd name="connsiteY28" fmla="*/ 26287 h 2811334"/>
              <a:gd name="connsiteX29" fmla="*/ 6799773 w 6825686"/>
              <a:gd name="connsiteY29" fmla="*/ 252730 h 2811334"/>
              <a:gd name="connsiteX30" fmla="*/ 6755323 w 6825686"/>
              <a:gd name="connsiteY30" fmla="*/ 405271 h 2811334"/>
              <a:gd name="connsiteX31" fmla="*/ 6742622 w 6825686"/>
              <a:gd name="connsiteY31" fmla="*/ 659506 h 2811334"/>
              <a:gd name="connsiteX32" fmla="*/ 6666422 w 6825686"/>
              <a:gd name="connsiteY32" fmla="*/ 775729 h 2811334"/>
              <a:gd name="connsiteX33" fmla="*/ 6555999 w 6825686"/>
              <a:gd name="connsiteY33" fmla="*/ 797321 h 2811334"/>
              <a:gd name="connsiteX34" fmla="*/ 6342214 w 6825686"/>
              <a:gd name="connsiteY34" fmla="*/ 712560 h 2811334"/>
              <a:gd name="connsiteX35" fmla="*/ 6075872 w 6825686"/>
              <a:gd name="connsiteY35" fmla="*/ 398005 h 2811334"/>
              <a:gd name="connsiteX36" fmla="*/ 5838449 w 6825686"/>
              <a:gd name="connsiteY36" fmla="*/ 276774 h 2811334"/>
              <a:gd name="connsiteX37" fmla="*/ 5514599 w 6825686"/>
              <a:gd name="connsiteY37" fmla="*/ 257389 h 2811334"/>
              <a:gd name="connsiteX38" fmla="*/ 5332565 w 6825686"/>
              <a:gd name="connsiteY38" fmla="*/ 333589 h 2811334"/>
              <a:gd name="connsiteX39" fmla="*/ 5214032 w 6825686"/>
              <a:gd name="connsiteY39" fmla="*/ 452121 h 2811334"/>
              <a:gd name="connsiteX40" fmla="*/ 5002365 w 6825686"/>
              <a:gd name="connsiteY40" fmla="*/ 833121 h 2811334"/>
              <a:gd name="connsiteX41" fmla="*/ 4824565 w 6825686"/>
              <a:gd name="connsiteY41" fmla="*/ 985522 h 2811334"/>
              <a:gd name="connsiteX42" fmla="*/ 4412373 w 6825686"/>
              <a:gd name="connsiteY42" fmla="*/ 1018010 h 2811334"/>
              <a:gd name="connsiteX43" fmla="*/ 3753076 w 6825686"/>
              <a:gd name="connsiteY43" fmla="*/ 839283 h 2811334"/>
              <a:gd name="connsiteX44" fmla="*/ 3338865 w 6825686"/>
              <a:gd name="connsiteY44" fmla="*/ 842833 h 2811334"/>
              <a:gd name="connsiteX45" fmla="*/ 2670458 w 6825686"/>
              <a:gd name="connsiteY45" fmla="*/ 1324293 h 2811334"/>
              <a:gd name="connsiteX46" fmla="*/ 2007928 w 6825686"/>
              <a:gd name="connsiteY46" fmla="*/ 1975179 h 2811334"/>
              <a:gd name="connsiteX47" fmla="*/ 1600581 w 6825686"/>
              <a:gd name="connsiteY47" fmla="*/ 2361313 h 2811334"/>
              <a:gd name="connsiteX48" fmla="*/ 1292861 w 6825686"/>
              <a:gd name="connsiteY48" fmla="*/ 2521618 h 2811334"/>
              <a:gd name="connsiteX49" fmla="*/ 1070157 w 6825686"/>
              <a:gd name="connsiteY49" fmla="*/ 2609174 h 2811334"/>
              <a:gd name="connsiteX50" fmla="*/ 643032 w 6825686"/>
              <a:gd name="connsiteY50" fmla="*/ 2808728 h 2811334"/>
              <a:gd name="connsiteX51" fmla="*/ 444967 w 6825686"/>
              <a:gd name="connsiteY51" fmla="*/ 2799988 h 2811334"/>
              <a:gd name="connsiteX52" fmla="*/ 314961 w 6825686"/>
              <a:gd name="connsiteY52" fmla="*/ 2732271 h 2811334"/>
              <a:gd name="connsiteX53" fmla="*/ 157782 w 6825686"/>
              <a:gd name="connsiteY53" fmla="*/ 2518257 h 2811334"/>
              <a:gd name="connsiteX54" fmla="*/ 83186 w 6825686"/>
              <a:gd name="connsiteY54" fmla="*/ 2332757 h 2811334"/>
              <a:gd name="connsiteX55" fmla="*/ 31596 w 6825686"/>
              <a:gd name="connsiteY55" fmla="*/ 2130129 h 2811334"/>
              <a:gd name="connsiteX56" fmla="*/ 5181 w 6825686"/>
              <a:gd name="connsiteY56" fmla="*/ 1861782 h 2811334"/>
              <a:gd name="connsiteX0" fmla="*/ 15981 w 6836486"/>
              <a:gd name="connsiteY0" fmla="*/ 1861782 h 2811334"/>
              <a:gd name="connsiteX1" fmla="*/ 5431 w 6836486"/>
              <a:gd name="connsiteY1" fmla="*/ 1005092 h 2811334"/>
              <a:gd name="connsiteX2" fmla="*/ 104099 w 6836486"/>
              <a:gd name="connsiteY2" fmla="*/ 943532 h 2811334"/>
              <a:gd name="connsiteX3" fmla="*/ 110463 w 6836486"/>
              <a:gd name="connsiteY3" fmla="*/ 1225226 h 2811334"/>
              <a:gd name="connsiteX4" fmla="*/ 107787 w 6836486"/>
              <a:gd name="connsiteY4" fmla="*/ 2035104 h 2811334"/>
              <a:gd name="connsiteX5" fmla="*/ 221222 w 6836486"/>
              <a:gd name="connsiteY5" fmla="*/ 2422911 h 2811334"/>
              <a:gd name="connsiteX6" fmla="*/ 680523 w 6836486"/>
              <a:gd name="connsiteY6" fmla="*/ 2712894 h 2811334"/>
              <a:gd name="connsiteX7" fmla="*/ 859161 w 6836486"/>
              <a:gd name="connsiteY7" fmla="*/ 2623314 h 2811334"/>
              <a:gd name="connsiteX8" fmla="*/ 1021086 w 6836486"/>
              <a:gd name="connsiteY8" fmla="*/ 2550673 h 2811334"/>
              <a:gd name="connsiteX9" fmla="*/ 1176828 w 6836486"/>
              <a:gd name="connsiteY9" fmla="*/ 2481787 h 2811334"/>
              <a:gd name="connsiteX10" fmla="*/ 1329061 w 6836486"/>
              <a:gd name="connsiteY10" fmla="*/ 2416292 h 2811334"/>
              <a:gd name="connsiteX11" fmla="*/ 1554153 w 6836486"/>
              <a:gd name="connsiteY11" fmla="*/ 2298432 h 2811334"/>
              <a:gd name="connsiteX12" fmla="*/ 1911924 w 6836486"/>
              <a:gd name="connsiteY12" fmla="*/ 1955005 h 2811334"/>
              <a:gd name="connsiteX13" fmla="*/ 2528734 w 6836486"/>
              <a:gd name="connsiteY13" fmla="*/ 1341877 h 2811334"/>
              <a:gd name="connsiteX14" fmla="*/ 3374108 w 6836486"/>
              <a:gd name="connsiteY14" fmla="*/ 736610 h 2811334"/>
              <a:gd name="connsiteX15" fmla="*/ 4742232 w 6836486"/>
              <a:gd name="connsiteY15" fmla="*/ 909322 h 2811334"/>
              <a:gd name="connsiteX16" fmla="*/ 5241765 w 6836486"/>
              <a:gd name="connsiteY16" fmla="*/ 274322 h 2811334"/>
              <a:gd name="connsiteX17" fmla="*/ 5806916 w 6836486"/>
              <a:gd name="connsiteY17" fmla="*/ 172768 h 2811334"/>
              <a:gd name="connsiteX18" fmla="*/ 6236599 w 6836486"/>
              <a:gd name="connsiteY18" fmla="*/ 428302 h 2811334"/>
              <a:gd name="connsiteX19" fmla="*/ 6397821 w 6836486"/>
              <a:gd name="connsiteY19" fmla="*/ 623187 h 2811334"/>
              <a:gd name="connsiteX20" fmla="*/ 6550221 w 6836486"/>
              <a:gd name="connsiteY20" fmla="*/ 703089 h 2811334"/>
              <a:gd name="connsiteX21" fmla="*/ 6664521 w 6836486"/>
              <a:gd name="connsiteY21" fmla="*/ 674034 h 2811334"/>
              <a:gd name="connsiteX22" fmla="*/ 6693799 w 6836486"/>
              <a:gd name="connsiteY22" fmla="*/ 529995 h 2811334"/>
              <a:gd name="connsiteX23" fmla="*/ 6664522 w 6836486"/>
              <a:gd name="connsiteY23" fmla="*/ 390745 h 2811334"/>
              <a:gd name="connsiteX24" fmla="*/ 6594673 w 6836486"/>
              <a:gd name="connsiteY24" fmla="*/ 303578 h 2811334"/>
              <a:gd name="connsiteX25" fmla="*/ 6550223 w 6836486"/>
              <a:gd name="connsiteY25" fmla="*/ 194620 h 2811334"/>
              <a:gd name="connsiteX26" fmla="*/ 6531173 w 6836486"/>
              <a:gd name="connsiteY26" fmla="*/ 27550 h 2811334"/>
              <a:gd name="connsiteX27" fmla="*/ 6677222 w 6836486"/>
              <a:gd name="connsiteY27" fmla="*/ 13025 h 2811334"/>
              <a:gd name="connsiteX28" fmla="*/ 6829265 w 6836486"/>
              <a:gd name="connsiteY28" fmla="*/ 26287 h 2811334"/>
              <a:gd name="connsiteX29" fmla="*/ 6810573 w 6836486"/>
              <a:gd name="connsiteY29" fmla="*/ 252730 h 2811334"/>
              <a:gd name="connsiteX30" fmla="*/ 6766123 w 6836486"/>
              <a:gd name="connsiteY30" fmla="*/ 405271 h 2811334"/>
              <a:gd name="connsiteX31" fmla="*/ 6753422 w 6836486"/>
              <a:gd name="connsiteY31" fmla="*/ 659506 h 2811334"/>
              <a:gd name="connsiteX32" fmla="*/ 6677222 w 6836486"/>
              <a:gd name="connsiteY32" fmla="*/ 775729 h 2811334"/>
              <a:gd name="connsiteX33" fmla="*/ 6566799 w 6836486"/>
              <a:gd name="connsiteY33" fmla="*/ 797321 h 2811334"/>
              <a:gd name="connsiteX34" fmla="*/ 6353014 w 6836486"/>
              <a:gd name="connsiteY34" fmla="*/ 712560 h 2811334"/>
              <a:gd name="connsiteX35" fmla="*/ 6086672 w 6836486"/>
              <a:gd name="connsiteY35" fmla="*/ 398005 h 2811334"/>
              <a:gd name="connsiteX36" fmla="*/ 5849249 w 6836486"/>
              <a:gd name="connsiteY36" fmla="*/ 276774 h 2811334"/>
              <a:gd name="connsiteX37" fmla="*/ 5525399 w 6836486"/>
              <a:gd name="connsiteY37" fmla="*/ 257389 h 2811334"/>
              <a:gd name="connsiteX38" fmla="*/ 5343365 w 6836486"/>
              <a:gd name="connsiteY38" fmla="*/ 333589 h 2811334"/>
              <a:gd name="connsiteX39" fmla="*/ 5224832 w 6836486"/>
              <a:gd name="connsiteY39" fmla="*/ 452121 h 2811334"/>
              <a:gd name="connsiteX40" fmla="*/ 5013165 w 6836486"/>
              <a:gd name="connsiteY40" fmla="*/ 833121 h 2811334"/>
              <a:gd name="connsiteX41" fmla="*/ 4835365 w 6836486"/>
              <a:gd name="connsiteY41" fmla="*/ 985522 h 2811334"/>
              <a:gd name="connsiteX42" fmla="*/ 4423173 w 6836486"/>
              <a:gd name="connsiteY42" fmla="*/ 1018010 h 2811334"/>
              <a:gd name="connsiteX43" fmla="*/ 3763876 w 6836486"/>
              <a:gd name="connsiteY43" fmla="*/ 839283 h 2811334"/>
              <a:gd name="connsiteX44" fmla="*/ 3349665 w 6836486"/>
              <a:gd name="connsiteY44" fmla="*/ 842833 h 2811334"/>
              <a:gd name="connsiteX45" fmla="*/ 2681258 w 6836486"/>
              <a:gd name="connsiteY45" fmla="*/ 1324293 h 2811334"/>
              <a:gd name="connsiteX46" fmla="*/ 2018728 w 6836486"/>
              <a:gd name="connsiteY46" fmla="*/ 1975179 h 2811334"/>
              <a:gd name="connsiteX47" fmla="*/ 1611381 w 6836486"/>
              <a:gd name="connsiteY47" fmla="*/ 2361313 h 2811334"/>
              <a:gd name="connsiteX48" fmla="*/ 1303661 w 6836486"/>
              <a:gd name="connsiteY48" fmla="*/ 2521618 h 2811334"/>
              <a:gd name="connsiteX49" fmla="*/ 1080957 w 6836486"/>
              <a:gd name="connsiteY49" fmla="*/ 2609174 h 2811334"/>
              <a:gd name="connsiteX50" fmla="*/ 653832 w 6836486"/>
              <a:gd name="connsiteY50" fmla="*/ 2808728 h 2811334"/>
              <a:gd name="connsiteX51" fmla="*/ 455767 w 6836486"/>
              <a:gd name="connsiteY51" fmla="*/ 2799988 h 2811334"/>
              <a:gd name="connsiteX52" fmla="*/ 325761 w 6836486"/>
              <a:gd name="connsiteY52" fmla="*/ 2732271 h 2811334"/>
              <a:gd name="connsiteX53" fmla="*/ 168582 w 6836486"/>
              <a:gd name="connsiteY53" fmla="*/ 2518257 h 2811334"/>
              <a:gd name="connsiteX54" fmla="*/ 93986 w 6836486"/>
              <a:gd name="connsiteY54" fmla="*/ 2332757 h 2811334"/>
              <a:gd name="connsiteX55" fmla="*/ 42396 w 6836486"/>
              <a:gd name="connsiteY55" fmla="*/ 2130129 h 2811334"/>
              <a:gd name="connsiteX56" fmla="*/ 15981 w 6836486"/>
              <a:gd name="connsiteY56" fmla="*/ 1861782 h 2811334"/>
              <a:gd name="connsiteX0" fmla="*/ 15981 w 6836486"/>
              <a:gd name="connsiteY0" fmla="*/ 1861782 h 2811334"/>
              <a:gd name="connsiteX1" fmla="*/ 5431 w 6836486"/>
              <a:gd name="connsiteY1" fmla="*/ 1005092 h 2811334"/>
              <a:gd name="connsiteX2" fmla="*/ 104099 w 6836486"/>
              <a:gd name="connsiteY2" fmla="*/ 960965 h 2811334"/>
              <a:gd name="connsiteX3" fmla="*/ 110463 w 6836486"/>
              <a:gd name="connsiteY3" fmla="*/ 1225226 h 2811334"/>
              <a:gd name="connsiteX4" fmla="*/ 107787 w 6836486"/>
              <a:gd name="connsiteY4" fmla="*/ 2035104 h 2811334"/>
              <a:gd name="connsiteX5" fmla="*/ 221222 w 6836486"/>
              <a:gd name="connsiteY5" fmla="*/ 2422911 h 2811334"/>
              <a:gd name="connsiteX6" fmla="*/ 680523 w 6836486"/>
              <a:gd name="connsiteY6" fmla="*/ 2712894 h 2811334"/>
              <a:gd name="connsiteX7" fmla="*/ 859161 w 6836486"/>
              <a:gd name="connsiteY7" fmla="*/ 2623314 h 2811334"/>
              <a:gd name="connsiteX8" fmla="*/ 1021086 w 6836486"/>
              <a:gd name="connsiteY8" fmla="*/ 2550673 h 2811334"/>
              <a:gd name="connsiteX9" fmla="*/ 1176828 w 6836486"/>
              <a:gd name="connsiteY9" fmla="*/ 2481787 h 2811334"/>
              <a:gd name="connsiteX10" fmla="*/ 1329061 w 6836486"/>
              <a:gd name="connsiteY10" fmla="*/ 2416292 h 2811334"/>
              <a:gd name="connsiteX11" fmla="*/ 1554153 w 6836486"/>
              <a:gd name="connsiteY11" fmla="*/ 2298432 h 2811334"/>
              <a:gd name="connsiteX12" fmla="*/ 1911924 w 6836486"/>
              <a:gd name="connsiteY12" fmla="*/ 1955005 h 2811334"/>
              <a:gd name="connsiteX13" fmla="*/ 2528734 w 6836486"/>
              <a:gd name="connsiteY13" fmla="*/ 1341877 h 2811334"/>
              <a:gd name="connsiteX14" fmla="*/ 3374108 w 6836486"/>
              <a:gd name="connsiteY14" fmla="*/ 736610 h 2811334"/>
              <a:gd name="connsiteX15" fmla="*/ 4742232 w 6836486"/>
              <a:gd name="connsiteY15" fmla="*/ 909322 h 2811334"/>
              <a:gd name="connsiteX16" fmla="*/ 5241765 w 6836486"/>
              <a:gd name="connsiteY16" fmla="*/ 274322 h 2811334"/>
              <a:gd name="connsiteX17" fmla="*/ 5806916 w 6836486"/>
              <a:gd name="connsiteY17" fmla="*/ 172768 h 2811334"/>
              <a:gd name="connsiteX18" fmla="*/ 6236599 w 6836486"/>
              <a:gd name="connsiteY18" fmla="*/ 428302 h 2811334"/>
              <a:gd name="connsiteX19" fmla="*/ 6397821 w 6836486"/>
              <a:gd name="connsiteY19" fmla="*/ 623187 h 2811334"/>
              <a:gd name="connsiteX20" fmla="*/ 6550221 w 6836486"/>
              <a:gd name="connsiteY20" fmla="*/ 703089 h 2811334"/>
              <a:gd name="connsiteX21" fmla="*/ 6664521 w 6836486"/>
              <a:gd name="connsiteY21" fmla="*/ 674034 h 2811334"/>
              <a:gd name="connsiteX22" fmla="*/ 6693799 w 6836486"/>
              <a:gd name="connsiteY22" fmla="*/ 529995 h 2811334"/>
              <a:gd name="connsiteX23" fmla="*/ 6664522 w 6836486"/>
              <a:gd name="connsiteY23" fmla="*/ 390745 h 2811334"/>
              <a:gd name="connsiteX24" fmla="*/ 6594673 w 6836486"/>
              <a:gd name="connsiteY24" fmla="*/ 303578 h 2811334"/>
              <a:gd name="connsiteX25" fmla="*/ 6550223 w 6836486"/>
              <a:gd name="connsiteY25" fmla="*/ 194620 h 2811334"/>
              <a:gd name="connsiteX26" fmla="*/ 6531173 w 6836486"/>
              <a:gd name="connsiteY26" fmla="*/ 27550 h 2811334"/>
              <a:gd name="connsiteX27" fmla="*/ 6677222 w 6836486"/>
              <a:gd name="connsiteY27" fmla="*/ 13025 h 2811334"/>
              <a:gd name="connsiteX28" fmla="*/ 6829265 w 6836486"/>
              <a:gd name="connsiteY28" fmla="*/ 26287 h 2811334"/>
              <a:gd name="connsiteX29" fmla="*/ 6810573 w 6836486"/>
              <a:gd name="connsiteY29" fmla="*/ 252730 h 2811334"/>
              <a:gd name="connsiteX30" fmla="*/ 6766123 w 6836486"/>
              <a:gd name="connsiteY30" fmla="*/ 405271 h 2811334"/>
              <a:gd name="connsiteX31" fmla="*/ 6753422 w 6836486"/>
              <a:gd name="connsiteY31" fmla="*/ 659506 h 2811334"/>
              <a:gd name="connsiteX32" fmla="*/ 6677222 w 6836486"/>
              <a:gd name="connsiteY32" fmla="*/ 775729 h 2811334"/>
              <a:gd name="connsiteX33" fmla="*/ 6566799 w 6836486"/>
              <a:gd name="connsiteY33" fmla="*/ 797321 h 2811334"/>
              <a:gd name="connsiteX34" fmla="*/ 6353014 w 6836486"/>
              <a:gd name="connsiteY34" fmla="*/ 712560 h 2811334"/>
              <a:gd name="connsiteX35" fmla="*/ 6086672 w 6836486"/>
              <a:gd name="connsiteY35" fmla="*/ 398005 h 2811334"/>
              <a:gd name="connsiteX36" fmla="*/ 5849249 w 6836486"/>
              <a:gd name="connsiteY36" fmla="*/ 276774 h 2811334"/>
              <a:gd name="connsiteX37" fmla="*/ 5525399 w 6836486"/>
              <a:gd name="connsiteY37" fmla="*/ 257389 h 2811334"/>
              <a:gd name="connsiteX38" fmla="*/ 5343365 w 6836486"/>
              <a:gd name="connsiteY38" fmla="*/ 333589 h 2811334"/>
              <a:gd name="connsiteX39" fmla="*/ 5224832 w 6836486"/>
              <a:gd name="connsiteY39" fmla="*/ 452121 h 2811334"/>
              <a:gd name="connsiteX40" fmla="*/ 5013165 w 6836486"/>
              <a:gd name="connsiteY40" fmla="*/ 833121 h 2811334"/>
              <a:gd name="connsiteX41" fmla="*/ 4835365 w 6836486"/>
              <a:gd name="connsiteY41" fmla="*/ 985522 h 2811334"/>
              <a:gd name="connsiteX42" fmla="*/ 4423173 w 6836486"/>
              <a:gd name="connsiteY42" fmla="*/ 1018010 h 2811334"/>
              <a:gd name="connsiteX43" fmla="*/ 3763876 w 6836486"/>
              <a:gd name="connsiteY43" fmla="*/ 839283 h 2811334"/>
              <a:gd name="connsiteX44" fmla="*/ 3349665 w 6836486"/>
              <a:gd name="connsiteY44" fmla="*/ 842833 h 2811334"/>
              <a:gd name="connsiteX45" fmla="*/ 2681258 w 6836486"/>
              <a:gd name="connsiteY45" fmla="*/ 1324293 h 2811334"/>
              <a:gd name="connsiteX46" fmla="*/ 2018728 w 6836486"/>
              <a:gd name="connsiteY46" fmla="*/ 1975179 h 2811334"/>
              <a:gd name="connsiteX47" fmla="*/ 1611381 w 6836486"/>
              <a:gd name="connsiteY47" fmla="*/ 2361313 h 2811334"/>
              <a:gd name="connsiteX48" fmla="*/ 1303661 w 6836486"/>
              <a:gd name="connsiteY48" fmla="*/ 2521618 h 2811334"/>
              <a:gd name="connsiteX49" fmla="*/ 1080957 w 6836486"/>
              <a:gd name="connsiteY49" fmla="*/ 2609174 h 2811334"/>
              <a:gd name="connsiteX50" fmla="*/ 653832 w 6836486"/>
              <a:gd name="connsiteY50" fmla="*/ 2808728 h 2811334"/>
              <a:gd name="connsiteX51" fmla="*/ 455767 w 6836486"/>
              <a:gd name="connsiteY51" fmla="*/ 2799988 h 2811334"/>
              <a:gd name="connsiteX52" fmla="*/ 325761 w 6836486"/>
              <a:gd name="connsiteY52" fmla="*/ 2732271 h 2811334"/>
              <a:gd name="connsiteX53" fmla="*/ 168582 w 6836486"/>
              <a:gd name="connsiteY53" fmla="*/ 2518257 h 2811334"/>
              <a:gd name="connsiteX54" fmla="*/ 93986 w 6836486"/>
              <a:gd name="connsiteY54" fmla="*/ 2332757 h 2811334"/>
              <a:gd name="connsiteX55" fmla="*/ 42396 w 6836486"/>
              <a:gd name="connsiteY55" fmla="*/ 2130129 h 2811334"/>
              <a:gd name="connsiteX56" fmla="*/ 15981 w 6836486"/>
              <a:gd name="connsiteY56" fmla="*/ 1861782 h 2811334"/>
              <a:gd name="connsiteX0" fmla="*/ 15981 w 6836486"/>
              <a:gd name="connsiteY0" fmla="*/ 1861782 h 2811334"/>
              <a:gd name="connsiteX1" fmla="*/ 5431 w 6836486"/>
              <a:gd name="connsiteY1" fmla="*/ 1005092 h 2811334"/>
              <a:gd name="connsiteX2" fmla="*/ 104099 w 6836486"/>
              <a:gd name="connsiteY2" fmla="*/ 960965 h 2811334"/>
              <a:gd name="connsiteX3" fmla="*/ 91557 w 6836486"/>
              <a:gd name="connsiteY3" fmla="*/ 1225226 h 2811334"/>
              <a:gd name="connsiteX4" fmla="*/ 107787 w 6836486"/>
              <a:gd name="connsiteY4" fmla="*/ 2035104 h 2811334"/>
              <a:gd name="connsiteX5" fmla="*/ 221222 w 6836486"/>
              <a:gd name="connsiteY5" fmla="*/ 2422911 h 2811334"/>
              <a:gd name="connsiteX6" fmla="*/ 680523 w 6836486"/>
              <a:gd name="connsiteY6" fmla="*/ 2712894 h 2811334"/>
              <a:gd name="connsiteX7" fmla="*/ 859161 w 6836486"/>
              <a:gd name="connsiteY7" fmla="*/ 2623314 h 2811334"/>
              <a:gd name="connsiteX8" fmla="*/ 1021086 w 6836486"/>
              <a:gd name="connsiteY8" fmla="*/ 2550673 h 2811334"/>
              <a:gd name="connsiteX9" fmla="*/ 1176828 w 6836486"/>
              <a:gd name="connsiteY9" fmla="*/ 2481787 h 2811334"/>
              <a:gd name="connsiteX10" fmla="*/ 1329061 w 6836486"/>
              <a:gd name="connsiteY10" fmla="*/ 2416292 h 2811334"/>
              <a:gd name="connsiteX11" fmla="*/ 1554153 w 6836486"/>
              <a:gd name="connsiteY11" fmla="*/ 2298432 h 2811334"/>
              <a:gd name="connsiteX12" fmla="*/ 1911924 w 6836486"/>
              <a:gd name="connsiteY12" fmla="*/ 1955005 h 2811334"/>
              <a:gd name="connsiteX13" fmla="*/ 2528734 w 6836486"/>
              <a:gd name="connsiteY13" fmla="*/ 1341877 h 2811334"/>
              <a:gd name="connsiteX14" fmla="*/ 3374108 w 6836486"/>
              <a:gd name="connsiteY14" fmla="*/ 736610 h 2811334"/>
              <a:gd name="connsiteX15" fmla="*/ 4742232 w 6836486"/>
              <a:gd name="connsiteY15" fmla="*/ 909322 h 2811334"/>
              <a:gd name="connsiteX16" fmla="*/ 5241765 w 6836486"/>
              <a:gd name="connsiteY16" fmla="*/ 274322 h 2811334"/>
              <a:gd name="connsiteX17" fmla="*/ 5806916 w 6836486"/>
              <a:gd name="connsiteY17" fmla="*/ 172768 h 2811334"/>
              <a:gd name="connsiteX18" fmla="*/ 6236599 w 6836486"/>
              <a:gd name="connsiteY18" fmla="*/ 428302 h 2811334"/>
              <a:gd name="connsiteX19" fmla="*/ 6397821 w 6836486"/>
              <a:gd name="connsiteY19" fmla="*/ 623187 h 2811334"/>
              <a:gd name="connsiteX20" fmla="*/ 6550221 w 6836486"/>
              <a:gd name="connsiteY20" fmla="*/ 703089 h 2811334"/>
              <a:gd name="connsiteX21" fmla="*/ 6664521 w 6836486"/>
              <a:gd name="connsiteY21" fmla="*/ 674034 h 2811334"/>
              <a:gd name="connsiteX22" fmla="*/ 6693799 w 6836486"/>
              <a:gd name="connsiteY22" fmla="*/ 529995 h 2811334"/>
              <a:gd name="connsiteX23" fmla="*/ 6664522 w 6836486"/>
              <a:gd name="connsiteY23" fmla="*/ 390745 h 2811334"/>
              <a:gd name="connsiteX24" fmla="*/ 6594673 w 6836486"/>
              <a:gd name="connsiteY24" fmla="*/ 303578 h 2811334"/>
              <a:gd name="connsiteX25" fmla="*/ 6550223 w 6836486"/>
              <a:gd name="connsiteY25" fmla="*/ 194620 h 2811334"/>
              <a:gd name="connsiteX26" fmla="*/ 6531173 w 6836486"/>
              <a:gd name="connsiteY26" fmla="*/ 27550 h 2811334"/>
              <a:gd name="connsiteX27" fmla="*/ 6677222 w 6836486"/>
              <a:gd name="connsiteY27" fmla="*/ 13025 h 2811334"/>
              <a:gd name="connsiteX28" fmla="*/ 6829265 w 6836486"/>
              <a:gd name="connsiteY28" fmla="*/ 26287 h 2811334"/>
              <a:gd name="connsiteX29" fmla="*/ 6810573 w 6836486"/>
              <a:gd name="connsiteY29" fmla="*/ 252730 h 2811334"/>
              <a:gd name="connsiteX30" fmla="*/ 6766123 w 6836486"/>
              <a:gd name="connsiteY30" fmla="*/ 405271 h 2811334"/>
              <a:gd name="connsiteX31" fmla="*/ 6753422 w 6836486"/>
              <a:gd name="connsiteY31" fmla="*/ 659506 h 2811334"/>
              <a:gd name="connsiteX32" fmla="*/ 6677222 w 6836486"/>
              <a:gd name="connsiteY32" fmla="*/ 775729 h 2811334"/>
              <a:gd name="connsiteX33" fmla="*/ 6566799 w 6836486"/>
              <a:gd name="connsiteY33" fmla="*/ 797321 h 2811334"/>
              <a:gd name="connsiteX34" fmla="*/ 6353014 w 6836486"/>
              <a:gd name="connsiteY34" fmla="*/ 712560 h 2811334"/>
              <a:gd name="connsiteX35" fmla="*/ 6086672 w 6836486"/>
              <a:gd name="connsiteY35" fmla="*/ 398005 h 2811334"/>
              <a:gd name="connsiteX36" fmla="*/ 5849249 w 6836486"/>
              <a:gd name="connsiteY36" fmla="*/ 276774 h 2811334"/>
              <a:gd name="connsiteX37" fmla="*/ 5525399 w 6836486"/>
              <a:gd name="connsiteY37" fmla="*/ 257389 h 2811334"/>
              <a:gd name="connsiteX38" fmla="*/ 5343365 w 6836486"/>
              <a:gd name="connsiteY38" fmla="*/ 333589 h 2811334"/>
              <a:gd name="connsiteX39" fmla="*/ 5224832 w 6836486"/>
              <a:gd name="connsiteY39" fmla="*/ 452121 h 2811334"/>
              <a:gd name="connsiteX40" fmla="*/ 5013165 w 6836486"/>
              <a:gd name="connsiteY40" fmla="*/ 833121 h 2811334"/>
              <a:gd name="connsiteX41" fmla="*/ 4835365 w 6836486"/>
              <a:gd name="connsiteY41" fmla="*/ 985522 h 2811334"/>
              <a:gd name="connsiteX42" fmla="*/ 4423173 w 6836486"/>
              <a:gd name="connsiteY42" fmla="*/ 1018010 h 2811334"/>
              <a:gd name="connsiteX43" fmla="*/ 3763876 w 6836486"/>
              <a:gd name="connsiteY43" fmla="*/ 839283 h 2811334"/>
              <a:gd name="connsiteX44" fmla="*/ 3349665 w 6836486"/>
              <a:gd name="connsiteY44" fmla="*/ 842833 h 2811334"/>
              <a:gd name="connsiteX45" fmla="*/ 2681258 w 6836486"/>
              <a:gd name="connsiteY45" fmla="*/ 1324293 h 2811334"/>
              <a:gd name="connsiteX46" fmla="*/ 2018728 w 6836486"/>
              <a:gd name="connsiteY46" fmla="*/ 1975179 h 2811334"/>
              <a:gd name="connsiteX47" fmla="*/ 1611381 w 6836486"/>
              <a:gd name="connsiteY47" fmla="*/ 2361313 h 2811334"/>
              <a:gd name="connsiteX48" fmla="*/ 1303661 w 6836486"/>
              <a:gd name="connsiteY48" fmla="*/ 2521618 h 2811334"/>
              <a:gd name="connsiteX49" fmla="*/ 1080957 w 6836486"/>
              <a:gd name="connsiteY49" fmla="*/ 2609174 h 2811334"/>
              <a:gd name="connsiteX50" fmla="*/ 653832 w 6836486"/>
              <a:gd name="connsiteY50" fmla="*/ 2808728 h 2811334"/>
              <a:gd name="connsiteX51" fmla="*/ 455767 w 6836486"/>
              <a:gd name="connsiteY51" fmla="*/ 2799988 h 2811334"/>
              <a:gd name="connsiteX52" fmla="*/ 325761 w 6836486"/>
              <a:gd name="connsiteY52" fmla="*/ 2732271 h 2811334"/>
              <a:gd name="connsiteX53" fmla="*/ 168582 w 6836486"/>
              <a:gd name="connsiteY53" fmla="*/ 2518257 h 2811334"/>
              <a:gd name="connsiteX54" fmla="*/ 93986 w 6836486"/>
              <a:gd name="connsiteY54" fmla="*/ 2332757 h 2811334"/>
              <a:gd name="connsiteX55" fmla="*/ 42396 w 6836486"/>
              <a:gd name="connsiteY55" fmla="*/ 2130129 h 2811334"/>
              <a:gd name="connsiteX56" fmla="*/ 15981 w 6836486"/>
              <a:gd name="connsiteY56" fmla="*/ 1861782 h 2811334"/>
              <a:gd name="connsiteX0" fmla="*/ 15981 w 6836486"/>
              <a:gd name="connsiteY0" fmla="*/ 1861782 h 2811334"/>
              <a:gd name="connsiteX1" fmla="*/ 5431 w 6836486"/>
              <a:gd name="connsiteY1" fmla="*/ 1005092 h 2811334"/>
              <a:gd name="connsiteX2" fmla="*/ 104099 w 6836486"/>
              <a:gd name="connsiteY2" fmla="*/ 960965 h 2811334"/>
              <a:gd name="connsiteX3" fmla="*/ 91557 w 6836486"/>
              <a:gd name="connsiteY3" fmla="*/ 1225226 h 2811334"/>
              <a:gd name="connsiteX4" fmla="*/ 107787 w 6836486"/>
              <a:gd name="connsiteY4" fmla="*/ 2035104 h 2811334"/>
              <a:gd name="connsiteX5" fmla="*/ 585164 w 6836486"/>
              <a:gd name="connsiteY5" fmla="*/ 1400162 h 2811334"/>
              <a:gd name="connsiteX6" fmla="*/ 680523 w 6836486"/>
              <a:gd name="connsiteY6" fmla="*/ 2712894 h 2811334"/>
              <a:gd name="connsiteX7" fmla="*/ 859161 w 6836486"/>
              <a:gd name="connsiteY7" fmla="*/ 2623314 h 2811334"/>
              <a:gd name="connsiteX8" fmla="*/ 1021086 w 6836486"/>
              <a:gd name="connsiteY8" fmla="*/ 2550673 h 2811334"/>
              <a:gd name="connsiteX9" fmla="*/ 1176828 w 6836486"/>
              <a:gd name="connsiteY9" fmla="*/ 2481787 h 2811334"/>
              <a:gd name="connsiteX10" fmla="*/ 1329061 w 6836486"/>
              <a:gd name="connsiteY10" fmla="*/ 2416292 h 2811334"/>
              <a:gd name="connsiteX11" fmla="*/ 1554153 w 6836486"/>
              <a:gd name="connsiteY11" fmla="*/ 2298432 h 2811334"/>
              <a:gd name="connsiteX12" fmla="*/ 1911924 w 6836486"/>
              <a:gd name="connsiteY12" fmla="*/ 1955005 h 2811334"/>
              <a:gd name="connsiteX13" fmla="*/ 2528734 w 6836486"/>
              <a:gd name="connsiteY13" fmla="*/ 1341877 h 2811334"/>
              <a:gd name="connsiteX14" fmla="*/ 3374108 w 6836486"/>
              <a:gd name="connsiteY14" fmla="*/ 736610 h 2811334"/>
              <a:gd name="connsiteX15" fmla="*/ 4742232 w 6836486"/>
              <a:gd name="connsiteY15" fmla="*/ 909322 h 2811334"/>
              <a:gd name="connsiteX16" fmla="*/ 5241765 w 6836486"/>
              <a:gd name="connsiteY16" fmla="*/ 274322 h 2811334"/>
              <a:gd name="connsiteX17" fmla="*/ 5806916 w 6836486"/>
              <a:gd name="connsiteY17" fmla="*/ 172768 h 2811334"/>
              <a:gd name="connsiteX18" fmla="*/ 6236599 w 6836486"/>
              <a:gd name="connsiteY18" fmla="*/ 428302 h 2811334"/>
              <a:gd name="connsiteX19" fmla="*/ 6397821 w 6836486"/>
              <a:gd name="connsiteY19" fmla="*/ 623187 h 2811334"/>
              <a:gd name="connsiteX20" fmla="*/ 6550221 w 6836486"/>
              <a:gd name="connsiteY20" fmla="*/ 703089 h 2811334"/>
              <a:gd name="connsiteX21" fmla="*/ 6664521 w 6836486"/>
              <a:gd name="connsiteY21" fmla="*/ 674034 h 2811334"/>
              <a:gd name="connsiteX22" fmla="*/ 6693799 w 6836486"/>
              <a:gd name="connsiteY22" fmla="*/ 529995 h 2811334"/>
              <a:gd name="connsiteX23" fmla="*/ 6664522 w 6836486"/>
              <a:gd name="connsiteY23" fmla="*/ 390745 h 2811334"/>
              <a:gd name="connsiteX24" fmla="*/ 6594673 w 6836486"/>
              <a:gd name="connsiteY24" fmla="*/ 303578 h 2811334"/>
              <a:gd name="connsiteX25" fmla="*/ 6550223 w 6836486"/>
              <a:gd name="connsiteY25" fmla="*/ 194620 h 2811334"/>
              <a:gd name="connsiteX26" fmla="*/ 6531173 w 6836486"/>
              <a:gd name="connsiteY26" fmla="*/ 27550 h 2811334"/>
              <a:gd name="connsiteX27" fmla="*/ 6677222 w 6836486"/>
              <a:gd name="connsiteY27" fmla="*/ 13025 h 2811334"/>
              <a:gd name="connsiteX28" fmla="*/ 6829265 w 6836486"/>
              <a:gd name="connsiteY28" fmla="*/ 26287 h 2811334"/>
              <a:gd name="connsiteX29" fmla="*/ 6810573 w 6836486"/>
              <a:gd name="connsiteY29" fmla="*/ 252730 h 2811334"/>
              <a:gd name="connsiteX30" fmla="*/ 6766123 w 6836486"/>
              <a:gd name="connsiteY30" fmla="*/ 405271 h 2811334"/>
              <a:gd name="connsiteX31" fmla="*/ 6753422 w 6836486"/>
              <a:gd name="connsiteY31" fmla="*/ 659506 h 2811334"/>
              <a:gd name="connsiteX32" fmla="*/ 6677222 w 6836486"/>
              <a:gd name="connsiteY32" fmla="*/ 775729 h 2811334"/>
              <a:gd name="connsiteX33" fmla="*/ 6566799 w 6836486"/>
              <a:gd name="connsiteY33" fmla="*/ 797321 h 2811334"/>
              <a:gd name="connsiteX34" fmla="*/ 6353014 w 6836486"/>
              <a:gd name="connsiteY34" fmla="*/ 712560 h 2811334"/>
              <a:gd name="connsiteX35" fmla="*/ 6086672 w 6836486"/>
              <a:gd name="connsiteY35" fmla="*/ 398005 h 2811334"/>
              <a:gd name="connsiteX36" fmla="*/ 5849249 w 6836486"/>
              <a:gd name="connsiteY36" fmla="*/ 276774 h 2811334"/>
              <a:gd name="connsiteX37" fmla="*/ 5525399 w 6836486"/>
              <a:gd name="connsiteY37" fmla="*/ 257389 h 2811334"/>
              <a:gd name="connsiteX38" fmla="*/ 5343365 w 6836486"/>
              <a:gd name="connsiteY38" fmla="*/ 333589 h 2811334"/>
              <a:gd name="connsiteX39" fmla="*/ 5224832 w 6836486"/>
              <a:gd name="connsiteY39" fmla="*/ 452121 h 2811334"/>
              <a:gd name="connsiteX40" fmla="*/ 5013165 w 6836486"/>
              <a:gd name="connsiteY40" fmla="*/ 833121 h 2811334"/>
              <a:gd name="connsiteX41" fmla="*/ 4835365 w 6836486"/>
              <a:gd name="connsiteY41" fmla="*/ 985522 h 2811334"/>
              <a:gd name="connsiteX42" fmla="*/ 4423173 w 6836486"/>
              <a:gd name="connsiteY42" fmla="*/ 1018010 h 2811334"/>
              <a:gd name="connsiteX43" fmla="*/ 3763876 w 6836486"/>
              <a:gd name="connsiteY43" fmla="*/ 839283 h 2811334"/>
              <a:gd name="connsiteX44" fmla="*/ 3349665 w 6836486"/>
              <a:gd name="connsiteY44" fmla="*/ 842833 h 2811334"/>
              <a:gd name="connsiteX45" fmla="*/ 2681258 w 6836486"/>
              <a:gd name="connsiteY45" fmla="*/ 1324293 h 2811334"/>
              <a:gd name="connsiteX46" fmla="*/ 2018728 w 6836486"/>
              <a:gd name="connsiteY46" fmla="*/ 1975179 h 2811334"/>
              <a:gd name="connsiteX47" fmla="*/ 1611381 w 6836486"/>
              <a:gd name="connsiteY47" fmla="*/ 2361313 h 2811334"/>
              <a:gd name="connsiteX48" fmla="*/ 1303661 w 6836486"/>
              <a:gd name="connsiteY48" fmla="*/ 2521618 h 2811334"/>
              <a:gd name="connsiteX49" fmla="*/ 1080957 w 6836486"/>
              <a:gd name="connsiteY49" fmla="*/ 2609174 h 2811334"/>
              <a:gd name="connsiteX50" fmla="*/ 653832 w 6836486"/>
              <a:gd name="connsiteY50" fmla="*/ 2808728 h 2811334"/>
              <a:gd name="connsiteX51" fmla="*/ 455767 w 6836486"/>
              <a:gd name="connsiteY51" fmla="*/ 2799988 h 2811334"/>
              <a:gd name="connsiteX52" fmla="*/ 325761 w 6836486"/>
              <a:gd name="connsiteY52" fmla="*/ 2732271 h 2811334"/>
              <a:gd name="connsiteX53" fmla="*/ 168582 w 6836486"/>
              <a:gd name="connsiteY53" fmla="*/ 2518257 h 2811334"/>
              <a:gd name="connsiteX54" fmla="*/ 93986 w 6836486"/>
              <a:gd name="connsiteY54" fmla="*/ 2332757 h 2811334"/>
              <a:gd name="connsiteX55" fmla="*/ 42396 w 6836486"/>
              <a:gd name="connsiteY55" fmla="*/ 2130129 h 2811334"/>
              <a:gd name="connsiteX56" fmla="*/ 15981 w 6836486"/>
              <a:gd name="connsiteY56" fmla="*/ 1861782 h 2811334"/>
              <a:gd name="connsiteX0" fmla="*/ 15981 w 6836486"/>
              <a:gd name="connsiteY0" fmla="*/ 1861782 h 2811334"/>
              <a:gd name="connsiteX1" fmla="*/ 5431 w 6836486"/>
              <a:gd name="connsiteY1" fmla="*/ 1005092 h 2811334"/>
              <a:gd name="connsiteX2" fmla="*/ 104099 w 6836486"/>
              <a:gd name="connsiteY2" fmla="*/ 960965 h 2811334"/>
              <a:gd name="connsiteX3" fmla="*/ 91557 w 6836486"/>
              <a:gd name="connsiteY3" fmla="*/ 1225226 h 2811334"/>
              <a:gd name="connsiteX4" fmla="*/ 339387 w 6836486"/>
              <a:gd name="connsiteY4" fmla="*/ 1448185 h 2811334"/>
              <a:gd name="connsiteX5" fmla="*/ 585164 w 6836486"/>
              <a:gd name="connsiteY5" fmla="*/ 1400162 h 2811334"/>
              <a:gd name="connsiteX6" fmla="*/ 680523 w 6836486"/>
              <a:gd name="connsiteY6" fmla="*/ 2712894 h 2811334"/>
              <a:gd name="connsiteX7" fmla="*/ 859161 w 6836486"/>
              <a:gd name="connsiteY7" fmla="*/ 2623314 h 2811334"/>
              <a:gd name="connsiteX8" fmla="*/ 1021086 w 6836486"/>
              <a:gd name="connsiteY8" fmla="*/ 2550673 h 2811334"/>
              <a:gd name="connsiteX9" fmla="*/ 1176828 w 6836486"/>
              <a:gd name="connsiteY9" fmla="*/ 2481787 h 2811334"/>
              <a:gd name="connsiteX10" fmla="*/ 1329061 w 6836486"/>
              <a:gd name="connsiteY10" fmla="*/ 2416292 h 2811334"/>
              <a:gd name="connsiteX11" fmla="*/ 1554153 w 6836486"/>
              <a:gd name="connsiteY11" fmla="*/ 2298432 h 2811334"/>
              <a:gd name="connsiteX12" fmla="*/ 1911924 w 6836486"/>
              <a:gd name="connsiteY12" fmla="*/ 1955005 h 2811334"/>
              <a:gd name="connsiteX13" fmla="*/ 2528734 w 6836486"/>
              <a:gd name="connsiteY13" fmla="*/ 1341877 h 2811334"/>
              <a:gd name="connsiteX14" fmla="*/ 3374108 w 6836486"/>
              <a:gd name="connsiteY14" fmla="*/ 736610 h 2811334"/>
              <a:gd name="connsiteX15" fmla="*/ 4742232 w 6836486"/>
              <a:gd name="connsiteY15" fmla="*/ 909322 h 2811334"/>
              <a:gd name="connsiteX16" fmla="*/ 5241765 w 6836486"/>
              <a:gd name="connsiteY16" fmla="*/ 274322 h 2811334"/>
              <a:gd name="connsiteX17" fmla="*/ 5806916 w 6836486"/>
              <a:gd name="connsiteY17" fmla="*/ 172768 h 2811334"/>
              <a:gd name="connsiteX18" fmla="*/ 6236599 w 6836486"/>
              <a:gd name="connsiteY18" fmla="*/ 428302 h 2811334"/>
              <a:gd name="connsiteX19" fmla="*/ 6397821 w 6836486"/>
              <a:gd name="connsiteY19" fmla="*/ 623187 h 2811334"/>
              <a:gd name="connsiteX20" fmla="*/ 6550221 w 6836486"/>
              <a:gd name="connsiteY20" fmla="*/ 703089 h 2811334"/>
              <a:gd name="connsiteX21" fmla="*/ 6664521 w 6836486"/>
              <a:gd name="connsiteY21" fmla="*/ 674034 h 2811334"/>
              <a:gd name="connsiteX22" fmla="*/ 6693799 w 6836486"/>
              <a:gd name="connsiteY22" fmla="*/ 529995 h 2811334"/>
              <a:gd name="connsiteX23" fmla="*/ 6664522 w 6836486"/>
              <a:gd name="connsiteY23" fmla="*/ 390745 h 2811334"/>
              <a:gd name="connsiteX24" fmla="*/ 6594673 w 6836486"/>
              <a:gd name="connsiteY24" fmla="*/ 303578 h 2811334"/>
              <a:gd name="connsiteX25" fmla="*/ 6550223 w 6836486"/>
              <a:gd name="connsiteY25" fmla="*/ 194620 h 2811334"/>
              <a:gd name="connsiteX26" fmla="*/ 6531173 w 6836486"/>
              <a:gd name="connsiteY26" fmla="*/ 27550 h 2811334"/>
              <a:gd name="connsiteX27" fmla="*/ 6677222 w 6836486"/>
              <a:gd name="connsiteY27" fmla="*/ 13025 h 2811334"/>
              <a:gd name="connsiteX28" fmla="*/ 6829265 w 6836486"/>
              <a:gd name="connsiteY28" fmla="*/ 26287 h 2811334"/>
              <a:gd name="connsiteX29" fmla="*/ 6810573 w 6836486"/>
              <a:gd name="connsiteY29" fmla="*/ 252730 h 2811334"/>
              <a:gd name="connsiteX30" fmla="*/ 6766123 w 6836486"/>
              <a:gd name="connsiteY30" fmla="*/ 405271 h 2811334"/>
              <a:gd name="connsiteX31" fmla="*/ 6753422 w 6836486"/>
              <a:gd name="connsiteY31" fmla="*/ 659506 h 2811334"/>
              <a:gd name="connsiteX32" fmla="*/ 6677222 w 6836486"/>
              <a:gd name="connsiteY32" fmla="*/ 775729 h 2811334"/>
              <a:gd name="connsiteX33" fmla="*/ 6566799 w 6836486"/>
              <a:gd name="connsiteY33" fmla="*/ 797321 h 2811334"/>
              <a:gd name="connsiteX34" fmla="*/ 6353014 w 6836486"/>
              <a:gd name="connsiteY34" fmla="*/ 712560 h 2811334"/>
              <a:gd name="connsiteX35" fmla="*/ 6086672 w 6836486"/>
              <a:gd name="connsiteY35" fmla="*/ 398005 h 2811334"/>
              <a:gd name="connsiteX36" fmla="*/ 5849249 w 6836486"/>
              <a:gd name="connsiteY36" fmla="*/ 276774 h 2811334"/>
              <a:gd name="connsiteX37" fmla="*/ 5525399 w 6836486"/>
              <a:gd name="connsiteY37" fmla="*/ 257389 h 2811334"/>
              <a:gd name="connsiteX38" fmla="*/ 5343365 w 6836486"/>
              <a:gd name="connsiteY38" fmla="*/ 333589 h 2811334"/>
              <a:gd name="connsiteX39" fmla="*/ 5224832 w 6836486"/>
              <a:gd name="connsiteY39" fmla="*/ 452121 h 2811334"/>
              <a:gd name="connsiteX40" fmla="*/ 5013165 w 6836486"/>
              <a:gd name="connsiteY40" fmla="*/ 833121 h 2811334"/>
              <a:gd name="connsiteX41" fmla="*/ 4835365 w 6836486"/>
              <a:gd name="connsiteY41" fmla="*/ 985522 h 2811334"/>
              <a:gd name="connsiteX42" fmla="*/ 4423173 w 6836486"/>
              <a:gd name="connsiteY42" fmla="*/ 1018010 h 2811334"/>
              <a:gd name="connsiteX43" fmla="*/ 3763876 w 6836486"/>
              <a:gd name="connsiteY43" fmla="*/ 839283 h 2811334"/>
              <a:gd name="connsiteX44" fmla="*/ 3349665 w 6836486"/>
              <a:gd name="connsiteY44" fmla="*/ 842833 h 2811334"/>
              <a:gd name="connsiteX45" fmla="*/ 2681258 w 6836486"/>
              <a:gd name="connsiteY45" fmla="*/ 1324293 h 2811334"/>
              <a:gd name="connsiteX46" fmla="*/ 2018728 w 6836486"/>
              <a:gd name="connsiteY46" fmla="*/ 1975179 h 2811334"/>
              <a:gd name="connsiteX47" fmla="*/ 1611381 w 6836486"/>
              <a:gd name="connsiteY47" fmla="*/ 2361313 h 2811334"/>
              <a:gd name="connsiteX48" fmla="*/ 1303661 w 6836486"/>
              <a:gd name="connsiteY48" fmla="*/ 2521618 h 2811334"/>
              <a:gd name="connsiteX49" fmla="*/ 1080957 w 6836486"/>
              <a:gd name="connsiteY49" fmla="*/ 2609174 h 2811334"/>
              <a:gd name="connsiteX50" fmla="*/ 653832 w 6836486"/>
              <a:gd name="connsiteY50" fmla="*/ 2808728 h 2811334"/>
              <a:gd name="connsiteX51" fmla="*/ 455767 w 6836486"/>
              <a:gd name="connsiteY51" fmla="*/ 2799988 h 2811334"/>
              <a:gd name="connsiteX52" fmla="*/ 325761 w 6836486"/>
              <a:gd name="connsiteY52" fmla="*/ 2732271 h 2811334"/>
              <a:gd name="connsiteX53" fmla="*/ 168582 w 6836486"/>
              <a:gd name="connsiteY53" fmla="*/ 2518257 h 2811334"/>
              <a:gd name="connsiteX54" fmla="*/ 93986 w 6836486"/>
              <a:gd name="connsiteY54" fmla="*/ 2332757 h 2811334"/>
              <a:gd name="connsiteX55" fmla="*/ 42396 w 6836486"/>
              <a:gd name="connsiteY55" fmla="*/ 2130129 h 2811334"/>
              <a:gd name="connsiteX56" fmla="*/ 15981 w 6836486"/>
              <a:gd name="connsiteY56" fmla="*/ 1861782 h 2811334"/>
              <a:gd name="connsiteX0" fmla="*/ 15981 w 6836486"/>
              <a:gd name="connsiteY0" fmla="*/ 1861782 h 2811334"/>
              <a:gd name="connsiteX1" fmla="*/ 5431 w 6836486"/>
              <a:gd name="connsiteY1" fmla="*/ 1005092 h 2811334"/>
              <a:gd name="connsiteX2" fmla="*/ 104099 w 6836486"/>
              <a:gd name="connsiteY2" fmla="*/ 960965 h 2811334"/>
              <a:gd name="connsiteX3" fmla="*/ 91557 w 6836486"/>
              <a:gd name="connsiteY3" fmla="*/ 1225226 h 2811334"/>
              <a:gd name="connsiteX4" fmla="*/ 339387 w 6836486"/>
              <a:gd name="connsiteY4" fmla="*/ 1448185 h 2811334"/>
              <a:gd name="connsiteX5" fmla="*/ 585164 w 6836486"/>
              <a:gd name="connsiteY5" fmla="*/ 1400162 h 2811334"/>
              <a:gd name="connsiteX6" fmla="*/ 1105910 w 6836486"/>
              <a:gd name="connsiteY6" fmla="*/ 1597168 h 2811334"/>
              <a:gd name="connsiteX7" fmla="*/ 859161 w 6836486"/>
              <a:gd name="connsiteY7" fmla="*/ 2623314 h 2811334"/>
              <a:gd name="connsiteX8" fmla="*/ 1021086 w 6836486"/>
              <a:gd name="connsiteY8" fmla="*/ 2550673 h 2811334"/>
              <a:gd name="connsiteX9" fmla="*/ 1176828 w 6836486"/>
              <a:gd name="connsiteY9" fmla="*/ 2481787 h 2811334"/>
              <a:gd name="connsiteX10" fmla="*/ 1329061 w 6836486"/>
              <a:gd name="connsiteY10" fmla="*/ 2416292 h 2811334"/>
              <a:gd name="connsiteX11" fmla="*/ 1554153 w 6836486"/>
              <a:gd name="connsiteY11" fmla="*/ 2298432 h 2811334"/>
              <a:gd name="connsiteX12" fmla="*/ 1911924 w 6836486"/>
              <a:gd name="connsiteY12" fmla="*/ 1955005 h 2811334"/>
              <a:gd name="connsiteX13" fmla="*/ 2528734 w 6836486"/>
              <a:gd name="connsiteY13" fmla="*/ 1341877 h 2811334"/>
              <a:gd name="connsiteX14" fmla="*/ 3374108 w 6836486"/>
              <a:gd name="connsiteY14" fmla="*/ 736610 h 2811334"/>
              <a:gd name="connsiteX15" fmla="*/ 4742232 w 6836486"/>
              <a:gd name="connsiteY15" fmla="*/ 909322 h 2811334"/>
              <a:gd name="connsiteX16" fmla="*/ 5241765 w 6836486"/>
              <a:gd name="connsiteY16" fmla="*/ 274322 h 2811334"/>
              <a:gd name="connsiteX17" fmla="*/ 5806916 w 6836486"/>
              <a:gd name="connsiteY17" fmla="*/ 172768 h 2811334"/>
              <a:gd name="connsiteX18" fmla="*/ 6236599 w 6836486"/>
              <a:gd name="connsiteY18" fmla="*/ 428302 h 2811334"/>
              <a:gd name="connsiteX19" fmla="*/ 6397821 w 6836486"/>
              <a:gd name="connsiteY19" fmla="*/ 623187 h 2811334"/>
              <a:gd name="connsiteX20" fmla="*/ 6550221 w 6836486"/>
              <a:gd name="connsiteY20" fmla="*/ 703089 h 2811334"/>
              <a:gd name="connsiteX21" fmla="*/ 6664521 w 6836486"/>
              <a:gd name="connsiteY21" fmla="*/ 674034 h 2811334"/>
              <a:gd name="connsiteX22" fmla="*/ 6693799 w 6836486"/>
              <a:gd name="connsiteY22" fmla="*/ 529995 h 2811334"/>
              <a:gd name="connsiteX23" fmla="*/ 6664522 w 6836486"/>
              <a:gd name="connsiteY23" fmla="*/ 390745 h 2811334"/>
              <a:gd name="connsiteX24" fmla="*/ 6594673 w 6836486"/>
              <a:gd name="connsiteY24" fmla="*/ 303578 h 2811334"/>
              <a:gd name="connsiteX25" fmla="*/ 6550223 w 6836486"/>
              <a:gd name="connsiteY25" fmla="*/ 194620 h 2811334"/>
              <a:gd name="connsiteX26" fmla="*/ 6531173 w 6836486"/>
              <a:gd name="connsiteY26" fmla="*/ 27550 h 2811334"/>
              <a:gd name="connsiteX27" fmla="*/ 6677222 w 6836486"/>
              <a:gd name="connsiteY27" fmla="*/ 13025 h 2811334"/>
              <a:gd name="connsiteX28" fmla="*/ 6829265 w 6836486"/>
              <a:gd name="connsiteY28" fmla="*/ 26287 h 2811334"/>
              <a:gd name="connsiteX29" fmla="*/ 6810573 w 6836486"/>
              <a:gd name="connsiteY29" fmla="*/ 252730 h 2811334"/>
              <a:gd name="connsiteX30" fmla="*/ 6766123 w 6836486"/>
              <a:gd name="connsiteY30" fmla="*/ 405271 h 2811334"/>
              <a:gd name="connsiteX31" fmla="*/ 6753422 w 6836486"/>
              <a:gd name="connsiteY31" fmla="*/ 659506 h 2811334"/>
              <a:gd name="connsiteX32" fmla="*/ 6677222 w 6836486"/>
              <a:gd name="connsiteY32" fmla="*/ 775729 h 2811334"/>
              <a:gd name="connsiteX33" fmla="*/ 6566799 w 6836486"/>
              <a:gd name="connsiteY33" fmla="*/ 797321 h 2811334"/>
              <a:gd name="connsiteX34" fmla="*/ 6353014 w 6836486"/>
              <a:gd name="connsiteY34" fmla="*/ 712560 h 2811334"/>
              <a:gd name="connsiteX35" fmla="*/ 6086672 w 6836486"/>
              <a:gd name="connsiteY35" fmla="*/ 398005 h 2811334"/>
              <a:gd name="connsiteX36" fmla="*/ 5849249 w 6836486"/>
              <a:gd name="connsiteY36" fmla="*/ 276774 h 2811334"/>
              <a:gd name="connsiteX37" fmla="*/ 5525399 w 6836486"/>
              <a:gd name="connsiteY37" fmla="*/ 257389 h 2811334"/>
              <a:gd name="connsiteX38" fmla="*/ 5343365 w 6836486"/>
              <a:gd name="connsiteY38" fmla="*/ 333589 h 2811334"/>
              <a:gd name="connsiteX39" fmla="*/ 5224832 w 6836486"/>
              <a:gd name="connsiteY39" fmla="*/ 452121 h 2811334"/>
              <a:gd name="connsiteX40" fmla="*/ 5013165 w 6836486"/>
              <a:gd name="connsiteY40" fmla="*/ 833121 h 2811334"/>
              <a:gd name="connsiteX41" fmla="*/ 4835365 w 6836486"/>
              <a:gd name="connsiteY41" fmla="*/ 985522 h 2811334"/>
              <a:gd name="connsiteX42" fmla="*/ 4423173 w 6836486"/>
              <a:gd name="connsiteY42" fmla="*/ 1018010 h 2811334"/>
              <a:gd name="connsiteX43" fmla="*/ 3763876 w 6836486"/>
              <a:gd name="connsiteY43" fmla="*/ 839283 h 2811334"/>
              <a:gd name="connsiteX44" fmla="*/ 3349665 w 6836486"/>
              <a:gd name="connsiteY44" fmla="*/ 842833 h 2811334"/>
              <a:gd name="connsiteX45" fmla="*/ 2681258 w 6836486"/>
              <a:gd name="connsiteY45" fmla="*/ 1324293 h 2811334"/>
              <a:gd name="connsiteX46" fmla="*/ 2018728 w 6836486"/>
              <a:gd name="connsiteY46" fmla="*/ 1975179 h 2811334"/>
              <a:gd name="connsiteX47" fmla="*/ 1611381 w 6836486"/>
              <a:gd name="connsiteY47" fmla="*/ 2361313 h 2811334"/>
              <a:gd name="connsiteX48" fmla="*/ 1303661 w 6836486"/>
              <a:gd name="connsiteY48" fmla="*/ 2521618 h 2811334"/>
              <a:gd name="connsiteX49" fmla="*/ 1080957 w 6836486"/>
              <a:gd name="connsiteY49" fmla="*/ 2609174 h 2811334"/>
              <a:gd name="connsiteX50" fmla="*/ 653832 w 6836486"/>
              <a:gd name="connsiteY50" fmla="*/ 2808728 h 2811334"/>
              <a:gd name="connsiteX51" fmla="*/ 455767 w 6836486"/>
              <a:gd name="connsiteY51" fmla="*/ 2799988 h 2811334"/>
              <a:gd name="connsiteX52" fmla="*/ 325761 w 6836486"/>
              <a:gd name="connsiteY52" fmla="*/ 2732271 h 2811334"/>
              <a:gd name="connsiteX53" fmla="*/ 168582 w 6836486"/>
              <a:gd name="connsiteY53" fmla="*/ 2518257 h 2811334"/>
              <a:gd name="connsiteX54" fmla="*/ 93986 w 6836486"/>
              <a:gd name="connsiteY54" fmla="*/ 2332757 h 2811334"/>
              <a:gd name="connsiteX55" fmla="*/ 42396 w 6836486"/>
              <a:gd name="connsiteY55" fmla="*/ 2130129 h 2811334"/>
              <a:gd name="connsiteX56" fmla="*/ 15981 w 6836486"/>
              <a:gd name="connsiteY56" fmla="*/ 1861782 h 2811334"/>
              <a:gd name="connsiteX0" fmla="*/ 15981 w 6836486"/>
              <a:gd name="connsiteY0" fmla="*/ 1861782 h 2811334"/>
              <a:gd name="connsiteX1" fmla="*/ 5431 w 6836486"/>
              <a:gd name="connsiteY1" fmla="*/ 1005092 h 2811334"/>
              <a:gd name="connsiteX2" fmla="*/ 104099 w 6836486"/>
              <a:gd name="connsiteY2" fmla="*/ 960965 h 2811334"/>
              <a:gd name="connsiteX3" fmla="*/ 91557 w 6836486"/>
              <a:gd name="connsiteY3" fmla="*/ 1225226 h 2811334"/>
              <a:gd name="connsiteX4" fmla="*/ 339387 w 6836486"/>
              <a:gd name="connsiteY4" fmla="*/ 1448185 h 2811334"/>
              <a:gd name="connsiteX5" fmla="*/ 580438 w 6836486"/>
              <a:gd name="connsiteY5" fmla="*/ 1626794 h 2811334"/>
              <a:gd name="connsiteX6" fmla="*/ 1105910 w 6836486"/>
              <a:gd name="connsiteY6" fmla="*/ 1597168 h 2811334"/>
              <a:gd name="connsiteX7" fmla="*/ 859161 w 6836486"/>
              <a:gd name="connsiteY7" fmla="*/ 2623314 h 2811334"/>
              <a:gd name="connsiteX8" fmla="*/ 1021086 w 6836486"/>
              <a:gd name="connsiteY8" fmla="*/ 2550673 h 2811334"/>
              <a:gd name="connsiteX9" fmla="*/ 1176828 w 6836486"/>
              <a:gd name="connsiteY9" fmla="*/ 2481787 h 2811334"/>
              <a:gd name="connsiteX10" fmla="*/ 1329061 w 6836486"/>
              <a:gd name="connsiteY10" fmla="*/ 2416292 h 2811334"/>
              <a:gd name="connsiteX11" fmla="*/ 1554153 w 6836486"/>
              <a:gd name="connsiteY11" fmla="*/ 2298432 h 2811334"/>
              <a:gd name="connsiteX12" fmla="*/ 1911924 w 6836486"/>
              <a:gd name="connsiteY12" fmla="*/ 1955005 h 2811334"/>
              <a:gd name="connsiteX13" fmla="*/ 2528734 w 6836486"/>
              <a:gd name="connsiteY13" fmla="*/ 1341877 h 2811334"/>
              <a:gd name="connsiteX14" fmla="*/ 3374108 w 6836486"/>
              <a:gd name="connsiteY14" fmla="*/ 736610 h 2811334"/>
              <a:gd name="connsiteX15" fmla="*/ 4742232 w 6836486"/>
              <a:gd name="connsiteY15" fmla="*/ 909322 h 2811334"/>
              <a:gd name="connsiteX16" fmla="*/ 5241765 w 6836486"/>
              <a:gd name="connsiteY16" fmla="*/ 274322 h 2811334"/>
              <a:gd name="connsiteX17" fmla="*/ 5806916 w 6836486"/>
              <a:gd name="connsiteY17" fmla="*/ 172768 h 2811334"/>
              <a:gd name="connsiteX18" fmla="*/ 6236599 w 6836486"/>
              <a:gd name="connsiteY18" fmla="*/ 428302 h 2811334"/>
              <a:gd name="connsiteX19" fmla="*/ 6397821 w 6836486"/>
              <a:gd name="connsiteY19" fmla="*/ 623187 h 2811334"/>
              <a:gd name="connsiteX20" fmla="*/ 6550221 w 6836486"/>
              <a:gd name="connsiteY20" fmla="*/ 703089 h 2811334"/>
              <a:gd name="connsiteX21" fmla="*/ 6664521 w 6836486"/>
              <a:gd name="connsiteY21" fmla="*/ 674034 h 2811334"/>
              <a:gd name="connsiteX22" fmla="*/ 6693799 w 6836486"/>
              <a:gd name="connsiteY22" fmla="*/ 529995 h 2811334"/>
              <a:gd name="connsiteX23" fmla="*/ 6664522 w 6836486"/>
              <a:gd name="connsiteY23" fmla="*/ 390745 h 2811334"/>
              <a:gd name="connsiteX24" fmla="*/ 6594673 w 6836486"/>
              <a:gd name="connsiteY24" fmla="*/ 303578 h 2811334"/>
              <a:gd name="connsiteX25" fmla="*/ 6550223 w 6836486"/>
              <a:gd name="connsiteY25" fmla="*/ 194620 h 2811334"/>
              <a:gd name="connsiteX26" fmla="*/ 6531173 w 6836486"/>
              <a:gd name="connsiteY26" fmla="*/ 27550 h 2811334"/>
              <a:gd name="connsiteX27" fmla="*/ 6677222 w 6836486"/>
              <a:gd name="connsiteY27" fmla="*/ 13025 h 2811334"/>
              <a:gd name="connsiteX28" fmla="*/ 6829265 w 6836486"/>
              <a:gd name="connsiteY28" fmla="*/ 26287 h 2811334"/>
              <a:gd name="connsiteX29" fmla="*/ 6810573 w 6836486"/>
              <a:gd name="connsiteY29" fmla="*/ 252730 h 2811334"/>
              <a:gd name="connsiteX30" fmla="*/ 6766123 w 6836486"/>
              <a:gd name="connsiteY30" fmla="*/ 405271 h 2811334"/>
              <a:gd name="connsiteX31" fmla="*/ 6753422 w 6836486"/>
              <a:gd name="connsiteY31" fmla="*/ 659506 h 2811334"/>
              <a:gd name="connsiteX32" fmla="*/ 6677222 w 6836486"/>
              <a:gd name="connsiteY32" fmla="*/ 775729 h 2811334"/>
              <a:gd name="connsiteX33" fmla="*/ 6566799 w 6836486"/>
              <a:gd name="connsiteY33" fmla="*/ 797321 h 2811334"/>
              <a:gd name="connsiteX34" fmla="*/ 6353014 w 6836486"/>
              <a:gd name="connsiteY34" fmla="*/ 712560 h 2811334"/>
              <a:gd name="connsiteX35" fmla="*/ 6086672 w 6836486"/>
              <a:gd name="connsiteY35" fmla="*/ 398005 h 2811334"/>
              <a:gd name="connsiteX36" fmla="*/ 5849249 w 6836486"/>
              <a:gd name="connsiteY36" fmla="*/ 276774 h 2811334"/>
              <a:gd name="connsiteX37" fmla="*/ 5525399 w 6836486"/>
              <a:gd name="connsiteY37" fmla="*/ 257389 h 2811334"/>
              <a:gd name="connsiteX38" fmla="*/ 5343365 w 6836486"/>
              <a:gd name="connsiteY38" fmla="*/ 333589 h 2811334"/>
              <a:gd name="connsiteX39" fmla="*/ 5224832 w 6836486"/>
              <a:gd name="connsiteY39" fmla="*/ 452121 h 2811334"/>
              <a:gd name="connsiteX40" fmla="*/ 5013165 w 6836486"/>
              <a:gd name="connsiteY40" fmla="*/ 833121 h 2811334"/>
              <a:gd name="connsiteX41" fmla="*/ 4835365 w 6836486"/>
              <a:gd name="connsiteY41" fmla="*/ 985522 h 2811334"/>
              <a:gd name="connsiteX42" fmla="*/ 4423173 w 6836486"/>
              <a:gd name="connsiteY42" fmla="*/ 1018010 h 2811334"/>
              <a:gd name="connsiteX43" fmla="*/ 3763876 w 6836486"/>
              <a:gd name="connsiteY43" fmla="*/ 839283 h 2811334"/>
              <a:gd name="connsiteX44" fmla="*/ 3349665 w 6836486"/>
              <a:gd name="connsiteY44" fmla="*/ 842833 h 2811334"/>
              <a:gd name="connsiteX45" fmla="*/ 2681258 w 6836486"/>
              <a:gd name="connsiteY45" fmla="*/ 1324293 h 2811334"/>
              <a:gd name="connsiteX46" fmla="*/ 2018728 w 6836486"/>
              <a:gd name="connsiteY46" fmla="*/ 1975179 h 2811334"/>
              <a:gd name="connsiteX47" fmla="*/ 1611381 w 6836486"/>
              <a:gd name="connsiteY47" fmla="*/ 2361313 h 2811334"/>
              <a:gd name="connsiteX48" fmla="*/ 1303661 w 6836486"/>
              <a:gd name="connsiteY48" fmla="*/ 2521618 h 2811334"/>
              <a:gd name="connsiteX49" fmla="*/ 1080957 w 6836486"/>
              <a:gd name="connsiteY49" fmla="*/ 2609174 h 2811334"/>
              <a:gd name="connsiteX50" fmla="*/ 653832 w 6836486"/>
              <a:gd name="connsiteY50" fmla="*/ 2808728 h 2811334"/>
              <a:gd name="connsiteX51" fmla="*/ 455767 w 6836486"/>
              <a:gd name="connsiteY51" fmla="*/ 2799988 h 2811334"/>
              <a:gd name="connsiteX52" fmla="*/ 325761 w 6836486"/>
              <a:gd name="connsiteY52" fmla="*/ 2732271 h 2811334"/>
              <a:gd name="connsiteX53" fmla="*/ 168582 w 6836486"/>
              <a:gd name="connsiteY53" fmla="*/ 2518257 h 2811334"/>
              <a:gd name="connsiteX54" fmla="*/ 93986 w 6836486"/>
              <a:gd name="connsiteY54" fmla="*/ 2332757 h 2811334"/>
              <a:gd name="connsiteX55" fmla="*/ 42396 w 6836486"/>
              <a:gd name="connsiteY55" fmla="*/ 2130129 h 2811334"/>
              <a:gd name="connsiteX56" fmla="*/ 15981 w 6836486"/>
              <a:gd name="connsiteY56" fmla="*/ 1861782 h 2811334"/>
              <a:gd name="connsiteX0" fmla="*/ 15981 w 6836486"/>
              <a:gd name="connsiteY0" fmla="*/ 1861782 h 2811334"/>
              <a:gd name="connsiteX1" fmla="*/ 5431 w 6836486"/>
              <a:gd name="connsiteY1" fmla="*/ 1005092 h 2811334"/>
              <a:gd name="connsiteX2" fmla="*/ 104099 w 6836486"/>
              <a:gd name="connsiteY2" fmla="*/ 960965 h 2811334"/>
              <a:gd name="connsiteX3" fmla="*/ 91557 w 6836486"/>
              <a:gd name="connsiteY3" fmla="*/ 1225226 h 2811334"/>
              <a:gd name="connsiteX4" fmla="*/ 339387 w 6836486"/>
              <a:gd name="connsiteY4" fmla="*/ 1448185 h 2811334"/>
              <a:gd name="connsiteX5" fmla="*/ 580438 w 6836486"/>
              <a:gd name="connsiteY5" fmla="*/ 1626794 h 2811334"/>
              <a:gd name="connsiteX6" fmla="*/ 1105910 w 6836486"/>
              <a:gd name="connsiteY6" fmla="*/ 1597168 h 2811334"/>
              <a:gd name="connsiteX7" fmla="*/ 859161 w 6836486"/>
              <a:gd name="connsiteY7" fmla="*/ 2623314 h 2811334"/>
              <a:gd name="connsiteX8" fmla="*/ 1021086 w 6836486"/>
              <a:gd name="connsiteY8" fmla="*/ 2550673 h 2811334"/>
              <a:gd name="connsiteX9" fmla="*/ 1176828 w 6836486"/>
              <a:gd name="connsiteY9" fmla="*/ 2481787 h 2811334"/>
              <a:gd name="connsiteX10" fmla="*/ 1329061 w 6836486"/>
              <a:gd name="connsiteY10" fmla="*/ 2416292 h 2811334"/>
              <a:gd name="connsiteX11" fmla="*/ 1554153 w 6836486"/>
              <a:gd name="connsiteY11" fmla="*/ 2298432 h 2811334"/>
              <a:gd name="connsiteX12" fmla="*/ 1911924 w 6836486"/>
              <a:gd name="connsiteY12" fmla="*/ 1955005 h 2811334"/>
              <a:gd name="connsiteX13" fmla="*/ 2528734 w 6836486"/>
              <a:gd name="connsiteY13" fmla="*/ 1341877 h 2811334"/>
              <a:gd name="connsiteX14" fmla="*/ 3374108 w 6836486"/>
              <a:gd name="connsiteY14" fmla="*/ 736610 h 2811334"/>
              <a:gd name="connsiteX15" fmla="*/ 4742232 w 6836486"/>
              <a:gd name="connsiteY15" fmla="*/ 909322 h 2811334"/>
              <a:gd name="connsiteX16" fmla="*/ 5241765 w 6836486"/>
              <a:gd name="connsiteY16" fmla="*/ 274322 h 2811334"/>
              <a:gd name="connsiteX17" fmla="*/ 5806916 w 6836486"/>
              <a:gd name="connsiteY17" fmla="*/ 172768 h 2811334"/>
              <a:gd name="connsiteX18" fmla="*/ 6236599 w 6836486"/>
              <a:gd name="connsiteY18" fmla="*/ 428302 h 2811334"/>
              <a:gd name="connsiteX19" fmla="*/ 6397821 w 6836486"/>
              <a:gd name="connsiteY19" fmla="*/ 623187 h 2811334"/>
              <a:gd name="connsiteX20" fmla="*/ 6550221 w 6836486"/>
              <a:gd name="connsiteY20" fmla="*/ 703089 h 2811334"/>
              <a:gd name="connsiteX21" fmla="*/ 6664521 w 6836486"/>
              <a:gd name="connsiteY21" fmla="*/ 674034 h 2811334"/>
              <a:gd name="connsiteX22" fmla="*/ 6693799 w 6836486"/>
              <a:gd name="connsiteY22" fmla="*/ 529995 h 2811334"/>
              <a:gd name="connsiteX23" fmla="*/ 6664522 w 6836486"/>
              <a:gd name="connsiteY23" fmla="*/ 390745 h 2811334"/>
              <a:gd name="connsiteX24" fmla="*/ 6594673 w 6836486"/>
              <a:gd name="connsiteY24" fmla="*/ 303578 h 2811334"/>
              <a:gd name="connsiteX25" fmla="*/ 6550223 w 6836486"/>
              <a:gd name="connsiteY25" fmla="*/ 194620 h 2811334"/>
              <a:gd name="connsiteX26" fmla="*/ 6531173 w 6836486"/>
              <a:gd name="connsiteY26" fmla="*/ 27550 h 2811334"/>
              <a:gd name="connsiteX27" fmla="*/ 6677222 w 6836486"/>
              <a:gd name="connsiteY27" fmla="*/ 13025 h 2811334"/>
              <a:gd name="connsiteX28" fmla="*/ 6829265 w 6836486"/>
              <a:gd name="connsiteY28" fmla="*/ 26287 h 2811334"/>
              <a:gd name="connsiteX29" fmla="*/ 6810573 w 6836486"/>
              <a:gd name="connsiteY29" fmla="*/ 252730 h 2811334"/>
              <a:gd name="connsiteX30" fmla="*/ 6766123 w 6836486"/>
              <a:gd name="connsiteY30" fmla="*/ 405271 h 2811334"/>
              <a:gd name="connsiteX31" fmla="*/ 6753422 w 6836486"/>
              <a:gd name="connsiteY31" fmla="*/ 659506 h 2811334"/>
              <a:gd name="connsiteX32" fmla="*/ 6677222 w 6836486"/>
              <a:gd name="connsiteY32" fmla="*/ 775729 h 2811334"/>
              <a:gd name="connsiteX33" fmla="*/ 6566799 w 6836486"/>
              <a:gd name="connsiteY33" fmla="*/ 797321 h 2811334"/>
              <a:gd name="connsiteX34" fmla="*/ 6353014 w 6836486"/>
              <a:gd name="connsiteY34" fmla="*/ 712560 h 2811334"/>
              <a:gd name="connsiteX35" fmla="*/ 6086672 w 6836486"/>
              <a:gd name="connsiteY35" fmla="*/ 398005 h 2811334"/>
              <a:gd name="connsiteX36" fmla="*/ 5849249 w 6836486"/>
              <a:gd name="connsiteY36" fmla="*/ 276774 h 2811334"/>
              <a:gd name="connsiteX37" fmla="*/ 5525399 w 6836486"/>
              <a:gd name="connsiteY37" fmla="*/ 257389 h 2811334"/>
              <a:gd name="connsiteX38" fmla="*/ 5343365 w 6836486"/>
              <a:gd name="connsiteY38" fmla="*/ 333589 h 2811334"/>
              <a:gd name="connsiteX39" fmla="*/ 5224832 w 6836486"/>
              <a:gd name="connsiteY39" fmla="*/ 452121 h 2811334"/>
              <a:gd name="connsiteX40" fmla="*/ 5013165 w 6836486"/>
              <a:gd name="connsiteY40" fmla="*/ 833121 h 2811334"/>
              <a:gd name="connsiteX41" fmla="*/ 4835365 w 6836486"/>
              <a:gd name="connsiteY41" fmla="*/ 985522 h 2811334"/>
              <a:gd name="connsiteX42" fmla="*/ 4423173 w 6836486"/>
              <a:gd name="connsiteY42" fmla="*/ 1018010 h 2811334"/>
              <a:gd name="connsiteX43" fmla="*/ 3763876 w 6836486"/>
              <a:gd name="connsiteY43" fmla="*/ 839283 h 2811334"/>
              <a:gd name="connsiteX44" fmla="*/ 3349665 w 6836486"/>
              <a:gd name="connsiteY44" fmla="*/ 842833 h 2811334"/>
              <a:gd name="connsiteX45" fmla="*/ 2681258 w 6836486"/>
              <a:gd name="connsiteY45" fmla="*/ 1324293 h 2811334"/>
              <a:gd name="connsiteX46" fmla="*/ 2018728 w 6836486"/>
              <a:gd name="connsiteY46" fmla="*/ 1975179 h 2811334"/>
              <a:gd name="connsiteX47" fmla="*/ 1611381 w 6836486"/>
              <a:gd name="connsiteY47" fmla="*/ 2361313 h 2811334"/>
              <a:gd name="connsiteX48" fmla="*/ 1303661 w 6836486"/>
              <a:gd name="connsiteY48" fmla="*/ 2521618 h 2811334"/>
              <a:gd name="connsiteX49" fmla="*/ 1080957 w 6836486"/>
              <a:gd name="connsiteY49" fmla="*/ 2609174 h 2811334"/>
              <a:gd name="connsiteX50" fmla="*/ 653832 w 6836486"/>
              <a:gd name="connsiteY50" fmla="*/ 2808728 h 2811334"/>
              <a:gd name="connsiteX51" fmla="*/ 455767 w 6836486"/>
              <a:gd name="connsiteY51" fmla="*/ 2799988 h 2811334"/>
              <a:gd name="connsiteX52" fmla="*/ 325761 w 6836486"/>
              <a:gd name="connsiteY52" fmla="*/ 2732271 h 2811334"/>
              <a:gd name="connsiteX53" fmla="*/ 168582 w 6836486"/>
              <a:gd name="connsiteY53" fmla="*/ 2518257 h 2811334"/>
              <a:gd name="connsiteX54" fmla="*/ 93986 w 6836486"/>
              <a:gd name="connsiteY54" fmla="*/ 2332757 h 2811334"/>
              <a:gd name="connsiteX55" fmla="*/ 42396 w 6836486"/>
              <a:gd name="connsiteY55" fmla="*/ 2130129 h 2811334"/>
              <a:gd name="connsiteX56" fmla="*/ 15981 w 6836486"/>
              <a:gd name="connsiteY56" fmla="*/ 1861782 h 2811334"/>
              <a:gd name="connsiteX0" fmla="*/ 15981 w 6836486"/>
              <a:gd name="connsiteY0" fmla="*/ 1861782 h 2811334"/>
              <a:gd name="connsiteX1" fmla="*/ 5431 w 6836486"/>
              <a:gd name="connsiteY1" fmla="*/ 1005092 h 2811334"/>
              <a:gd name="connsiteX2" fmla="*/ 104099 w 6836486"/>
              <a:gd name="connsiteY2" fmla="*/ 960965 h 2811334"/>
              <a:gd name="connsiteX3" fmla="*/ 91557 w 6836486"/>
              <a:gd name="connsiteY3" fmla="*/ 1225226 h 2811334"/>
              <a:gd name="connsiteX4" fmla="*/ 339387 w 6836486"/>
              <a:gd name="connsiteY4" fmla="*/ 1448185 h 2811334"/>
              <a:gd name="connsiteX5" fmla="*/ 580438 w 6836486"/>
              <a:gd name="connsiteY5" fmla="*/ 1626794 h 2811334"/>
              <a:gd name="connsiteX6" fmla="*/ 1105910 w 6836486"/>
              <a:gd name="connsiteY6" fmla="*/ 1597168 h 2811334"/>
              <a:gd name="connsiteX7" fmla="*/ 1331814 w 6836486"/>
              <a:gd name="connsiteY7" fmla="*/ 1612187 h 2811334"/>
              <a:gd name="connsiteX8" fmla="*/ 1021086 w 6836486"/>
              <a:gd name="connsiteY8" fmla="*/ 2550673 h 2811334"/>
              <a:gd name="connsiteX9" fmla="*/ 1176828 w 6836486"/>
              <a:gd name="connsiteY9" fmla="*/ 2481787 h 2811334"/>
              <a:gd name="connsiteX10" fmla="*/ 1329061 w 6836486"/>
              <a:gd name="connsiteY10" fmla="*/ 2416292 h 2811334"/>
              <a:gd name="connsiteX11" fmla="*/ 1554153 w 6836486"/>
              <a:gd name="connsiteY11" fmla="*/ 2298432 h 2811334"/>
              <a:gd name="connsiteX12" fmla="*/ 1911924 w 6836486"/>
              <a:gd name="connsiteY12" fmla="*/ 1955005 h 2811334"/>
              <a:gd name="connsiteX13" fmla="*/ 2528734 w 6836486"/>
              <a:gd name="connsiteY13" fmla="*/ 1341877 h 2811334"/>
              <a:gd name="connsiteX14" fmla="*/ 3374108 w 6836486"/>
              <a:gd name="connsiteY14" fmla="*/ 736610 h 2811334"/>
              <a:gd name="connsiteX15" fmla="*/ 4742232 w 6836486"/>
              <a:gd name="connsiteY15" fmla="*/ 909322 h 2811334"/>
              <a:gd name="connsiteX16" fmla="*/ 5241765 w 6836486"/>
              <a:gd name="connsiteY16" fmla="*/ 274322 h 2811334"/>
              <a:gd name="connsiteX17" fmla="*/ 5806916 w 6836486"/>
              <a:gd name="connsiteY17" fmla="*/ 172768 h 2811334"/>
              <a:gd name="connsiteX18" fmla="*/ 6236599 w 6836486"/>
              <a:gd name="connsiteY18" fmla="*/ 428302 h 2811334"/>
              <a:gd name="connsiteX19" fmla="*/ 6397821 w 6836486"/>
              <a:gd name="connsiteY19" fmla="*/ 623187 h 2811334"/>
              <a:gd name="connsiteX20" fmla="*/ 6550221 w 6836486"/>
              <a:gd name="connsiteY20" fmla="*/ 703089 h 2811334"/>
              <a:gd name="connsiteX21" fmla="*/ 6664521 w 6836486"/>
              <a:gd name="connsiteY21" fmla="*/ 674034 h 2811334"/>
              <a:gd name="connsiteX22" fmla="*/ 6693799 w 6836486"/>
              <a:gd name="connsiteY22" fmla="*/ 529995 h 2811334"/>
              <a:gd name="connsiteX23" fmla="*/ 6664522 w 6836486"/>
              <a:gd name="connsiteY23" fmla="*/ 390745 h 2811334"/>
              <a:gd name="connsiteX24" fmla="*/ 6594673 w 6836486"/>
              <a:gd name="connsiteY24" fmla="*/ 303578 h 2811334"/>
              <a:gd name="connsiteX25" fmla="*/ 6550223 w 6836486"/>
              <a:gd name="connsiteY25" fmla="*/ 194620 h 2811334"/>
              <a:gd name="connsiteX26" fmla="*/ 6531173 w 6836486"/>
              <a:gd name="connsiteY26" fmla="*/ 27550 h 2811334"/>
              <a:gd name="connsiteX27" fmla="*/ 6677222 w 6836486"/>
              <a:gd name="connsiteY27" fmla="*/ 13025 h 2811334"/>
              <a:gd name="connsiteX28" fmla="*/ 6829265 w 6836486"/>
              <a:gd name="connsiteY28" fmla="*/ 26287 h 2811334"/>
              <a:gd name="connsiteX29" fmla="*/ 6810573 w 6836486"/>
              <a:gd name="connsiteY29" fmla="*/ 252730 h 2811334"/>
              <a:gd name="connsiteX30" fmla="*/ 6766123 w 6836486"/>
              <a:gd name="connsiteY30" fmla="*/ 405271 h 2811334"/>
              <a:gd name="connsiteX31" fmla="*/ 6753422 w 6836486"/>
              <a:gd name="connsiteY31" fmla="*/ 659506 h 2811334"/>
              <a:gd name="connsiteX32" fmla="*/ 6677222 w 6836486"/>
              <a:gd name="connsiteY32" fmla="*/ 775729 h 2811334"/>
              <a:gd name="connsiteX33" fmla="*/ 6566799 w 6836486"/>
              <a:gd name="connsiteY33" fmla="*/ 797321 h 2811334"/>
              <a:gd name="connsiteX34" fmla="*/ 6353014 w 6836486"/>
              <a:gd name="connsiteY34" fmla="*/ 712560 h 2811334"/>
              <a:gd name="connsiteX35" fmla="*/ 6086672 w 6836486"/>
              <a:gd name="connsiteY35" fmla="*/ 398005 h 2811334"/>
              <a:gd name="connsiteX36" fmla="*/ 5849249 w 6836486"/>
              <a:gd name="connsiteY36" fmla="*/ 276774 h 2811334"/>
              <a:gd name="connsiteX37" fmla="*/ 5525399 w 6836486"/>
              <a:gd name="connsiteY37" fmla="*/ 257389 h 2811334"/>
              <a:gd name="connsiteX38" fmla="*/ 5343365 w 6836486"/>
              <a:gd name="connsiteY38" fmla="*/ 333589 h 2811334"/>
              <a:gd name="connsiteX39" fmla="*/ 5224832 w 6836486"/>
              <a:gd name="connsiteY39" fmla="*/ 452121 h 2811334"/>
              <a:gd name="connsiteX40" fmla="*/ 5013165 w 6836486"/>
              <a:gd name="connsiteY40" fmla="*/ 833121 h 2811334"/>
              <a:gd name="connsiteX41" fmla="*/ 4835365 w 6836486"/>
              <a:gd name="connsiteY41" fmla="*/ 985522 h 2811334"/>
              <a:gd name="connsiteX42" fmla="*/ 4423173 w 6836486"/>
              <a:gd name="connsiteY42" fmla="*/ 1018010 h 2811334"/>
              <a:gd name="connsiteX43" fmla="*/ 3763876 w 6836486"/>
              <a:gd name="connsiteY43" fmla="*/ 839283 h 2811334"/>
              <a:gd name="connsiteX44" fmla="*/ 3349665 w 6836486"/>
              <a:gd name="connsiteY44" fmla="*/ 842833 h 2811334"/>
              <a:gd name="connsiteX45" fmla="*/ 2681258 w 6836486"/>
              <a:gd name="connsiteY45" fmla="*/ 1324293 h 2811334"/>
              <a:gd name="connsiteX46" fmla="*/ 2018728 w 6836486"/>
              <a:gd name="connsiteY46" fmla="*/ 1975179 h 2811334"/>
              <a:gd name="connsiteX47" fmla="*/ 1611381 w 6836486"/>
              <a:gd name="connsiteY47" fmla="*/ 2361313 h 2811334"/>
              <a:gd name="connsiteX48" fmla="*/ 1303661 w 6836486"/>
              <a:gd name="connsiteY48" fmla="*/ 2521618 h 2811334"/>
              <a:gd name="connsiteX49" fmla="*/ 1080957 w 6836486"/>
              <a:gd name="connsiteY49" fmla="*/ 2609174 h 2811334"/>
              <a:gd name="connsiteX50" fmla="*/ 653832 w 6836486"/>
              <a:gd name="connsiteY50" fmla="*/ 2808728 h 2811334"/>
              <a:gd name="connsiteX51" fmla="*/ 455767 w 6836486"/>
              <a:gd name="connsiteY51" fmla="*/ 2799988 h 2811334"/>
              <a:gd name="connsiteX52" fmla="*/ 325761 w 6836486"/>
              <a:gd name="connsiteY52" fmla="*/ 2732271 h 2811334"/>
              <a:gd name="connsiteX53" fmla="*/ 168582 w 6836486"/>
              <a:gd name="connsiteY53" fmla="*/ 2518257 h 2811334"/>
              <a:gd name="connsiteX54" fmla="*/ 93986 w 6836486"/>
              <a:gd name="connsiteY54" fmla="*/ 2332757 h 2811334"/>
              <a:gd name="connsiteX55" fmla="*/ 42396 w 6836486"/>
              <a:gd name="connsiteY55" fmla="*/ 2130129 h 2811334"/>
              <a:gd name="connsiteX56" fmla="*/ 15981 w 6836486"/>
              <a:gd name="connsiteY56" fmla="*/ 1861782 h 2811334"/>
              <a:gd name="connsiteX0" fmla="*/ 15981 w 6836486"/>
              <a:gd name="connsiteY0" fmla="*/ 1861782 h 2811334"/>
              <a:gd name="connsiteX1" fmla="*/ 5431 w 6836486"/>
              <a:gd name="connsiteY1" fmla="*/ 1005092 h 2811334"/>
              <a:gd name="connsiteX2" fmla="*/ 104099 w 6836486"/>
              <a:gd name="connsiteY2" fmla="*/ 960965 h 2811334"/>
              <a:gd name="connsiteX3" fmla="*/ 91557 w 6836486"/>
              <a:gd name="connsiteY3" fmla="*/ 1225226 h 2811334"/>
              <a:gd name="connsiteX4" fmla="*/ 339387 w 6836486"/>
              <a:gd name="connsiteY4" fmla="*/ 1448185 h 2811334"/>
              <a:gd name="connsiteX5" fmla="*/ 580438 w 6836486"/>
              <a:gd name="connsiteY5" fmla="*/ 1626794 h 2811334"/>
              <a:gd name="connsiteX6" fmla="*/ 1105910 w 6836486"/>
              <a:gd name="connsiteY6" fmla="*/ 1597168 h 2811334"/>
              <a:gd name="connsiteX7" fmla="*/ 1331814 w 6836486"/>
              <a:gd name="connsiteY7" fmla="*/ 1612187 h 2811334"/>
              <a:gd name="connsiteX8" fmla="*/ 1531551 w 6836486"/>
              <a:gd name="connsiteY8" fmla="*/ 1551168 h 2811334"/>
              <a:gd name="connsiteX9" fmla="*/ 1176828 w 6836486"/>
              <a:gd name="connsiteY9" fmla="*/ 2481787 h 2811334"/>
              <a:gd name="connsiteX10" fmla="*/ 1329061 w 6836486"/>
              <a:gd name="connsiteY10" fmla="*/ 2416292 h 2811334"/>
              <a:gd name="connsiteX11" fmla="*/ 1554153 w 6836486"/>
              <a:gd name="connsiteY11" fmla="*/ 2298432 h 2811334"/>
              <a:gd name="connsiteX12" fmla="*/ 1911924 w 6836486"/>
              <a:gd name="connsiteY12" fmla="*/ 1955005 h 2811334"/>
              <a:gd name="connsiteX13" fmla="*/ 2528734 w 6836486"/>
              <a:gd name="connsiteY13" fmla="*/ 1341877 h 2811334"/>
              <a:gd name="connsiteX14" fmla="*/ 3374108 w 6836486"/>
              <a:gd name="connsiteY14" fmla="*/ 736610 h 2811334"/>
              <a:gd name="connsiteX15" fmla="*/ 4742232 w 6836486"/>
              <a:gd name="connsiteY15" fmla="*/ 909322 h 2811334"/>
              <a:gd name="connsiteX16" fmla="*/ 5241765 w 6836486"/>
              <a:gd name="connsiteY16" fmla="*/ 274322 h 2811334"/>
              <a:gd name="connsiteX17" fmla="*/ 5806916 w 6836486"/>
              <a:gd name="connsiteY17" fmla="*/ 172768 h 2811334"/>
              <a:gd name="connsiteX18" fmla="*/ 6236599 w 6836486"/>
              <a:gd name="connsiteY18" fmla="*/ 428302 h 2811334"/>
              <a:gd name="connsiteX19" fmla="*/ 6397821 w 6836486"/>
              <a:gd name="connsiteY19" fmla="*/ 623187 h 2811334"/>
              <a:gd name="connsiteX20" fmla="*/ 6550221 w 6836486"/>
              <a:gd name="connsiteY20" fmla="*/ 703089 h 2811334"/>
              <a:gd name="connsiteX21" fmla="*/ 6664521 w 6836486"/>
              <a:gd name="connsiteY21" fmla="*/ 674034 h 2811334"/>
              <a:gd name="connsiteX22" fmla="*/ 6693799 w 6836486"/>
              <a:gd name="connsiteY22" fmla="*/ 529995 h 2811334"/>
              <a:gd name="connsiteX23" fmla="*/ 6664522 w 6836486"/>
              <a:gd name="connsiteY23" fmla="*/ 390745 h 2811334"/>
              <a:gd name="connsiteX24" fmla="*/ 6594673 w 6836486"/>
              <a:gd name="connsiteY24" fmla="*/ 303578 h 2811334"/>
              <a:gd name="connsiteX25" fmla="*/ 6550223 w 6836486"/>
              <a:gd name="connsiteY25" fmla="*/ 194620 h 2811334"/>
              <a:gd name="connsiteX26" fmla="*/ 6531173 w 6836486"/>
              <a:gd name="connsiteY26" fmla="*/ 27550 h 2811334"/>
              <a:gd name="connsiteX27" fmla="*/ 6677222 w 6836486"/>
              <a:gd name="connsiteY27" fmla="*/ 13025 h 2811334"/>
              <a:gd name="connsiteX28" fmla="*/ 6829265 w 6836486"/>
              <a:gd name="connsiteY28" fmla="*/ 26287 h 2811334"/>
              <a:gd name="connsiteX29" fmla="*/ 6810573 w 6836486"/>
              <a:gd name="connsiteY29" fmla="*/ 252730 h 2811334"/>
              <a:gd name="connsiteX30" fmla="*/ 6766123 w 6836486"/>
              <a:gd name="connsiteY30" fmla="*/ 405271 h 2811334"/>
              <a:gd name="connsiteX31" fmla="*/ 6753422 w 6836486"/>
              <a:gd name="connsiteY31" fmla="*/ 659506 h 2811334"/>
              <a:gd name="connsiteX32" fmla="*/ 6677222 w 6836486"/>
              <a:gd name="connsiteY32" fmla="*/ 775729 h 2811334"/>
              <a:gd name="connsiteX33" fmla="*/ 6566799 w 6836486"/>
              <a:gd name="connsiteY33" fmla="*/ 797321 h 2811334"/>
              <a:gd name="connsiteX34" fmla="*/ 6353014 w 6836486"/>
              <a:gd name="connsiteY34" fmla="*/ 712560 h 2811334"/>
              <a:gd name="connsiteX35" fmla="*/ 6086672 w 6836486"/>
              <a:gd name="connsiteY35" fmla="*/ 398005 h 2811334"/>
              <a:gd name="connsiteX36" fmla="*/ 5849249 w 6836486"/>
              <a:gd name="connsiteY36" fmla="*/ 276774 h 2811334"/>
              <a:gd name="connsiteX37" fmla="*/ 5525399 w 6836486"/>
              <a:gd name="connsiteY37" fmla="*/ 257389 h 2811334"/>
              <a:gd name="connsiteX38" fmla="*/ 5343365 w 6836486"/>
              <a:gd name="connsiteY38" fmla="*/ 333589 h 2811334"/>
              <a:gd name="connsiteX39" fmla="*/ 5224832 w 6836486"/>
              <a:gd name="connsiteY39" fmla="*/ 452121 h 2811334"/>
              <a:gd name="connsiteX40" fmla="*/ 5013165 w 6836486"/>
              <a:gd name="connsiteY40" fmla="*/ 833121 h 2811334"/>
              <a:gd name="connsiteX41" fmla="*/ 4835365 w 6836486"/>
              <a:gd name="connsiteY41" fmla="*/ 985522 h 2811334"/>
              <a:gd name="connsiteX42" fmla="*/ 4423173 w 6836486"/>
              <a:gd name="connsiteY42" fmla="*/ 1018010 h 2811334"/>
              <a:gd name="connsiteX43" fmla="*/ 3763876 w 6836486"/>
              <a:gd name="connsiteY43" fmla="*/ 839283 h 2811334"/>
              <a:gd name="connsiteX44" fmla="*/ 3349665 w 6836486"/>
              <a:gd name="connsiteY44" fmla="*/ 842833 h 2811334"/>
              <a:gd name="connsiteX45" fmla="*/ 2681258 w 6836486"/>
              <a:gd name="connsiteY45" fmla="*/ 1324293 h 2811334"/>
              <a:gd name="connsiteX46" fmla="*/ 2018728 w 6836486"/>
              <a:gd name="connsiteY46" fmla="*/ 1975179 h 2811334"/>
              <a:gd name="connsiteX47" fmla="*/ 1611381 w 6836486"/>
              <a:gd name="connsiteY47" fmla="*/ 2361313 h 2811334"/>
              <a:gd name="connsiteX48" fmla="*/ 1303661 w 6836486"/>
              <a:gd name="connsiteY48" fmla="*/ 2521618 h 2811334"/>
              <a:gd name="connsiteX49" fmla="*/ 1080957 w 6836486"/>
              <a:gd name="connsiteY49" fmla="*/ 2609174 h 2811334"/>
              <a:gd name="connsiteX50" fmla="*/ 653832 w 6836486"/>
              <a:gd name="connsiteY50" fmla="*/ 2808728 h 2811334"/>
              <a:gd name="connsiteX51" fmla="*/ 455767 w 6836486"/>
              <a:gd name="connsiteY51" fmla="*/ 2799988 h 2811334"/>
              <a:gd name="connsiteX52" fmla="*/ 325761 w 6836486"/>
              <a:gd name="connsiteY52" fmla="*/ 2732271 h 2811334"/>
              <a:gd name="connsiteX53" fmla="*/ 168582 w 6836486"/>
              <a:gd name="connsiteY53" fmla="*/ 2518257 h 2811334"/>
              <a:gd name="connsiteX54" fmla="*/ 93986 w 6836486"/>
              <a:gd name="connsiteY54" fmla="*/ 2332757 h 2811334"/>
              <a:gd name="connsiteX55" fmla="*/ 42396 w 6836486"/>
              <a:gd name="connsiteY55" fmla="*/ 2130129 h 2811334"/>
              <a:gd name="connsiteX56" fmla="*/ 15981 w 6836486"/>
              <a:gd name="connsiteY56" fmla="*/ 1861782 h 2811334"/>
              <a:gd name="connsiteX0" fmla="*/ 15981 w 6836486"/>
              <a:gd name="connsiteY0" fmla="*/ 1861782 h 2811334"/>
              <a:gd name="connsiteX1" fmla="*/ 5431 w 6836486"/>
              <a:gd name="connsiteY1" fmla="*/ 1005092 h 2811334"/>
              <a:gd name="connsiteX2" fmla="*/ 104099 w 6836486"/>
              <a:gd name="connsiteY2" fmla="*/ 960965 h 2811334"/>
              <a:gd name="connsiteX3" fmla="*/ 91557 w 6836486"/>
              <a:gd name="connsiteY3" fmla="*/ 1225226 h 2811334"/>
              <a:gd name="connsiteX4" fmla="*/ 339387 w 6836486"/>
              <a:gd name="connsiteY4" fmla="*/ 1448185 h 2811334"/>
              <a:gd name="connsiteX5" fmla="*/ 580438 w 6836486"/>
              <a:gd name="connsiteY5" fmla="*/ 1626794 h 2811334"/>
              <a:gd name="connsiteX6" fmla="*/ 1105910 w 6836486"/>
              <a:gd name="connsiteY6" fmla="*/ 1597168 h 2811334"/>
              <a:gd name="connsiteX7" fmla="*/ 1331814 w 6836486"/>
              <a:gd name="connsiteY7" fmla="*/ 1612187 h 2811334"/>
              <a:gd name="connsiteX8" fmla="*/ 1531551 w 6836486"/>
              <a:gd name="connsiteY8" fmla="*/ 1551168 h 2811334"/>
              <a:gd name="connsiteX9" fmla="*/ 1767643 w 6836486"/>
              <a:gd name="connsiteY9" fmla="*/ 1621749 h 2811334"/>
              <a:gd name="connsiteX10" fmla="*/ 1329061 w 6836486"/>
              <a:gd name="connsiteY10" fmla="*/ 2416292 h 2811334"/>
              <a:gd name="connsiteX11" fmla="*/ 1554153 w 6836486"/>
              <a:gd name="connsiteY11" fmla="*/ 2298432 h 2811334"/>
              <a:gd name="connsiteX12" fmla="*/ 1911924 w 6836486"/>
              <a:gd name="connsiteY12" fmla="*/ 1955005 h 2811334"/>
              <a:gd name="connsiteX13" fmla="*/ 2528734 w 6836486"/>
              <a:gd name="connsiteY13" fmla="*/ 1341877 h 2811334"/>
              <a:gd name="connsiteX14" fmla="*/ 3374108 w 6836486"/>
              <a:gd name="connsiteY14" fmla="*/ 736610 h 2811334"/>
              <a:gd name="connsiteX15" fmla="*/ 4742232 w 6836486"/>
              <a:gd name="connsiteY15" fmla="*/ 909322 h 2811334"/>
              <a:gd name="connsiteX16" fmla="*/ 5241765 w 6836486"/>
              <a:gd name="connsiteY16" fmla="*/ 274322 h 2811334"/>
              <a:gd name="connsiteX17" fmla="*/ 5806916 w 6836486"/>
              <a:gd name="connsiteY17" fmla="*/ 172768 h 2811334"/>
              <a:gd name="connsiteX18" fmla="*/ 6236599 w 6836486"/>
              <a:gd name="connsiteY18" fmla="*/ 428302 h 2811334"/>
              <a:gd name="connsiteX19" fmla="*/ 6397821 w 6836486"/>
              <a:gd name="connsiteY19" fmla="*/ 623187 h 2811334"/>
              <a:gd name="connsiteX20" fmla="*/ 6550221 w 6836486"/>
              <a:gd name="connsiteY20" fmla="*/ 703089 h 2811334"/>
              <a:gd name="connsiteX21" fmla="*/ 6664521 w 6836486"/>
              <a:gd name="connsiteY21" fmla="*/ 674034 h 2811334"/>
              <a:gd name="connsiteX22" fmla="*/ 6693799 w 6836486"/>
              <a:gd name="connsiteY22" fmla="*/ 529995 h 2811334"/>
              <a:gd name="connsiteX23" fmla="*/ 6664522 w 6836486"/>
              <a:gd name="connsiteY23" fmla="*/ 390745 h 2811334"/>
              <a:gd name="connsiteX24" fmla="*/ 6594673 w 6836486"/>
              <a:gd name="connsiteY24" fmla="*/ 303578 h 2811334"/>
              <a:gd name="connsiteX25" fmla="*/ 6550223 w 6836486"/>
              <a:gd name="connsiteY25" fmla="*/ 194620 h 2811334"/>
              <a:gd name="connsiteX26" fmla="*/ 6531173 w 6836486"/>
              <a:gd name="connsiteY26" fmla="*/ 27550 h 2811334"/>
              <a:gd name="connsiteX27" fmla="*/ 6677222 w 6836486"/>
              <a:gd name="connsiteY27" fmla="*/ 13025 h 2811334"/>
              <a:gd name="connsiteX28" fmla="*/ 6829265 w 6836486"/>
              <a:gd name="connsiteY28" fmla="*/ 26287 h 2811334"/>
              <a:gd name="connsiteX29" fmla="*/ 6810573 w 6836486"/>
              <a:gd name="connsiteY29" fmla="*/ 252730 h 2811334"/>
              <a:gd name="connsiteX30" fmla="*/ 6766123 w 6836486"/>
              <a:gd name="connsiteY30" fmla="*/ 405271 h 2811334"/>
              <a:gd name="connsiteX31" fmla="*/ 6753422 w 6836486"/>
              <a:gd name="connsiteY31" fmla="*/ 659506 h 2811334"/>
              <a:gd name="connsiteX32" fmla="*/ 6677222 w 6836486"/>
              <a:gd name="connsiteY32" fmla="*/ 775729 h 2811334"/>
              <a:gd name="connsiteX33" fmla="*/ 6566799 w 6836486"/>
              <a:gd name="connsiteY33" fmla="*/ 797321 h 2811334"/>
              <a:gd name="connsiteX34" fmla="*/ 6353014 w 6836486"/>
              <a:gd name="connsiteY34" fmla="*/ 712560 h 2811334"/>
              <a:gd name="connsiteX35" fmla="*/ 6086672 w 6836486"/>
              <a:gd name="connsiteY35" fmla="*/ 398005 h 2811334"/>
              <a:gd name="connsiteX36" fmla="*/ 5849249 w 6836486"/>
              <a:gd name="connsiteY36" fmla="*/ 276774 h 2811334"/>
              <a:gd name="connsiteX37" fmla="*/ 5525399 w 6836486"/>
              <a:gd name="connsiteY37" fmla="*/ 257389 h 2811334"/>
              <a:gd name="connsiteX38" fmla="*/ 5343365 w 6836486"/>
              <a:gd name="connsiteY38" fmla="*/ 333589 h 2811334"/>
              <a:gd name="connsiteX39" fmla="*/ 5224832 w 6836486"/>
              <a:gd name="connsiteY39" fmla="*/ 452121 h 2811334"/>
              <a:gd name="connsiteX40" fmla="*/ 5013165 w 6836486"/>
              <a:gd name="connsiteY40" fmla="*/ 833121 h 2811334"/>
              <a:gd name="connsiteX41" fmla="*/ 4835365 w 6836486"/>
              <a:gd name="connsiteY41" fmla="*/ 985522 h 2811334"/>
              <a:gd name="connsiteX42" fmla="*/ 4423173 w 6836486"/>
              <a:gd name="connsiteY42" fmla="*/ 1018010 h 2811334"/>
              <a:gd name="connsiteX43" fmla="*/ 3763876 w 6836486"/>
              <a:gd name="connsiteY43" fmla="*/ 839283 h 2811334"/>
              <a:gd name="connsiteX44" fmla="*/ 3349665 w 6836486"/>
              <a:gd name="connsiteY44" fmla="*/ 842833 h 2811334"/>
              <a:gd name="connsiteX45" fmla="*/ 2681258 w 6836486"/>
              <a:gd name="connsiteY45" fmla="*/ 1324293 h 2811334"/>
              <a:gd name="connsiteX46" fmla="*/ 2018728 w 6836486"/>
              <a:gd name="connsiteY46" fmla="*/ 1975179 h 2811334"/>
              <a:gd name="connsiteX47" fmla="*/ 1611381 w 6836486"/>
              <a:gd name="connsiteY47" fmla="*/ 2361313 h 2811334"/>
              <a:gd name="connsiteX48" fmla="*/ 1303661 w 6836486"/>
              <a:gd name="connsiteY48" fmla="*/ 2521618 h 2811334"/>
              <a:gd name="connsiteX49" fmla="*/ 1080957 w 6836486"/>
              <a:gd name="connsiteY49" fmla="*/ 2609174 h 2811334"/>
              <a:gd name="connsiteX50" fmla="*/ 653832 w 6836486"/>
              <a:gd name="connsiteY50" fmla="*/ 2808728 h 2811334"/>
              <a:gd name="connsiteX51" fmla="*/ 455767 w 6836486"/>
              <a:gd name="connsiteY51" fmla="*/ 2799988 h 2811334"/>
              <a:gd name="connsiteX52" fmla="*/ 325761 w 6836486"/>
              <a:gd name="connsiteY52" fmla="*/ 2732271 h 2811334"/>
              <a:gd name="connsiteX53" fmla="*/ 168582 w 6836486"/>
              <a:gd name="connsiteY53" fmla="*/ 2518257 h 2811334"/>
              <a:gd name="connsiteX54" fmla="*/ 93986 w 6836486"/>
              <a:gd name="connsiteY54" fmla="*/ 2332757 h 2811334"/>
              <a:gd name="connsiteX55" fmla="*/ 42396 w 6836486"/>
              <a:gd name="connsiteY55" fmla="*/ 2130129 h 2811334"/>
              <a:gd name="connsiteX56" fmla="*/ 15981 w 6836486"/>
              <a:gd name="connsiteY56" fmla="*/ 1861782 h 2811334"/>
              <a:gd name="connsiteX0" fmla="*/ 15981 w 6836486"/>
              <a:gd name="connsiteY0" fmla="*/ 1861782 h 2811334"/>
              <a:gd name="connsiteX1" fmla="*/ 5431 w 6836486"/>
              <a:gd name="connsiteY1" fmla="*/ 1005092 h 2811334"/>
              <a:gd name="connsiteX2" fmla="*/ 104099 w 6836486"/>
              <a:gd name="connsiteY2" fmla="*/ 960965 h 2811334"/>
              <a:gd name="connsiteX3" fmla="*/ 91557 w 6836486"/>
              <a:gd name="connsiteY3" fmla="*/ 1225226 h 2811334"/>
              <a:gd name="connsiteX4" fmla="*/ 339387 w 6836486"/>
              <a:gd name="connsiteY4" fmla="*/ 1448185 h 2811334"/>
              <a:gd name="connsiteX5" fmla="*/ 580438 w 6836486"/>
              <a:gd name="connsiteY5" fmla="*/ 1626794 h 2811334"/>
              <a:gd name="connsiteX6" fmla="*/ 1105910 w 6836486"/>
              <a:gd name="connsiteY6" fmla="*/ 1597168 h 2811334"/>
              <a:gd name="connsiteX7" fmla="*/ 1331814 w 6836486"/>
              <a:gd name="connsiteY7" fmla="*/ 1612187 h 2811334"/>
              <a:gd name="connsiteX8" fmla="*/ 1531551 w 6836486"/>
              <a:gd name="connsiteY8" fmla="*/ 1551168 h 2811334"/>
              <a:gd name="connsiteX9" fmla="*/ 1767643 w 6836486"/>
              <a:gd name="connsiteY9" fmla="*/ 1621749 h 2811334"/>
              <a:gd name="connsiteX10" fmla="*/ 1910424 w 6836486"/>
              <a:gd name="connsiteY10" fmla="*/ 1608552 h 2811334"/>
              <a:gd name="connsiteX11" fmla="*/ 1554153 w 6836486"/>
              <a:gd name="connsiteY11" fmla="*/ 2298432 h 2811334"/>
              <a:gd name="connsiteX12" fmla="*/ 1911924 w 6836486"/>
              <a:gd name="connsiteY12" fmla="*/ 1955005 h 2811334"/>
              <a:gd name="connsiteX13" fmla="*/ 2528734 w 6836486"/>
              <a:gd name="connsiteY13" fmla="*/ 1341877 h 2811334"/>
              <a:gd name="connsiteX14" fmla="*/ 3374108 w 6836486"/>
              <a:gd name="connsiteY14" fmla="*/ 736610 h 2811334"/>
              <a:gd name="connsiteX15" fmla="*/ 4742232 w 6836486"/>
              <a:gd name="connsiteY15" fmla="*/ 909322 h 2811334"/>
              <a:gd name="connsiteX16" fmla="*/ 5241765 w 6836486"/>
              <a:gd name="connsiteY16" fmla="*/ 274322 h 2811334"/>
              <a:gd name="connsiteX17" fmla="*/ 5806916 w 6836486"/>
              <a:gd name="connsiteY17" fmla="*/ 172768 h 2811334"/>
              <a:gd name="connsiteX18" fmla="*/ 6236599 w 6836486"/>
              <a:gd name="connsiteY18" fmla="*/ 428302 h 2811334"/>
              <a:gd name="connsiteX19" fmla="*/ 6397821 w 6836486"/>
              <a:gd name="connsiteY19" fmla="*/ 623187 h 2811334"/>
              <a:gd name="connsiteX20" fmla="*/ 6550221 w 6836486"/>
              <a:gd name="connsiteY20" fmla="*/ 703089 h 2811334"/>
              <a:gd name="connsiteX21" fmla="*/ 6664521 w 6836486"/>
              <a:gd name="connsiteY21" fmla="*/ 674034 h 2811334"/>
              <a:gd name="connsiteX22" fmla="*/ 6693799 w 6836486"/>
              <a:gd name="connsiteY22" fmla="*/ 529995 h 2811334"/>
              <a:gd name="connsiteX23" fmla="*/ 6664522 w 6836486"/>
              <a:gd name="connsiteY23" fmla="*/ 390745 h 2811334"/>
              <a:gd name="connsiteX24" fmla="*/ 6594673 w 6836486"/>
              <a:gd name="connsiteY24" fmla="*/ 303578 h 2811334"/>
              <a:gd name="connsiteX25" fmla="*/ 6550223 w 6836486"/>
              <a:gd name="connsiteY25" fmla="*/ 194620 h 2811334"/>
              <a:gd name="connsiteX26" fmla="*/ 6531173 w 6836486"/>
              <a:gd name="connsiteY26" fmla="*/ 27550 h 2811334"/>
              <a:gd name="connsiteX27" fmla="*/ 6677222 w 6836486"/>
              <a:gd name="connsiteY27" fmla="*/ 13025 h 2811334"/>
              <a:gd name="connsiteX28" fmla="*/ 6829265 w 6836486"/>
              <a:gd name="connsiteY28" fmla="*/ 26287 h 2811334"/>
              <a:gd name="connsiteX29" fmla="*/ 6810573 w 6836486"/>
              <a:gd name="connsiteY29" fmla="*/ 252730 h 2811334"/>
              <a:gd name="connsiteX30" fmla="*/ 6766123 w 6836486"/>
              <a:gd name="connsiteY30" fmla="*/ 405271 h 2811334"/>
              <a:gd name="connsiteX31" fmla="*/ 6753422 w 6836486"/>
              <a:gd name="connsiteY31" fmla="*/ 659506 h 2811334"/>
              <a:gd name="connsiteX32" fmla="*/ 6677222 w 6836486"/>
              <a:gd name="connsiteY32" fmla="*/ 775729 h 2811334"/>
              <a:gd name="connsiteX33" fmla="*/ 6566799 w 6836486"/>
              <a:gd name="connsiteY33" fmla="*/ 797321 h 2811334"/>
              <a:gd name="connsiteX34" fmla="*/ 6353014 w 6836486"/>
              <a:gd name="connsiteY34" fmla="*/ 712560 h 2811334"/>
              <a:gd name="connsiteX35" fmla="*/ 6086672 w 6836486"/>
              <a:gd name="connsiteY35" fmla="*/ 398005 h 2811334"/>
              <a:gd name="connsiteX36" fmla="*/ 5849249 w 6836486"/>
              <a:gd name="connsiteY36" fmla="*/ 276774 h 2811334"/>
              <a:gd name="connsiteX37" fmla="*/ 5525399 w 6836486"/>
              <a:gd name="connsiteY37" fmla="*/ 257389 h 2811334"/>
              <a:gd name="connsiteX38" fmla="*/ 5343365 w 6836486"/>
              <a:gd name="connsiteY38" fmla="*/ 333589 h 2811334"/>
              <a:gd name="connsiteX39" fmla="*/ 5224832 w 6836486"/>
              <a:gd name="connsiteY39" fmla="*/ 452121 h 2811334"/>
              <a:gd name="connsiteX40" fmla="*/ 5013165 w 6836486"/>
              <a:gd name="connsiteY40" fmla="*/ 833121 h 2811334"/>
              <a:gd name="connsiteX41" fmla="*/ 4835365 w 6836486"/>
              <a:gd name="connsiteY41" fmla="*/ 985522 h 2811334"/>
              <a:gd name="connsiteX42" fmla="*/ 4423173 w 6836486"/>
              <a:gd name="connsiteY42" fmla="*/ 1018010 h 2811334"/>
              <a:gd name="connsiteX43" fmla="*/ 3763876 w 6836486"/>
              <a:gd name="connsiteY43" fmla="*/ 839283 h 2811334"/>
              <a:gd name="connsiteX44" fmla="*/ 3349665 w 6836486"/>
              <a:gd name="connsiteY44" fmla="*/ 842833 h 2811334"/>
              <a:gd name="connsiteX45" fmla="*/ 2681258 w 6836486"/>
              <a:gd name="connsiteY45" fmla="*/ 1324293 h 2811334"/>
              <a:gd name="connsiteX46" fmla="*/ 2018728 w 6836486"/>
              <a:gd name="connsiteY46" fmla="*/ 1975179 h 2811334"/>
              <a:gd name="connsiteX47" fmla="*/ 1611381 w 6836486"/>
              <a:gd name="connsiteY47" fmla="*/ 2361313 h 2811334"/>
              <a:gd name="connsiteX48" fmla="*/ 1303661 w 6836486"/>
              <a:gd name="connsiteY48" fmla="*/ 2521618 h 2811334"/>
              <a:gd name="connsiteX49" fmla="*/ 1080957 w 6836486"/>
              <a:gd name="connsiteY49" fmla="*/ 2609174 h 2811334"/>
              <a:gd name="connsiteX50" fmla="*/ 653832 w 6836486"/>
              <a:gd name="connsiteY50" fmla="*/ 2808728 h 2811334"/>
              <a:gd name="connsiteX51" fmla="*/ 455767 w 6836486"/>
              <a:gd name="connsiteY51" fmla="*/ 2799988 h 2811334"/>
              <a:gd name="connsiteX52" fmla="*/ 325761 w 6836486"/>
              <a:gd name="connsiteY52" fmla="*/ 2732271 h 2811334"/>
              <a:gd name="connsiteX53" fmla="*/ 168582 w 6836486"/>
              <a:gd name="connsiteY53" fmla="*/ 2518257 h 2811334"/>
              <a:gd name="connsiteX54" fmla="*/ 93986 w 6836486"/>
              <a:gd name="connsiteY54" fmla="*/ 2332757 h 2811334"/>
              <a:gd name="connsiteX55" fmla="*/ 42396 w 6836486"/>
              <a:gd name="connsiteY55" fmla="*/ 2130129 h 2811334"/>
              <a:gd name="connsiteX56" fmla="*/ 15981 w 6836486"/>
              <a:gd name="connsiteY56" fmla="*/ 1861782 h 2811334"/>
              <a:gd name="connsiteX0" fmla="*/ 15981 w 6836486"/>
              <a:gd name="connsiteY0" fmla="*/ 1861782 h 2811334"/>
              <a:gd name="connsiteX1" fmla="*/ 5431 w 6836486"/>
              <a:gd name="connsiteY1" fmla="*/ 1005092 h 2811334"/>
              <a:gd name="connsiteX2" fmla="*/ 104099 w 6836486"/>
              <a:gd name="connsiteY2" fmla="*/ 960965 h 2811334"/>
              <a:gd name="connsiteX3" fmla="*/ 91557 w 6836486"/>
              <a:gd name="connsiteY3" fmla="*/ 1225226 h 2811334"/>
              <a:gd name="connsiteX4" fmla="*/ 339387 w 6836486"/>
              <a:gd name="connsiteY4" fmla="*/ 1448185 h 2811334"/>
              <a:gd name="connsiteX5" fmla="*/ 580438 w 6836486"/>
              <a:gd name="connsiteY5" fmla="*/ 1626794 h 2811334"/>
              <a:gd name="connsiteX6" fmla="*/ 1105910 w 6836486"/>
              <a:gd name="connsiteY6" fmla="*/ 1597168 h 2811334"/>
              <a:gd name="connsiteX7" fmla="*/ 1331814 w 6836486"/>
              <a:gd name="connsiteY7" fmla="*/ 1612187 h 2811334"/>
              <a:gd name="connsiteX8" fmla="*/ 1531551 w 6836486"/>
              <a:gd name="connsiteY8" fmla="*/ 1551168 h 2811334"/>
              <a:gd name="connsiteX9" fmla="*/ 1767643 w 6836486"/>
              <a:gd name="connsiteY9" fmla="*/ 1621749 h 2811334"/>
              <a:gd name="connsiteX10" fmla="*/ 1910424 w 6836486"/>
              <a:gd name="connsiteY10" fmla="*/ 1608552 h 2811334"/>
              <a:gd name="connsiteX11" fmla="*/ 2088251 w 6836486"/>
              <a:gd name="connsiteY11" fmla="*/ 1537181 h 2811334"/>
              <a:gd name="connsiteX12" fmla="*/ 1911924 w 6836486"/>
              <a:gd name="connsiteY12" fmla="*/ 1955005 h 2811334"/>
              <a:gd name="connsiteX13" fmla="*/ 2528734 w 6836486"/>
              <a:gd name="connsiteY13" fmla="*/ 1341877 h 2811334"/>
              <a:gd name="connsiteX14" fmla="*/ 3374108 w 6836486"/>
              <a:gd name="connsiteY14" fmla="*/ 736610 h 2811334"/>
              <a:gd name="connsiteX15" fmla="*/ 4742232 w 6836486"/>
              <a:gd name="connsiteY15" fmla="*/ 909322 h 2811334"/>
              <a:gd name="connsiteX16" fmla="*/ 5241765 w 6836486"/>
              <a:gd name="connsiteY16" fmla="*/ 274322 h 2811334"/>
              <a:gd name="connsiteX17" fmla="*/ 5806916 w 6836486"/>
              <a:gd name="connsiteY17" fmla="*/ 172768 h 2811334"/>
              <a:gd name="connsiteX18" fmla="*/ 6236599 w 6836486"/>
              <a:gd name="connsiteY18" fmla="*/ 428302 h 2811334"/>
              <a:gd name="connsiteX19" fmla="*/ 6397821 w 6836486"/>
              <a:gd name="connsiteY19" fmla="*/ 623187 h 2811334"/>
              <a:gd name="connsiteX20" fmla="*/ 6550221 w 6836486"/>
              <a:gd name="connsiteY20" fmla="*/ 703089 h 2811334"/>
              <a:gd name="connsiteX21" fmla="*/ 6664521 w 6836486"/>
              <a:gd name="connsiteY21" fmla="*/ 674034 h 2811334"/>
              <a:gd name="connsiteX22" fmla="*/ 6693799 w 6836486"/>
              <a:gd name="connsiteY22" fmla="*/ 529995 h 2811334"/>
              <a:gd name="connsiteX23" fmla="*/ 6664522 w 6836486"/>
              <a:gd name="connsiteY23" fmla="*/ 390745 h 2811334"/>
              <a:gd name="connsiteX24" fmla="*/ 6594673 w 6836486"/>
              <a:gd name="connsiteY24" fmla="*/ 303578 h 2811334"/>
              <a:gd name="connsiteX25" fmla="*/ 6550223 w 6836486"/>
              <a:gd name="connsiteY25" fmla="*/ 194620 h 2811334"/>
              <a:gd name="connsiteX26" fmla="*/ 6531173 w 6836486"/>
              <a:gd name="connsiteY26" fmla="*/ 27550 h 2811334"/>
              <a:gd name="connsiteX27" fmla="*/ 6677222 w 6836486"/>
              <a:gd name="connsiteY27" fmla="*/ 13025 h 2811334"/>
              <a:gd name="connsiteX28" fmla="*/ 6829265 w 6836486"/>
              <a:gd name="connsiteY28" fmla="*/ 26287 h 2811334"/>
              <a:gd name="connsiteX29" fmla="*/ 6810573 w 6836486"/>
              <a:gd name="connsiteY29" fmla="*/ 252730 h 2811334"/>
              <a:gd name="connsiteX30" fmla="*/ 6766123 w 6836486"/>
              <a:gd name="connsiteY30" fmla="*/ 405271 h 2811334"/>
              <a:gd name="connsiteX31" fmla="*/ 6753422 w 6836486"/>
              <a:gd name="connsiteY31" fmla="*/ 659506 h 2811334"/>
              <a:gd name="connsiteX32" fmla="*/ 6677222 w 6836486"/>
              <a:gd name="connsiteY32" fmla="*/ 775729 h 2811334"/>
              <a:gd name="connsiteX33" fmla="*/ 6566799 w 6836486"/>
              <a:gd name="connsiteY33" fmla="*/ 797321 h 2811334"/>
              <a:gd name="connsiteX34" fmla="*/ 6353014 w 6836486"/>
              <a:gd name="connsiteY34" fmla="*/ 712560 h 2811334"/>
              <a:gd name="connsiteX35" fmla="*/ 6086672 w 6836486"/>
              <a:gd name="connsiteY35" fmla="*/ 398005 h 2811334"/>
              <a:gd name="connsiteX36" fmla="*/ 5849249 w 6836486"/>
              <a:gd name="connsiteY36" fmla="*/ 276774 h 2811334"/>
              <a:gd name="connsiteX37" fmla="*/ 5525399 w 6836486"/>
              <a:gd name="connsiteY37" fmla="*/ 257389 h 2811334"/>
              <a:gd name="connsiteX38" fmla="*/ 5343365 w 6836486"/>
              <a:gd name="connsiteY38" fmla="*/ 333589 h 2811334"/>
              <a:gd name="connsiteX39" fmla="*/ 5224832 w 6836486"/>
              <a:gd name="connsiteY39" fmla="*/ 452121 h 2811334"/>
              <a:gd name="connsiteX40" fmla="*/ 5013165 w 6836486"/>
              <a:gd name="connsiteY40" fmla="*/ 833121 h 2811334"/>
              <a:gd name="connsiteX41" fmla="*/ 4835365 w 6836486"/>
              <a:gd name="connsiteY41" fmla="*/ 985522 h 2811334"/>
              <a:gd name="connsiteX42" fmla="*/ 4423173 w 6836486"/>
              <a:gd name="connsiteY42" fmla="*/ 1018010 h 2811334"/>
              <a:gd name="connsiteX43" fmla="*/ 3763876 w 6836486"/>
              <a:gd name="connsiteY43" fmla="*/ 839283 h 2811334"/>
              <a:gd name="connsiteX44" fmla="*/ 3349665 w 6836486"/>
              <a:gd name="connsiteY44" fmla="*/ 842833 h 2811334"/>
              <a:gd name="connsiteX45" fmla="*/ 2681258 w 6836486"/>
              <a:gd name="connsiteY45" fmla="*/ 1324293 h 2811334"/>
              <a:gd name="connsiteX46" fmla="*/ 2018728 w 6836486"/>
              <a:gd name="connsiteY46" fmla="*/ 1975179 h 2811334"/>
              <a:gd name="connsiteX47" fmla="*/ 1611381 w 6836486"/>
              <a:gd name="connsiteY47" fmla="*/ 2361313 h 2811334"/>
              <a:gd name="connsiteX48" fmla="*/ 1303661 w 6836486"/>
              <a:gd name="connsiteY48" fmla="*/ 2521618 h 2811334"/>
              <a:gd name="connsiteX49" fmla="*/ 1080957 w 6836486"/>
              <a:gd name="connsiteY49" fmla="*/ 2609174 h 2811334"/>
              <a:gd name="connsiteX50" fmla="*/ 653832 w 6836486"/>
              <a:gd name="connsiteY50" fmla="*/ 2808728 h 2811334"/>
              <a:gd name="connsiteX51" fmla="*/ 455767 w 6836486"/>
              <a:gd name="connsiteY51" fmla="*/ 2799988 h 2811334"/>
              <a:gd name="connsiteX52" fmla="*/ 325761 w 6836486"/>
              <a:gd name="connsiteY52" fmla="*/ 2732271 h 2811334"/>
              <a:gd name="connsiteX53" fmla="*/ 168582 w 6836486"/>
              <a:gd name="connsiteY53" fmla="*/ 2518257 h 2811334"/>
              <a:gd name="connsiteX54" fmla="*/ 93986 w 6836486"/>
              <a:gd name="connsiteY54" fmla="*/ 2332757 h 2811334"/>
              <a:gd name="connsiteX55" fmla="*/ 42396 w 6836486"/>
              <a:gd name="connsiteY55" fmla="*/ 2130129 h 2811334"/>
              <a:gd name="connsiteX56" fmla="*/ 15981 w 6836486"/>
              <a:gd name="connsiteY56" fmla="*/ 1861782 h 2811334"/>
              <a:gd name="connsiteX0" fmla="*/ 15981 w 6836486"/>
              <a:gd name="connsiteY0" fmla="*/ 1861782 h 2811334"/>
              <a:gd name="connsiteX1" fmla="*/ 5431 w 6836486"/>
              <a:gd name="connsiteY1" fmla="*/ 1005092 h 2811334"/>
              <a:gd name="connsiteX2" fmla="*/ 104099 w 6836486"/>
              <a:gd name="connsiteY2" fmla="*/ 960965 h 2811334"/>
              <a:gd name="connsiteX3" fmla="*/ 91557 w 6836486"/>
              <a:gd name="connsiteY3" fmla="*/ 1225226 h 2811334"/>
              <a:gd name="connsiteX4" fmla="*/ 339387 w 6836486"/>
              <a:gd name="connsiteY4" fmla="*/ 1448185 h 2811334"/>
              <a:gd name="connsiteX5" fmla="*/ 580438 w 6836486"/>
              <a:gd name="connsiteY5" fmla="*/ 1626794 h 2811334"/>
              <a:gd name="connsiteX6" fmla="*/ 1105910 w 6836486"/>
              <a:gd name="connsiteY6" fmla="*/ 1597168 h 2811334"/>
              <a:gd name="connsiteX7" fmla="*/ 1331814 w 6836486"/>
              <a:gd name="connsiteY7" fmla="*/ 1612187 h 2811334"/>
              <a:gd name="connsiteX8" fmla="*/ 1531551 w 6836486"/>
              <a:gd name="connsiteY8" fmla="*/ 1551168 h 2811334"/>
              <a:gd name="connsiteX9" fmla="*/ 1767643 w 6836486"/>
              <a:gd name="connsiteY9" fmla="*/ 1621749 h 2811334"/>
              <a:gd name="connsiteX10" fmla="*/ 1910424 w 6836486"/>
              <a:gd name="connsiteY10" fmla="*/ 1608552 h 2811334"/>
              <a:gd name="connsiteX11" fmla="*/ 2088251 w 6836486"/>
              <a:gd name="connsiteY11" fmla="*/ 1537181 h 2811334"/>
              <a:gd name="connsiteX12" fmla="*/ 2228602 w 6836486"/>
              <a:gd name="connsiteY12" fmla="*/ 1449441 h 2811334"/>
              <a:gd name="connsiteX13" fmla="*/ 2528734 w 6836486"/>
              <a:gd name="connsiteY13" fmla="*/ 1341877 h 2811334"/>
              <a:gd name="connsiteX14" fmla="*/ 3374108 w 6836486"/>
              <a:gd name="connsiteY14" fmla="*/ 736610 h 2811334"/>
              <a:gd name="connsiteX15" fmla="*/ 4742232 w 6836486"/>
              <a:gd name="connsiteY15" fmla="*/ 909322 h 2811334"/>
              <a:gd name="connsiteX16" fmla="*/ 5241765 w 6836486"/>
              <a:gd name="connsiteY16" fmla="*/ 274322 h 2811334"/>
              <a:gd name="connsiteX17" fmla="*/ 5806916 w 6836486"/>
              <a:gd name="connsiteY17" fmla="*/ 172768 h 2811334"/>
              <a:gd name="connsiteX18" fmla="*/ 6236599 w 6836486"/>
              <a:gd name="connsiteY18" fmla="*/ 428302 h 2811334"/>
              <a:gd name="connsiteX19" fmla="*/ 6397821 w 6836486"/>
              <a:gd name="connsiteY19" fmla="*/ 623187 h 2811334"/>
              <a:gd name="connsiteX20" fmla="*/ 6550221 w 6836486"/>
              <a:gd name="connsiteY20" fmla="*/ 703089 h 2811334"/>
              <a:gd name="connsiteX21" fmla="*/ 6664521 w 6836486"/>
              <a:gd name="connsiteY21" fmla="*/ 674034 h 2811334"/>
              <a:gd name="connsiteX22" fmla="*/ 6693799 w 6836486"/>
              <a:gd name="connsiteY22" fmla="*/ 529995 h 2811334"/>
              <a:gd name="connsiteX23" fmla="*/ 6664522 w 6836486"/>
              <a:gd name="connsiteY23" fmla="*/ 390745 h 2811334"/>
              <a:gd name="connsiteX24" fmla="*/ 6594673 w 6836486"/>
              <a:gd name="connsiteY24" fmla="*/ 303578 h 2811334"/>
              <a:gd name="connsiteX25" fmla="*/ 6550223 w 6836486"/>
              <a:gd name="connsiteY25" fmla="*/ 194620 h 2811334"/>
              <a:gd name="connsiteX26" fmla="*/ 6531173 w 6836486"/>
              <a:gd name="connsiteY26" fmla="*/ 27550 h 2811334"/>
              <a:gd name="connsiteX27" fmla="*/ 6677222 w 6836486"/>
              <a:gd name="connsiteY27" fmla="*/ 13025 h 2811334"/>
              <a:gd name="connsiteX28" fmla="*/ 6829265 w 6836486"/>
              <a:gd name="connsiteY28" fmla="*/ 26287 h 2811334"/>
              <a:gd name="connsiteX29" fmla="*/ 6810573 w 6836486"/>
              <a:gd name="connsiteY29" fmla="*/ 252730 h 2811334"/>
              <a:gd name="connsiteX30" fmla="*/ 6766123 w 6836486"/>
              <a:gd name="connsiteY30" fmla="*/ 405271 h 2811334"/>
              <a:gd name="connsiteX31" fmla="*/ 6753422 w 6836486"/>
              <a:gd name="connsiteY31" fmla="*/ 659506 h 2811334"/>
              <a:gd name="connsiteX32" fmla="*/ 6677222 w 6836486"/>
              <a:gd name="connsiteY32" fmla="*/ 775729 h 2811334"/>
              <a:gd name="connsiteX33" fmla="*/ 6566799 w 6836486"/>
              <a:gd name="connsiteY33" fmla="*/ 797321 h 2811334"/>
              <a:gd name="connsiteX34" fmla="*/ 6353014 w 6836486"/>
              <a:gd name="connsiteY34" fmla="*/ 712560 h 2811334"/>
              <a:gd name="connsiteX35" fmla="*/ 6086672 w 6836486"/>
              <a:gd name="connsiteY35" fmla="*/ 398005 h 2811334"/>
              <a:gd name="connsiteX36" fmla="*/ 5849249 w 6836486"/>
              <a:gd name="connsiteY36" fmla="*/ 276774 h 2811334"/>
              <a:gd name="connsiteX37" fmla="*/ 5525399 w 6836486"/>
              <a:gd name="connsiteY37" fmla="*/ 257389 h 2811334"/>
              <a:gd name="connsiteX38" fmla="*/ 5343365 w 6836486"/>
              <a:gd name="connsiteY38" fmla="*/ 333589 h 2811334"/>
              <a:gd name="connsiteX39" fmla="*/ 5224832 w 6836486"/>
              <a:gd name="connsiteY39" fmla="*/ 452121 h 2811334"/>
              <a:gd name="connsiteX40" fmla="*/ 5013165 w 6836486"/>
              <a:gd name="connsiteY40" fmla="*/ 833121 h 2811334"/>
              <a:gd name="connsiteX41" fmla="*/ 4835365 w 6836486"/>
              <a:gd name="connsiteY41" fmla="*/ 985522 h 2811334"/>
              <a:gd name="connsiteX42" fmla="*/ 4423173 w 6836486"/>
              <a:gd name="connsiteY42" fmla="*/ 1018010 h 2811334"/>
              <a:gd name="connsiteX43" fmla="*/ 3763876 w 6836486"/>
              <a:gd name="connsiteY43" fmla="*/ 839283 h 2811334"/>
              <a:gd name="connsiteX44" fmla="*/ 3349665 w 6836486"/>
              <a:gd name="connsiteY44" fmla="*/ 842833 h 2811334"/>
              <a:gd name="connsiteX45" fmla="*/ 2681258 w 6836486"/>
              <a:gd name="connsiteY45" fmla="*/ 1324293 h 2811334"/>
              <a:gd name="connsiteX46" fmla="*/ 2018728 w 6836486"/>
              <a:gd name="connsiteY46" fmla="*/ 1975179 h 2811334"/>
              <a:gd name="connsiteX47" fmla="*/ 1611381 w 6836486"/>
              <a:gd name="connsiteY47" fmla="*/ 2361313 h 2811334"/>
              <a:gd name="connsiteX48" fmla="*/ 1303661 w 6836486"/>
              <a:gd name="connsiteY48" fmla="*/ 2521618 h 2811334"/>
              <a:gd name="connsiteX49" fmla="*/ 1080957 w 6836486"/>
              <a:gd name="connsiteY49" fmla="*/ 2609174 h 2811334"/>
              <a:gd name="connsiteX50" fmla="*/ 653832 w 6836486"/>
              <a:gd name="connsiteY50" fmla="*/ 2808728 h 2811334"/>
              <a:gd name="connsiteX51" fmla="*/ 455767 w 6836486"/>
              <a:gd name="connsiteY51" fmla="*/ 2799988 h 2811334"/>
              <a:gd name="connsiteX52" fmla="*/ 325761 w 6836486"/>
              <a:gd name="connsiteY52" fmla="*/ 2732271 h 2811334"/>
              <a:gd name="connsiteX53" fmla="*/ 168582 w 6836486"/>
              <a:gd name="connsiteY53" fmla="*/ 2518257 h 2811334"/>
              <a:gd name="connsiteX54" fmla="*/ 93986 w 6836486"/>
              <a:gd name="connsiteY54" fmla="*/ 2332757 h 2811334"/>
              <a:gd name="connsiteX55" fmla="*/ 42396 w 6836486"/>
              <a:gd name="connsiteY55" fmla="*/ 2130129 h 2811334"/>
              <a:gd name="connsiteX56" fmla="*/ 15981 w 6836486"/>
              <a:gd name="connsiteY56" fmla="*/ 1861782 h 2811334"/>
              <a:gd name="connsiteX0" fmla="*/ 15981 w 6836486"/>
              <a:gd name="connsiteY0" fmla="*/ 1861782 h 2811334"/>
              <a:gd name="connsiteX1" fmla="*/ 5431 w 6836486"/>
              <a:gd name="connsiteY1" fmla="*/ 1005092 h 2811334"/>
              <a:gd name="connsiteX2" fmla="*/ 104099 w 6836486"/>
              <a:gd name="connsiteY2" fmla="*/ 960965 h 2811334"/>
              <a:gd name="connsiteX3" fmla="*/ 91557 w 6836486"/>
              <a:gd name="connsiteY3" fmla="*/ 1225226 h 2811334"/>
              <a:gd name="connsiteX4" fmla="*/ 339387 w 6836486"/>
              <a:gd name="connsiteY4" fmla="*/ 1448185 h 2811334"/>
              <a:gd name="connsiteX5" fmla="*/ 580438 w 6836486"/>
              <a:gd name="connsiteY5" fmla="*/ 1626794 h 2811334"/>
              <a:gd name="connsiteX6" fmla="*/ 1105910 w 6836486"/>
              <a:gd name="connsiteY6" fmla="*/ 1597168 h 2811334"/>
              <a:gd name="connsiteX7" fmla="*/ 1331814 w 6836486"/>
              <a:gd name="connsiteY7" fmla="*/ 1612187 h 2811334"/>
              <a:gd name="connsiteX8" fmla="*/ 1531551 w 6836486"/>
              <a:gd name="connsiteY8" fmla="*/ 1551168 h 2811334"/>
              <a:gd name="connsiteX9" fmla="*/ 1767643 w 6836486"/>
              <a:gd name="connsiteY9" fmla="*/ 1621749 h 2811334"/>
              <a:gd name="connsiteX10" fmla="*/ 1910424 w 6836486"/>
              <a:gd name="connsiteY10" fmla="*/ 1608552 h 2811334"/>
              <a:gd name="connsiteX11" fmla="*/ 2088251 w 6836486"/>
              <a:gd name="connsiteY11" fmla="*/ 1537181 h 2811334"/>
              <a:gd name="connsiteX12" fmla="*/ 2228602 w 6836486"/>
              <a:gd name="connsiteY12" fmla="*/ 1449441 h 2811334"/>
              <a:gd name="connsiteX13" fmla="*/ 2528734 w 6836486"/>
              <a:gd name="connsiteY13" fmla="*/ 1341877 h 2811334"/>
              <a:gd name="connsiteX14" fmla="*/ 3374108 w 6836486"/>
              <a:gd name="connsiteY14" fmla="*/ 736610 h 2811334"/>
              <a:gd name="connsiteX15" fmla="*/ 4742232 w 6836486"/>
              <a:gd name="connsiteY15" fmla="*/ 909322 h 2811334"/>
              <a:gd name="connsiteX16" fmla="*/ 5241765 w 6836486"/>
              <a:gd name="connsiteY16" fmla="*/ 274322 h 2811334"/>
              <a:gd name="connsiteX17" fmla="*/ 5806916 w 6836486"/>
              <a:gd name="connsiteY17" fmla="*/ 172768 h 2811334"/>
              <a:gd name="connsiteX18" fmla="*/ 6236599 w 6836486"/>
              <a:gd name="connsiteY18" fmla="*/ 428302 h 2811334"/>
              <a:gd name="connsiteX19" fmla="*/ 6397821 w 6836486"/>
              <a:gd name="connsiteY19" fmla="*/ 623187 h 2811334"/>
              <a:gd name="connsiteX20" fmla="*/ 6550221 w 6836486"/>
              <a:gd name="connsiteY20" fmla="*/ 703089 h 2811334"/>
              <a:gd name="connsiteX21" fmla="*/ 6664521 w 6836486"/>
              <a:gd name="connsiteY21" fmla="*/ 674034 h 2811334"/>
              <a:gd name="connsiteX22" fmla="*/ 6693799 w 6836486"/>
              <a:gd name="connsiteY22" fmla="*/ 529995 h 2811334"/>
              <a:gd name="connsiteX23" fmla="*/ 6664522 w 6836486"/>
              <a:gd name="connsiteY23" fmla="*/ 390745 h 2811334"/>
              <a:gd name="connsiteX24" fmla="*/ 6594673 w 6836486"/>
              <a:gd name="connsiteY24" fmla="*/ 303578 h 2811334"/>
              <a:gd name="connsiteX25" fmla="*/ 6550223 w 6836486"/>
              <a:gd name="connsiteY25" fmla="*/ 194620 h 2811334"/>
              <a:gd name="connsiteX26" fmla="*/ 6531173 w 6836486"/>
              <a:gd name="connsiteY26" fmla="*/ 27550 h 2811334"/>
              <a:gd name="connsiteX27" fmla="*/ 6677222 w 6836486"/>
              <a:gd name="connsiteY27" fmla="*/ 13025 h 2811334"/>
              <a:gd name="connsiteX28" fmla="*/ 6829265 w 6836486"/>
              <a:gd name="connsiteY28" fmla="*/ 26287 h 2811334"/>
              <a:gd name="connsiteX29" fmla="*/ 6810573 w 6836486"/>
              <a:gd name="connsiteY29" fmla="*/ 252730 h 2811334"/>
              <a:gd name="connsiteX30" fmla="*/ 6766123 w 6836486"/>
              <a:gd name="connsiteY30" fmla="*/ 405271 h 2811334"/>
              <a:gd name="connsiteX31" fmla="*/ 6753422 w 6836486"/>
              <a:gd name="connsiteY31" fmla="*/ 659506 h 2811334"/>
              <a:gd name="connsiteX32" fmla="*/ 6677222 w 6836486"/>
              <a:gd name="connsiteY32" fmla="*/ 775729 h 2811334"/>
              <a:gd name="connsiteX33" fmla="*/ 6566799 w 6836486"/>
              <a:gd name="connsiteY33" fmla="*/ 797321 h 2811334"/>
              <a:gd name="connsiteX34" fmla="*/ 6353014 w 6836486"/>
              <a:gd name="connsiteY34" fmla="*/ 712560 h 2811334"/>
              <a:gd name="connsiteX35" fmla="*/ 6086672 w 6836486"/>
              <a:gd name="connsiteY35" fmla="*/ 398005 h 2811334"/>
              <a:gd name="connsiteX36" fmla="*/ 5849249 w 6836486"/>
              <a:gd name="connsiteY36" fmla="*/ 276774 h 2811334"/>
              <a:gd name="connsiteX37" fmla="*/ 5525399 w 6836486"/>
              <a:gd name="connsiteY37" fmla="*/ 257389 h 2811334"/>
              <a:gd name="connsiteX38" fmla="*/ 5343365 w 6836486"/>
              <a:gd name="connsiteY38" fmla="*/ 333589 h 2811334"/>
              <a:gd name="connsiteX39" fmla="*/ 5224832 w 6836486"/>
              <a:gd name="connsiteY39" fmla="*/ 452121 h 2811334"/>
              <a:gd name="connsiteX40" fmla="*/ 5013165 w 6836486"/>
              <a:gd name="connsiteY40" fmla="*/ 833121 h 2811334"/>
              <a:gd name="connsiteX41" fmla="*/ 4835365 w 6836486"/>
              <a:gd name="connsiteY41" fmla="*/ 985522 h 2811334"/>
              <a:gd name="connsiteX42" fmla="*/ 4423173 w 6836486"/>
              <a:gd name="connsiteY42" fmla="*/ 1018010 h 2811334"/>
              <a:gd name="connsiteX43" fmla="*/ 3763876 w 6836486"/>
              <a:gd name="connsiteY43" fmla="*/ 839283 h 2811334"/>
              <a:gd name="connsiteX44" fmla="*/ 3349665 w 6836486"/>
              <a:gd name="connsiteY44" fmla="*/ 842833 h 2811334"/>
              <a:gd name="connsiteX45" fmla="*/ 2681258 w 6836486"/>
              <a:gd name="connsiteY45" fmla="*/ 1324293 h 2811334"/>
              <a:gd name="connsiteX46" fmla="*/ 2018728 w 6836486"/>
              <a:gd name="connsiteY46" fmla="*/ 1975179 h 2811334"/>
              <a:gd name="connsiteX47" fmla="*/ 1611381 w 6836486"/>
              <a:gd name="connsiteY47" fmla="*/ 2361313 h 2811334"/>
              <a:gd name="connsiteX48" fmla="*/ 1303661 w 6836486"/>
              <a:gd name="connsiteY48" fmla="*/ 2521618 h 2811334"/>
              <a:gd name="connsiteX49" fmla="*/ 1080957 w 6836486"/>
              <a:gd name="connsiteY49" fmla="*/ 2609174 h 2811334"/>
              <a:gd name="connsiteX50" fmla="*/ 653832 w 6836486"/>
              <a:gd name="connsiteY50" fmla="*/ 2808728 h 2811334"/>
              <a:gd name="connsiteX51" fmla="*/ 455767 w 6836486"/>
              <a:gd name="connsiteY51" fmla="*/ 2799988 h 2811334"/>
              <a:gd name="connsiteX52" fmla="*/ 325761 w 6836486"/>
              <a:gd name="connsiteY52" fmla="*/ 2732271 h 2811334"/>
              <a:gd name="connsiteX53" fmla="*/ 168582 w 6836486"/>
              <a:gd name="connsiteY53" fmla="*/ 2518257 h 2811334"/>
              <a:gd name="connsiteX54" fmla="*/ 93986 w 6836486"/>
              <a:gd name="connsiteY54" fmla="*/ 2332757 h 2811334"/>
              <a:gd name="connsiteX55" fmla="*/ 42396 w 6836486"/>
              <a:gd name="connsiteY55" fmla="*/ 2130129 h 2811334"/>
              <a:gd name="connsiteX56" fmla="*/ 15981 w 6836486"/>
              <a:gd name="connsiteY56" fmla="*/ 1861782 h 2811334"/>
              <a:gd name="connsiteX0" fmla="*/ 15981 w 6836486"/>
              <a:gd name="connsiteY0" fmla="*/ 1861782 h 2811334"/>
              <a:gd name="connsiteX1" fmla="*/ 5431 w 6836486"/>
              <a:gd name="connsiteY1" fmla="*/ 1005092 h 2811334"/>
              <a:gd name="connsiteX2" fmla="*/ 104099 w 6836486"/>
              <a:gd name="connsiteY2" fmla="*/ 960965 h 2811334"/>
              <a:gd name="connsiteX3" fmla="*/ 91557 w 6836486"/>
              <a:gd name="connsiteY3" fmla="*/ 1225226 h 2811334"/>
              <a:gd name="connsiteX4" fmla="*/ 339387 w 6836486"/>
              <a:gd name="connsiteY4" fmla="*/ 1448185 h 2811334"/>
              <a:gd name="connsiteX5" fmla="*/ 580438 w 6836486"/>
              <a:gd name="connsiteY5" fmla="*/ 1626794 h 2811334"/>
              <a:gd name="connsiteX6" fmla="*/ 1105910 w 6836486"/>
              <a:gd name="connsiteY6" fmla="*/ 1597168 h 2811334"/>
              <a:gd name="connsiteX7" fmla="*/ 1331814 w 6836486"/>
              <a:gd name="connsiteY7" fmla="*/ 1612187 h 2811334"/>
              <a:gd name="connsiteX8" fmla="*/ 1531551 w 6836486"/>
              <a:gd name="connsiteY8" fmla="*/ 1551168 h 2811334"/>
              <a:gd name="connsiteX9" fmla="*/ 1767643 w 6836486"/>
              <a:gd name="connsiteY9" fmla="*/ 1621749 h 2811334"/>
              <a:gd name="connsiteX10" fmla="*/ 1910424 w 6836486"/>
              <a:gd name="connsiteY10" fmla="*/ 1608552 h 2811334"/>
              <a:gd name="connsiteX11" fmla="*/ 2088251 w 6836486"/>
              <a:gd name="connsiteY11" fmla="*/ 1537181 h 2811334"/>
              <a:gd name="connsiteX12" fmla="*/ 2228602 w 6836486"/>
              <a:gd name="connsiteY12" fmla="*/ 1449441 h 2811334"/>
              <a:gd name="connsiteX13" fmla="*/ 2528734 w 6836486"/>
              <a:gd name="connsiteY13" fmla="*/ 1341877 h 2811334"/>
              <a:gd name="connsiteX14" fmla="*/ 3374108 w 6836486"/>
              <a:gd name="connsiteY14" fmla="*/ 736610 h 2811334"/>
              <a:gd name="connsiteX15" fmla="*/ 4742232 w 6836486"/>
              <a:gd name="connsiteY15" fmla="*/ 909322 h 2811334"/>
              <a:gd name="connsiteX16" fmla="*/ 5241765 w 6836486"/>
              <a:gd name="connsiteY16" fmla="*/ 274322 h 2811334"/>
              <a:gd name="connsiteX17" fmla="*/ 5806916 w 6836486"/>
              <a:gd name="connsiteY17" fmla="*/ 172768 h 2811334"/>
              <a:gd name="connsiteX18" fmla="*/ 6236599 w 6836486"/>
              <a:gd name="connsiteY18" fmla="*/ 428302 h 2811334"/>
              <a:gd name="connsiteX19" fmla="*/ 6397821 w 6836486"/>
              <a:gd name="connsiteY19" fmla="*/ 623187 h 2811334"/>
              <a:gd name="connsiteX20" fmla="*/ 6550221 w 6836486"/>
              <a:gd name="connsiteY20" fmla="*/ 703089 h 2811334"/>
              <a:gd name="connsiteX21" fmla="*/ 6664521 w 6836486"/>
              <a:gd name="connsiteY21" fmla="*/ 674034 h 2811334"/>
              <a:gd name="connsiteX22" fmla="*/ 6693799 w 6836486"/>
              <a:gd name="connsiteY22" fmla="*/ 529995 h 2811334"/>
              <a:gd name="connsiteX23" fmla="*/ 6664522 w 6836486"/>
              <a:gd name="connsiteY23" fmla="*/ 390745 h 2811334"/>
              <a:gd name="connsiteX24" fmla="*/ 6594673 w 6836486"/>
              <a:gd name="connsiteY24" fmla="*/ 303578 h 2811334"/>
              <a:gd name="connsiteX25" fmla="*/ 6550223 w 6836486"/>
              <a:gd name="connsiteY25" fmla="*/ 194620 h 2811334"/>
              <a:gd name="connsiteX26" fmla="*/ 6531173 w 6836486"/>
              <a:gd name="connsiteY26" fmla="*/ 27550 h 2811334"/>
              <a:gd name="connsiteX27" fmla="*/ 6677222 w 6836486"/>
              <a:gd name="connsiteY27" fmla="*/ 13025 h 2811334"/>
              <a:gd name="connsiteX28" fmla="*/ 6829265 w 6836486"/>
              <a:gd name="connsiteY28" fmla="*/ 26287 h 2811334"/>
              <a:gd name="connsiteX29" fmla="*/ 6810573 w 6836486"/>
              <a:gd name="connsiteY29" fmla="*/ 252730 h 2811334"/>
              <a:gd name="connsiteX30" fmla="*/ 6766123 w 6836486"/>
              <a:gd name="connsiteY30" fmla="*/ 405271 h 2811334"/>
              <a:gd name="connsiteX31" fmla="*/ 6753422 w 6836486"/>
              <a:gd name="connsiteY31" fmla="*/ 659506 h 2811334"/>
              <a:gd name="connsiteX32" fmla="*/ 6677222 w 6836486"/>
              <a:gd name="connsiteY32" fmla="*/ 775729 h 2811334"/>
              <a:gd name="connsiteX33" fmla="*/ 6566799 w 6836486"/>
              <a:gd name="connsiteY33" fmla="*/ 797321 h 2811334"/>
              <a:gd name="connsiteX34" fmla="*/ 6353014 w 6836486"/>
              <a:gd name="connsiteY34" fmla="*/ 712560 h 2811334"/>
              <a:gd name="connsiteX35" fmla="*/ 6086672 w 6836486"/>
              <a:gd name="connsiteY35" fmla="*/ 398005 h 2811334"/>
              <a:gd name="connsiteX36" fmla="*/ 5849249 w 6836486"/>
              <a:gd name="connsiteY36" fmla="*/ 276774 h 2811334"/>
              <a:gd name="connsiteX37" fmla="*/ 5525399 w 6836486"/>
              <a:gd name="connsiteY37" fmla="*/ 257389 h 2811334"/>
              <a:gd name="connsiteX38" fmla="*/ 5343365 w 6836486"/>
              <a:gd name="connsiteY38" fmla="*/ 333589 h 2811334"/>
              <a:gd name="connsiteX39" fmla="*/ 5224832 w 6836486"/>
              <a:gd name="connsiteY39" fmla="*/ 452121 h 2811334"/>
              <a:gd name="connsiteX40" fmla="*/ 5013165 w 6836486"/>
              <a:gd name="connsiteY40" fmla="*/ 833121 h 2811334"/>
              <a:gd name="connsiteX41" fmla="*/ 4835365 w 6836486"/>
              <a:gd name="connsiteY41" fmla="*/ 985522 h 2811334"/>
              <a:gd name="connsiteX42" fmla="*/ 4423173 w 6836486"/>
              <a:gd name="connsiteY42" fmla="*/ 1018010 h 2811334"/>
              <a:gd name="connsiteX43" fmla="*/ 3763876 w 6836486"/>
              <a:gd name="connsiteY43" fmla="*/ 839283 h 2811334"/>
              <a:gd name="connsiteX44" fmla="*/ 3349665 w 6836486"/>
              <a:gd name="connsiteY44" fmla="*/ 842833 h 2811334"/>
              <a:gd name="connsiteX45" fmla="*/ 2681258 w 6836486"/>
              <a:gd name="connsiteY45" fmla="*/ 1324293 h 2811334"/>
              <a:gd name="connsiteX46" fmla="*/ 2018728 w 6836486"/>
              <a:gd name="connsiteY46" fmla="*/ 1975179 h 2811334"/>
              <a:gd name="connsiteX47" fmla="*/ 1611381 w 6836486"/>
              <a:gd name="connsiteY47" fmla="*/ 2361313 h 2811334"/>
              <a:gd name="connsiteX48" fmla="*/ 1303661 w 6836486"/>
              <a:gd name="connsiteY48" fmla="*/ 2521618 h 2811334"/>
              <a:gd name="connsiteX49" fmla="*/ 1080957 w 6836486"/>
              <a:gd name="connsiteY49" fmla="*/ 2609174 h 2811334"/>
              <a:gd name="connsiteX50" fmla="*/ 653832 w 6836486"/>
              <a:gd name="connsiteY50" fmla="*/ 2808728 h 2811334"/>
              <a:gd name="connsiteX51" fmla="*/ 455767 w 6836486"/>
              <a:gd name="connsiteY51" fmla="*/ 2799988 h 2811334"/>
              <a:gd name="connsiteX52" fmla="*/ 325761 w 6836486"/>
              <a:gd name="connsiteY52" fmla="*/ 2732271 h 2811334"/>
              <a:gd name="connsiteX53" fmla="*/ 168582 w 6836486"/>
              <a:gd name="connsiteY53" fmla="*/ 2518257 h 2811334"/>
              <a:gd name="connsiteX54" fmla="*/ 93986 w 6836486"/>
              <a:gd name="connsiteY54" fmla="*/ 2332757 h 2811334"/>
              <a:gd name="connsiteX55" fmla="*/ 42396 w 6836486"/>
              <a:gd name="connsiteY55" fmla="*/ 2130129 h 2811334"/>
              <a:gd name="connsiteX56" fmla="*/ 15981 w 6836486"/>
              <a:gd name="connsiteY56" fmla="*/ 1861782 h 2811334"/>
              <a:gd name="connsiteX0" fmla="*/ 15981 w 6836486"/>
              <a:gd name="connsiteY0" fmla="*/ 1861782 h 2811334"/>
              <a:gd name="connsiteX1" fmla="*/ 5431 w 6836486"/>
              <a:gd name="connsiteY1" fmla="*/ 1005092 h 2811334"/>
              <a:gd name="connsiteX2" fmla="*/ 104099 w 6836486"/>
              <a:gd name="connsiteY2" fmla="*/ 960965 h 2811334"/>
              <a:gd name="connsiteX3" fmla="*/ 91557 w 6836486"/>
              <a:gd name="connsiteY3" fmla="*/ 1225226 h 2811334"/>
              <a:gd name="connsiteX4" fmla="*/ 339387 w 6836486"/>
              <a:gd name="connsiteY4" fmla="*/ 1448185 h 2811334"/>
              <a:gd name="connsiteX5" fmla="*/ 580438 w 6836486"/>
              <a:gd name="connsiteY5" fmla="*/ 1626794 h 2811334"/>
              <a:gd name="connsiteX6" fmla="*/ 1105910 w 6836486"/>
              <a:gd name="connsiteY6" fmla="*/ 1597168 h 2811334"/>
              <a:gd name="connsiteX7" fmla="*/ 1331814 w 6836486"/>
              <a:gd name="connsiteY7" fmla="*/ 1612187 h 2811334"/>
              <a:gd name="connsiteX8" fmla="*/ 1531551 w 6836486"/>
              <a:gd name="connsiteY8" fmla="*/ 1551168 h 2811334"/>
              <a:gd name="connsiteX9" fmla="*/ 1767643 w 6836486"/>
              <a:gd name="connsiteY9" fmla="*/ 1621749 h 2811334"/>
              <a:gd name="connsiteX10" fmla="*/ 1910424 w 6836486"/>
              <a:gd name="connsiteY10" fmla="*/ 1608552 h 2811334"/>
              <a:gd name="connsiteX11" fmla="*/ 2088251 w 6836486"/>
              <a:gd name="connsiteY11" fmla="*/ 1537181 h 2811334"/>
              <a:gd name="connsiteX12" fmla="*/ 2275868 w 6836486"/>
              <a:gd name="connsiteY12" fmla="*/ 1495930 h 2811334"/>
              <a:gd name="connsiteX13" fmla="*/ 2528734 w 6836486"/>
              <a:gd name="connsiteY13" fmla="*/ 1341877 h 2811334"/>
              <a:gd name="connsiteX14" fmla="*/ 3374108 w 6836486"/>
              <a:gd name="connsiteY14" fmla="*/ 736610 h 2811334"/>
              <a:gd name="connsiteX15" fmla="*/ 4742232 w 6836486"/>
              <a:gd name="connsiteY15" fmla="*/ 909322 h 2811334"/>
              <a:gd name="connsiteX16" fmla="*/ 5241765 w 6836486"/>
              <a:gd name="connsiteY16" fmla="*/ 274322 h 2811334"/>
              <a:gd name="connsiteX17" fmla="*/ 5806916 w 6836486"/>
              <a:gd name="connsiteY17" fmla="*/ 172768 h 2811334"/>
              <a:gd name="connsiteX18" fmla="*/ 6236599 w 6836486"/>
              <a:gd name="connsiteY18" fmla="*/ 428302 h 2811334"/>
              <a:gd name="connsiteX19" fmla="*/ 6397821 w 6836486"/>
              <a:gd name="connsiteY19" fmla="*/ 623187 h 2811334"/>
              <a:gd name="connsiteX20" fmla="*/ 6550221 w 6836486"/>
              <a:gd name="connsiteY20" fmla="*/ 703089 h 2811334"/>
              <a:gd name="connsiteX21" fmla="*/ 6664521 w 6836486"/>
              <a:gd name="connsiteY21" fmla="*/ 674034 h 2811334"/>
              <a:gd name="connsiteX22" fmla="*/ 6693799 w 6836486"/>
              <a:gd name="connsiteY22" fmla="*/ 529995 h 2811334"/>
              <a:gd name="connsiteX23" fmla="*/ 6664522 w 6836486"/>
              <a:gd name="connsiteY23" fmla="*/ 390745 h 2811334"/>
              <a:gd name="connsiteX24" fmla="*/ 6594673 w 6836486"/>
              <a:gd name="connsiteY24" fmla="*/ 303578 h 2811334"/>
              <a:gd name="connsiteX25" fmla="*/ 6550223 w 6836486"/>
              <a:gd name="connsiteY25" fmla="*/ 194620 h 2811334"/>
              <a:gd name="connsiteX26" fmla="*/ 6531173 w 6836486"/>
              <a:gd name="connsiteY26" fmla="*/ 27550 h 2811334"/>
              <a:gd name="connsiteX27" fmla="*/ 6677222 w 6836486"/>
              <a:gd name="connsiteY27" fmla="*/ 13025 h 2811334"/>
              <a:gd name="connsiteX28" fmla="*/ 6829265 w 6836486"/>
              <a:gd name="connsiteY28" fmla="*/ 26287 h 2811334"/>
              <a:gd name="connsiteX29" fmla="*/ 6810573 w 6836486"/>
              <a:gd name="connsiteY29" fmla="*/ 252730 h 2811334"/>
              <a:gd name="connsiteX30" fmla="*/ 6766123 w 6836486"/>
              <a:gd name="connsiteY30" fmla="*/ 405271 h 2811334"/>
              <a:gd name="connsiteX31" fmla="*/ 6753422 w 6836486"/>
              <a:gd name="connsiteY31" fmla="*/ 659506 h 2811334"/>
              <a:gd name="connsiteX32" fmla="*/ 6677222 w 6836486"/>
              <a:gd name="connsiteY32" fmla="*/ 775729 h 2811334"/>
              <a:gd name="connsiteX33" fmla="*/ 6566799 w 6836486"/>
              <a:gd name="connsiteY33" fmla="*/ 797321 h 2811334"/>
              <a:gd name="connsiteX34" fmla="*/ 6353014 w 6836486"/>
              <a:gd name="connsiteY34" fmla="*/ 712560 h 2811334"/>
              <a:gd name="connsiteX35" fmla="*/ 6086672 w 6836486"/>
              <a:gd name="connsiteY35" fmla="*/ 398005 h 2811334"/>
              <a:gd name="connsiteX36" fmla="*/ 5849249 w 6836486"/>
              <a:gd name="connsiteY36" fmla="*/ 276774 h 2811334"/>
              <a:gd name="connsiteX37" fmla="*/ 5525399 w 6836486"/>
              <a:gd name="connsiteY37" fmla="*/ 257389 h 2811334"/>
              <a:gd name="connsiteX38" fmla="*/ 5343365 w 6836486"/>
              <a:gd name="connsiteY38" fmla="*/ 333589 h 2811334"/>
              <a:gd name="connsiteX39" fmla="*/ 5224832 w 6836486"/>
              <a:gd name="connsiteY39" fmla="*/ 452121 h 2811334"/>
              <a:gd name="connsiteX40" fmla="*/ 5013165 w 6836486"/>
              <a:gd name="connsiteY40" fmla="*/ 833121 h 2811334"/>
              <a:gd name="connsiteX41" fmla="*/ 4835365 w 6836486"/>
              <a:gd name="connsiteY41" fmla="*/ 985522 h 2811334"/>
              <a:gd name="connsiteX42" fmla="*/ 4423173 w 6836486"/>
              <a:gd name="connsiteY42" fmla="*/ 1018010 h 2811334"/>
              <a:gd name="connsiteX43" fmla="*/ 3763876 w 6836486"/>
              <a:gd name="connsiteY43" fmla="*/ 839283 h 2811334"/>
              <a:gd name="connsiteX44" fmla="*/ 3349665 w 6836486"/>
              <a:gd name="connsiteY44" fmla="*/ 842833 h 2811334"/>
              <a:gd name="connsiteX45" fmla="*/ 2681258 w 6836486"/>
              <a:gd name="connsiteY45" fmla="*/ 1324293 h 2811334"/>
              <a:gd name="connsiteX46" fmla="*/ 2018728 w 6836486"/>
              <a:gd name="connsiteY46" fmla="*/ 1975179 h 2811334"/>
              <a:gd name="connsiteX47" fmla="*/ 1611381 w 6836486"/>
              <a:gd name="connsiteY47" fmla="*/ 2361313 h 2811334"/>
              <a:gd name="connsiteX48" fmla="*/ 1303661 w 6836486"/>
              <a:gd name="connsiteY48" fmla="*/ 2521618 h 2811334"/>
              <a:gd name="connsiteX49" fmla="*/ 1080957 w 6836486"/>
              <a:gd name="connsiteY49" fmla="*/ 2609174 h 2811334"/>
              <a:gd name="connsiteX50" fmla="*/ 653832 w 6836486"/>
              <a:gd name="connsiteY50" fmla="*/ 2808728 h 2811334"/>
              <a:gd name="connsiteX51" fmla="*/ 455767 w 6836486"/>
              <a:gd name="connsiteY51" fmla="*/ 2799988 h 2811334"/>
              <a:gd name="connsiteX52" fmla="*/ 325761 w 6836486"/>
              <a:gd name="connsiteY52" fmla="*/ 2732271 h 2811334"/>
              <a:gd name="connsiteX53" fmla="*/ 168582 w 6836486"/>
              <a:gd name="connsiteY53" fmla="*/ 2518257 h 2811334"/>
              <a:gd name="connsiteX54" fmla="*/ 93986 w 6836486"/>
              <a:gd name="connsiteY54" fmla="*/ 2332757 h 2811334"/>
              <a:gd name="connsiteX55" fmla="*/ 42396 w 6836486"/>
              <a:gd name="connsiteY55" fmla="*/ 2130129 h 2811334"/>
              <a:gd name="connsiteX56" fmla="*/ 15981 w 6836486"/>
              <a:gd name="connsiteY56" fmla="*/ 1861782 h 2811334"/>
              <a:gd name="connsiteX0" fmla="*/ 15981 w 6836486"/>
              <a:gd name="connsiteY0" fmla="*/ 1861782 h 2811334"/>
              <a:gd name="connsiteX1" fmla="*/ 5431 w 6836486"/>
              <a:gd name="connsiteY1" fmla="*/ 1005092 h 2811334"/>
              <a:gd name="connsiteX2" fmla="*/ 104099 w 6836486"/>
              <a:gd name="connsiteY2" fmla="*/ 960965 h 2811334"/>
              <a:gd name="connsiteX3" fmla="*/ 91557 w 6836486"/>
              <a:gd name="connsiteY3" fmla="*/ 1225226 h 2811334"/>
              <a:gd name="connsiteX4" fmla="*/ 339387 w 6836486"/>
              <a:gd name="connsiteY4" fmla="*/ 1448185 h 2811334"/>
              <a:gd name="connsiteX5" fmla="*/ 580438 w 6836486"/>
              <a:gd name="connsiteY5" fmla="*/ 1626794 h 2811334"/>
              <a:gd name="connsiteX6" fmla="*/ 1105910 w 6836486"/>
              <a:gd name="connsiteY6" fmla="*/ 1597168 h 2811334"/>
              <a:gd name="connsiteX7" fmla="*/ 1331814 w 6836486"/>
              <a:gd name="connsiteY7" fmla="*/ 1612187 h 2811334"/>
              <a:gd name="connsiteX8" fmla="*/ 1531551 w 6836486"/>
              <a:gd name="connsiteY8" fmla="*/ 1551168 h 2811334"/>
              <a:gd name="connsiteX9" fmla="*/ 1767643 w 6836486"/>
              <a:gd name="connsiteY9" fmla="*/ 1621749 h 2811334"/>
              <a:gd name="connsiteX10" fmla="*/ 1910424 w 6836486"/>
              <a:gd name="connsiteY10" fmla="*/ 1608552 h 2811334"/>
              <a:gd name="connsiteX11" fmla="*/ 2088251 w 6836486"/>
              <a:gd name="connsiteY11" fmla="*/ 1537181 h 2811334"/>
              <a:gd name="connsiteX12" fmla="*/ 2275868 w 6836486"/>
              <a:gd name="connsiteY12" fmla="*/ 1495930 h 2811334"/>
              <a:gd name="connsiteX13" fmla="*/ 2528734 w 6836486"/>
              <a:gd name="connsiteY13" fmla="*/ 1341877 h 2811334"/>
              <a:gd name="connsiteX14" fmla="*/ 3374108 w 6836486"/>
              <a:gd name="connsiteY14" fmla="*/ 736610 h 2811334"/>
              <a:gd name="connsiteX15" fmla="*/ 4742232 w 6836486"/>
              <a:gd name="connsiteY15" fmla="*/ 909322 h 2811334"/>
              <a:gd name="connsiteX16" fmla="*/ 5241765 w 6836486"/>
              <a:gd name="connsiteY16" fmla="*/ 274322 h 2811334"/>
              <a:gd name="connsiteX17" fmla="*/ 5806916 w 6836486"/>
              <a:gd name="connsiteY17" fmla="*/ 172768 h 2811334"/>
              <a:gd name="connsiteX18" fmla="*/ 6236599 w 6836486"/>
              <a:gd name="connsiteY18" fmla="*/ 428302 h 2811334"/>
              <a:gd name="connsiteX19" fmla="*/ 6397821 w 6836486"/>
              <a:gd name="connsiteY19" fmla="*/ 623187 h 2811334"/>
              <a:gd name="connsiteX20" fmla="*/ 6550221 w 6836486"/>
              <a:gd name="connsiteY20" fmla="*/ 703089 h 2811334"/>
              <a:gd name="connsiteX21" fmla="*/ 6664521 w 6836486"/>
              <a:gd name="connsiteY21" fmla="*/ 674034 h 2811334"/>
              <a:gd name="connsiteX22" fmla="*/ 6693799 w 6836486"/>
              <a:gd name="connsiteY22" fmla="*/ 529995 h 2811334"/>
              <a:gd name="connsiteX23" fmla="*/ 6664522 w 6836486"/>
              <a:gd name="connsiteY23" fmla="*/ 390745 h 2811334"/>
              <a:gd name="connsiteX24" fmla="*/ 6594673 w 6836486"/>
              <a:gd name="connsiteY24" fmla="*/ 303578 h 2811334"/>
              <a:gd name="connsiteX25" fmla="*/ 6550223 w 6836486"/>
              <a:gd name="connsiteY25" fmla="*/ 194620 h 2811334"/>
              <a:gd name="connsiteX26" fmla="*/ 6531173 w 6836486"/>
              <a:gd name="connsiteY26" fmla="*/ 27550 h 2811334"/>
              <a:gd name="connsiteX27" fmla="*/ 6677222 w 6836486"/>
              <a:gd name="connsiteY27" fmla="*/ 13025 h 2811334"/>
              <a:gd name="connsiteX28" fmla="*/ 6829265 w 6836486"/>
              <a:gd name="connsiteY28" fmla="*/ 26287 h 2811334"/>
              <a:gd name="connsiteX29" fmla="*/ 6810573 w 6836486"/>
              <a:gd name="connsiteY29" fmla="*/ 252730 h 2811334"/>
              <a:gd name="connsiteX30" fmla="*/ 6766123 w 6836486"/>
              <a:gd name="connsiteY30" fmla="*/ 405271 h 2811334"/>
              <a:gd name="connsiteX31" fmla="*/ 6753422 w 6836486"/>
              <a:gd name="connsiteY31" fmla="*/ 659506 h 2811334"/>
              <a:gd name="connsiteX32" fmla="*/ 6677222 w 6836486"/>
              <a:gd name="connsiteY32" fmla="*/ 775729 h 2811334"/>
              <a:gd name="connsiteX33" fmla="*/ 6566799 w 6836486"/>
              <a:gd name="connsiteY33" fmla="*/ 797321 h 2811334"/>
              <a:gd name="connsiteX34" fmla="*/ 6353014 w 6836486"/>
              <a:gd name="connsiteY34" fmla="*/ 712560 h 2811334"/>
              <a:gd name="connsiteX35" fmla="*/ 6086672 w 6836486"/>
              <a:gd name="connsiteY35" fmla="*/ 398005 h 2811334"/>
              <a:gd name="connsiteX36" fmla="*/ 5849249 w 6836486"/>
              <a:gd name="connsiteY36" fmla="*/ 276774 h 2811334"/>
              <a:gd name="connsiteX37" fmla="*/ 5525399 w 6836486"/>
              <a:gd name="connsiteY37" fmla="*/ 257389 h 2811334"/>
              <a:gd name="connsiteX38" fmla="*/ 5343365 w 6836486"/>
              <a:gd name="connsiteY38" fmla="*/ 333589 h 2811334"/>
              <a:gd name="connsiteX39" fmla="*/ 5224832 w 6836486"/>
              <a:gd name="connsiteY39" fmla="*/ 452121 h 2811334"/>
              <a:gd name="connsiteX40" fmla="*/ 5013165 w 6836486"/>
              <a:gd name="connsiteY40" fmla="*/ 833121 h 2811334"/>
              <a:gd name="connsiteX41" fmla="*/ 4835365 w 6836486"/>
              <a:gd name="connsiteY41" fmla="*/ 985522 h 2811334"/>
              <a:gd name="connsiteX42" fmla="*/ 4423173 w 6836486"/>
              <a:gd name="connsiteY42" fmla="*/ 1018010 h 2811334"/>
              <a:gd name="connsiteX43" fmla="*/ 3763876 w 6836486"/>
              <a:gd name="connsiteY43" fmla="*/ 839283 h 2811334"/>
              <a:gd name="connsiteX44" fmla="*/ 3349665 w 6836486"/>
              <a:gd name="connsiteY44" fmla="*/ 842833 h 2811334"/>
              <a:gd name="connsiteX45" fmla="*/ 2681258 w 6836486"/>
              <a:gd name="connsiteY45" fmla="*/ 1324293 h 2811334"/>
              <a:gd name="connsiteX46" fmla="*/ 2018728 w 6836486"/>
              <a:gd name="connsiteY46" fmla="*/ 1975179 h 2811334"/>
              <a:gd name="connsiteX47" fmla="*/ 1611381 w 6836486"/>
              <a:gd name="connsiteY47" fmla="*/ 2361313 h 2811334"/>
              <a:gd name="connsiteX48" fmla="*/ 1303661 w 6836486"/>
              <a:gd name="connsiteY48" fmla="*/ 2521618 h 2811334"/>
              <a:gd name="connsiteX49" fmla="*/ 1080957 w 6836486"/>
              <a:gd name="connsiteY49" fmla="*/ 2609174 h 2811334"/>
              <a:gd name="connsiteX50" fmla="*/ 653832 w 6836486"/>
              <a:gd name="connsiteY50" fmla="*/ 2808728 h 2811334"/>
              <a:gd name="connsiteX51" fmla="*/ 455767 w 6836486"/>
              <a:gd name="connsiteY51" fmla="*/ 2799988 h 2811334"/>
              <a:gd name="connsiteX52" fmla="*/ 325761 w 6836486"/>
              <a:gd name="connsiteY52" fmla="*/ 2732271 h 2811334"/>
              <a:gd name="connsiteX53" fmla="*/ 168582 w 6836486"/>
              <a:gd name="connsiteY53" fmla="*/ 2518257 h 2811334"/>
              <a:gd name="connsiteX54" fmla="*/ 93986 w 6836486"/>
              <a:gd name="connsiteY54" fmla="*/ 2332757 h 2811334"/>
              <a:gd name="connsiteX55" fmla="*/ 42396 w 6836486"/>
              <a:gd name="connsiteY55" fmla="*/ 2130129 h 2811334"/>
              <a:gd name="connsiteX56" fmla="*/ 15981 w 6836486"/>
              <a:gd name="connsiteY56" fmla="*/ 1861782 h 2811334"/>
              <a:gd name="connsiteX0" fmla="*/ 15981 w 6836486"/>
              <a:gd name="connsiteY0" fmla="*/ 1861782 h 2811334"/>
              <a:gd name="connsiteX1" fmla="*/ 5431 w 6836486"/>
              <a:gd name="connsiteY1" fmla="*/ 1005092 h 2811334"/>
              <a:gd name="connsiteX2" fmla="*/ 104099 w 6836486"/>
              <a:gd name="connsiteY2" fmla="*/ 960965 h 2811334"/>
              <a:gd name="connsiteX3" fmla="*/ 91557 w 6836486"/>
              <a:gd name="connsiteY3" fmla="*/ 1225226 h 2811334"/>
              <a:gd name="connsiteX4" fmla="*/ 339387 w 6836486"/>
              <a:gd name="connsiteY4" fmla="*/ 1448185 h 2811334"/>
              <a:gd name="connsiteX5" fmla="*/ 580438 w 6836486"/>
              <a:gd name="connsiteY5" fmla="*/ 1626794 h 2811334"/>
              <a:gd name="connsiteX6" fmla="*/ 1105910 w 6836486"/>
              <a:gd name="connsiteY6" fmla="*/ 1597168 h 2811334"/>
              <a:gd name="connsiteX7" fmla="*/ 1331814 w 6836486"/>
              <a:gd name="connsiteY7" fmla="*/ 1612187 h 2811334"/>
              <a:gd name="connsiteX8" fmla="*/ 1531551 w 6836486"/>
              <a:gd name="connsiteY8" fmla="*/ 1551168 h 2811334"/>
              <a:gd name="connsiteX9" fmla="*/ 1767643 w 6836486"/>
              <a:gd name="connsiteY9" fmla="*/ 1621749 h 2811334"/>
              <a:gd name="connsiteX10" fmla="*/ 1910424 w 6836486"/>
              <a:gd name="connsiteY10" fmla="*/ 1608552 h 2811334"/>
              <a:gd name="connsiteX11" fmla="*/ 2088251 w 6836486"/>
              <a:gd name="connsiteY11" fmla="*/ 1537181 h 2811334"/>
              <a:gd name="connsiteX12" fmla="*/ 2275868 w 6836486"/>
              <a:gd name="connsiteY12" fmla="*/ 1495930 h 2811334"/>
              <a:gd name="connsiteX13" fmla="*/ 2528734 w 6836486"/>
              <a:gd name="connsiteY13" fmla="*/ 1341877 h 2811334"/>
              <a:gd name="connsiteX14" fmla="*/ 3374108 w 6836486"/>
              <a:gd name="connsiteY14" fmla="*/ 736610 h 2811334"/>
              <a:gd name="connsiteX15" fmla="*/ 4742232 w 6836486"/>
              <a:gd name="connsiteY15" fmla="*/ 909322 h 2811334"/>
              <a:gd name="connsiteX16" fmla="*/ 5241765 w 6836486"/>
              <a:gd name="connsiteY16" fmla="*/ 274322 h 2811334"/>
              <a:gd name="connsiteX17" fmla="*/ 5806916 w 6836486"/>
              <a:gd name="connsiteY17" fmla="*/ 172768 h 2811334"/>
              <a:gd name="connsiteX18" fmla="*/ 6236599 w 6836486"/>
              <a:gd name="connsiteY18" fmla="*/ 428302 h 2811334"/>
              <a:gd name="connsiteX19" fmla="*/ 6397821 w 6836486"/>
              <a:gd name="connsiteY19" fmla="*/ 623187 h 2811334"/>
              <a:gd name="connsiteX20" fmla="*/ 6550221 w 6836486"/>
              <a:gd name="connsiteY20" fmla="*/ 703089 h 2811334"/>
              <a:gd name="connsiteX21" fmla="*/ 6664521 w 6836486"/>
              <a:gd name="connsiteY21" fmla="*/ 674034 h 2811334"/>
              <a:gd name="connsiteX22" fmla="*/ 6693799 w 6836486"/>
              <a:gd name="connsiteY22" fmla="*/ 529995 h 2811334"/>
              <a:gd name="connsiteX23" fmla="*/ 6664522 w 6836486"/>
              <a:gd name="connsiteY23" fmla="*/ 390745 h 2811334"/>
              <a:gd name="connsiteX24" fmla="*/ 6594673 w 6836486"/>
              <a:gd name="connsiteY24" fmla="*/ 303578 h 2811334"/>
              <a:gd name="connsiteX25" fmla="*/ 6550223 w 6836486"/>
              <a:gd name="connsiteY25" fmla="*/ 194620 h 2811334"/>
              <a:gd name="connsiteX26" fmla="*/ 6531173 w 6836486"/>
              <a:gd name="connsiteY26" fmla="*/ 27550 h 2811334"/>
              <a:gd name="connsiteX27" fmla="*/ 6677222 w 6836486"/>
              <a:gd name="connsiteY27" fmla="*/ 13025 h 2811334"/>
              <a:gd name="connsiteX28" fmla="*/ 6829265 w 6836486"/>
              <a:gd name="connsiteY28" fmla="*/ 26287 h 2811334"/>
              <a:gd name="connsiteX29" fmla="*/ 6810573 w 6836486"/>
              <a:gd name="connsiteY29" fmla="*/ 252730 h 2811334"/>
              <a:gd name="connsiteX30" fmla="*/ 6766123 w 6836486"/>
              <a:gd name="connsiteY30" fmla="*/ 405271 h 2811334"/>
              <a:gd name="connsiteX31" fmla="*/ 6753422 w 6836486"/>
              <a:gd name="connsiteY31" fmla="*/ 659506 h 2811334"/>
              <a:gd name="connsiteX32" fmla="*/ 6677222 w 6836486"/>
              <a:gd name="connsiteY32" fmla="*/ 775729 h 2811334"/>
              <a:gd name="connsiteX33" fmla="*/ 6566799 w 6836486"/>
              <a:gd name="connsiteY33" fmla="*/ 797321 h 2811334"/>
              <a:gd name="connsiteX34" fmla="*/ 6353014 w 6836486"/>
              <a:gd name="connsiteY34" fmla="*/ 712560 h 2811334"/>
              <a:gd name="connsiteX35" fmla="*/ 6086672 w 6836486"/>
              <a:gd name="connsiteY35" fmla="*/ 398005 h 2811334"/>
              <a:gd name="connsiteX36" fmla="*/ 5849249 w 6836486"/>
              <a:gd name="connsiteY36" fmla="*/ 276774 h 2811334"/>
              <a:gd name="connsiteX37" fmla="*/ 5525399 w 6836486"/>
              <a:gd name="connsiteY37" fmla="*/ 257389 h 2811334"/>
              <a:gd name="connsiteX38" fmla="*/ 5343365 w 6836486"/>
              <a:gd name="connsiteY38" fmla="*/ 333589 h 2811334"/>
              <a:gd name="connsiteX39" fmla="*/ 5224832 w 6836486"/>
              <a:gd name="connsiteY39" fmla="*/ 452121 h 2811334"/>
              <a:gd name="connsiteX40" fmla="*/ 5013165 w 6836486"/>
              <a:gd name="connsiteY40" fmla="*/ 833121 h 2811334"/>
              <a:gd name="connsiteX41" fmla="*/ 4835365 w 6836486"/>
              <a:gd name="connsiteY41" fmla="*/ 985522 h 2811334"/>
              <a:gd name="connsiteX42" fmla="*/ 4423173 w 6836486"/>
              <a:gd name="connsiteY42" fmla="*/ 1018010 h 2811334"/>
              <a:gd name="connsiteX43" fmla="*/ 3763876 w 6836486"/>
              <a:gd name="connsiteY43" fmla="*/ 839283 h 2811334"/>
              <a:gd name="connsiteX44" fmla="*/ 3349665 w 6836486"/>
              <a:gd name="connsiteY44" fmla="*/ 842833 h 2811334"/>
              <a:gd name="connsiteX45" fmla="*/ 2681258 w 6836486"/>
              <a:gd name="connsiteY45" fmla="*/ 1324293 h 2811334"/>
              <a:gd name="connsiteX46" fmla="*/ 2018728 w 6836486"/>
              <a:gd name="connsiteY46" fmla="*/ 1975179 h 2811334"/>
              <a:gd name="connsiteX47" fmla="*/ 1611381 w 6836486"/>
              <a:gd name="connsiteY47" fmla="*/ 2361313 h 2811334"/>
              <a:gd name="connsiteX48" fmla="*/ 1303661 w 6836486"/>
              <a:gd name="connsiteY48" fmla="*/ 2521618 h 2811334"/>
              <a:gd name="connsiteX49" fmla="*/ 1080957 w 6836486"/>
              <a:gd name="connsiteY49" fmla="*/ 2609174 h 2811334"/>
              <a:gd name="connsiteX50" fmla="*/ 653832 w 6836486"/>
              <a:gd name="connsiteY50" fmla="*/ 2808728 h 2811334"/>
              <a:gd name="connsiteX51" fmla="*/ 455767 w 6836486"/>
              <a:gd name="connsiteY51" fmla="*/ 2799988 h 2811334"/>
              <a:gd name="connsiteX52" fmla="*/ 325761 w 6836486"/>
              <a:gd name="connsiteY52" fmla="*/ 2732271 h 2811334"/>
              <a:gd name="connsiteX53" fmla="*/ 168582 w 6836486"/>
              <a:gd name="connsiteY53" fmla="*/ 2518257 h 2811334"/>
              <a:gd name="connsiteX54" fmla="*/ 93986 w 6836486"/>
              <a:gd name="connsiteY54" fmla="*/ 2332757 h 2811334"/>
              <a:gd name="connsiteX55" fmla="*/ 42396 w 6836486"/>
              <a:gd name="connsiteY55" fmla="*/ 2130129 h 2811334"/>
              <a:gd name="connsiteX56" fmla="*/ 15981 w 6836486"/>
              <a:gd name="connsiteY56" fmla="*/ 1861782 h 2811334"/>
              <a:gd name="connsiteX0" fmla="*/ 15981 w 6836486"/>
              <a:gd name="connsiteY0" fmla="*/ 1861782 h 2811334"/>
              <a:gd name="connsiteX1" fmla="*/ 5431 w 6836486"/>
              <a:gd name="connsiteY1" fmla="*/ 1005092 h 2811334"/>
              <a:gd name="connsiteX2" fmla="*/ 104099 w 6836486"/>
              <a:gd name="connsiteY2" fmla="*/ 960965 h 2811334"/>
              <a:gd name="connsiteX3" fmla="*/ 91557 w 6836486"/>
              <a:gd name="connsiteY3" fmla="*/ 1225226 h 2811334"/>
              <a:gd name="connsiteX4" fmla="*/ 339387 w 6836486"/>
              <a:gd name="connsiteY4" fmla="*/ 1448185 h 2811334"/>
              <a:gd name="connsiteX5" fmla="*/ 580438 w 6836486"/>
              <a:gd name="connsiteY5" fmla="*/ 1626794 h 2811334"/>
              <a:gd name="connsiteX6" fmla="*/ 1105910 w 6836486"/>
              <a:gd name="connsiteY6" fmla="*/ 1597168 h 2811334"/>
              <a:gd name="connsiteX7" fmla="*/ 1331814 w 6836486"/>
              <a:gd name="connsiteY7" fmla="*/ 1612187 h 2811334"/>
              <a:gd name="connsiteX8" fmla="*/ 1531551 w 6836486"/>
              <a:gd name="connsiteY8" fmla="*/ 1551168 h 2811334"/>
              <a:gd name="connsiteX9" fmla="*/ 1767643 w 6836486"/>
              <a:gd name="connsiteY9" fmla="*/ 1621749 h 2811334"/>
              <a:gd name="connsiteX10" fmla="*/ 1910424 w 6836486"/>
              <a:gd name="connsiteY10" fmla="*/ 1608552 h 2811334"/>
              <a:gd name="connsiteX11" fmla="*/ 2055165 w 6836486"/>
              <a:gd name="connsiteY11" fmla="*/ 1572048 h 2811334"/>
              <a:gd name="connsiteX12" fmla="*/ 2275868 w 6836486"/>
              <a:gd name="connsiteY12" fmla="*/ 1495930 h 2811334"/>
              <a:gd name="connsiteX13" fmla="*/ 2528734 w 6836486"/>
              <a:gd name="connsiteY13" fmla="*/ 1341877 h 2811334"/>
              <a:gd name="connsiteX14" fmla="*/ 3374108 w 6836486"/>
              <a:gd name="connsiteY14" fmla="*/ 736610 h 2811334"/>
              <a:gd name="connsiteX15" fmla="*/ 4742232 w 6836486"/>
              <a:gd name="connsiteY15" fmla="*/ 909322 h 2811334"/>
              <a:gd name="connsiteX16" fmla="*/ 5241765 w 6836486"/>
              <a:gd name="connsiteY16" fmla="*/ 274322 h 2811334"/>
              <a:gd name="connsiteX17" fmla="*/ 5806916 w 6836486"/>
              <a:gd name="connsiteY17" fmla="*/ 172768 h 2811334"/>
              <a:gd name="connsiteX18" fmla="*/ 6236599 w 6836486"/>
              <a:gd name="connsiteY18" fmla="*/ 428302 h 2811334"/>
              <a:gd name="connsiteX19" fmla="*/ 6397821 w 6836486"/>
              <a:gd name="connsiteY19" fmla="*/ 623187 h 2811334"/>
              <a:gd name="connsiteX20" fmla="*/ 6550221 w 6836486"/>
              <a:gd name="connsiteY20" fmla="*/ 703089 h 2811334"/>
              <a:gd name="connsiteX21" fmla="*/ 6664521 w 6836486"/>
              <a:gd name="connsiteY21" fmla="*/ 674034 h 2811334"/>
              <a:gd name="connsiteX22" fmla="*/ 6693799 w 6836486"/>
              <a:gd name="connsiteY22" fmla="*/ 529995 h 2811334"/>
              <a:gd name="connsiteX23" fmla="*/ 6664522 w 6836486"/>
              <a:gd name="connsiteY23" fmla="*/ 390745 h 2811334"/>
              <a:gd name="connsiteX24" fmla="*/ 6594673 w 6836486"/>
              <a:gd name="connsiteY24" fmla="*/ 303578 h 2811334"/>
              <a:gd name="connsiteX25" fmla="*/ 6550223 w 6836486"/>
              <a:gd name="connsiteY25" fmla="*/ 194620 h 2811334"/>
              <a:gd name="connsiteX26" fmla="*/ 6531173 w 6836486"/>
              <a:gd name="connsiteY26" fmla="*/ 27550 h 2811334"/>
              <a:gd name="connsiteX27" fmla="*/ 6677222 w 6836486"/>
              <a:gd name="connsiteY27" fmla="*/ 13025 h 2811334"/>
              <a:gd name="connsiteX28" fmla="*/ 6829265 w 6836486"/>
              <a:gd name="connsiteY28" fmla="*/ 26287 h 2811334"/>
              <a:gd name="connsiteX29" fmla="*/ 6810573 w 6836486"/>
              <a:gd name="connsiteY29" fmla="*/ 252730 h 2811334"/>
              <a:gd name="connsiteX30" fmla="*/ 6766123 w 6836486"/>
              <a:gd name="connsiteY30" fmla="*/ 405271 h 2811334"/>
              <a:gd name="connsiteX31" fmla="*/ 6753422 w 6836486"/>
              <a:gd name="connsiteY31" fmla="*/ 659506 h 2811334"/>
              <a:gd name="connsiteX32" fmla="*/ 6677222 w 6836486"/>
              <a:gd name="connsiteY32" fmla="*/ 775729 h 2811334"/>
              <a:gd name="connsiteX33" fmla="*/ 6566799 w 6836486"/>
              <a:gd name="connsiteY33" fmla="*/ 797321 h 2811334"/>
              <a:gd name="connsiteX34" fmla="*/ 6353014 w 6836486"/>
              <a:gd name="connsiteY34" fmla="*/ 712560 h 2811334"/>
              <a:gd name="connsiteX35" fmla="*/ 6086672 w 6836486"/>
              <a:gd name="connsiteY35" fmla="*/ 398005 h 2811334"/>
              <a:gd name="connsiteX36" fmla="*/ 5849249 w 6836486"/>
              <a:gd name="connsiteY36" fmla="*/ 276774 h 2811334"/>
              <a:gd name="connsiteX37" fmla="*/ 5525399 w 6836486"/>
              <a:gd name="connsiteY37" fmla="*/ 257389 h 2811334"/>
              <a:gd name="connsiteX38" fmla="*/ 5343365 w 6836486"/>
              <a:gd name="connsiteY38" fmla="*/ 333589 h 2811334"/>
              <a:gd name="connsiteX39" fmla="*/ 5224832 w 6836486"/>
              <a:gd name="connsiteY39" fmla="*/ 452121 h 2811334"/>
              <a:gd name="connsiteX40" fmla="*/ 5013165 w 6836486"/>
              <a:gd name="connsiteY40" fmla="*/ 833121 h 2811334"/>
              <a:gd name="connsiteX41" fmla="*/ 4835365 w 6836486"/>
              <a:gd name="connsiteY41" fmla="*/ 985522 h 2811334"/>
              <a:gd name="connsiteX42" fmla="*/ 4423173 w 6836486"/>
              <a:gd name="connsiteY42" fmla="*/ 1018010 h 2811334"/>
              <a:gd name="connsiteX43" fmla="*/ 3763876 w 6836486"/>
              <a:gd name="connsiteY43" fmla="*/ 839283 h 2811334"/>
              <a:gd name="connsiteX44" fmla="*/ 3349665 w 6836486"/>
              <a:gd name="connsiteY44" fmla="*/ 842833 h 2811334"/>
              <a:gd name="connsiteX45" fmla="*/ 2681258 w 6836486"/>
              <a:gd name="connsiteY45" fmla="*/ 1324293 h 2811334"/>
              <a:gd name="connsiteX46" fmla="*/ 2018728 w 6836486"/>
              <a:gd name="connsiteY46" fmla="*/ 1975179 h 2811334"/>
              <a:gd name="connsiteX47" fmla="*/ 1611381 w 6836486"/>
              <a:gd name="connsiteY47" fmla="*/ 2361313 h 2811334"/>
              <a:gd name="connsiteX48" fmla="*/ 1303661 w 6836486"/>
              <a:gd name="connsiteY48" fmla="*/ 2521618 h 2811334"/>
              <a:gd name="connsiteX49" fmla="*/ 1080957 w 6836486"/>
              <a:gd name="connsiteY49" fmla="*/ 2609174 h 2811334"/>
              <a:gd name="connsiteX50" fmla="*/ 653832 w 6836486"/>
              <a:gd name="connsiteY50" fmla="*/ 2808728 h 2811334"/>
              <a:gd name="connsiteX51" fmla="*/ 455767 w 6836486"/>
              <a:gd name="connsiteY51" fmla="*/ 2799988 h 2811334"/>
              <a:gd name="connsiteX52" fmla="*/ 325761 w 6836486"/>
              <a:gd name="connsiteY52" fmla="*/ 2732271 h 2811334"/>
              <a:gd name="connsiteX53" fmla="*/ 168582 w 6836486"/>
              <a:gd name="connsiteY53" fmla="*/ 2518257 h 2811334"/>
              <a:gd name="connsiteX54" fmla="*/ 93986 w 6836486"/>
              <a:gd name="connsiteY54" fmla="*/ 2332757 h 2811334"/>
              <a:gd name="connsiteX55" fmla="*/ 42396 w 6836486"/>
              <a:gd name="connsiteY55" fmla="*/ 2130129 h 2811334"/>
              <a:gd name="connsiteX56" fmla="*/ 15981 w 6836486"/>
              <a:gd name="connsiteY56" fmla="*/ 1861782 h 2811334"/>
              <a:gd name="connsiteX0" fmla="*/ 12571 w 6837803"/>
              <a:gd name="connsiteY0" fmla="*/ 1362030 h 2811334"/>
              <a:gd name="connsiteX1" fmla="*/ 6748 w 6837803"/>
              <a:gd name="connsiteY1" fmla="*/ 1005092 h 2811334"/>
              <a:gd name="connsiteX2" fmla="*/ 105416 w 6837803"/>
              <a:gd name="connsiteY2" fmla="*/ 960965 h 2811334"/>
              <a:gd name="connsiteX3" fmla="*/ 92874 w 6837803"/>
              <a:gd name="connsiteY3" fmla="*/ 1225226 h 2811334"/>
              <a:gd name="connsiteX4" fmla="*/ 340704 w 6837803"/>
              <a:gd name="connsiteY4" fmla="*/ 1448185 h 2811334"/>
              <a:gd name="connsiteX5" fmla="*/ 581755 w 6837803"/>
              <a:gd name="connsiteY5" fmla="*/ 1626794 h 2811334"/>
              <a:gd name="connsiteX6" fmla="*/ 1107227 w 6837803"/>
              <a:gd name="connsiteY6" fmla="*/ 1597168 h 2811334"/>
              <a:gd name="connsiteX7" fmla="*/ 1333131 w 6837803"/>
              <a:gd name="connsiteY7" fmla="*/ 1612187 h 2811334"/>
              <a:gd name="connsiteX8" fmla="*/ 1532868 w 6837803"/>
              <a:gd name="connsiteY8" fmla="*/ 1551168 h 2811334"/>
              <a:gd name="connsiteX9" fmla="*/ 1768960 w 6837803"/>
              <a:gd name="connsiteY9" fmla="*/ 1621749 h 2811334"/>
              <a:gd name="connsiteX10" fmla="*/ 1911741 w 6837803"/>
              <a:gd name="connsiteY10" fmla="*/ 1608552 h 2811334"/>
              <a:gd name="connsiteX11" fmla="*/ 2056482 w 6837803"/>
              <a:gd name="connsiteY11" fmla="*/ 1572048 h 2811334"/>
              <a:gd name="connsiteX12" fmla="*/ 2277185 w 6837803"/>
              <a:gd name="connsiteY12" fmla="*/ 1495930 h 2811334"/>
              <a:gd name="connsiteX13" fmla="*/ 2530051 w 6837803"/>
              <a:gd name="connsiteY13" fmla="*/ 1341877 h 2811334"/>
              <a:gd name="connsiteX14" fmla="*/ 3375425 w 6837803"/>
              <a:gd name="connsiteY14" fmla="*/ 736610 h 2811334"/>
              <a:gd name="connsiteX15" fmla="*/ 4743549 w 6837803"/>
              <a:gd name="connsiteY15" fmla="*/ 909322 h 2811334"/>
              <a:gd name="connsiteX16" fmla="*/ 5243082 w 6837803"/>
              <a:gd name="connsiteY16" fmla="*/ 274322 h 2811334"/>
              <a:gd name="connsiteX17" fmla="*/ 5808233 w 6837803"/>
              <a:gd name="connsiteY17" fmla="*/ 172768 h 2811334"/>
              <a:gd name="connsiteX18" fmla="*/ 6237916 w 6837803"/>
              <a:gd name="connsiteY18" fmla="*/ 428302 h 2811334"/>
              <a:gd name="connsiteX19" fmla="*/ 6399138 w 6837803"/>
              <a:gd name="connsiteY19" fmla="*/ 623187 h 2811334"/>
              <a:gd name="connsiteX20" fmla="*/ 6551538 w 6837803"/>
              <a:gd name="connsiteY20" fmla="*/ 703089 h 2811334"/>
              <a:gd name="connsiteX21" fmla="*/ 6665838 w 6837803"/>
              <a:gd name="connsiteY21" fmla="*/ 674034 h 2811334"/>
              <a:gd name="connsiteX22" fmla="*/ 6695116 w 6837803"/>
              <a:gd name="connsiteY22" fmla="*/ 529995 h 2811334"/>
              <a:gd name="connsiteX23" fmla="*/ 6665839 w 6837803"/>
              <a:gd name="connsiteY23" fmla="*/ 390745 h 2811334"/>
              <a:gd name="connsiteX24" fmla="*/ 6595990 w 6837803"/>
              <a:gd name="connsiteY24" fmla="*/ 303578 h 2811334"/>
              <a:gd name="connsiteX25" fmla="*/ 6551540 w 6837803"/>
              <a:gd name="connsiteY25" fmla="*/ 194620 h 2811334"/>
              <a:gd name="connsiteX26" fmla="*/ 6532490 w 6837803"/>
              <a:gd name="connsiteY26" fmla="*/ 27550 h 2811334"/>
              <a:gd name="connsiteX27" fmla="*/ 6678539 w 6837803"/>
              <a:gd name="connsiteY27" fmla="*/ 13025 h 2811334"/>
              <a:gd name="connsiteX28" fmla="*/ 6830582 w 6837803"/>
              <a:gd name="connsiteY28" fmla="*/ 26287 h 2811334"/>
              <a:gd name="connsiteX29" fmla="*/ 6811890 w 6837803"/>
              <a:gd name="connsiteY29" fmla="*/ 252730 h 2811334"/>
              <a:gd name="connsiteX30" fmla="*/ 6767440 w 6837803"/>
              <a:gd name="connsiteY30" fmla="*/ 405271 h 2811334"/>
              <a:gd name="connsiteX31" fmla="*/ 6754739 w 6837803"/>
              <a:gd name="connsiteY31" fmla="*/ 659506 h 2811334"/>
              <a:gd name="connsiteX32" fmla="*/ 6678539 w 6837803"/>
              <a:gd name="connsiteY32" fmla="*/ 775729 h 2811334"/>
              <a:gd name="connsiteX33" fmla="*/ 6568116 w 6837803"/>
              <a:gd name="connsiteY33" fmla="*/ 797321 h 2811334"/>
              <a:gd name="connsiteX34" fmla="*/ 6354331 w 6837803"/>
              <a:gd name="connsiteY34" fmla="*/ 712560 h 2811334"/>
              <a:gd name="connsiteX35" fmla="*/ 6087989 w 6837803"/>
              <a:gd name="connsiteY35" fmla="*/ 398005 h 2811334"/>
              <a:gd name="connsiteX36" fmla="*/ 5850566 w 6837803"/>
              <a:gd name="connsiteY36" fmla="*/ 276774 h 2811334"/>
              <a:gd name="connsiteX37" fmla="*/ 5526716 w 6837803"/>
              <a:gd name="connsiteY37" fmla="*/ 257389 h 2811334"/>
              <a:gd name="connsiteX38" fmla="*/ 5344682 w 6837803"/>
              <a:gd name="connsiteY38" fmla="*/ 333589 h 2811334"/>
              <a:gd name="connsiteX39" fmla="*/ 5226149 w 6837803"/>
              <a:gd name="connsiteY39" fmla="*/ 452121 h 2811334"/>
              <a:gd name="connsiteX40" fmla="*/ 5014482 w 6837803"/>
              <a:gd name="connsiteY40" fmla="*/ 833121 h 2811334"/>
              <a:gd name="connsiteX41" fmla="*/ 4836682 w 6837803"/>
              <a:gd name="connsiteY41" fmla="*/ 985522 h 2811334"/>
              <a:gd name="connsiteX42" fmla="*/ 4424490 w 6837803"/>
              <a:gd name="connsiteY42" fmla="*/ 1018010 h 2811334"/>
              <a:gd name="connsiteX43" fmla="*/ 3765193 w 6837803"/>
              <a:gd name="connsiteY43" fmla="*/ 839283 h 2811334"/>
              <a:gd name="connsiteX44" fmla="*/ 3350982 w 6837803"/>
              <a:gd name="connsiteY44" fmla="*/ 842833 h 2811334"/>
              <a:gd name="connsiteX45" fmla="*/ 2682575 w 6837803"/>
              <a:gd name="connsiteY45" fmla="*/ 1324293 h 2811334"/>
              <a:gd name="connsiteX46" fmla="*/ 2020045 w 6837803"/>
              <a:gd name="connsiteY46" fmla="*/ 1975179 h 2811334"/>
              <a:gd name="connsiteX47" fmla="*/ 1612698 w 6837803"/>
              <a:gd name="connsiteY47" fmla="*/ 2361313 h 2811334"/>
              <a:gd name="connsiteX48" fmla="*/ 1304978 w 6837803"/>
              <a:gd name="connsiteY48" fmla="*/ 2521618 h 2811334"/>
              <a:gd name="connsiteX49" fmla="*/ 1082274 w 6837803"/>
              <a:gd name="connsiteY49" fmla="*/ 2609174 h 2811334"/>
              <a:gd name="connsiteX50" fmla="*/ 655149 w 6837803"/>
              <a:gd name="connsiteY50" fmla="*/ 2808728 h 2811334"/>
              <a:gd name="connsiteX51" fmla="*/ 457084 w 6837803"/>
              <a:gd name="connsiteY51" fmla="*/ 2799988 h 2811334"/>
              <a:gd name="connsiteX52" fmla="*/ 327078 w 6837803"/>
              <a:gd name="connsiteY52" fmla="*/ 2732271 h 2811334"/>
              <a:gd name="connsiteX53" fmla="*/ 169899 w 6837803"/>
              <a:gd name="connsiteY53" fmla="*/ 2518257 h 2811334"/>
              <a:gd name="connsiteX54" fmla="*/ 95303 w 6837803"/>
              <a:gd name="connsiteY54" fmla="*/ 2332757 h 2811334"/>
              <a:gd name="connsiteX55" fmla="*/ 43713 w 6837803"/>
              <a:gd name="connsiteY55" fmla="*/ 2130129 h 2811334"/>
              <a:gd name="connsiteX56" fmla="*/ 12571 w 6837803"/>
              <a:gd name="connsiteY56" fmla="*/ 1362030 h 2811334"/>
              <a:gd name="connsiteX0" fmla="*/ 19598 w 6844830"/>
              <a:gd name="connsiteY0" fmla="*/ 1362030 h 2811334"/>
              <a:gd name="connsiteX1" fmla="*/ 13775 w 6844830"/>
              <a:gd name="connsiteY1" fmla="*/ 1005092 h 2811334"/>
              <a:gd name="connsiteX2" fmla="*/ 112443 w 6844830"/>
              <a:gd name="connsiteY2" fmla="*/ 960965 h 2811334"/>
              <a:gd name="connsiteX3" fmla="*/ 99901 w 6844830"/>
              <a:gd name="connsiteY3" fmla="*/ 1225226 h 2811334"/>
              <a:gd name="connsiteX4" fmla="*/ 347731 w 6844830"/>
              <a:gd name="connsiteY4" fmla="*/ 1448185 h 2811334"/>
              <a:gd name="connsiteX5" fmla="*/ 588782 w 6844830"/>
              <a:gd name="connsiteY5" fmla="*/ 1626794 h 2811334"/>
              <a:gd name="connsiteX6" fmla="*/ 1114254 w 6844830"/>
              <a:gd name="connsiteY6" fmla="*/ 1597168 h 2811334"/>
              <a:gd name="connsiteX7" fmla="*/ 1340158 w 6844830"/>
              <a:gd name="connsiteY7" fmla="*/ 1612187 h 2811334"/>
              <a:gd name="connsiteX8" fmla="*/ 1539895 w 6844830"/>
              <a:gd name="connsiteY8" fmla="*/ 1551168 h 2811334"/>
              <a:gd name="connsiteX9" fmla="*/ 1775987 w 6844830"/>
              <a:gd name="connsiteY9" fmla="*/ 1621749 h 2811334"/>
              <a:gd name="connsiteX10" fmla="*/ 1918768 w 6844830"/>
              <a:gd name="connsiteY10" fmla="*/ 1608552 h 2811334"/>
              <a:gd name="connsiteX11" fmla="*/ 2063509 w 6844830"/>
              <a:gd name="connsiteY11" fmla="*/ 1572048 h 2811334"/>
              <a:gd name="connsiteX12" fmla="*/ 2284212 w 6844830"/>
              <a:gd name="connsiteY12" fmla="*/ 1495930 h 2811334"/>
              <a:gd name="connsiteX13" fmla="*/ 2537078 w 6844830"/>
              <a:gd name="connsiteY13" fmla="*/ 1341877 h 2811334"/>
              <a:gd name="connsiteX14" fmla="*/ 3382452 w 6844830"/>
              <a:gd name="connsiteY14" fmla="*/ 736610 h 2811334"/>
              <a:gd name="connsiteX15" fmla="*/ 4750576 w 6844830"/>
              <a:gd name="connsiteY15" fmla="*/ 909322 h 2811334"/>
              <a:gd name="connsiteX16" fmla="*/ 5250109 w 6844830"/>
              <a:gd name="connsiteY16" fmla="*/ 274322 h 2811334"/>
              <a:gd name="connsiteX17" fmla="*/ 5815260 w 6844830"/>
              <a:gd name="connsiteY17" fmla="*/ 172768 h 2811334"/>
              <a:gd name="connsiteX18" fmla="*/ 6244943 w 6844830"/>
              <a:gd name="connsiteY18" fmla="*/ 428302 h 2811334"/>
              <a:gd name="connsiteX19" fmla="*/ 6406165 w 6844830"/>
              <a:gd name="connsiteY19" fmla="*/ 623187 h 2811334"/>
              <a:gd name="connsiteX20" fmla="*/ 6558565 w 6844830"/>
              <a:gd name="connsiteY20" fmla="*/ 703089 h 2811334"/>
              <a:gd name="connsiteX21" fmla="*/ 6672865 w 6844830"/>
              <a:gd name="connsiteY21" fmla="*/ 674034 h 2811334"/>
              <a:gd name="connsiteX22" fmla="*/ 6702143 w 6844830"/>
              <a:gd name="connsiteY22" fmla="*/ 529995 h 2811334"/>
              <a:gd name="connsiteX23" fmla="*/ 6672866 w 6844830"/>
              <a:gd name="connsiteY23" fmla="*/ 390745 h 2811334"/>
              <a:gd name="connsiteX24" fmla="*/ 6603017 w 6844830"/>
              <a:gd name="connsiteY24" fmla="*/ 303578 h 2811334"/>
              <a:gd name="connsiteX25" fmla="*/ 6558567 w 6844830"/>
              <a:gd name="connsiteY25" fmla="*/ 194620 h 2811334"/>
              <a:gd name="connsiteX26" fmla="*/ 6539517 w 6844830"/>
              <a:gd name="connsiteY26" fmla="*/ 27550 h 2811334"/>
              <a:gd name="connsiteX27" fmla="*/ 6685566 w 6844830"/>
              <a:gd name="connsiteY27" fmla="*/ 13025 h 2811334"/>
              <a:gd name="connsiteX28" fmla="*/ 6837609 w 6844830"/>
              <a:gd name="connsiteY28" fmla="*/ 26287 h 2811334"/>
              <a:gd name="connsiteX29" fmla="*/ 6818917 w 6844830"/>
              <a:gd name="connsiteY29" fmla="*/ 252730 h 2811334"/>
              <a:gd name="connsiteX30" fmla="*/ 6774467 w 6844830"/>
              <a:gd name="connsiteY30" fmla="*/ 405271 h 2811334"/>
              <a:gd name="connsiteX31" fmla="*/ 6761766 w 6844830"/>
              <a:gd name="connsiteY31" fmla="*/ 659506 h 2811334"/>
              <a:gd name="connsiteX32" fmla="*/ 6685566 w 6844830"/>
              <a:gd name="connsiteY32" fmla="*/ 775729 h 2811334"/>
              <a:gd name="connsiteX33" fmla="*/ 6575143 w 6844830"/>
              <a:gd name="connsiteY33" fmla="*/ 797321 h 2811334"/>
              <a:gd name="connsiteX34" fmla="*/ 6361358 w 6844830"/>
              <a:gd name="connsiteY34" fmla="*/ 712560 h 2811334"/>
              <a:gd name="connsiteX35" fmla="*/ 6095016 w 6844830"/>
              <a:gd name="connsiteY35" fmla="*/ 398005 h 2811334"/>
              <a:gd name="connsiteX36" fmla="*/ 5857593 w 6844830"/>
              <a:gd name="connsiteY36" fmla="*/ 276774 h 2811334"/>
              <a:gd name="connsiteX37" fmla="*/ 5533743 w 6844830"/>
              <a:gd name="connsiteY37" fmla="*/ 257389 h 2811334"/>
              <a:gd name="connsiteX38" fmla="*/ 5351709 w 6844830"/>
              <a:gd name="connsiteY38" fmla="*/ 333589 h 2811334"/>
              <a:gd name="connsiteX39" fmla="*/ 5233176 w 6844830"/>
              <a:gd name="connsiteY39" fmla="*/ 452121 h 2811334"/>
              <a:gd name="connsiteX40" fmla="*/ 5021509 w 6844830"/>
              <a:gd name="connsiteY40" fmla="*/ 833121 h 2811334"/>
              <a:gd name="connsiteX41" fmla="*/ 4843709 w 6844830"/>
              <a:gd name="connsiteY41" fmla="*/ 985522 h 2811334"/>
              <a:gd name="connsiteX42" fmla="*/ 4431517 w 6844830"/>
              <a:gd name="connsiteY42" fmla="*/ 1018010 h 2811334"/>
              <a:gd name="connsiteX43" fmla="*/ 3772220 w 6844830"/>
              <a:gd name="connsiteY43" fmla="*/ 839283 h 2811334"/>
              <a:gd name="connsiteX44" fmla="*/ 3358009 w 6844830"/>
              <a:gd name="connsiteY44" fmla="*/ 842833 h 2811334"/>
              <a:gd name="connsiteX45" fmla="*/ 2689602 w 6844830"/>
              <a:gd name="connsiteY45" fmla="*/ 1324293 h 2811334"/>
              <a:gd name="connsiteX46" fmla="*/ 2027072 w 6844830"/>
              <a:gd name="connsiteY46" fmla="*/ 1975179 h 2811334"/>
              <a:gd name="connsiteX47" fmla="*/ 1619725 w 6844830"/>
              <a:gd name="connsiteY47" fmla="*/ 2361313 h 2811334"/>
              <a:gd name="connsiteX48" fmla="*/ 1312005 w 6844830"/>
              <a:gd name="connsiteY48" fmla="*/ 2521618 h 2811334"/>
              <a:gd name="connsiteX49" fmla="*/ 1089301 w 6844830"/>
              <a:gd name="connsiteY49" fmla="*/ 2609174 h 2811334"/>
              <a:gd name="connsiteX50" fmla="*/ 662176 w 6844830"/>
              <a:gd name="connsiteY50" fmla="*/ 2808728 h 2811334"/>
              <a:gd name="connsiteX51" fmla="*/ 464111 w 6844830"/>
              <a:gd name="connsiteY51" fmla="*/ 2799988 h 2811334"/>
              <a:gd name="connsiteX52" fmla="*/ 334105 w 6844830"/>
              <a:gd name="connsiteY52" fmla="*/ 2732271 h 2811334"/>
              <a:gd name="connsiteX53" fmla="*/ 176926 w 6844830"/>
              <a:gd name="connsiteY53" fmla="*/ 2518257 h 2811334"/>
              <a:gd name="connsiteX54" fmla="*/ 102330 w 6844830"/>
              <a:gd name="connsiteY54" fmla="*/ 2332757 h 2811334"/>
              <a:gd name="connsiteX55" fmla="*/ 187809 w 6844830"/>
              <a:gd name="connsiteY55" fmla="*/ 1589700 h 2811334"/>
              <a:gd name="connsiteX56" fmla="*/ 19598 w 6844830"/>
              <a:gd name="connsiteY56" fmla="*/ 1362030 h 2811334"/>
              <a:gd name="connsiteX0" fmla="*/ 19598 w 6844830"/>
              <a:gd name="connsiteY0" fmla="*/ 1362030 h 2811334"/>
              <a:gd name="connsiteX1" fmla="*/ 13775 w 6844830"/>
              <a:gd name="connsiteY1" fmla="*/ 1005092 h 2811334"/>
              <a:gd name="connsiteX2" fmla="*/ 112443 w 6844830"/>
              <a:gd name="connsiteY2" fmla="*/ 960965 h 2811334"/>
              <a:gd name="connsiteX3" fmla="*/ 99901 w 6844830"/>
              <a:gd name="connsiteY3" fmla="*/ 1225226 h 2811334"/>
              <a:gd name="connsiteX4" fmla="*/ 347731 w 6844830"/>
              <a:gd name="connsiteY4" fmla="*/ 1448185 h 2811334"/>
              <a:gd name="connsiteX5" fmla="*/ 588782 w 6844830"/>
              <a:gd name="connsiteY5" fmla="*/ 1626794 h 2811334"/>
              <a:gd name="connsiteX6" fmla="*/ 1114254 w 6844830"/>
              <a:gd name="connsiteY6" fmla="*/ 1597168 h 2811334"/>
              <a:gd name="connsiteX7" fmla="*/ 1340158 w 6844830"/>
              <a:gd name="connsiteY7" fmla="*/ 1612187 h 2811334"/>
              <a:gd name="connsiteX8" fmla="*/ 1539895 w 6844830"/>
              <a:gd name="connsiteY8" fmla="*/ 1551168 h 2811334"/>
              <a:gd name="connsiteX9" fmla="*/ 1775987 w 6844830"/>
              <a:gd name="connsiteY9" fmla="*/ 1621749 h 2811334"/>
              <a:gd name="connsiteX10" fmla="*/ 1918768 w 6844830"/>
              <a:gd name="connsiteY10" fmla="*/ 1608552 h 2811334"/>
              <a:gd name="connsiteX11" fmla="*/ 2063509 w 6844830"/>
              <a:gd name="connsiteY11" fmla="*/ 1572048 h 2811334"/>
              <a:gd name="connsiteX12" fmla="*/ 2284212 w 6844830"/>
              <a:gd name="connsiteY12" fmla="*/ 1495930 h 2811334"/>
              <a:gd name="connsiteX13" fmla="*/ 2537078 w 6844830"/>
              <a:gd name="connsiteY13" fmla="*/ 1341877 h 2811334"/>
              <a:gd name="connsiteX14" fmla="*/ 3382452 w 6844830"/>
              <a:gd name="connsiteY14" fmla="*/ 736610 h 2811334"/>
              <a:gd name="connsiteX15" fmla="*/ 4750576 w 6844830"/>
              <a:gd name="connsiteY15" fmla="*/ 909322 h 2811334"/>
              <a:gd name="connsiteX16" fmla="*/ 5250109 w 6844830"/>
              <a:gd name="connsiteY16" fmla="*/ 274322 h 2811334"/>
              <a:gd name="connsiteX17" fmla="*/ 5815260 w 6844830"/>
              <a:gd name="connsiteY17" fmla="*/ 172768 h 2811334"/>
              <a:gd name="connsiteX18" fmla="*/ 6244943 w 6844830"/>
              <a:gd name="connsiteY18" fmla="*/ 428302 h 2811334"/>
              <a:gd name="connsiteX19" fmla="*/ 6406165 w 6844830"/>
              <a:gd name="connsiteY19" fmla="*/ 623187 h 2811334"/>
              <a:gd name="connsiteX20" fmla="*/ 6558565 w 6844830"/>
              <a:gd name="connsiteY20" fmla="*/ 703089 h 2811334"/>
              <a:gd name="connsiteX21" fmla="*/ 6672865 w 6844830"/>
              <a:gd name="connsiteY21" fmla="*/ 674034 h 2811334"/>
              <a:gd name="connsiteX22" fmla="*/ 6702143 w 6844830"/>
              <a:gd name="connsiteY22" fmla="*/ 529995 h 2811334"/>
              <a:gd name="connsiteX23" fmla="*/ 6672866 w 6844830"/>
              <a:gd name="connsiteY23" fmla="*/ 390745 h 2811334"/>
              <a:gd name="connsiteX24" fmla="*/ 6603017 w 6844830"/>
              <a:gd name="connsiteY24" fmla="*/ 303578 h 2811334"/>
              <a:gd name="connsiteX25" fmla="*/ 6558567 w 6844830"/>
              <a:gd name="connsiteY25" fmla="*/ 194620 h 2811334"/>
              <a:gd name="connsiteX26" fmla="*/ 6539517 w 6844830"/>
              <a:gd name="connsiteY26" fmla="*/ 27550 h 2811334"/>
              <a:gd name="connsiteX27" fmla="*/ 6685566 w 6844830"/>
              <a:gd name="connsiteY27" fmla="*/ 13025 h 2811334"/>
              <a:gd name="connsiteX28" fmla="*/ 6837609 w 6844830"/>
              <a:gd name="connsiteY28" fmla="*/ 26287 h 2811334"/>
              <a:gd name="connsiteX29" fmla="*/ 6818917 w 6844830"/>
              <a:gd name="connsiteY29" fmla="*/ 252730 h 2811334"/>
              <a:gd name="connsiteX30" fmla="*/ 6774467 w 6844830"/>
              <a:gd name="connsiteY30" fmla="*/ 405271 h 2811334"/>
              <a:gd name="connsiteX31" fmla="*/ 6761766 w 6844830"/>
              <a:gd name="connsiteY31" fmla="*/ 659506 h 2811334"/>
              <a:gd name="connsiteX32" fmla="*/ 6685566 w 6844830"/>
              <a:gd name="connsiteY32" fmla="*/ 775729 h 2811334"/>
              <a:gd name="connsiteX33" fmla="*/ 6575143 w 6844830"/>
              <a:gd name="connsiteY33" fmla="*/ 797321 h 2811334"/>
              <a:gd name="connsiteX34" fmla="*/ 6361358 w 6844830"/>
              <a:gd name="connsiteY34" fmla="*/ 712560 h 2811334"/>
              <a:gd name="connsiteX35" fmla="*/ 6095016 w 6844830"/>
              <a:gd name="connsiteY35" fmla="*/ 398005 h 2811334"/>
              <a:gd name="connsiteX36" fmla="*/ 5857593 w 6844830"/>
              <a:gd name="connsiteY36" fmla="*/ 276774 h 2811334"/>
              <a:gd name="connsiteX37" fmla="*/ 5533743 w 6844830"/>
              <a:gd name="connsiteY37" fmla="*/ 257389 h 2811334"/>
              <a:gd name="connsiteX38" fmla="*/ 5351709 w 6844830"/>
              <a:gd name="connsiteY38" fmla="*/ 333589 h 2811334"/>
              <a:gd name="connsiteX39" fmla="*/ 5233176 w 6844830"/>
              <a:gd name="connsiteY39" fmla="*/ 452121 h 2811334"/>
              <a:gd name="connsiteX40" fmla="*/ 5021509 w 6844830"/>
              <a:gd name="connsiteY40" fmla="*/ 833121 h 2811334"/>
              <a:gd name="connsiteX41" fmla="*/ 4843709 w 6844830"/>
              <a:gd name="connsiteY41" fmla="*/ 985522 h 2811334"/>
              <a:gd name="connsiteX42" fmla="*/ 4431517 w 6844830"/>
              <a:gd name="connsiteY42" fmla="*/ 1018010 h 2811334"/>
              <a:gd name="connsiteX43" fmla="*/ 3772220 w 6844830"/>
              <a:gd name="connsiteY43" fmla="*/ 839283 h 2811334"/>
              <a:gd name="connsiteX44" fmla="*/ 3358009 w 6844830"/>
              <a:gd name="connsiteY44" fmla="*/ 842833 h 2811334"/>
              <a:gd name="connsiteX45" fmla="*/ 2689602 w 6844830"/>
              <a:gd name="connsiteY45" fmla="*/ 1324293 h 2811334"/>
              <a:gd name="connsiteX46" fmla="*/ 2027072 w 6844830"/>
              <a:gd name="connsiteY46" fmla="*/ 1975179 h 2811334"/>
              <a:gd name="connsiteX47" fmla="*/ 1619725 w 6844830"/>
              <a:gd name="connsiteY47" fmla="*/ 2361313 h 2811334"/>
              <a:gd name="connsiteX48" fmla="*/ 1312005 w 6844830"/>
              <a:gd name="connsiteY48" fmla="*/ 2521618 h 2811334"/>
              <a:gd name="connsiteX49" fmla="*/ 1089301 w 6844830"/>
              <a:gd name="connsiteY49" fmla="*/ 2609174 h 2811334"/>
              <a:gd name="connsiteX50" fmla="*/ 662176 w 6844830"/>
              <a:gd name="connsiteY50" fmla="*/ 2808728 h 2811334"/>
              <a:gd name="connsiteX51" fmla="*/ 464111 w 6844830"/>
              <a:gd name="connsiteY51" fmla="*/ 2799988 h 2811334"/>
              <a:gd name="connsiteX52" fmla="*/ 334105 w 6844830"/>
              <a:gd name="connsiteY52" fmla="*/ 2732271 h 2811334"/>
              <a:gd name="connsiteX53" fmla="*/ 176926 w 6844830"/>
              <a:gd name="connsiteY53" fmla="*/ 2518257 h 2811334"/>
              <a:gd name="connsiteX54" fmla="*/ 357563 w 6844830"/>
              <a:gd name="connsiteY54" fmla="*/ 1681916 h 2811334"/>
              <a:gd name="connsiteX55" fmla="*/ 187809 w 6844830"/>
              <a:gd name="connsiteY55" fmla="*/ 1589700 h 2811334"/>
              <a:gd name="connsiteX56" fmla="*/ 19598 w 6844830"/>
              <a:gd name="connsiteY56" fmla="*/ 1362030 h 2811334"/>
              <a:gd name="connsiteX0" fmla="*/ 23031 w 6848263"/>
              <a:gd name="connsiteY0" fmla="*/ 1362030 h 2811334"/>
              <a:gd name="connsiteX1" fmla="*/ 17208 w 6848263"/>
              <a:gd name="connsiteY1" fmla="*/ 1005092 h 2811334"/>
              <a:gd name="connsiteX2" fmla="*/ 115876 w 6848263"/>
              <a:gd name="connsiteY2" fmla="*/ 960965 h 2811334"/>
              <a:gd name="connsiteX3" fmla="*/ 103334 w 6848263"/>
              <a:gd name="connsiteY3" fmla="*/ 1225226 h 2811334"/>
              <a:gd name="connsiteX4" fmla="*/ 351164 w 6848263"/>
              <a:gd name="connsiteY4" fmla="*/ 1448185 h 2811334"/>
              <a:gd name="connsiteX5" fmla="*/ 592215 w 6848263"/>
              <a:gd name="connsiteY5" fmla="*/ 1626794 h 2811334"/>
              <a:gd name="connsiteX6" fmla="*/ 1117687 w 6848263"/>
              <a:gd name="connsiteY6" fmla="*/ 1597168 h 2811334"/>
              <a:gd name="connsiteX7" fmla="*/ 1343591 w 6848263"/>
              <a:gd name="connsiteY7" fmla="*/ 1612187 h 2811334"/>
              <a:gd name="connsiteX8" fmla="*/ 1543328 w 6848263"/>
              <a:gd name="connsiteY8" fmla="*/ 1551168 h 2811334"/>
              <a:gd name="connsiteX9" fmla="*/ 1779420 w 6848263"/>
              <a:gd name="connsiteY9" fmla="*/ 1621749 h 2811334"/>
              <a:gd name="connsiteX10" fmla="*/ 1922201 w 6848263"/>
              <a:gd name="connsiteY10" fmla="*/ 1608552 h 2811334"/>
              <a:gd name="connsiteX11" fmla="*/ 2066942 w 6848263"/>
              <a:gd name="connsiteY11" fmla="*/ 1572048 h 2811334"/>
              <a:gd name="connsiteX12" fmla="*/ 2287645 w 6848263"/>
              <a:gd name="connsiteY12" fmla="*/ 1495930 h 2811334"/>
              <a:gd name="connsiteX13" fmla="*/ 2540511 w 6848263"/>
              <a:gd name="connsiteY13" fmla="*/ 1341877 h 2811334"/>
              <a:gd name="connsiteX14" fmla="*/ 3385885 w 6848263"/>
              <a:gd name="connsiteY14" fmla="*/ 736610 h 2811334"/>
              <a:gd name="connsiteX15" fmla="*/ 4754009 w 6848263"/>
              <a:gd name="connsiteY15" fmla="*/ 909322 h 2811334"/>
              <a:gd name="connsiteX16" fmla="*/ 5253542 w 6848263"/>
              <a:gd name="connsiteY16" fmla="*/ 274322 h 2811334"/>
              <a:gd name="connsiteX17" fmla="*/ 5818693 w 6848263"/>
              <a:gd name="connsiteY17" fmla="*/ 172768 h 2811334"/>
              <a:gd name="connsiteX18" fmla="*/ 6248376 w 6848263"/>
              <a:gd name="connsiteY18" fmla="*/ 428302 h 2811334"/>
              <a:gd name="connsiteX19" fmla="*/ 6409598 w 6848263"/>
              <a:gd name="connsiteY19" fmla="*/ 623187 h 2811334"/>
              <a:gd name="connsiteX20" fmla="*/ 6561998 w 6848263"/>
              <a:gd name="connsiteY20" fmla="*/ 703089 h 2811334"/>
              <a:gd name="connsiteX21" fmla="*/ 6676298 w 6848263"/>
              <a:gd name="connsiteY21" fmla="*/ 674034 h 2811334"/>
              <a:gd name="connsiteX22" fmla="*/ 6705576 w 6848263"/>
              <a:gd name="connsiteY22" fmla="*/ 529995 h 2811334"/>
              <a:gd name="connsiteX23" fmla="*/ 6676299 w 6848263"/>
              <a:gd name="connsiteY23" fmla="*/ 390745 h 2811334"/>
              <a:gd name="connsiteX24" fmla="*/ 6606450 w 6848263"/>
              <a:gd name="connsiteY24" fmla="*/ 303578 h 2811334"/>
              <a:gd name="connsiteX25" fmla="*/ 6562000 w 6848263"/>
              <a:gd name="connsiteY25" fmla="*/ 194620 h 2811334"/>
              <a:gd name="connsiteX26" fmla="*/ 6542950 w 6848263"/>
              <a:gd name="connsiteY26" fmla="*/ 27550 h 2811334"/>
              <a:gd name="connsiteX27" fmla="*/ 6688999 w 6848263"/>
              <a:gd name="connsiteY27" fmla="*/ 13025 h 2811334"/>
              <a:gd name="connsiteX28" fmla="*/ 6841042 w 6848263"/>
              <a:gd name="connsiteY28" fmla="*/ 26287 h 2811334"/>
              <a:gd name="connsiteX29" fmla="*/ 6822350 w 6848263"/>
              <a:gd name="connsiteY29" fmla="*/ 252730 h 2811334"/>
              <a:gd name="connsiteX30" fmla="*/ 6777900 w 6848263"/>
              <a:gd name="connsiteY30" fmla="*/ 405271 h 2811334"/>
              <a:gd name="connsiteX31" fmla="*/ 6765199 w 6848263"/>
              <a:gd name="connsiteY31" fmla="*/ 659506 h 2811334"/>
              <a:gd name="connsiteX32" fmla="*/ 6688999 w 6848263"/>
              <a:gd name="connsiteY32" fmla="*/ 775729 h 2811334"/>
              <a:gd name="connsiteX33" fmla="*/ 6578576 w 6848263"/>
              <a:gd name="connsiteY33" fmla="*/ 797321 h 2811334"/>
              <a:gd name="connsiteX34" fmla="*/ 6364791 w 6848263"/>
              <a:gd name="connsiteY34" fmla="*/ 712560 h 2811334"/>
              <a:gd name="connsiteX35" fmla="*/ 6098449 w 6848263"/>
              <a:gd name="connsiteY35" fmla="*/ 398005 h 2811334"/>
              <a:gd name="connsiteX36" fmla="*/ 5861026 w 6848263"/>
              <a:gd name="connsiteY36" fmla="*/ 276774 h 2811334"/>
              <a:gd name="connsiteX37" fmla="*/ 5537176 w 6848263"/>
              <a:gd name="connsiteY37" fmla="*/ 257389 h 2811334"/>
              <a:gd name="connsiteX38" fmla="*/ 5355142 w 6848263"/>
              <a:gd name="connsiteY38" fmla="*/ 333589 h 2811334"/>
              <a:gd name="connsiteX39" fmla="*/ 5236609 w 6848263"/>
              <a:gd name="connsiteY39" fmla="*/ 452121 h 2811334"/>
              <a:gd name="connsiteX40" fmla="*/ 5024942 w 6848263"/>
              <a:gd name="connsiteY40" fmla="*/ 833121 h 2811334"/>
              <a:gd name="connsiteX41" fmla="*/ 4847142 w 6848263"/>
              <a:gd name="connsiteY41" fmla="*/ 985522 h 2811334"/>
              <a:gd name="connsiteX42" fmla="*/ 4434950 w 6848263"/>
              <a:gd name="connsiteY42" fmla="*/ 1018010 h 2811334"/>
              <a:gd name="connsiteX43" fmla="*/ 3775653 w 6848263"/>
              <a:gd name="connsiteY43" fmla="*/ 839283 h 2811334"/>
              <a:gd name="connsiteX44" fmla="*/ 3361442 w 6848263"/>
              <a:gd name="connsiteY44" fmla="*/ 842833 h 2811334"/>
              <a:gd name="connsiteX45" fmla="*/ 2693035 w 6848263"/>
              <a:gd name="connsiteY45" fmla="*/ 1324293 h 2811334"/>
              <a:gd name="connsiteX46" fmla="*/ 2030505 w 6848263"/>
              <a:gd name="connsiteY46" fmla="*/ 1975179 h 2811334"/>
              <a:gd name="connsiteX47" fmla="*/ 1623158 w 6848263"/>
              <a:gd name="connsiteY47" fmla="*/ 2361313 h 2811334"/>
              <a:gd name="connsiteX48" fmla="*/ 1315438 w 6848263"/>
              <a:gd name="connsiteY48" fmla="*/ 2521618 h 2811334"/>
              <a:gd name="connsiteX49" fmla="*/ 1092734 w 6848263"/>
              <a:gd name="connsiteY49" fmla="*/ 2609174 h 2811334"/>
              <a:gd name="connsiteX50" fmla="*/ 665609 w 6848263"/>
              <a:gd name="connsiteY50" fmla="*/ 2808728 h 2811334"/>
              <a:gd name="connsiteX51" fmla="*/ 467544 w 6848263"/>
              <a:gd name="connsiteY51" fmla="*/ 2799988 h 2811334"/>
              <a:gd name="connsiteX52" fmla="*/ 337538 w 6848263"/>
              <a:gd name="connsiteY52" fmla="*/ 2732271 h 2811334"/>
              <a:gd name="connsiteX53" fmla="*/ 180359 w 6848263"/>
              <a:gd name="connsiteY53" fmla="*/ 2518257 h 2811334"/>
              <a:gd name="connsiteX54" fmla="*/ 360996 w 6848263"/>
              <a:gd name="connsiteY54" fmla="*/ 1681916 h 2811334"/>
              <a:gd name="connsiteX55" fmla="*/ 243233 w 6848263"/>
              <a:gd name="connsiteY55" fmla="*/ 1560644 h 2811334"/>
              <a:gd name="connsiteX56" fmla="*/ 23031 w 6848263"/>
              <a:gd name="connsiteY56" fmla="*/ 1362030 h 2811334"/>
              <a:gd name="connsiteX0" fmla="*/ 23031 w 6848263"/>
              <a:gd name="connsiteY0" fmla="*/ 1362030 h 2811334"/>
              <a:gd name="connsiteX1" fmla="*/ 17208 w 6848263"/>
              <a:gd name="connsiteY1" fmla="*/ 1005092 h 2811334"/>
              <a:gd name="connsiteX2" fmla="*/ 115876 w 6848263"/>
              <a:gd name="connsiteY2" fmla="*/ 960965 h 2811334"/>
              <a:gd name="connsiteX3" fmla="*/ 103334 w 6848263"/>
              <a:gd name="connsiteY3" fmla="*/ 1225226 h 2811334"/>
              <a:gd name="connsiteX4" fmla="*/ 351164 w 6848263"/>
              <a:gd name="connsiteY4" fmla="*/ 1448185 h 2811334"/>
              <a:gd name="connsiteX5" fmla="*/ 592215 w 6848263"/>
              <a:gd name="connsiteY5" fmla="*/ 1626794 h 2811334"/>
              <a:gd name="connsiteX6" fmla="*/ 1117687 w 6848263"/>
              <a:gd name="connsiteY6" fmla="*/ 1597168 h 2811334"/>
              <a:gd name="connsiteX7" fmla="*/ 1343591 w 6848263"/>
              <a:gd name="connsiteY7" fmla="*/ 1612187 h 2811334"/>
              <a:gd name="connsiteX8" fmla="*/ 1543328 w 6848263"/>
              <a:gd name="connsiteY8" fmla="*/ 1551168 h 2811334"/>
              <a:gd name="connsiteX9" fmla="*/ 1779420 w 6848263"/>
              <a:gd name="connsiteY9" fmla="*/ 1621749 h 2811334"/>
              <a:gd name="connsiteX10" fmla="*/ 1922201 w 6848263"/>
              <a:gd name="connsiteY10" fmla="*/ 1608552 h 2811334"/>
              <a:gd name="connsiteX11" fmla="*/ 2066942 w 6848263"/>
              <a:gd name="connsiteY11" fmla="*/ 1572048 h 2811334"/>
              <a:gd name="connsiteX12" fmla="*/ 2287645 w 6848263"/>
              <a:gd name="connsiteY12" fmla="*/ 1495930 h 2811334"/>
              <a:gd name="connsiteX13" fmla="*/ 2540511 w 6848263"/>
              <a:gd name="connsiteY13" fmla="*/ 1341877 h 2811334"/>
              <a:gd name="connsiteX14" fmla="*/ 3385885 w 6848263"/>
              <a:gd name="connsiteY14" fmla="*/ 736610 h 2811334"/>
              <a:gd name="connsiteX15" fmla="*/ 4754009 w 6848263"/>
              <a:gd name="connsiteY15" fmla="*/ 909322 h 2811334"/>
              <a:gd name="connsiteX16" fmla="*/ 5253542 w 6848263"/>
              <a:gd name="connsiteY16" fmla="*/ 274322 h 2811334"/>
              <a:gd name="connsiteX17" fmla="*/ 5818693 w 6848263"/>
              <a:gd name="connsiteY17" fmla="*/ 172768 h 2811334"/>
              <a:gd name="connsiteX18" fmla="*/ 6248376 w 6848263"/>
              <a:gd name="connsiteY18" fmla="*/ 428302 h 2811334"/>
              <a:gd name="connsiteX19" fmla="*/ 6409598 w 6848263"/>
              <a:gd name="connsiteY19" fmla="*/ 623187 h 2811334"/>
              <a:gd name="connsiteX20" fmla="*/ 6561998 w 6848263"/>
              <a:gd name="connsiteY20" fmla="*/ 703089 h 2811334"/>
              <a:gd name="connsiteX21" fmla="*/ 6676298 w 6848263"/>
              <a:gd name="connsiteY21" fmla="*/ 674034 h 2811334"/>
              <a:gd name="connsiteX22" fmla="*/ 6705576 w 6848263"/>
              <a:gd name="connsiteY22" fmla="*/ 529995 h 2811334"/>
              <a:gd name="connsiteX23" fmla="*/ 6676299 w 6848263"/>
              <a:gd name="connsiteY23" fmla="*/ 390745 h 2811334"/>
              <a:gd name="connsiteX24" fmla="*/ 6606450 w 6848263"/>
              <a:gd name="connsiteY24" fmla="*/ 303578 h 2811334"/>
              <a:gd name="connsiteX25" fmla="*/ 6562000 w 6848263"/>
              <a:gd name="connsiteY25" fmla="*/ 194620 h 2811334"/>
              <a:gd name="connsiteX26" fmla="*/ 6542950 w 6848263"/>
              <a:gd name="connsiteY26" fmla="*/ 27550 h 2811334"/>
              <a:gd name="connsiteX27" fmla="*/ 6688999 w 6848263"/>
              <a:gd name="connsiteY27" fmla="*/ 13025 h 2811334"/>
              <a:gd name="connsiteX28" fmla="*/ 6841042 w 6848263"/>
              <a:gd name="connsiteY28" fmla="*/ 26287 h 2811334"/>
              <a:gd name="connsiteX29" fmla="*/ 6822350 w 6848263"/>
              <a:gd name="connsiteY29" fmla="*/ 252730 h 2811334"/>
              <a:gd name="connsiteX30" fmla="*/ 6777900 w 6848263"/>
              <a:gd name="connsiteY30" fmla="*/ 405271 h 2811334"/>
              <a:gd name="connsiteX31" fmla="*/ 6765199 w 6848263"/>
              <a:gd name="connsiteY31" fmla="*/ 659506 h 2811334"/>
              <a:gd name="connsiteX32" fmla="*/ 6688999 w 6848263"/>
              <a:gd name="connsiteY32" fmla="*/ 775729 h 2811334"/>
              <a:gd name="connsiteX33" fmla="*/ 6578576 w 6848263"/>
              <a:gd name="connsiteY33" fmla="*/ 797321 h 2811334"/>
              <a:gd name="connsiteX34" fmla="*/ 6364791 w 6848263"/>
              <a:gd name="connsiteY34" fmla="*/ 712560 h 2811334"/>
              <a:gd name="connsiteX35" fmla="*/ 6098449 w 6848263"/>
              <a:gd name="connsiteY35" fmla="*/ 398005 h 2811334"/>
              <a:gd name="connsiteX36" fmla="*/ 5861026 w 6848263"/>
              <a:gd name="connsiteY36" fmla="*/ 276774 h 2811334"/>
              <a:gd name="connsiteX37" fmla="*/ 5537176 w 6848263"/>
              <a:gd name="connsiteY37" fmla="*/ 257389 h 2811334"/>
              <a:gd name="connsiteX38" fmla="*/ 5355142 w 6848263"/>
              <a:gd name="connsiteY38" fmla="*/ 333589 h 2811334"/>
              <a:gd name="connsiteX39" fmla="*/ 5236609 w 6848263"/>
              <a:gd name="connsiteY39" fmla="*/ 452121 h 2811334"/>
              <a:gd name="connsiteX40" fmla="*/ 5024942 w 6848263"/>
              <a:gd name="connsiteY40" fmla="*/ 833121 h 2811334"/>
              <a:gd name="connsiteX41" fmla="*/ 4847142 w 6848263"/>
              <a:gd name="connsiteY41" fmla="*/ 985522 h 2811334"/>
              <a:gd name="connsiteX42" fmla="*/ 4434950 w 6848263"/>
              <a:gd name="connsiteY42" fmla="*/ 1018010 h 2811334"/>
              <a:gd name="connsiteX43" fmla="*/ 3775653 w 6848263"/>
              <a:gd name="connsiteY43" fmla="*/ 839283 h 2811334"/>
              <a:gd name="connsiteX44" fmla="*/ 3361442 w 6848263"/>
              <a:gd name="connsiteY44" fmla="*/ 842833 h 2811334"/>
              <a:gd name="connsiteX45" fmla="*/ 2693035 w 6848263"/>
              <a:gd name="connsiteY45" fmla="*/ 1324293 h 2811334"/>
              <a:gd name="connsiteX46" fmla="*/ 2030505 w 6848263"/>
              <a:gd name="connsiteY46" fmla="*/ 1975179 h 2811334"/>
              <a:gd name="connsiteX47" fmla="*/ 1623158 w 6848263"/>
              <a:gd name="connsiteY47" fmla="*/ 2361313 h 2811334"/>
              <a:gd name="connsiteX48" fmla="*/ 1315438 w 6848263"/>
              <a:gd name="connsiteY48" fmla="*/ 2521618 h 2811334"/>
              <a:gd name="connsiteX49" fmla="*/ 1092734 w 6848263"/>
              <a:gd name="connsiteY49" fmla="*/ 2609174 h 2811334"/>
              <a:gd name="connsiteX50" fmla="*/ 665609 w 6848263"/>
              <a:gd name="connsiteY50" fmla="*/ 2808728 h 2811334"/>
              <a:gd name="connsiteX51" fmla="*/ 467544 w 6848263"/>
              <a:gd name="connsiteY51" fmla="*/ 2799988 h 2811334"/>
              <a:gd name="connsiteX52" fmla="*/ 337538 w 6848263"/>
              <a:gd name="connsiteY52" fmla="*/ 2732271 h 2811334"/>
              <a:gd name="connsiteX53" fmla="*/ 180359 w 6848263"/>
              <a:gd name="connsiteY53" fmla="*/ 2518257 h 2811334"/>
              <a:gd name="connsiteX54" fmla="*/ 389355 w 6848263"/>
              <a:gd name="connsiteY54" fmla="*/ 1623805 h 2811334"/>
              <a:gd name="connsiteX55" fmla="*/ 243233 w 6848263"/>
              <a:gd name="connsiteY55" fmla="*/ 1560644 h 2811334"/>
              <a:gd name="connsiteX56" fmla="*/ 23031 w 6848263"/>
              <a:gd name="connsiteY56" fmla="*/ 1362030 h 2811334"/>
              <a:gd name="connsiteX0" fmla="*/ 23031 w 6848263"/>
              <a:gd name="connsiteY0" fmla="*/ 1362030 h 2811334"/>
              <a:gd name="connsiteX1" fmla="*/ 17208 w 6848263"/>
              <a:gd name="connsiteY1" fmla="*/ 1005092 h 2811334"/>
              <a:gd name="connsiteX2" fmla="*/ 115876 w 6848263"/>
              <a:gd name="connsiteY2" fmla="*/ 960965 h 2811334"/>
              <a:gd name="connsiteX3" fmla="*/ 103334 w 6848263"/>
              <a:gd name="connsiteY3" fmla="*/ 1225226 h 2811334"/>
              <a:gd name="connsiteX4" fmla="*/ 351164 w 6848263"/>
              <a:gd name="connsiteY4" fmla="*/ 1448185 h 2811334"/>
              <a:gd name="connsiteX5" fmla="*/ 592215 w 6848263"/>
              <a:gd name="connsiteY5" fmla="*/ 1626794 h 2811334"/>
              <a:gd name="connsiteX6" fmla="*/ 1117687 w 6848263"/>
              <a:gd name="connsiteY6" fmla="*/ 1597168 h 2811334"/>
              <a:gd name="connsiteX7" fmla="*/ 1343591 w 6848263"/>
              <a:gd name="connsiteY7" fmla="*/ 1612187 h 2811334"/>
              <a:gd name="connsiteX8" fmla="*/ 1543328 w 6848263"/>
              <a:gd name="connsiteY8" fmla="*/ 1551168 h 2811334"/>
              <a:gd name="connsiteX9" fmla="*/ 1779420 w 6848263"/>
              <a:gd name="connsiteY9" fmla="*/ 1621749 h 2811334"/>
              <a:gd name="connsiteX10" fmla="*/ 1922201 w 6848263"/>
              <a:gd name="connsiteY10" fmla="*/ 1608552 h 2811334"/>
              <a:gd name="connsiteX11" fmla="*/ 2066942 w 6848263"/>
              <a:gd name="connsiteY11" fmla="*/ 1572048 h 2811334"/>
              <a:gd name="connsiteX12" fmla="*/ 2287645 w 6848263"/>
              <a:gd name="connsiteY12" fmla="*/ 1495930 h 2811334"/>
              <a:gd name="connsiteX13" fmla="*/ 2540511 w 6848263"/>
              <a:gd name="connsiteY13" fmla="*/ 1341877 h 2811334"/>
              <a:gd name="connsiteX14" fmla="*/ 3385885 w 6848263"/>
              <a:gd name="connsiteY14" fmla="*/ 736610 h 2811334"/>
              <a:gd name="connsiteX15" fmla="*/ 4754009 w 6848263"/>
              <a:gd name="connsiteY15" fmla="*/ 909322 h 2811334"/>
              <a:gd name="connsiteX16" fmla="*/ 5253542 w 6848263"/>
              <a:gd name="connsiteY16" fmla="*/ 274322 h 2811334"/>
              <a:gd name="connsiteX17" fmla="*/ 5818693 w 6848263"/>
              <a:gd name="connsiteY17" fmla="*/ 172768 h 2811334"/>
              <a:gd name="connsiteX18" fmla="*/ 6248376 w 6848263"/>
              <a:gd name="connsiteY18" fmla="*/ 428302 h 2811334"/>
              <a:gd name="connsiteX19" fmla="*/ 6409598 w 6848263"/>
              <a:gd name="connsiteY19" fmla="*/ 623187 h 2811334"/>
              <a:gd name="connsiteX20" fmla="*/ 6561998 w 6848263"/>
              <a:gd name="connsiteY20" fmla="*/ 703089 h 2811334"/>
              <a:gd name="connsiteX21" fmla="*/ 6676298 w 6848263"/>
              <a:gd name="connsiteY21" fmla="*/ 674034 h 2811334"/>
              <a:gd name="connsiteX22" fmla="*/ 6705576 w 6848263"/>
              <a:gd name="connsiteY22" fmla="*/ 529995 h 2811334"/>
              <a:gd name="connsiteX23" fmla="*/ 6676299 w 6848263"/>
              <a:gd name="connsiteY23" fmla="*/ 390745 h 2811334"/>
              <a:gd name="connsiteX24" fmla="*/ 6606450 w 6848263"/>
              <a:gd name="connsiteY24" fmla="*/ 303578 h 2811334"/>
              <a:gd name="connsiteX25" fmla="*/ 6562000 w 6848263"/>
              <a:gd name="connsiteY25" fmla="*/ 194620 h 2811334"/>
              <a:gd name="connsiteX26" fmla="*/ 6542950 w 6848263"/>
              <a:gd name="connsiteY26" fmla="*/ 27550 h 2811334"/>
              <a:gd name="connsiteX27" fmla="*/ 6688999 w 6848263"/>
              <a:gd name="connsiteY27" fmla="*/ 13025 h 2811334"/>
              <a:gd name="connsiteX28" fmla="*/ 6841042 w 6848263"/>
              <a:gd name="connsiteY28" fmla="*/ 26287 h 2811334"/>
              <a:gd name="connsiteX29" fmla="*/ 6822350 w 6848263"/>
              <a:gd name="connsiteY29" fmla="*/ 252730 h 2811334"/>
              <a:gd name="connsiteX30" fmla="*/ 6777900 w 6848263"/>
              <a:gd name="connsiteY30" fmla="*/ 405271 h 2811334"/>
              <a:gd name="connsiteX31" fmla="*/ 6765199 w 6848263"/>
              <a:gd name="connsiteY31" fmla="*/ 659506 h 2811334"/>
              <a:gd name="connsiteX32" fmla="*/ 6688999 w 6848263"/>
              <a:gd name="connsiteY32" fmla="*/ 775729 h 2811334"/>
              <a:gd name="connsiteX33" fmla="*/ 6578576 w 6848263"/>
              <a:gd name="connsiteY33" fmla="*/ 797321 h 2811334"/>
              <a:gd name="connsiteX34" fmla="*/ 6364791 w 6848263"/>
              <a:gd name="connsiteY34" fmla="*/ 712560 h 2811334"/>
              <a:gd name="connsiteX35" fmla="*/ 6098449 w 6848263"/>
              <a:gd name="connsiteY35" fmla="*/ 398005 h 2811334"/>
              <a:gd name="connsiteX36" fmla="*/ 5861026 w 6848263"/>
              <a:gd name="connsiteY36" fmla="*/ 276774 h 2811334"/>
              <a:gd name="connsiteX37" fmla="*/ 5537176 w 6848263"/>
              <a:gd name="connsiteY37" fmla="*/ 257389 h 2811334"/>
              <a:gd name="connsiteX38" fmla="*/ 5355142 w 6848263"/>
              <a:gd name="connsiteY38" fmla="*/ 333589 h 2811334"/>
              <a:gd name="connsiteX39" fmla="*/ 5236609 w 6848263"/>
              <a:gd name="connsiteY39" fmla="*/ 452121 h 2811334"/>
              <a:gd name="connsiteX40" fmla="*/ 5024942 w 6848263"/>
              <a:gd name="connsiteY40" fmla="*/ 833121 h 2811334"/>
              <a:gd name="connsiteX41" fmla="*/ 4847142 w 6848263"/>
              <a:gd name="connsiteY41" fmla="*/ 985522 h 2811334"/>
              <a:gd name="connsiteX42" fmla="*/ 4434950 w 6848263"/>
              <a:gd name="connsiteY42" fmla="*/ 1018010 h 2811334"/>
              <a:gd name="connsiteX43" fmla="*/ 3775653 w 6848263"/>
              <a:gd name="connsiteY43" fmla="*/ 839283 h 2811334"/>
              <a:gd name="connsiteX44" fmla="*/ 3361442 w 6848263"/>
              <a:gd name="connsiteY44" fmla="*/ 842833 h 2811334"/>
              <a:gd name="connsiteX45" fmla="*/ 2693035 w 6848263"/>
              <a:gd name="connsiteY45" fmla="*/ 1324293 h 2811334"/>
              <a:gd name="connsiteX46" fmla="*/ 2030505 w 6848263"/>
              <a:gd name="connsiteY46" fmla="*/ 1975179 h 2811334"/>
              <a:gd name="connsiteX47" fmla="*/ 1623158 w 6848263"/>
              <a:gd name="connsiteY47" fmla="*/ 2361313 h 2811334"/>
              <a:gd name="connsiteX48" fmla="*/ 1315438 w 6848263"/>
              <a:gd name="connsiteY48" fmla="*/ 2521618 h 2811334"/>
              <a:gd name="connsiteX49" fmla="*/ 1092734 w 6848263"/>
              <a:gd name="connsiteY49" fmla="*/ 2609174 h 2811334"/>
              <a:gd name="connsiteX50" fmla="*/ 665609 w 6848263"/>
              <a:gd name="connsiteY50" fmla="*/ 2808728 h 2811334"/>
              <a:gd name="connsiteX51" fmla="*/ 467544 w 6848263"/>
              <a:gd name="connsiteY51" fmla="*/ 2799988 h 2811334"/>
              <a:gd name="connsiteX52" fmla="*/ 337538 w 6848263"/>
              <a:gd name="connsiteY52" fmla="*/ 2732271 h 2811334"/>
              <a:gd name="connsiteX53" fmla="*/ 629379 w 6848263"/>
              <a:gd name="connsiteY53" fmla="*/ 1803495 h 2811334"/>
              <a:gd name="connsiteX54" fmla="*/ 389355 w 6848263"/>
              <a:gd name="connsiteY54" fmla="*/ 1623805 h 2811334"/>
              <a:gd name="connsiteX55" fmla="*/ 243233 w 6848263"/>
              <a:gd name="connsiteY55" fmla="*/ 1560644 h 2811334"/>
              <a:gd name="connsiteX56" fmla="*/ 23031 w 6848263"/>
              <a:gd name="connsiteY56" fmla="*/ 1362030 h 2811334"/>
              <a:gd name="connsiteX0" fmla="*/ 23031 w 6848263"/>
              <a:gd name="connsiteY0" fmla="*/ 1362030 h 2877938"/>
              <a:gd name="connsiteX1" fmla="*/ 17208 w 6848263"/>
              <a:gd name="connsiteY1" fmla="*/ 1005092 h 2877938"/>
              <a:gd name="connsiteX2" fmla="*/ 115876 w 6848263"/>
              <a:gd name="connsiteY2" fmla="*/ 960965 h 2877938"/>
              <a:gd name="connsiteX3" fmla="*/ 103334 w 6848263"/>
              <a:gd name="connsiteY3" fmla="*/ 1225226 h 2877938"/>
              <a:gd name="connsiteX4" fmla="*/ 351164 w 6848263"/>
              <a:gd name="connsiteY4" fmla="*/ 1448185 h 2877938"/>
              <a:gd name="connsiteX5" fmla="*/ 592215 w 6848263"/>
              <a:gd name="connsiteY5" fmla="*/ 1626794 h 2877938"/>
              <a:gd name="connsiteX6" fmla="*/ 1117687 w 6848263"/>
              <a:gd name="connsiteY6" fmla="*/ 1597168 h 2877938"/>
              <a:gd name="connsiteX7" fmla="*/ 1343591 w 6848263"/>
              <a:gd name="connsiteY7" fmla="*/ 1612187 h 2877938"/>
              <a:gd name="connsiteX8" fmla="*/ 1543328 w 6848263"/>
              <a:gd name="connsiteY8" fmla="*/ 1551168 h 2877938"/>
              <a:gd name="connsiteX9" fmla="*/ 1779420 w 6848263"/>
              <a:gd name="connsiteY9" fmla="*/ 1621749 h 2877938"/>
              <a:gd name="connsiteX10" fmla="*/ 1922201 w 6848263"/>
              <a:gd name="connsiteY10" fmla="*/ 1608552 h 2877938"/>
              <a:gd name="connsiteX11" fmla="*/ 2066942 w 6848263"/>
              <a:gd name="connsiteY11" fmla="*/ 1572048 h 2877938"/>
              <a:gd name="connsiteX12" fmla="*/ 2287645 w 6848263"/>
              <a:gd name="connsiteY12" fmla="*/ 1495930 h 2877938"/>
              <a:gd name="connsiteX13" fmla="*/ 2540511 w 6848263"/>
              <a:gd name="connsiteY13" fmla="*/ 1341877 h 2877938"/>
              <a:gd name="connsiteX14" fmla="*/ 3385885 w 6848263"/>
              <a:gd name="connsiteY14" fmla="*/ 736610 h 2877938"/>
              <a:gd name="connsiteX15" fmla="*/ 4754009 w 6848263"/>
              <a:gd name="connsiteY15" fmla="*/ 909322 h 2877938"/>
              <a:gd name="connsiteX16" fmla="*/ 5253542 w 6848263"/>
              <a:gd name="connsiteY16" fmla="*/ 274322 h 2877938"/>
              <a:gd name="connsiteX17" fmla="*/ 5818693 w 6848263"/>
              <a:gd name="connsiteY17" fmla="*/ 172768 h 2877938"/>
              <a:gd name="connsiteX18" fmla="*/ 6248376 w 6848263"/>
              <a:gd name="connsiteY18" fmla="*/ 428302 h 2877938"/>
              <a:gd name="connsiteX19" fmla="*/ 6409598 w 6848263"/>
              <a:gd name="connsiteY19" fmla="*/ 623187 h 2877938"/>
              <a:gd name="connsiteX20" fmla="*/ 6561998 w 6848263"/>
              <a:gd name="connsiteY20" fmla="*/ 703089 h 2877938"/>
              <a:gd name="connsiteX21" fmla="*/ 6676298 w 6848263"/>
              <a:gd name="connsiteY21" fmla="*/ 674034 h 2877938"/>
              <a:gd name="connsiteX22" fmla="*/ 6705576 w 6848263"/>
              <a:gd name="connsiteY22" fmla="*/ 529995 h 2877938"/>
              <a:gd name="connsiteX23" fmla="*/ 6676299 w 6848263"/>
              <a:gd name="connsiteY23" fmla="*/ 390745 h 2877938"/>
              <a:gd name="connsiteX24" fmla="*/ 6606450 w 6848263"/>
              <a:gd name="connsiteY24" fmla="*/ 303578 h 2877938"/>
              <a:gd name="connsiteX25" fmla="*/ 6562000 w 6848263"/>
              <a:gd name="connsiteY25" fmla="*/ 194620 h 2877938"/>
              <a:gd name="connsiteX26" fmla="*/ 6542950 w 6848263"/>
              <a:gd name="connsiteY26" fmla="*/ 27550 h 2877938"/>
              <a:gd name="connsiteX27" fmla="*/ 6688999 w 6848263"/>
              <a:gd name="connsiteY27" fmla="*/ 13025 h 2877938"/>
              <a:gd name="connsiteX28" fmla="*/ 6841042 w 6848263"/>
              <a:gd name="connsiteY28" fmla="*/ 26287 h 2877938"/>
              <a:gd name="connsiteX29" fmla="*/ 6822350 w 6848263"/>
              <a:gd name="connsiteY29" fmla="*/ 252730 h 2877938"/>
              <a:gd name="connsiteX30" fmla="*/ 6777900 w 6848263"/>
              <a:gd name="connsiteY30" fmla="*/ 405271 h 2877938"/>
              <a:gd name="connsiteX31" fmla="*/ 6765199 w 6848263"/>
              <a:gd name="connsiteY31" fmla="*/ 659506 h 2877938"/>
              <a:gd name="connsiteX32" fmla="*/ 6688999 w 6848263"/>
              <a:gd name="connsiteY32" fmla="*/ 775729 h 2877938"/>
              <a:gd name="connsiteX33" fmla="*/ 6578576 w 6848263"/>
              <a:gd name="connsiteY33" fmla="*/ 797321 h 2877938"/>
              <a:gd name="connsiteX34" fmla="*/ 6364791 w 6848263"/>
              <a:gd name="connsiteY34" fmla="*/ 712560 h 2877938"/>
              <a:gd name="connsiteX35" fmla="*/ 6098449 w 6848263"/>
              <a:gd name="connsiteY35" fmla="*/ 398005 h 2877938"/>
              <a:gd name="connsiteX36" fmla="*/ 5861026 w 6848263"/>
              <a:gd name="connsiteY36" fmla="*/ 276774 h 2877938"/>
              <a:gd name="connsiteX37" fmla="*/ 5537176 w 6848263"/>
              <a:gd name="connsiteY37" fmla="*/ 257389 h 2877938"/>
              <a:gd name="connsiteX38" fmla="*/ 5355142 w 6848263"/>
              <a:gd name="connsiteY38" fmla="*/ 333589 h 2877938"/>
              <a:gd name="connsiteX39" fmla="*/ 5236609 w 6848263"/>
              <a:gd name="connsiteY39" fmla="*/ 452121 h 2877938"/>
              <a:gd name="connsiteX40" fmla="*/ 5024942 w 6848263"/>
              <a:gd name="connsiteY40" fmla="*/ 833121 h 2877938"/>
              <a:gd name="connsiteX41" fmla="*/ 4847142 w 6848263"/>
              <a:gd name="connsiteY41" fmla="*/ 985522 h 2877938"/>
              <a:gd name="connsiteX42" fmla="*/ 4434950 w 6848263"/>
              <a:gd name="connsiteY42" fmla="*/ 1018010 h 2877938"/>
              <a:gd name="connsiteX43" fmla="*/ 3775653 w 6848263"/>
              <a:gd name="connsiteY43" fmla="*/ 839283 h 2877938"/>
              <a:gd name="connsiteX44" fmla="*/ 3361442 w 6848263"/>
              <a:gd name="connsiteY44" fmla="*/ 842833 h 2877938"/>
              <a:gd name="connsiteX45" fmla="*/ 2693035 w 6848263"/>
              <a:gd name="connsiteY45" fmla="*/ 1324293 h 2877938"/>
              <a:gd name="connsiteX46" fmla="*/ 2030505 w 6848263"/>
              <a:gd name="connsiteY46" fmla="*/ 1975179 h 2877938"/>
              <a:gd name="connsiteX47" fmla="*/ 1623158 w 6848263"/>
              <a:gd name="connsiteY47" fmla="*/ 2361313 h 2877938"/>
              <a:gd name="connsiteX48" fmla="*/ 1315438 w 6848263"/>
              <a:gd name="connsiteY48" fmla="*/ 2521618 h 2877938"/>
              <a:gd name="connsiteX49" fmla="*/ 1092734 w 6848263"/>
              <a:gd name="connsiteY49" fmla="*/ 2609174 h 2877938"/>
              <a:gd name="connsiteX50" fmla="*/ 665609 w 6848263"/>
              <a:gd name="connsiteY50" fmla="*/ 2808728 h 2877938"/>
              <a:gd name="connsiteX51" fmla="*/ 467544 w 6848263"/>
              <a:gd name="connsiteY51" fmla="*/ 2799988 h 2877938"/>
              <a:gd name="connsiteX52" fmla="*/ 852729 w 6848263"/>
              <a:gd name="connsiteY52" fmla="*/ 1802499 h 2877938"/>
              <a:gd name="connsiteX53" fmla="*/ 629379 w 6848263"/>
              <a:gd name="connsiteY53" fmla="*/ 1803495 h 2877938"/>
              <a:gd name="connsiteX54" fmla="*/ 389355 w 6848263"/>
              <a:gd name="connsiteY54" fmla="*/ 1623805 h 2877938"/>
              <a:gd name="connsiteX55" fmla="*/ 243233 w 6848263"/>
              <a:gd name="connsiteY55" fmla="*/ 1560644 h 2877938"/>
              <a:gd name="connsiteX56" fmla="*/ 23031 w 6848263"/>
              <a:gd name="connsiteY56" fmla="*/ 1362030 h 2877938"/>
              <a:gd name="connsiteX0" fmla="*/ 23031 w 6848263"/>
              <a:gd name="connsiteY0" fmla="*/ 1362030 h 2808748"/>
              <a:gd name="connsiteX1" fmla="*/ 17208 w 6848263"/>
              <a:gd name="connsiteY1" fmla="*/ 1005092 h 2808748"/>
              <a:gd name="connsiteX2" fmla="*/ 115876 w 6848263"/>
              <a:gd name="connsiteY2" fmla="*/ 960965 h 2808748"/>
              <a:gd name="connsiteX3" fmla="*/ 103334 w 6848263"/>
              <a:gd name="connsiteY3" fmla="*/ 1225226 h 2808748"/>
              <a:gd name="connsiteX4" fmla="*/ 351164 w 6848263"/>
              <a:gd name="connsiteY4" fmla="*/ 1448185 h 2808748"/>
              <a:gd name="connsiteX5" fmla="*/ 592215 w 6848263"/>
              <a:gd name="connsiteY5" fmla="*/ 1626794 h 2808748"/>
              <a:gd name="connsiteX6" fmla="*/ 1117687 w 6848263"/>
              <a:gd name="connsiteY6" fmla="*/ 1597168 h 2808748"/>
              <a:gd name="connsiteX7" fmla="*/ 1343591 w 6848263"/>
              <a:gd name="connsiteY7" fmla="*/ 1612187 h 2808748"/>
              <a:gd name="connsiteX8" fmla="*/ 1543328 w 6848263"/>
              <a:gd name="connsiteY8" fmla="*/ 1551168 h 2808748"/>
              <a:gd name="connsiteX9" fmla="*/ 1779420 w 6848263"/>
              <a:gd name="connsiteY9" fmla="*/ 1621749 h 2808748"/>
              <a:gd name="connsiteX10" fmla="*/ 1922201 w 6848263"/>
              <a:gd name="connsiteY10" fmla="*/ 1608552 h 2808748"/>
              <a:gd name="connsiteX11" fmla="*/ 2066942 w 6848263"/>
              <a:gd name="connsiteY11" fmla="*/ 1572048 h 2808748"/>
              <a:gd name="connsiteX12" fmla="*/ 2287645 w 6848263"/>
              <a:gd name="connsiteY12" fmla="*/ 1495930 h 2808748"/>
              <a:gd name="connsiteX13" fmla="*/ 2540511 w 6848263"/>
              <a:gd name="connsiteY13" fmla="*/ 1341877 h 2808748"/>
              <a:gd name="connsiteX14" fmla="*/ 3385885 w 6848263"/>
              <a:gd name="connsiteY14" fmla="*/ 736610 h 2808748"/>
              <a:gd name="connsiteX15" fmla="*/ 4754009 w 6848263"/>
              <a:gd name="connsiteY15" fmla="*/ 909322 h 2808748"/>
              <a:gd name="connsiteX16" fmla="*/ 5253542 w 6848263"/>
              <a:gd name="connsiteY16" fmla="*/ 274322 h 2808748"/>
              <a:gd name="connsiteX17" fmla="*/ 5818693 w 6848263"/>
              <a:gd name="connsiteY17" fmla="*/ 172768 h 2808748"/>
              <a:gd name="connsiteX18" fmla="*/ 6248376 w 6848263"/>
              <a:gd name="connsiteY18" fmla="*/ 428302 h 2808748"/>
              <a:gd name="connsiteX19" fmla="*/ 6409598 w 6848263"/>
              <a:gd name="connsiteY19" fmla="*/ 623187 h 2808748"/>
              <a:gd name="connsiteX20" fmla="*/ 6561998 w 6848263"/>
              <a:gd name="connsiteY20" fmla="*/ 703089 h 2808748"/>
              <a:gd name="connsiteX21" fmla="*/ 6676298 w 6848263"/>
              <a:gd name="connsiteY21" fmla="*/ 674034 h 2808748"/>
              <a:gd name="connsiteX22" fmla="*/ 6705576 w 6848263"/>
              <a:gd name="connsiteY22" fmla="*/ 529995 h 2808748"/>
              <a:gd name="connsiteX23" fmla="*/ 6676299 w 6848263"/>
              <a:gd name="connsiteY23" fmla="*/ 390745 h 2808748"/>
              <a:gd name="connsiteX24" fmla="*/ 6606450 w 6848263"/>
              <a:gd name="connsiteY24" fmla="*/ 303578 h 2808748"/>
              <a:gd name="connsiteX25" fmla="*/ 6562000 w 6848263"/>
              <a:gd name="connsiteY25" fmla="*/ 194620 h 2808748"/>
              <a:gd name="connsiteX26" fmla="*/ 6542950 w 6848263"/>
              <a:gd name="connsiteY26" fmla="*/ 27550 h 2808748"/>
              <a:gd name="connsiteX27" fmla="*/ 6688999 w 6848263"/>
              <a:gd name="connsiteY27" fmla="*/ 13025 h 2808748"/>
              <a:gd name="connsiteX28" fmla="*/ 6841042 w 6848263"/>
              <a:gd name="connsiteY28" fmla="*/ 26287 h 2808748"/>
              <a:gd name="connsiteX29" fmla="*/ 6822350 w 6848263"/>
              <a:gd name="connsiteY29" fmla="*/ 252730 h 2808748"/>
              <a:gd name="connsiteX30" fmla="*/ 6777900 w 6848263"/>
              <a:gd name="connsiteY30" fmla="*/ 405271 h 2808748"/>
              <a:gd name="connsiteX31" fmla="*/ 6765199 w 6848263"/>
              <a:gd name="connsiteY31" fmla="*/ 659506 h 2808748"/>
              <a:gd name="connsiteX32" fmla="*/ 6688999 w 6848263"/>
              <a:gd name="connsiteY32" fmla="*/ 775729 h 2808748"/>
              <a:gd name="connsiteX33" fmla="*/ 6578576 w 6848263"/>
              <a:gd name="connsiteY33" fmla="*/ 797321 h 2808748"/>
              <a:gd name="connsiteX34" fmla="*/ 6364791 w 6848263"/>
              <a:gd name="connsiteY34" fmla="*/ 712560 h 2808748"/>
              <a:gd name="connsiteX35" fmla="*/ 6098449 w 6848263"/>
              <a:gd name="connsiteY35" fmla="*/ 398005 h 2808748"/>
              <a:gd name="connsiteX36" fmla="*/ 5861026 w 6848263"/>
              <a:gd name="connsiteY36" fmla="*/ 276774 h 2808748"/>
              <a:gd name="connsiteX37" fmla="*/ 5537176 w 6848263"/>
              <a:gd name="connsiteY37" fmla="*/ 257389 h 2808748"/>
              <a:gd name="connsiteX38" fmla="*/ 5355142 w 6848263"/>
              <a:gd name="connsiteY38" fmla="*/ 333589 h 2808748"/>
              <a:gd name="connsiteX39" fmla="*/ 5236609 w 6848263"/>
              <a:gd name="connsiteY39" fmla="*/ 452121 h 2808748"/>
              <a:gd name="connsiteX40" fmla="*/ 5024942 w 6848263"/>
              <a:gd name="connsiteY40" fmla="*/ 833121 h 2808748"/>
              <a:gd name="connsiteX41" fmla="*/ 4847142 w 6848263"/>
              <a:gd name="connsiteY41" fmla="*/ 985522 h 2808748"/>
              <a:gd name="connsiteX42" fmla="*/ 4434950 w 6848263"/>
              <a:gd name="connsiteY42" fmla="*/ 1018010 h 2808748"/>
              <a:gd name="connsiteX43" fmla="*/ 3775653 w 6848263"/>
              <a:gd name="connsiteY43" fmla="*/ 839283 h 2808748"/>
              <a:gd name="connsiteX44" fmla="*/ 3361442 w 6848263"/>
              <a:gd name="connsiteY44" fmla="*/ 842833 h 2808748"/>
              <a:gd name="connsiteX45" fmla="*/ 2693035 w 6848263"/>
              <a:gd name="connsiteY45" fmla="*/ 1324293 h 2808748"/>
              <a:gd name="connsiteX46" fmla="*/ 2030505 w 6848263"/>
              <a:gd name="connsiteY46" fmla="*/ 1975179 h 2808748"/>
              <a:gd name="connsiteX47" fmla="*/ 1623158 w 6848263"/>
              <a:gd name="connsiteY47" fmla="*/ 2361313 h 2808748"/>
              <a:gd name="connsiteX48" fmla="*/ 1315438 w 6848263"/>
              <a:gd name="connsiteY48" fmla="*/ 2521618 h 2808748"/>
              <a:gd name="connsiteX49" fmla="*/ 1092734 w 6848263"/>
              <a:gd name="connsiteY49" fmla="*/ 2609174 h 2808748"/>
              <a:gd name="connsiteX50" fmla="*/ 665609 w 6848263"/>
              <a:gd name="connsiteY50" fmla="*/ 2808728 h 2808748"/>
              <a:gd name="connsiteX51" fmla="*/ 1058359 w 6848263"/>
              <a:gd name="connsiteY51" fmla="*/ 1899272 h 2808748"/>
              <a:gd name="connsiteX52" fmla="*/ 852729 w 6848263"/>
              <a:gd name="connsiteY52" fmla="*/ 1802499 h 2808748"/>
              <a:gd name="connsiteX53" fmla="*/ 629379 w 6848263"/>
              <a:gd name="connsiteY53" fmla="*/ 1803495 h 2808748"/>
              <a:gd name="connsiteX54" fmla="*/ 389355 w 6848263"/>
              <a:gd name="connsiteY54" fmla="*/ 1623805 h 2808748"/>
              <a:gd name="connsiteX55" fmla="*/ 243233 w 6848263"/>
              <a:gd name="connsiteY55" fmla="*/ 1560644 h 2808748"/>
              <a:gd name="connsiteX56" fmla="*/ 23031 w 6848263"/>
              <a:gd name="connsiteY56" fmla="*/ 1362030 h 2808748"/>
              <a:gd name="connsiteX0" fmla="*/ 23031 w 6848263"/>
              <a:gd name="connsiteY0" fmla="*/ 1362030 h 2651933"/>
              <a:gd name="connsiteX1" fmla="*/ 17208 w 6848263"/>
              <a:gd name="connsiteY1" fmla="*/ 1005092 h 2651933"/>
              <a:gd name="connsiteX2" fmla="*/ 115876 w 6848263"/>
              <a:gd name="connsiteY2" fmla="*/ 960965 h 2651933"/>
              <a:gd name="connsiteX3" fmla="*/ 103334 w 6848263"/>
              <a:gd name="connsiteY3" fmla="*/ 1225226 h 2651933"/>
              <a:gd name="connsiteX4" fmla="*/ 351164 w 6848263"/>
              <a:gd name="connsiteY4" fmla="*/ 1448185 h 2651933"/>
              <a:gd name="connsiteX5" fmla="*/ 592215 w 6848263"/>
              <a:gd name="connsiteY5" fmla="*/ 1626794 h 2651933"/>
              <a:gd name="connsiteX6" fmla="*/ 1117687 w 6848263"/>
              <a:gd name="connsiteY6" fmla="*/ 1597168 h 2651933"/>
              <a:gd name="connsiteX7" fmla="*/ 1343591 w 6848263"/>
              <a:gd name="connsiteY7" fmla="*/ 1612187 h 2651933"/>
              <a:gd name="connsiteX8" fmla="*/ 1543328 w 6848263"/>
              <a:gd name="connsiteY8" fmla="*/ 1551168 h 2651933"/>
              <a:gd name="connsiteX9" fmla="*/ 1779420 w 6848263"/>
              <a:gd name="connsiteY9" fmla="*/ 1621749 h 2651933"/>
              <a:gd name="connsiteX10" fmla="*/ 1922201 w 6848263"/>
              <a:gd name="connsiteY10" fmla="*/ 1608552 h 2651933"/>
              <a:gd name="connsiteX11" fmla="*/ 2066942 w 6848263"/>
              <a:gd name="connsiteY11" fmla="*/ 1572048 h 2651933"/>
              <a:gd name="connsiteX12" fmla="*/ 2287645 w 6848263"/>
              <a:gd name="connsiteY12" fmla="*/ 1495930 h 2651933"/>
              <a:gd name="connsiteX13" fmla="*/ 2540511 w 6848263"/>
              <a:gd name="connsiteY13" fmla="*/ 1341877 h 2651933"/>
              <a:gd name="connsiteX14" fmla="*/ 3385885 w 6848263"/>
              <a:gd name="connsiteY14" fmla="*/ 736610 h 2651933"/>
              <a:gd name="connsiteX15" fmla="*/ 4754009 w 6848263"/>
              <a:gd name="connsiteY15" fmla="*/ 909322 h 2651933"/>
              <a:gd name="connsiteX16" fmla="*/ 5253542 w 6848263"/>
              <a:gd name="connsiteY16" fmla="*/ 274322 h 2651933"/>
              <a:gd name="connsiteX17" fmla="*/ 5818693 w 6848263"/>
              <a:gd name="connsiteY17" fmla="*/ 172768 h 2651933"/>
              <a:gd name="connsiteX18" fmla="*/ 6248376 w 6848263"/>
              <a:gd name="connsiteY18" fmla="*/ 428302 h 2651933"/>
              <a:gd name="connsiteX19" fmla="*/ 6409598 w 6848263"/>
              <a:gd name="connsiteY19" fmla="*/ 623187 h 2651933"/>
              <a:gd name="connsiteX20" fmla="*/ 6561998 w 6848263"/>
              <a:gd name="connsiteY20" fmla="*/ 703089 h 2651933"/>
              <a:gd name="connsiteX21" fmla="*/ 6676298 w 6848263"/>
              <a:gd name="connsiteY21" fmla="*/ 674034 h 2651933"/>
              <a:gd name="connsiteX22" fmla="*/ 6705576 w 6848263"/>
              <a:gd name="connsiteY22" fmla="*/ 529995 h 2651933"/>
              <a:gd name="connsiteX23" fmla="*/ 6676299 w 6848263"/>
              <a:gd name="connsiteY23" fmla="*/ 390745 h 2651933"/>
              <a:gd name="connsiteX24" fmla="*/ 6606450 w 6848263"/>
              <a:gd name="connsiteY24" fmla="*/ 303578 h 2651933"/>
              <a:gd name="connsiteX25" fmla="*/ 6562000 w 6848263"/>
              <a:gd name="connsiteY25" fmla="*/ 194620 h 2651933"/>
              <a:gd name="connsiteX26" fmla="*/ 6542950 w 6848263"/>
              <a:gd name="connsiteY26" fmla="*/ 27550 h 2651933"/>
              <a:gd name="connsiteX27" fmla="*/ 6688999 w 6848263"/>
              <a:gd name="connsiteY27" fmla="*/ 13025 h 2651933"/>
              <a:gd name="connsiteX28" fmla="*/ 6841042 w 6848263"/>
              <a:gd name="connsiteY28" fmla="*/ 26287 h 2651933"/>
              <a:gd name="connsiteX29" fmla="*/ 6822350 w 6848263"/>
              <a:gd name="connsiteY29" fmla="*/ 252730 h 2651933"/>
              <a:gd name="connsiteX30" fmla="*/ 6777900 w 6848263"/>
              <a:gd name="connsiteY30" fmla="*/ 405271 h 2651933"/>
              <a:gd name="connsiteX31" fmla="*/ 6765199 w 6848263"/>
              <a:gd name="connsiteY31" fmla="*/ 659506 h 2651933"/>
              <a:gd name="connsiteX32" fmla="*/ 6688999 w 6848263"/>
              <a:gd name="connsiteY32" fmla="*/ 775729 h 2651933"/>
              <a:gd name="connsiteX33" fmla="*/ 6578576 w 6848263"/>
              <a:gd name="connsiteY33" fmla="*/ 797321 h 2651933"/>
              <a:gd name="connsiteX34" fmla="*/ 6364791 w 6848263"/>
              <a:gd name="connsiteY34" fmla="*/ 712560 h 2651933"/>
              <a:gd name="connsiteX35" fmla="*/ 6098449 w 6848263"/>
              <a:gd name="connsiteY35" fmla="*/ 398005 h 2651933"/>
              <a:gd name="connsiteX36" fmla="*/ 5861026 w 6848263"/>
              <a:gd name="connsiteY36" fmla="*/ 276774 h 2651933"/>
              <a:gd name="connsiteX37" fmla="*/ 5537176 w 6848263"/>
              <a:gd name="connsiteY37" fmla="*/ 257389 h 2651933"/>
              <a:gd name="connsiteX38" fmla="*/ 5355142 w 6848263"/>
              <a:gd name="connsiteY38" fmla="*/ 333589 h 2651933"/>
              <a:gd name="connsiteX39" fmla="*/ 5236609 w 6848263"/>
              <a:gd name="connsiteY39" fmla="*/ 452121 h 2651933"/>
              <a:gd name="connsiteX40" fmla="*/ 5024942 w 6848263"/>
              <a:gd name="connsiteY40" fmla="*/ 833121 h 2651933"/>
              <a:gd name="connsiteX41" fmla="*/ 4847142 w 6848263"/>
              <a:gd name="connsiteY41" fmla="*/ 985522 h 2651933"/>
              <a:gd name="connsiteX42" fmla="*/ 4434950 w 6848263"/>
              <a:gd name="connsiteY42" fmla="*/ 1018010 h 2651933"/>
              <a:gd name="connsiteX43" fmla="*/ 3775653 w 6848263"/>
              <a:gd name="connsiteY43" fmla="*/ 839283 h 2651933"/>
              <a:gd name="connsiteX44" fmla="*/ 3361442 w 6848263"/>
              <a:gd name="connsiteY44" fmla="*/ 842833 h 2651933"/>
              <a:gd name="connsiteX45" fmla="*/ 2693035 w 6848263"/>
              <a:gd name="connsiteY45" fmla="*/ 1324293 h 2651933"/>
              <a:gd name="connsiteX46" fmla="*/ 2030505 w 6848263"/>
              <a:gd name="connsiteY46" fmla="*/ 1975179 h 2651933"/>
              <a:gd name="connsiteX47" fmla="*/ 1623158 w 6848263"/>
              <a:gd name="connsiteY47" fmla="*/ 2361313 h 2651933"/>
              <a:gd name="connsiteX48" fmla="*/ 1315438 w 6848263"/>
              <a:gd name="connsiteY48" fmla="*/ 2521618 h 2651933"/>
              <a:gd name="connsiteX49" fmla="*/ 1092734 w 6848263"/>
              <a:gd name="connsiteY49" fmla="*/ 2609174 h 2651933"/>
              <a:gd name="connsiteX50" fmla="*/ 1393494 w 6848263"/>
              <a:gd name="connsiteY50" fmla="*/ 1838279 h 2651933"/>
              <a:gd name="connsiteX51" fmla="*/ 1058359 w 6848263"/>
              <a:gd name="connsiteY51" fmla="*/ 1899272 h 2651933"/>
              <a:gd name="connsiteX52" fmla="*/ 852729 w 6848263"/>
              <a:gd name="connsiteY52" fmla="*/ 1802499 h 2651933"/>
              <a:gd name="connsiteX53" fmla="*/ 629379 w 6848263"/>
              <a:gd name="connsiteY53" fmla="*/ 1803495 h 2651933"/>
              <a:gd name="connsiteX54" fmla="*/ 389355 w 6848263"/>
              <a:gd name="connsiteY54" fmla="*/ 1623805 h 2651933"/>
              <a:gd name="connsiteX55" fmla="*/ 243233 w 6848263"/>
              <a:gd name="connsiteY55" fmla="*/ 1560644 h 2651933"/>
              <a:gd name="connsiteX56" fmla="*/ 23031 w 6848263"/>
              <a:gd name="connsiteY56" fmla="*/ 1362030 h 2651933"/>
              <a:gd name="connsiteX0" fmla="*/ 23031 w 6848263"/>
              <a:gd name="connsiteY0" fmla="*/ 1362030 h 2525551"/>
              <a:gd name="connsiteX1" fmla="*/ 17208 w 6848263"/>
              <a:gd name="connsiteY1" fmla="*/ 1005092 h 2525551"/>
              <a:gd name="connsiteX2" fmla="*/ 115876 w 6848263"/>
              <a:gd name="connsiteY2" fmla="*/ 960965 h 2525551"/>
              <a:gd name="connsiteX3" fmla="*/ 103334 w 6848263"/>
              <a:gd name="connsiteY3" fmla="*/ 1225226 h 2525551"/>
              <a:gd name="connsiteX4" fmla="*/ 351164 w 6848263"/>
              <a:gd name="connsiteY4" fmla="*/ 1448185 h 2525551"/>
              <a:gd name="connsiteX5" fmla="*/ 592215 w 6848263"/>
              <a:gd name="connsiteY5" fmla="*/ 1626794 h 2525551"/>
              <a:gd name="connsiteX6" fmla="*/ 1117687 w 6848263"/>
              <a:gd name="connsiteY6" fmla="*/ 1597168 h 2525551"/>
              <a:gd name="connsiteX7" fmla="*/ 1343591 w 6848263"/>
              <a:gd name="connsiteY7" fmla="*/ 1612187 h 2525551"/>
              <a:gd name="connsiteX8" fmla="*/ 1543328 w 6848263"/>
              <a:gd name="connsiteY8" fmla="*/ 1551168 h 2525551"/>
              <a:gd name="connsiteX9" fmla="*/ 1779420 w 6848263"/>
              <a:gd name="connsiteY9" fmla="*/ 1621749 h 2525551"/>
              <a:gd name="connsiteX10" fmla="*/ 1922201 w 6848263"/>
              <a:gd name="connsiteY10" fmla="*/ 1608552 h 2525551"/>
              <a:gd name="connsiteX11" fmla="*/ 2066942 w 6848263"/>
              <a:gd name="connsiteY11" fmla="*/ 1572048 h 2525551"/>
              <a:gd name="connsiteX12" fmla="*/ 2287645 w 6848263"/>
              <a:gd name="connsiteY12" fmla="*/ 1495930 h 2525551"/>
              <a:gd name="connsiteX13" fmla="*/ 2540511 w 6848263"/>
              <a:gd name="connsiteY13" fmla="*/ 1341877 h 2525551"/>
              <a:gd name="connsiteX14" fmla="*/ 3385885 w 6848263"/>
              <a:gd name="connsiteY14" fmla="*/ 736610 h 2525551"/>
              <a:gd name="connsiteX15" fmla="*/ 4754009 w 6848263"/>
              <a:gd name="connsiteY15" fmla="*/ 909322 h 2525551"/>
              <a:gd name="connsiteX16" fmla="*/ 5253542 w 6848263"/>
              <a:gd name="connsiteY16" fmla="*/ 274322 h 2525551"/>
              <a:gd name="connsiteX17" fmla="*/ 5818693 w 6848263"/>
              <a:gd name="connsiteY17" fmla="*/ 172768 h 2525551"/>
              <a:gd name="connsiteX18" fmla="*/ 6248376 w 6848263"/>
              <a:gd name="connsiteY18" fmla="*/ 428302 h 2525551"/>
              <a:gd name="connsiteX19" fmla="*/ 6409598 w 6848263"/>
              <a:gd name="connsiteY19" fmla="*/ 623187 h 2525551"/>
              <a:gd name="connsiteX20" fmla="*/ 6561998 w 6848263"/>
              <a:gd name="connsiteY20" fmla="*/ 703089 h 2525551"/>
              <a:gd name="connsiteX21" fmla="*/ 6676298 w 6848263"/>
              <a:gd name="connsiteY21" fmla="*/ 674034 h 2525551"/>
              <a:gd name="connsiteX22" fmla="*/ 6705576 w 6848263"/>
              <a:gd name="connsiteY22" fmla="*/ 529995 h 2525551"/>
              <a:gd name="connsiteX23" fmla="*/ 6676299 w 6848263"/>
              <a:gd name="connsiteY23" fmla="*/ 390745 h 2525551"/>
              <a:gd name="connsiteX24" fmla="*/ 6606450 w 6848263"/>
              <a:gd name="connsiteY24" fmla="*/ 303578 h 2525551"/>
              <a:gd name="connsiteX25" fmla="*/ 6562000 w 6848263"/>
              <a:gd name="connsiteY25" fmla="*/ 194620 h 2525551"/>
              <a:gd name="connsiteX26" fmla="*/ 6542950 w 6848263"/>
              <a:gd name="connsiteY26" fmla="*/ 27550 h 2525551"/>
              <a:gd name="connsiteX27" fmla="*/ 6688999 w 6848263"/>
              <a:gd name="connsiteY27" fmla="*/ 13025 h 2525551"/>
              <a:gd name="connsiteX28" fmla="*/ 6841042 w 6848263"/>
              <a:gd name="connsiteY28" fmla="*/ 26287 h 2525551"/>
              <a:gd name="connsiteX29" fmla="*/ 6822350 w 6848263"/>
              <a:gd name="connsiteY29" fmla="*/ 252730 h 2525551"/>
              <a:gd name="connsiteX30" fmla="*/ 6777900 w 6848263"/>
              <a:gd name="connsiteY30" fmla="*/ 405271 h 2525551"/>
              <a:gd name="connsiteX31" fmla="*/ 6765199 w 6848263"/>
              <a:gd name="connsiteY31" fmla="*/ 659506 h 2525551"/>
              <a:gd name="connsiteX32" fmla="*/ 6688999 w 6848263"/>
              <a:gd name="connsiteY32" fmla="*/ 775729 h 2525551"/>
              <a:gd name="connsiteX33" fmla="*/ 6578576 w 6848263"/>
              <a:gd name="connsiteY33" fmla="*/ 797321 h 2525551"/>
              <a:gd name="connsiteX34" fmla="*/ 6364791 w 6848263"/>
              <a:gd name="connsiteY34" fmla="*/ 712560 h 2525551"/>
              <a:gd name="connsiteX35" fmla="*/ 6098449 w 6848263"/>
              <a:gd name="connsiteY35" fmla="*/ 398005 h 2525551"/>
              <a:gd name="connsiteX36" fmla="*/ 5861026 w 6848263"/>
              <a:gd name="connsiteY36" fmla="*/ 276774 h 2525551"/>
              <a:gd name="connsiteX37" fmla="*/ 5537176 w 6848263"/>
              <a:gd name="connsiteY37" fmla="*/ 257389 h 2525551"/>
              <a:gd name="connsiteX38" fmla="*/ 5355142 w 6848263"/>
              <a:gd name="connsiteY38" fmla="*/ 333589 h 2525551"/>
              <a:gd name="connsiteX39" fmla="*/ 5236609 w 6848263"/>
              <a:gd name="connsiteY39" fmla="*/ 452121 h 2525551"/>
              <a:gd name="connsiteX40" fmla="*/ 5024942 w 6848263"/>
              <a:gd name="connsiteY40" fmla="*/ 833121 h 2525551"/>
              <a:gd name="connsiteX41" fmla="*/ 4847142 w 6848263"/>
              <a:gd name="connsiteY41" fmla="*/ 985522 h 2525551"/>
              <a:gd name="connsiteX42" fmla="*/ 4434950 w 6848263"/>
              <a:gd name="connsiteY42" fmla="*/ 1018010 h 2525551"/>
              <a:gd name="connsiteX43" fmla="*/ 3775653 w 6848263"/>
              <a:gd name="connsiteY43" fmla="*/ 839283 h 2525551"/>
              <a:gd name="connsiteX44" fmla="*/ 3361442 w 6848263"/>
              <a:gd name="connsiteY44" fmla="*/ 842833 h 2525551"/>
              <a:gd name="connsiteX45" fmla="*/ 2693035 w 6848263"/>
              <a:gd name="connsiteY45" fmla="*/ 1324293 h 2525551"/>
              <a:gd name="connsiteX46" fmla="*/ 2030505 w 6848263"/>
              <a:gd name="connsiteY46" fmla="*/ 1975179 h 2525551"/>
              <a:gd name="connsiteX47" fmla="*/ 1623158 w 6848263"/>
              <a:gd name="connsiteY47" fmla="*/ 2361313 h 2525551"/>
              <a:gd name="connsiteX48" fmla="*/ 1315438 w 6848263"/>
              <a:gd name="connsiteY48" fmla="*/ 2521618 h 2525551"/>
              <a:gd name="connsiteX49" fmla="*/ 1650464 w 6848263"/>
              <a:gd name="connsiteY49" fmla="*/ 1859546 h 2525551"/>
              <a:gd name="connsiteX50" fmla="*/ 1393494 w 6848263"/>
              <a:gd name="connsiteY50" fmla="*/ 1838279 h 2525551"/>
              <a:gd name="connsiteX51" fmla="*/ 1058359 w 6848263"/>
              <a:gd name="connsiteY51" fmla="*/ 1899272 h 2525551"/>
              <a:gd name="connsiteX52" fmla="*/ 852729 w 6848263"/>
              <a:gd name="connsiteY52" fmla="*/ 1802499 h 2525551"/>
              <a:gd name="connsiteX53" fmla="*/ 629379 w 6848263"/>
              <a:gd name="connsiteY53" fmla="*/ 1803495 h 2525551"/>
              <a:gd name="connsiteX54" fmla="*/ 389355 w 6848263"/>
              <a:gd name="connsiteY54" fmla="*/ 1623805 h 2525551"/>
              <a:gd name="connsiteX55" fmla="*/ 243233 w 6848263"/>
              <a:gd name="connsiteY55" fmla="*/ 1560644 h 2525551"/>
              <a:gd name="connsiteX56" fmla="*/ 23031 w 6848263"/>
              <a:gd name="connsiteY56" fmla="*/ 1362030 h 2525551"/>
              <a:gd name="connsiteX0" fmla="*/ 23031 w 6848263"/>
              <a:gd name="connsiteY0" fmla="*/ 1362030 h 2363415"/>
              <a:gd name="connsiteX1" fmla="*/ 17208 w 6848263"/>
              <a:gd name="connsiteY1" fmla="*/ 1005092 h 2363415"/>
              <a:gd name="connsiteX2" fmla="*/ 115876 w 6848263"/>
              <a:gd name="connsiteY2" fmla="*/ 960965 h 2363415"/>
              <a:gd name="connsiteX3" fmla="*/ 103334 w 6848263"/>
              <a:gd name="connsiteY3" fmla="*/ 1225226 h 2363415"/>
              <a:gd name="connsiteX4" fmla="*/ 351164 w 6848263"/>
              <a:gd name="connsiteY4" fmla="*/ 1448185 h 2363415"/>
              <a:gd name="connsiteX5" fmla="*/ 592215 w 6848263"/>
              <a:gd name="connsiteY5" fmla="*/ 1626794 h 2363415"/>
              <a:gd name="connsiteX6" fmla="*/ 1117687 w 6848263"/>
              <a:gd name="connsiteY6" fmla="*/ 1597168 h 2363415"/>
              <a:gd name="connsiteX7" fmla="*/ 1343591 w 6848263"/>
              <a:gd name="connsiteY7" fmla="*/ 1612187 h 2363415"/>
              <a:gd name="connsiteX8" fmla="*/ 1543328 w 6848263"/>
              <a:gd name="connsiteY8" fmla="*/ 1551168 h 2363415"/>
              <a:gd name="connsiteX9" fmla="*/ 1779420 w 6848263"/>
              <a:gd name="connsiteY9" fmla="*/ 1621749 h 2363415"/>
              <a:gd name="connsiteX10" fmla="*/ 1922201 w 6848263"/>
              <a:gd name="connsiteY10" fmla="*/ 1608552 h 2363415"/>
              <a:gd name="connsiteX11" fmla="*/ 2066942 w 6848263"/>
              <a:gd name="connsiteY11" fmla="*/ 1572048 h 2363415"/>
              <a:gd name="connsiteX12" fmla="*/ 2287645 w 6848263"/>
              <a:gd name="connsiteY12" fmla="*/ 1495930 h 2363415"/>
              <a:gd name="connsiteX13" fmla="*/ 2540511 w 6848263"/>
              <a:gd name="connsiteY13" fmla="*/ 1341877 h 2363415"/>
              <a:gd name="connsiteX14" fmla="*/ 3385885 w 6848263"/>
              <a:gd name="connsiteY14" fmla="*/ 736610 h 2363415"/>
              <a:gd name="connsiteX15" fmla="*/ 4754009 w 6848263"/>
              <a:gd name="connsiteY15" fmla="*/ 909322 h 2363415"/>
              <a:gd name="connsiteX16" fmla="*/ 5253542 w 6848263"/>
              <a:gd name="connsiteY16" fmla="*/ 274322 h 2363415"/>
              <a:gd name="connsiteX17" fmla="*/ 5818693 w 6848263"/>
              <a:gd name="connsiteY17" fmla="*/ 172768 h 2363415"/>
              <a:gd name="connsiteX18" fmla="*/ 6248376 w 6848263"/>
              <a:gd name="connsiteY18" fmla="*/ 428302 h 2363415"/>
              <a:gd name="connsiteX19" fmla="*/ 6409598 w 6848263"/>
              <a:gd name="connsiteY19" fmla="*/ 623187 h 2363415"/>
              <a:gd name="connsiteX20" fmla="*/ 6561998 w 6848263"/>
              <a:gd name="connsiteY20" fmla="*/ 703089 h 2363415"/>
              <a:gd name="connsiteX21" fmla="*/ 6676298 w 6848263"/>
              <a:gd name="connsiteY21" fmla="*/ 674034 h 2363415"/>
              <a:gd name="connsiteX22" fmla="*/ 6705576 w 6848263"/>
              <a:gd name="connsiteY22" fmla="*/ 529995 h 2363415"/>
              <a:gd name="connsiteX23" fmla="*/ 6676299 w 6848263"/>
              <a:gd name="connsiteY23" fmla="*/ 390745 h 2363415"/>
              <a:gd name="connsiteX24" fmla="*/ 6606450 w 6848263"/>
              <a:gd name="connsiteY24" fmla="*/ 303578 h 2363415"/>
              <a:gd name="connsiteX25" fmla="*/ 6562000 w 6848263"/>
              <a:gd name="connsiteY25" fmla="*/ 194620 h 2363415"/>
              <a:gd name="connsiteX26" fmla="*/ 6542950 w 6848263"/>
              <a:gd name="connsiteY26" fmla="*/ 27550 h 2363415"/>
              <a:gd name="connsiteX27" fmla="*/ 6688999 w 6848263"/>
              <a:gd name="connsiteY27" fmla="*/ 13025 h 2363415"/>
              <a:gd name="connsiteX28" fmla="*/ 6841042 w 6848263"/>
              <a:gd name="connsiteY28" fmla="*/ 26287 h 2363415"/>
              <a:gd name="connsiteX29" fmla="*/ 6822350 w 6848263"/>
              <a:gd name="connsiteY29" fmla="*/ 252730 h 2363415"/>
              <a:gd name="connsiteX30" fmla="*/ 6777900 w 6848263"/>
              <a:gd name="connsiteY30" fmla="*/ 405271 h 2363415"/>
              <a:gd name="connsiteX31" fmla="*/ 6765199 w 6848263"/>
              <a:gd name="connsiteY31" fmla="*/ 659506 h 2363415"/>
              <a:gd name="connsiteX32" fmla="*/ 6688999 w 6848263"/>
              <a:gd name="connsiteY32" fmla="*/ 775729 h 2363415"/>
              <a:gd name="connsiteX33" fmla="*/ 6578576 w 6848263"/>
              <a:gd name="connsiteY33" fmla="*/ 797321 h 2363415"/>
              <a:gd name="connsiteX34" fmla="*/ 6364791 w 6848263"/>
              <a:gd name="connsiteY34" fmla="*/ 712560 h 2363415"/>
              <a:gd name="connsiteX35" fmla="*/ 6098449 w 6848263"/>
              <a:gd name="connsiteY35" fmla="*/ 398005 h 2363415"/>
              <a:gd name="connsiteX36" fmla="*/ 5861026 w 6848263"/>
              <a:gd name="connsiteY36" fmla="*/ 276774 h 2363415"/>
              <a:gd name="connsiteX37" fmla="*/ 5537176 w 6848263"/>
              <a:gd name="connsiteY37" fmla="*/ 257389 h 2363415"/>
              <a:gd name="connsiteX38" fmla="*/ 5355142 w 6848263"/>
              <a:gd name="connsiteY38" fmla="*/ 333589 h 2363415"/>
              <a:gd name="connsiteX39" fmla="*/ 5236609 w 6848263"/>
              <a:gd name="connsiteY39" fmla="*/ 452121 h 2363415"/>
              <a:gd name="connsiteX40" fmla="*/ 5024942 w 6848263"/>
              <a:gd name="connsiteY40" fmla="*/ 833121 h 2363415"/>
              <a:gd name="connsiteX41" fmla="*/ 4847142 w 6848263"/>
              <a:gd name="connsiteY41" fmla="*/ 985522 h 2363415"/>
              <a:gd name="connsiteX42" fmla="*/ 4434950 w 6848263"/>
              <a:gd name="connsiteY42" fmla="*/ 1018010 h 2363415"/>
              <a:gd name="connsiteX43" fmla="*/ 3775653 w 6848263"/>
              <a:gd name="connsiteY43" fmla="*/ 839283 h 2363415"/>
              <a:gd name="connsiteX44" fmla="*/ 3361442 w 6848263"/>
              <a:gd name="connsiteY44" fmla="*/ 842833 h 2363415"/>
              <a:gd name="connsiteX45" fmla="*/ 2693035 w 6848263"/>
              <a:gd name="connsiteY45" fmla="*/ 1324293 h 2363415"/>
              <a:gd name="connsiteX46" fmla="*/ 2030505 w 6848263"/>
              <a:gd name="connsiteY46" fmla="*/ 1975179 h 2363415"/>
              <a:gd name="connsiteX47" fmla="*/ 1623158 w 6848263"/>
              <a:gd name="connsiteY47" fmla="*/ 2361313 h 2363415"/>
              <a:gd name="connsiteX48" fmla="*/ 1721919 w 6848263"/>
              <a:gd name="connsiteY48" fmla="*/ 1812667 h 2363415"/>
              <a:gd name="connsiteX49" fmla="*/ 1650464 w 6848263"/>
              <a:gd name="connsiteY49" fmla="*/ 1859546 h 2363415"/>
              <a:gd name="connsiteX50" fmla="*/ 1393494 w 6848263"/>
              <a:gd name="connsiteY50" fmla="*/ 1838279 h 2363415"/>
              <a:gd name="connsiteX51" fmla="*/ 1058359 w 6848263"/>
              <a:gd name="connsiteY51" fmla="*/ 1899272 h 2363415"/>
              <a:gd name="connsiteX52" fmla="*/ 852729 w 6848263"/>
              <a:gd name="connsiteY52" fmla="*/ 1802499 h 2363415"/>
              <a:gd name="connsiteX53" fmla="*/ 629379 w 6848263"/>
              <a:gd name="connsiteY53" fmla="*/ 1803495 h 2363415"/>
              <a:gd name="connsiteX54" fmla="*/ 389355 w 6848263"/>
              <a:gd name="connsiteY54" fmla="*/ 1623805 h 2363415"/>
              <a:gd name="connsiteX55" fmla="*/ 243233 w 6848263"/>
              <a:gd name="connsiteY55" fmla="*/ 1560644 h 2363415"/>
              <a:gd name="connsiteX56" fmla="*/ 23031 w 6848263"/>
              <a:gd name="connsiteY56" fmla="*/ 1362030 h 2363415"/>
              <a:gd name="connsiteX0" fmla="*/ 23031 w 6848263"/>
              <a:gd name="connsiteY0" fmla="*/ 1362030 h 1984936"/>
              <a:gd name="connsiteX1" fmla="*/ 17208 w 6848263"/>
              <a:gd name="connsiteY1" fmla="*/ 1005092 h 1984936"/>
              <a:gd name="connsiteX2" fmla="*/ 115876 w 6848263"/>
              <a:gd name="connsiteY2" fmla="*/ 960965 h 1984936"/>
              <a:gd name="connsiteX3" fmla="*/ 103334 w 6848263"/>
              <a:gd name="connsiteY3" fmla="*/ 1225226 h 1984936"/>
              <a:gd name="connsiteX4" fmla="*/ 351164 w 6848263"/>
              <a:gd name="connsiteY4" fmla="*/ 1448185 h 1984936"/>
              <a:gd name="connsiteX5" fmla="*/ 592215 w 6848263"/>
              <a:gd name="connsiteY5" fmla="*/ 1626794 h 1984936"/>
              <a:gd name="connsiteX6" fmla="*/ 1117687 w 6848263"/>
              <a:gd name="connsiteY6" fmla="*/ 1597168 h 1984936"/>
              <a:gd name="connsiteX7" fmla="*/ 1343591 w 6848263"/>
              <a:gd name="connsiteY7" fmla="*/ 1612187 h 1984936"/>
              <a:gd name="connsiteX8" fmla="*/ 1543328 w 6848263"/>
              <a:gd name="connsiteY8" fmla="*/ 1551168 h 1984936"/>
              <a:gd name="connsiteX9" fmla="*/ 1779420 w 6848263"/>
              <a:gd name="connsiteY9" fmla="*/ 1621749 h 1984936"/>
              <a:gd name="connsiteX10" fmla="*/ 1922201 w 6848263"/>
              <a:gd name="connsiteY10" fmla="*/ 1608552 h 1984936"/>
              <a:gd name="connsiteX11" fmla="*/ 2066942 w 6848263"/>
              <a:gd name="connsiteY11" fmla="*/ 1572048 h 1984936"/>
              <a:gd name="connsiteX12" fmla="*/ 2287645 w 6848263"/>
              <a:gd name="connsiteY12" fmla="*/ 1495930 h 1984936"/>
              <a:gd name="connsiteX13" fmla="*/ 2540511 w 6848263"/>
              <a:gd name="connsiteY13" fmla="*/ 1341877 h 1984936"/>
              <a:gd name="connsiteX14" fmla="*/ 3385885 w 6848263"/>
              <a:gd name="connsiteY14" fmla="*/ 736610 h 1984936"/>
              <a:gd name="connsiteX15" fmla="*/ 4754009 w 6848263"/>
              <a:gd name="connsiteY15" fmla="*/ 909322 h 1984936"/>
              <a:gd name="connsiteX16" fmla="*/ 5253542 w 6848263"/>
              <a:gd name="connsiteY16" fmla="*/ 274322 h 1984936"/>
              <a:gd name="connsiteX17" fmla="*/ 5818693 w 6848263"/>
              <a:gd name="connsiteY17" fmla="*/ 172768 h 1984936"/>
              <a:gd name="connsiteX18" fmla="*/ 6248376 w 6848263"/>
              <a:gd name="connsiteY18" fmla="*/ 428302 h 1984936"/>
              <a:gd name="connsiteX19" fmla="*/ 6409598 w 6848263"/>
              <a:gd name="connsiteY19" fmla="*/ 623187 h 1984936"/>
              <a:gd name="connsiteX20" fmla="*/ 6561998 w 6848263"/>
              <a:gd name="connsiteY20" fmla="*/ 703089 h 1984936"/>
              <a:gd name="connsiteX21" fmla="*/ 6676298 w 6848263"/>
              <a:gd name="connsiteY21" fmla="*/ 674034 h 1984936"/>
              <a:gd name="connsiteX22" fmla="*/ 6705576 w 6848263"/>
              <a:gd name="connsiteY22" fmla="*/ 529995 h 1984936"/>
              <a:gd name="connsiteX23" fmla="*/ 6676299 w 6848263"/>
              <a:gd name="connsiteY23" fmla="*/ 390745 h 1984936"/>
              <a:gd name="connsiteX24" fmla="*/ 6606450 w 6848263"/>
              <a:gd name="connsiteY24" fmla="*/ 303578 h 1984936"/>
              <a:gd name="connsiteX25" fmla="*/ 6562000 w 6848263"/>
              <a:gd name="connsiteY25" fmla="*/ 194620 h 1984936"/>
              <a:gd name="connsiteX26" fmla="*/ 6542950 w 6848263"/>
              <a:gd name="connsiteY26" fmla="*/ 27550 h 1984936"/>
              <a:gd name="connsiteX27" fmla="*/ 6688999 w 6848263"/>
              <a:gd name="connsiteY27" fmla="*/ 13025 h 1984936"/>
              <a:gd name="connsiteX28" fmla="*/ 6841042 w 6848263"/>
              <a:gd name="connsiteY28" fmla="*/ 26287 h 1984936"/>
              <a:gd name="connsiteX29" fmla="*/ 6822350 w 6848263"/>
              <a:gd name="connsiteY29" fmla="*/ 252730 h 1984936"/>
              <a:gd name="connsiteX30" fmla="*/ 6777900 w 6848263"/>
              <a:gd name="connsiteY30" fmla="*/ 405271 h 1984936"/>
              <a:gd name="connsiteX31" fmla="*/ 6765199 w 6848263"/>
              <a:gd name="connsiteY31" fmla="*/ 659506 h 1984936"/>
              <a:gd name="connsiteX32" fmla="*/ 6688999 w 6848263"/>
              <a:gd name="connsiteY32" fmla="*/ 775729 h 1984936"/>
              <a:gd name="connsiteX33" fmla="*/ 6578576 w 6848263"/>
              <a:gd name="connsiteY33" fmla="*/ 797321 h 1984936"/>
              <a:gd name="connsiteX34" fmla="*/ 6364791 w 6848263"/>
              <a:gd name="connsiteY34" fmla="*/ 712560 h 1984936"/>
              <a:gd name="connsiteX35" fmla="*/ 6098449 w 6848263"/>
              <a:gd name="connsiteY35" fmla="*/ 398005 h 1984936"/>
              <a:gd name="connsiteX36" fmla="*/ 5861026 w 6848263"/>
              <a:gd name="connsiteY36" fmla="*/ 276774 h 1984936"/>
              <a:gd name="connsiteX37" fmla="*/ 5537176 w 6848263"/>
              <a:gd name="connsiteY37" fmla="*/ 257389 h 1984936"/>
              <a:gd name="connsiteX38" fmla="*/ 5355142 w 6848263"/>
              <a:gd name="connsiteY38" fmla="*/ 333589 h 1984936"/>
              <a:gd name="connsiteX39" fmla="*/ 5236609 w 6848263"/>
              <a:gd name="connsiteY39" fmla="*/ 452121 h 1984936"/>
              <a:gd name="connsiteX40" fmla="*/ 5024942 w 6848263"/>
              <a:gd name="connsiteY40" fmla="*/ 833121 h 1984936"/>
              <a:gd name="connsiteX41" fmla="*/ 4847142 w 6848263"/>
              <a:gd name="connsiteY41" fmla="*/ 985522 h 1984936"/>
              <a:gd name="connsiteX42" fmla="*/ 4434950 w 6848263"/>
              <a:gd name="connsiteY42" fmla="*/ 1018010 h 1984936"/>
              <a:gd name="connsiteX43" fmla="*/ 3775653 w 6848263"/>
              <a:gd name="connsiteY43" fmla="*/ 839283 h 1984936"/>
              <a:gd name="connsiteX44" fmla="*/ 3361442 w 6848263"/>
              <a:gd name="connsiteY44" fmla="*/ 842833 h 1984936"/>
              <a:gd name="connsiteX45" fmla="*/ 2693035 w 6848263"/>
              <a:gd name="connsiteY45" fmla="*/ 1324293 h 1984936"/>
              <a:gd name="connsiteX46" fmla="*/ 2030505 w 6848263"/>
              <a:gd name="connsiteY46" fmla="*/ 1975179 h 1984936"/>
              <a:gd name="connsiteX47" fmla="*/ 1845304 w 6848263"/>
              <a:gd name="connsiteY47" fmla="*/ 1722096 h 1984936"/>
              <a:gd name="connsiteX48" fmla="*/ 1721919 w 6848263"/>
              <a:gd name="connsiteY48" fmla="*/ 1812667 h 1984936"/>
              <a:gd name="connsiteX49" fmla="*/ 1650464 w 6848263"/>
              <a:gd name="connsiteY49" fmla="*/ 1859546 h 1984936"/>
              <a:gd name="connsiteX50" fmla="*/ 1393494 w 6848263"/>
              <a:gd name="connsiteY50" fmla="*/ 1838279 h 1984936"/>
              <a:gd name="connsiteX51" fmla="*/ 1058359 w 6848263"/>
              <a:gd name="connsiteY51" fmla="*/ 1899272 h 1984936"/>
              <a:gd name="connsiteX52" fmla="*/ 852729 w 6848263"/>
              <a:gd name="connsiteY52" fmla="*/ 1802499 h 1984936"/>
              <a:gd name="connsiteX53" fmla="*/ 629379 w 6848263"/>
              <a:gd name="connsiteY53" fmla="*/ 1803495 h 1984936"/>
              <a:gd name="connsiteX54" fmla="*/ 389355 w 6848263"/>
              <a:gd name="connsiteY54" fmla="*/ 1623805 h 1984936"/>
              <a:gd name="connsiteX55" fmla="*/ 243233 w 6848263"/>
              <a:gd name="connsiteY55" fmla="*/ 1560644 h 1984936"/>
              <a:gd name="connsiteX56" fmla="*/ 23031 w 6848263"/>
              <a:gd name="connsiteY56" fmla="*/ 1362030 h 1984936"/>
              <a:gd name="connsiteX0" fmla="*/ 23031 w 6848263"/>
              <a:gd name="connsiteY0" fmla="*/ 1362030 h 1899673"/>
              <a:gd name="connsiteX1" fmla="*/ 17208 w 6848263"/>
              <a:gd name="connsiteY1" fmla="*/ 1005092 h 1899673"/>
              <a:gd name="connsiteX2" fmla="*/ 115876 w 6848263"/>
              <a:gd name="connsiteY2" fmla="*/ 960965 h 1899673"/>
              <a:gd name="connsiteX3" fmla="*/ 103334 w 6848263"/>
              <a:gd name="connsiteY3" fmla="*/ 1225226 h 1899673"/>
              <a:gd name="connsiteX4" fmla="*/ 351164 w 6848263"/>
              <a:gd name="connsiteY4" fmla="*/ 1448185 h 1899673"/>
              <a:gd name="connsiteX5" fmla="*/ 592215 w 6848263"/>
              <a:gd name="connsiteY5" fmla="*/ 1626794 h 1899673"/>
              <a:gd name="connsiteX6" fmla="*/ 1117687 w 6848263"/>
              <a:gd name="connsiteY6" fmla="*/ 1597168 h 1899673"/>
              <a:gd name="connsiteX7" fmla="*/ 1343591 w 6848263"/>
              <a:gd name="connsiteY7" fmla="*/ 1612187 h 1899673"/>
              <a:gd name="connsiteX8" fmla="*/ 1543328 w 6848263"/>
              <a:gd name="connsiteY8" fmla="*/ 1551168 h 1899673"/>
              <a:gd name="connsiteX9" fmla="*/ 1779420 w 6848263"/>
              <a:gd name="connsiteY9" fmla="*/ 1621749 h 1899673"/>
              <a:gd name="connsiteX10" fmla="*/ 1922201 w 6848263"/>
              <a:gd name="connsiteY10" fmla="*/ 1608552 h 1899673"/>
              <a:gd name="connsiteX11" fmla="*/ 2066942 w 6848263"/>
              <a:gd name="connsiteY11" fmla="*/ 1572048 h 1899673"/>
              <a:gd name="connsiteX12" fmla="*/ 2287645 w 6848263"/>
              <a:gd name="connsiteY12" fmla="*/ 1495930 h 1899673"/>
              <a:gd name="connsiteX13" fmla="*/ 2540511 w 6848263"/>
              <a:gd name="connsiteY13" fmla="*/ 1341877 h 1899673"/>
              <a:gd name="connsiteX14" fmla="*/ 3385885 w 6848263"/>
              <a:gd name="connsiteY14" fmla="*/ 736610 h 1899673"/>
              <a:gd name="connsiteX15" fmla="*/ 4754009 w 6848263"/>
              <a:gd name="connsiteY15" fmla="*/ 909322 h 1899673"/>
              <a:gd name="connsiteX16" fmla="*/ 5253542 w 6848263"/>
              <a:gd name="connsiteY16" fmla="*/ 274322 h 1899673"/>
              <a:gd name="connsiteX17" fmla="*/ 5818693 w 6848263"/>
              <a:gd name="connsiteY17" fmla="*/ 172768 h 1899673"/>
              <a:gd name="connsiteX18" fmla="*/ 6248376 w 6848263"/>
              <a:gd name="connsiteY18" fmla="*/ 428302 h 1899673"/>
              <a:gd name="connsiteX19" fmla="*/ 6409598 w 6848263"/>
              <a:gd name="connsiteY19" fmla="*/ 623187 h 1899673"/>
              <a:gd name="connsiteX20" fmla="*/ 6561998 w 6848263"/>
              <a:gd name="connsiteY20" fmla="*/ 703089 h 1899673"/>
              <a:gd name="connsiteX21" fmla="*/ 6676298 w 6848263"/>
              <a:gd name="connsiteY21" fmla="*/ 674034 h 1899673"/>
              <a:gd name="connsiteX22" fmla="*/ 6705576 w 6848263"/>
              <a:gd name="connsiteY22" fmla="*/ 529995 h 1899673"/>
              <a:gd name="connsiteX23" fmla="*/ 6676299 w 6848263"/>
              <a:gd name="connsiteY23" fmla="*/ 390745 h 1899673"/>
              <a:gd name="connsiteX24" fmla="*/ 6606450 w 6848263"/>
              <a:gd name="connsiteY24" fmla="*/ 303578 h 1899673"/>
              <a:gd name="connsiteX25" fmla="*/ 6562000 w 6848263"/>
              <a:gd name="connsiteY25" fmla="*/ 194620 h 1899673"/>
              <a:gd name="connsiteX26" fmla="*/ 6542950 w 6848263"/>
              <a:gd name="connsiteY26" fmla="*/ 27550 h 1899673"/>
              <a:gd name="connsiteX27" fmla="*/ 6688999 w 6848263"/>
              <a:gd name="connsiteY27" fmla="*/ 13025 h 1899673"/>
              <a:gd name="connsiteX28" fmla="*/ 6841042 w 6848263"/>
              <a:gd name="connsiteY28" fmla="*/ 26287 h 1899673"/>
              <a:gd name="connsiteX29" fmla="*/ 6822350 w 6848263"/>
              <a:gd name="connsiteY29" fmla="*/ 252730 h 1899673"/>
              <a:gd name="connsiteX30" fmla="*/ 6777900 w 6848263"/>
              <a:gd name="connsiteY30" fmla="*/ 405271 h 1899673"/>
              <a:gd name="connsiteX31" fmla="*/ 6765199 w 6848263"/>
              <a:gd name="connsiteY31" fmla="*/ 659506 h 1899673"/>
              <a:gd name="connsiteX32" fmla="*/ 6688999 w 6848263"/>
              <a:gd name="connsiteY32" fmla="*/ 775729 h 1899673"/>
              <a:gd name="connsiteX33" fmla="*/ 6578576 w 6848263"/>
              <a:gd name="connsiteY33" fmla="*/ 797321 h 1899673"/>
              <a:gd name="connsiteX34" fmla="*/ 6364791 w 6848263"/>
              <a:gd name="connsiteY34" fmla="*/ 712560 h 1899673"/>
              <a:gd name="connsiteX35" fmla="*/ 6098449 w 6848263"/>
              <a:gd name="connsiteY35" fmla="*/ 398005 h 1899673"/>
              <a:gd name="connsiteX36" fmla="*/ 5861026 w 6848263"/>
              <a:gd name="connsiteY36" fmla="*/ 276774 h 1899673"/>
              <a:gd name="connsiteX37" fmla="*/ 5537176 w 6848263"/>
              <a:gd name="connsiteY37" fmla="*/ 257389 h 1899673"/>
              <a:gd name="connsiteX38" fmla="*/ 5355142 w 6848263"/>
              <a:gd name="connsiteY38" fmla="*/ 333589 h 1899673"/>
              <a:gd name="connsiteX39" fmla="*/ 5236609 w 6848263"/>
              <a:gd name="connsiteY39" fmla="*/ 452121 h 1899673"/>
              <a:gd name="connsiteX40" fmla="*/ 5024942 w 6848263"/>
              <a:gd name="connsiteY40" fmla="*/ 833121 h 1899673"/>
              <a:gd name="connsiteX41" fmla="*/ 4847142 w 6848263"/>
              <a:gd name="connsiteY41" fmla="*/ 985522 h 1899673"/>
              <a:gd name="connsiteX42" fmla="*/ 4434950 w 6848263"/>
              <a:gd name="connsiteY42" fmla="*/ 1018010 h 1899673"/>
              <a:gd name="connsiteX43" fmla="*/ 3775653 w 6848263"/>
              <a:gd name="connsiteY43" fmla="*/ 839283 h 1899673"/>
              <a:gd name="connsiteX44" fmla="*/ 3361442 w 6848263"/>
              <a:gd name="connsiteY44" fmla="*/ 842833 h 1899673"/>
              <a:gd name="connsiteX45" fmla="*/ 2693035 w 6848263"/>
              <a:gd name="connsiteY45" fmla="*/ 1324293 h 1899673"/>
              <a:gd name="connsiteX46" fmla="*/ 2106130 w 6848263"/>
              <a:gd name="connsiteY46" fmla="*/ 1829903 h 1899673"/>
              <a:gd name="connsiteX47" fmla="*/ 1845304 w 6848263"/>
              <a:gd name="connsiteY47" fmla="*/ 1722096 h 1899673"/>
              <a:gd name="connsiteX48" fmla="*/ 1721919 w 6848263"/>
              <a:gd name="connsiteY48" fmla="*/ 1812667 h 1899673"/>
              <a:gd name="connsiteX49" fmla="*/ 1650464 w 6848263"/>
              <a:gd name="connsiteY49" fmla="*/ 1859546 h 1899673"/>
              <a:gd name="connsiteX50" fmla="*/ 1393494 w 6848263"/>
              <a:gd name="connsiteY50" fmla="*/ 1838279 h 1899673"/>
              <a:gd name="connsiteX51" fmla="*/ 1058359 w 6848263"/>
              <a:gd name="connsiteY51" fmla="*/ 1899272 h 1899673"/>
              <a:gd name="connsiteX52" fmla="*/ 852729 w 6848263"/>
              <a:gd name="connsiteY52" fmla="*/ 1802499 h 1899673"/>
              <a:gd name="connsiteX53" fmla="*/ 629379 w 6848263"/>
              <a:gd name="connsiteY53" fmla="*/ 1803495 h 1899673"/>
              <a:gd name="connsiteX54" fmla="*/ 389355 w 6848263"/>
              <a:gd name="connsiteY54" fmla="*/ 1623805 h 1899673"/>
              <a:gd name="connsiteX55" fmla="*/ 243233 w 6848263"/>
              <a:gd name="connsiteY55" fmla="*/ 1560644 h 1899673"/>
              <a:gd name="connsiteX56" fmla="*/ 23031 w 6848263"/>
              <a:gd name="connsiteY56" fmla="*/ 1362030 h 1899673"/>
              <a:gd name="connsiteX0" fmla="*/ 25505 w 6850737"/>
              <a:gd name="connsiteY0" fmla="*/ 1362030 h 1899673"/>
              <a:gd name="connsiteX1" fmla="*/ 14956 w 6850737"/>
              <a:gd name="connsiteY1" fmla="*/ 970226 h 1899673"/>
              <a:gd name="connsiteX2" fmla="*/ 118350 w 6850737"/>
              <a:gd name="connsiteY2" fmla="*/ 960965 h 1899673"/>
              <a:gd name="connsiteX3" fmla="*/ 105808 w 6850737"/>
              <a:gd name="connsiteY3" fmla="*/ 1225226 h 1899673"/>
              <a:gd name="connsiteX4" fmla="*/ 353638 w 6850737"/>
              <a:gd name="connsiteY4" fmla="*/ 1448185 h 1899673"/>
              <a:gd name="connsiteX5" fmla="*/ 594689 w 6850737"/>
              <a:gd name="connsiteY5" fmla="*/ 1626794 h 1899673"/>
              <a:gd name="connsiteX6" fmla="*/ 1120161 w 6850737"/>
              <a:gd name="connsiteY6" fmla="*/ 1597168 h 1899673"/>
              <a:gd name="connsiteX7" fmla="*/ 1346065 w 6850737"/>
              <a:gd name="connsiteY7" fmla="*/ 1612187 h 1899673"/>
              <a:gd name="connsiteX8" fmla="*/ 1545802 w 6850737"/>
              <a:gd name="connsiteY8" fmla="*/ 1551168 h 1899673"/>
              <a:gd name="connsiteX9" fmla="*/ 1781894 w 6850737"/>
              <a:gd name="connsiteY9" fmla="*/ 1621749 h 1899673"/>
              <a:gd name="connsiteX10" fmla="*/ 1924675 w 6850737"/>
              <a:gd name="connsiteY10" fmla="*/ 1608552 h 1899673"/>
              <a:gd name="connsiteX11" fmla="*/ 2069416 w 6850737"/>
              <a:gd name="connsiteY11" fmla="*/ 1572048 h 1899673"/>
              <a:gd name="connsiteX12" fmla="*/ 2290119 w 6850737"/>
              <a:gd name="connsiteY12" fmla="*/ 1495930 h 1899673"/>
              <a:gd name="connsiteX13" fmla="*/ 2542985 w 6850737"/>
              <a:gd name="connsiteY13" fmla="*/ 1341877 h 1899673"/>
              <a:gd name="connsiteX14" fmla="*/ 3388359 w 6850737"/>
              <a:gd name="connsiteY14" fmla="*/ 736610 h 1899673"/>
              <a:gd name="connsiteX15" fmla="*/ 4756483 w 6850737"/>
              <a:gd name="connsiteY15" fmla="*/ 909322 h 1899673"/>
              <a:gd name="connsiteX16" fmla="*/ 5256016 w 6850737"/>
              <a:gd name="connsiteY16" fmla="*/ 274322 h 1899673"/>
              <a:gd name="connsiteX17" fmla="*/ 5821167 w 6850737"/>
              <a:gd name="connsiteY17" fmla="*/ 172768 h 1899673"/>
              <a:gd name="connsiteX18" fmla="*/ 6250850 w 6850737"/>
              <a:gd name="connsiteY18" fmla="*/ 428302 h 1899673"/>
              <a:gd name="connsiteX19" fmla="*/ 6412072 w 6850737"/>
              <a:gd name="connsiteY19" fmla="*/ 623187 h 1899673"/>
              <a:gd name="connsiteX20" fmla="*/ 6564472 w 6850737"/>
              <a:gd name="connsiteY20" fmla="*/ 703089 h 1899673"/>
              <a:gd name="connsiteX21" fmla="*/ 6678772 w 6850737"/>
              <a:gd name="connsiteY21" fmla="*/ 674034 h 1899673"/>
              <a:gd name="connsiteX22" fmla="*/ 6708050 w 6850737"/>
              <a:gd name="connsiteY22" fmla="*/ 529995 h 1899673"/>
              <a:gd name="connsiteX23" fmla="*/ 6678773 w 6850737"/>
              <a:gd name="connsiteY23" fmla="*/ 390745 h 1899673"/>
              <a:gd name="connsiteX24" fmla="*/ 6608924 w 6850737"/>
              <a:gd name="connsiteY24" fmla="*/ 303578 h 1899673"/>
              <a:gd name="connsiteX25" fmla="*/ 6564474 w 6850737"/>
              <a:gd name="connsiteY25" fmla="*/ 194620 h 1899673"/>
              <a:gd name="connsiteX26" fmla="*/ 6545424 w 6850737"/>
              <a:gd name="connsiteY26" fmla="*/ 27550 h 1899673"/>
              <a:gd name="connsiteX27" fmla="*/ 6691473 w 6850737"/>
              <a:gd name="connsiteY27" fmla="*/ 13025 h 1899673"/>
              <a:gd name="connsiteX28" fmla="*/ 6843516 w 6850737"/>
              <a:gd name="connsiteY28" fmla="*/ 26287 h 1899673"/>
              <a:gd name="connsiteX29" fmla="*/ 6824824 w 6850737"/>
              <a:gd name="connsiteY29" fmla="*/ 252730 h 1899673"/>
              <a:gd name="connsiteX30" fmla="*/ 6780374 w 6850737"/>
              <a:gd name="connsiteY30" fmla="*/ 405271 h 1899673"/>
              <a:gd name="connsiteX31" fmla="*/ 6767673 w 6850737"/>
              <a:gd name="connsiteY31" fmla="*/ 659506 h 1899673"/>
              <a:gd name="connsiteX32" fmla="*/ 6691473 w 6850737"/>
              <a:gd name="connsiteY32" fmla="*/ 775729 h 1899673"/>
              <a:gd name="connsiteX33" fmla="*/ 6581050 w 6850737"/>
              <a:gd name="connsiteY33" fmla="*/ 797321 h 1899673"/>
              <a:gd name="connsiteX34" fmla="*/ 6367265 w 6850737"/>
              <a:gd name="connsiteY34" fmla="*/ 712560 h 1899673"/>
              <a:gd name="connsiteX35" fmla="*/ 6100923 w 6850737"/>
              <a:gd name="connsiteY35" fmla="*/ 398005 h 1899673"/>
              <a:gd name="connsiteX36" fmla="*/ 5863500 w 6850737"/>
              <a:gd name="connsiteY36" fmla="*/ 276774 h 1899673"/>
              <a:gd name="connsiteX37" fmla="*/ 5539650 w 6850737"/>
              <a:gd name="connsiteY37" fmla="*/ 257389 h 1899673"/>
              <a:gd name="connsiteX38" fmla="*/ 5357616 w 6850737"/>
              <a:gd name="connsiteY38" fmla="*/ 333589 h 1899673"/>
              <a:gd name="connsiteX39" fmla="*/ 5239083 w 6850737"/>
              <a:gd name="connsiteY39" fmla="*/ 452121 h 1899673"/>
              <a:gd name="connsiteX40" fmla="*/ 5027416 w 6850737"/>
              <a:gd name="connsiteY40" fmla="*/ 833121 h 1899673"/>
              <a:gd name="connsiteX41" fmla="*/ 4849616 w 6850737"/>
              <a:gd name="connsiteY41" fmla="*/ 985522 h 1899673"/>
              <a:gd name="connsiteX42" fmla="*/ 4437424 w 6850737"/>
              <a:gd name="connsiteY42" fmla="*/ 1018010 h 1899673"/>
              <a:gd name="connsiteX43" fmla="*/ 3778127 w 6850737"/>
              <a:gd name="connsiteY43" fmla="*/ 839283 h 1899673"/>
              <a:gd name="connsiteX44" fmla="*/ 3363916 w 6850737"/>
              <a:gd name="connsiteY44" fmla="*/ 842833 h 1899673"/>
              <a:gd name="connsiteX45" fmla="*/ 2695509 w 6850737"/>
              <a:gd name="connsiteY45" fmla="*/ 1324293 h 1899673"/>
              <a:gd name="connsiteX46" fmla="*/ 2108604 w 6850737"/>
              <a:gd name="connsiteY46" fmla="*/ 1829903 h 1899673"/>
              <a:gd name="connsiteX47" fmla="*/ 1847778 w 6850737"/>
              <a:gd name="connsiteY47" fmla="*/ 1722096 h 1899673"/>
              <a:gd name="connsiteX48" fmla="*/ 1724393 w 6850737"/>
              <a:gd name="connsiteY48" fmla="*/ 1812667 h 1899673"/>
              <a:gd name="connsiteX49" fmla="*/ 1652938 w 6850737"/>
              <a:gd name="connsiteY49" fmla="*/ 1859546 h 1899673"/>
              <a:gd name="connsiteX50" fmla="*/ 1395968 w 6850737"/>
              <a:gd name="connsiteY50" fmla="*/ 1838279 h 1899673"/>
              <a:gd name="connsiteX51" fmla="*/ 1060833 w 6850737"/>
              <a:gd name="connsiteY51" fmla="*/ 1899272 h 1899673"/>
              <a:gd name="connsiteX52" fmla="*/ 855203 w 6850737"/>
              <a:gd name="connsiteY52" fmla="*/ 1802499 h 1899673"/>
              <a:gd name="connsiteX53" fmla="*/ 631853 w 6850737"/>
              <a:gd name="connsiteY53" fmla="*/ 1803495 h 1899673"/>
              <a:gd name="connsiteX54" fmla="*/ 391829 w 6850737"/>
              <a:gd name="connsiteY54" fmla="*/ 1623805 h 1899673"/>
              <a:gd name="connsiteX55" fmla="*/ 245707 w 6850737"/>
              <a:gd name="connsiteY55" fmla="*/ 1560644 h 1899673"/>
              <a:gd name="connsiteX56" fmla="*/ 25505 w 6850737"/>
              <a:gd name="connsiteY56" fmla="*/ 1362030 h 1899673"/>
              <a:gd name="connsiteX0" fmla="*/ 25505 w 6850737"/>
              <a:gd name="connsiteY0" fmla="*/ 1362030 h 1899673"/>
              <a:gd name="connsiteX1" fmla="*/ 14956 w 6850737"/>
              <a:gd name="connsiteY1" fmla="*/ 970226 h 1899673"/>
              <a:gd name="connsiteX2" fmla="*/ 118350 w 6850737"/>
              <a:gd name="connsiteY2" fmla="*/ 960965 h 1899673"/>
              <a:gd name="connsiteX3" fmla="*/ 110535 w 6850737"/>
              <a:gd name="connsiteY3" fmla="*/ 1225226 h 1899673"/>
              <a:gd name="connsiteX4" fmla="*/ 353638 w 6850737"/>
              <a:gd name="connsiteY4" fmla="*/ 1448185 h 1899673"/>
              <a:gd name="connsiteX5" fmla="*/ 594689 w 6850737"/>
              <a:gd name="connsiteY5" fmla="*/ 1626794 h 1899673"/>
              <a:gd name="connsiteX6" fmla="*/ 1120161 w 6850737"/>
              <a:gd name="connsiteY6" fmla="*/ 1597168 h 1899673"/>
              <a:gd name="connsiteX7" fmla="*/ 1346065 w 6850737"/>
              <a:gd name="connsiteY7" fmla="*/ 1612187 h 1899673"/>
              <a:gd name="connsiteX8" fmla="*/ 1545802 w 6850737"/>
              <a:gd name="connsiteY8" fmla="*/ 1551168 h 1899673"/>
              <a:gd name="connsiteX9" fmla="*/ 1781894 w 6850737"/>
              <a:gd name="connsiteY9" fmla="*/ 1621749 h 1899673"/>
              <a:gd name="connsiteX10" fmla="*/ 1924675 w 6850737"/>
              <a:gd name="connsiteY10" fmla="*/ 1608552 h 1899673"/>
              <a:gd name="connsiteX11" fmla="*/ 2069416 w 6850737"/>
              <a:gd name="connsiteY11" fmla="*/ 1572048 h 1899673"/>
              <a:gd name="connsiteX12" fmla="*/ 2290119 w 6850737"/>
              <a:gd name="connsiteY12" fmla="*/ 1495930 h 1899673"/>
              <a:gd name="connsiteX13" fmla="*/ 2542985 w 6850737"/>
              <a:gd name="connsiteY13" fmla="*/ 1341877 h 1899673"/>
              <a:gd name="connsiteX14" fmla="*/ 3388359 w 6850737"/>
              <a:gd name="connsiteY14" fmla="*/ 736610 h 1899673"/>
              <a:gd name="connsiteX15" fmla="*/ 4756483 w 6850737"/>
              <a:gd name="connsiteY15" fmla="*/ 909322 h 1899673"/>
              <a:gd name="connsiteX16" fmla="*/ 5256016 w 6850737"/>
              <a:gd name="connsiteY16" fmla="*/ 274322 h 1899673"/>
              <a:gd name="connsiteX17" fmla="*/ 5821167 w 6850737"/>
              <a:gd name="connsiteY17" fmla="*/ 172768 h 1899673"/>
              <a:gd name="connsiteX18" fmla="*/ 6250850 w 6850737"/>
              <a:gd name="connsiteY18" fmla="*/ 428302 h 1899673"/>
              <a:gd name="connsiteX19" fmla="*/ 6412072 w 6850737"/>
              <a:gd name="connsiteY19" fmla="*/ 623187 h 1899673"/>
              <a:gd name="connsiteX20" fmla="*/ 6564472 w 6850737"/>
              <a:gd name="connsiteY20" fmla="*/ 703089 h 1899673"/>
              <a:gd name="connsiteX21" fmla="*/ 6678772 w 6850737"/>
              <a:gd name="connsiteY21" fmla="*/ 674034 h 1899673"/>
              <a:gd name="connsiteX22" fmla="*/ 6708050 w 6850737"/>
              <a:gd name="connsiteY22" fmla="*/ 529995 h 1899673"/>
              <a:gd name="connsiteX23" fmla="*/ 6678773 w 6850737"/>
              <a:gd name="connsiteY23" fmla="*/ 390745 h 1899673"/>
              <a:gd name="connsiteX24" fmla="*/ 6608924 w 6850737"/>
              <a:gd name="connsiteY24" fmla="*/ 303578 h 1899673"/>
              <a:gd name="connsiteX25" fmla="*/ 6564474 w 6850737"/>
              <a:gd name="connsiteY25" fmla="*/ 194620 h 1899673"/>
              <a:gd name="connsiteX26" fmla="*/ 6545424 w 6850737"/>
              <a:gd name="connsiteY26" fmla="*/ 27550 h 1899673"/>
              <a:gd name="connsiteX27" fmla="*/ 6691473 w 6850737"/>
              <a:gd name="connsiteY27" fmla="*/ 13025 h 1899673"/>
              <a:gd name="connsiteX28" fmla="*/ 6843516 w 6850737"/>
              <a:gd name="connsiteY28" fmla="*/ 26287 h 1899673"/>
              <a:gd name="connsiteX29" fmla="*/ 6824824 w 6850737"/>
              <a:gd name="connsiteY29" fmla="*/ 252730 h 1899673"/>
              <a:gd name="connsiteX30" fmla="*/ 6780374 w 6850737"/>
              <a:gd name="connsiteY30" fmla="*/ 405271 h 1899673"/>
              <a:gd name="connsiteX31" fmla="*/ 6767673 w 6850737"/>
              <a:gd name="connsiteY31" fmla="*/ 659506 h 1899673"/>
              <a:gd name="connsiteX32" fmla="*/ 6691473 w 6850737"/>
              <a:gd name="connsiteY32" fmla="*/ 775729 h 1899673"/>
              <a:gd name="connsiteX33" fmla="*/ 6581050 w 6850737"/>
              <a:gd name="connsiteY33" fmla="*/ 797321 h 1899673"/>
              <a:gd name="connsiteX34" fmla="*/ 6367265 w 6850737"/>
              <a:gd name="connsiteY34" fmla="*/ 712560 h 1899673"/>
              <a:gd name="connsiteX35" fmla="*/ 6100923 w 6850737"/>
              <a:gd name="connsiteY35" fmla="*/ 398005 h 1899673"/>
              <a:gd name="connsiteX36" fmla="*/ 5863500 w 6850737"/>
              <a:gd name="connsiteY36" fmla="*/ 276774 h 1899673"/>
              <a:gd name="connsiteX37" fmla="*/ 5539650 w 6850737"/>
              <a:gd name="connsiteY37" fmla="*/ 257389 h 1899673"/>
              <a:gd name="connsiteX38" fmla="*/ 5357616 w 6850737"/>
              <a:gd name="connsiteY38" fmla="*/ 333589 h 1899673"/>
              <a:gd name="connsiteX39" fmla="*/ 5239083 w 6850737"/>
              <a:gd name="connsiteY39" fmla="*/ 452121 h 1899673"/>
              <a:gd name="connsiteX40" fmla="*/ 5027416 w 6850737"/>
              <a:gd name="connsiteY40" fmla="*/ 833121 h 1899673"/>
              <a:gd name="connsiteX41" fmla="*/ 4849616 w 6850737"/>
              <a:gd name="connsiteY41" fmla="*/ 985522 h 1899673"/>
              <a:gd name="connsiteX42" fmla="*/ 4437424 w 6850737"/>
              <a:gd name="connsiteY42" fmla="*/ 1018010 h 1899673"/>
              <a:gd name="connsiteX43" fmla="*/ 3778127 w 6850737"/>
              <a:gd name="connsiteY43" fmla="*/ 839283 h 1899673"/>
              <a:gd name="connsiteX44" fmla="*/ 3363916 w 6850737"/>
              <a:gd name="connsiteY44" fmla="*/ 842833 h 1899673"/>
              <a:gd name="connsiteX45" fmla="*/ 2695509 w 6850737"/>
              <a:gd name="connsiteY45" fmla="*/ 1324293 h 1899673"/>
              <a:gd name="connsiteX46" fmla="*/ 2108604 w 6850737"/>
              <a:gd name="connsiteY46" fmla="*/ 1829903 h 1899673"/>
              <a:gd name="connsiteX47" fmla="*/ 1847778 w 6850737"/>
              <a:gd name="connsiteY47" fmla="*/ 1722096 h 1899673"/>
              <a:gd name="connsiteX48" fmla="*/ 1724393 w 6850737"/>
              <a:gd name="connsiteY48" fmla="*/ 1812667 h 1899673"/>
              <a:gd name="connsiteX49" fmla="*/ 1652938 w 6850737"/>
              <a:gd name="connsiteY49" fmla="*/ 1859546 h 1899673"/>
              <a:gd name="connsiteX50" fmla="*/ 1395968 w 6850737"/>
              <a:gd name="connsiteY50" fmla="*/ 1838279 h 1899673"/>
              <a:gd name="connsiteX51" fmla="*/ 1060833 w 6850737"/>
              <a:gd name="connsiteY51" fmla="*/ 1899272 h 1899673"/>
              <a:gd name="connsiteX52" fmla="*/ 855203 w 6850737"/>
              <a:gd name="connsiteY52" fmla="*/ 1802499 h 1899673"/>
              <a:gd name="connsiteX53" fmla="*/ 631853 w 6850737"/>
              <a:gd name="connsiteY53" fmla="*/ 1803495 h 1899673"/>
              <a:gd name="connsiteX54" fmla="*/ 391829 w 6850737"/>
              <a:gd name="connsiteY54" fmla="*/ 1623805 h 1899673"/>
              <a:gd name="connsiteX55" fmla="*/ 245707 w 6850737"/>
              <a:gd name="connsiteY55" fmla="*/ 1560644 h 1899673"/>
              <a:gd name="connsiteX56" fmla="*/ 25505 w 6850737"/>
              <a:gd name="connsiteY56" fmla="*/ 1362030 h 1899673"/>
              <a:gd name="connsiteX0" fmla="*/ 25505 w 6850737"/>
              <a:gd name="connsiteY0" fmla="*/ 1362030 h 1899673"/>
              <a:gd name="connsiteX1" fmla="*/ 14956 w 6850737"/>
              <a:gd name="connsiteY1" fmla="*/ 970226 h 1899673"/>
              <a:gd name="connsiteX2" fmla="*/ 118350 w 6850737"/>
              <a:gd name="connsiteY2" fmla="*/ 960965 h 1899673"/>
              <a:gd name="connsiteX3" fmla="*/ 110535 w 6850737"/>
              <a:gd name="connsiteY3" fmla="*/ 1225226 h 1899673"/>
              <a:gd name="connsiteX4" fmla="*/ 320552 w 6850737"/>
              <a:gd name="connsiteY4" fmla="*/ 1442374 h 1899673"/>
              <a:gd name="connsiteX5" fmla="*/ 594689 w 6850737"/>
              <a:gd name="connsiteY5" fmla="*/ 1626794 h 1899673"/>
              <a:gd name="connsiteX6" fmla="*/ 1120161 w 6850737"/>
              <a:gd name="connsiteY6" fmla="*/ 1597168 h 1899673"/>
              <a:gd name="connsiteX7" fmla="*/ 1346065 w 6850737"/>
              <a:gd name="connsiteY7" fmla="*/ 1612187 h 1899673"/>
              <a:gd name="connsiteX8" fmla="*/ 1545802 w 6850737"/>
              <a:gd name="connsiteY8" fmla="*/ 1551168 h 1899673"/>
              <a:gd name="connsiteX9" fmla="*/ 1781894 w 6850737"/>
              <a:gd name="connsiteY9" fmla="*/ 1621749 h 1899673"/>
              <a:gd name="connsiteX10" fmla="*/ 1924675 w 6850737"/>
              <a:gd name="connsiteY10" fmla="*/ 1608552 h 1899673"/>
              <a:gd name="connsiteX11" fmla="*/ 2069416 w 6850737"/>
              <a:gd name="connsiteY11" fmla="*/ 1572048 h 1899673"/>
              <a:gd name="connsiteX12" fmla="*/ 2290119 w 6850737"/>
              <a:gd name="connsiteY12" fmla="*/ 1495930 h 1899673"/>
              <a:gd name="connsiteX13" fmla="*/ 2542985 w 6850737"/>
              <a:gd name="connsiteY13" fmla="*/ 1341877 h 1899673"/>
              <a:gd name="connsiteX14" fmla="*/ 3388359 w 6850737"/>
              <a:gd name="connsiteY14" fmla="*/ 736610 h 1899673"/>
              <a:gd name="connsiteX15" fmla="*/ 4756483 w 6850737"/>
              <a:gd name="connsiteY15" fmla="*/ 909322 h 1899673"/>
              <a:gd name="connsiteX16" fmla="*/ 5256016 w 6850737"/>
              <a:gd name="connsiteY16" fmla="*/ 274322 h 1899673"/>
              <a:gd name="connsiteX17" fmla="*/ 5821167 w 6850737"/>
              <a:gd name="connsiteY17" fmla="*/ 172768 h 1899673"/>
              <a:gd name="connsiteX18" fmla="*/ 6250850 w 6850737"/>
              <a:gd name="connsiteY18" fmla="*/ 428302 h 1899673"/>
              <a:gd name="connsiteX19" fmla="*/ 6412072 w 6850737"/>
              <a:gd name="connsiteY19" fmla="*/ 623187 h 1899673"/>
              <a:gd name="connsiteX20" fmla="*/ 6564472 w 6850737"/>
              <a:gd name="connsiteY20" fmla="*/ 703089 h 1899673"/>
              <a:gd name="connsiteX21" fmla="*/ 6678772 w 6850737"/>
              <a:gd name="connsiteY21" fmla="*/ 674034 h 1899673"/>
              <a:gd name="connsiteX22" fmla="*/ 6708050 w 6850737"/>
              <a:gd name="connsiteY22" fmla="*/ 529995 h 1899673"/>
              <a:gd name="connsiteX23" fmla="*/ 6678773 w 6850737"/>
              <a:gd name="connsiteY23" fmla="*/ 390745 h 1899673"/>
              <a:gd name="connsiteX24" fmla="*/ 6608924 w 6850737"/>
              <a:gd name="connsiteY24" fmla="*/ 303578 h 1899673"/>
              <a:gd name="connsiteX25" fmla="*/ 6564474 w 6850737"/>
              <a:gd name="connsiteY25" fmla="*/ 194620 h 1899673"/>
              <a:gd name="connsiteX26" fmla="*/ 6545424 w 6850737"/>
              <a:gd name="connsiteY26" fmla="*/ 27550 h 1899673"/>
              <a:gd name="connsiteX27" fmla="*/ 6691473 w 6850737"/>
              <a:gd name="connsiteY27" fmla="*/ 13025 h 1899673"/>
              <a:gd name="connsiteX28" fmla="*/ 6843516 w 6850737"/>
              <a:gd name="connsiteY28" fmla="*/ 26287 h 1899673"/>
              <a:gd name="connsiteX29" fmla="*/ 6824824 w 6850737"/>
              <a:gd name="connsiteY29" fmla="*/ 252730 h 1899673"/>
              <a:gd name="connsiteX30" fmla="*/ 6780374 w 6850737"/>
              <a:gd name="connsiteY30" fmla="*/ 405271 h 1899673"/>
              <a:gd name="connsiteX31" fmla="*/ 6767673 w 6850737"/>
              <a:gd name="connsiteY31" fmla="*/ 659506 h 1899673"/>
              <a:gd name="connsiteX32" fmla="*/ 6691473 w 6850737"/>
              <a:gd name="connsiteY32" fmla="*/ 775729 h 1899673"/>
              <a:gd name="connsiteX33" fmla="*/ 6581050 w 6850737"/>
              <a:gd name="connsiteY33" fmla="*/ 797321 h 1899673"/>
              <a:gd name="connsiteX34" fmla="*/ 6367265 w 6850737"/>
              <a:gd name="connsiteY34" fmla="*/ 712560 h 1899673"/>
              <a:gd name="connsiteX35" fmla="*/ 6100923 w 6850737"/>
              <a:gd name="connsiteY35" fmla="*/ 398005 h 1899673"/>
              <a:gd name="connsiteX36" fmla="*/ 5863500 w 6850737"/>
              <a:gd name="connsiteY36" fmla="*/ 276774 h 1899673"/>
              <a:gd name="connsiteX37" fmla="*/ 5539650 w 6850737"/>
              <a:gd name="connsiteY37" fmla="*/ 257389 h 1899673"/>
              <a:gd name="connsiteX38" fmla="*/ 5357616 w 6850737"/>
              <a:gd name="connsiteY38" fmla="*/ 333589 h 1899673"/>
              <a:gd name="connsiteX39" fmla="*/ 5239083 w 6850737"/>
              <a:gd name="connsiteY39" fmla="*/ 452121 h 1899673"/>
              <a:gd name="connsiteX40" fmla="*/ 5027416 w 6850737"/>
              <a:gd name="connsiteY40" fmla="*/ 833121 h 1899673"/>
              <a:gd name="connsiteX41" fmla="*/ 4849616 w 6850737"/>
              <a:gd name="connsiteY41" fmla="*/ 985522 h 1899673"/>
              <a:gd name="connsiteX42" fmla="*/ 4437424 w 6850737"/>
              <a:gd name="connsiteY42" fmla="*/ 1018010 h 1899673"/>
              <a:gd name="connsiteX43" fmla="*/ 3778127 w 6850737"/>
              <a:gd name="connsiteY43" fmla="*/ 839283 h 1899673"/>
              <a:gd name="connsiteX44" fmla="*/ 3363916 w 6850737"/>
              <a:gd name="connsiteY44" fmla="*/ 842833 h 1899673"/>
              <a:gd name="connsiteX45" fmla="*/ 2695509 w 6850737"/>
              <a:gd name="connsiteY45" fmla="*/ 1324293 h 1899673"/>
              <a:gd name="connsiteX46" fmla="*/ 2108604 w 6850737"/>
              <a:gd name="connsiteY46" fmla="*/ 1829903 h 1899673"/>
              <a:gd name="connsiteX47" fmla="*/ 1847778 w 6850737"/>
              <a:gd name="connsiteY47" fmla="*/ 1722096 h 1899673"/>
              <a:gd name="connsiteX48" fmla="*/ 1724393 w 6850737"/>
              <a:gd name="connsiteY48" fmla="*/ 1812667 h 1899673"/>
              <a:gd name="connsiteX49" fmla="*/ 1652938 w 6850737"/>
              <a:gd name="connsiteY49" fmla="*/ 1859546 h 1899673"/>
              <a:gd name="connsiteX50" fmla="*/ 1395968 w 6850737"/>
              <a:gd name="connsiteY50" fmla="*/ 1838279 h 1899673"/>
              <a:gd name="connsiteX51" fmla="*/ 1060833 w 6850737"/>
              <a:gd name="connsiteY51" fmla="*/ 1899272 h 1899673"/>
              <a:gd name="connsiteX52" fmla="*/ 855203 w 6850737"/>
              <a:gd name="connsiteY52" fmla="*/ 1802499 h 1899673"/>
              <a:gd name="connsiteX53" fmla="*/ 631853 w 6850737"/>
              <a:gd name="connsiteY53" fmla="*/ 1803495 h 1899673"/>
              <a:gd name="connsiteX54" fmla="*/ 391829 w 6850737"/>
              <a:gd name="connsiteY54" fmla="*/ 1623805 h 1899673"/>
              <a:gd name="connsiteX55" fmla="*/ 245707 w 6850737"/>
              <a:gd name="connsiteY55" fmla="*/ 1560644 h 1899673"/>
              <a:gd name="connsiteX56" fmla="*/ 25505 w 6850737"/>
              <a:gd name="connsiteY56" fmla="*/ 1362030 h 1899673"/>
              <a:gd name="connsiteX0" fmla="*/ 25505 w 6850737"/>
              <a:gd name="connsiteY0" fmla="*/ 1362030 h 1899673"/>
              <a:gd name="connsiteX1" fmla="*/ 14956 w 6850737"/>
              <a:gd name="connsiteY1" fmla="*/ 970226 h 1899673"/>
              <a:gd name="connsiteX2" fmla="*/ 118350 w 6850737"/>
              <a:gd name="connsiteY2" fmla="*/ 960965 h 1899673"/>
              <a:gd name="connsiteX3" fmla="*/ 110535 w 6850737"/>
              <a:gd name="connsiteY3" fmla="*/ 1225226 h 1899673"/>
              <a:gd name="connsiteX4" fmla="*/ 320552 w 6850737"/>
              <a:gd name="connsiteY4" fmla="*/ 1442374 h 1899673"/>
              <a:gd name="connsiteX5" fmla="*/ 594689 w 6850737"/>
              <a:gd name="connsiteY5" fmla="*/ 1626794 h 1899673"/>
              <a:gd name="connsiteX6" fmla="*/ 1120161 w 6850737"/>
              <a:gd name="connsiteY6" fmla="*/ 1597168 h 1899673"/>
              <a:gd name="connsiteX7" fmla="*/ 1346065 w 6850737"/>
              <a:gd name="connsiteY7" fmla="*/ 1612187 h 1899673"/>
              <a:gd name="connsiteX8" fmla="*/ 1545802 w 6850737"/>
              <a:gd name="connsiteY8" fmla="*/ 1551168 h 1899673"/>
              <a:gd name="connsiteX9" fmla="*/ 1781894 w 6850737"/>
              <a:gd name="connsiteY9" fmla="*/ 1621749 h 1899673"/>
              <a:gd name="connsiteX10" fmla="*/ 1924675 w 6850737"/>
              <a:gd name="connsiteY10" fmla="*/ 1608552 h 1899673"/>
              <a:gd name="connsiteX11" fmla="*/ 2069416 w 6850737"/>
              <a:gd name="connsiteY11" fmla="*/ 1572048 h 1899673"/>
              <a:gd name="connsiteX12" fmla="*/ 2290119 w 6850737"/>
              <a:gd name="connsiteY12" fmla="*/ 1495930 h 1899673"/>
              <a:gd name="connsiteX13" fmla="*/ 2542985 w 6850737"/>
              <a:gd name="connsiteY13" fmla="*/ 1341877 h 1899673"/>
              <a:gd name="connsiteX14" fmla="*/ 3388359 w 6850737"/>
              <a:gd name="connsiteY14" fmla="*/ 736610 h 1899673"/>
              <a:gd name="connsiteX15" fmla="*/ 4756483 w 6850737"/>
              <a:gd name="connsiteY15" fmla="*/ 909322 h 1899673"/>
              <a:gd name="connsiteX16" fmla="*/ 5256016 w 6850737"/>
              <a:gd name="connsiteY16" fmla="*/ 274322 h 1899673"/>
              <a:gd name="connsiteX17" fmla="*/ 5821167 w 6850737"/>
              <a:gd name="connsiteY17" fmla="*/ 172768 h 1899673"/>
              <a:gd name="connsiteX18" fmla="*/ 6250850 w 6850737"/>
              <a:gd name="connsiteY18" fmla="*/ 428302 h 1899673"/>
              <a:gd name="connsiteX19" fmla="*/ 6412072 w 6850737"/>
              <a:gd name="connsiteY19" fmla="*/ 623187 h 1899673"/>
              <a:gd name="connsiteX20" fmla="*/ 6564472 w 6850737"/>
              <a:gd name="connsiteY20" fmla="*/ 703089 h 1899673"/>
              <a:gd name="connsiteX21" fmla="*/ 6678772 w 6850737"/>
              <a:gd name="connsiteY21" fmla="*/ 674034 h 1899673"/>
              <a:gd name="connsiteX22" fmla="*/ 6708050 w 6850737"/>
              <a:gd name="connsiteY22" fmla="*/ 529995 h 1899673"/>
              <a:gd name="connsiteX23" fmla="*/ 6678773 w 6850737"/>
              <a:gd name="connsiteY23" fmla="*/ 390745 h 1899673"/>
              <a:gd name="connsiteX24" fmla="*/ 6608924 w 6850737"/>
              <a:gd name="connsiteY24" fmla="*/ 303578 h 1899673"/>
              <a:gd name="connsiteX25" fmla="*/ 6564474 w 6850737"/>
              <a:gd name="connsiteY25" fmla="*/ 194620 h 1899673"/>
              <a:gd name="connsiteX26" fmla="*/ 6545424 w 6850737"/>
              <a:gd name="connsiteY26" fmla="*/ 27550 h 1899673"/>
              <a:gd name="connsiteX27" fmla="*/ 6691473 w 6850737"/>
              <a:gd name="connsiteY27" fmla="*/ 13025 h 1899673"/>
              <a:gd name="connsiteX28" fmla="*/ 6843516 w 6850737"/>
              <a:gd name="connsiteY28" fmla="*/ 26287 h 1899673"/>
              <a:gd name="connsiteX29" fmla="*/ 6824824 w 6850737"/>
              <a:gd name="connsiteY29" fmla="*/ 252730 h 1899673"/>
              <a:gd name="connsiteX30" fmla="*/ 6780374 w 6850737"/>
              <a:gd name="connsiteY30" fmla="*/ 405271 h 1899673"/>
              <a:gd name="connsiteX31" fmla="*/ 6767673 w 6850737"/>
              <a:gd name="connsiteY31" fmla="*/ 659506 h 1899673"/>
              <a:gd name="connsiteX32" fmla="*/ 6691473 w 6850737"/>
              <a:gd name="connsiteY32" fmla="*/ 775729 h 1899673"/>
              <a:gd name="connsiteX33" fmla="*/ 6581050 w 6850737"/>
              <a:gd name="connsiteY33" fmla="*/ 797321 h 1899673"/>
              <a:gd name="connsiteX34" fmla="*/ 6367265 w 6850737"/>
              <a:gd name="connsiteY34" fmla="*/ 712560 h 1899673"/>
              <a:gd name="connsiteX35" fmla="*/ 6100923 w 6850737"/>
              <a:gd name="connsiteY35" fmla="*/ 398005 h 1899673"/>
              <a:gd name="connsiteX36" fmla="*/ 5863500 w 6850737"/>
              <a:gd name="connsiteY36" fmla="*/ 276774 h 1899673"/>
              <a:gd name="connsiteX37" fmla="*/ 5539650 w 6850737"/>
              <a:gd name="connsiteY37" fmla="*/ 257389 h 1899673"/>
              <a:gd name="connsiteX38" fmla="*/ 5357616 w 6850737"/>
              <a:gd name="connsiteY38" fmla="*/ 333589 h 1899673"/>
              <a:gd name="connsiteX39" fmla="*/ 5239083 w 6850737"/>
              <a:gd name="connsiteY39" fmla="*/ 452121 h 1899673"/>
              <a:gd name="connsiteX40" fmla="*/ 5027416 w 6850737"/>
              <a:gd name="connsiteY40" fmla="*/ 833121 h 1899673"/>
              <a:gd name="connsiteX41" fmla="*/ 4849616 w 6850737"/>
              <a:gd name="connsiteY41" fmla="*/ 985522 h 1899673"/>
              <a:gd name="connsiteX42" fmla="*/ 4437424 w 6850737"/>
              <a:gd name="connsiteY42" fmla="*/ 1018010 h 1899673"/>
              <a:gd name="connsiteX43" fmla="*/ 3778127 w 6850737"/>
              <a:gd name="connsiteY43" fmla="*/ 839283 h 1899673"/>
              <a:gd name="connsiteX44" fmla="*/ 3363916 w 6850737"/>
              <a:gd name="connsiteY44" fmla="*/ 842833 h 1899673"/>
              <a:gd name="connsiteX45" fmla="*/ 2695509 w 6850737"/>
              <a:gd name="connsiteY45" fmla="*/ 1324293 h 1899673"/>
              <a:gd name="connsiteX46" fmla="*/ 2108604 w 6850737"/>
              <a:gd name="connsiteY46" fmla="*/ 1829903 h 1899673"/>
              <a:gd name="connsiteX47" fmla="*/ 1847778 w 6850737"/>
              <a:gd name="connsiteY47" fmla="*/ 1722096 h 1899673"/>
              <a:gd name="connsiteX48" fmla="*/ 1724393 w 6850737"/>
              <a:gd name="connsiteY48" fmla="*/ 1812667 h 1899673"/>
              <a:gd name="connsiteX49" fmla="*/ 1652938 w 6850737"/>
              <a:gd name="connsiteY49" fmla="*/ 1859546 h 1899673"/>
              <a:gd name="connsiteX50" fmla="*/ 1395968 w 6850737"/>
              <a:gd name="connsiteY50" fmla="*/ 1838279 h 1899673"/>
              <a:gd name="connsiteX51" fmla="*/ 1060833 w 6850737"/>
              <a:gd name="connsiteY51" fmla="*/ 1899272 h 1899673"/>
              <a:gd name="connsiteX52" fmla="*/ 855203 w 6850737"/>
              <a:gd name="connsiteY52" fmla="*/ 1802499 h 1899673"/>
              <a:gd name="connsiteX53" fmla="*/ 631853 w 6850737"/>
              <a:gd name="connsiteY53" fmla="*/ 1803495 h 1899673"/>
              <a:gd name="connsiteX54" fmla="*/ 368196 w 6850737"/>
              <a:gd name="connsiteY54" fmla="*/ 1629616 h 1899673"/>
              <a:gd name="connsiteX55" fmla="*/ 245707 w 6850737"/>
              <a:gd name="connsiteY55" fmla="*/ 1560644 h 1899673"/>
              <a:gd name="connsiteX56" fmla="*/ 25505 w 6850737"/>
              <a:gd name="connsiteY56" fmla="*/ 1362030 h 1899673"/>
              <a:gd name="connsiteX0" fmla="*/ 25505 w 6850737"/>
              <a:gd name="connsiteY0" fmla="*/ 1362030 h 1899673"/>
              <a:gd name="connsiteX1" fmla="*/ 14956 w 6850737"/>
              <a:gd name="connsiteY1" fmla="*/ 970226 h 1899673"/>
              <a:gd name="connsiteX2" fmla="*/ 118350 w 6850737"/>
              <a:gd name="connsiteY2" fmla="*/ 960965 h 1899673"/>
              <a:gd name="connsiteX3" fmla="*/ 110535 w 6850737"/>
              <a:gd name="connsiteY3" fmla="*/ 1225226 h 1899673"/>
              <a:gd name="connsiteX4" fmla="*/ 320552 w 6850737"/>
              <a:gd name="connsiteY4" fmla="*/ 1442374 h 1899673"/>
              <a:gd name="connsiteX5" fmla="*/ 594689 w 6850737"/>
              <a:gd name="connsiteY5" fmla="*/ 1626794 h 1899673"/>
              <a:gd name="connsiteX6" fmla="*/ 1120161 w 6850737"/>
              <a:gd name="connsiteY6" fmla="*/ 1597168 h 1899673"/>
              <a:gd name="connsiteX7" fmla="*/ 1346065 w 6850737"/>
              <a:gd name="connsiteY7" fmla="*/ 1612187 h 1899673"/>
              <a:gd name="connsiteX8" fmla="*/ 1545802 w 6850737"/>
              <a:gd name="connsiteY8" fmla="*/ 1551168 h 1899673"/>
              <a:gd name="connsiteX9" fmla="*/ 1781894 w 6850737"/>
              <a:gd name="connsiteY9" fmla="*/ 1621749 h 1899673"/>
              <a:gd name="connsiteX10" fmla="*/ 1924675 w 6850737"/>
              <a:gd name="connsiteY10" fmla="*/ 1608552 h 1899673"/>
              <a:gd name="connsiteX11" fmla="*/ 2069416 w 6850737"/>
              <a:gd name="connsiteY11" fmla="*/ 1572048 h 1899673"/>
              <a:gd name="connsiteX12" fmla="*/ 2290119 w 6850737"/>
              <a:gd name="connsiteY12" fmla="*/ 1495930 h 1899673"/>
              <a:gd name="connsiteX13" fmla="*/ 2542985 w 6850737"/>
              <a:gd name="connsiteY13" fmla="*/ 1341877 h 1899673"/>
              <a:gd name="connsiteX14" fmla="*/ 3388359 w 6850737"/>
              <a:gd name="connsiteY14" fmla="*/ 736610 h 1899673"/>
              <a:gd name="connsiteX15" fmla="*/ 4756483 w 6850737"/>
              <a:gd name="connsiteY15" fmla="*/ 909322 h 1899673"/>
              <a:gd name="connsiteX16" fmla="*/ 5256016 w 6850737"/>
              <a:gd name="connsiteY16" fmla="*/ 274322 h 1899673"/>
              <a:gd name="connsiteX17" fmla="*/ 5821167 w 6850737"/>
              <a:gd name="connsiteY17" fmla="*/ 172768 h 1899673"/>
              <a:gd name="connsiteX18" fmla="*/ 6250850 w 6850737"/>
              <a:gd name="connsiteY18" fmla="*/ 428302 h 1899673"/>
              <a:gd name="connsiteX19" fmla="*/ 6412072 w 6850737"/>
              <a:gd name="connsiteY19" fmla="*/ 623187 h 1899673"/>
              <a:gd name="connsiteX20" fmla="*/ 6564472 w 6850737"/>
              <a:gd name="connsiteY20" fmla="*/ 703089 h 1899673"/>
              <a:gd name="connsiteX21" fmla="*/ 6678772 w 6850737"/>
              <a:gd name="connsiteY21" fmla="*/ 674034 h 1899673"/>
              <a:gd name="connsiteX22" fmla="*/ 6708050 w 6850737"/>
              <a:gd name="connsiteY22" fmla="*/ 529995 h 1899673"/>
              <a:gd name="connsiteX23" fmla="*/ 6678773 w 6850737"/>
              <a:gd name="connsiteY23" fmla="*/ 390745 h 1899673"/>
              <a:gd name="connsiteX24" fmla="*/ 6608924 w 6850737"/>
              <a:gd name="connsiteY24" fmla="*/ 303578 h 1899673"/>
              <a:gd name="connsiteX25" fmla="*/ 6564474 w 6850737"/>
              <a:gd name="connsiteY25" fmla="*/ 194620 h 1899673"/>
              <a:gd name="connsiteX26" fmla="*/ 6545424 w 6850737"/>
              <a:gd name="connsiteY26" fmla="*/ 27550 h 1899673"/>
              <a:gd name="connsiteX27" fmla="*/ 6691473 w 6850737"/>
              <a:gd name="connsiteY27" fmla="*/ 13025 h 1899673"/>
              <a:gd name="connsiteX28" fmla="*/ 6843516 w 6850737"/>
              <a:gd name="connsiteY28" fmla="*/ 26287 h 1899673"/>
              <a:gd name="connsiteX29" fmla="*/ 6824824 w 6850737"/>
              <a:gd name="connsiteY29" fmla="*/ 252730 h 1899673"/>
              <a:gd name="connsiteX30" fmla="*/ 6780374 w 6850737"/>
              <a:gd name="connsiteY30" fmla="*/ 405271 h 1899673"/>
              <a:gd name="connsiteX31" fmla="*/ 6767673 w 6850737"/>
              <a:gd name="connsiteY31" fmla="*/ 659506 h 1899673"/>
              <a:gd name="connsiteX32" fmla="*/ 6691473 w 6850737"/>
              <a:gd name="connsiteY32" fmla="*/ 775729 h 1899673"/>
              <a:gd name="connsiteX33" fmla="*/ 6581050 w 6850737"/>
              <a:gd name="connsiteY33" fmla="*/ 797321 h 1899673"/>
              <a:gd name="connsiteX34" fmla="*/ 6367265 w 6850737"/>
              <a:gd name="connsiteY34" fmla="*/ 712560 h 1899673"/>
              <a:gd name="connsiteX35" fmla="*/ 6100923 w 6850737"/>
              <a:gd name="connsiteY35" fmla="*/ 398005 h 1899673"/>
              <a:gd name="connsiteX36" fmla="*/ 5863500 w 6850737"/>
              <a:gd name="connsiteY36" fmla="*/ 276774 h 1899673"/>
              <a:gd name="connsiteX37" fmla="*/ 5539650 w 6850737"/>
              <a:gd name="connsiteY37" fmla="*/ 257389 h 1899673"/>
              <a:gd name="connsiteX38" fmla="*/ 5357616 w 6850737"/>
              <a:gd name="connsiteY38" fmla="*/ 333589 h 1899673"/>
              <a:gd name="connsiteX39" fmla="*/ 5239083 w 6850737"/>
              <a:gd name="connsiteY39" fmla="*/ 452121 h 1899673"/>
              <a:gd name="connsiteX40" fmla="*/ 5027416 w 6850737"/>
              <a:gd name="connsiteY40" fmla="*/ 833121 h 1899673"/>
              <a:gd name="connsiteX41" fmla="*/ 4849616 w 6850737"/>
              <a:gd name="connsiteY41" fmla="*/ 985522 h 1899673"/>
              <a:gd name="connsiteX42" fmla="*/ 4437424 w 6850737"/>
              <a:gd name="connsiteY42" fmla="*/ 1018010 h 1899673"/>
              <a:gd name="connsiteX43" fmla="*/ 3778127 w 6850737"/>
              <a:gd name="connsiteY43" fmla="*/ 839283 h 1899673"/>
              <a:gd name="connsiteX44" fmla="*/ 3363916 w 6850737"/>
              <a:gd name="connsiteY44" fmla="*/ 842833 h 1899673"/>
              <a:gd name="connsiteX45" fmla="*/ 2695509 w 6850737"/>
              <a:gd name="connsiteY45" fmla="*/ 1324293 h 1899673"/>
              <a:gd name="connsiteX46" fmla="*/ 2108604 w 6850737"/>
              <a:gd name="connsiteY46" fmla="*/ 1829903 h 1899673"/>
              <a:gd name="connsiteX47" fmla="*/ 1847778 w 6850737"/>
              <a:gd name="connsiteY47" fmla="*/ 1722096 h 1899673"/>
              <a:gd name="connsiteX48" fmla="*/ 1724393 w 6850737"/>
              <a:gd name="connsiteY48" fmla="*/ 1812667 h 1899673"/>
              <a:gd name="connsiteX49" fmla="*/ 1652938 w 6850737"/>
              <a:gd name="connsiteY49" fmla="*/ 1859546 h 1899673"/>
              <a:gd name="connsiteX50" fmla="*/ 1395968 w 6850737"/>
              <a:gd name="connsiteY50" fmla="*/ 1838279 h 1899673"/>
              <a:gd name="connsiteX51" fmla="*/ 1060833 w 6850737"/>
              <a:gd name="connsiteY51" fmla="*/ 1899272 h 1899673"/>
              <a:gd name="connsiteX52" fmla="*/ 855203 w 6850737"/>
              <a:gd name="connsiteY52" fmla="*/ 1802499 h 1899673"/>
              <a:gd name="connsiteX53" fmla="*/ 631853 w 6850737"/>
              <a:gd name="connsiteY53" fmla="*/ 1803495 h 1899673"/>
              <a:gd name="connsiteX54" fmla="*/ 368196 w 6850737"/>
              <a:gd name="connsiteY54" fmla="*/ 1629616 h 1899673"/>
              <a:gd name="connsiteX55" fmla="*/ 245707 w 6850737"/>
              <a:gd name="connsiteY55" fmla="*/ 1549022 h 1899673"/>
              <a:gd name="connsiteX56" fmla="*/ 25505 w 6850737"/>
              <a:gd name="connsiteY56" fmla="*/ 1362030 h 1899673"/>
              <a:gd name="connsiteX0" fmla="*/ 25505 w 6850737"/>
              <a:gd name="connsiteY0" fmla="*/ 1362030 h 1899673"/>
              <a:gd name="connsiteX1" fmla="*/ 14956 w 6850737"/>
              <a:gd name="connsiteY1" fmla="*/ 970226 h 1899673"/>
              <a:gd name="connsiteX2" fmla="*/ 118350 w 6850737"/>
              <a:gd name="connsiteY2" fmla="*/ 960965 h 1899673"/>
              <a:gd name="connsiteX3" fmla="*/ 110535 w 6850737"/>
              <a:gd name="connsiteY3" fmla="*/ 1225226 h 1899673"/>
              <a:gd name="connsiteX4" fmla="*/ 320552 w 6850737"/>
              <a:gd name="connsiteY4" fmla="*/ 1442374 h 1899673"/>
              <a:gd name="connsiteX5" fmla="*/ 594689 w 6850737"/>
              <a:gd name="connsiteY5" fmla="*/ 1626794 h 1899673"/>
              <a:gd name="connsiteX6" fmla="*/ 1120161 w 6850737"/>
              <a:gd name="connsiteY6" fmla="*/ 1597168 h 1899673"/>
              <a:gd name="connsiteX7" fmla="*/ 1346065 w 6850737"/>
              <a:gd name="connsiteY7" fmla="*/ 1612187 h 1899673"/>
              <a:gd name="connsiteX8" fmla="*/ 1545802 w 6850737"/>
              <a:gd name="connsiteY8" fmla="*/ 1551168 h 1899673"/>
              <a:gd name="connsiteX9" fmla="*/ 1781894 w 6850737"/>
              <a:gd name="connsiteY9" fmla="*/ 1621749 h 1899673"/>
              <a:gd name="connsiteX10" fmla="*/ 1924675 w 6850737"/>
              <a:gd name="connsiteY10" fmla="*/ 1608552 h 1899673"/>
              <a:gd name="connsiteX11" fmla="*/ 2069416 w 6850737"/>
              <a:gd name="connsiteY11" fmla="*/ 1572048 h 1899673"/>
              <a:gd name="connsiteX12" fmla="*/ 2290119 w 6850737"/>
              <a:gd name="connsiteY12" fmla="*/ 1495930 h 1899673"/>
              <a:gd name="connsiteX13" fmla="*/ 2542985 w 6850737"/>
              <a:gd name="connsiteY13" fmla="*/ 1341877 h 1899673"/>
              <a:gd name="connsiteX14" fmla="*/ 3388359 w 6850737"/>
              <a:gd name="connsiteY14" fmla="*/ 736610 h 1899673"/>
              <a:gd name="connsiteX15" fmla="*/ 4756483 w 6850737"/>
              <a:gd name="connsiteY15" fmla="*/ 909322 h 1899673"/>
              <a:gd name="connsiteX16" fmla="*/ 5256016 w 6850737"/>
              <a:gd name="connsiteY16" fmla="*/ 274322 h 1899673"/>
              <a:gd name="connsiteX17" fmla="*/ 5821167 w 6850737"/>
              <a:gd name="connsiteY17" fmla="*/ 172768 h 1899673"/>
              <a:gd name="connsiteX18" fmla="*/ 6250850 w 6850737"/>
              <a:gd name="connsiteY18" fmla="*/ 428302 h 1899673"/>
              <a:gd name="connsiteX19" fmla="*/ 6412072 w 6850737"/>
              <a:gd name="connsiteY19" fmla="*/ 623187 h 1899673"/>
              <a:gd name="connsiteX20" fmla="*/ 6564472 w 6850737"/>
              <a:gd name="connsiteY20" fmla="*/ 703089 h 1899673"/>
              <a:gd name="connsiteX21" fmla="*/ 6678772 w 6850737"/>
              <a:gd name="connsiteY21" fmla="*/ 674034 h 1899673"/>
              <a:gd name="connsiteX22" fmla="*/ 6708050 w 6850737"/>
              <a:gd name="connsiteY22" fmla="*/ 529995 h 1899673"/>
              <a:gd name="connsiteX23" fmla="*/ 6678773 w 6850737"/>
              <a:gd name="connsiteY23" fmla="*/ 390745 h 1899673"/>
              <a:gd name="connsiteX24" fmla="*/ 6608924 w 6850737"/>
              <a:gd name="connsiteY24" fmla="*/ 303578 h 1899673"/>
              <a:gd name="connsiteX25" fmla="*/ 6564474 w 6850737"/>
              <a:gd name="connsiteY25" fmla="*/ 194620 h 1899673"/>
              <a:gd name="connsiteX26" fmla="*/ 6545424 w 6850737"/>
              <a:gd name="connsiteY26" fmla="*/ 27550 h 1899673"/>
              <a:gd name="connsiteX27" fmla="*/ 6691473 w 6850737"/>
              <a:gd name="connsiteY27" fmla="*/ 13025 h 1899673"/>
              <a:gd name="connsiteX28" fmla="*/ 6843516 w 6850737"/>
              <a:gd name="connsiteY28" fmla="*/ 26287 h 1899673"/>
              <a:gd name="connsiteX29" fmla="*/ 6824824 w 6850737"/>
              <a:gd name="connsiteY29" fmla="*/ 252730 h 1899673"/>
              <a:gd name="connsiteX30" fmla="*/ 6780374 w 6850737"/>
              <a:gd name="connsiteY30" fmla="*/ 405271 h 1899673"/>
              <a:gd name="connsiteX31" fmla="*/ 6767673 w 6850737"/>
              <a:gd name="connsiteY31" fmla="*/ 659506 h 1899673"/>
              <a:gd name="connsiteX32" fmla="*/ 6691473 w 6850737"/>
              <a:gd name="connsiteY32" fmla="*/ 775729 h 1899673"/>
              <a:gd name="connsiteX33" fmla="*/ 6581050 w 6850737"/>
              <a:gd name="connsiteY33" fmla="*/ 797321 h 1899673"/>
              <a:gd name="connsiteX34" fmla="*/ 6367265 w 6850737"/>
              <a:gd name="connsiteY34" fmla="*/ 712560 h 1899673"/>
              <a:gd name="connsiteX35" fmla="*/ 6100923 w 6850737"/>
              <a:gd name="connsiteY35" fmla="*/ 398005 h 1899673"/>
              <a:gd name="connsiteX36" fmla="*/ 5863500 w 6850737"/>
              <a:gd name="connsiteY36" fmla="*/ 276774 h 1899673"/>
              <a:gd name="connsiteX37" fmla="*/ 5539650 w 6850737"/>
              <a:gd name="connsiteY37" fmla="*/ 257389 h 1899673"/>
              <a:gd name="connsiteX38" fmla="*/ 5357616 w 6850737"/>
              <a:gd name="connsiteY38" fmla="*/ 333589 h 1899673"/>
              <a:gd name="connsiteX39" fmla="*/ 5239083 w 6850737"/>
              <a:gd name="connsiteY39" fmla="*/ 452121 h 1899673"/>
              <a:gd name="connsiteX40" fmla="*/ 5027416 w 6850737"/>
              <a:gd name="connsiteY40" fmla="*/ 833121 h 1899673"/>
              <a:gd name="connsiteX41" fmla="*/ 4849616 w 6850737"/>
              <a:gd name="connsiteY41" fmla="*/ 985522 h 1899673"/>
              <a:gd name="connsiteX42" fmla="*/ 4437424 w 6850737"/>
              <a:gd name="connsiteY42" fmla="*/ 1018010 h 1899673"/>
              <a:gd name="connsiteX43" fmla="*/ 3778127 w 6850737"/>
              <a:gd name="connsiteY43" fmla="*/ 839283 h 1899673"/>
              <a:gd name="connsiteX44" fmla="*/ 3363916 w 6850737"/>
              <a:gd name="connsiteY44" fmla="*/ 842833 h 1899673"/>
              <a:gd name="connsiteX45" fmla="*/ 2695509 w 6850737"/>
              <a:gd name="connsiteY45" fmla="*/ 1324293 h 1899673"/>
              <a:gd name="connsiteX46" fmla="*/ 2108604 w 6850737"/>
              <a:gd name="connsiteY46" fmla="*/ 1829903 h 1899673"/>
              <a:gd name="connsiteX47" fmla="*/ 1847778 w 6850737"/>
              <a:gd name="connsiteY47" fmla="*/ 1722096 h 1899673"/>
              <a:gd name="connsiteX48" fmla="*/ 1724393 w 6850737"/>
              <a:gd name="connsiteY48" fmla="*/ 1812667 h 1899673"/>
              <a:gd name="connsiteX49" fmla="*/ 1652938 w 6850737"/>
              <a:gd name="connsiteY49" fmla="*/ 1859546 h 1899673"/>
              <a:gd name="connsiteX50" fmla="*/ 1395968 w 6850737"/>
              <a:gd name="connsiteY50" fmla="*/ 1838279 h 1899673"/>
              <a:gd name="connsiteX51" fmla="*/ 1060833 w 6850737"/>
              <a:gd name="connsiteY51" fmla="*/ 1899272 h 1899673"/>
              <a:gd name="connsiteX52" fmla="*/ 855203 w 6850737"/>
              <a:gd name="connsiteY52" fmla="*/ 1802499 h 1899673"/>
              <a:gd name="connsiteX53" fmla="*/ 631853 w 6850737"/>
              <a:gd name="connsiteY53" fmla="*/ 1803495 h 1899673"/>
              <a:gd name="connsiteX54" fmla="*/ 387102 w 6850737"/>
              <a:gd name="connsiteY54" fmla="*/ 1612183 h 1899673"/>
              <a:gd name="connsiteX55" fmla="*/ 245707 w 6850737"/>
              <a:gd name="connsiteY55" fmla="*/ 1549022 h 1899673"/>
              <a:gd name="connsiteX56" fmla="*/ 25505 w 6850737"/>
              <a:gd name="connsiteY56" fmla="*/ 1362030 h 1899673"/>
              <a:gd name="connsiteX0" fmla="*/ 25806 w 6851038"/>
              <a:gd name="connsiteY0" fmla="*/ 1362030 h 1899673"/>
              <a:gd name="connsiteX1" fmla="*/ 15257 w 6851038"/>
              <a:gd name="connsiteY1" fmla="*/ 970226 h 1899673"/>
              <a:gd name="connsiteX2" fmla="*/ 118651 w 6851038"/>
              <a:gd name="connsiteY2" fmla="*/ 960965 h 1899673"/>
              <a:gd name="connsiteX3" fmla="*/ 110836 w 6851038"/>
              <a:gd name="connsiteY3" fmla="*/ 1225226 h 1899673"/>
              <a:gd name="connsiteX4" fmla="*/ 320853 w 6851038"/>
              <a:gd name="connsiteY4" fmla="*/ 1442374 h 1899673"/>
              <a:gd name="connsiteX5" fmla="*/ 594990 w 6851038"/>
              <a:gd name="connsiteY5" fmla="*/ 1626794 h 1899673"/>
              <a:gd name="connsiteX6" fmla="*/ 1120462 w 6851038"/>
              <a:gd name="connsiteY6" fmla="*/ 1597168 h 1899673"/>
              <a:gd name="connsiteX7" fmla="*/ 1346366 w 6851038"/>
              <a:gd name="connsiteY7" fmla="*/ 1612187 h 1899673"/>
              <a:gd name="connsiteX8" fmla="*/ 1546103 w 6851038"/>
              <a:gd name="connsiteY8" fmla="*/ 1551168 h 1899673"/>
              <a:gd name="connsiteX9" fmla="*/ 1782195 w 6851038"/>
              <a:gd name="connsiteY9" fmla="*/ 1621749 h 1899673"/>
              <a:gd name="connsiteX10" fmla="*/ 1924976 w 6851038"/>
              <a:gd name="connsiteY10" fmla="*/ 1608552 h 1899673"/>
              <a:gd name="connsiteX11" fmla="*/ 2069717 w 6851038"/>
              <a:gd name="connsiteY11" fmla="*/ 1572048 h 1899673"/>
              <a:gd name="connsiteX12" fmla="*/ 2290420 w 6851038"/>
              <a:gd name="connsiteY12" fmla="*/ 1495930 h 1899673"/>
              <a:gd name="connsiteX13" fmla="*/ 2543286 w 6851038"/>
              <a:gd name="connsiteY13" fmla="*/ 1341877 h 1899673"/>
              <a:gd name="connsiteX14" fmla="*/ 3388660 w 6851038"/>
              <a:gd name="connsiteY14" fmla="*/ 736610 h 1899673"/>
              <a:gd name="connsiteX15" fmla="*/ 4756784 w 6851038"/>
              <a:gd name="connsiteY15" fmla="*/ 909322 h 1899673"/>
              <a:gd name="connsiteX16" fmla="*/ 5256317 w 6851038"/>
              <a:gd name="connsiteY16" fmla="*/ 274322 h 1899673"/>
              <a:gd name="connsiteX17" fmla="*/ 5821468 w 6851038"/>
              <a:gd name="connsiteY17" fmla="*/ 172768 h 1899673"/>
              <a:gd name="connsiteX18" fmla="*/ 6251151 w 6851038"/>
              <a:gd name="connsiteY18" fmla="*/ 428302 h 1899673"/>
              <a:gd name="connsiteX19" fmla="*/ 6412373 w 6851038"/>
              <a:gd name="connsiteY19" fmla="*/ 623187 h 1899673"/>
              <a:gd name="connsiteX20" fmla="*/ 6564773 w 6851038"/>
              <a:gd name="connsiteY20" fmla="*/ 703089 h 1899673"/>
              <a:gd name="connsiteX21" fmla="*/ 6679073 w 6851038"/>
              <a:gd name="connsiteY21" fmla="*/ 674034 h 1899673"/>
              <a:gd name="connsiteX22" fmla="*/ 6708351 w 6851038"/>
              <a:gd name="connsiteY22" fmla="*/ 529995 h 1899673"/>
              <a:gd name="connsiteX23" fmla="*/ 6679074 w 6851038"/>
              <a:gd name="connsiteY23" fmla="*/ 390745 h 1899673"/>
              <a:gd name="connsiteX24" fmla="*/ 6609225 w 6851038"/>
              <a:gd name="connsiteY24" fmla="*/ 303578 h 1899673"/>
              <a:gd name="connsiteX25" fmla="*/ 6564775 w 6851038"/>
              <a:gd name="connsiteY25" fmla="*/ 194620 h 1899673"/>
              <a:gd name="connsiteX26" fmla="*/ 6545725 w 6851038"/>
              <a:gd name="connsiteY26" fmla="*/ 27550 h 1899673"/>
              <a:gd name="connsiteX27" fmla="*/ 6691774 w 6851038"/>
              <a:gd name="connsiteY27" fmla="*/ 13025 h 1899673"/>
              <a:gd name="connsiteX28" fmla="*/ 6843817 w 6851038"/>
              <a:gd name="connsiteY28" fmla="*/ 26287 h 1899673"/>
              <a:gd name="connsiteX29" fmla="*/ 6825125 w 6851038"/>
              <a:gd name="connsiteY29" fmla="*/ 252730 h 1899673"/>
              <a:gd name="connsiteX30" fmla="*/ 6780675 w 6851038"/>
              <a:gd name="connsiteY30" fmla="*/ 405271 h 1899673"/>
              <a:gd name="connsiteX31" fmla="*/ 6767974 w 6851038"/>
              <a:gd name="connsiteY31" fmla="*/ 659506 h 1899673"/>
              <a:gd name="connsiteX32" fmla="*/ 6691774 w 6851038"/>
              <a:gd name="connsiteY32" fmla="*/ 775729 h 1899673"/>
              <a:gd name="connsiteX33" fmla="*/ 6581351 w 6851038"/>
              <a:gd name="connsiteY33" fmla="*/ 797321 h 1899673"/>
              <a:gd name="connsiteX34" fmla="*/ 6367566 w 6851038"/>
              <a:gd name="connsiteY34" fmla="*/ 712560 h 1899673"/>
              <a:gd name="connsiteX35" fmla="*/ 6101224 w 6851038"/>
              <a:gd name="connsiteY35" fmla="*/ 398005 h 1899673"/>
              <a:gd name="connsiteX36" fmla="*/ 5863801 w 6851038"/>
              <a:gd name="connsiteY36" fmla="*/ 276774 h 1899673"/>
              <a:gd name="connsiteX37" fmla="*/ 5539951 w 6851038"/>
              <a:gd name="connsiteY37" fmla="*/ 257389 h 1899673"/>
              <a:gd name="connsiteX38" fmla="*/ 5357917 w 6851038"/>
              <a:gd name="connsiteY38" fmla="*/ 333589 h 1899673"/>
              <a:gd name="connsiteX39" fmla="*/ 5239384 w 6851038"/>
              <a:gd name="connsiteY39" fmla="*/ 452121 h 1899673"/>
              <a:gd name="connsiteX40" fmla="*/ 5027717 w 6851038"/>
              <a:gd name="connsiteY40" fmla="*/ 833121 h 1899673"/>
              <a:gd name="connsiteX41" fmla="*/ 4849917 w 6851038"/>
              <a:gd name="connsiteY41" fmla="*/ 985522 h 1899673"/>
              <a:gd name="connsiteX42" fmla="*/ 4437725 w 6851038"/>
              <a:gd name="connsiteY42" fmla="*/ 1018010 h 1899673"/>
              <a:gd name="connsiteX43" fmla="*/ 3778428 w 6851038"/>
              <a:gd name="connsiteY43" fmla="*/ 839283 h 1899673"/>
              <a:gd name="connsiteX44" fmla="*/ 3364217 w 6851038"/>
              <a:gd name="connsiteY44" fmla="*/ 842833 h 1899673"/>
              <a:gd name="connsiteX45" fmla="*/ 2695810 w 6851038"/>
              <a:gd name="connsiteY45" fmla="*/ 1324293 h 1899673"/>
              <a:gd name="connsiteX46" fmla="*/ 2108905 w 6851038"/>
              <a:gd name="connsiteY46" fmla="*/ 1829903 h 1899673"/>
              <a:gd name="connsiteX47" fmla="*/ 1848079 w 6851038"/>
              <a:gd name="connsiteY47" fmla="*/ 1722096 h 1899673"/>
              <a:gd name="connsiteX48" fmla="*/ 1724694 w 6851038"/>
              <a:gd name="connsiteY48" fmla="*/ 1812667 h 1899673"/>
              <a:gd name="connsiteX49" fmla="*/ 1653239 w 6851038"/>
              <a:gd name="connsiteY49" fmla="*/ 1859546 h 1899673"/>
              <a:gd name="connsiteX50" fmla="*/ 1396269 w 6851038"/>
              <a:gd name="connsiteY50" fmla="*/ 1838279 h 1899673"/>
              <a:gd name="connsiteX51" fmla="*/ 1061134 w 6851038"/>
              <a:gd name="connsiteY51" fmla="*/ 1899272 h 1899673"/>
              <a:gd name="connsiteX52" fmla="*/ 855504 w 6851038"/>
              <a:gd name="connsiteY52" fmla="*/ 1802499 h 1899673"/>
              <a:gd name="connsiteX53" fmla="*/ 632154 w 6851038"/>
              <a:gd name="connsiteY53" fmla="*/ 1803495 h 1899673"/>
              <a:gd name="connsiteX54" fmla="*/ 387403 w 6851038"/>
              <a:gd name="connsiteY54" fmla="*/ 1612183 h 1899673"/>
              <a:gd name="connsiteX55" fmla="*/ 250734 w 6851038"/>
              <a:gd name="connsiteY55" fmla="*/ 1549022 h 1899673"/>
              <a:gd name="connsiteX56" fmla="*/ 25806 w 6851038"/>
              <a:gd name="connsiteY56" fmla="*/ 1362030 h 1899673"/>
              <a:gd name="connsiteX0" fmla="*/ 25806 w 6851038"/>
              <a:gd name="connsiteY0" fmla="*/ 1362030 h 1899673"/>
              <a:gd name="connsiteX1" fmla="*/ 15257 w 6851038"/>
              <a:gd name="connsiteY1" fmla="*/ 970226 h 1899673"/>
              <a:gd name="connsiteX2" fmla="*/ 118651 w 6851038"/>
              <a:gd name="connsiteY2" fmla="*/ 960965 h 1899673"/>
              <a:gd name="connsiteX3" fmla="*/ 110836 w 6851038"/>
              <a:gd name="connsiteY3" fmla="*/ 1225226 h 1899673"/>
              <a:gd name="connsiteX4" fmla="*/ 320853 w 6851038"/>
              <a:gd name="connsiteY4" fmla="*/ 1442374 h 1899673"/>
              <a:gd name="connsiteX5" fmla="*/ 594990 w 6851038"/>
              <a:gd name="connsiteY5" fmla="*/ 1626794 h 1899673"/>
              <a:gd name="connsiteX6" fmla="*/ 1120462 w 6851038"/>
              <a:gd name="connsiteY6" fmla="*/ 1597168 h 1899673"/>
              <a:gd name="connsiteX7" fmla="*/ 1346366 w 6851038"/>
              <a:gd name="connsiteY7" fmla="*/ 1612187 h 1899673"/>
              <a:gd name="connsiteX8" fmla="*/ 1546103 w 6851038"/>
              <a:gd name="connsiteY8" fmla="*/ 1551168 h 1899673"/>
              <a:gd name="connsiteX9" fmla="*/ 1782195 w 6851038"/>
              <a:gd name="connsiteY9" fmla="*/ 1621749 h 1899673"/>
              <a:gd name="connsiteX10" fmla="*/ 1924976 w 6851038"/>
              <a:gd name="connsiteY10" fmla="*/ 1608552 h 1899673"/>
              <a:gd name="connsiteX11" fmla="*/ 2069717 w 6851038"/>
              <a:gd name="connsiteY11" fmla="*/ 1572048 h 1899673"/>
              <a:gd name="connsiteX12" fmla="*/ 2290420 w 6851038"/>
              <a:gd name="connsiteY12" fmla="*/ 1495930 h 1899673"/>
              <a:gd name="connsiteX13" fmla="*/ 2543286 w 6851038"/>
              <a:gd name="connsiteY13" fmla="*/ 1341877 h 1899673"/>
              <a:gd name="connsiteX14" fmla="*/ 3388660 w 6851038"/>
              <a:gd name="connsiteY14" fmla="*/ 736610 h 1899673"/>
              <a:gd name="connsiteX15" fmla="*/ 4756784 w 6851038"/>
              <a:gd name="connsiteY15" fmla="*/ 909322 h 1899673"/>
              <a:gd name="connsiteX16" fmla="*/ 5256317 w 6851038"/>
              <a:gd name="connsiteY16" fmla="*/ 274322 h 1899673"/>
              <a:gd name="connsiteX17" fmla="*/ 5821468 w 6851038"/>
              <a:gd name="connsiteY17" fmla="*/ 172768 h 1899673"/>
              <a:gd name="connsiteX18" fmla="*/ 6251151 w 6851038"/>
              <a:gd name="connsiteY18" fmla="*/ 428302 h 1899673"/>
              <a:gd name="connsiteX19" fmla="*/ 6412373 w 6851038"/>
              <a:gd name="connsiteY19" fmla="*/ 623187 h 1899673"/>
              <a:gd name="connsiteX20" fmla="*/ 6564773 w 6851038"/>
              <a:gd name="connsiteY20" fmla="*/ 703089 h 1899673"/>
              <a:gd name="connsiteX21" fmla="*/ 6679073 w 6851038"/>
              <a:gd name="connsiteY21" fmla="*/ 674034 h 1899673"/>
              <a:gd name="connsiteX22" fmla="*/ 6708351 w 6851038"/>
              <a:gd name="connsiteY22" fmla="*/ 529995 h 1899673"/>
              <a:gd name="connsiteX23" fmla="*/ 6679074 w 6851038"/>
              <a:gd name="connsiteY23" fmla="*/ 390745 h 1899673"/>
              <a:gd name="connsiteX24" fmla="*/ 6609225 w 6851038"/>
              <a:gd name="connsiteY24" fmla="*/ 303578 h 1899673"/>
              <a:gd name="connsiteX25" fmla="*/ 6564775 w 6851038"/>
              <a:gd name="connsiteY25" fmla="*/ 194620 h 1899673"/>
              <a:gd name="connsiteX26" fmla="*/ 6545725 w 6851038"/>
              <a:gd name="connsiteY26" fmla="*/ 27550 h 1899673"/>
              <a:gd name="connsiteX27" fmla="*/ 6691774 w 6851038"/>
              <a:gd name="connsiteY27" fmla="*/ 13025 h 1899673"/>
              <a:gd name="connsiteX28" fmla="*/ 6843817 w 6851038"/>
              <a:gd name="connsiteY28" fmla="*/ 26287 h 1899673"/>
              <a:gd name="connsiteX29" fmla="*/ 6825125 w 6851038"/>
              <a:gd name="connsiteY29" fmla="*/ 252730 h 1899673"/>
              <a:gd name="connsiteX30" fmla="*/ 6780675 w 6851038"/>
              <a:gd name="connsiteY30" fmla="*/ 405271 h 1899673"/>
              <a:gd name="connsiteX31" fmla="*/ 6767974 w 6851038"/>
              <a:gd name="connsiteY31" fmla="*/ 659506 h 1899673"/>
              <a:gd name="connsiteX32" fmla="*/ 6691774 w 6851038"/>
              <a:gd name="connsiteY32" fmla="*/ 775729 h 1899673"/>
              <a:gd name="connsiteX33" fmla="*/ 6581351 w 6851038"/>
              <a:gd name="connsiteY33" fmla="*/ 797321 h 1899673"/>
              <a:gd name="connsiteX34" fmla="*/ 6367566 w 6851038"/>
              <a:gd name="connsiteY34" fmla="*/ 712560 h 1899673"/>
              <a:gd name="connsiteX35" fmla="*/ 6101224 w 6851038"/>
              <a:gd name="connsiteY35" fmla="*/ 398005 h 1899673"/>
              <a:gd name="connsiteX36" fmla="*/ 5863801 w 6851038"/>
              <a:gd name="connsiteY36" fmla="*/ 276774 h 1899673"/>
              <a:gd name="connsiteX37" fmla="*/ 5539951 w 6851038"/>
              <a:gd name="connsiteY37" fmla="*/ 257389 h 1899673"/>
              <a:gd name="connsiteX38" fmla="*/ 5357917 w 6851038"/>
              <a:gd name="connsiteY38" fmla="*/ 333589 h 1899673"/>
              <a:gd name="connsiteX39" fmla="*/ 5239384 w 6851038"/>
              <a:gd name="connsiteY39" fmla="*/ 452121 h 1899673"/>
              <a:gd name="connsiteX40" fmla="*/ 5027717 w 6851038"/>
              <a:gd name="connsiteY40" fmla="*/ 833121 h 1899673"/>
              <a:gd name="connsiteX41" fmla="*/ 4849917 w 6851038"/>
              <a:gd name="connsiteY41" fmla="*/ 985522 h 1899673"/>
              <a:gd name="connsiteX42" fmla="*/ 4437725 w 6851038"/>
              <a:gd name="connsiteY42" fmla="*/ 1018010 h 1899673"/>
              <a:gd name="connsiteX43" fmla="*/ 3778428 w 6851038"/>
              <a:gd name="connsiteY43" fmla="*/ 839283 h 1899673"/>
              <a:gd name="connsiteX44" fmla="*/ 3364217 w 6851038"/>
              <a:gd name="connsiteY44" fmla="*/ 842833 h 1899673"/>
              <a:gd name="connsiteX45" fmla="*/ 2695810 w 6851038"/>
              <a:gd name="connsiteY45" fmla="*/ 1324293 h 1899673"/>
              <a:gd name="connsiteX46" fmla="*/ 2108905 w 6851038"/>
              <a:gd name="connsiteY46" fmla="*/ 1829903 h 1899673"/>
              <a:gd name="connsiteX47" fmla="*/ 1848079 w 6851038"/>
              <a:gd name="connsiteY47" fmla="*/ 1722096 h 1899673"/>
              <a:gd name="connsiteX48" fmla="*/ 1724694 w 6851038"/>
              <a:gd name="connsiteY48" fmla="*/ 1812667 h 1899673"/>
              <a:gd name="connsiteX49" fmla="*/ 1653239 w 6851038"/>
              <a:gd name="connsiteY49" fmla="*/ 1859546 h 1899673"/>
              <a:gd name="connsiteX50" fmla="*/ 1396269 w 6851038"/>
              <a:gd name="connsiteY50" fmla="*/ 1838279 h 1899673"/>
              <a:gd name="connsiteX51" fmla="*/ 1061134 w 6851038"/>
              <a:gd name="connsiteY51" fmla="*/ 1899272 h 1899673"/>
              <a:gd name="connsiteX52" fmla="*/ 855504 w 6851038"/>
              <a:gd name="connsiteY52" fmla="*/ 1802499 h 1899673"/>
              <a:gd name="connsiteX53" fmla="*/ 632154 w 6851038"/>
              <a:gd name="connsiteY53" fmla="*/ 1803495 h 1899673"/>
              <a:gd name="connsiteX54" fmla="*/ 387403 w 6851038"/>
              <a:gd name="connsiteY54" fmla="*/ 1635427 h 1899673"/>
              <a:gd name="connsiteX55" fmla="*/ 250734 w 6851038"/>
              <a:gd name="connsiteY55" fmla="*/ 1549022 h 1899673"/>
              <a:gd name="connsiteX56" fmla="*/ 25806 w 6851038"/>
              <a:gd name="connsiteY56" fmla="*/ 1362030 h 1899673"/>
              <a:gd name="connsiteX0" fmla="*/ 25806 w 6851038"/>
              <a:gd name="connsiteY0" fmla="*/ 1362030 h 1899673"/>
              <a:gd name="connsiteX1" fmla="*/ 15257 w 6851038"/>
              <a:gd name="connsiteY1" fmla="*/ 970226 h 1899673"/>
              <a:gd name="connsiteX2" fmla="*/ 118651 w 6851038"/>
              <a:gd name="connsiteY2" fmla="*/ 960965 h 1899673"/>
              <a:gd name="connsiteX3" fmla="*/ 110836 w 6851038"/>
              <a:gd name="connsiteY3" fmla="*/ 1225226 h 1899673"/>
              <a:gd name="connsiteX4" fmla="*/ 320853 w 6851038"/>
              <a:gd name="connsiteY4" fmla="*/ 1442374 h 1899673"/>
              <a:gd name="connsiteX5" fmla="*/ 594990 w 6851038"/>
              <a:gd name="connsiteY5" fmla="*/ 1626794 h 1899673"/>
              <a:gd name="connsiteX6" fmla="*/ 1120462 w 6851038"/>
              <a:gd name="connsiteY6" fmla="*/ 1597168 h 1899673"/>
              <a:gd name="connsiteX7" fmla="*/ 1346366 w 6851038"/>
              <a:gd name="connsiteY7" fmla="*/ 1612187 h 1899673"/>
              <a:gd name="connsiteX8" fmla="*/ 1546103 w 6851038"/>
              <a:gd name="connsiteY8" fmla="*/ 1551168 h 1899673"/>
              <a:gd name="connsiteX9" fmla="*/ 1782195 w 6851038"/>
              <a:gd name="connsiteY9" fmla="*/ 1621749 h 1899673"/>
              <a:gd name="connsiteX10" fmla="*/ 1924976 w 6851038"/>
              <a:gd name="connsiteY10" fmla="*/ 1608552 h 1899673"/>
              <a:gd name="connsiteX11" fmla="*/ 2069717 w 6851038"/>
              <a:gd name="connsiteY11" fmla="*/ 1572048 h 1899673"/>
              <a:gd name="connsiteX12" fmla="*/ 2290420 w 6851038"/>
              <a:gd name="connsiteY12" fmla="*/ 1495930 h 1899673"/>
              <a:gd name="connsiteX13" fmla="*/ 2543286 w 6851038"/>
              <a:gd name="connsiteY13" fmla="*/ 1341877 h 1899673"/>
              <a:gd name="connsiteX14" fmla="*/ 3388660 w 6851038"/>
              <a:gd name="connsiteY14" fmla="*/ 736610 h 1899673"/>
              <a:gd name="connsiteX15" fmla="*/ 4756784 w 6851038"/>
              <a:gd name="connsiteY15" fmla="*/ 909322 h 1899673"/>
              <a:gd name="connsiteX16" fmla="*/ 5256317 w 6851038"/>
              <a:gd name="connsiteY16" fmla="*/ 274322 h 1899673"/>
              <a:gd name="connsiteX17" fmla="*/ 5821468 w 6851038"/>
              <a:gd name="connsiteY17" fmla="*/ 172768 h 1899673"/>
              <a:gd name="connsiteX18" fmla="*/ 6251151 w 6851038"/>
              <a:gd name="connsiteY18" fmla="*/ 428302 h 1899673"/>
              <a:gd name="connsiteX19" fmla="*/ 6412373 w 6851038"/>
              <a:gd name="connsiteY19" fmla="*/ 623187 h 1899673"/>
              <a:gd name="connsiteX20" fmla="*/ 6564773 w 6851038"/>
              <a:gd name="connsiteY20" fmla="*/ 703089 h 1899673"/>
              <a:gd name="connsiteX21" fmla="*/ 6679073 w 6851038"/>
              <a:gd name="connsiteY21" fmla="*/ 674034 h 1899673"/>
              <a:gd name="connsiteX22" fmla="*/ 6708351 w 6851038"/>
              <a:gd name="connsiteY22" fmla="*/ 529995 h 1899673"/>
              <a:gd name="connsiteX23" fmla="*/ 6679074 w 6851038"/>
              <a:gd name="connsiteY23" fmla="*/ 390745 h 1899673"/>
              <a:gd name="connsiteX24" fmla="*/ 6609225 w 6851038"/>
              <a:gd name="connsiteY24" fmla="*/ 303578 h 1899673"/>
              <a:gd name="connsiteX25" fmla="*/ 6564775 w 6851038"/>
              <a:gd name="connsiteY25" fmla="*/ 194620 h 1899673"/>
              <a:gd name="connsiteX26" fmla="*/ 6545725 w 6851038"/>
              <a:gd name="connsiteY26" fmla="*/ 27550 h 1899673"/>
              <a:gd name="connsiteX27" fmla="*/ 6691774 w 6851038"/>
              <a:gd name="connsiteY27" fmla="*/ 13025 h 1899673"/>
              <a:gd name="connsiteX28" fmla="*/ 6843817 w 6851038"/>
              <a:gd name="connsiteY28" fmla="*/ 26287 h 1899673"/>
              <a:gd name="connsiteX29" fmla="*/ 6825125 w 6851038"/>
              <a:gd name="connsiteY29" fmla="*/ 252730 h 1899673"/>
              <a:gd name="connsiteX30" fmla="*/ 6780675 w 6851038"/>
              <a:gd name="connsiteY30" fmla="*/ 405271 h 1899673"/>
              <a:gd name="connsiteX31" fmla="*/ 6767974 w 6851038"/>
              <a:gd name="connsiteY31" fmla="*/ 659506 h 1899673"/>
              <a:gd name="connsiteX32" fmla="*/ 6691774 w 6851038"/>
              <a:gd name="connsiteY32" fmla="*/ 775729 h 1899673"/>
              <a:gd name="connsiteX33" fmla="*/ 6581351 w 6851038"/>
              <a:gd name="connsiteY33" fmla="*/ 797321 h 1899673"/>
              <a:gd name="connsiteX34" fmla="*/ 6367566 w 6851038"/>
              <a:gd name="connsiteY34" fmla="*/ 712560 h 1899673"/>
              <a:gd name="connsiteX35" fmla="*/ 6101224 w 6851038"/>
              <a:gd name="connsiteY35" fmla="*/ 398005 h 1899673"/>
              <a:gd name="connsiteX36" fmla="*/ 5863801 w 6851038"/>
              <a:gd name="connsiteY36" fmla="*/ 276774 h 1899673"/>
              <a:gd name="connsiteX37" fmla="*/ 5539951 w 6851038"/>
              <a:gd name="connsiteY37" fmla="*/ 257389 h 1899673"/>
              <a:gd name="connsiteX38" fmla="*/ 5357917 w 6851038"/>
              <a:gd name="connsiteY38" fmla="*/ 333589 h 1899673"/>
              <a:gd name="connsiteX39" fmla="*/ 5239384 w 6851038"/>
              <a:gd name="connsiteY39" fmla="*/ 452121 h 1899673"/>
              <a:gd name="connsiteX40" fmla="*/ 5027717 w 6851038"/>
              <a:gd name="connsiteY40" fmla="*/ 833121 h 1899673"/>
              <a:gd name="connsiteX41" fmla="*/ 4849917 w 6851038"/>
              <a:gd name="connsiteY41" fmla="*/ 985522 h 1899673"/>
              <a:gd name="connsiteX42" fmla="*/ 4437725 w 6851038"/>
              <a:gd name="connsiteY42" fmla="*/ 1018010 h 1899673"/>
              <a:gd name="connsiteX43" fmla="*/ 3778428 w 6851038"/>
              <a:gd name="connsiteY43" fmla="*/ 839283 h 1899673"/>
              <a:gd name="connsiteX44" fmla="*/ 3364217 w 6851038"/>
              <a:gd name="connsiteY44" fmla="*/ 842833 h 1899673"/>
              <a:gd name="connsiteX45" fmla="*/ 2695810 w 6851038"/>
              <a:gd name="connsiteY45" fmla="*/ 1324293 h 1899673"/>
              <a:gd name="connsiteX46" fmla="*/ 2108905 w 6851038"/>
              <a:gd name="connsiteY46" fmla="*/ 1829903 h 1899673"/>
              <a:gd name="connsiteX47" fmla="*/ 1848079 w 6851038"/>
              <a:gd name="connsiteY47" fmla="*/ 1722096 h 1899673"/>
              <a:gd name="connsiteX48" fmla="*/ 1724694 w 6851038"/>
              <a:gd name="connsiteY48" fmla="*/ 1812667 h 1899673"/>
              <a:gd name="connsiteX49" fmla="*/ 1653239 w 6851038"/>
              <a:gd name="connsiteY49" fmla="*/ 1859546 h 1899673"/>
              <a:gd name="connsiteX50" fmla="*/ 1396269 w 6851038"/>
              <a:gd name="connsiteY50" fmla="*/ 1838279 h 1899673"/>
              <a:gd name="connsiteX51" fmla="*/ 1061134 w 6851038"/>
              <a:gd name="connsiteY51" fmla="*/ 1899272 h 1899673"/>
              <a:gd name="connsiteX52" fmla="*/ 855504 w 6851038"/>
              <a:gd name="connsiteY52" fmla="*/ 1802499 h 1899673"/>
              <a:gd name="connsiteX53" fmla="*/ 632154 w 6851038"/>
              <a:gd name="connsiteY53" fmla="*/ 1803495 h 1899673"/>
              <a:gd name="connsiteX54" fmla="*/ 387403 w 6851038"/>
              <a:gd name="connsiteY54" fmla="*/ 1635427 h 1899673"/>
              <a:gd name="connsiteX55" fmla="*/ 250734 w 6851038"/>
              <a:gd name="connsiteY55" fmla="*/ 1549022 h 1899673"/>
              <a:gd name="connsiteX56" fmla="*/ 25806 w 6851038"/>
              <a:gd name="connsiteY56" fmla="*/ 1362030 h 1899673"/>
              <a:gd name="connsiteX0" fmla="*/ 25806 w 6851038"/>
              <a:gd name="connsiteY0" fmla="*/ 1362030 h 1899673"/>
              <a:gd name="connsiteX1" fmla="*/ 15257 w 6851038"/>
              <a:gd name="connsiteY1" fmla="*/ 970226 h 1899673"/>
              <a:gd name="connsiteX2" fmla="*/ 118651 w 6851038"/>
              <a:gd name="connsiteY2" fmla="*/ 960965 h 1899673"/>
              <a:gd name="connsiteX3" fmla="*/ 110836 w 6851038"/>
              <a:gd name="connsiteY3" fmla="*/ 1225226 h 1899673"/>
              <a:gd name="connsiteX4" fmla="*/ 320853 w 6851038"/>
              <a:gd name="connsiteY4" fmla="*/ 1442374 h 1899673"/>
              <a:gd name="connsiteX5" fmla="*/ 594990 w 6851038"/>
              <a:gd name="connsiteY5" fmla="*/ 1626794 h 1899673"/>
              <a:gd name="connsiteX6" fmla="*/ 1120462 w 6851038"/>
              <a:gd name="connsiteY6" fmla="*/ 1597168 h 1899673"/>
              <a:gd name="connsiteX7" fmla="*/ 1346366 w 6851038"/>
              <a:gd name="connsiteY7" fmla="*/ 1612187 h 1899673"/>
              <a:gd name="connsiteX8" fmla="*/ 1546103 w 6851038"/>
              <a:gd name="connsiteY8" fmla="*/ 1551168 h 1899673"/>
              <a:gd name="connsiteX9" fmla="*/ 1782195 w 6851038"/>
              <a:gd name="connsiteY9" fmla="*/ 1621749 h 1899673"/>
              <a:gd name="connsiteX10" fmla="*/ 1924976 w 6851038"/>
              <a:gd name="connsiteY10" fmla="*/ 1608552 h 1899673"/>
              <a:gd name="connsiteX11" fmla="*/ 2069717 w 6851038"/>
              <a:gd name="connsiteY11" fmla="*/ 1572048 h 1899673"/>
              <a:gd name="connsiteX12" fmla="*/ 2290420 w 6851038"/>
              <a:gd name="connsiteY12" fmla="*/ 1495930 h 1899673"/>
              <a:gd name="connsiteX13" fmla="*/ 2543286 w 6851038"/>
              <a:gd name="connsiteY13" fmla="*/ 1341877 h 1899673"/>
              <a:gd name="connsiteX14" fmla="*/ 3388660 w 6851038"/>
              <a:gd name="connsiteY14" fmla="*/ 736610 h 1899673"/>
              <a:gd name="connsiteX15" fmla="*/ 4756784 w 6851038"/>
              <a:gd name="connsiteY15" fmla="*/ 909322 h 1899673"/>
              <a:gd name="connsiteX16" fmla="*/ 5256317 w 6851038"/>
              <a:gd name="connsiteY16" fmla="*/ 274322 h 1899673"/>
              <a:gd name="connsiteX17" fmla="*/ 5821468 w 6851038"/>
              <a:gd name="connsiteY17" fmla="*/ 172768 h 1899673"/>
              <a:gd name="connsiteX18" fmla="*/ 6251151 w 6851038"/>
              <a:gd name="connsiteY18" fmla="*/ 428302 h 1899673"/>
              <a:gd name="connsiteX19" fmla="*/ 6412373 w 6851038"/>
              <a:gd name="connsiteY19" fmla="*/ 623187 h 1899673"/>
              <a:gd name="connsiteX20" fmla="*/ 6564773 w 6851038"/>
              <a:gd name="connsiteY20" fmla="*/ 703089 h 1899673"/>
              <a:gd name="connsiteX21" fmla="*/ 6679073 w 6851038"/>
              <a:gd name="connsiteY21" fmla="*/ 674034 h 1899673"/>
              <a:gd name="connsiteX22" fmla="*/ 6708351 w 6851038"/>
              <a:gd name="connsiteY22" fmla="*/ 529995 h 1899673"/>
              <a:gd name="connsiteX23" fmla="*/ 6679074 w 6851038"/>
              <a:gd name="connsiteY23" fmla="*/ 390745 h 1899673"/>
              <a:gd name="connsiteX24" fmla="*/ 6609225 w 6851038"/>
              <a:gd name="connsiteY24" fmla="*/ 303578 h 1899673"/>
              <a:gd name="connsiteX25" fmla="*/ 6564775 w 6851038"/>
              <a:gd name="connsiteY25" fmla="*/ 194620 h 1899673"/>
              <a:gd name="connsiteX26" fmla="*/ 6545725 w 6851038"/>
              <a:gd name="connsiteY26" fmla="*/ 27550 h 1899673"/>
              <a:gd name="connsiteX27" fmla="*/ 6691774 w 6851038"/>
              <a:gd name="connsiteY27" fmla="*/ 13025 h 1899673"/>
              <a:gd name="connsiteX28" fmla="*/ 6843817 w 6851038"/>
              <a:gd name="connsiteY28" fmla="*/ 26287 h 1899673"/>
              <a:gd name="connsiteX29" fmla="*/ 6825125 w 6851038"/>
              <a:gd name="connsiteY29" fmla="*/ 252730 h 1899673"/>
              <a:gd name="connsiteX30" fmla="*/ 6780675 w 6851038"/>
              <a:gd name="connsiteY30" fmla="*/ 405271 h 1899673"/>
              <a:gd name="connsiteX31" fmla="*/ 6767974 w 6851038"/>
              <a:gd name="connsiteY31" fmla="*/ 659506 h 1899673"/>
              <a:gd name="connsiteX32" fmla="*/ 6691774 w 6851038"/>
              <a:gd name="connsiteY32" fmla="*/ 775729 h 1899673"/>
              <a:gd name="connsiteX33" fmla="*/ 6581351 w 6851038"/>
              <a:gd name="connsiteY33" fmla="*/ 797321 h 1899673"/>
              <a:gd name="connsiteX34" fmla="*/ 6367566 w 6851038"/>
              <a:gd name="connsiteY34" fmla="*/ 712560 h 1899673"/>
              <a:gd name="connsiteX35" fmla="*/ 6101224 w 6851038"/>
              <a:gd name="connsiteY35" fmla="*/ 398005 h 1899673"/>
              <a:gd name="connsiteX36" fmla="*/ 5863801 w 6851038"/>
              <a:gd name="connsiteY36" fmla="*/ 276774 h 1899673"/>
              <a:gd name="connsiteX37" fmla="*/ 5539951 w 6851038"/>
              <a:gd name="connsiteY37" fmla="*/ 257389 h 1899673"/>
              <a:gd name="connsiteX38" fmla="*/ 5357917 w 6851038"/>
              <a:gd name="connsiteY38" fmla="*/ 333589 h 1899673"/>
              <a:gd name="connsiteX39" fmla="*/ 5239384 w 6851038"/>
              <a:gd name="connsiteY39" fmla="*/ 452121 h 1899673"/>
              <a:gd name="connsiteX40" fmla="*/ 5027717 w 6851038"/>
              <a:gd name="connsiteY40" fmla="*/ 833121 h 1899673"/>
              <a:gd name="connsiteX41" fmla="*/ 4849917 w 6851038"/>
              <a:gd name="connsiteY41" fmla="*/ 985522 h 1899673"/>
              <a:gd name="connsiteX42" fmla="*/ 4437725 w 6851038"/>
              <a:gd name="connsiteY42" fmla="*/ 1018010 h 1899673"/>
              <a:gd name="connsiteX43" fmla="*/ 3778428 w 6851038"/>
              <a:gd name="connsiteY43" fmla="*/ 839283 h 1899673"/>
              <a:gd name="connsiteX44" fmla="*/ 3364217 w 6851038"/>
              <a:gd name="connsiteY44" fmla="*/ 842833 h 1899673"/>
              <a:gd name="connsiteX45" fmla="*/ 2695810 w 6851038"/>
              <a:gd name="connsiteY45" fmla="*/ 1324293 h 1899673"/>
              <a:gd name="connsiteX46" fmla="*/ 2108905 w 6851038"/>
              <a:gd name="connsiteY46" fmla="*/ 1829903 h 1899673"/>
              <a:gd name="connsiteX47" fmla="*/ 1848079 w 6851038"/>
              <a:gd name="connsiteY47" fmla="*/ 1722096 h 1899673"/>
              <a:gd name="connsiteX48" fmla="*/ 1724694 w 6851038"/>
              <a:gd name="connsiteY48" fmla="*/ 1812667 h 1899673"/>
              <a:gd name="connsiteX49" fmla="*/ 1653239 w 6851038"/>
              <a:gd name="connsiteY49" fmla="*/ 1859546 h 1899673"/>
              <a:gd name="connsiteX50" fmla="*/ 1396269 w 6851038"/>
              <a:gd name="connsiteY50" fmla="*/ 1838279 h 1899673"/>
              <a:gd name="connsiteX51" fmla="*/ 1061134 w 6851038"/>
              <a:gd name="connsiteY51" fmla="*/ 1899272 h 1899673"/>
              <a:gd name="connsiteX52" fmla="*/ 855504 w 6851038"/>
              <a:gd name="connsiteY52" fmla="*/ 1802499 h 1899673"/>
              <a:gd name="connsiteX53" fmla="*/ 632154 w 6851038"/>
              <a:gd name="connsiteY53" fmla="*/ 1803495 h 1899673"/>
              <a:gd name="connsiteX54" fmla="*/ 363770 w 6851038"/>
              <a:gd name="connsiteY54" fmla="*/ 1623805 h 1899673"/>
              <a:gd name="connsiteX55" fmla="*/ 250734 w 6851038"/>
              <a:gd name="connsiteY55" fmla="*/ 1549022 h 1899673"/>
              <a:gd name="connsiteX56" fmla="*/ 25806 w 6851038"/>
              <a:gd name="connsiteY56" fmla="*/ 1362030 h 1899673"/>
              <a:gd name="connsiteX0" fmla="*/ 25806 w 6851038"/>
              <a:gd name="connsiteY0" fmla="*/ 1362030 h 1899673"/>
              <a:gd name="connsiteX1" fmla="*/ 15257 w 6851038"/>
              <a:gd name="connsiteY1" fmla="*/ 970226 h 1899673"/>
              <a:gd name="connsiteX2" fmla="*/ 118651 w 6851038"/>
              <a:gd name="connsiteY2" fmla="*/ 960965 h 1899673"/>
              <a:gd name="connsiteX3" fmla="*/ 110836 w 6851038"/>
              <a:gd name="connsiteY3" fmla="*/ 1225226 h 1899673"/>
              <a:gd name="connsiteX4" fmla="*/ 320853 w 6851038"/>
              <a:gd name="connsiteY4" fmla="*/ 1442374 h 1899673"/>
              <a:gd name="connsiteX5" fmla="*/ 594990 w 6851038"/>
              <a:gd name="connsiteY5" fmla="*/ 1626794 h 1899673"/>
              <a:gd name="connsiteX6" fmla="*/ 1120462 w 6851038"/>
              <a:gd name="connsiteY6" fmla="*/ 1597168 h 1899673"/>
              <a:gd name="connsiteX7" fmla="*/ 1346366 w 6851038"/>
              <a:gd name="connsiteY7" fmla="*/ 1612187 h 1899673"/>
              <a:gd name="connsiteX8" fmla="*/ 1546103 w 6851038"/>
              <a:gd name="connsiteY8" fmla="*/ 1551168 h 1899673"/>
              <a:gd name="connsiteX9" fmla="*/ 1782195 w 6851038"/>
              <a:gd name="connsiteY9" fmla="*/ 1621749 h 1899673"/>
              <a:gd name="connsiteX10" fmla="*/ 1924976 w 6851038"/>
              <a:gd name="connsiteY10" fmla="*/ 1608552 h 1899673"/>
              <a:gd name="connsiteX11" fmla="*/ 2069717 w 6851038"/>
              <a:gd name="connsiteY11" fmla="*/ 1572048 h 1899673"/>
              <a:gd name="connsiteX12" fmla="*/ 2290420 w 6851038"/>
              <a:gd name="connsiteY12" fmla="*/ 1495930 h 1899673"/>
              <a:gd name="connsiteX13" fmla="*/ 2543286 w 6851038"/>
              <a:gd name="connsiteY13" fmla="*/ 1341877 h 1899673"/>
              <a:gd name="connsiteX14" fmla="*/ 3388660 w 6851038"/>
              <a:gd name="connsiteY14" fmla="*/ 736610 h 1899673"/>
              <a:gd name="connsiteX15" fmla="*/ 4756784 w 6851038"/>
              <a:gd name="connsiteY15" fmla="*/ 909322 h 1899673"/>
              <a:gd name="connsiteX16" fmla="*/ 5256317 w 6851038"/>
              <a:gd name="connsiteY16" fmla="*/ 274322 h 1899673"/>
              <a:gd name="connsiteX17" fmla="*/ 5821468 w 6851038"/>
              <a:gd name="connsiteY17" fmla="*/ 172768 h 1899673"/>
              <a:gd name="connsiteX18" fmla="*/ 6251151 w 6851038"/>
              <a:gd name="connsiteY18" fmla="*/ 428302 h 1899673"/>
              <a:gd name="connsiteX19" fmla="*/ 6412373 w 6851038"/>
              <a:gd name="connsiteY19" fmla="*/ 623187 h 1899673"/>
              <a:gd name="connsiteX20" fmla="*/ 6564773 w 6851038"/>
              <a:gd name="connsiteY20" fmla="*/ 703089 h 1899673"/>
              <a:gd name="connsiteX21" fmla="*/ 6679073 w 6851038"/>
              <a:gd name="connsiteY21" fmla="*/ 674034 h 1899673"/>
              <a:gd name="connsiteX22" fmla="*/ 6708351 w 6851038"/>
              <a:gd name="connsiteY22" fmla="*/ 529995 h 1899673"/>
              <a:gd name="connsiteX23" fmla="*/ 6679074 w 6851038"/>
              <a:gd name="connsiteY23" fmla="*/ 390745 h 1899673"/>
              <a:gd name="connsiteX24" fmla="*/ 6609225 w 6851038"/>
              <a:gd name="connsiteY24" fmla="*/ 303578 h 1899673"/>
              <a:gd name="connsiteX25" fmla="*/ 6564775 w 6851038"/>
              <a:gd name="connsiteY25" fmla="*/ 194620 h 1899673"/>
              <a:gd name="connsiteX26" fmla="*/ 6545725 w 6851038"/>
              <a:gd name="connsiteY26" fmla="*/ 27550 h 1899673"/>
              <a:gd name="connsiteX27" fmla="*/ 6691774 w 6851038"/>
              <a:gd name="connsiteY27" fmla="*/ 13025 h 1899673"/>
              <a:gd name="connsiteX28" fmla="*/ 6843817 w 6851038"/>
              <a:gd name="connsiteY28" fmla="*/ 26287 h 1899673"/>
              <a:gd name="connsiteX29" fmla="*/ 6825125 w 6851038"/>
              <a:gd name="connsiteY29" fmla="*/ 252730 h 1899673"/>
              <a:gd name="connsiteX30" fmla="*/ 6780675 w 6851038"/>
              <a:gd name="connsiteY30" fmla="*/ 405271 h 1899673"/>
              <a:gd name="connsiteX31" fmla="*/ 6767974 w 6851038"/>
              <a:gd name="connsiteY31" fmla="*/ 659506 h 1899673"/>
              <a:gd name="connsiteX32" fmla="*/ 6691774 w 6851038"/>
              <a:gd name="connsiteY32" fmla="*/ 775729 h 1899673"/>
              <a:gd name="connsiteX33" fmla="*/ 6581351 w 6851038"/>
              <a:gd name="connsiteY33" fmla="*/ 797321 h 1899673"/>
              <a:gd name="connsiteX34" fmla="*/ 6367566 w 6851038"/>
              <a:gd name="connsiteY34" fmla="*/ 712560 h 1899673"/>
              <a:gd name="connsiteX35" fmla="*/ 6101224 w 6851038"/>
              <a:gd name="connsiteY35" fmla="*/ 398005 h 1899673"/>
              <a:gd name="connsiteX36" fmla="*/ 5863801 w 6851038"/>
              <a:gd name="connsiteY36" fmla="*/ 276774 h 1899673"/>
              <a:gd name="connsiteX37" fmla="*/ 5539951 w 6851038"/>
              <a:gd name="connsiteY37" fmla="*/ 257389 h 1899673"/>
              <a:gd name="connsiteX38" fmla="*/ 5357917 w 6851038"/>
              <a:gd name="connsiteY38" fmla="*/ 333589 h 1899673"/>
              <a:gd name="connsiteX39" fmla="*/ 5239384 w 6851038"/>
              <a:gd name="connsiteY39" fmla="*/ 452121 h 1899673"/>
              <a:gd name="connsiteX40" fmla="*/ 5027717 w 6851038"/>
              <a:gd name="connsiteY40" fmla="*/ 833121 h 1899673"/>
              <a:gd name="connsiteX41" fmla="*/ 4849917 w 6851038"/>
              <a:gd name="connsiteY41" fmla="*/ 985522 h 1899673"/>
              <a:gd name="connsiteX42" fmla="*/ 4437725 w 6851038"/>
              <a:gd name="connsiteY42" fmla="*/ 1018010 h 1899673"/>
              <a:gd name="connsiteX43" fmla="*/ 3778428 w 6851038"/>
              <a:gd name="connsiteY43" fmla="*/ 839283 h 1899673"/>
              <a:gd name="connsiteX44" fmla="*/ 3364217 w 6851038"/>
              <a:gd name="connsiteY44" fmla="*/ 842833 h 1899673"/>
              <a:gd name="connsiteX45" fmla="*/ 2695810 w 6851038"/>
              <a:gd name="connsiteY45" fmla="*/ 1324293 h 1899673"/>
              <a:gd name="connsiteX46" fmla="*/ 2108905 w 6851038"/>
              <a:gd name="connsiteY46" fmla="*/ 1829903 h 1899673"/>
              <a:gd name="connsiteX47" fmla="*/ 1848079 w 6851038"/>
              <a:gd name="connsiteY47" fmla="*/ 1722096 h 1899673"/>
              <a:gd name="connsiteX48" fmla="*/ 1724694 w 6851038"/>
              <a:gd name="connsiteY48" fmla="*/ 1812667 h 1899673"/>
              <a:gd name="connsiteX49" fmla="*/ 1653239 w 6851038"/>
              <a:gd name="connsiteY49" fmla="*/ 1859546 h 1899673"/>
              <a:gd name="connsiteX50" fmla="*/ 1396269 w 6851038"/>
              <a:gd name="connsiteY50" fmla="*/ 1838279 h 1899673"/>
              <a:gd name="connsiteX51" fmla="*/ 1061134 w 6851038"/>
              <a:gd name="connsiteY51" fmla="*/ 1899272 h 1899673"/>
              <a:gd name="connsiteX52" fmla="*/ 855504 w 6851038"/>
              <a:gd name="connsiteY52" fmla="*/ 1802499 h 1899673"/>
              <a:gd name="connsiteX53" fmla="*/ 632154 w 6851038"/>
              <a:gd name="connsiteY53" fmla="*/ 1803495 h 1899673"/>
              <a:gd name="connsiteX54" fmla="*/ 396856 w 6851038"/>
              <a:gd name="connsiteY54" fmla="*/ 1617994 h 1899673"/>
              <a:gd name="connsiteX55" fmla="*/ 250734 w 6851038"/>
              <a:gd name="connsiteY55" fmla="*/ 1549022 h 1899673"/>
              <a:gd name="connsiteX56" fmla="*/ 25806 w 6851038"/>
              <a:gd name="connsiteY56" fmla="*/ 1362030 h 1899673"/>
              <a:gd name="connsiteX0" fmla="*/ 25806 w 6851038"/>
              <a:gd name="connsiteY0" fmla="*/ 1362030 h 1899673"/>
              <a:gd name="connsiteX1" fmla="*/ 15257 w 6851038"/>
              <a:gd name="connsiteY1" fmla="*/ 970226 h 1899673"/>
              <a:gd name="connsiteX2" fmla="*/ 118651 w 6851038"/>
              <a:gd name="connsiteY2" fmla="*/ 960965 h 1899673"/>
              <a:gd name="connsiteX3" fmla="*/ 110836 w 6851038"/>
              <a:gd name="connsiteY3" fmla="*/ 1225226 h 1899673"/>
              <a:gd name="connsiteX4" fmla="*/ 320853 w 6851038"/>
              <a:gd name="connsiteY4" fmla="*/ 1442374 h 1899673"/>
              <a:gd name="connsiteX5" fmla="*/ 594990 w 6851038"/>
              <a:gd name="connsiteY5" fmla="*/ 1626794 h 1899673"/>
              <a:gd name="connsiteX6" fmla="*/ 1120462 w 6851038"/>
              <a:gd name="connsiteY6" fmla="*/ 1597168 h 1899673"/>
              <a:gd name="connsiteX7" fmla="*/ 1346366 w 6851038"/>
              <a:gd name="connsiteY7" fmla="*/ 1612187 h 1899673"/>
              <a:gd name="connsiteX8" fmla="*/ 1546103 w 6851038"/>
              <a:gd name="connsiteY8" fmla="*/ 1551168 h 1899673"/>
              <a:gd name="connsiteX9" fmla="*/ 1782195 w 6851038"/>
              <a:gd name="connsiteY9" fmla="*/ 1621749 h 1899673"/>
              <a:gd name="connsiteX10" fmla="*/ 1924976 w 6851038"/>
              <a:gd name="connsiteY10" fmla="*/ 1608552 h 1899673"/>
              <a:gd name="connsiteX11" fmla="*/ 2069717 w 6851038"/>
              <a:gd name="connsiteY11" fmla="*/ 1572048 h 1899673"/>
              <a:gd name="connsiteX12" fmla="*/ 2290420 w 6851038"/>
              <a:gd name="connsiteY12" fmla="*/ 1495930 h 1899673"/>
              <a:gd name="connsiteX13" fmla="*/ 2543286 w 6851038"/>
              <a:gd name="connsiteY13" fmla="*/ 1341877 h 1899673"/>
              <a:gd name="connsiteX14" fmla="*/ 3388660 w 6851038"/>
              <a:gd name="connsiteY14" fmla="*/ 736610 h 1899673"/>
              <a:gd name="connsiteX15" fmla="*/ 4756784 w 6851038"/>
              <a:gd name="connsiteY15" fmla="*/ 909322 h 1899673"/>
              <a:gd name="connsiteX16" fmla="*/ 5256317 w 6851038"/>
              <a:gd name="connsiteY16" fmla="*/ 274322 h 1899673"/>
              <a:gd name="connsiteX17" fmla="*/ 5821468 w 6851038"/>
              <a:gd name="connsiteY17" fmla="*/ 172768 h 1899673"/>
              <a:gd name="connsiteX18" fmla="*/ 6251151 w 6851038"/>
              <a:gd name="connsiteY18" fmla="*/ 428302 h 1899673"/>
              <a:gd name="connsiteX19" fmla="*/ 6412373 w 6851038"/>
              <a:gd name="connsiteY19" fmla="*/ 623187 h 1899673"/>
              <a:gd name="connsiteX20" fmla="*/ 6564773 w 6851038"/>
              <a:gd name="connsiteY20" fmla="*/ 703089 h 1899673"/>
              <a:gd name="connsiteX21" fmla="*/ 6679073 w 6851038"/>
              <a:gd name="connsiteY21" fmla="*/ 674034 h 1899673"/>
              <a:gd name="connsiteX22" fmla="*/ 6708351 w 6851038"/>
              <a:gd name="connsiteY22" fmla="*/ 529995 h 1899673"/>
              <a:gd name="connsiteX23" fmla="*/ 6679074 w 6851038"/>
              <a:gd name="connsiteY23" fmla="*/ 390745 h 1899673"/>
              <a:gd name="connsiteX24" fmla="*/ 6609225 w 6851038"/>
              <a:gd name="connsiteY24" fmla="*/ 303578 h 1899673"/>
              <a:gd name="connsiteX25" fmla="*/ 6564775 w 6851038"/>
              <a:gd name="connsiteY25" fmla="*/ 194620 h 1899673"/>
              <a:gd name="connsiteX26" fmla="*/ 6545725 w 6851038"/>
              <a:gd name="connsiteY26" fmla="*/ 27550 h 1899673"/>
              <a:gd name="connsiteX27" fmla="*/ 6691774 w 6851038"/>
              <a:gd name="connsiteY27" fmla="*/ 13025 h 1899673"/>
              <a:gd name="connsiteX28" fmla="*/ 6843817 w 6851038"/>
              <a:gd name="connsiteY28" fmla="*/ 26287 h 1899673"/>
              <a:gd name="connsiteX29" fmla="*/ 6825125 w 6851038"/>
              <a:gd name="connsiteY29" fmla="*/ 252730 h 1899673"/>
              <a:gd name="connsiteX30" fmla="*/ 6780675 w 6851038"/>
              <a:gd name="connsiteY30" fmla="*/ 405271 h 1899673"/>
              <a:gd name="connsiteX31" fmla="*/ 6767974 w 6851038"/>
              <a:gd name="connsiteY31" fmla="*/ 659506 h 1899673"/>
              <a:gd name="connsiteX32" fmla="*/ 6691774 w 6851038"/>
              <a:gd name="connsiteY32" fmla="*/ 775729 h 1899673"/>
              <a:gd name="connsiteX33" fmla="*/ 6581351 w 6851038"/>
              <a:gd name="connsiteY33" fmla="*/ 797321 h 1899673"/>
              <a:gd name="connsiteX34" fmla="*/ 6367566 w 6851038"/>
              <a:gd name="connsiteY34" fmla="*/ 712560 h 1899673"/>
              <a:gd name="connsiteX35" fmla="*/ 6101224 w 6851038"/>
              <a:gd name="connsiteY35" fmla="*/ 398005 h 1899673"/>
              <a:gd name="connsiteX36" fmla="*/ 5863801 w 6851038"/>
              <a:gd name="connsiteY36" fmla="*/ 276774 h 1899673"/>
              <a:gd name="connsiteX37" fmla="*/ 5539951 w 6851038"/>
              <a:gd name="connsiteY37" fmla="*/ 257389 h 1899673"/>
              <a:gd name="connsiteX38" fmla="*/ 5357917 w 6851038"/>
              <a:gd name="connsiteY38" fmla="*/ 333589 h 1899673"/>
              <a:gd name="connsiteX39" fmla="*/ 5239384 w 6851038"/>
              <a:gd name="connsiteY39" fmla="*/ 452121 h 1899673"/>
              <a:gd name="connsiteX40" fmla="*/ 5027717 w 6851038"/>
              <a:gd name="connsiteY40" fmla="*/ 833121 h 1899673"/>
              <a:gd name="connsiteX41" fmla="*/ 4849917 w 6851038"/>
              <a:gd name="connsiteY41" fmla="*/ 985522 h 1899673"/>
              <a:gd name="connsiteX42" fmla="*/ 4437725 w 6851038"/>
              <a:gd name="connsiteY42" fmla="*/ 1018010 h 1899673"/>
              <a:gd name="connsiteX43" fmla="*/ 3778428 w 6851038"/>
              <a:gd name="connsiteY43" fmla="*/ 839283 h 1899673"/>
              <a:gd name="connsiteX44" fmla="*/ 3364217 w 6851038"/>
              <a:gd name="connsiteY44" fmla="*/ 842833 h 1899673"/>
              <a:gd name="connsiteX45" fmla="*/ 2695810 w 6851038"/>
              <a:gd name="connsiteY45" fmla="*/ 1324293 h 1899673"/>
              <a:gd name="connsiteX46" fmla="*/ 2108905 w 6851038"/>
              <a:gd name="connsiteY46" fmla="*/ 1829903 h 1899673"/>
              <a:gd name="connsiteX47" fmla="*/ 1848079 w 6851038"/>
              <a:gd name="connsiteY47" fmla="*/ 1722096 h 1899673"/>
              <a:gd name="connsiteX48" fmla="*/ 1724694 w 6851038"/>
              <a:gd name="connsiteY48" fmla="*/ 1812667 h 1899673"/>
              <a:gd name="connsiteX49" fmla="*/ 1653239 w 6851038"/>
              <a:gd name="connsiteY49" fmla="*/ 1859546 h 1899673"/>
              <a:gd name="connsiteX50" fmla="*/ 1396269 w 6851038"/>
              <a:gd name="connsiteY50" fmla="*/ 1838279 h 1899673"/>
              <a:gd name="connsiteX51" fmla="*/ 1061134 w 6851038"/>
              <a:gd name="connsiteY51" fmla="*/ 1899272 h 1899673"/>
              <a:gd name="connsiteX52" fmla="*/ 855504 w 6851038"/>
              <a:gd name="connsiteY52" fmla="*/ 1802499 h 1899673"/>
              <a:gd name="connsiteX53" fmla="*/ 665240 w 6851038"/>
              <a:gd name="connsiteY53" fmla="*/ 1780251 h 1899673"/>
              <a:gd name="connsiteX54" fmla="*/ 396856 w 6851038"/>
              <a:gd name="connsiteY54" fmla="*/ 1617994 h 1899673"/>
              <a:gd name="connsiteX55" fmla="*/ 250734 w 6851038"/>
              <a:gd name="connsiteY55" fmla="*/ 1549022 h 1899673"/>
              <a:gd name="connsiteX56" fmla="*/ 25806 w 6851038"/>
              <a:gd name="connsiteY56" fmla="*/ 1362030 h 1899673"/>
              <a:gd name="connsiteX0" fmla="*/ 25806 w 6851038"/>
              <a:gd name="connsiteY0" fmla="*/ 1362030 h 1899673"/>
              <a:gd name="connsiteX1" fmla="*/ 15257 w 6851038"/>
              <a:gd name="connsiteY1" fmla="*/ 970226 h 1899673"/>
              <a:gd name="connsiteX2" fmla="*/ 118651 w 6851038"/>
              <a:gd name="connsiteY2" fmla="*/ 960965 h 1899673"/>
              <a:gd name="connsiteX3" fmla="*/ 110836 w 6851038"/>
              <a:gd name="connsiteY3" fmla="*/ 1225226 h 1899673"/>
              <a:gd name="connsiteX4" fmla="*/ 320853 w 6851038"/>
              <a:gd name="connsiteY4" fmla="*/ 1442374 h 1899673"/>
              <a:gd name="connsiteX5" fmla="*/ 594990 w 6851038"/>
              <a:gd name="connsiteY5" fmla="*/ 1626794 h 1899673"/>
              <a:gd name="connsiteX6" fmla="*/ 1120462 w 6851038"/>
              <a:gd name="connsiteY6" fmla="*/ 1597168 h 1899673"/>
              <a:gd name="connsiteX7" fmla="*/ 1346366 w 6851038"/>
              <a:gd name="connsiteY7" fmla="*/ 1612187 h 1899673"/>
              <a:gd name="connsiteX8" fmla="*/ 1546103 w 6851038"/>
              <a:gd name="connsiteY8" fmla="*/ 1551168 h 1899673"/>
              <a:gd name="connsiteX9" fmla="*/ 1782195 w 6851038"/>
              <a:gd name="connsiteY9" fmla="*/ 1621749 h 1899673"/>
              <a:gd name="connsiteX10" fmla="*/ 1924976 w 6851038"/>
              <a:gd name="connsiteY10" fmla="*/ 1608552 h 1899673"/>
              <a:gd name="connsiteX11" fmla="*/ 2069717 w 6851038"/>
              <a:gd name="connsiteY11" fmla="*/ 1572048 h 1899673"/>
              <a:gd name="connsiteX12" fmla="*/ 2290420 w 6851038"/>
              <a:gd name="connsiteY12" fmla="*/ 1495930 h 1899673"/>
              <a:gd name="connsiteX13" fmla="*/ 2543286 w 6851038"/>
              <a:gd name="connsiteY13" fmla="*/ 1341877 h 1899673"/>
              <a:gd name="connsiteX14" fmla="*/ 3388660 w 6851038"/>
              <a:gd name="connsiteY14" fmla="*/ 736610 h 1899673"/>
              <a:gd name="connsiteX15" fmla="*/ 4756784 w 6851038"/>
              <a:gd name="connsiteY15" fmla="*/ 909322 h 1899673"/>
              <a:gd name="connsiteX16" fmla="*/ 5256317 w 6851038"/>
              <a:gd name="connsiteY16" fmla="*/ 274322 h 1899673"/>
              <a:gd name="connsiteX17" fmla="*/ 5821468 w 6851038"/>
              <a:gd name="connsiteY17" fmla="*/ 172768 h 1899673"/>
              <a:gd name="connsiteX18" fmla="*/ 6251151 w 6851038"/>
              <a:gd name="connsiteY18" fmla="*/ 428302 h 1899673"/>
              <a:gd name="connsiteX19" fmla="*/ 6412373 w 6851038"/>
              <a:gd name="connsiteY19" fmla="*/ 623187 h 1899673"/>
              <a:gd name="connsiteX20" fmla="*/ 6564773 w 6851038"/>
              <a:gd name="connsiteY20" fmla="*/ 703089 h 1899673"/>
              <a:gd name="connsiteX21" fmla="*/ 6679073 w 6851038"/>
              <a:gd name="connsiteY21" fmla="*/ 674034 h 1899673"/>
              <a:gd name="connsiteX22" fmla="*/ 6708351 w 6851038"/>
              <a:gd name="connsiteY22" fmla="*/ 529995 h 1899673"/>
              <a:gd name="connsiteX23" fmla="*/ 6679074 w 6851038"/>
              <a:gd name="connsiteY23" fmla="*/ 390745 h 1899673"/>
              <a:gd name="connsiteX24" fmla="*/ 6609225 w 6851038"/>
              <a:gd name="connsiteY24" fmla="*/ 303578 h 1899673"/>
              <a:gd name="connsiteX25" fmla="*/ 6564775 w 6851038"/>
              <a:gd name="connsiteY25" fmla="*/ 194620 h 1899673"/>
              <a:gd name="connsiteX26" fmla="*/ 6545725 w 6851038"/>
              <a:gd name="connsiteY26" fmla="*/ 27550 h 1899673"/>
              <a:gd name="connsiteX27" fmla="*/ 6691774 w 6851038"/>
              <a:gd name="connsiteY27" fmla="*/ 13025 h 1899673"/>
              <a:gd name="connsiteX28" fmla="*/ 6843817 w 6851038"/>
              <a:gd name="connsiteY28" fmla="*/ 26287 h 1899673"/>
              <a:gd name="connsiteX29" fmla="*/ 6825125 w 6851038"/>
              <a:gd name="connsiteY29" fmla="*/ 252730 h 1899673"/>
              <a:gd name="connsiteX30" fmla="*/ 6780675 w 6851038"/>
              <a:gd name="connsiteY30" fmla="*/ 405271 h 1899673"/>
              <a:gd name="connsiteX31" fmla="*/ 6767974 w 6851038"/>
              <a:gd name="connsiteY31" fmla="*/ 659506 h 1899673"/>
              <a:gd name="connsiteX32" fmla="*/ 6691774 w 6851038"/>
              <a:gd name="connsiteY32" fmla="*/ 775729 h 1899673"/>
              <a:gd name="connsiteX33" fmla="*/ 6581351 w 6851038"/>
              <a:gd name="connsiteY33" fmla="*/ 797321 h 1899673"/>
              <a:gd name="connsiteX34" fmla="*/ 6367566 w 6851038"/>
              <a:gd name="connsiteY34" fmla="*/ 712560 h 1899673"/>
              <a:gd name="connsiteX35" fmla="*/ 6101224 w 6851038"/>
              <a:gd name="connsiteY35" fmla="*/ 398005 h 1899673"/>
              <a:gd name="connsiteX36" fmla="*/ 5863801 w 6851038"/>
              <a:gd name="connsiteY36" fmla="*/ 276774 h 1899673"/>
              <a:gd name="connsiteX37" fmla="*/ 5539951 w 6851038"/>
              <a:gd name="connsiteY37" fmla="*/ 257389 h 1899673"/>
              <a:gd name="connsiteX38" fmla="*/ 5357917 w 6851038"/>
              <a:gd name="connsiteY38" fmla="*/ 333589 h 1899673"/>
              <a:gd name="connsiteX39" fmla="*/ 5239384 w 6851038"/>
              <a:gd name="connsiteY39" fmla="*/ 452121 h 1899673"/>
              <a:gd name="connsiteX40" fmla="*/ 5027717 w 6851038"/>
              <a:gd name="connsiteY40" fmla="*/ 833121 h 1899673"/>
              <a:gd name="connsiteX41" fmla="*/ 4849917 w 6851038"/>
              <a:gd name="connsiteY41" fmla="*/ 985522 h 1899673"/>
              <a:gd name="connsiteX42" fmla="*/ 4437725 w 6851038"/>
              <a:gd name="connsiteY42" fmla="*/ 1018010 h 1899673"/>
              <a:gd name="connsiteX43" fmla="*/ 3778428 w 6851038"/>
              <a:gd name="connsiteY43" fmla="*/ 839283 h 1899673"/>
              <a:gd name="connsiteX44" fmla="*/ 3364217 w 6851038"/>
              <a:gd name="connsiteY44" fmla="*/ 842833 h 1899673"/>
              <a:gd name="connsiteX45" fmla="*/ 2695810 w 6851038"/>
              <a:gd name="connsiteY45" fmla="*/ 1324293 h 1899673"/>
              <a:gd name="connsiteX46" fmla="*/ 2108905 w 6851038"/>
              <a:gd name="connsiteY46" fmla="*/ 1829903 h 1899673"/>
              <a:gd name="connsiteX47" fmla="*/ 1848079 w 6851038"/>
              <a:gd name="connsiteY47" fmla="*/ 1722096 h 1899673"/>
              <a:gd name="connsiteX48" fmla="*/ 1724694 w 6851038"/>
              <a:gd name="connsiteY48" fmla="*/ 1812667 h 1899673"/>
              <a:gd name="connsiteX49" fmla="*/ 1653239 w 6851038"/>
              <a:gd name="connsiteY49" fmla="*/ 1859546 h 1899673"/>
              <a:gd name="connsiteX50" fmla="*/ 1396269 w 6851038"/>
              <a:gd name="connsiteY50" fmla="*/ 1838279 h 1899673"/>
              <a:gd name="connsiteX51" fmla="*/ 1061134 w 6851038"/>
              <a:gd name="connsiteY51" fmla="*/ 1899272 h 1899673"/>
              <a:gd name="connsiteX52" fmla="*/ 855504 w 6851038"/>
              <a:gd name="connsiteY52" fmla="*/ 1802499 h 1899673"/>
              <a:gd name="connsiteX53" fmla="*/ 665240 w 6851038"/>
              <a:gd name="connsiteY53" fmla="*/ 1780251 h 1899673"/>
              <a:gd name="connsiteX54" fmla="*/ 396856 w 6851038"/>
              <a:gd name="connsiteY54" fmla="*/ 1617994 h 1899673"/>
              <a:gd name="connsiteX55" fmla="*/ 250734 w 6851038"/>
              <a:gd name="connsiteY55" fmla="*/ 1549022 h 1899673"/>
              <a:gd name="connsiteX56" fmla="*/ 25806 w 6851038"/>
              <a:gd name="connsiteY56" fmla="*/ 1362030 h 1899673"/>
              <a:gd name="connsiteX0" fmla="*/ 25806 w 6851038"/>
              <a:gd name="connsiteY0" fmla="*/ 1362030 h 1899673"/>
              <a:gd name="connsiteX1" fmla="*/ 15257 w 6851038"/>
              <a:gd name="connsiteY1" fmla="*/ 970226 h 1899673"/>
              <a:gd name="connsiteX2" fmla="*/ 118651 w 6851038"/>
              <a:gd name="connsiteY2" fmla="*/ 960965 h 1899673"/>
              <a:gd name="connsiteX3" fmla="*/ 110836 w 6851038"/>
              <a:gd name="connsiteY3" fmla="*/ 1225226 h 1899673"/>
              <a:gd name="connsiteX4" fmla="*/ 320853 w 6851038"/>
              <a:gd name="connsiteY4" fmla="*/ 1442374 h 1899673"/>
              <a:gd name="connsiteX5" fmla="*/ 594990 w 6851038"/>
              <a:gd name="connsiteY5" fmla="*/ 1626794 h 1899673"/>
              <a:gd name="connsiteX6" fmla="*/ 1120462 w 6851038"/>
              <a:gd name="connsiteY6" fmla="*/ 1597168 h 1899673"/>
              <a:gd name="connsiteX7" fmla="*/ 1346366 w 6851038"/>
              <a:gd name="connsiteY7" fmla="*/ 1612187 h 1899673"/>
              <a:gd name="connsiteX8" fmla="*/ 1546103 w 6851038"/>
              <a:gd name="connsiteY8" fmla="*/ 1551168 h 1899673"/>
              <a:gd name="connsiteX9" fmla="*/ 1782195 w 6851038"/>
              <a:gd name="connsiteY9" fmla="*/ 1621749 h 1899673"/>
              <a:gd name="connsiteX10" fmla="*/ 1924976 w 6851038"/>
              <a:gd name="connsiteY10" fmla="*/ 1608552 h 1899673"/>
              <a:gd name="connsiteX11" fmla="*/ 2069717 w 6851038"/>
              <a:gd name="connsiteY11" fmla="*/ 1572048 h 1899673"/>
              <a:gd name="connsiteX12" fmla="*/ 2290420 w 6851038"/>
              <a:gd name="connsiteY12" fmla="*/ 1495930 h 1899673"/>
              <a:gd name="connsiteX13" fmla="*/ 2543286 w 6851038"/>
              <a:gd name="connsiteY13" fmla="*/ 1341877 h 1899673"/>
              <a:gd name="connsiteX14" fmla="*/ 3388660 w 6851038"/>
              <a:gd name="connsiteY14" fmla="*/ 736610 h 1899673"/>
              <a:gd name="connsiteX15" fmla="*/ 4756784 w 6851038"/>
              <a:gd name="connsiteY15" fmla="*/ 909322 h 1899673"/>
              <a:gd name="connsiteX16" fmla="*/ 5256317 w 6851038"/>
              <a:gd name="connsiteY16" fmla="*/ 274322 h 1899673"/>
              <a:gd name="connsiteX17" fmla="*/ 5821468 w 6851038"/>
              <a:gd name="connsiteY17" fmla="*/ 172768 h 1899673"/>
              <a:gd name="connsiteX18" fmla="*/ 6251151 w 6851038"/>
              <a:gd name="connsiteY18" fmla="*/ 428302 h 1899673"/>
              <a:gd name="connsiteX19" fmla="*/ 6412373 w 6851038"/>
              <a:gd name="connsiteY19" fmla="*/ 623187 h 1899673"/>
              <a:gd name="connsiteX20" fmla="*/ 6564773 w 6851038"/>
              <a:gd name="connsiteY20" fmla="*/ 703089 h 1899673"/>
              <a:gd name="connsiteX21" fmla="*/ 6679073 w 6851038"/>
              <a:gd name="connsiteY21" fmla="*/ 674034 h 1899673"/>
              <a:gd name="connsiteX22" fmla="*/ 6708351 w 6851038"/>
              <a:gd name="connsiteY22" fmla="*/ 529995 h 1899673"/>
              <a:gd name="connsiteX23" fmla="*/ 6679074 w 6851038"/>
              <a:gd name="connsiteY23" fmla="*/ 390745 h 1899673"/>
              <a:gd name="connsiteX24" fmla="*/ 6609225 w 6851038"/>
              <a:gd name="connsiteY24" fmla="*/ 303578 h 1899673"/>
              <a:gd name="connsiteX25" fmla="*/ 6564775 w 6851038"/>
              <a:gd name="connsiteY25" fmla="*/ 194620 h 1899673"/>
              <a:gd name="connsiteX26" fmla="*/ 6545725 w 6851038"/>
              <a:gd name="connsiteY26" fmla="*/ 27550 h 1899673"/>
              <a:gd name="connsiteX27" fmla="*/ 6691774 w 6851038"/>
              <a:gd name="connsiteY27" fmla="*/ 13025 h 1899673"/>
              <a:gd name="connsiteX28" fmla="*/ 6843817 w 6851038"/>
              <a:gd name="connsiteY28" fmla="*/ 26287 h 1899673"/>
              <a:gd name="connsiteX29" fmla="*/ 6825125 w 6851038"/>
              <a:gd name="connsiteY29" fmla="*/ 252730 h 1899673"/>
              <a:gd name="connsiteX30" fmla="*/ 6780675 w 6851038"/>
              <a:gd name="connsiteY30" fmla="*/ 405271 h 1899673"/>
              <a:gd name="connsiteX31" fmla="*/ 6767974 w 6851038"/>
              <a:gd name="connsiteY31" fmla="*/ 659506 h 1899673"/>
              <a:gd name="connsiteX32" fmla="*/ 6691774 w 6851038"/>
              <a:gd name="connsiteY32" fmla="*/ 775729 h 1899673"/>
              <a:gd name="connsiteX33" fmla="*/ 6581351 w 6851038"/>
              <a:gd name="connsiteY33" fmla="*/ 797321 h 1899673"/>
              <a:gd name="connsiteX34" fmla="*/ 6367566 w 6851038"/>
              <a:gd name="connsiteY34" fmla="*/ 712560 h 1899673"/>
              <a:gd name="connsiteX35" fmla="*/ 6101224 w 6851038"/>
              <a:gd name="connsiteY35" fmla="*/ 398005 h 1899673"/>
              <a:gd name="connsiteX36" fmla="*/ 5863801 w 6851038"/>
              <a:gd name="connsiteY36" fmla="*/ 276774 h 1899673"/>
              <a:gd name="connsiteX37" fmla="*/ 5539951 w 6851038"/>
              <a:gd name="connsiteY37" fmla="*/ 257389 h 1899673"/>
              <a:gd name="connsiteX38" fmla="*/ 5357917 w 6851038"/>
              <a:gd name="connsiteY38" fmla="*/ 333589 h 1899673"/>
              <a:gd name="connsiteX39" fmla="*/ 5239384 w 6851038"/>
              <a:gd name="connsiteY39" fmla="*/ 452121 h 1899673"/>
              <a:gd name="connsiteX40" fmla="*/ 5027717 w 6851038"/>
              <a:gd name="connsiteY40" fmla="*/ 833121 h 1899673"/>
              <a:gd name="connsiteX41" fmla="*/ 4849917 w 6851038"/>
              <a:gd name="connsiteY41" fmla="*/ 985522 h 1899673"/>
              <a:gd name="connsiteX42" fmla="*/ 4437725 w 6851038"/>
              <a:gd name="connsiteY42" fmla="*/ 1018010 h 1899673"/>
              <a:gd name="connsiteX43" fmla="*/ 3778428 w 6851038"/>
              <a:gd name="connsiteY43" fmla="*/ 839283 h 1899673"/>
              <a:gd name="connsiteX44" fmla="*/ 3364217 w 6851038"/>
              <a:gd name="connsiteY44" fmla="*/ 842833 h 1899673"/>
              <a:gd name="connsiteX45" fmla="*/ 2695810 w 6851038"/>
              <a:gd name="connsiteY45" fmla="*/ 1324293 h 1899673"/>
              <a:gd name="connsiteX46" fmla="*/ 2108905 w 6851038"/>
              <a:gd name="connsiteY46" fmla="*/ 1829903 h 1899673"/>
              <a:gd name="connsiteX47" fmla="*/ 1848079 w 6851038"/>
              <a:gd name="connsiteY47" fmla="*/ 1722096 h 1899673"/>
              <a:gd name="connsiteX48" fmla="*/ 1724694 w 6851038"/>
              <a:gd name="connsiteY48" fmla="*/ 1812667 h 1899673"/>
              <a:gd name="connsiteX49" fmla="*/ 1653239 w 6851038"/>
              <a:gd name="connsiteY49" fmla="*/ 1859546 h 1899673"/>
              <a:gd name="connsiteX50" fmla="*/ 1396269 w 6851038"/>
              <a:gd name="connsiteY50" fmla="*/ 1838279 h 1899673"/>
              <a:gd name="connsiteX51" fmla="*/ 1061134 w 6851038"/>
              <a:gd name="connsiteY51" fmla="*/ 1899272 h 1899673"/>
              <a:gd name="connsiteX52" fmla="*/ 855504 w 6851038"/>
              <a:gd name="connsiteY52" fmla="*/ 1802499 h 1899673"/>
              <a:gd name="connsiteX53" fmla="*/ 665240 w 6851038"/>
              <a:gd name="connsiteY53" fmla="*/ 1780251 h 1899673"/>
              <a:gd name="connsiteX54" fmla="*/ 396856 w 6851038"/>
              <a:gd name="connsiteY54" fmla="*/ 1617994 h 1899673"/>
              <a:gd name="connsiteX55" fmla="*/ 250734 w 6851038"/>
              <a:gd name="connsiteY55" fmla="*/ 1549022 h 1899673"/>
              <a:gd name="connsiteX56" fmla="*/ 25806 w 6851038"/>
              <a:gd name="connsiteY56" fmla="*/ 1362030 h 1899673"/>
              <a:gd name="connsiteX0" fmla="*/ 25806 w 6851038"/>
              <a:gd name="connsiteY0" fmla="*/ 1362030 h 1899464"/>
              <a:gd name="connsiteX1" fmla="*/ 15257 w 6851038"/>
              <a:gd name="connsiteY1" fmla="*/ 970226 h 1899464"/>
              <a:gd name="connsiteX2" fmla="*/ 118651 w 6851038"/>
              <a:gd name="connsiteY2" fmla="*/ 960965 h 1899464"/>
              <a:gd name="connsiteX3" fmla="*/ 110836 w 6851038"/>
              <a:gd name="connsiteY3" fmla="*/ 1225226 h 1899464"/>
              <a:gd name="connsiteX4" fmla="*/ 320853 w 6851038"/>
              <a:gd name="connsiteY4" fmla="*/ 1442374 h 1899464"/>
              <a:gd name="connsiteX5" fmla="*/ 594990 w 6851038"/>
              <a:gd name="connsiteY5" fmla="*/ 1626794 h 1899464"/>
              <a:gd name="connsiteX6" fmla="*/ 1120462 w 6851038"/>
              <a:gd name="connsiteY6" fmla="*/ 1597168 h 1899464"/>
              <a:gd name="connsiteX7" fmla="*/ 1346366 w 6851038"/>
              <a:gd name="connsiteY7" fmla="*/ 1612187 h 1899464"/>
              <a:gd name="connsiteX8" fmla="*/ 1546103 w 6851038"/>
              <a:gd name="connsiteY8" fmla="*/ 1551168 h 1899464"/>
              <a:gd name="connsiteX9" fmla="*/ 1782195 w 6851038"/>
              <a:gd name="connsiteY9" fmla="*/ 1621749 h 1899464"/>
              <a:gd name="connsiteX10" fmla="*/ 1924976 w 6851038"/>
              <a:gd name="connsiteY10" fmla="*/ 1608552 h 1899464"/>
              <a:gd name="connsiteX11" fmla="*/ 2069717 w 6851038"/>
              <a:gd name="connsiteY11" fmla="*/ 1572048 h 1899464"/>
              <a:gd name="connsiteX12" fmla="*/ 2290420 w 6851038"/>
              <a:gd name="connsiteY12" fmla="*/ 1495930 h 1899464"/>
              <a:gd name="connsiteX13" fmla="*/ 2543286 w 6851038"/>
              <a:gd name="connsiteY13" fmla="*/ 1341877 h 1899464"/>
              <a:gd name="connsiteX14" fmla="*/ 3388660 w 6851038"/>
              <a:gd name="connsiteY14" fmla="*/ 736610 h 1899464"/>
              <a:gd name="connsiteX15" fmla="*/ 4756784 w 6851038"/>
              <a:gd name="connsiteY15" fmla="*/ 909322 h 1899464"/>
              <a:gd name="connsiteX16" fmla="*/ 5256317 w 6851038"/>
              <a:gd name="connsiteY16" fmla="*/ 274322 h 1899464"/>
              <a:gd name="connsiteX17" fmla="*/ 5821468 w 6851038"/>
              <a:gd name="connsiteY17" fmla="*/ 172768 h 1899464"/>
              <a:gd name="connsiteX18" fmla="*/ 6251151 w 6851038"/>
              <a:gd name="connsiteY18" fmla="*/ 428302 h 1899464"/>
              <a:gd name="connsiteX19" fmla="*/ 6412373 w 6851038"/>
              <a:gd name="connsiteY19" fmla="*/ 623187 h 1899464"/>
              <a:gd name="connsiteX20" fmla="*/ 6564773 w 6851038"/>
              <a:gd name="connsiteY20" fmla="*/ 703089 h 1899464"/>
              <a:gd name="connsiteX21" fmla="*/ 6679073 w 6851038"/>
              <a:gd name="connsiteY21" fmla="*/ 674034 h 1899464"/>
              <a:gd name="connsiteX22" fmla="*/ 6708351 w 6851038"/>
              <a:gd name="connsiteY22" fmla="*/ 529995 h 1899464"/>
              <a:gd name="connsiteX23" fmla="*/ 6679074 w 6851038"/>
              <a:gd name="connsiteY23" fmla="*/ 390745 h 1899464"/>
              <a:gd name="connsiteX24" fmla="*/ 6609225 w 6851038"/>
              <a:gd name="connsiteY24" fmla="*/ 303578 h 1899464"/>
              <a:gd name="connsiteX25" fmla="*/ 6564775 w 6851038"/>
              <a:gd name="connsiteY25" fmla="*/ 194620 h 1899464"/>
              <a:gd name="connsiteX26" fmla="*/ 6545725 w 6851038"/>
              <a:gd name="connsiteY26" fmla="*/ 27550 h 1899464"/>
              <a:gd name="connsiteX27" fmla="*/ 6691774 w 6851038"/>
              <a:gd name="connsiteY27" fmla="*/ 13025 h 1899464"/>
              <a:gd name="connsiteX28" fmla="*/ 6843817 w 6851038"/>
              <a:gd name="connsiteY28" fmla="*/ 26287 h 1899464"/>
              <a:gd name="connsiteX29" fmla="*/ 6825125 w 6851038"/>
              <a:gd name="connsiteY29" fmla="*/ 252730 h 1899464"/>
              <a:gd name="connsiteX30" fmla="*/ 6780675 w 6851038"/>
              <a:gd name="connsiteY30" fmla="*/ 405271 h 1899464"/>
              <a:gd name="connsiteX31" fmla="*/ 6767974 w 6851038"/>
              <a:gd name="connsiteY31" fmla="*/ 659506 h 1899464"/>
              <a:gd name="connsiteX32" fmla="*/ 6691774 w 6851038"/>
              <a:gd name="connsiteY32" fmla="*/ 775729 h 1899464"/>
              <a:gd name="connsiteX33" fmla="*/ 6581351 w 6851038"/>
              <a:gd name="connsiteY33" fmla="*/ 797321 h 1899464"/>
              <a:gd name="connsiteX34" fmla="*/ 6367566 w 6851038"/>
              <a:gd name="connsiteY34" fmla="*/ 712560 h 1899464"/>
              <a:gd name="connsiteX35" fmla="*/ 6101224 w 6851038"/>
              <a:gd name="connsiteY35" fmla="*/ 398005 h 1899464"/>
              <a:gd name="connsiteX36" fmla="*/ 5863801 w 6851038"/>
              <a:gd name="connsiteY36" fmla="*/ 276774 h 1899464"/>
              <a:gd name="connsiteX37" fmla="*/ 5539951 w 6851038"/>
              <a:gd name="connsiteY37" fmla="*/ 257389 h 1899464"/>
              <a:gd name="connsiteX38" fmla="*/ 5357917 w 6851038"/>
              <a:gd name="connsiteY38" fmla="*/ 333589 h 1899464"/>
              <a:gd name="connsiteX39" fmla="*/ 5239384 w 6851038"/>
              <a:gd name="connsiteY39" fmla="*/ 452121 h 1899464"/>
              <a:gd name="connsiteX40" fmla="*/ 5027717 w 6851038"/>
              <a:gd name="connsiteY40" fmla="*/ 833121 h 1899464"/>
              <a:gd name="connsiteX41" fmla="*/ 4849917 w 6851038"/>
              <a:gd name="connsiteY41" fmla="*/ 985522 h 1899464"/>
              <a:gd name="connsiteX42" fmla="*/ 4437725 w 6851038"/>
              <a:gd name="connsiteY42" fmla="*/ 1018010 h 1899464"/>
              <a:gd name="connsiteX43" fmla="*/ 3778428 w 6851038"/>
              <a:gd name="connsiteY43" fmla="*/ 839283 h 1899464"/>
              <a:gd name="connsiteX44" fmla="*/ 3364217 w 6851038"/>
              <a:gd name="connsiteY44" fmla="*/ 842833 h 1899464"/>
              <a:gd name="connsiteX45" fmla="*/ 2695810 w 6851038"/>
              <a:gd name="connsiteY45" fmla="*/ 1324293 h 1899464"/>
              <a:gd name="connsiteX46" fmla="*/ 2108905 w 6851038"/>
              <a:gd name="connsiteY46" fmla="*/ 1829903 h 1899464"/>
              <a:gd name="connsiteX47" fmla="*/ 1848079 w 6851038"/>
              <a:gd name="connsiteY47" fmla="*/ 1722096 h 1899464"/>
              <a:gd name="connsiteX48" fmla="*/ 1724694 w 6851038"/>
              <a:gd name="connsiteY48" fmla="*/ 1812667 h 1899464"/>
              <a:gd name="connsiteX49" fmla="*/ 1653239 w 6851038"/>
              <a:gd name="connsiteY49" fmla="*/ 1859546 h 1899464"/>
              <a:gd name="connsiteX50" fmla="*/ 1396269 w 6851038"/>
              <a:gd name="connsiteY50" fmla="*/ 1838279 h 1899464"/>
              <a:gd name="connsiteX51" fmla="*/ 1061134 w 6851038"/>
              <a:gd name="connsiteY51" fmla="*/ 1899272 h 1899464"/>
              <a:gd name="connsiteX52" fmla="*/ 869683 w 6851038"/>
              <a:gd name="connsiteY52" fmla="*/ 1814121 h 1899464"/>
              <a:gd name="connsiteX53" fmla="*/ 665240 w 6851038"/>
              <a:gd name="connsiteY53" fmla="*/ 1780251 h 1899464"/>
              <a:gd name="connsiteX54" fmla="*/ 396856 w 6851038"/>
              <a:gd name="connsiteY54" fmla="*/ 1617994 h 1899464"/>
              <a:gd name="connsiteX55" fmla="*/ 250734 w 6851038"/>
              <a:gd name="connsiteY55" fmla="*/ 1549022 h 1899464"/>
              <a:gd name="connsiteX56" fmla="*/ 25806 w 6851038"/>
              <a:gd name="connsiteY56" fmla="*/ 1362030 h 1899464"/>
              <a:gd name="connsiteX0" fmla="*/ 25806 w 6851038"/>
              <a:gd name="connsiteY0" fmla="*/ 1362030 h 1899464"/>
              <a:gd name="connsiteX1" fmla="*/ 15257 w 6851038"/>
              <a:gd name="connsiteY1" fmla="*/ 970226 h 1899464"/>
              <a:gd name="connsiteX2" fmla="*/ 118651 w 6851038"/>
              <a:gd name="connsiteY2" fmla="*/ 960965 h 1899464"/>
              <a:gd name="connsiteX3" fmla="*/ 110836 w 6851038"/>
              <a:gd name="connsiteY3" fmla="*/ 1225226 h 1899464"/>
              <a:gd name="connsiteX4" fmla="*/ 320853 w 6851038"/>
              <a:gd name="connsiteY4" fmla="*/ 1442374 h 1899464"/>
              <a:gd name="connsiteX5" fmla="*/ 594990 w 6851038"/>
              <a:gd name="connsiteY5" fmla="*/ 1626794 h 1899464"/>
              <a:gd name="connsiteX6" fmla="*/ 1120462 w 6851038"/>
              <a:gd name="connsiteY6" fmla="*/ 1597168 h 1899464"/>
              <a:gd name="connsiteX7" fmla="*/ 1346366 w 6851038"/>
              <a:gd name="connsiteY7" fmla="*/ 1612187 h 1899464"/>
              <a:gd name="connsiteX8" fmla="*/ 1546103 w 6851038"/>
              <a:gd name="connsiteY8" fmla="*/ 1551168 h 1899464"/>
              <a:gd name="connsiteX9" fmla="*/ 1782195 w 6851038"/>
              <a:gd name="connsiteY9" fmla="*/ 1621749 h 1899464"/>
              <a:gd name="connsiteX10" fmla="*/ 1924976 w 6851038"/>
              <a:gd name="connsiteY10" fmla="*/ 1608552 h 1899464"/>
              <a:gd name="connsiteX11" fmla="*/ 2069717 w 6851038"/>
              <a:gd name="connsiteY11" fmla="*/ 1572048 h 1899464"/>
              <a:gd name="connsiteX12" fmla="*/ 2290420 w 6851038"/>
              <a:gd name="connsiteY12" fmla="*/ 1495930 h 1899464"/>
              <a:gd name="connsiteX13" fmla="*/ 2543286 w 6851038"/>
              <a:gd name="connsiteY13" fmla="*/ 1341877 h 1899464"/>
              <a:gd name="connsiteX14" fmla="*/ 3388660 w 6851038"/>
              <a:gd name="connsiteY14" fmla="*/ 736610 h 1899464"/>
              <a:gd name="connsiteX15" fmla="*/ 4756784 w 6851038"/>
              <a:gd name="connsiteY15" fmla="*/ 909322 h 1899464"/>
              <a:gd name="connsiteX16" fmla="*/ 5256317 w 6851038"/>
              <a:gd name="connsiteY16" fmla="*/ 274322 h 1899464"/>
              <a:gd name="connsiteX17" fmla="*/ 5821468 w 6851038"/>
              <a:gd name="connsiteY17" fmla="*/ 172768 h 1899464"/>
              <a:gd name="connsiteX18" fmla="*/ 6251151 w 6851038"/>
              <a:gd name="connsiteY18" fmla="*/ 428302 h 1899464"/>
              <a:gd name="connsiteX19" fmla="*/ 6412373 w 6851038"/>
              <a:gd name="connsiteY19" fmla="*/ 623187 h 1899464"/>
              <a:gd name="connsiteX20" fmla="*/ 6564773 w 6851038"/>
              <a:gd name="connsiteY20" fmla="*/ 703089 h 1899464"/>
              <a:gd name="connsiteX21" fmla="*/ 6679073 w 6851038"/>
              <a:gd name="connsiteY21" fmla="*/ 674034 h 1899464"/>
              <a:gd name="connsiteX22" fmla="*/ 6708351 w 6851038"/>
              <a:gd name="connsiteY22" fmla="*/ 529995 h 1899464"/>
              <a:gd name="connsiteX23" fmla="*/ 6679074 w 6851038"/>
              <a:gd name="connsiteY23" fmla="*/ 390745 h 1899464"/>
              <a:gd name="connsiteX24" fmla="*/ 6609225 w 6851038"/>
              <a:gd name="connsiteY24" fmla="*/ 303578 h 1899464"/>
              <a:gd name="connsiteX25" fmla="*/ 6564775 w 6851038"/>
              <a:gd name="connsiteY25" fmla="*/ 194620 h 1899464"/>
              <a:gd name="connsiteX26" fmla="*/ 6545725 w 6851038"/>
              <a:gd name="connsiteY26" fmla="*/ 27550 h 1899464"/>
              <a:gd name="connsiteX27" fmla="*/ 6691774 w 6851038"/>
              <a:gd name="connsiteY27" fmla="*/ 13025 h 1899464"/>
              <a:gd name="connsiteX28" fmla="*/ 6843817 w 6851038"/>
              <a:gd name="connsiteY28" fmla="*/ 26287 h 1899464"/>
              <a:gd name="connsiteX29" fmla="*/ 6825125 w 6851038"/>
              <a:gd name="connsiteY29" fmla="*/ 252730 h 1899464"/>
              <a:gd name="connsiteX30" fmla="*/ 6780675 w 6851038"/>
              <a:gd name="connsiteY30" fmla="*/ 405271 h 1899464"/>
              <a:gd name="connsiteX31" fmla="*/ 6767974 w 6851038"/>
              <a:gd name="connsiteY31" fmla="*/ 659506 h 1899464"/>
              <a:gd name="connsiteX32" fmla="*/ 6691774 w 6851038"/>
              <a:gd name="connsiteY32" fmla="*/ 775729 h 1899464"/>
              <a:gd name="connsiteX33" fmla="*/ 6581351 w 6851038"/>
              <a:gd name="connsiteY33" fmla="*/ 797321 h 1899464"/>
              <a:gd name="connsiteX34" fmla="*/ 6367566 w 6851038"/>
              <a:gd name="connsiteY34" fmla="*/ 712560 h 1899464"/>
              <a:gd name="connsiteX35" fmla="*/ 6101224 w 6851038"/>
              <a:gd name="connsiteY35" fmla="*/ 398005 h 1899464"/>
              <a:gd name="connsiteX36" fmla="*/ 5863801 w 6851038"/>
              <a:gd name="connsiteY36" fmla="*/ 276774 h 1899464"/>
              <a:gd name="connsiteX37" fmla="*/ 5539951 w 6851038"/>
              <a:gd name="connsiteY37" fmla="*/ 257389 h 1899464"/>
              <a:gd name="connsiteX38" fmla="*/ 5357917 w 6851038"/>
              <a:gd name="connsiteY38" fmla="*/ 333589 h 1899464"/>
              <a:gd name="connsiteX39" fmla="*/ 5239384 w 6851038"/>
              <a:gd name="connsiteY39" fmla="*/ 452121 h 1899464"/>
              <a:gd name="connsiteX40" fmla="*/ 5027717 w 6851038"/>
              <a:gd name="connsiteY40" fmla="*/ 833121 h 1899464"/>
              <a:gd name="connsiteX41" fmla="*/ 4849917 w 6851038"/>
              <a:gd name="connsiteY41" fmla="*/ 985522 h 1899464"/>
              <a:gd name="connsiteX42" fmla="*/ 4437725 w 6851038"/>
              <a:gd name="connsiteY42" fmla="*/ 1018010 h 1899464"/>
              <a:gd name="connsiteX43" fmla="*/ 3778428 w 6851038"/>
              <a:gd name="connsiteY43" fmla="*/ 839283 h 1899464"/>
              <a:gd name="connsiteX44" fmla="*/ 3364217 w 6851038"/>
              <a:gd name="connsiteY44" fmla="*/ 842833 h 1899464"/>
              <a:gd name="connsiteX45" fmla="*/ 2695810 w 6851038"/>
              <a:gd name="connsiteY45" fmla="*/ 1324293 h 1899464"/>
              <a:gd name="connsiteX46" fmla="*/ 2108905 w 6851038"/>
              <a:gd name="connsiteY46" fmla="*/ 1829903 h 1899464"/>
              <a:gd name="connsiteX47" fmla="*/ 1848079 w 6851038"/>
              <a:gd name="connsiteY47" fmla="*/ 1722096 h 1899464"/>
              <a:gd name="connsiteX48" fmla="*/ 1724694 w 6851038"/>
              <a:gd name="connsiteY48" fmla="*/ 1812667 h 1899464"/>
              <a:gd name="connsiteX49" fmla="*/ 1653239 w 6851038"/>
              <a:gd name="connsiteY49" fmla="*/ 1859546 h 1899464"/>
              <a:gd name="connsiteX50" fmla="*/ 1396269 w 6851038"/>
              <a:gd name="connsiteY50" fmla="*/ 1838279 h 1899464"/>
              <a:gd name="connsiteX51" fmla="*/ 1061134 w 6851038"/>
              <a:gd name="connsiteY51" fmla="*/ 1899272 h 1899464"/>
              <a:gd name="connsiteX52" fmla="*/ 869683 w 6851038"/>
              <a:gd name="connsiteY52" fmla="*/ 1814121 h 1899464"/>
              <a:gd name="connsiteX53" fmla="*/ 665240 w 6851038"/>
              <a:gd name="connsiteY53" fmla="*/ 1780251 h 1899464"/>
              <a:gd name="connsiteX54" fmla="*/ 396856 w 6851038"/>
              <a:gd name="connsiteY54" fmla="*/ 1617994 h 1899464"/>
              <a:gd name="connsiteX55" fmla="*/ 250734 w 6851038"/>
              <a:gd name="connsiteY55" fmla="*/ 1549022 h 1899464"/>
              <a:gd name="connsiteX56" fmla="*/ 25806 w 6851038"/>
              <a:gd name="connsiteY56" fmla="*/ 1362030 h 1899464"/>
              <a:gd name="connsiteX0" fmla="*/ 25806 w 6851038"/>
              <a:gd name="connsiteY0" fmla="*/ 1362030 h 1899464"/>
              <a:gd name="connsiteX1" fmla="*/ 15257 w 6851038"/>
              <a:gd name="connsiteY1" fmla="*/ 970226 h 1899464"/>
              <a:gd name="connsiteX2" fmla="*/ 118651 w 6851038"/>
              <a:gd name="connsiteY2" fmla="*/ 960965 h 1899464"/>
              <a:gd name="connsiteX3" fmla="*/ 110836 w 6851038"/>
              <a:gd name="connsiteY3" fmla="*/ 1225226 h 1899464"/>
              <a:gd name="connsiteX4" fmla="*/ 320853 w 6851038"/>
              <a:gd name="connsiteY4" fmla="*/ 1442374 h 1899464"/>
              <a:gd name="connsiteX5" fmla="*/ 594990 w 6851038"/>
              <a:gd name="connsiteY5" fmla="*/ 1626794 h 1899464"/>
              <a:gd name="connsiteX6" fmla="*/ 1120462 w 6851038"/>
              <a:gd name="connsiteY6" fmla="*/ 1597168 h 1899464"/>
              <a:gd name="connsiteX7" fmla="*/ 1346366 w 6851038"/>
              <a:gd name="connsiteY7" fmla="*/ 1612187 h 1899464"/>
              <a:gd name="connsiteX8" fmla="*/ 1546103 w 6851038"/>
              <a:gd name="connsiteY8" fmla="*/ 1551168 h 1899464"/>
              <a:gd name="connsiteX9" fmla="*/ 1782195 w 6851038"/>
              <a:gd name="connsiteY9" fmla="*/ 1621749 h 1899464"/>
              <a:gd name="connsiteX10" fmla="*/ 1924976 w 6851038"/>
              <a:gd name="connsiteY10" fmla="*/ 1608552 h 1899464"/>
              <a:gd name="connsiteX11" fmla="*/ 2069717 w 6851038"/>
              <a:gd name="connsiteY11" fmla="*/ 1572048 h 1899464"/>
              <a:gd name="connsiteX12" fmla="*/ 2290420 w 6851038"/>
              <a:gd name="connsiteY12" fmla="*/ 1495930 h 1899464"/>
              <a:gd name="connsiteX13" fmla="*/ 2543286 w 6851038"/>
              <a:gd name="connsiteY13" fmla="*/ 1341877 h 1899464"/>
              <a:gd name="connsiteX14" fmla="*/ 3388660 w 6851038"/>
              <a:gd name="connsiteY14" fmla="*/ 736610 h 1899464"/>
              <a:gd name="connsiteX15" fmla="*/ 4756784 w 6851038"/>
              <a:gd name="connsiteY15" fmla="*/ 909322 h 1899464"/>
              <a:gd name="connsiteX16" fmla="*/ 5256317 w 6851038"/>
              <a:gd name="connsiteY16" fmla="*/ 274322 h 1899464"/>
              <a:gd name="connsiteX17" fmla="*/ 5821468 w 6851038"/>
              <a:gd name="connsiteY17" fmla="*/ 172768 h 1899464"/>
              <a:gd name="connsiteX18" fmla="*/ 6251151 w 6851038"/>
              <a:gd name="connsiteY18" fmla="*/ 428302 h 1899464"/>
              <a:gd name="connsiteX19" fmla="*/ 6412373 w 6851038"/>
              <a:gd name="connsiteY19" fmla="*/ 623187 h 1899464"/>
              <a:gd name="connsiteX20" fmla="*/ 6564773 w 6851038"/>
              <a:gd name="connsiteY20" fmla="*/ 703089 h 1899464"/>
              <a:gd name="connsiteX21" fmla="*/ 6679073 w 6851038"/>
              <a:gd name="connsiteY21" fmla="*/ 674034 h 1899464"/>
              <a:gd name="connsiteX22" fmla="*/ 6708351 w 6851038"/>
              <a:gd name="connsiteY22" fmla="*/ 529995 h 1899464"/>
              <a:gd name="connsiteX23" fmla="*/ 6679074 w 6851038"/>
              <a:gd name="connsiteY23" fmla="*/ 390745 h 1899464"/>
              <a:gd name="connsiteX24" fmla="*/ 6609225 w 6851038"/>
              <a:gd name="connsiteY24" fmla="*/ 303578 h 1899464"/>
              <a:gd name="connsiteX25" fmla="*/ 6564775 w 6851038"/>
              <a:gd name="connsiteY25" fmla="*/ 194620 h 1899464"/>
              <a:gd name="connsiteX26" fmla="*/ 6545725 w 6851038"/>
              <a:gd name="connsiteY26" fmla="*/ 27550 h 1899464"/>
              <a:gd name="connsiteX27" fmla="*/ 6691774 w 6851038"/>
              <a:gd name="connsiteY27" fmla="*/ 13025 h 1899464"/>
              <a:gd name="connsiteX28" fmla="*/ 6843817 w 6851038"/>
              <a:gd name="connsiteY28" fmla="*/ 26287 h 1899464"/>
              <a:gd name="connsiteX29" fmla="*/ 6825125 w 6851038"/>
              <a:gd name="connsiteY29" fmla="*/ 252730 h 1899464"/>
              <a:gd name="connsiteX30" fmla="*/ 6780675 w 6851038"/>
              <a:gd name="connsiteY30" fmla="*/ 405271 h 1899464"/>
              <a:gd name="connsiteX31" fmla="*/ 6767974 w 6851038"/>
              <a:gd name="connsiteY31" fmla="*/ 659506 h 1899464"/>
              <a:gd name="connsiteX32" fmla="*/ 6691774 w 6851038"/>
              <a:gd name="connsiteY32" fmla="*/ 775729 h 1899464"/>
              <a:gd name="connsiteX33" fmla="*/ 6581351 w 6851038"/>
              <a:gd name="connsiteY33" fmla="*/ 797321 h 1899464"/>
              <a:gd name="connsiteX34" fmla="*/ 6367566 w 6851038"/>
              <a:gd name="connsiteY34" fmla="*/ 712560 h 1899464"/>
              <a:gd name="connsiteX35" fmla="*/ 6101224 w 6851038"/>
              <a:gd name="connsiteY35" fmla="*/ 398005 h 1899464"/>
              <a:gd name="connsiteX36" fmla="*/ 5863801 w 6851038"/>
              <a:gd name="connsiteY36" fmla="*/ 276774 h 1899464"/>
              <a:gd name="connsiteX37" fmla="*/ 5539951 w 6851038"/>
              <a:gd name="connsiteY37" fmla="*/ 257389 h 1899464"/>
              <a:gd name="connsiteX38" fmla="*/ 5357917 w 6851038"/>
              <a:gd name="connsiteY38" fmla="*/ 333589 h 1899464"/>
              <a:gd name="connsiteX39" fmla="*/ 5239384 w 6851038"/>
              <a:gd name="connsiteY39" fmla="*/ 452121 h 1899464"/>
              <a:gd name="connsiteX40" fmla="*/ 5027717 w 6851038"/>
              <a:gd name="connsiteY40" fmla="*/ 833121 h 1899464"/>
              <a:gd name="connsiteX41" fmla="*/ 4849917 w 6851038"/>
              <a:gd name="connsiteY41" fmla="*/ 985522 h 1899464"/>
              <a:gd name="connsiteX42" fmla="*/ 4437725 w 6851038"/>
              <a:gd name="connsiteY42" fmla="*/ 1018010 h 1899464"/>
              <a:gd name="connsiteX43" fmla="*/ 3778428 w 6851038"/>
              <a:gd name="connsiteY43" fmla="*/ 839283 h 1899464"/>
              <a:gd name="connsiteX44" fmla="*/ 3364217 w 6851038"/>
              <a:gd name="connsiteY44" fmla="*/ 842833 h 1899464"/>
              <a:gd name="connsiteX45" fmla="*/ 2695810 w 6851038"/>
              <a:gd name="connsiteY45" fmla="*/ 1324293 h 1899464"/>
              <a:gd name="connsiteX46" fmla="*/ 2108905 w 6851038"/>
              <a:gd name="connsiteY46" fmla="*/ 1829903 h 1899464"/>
              <a:gd name="connsiteX47" fmla="*/ 1848079 w 6851038"/>
              <a:gd name="connsiteY47" fmla="*/ 1722096 h 1899464"/>
              <a:gd name="connsiteX48" fmla="*/ 1724694 w 6851038"/>
              <a:gd name="connsiteY48" fmla="*/ 1812667 h 1899464"/>
              <a:gd name="connsiteX49" fmla="*/ 1653239 w 6851038"/>
              <a:gd name="connsiteY49" fmla="*/ 1859546 h 1899464"/>
              <a:gd name="connsiteX50" fmla="*/ 1396269 w 6851038"/>
              <a:gd name="connsiteY50" fmla="*/ 1838279 h 1899464"/>
              <a:gd name="connsiteX51" fmla="*/ 1061134 w 6851038"/>
              <a:gd name="connsiteY51" fmla="*/ 1899272 h 1899464"/>
              <a:gd name="connsiteX52" fmla="*/ 869683 w 6851038"/>
              <a:gd name="connsiteY52" fmla="*/ 1814121 h 1899464"/>
              <a:gd name="connsiteX53" fmla="*/ 665240 w 6851038"/>
              <a:gd name="connsiteY53" fmla="*/ 1780251 h 1899464"/>
              <a:gd name="connsiteX54" fmla="*/ 396856 w 6851038"/>
              <a:gd name="connsiteY54" fmla="*/ 1617994 h 1899464"/>
              <a:gd name="connsiteX55" fmla="*/ 250734 w 6851038"/>
              <a:gd name="connsiteY55" fmla="*/ 1549022 h 1899464"/>
              <a:gd name="connsiteX56" fmla="*/ 25806 w 6851038"/>
              <a:gd name="connsiteY56" fmla="*/ 1362030 h 1899464"/>
              <a:gd name="connsiteX0" fmla="*/ 25806 w 6851038"/>
              <a:gd name="connsiteY0" fmla="*/ 1362030 h 1899464"/>
              <a:gd name="connsiteX1" fmla="*/ 15257 w 6851038"/>
              <a:gd name="connsiteY1" fmla="*/ 970226 h 1899464"/>
              <a:gd name="connsiteX2" fmla="*/ 118651 w 6851038"/>
              <a:gd name="connsiteY2" fmla="*/ 960965 h 1899464"/>
              <a:gd name="connsiteX3" fmla="*/ 110836 w 6851038"/>
              <a:gd name="connsiteY3" fmla="*/ 1225226 h 1899464"/>
              <a:gd name="connsiteX4" fmla="*/ 320853 w 6851038"/>
              <a:gd name="connsiteY4" fmla="*/ 1442374 h 1899464"/>
              <a:gd name="connsiteX5" fmla="*/ 594990 w 6851038"/>
              <a:gd name="connsiteY5" fmla="*/ 1626794 h 1899464"/>
              <a:gd name="connsiteX6" fmla="*/ 1120462 w 6851038"/>
              <a:gd name="connsiteY6" fmla="*/ 1597168 h 1899464"/>
              <a:gd name="connsiteX7" fmla="*/ 1346366 w 6851038"/>
              <a:gd name="connsiteY7" fmla="*/ 1612187 h 1899464"/>
              <a:gd name="connsiteX8" fmla="*/ 1546103 w 6851038"/>
              <a:gd name="connsiteY8" fmla="*/ 1551168 h 1899464"/>
              <a:gd name="connsiteX9" fmla="*/ 1782195 w 6851038"/>
              <a:gd name="connsiteY9" fmla="*/ 1621749 h 1899464"/>
              <a:gd name="connsiteX10" fmla="*/ 1924976 w 6851038"/>
              <a:gd name="connsiteY10" fmla="*/ 1608552 h 1899464"/>
              <a:gd name="connsiteX11" fmla="*/ 2069717 w 6851038"/>
              <a:gd name="connsiteY11" fmla="*/ 1572048 h 1899464"/>
              <a:gd name="connsiteX12" fmla="*/ 2290420 w 6851038"/>
              <a:gd name="connsiteY12" fmla="*/ 1495930 h 1899464"/>
              <a:gd name="connsiteX13" fmla="*/ 2543286 w 6851038"/>
              <a:gd name="connsiteY13" fmla="*/ 1341877 h 1899464"/>
              <a:gd name="connsiteX14" fmla="*/ 3388660 w 6851038"/>
              <a:gd name="connsiteY14" fmla="*/ 736610 h 1899464"/>
              <a:gd name="connsiteX15" fmla="*/ 4756784 w 6851038"/>
              <a:gd name="connsiteY15" fmla="*/ 909322 h 1899464"/>
              <a:gd name="connsiteX16" fmla="*/ 5256317 w 6851038"/>
              <a:gd name="connsiteY16" fmla="*/ 274322 h 1899464"/>
              <a:gd name="connsiteX17" fmla="*/ 5821468 w 6851038"/>
              <a:gd name="connsiteY17" fmla="*/ 172768 h 1899464"/>
              <a:gd name="connsiteX18" fmla="*/ 6251151 w 6851038"/>
              <a:gd name="connsiteY18" fmla="*/ 428302 h 1899464"/>
              <a:gd name="connsiteX19" fmla="*/ 6412373 w 6851038"/>
              <a:gd name="connsiteY19" fmla="*/ 623187 h 1899464"/>
              <a:gd name="connsiteX20" fmla="*/ 6564773 w 6851038"/>
              <a:gd name="connsiteY20" fmla="*/ 703089 h 1899464"/>
              <a:gd name="connsiteX21" fmla="*/ 6679073 w 6851038"/>
              <a:gd name="connsiteY21" fmla="*/ 674034 h 1899464"/>
              <a:gd name="connsiteX22" fmla="*/ 6708351 w 6851038"/>
              <a:gd name="connsiteY22" fmla="*/ 529995 h 1899464"/>
              <a:gd name="connsiteX23" fmla="*/ 6679074 w 6851038"/>
              <a:gd name="connsiteY23" fmla="*/ 390745 h 1899464"/>
              <a:gd name="connsiteX24" fmla="*/ 6609225 w 6851038"/>
              <a:gd name="connsiteY24" fmla="*/ 303578 h 1899464"/>
              <a:gd name="connsiteX25" fmla="*/ 6564775 w 6851038"/>
              <a:gd name="connsiteY25" fmla="*/ 194620 h 1899464"/>
              <a:gd name="connsiteX26" fmla="*/ 6545725 w 6851038"/>
              <a:gd name="connsiteY26" fmla="*/ 27550 h 1899464"/>
              <a:gd name="connsiteX27" fmla="*/ 6691774 w 6851038"/>
              <a:gd name="connsiteY27" fmla="*/ 13025 h 1899464"/>
              <a:gd name="connsiteX28" fmla="*/ 6843817 w 6851038"/>
              <a:gd name="connsiteY28" fmla="*/ 26287 h 1899464"/>
              <a:gd name="connsiteX29" fmla="*/ 6825125 w 6851038"/>
              <a:gd name="connsiteY29" fmla="*/ 252730 h 1899464"/>
              <a:gd name="connsiteX30" fmla="*/ 6780675 w 6851038"/>
              <a:gd name="connsiteY30" fmla="*/ 405271 h 1899464"/>
              <a:gd name="connsiteX31" fmla="*/ 6767974 w 6851038"/>
              <a:gd name="connsiteY31" fmla="*/ 659506 h 1899464"/>
              <a:gd name="connsiteX32" fmla="*/ 6691774 w 6851038"/>
              <a:gd name="connsiteY32" fmla="*/ 775729 h 1899464"/>
              <a:gd name="connsiteX33" fmla="*/ 6581351 w 6851038"/>
              <a:gd name="connsiteY33" fmla="*/ 797321 h 1899464"/>
              <a:gd name="connsiteX34" fmla="*/ 6367566 w 6851038"/>
              <a:gd name="connsiteY34" fmla="*/ 712560 h 1899464"/>
              <a:gd name="connsiteX35" fmla="*/ 6101224 w 6851038"/>
              <a:gd name="connsiteY35" fmla="*/ 398005 h 1899464"/>
              <a:gd name="connsiteX36" fmla="*/ 5863801 w 6851038"/>
              <a:gd name="connsiteY36" fmla="*/ 276774 h 1899464"/>
              <a:gd name="connsiteX37" fmla="*/ 5539951 w 6851038"/>
              <a:gd name="connsiteY37" fmla="*/ 257389 h 1899464"/>
              <a:gd name="connsiteX38" fmla="*/ 5357917 w 6851038"/>
              <a:gd name="connsiteY38" fmla="*/ 333589 h 1899464"/>
              <a:gd name="connsiteX39" fmla="*/ 5239384 w 6851038"/>
              <a:gd name="connsiteY39" fmla="*/ 452121 h 1899464"/>
              <a:gd name="connsiteX40" fmla="*/ 5027717 w 6851038"/>
              <a:gd name="connsiteY40" fmla="*/ 833121 h 1899464"/>
              <a:gd name="connsiteX41" fmla="*/ 4849917 w 6851038"/>
              <a:gd name="connsiteY41" fmla="*/ 985522 h 1899464"/>
              <a:gd name="connsiteX42" fmla="*/ 4437725 w 6851038"/>
              <a:gd name="connsiteY42" fmla="*/ 1018010 h 1899464"/>
              <a:gd name="connsiteX43" fmla="*/ 3778428 w 6851038"/>
              <a:gd name="connsiteY43" fmla="*/ 839283 h 1899464"/>
              <a:gd name="connsiteX44" fmla="*/ 3364217 w 6851038"/>
              <a:gd name="connsiteY44" fmla="*/ 842833 h 1899464"/>
              <a:gd name="connsiteX45" fmla="*/ 2695810 w 6851038"/>
              <a:gd name="connsiteY45" fmla="*/ 1324293 h 1899464"/>
              <a:gd name="connsiteX46" fmla="*/ 2108905 w 6851038"/>
              <a:gd name="connsiteY46" fmla="*/ 1829903 h 1899464"/>
              <a:gd name="connsiteX47" fmla="*/ 1848079 w 6851038"/>
              <a:gd name="connsiteY47" fmla="*/ 1722096 h 1899464"/>
              <a:gd name="connsiteX48" fmla="*/ 1724694 w 6851038"/>
              <a:gd name="connsiteY48" fmla="*/ 1812667 h 1899464"/>
              <a:gd name="connsiteX49" fmla="*/ 1653239 w 6851038"/>
              <a:gd name="connsiteY49" fmla="*/ 1859546 h 1899464"/>
              <a:gd name="connsiteX50" fmla="*/ 1396269 w 6851038"/>
              <a:gd name="connsiteY50" fmla="*/ 1838279 h 1899464"/>
              <a:gd name="connsiteX51" fmla="*/ 1061134 w 6851038"/>
              <a:gd name="connsiteY51" fmla="*/ 1899272 h 1899464"/>
              <a:gd name="connsiteX52" fmla="*/ 869683 w 6851038"/>
              <a:gd name="connsiteY52" fmla="*/ 1814121 h 1899464"/>
              <a:gd name="connsiteX53" fmla="*/ 665240 w 6851038"/>
              <a:gd name="connsiteY53" fmla="*/ 1780251 h 1899464"/>
              <a:gd name="connsiteX54" fmla="*/ 396856 w 6851038"/>
              <a:gd name="connsiteY54" fmla="*/ 1617994 h 1899464"/>
              <a:gd name="connsiteX55" fmla="*/ 250734 w 6851038"/>
              <a:gd name="connsiteY55" fmla="*/ 1549022 h 1899464"/>
              <a:gd name="connsiteX56" fmla="*/ 25806 w 6851038"/>
              <a:gd name="connsiteY56" fmla="*/ 1362030 h 1899464"/>
              <a:gd name="connsiteX0" fmla="*/ 25806 w 6851038"/>
              <a:gd name="connsiteY0" fmla="*/ 1362030 h 1899464"/>
              <a:gd name="connsiteX1" fmla="*/ 15257 w 6851038"/>
              <a:gd name="connsiteY1" fmla="*/ 970226 h 1899464"/>
              <a:gd name="connsiteX2" fmla="*/ 118651 w 6851038"/>
              <a:gd name="connsiteY2" fmla="*/ 960965 h 1899464"/>
              <a:gd name="connsiteX3" fmla="*/ 110836 w 6851038"/>
              <a:gd name="connsiteY3" fmla="*/ 1225226 h 1899464"/>
              <a:gd name="connsiteX4" fmla="*/ 320853 w 6851038"/>
              <a:gd name="connsiteY4" fmla="*/ 1442374 h 1899464"/>
              <a:gd name="connsiteX5" fmla="*/ 594990 w 6851038"/>
              <a:gd name="connsiteY5" fmla="*/ 1626794 h 1899464"/>
              <a:gd name="connsiteX6" fmla="*/ 1120462 w 6851038"/>
              <a:gd name="connsiteY6" fmla="*/ 1597168 h 1899464"/>
              <a:gd name="connsiteX7" fmla="*/ 1346366 w 6851038"/>
              <a:gd name="connsiteY7" fmla="*/ 1612187 h 1899464"/>
              <a:gd name="connsiteX8" fmla="*/ 1546103 w 6851038"/>
              <a:gd name="connsiteY8" fmla="*/ 1551168 h 1899464"/>
              <a:gd name="connsiteX9" fmla="*/ 1782195 w 6851038"/>
              <a:gd name="connsiteY9" fmla="*/ 1621749 h 1899464"/>
              <a:gd name="connsiteX10" fmla="*/ 1924976 w 6851038"/>
              <a:gd name="connsiteY10" fmla="*/ 1608552 h 1899464"/>
              <a:gd name="connsiteX11" fmla="*/ 2069717 w 6851038"/>
              <a:gd name="connsiteY11" fmla="*/ 1572048 h 1899464"/>
              <a:gd name="connsiteX12" fmla="*/ 2290420 w 6851038"/>
              <a:gd name="connsiteY12" fmla="*/ 1495930 h 1899464"/>
              <a:gd name="connsiteX13" fmla="*/ 2543286 w 6851038"/>
              <a:gd name="connsiteY13" fmla="*/ 1341877 h 1899464"/>
              <a:gd name="connsiteX14" fmla="*/ 3388660 w 6851038"/>
              <a:gd name="connsiteY14" fmla="*/ 736610 h 1899464"/>
              <a:gd name="connsiteX15" fmla="*/ 4756784 w 6851038"/>
              <a:gd name="connsiteY15" fmla="*/ 909322 h 1899464"/>
              <a:gd name="connsiteX16" fmla="*/ 5256317 w 6851038"/>
              <a:gd name="connsiteY16" fmla="*/ 274322 h 1899464"/>
              <a:gd name="connsiteX17" fmla="*/ 5821468 w 6851038"/>
              <a:gd name="connsiteY17" fmla="*/ 172768 h 1899464"/>
              <a:gd name="connsiteX18" fmla="*/ 6251151 w 6851038"/>
              <a:gd name="connsiteY18" fmla="*/ 428302 h 1899464"/>
              <a:gd name="connsiteX19" fmla="*/ 6412373 w 6851038"/>
              <a:gd name="connsiteY19" fmla="*/ 623187 h 1899464"/>
              <a:gd name="connsiteX20" fmla="*/ 6564773 w 6851038"/>
              <a:gd name="connsiteY20" fmla="*/ 703089 h 1899464"/>
              <a:gd name="connsiteX21" fmla="*/ 6679073 w 6851038"/>
              <a:gd name="connsiteY21" fmla="*/ 674034 h 1899464"/>
              <a:gd name="connsiteX22" fmla="*/ 6708351 w 6851038"/>
              <a:gd name="connsiteY22" fmla="*/ 529995 h 1899464"/>
              <a:gd name="connsiteX23" fmla="*/ 6679074 w 6851038"/>
              <a:gd name="connsiteY23" fmla="*/ 390745 h 1899464"/>
              <a:gd name="connsiteX24" fmla="*/ 6609225 w 6851038"/>
              <a:gd name="connsiteY24" fmla="*/ 303578 h 1899464"/>
              <a:gd name="connsiteX25" fmla="*/ 6564775 w 6851038"/>
              <a:gd name="connsiteY25" fmla="*/ 194620 h 1899464"/>
              <a:gd name="connsiteX26" fmla="*/ 6545725 w 6851038"/>
              <a:gd name="connsiteY26" fmla="*/ 27550 h 1899464"/>
              <a:gd name="connsiteX27" fmla="*/ 6691774 w 6851038"/>
              <a:gd name="connsiteY27" fmla="*/ 13025 h 1899464"/>
              <a:gd name="connsiteX28" fmla="*/ 6843817 w 6851038"/>
              <a:gd name="connsiteY28" fmla="*/ 26287 h 1899464"/>
              <a:gd name="connsiteX29" fmla="*/ 6825125 w 6851038"/>
              <a:gd name="connsiteY29" fmla="*/ 252730 h 1899464"/>
              <a:gd name="connsiteX30" fmla="*/ 6780675 w 6851038"/>
              <a:gd name="connsiteY30" fmla="*/ 405271 h 1899464"/>
              <a:gd name="connsiteX31" fmla="*/ 6767974 w 6851038"/>
              <a:gd name="connsiteY31" fmla="*/ 659506 h 1899464"/>
              <a:gd name="connsiteX32" fmla="*/ 6691774 w 6851038"/>
              <a:gd name="connsiteY32" fmla="*/ 775729 h 1899464"/>
              <a:gd name="connsiteX33" fmla="*/ 6581351 w 6851038"/>
              <a:gd name="connsiteY33" fmla="*/ 797321 h 1899464"/>
              <a:gd name="connsiteX34" fmla="*/ 6367566 w 6851038"/>
              <a:gd name="connsiteY34" fmla="*/ 712560 h 1899464"/>
              <a:gd name="connsiteX35" fmla="*/ 6101224 w 6851038"/>
              <a:gd name="connsiteY35" fmla="*/ 398005 h 1899464"/>
              <a:gd name="connsiteX36" fmla="*/ 5863801 w 6851038"/>
              <a:gd name="connsiteY36" fmla="*/ 276774 h 1899464"/>
              <a:gd name="connsiteX37" fmla="*/ 5539951 w 6851038"/>
              <a:gd name="connsiteY37" fmla="*/ 257389 h 1899464"/>
              <a:gd name="connsiteX38" fmla="*/ 5357917 w 6851038"/>
              <a:gd name="connsiteY38" fmla="*/ 333589 h 1899464"/>
              <a:gd name="connsiteX39" fmla="*/ 5239384 w 6851038"/>
              <a:gd name="connsiteY39" fmla="*/ 452121 h 1899464"/>
              <a:gd name="connsiteX40" fmla="*/ 5027717 w 6851038"/>
              <a:gd name="connsiteY40" fmla="*/ 833121 h 1899464"/>
              <a:gd name="connsiteX41" fmla="*/ 4849917 w 6851038"/>
              <a:gd name="connsiteY41" fmla="*/ 985522 h 1899464"/>
              <a:gd name="connsiteX42" fmla="*/ 4437725 w 6851038"/>
              <a:gd name="connsiteY42" fmla="*/ 1018010 h 1899464"/>
              <a:gd name="connsiteX43" fmla="*/ 3778428 w 6851038"/>
              <a:gd name="connsiteY43" fmla="*/ 839283 h 1899464"/>
              <a:gd name="connsiteX44" fmla="*/ 3364217 w 6851038"/>
              <a:gd name="connsiteY44" fmla="*/ 842833 h 1899464"/>
              <a:gd name="connsiteX45" fmla="*/ 2695810 w 6851038"/>
              <a:gd name="connsiteY45" fmla="*/ 1324293 h 1899464"/>
              <a:gd name="connsiteX46" fmla="*/ 2108905 w 6851038"/>
              <a:gd name="connsiteY46" fmla="*/ 1829903 h 1899464"/>
              <a:gd name="connsiteX47" fmla="*/ 1848079 w 6851038"/>
              <a:gd name="connsiteY47" fmla="*/ 1722096 h 1899464"/>
              <a:gd name="connsiteX48" fmla="*/ 1724694 w 6851038"/>
              <a:gd name="connsiteY48" fmla="*/ 1812667 h 1899464"/>
              <a:gd name="connsiteX49" fmla="*/ 1653239 w 6851038"/>
              <a:gd name="connsiteY49" fmla="*/ 1859546 h 1899464"/>
              <a:gd name="connsiteX50" fmla="*/ 1396269 w 6851038"/>
              <a:gd name="connsiteY50" fmla="*/ 1838279 h 1899464"/>
              <a:gd name="connsiteX51" fmla="*/ 1061134 w 6851038"/>
              <a:gd name="connsiteY51" fmla="*/ 1899272 h 1899464"/>
              <a:gd name="connsiteX52" fmla="*/ 869683 w 6851038"/>
              <a:gd name="connsiteY52" fmla="*/ 1814121 h 1899464"/>
              <a:gd name="connsiteX53" fmla="*/ 665240 w 6851038"/>
              <a:gd name="connsiteY53" fmla="*/ 1780251 h 1899464"/>
              <a:gd name="connsiteX54" fmla="*/ 396856 w 6851038"/>
              <a:gd name="connsiteY54" fmla="*/ 1617994 h 1899464"/>
              <a:gd name="connsiteX55" fmla="*/ 250734 w 6851038"/>
              <a:gd name="connsiteY55" fmla="*/ 1549022 h 1899464"/>
              <a:gd name="connsiteX56" fmla="*/ 25806 w 6851038"/>
              <a:gd name="connsiteY56" fmla="*/ 1362030 h 1899464"/>
              <a:gd name="connsiteX0" fmla="*/ 25806 w 6851038"/>
              <a:gd name="connsiteY0" fmla="*/ 1362030 h 1899464"/>
              <a:gd name="connsiteX1" fmla="*/ 15257 w 6851038"/>
              <a:gd name="connsiteY1" fmla="*/ 970226 h 1899464"/>
              <a:gd name="connsiteX2" fmla="*/ 118651 w 6851038"/>
              <a:gd name="connsiteY2" fmla="*/ 960965 h 1899464"/>
              <a:gd name="connsiteX3" fmla="*/ 110836 w 6851038"/>
              <a:gd name="connsiteY3" fmla="*/ 1225226 h 1899464"/>
              <a:gd name="connsiteX4" fmla="*/ 330306 w 6851038"/>
              <a:gd name="connsiteY4" fmla="*/ 1453996 h 1899464"/>
              <a:gd name="connsiteX5" fmla="*/ 594990 w 6851038"/>
              <a:gd name="connsiteY5" fmla="*/ 1626794 h 1899464"/>
              <a:gd name="connsiteX6" fmla="*/ 1120462 w 6851038"/>
              <a:gd name="connsiteY6" fmla="*/ 1597168 h 1899464"/>
              <a:gd name="connsiteX7" fmla="*/ 1346366 w 6851038"/>
              <a:gd name="connsiteY7" fmla="*/ 1612187 h 1899464"/>
              <a:gd name="connsiteX8" fmla="*/ 1546103 w 6851038"/>
              <a:gd name="connsiteY8" fmla="*/ 1551168 h 1899464"/>
              <a:gd name="connsiteX9" fmla="*/ 1782195 w 6851038"/>
              <a:gd name="connsiteY9" fmla="*/ 1621749 h 1899464"/>
              <a:gd name="connsiteX10" fmla="*/ 1924976 w 6851038"/>
              <a:gd name="connsiteY10" fmla="*/ 1608552 h 1899464"/>
              <a:gd name="connsiteX11" fmla="*/ 2069717 w 6851038"/>
              <a:gd name="connsiteY11" fmla="*/ 1572048 h 1899464"/>
              <a:gd name="connsiteX12" fmla="*/ 2290420 w 6851038"/>
              <a:gd name="connsiteY12" fmla="*/ 1495930 h 1899464"/>
              <a:gd name="connsiteX13" fmla="*/ 2543286 w 6851038"/>
              <a:gd name="connsiteY13" fmla="*/ 1341877 h 1899464"/>
              <a:gd name="connsiteX14" fmla="*/ 3388660 w 6851038"/>
              <a:gd name="connsiteY14" fmla="*/ 736610 h 1899464"/>
              <a:gd name="connsiteX15" fmla="*/ 4756784 w 6851038"/>
              <a:gd name="connsiteY15" fmla="*/ 909322 h 1899464"/>
              <a:gd name="connsiteX16" fmla="*/ 5256317 w 6851038"/>
              <a:gd name="connsiteY16" fmla="*/ 274322 h 1899464"/>
              <a:gd name="connsiteX17" fmla="*/ 5821468 w 6851038"/>
              <a:gd name="connsiteY17" fmla="*/ 172768 h 1899464"/>
              <a:gd name="connsiteX18" fmla="*/ 6251151 w 6851038"/>
              <a:gd name="connsiteY18" fmla="*/ 428302 h 1899464"/>
              <a:gd name="connsiteX19" fmla="*/ 6412373 w 6851038"/>
              <a:gd name="connsiteY19" fmla="*/ 623187 h 1899464"/>
              <a:gd name="connsiteX20" fmla="*/ 6564773 w 6851038"/>
              <a:gd name="connsiteY20" fmla="*/ 703089 h 1899464"/>
              <a:gd name="connsiteX21" fmla="*/ 6679073 w 6851038"/>
              <a:gd name="connsiteY21" fmla="*/ 674034 h 1899464"/>
              <a:gd name="connsiteX22" fmla="*/ 6708351 w 6851038"/>
              <a:gd name="connsiteY22" fmla="*/ 529995 h 1899464"/>
              <a:gd name="connsiteX23" fmla="*/ 6679074 w 6851038"/>
              <a:gd name="connsiteY23" fmla="*/ 390745 h 1899464"/>
              <a:gd name="connsiteX24" fmla="*/ 6609225 w 6851038"/>
              <a:gd name="connsiteY24" fmla="*/ 303578 h 1899464"/>
              <a:gd name="connsiteX25" fmla="*/ 6564775 w 6851038"/>
              <a:gd name="connsiteY25" fmla="*/ 194620 h 1899464"/>
              <a:gd name="connsiteX26" fmla="*/ 6545725 w 6851038"/>
              <a:gd name="connsiteY26" fmla="*/ 27550 h 1899464"/>
              <a:gd name="connsiteX27" fmla="*/ 6691774 w 6851038"/>
              <a:gd name="connsiteY27" fmla="*/ 13025 h 1899464"/>
              <a:gd name="connsiteX28" fmla="*/ 6843817 w 6851038"/>
              <a:gd name="connsiteY28" fmla="*/ 26287 h 1899464"/>
              <a:gd name="connsiteX29" fmla="*/ 6825125 w 6851038"/>
              <a:gd name="connsiteY29" fmla="*/ 252730 h 1899464"/>
              <a:gd name="connsiteX30" fmla="*/ 6780675 w 6851038"/>
              <a:gd name="connsiteY30" fmla="*/ 405271 h 1899464"/>
              <a:gd name="connsiteX31" fmla="*/ 6767974 w 6851038"/>
              <a:gd name="connsiteY31" fmla="*/ 659506 h 1899464"/>
              <a:gd name="connsiteX32" fmla="*/ 6691774 w 6851038"/>
              <a:gd name="connsiteY32" fmla="*/ 775729 h 1899464"/>
              <a:gd name="connsiteX33" fmla="*/ 6581351 w 6851038"/>
              <a:gd name="connsiteY33" fmla="*/ 797321 h 1899464"/>
              <a:gd name="connsiteX34" fmla="*/ 6367566 w 6851038"/>
              <a:gd name="connsiteY34" fmla="*/ 712560 h 1899464"/>
              <a:gd name="connsiteX35" fmla="*/ 6101224 w 6851038"/>
              <a:gd name="connsiteY35" fmla="*/ 398005 h 1899464"/>
              <a:gd name="connsiteX36" fmla="*/ 5863801 w 6851038"/>
              <a:gd name="connsiteY36" fmla="*/ 276774 h 1899464"/>
              <a:gd name="connsiteX37" fmla="*/ 5539951 w 6851038"/>
              <a:gd name="connsiteY37" fmla="*/ 257389 h 1899464"/>
              <a:gd name="connsiteX38" fmla="*/ 5357917 w 6851038"/>
              <a:gd name="connsiteY38" fmla="*/ 333589 h 1899464"/>
              <a:gd name="connsiteX39" fmla="*/ 5239384 w 6851038"/>
              <a:gd name="connsiteY39" fmla="*/ 452121 h 1899464"/>
              <a:gd name="connsiteX40" fmla="*/ 5027717 w 6851038"/>
              <a:gd name="connsiteY40" fmla="*/ 833121 h 1899464"/>
              <a:gd name="connsiteX41" fmla="*/ 4849917 w 6851038"/>
              <a:gd name="connsiteY41" fmla="*/ 985522 h 1899464"/>
              <a:gd name="connsiteX42" fmla="*/ 4437725 w 6851038"/>
              <a:gd name="connsiteY42" fmla="*/ 1018010 h 1899464"/>
              <a:gd name="connsiteX43" fmla="*/ 3778428 w 6851038"/>
              <a:gd name="connsiteY43" fmla="*/ 839283 h 1899464"/>
              <a:gd name="connsiteX44" fmla="*/ 3364217 w 6851038"/>
              <a:gd name="connsiteY44" fmla="*/ 842833 h 1899464"/>
              <a:gd name="connsiteX45" fmla="*/ 2695810 w 6851038"/>
              <a:gd name="connsiteY45" fmla="*/ 1324293 h 1899464"/>
              <a:gd name="connsiteX46" fmla="*/ 2108905 w 6851038"/>
              <a:gd name="connsiteY46" fmla="*/ 1829903 h 1899464"/>
              <a:gd name="connsiteX47" fmla="*/ 1848079 w 6851038"/>
              <a:gd name="connsiteY47" fmla="*/ 1722096 h 1899464"/>
              <a:gd name="connsiteX48" fmla="*/ 1724694 w 6851038"/>
              <a:gd name="connsiteY48" fmla="*/ 1812667 h 1899464"/>
              <a:gd name="connsiteX49" fmla="*/ 1653239 w 6851038"/>
              <a:gd name="connsiteY49" fmla="*/ 1859546 h 1899464"/>
              <a:gd name="connsiteX50" fmla="*/ 1396269 w 6851038"/>
              <a:gd name="connsiteY50" fmla="*/ 1838279 h 1899464"/>
              <a:gd name="connsiteX51" fmla="*/ 1061134 w 6851038"/>
              <a:gd name="connsiteY51" fmla="*/ 1899272 h 1899464"/>
              <a:gd name="connsiteX52" fmla="*/ 869683 w 6851038"/>
              <a:gd name="connsiteY52" fmla="*/ 1814121 h 1899464"/>
              <a:gd name="connsiteX53" fmla="*/ 665240 w 6851038"/>
              <a:gd name="connsiteY53" fmla="*/ 1780251 h 1899464"/>
              <a:gd name="connsiteX54" fmla="*/ 396856 w 6851038"/>
              <a:gd name="connsiteY54" fmla="*/ 1617994 h 1899464"/>
              <a:gd name="connsiteX55" fmla="*/ 250734 w 6851038"/>
              <a:gd name="connsiteY55" fmla="*/ 1549022 h 1899464"/>
              <a:gd name="connsiteX56" fmla="*/ 25806 w 6851038"/>
              <a:gd name="connsiteY56" fmla="*/ 1362030 h 1899464"/>
              <a:gd name="connsiteX0" fmla="*/ 25806 w 6851038"/>
              <a:gd name="connsiteY0" fmla="*/ 1362030 h 1899464"/>
              <a:gd name="connsiteX1" fmla="*/ 15257 w 6851038"/>
              <a:gd name="connsiteY1" fmla="*/ 970226 h 1899464"/>
              <a:gd name="connsiteX2" fmla="*/ 118651 w 6851038"/>
              <a:gd name="connsiteY2" fmla="*/ 960965 h 1899464"/>
              <a:gd name="connsiteX3" fmla="*/ 110836 w 6851038"/>
              <a:gd name="connsiteY3" fmla="*/ 1225226 h 1899464"/>
              <a:gd name="connsiteX4" fmla="*/ 330306 w 6851038"/>
              <a:gd name="connsiteY4" fmla="*/ 1453996 h 1899464"/>
              <a:gd name="connsiteX5" fmla="*/ 609170 w 6851038"/>
              <a:gd name="connsiteY5" fmla="*/ 1626794 h 1899464"/>
              <a:gd name="connsiteX6" fmla="*/ 1120462 w 6851038"/>
              <a:gd name="connsiteY6" fmla="*/ 1597168 h 1899464"/>
              <a:gd name="connsiteX7" fmla="*/ 1346366 w 6851038"/>
              <a:gd name="connsiteY7" fmla="*/ 1612187 h 1899464"/>
              <a:gd name="connsiteX8" fmla="*/ 1546103 w 6851038"/>
              <a:gd name="connsiteY8" fmla="*/ 1551168 h 1899464"/>
              <a:gd name="connsiteX9" fmla="*/ 1782195 w 6851038"/>
              <a:gd name="connsiteY9" fmla="*/ 1621749 h 1899464"/>
              <a:gd name="connsiteX10" fmla="*/ 1924976 w 6851038"/>
              <a:gd name="connsiteY10" fmla="*/ 1608552 h 1899464"/>
              <a:gd name="connsiteX11" fmla="*/ 2069717 w 6851038"/>
              <a:gd name="connsiteY11" fmla="*/ 1572048 h 1899464"/>
              <a:gd name="connsiteX12" fmla="*/ 2290420 w 6851038"/>
              <a:gd name="connsiteY12" fmla="*/ 1495930 h 1899464"/>
              <a:gd name="connsiteX13" fmla="*/ 2543286 w 6851038"/>
              <a:gd name="connsiteY13" fmla="*/ 1341877 h 1899464"/>
              <a:gd name="connsiteX14" fmla="*/ 3388660 w 6851038"/>
              <a:gd name="connsiteY14" fmla="*/ 736610 h 1899464"/>
              <a:gd name="connsiteX15" fmla="*/ 4756784 w 6851038"/>
              <a:gd name="connsiteY15" fmla="*/ 909322 h 1899464"/>
              <a:gd name="connsiteX16" fmla="*/ 5256317 w 6851038"/>
              <a:gd name="connsiteY16" fmla="*/ 274322 h 1899464"/>
              <a:gd name="connsiteX17" fmla="*/ 5821468 w 6851038"/>
              <a:gd name="connsiteY17" fmla="*/ 172768 h 1899464"/>
              <a:gd name="connsiteX18" fmla="*/ 6251151 w 6851038"/>
              <a:gd name="connsiteY18" fmla="*/ 428302 h 1899464"/>
              <a:gd name="connsiteX19" fmla="*/ 6412373 w 6851038"/>
              <a:gd name="connsiteY19" fmla="*/ 623187 h 1899464"/>
              <a:gd name="connsiteX20" fmla="*/ 6564773 w 6851038"/>
              <a:gd name="connsiteY20" fmla="*/ 703089 h 1899464"/>
              <a:gd name="connsiteX21" fmla="*/ 6679073 w 6851038"/>
              <a:gd name="connsiteY21" fmla="*/ 674034 h 1899464"/>
              <a:gd name="connsiteX22" fmla="*/ 6708351 w 6851038"/>
              <a:gd name="connsiteY22" fmla="*/ 529995 h 1899464"/>
              <a:gd name="connsiteX23" fmla="*/ 6679074 w 6851038"/>
              <a:gd name="connsiteY23" fmla="*/ 390745 h 1899464"/>
              <a:gd name="connsiteX24" fmla="*/ 6609225 w 6851038"/>
              <a:gd name="connsiteY24" fmla="*/ 303578 h 1899464"/>
              <a:gd name="connsiteX25" fmla="*/ 6564775 w 6851038"/>
              <a:gd name="connsiteY25" fmla="*/ 194620 h 1899464"/>
              <a:gd name="connsiteX26" fmla="*/ 6545725 w 6851038"/>
              <a:gd name="connsiteY26" fmla="*/ 27550 h 1899464"/>
              <a:gd name="connsiteX27" fmla="*/ 6691774 w 6851038"/>
              <a:gd name="connsiteY27" fmla="*/ 13025 h 1899464"/>
              <a:gd name="connsiteX28" fmla="*/ 6843817 w 6851038"/>
              <a:gd name="connsiteY28" fmla="*/ 26287 h 1899464"/>
              <a:gd name="connsiteX29" fmla="*/ 6825125 w 6851038"/>
              <a:gd name="connsiteY29" fmla="*/ 252730 h 1899464"/>
              <a:gd name="connsiteX30" fmla="*/ 6780675 w 6851038"/>
              <a:gd name="connsiteY30" fmla="*/ 405271 h 1899464"/>
              <a:gd name="connsiteX31" fmla="*/ 6767974 w 6851038"/>
              <a:gd name="connsiteY31" fmla="*/ 659506 h 1899464"/>
              <a:gd name="connsiteX32" fmla="*/ 6691774 w 6851038"/>
              <a:gd name="connsiteY32" fmla="*/ 775729 h 1899464"/>
              <a:gd name="connsiteX33" fmla="*/ 6581351 w 6851038"/>
              <a:gd name="connsiteY33" fmla="*/ 797321 h 1899464"/>
              <a:gd name="connsiteX34" fmla="*/ 6367566 w 6851038"/>
              <a:gd name="connsiteY34" fmla="*/ 712560 h 1899464"/>
              <a:gd name="connsiteX35" fmla="*/ 6101224 w 6851038"/>
              <a:gd name="connsiteY35" fmla="*/ 398005 h 1899464"/>
              <a:gd name="connsiteX36" fmla="*/ 5863801 w 6851038"/>
              <a:gd name="connsiteY36" fmla="*/ 276774 h 1899464"/>
              <a:gd name="connsiteX37" fmla="*/ 5539951 w 6851038"/>
              <a:gd name="connsiteY37" fmla="*/ 257389 h 1899464"/>
              <a:gd name="connsiteX38" fmla="*/ 5357917 w 6851038"/>
              <a:gd name="connsiteY38" fmla="*/ 333589 h 1899464"/>
              <a:gd name="connsiteX39" fmla="*/ 5239384 w 6851038"/>
              <a:gd name="connsiteY39" fmla="*/ 452121 h 1899464"/>
              <a:gd name="connsiteX40" fmla="*/ 5027717 w 6851038"/>
              <a:gd name="connsiteY40" fmla="*/ 833121 h 1899464"/>
              <a:gd name="connsiteX41" fmla="*/ 4849917 w 6851038"/>
              <a:gd name="connsiteY41" fmla="*/ 985522 h 1899464"/>
              <a:gd name="connsiteX42" fmla="*/ 4437725 w 6851038"/>
              <a:gd name="connsiteY42" fmla="*/ 1018010 h 1899464"/>
              <a:gd name="connsiteX43" fmla="*/ 3778428 w 6851038"/>
              <a:gd name="connsiteY43" fmla="*/ 839283 h 1899464"/>
              <a:gd name="connsiteX44" fmla="*/ 3364217 w 6851038"/>
              <a:gd name="connsiteY44" fmla="*/ 842833 h 1899464"/>
              <a:gd name="connsiteX45" fmla="*/ 2695810 w 6851038"/>
              <a:gd name="connsiteY45" fmla="*/ 1324293 h 1899464"/>
              <a:gd name="connsiteX46" fmla="*/ 2108905 w 6851038"/>
              <a:gd name="connsiteY46" fmla="*/ 1829903 h 1899464"/>
              <a:gd name="connsiteX47" fmla="*/ 1848079 w 6851038"/>
              <a:gd name="connsiteY47" fmla="*/ 1722096 h 1899464"/>
              <a:gd name="connsiteX48" fmla="*/ 1724694 w 6851038"/>
              <a:gd name="connsiteY48" fmla="*/ 1812667 h 1899464"/>
              <a:gd name="connsiteX49" fmla="*/ 1653239 w 6851038"/>
              <a:gd name="connsiteY49" fmla="*/ 1859546 h 1899464"/>
              <a:gd name="connsiteX50" fmla="*/ 1396269 w 6851038"/>
              <a:gd name="connsiteY50" fmla="*/ 1838279 h 1899464"/>
              <a:gd name="connsiteX51" fmla="*/ 1061134 w 6851038"/>
              <a:gd name="connsiteY51" fmla="*/ 1899272 h 1899464"/>
              <a:gd name="connsiteX52" fmla="*/ 869683 w 6851038"/>
              <a:gd name="connsiteY52" fmla="*/ 1814121 h 1899464"/>
              <a:gd name="connsiteX53" fmla="*/ 665240 w 6851038"/>
              <a:gd name="connsiteY53" fmla="*/ 1780251 h 1899464"/>
              <a:gd name="connsiteX54" fmla="*/ 396856 w 6851038"/>
              <a:gd name="connsiteY54" fmla="*/ 1617994 h 1899464"/>
              <a:gd name="connsiteX55" fmla="*/ 250734 w 6851038"/>
              <a:gd name="connsiteY55" fmla="*/ 1549022 h 1899464"/>
              <a:gd name="connsiteX56" fmla="*/ 25806 w 6851038"/>
              <a:gd name="connsiteY56" fmla="*/ 1362030 h 1899464"/>
              <a:gd name="connsiteX0" fmla="*/ 25806 w 6851038"/>
              <a:gd name="connsiteY0" fmla="*/ 1362030 h 1899464"/>
              <a:gd name="connsiteX1" fmla="*/ 15257 w 6851038"/>
              <a:gd name="connsiteY1" fmla="*/ 970226 h 1899464"/>
              <a:gd name="connsiteX2" fmla="*/ 118651 w 6851038"/>
              <a:gd name="connsiteY2" fmla="*/ 960965 h 1899464"/>
              <a:gd name="connsiteX3" fmla="*/ 110836 w 6851038"/>
              <a:gd name="connsiteY3" fmla="*/ 1225226 h 1899464"/>
              <a:gd name="connsiteX4" fmla="*/ 330306 w 6851038"/>
              <a:gd name="connsiteY4" fmla="*/ 1453996 h 1899464"/>
              <a:gd name="connsiteX5" fmla="*/ 609170 w 6851038"/>
              <a:gd name="connsiteY5" fmla="*/ 1626794 h 1899464"/>
              <a:gd name="connsiteX6" fmla="*/ 1030658 w 6851038"/>
              <a:gd name="connsiteY6" fmla="*/ 1707578 h 1899464"/>
              <a:gd name="connsiteX7" fmla="*/ 1346366 w 6851038"/>
              <a:gd name="connsiteY7" fmla="*/ 1612187 h 1899464"/>
              <a:gd name="connsiteX8" fmla="*/ 1546103 w 6851038"/>
              <a:gd name="connsiteY8" fmla="*/ 1551168 h 1899464"/>
              <a:gd name="connsiteX9" fmla="*/ 1782195 w 6851038"/>
              <a:gd name="connsiteY9" fmla="*/ 1621749 h 1899464"/>
              <a:gd name="connsiteX10" fmla="*/ 1924976 w 6851038"/>
              <a:gd name="connsiteY10" fmla="*/ 1608552 h 1899464"/>
              <a:gd name="connsiteX11" fmla="*/ 2069717 w 6851038"/>
              <a:gd name="connsiteY11" fmla="*/ 1572048 h 1899464"/>
              <a:gd name="connsiteX12" fmla="*/ 2290420 w 6851038"/>
              <a:gd name="connsiteY12" fmla="*/ 1495930 h 1899464"/>
              <a:gd name="connsiteX13" fmla="*/ 2543286 w 6851038"/>
              <a:gd name="connsiteY13" fmla="*/ 1341877 h 1899464"/>
              <a:gd name="connsiteX14" fmla="*/ 3388660 w 6851038"/>
              <a:gd name="connsiteY14" fmla="*/ 736610 h 1899464"/>
              <a:gd name="connsiteX15" fmla="*/ 4756784 w 6851038"/>
              <a:gd name="connsiteY15" fmla="*/ 909322 h 1899464"/>
              <a:gd name="connsiteX16" fmla="*/ 5256317 w 6851038"/>
              <a:gd name="connsiteY16" fmla="*/ 274322 h 1899464"/>
              <a:gd name="connsiteX17" fmla="*/ 5821468 w 6851038"/>
              <a:gd name="connsiteY17" fmla="*/ 172768 h 1899464"/>
              <a:gd name="connsiteX18" fmla="*/ 6251151 w 6851038"/>
              <a:gd name="connsiteY18" fmla="*/ 428302 h 1899464"/>
              <a:gd name="connsiteX19" fmla="*/ 6412373 w 6851038"/>
              <a:gd name="connsiteY19" fmla="*/ 623187 h 1899464"/>
              <a:gd name="connsiteX20" fmla="*/ 6564773 w 6851038"/>
              <a:gd name="connsiteY20" fmla="*/ 703089 h 1899464"/>
              <a:gd name="connsiteX21" fmla="*/ 6679073 w 6851038"/>
              <a:gd name="connsiteY21" fmla="*/ 674034 h 1899464"/>
              <a:gd name="connsiteX22" fmla="*/ 6708351 w 6851038"/>
              <a:gd name="connsiteY22" fmla="*/ 529995 h 1899464"/>
              <a:gd name="connsiteX23" fmla="*/ 6679074 w 6851038"/>
              <a:gd name="connsiteY23" fmla="*/ 390745 h 1899464"/>
              <a:gd name="connsiteX24" fmla="*/ 6609225 w 6851038"/>
              <a:gd name="connsiteY24" fmla="*/ 303578 h 1899464"/>
              <a:gd name="connsiteX25" fmla="*/ 6564775 w 6851038"/>
              <a:gd name="connsiteY25" fmla="*/ 194620 h 1899464"/>
              <a:gd name="connsiteX26" fmla="*/ 6545725 w 6851038"/>
              <a:gd name="connsiteY26" fmla="*/ 27550 h 1899464"/>
              <a:gd name="connsiteX27" fmla="*/ 6691774 w 6851038"/>
              <a:gd name="connsiteY27" fmla="*/ 13025 h 1899464"/>
              <a:gd name="connsiteX28" fmla="*/ 6843817 w 6851038"/>
              <a:gd name="connsiteY28" fmla="*/ 26287 h 1899464"/>
              <a:gd name="connsiteX29" fmla="*/ 6825125 w 6851038"/>
              <a:gd name="connsiteY29" fmla="*/ 252730 h 1899464"/>
              <a:gd name="connsiteX30" fmla="*/ 6780675 w 6851038"/>
              <a:gd name="connsiteY30" fmla="*/ 405271 h 1899464"/>
              <a:gd name="connsiteX31" fmla="*/ 6767974 w 6851038"/>
              <a:gd name="connsiteY31" fmla="*/ 659506 h 1899464"/>
              <a:gd name="connsiteX32" fmla="*/ 6691774 w 6851038"/>
              <a:gd name="connsiteY32" fmla="*/ 775729 h 1899464"/>
              <a:gd name="connsiteX33" fmla="*/ 6581351 w 6851038"/>
              <a:gd name="connsiteY33" fmla="*/ 797321 h 1899464"/>
              <a:gd name="connsiteX34" fmla="*/ 6367566 w 6851038"/>
              <a:gd name="connsiteY34" fmla="*/ 712560 h 1899464"/>
              <a:gd name="connsiteX35" fmla="*/ 6101224 w 6851038"/>
              <a:gd name="connsiteY35" fmla="*/ 398005 h 1899464"/>
              <a:gd name="connsiteX36" fmla="*/ 5863801 w 6851038"/>
              <a:gd name="connsiteY36" fmla="*/ 276774 h 1899464"/>
              <a:gd name="connsiteX37" fmla="*/ 5539951 w 6851038"/>
              <a:gd name="connsiteY37" fmla="*/ 257389 h 1899464"/>
              <a:gd name="connsiteX38" fmla="*/ 5357917 w 6851038"/>
              <a:gd name="connsiteY38" fmla="*/ 333589 h 1899464"/>
              <a:gd name="connsiteX39" fmla="*/ 5239384 w 6851038"/>
              <a:gd name="connsiteY39" fmla="*/ 452121 h 1899464"/>
              <a:gd name="connsiteX40" fmla="*/ 5027717 w 6851038"/>
              <a:gd name="connsiteY40" fmla="*/ 833121 h 1899464"/>
              <a:gd name="connsiteX41" fmla="*/ 4849917 w 6851038"/>
              <a:gd name="connsiteY41" fmla="*/ 985522 h 1899464"/>
              <a:gd name="connsiteX42" fmla="*/ 4437725 w 6851038"/>
              <a:gd name="connsiteY42" fmla="*/ 1018010 h 1899464"/>
              <a:gd name="connsiteX43" fmla="*/ 3778428 w 6851038"/>
              <a:gd name="connsiteY43" fmla="*/ 839283 h 1899464"/>
              <a:gd name="connsiteX44" fmla="*/ 3364217 w 6851038"/>
              <a:gd name="connsiteY44" fmla="*/ 842833 h 1899464"/>
              <a:gd name="connsiteX45" fmla="*/ 2695810 w 6851038"/>
              <a:gd name="connsiteY45" fmla="*/ 1324293 h 1899464"/>
              <a:gd name="connsiteX46" fmla="*/ 2108905 w 6851038"/>
              <a:gd name="connsiteY46" fmla="*/ 1829903 h 1899464"/>
              <a:gd name="connsiteX47" fmla="*/ 1848079 w 6851038"/>
              <a:gd name="connsiteY47" fmla="*/ 1722096 h 1899464"/>
              <a:gd name="connsiteX48" fmla="*/ 1724694 w 6851038"/>
              <a:gd name="connsiteY48" fmla="*/ 1812667 h 1899464"/>
              <a:gd name="connsiteX49" fmla="*/ 1653239 w 6851038"/>
              <a:gd name="connsiteY49" fmla="*/ 1859546 h 1899464"/>
              <a:gd name="connsiteX50" fmla="*/ 1396269 w 6851038"/>
              <a:gd name="connsiteY50" fmla="*/ 1838279 h 1899464"/>
              <a:gd name="connsiteX51" fmla="*/ 1061134 w 6851038"/>
              <a:gd name="connsiteY51" fmla="*/ 1899272 h 1899464"/>
              <a:gd name="connsiteX52" fmla="*/ 869683 w 6851038"/>
              <a:gd name="connsiteY52" fmla="*/ 1814121 h 1899464"/>
              <a:gd name="connsiteX53" fmla="*/ 665240 w 6851038"/>
              <a:gd name="connsiteY53" fmla="*/ 1780251 h 1899464"/>
              <a:gd name="connsiteX54" fmla="*/ 396856 w 6851038"/>
              <a:gd name="connsiteY54" fmla="*/ 1617994 h 1899464"/>
              <a:gd name="connsiteX55" fmla="*/ 250734 w 6851038"/>
              <a:gd name="connsiteY55" fmla="*/ 1549022 h 1899464"/>
              <a:gd name="connsiteX56" fmla="*/ 25806 w 6851038"/>
              <a:gd name="connsiteY56" fmla="*/ 1362030 h 1899464"/>
              <a:gd name="connsiteX0" fmla="*/ 25806 w 6851038"/>
              <a:gd name="connsiteY0" fmla="*/ 1362030 h 1899464"/>
              <a:gd name="connsiteX1" fmla="*/ 15257 w 6851038"/>
              <a:gd name="connsiteY1" fmla="*/ 970226 h 1899464"/>
              <a:gd name="connsiteX2" fmla="*/ 118651 w 6851038"/>
              <a:gd name="connsiteY2" fmla="*/ 960965 h 1899464"/>
              <a:gd name="connsiteX3" fmla="*/ 110836 w 6851038"/>
              <a:gd name="connsiteY3" fmla="*/ 1225226 h 1899464"/>
              <a:gd name="connsiteX4" fmla="*/ 330306 w 6851038"/>
              <a:gd name="connsiteY4" fmla="*/ 1453996 h 1899464"/>
              <a:gd name="connsiteX5" fmla="*/ 609170 w 6851038"/>
              <a:gd name="connsiteY5" fmla="*/ 1626794 h 1899464"/>
              <a:gd name="connsiteX6" fmla="*/ 1030658 w 6851038"/>
              <a:gd name="connsiteY6" fmla="*/ 1707578 h 1899464"/>
              <a:gd name="connsiteX7" fmla="*/ 1346366 w 6851038"/>
              <a:gd name="connsiteY7" fmla="*/ 1612187 h 1899464"/>
              <a:gd name="connsiteX8" fmla="*/ 1546103 w 6851038"/>
              <a:gd name="connsiteY8" fmla="*/ 1551168 h 1899464"/>
              <a:gd name="connsiteX9" fmla="*/ 1782195 w 6851038"/>
              <a:gd name="connsiteY9" fmla="*/ 1621749 h 1899464"/>
              <a:gd name="connsiteX10" fmla="*/ 1924976 w 6851038"/>
              <a:gd name="connsiteY10" fmla="*/ 1608552 h 1899464"/>
              <a:gd name="connsiteX11" fmla="*/ 2069717 w 6851038"/>
              <a:gd name="connsiteY11" fmla="*/ 1572048 h 1899464"/>
              <a:gd name="connsiteX12" fmla="*/ 2290420 w 6851038"/>
              <a:gd name="connsiteY12" fmla="*/ 1495930 h 1899464"/>
              <a:gd name="connsiteX13" fmla="*/ 2543286 w 6851038"/>
              <a:gd name="connsiteY13" fmla="*/ 1341877 h 1899464"/>
              <a:gd name="connsiteX14" fmla="*/ 3388660 w 6851038"/>
              <a:gd name="connsiteY14" fmla="*/ 736610 h 1899464"/>
              <a:gd name="connsiteX15" fmla="*/ 4756784 w 6851038"/>
              <a:gd name="connsiteY15" fmla="*/ 909322 h 1899464"/>
              <a:gd name="connsiteX16" fmla="*/ 5256317 w 6851038"/>
              <a:gd name="connsiteY16" fmla="*/ 274322 h 1899464"/>
              <a:gd name="connsiteX17" fmla="*/ 5821468 w 6851038"/>
              <a:gd name="connsiteY17" fmla="*/ 172768 h 1899464"/>
              <a:gd name="connsiteX18" fmla="*/ 6251151 w 6851038"/>
              <a:gd name="connsiteY18" fmla="*/ 428302 h 1899464"/>
              <a:gd name="connsiteX19" fmla="*/ 6412373 w 6851038"/>
              <a:gd name="connsiteY19" fmla="*/ 623187 h 1899464"/>
              <a:gd name="connsiteX20" fmla="*/ 6564773 w 6851038"/>
              <a:gd name="connsiteY20" fmla="*/ 703089 h 1899464"/>
              <a:gd name="connsiteX21" fmla="*/ 6679073 w 6851038"/>
              <a:gd name="connsiteY21" fmla="*/ 674034 h 1899464"/>
              <a:gd name="connsiteX22" fmla="*/ 6708351 w 6851038"/>
              <a:gd name="connsiteY22" fmla="*/ 529995 h 1899464"/>
              <a:gd name="connsiteX23" fmla="*/ 6679074 w 6851038"/>
              <a:gd name="connsiteY23" fmla="*/ 390745 h 1899464"/>
              <a:gd name="connsiteX24" fmla="*/ 6609225 w 6851038"/>
              <a:gd name="connsiteY24" fmla="*/ 303578 h 1899464"/>
              <a:gd name="connsiteX25" fmla="*/ 6564775 w 6851038"/>
              <a:gd name="connsiteY25" fmla="*/ 194620 h 1899464"/>
              <a:gd name="connsiteX26" fmla="*/ 6545725 w 6851038"/>
              <a:gd name="connsiteY26" fmla="*/ 27550 h 1899464"/>
              <a:gd name="connsiteX27" fmla="*/ 6691774 w 6851038"/>
              <a:gd name="connsiteY27" fmla="*/ 13025 h 1899464"/>
              <a:gd name="connsiteX28" fmla="*/ 6843817 w 6851038"/>
              <a:gd name="connsiteY28" fmla="*/ 26287 h 1899464"/>
              <a:gd name="connsiteX29" fmla="*/ 6825125 w 6851038"/>
              <a:gd name="connsiteY29" fmla="*/ 252730 h 1899464"/>
              <a:gd name="connsiteX30" fmla="*/ 6780675 w 6851038"/>
              <a:gd name="connsiteY30" fmla="*/ 405271 h 1899464"/>
              <a:gd name="connsiteX31" fmla="*/ 6767974 w 6851038"/>
              <a:gd name="connsiteY31" fmla="*/ 659506 h 1899464"/>
              <a:gd name="connsiteX32" fmla="*/ 6691774 w 6851038"/>
              <a:gd name="connsiteY32" fmla="*/ 775729 h 1899464"/>
              <a:gd name="connsiteX33" fmla="*/ 6581351 w 6851038"/>
              <a:gd name="connsiteY33" fmla="*/ 797321 h 1899464"/>
              <a:gd name="connsiteX34" fmla="*/ 6367566 w 6851038"/>
              <a:gd name="connsiteY34" fmla="*/ 712560 h 1899464"/>
              <a:gd name="connsiteX35" fmla="*/ 6101224 w 6851038"/>
              <a:gd name="connsiteY35" fmla="*/ 398005 h 1899464"/>
              <a:gd name="connsiteX36" fmla="*/ 5863801 w 6851038"/>
              <a:gd name="connsiteY36" fmla="*/ 276774 h 1899464"/>
              <a:gd name="connsiteX37" fmla="*/ 5539951 w 6851038"/>
              <a:gd name="connsiteY37" fmla="*/ 257389 h 1899464"/>
              <a:gd name="connsiteX38" fmla="*/ 5357917 w 6851038"/>
              <a:gd name="connsiteY38" fmla="*/ 333589 h 1899464"/>
              <a:gd name="connsiteX39" fmla="*/ 5239384 w 6851038"/>
              <a:gd name="connsiteY39" fmla="*/ 452121 h 1899464"/>
              <a:gd name="connsiteX40" fmla="*/ 5027717 w 6851038"/>
              <a:gd name="connsiteY40" fmla="*/ 833121 h 1899464"/>
              <a:gd name="connsiteX41" fmla="*/ 4849917 w 6851038"/>
              <a:gd name="connsiteY41" fmla="*/ 985522 h 1899464"/>
              <a:gd name="connsiteX42" fmla="*/ 4437725 w 6851038"/>
              <a:gd name="connsiteY42" fmla="*/ 1018010 h 1899464"/>
              <a:gd name="connsiteX43" fmla="*/ 3778428 w 6851038"/>
              <a:gd name="connsiteY43" fmla="*/ 839283 h 1899464"/>
              <a:gd name="connsiteX44" fmla="*/ 3364217 w 6851038"/>
              <a:gd name="connsiteY44" fmla="*/ 842833 h 1899464"/>
              <a:gd name="connsiteX45" fmla="*/ 2695810 w 6851038"/>
              <a:gd name="connsiteY45" fmla="*/ 1324293 h 1899464"/>
              <a:gd name="connsiteX46" fmla="*/ 2108905 w 6851038"/>
              <a:gd name="connsiteY46" fmla="*/ 1829903 h 1899464"/>
              <a:gd name="connsiteX47" fmla="*/ 1848079 w 6851038"/>
              <a:gd name="connsiteY47" fmla="*/ 1722096 h 1899464"/>
              <a:gd name="connsiteX48" fmla="*/ 1724694 w 6851038"/>
              <a:gd name="connsiteY48" fmla="*/ 1812667 h 1899464"/>
              <a:gd name="connsiteX49" fmla="*/ 1653239 w 6851038"/>
              <a:gd name="connsiteY49" fmla="*/ 1859546 h 1899464"/>
              <a:gd name="connsiteX50" fmla="*/ 1396269 w 6851038"/>
              <a:gd name="connsiteY50" fmla="*/ 1838279 h 1899464"/>
              <a:gd name="connsiteX51" fmla="*/ 1061134 w 6851038"/>
              <a:gd name="connsiteY51" fmla="*/ 1899272 h 1899464"/>
              <a:gd name="connsiteX52" fmla="*/ 869683 w 6851038"/>
              <a:gd name="connsiteY52" fmla="*/ 1814121 h 1899464"/>
              <a:gd name="connsiteX53" fmla="*/ 665240 w 6851038"/>
              <a:gd name="connsiteY53" fmla="*/ 1780251 h 1899464"/>
              <a:gd name="connsiteX54" fmla="*/ 396856 w 6851038"/>
              <a:gd name="connsiteY54" fmla="*/ 1617994 h 1899464"/>
              <a:gd name="connsiteX55" fmla="*/ 250734 w 6851038"/>
              <a:gd name="connsiteY55" fmla="*/ 1549022 h 1899464"/>
              <a:gd name="connsiteX56" fmla="*/ 25806 w 6851038"/>
              <a:gd name="connsiteY56" fmla="*/ 1362030 h 1899464"/>
              <a:gd name="connsiteX0" fmla="*/ 25806 w 6851038"/>
              <a:gd name="connsiteY0" fmla="*/ 1362030 h 1899464"/>
              <a:gd name="connsiteX1" fmla="*/ 15257 w 6851038"/>
              <a:gd name="connsiteY1" fmla="*/ 970226 h 1899464"/>
              <a:gd name="connsiteX2" fmla="*/ 118651 w 6851038"/>
              <a:gd name="connsiteY2" fmla="*/ 960965 h 1899464"/>
              <a:gd name="connsiteX3" fmla="*/ 110836 w 6851038"/>
              <a:gd name="connsiteY3" fmla="*/ 1225226 h 1899464"/>
              <a:gd name="connsiteX4" fmla="*/ 330306 w 6851038"/>
              <a:gd name="connsiteY4" fmla="*/ 1453996 h 1899464"/>
              <a:gd name="connsiteX5" fmla="*/ 609170 w 6851038"/>
              <a:gd name="connsiteY5" fmla="*/ 1626794 h 1899464"/>
              <a:gd name="connsiteX6" fmla="*/ 1002299 w 6851038"/>
              <a:gd name="connsiteY6" fmla="*/ 1730823 h 1899464"/>
              <a:gd name="connsiteX7" fmla="*/ 1346366 w 6851038"/>
              <a:gd name="connsiteY7" fmla="*/ 1612187 h 1899464"/>
              <a:gd name="connsiteX8" fmla="*/ 1546103 w 6851038"/>
              <a:gd name="connsiteY8" fmla="*/ 1551168 h 1899464"/>
              <a:gd name="connsiteX9" fmla="*/ 1782195 w 6851038"/>
              <a:gd name="connsiteY9" fmla="*/ 1621749 h 1899464"/>
              <a:gd name="connsiteX10" fmla="*/ 1924976 w 6851038"/>
              <a:gd name="connsiteY10" fmla="*/ 1608552 h 1899464"/>
              <a:gd name="connsiteX11" fmla="*/ 2069717 w 6851038"/>
              <a:gd name="connsiteY11" fmla="*/ 1572048 h 1899464"/>
              <a:gd name="connsiteX12" fmla="*/ 2290420 w 6851038"/>
              <a:gd name="connsiteY12" fmla="*/ 1495930 h 1899464"/>
              <a:gd name="connsiteX13" fmla="*/ 2543286 w 6851038"/>
              <a:gd name="connsiteY13" fmla="*/ 1341877 h 1899464"/>
              <a:gd name="connsiteX14" fmla="*/ 3388660 w 6851038"/>
              <a:gd name="connsiteY14" fmla="*/ 736610 h 1899464"/>
              <a:gd name="connsiteX15" fmla="*/ 4756784 w 6851038"/>
              <a:gd name="connsiteY15" fmla="*/ 909322 h 1899464"/>
              <a:gd name="connsiteX16" fmla="*/ 5256317 w 6851038"/>
              <a:gd name="connsiteY16" fmla="*/ 274322 h 1899464"/>
              <a:gd name="connsiteX17" fmla="*/ 5821468 w 6851038"/>
              <a:gd name="connsiteY17" fmla="*/ 172768 h 1899464"/>
              <a:gd name="connsiteX18" fmla="*/ 6251151 w 6851038"/>
              <a:gd name="connsiteY18" fmla="*/ 428302 h 1899464"/>
              <a:gd name="connsiteX19" fmla="*/ 6412373 w 6851038"/>
              <a:gd name="connsiteY19" fmla="*/ 623187 h 1899464"/>
              <a:gd name="connsiteX20" fmla="*/ 6564773 w 6851038"/>
              <a:gd name="connsiteY20" fmla="*/ 703089 h 1899464"/>
              <a:gd name="connsiteX21" fmla="*/ 6679073 w 6851038"/>
              <a:gd name="connsiteY21" fmla="*/ 674034 h 1899464"/>
              <a:gd name="connsiteX22" fmla="*/ 6708351 w 6851038"/>
              <a:gd name="connsiteY22" fmla="*/ 529995 h 1899464"/>
              <a:gd name="connsiteX23" fmla="*/ 6679074 w 6851038"/>
              <a:gd name="connsiteY23" fmla="*/ 390745 h 1899464"/>
              <a:gd name="connsiteX24" fmla="*/ 6609225 w 6851038"/>
              <a:gd name="connsiteY24" fmla="*/ 303578 h 1899464"/>
              <a:gd name="connsiteX25" fmla="*/ 6564775 w 6851038"/>
              <a:gd name="connsiteY25" fmla="*/ 194620 h 1899464"/>
              <a:gd name="connsiteX26" fmla="*/ 6545725 w 6851038"/>
              <a:gd name="connsiteY26" fmla="*/ 27550 h 1899464"/>
              <a:gd name="connsiteX27" fmla="*/ 6691774 w 6851038"/>
              <a:gd name="connsiteY27" fmla="*/ 13025 h 1899464"/>
              <a:gd name="connsiteX28" fmla="*/ 6843817 w 6851038"/>
              <a:gd name="connsiteY28" fmla="*/ 26287 h 1899464"/>
              <a:gd name="connsiteX29" fmla="*/ 6825125 w 6851038"/>
              <a:gd name="connsiteY29" fmla="*/ 252730 h 1899464"/>
              <a:gd name="connsiteX30" fmla="*/ 6780675 w 6851038"/>
              <a:gd name="connsiteY30" fmla="*/ 405271 h 1899464"/>
              <a:gd name="connsiteX31" fmla="*/ 6767974 w 6851038"/>
              <a:gd name="connsiteY31" fmla="*/ 659506 h 1899464"/>
              <a:gd name="connsiteX32" fmla="*/ 6691774 w 6851038"/>
              <a:gd name="connsiteY32" fmla="*/ 775729 h 1899464"/>
              <a:gd name="connsiteX33" fmla="*/ 6581351 w 6851038"/>
              <a:gd name="connsiteY33" fmla="*/ 797321 h 1899464"/>
              <a:gd name="connsiteX34" fmla="*/ 6367566 w 6851038"/>
              <a:gd name="connsiteY34" fmla="*/ 712560 h 1899464"/>
              <a:gd name="connsiteX35" fmla="*/ 6101224 w 6851038"/>
              <a:gd name="connsiteY35" fmla="*/ 398005 h 1899464"/>
              <a:gd name="connsiteX36" fmla="*/ 5863801 w 6851038"/>
              <a:gd name="connsiteY36" fmla="*/ 276774 h 1899464"/>
              <a:gd name="connsiteX37" fmla="*/ 5539951 w 6851038"/>
              <a:gd name="connsiteY37" fmla="*/ 257389 h 1899464"/>
              <a:gd name="connsiteX38" fmla="*/ 5357917 w 6851038"/>
              <a:gd name="connsiteY38" fmla="*/ 333589 h 1899464"/>
              <a:gd name="connsiteX39" fmla="*/ 5239384 w 6851038"/>
              <a:gd name="connsiteY39" fmla="*/ 452121 h 1899464"/>
              <a:gd name="connsiteX40" fmla="*/ 5027717 w 6851038"/>
              <a:gd name="connsiteY40" fmla="*/ 833121 h 1899464"/>
              <a:gd name="connsiteX41" fmla="*/ 4849917 w 6851038"/>
              <a:gd name="connsiteY41" fmla="*/ 985522 h 1899464"/>
              <a:gd name="connsiteX42" fmla="*/ 4437725 w 6851038"/>
              <a:gd name="connsiteY42" fmla="*/ 1018010 h 1899464"/>
              <a:gd name="connsiteX43" fmla="*/ 3778428 w 6851038"/>
              <a:gd name="connsiteY43" fmla="*/ 839283 h 1899464"/>
              <a:gd name="connsiteX44" fmla="*/ 3364217 w 6851038"/>
              <a:gd name="connsiteY44" fmla="*/ 842833 h 1899464"/>
              <a:gd name="connsiteX45" fmla="*/ 2695810 w 6851038"/>
              <a:gd name="connsiteY45" fmla="*/ 1324293 h 1899464"/>
              <a:gd name="connsiteX46" fmla="*/ 2108905 w 6851038"/>
              <a:gd name="connsiteY46" fmla="*/ 1829903 h 1899464"/>
              <a:gd name="connsiteX47" fmla="*/ 1848079 w 6851038"/>
              <a:gd name="connsiteY47" fmla="*/ 1722096 h 1899464"/>
              <a:gd name="connsiteX48" fmla="*/ 1724694 w 6851038"/>
              <a:gd name="connsiteY48" fmla="*/ 1812667 h 1899464"/>
              <a:gd name="connsiteX49" fmla="*/ 1653239 w 6851038"/>
              <a:gd name="connsiteY49" fmla="*/ 1859546 h 1899464"/>
              <a:gd name="connsiteX50" fmla="*/ 1396269 w 6851038"/>
              <a:gd name="connsiteY50" fmla="*/ 1838279 h 1899464"/>
              <a:gd name="connsiteX51" fmla="*/ 1061134 w 6851038"/>
              <a:gd name="connsiteY51" fmla="*/ 1899272 h 1899464"/>
              <a:gd name="connsiteX52" fmla="*/ 869683 w 6851038"/>
              <a:gd name="connsiteY52" fmla="*/ 1814121 h 1899464"/>
              <a:gd name="connsiteX53" fmla="*/ 665240 w 6851038"/>
              <a:gd name="connsiteY53" fmla="*/ 1780251 h 1899464"/>
              <a:gd name="connsiteX54" fmla="*/ 396856 w 6851038"/>
              <a:gd name="connsiteY54" fmla="*/ 1617994 h 1899464"/>
              <a:gd name="connsiteX55" fmla="*/ 250734 w 6851038"/>
              <a:gd name="connsiteY55" fmla="*/ 1549022 h 1899464"/>
              <a:gd name="connsiteX56" fmla="*/ 25806 w 6851038"/>
              <a:gd name="connsiteY56" fmla="*/ 1362030 h 1899464"/>
              <a:gd name="connsiteX0" fmla="*/ 25806 w 6851038"/>
              <a:gd name="connsiteY0" fmla="*/ 1362030 h 1899326"/>
              <a:gd name="connsiteX1" fmla="*/ 15257 w 6851038"/>
              <a:gd name="connsiteY1" fmla="*/ 970226 h 1899326"/>
              <a:gd name="connsiteX2" fmla="*/ 118651 w 6851038"/>
              <a:gd name="connsiteY2" fmla="*/ 960965 h 1899326"/>
              <a:gd name="connsiteX3" fmla="*/ 110836 w 6851038"/>
              <a:gd name="connsiteY3" fmla="*/ 1225226 h 1899326"/>
              <a:gd name="connsiteX4" fmla="*/ 330306 w 6851038"/>
              <a:gd name="connsiteY4" fmla="*/ 1453996 h 1899326"/>
              <a:gd name="connsiteX5" fmla="*/ 609170 w 6851038"/>
              <a:gd name="connsiteY5" fmla="*/ 1626794 h 1899326"/>
              <a:gd name="connsiteX6" fmla="*/ 1002299 w 6851038"/>
              <a:gd name="connsiteY6" fmla="*/ 1730823 h 1899326"/>
              <a:gd name="connsiteX7" fmla="*/ 1346366 w 6851038"/>
              <a:gd name="connsiteY7" fmla="*/ 1612187 h 1899326"/>
              <a:gd name="connsiteX8" fmla="*/ 1546103 w 6851038"/>
              <a:gd name="connsiteY8" fmla="*/ 1551168 h 1899326"/>
              <a:gd name="connsiteX9" fmla="*/ 1782195 w 6851038"/>
              <a:gd name="connsiteY9" fmla="*/ 1621749 h 1899326"/>
              <a:gd name="connsiteX10" fmla="*/ 1924976 w 6851038"/>
              <a:gd name="connsiteY10" fmla="*/ 1608552 h 1899326"/>
              <a:gd name="connsiteX11" fmla="*/ 2069717 w 6851038"/>
              <a:gd name="connsiteY11" fmla="*/ 1572048 h 1899326"/>
              <a:gd name="connsiteX12" fmla="*/ 2290420 w 6851038"/>
              <a:gd name="connsiteY12" fmla="*/ 1495930 h 1899326"/>
              <a:gd name="connsiteX13" fmla="*/ 2543286 w 6851038"/>
              <a:gd name="connsiteY13" fmla="*/ 1341877 h 1899326"/>
              <a:gd name="connsiteX14" fmla="*/ 3388660 w 6851038"/>
              <a:gd name="connsiteY14" fmla="*/ 736610 h 1899326"/>
              <a:gd name="connsiteX15" fmla="*/ 4756784 w 6851038"/>
              <a:gd name="connsiteY15" fmla="*/ 909322 h 1899326"/>
              <a:gd name="connsiteX16" fmla="*/ 5256317 w 6851038"/>
              <a:gd name="connsiteY16" fmla="*/ 274322 h 1899326"/>
              <a:gd name="connsiteX17" fmla="*/ 5821468 w 6851038"/>
              <a:gd name="connsiteY17" fmla="*/ 172768 h 1899326"/>
              <a:gd name="connsiteX18" fmla="*/ 6251151 w 6851038"/>
              <a:gd name="connsiteY18" fmla="*/ 428302 h 1899326"/>
              <a:gd name="connsiteX19" fmla="*/ 6412373 w 6851038"/>
              <a:gd name="connsiteY19" fmla="*/ 623187 h 1899326"/>
              <a:gd name="connsiteX20" fmla="*/ 6564773 w 6851038"/>
              <a:gd name="connsiteY20" fmla="*/ 703089 h 1899326"/>
              <a:gd name="connsiteX21" fmla="*/ 6679073 w 6851038"/>
              <a:gd name="connsiteY21" fmla="*/ 674034 h 1899326"/>
              <a:gd name="connsiteX22" fmla="*/ 6708351 w 6851038"/>
              <a:gd name="connsiteY22" fmla="*/ 529995 h 1899326"/>
              <a:gd name="connsiteX23" fmla="*/ 6679074 w 6851038"/>
              <a:gd name="connsiteY23" fmla="*/ 390745 h 1899326"/>
              <a:gd name="connsiteX24" fmla="*/ 6609225 w 6851038"/>
              <a:gd name="connsiteY24" fmla="*/ 303578 h 1899326"/>
              <a:gd name="connsiteX25" fmla="*/ 6564775 w 6851038"/>
              <a:gd name="connsiteY25" fmla="*/ 194620 h 1899326"/>
              <a:gd name="connsiteX26" fmla="*/ 6545725 w 6851038"/>
              <a:gd name="connsiteY26" fmla="*/ 27550 h 1899326"/>
              <a:gd name="connsiteX27" fmla="*/ 6691774 w 6851038"/>
              <a:gd name="connsiteY27" fmla="*/ 13025 h 1899326"/>
              <a:gd name="connsiteX28" fmla="*/ 6843817 w 6851038"/>
              <a:gd name="connsiteY28" fmla="*/ 26287 h 1899326"/>
              <a:gd name="connsiteX29" fmla="*/ 6825125 w 6851038"/>
              <a:gd name="connsiteY29" fmla="*/ 252730 h 1899326"/>
              <a:gd name="connsiteX30" fmla="*/ 6780675 w 6851038"/>
              <a:gd name="connsiteY30" fmla="*/ 405271 h 1899326"/>
              <a:gd name="connsiteX31" fmla="*/ 6767974 w 6851038"/>
              <a:gd name="connsiteY31" fmla="*/ 659506 h 1899326"/>
              <a:gd name="connsiteX32" fmla="*/ 6691774 w 6851038"/>
              <a:gd name="connsiteY32" fmla="*/ 775729 h 1899326"/>
              <a:gd name="connsiteX33" fmla="*/ 6581351 w 6851038"/>
              <a:gd name="connsiteY33" fmla="*/ 797321 h 1899326"/>
              <a:gd name="connsiteX34" fmla="*/ 6367566 w 6851038"/>
              <a:gd name="connsiteY34" fmla="*/ 712560 h 1899326"/>
              <a:gd name="connsiteX35" fmla="*/ 6101224 w 6851038"/>
              <a:gd name="connsiteY35" fmla="*/ 398005 h 1899326"/>
              <a:gd name="connsiteX36" fmla="*/ 5863801 w 6851038"/>
              <a:gd name="connsiteY36" fmla="*/ 276774 h 1899326"/>
              <a:gd name="connsiteX37" fmla="*/ 5539951 w 6851038"/>
              <a:gd name="connsiteY37" fmla="*/ 257389 h 1899326"/>
              <a:gd name="connsiteX38" fmla="*/ 5357917 w 6851038"/>
              <a:gd name="connsiteY38" fmla="*/ 333589 h 1899326"/>
              <a:gd name="connsiteX39" fmla="*/ 5239384 w 6851038"/>
              <a:gd name="connsiteY39" fmla="*/ 452121 h 1899326"/>
              <a:gd name="connsiteX40" fmla="*/ 5027717 w 6851038"/>
              <a:gd name="connsiteY40" fmla="*/ 833121 h 1899326"/>
              <a:gd name="connsiteX41" fmla="*/ 4849917 w 6851038"/>
              <a:gd name="connsiteY41" fmla="*/ 985522 h 1899326"/>
              <a:gd name="connsiteX42" fmla="*/ 4437725 w 6851038"/>
              <a:gd name="connsiteY42" fmla="*/ 1018010 h 1899326"/>
              <a:gd name="connsiteX43" fmla="*/ 3778428 w 6851038"/>
              <a:gd name="connsiteY43" fmla="*/ 839283 h 1899326"/>
              <a:gd name="connsiteX44" fmla="*/ 3364217 w 6851038"/>
              <a:gd name="connsiteY44" fmla="*/ 842833 h 1899326"/>
              <a:gd name="connsiteX45" fmla="*/ 2695810 w 6851038"/>
              <a:gd name="connsiteY45" fmla="*/ 1324293 h 1899326"/>
              <a:gd name="connsiteX46" fmla="*/ 2108905 w 6851038"/>
              <a:gd name="connsiteY46" fmla="*/ 1829903 h 1899326"/>
              <a:gd name="connsiteX47" fmla="*/ 1848079 w 6851038"/>
              <a:gd name="connsiteY47" fmla="*/ 1722096 h 1899326"/>
              <a:gd name="connsiteX48" fmla="*/ 1724694 w 6851038"/>
              <a:gd name="connsiteY48" fmla="*/ 1812667 h 1899326"/>
              <a:gd name="connsiteX49" fmla="*/ 1653239 w 6851038"/>
              <a:gd name="connsiteY49" fmla="*/ 1859546 h 1899326"/>
              <a:gd name="connsiteX50" fmla="*/ 1396269 w 6851038"/>
              <a:gd name="connsiteY50" fmla="*/ 1838279 h 1899326"/>
              <a:gd name="connsiteX51" fmla="*/ 1061134 w 6851038"/>
              <a:gd name="connsiteY51" fmla="*/ 1899272 h 1899326"/>
              <a:gd name="connsiteX52" fmla="*/ 888590 w 6851038"/>
              <a:gd name="connsiteY52" fmla="*/ 1825743 h 1899326"/>
              <a:gd name="connsiteX53" fmla="*/ 665240 w 6851038"/>
              <a:gd name="connsiteY53" fmla="*/ 1780251 h 1899326"/>
              <a:gd name="connsiteX54" fmla="*/ 396856 w 6851038"/>
              <a:gd name="connsiteY54" fmla="*/ 1617994 h 1899326"/>
              <a:gd name="connsiteX55" fmla="*/ 250734 w 6851038"/>
              <a:gd name="connsiteY55" fmla="*/ 1549022 h 1899326"/>
              <a:gd name="connsiteX56" fmla="*/ 25806 w 6851038"/>
              <a:gd name="connsiteY56" fmla="*/ 1362030 h 1899326"/>
              <a:gd name="connsiteX0" fmla="*/ 25806 w 6851038"/>
              <a:gd name="connsiteY0" fmla="*/ 1362030 h 1859693"/>
              <a:gd name="connsiteX1" fmla="*/ 15257 w 6851038"/>
              <a:gd name="connsiteY1" fmla="*/ 970226 h 1859693"/>
              <a:gd name="connsiteX2" fmla="*/ 118651 w 6851038"/>
              <a:gd name="connsiteY2" fmla="*/ 960965 h 1859693"/>
              <a:gd name="connsiteX3" fmla="*/ 110836 w 6851038"/>
              <a:gd name="connsiteY3" fmla="*/ 1225226 h 1859693"/>
              <a:gd name="connsiteX4" fmla="*/ 330306 w 6851038"/>
              <a:gd name="connsiteY4" fmla="*/ 1453996 h 1859693"/>
              <a:gd name="connsiteX5" fmla="*/ 609170 w 6851038"/>
              <a:gd name="connsiteY5" fmla="*/ 1626794 h 1859693"/>
              <a:gd name="connsiteX6" fmla="*/ 1002299 w 6851038"/>
              <a:gd name="connsiteY6" fmla="*/ 1730823 h 1859693"/>
              <a:gd name="connsiteX7" fmla="*/ 1346366 w 6851038"/>
              <a:gd name="connsiteY7" fmla="*/ 1612187 h 1859693"/>
              <a:gd name="connsiteX8" fmla="*/ 1546103 w 6851038"/>
              <a:gd name="connsiteY8" fmla="*/ 1551168 h 1859693"/>
              <a:gd name="connsiteX9" fmla="*/ 1782195 w 6851038"/>
              <a:gd name="connsiteY9" fmla="*/ 1621749 h 1859693"/>
              <a:gd name="connsiteX10" fmla="*/ 1924976 w 6851038"/>
              <a:gd name="connsiteY10" fmla="*/ 1608552 h 1859693"/>
              <a:gd name="connsiteX11" fmla="*/ 2069717 w 6851038"/>
              <a:gd name="connsiteY11" fmla="*/ 1572048 h 1859693"/>
              <a:gd name="connsiteX12" fmla="*/ 2290420 w 6851038"/>
              <a:gd name="connsiteY12" fmla="*/ 1495930 h 1859693"/>
              <a:gd name="connsiteX13" fmla="*/ 2543286 w 6851038"/>
              <a:gd name="connsiteY13" fmla="*/ 1341877 h 1859693"/>
              <a:gd name="connsiteX14" fmla="*/ 3388660 w 6851038"/>
              <a:gd name="connsiteY14" fmla="*/ 736610 h 1859693"/>
              <a:gd name="connsiteX15" fmla="*/ 4756784 w 6851038"/>
              <a:gd name="connsiteY15" fmla="*/ 909322 h 1859693"/>
              <a:gd name="connsiteX16" fmla="*/ 5256317 w 6851038"/>
              <a:gd name="connsiteY16" fmla="*/ 274322 h 1859693"/>
              <a:gd name="connsiteX17" fmla="*/ 5821468 w 6851038"/>
              <a:gd name="connsiteY17" fmla="*/ 172768 h 1859693"/>
              <a:gd name="connsiteX18" fmla="*/ 6251151 w 6851038"/>
              <a:gd name="connsiteY18" fmla="*/ 428302 h 1859693"/>
              <a:gd name="connsiteX19" fmla="*/ 6412373 w 6851038"/>
              <a:gd name="connsiteY19" fmla="*/ 623187 h 1859693"/>
              <a:gd name="connsiteX20" fmla="*/ 6564773 w 6851038"/>
              <a:gd name="connsiteY20" fmla="*/ 703089 h 1859693"/>
              <a:gd name="connsiteX21" fmla="*/ 6679073 w 6851038"/>
              <a:gd name="connsiteY21" fmla="*/ 674034 h 1859693"/>
              <a:gd name="connsiteX22" fmla="*/ 6708351 w 6851038"/>
              <a:gd name="connsiteY22" fmla="*/ 529995 h 1859693"/>
              <a:gd name="connsiteX23" fmla="*/ 6679074 w 6851038"/>
              <a:gd name="connsiteY23" fmla="*/ 390745 h 1859693"/>
              <a:gd name="connsiteX24" fmla="*/ 6609225 w 6851038"/>
              <a:gd name="connsiteY24" fmla="*/ 303578 h 1859693"/>
              <a:gd name="connsiteX25" fmla="*/ 6564775 w 6851038"/>
              <a:gd name="connsiteY25" fmla="*/ 194620 h 1859693"/>
              <a:gd name="connsiteX26" fmla="*/ 6545725 w 6851038"/>
              <a:gd name="connsiteY26" fmla="*/ 27550 h 1859693"/>
              <a:gd name="connsiteX27" fmla="*/ 6691774 w 6851038"/>
              <a:gd name="connsiteY27" fmla="*/ 13025 h 1859693"/>
              <a:gd name="connsiteX28" fmla="*/ 6843817 w 6851038"/>
              <a:gd name="connsiteY28" fmla="*/ 26287 h 1859693"/>
              <a:gd name="connsiteX29" fmla="*/ 6825125 w 6851038"/>
              <a:gd name="connsiteY29" fmla="*/ 252730 h 1859693"/>
              <a:gd name="connsiteX30" fmla="*/ 6780675 w 6851038"/>
              <a:gd name="connsiteY30" fmla="*/ 405271 h 1859693"/>
              <a:gd name="connsiteX31" fmla="*/ 6767974 w 6851038"/>
              <a:gd name="connsiteY31" fmla="*/ 659506 h 1859693"/>
              <a:gd name="connsiteX32" fmla="*/ 6691774 w 6851038"/>
              <a:gd name="connsiteY32" fmla="*/ 775729 h 1859693"/>
              <a:gd name="connsiteX33" fmla="*/ 6581351 w 6851038"/>
              <a:gd name="connsiteY33" fmla="*/ 797321 h 1859693"/>
              <a:gd name="connsiteX34" fmla="*/ 6367566 w 6851038"/>
              <a:gd name="connsiteY34" fmla="*/ 712560 h 1859693"/>
              <a:gd name="connsiteX35" fmla="*/ 6101224 w 6851038"/>
              <a:gd name="connsiteY35" fmla="*/ 398005 h 1859693"/>
              <a:gd name="connsiteX36" fmla="*/ 5863801 w 6851038"/>
              <a:gd name="connsiteY36" fmla="*/ 276774 h 1859693"/>
              <a:gd name="connsiteX37" fmla="*/ 5539951 w 6851038"/>
              <a:gd name="connsiteY37" fmla="*/ 257389 h 1859693"/>
              <a:gd name="connsiteX38" fmla="*/ 5357917 w 6851038"/>
              <a:gd name="connsiteY38" fmla="*/ 333589 h 1859693"/>
              <a:gd name="connsiteX39" fmla="*/ 5239384 w 6851038"/>
              <a:gd name="connsiteY39" fmla="*/ 452121 h 1859693"/>
              <a:gd name="connsiteX40" fmla="*/ 5027717 w 6851038"/>
              <a:gd name="connsiteY40" fmla="*/ 833121 h 1859693"/>
              <a:gd name="connsiteX41" fmla="*/ 4849917 w 6851038"/>
              <a:gd name="connsiteY41" fmla="*/ 985522 h 1859693"/>
              <a:gd name="connsiteX42" fmla="*/ 4437725 w 6851038"/>
              <a:gd name="connsiteY42" fmla="*/ 1018010 h 1859693"/>
              <a:gd name="connsiteX43" fmla="*/ 3778428 w 6851038"/>
              <a:gd name="connsiteY43" fmla="*/ 839283 h 1859693"/>
              <a:gd name="connsiteX44" fmla="*/ 3364217 w 6851038"/>
              <a:gd name="connsiteY44" fmla="*/ 842833 h 1859693"/>
              <a:gd name="connsiteX45" fmla="*/ 2695810 w 6851038"/>
              <a:gd name="connsiteY45" fmla="*/ 1324293 h 1859693"/>
              <a:gd name="connsiteX46" fmla="*/ 2108905 w 6851038"/>
              <a:gd name="connsiteY46" fmla="*/ 1829903 h 1859693"/>
              <a:gd name="connsiteX47" fmla="*/ 1848079 w 6851038"/>
              <a:gd name="connsiteY47" fmla="*/ 1722096 h 1859693"/>
              <a:gd name="connsiteX48" fmla="*/ 1724694 w 6851038"/>
              <a:gd name="connsiteY48" fmla="*/ 1812667 h 1859693"/>
              <a:gd name="connsiteX49" fmla="*/ 1653239 w 6851038"/>
              <a:gd name="connsiteY49" fmla="*/ 1859546 h 1859693"/>
              <a:gd name="connsiteX50" fmla="*/ 1396269 w 6851038"/>
              <a:gd name="connsiteY50" fmla="*/ 1838279 h 1859693"/>
              <a:gd name="connsiteX51" fmla="*/ 1207656 w 6851038"/>
              <a:gd name="connsiteY51" fmla="*/ 1858595 h 1859693"/>
              <a:gd name="connsiteX52" fmla="*/ 888590 w 6851038"/>
              <a:gd name="connsiteY52" fmla="*/ 1825743 h 1859693"/>
              <a:gd name="connsiteX53" fmla="*/ 665240 w 6851038"/>
              <a:gd name="connsiteY53" fmla="*/ 1780251 h 1859693"/>
              <a:gd name="connsiteX54" fmla="*/ 396856 w 6851038"/>
              <a:gd name="connsiteY54" fmla="*/ 1617994 h 1859693"/>
              <a:gd name="connsiteX55" fmla="*/ 250734 w 6851038"/>
              <a:gd name="connsiteY55" fmla="*/ 1549022 h 1859693"/>
              <a:gd name="connsiteX56" fmla="*/ 25806 w 6851038"/>
              <a:gd name="connsiteY56" fmla="*/ 1362030 h 1859693"/>
              <a:gd name="connsiteX0" fmla="*/ 25806 w 6851038"/>
              <a:gd name="connsiteY0" fmla="*/ 1362030 h 1869616"/>
              <a:gd name="connsiteX1" fmla="*/ 15257 w 6851038"/>
              <a:gd name="connsiteY1" fmla="*/ 970226 h 1869616"/>
              <a:gd name="connsiteX2" fmla="*/ 118651 w 6851038"/>
              <a:gd name="connsiteY2" fmla="*/ 960965 h 1869616"/>
              <a:gd name="connsiteX3" fmla="*/ 110836 w 6851038"/>
              <a:gd name="connsiteY3" fmla="*/ 1225226 h 1869616"/>
              <a:gd name="connsiteX4" fmla="*/ 330306 w 6851038"/>
              <a:gd name="connsiteY4" fmla="*/ 1453996 h 1869616"/>
              <a:gd name="connsiteX5" fmla="*/ 609170 w 6851038"/>
              <a:gd name="connsiteY5" fmla="*/ 1626794 h 1869616"/>
              <a:gd name="connsiteX6" fmla="*/ 1002299 w 6851038"/>
              <a:gd name="connsiteY6" fmla="*/ 1730823 h 1869616"/>
              <a:gd name="connsiteX7" fmla="*/ 1346366 w 6851038"/>
              <a:gd name="connsiteY7" fmla="*/ 1612187 h 1869616"/>
              <a:gd name="connsiteX8" fmla="*/ 1546103 w 6851038"/>
              <a:gd name="connsiteY8" fmla="*/ 1551168 h 1869616"/>
              <a:gd name="connsiteX9" fmla="*/ 1782195 w 6851038"/>
              <a:gd name="connsiteY9" fmla="*/ 1621749 h 1869616"/>
              <a:gd name="connsiteX10" fmla="*/ 1924976 w 6851038"/>
              <a:gd name="connsiteY10" fmla="*/ 1608552 h 1869616"/>
              <a:gd name="connsiteX11" fmla="*/ 2069717 w 6851038"/>
              <a:gd name="connsiteY11" fmla="*/ 1572048 h 1869616"/>
              <a:gd name="connsiteX12" fmla="*/ 2290420 w 6851038"/>
              <a:gd name="connsiteY12" fmla="*/ 1495930 h 1869616"/>
              <a:gd name="connsiteX13" fmla="*/ 2543286 w 6851038"/>
              <a:gd name="connsiteY13" fmla="*/ 1341877 h 1869616"/>
              <a:gd name="connsiteX14" fmla="*/ 3388660 w 6851038"/>
              <a:gd name="connsiteY14" fmla="*/ 736610 h 1869616"/>
              <a:gd name="connsiteX15" fmla="*/ 4756784 w 6851038"/>
              <a:gd name="connsiteY15" fmla="*/ 909322 h 1869616"/>
              <a:gd name="connsiteX16" fmla="*/ 5256317 w 6851038"/>
              <a:gd name="connsiteY16" fmla="*/ 274322 h 1869616"/>
              <a:gd name="connsiteX17" fmla="*/ 5821468 w 6851038"/>
              <a:gd name="connsiteY17" fmla="*/ 172768 h 1869616"/>
              <a:gd name="connsiteX18" fmla="*/ 6251151 w 6851038"/>
              <a:gd name="connsiteY18" fmla="*/ 428302 h 1869616"/>
              <a:gd name="connsiteX19" fmla="*/ 6412373 w 6851038"/>
              <a:gd name="connsiteY19" fmla="*/ 623187 h 1869616"/>
              <a:gd name="connsiteX20" fmla="*/ 6564773 w 6851038"/>
              <a:gd name="connsiteY20" fmla="*/ 703089 h 1869616"/>
              <a:gd name="connsiteX21" fmla="*/ 6679073 w 6851038"/>
              <a:gd name="connsiteY21" fmla="*/ 674034 h 1869616"/>
              <a:gd name="connsiteX22" fmla="*/ 6708351 w 6851038"/>
              <a:gd name="connsiteY22" fmla="*/ 529995 h 1869616"/>
              <a:gd name="connsiteX23" fmla="*/ 6679074 w 6851038"/>
              <a:gd name="connsiteY23" fmla="*/ 390745 h 1869616"/>
              <a:gd name="connsiteX24" fmla="*/ 6609225 w 6851038"/>
              <a:gd name="connsiteY24" fmla="*/ 303578 h 1869616"/>
              <a:gd name="connsiteX25" fmla="*/ 6564775 w 6851038"/>
              <a:gd name="connsiteY25" fmla="*/ 194620 h 1869616"/>
              <a:gd name="connsiteX26" fmla="*/ 6545725 w 6851038"/>
              <a:gd name="connsiteY26" fmla="*/ 27550 h 1869616"/>
              <a:gd name="connsiteX27" fmla="*/ 6691774 w 6851038"/>
              <a:gd name="connsiteY27" fmla="*/ 13025 h 1869616"/>
              <a:gd name="connsiteX28" fmla="*/ 6843817 w 6851038"/>
              <a:gd name="connsiteY28" fmla="*/ 26287 h 1869616"/>
              <a:gd name="connsiteX29" fmla="*/ 6825125 w 6851038"/>
              <a:gd name="connsiteY29" fmla="*/ 252730 h 1869616"/>
              <a:gd name="connsiteX30" fmla="*/ 6780675 w 6851038"/>
              <a:gd name="connsiteY30" fmla="*/ 405271 h 1869616"/>
              <a:gd name="connsiteX31" fmla="*/ 6767974 w 6851038"/>
              <a:gd name="connsiteY31" fmla="*/ 659506 h 1869616"/>
              <a:gd name="connsiteX32" fmla="*/ 6691774 w 6851038"/>
              <a:gd name="connsiteY32" fmla="*/ 775729 h 1869616"/>
              <a:gd name="connsiteX33" fmla="*/ 6581351 w 6851038"/>
              <a:gd name="connsiteY33" fmla="*/ 797321 h 1869616"/>
              <a:gd name="connsiteX34" fmla="*/ 6367566 w 6851038"/>
              <a:gd name="connsiteY34" fmla="*/ 712560 h 1869616"/>
              <a:gd name="connsiteX35" fmla="*/ 6101224 w 6851038"/>
              <a:gd name="connsiteY35" fmla="*/ 398005 h 1869616"/>
              <a:gd name="connsiteX36" fmla="*/ 5863801 w 6851038"/>
              <a:gd name="connsiteY36" fmla="*/ 276774 h 1869616"/>
              <a:gd name="connsiteX37" fmla="*/ 5539951 w 6851038"/>
              <a:gd name="connsiteY37" fmla="*/ 257389 h 1869616"/>
              <a:gd name="connsiteX38" fmla="*/ 5357917 w 6851038"/>
              <a:gd name="connsiteY38" fmla="*/ 333589 h 1869616"/>
              <a:gd name="connsiteX39" fmla="*/ 5239384 w 6851038"/>
              <a:gd name="connsiteY39" fmla="*/ 452121 h 1869616"/>
              <a:gd name="connsiteX40" fmla="*/ 5027717 w 6851038"/>
              <a:gd name="connsiteY40" fmla="*/ 833121 h 1869616"/>
              <a:gd name="connsiteX41" fmla="*/ 4849917 w 6851038"/>
              <a:gd name="connsiteY41" fmla="*/ 985522 h 1869616"/>
              <a:gd name="connsiteX42" fmla="*/ 4437725 w 6851038"/>
              <a:gd name="connsiteY42" fmla="*/ 1018010 h 1869616"/>
              <a:gd name="connsiteX43" fmla="*/ 3778428 w 6851038"/>
              <a:gd name="connsiteY43" fmla="*/ 839283 h 1869616"/>
              <a:gd name="connsiteX44" fmla="*/ 3364217 w 6851038"/>
              <a:gd name="connsiteY44" fmla="*/ 842833 h 1869616"/>
              <a:gd name="connsiteX45" fmla="*/ 2695810 w 6851038"/>
              <a:gd name="connsiteY45" fmla="*/ 1324293 h 1869616"/>
              <a:gd name="connsiteX46" fmla="*/ 2108905 w 6851038"/>
              <a:gd name="connsiteY46" fmla="*/ 1829903 h 1869616"/>
              <a:gd name="connsiteX47" fmla="*/ 1848079 w 6851038"/>
              <a:gd name="connsiteY47" fmla="*/ 1722096 h 1869616"/>
              <a:gd name="connsiteX48" fmla="*/ 1724694 w 6851038"/>
              <a:gd name="connsiteY48" fmla="*/ 1812667 h 1869616"/>
              <a:gd name="connsiteX49" fmla="*/ 1653239 w 6851038"/>
              <a:gd name="connsiteY49" fmla="*/ 1859546 h 1869616"/>
              <a:gd name="connsiteX50" fmla="*/ 1396269 w 6851038"/>
              <a:gd name="connsiteY50" fmla="*/ 1838279 h 1869616"/>
              <a:gd name="connsiteX51" fmla="*/ 1207656 w 6851038"/>
              <a:gd name="connsiteY51" fmla="*/ 1858595 h 1869616"/>
              <a:gd name="connsiteX52" fmla="*/ 888590 w 6851038"/>
              <a:gd name="connsiteY52" fmla="*/ 1825743 h 1869616"/>
              <a:gd name="connsiteX53" fmla="*/ 665240 w 6851038"/>
              <a:gd name="connsiteY53" fmla="*/ 1780251 h 1869616"/>
              <a:gd name="connsiteX54" fmla="*/ 396856 w 6851038"/>
              <a:gd name="connsiteY54" fmla="*/ 1617994 h 1869616"/>
              <a:gd name="connsiteX55" fmla="*/ 250734 w 6851038"/>
              <a:gd name="connsiteY55" fmla="*/ 1549022 h 1869616"/>
              <a:gd name="connsiteX56" fmla="*/ 25806 w 6851038"/>
              <a:gd name="connsiteY56" fmla="*/ 1362030 h 1869616"/>
              <a:gd name="connsiteX0" fmla="*/ 25806 w 6851038"/>
              <a:gd name="connsiteY0" fmla="*/ 1362030 h 1859693"/>
              <a:gd name="connsiteX1" fmla="*/ 15257 w 6851038"/>
              <a:gd name="connsiteY1" fmla="*/ 970226 h 1859693"/>
              <a:gd name="connsiteX2" fmla="*/ 118651 w 6851038"/>
              <a:gd name="connsiteY2" fmla="*/ 960965 h 1859693"/>
              <a:gd name="connsiteX3" fmla="*/ 110836 w 6851038"/>
              <a:gd name="connsiteY3" fmla="*/ 1225226 h 1859693"/>
              <a:gd name="connsiteX4" fmla="*/ 330306 w 6851038"/>
              <a:gd name="connsiteY4" fmla="*/ 1453996 h 1859693"/>
              <a:gd name="connsiteX5" fmla="*/ 609170 w 6851038"/>
              <a:gd name="connsiteY5" fmla="*/ 1626794 h 1859693"/>
              <a:gd name="connsiteX6" fmla="*/ 1002299 w 6851038"/>
              <a:gd name="connsiteY6" fmla="*/ 1730823 h 1859693"/>
              <a:gd name="connsiteX7" fmla="*/ 1346366 w 6851038"/>
              <a:gd name="connsiteY7" fmla="*/ 1612187 h 1859693"/>
              <a:gd name="connsiteX8" fmla="*/ 1546103 w 6851038"/>
              <a:gd name="connsiteY8" fmla="*/ 1551168 h 1859693"/>
              <a:gd name="connsiteX9" fmla="*/ 1782195 w 6851038"/>
              <a:gd name="connsiteY9" fmla="*/ 1621749 h 1859693"/>
              <a:gd name="connsiteX10" fmla="*/ 1924976 w 6851038"/>
              <a:gd name="connsiteY10" fmla="*/ 1608552 h 1859693"/>
              <a:gd name="connsiteX11" fmla="*/ 2069717 w 6851038"/>
              <a:gd name="connsiteY11" fmla="*/ 1572048 h 1859693"/>
              <a:gd name="connsiteX12" fmla="*/ 2290420 w 6851038"/>
              <a:gd name="connsiteY12" fmla="*/ 1495930 h 1859693"/>
              <a:gd name="connsiteX13" fmla="*/ 2543286 w 6851038"/>
              <a:gd name="connsiteY13" fmla="*/ 1341877 h 1859693"/>
              <a:gd name="connsiteX14" fmla="*/ 3388660 w 6851038"/>
              <a:gd name="connsiteY14" fmla="*/ 736610 h 1859693"/>
              <a:gd name="connsiteX15" fmla="*/ 4756784 w 6851038"/>
              <a:gd name="connsiteY15" fmla="*/ 909322 h 1859693"/>
              <a:gd name="connsiteX16" fmla="*/ 5256317 w 6851038"/>
              <a:gd name="connsiteY16" fmla="*/ 274322 h 1859693"/>
              <a:gd name="connsiteX17" fmla="*/ 5821468 w 6851038"/>
              <a:gd name="connsiteY17" fmla="*/ 172768 h 1859693"/>
              <a:gd name="connsiteX18" fmla="*/ 6251151 w 6851038"/>
              <a:gd name="connsiteY18" fmla="*/ 428302 h 1859693"/>
              <a:gd name="connsiteX19" fmla="*/ 6412373 w 6851038"/>
              <a:gd name="connsiteY19" fmla="*/ 623187 h 1859693"/>
              <a:gd name="connsiteX20" fmla="*/ 6564773 w 6851038"/>
              <a:gd name="connsiteY20" fmla="*/ 703089 h 1859693"/>
              <a:gd name="connsiteX21" fmla="*/ 6679073 w 6851038"/>
              <a:gd name="connsiteY21" fmla="*/ 674034 h 1859693"/>
              <a:gd name="connsiteX22" fmla="*/ 6708351 w 6851038"/>
              <a:gd name="connsiteY22" fmla="*/ 529995 h 1859693"/>
              <a:gd name="connsiteX23" fmla="*/ 6679074 w 6851038"/>
              <a:gd name="connsiteY23" fmla="*/ 390745 h 1859693"/>
              <a:gd name="connsiteX24" fmla="*/ 6609225 w 6851038"/>
              <a:gd name="connsiteY24" fmla="*/ 303578 h 1859693"/>
              <a:gd name="connsiteX25" fmla="*/ 6564775 w 6851038"/>
              <a:gd name="connsiteY25" fmla="*/ 194620 h 1859693"/>
              <a:gd name="connsiteX26" fmla="*/ 6545725 w 6851038"/>
              <a:gd name="connsiteY26" fmla="*/ 27550 h 1859693"/>
              <a:gd name="connsiteX27" fmla="*/ 6691774 w 6851038"/>
              <a:gd name="connsiteY27" fmla="*/ 13025 h 1859693"/>
              <a:gd name="connsiteX28" fmla="*/ 6843817 w 6851038"/>
              <a:gd name="connsiteY28" fmla="*/ 26287 h 1859693"/>
              <a:gd name="connsiteX29" fmla="*/ 6825125 w 6851038"/>
              <a:gd name="connsiteY29" fmla="*/ 252730 h 1859693"/>
              <a:gd name="connsiteX30" fmla="*/ 6780675 w 6851038"/>
              <a:gd name="connsiteY30" fmla="*/ 405271 h 1859693"/>
              <a:gd name="connsiteX31" fmla="*/ 6767974 w 6851038"/>
              <a:gd name="connsiteY31" fmla="*/ 659506 h 1859693"/>
              <a:gd name="connsiteX32" fmla="*/ 6691774 w 6851038"/>
              <a:gd name="connsiteY32" fmla="*/ 775729 h 1859693"/>
              <a:gd name="connsiteX33" fmla="*/ 6581351 w 6851038"/>
              <a:gd name="connsiteY33" fmla="*/ 797321 h 1859693"/>
              <a:gd name="connsiteX34" fmla="*/ 6367566 w 6851038"/>
              <a:gd name="connsiteY34" fmla="*/ 712560 h 1859693"/>
              <a:gd name="connsiteX35" fmla="*/ 6101224 w 6851038"/>
              <a:gd name="connsiteY35" fmla="*/ 398005 h 1859693"/>
              <a:gd name="connsiteX36" fmla="*/ 5863801 w 6851038"/>
              <a:gd name="connsiteY36" fmla="*/ 276774 h 1859693"/>
              <a:gd name="connsiteX37" fmla="*/ 5539951 w 6851038"/>
              <a:gd name="connsiteY37" fmla="*/ 257389 h 1859693"/>
              <a:gd name="connsiteX38" fmla="*/ 5357917 w 6851038"/>
              <a:gd name="connsiteY38" fmla="*/ 333589 h 1859693"/>
              <a:gd name="connsiteX39" fmla="*/ 5239384 w 6851038"/>
              <a:gd name="connsiteY39" fmla="*/ 452121 h 1859693"/>
              <a:gd name="connsiteX40" fmla="*/ 5027717 w 6851038"/>
              <a:gd name="connsiteY40" fmla="*/ 833121 h 1859693"/>
              <a:gd name="connsiteX41" fmla="*/ 4849917 w 6851038"/>
              <a:gd name="connsiteY41" fmla="*/ 985522 h 1859693"/>
              <a:gd name="connsiteX42" fmla="*/ 4437725 w 6851038"/>
              <a:gd name="connsiteY42" fmla="*/ 1018010 h 1859693"/>
              <a:gd name="connsiteX43" fmla="*/ 3778428 w 6851038"/>
              <a:gd name="connsiteY43" fmla="*/ 839283 h 1859693"/>
              <a:gd name="connsiteX44" fmla="*/ 3364217 w 6851038"/>
              <a:gd name="connsiteY44" fmla="*/ 842833 h 1859693"/>
              <a:gd name="connsiteX45" fmla="*/ 2695810 w 6851038"/>
              <a:gd name="connsiteY45" fmla="*/ 1324293 h 1859693"/>
              <a:gd name="connsiteX46" fmla="*/ 2108905 w 6851038"/>
              <a:gd name="connsiteY46" fmla="*/ 1829903 h 1859693"/>
              <a:gd name="connsiteX47" fmla="*/ 1848079 w 6851038"/>
              <a:gd name="connsiteY47" fmla="*/ 1722096 h 1859693"/>
              <a:gd name="connsiteX48" fmla="*/ 1724694 w 6851038"/>
              <a:gd name="connsiteY48" fmla="*/ 1812667 h 1859693"/>
              <a:gd name="connsiteX49" fmla="*/ 1653239 w 6851038"/>
              <a:gd name="connsiteY49" fmla="*/ 1859546 h 1859693"/>
              <a:gd name="connsiteX50" fmla="*/ 1396269 w 6851038"/>
              <a:gd name="connsiteY50" fmla="*/ 1838279 h 1859693"/>
              <a:gd name="connsiteX51" fmla="*/ 1198203 w 6851038"/>
              <a:gd name="connsiteY51" fmla="*/ 1817918 h 1859693"/>
              <a:gd name="connsiteX52" fmla="*/ 888590 w 6851038"/>
              <a:gd name="connsiteY52" fmla="*/ 1825743 h 1859693"/>
              <a:gd name="connsiteX53" fmla="*/ 665240 w 6851038"/>
              <a:gd name="connsiteY53" fmla="*/ 1780251 h 1859693"/>
              <a:gd name="connsiteX54" fmla="*/ 396856 w 6851038"/>
              <a:gd name="connsiteY54" fmla="*/ 1617994 h 1859693"/>
              <a:gd name="connsiteX55" fmla="*/ 250734 w 6851038"/>
              <a:gd name="connsiteY55" fmla="*/ 1549022 h 1859693"/>
              <a:gd name="connsiteX56" fmla="*/ 25806 w 6851038"/>
              <a:gd name="connsiteY56" fmla="*/ 1362030 h 1859693"/>
              <a:gd name="connsiteX0" fmla="*/ 25806 w 6851038"/>
              <a:gd name="connsiteY0" fmla="*/ 1362030 h 1862819"/>
              <a:gd name="connsiteX1" fmla="*/ 15257 w 6851038"/>
              <a:gd name="connsiteY1" fmla="*/ 970226 h 1862819"/>
              <a:gd name="connsiteX2" fmla="*/ 118651 w 6851038"/>
              <a:gd name="connsiteY2" fmla="*/ 960965 h 1862819"/>
              <a:gd name="connsiteX3" fmla="*/ 110836 w 6851038"/>
              <a:gd name="connsiteY3" fmla="*/ 1225226 h 1862819"/>
              <a:gd name="connsiteX4" fmla="*/ 330306 w 6851038"/>
              <a:gd name="connsiteY4" fmla="*/ 1453996 h 1862819"/>
              <a:gd name="connsiteX5" fmla="*/ 609170 w 6851038"/>
              <a:gd name="connsiteY5" fmla="*/ 1626794 h 1862819"/>
              <a:gd name="connsiteX6" fmla="*/ 1002299 w 6851038"/>
              <a:gd name="connsiteY6" fmla="*/ 1730823 h 1862819"/>
              <a:gd name="connsiteX7" fmla="*/ 1346366 w 6851038"/>
              <a:gd name="connsiteY7" fmla="*/ 1612187 h 1862819"/>
              <a:gd name="connsiteX8" fmla="*/ 1546103 w 6851038"/>
              <a:gd name="connsiteY8" fmla="*/ 1551168 h 1862819"/>
              <a:gd name="connsiteX9" fmla="*/ 1782195 w 6851038"/>
              <a:gd name="connsiteY9" fmla="*/ 1621749 h 1862819"/>
              <a:gd name="connsiteX10" fmla="*/ 1924976 w 6851038"/>
              <a:gd name="connsiteY10" fmla="*/ 1608552 h 1862819"/>
              <a:gd name="connsiteX11" fmla="*/ 2069717 w 6851038"/>
              <a:gd name="connsiteY11" fmla="*/ 1572048 h 1862819"/>
              <a:gd name="connsiteX12" fmla="*/ 2290420 w 6851038"/>
              <a:gd name="connsiteY12" fmla="*/ 1495930 h 1862819"/>
              <a:gd name="connsiteX13" fmla="*/ 2543286 w 6851038"/>
              <a:gd name="connsiteY13" fmla="*/ 1341877 h 1862819"/>
              <a:gd name="connsiteX14" fmla="*/ 3388660 w 6851038"/>
              <a:gd name="connsiteY14" fmla="*/ 736610 h 1862819"/>
              <a:gd name="connsiteX15" fmla="*/ 4756784 w 6851038"/>
              <a:gd name="connsiteY15" fmla="*/ 909322 h 1862819"/>
              <a:gd name="connsiteX16" fmla="*/ 5256317 w 6851038"/>
              <a:gd name="connsiteY16" fmla="*/ 274322 h 1862819"/>
              <a:gd name="connsiteX17" fmla="*/ 5821468 w 6851038"/>
              <a:gd name="connsiteY17" fmla="*/ 172768 h 1862819"/>
              <a:gd name="connsiteX18" fmla="*/ 6251151 w 6851038"/>
              <a:gd name="connsiteY18" fmla="*/ 428302 h 1862819"/>
              <a:gd name="connsiteX19" fmla="*/ 6412373 w 6851038"/>
              <a:gd name="connsiteY19" fmla="*/ 623187 h 1862819"/>
              <a:gd name="connsiteX20" fmla="*/ 6564773 w 6851038"/>
              <a:gd name="connsiteY20" fmla="*/ 703089 h 1862819"/>
              <a:gd name="connsiteX21" fmla="*/ 6679073 w 6851038"/>
              <a:gd name="connsiteY21" fmla="*/ 674034 h 1862819"/>
              <a:gd name="connsiteX22" fmla="*/ 6708351 w 6851038"/>
              <a:gd name="connsiteY22" fmla="*/ 529995 h 1862819"/>
              <a:gd name="connsiteX23" fmla="*/ 6679074 w 6851038"/>
              <a:gd name="connsiteY23" fmla="*/ 390745 h 1862819"/>
              <a:gd name="connsiteX24" fmla="*/ 6609225 w 6851038"/>
              <a:gd name="connsiteY24" fmla="*/ 303578 h 1862819"/>
              <a:gd name="connsiteX25" fmla="*/ 6564775 w 6851038"/>
              <a:gd name="connsiteY25" fmla="*/ 194620 h 1862819"/>
              <a:gd name="connsiteX26" fmla="*/ 6545725 w 6851038"/>
              <a:gd name="connsiteY26" fmla="*/ 27550 h 1862819"/>
              <a:gd name="connsiteX27" fmla="*/ 6691774 w 6851038"/>
              <a:gd name="connsiteY27" fmla="*/ 13025 h 1862819"/>
              <a:gd name="connsiteX28" fmla="*/ 6843817 w 6851038"/>
              <a:gd name="connsiteY28" fmla="*/ 26287 h 1862819"/>
              <a:gd name="connsiteX29" fmla="*/ 6825125 w 6851038"/>
              <a:gd name="connsiteY29" fmla="*/ 252730 h 1862819"/>
              <a:gd name="connsiteX30" fmla="*/ 6780675 w 6851038"/>
              <a:gd name="connsiteY30" fmla="*/ 405271 h 1862819"/>
              <a:gd name="connsiteX31" fmla="*/ 6767974 w 6851038"/>
              <a:gd name="connsiteY31" fmla="*/ 659506 h 1862819"/>
              <a:gd name="connsiteX32" fmla="*/ 6691774 w 6851038"/>
              <a:gd name="connsiteY32" fmla="*/ 775729 h 1862819"/>
              <a:gd name="connsiteX33" fmla="*/ 6581351 w 6851038"/>
              <a:gd name="connsiteY33" fmla="*/ 797321 h 1862819"/>
              <a:gd name="connsiteX34" fmla="*/ 6367566 w 6851038"/>
              <a:gd name="connsiteY34" fmla="*/ 712560 h 1862819"/>
              <a:gd name="connsiteX35" fmla="*/ 6101224 w 6851038"/>
              <a:gd name="connsiteY35" fmla="*/ 398005 h 1862819"/>
              <a:gd name="connsiteX36" fmla="*/ 5863801 w 6851038"/>
              <a:gd name="connsiteY36" fmla="*/ 276774 h 1862819"/>
              <a:gd name="connsiteX37" fmla="*/ 5539951 w 6851038"/>
              <a:gd name="connsiteY37" fmla="*/ 257389 h 1862819"/>
              <a:gd name="connsiteX38" fmla="*/ 5357917 w 6851038"/>
              <a:gd name="connsiteY38" fmla="*/ 333589 h 1862819"/>
              <a:gd name="connsiteX39" fmla="*/ 5239384 w 6851038"/>
              <a:gd name="connsiteY39" fmla="*/ 452121 h 1862819"/>
              <a:gd name="connsiteX40" fmla="*/ 5027717 w 6851038"/>
              <a:gd name="connsiteY40" fmla="*/ 833121 h 1862819"/>
              <a:gd name="connsiteX41" fmla="*/ 4849917 w 6851038"/>
              <a:gd name="connsiteY41" fmla="*/ 985522 h 1862819"/>
              <a:gd name="connsiteX42" fmla="*/ 4437725 w 6851038"/>
              <a:gd name="connsiteY42" fmla="*/ 1018010 h 1862819"/>
              <a:gd name="connsiteX43" fmla="*/ 3778428 w 6851038"/>
              <a:gd name="connsiteY43" fmla="*/ 839283 h 1862819"/>
              <a:gd name="connsiteX44" fmla="*/ 3364217 w 6851038"/>
              <a:gd name="connsiteY44" fmla="*/ 842833 h 1862819"/>
              <a:gd name="connsiteX45" fmla="*/ 2695810 w 6851038"/>
              <a:gd name="connsiteY45" fmla="*/ 1324293 h 1862819"/>
              <a:gd name="connsiteX46" fmla="*/ 2108905 w 6851038"/>
              <a:gd name="connsiteY46" fmla="*/ 1829903 h 1862819"/>
              <a:gd name="connsiteX47" fmla="*/ 1848079 w 6851038"/>
              <a:gd name="connsiteY47" fmla="*/ 1722096 h 1862819"/>
              <a:gd name="connsiteX48" fmla="*/ 1724694 w 6851038"/>
              <a:gd name="connsiteY48" fmla="*/ 1812667 h 1862819"/>
              <a:gd name="connsiteX49" fmla="*/ 1653239 w 6851038"/>
              <a:gd name="connsiteY49" fmla="*/ 1859546 h 1862819"/>
              <a:gd name="connsiteX50" fmla="*/ 1410448 w 6851038"/>
              <a:gd name="connsiteY50" fmla="*/ 1780168 h 1862819"/>
              <a:gd name="connsiteX51" fmla="*/ 1198203 w 6851038"/>
              <a:gd name="connsiteY51" fmla="*/ 1817918 h 1862819"/>
              <a:gd name="connsiteX52" fmla="*/ 888590 w 6851038"/>
              <a:gd name="connsiteY52" fmla="*/ 1825743 h 1862819"/>
              <a:gd name="connsiteX53" fmla="*/ 665240 w 6851038"/>
              <a:gd name="connsiteY53" fmla="*/ 1780251 h 1862819"/>
              <a:gd name="connsiteX54" fmla="*/ 396856 w 6851038"/>
              <a:gd name="connsiteY54" fmla="*/ 1617994 h 1862819"/>
              <a:gd name="connsiteX55" fmla="*/ 250734 w 6851038"/>
              <a:gd name="connsiteY55" fmla="*/ 1549022 h 1862819"/>
              <a:gd name="connsiteX56" fmla="*/ 25806 w 6851038"/>
              <a:gd name="connsiteY56" fmla="*/ 1362030 h 1862819"/>
              <a:gd name="connsiteX0" fmla="*/ 25806 w 6851038"/>
              <a:gd name="connsiteY0" fmla="*/ 1362030 h 1866242"/>
              <a:gd name="connsiteX1" fmla="*/ 15257 w 6851038"/>
              <a:gd name="connsiteY1" fmla="*/ 970226 h 1866242"/>
              <a:gd name="connsiteX2" fmla="*/ 118651 w 6851038"/>
              <a:gd name="connsiteY2" fmla="*/ 960965 h 1866242"/>
              <a:gd name="connsiteX3" fmla="*/ 110836 w 6851038"/>
              <a:gd name="connsiteY3" fmla="*/ 1225226 h 1866242"/>
              <a:gd name="connsiteX4" fmla="*/ 330306 w 6851038"/>
              <a:gd name="connsiteY4" fmla="*/ 1453996 h 1866242"/>
              <a:gd name="connsiteX5" fmla="*/ 609170 w 6851038"/>
              <a:gd name="connsiteY5" fmla="*/ 1626794 h 1866242"/>
              <a:gd name="connsiteX6" fmla="*/ 1002299 w 6851038"/>
              <a:gd name="connsiteY6" fmla="*/ 1730823 h 1866242"/>
              <a:gd name="connsiteX7" fmla="*/ 1346366 w 6851038"/>
              <a:gd name="connsiteY7" fmla="*/ 1612187 h 1866242"/>
              <a:gd name="connsiteX8" fmla="*/ 1546103 w 6851038"/>
              <a:gd name="connsiteY8" fmla="*/ 1551168 h 1866242"/>
              <a:gd name="connsiteX9" fmla="*/ 1782195 w 6851038"/>
              <a:gd name="connsiteY9" fmla="*/ 1621749 h 1866242"/>
              <a:gd name="connsiteX10" fmla="*/ 1924976 w 6851038"/>
              <a:gd name="connsiteY10" fmla="*/ 1608552 h 1866242"/>
              <a:gd name="connsiteX11" fmla="*/ 2069717 w 6851038"/>
              <a:gd name="connsiteY11" fmla="*/ 1572048 h 1866242"/>
              <a:gd name="connsiteX12" fmla="*/ 2290420 w 6851038"/>
              <a:gd name="connsiteY12" fmla="*/ 1495930 h 1866242"/>
              <a:gd name="connsiteX13" fmla="*/ 2543286 w 6851038"/>
              <a:gd name="connsiteY13" fmla="*/ 1341877 h 1866242"/>
              <a:gd name="connsiteX14" fmla="*/ 3388660 w 6851038"/>
              <a:gd name="connsiteY14" fmla="*/ 736610 h 1866242"/>
              <a:gd name="connsiteX15" fmla="*/ 4756784 w 6851038"/>
              <a:gd name="connsiteY15" fmla="*/ 909322 h 1866242"/>
              <a:gd name="connsiteX16" fmla="*/ 5256317 w 6851038"/>
              <a:gd name="connsiteY16" fmla="*/ 274322 h 1866242"/>
              <a:gd name="connsiteX17" fmla="*/ 5821468 w 6851038"/>
              <a:gd name="connsiteY17" fmla="*/ 172768 h 1866242"/>
              <a:gd name="connsiteX18" fmla="*/ 6251151 w 6851038"/>
              <a:gd name="connsiteY18" fmla="*/ 428302 h 1866242"/>
              <a:gd name="connsiteX19" fmla="*/ 6412373 w 6851038"/>
              <a:gd name="connsiteY19" fmla="*/ 623187 h 1866242"/>
              <a:gd name="connsiteX20" fmla="*/ 6564773 w 6851038"/>
              <a:gd name="connsiteY20" fmla="*/ 703089 h 1866242"/>
              <a:gd name="connsiteX21" fmla="*/ 6679073 w 6851038"/>
              <a:gd name="connsiteY21" fmla="*/ 674034 h 1866242"/>
              <a:gd name="connsiteX22" fmla="*/ 6708351 w 6851038"/>
              <a:gd name="connsiteY22" fmla="*/ 529995 h 1866242"/>
              <a:gd name="connsiteX23" fmla="*/ 6679074 w 6851038"/>
              <a:gd name="connsiteY23" fmla="*/ 390745 h 1866242"/>
              <a:gd name="connsiteX24" fmla="*/ 6609225 w 6851038"/>
              <a:gd name="connsiteY24" fmla="*/ 303578 h 1866242"/>
              <a:gd name="connsiteX25" fmla="*/ 6564775 w 6851038"/>
              <a:gd name="connsiteY25" fmla="*/ 194620 h 1866242"/>
              <a:gd name="connsiteX26" fmla="*/ 6545725 w 6851038"/>
              <a:gd name="connsiteY26" fmla="*/ 27550 h 1866242"/>
              <a:gd name="connsiteX27" fmla="*/ 6691774 w 6851038"/>
              <a:gd name="connsiteY27" fmla="*/ 13025 h 1866242"/>
              <a:gd name="connsiteX28" fmla="*/ 6843817 w 6851038"/>
              <a:gd name="connsiteY28" fmla="*/ 26287 h 1866242"/>
              <a:gd name="connsiteX29" fmla="*/ 6825125 w 6851038"/>
              <a:gd name="connsiteY29" fmla="*/ 252730 h 1866242"/>
              <a:gd name="connsiteX30" fmla="*/ 6780675 w 6851038"/>
              <a:gd name="connsiteY30" fmla="*/ 405271 h 1866242"/>
              <a:gd name="connsiteX31" fmla="*/ 6767974 w 6851038"/>
              <a:gd name="connsiteY31" fmla="*/ 659506 h 1866242"/>
              <a:gd name="connsiteX32" fmla="*/ 6691774 w 6851038"/>
              <a:gd name="connsiteY32" fmla="*/ 775729 h 1866242"/>
              <a:gd name="connsiteX33" fmla="*/ 6581351 w 6851038"/>
              <a:gd name="connsiteY33" fmla="*/ 797321 h 1866242"/>
              <a:gd name="connsiteX34" fmla="*/ 6367566 w 6851038"/>
              <a:gd name="connsiteY34" fmla="*/ 712560 h 1866242"/>
              <a:gd name="connsiteX35" fmla="*/ 6101224 w 6851038"/>
              <a:gd name="connsiteY35" fmla="*/ 398005 h 1866242"/>
              <a:gd name="connsiteX36" fmla="*/ 5863801 w 6851038"/>
              <a:gd name="connsiteY36" fmla="*/ 276774 h 1866242"/>
              <a:gd name="connsiteX37" fmla="*/ 5539951 w 6851038"/>
              <a:gd name="connsiteY37" fmla="*/ 257389 h 1866242"/>
              <a:gd name="connsiteX38" fmla="*/ 5357917 w 6851038"/>
              <a:gd name="connsiteY38" fmla="*/ 333589 h 1866242"/>
              <a:gd name="connsiteX39" fmla="*/ 5239384 w 6851038"/>
              <a:gd name="connsiteY39" fmla="*/ 452121 h 1866242"/>
              <a:gd name="connsiteX40" fmla="*/ 5027717 w 6851038"/>
              <a:gd name="connsiteY40" fmla="*/ 833121 h 1866242"/>
              <a:gd name="connsiteX41" fmla="*/ 4849917 w 6851038"/>
              <a:gd name="connsiteY41" fmla="*/ 985522 h 1866242"/>
              <a:gd name="connsiteX42" fmla="*/ 4437725 w 6851038"/>
              <a:gd name="connsiteY42" fmla="*/ 1018010 h 1866242"/>
              <a:gd name="connsiteX43" fmla="*/ 3778428 w 6851038"/>
              <a:gd name="connsiteY43" fmla="*/ 839283 h 1866242"/>
              <a:gd name="connsiteX44" fmla="*/ 3364217 w 6851038"/>
              <a:gd name="connsiteY44" fmla="*/ 842833 h 1866242"/>
              <a:gd name="connsiteX45" fmla="*/ 2695810 w 6851038"/>
              <a:gd name="connsiteY45" fmla="*/ 1324293 h 1866242"/>
              <a:gd name="connsiteX46" fmla="*/ 2108905 w 6851038"/>
              <a:gd name="connsiteY46" fmla="*/ 1829903 h 1866242"/>
              <a:gd name="connsiteX47" fmla="*/ 1848079 w 6851038"/>
              <a:gd name="connsiteY47" fmla="*/ 1722096 h 1866242"/>
              <a:gd name="connsiteX48" fmla="*/ 1724694 w 6851038"/>
              <a:gd name="connsiteY48" fmla="*/ 1812667 h 1866242"/>
              <a:gd name="connsiteX49" fmla="*/ 1653239 w 6851038"/>
              <a:gd name="connsiteY49" fmla="*/ 1859546 h 1866242"/>
              <a:gd name="connsiteX50" fmla="*/ 1410448 w 6851038"/>
              <a:gd name="connsiteY50" fmla="*/ 1733679 h 1866242"/>
              <a:gd name="connsiteX51" fmla="*/ 1198203 w 6851038"/>
              <a:gd name="connsiteY51" fmla="*/ 1817918 h 1866242"/>
              <a:gd name="connsiteX52" fmla="*/ 888590 w 6851038"/>
              <a:gd name="connsiteY52" fmla="*/ 1825743 h 1866242"/>
              <a:gd name="connsiteX53" fmla="*/ 665240 w 6851038"/>
              <a:gd name="connsiteY53" fmla="*/ 1780251 h 1866242"/>
              <a:gd name="connsiteX54" fmla="*/ 396856 w 6851038"/>
              <a:gd name="connsiteY54" fmla="*/ 1617994 h 1866242"/>
              <a:gd name="connsiteX55" fmla="*/ 250734 w 6851038"/>
              <a:gd name="connsiteY55" fmla="*/ 1549022 h 1866242"/>
              <a:gd name="connsiteX56" fmla="*/ 25806 w 6851038"/>
              <a:gd name="connsiteY56" fmla="*/ 1362030 h 1866242"/>
              <a:gd name="connsiteX0" fmla="*/ 25806 w 6851038"/>
              <a:gd name="connsiteY0" fmla="*/ 1362030 h 1866242"/>
              <a:gd name="connsiteX1" fmla="*/ 15257 w 6851038"/>
              <a:gd name="connsiteY1" fmla="*/ 970226 h 1866242"/>
              <a:gd name="connsiteX2" fmla="*/ 118651 w 6851038"/>
              <a:gd name="connsiteY2" fmla="*/ 960965 h 1866242"/>
              <a:gd name="connsiteX3" fmla="*/ 110836 w 6851038"/>
              <a:gd name="connsiteY3" fmla="*/ 1225226 h 1866242"/>
              <a:gd name="connsiteX4" fmla="*/ 330306 w 6851038"/>
              <a:gd name="connsiteY4" fmla="*/ 1453996 h 1866242"/>
              <a:gd name="connsiteX5" fmla="*/ 609170 w 6851038"/>
              <a:gd name="connsiteY5" fmla="*/ 1626794 h 1866242"/>
              <a:gd name="connsiteX6" fmla="*/ 1002299 w 6851038"/>
              <a:gd name="connsiteY6" fmla="*/ 1730823 h 1866242"/>
              <a:gd name="connsiteX7" fmla="*/ 1346366 w 6851038"/>
              <a:gd name="connsiteY7" fmla="*/ 1612187 h 1866242"/>
              <a:gd name="connsiteX8" fmla="*/ 1546103 w 6851038"/>
              <a:gd name="connsiteY8" fmla="*/ 1551168 h 1866242"/>
              <a:gd name="connsiteX9" fmla="*/ 1782195 w 6851038"/>
              <a:gd name="connsiteY9" fmla="*/ 1621749 h 1866242"/>
              <a:gd name="connsiteX10" fmla="*/ 1924976 w 6851038"/>
              <a:gd name="connsiteY10" fmla="*/ 1608552 h 1866242"/>
              <a:gd name="connsiteX11" fmla="*/ 2069717 w 6851038"/>
              <a:gd name="connsiteY11" fmla="*/ 1572048 h 1866242"/>
              <a:gd name="connsiteX12" fmla="*/ 2290420 w 6851038"/>
              <a:gd name="connsiteY12" fmla="*/ 1495930 h 1866242"/>
              <a:gd name="connsiteX13" fmla="*/ 2543286 w 6851038"/>
              <a:gd name="connsiteY13" fmla="*/ 1341877 h 1866242"/>
              <a:gd name="connsiteX14" fmla="*/ 3388660 w 6851038"/>
              <a:gd name="connsiteY14" fmla="*/ 736610 h 1866242"/>
              <a:gd name="connsiteX15" fmla="*/ 4756784 w 6851038"/>
              <a:gd name="connsiteY15" fmla="*/ 909322 h 1866242"/>
              <a:gd name="connsiteX16" fmla="*/ 5256317 w 6851038"/>
              <a:gd name="connsiteY16" fmla="*/ 274322 h 1866242"/>
              <a:gd name="connsiteX17" fmla="*/ 5821468 w 6851038"/>
              <a:gd name="connsiteY17" fmla="*/ 172768 h 1866242"/>
              <a:gd name="connsiteX18" fmla="*/ 6251151 w 6851038"/>
              <a:gd name="connsiteY18" fmla="*/ 428302 h 1866242"/>
              <a:gd name="connsiteX19" fmla="*/ 6412373 w 6851038"/>
              <a:gd name="connsiteY19" fmla="*/ 623187 h 1866242"/>
              <a:gd name="connsiteX20" fmla="*/ 6564773 w 6851038"/>
              <a:gd name="connsiteY20" fmla="*/ 703089 h 1866242"/>
              <a:gd name="connsiteX21" fmla="*/ 6679073 w 6851038"/>
              <a:gd name="connsiteY21" fmla="*/ 674034 h 1866242"/>
              <a:gd name="connsiteX22" fmla="*/ 6708351 w 6851038"/>
              <a:gd name="connsiteY22" fmla="*/ 529995 h 1866242"/>
              <a:gd name="connsiteX23" fmla="*/ 6679074 w 6851038"/>
              <a:gd name="connsiteY23" fmla="*/ 390745 h 1866242"/>
              <a:gd name="connsiteX24" fmla="*/ 6609225 w 6851038"/>
              <a:gd name="connsiteY24" fmla="*/ 303578 h 1866242"/>
              <a:gd name="connsiteX25" fmla="*/ 6564775 w 6851038"/>
              <a:gd name="connsiteY25" fmla="*/ 194620 h 1866242"/>
              <a:gd name="connsiteX26" fmla="*/ 6545725 w 6851038"/>
              <a:gd name="connsiteY26" fmla="*/ 27550 h 1866242"/>
              <a:gd name="connsiteX27" fmla="*/ 6691774 w 6851038"/>
              <a:gd name="connsiteY27" fmla="*/ 13025 h 1866242"/>
              <a:gd name="connsiteX28" fmla="*/ 6843817 w 6851038"/>
              <a:gd name="connsiteY28" fmla="*/ 26287 h 1866242"/>
              <a:gd name="connsiteX29" fmla="*/ 6825125 w 6851038"/>
              <a:gd name="connsiteY29" fmla="*/ 252730 h 1866242"/>
              <a:gd name="connsiteX30" fmla="*/ 6780675 w 6851038"/>
              <a:gd name="connsiteY30" fmla="*/ 405271 h 1866242"/>
              <a:gd name="connsiteX31" fmla="*/ 6767974 w 6851038"/>
              <a:gd name="connsiteY31" fmla="*/ 659506 h 1866242"/>
              <a:gd name="connsiteX32" fmla="*/ 6691774 w 6851038"/>
              <a:gd name="connsiteY32" fmla="*/ 775729 h 1866242"/>
              <a:gd name="connsiteX33" fmla="*/ 6581351 w 6851038"/>
              <a:gd name="connsiteY33" fmla="*/ 797321 h 1866242"/>
              <a:gd name="connsiteX34" fmla="*/ 6367566 w 6851038"/>
              <a:gd name="connsiteY34" fmla="*/ 712560 h 1866242"/>
              <a:gd name="connsiteX35" fmla="*/ 6101224 w 6851038"/>
              <a:gd name="connsiteY35" fmla="*/ 398005 h 1866242"/>
              <a:gd name="connsiteX36" fmla="*/ 5863801 w 6851038"/>
              <a:gd name="connsiteY36" fmla="*/ 276774 h 1866242"/>
              <a:gd name="connsiteX37" fmla="*/ 5539951 w 6851038"/>
              <a:gd name="connsiteY37" fmla="*/ 257389 h 1866242"/>
              <a:gd name="connsiteX38" fmla="*/ 5357917 w 6851038"/>
              <a:gd name="connsiteY38" fmla="*/ 333589 h 1866242"/>
              <a:gd name="connsiteX39" fmla="*/ 5239384 w 6851038"/>
              <a:gd name="connsiteY39" fmla="*/ 452121 h 1866242"/>
              <a:gd name="connsiteX40" fmla="*/ 5027717 w 6851038"/>
              <a:gd name="connsiteY40" fmla="*/ 833121 h 1866242"/>
              <a:gd name="connsiteX41" fmla="*/ 4849917 w 6851038"/>
              <a:gd name="connsiteY41" fmla="*/ 985522 h 1866242"/>
              <a:gd name="connsiteX42" fmla="*/ 4437725 w 6851038"/>
              <a:gd name="connsiteY42" fmla="*/ 1018010 h 1866242"/>
              <a:gd name="connsiteX43" fmla="*/ 3778428 w 6851038"/>
              <a:gd name="connsiteY43" fmla="*/ 839283 h 1866242"/>
              <a:gd name="connsiteX44" fmla="*/ 3364217 w 6851038"/>
              <a:gd name="connsiteY44" fmla="*/ 842833 h 1866242"/>
              <a:gd name="connsiteX45" fmla="*/ 2695810 w 6851038"/>
              <a:gd name="connsiteY45" fmla="*/ 1324293 h 1866242"/>
              <a:gd name="connsiteX46" fmla="*/ 2108905 w 6851038"/>
              <a:gd name="connsiteY46" fmla="*/ 1829903 h 1866242"/>
              <a:gd name="connsiteX47" fmla="*/ 1848079 w 6851038"/>
              <a:gd name="connsiteY47" fmla="*/ 1722096 h 1866242"/>
              <a:gd name="connsiteX48" fmla="*/ 1724694 w 6851038"/>
              <a:gd name="connsiteY48" fmla="*/ 1812667 h 1866242"/>
              <a:gd name="connsiteX49" fmla="*/ 1653239 w 6851038"/>
              <a:gd name="connsiteY49" fmla="*/ 1859546 h 1866242"/>
              <a:gd name="connsiteX50" fmla="*/ 1410448 w 6851038"/>
              <a:gd name="connsiteY50" fmla="*/ 1733679 h 1866242"/>
              <a:gd name="connsiteX51" fmla="*/ 1174570 w 6851038"/>
              <a:gd name="connsiteY51" fmla="*/ 1800485 h 1866242"/>
              <a:gd name="connsiteX52" fmla="*/ 888590 w 6851038"/>
              <a:gd name="connsiteY52" fmla="*/ 1825743 h 1866242"/>
              <a:gd name="connsiteX53" fmla="*/ 665240 w 6851038"/>
              <a:gd name="connsiteY53" fmla="*/ 1780251 h 1866242"/>
              <a:gd name="connsiteX54" fmla="*/ 396856 w 6851038"/>
              <a:gd name="connsiteY54" fmla="*/ 1617994 h 1866242"/>
              <a:gd name="connsiteX55" fmla="*/ 250734 w 6851038"/>
              <a:gd name="connsiteY55" fmla="*/ 1549022 h 1866242"/>
              <a:gd name="connsiteX56" fmla="*/ 25806 w 6851038"/>
              <a:gd name="connsiteY56" fmla="*/ 1362030 h 1866242"/>
              <a:gd name="connsiteX0" fmla="*/ 25806 w 6851038"/>
              <a:gd name="connsiteY0" fmla="*/ 1362030 h 1845148"/>
              <a:gd name="connsiteX1" fmla="*/ 15257 w 6851038"/>
              <a:gd name="connsiteY1" fmla="*/ 970226 h 1845148"/>
              <a:gd name="connsiteX2" fmla="*/ 118651 w 6851038"/>
              <a:gd name="connsiteY2" fmla="*/ 960965 h 1845148"/>
              <a:gd name="connsiteX3" fmla="*/ 110836 w 6851038"/>
              <a:gd name="connsiteY3" fmla="*/ 1225226 h 1845148"/>
              <a:gd name="connsiteX4" fmla="*/ 330306 w 6851038"/>
              <a:gd name="connsiteY4" fmla="*/ 1453996 h 1845148"/>
              <a:gd name="connsiteX5" fmla="*/ 609170 w 6851038"/>
              <a:gd name="connsiteY5" fmla="*/ 1626794 h 1845148"/>
              <a:gd name="connsiteX6" fmla="*/ 1002299 w 6851038"/>
              <a:gd name="connsiteY6" fmla="*/ 1730823 h 1845148"/>
              <a:gd name="connsiteX7" fmla="*/ 1346366 w 6851038"/>
              <a:gd name="connsiteY7" fmla="*/ 1612187 h 1845148"/>
              <a:gd name="connsiteX8" fmla="*/ 1546103 w 6851038"/>
              <a:gd name="connsiteY8" fmla="*/ 1551168 h 1845148"/>
              <a:gd name="connsiteX9" fmla="*/ 1782195 w 6851038"/>
              <a:gd name="connsiteY9" fmla="*/ 1621749 h 1845148"/>
              <a:gd name="connsiteX10" fmla="*/ 1924976 w 6851038"/>
              <a:gd name="connsiteY10" fmla="*/ 1608552 h 1845148"/>
              <a:gd name="connsiteX11" fmla="*/ 2069717 w 6851038"/>
              <a:gd name="connsiteY11" fmla="*/ 1572048 h 1845148"/>
              <a:gd name="connsiteX12" fmla="*/ 2290420 w 6851038"/>
              <a:gd name="connsiteY12" fmla="*/ 1495930 h 1845148"/>
              <a:gd name="connsiteX13" fmla="*/ 2543286 w 6851038"/>
              <a:gd name="connsiteY13" fmla="*/ 1341877 h 1845148"/>
              <a:gd name="connsiteX14" fmla="*/ 3388660 w 6851038"/>
              <a:gd name="connsiteY14" fmla="*/ 736610 h 1845148"/>
              <a:gd name="connsiteX15" fmla="*/ 4756784 w 6851038"/>
              <a:gd name="connsiteY15" fmla="*/ 909322 h 1845148"/>
              <a:gd name="connsiteX16" fmla="*/ 5256317 w 6851038"/>
              <a:gd name="connsiteY16" fmla="*/ 274322 h 1845148"/>
              <a:gd name="connsiteX17" fmla="*/ 5821468 w 6851038"/>
              <a:gd name="connsiteY17" fmla="*/ 172768 h 1845148"/>
              <a:gd name="connsiteX18" fmla="*/ 6251151 w 6851038"/>
              <a:gd name="connsiteY18" fmla="*/ 428302 h 1845148"/>
              <a:gd name="connsiteX19" fmla="*/ 6412373 w 6851038"/>
              <a:gd name="connsiteY19" fmla="*/ 623187 h 1845148"/>
              <a:gd name="connsiteX20" fmla="*/ 6564773 w 6851038"/>
              <a:gd name="connsiteY20" fmla="*/ 703089 h 1845148"/>
              <a:gd name="connsiteX21" fmla="*/ 6679073 w 6851038"/>
              <a:gd name="connsiteY21" fmla="*/ 674034 h 1845148"/>
              <a:gd name="connsiteX22" fmla="*/ 6708351 w 6851038"/>
              <a:gd name="connsiteY22" fmla="*/ 529995 h 1845148"/>
              <a:gd name="connsiteX23" fmla="*/ 6679074 w 6851038"/>
              <a:gd name="connsiteY23" fmla="*/ 390745 h 1845148"/>
              <a:gd name="connsiteX24" fmla="*/ 6609225 w 6851038"/>
              <a:gd name="connsiteY24" fmla="*/ 303578 h 1845148"/>
              <a:gd name="connsiteX25" fmla="*/ 6564775 w 6851038"/>
              <a:gd name="connsiteY25" fmla="*/ 194620 h 1845148"/>
              <a:gd name="connsiteX26" fmla="*/ 6545725 w 6851038"/>
              <a:gd name="connsiteY26" fmla="*/ 27550 h 1845148"/>
              <a:gd name="connsiteX27" fmla="*/ 6691774 w 6851038"/>
              <a:gd name="connsiteY27" fmla="*/ 13025 h 1845148"/>
              <a:gd name="connsiteX28" fmla="*/ 6843817 w 6851038"/>
              <a:gd name="connsiteY28" fmla="*/ 26287 h 1845148"/>
              <a:gd name="connsiteX29" fmla="*/ 6825125 w 6851038"/>
              <a:gd name="connsiteY29" fmla="*/ 252730 h 1845148"/>
              <a:gd name="connsiteX30" fmla="*/ 6780675 w 6851038"/>
              <a:gd name="connsiteY30" fmla="*/ 405271 h 1845148"/>
              <a:gd name="connsiteX31" fmla="*/ 6767974 w 6851038"/>
              <a:gd name="connsiteY31" fmla="*/ 659506 h 1845148"/>
              <a:gd name="connsiteX32" fmla="*/ 6691774 w 6851038"/>
              <a:gd name="connsiteY32" fmla="*/ 775729 h 1845148"/>
              <a:gd name="connsiteX33" fmla="*/ 6581351 w 6851038"/>
              <a:gd name="connsiteY33" fmla="*/ 797321 h 1845148"/>
              <a:gd name="connsiteX34" fmla="*/ 6367566 w 6851038"/>
              <a:gd name="connsiteY34" fmla="*/ 712560 h 1845148"/>
              <a:gd name="connsiteX35" fmla="*/ 6101224 w 6851038"/>
              <a:gd name="connsiteY35" fmla="*/ 398005 h 1845148"/>
              <a:gd name="connsiteX36" fmla="*/ 5863801 w 6851038"/>
              <a:gd name="connsiteY36" fmla="*/ 276774 h 1845148"/>
              <a:gd name="connsiteX37" fmla="*/ 5539951 w 6851038"/>
              <a:gd name="connsiteY37" fmla="*/ 257389 h 1845148"/>
              <a:gd name="connsiteX38" fmla="*/ 5357917 w 6851038"/>
              <a:gd name="connsiteY38" fmla="*/ 333589 h 1845148"/>
              <a:gd name="connsiteX39" fmla="*/ 5239384 w 6851038"/>
              <a:gd name="connsiteY39" fmla="*/ 452121 h 1845148"/>
              <a:gd name="connsiteX40" fmla="*/ 5027717 w 6851038"/>
              <a:gd name="connsiteY40" fmla="*/ 833121 h 1845148"/>
              <a:gd name="connsiteX41" fmla="*/ 4849917 w 6851038"/>
              <a:gd name="connsiteY41" fmla="*/ 985522 h 1845148"/>
              <a:gd name="connsiteX42" fmla="*/ 4437725 w 6851038"/>
              <a:gd name="connsiteY42" fmla="*/ 1018010 h 1845148"/>
              <a:gd name="connsiteX43" fmla="*/ 3778428 w 6851038"/>
              <a:gd name="connsiteY43" fmla="*/ 839283 h 1845148"/>
              <a:gd name="connsiteX44" fmla="*/ 3364217 w 6851038"/>
              <a:gd name="connsiteY44" fmla="*/ 842833 h 1845148"/>
              <a:gd name="connsiteX45" fmla="*/ 2695810 w 6851038"/>
              <a:gd name="connsiteY45" fmla="*/ 1324293 h 1845148"/>
              <a:gd name="connsiteX46" fmla="*/ 2108905 w 6851038"/>
              <a:gd name="connsiteY46" fmla="*/ 1829903 h 1845148"/>
              <a:gd name="connsiteX47" fmla="*/ 1848079 w 6851038"/>
              <a:gd name="connsiteY47" fmla="*/ 1722096 h 1845148"/>
              <a:gd name="connsiteX48" fmla="*/ 1724694 w 6851038"/>
              <a:gd name="connsiteY48" fmla="*/ 1812667 h 1845148"/>
              <a:gd name="connsiteX49" fmla="*/ 1657966 w 6851038"/>
              <a:gd name="connsiteY49" fmla="*/ 1760757 h 1845148"/>
              <a:gd name="connsiteX50" fmla="*/ 1410448 w 6851038"/>
              <a:gd name="connsiteY50" fmla="*/ 1733679 h 1845148"/>
              <a:gd name="connsiteX51" fmla="*/ 1174570 w 6851038"/>
              <a:gd name="connsiteY51" fmla="*/ 1800485 h 1845148"/>
              <a:gd name="connsiteX52" fmla="*/ 888590 w 6851038"/>
              <a:gd name="connsiteY52" fmla="*/ 1825743 h 1845148"/>
              <a:gd name="connsiteX53" fmla="*/ 665240 w 6851038"/>
              <a:gd name="connsiteY53" fmla="*/ 1780251 h 1845148"/>
              <a:gd name="connsiteX54" fmla="*/ 396856 w 6851038"/>
              <a:gd name="connsiteY54" fmla="*/ 1617994 h 1845148"/>
              <a:gd name="connsiteX55" fmla="*/ 250734 w 6851038"/>
              <a:gd name="connsiteY55" fmla="*/ 1549022 h 1845148"/>
              <a:gd name="connsiteX56" fmla="*/ 25806 w 6851038"/>
              <a:gd name="connsiteY56" fmla="*/ 1362030 h 1845148"/>
              <a:gd name="connsiteX0" fmla="*/ 25806 w 6851038"/>
              <a:gd name="connsiteY0" fmla="*/ 1362030 h 1845813"/>
              <a:gd name="connsiteX1" fmla="*/ 15257 w 6851038"/>
              <a:gd name="connsiteY1" fmla="*/ 970226 h 1845813"/>
              <a:gd name="connsiteX2" fmla="*/ 118651 w 6851038"/>
              <a:gd name="connsiteY2" fmla="*/ 960965 h 1845813"/>
              <a:gd name="connsiteX3" fmla="*/ 110836 w 6851038"/>
              <a:gd name="connsiteY3" fmla="*/ 1225226 h 1845813"/>
              <a:gd name="connsiteX4" fmla="*/ 330306 w 6851038"/>
              <a:gd name="connsiteY4" fmla="*/ 1453996 h 1845813"/>
              <a:gd name="connsiteX5" fmla="*/ 609170 w 6851038"/>
              <a:gd name="connsiteY5" fmla="*/ 1626794 h 1845813"/>
              <a:gd name="connsiteX6" fmla="*/ 1002299 w 6851038"/>
              <a:gd name="connsiteY6" fmla="*/ 1730823 h 1845813"/>
              <a:gd name="connsiteX7" fmla="*/ 1346366 w 6851038"/>
              <a:gd name="connsiteY7" fmla="*/ 1612187 h 1845813"/>
              <a:gd name="connsiteX8" fmla="*/ 1546103 w 6851038"/>
              <a:gd name="connsiteY8" fmla="*/ 1551168 h 1845813"/>
              <a:gd name="connsiteX9" fmla="*/ 1782195 w 6851038"/>
              <a:gd name="connsiteY9" fmla="*/ 1621749 h 1845813"/>
              <a:gd name="connsiteX10" fmla="*/ 1924976 w 6851038"/>
              <a:gd name="connsiteY10" fmla="*/ 1608552 h 1845813"/>
              <a:gd name="connsiteX11" fmla="*/ 2069717 w 6851038"/>
              <a:gd name="connsiteY11" fmla="*/ 1572048 h 1845813"/>
              <a:gd name="connsiteX12" fmla="*/ 2290420 w 6851038"/>
              <a:gd name="connsiteY12" fmla="*/ 1495930 h 1845813"/>
              <a:gd name="connsiteX13" fmla="*/ 2543286 w 6851038"/>
              <a:gd name="connsiteY13" fmla="*/ 1341877 h 1845813"/>
              <a:gd name="connsiteX14" fmla="*/ 3388660 w 6851038"/>
              <a:gd name="connsiteY14" fmla="*/ 736610 h 1845813"/>
              <a:gd name="connsiteX15" fmla="*/ 4756784 w 6851038"/>
              <a:gd name="connsiteY15" fmla="*/ 909322 h 1845813"/>
              <a:gd name="connsiteX16" fmla="*/ 5256317 w 6851038"/>
              <a:gd name="connsiteY16" fmla="*/ 274322 h 1845813"/>
              <a:gd name="connsiteX17" fmla="*/ 5821468 w 6851038"/>
              <a:gd name="connsiteY17" fmla="*/ 172768 h 1845813"/>
              <a:gd name="connsiteX18" fmla="*/ 6251151 w 6851038"/>
              <a:gd name="connsiteY18" fmla="*/ 428302 h 1845813"/>
              <a:gd name="connsiteX19" fmla="*/ 6412373 w 6851038"/>
              <a:gd name="connsiteY19" fmla="*/ 623187 h 1845813"/>
              <a:gd name="connsiteX20" fmla="*/ 6564773 w 6851038"/>
              <a:gd name="connsiteY20" fmla="*/ 703089 h 1845813"/>
              <a:gd name="connsiteX21" fmla="*/ 6679073 w 6851038"/>
              <a:gd name="connsiteY21" fmla="*/ 674034 h 1845813"/>
              <a:gd name="connsiteX22" fmla="*/ 6708351 w 6851038"/>
              <a:gd name="connsiteY22" fmla="*/ 529995 h 1845813"/>
              <a:gd name="connsiteX23" fmla="*/ 6679074 w 6851038"/>
              <a:gd name="connsiteY23" fmla="*/ 390745 h 1845813"/>
              <a:gd name="connsiteX24" fmla="*/ 6609225 w 6851038"/>
              <a:gd name="connsiteY24" fmla="*/ 303578 h 1845813"/>
              <a:gd name="connsiteX25" fmla="*/ 6564775 w 6851038"/>
              <a:gd name="connsiteY25" fmla="*/ 194620 h 1845813"/>
              <a:gd name="connsiteX26" fmla="*/ 6545725 w 6851038"/>
              <a:gd name="connsiteY26" fmla="*/ 27550 h 1845813"/>
              <a:gd name="connsiteX27" fmla="*/ 6691774 w 6851038"/>
              <a:gd name="connsiteY27" fmla="*/ 13025 h 1845813"/>
              <a:gd name="connsiteX28" fmla="*/ 6843817 w 6851038"/>
              <a:gd name="connsiteY28" fmla="*/ 26287 h 1845813"/>
              <a:gd name="connsiteX29" fmla="*/ 6825125 w 6851038"/>
              <a:gd name="connsiteY29" fmla="*/ 252730 h 1845813"/>
              <a:gd name="connsiteX30" fmla="*/ 6780675 w 6851038"/>
              <a:gd name="connsiteY30" fmla="*/ 405271 h 1845813"/>
              <a:gd name="connsiteX31" fmla="*/ 6767974 w 6851038"/>
              <a:gd name="connsiteY31" fmla="*/ 659506 h 1845813"/>
              <a:gd name="connsiteX32" fmla="*/ 6691774 w 6851038"/>
              <a:gd name="connsiteY32" fmla="*/ 775729 h 1845813"/>
              <a:gd name="connsiteX33" fmla="*/ 6581351 w 6851038"/>
              <a:gd name="connsiteY33" fmla="*/ 797321 h 1845813"/>
              <a:gd name="connsiteX34" fmla="*/ 6367566 w 6851038"/>
              <a:gd name="connsiteY34" fmla="*/ 712560 h 1845813"/>
              <a:gd name="connsiteX35" fmla="*/ 6101224 w 6851038"/>
              <a:gd name="connsiteY35" fmla="*/ 398005 h 1845813"/>
              <a:gd name="connsiteX36" fmla="*/ 5863801 w 6851038"/>
              <a:gd name="connsiteY36" fmla="*/ 276774 h 1845813"/>
              <a:gd name="connsiteX37" fmla="*/ 5539951 w 6851038"/>
              <a:gd name="connsiteY37" fmla="*/ 257389 h 1845813"/>
              <a:gd name="connsiteX38" fmla="*/ 5357917 w 6851038"/>
              <a:gd name="connsiteY38" fmla="*/ 333589 h 1845813"/>
              <a:gd name="connsiteX39" fmla="*/ 5239384 w 6851038"/>
              <a:gd name="connsiteY39" fmla="*/ 452121 h 1845813"/>
              <a:gd name="connsiteX40" fmla="*/ 5027717 w 6851038"/>
              <a:gd name="connsiteY40" fmla="*/ 833121 h 1845813"/>
              <a:gd name="connsiteX41" fmla="*/ 4849917 w 6851038"/>
              <a:gd name="connsiteY41" fmla="*/ 985522 h 1845813"/>
              <a:gd name="connsiteX42" fmla="*/ 4437725 w 6851038"/>
              <a:gd name="connsiteY42" fmla="*/ 1018010 h 1845813"/>
              <a:gd name="connsiteX43" fmla="*/ 3778428 w 6851038"/>
              <a:gd name="connsiteY43" fmla="*/ 839283 h 1845813"/>
              <a:gd name="connsiteX44" fmla="*/ 3364217 w 6851038"/>
              <a:gd name="connsiteY44" fmla="*/ 842833 h 1845813"/>
              <a:gd name="connsiteX45" fmla="*/ 2695810 w 6851038"/>
              <a:gd name="connsiteY45" fmla="*/ 1324293 h 1845813"/>
              <a:gd name="connsiteX46" fmla="*/ 2108905 w 6851038"/>
              <a:gd name="connsiteY46" fmla="*/ 1829903 h 1845813"/>
              <a:gd name="connsiteX47" fmla="*/ 1848079 w 6851038"/>
              <a:gd name="connsiteY47" fmla="*/ 1722096 h 1845813"/>
              <a:gd name="connsiteX48" fmla="*/ 1738874 w 6851038"/>
              <a:gd name="connsiteY48" fmla="*/ 1754556 h 1845813"/>
              <a:gd name="connsiteX49" fmla="*/ 1657966 w 6851038"/>
              <a:gd name="connsiteY49" fmla="*/ 1760757 h 1845813"/>
              <a:gd name="connsiteX50" fmla="*/ 1410448 w 6851038"/>
              <a:gd name="connsiteY50" fmla="*/ 1733679 h 1845813"/>
              <a:gd name="connsiteX51" fmla="*/ 1174570 w 6851038"/>
              <a:gd name="connsiteY51" fmla="*/ 1800485 h 1845813"/>
              <a:gd name="connsiteX52" fmla="*/ 888590 w 6851038"/>
              <a:gd name="connsiteY52" fmla="*/ 1825743 h 1845813"/>
              <a:gd name="connsiteX53" fmla="*/ 665240 w 6851038"/>
              <a:gd name="connsiteY53" fmla="*/ 1780251 h 1845813"/>
              <a:gd name="connsiteX54" fmla="*/ 396856 w 6851038"/>
              <a:gd name="connsiteY54" fmla="*/ 1617994 h 1845813"/>
              <a:gd name="connsiteX55" fmla="*/ 250734 w 6851038"/>
              <a:gd name="connsiteY55" fmla="*/ 1549022 h 1845813"/>
              <a:gd name="connsiteX56" fmla="*/ 25806 w 6851038"/>
              <a:gd name="connsiteY56" fmla="*/ 1362030 h 1845813"/>
              <a:gd name="connsiteX0" fmla="*/ 25806 w 6851038"/>
              <a:gd name="connsiteY0" fmla="*/ 1362030 h 1845813"/>
              <a:gd name="connsiteX1" fmla="*/ 15257 w 6851038"/>
              <a:gd name="connsiteY1" fmla="*/ 970226 h 1845813"/>
              <a:gd name="connsiteX2" fmla="*/ 118651 w 6851038"/>
              <a:gd name="connsiteY2" fmla="*/ 960965 h 1845813"/>
              <a:gd name="connsiteX3" fmla="*/ 110836 w 6851038"/>
              <a:gd name="connsiteY3" fmla="*/ 1225226 h 1845813"/>
              <a:gd name="connsiteX4" fmla="*/ 330306 w 6851038"/>
              <a:gd name="connsiteY4" fmla="*/ 1453996 h 1845813"/>
              <a:gd name="connsiteX5" fmla="*/ 609170 w 6851038"/>
              <a:gd name="connsiteY5" fmla="*/ 1626794 h 1845813"/>
              <a:gd name="connsiteX6" fmla="*/ 1002299 w 6851038"/>
              <a:gd name="connsiteY6" fmla="*/ 1730823 h 1845813"/>
              <a:gd name="connsiteX7" fmla="*/ 1346366 w 6851038"/>
              <a:gd name="connsiteY7" fmla="*/ 1612187 h 1845813"/>
              <a:gd name="connsiteX8" fmla="*/ 1546103 w 6851038"/>
              <a:gd name="connsiteY8" fmla="*/ 1551168 h 1845813"/>
              <a:gd name="connsiteX9" fmla="*/ 1782195 w 6851038"/>
              <a:gd name="connsiteY9" fmla="*/ 1621749 h 1845813"/>
              <a:gd name="connsiteX10" fmla="*/ 1924976 w 6851038"/>
              <a:gd name="connsiteY10" fmla="*/ 1608552 h 1845813"/>
              <a:gd name="connsiteX11" fmla="*/ 2069717 w 6851038"/>
              <a:gd name="connsiteY11" fmla="*/ 1572048 h 1845813"/>
              <a:gd name="connsiteX12" fmla="*/ 2290420 w 6851038"/>
              <a:gd name="connsiteY12" fmla="*/ 1495930 h 1845813"/>
              <a:gd name="connsiteX13" fmla="*/ 2543286 w 6851038"/>
              <a:gd name="connsiteY13" fmla="*/ 1341877 h 1845813"/>
              <a:gd name="connsiteX14" fmla="*/ 3388660 w 6851038"/>
              <a:gd name="connsiteY14" fmla="*/ 736610 h 1845813"/>
              <a:gd name="connsiteX15" fmla="*/ 4756784 w 6851038"/>
              <a:gd name="connsiteY15" fmla="*/ 909322 h 1845813"/>
              <a:gd name="connsiteX16" fmla="*/ 5256317 w 6851038"/>
              <a:gd name="connsiteY16" fmla="*/ 274322 h 1845813"/>
              <a:gd name="connsiteX17" fmla="*/ 5821468 w 6851038"/>
              <a:gd name="connsiteY17" fmla="*/ 172768 h 1845813"/>
              <a:gd name="connsiteX18" fmla="*/ 6251151 w 6851038"/>
              <a:gd name="connsiteY18" fmla="*/ 428302 h 1845813"/>
              <a:gd name="connsiteX19" fmla="*/ 6412373 w 6851038"/>
              <a:gd name="connsiteY19" fmla="*/ 623187 h 1845813"/>
              <a:gd name="connsiteX20" fmla="*/ 6564773 w 6851038"/>
              <a:gd name="connsiteY20" fmla="*/ 703089 h 1845813"/>
              <a:gd name="connsiteX21" fmla="*/ 6679073 w 6851038"/>
              <a:gd name="connsiteY21" fmla="*/ 674034 h 1845813"/>
              <a:gd name="connsiteX22" fmla="*/ 6708351 w 6851038"/>
              <a:gd name="connsiteY22" fmla="*/ 529995 h 1845813"/>
              <a:gd name="connsiteX23" fmla="*/ 6679074 w 6851038"/>
              <a:gd name="connsiteY23" fmla="*/ 390745 h 1845813"/>
              <a:gd name="connsiteX24" fmla="*/ 6609225 w 6851038"/>
              <a:gd name="connsiteY24" fmla="*/ 303578 h 1845813"/>
              <a:gd name="connsiteX25" fmla="*/ 6564775 w 6851038"/>
              <a:gd name="connsiteY25" fmla="*/ 194620 h 1845813"/>
              <a:gd name="connsiteX26" fmla="*/ 6545725 w 6851038"/>
              <a:gd name="connsiteY26" fmla="*/ 27550 h 1845813"/>
              <a:gd name="connsiteX27" fmla="*/ 6691774 w 6851038"/>
              <a:gd name="connsiteY27" fmla="*/ 13025 h 1845813"/>
              <a:gd name="connsiteX28" fmla="*/ 6843817 w 6851038"/>
              <a:gd name="connsiteY28" fmla="*/ 26287 h 1845813"/>
              <a:gd name="connsiteX29" fmla="*/ 6825125 w 6851038"/>
              <a:gd name="connsiteY29" fmla="*/ 252730 h 1845813"/>
              <a:gd name="connsiteX30" fmla="*/ 6780675 w 6851038"/>
              <a:gd name="connsiteY30" fmla="*/ 405271 h 1845813"/>
              <a:gd name="connsiteX31" fmla="*/ 6767974 w 6851038"/>
              <a:gd name="connsiteY31" fmla="*/ 659506 h 1845813"/>
              <a:gd name="connsiteX32" fmla="*/ 6691774 w 6851038"/>
              <a:gd name="connsiteY32" fmla="*/ 775729 h 1845813"/>
              <a:gd name="connsiteX33" fmla="*/ 6581351 w 6851038"/>
              <a:gd name="connsiteY33" fmla="*/ 797321 h 1845813"/>
              <a:gd name="connsiteX34" fmla="*/ 6367566 w 6851038"/>
              <a:gd name="connsiteY34" fmla="*/ 712560 h 1845813"/>
              <a:gd name="connsiteX35" fmla="*/ 6101224 w 6851038"/>
              <a:gd name="connsiteY35" fmla="*/ 398005 h 1845813"/>
              <a:gd name="connsiteX36" fmla="*/ 5863801 w 6851038"/>
              <a:gd name="connsiteY36" fmla="*/ 276774 h 1845813"/>
              <a:gd name="connsiteX37" fmla="*/ 5539951 w 6851038"/>
              <a:gd name="connsiteY37" fmla="*/ 257389 h 1845813"/>
              <a:gd name="connsiteX38" fmla="*/ 5357917 w 6851038"/>
              <a:gd name="connsiteY38" fmla="*/ 333589 h 1845813"/>
              <a:gd name="connsiteX39" fmla="*/ 5239384 w 6851038"/>
              <a:gd name="connsiteY39" fmla="*/ 452121 h 1845813"/>
              <a:gd name="connsiteX40" fmla="*/ 5027717 w 6851038"/>
              <a:gd name="connsiteY40" fmla="*/ 833121 h 1845813"/>
              <a:gd name="connsiteX41" fmla="*/ 4849917 w 6851038"/>
              <a:gd name="connsiteY41" fmla="*/ 985522 h 1845813"/>
              <a:gd name="connsiteX42" fmla="*/ 4437725 w 6851038"/>
              <a:gd name="connsiteY42" fmla="*/ 1018010 h 1845813"/>
              <a:gd name="connsiteX43" fmla="*/ 3778428 w 6851038"/>
              <a:gd name="connsiteY43" fmla="*/ 839283 h 1845813"/>
              <a:gd name="connsiteX44" fmla="*/ 3364217 w 6851038"/>
              <a:gd name="connsiteY44" fmla="*/ 842833 h 1845813"/>
              <a:gd name="connsiteX45" fmla="*/ 2695810 w 6851038"/>
              <a:gd name="connsiteY45" fmla="*/ 1324293 h 1845813"/>
              <a:gd name="connsiteX46" fmla="*/ 2108905 w 6851038"/>
              <a:gd name="connsiteY46" fmla="*/ 1829903 h 1845813"/>
              <a:gd name="connsiteX47" fmla="*/ 1848079 w 6851038"/>
              <a:gd name="connsiteY47" fmla="*/ 1722096 h 1845813"/>
              <a:gd name="connsiteX48" fmla="*/ 1738874 w 6851038"/>
              <a:gd name="connsiteY48" fmla="*/ 1754556 h 1845813"/>
              <a:gd name="connsiteX49" fmla="*/ 1657966 w 6851038"/>
              <a:gd name="connsiteY49" fmla="*/ 1760757 h 1845813"/>
              <a:gd name="connsiteX50" fmla="*/ 1410448 w 6851038"/>
              <a:gd name="connsiteY50" fmla="*/ 1733679 h 1845813"/>
              <a:gd name="connsiteX51" fmla="*/ 1174570 w 6851038"/>
              <a:gd name="connsiteY51" fmla="*/ 1800485 h 1845813"/>
              <a:gd name="connsiteX52" fmla="*/ 888590 w 6851038"/>
              <a:gd name="connsiteY52" fmla="*/ 1825743 h 1845813"/>
              <a:gd name="connsiteX53" fmla="*/ 665240 w 6851038"/>
              <a:gd name="connsiteY53" fmla="*/ 1780251 h 1845813"/>
              <a:gd name="connsiteX54" fmla="*/ 396856 w 6851038"/>
              <a:gd name="connsiteY54" fmla="*/ 1617994 h 1845813"/>
              <a:gd name="connsiteX55" fmla="*/ 250734 w 6851038"/>
              <a:gd name="connsiteY55" fmla="*/ 1549022 h 1845813"/>
              <a:gd name="connsiteX56" fmla="*/ 25806 w 6851038"/>
              <a:gd name="connsiteY56" fmla="*/ 1362030 h 1845813"/>
              <a:gd name="connsiteX0" fmla="*/ 25806 w 6851038"/>
              <a:gd name="connsiteY0" fmla="*/ 1362030 h 1845813"/>
              <a:gd name="connsiteX1" fmla="*/ 15257 w 6851038"/>
              <a:gd name="connsiteY1" fmla="*/ 970226 h 1845813"/>
              <a:gd name="connsiteX2" fmla="*/ 118651 w 6851038"/>
              <a:gd name="connsiteY2" fmla="*/ 960965 h 1845813"/>
              <a:gd name="connsiteX3" fmla="*/ 110836 w 6851038"/>
              <a:gd name="connsiteY3" fmla="*/ 1225226 h 1845813"/>
              <a:gd name="connsiteX4" fmla="*/ 330306 w 6851038"/>
              <a:gd name="connsiteY4" fmla="*/ 1453996 h 1845813"/>
              <a:gd name="connsiteX5" fmla="*/ 609170 w 6851038"/>
              <a:gd name="connsiteY5" fmla="*/ 1626794 h 1845813"/>
              <a:gd name="connsiteX6" fmla="*/ 1002299 w 6851038"/>
              <a:gd name="connsiteY6" fmla="*/ 1730823 h 1845813"/>
              <a:gd name="connsiteX7" fmla="*/ 1346366 w 6851038"/>
              <a:gd name="connsiteY7" fmla="*/ 1612187 h 1845813"/>
              <a:gd name="connsiteX8" fmla="*/ 1546103 w 6851038"/>
              <a:gd name="connsiteY8" fmla="*/ 1551168 h 1845813"/>
              <a:gd name="connsiteX9" fmla="*/ 1782195 w 6851038"/>
              <a:gd name="connsiteY9" fmla="*/ 1621749 h 1845813"/>
              <a:gd name="connsiteX10" fmla="*/ 1924976 w 6851038"/>
              <a:gd name="connsiteY10" fmla="*/ 1608552 h 1845813"/>
              <a:gd name="connsiteX11" fmla="*/ 2069717 w 6851038"/>
              <a:gd name="connsiteY11" fmla="*/ 1572048 h 1845813"/>
              <a:gd name="connsiteX12" fmla="*/ 2290420 w 6851038"/>
              <a:gd name="connsiteY12" fmla="*/ 1495930 h 1845813"/>
              <a:gd name="connsiteX13" fmla="*/ 2543286 w 6851038"/>
              <a:gd name="connsiteY13" fmla="*/ 1341877 h 1845813"/>
              <a:gd name="connsiteX14" fmla="*/ 3388660 w 6851038"/>
              <a:gd name="connsiteY14" fmla="*/ 736610 h 1845813"/>
              <a:gd name="connsiteX15" fmla="*/ 4756784 w 6851038"/>
              <a:gd name="connsiteY15" fmla="*/ 909322 h 1845813"/>
              <a:gd name="connsiteX16" fmla="*/ 5256317 w 6851038"/>
              <a:gd name="connsiteY16" fmla="*/ 274322 h 1845813"/>
              <a:gd name="connsiteX17" fmla="*/ 5821468 w 6851038"/>
              <a:gd name="connsiteY17" fmla="*/ 172768 h 1845813"/>
              <a:gd name="connsiteX18" fmla="*/ 6251151 w 6851038"/>
              <a:gd name="connsiteY18" fmla="*/ 428302 h 1845813"/>
              <a:gd name="connsiteX19" fmla="*/ 6412373 w 6851038"/>
              <a:gd name="connsiteY19" fmla="*/ 623187 h 1845813"/>
              <a:gd name="connsiteX20" fmla="*/ 6564773 w 6851038"/>
              <a:gd name="connsiteY20" fmla="*/ 703089 h 1845813"/>
              <a:gd name="connsiteX21" fmla="*/ 6679073 w 6851038"/>
              <a:gd name="connsiteY21" fmla="*/ 674034 h 1845813"/>
              <a:gd name="connsiteX22" fmla="*/ 6708351 w 6851038"/>
              <a:gd name="connsiteY22" fmla="*/ 529995 h 1845813"/>
              <a:gd name="connsiteX23" fmla="*/ 6679074 w 6851038"/>
              <a:gd name="connsiteY23" fmla="*/ 390745 h 1845813"/>
              <a:gd name="connsiteX24" fmla="*/ 6609225 w 6851038"/>
              <a:gd name="connsiteY24" fmla="*/ 303578 h 1845813"/>
              <a:gd name="connsiteX25" fmla="*/ 6564775 w 6851038"/>
              <a:gd name="connsiteY25" fmla="*/ 194620 h 1845813"/>
              <a:gd name="connsiteX26" fmla="*/ 6545725 w 6851038"/>
              <a:gd name="connsiteY26" fmla="*/ 27550 h 1845813"/>
              <a:gd name="connsiteX27" fmla="*/ 6691774 w 6851038"/>
              <a:gd name="connsiteY27" fmla="*/ 13025 h 1845813"/>
              <a:gd name="connsiteX28" fmla="*/ 6843817 w 6851038"/>
              <a:gd name="connsiteY28" fmla="*/ 26287 h 1845813"/>
              <a:gd name="connsiteX29" fmla="*/ 6825125 w 6851038"/>
              <a:gd name="connsiteY29" fmla="*/ 252730 h 1845813"/>
              <a:gd name="connsiteX30" fmla="*/ 6780675 w 6851038"/>
              <a:gd name="connsiteY30" fmla="*/ 405271 h 1845813"/>
              <a:gd name="connsiteX31" fmla="*/ 6767974 w 6851038"/>
              <a:gd name="connsiteY31" fmla="*/ 659506 h 1845813"/>
              <a:gd name="connsiteX32" fmla="*/ 6691774 w 6851038"/>
              <a:gd name="connsiteY32" fmla="*/ 775729 h 1845813"/>
              <a:gd name="connsiteX33" fmla="*/ 6581351 w 6851038"/>
              <a:gd name="connsiteY33" fmla="*/ 797321 h 1845813"/>
              <a:gd name="connsiteX34" fmla="*/ 6367566 w 6851038"/>
              <a:gd name="connsiteY34" fmla="*/ 712560 h 1845813"/>
              <a:gd name="connsiteX35" fmla="*/ 6101224 w 6851038"/>
              <a:gd name="connsiteY35" fmla="*/ 398005 h 1845813"/>
              <a:gd name="connsiteX36" fmla="*/ 5863801 w 6851038"/>
              <a:gd name="connsiteY36" fmla="*/ 276774 h 1845813"/>
              <a:gd name="connsiteX37" fmla="*/ 5539951 w 6851038"/>
              <a:gd name="connsiteY37" fmla="*/ 257389 h 1845813"/>
              <a:gd name="connsiteX38" fmla="*/ 5357917 w 6851038"/>
              <a:gd name="connsiteY38" fmla="*/ 333589 h 1845813"/>
              <a:gd name="connsiteX39" fmla="*/ 5239384 w 6851038"/>
              <a:gd name="connsiteY39" fmla="*/ 452121 h 1845813"/>
              <a:gd name="connsiteX40" fmla="*/ 5027717 w 6851038"/>
              <a:gd name="connsiteY40" fmla="*/ 833121 h 1845813"/>
              <a:gd name="connsiteX41" fmla="*/ 4849917 w 6851038"/>
              <a:gd name="connsiteY41" fmla="*/ 985522 h 1845813"/>
              <a:gd name="connsiteX42" fmla="*/ 4437725 w 6851038"/>
              <a:gd name="connsiteY42" fmla="*/ 1018010 h 1845813"/>
              <a:gd name="connsiteX43" fmla="*/ 3778428 w 6851038"/>
              <a:gd name="connsiteY43" fmla="*/ 839283 h 1845813"/>
              <a:gd name="connsiteX44" fmla="*/ 3364217 w 6851038"/>
              <a:gd name="connsiteY44" fmla="*/ 842833 h 1845813"/>
              <a:gd name="connsiteX45" fmla="*/ 2695810 w 6851038"/>
              <a:gd name="connsiteY45" fmla="*/ 1324293 h 1845813"/>
              <a:gd name="connsiteX46" fmla="*/ 2108905 w 6851038"/>
              <a:gd name="connsiteY46" fmla="*/ 1829903 h 1845813"/>
              <a:gd name="connsiteX47" fmla="*/ 1848079 w 6851038"/>
              <a:gd name="connsiteY47" fmla="*/ 1722096 h 1845813"/>
              <a:gd name="connsiteX48" fmla="*/ 1738874 w 6851038"/>
              <a:gd name="connsiteY48" fmla="*/ 1754556 h 1845813"/>
              <a:gd name="connsiteX49" fmla="*/ 1558709 w 6851038"/>
              <a:gd name="connsiteY49" fmla="*/ 1702647 h 1845813"/>
              <a:gd name="connsiteX50" fmla="*/ 1410448 w 6851038"/>
              <a:gd name="connsiteY50" fmla="*/ 1733679 h 1845813"/>
              <a:gd name="connsiteX51" fmla="*/ 1174570 w 6851038"/>
              <a:gd name="connsiteY51" fmla="*/ 1800485 h 1845813"/>
              <a:gd name="connsiteX52" fmla="*/ 888590 w 6851038"/>
              <a:gd name="connsiteY52" fmla="*/ 1825743 h 1845813"/>
              <a:gd name="connsiteX53" fmla="*/ 665240 w 6851038"/>
              <a:gd name="connsiteY53" fmla="*/ 1780251 h 1845813"/>
              <a:gd name="connsiteX54" fmla="*/ 396856 w 6851038"/>
              <a:gd name="connsiteY54" fmla="*/ 1617994 h 1845813"/>
              <a:gd name="connsiteX55" fmla="*/ 250734 w 6851038"/>
              <a:gd name="connsiteY55" fmla="*/ 1549022 h 1845813"/>
              <a:gd name="connsiteX56" fmla="*/ 25806 w 6851038"/>
              <a:gd name="connsiteY56" fmla="*/ 1362030 h 1845813"/>
              <a:gd name="connsiteX0" fmla="*/ 25806 w 6851038"/>
              <a:gd name="connsiteY0" fmla="*/ 1362030 h 1857300"/>
              <a:gd name="connsiteX1" fmla="*/ 15257 w 6851038"/>
              <a:gd name="connsiteY1" fmla="*/ 970226 h 1857300"/>
              <a:gd name="connsiteX2" fmla="*/ 118651 w 6851038"/>
              <a:gd name="connsiteY2" fmla="*/ 960965 h 1857300"/>
              <a:gd name="connsiteX3" fmla="*/ 110836 w 6851038"/>
              <a:gd name="connsiteY3" fmla="*/ 1225226 h 1857300"/>
              <a:gd name="connsiteX4" fmla="*/ 330306 w 6851038"/>
              <a:gd name="connsiteY4" fmla="*/ 1453996 h 1857300"/>
              <a:gd name="connsiteX5" fmla="*/ 609170 w 6851038"/>
              <a:gd name="connsiteY5" fmla="*/ 1626794 h 1857300"/>
              <a:gd name="connsiteX6" fmla="*/ 1002299 w 6851038"/>
              <a:gd name="connsiteY6" fmla="*/ 1730823 h 1857300"/>
              <a:gd name="connsiteX7" fmla="*/ 1346366 w 6851038"/>
              <a:gd name="connsiteY7" fmla="*/ 1612187 h 1857300"/>
              <a:gd name="connsiteX8" fmla="*/ 1546103 w 6851038"/>
              <a:gd name="connsiteY8" fmla="*/ 1551168 h 1857300"/>
              <a:gd name="connsiteX9" fmla="*/ 1782195 w 6851038"/>
              <a:gd name="connsiteY9" fmla="*/ 1621749 h 1857300"/>
              <a:gd name="connsiteX10" fmla="*/ 1924976 w 6851038"/>
              <a:gd name="connsiteY10" fmla="*/ 1608552 h 1857300"/>
              <a:gd name="connsiteX11" fmla="*/ 2069717 w 6851038"/>
              <a:gd name="connsiteY11" fmla="*/ 1572048 h 1857300"/>
              <a:gd name="connsiteX12" fmla="*/ 2290420 w 6851038"/>
              <a:gd name="connsiteY12" fmla="*/ 1495930 h 1857300"/>
              <a:gd name="connsiteX13" fmla="*/ 2543286 w 6851038"/>
              <a:gd name="connsiteY13" fmla="*/ 1341877 h 1857300"/>
              <a:gd name="connsiteX14" fmla="*/ 3388660 w 6851038"/>
              <a:gd name="connsiteY14" fmla="*/ 736610 h 1857300"/>
              <a:gd name="connsiteX15" fmla="*/ 4756784 w 6851038"/>
              <a:gd name="connsiteY15" fmla="*/ 909322 h 1857300"/>
              <a:gd name="connsiteX16" fmla="*/ 5256317 w 6851038"/>
              <a:gd name="connsiteY16" fmla="*/ 274322 h 1857300"/>
              <a:gd name="connsiteX17" fmla="*/ 5821468 w 6851038"/>
              <a:gd name="connsiteY17" fmla="*/ 172768 h 1857300"/>
              <a:gd name="connsiteX18" fmla="*/ 6251151 w 6851038"/>
              <a:gd name="connsiteY18" fmla="*/ 428302 h 1857300"/>
              <a:gd name="connsiteX19" fmla="*/ 6412373 w 6851038"/>
              <a:gd name="connsiteY19" fmla="*/ 623187 h 1857300"/>
              <a:gd name="connsiteX20" fmla="*/ 6564773 w 6851038"/>
              <a:gd name="connsiteY20" fmla="*/ 703089 h 1857300"/>
              <a:gd name="connsiteX21" fmla="*/ 6679073 w 6851038"/>
              <a:gd name="connsiteY21" fmla="*/ 674034 h 1857300"/>
              <a:gd name="connsiteX22" fmla="*/ 6708351 w 6851038"/>
              <a:gd name="connsiteY22" fmla="*/ 529995 h 1857300"/>
              <a:gd name="connsiteX23" fmla="*/ 6679074 w 6851038"/>
              <a:gd name="connsiteY23" fmla="*/ 390745 h 1857300"/>
              <a:gd name="connsiteX24" fmla="*/ 6609225 w 6851038"/>
              <a:gd name="connsiteY24" fmla="*/ 303578 h 1857300"/>
              <a:gd name="connsiteX25" fmla="*/ 6564775 w 6851038"/>
              <a:gd name="connsiteY25" fmla="*/ 194620 h 1857300"/>
              <a:gd name="connsiteX26" fmla="*/ 6545725 w 6851038"/>
              <a:gd name="connsiteY26" fmla="*/ 27550 h 1857300"/>
              <a:gd name="connsiteX27" fmla="*/ 6691774 w 6851038"/>
              <a:gd name="connsiteY27" fmla="*/ 13025 h 1857300"/>
              <a:gd name="connsiteX28" fmla="*/ 6843817 w 6851038"/>
              <a:gd name="connsiteY28" fmla="*/ 26287 h 1857300"/>
              <a:gd name="connsiteX29" fmla="*/ 6825125 w 6851038"/>
              <a:gd name="connsiteY29" fmla="*/ 252730 h 1857300"/>
              <a:gd name="connsiteX30" fmla="*/ 6780675 w 6851038"/>
              <a:gd name="connsiteY30" fmla="*/ 405271 h 1857300"/>
              <a:gd name="connsiteX31" fmla="*/ 6767974 w 6851038"/>
              <a:gd name="connsiteY31" fmla="*/ 659506 h 1857300"/>
              <a:gd name="connsiteX32" fmla="*/ 6691774 w 6851038"/>
              <a:gd name="connsiteY32" fmla="*/ 775729 h 1857300"/>
              <a:gd name="connsiteX33" fmla="*/ 6581351 w 6851038"/>
              <a:gd name="connsiteY33" fmla="*/ 797321 h 1857300"/>
              <a:gd name="connsiteX34" fmla="*/ 6367566 w 6851038"/>
              <a:gd name="connsiteY34" fmla="*/ 712560 h 1857300"/>
              <a:gd name="connsiteX35" fmla="*/ 6101224 w 6851038"/>
              <a:gd name="connsiteY35" fmla="*/ 398005 h 1857300"/>
              <a:gd name="connsiteX36" fmla="*/ 5863801 w 6851038"/>
              <a:gd name="connsiteY36" fmla="*/ 276774 h 1857300"/>
              <a:gd name="connsiteX37" fmla="*/ 5539951 w 6851038"/>
              <a:gd name="connsiteY37" fmla="*/ 257389 h 1857300"/>
              <a:gd name="connsiteX38" fmla="*/ 5357917 w 6851038"/>
              <a:gd name="connsiteY38" fmla="*/ 333589 h 1857300"/>
              <a:gd name="connsiteX39" fmla="*/ 5239384 w 6851038"/>
              <a:gd name="connsiteY39" fmla="*/ 452121 h 1857300"/>
              <a:gd name="connsiteX40" fmla="*/ 5027717 w 6851038"/>
              <a:gd name="connsiteY40" fmla="*/ 833121 h 1857300"/>
              <a:gd name="connsiteX41" fmla="*/ 4849917 w 6851038"/>
              <a:gd name="connsiteY41" fmla="*/ 985522 h 1857300"/>
              <a:gd name="connsiteX42" fmla="*/ 4437725 w 6851038"/>
              <a:gd name="connsiteY42" fmla="*/ 1018010 h 1857300"/>
              <a:gd name="connsiteX43" fmla="*/ 3778428 w 6851038"/>
              <a:gd name="connsiteY43" fmla="*/ 839283 h 1857300"/>
              <a:gd name="connsiteX44" fmla="*/ 3364217 w 6851038"/>
              <a:gd name="connsiteY44" fmla="*/ 842833 h 1857300"/>
              <a:gd name="connsiteX45" fmla="*/ 2695810 w 6851038"/>
              <a:gd name="connsiteY45" fmla="*/ 1324293 h 1857300"/>
              <a:gd name="connsiteX46" fmla="*/ 2108905 w 6851038"/>
              <a:gd name="connsiteY46" fmla="*/ 1829903 h 1857300"/>
              <a:gd name="connsiteX47" fmla="*/ 1928430 w 6851038"/>
              <a:gd name="connsiteY47" fmla="*/ 1786018 h 1857300"/>
              <a:gd name="connsiteX48" fmla="*/ 1738874 w 6851038"/>
              <a:gd name="connsiteY48" fmla="*/ 1754556 h 1857300"/>
              <a:gd name="connsiteX49" fmla="*/ 1558709 w 6851038"/>
              <a:gd name="connsiteY49" fmla="*/ 1702647 h 1857300"/>
              <a:gd name="connsiteX50" fmla="*/ 1410448 w 6851038"/>
              <a:gd name="connsiteY50" fmla="*/ 1733679 h 1857300"/>
              <a:gd name="connsiteX51" fmla="*/ 1174570 w 6851038"/>
              <a:gd name="connsiteY51" fmla="*/ 1800485 h 1857300"/>
              <a:gd name="connsiteX52" fmla="*/ 888590 w 6851038"/>
              <a:gd name="connsiteY52" fmla="*/ 1825743 h 1857300"/>
              <a:gd name="connsiteX53" fmla="*/ 665240 w 6851038"/>
              <a:gd name="connsiteY53" fmla="*/ 1780251 h 1857300"/>
              <a:gd name="connsiteX54" fmla="*/ 396856 w 6851038"/>
              <a:gd name="connsiteY54" fmla="*/ 1617994 h 1857300"/>
              <a:gd name="connsiteX55" fmla="*/ 250734 w 6851038"/>
              <a:gd name="connsiteY55" fmla="*/ 1549022 h 1857300"/>
              <a:gd name="connsiteX56" fmla="*/ 25806 w 6851038"/>
              <a:gd name="connsiteY56" fmla="*/ 1362030 h 1857300"/>
              <a:gd name="connsiteX0" fmla="*/ 25806 w 6851038"/>
              <a:gd name="connsiteY0" fmla="*/ 1362030 h 1830956"/>
              <a:gd name="connsiteX1" fmla="*/ 15257 w 6851038"/>
              <a:gd name="connsiteY1" fmla="*/ 970226 h 1830956"/>
              <a:gd name="connsiteX2" fmla="*/ 118651 w 6851038"/>
              <a:gd name="connsiteY2" fmla="*/ 960965 h 1830956"/>
              <a:gd name="connsiteX3" fmla="*/ 110836 w 6851038"/>
              <a:gd name="connsiteY3" fmla="*/ 1225226 h 1830956"/>
              <a:gd name="connsiteX4" fmla="*/ 330306 w 6851038"/>
              <a:gd name="connsiteY4" fmla="*/ 1453996 h 1830956"/>
              <a:gd name="connsiteX5" fmla="*/ 609170 w 6851038"/>
              <a:gd name="connsiteY5" fmla="*/ 1626794 h 1830956"/>
              <a:gd name="connsiteX6" fmla="*/ 1002299 w 6851038"/>
              <a:gd name="connsiteY6" fmla="*/ 1730823 h 1830956"/>
              <a:gd name="connsiteX7" fmla="*/ 1346366 w 6851038"/>
              <a:gd name="connsiteY7" fmla="*/ 1612187 h 1830956"/>
              <a:gd name="connsiteX8" fmla="*/ 1546103 w 6851038"/>
              <a:gd name="connsiteY8" fmla="*/ 1551168 h 1830956"/>
              <a:gd name="connsiteX9" fmla="*/ 1782195 w 6851038"/>
              <a:gd name="connsiteY9" fmla="*/ 1621749 h 1830956"/>
              <a:gd name="connsiteX10" fmla="*/ 1924976 w 6851038"/>
              <a:gd name="connsiteY10" fmla="*/ 1608552 h 1830956"/>
              <a:gd name="connsiteX11" fmla="*/ 2069717 w 6851038"/>
              <a:gd name="connsiteY11" fmla="*/ 1572048 h 1830956"/>
              <a:gd name="connsiteX12" fmla="*/ 2290420 w 6851038"/>
              <a:gd name="connsiteY12" fmla="*/ 1495930 h 1830956"/>
              <a:gd name="connsiteX13" fmla="*/ 2543286 w 6851038"/>
              <a:gd name="connsiteY13" fmla="*/ 1341877 h 1830956"/>
              <a:gd name="connsiteX14" fmla="*/ 3388660 w 6851038"/>
              <a:gd name="connsiteY14" fmla="*/ 736610 h 1830956"/>
              <a:gd name="connsiteX15" fmla="*/ 4756784 w 6851038"/>
              <a:gd name="connsiteY15" fmla="*/ 909322 h 1830956"/>
              <a:gd name="connsiteX16" fmla="*/ 5256317 w 6851038"/>
              <a:gd name="connsiteY16" fmla="*/ 274322 h 1830956"/>
              <a:gd name="connsiteX17" fmla="*/ 5821468 w 6851038"/>
              <a:gd name="connsiteY17" fmla="*/ 172768 h 1830956"/>
              <a:gd name="connsiteX18" fmla="*/ 6251151 w 6851038"/>
              <a:gd name="connsiteY18" fmla="*/ 428302 h 1830956"/>
              <a:gd name="connsiteX19" fmla="*/ 6412373 w 6851038"/>
              <a:gd name="connsiteY19" fmla="*/ 623187 h 1830956"/>
              <a:gd name="connsiteX20" fmla="*/ 6564773 w 6851038"/>
              <a:gd name="connsiteY20" fmla="*/ 703089 h 1830956"/>
              <a:gd name="connsiteX21" fmla="*/ 6679073 w 6851038"/>
              <a:gd name="connsiteY21" fmla="*/ 674034 h 1830956"/>
              <a:gd name="connsiteX22" fmla="*/ 6708351 w 6851038"/>
              <a:gd name="connsiteY22" fmla="*/ 529995 h 1830956"/>
              <a:gd name="connsiteX23" fmla="*/ 6679074 w 6851038"/>
              <a:gd name="connsiteY23" fmla="*/ 390745 h 1830956"/>
              <a:gd name="connsiteX24" fmla="*/ 6609225 w 6851038"/>
              <a:gd name="connsiteY24" fmla="*/ 303578 h 1830956"/>
              <a:gd name="connsiteX25" fmla="*/ 6564775 w 6851038"/>
              <a:gd name="connsiteY25" fmla="*/ 194620 h 1830956"/>
              <a:gd name="connsiteX26" fmla="*/ 6545725 w 6851038"/>
              <a:gd name="connsiteY26" fmla="*/ 27550 h 1830956"/>
              <a:gd name="connsiteX27" fmla="*/ 6691774 w 6851038"/>
              <a:gd name="connsiteY27" fmla="*/ 13025 h 1830956"/>
              <a:gd name="connsiteX28" fmla="*/ 6843817 w 6851038"/>
              <a:gd name="connsiteY28" fmla="*/ 26287 h 1830956"/>
              <a:gd name="connsiteX29" fmla="*/ 6825125 w 6851038"/>
              <a:gd name="connsiteY29" fmla="*/ 252730 h 1830956"/>
              <a:gd name="connsiteX30" fmla="*/ 6780675 w 6851038"/>
              <a:gd name="connsiteY30" fmla="*/ 405271 h 1830956"/>
              <a:gd name="connsiteX31" fmla="*/ 6767974 w 6851038"/>
              <a:gd name="connsiteY31" fmla="*/ 659506 h 1830956"/>
              <a:gd name="connsiteX32" fmla="*/ 6691774 w 6851038"/>
              <a:gd name="connsiteY32" fmla="*/ 775729 h 1830956"/>
              <a:gd name="connsiteX33" fmla="*/ 6581351 w 6851038"/>
              <a:gd name="connsiteY33" fmla="*/ 797321 h 1830956"/>
              <a:gd name="connsiteX34" fmla="*/ 6367566 w 6851038"/>
              <a:gd name="connsiteY34" fmla="*/ 712560 h 1830956"/>
              <a:gd name="connsiteX35" fmla="*/ 6101224 w 6851038"/>
              <a:gd name="connsiteY35" fmla="*/ 398005 h 1830956"/>
              <a:gd name="connsiteX36" fmla="*/ 5863801 w 6851038"/>
              <a:gd name="connsiteY36" fmla="*/ 276774 h 1830956"/>
              <a:gd name="connsiteX37" fmla="*/ 5539951 w 6851038"/>
              <a:gd name="connsiteY37" fmla="*/ 257389 h 1830956"/>
              <a:gd name="connsiteX38" fmla="*/ 5357917 w 6851038"/>
              <a:gd name="connsiteY38" fmla="*/ 333589 h 1830956"/>
              <a:gd name="connsiteX39" fmla="*/ 5239384 w 6851038"/>
              <a:gd name="connsiteY39" fmla="*/ 452121 h 1830956"/>
              <a:gd name="connsiteX40" fmla="*/ 5027717 w 6851038"/>
              <a:gd name="connsiteY40" fmla="*/ 833121 h 1830956"/>
              <a:gd name="connsiteX41" fmla="*/ 4849917 w 6851038"/>
              <a:gd name="connsiteY41" fmla="*/ 985522 h 1830956"/>
              <a:gd name="connsiteX42" fmla="*/ 4437725 w 6851038"/>
              <a:gd name="connsiteY42" fmla="*/ 1018010 h 1830956"/>
              <a:gd name="connsiteX43" fmla="*/ 3778428 w 6851038"/>
              <a:gd name="connsiteY43" fmla="*/ 839283 h 1830956"/>
              <a:gd name="connsiteX44" fmla="*/ 3364217 w 6851038"/>
              <a:gd name="connsiteY44" fmla="*/ 842833 h 1830956"/>
              <a:gd name="connsiteX45" fmla="*/ 2695810 w 6851038"/>
              <a:gd name="connsiteY45" fmla="*/ 1324293 h 1830956"/>
              <a:gd name="connsiteX46" fmla="*/ 2179803 w 6851038"/>
              <a:gd name="connsiteY46" fmla="*/ 1690437 h 1830956"/>
              <a:gd name="connsiteX47" fmla="*/ 1928430 w 6851038"/>
              <a:gd name="connsiteY47" fmla="*/ 1786018 h 1830956"/>
              <a:gd name="connsiteX48" fmla="*/ 1738874 w 6851038"/>
              <a:gd name="connsiteY48" fmla="*/ 1754556 h 1830956"/>
              <a:gd name="connsiteX49" fmla="*/ 1558709 w 6851038"/>
              <a:gd name="connsiteY49" fmla="*/ 1702647 h 1830956"/>
              <a:gd name="connsiteX50" fmla="*/ 1410448 w 6851038"/>
              <a:gd name="connsiteY50" fmla="*/ 1733679 h 1830956"/>
              <a:gd name="connsiteX51" fmla="*/ 1174570 w 6851038"/>
              <a:gd name="connsiteY51" fmla="*/ 1800485 h 1830956"/>
              <a:gd name="connsiteX52" fmla="*/ 888590 w 6851038"/>
              <a:gd name="connsiteY52" fmla="*/ 1825743 h 1830956"/>
              <a:gd name="connsiteX53" fmla="*/ 665240 w 6851038"/>
              <a:gd name="connsiteY53" fmla="*/ 1780251 h 1830956"/>
              <a:gd name="connsiteX54" fmla="*/ 396856 w 6851038"/>
              <a:gd name="connsiteY54" fmla="*/ 1617994 h 1830956"/>
              <a:gd name="connsiteX55" fmla="*/ 250734 w 6851038"/>
              <a:gd name="connsiteY55" fmla="*/ 1549022 h 1830956"/>
              <a:gd name="connsiteX56" fmla="*/ 25806 w 6851038"/>
              <a:gd name="connsiteY56" fmla="*/ 1362030 h 1830956"/>
              <a:gd name="connsiteX0" fmla="*/ 25806 w 6851038"/>
              <a:gd name="connsiteY0" fmla="*/ 1362030 h 1830956"/>
              <a:gd name="connsiteX1" fmla="*/ 15257 w 6851038"/>
              <a:gd name="connsiteY1" fmla="*/ 970226 h 1830956"/>
              <a:gd name="connsiteX2" fmla="*/ 118651 w 6851038"/>
              <a:gd name="connsiteY2" fmla="*/ 960965 h 1830956"/>
              <a:gd name="connsiteX3" fmla="*/ 110836 w 6851038"/>
              <a:gd name="connsiteY3" fmla="*/ 1225226 h 1830956"/>
              <a:gd name="connsiteX4" fmla="*/ 330306 w 6851038"/>
              <a:gd name="connsiteY4" fmla="*/ 1453996 h 1830956"/>
              <a:gd name="connsiteX5" fmla="*/ 609170 w 6851038"/>
              <a:gd name="connsiteY5" fmla="*/ 1626794 h 1830956"/>
              <a:gd name="connsiteX6" fmla="*/ 1002299 w 6851038"/>
              <a:gd name="connsiteY6" fmla="*/ 1730823 h 1830956"/>
              <a:gd name="connsiteX7" fmla="*/ 1346366 w 6851038"/>
              <a:gd name="connsiteY7" fmla="*/ 1612187 h 1830956"/>
              <a:gd name="connsiteX8" fmla="*/ 1546103 w 6851038"/>
              <a:gd name="connsiteY8" fmla="*/ 1551168 h 1830956"/>
              <a:gd name="connsiteX9" fmla="*/ 1782195 w 6851038"/>
              <a:gd name="connsiteY9" fmla="*/ 1621749 h 1830956"/>
              <a:gd name="connsiteX10" fmla="*/ 1924976 w 6851038"/>
              <a:gd name="connsiteY10" fmla="*/ 1608552 h 1830956"/>
              <a:gd name="connsiteX11" fmla="*/ 2069717 w 6851038"/>
              <a:gd name="connsiteY11" fmla="*/ 1572048 h 1830956"/>
              <a:gd name="connsiteX12" fmla="*/ 2290420 w 6851038"/>
              <a:gd name="connsiteY12" fmla="*/ 1495930 h 1830956"/>
              <a:gd name="connsiteX13" fmla="*/ 2543286 w 6851038"/>
              <a:gd name="connsiteY13" fmla="*/ 1341877 h 1830956"/>
              <a:gd name="connsiteX14" fmla="*/ 3388660 w 6851038"/>
              <a:gd name="connsiteY14" fmla="*/ 736610 h 1830956"/>
              <a:gd name="connsiteX15" fmla="*/ 4756784 w 6851038"/>
              <a:gd name="connsiteY15" fmla="*/ 909322 h 1830956"/>
              <a:gd name="connsiteX16" fmla="*/ 5256317 w 6851038"/>
              <a:gd name="connsiteY16" fmla="*/ 274322 h 1830956"/>
              <a:gd name="connsiteX17" fmla="*/ 5821468 w 6851038"/>
              <a:gd name="connsiteY17" fmla="*/ 172768 h 1830956"/>
              <a:gd name="connsiteX18" fmla="*/ 6251151 w 6851038"/>
              <a:gd name="connsiteY18" fmla="*/ 428302 h 1830956"/>
              <a:gd name="connsiteX19" fmla="*/ 6412373 w 6851038"/>
              <a:gd name="connsiteY19" fmla="*/ 623187 h 1830956"/>
              <a:gd name="connsiteX20" fmla="*/ 6564773 w 6851038"/>
              <a:gd name="connsiteY20" fmla="*/ 703089 h 1830956"/>
              <a:gd name="connsiteX21" fmla="*/ 6679073 w 6851038"/>
              <a:gd name="connsiteY21" fmla="*/ 674034 h 1830956"/>
              <a:gd name="connsiteX22" fmla="*/ 6708351 w 6851038"/>
              <a:gd name="connsiteY22" fmla="*/ 529995 h 1830956"/>
              <a:gd name="connsiteX23" fmla="*/ 6679074 w 6851038"/>
              <a:gd name="connsiteY23" fmla="*/ 390745 h 1830956"/>
              <a:gd name="connsiteX24" fmla="*/ 6609225 w 6851038"/>
              <a:gd name="connsiteY24" fmla="*/ 303578 h 1830956"/>
              <a:gd name="connsiteX25" fmla="*/ 6564775 w 6851038"/>
              <a:gd name="connsiteY25" fmla="*/ 194620 h 1830956"/>
              <a:gd name="connsiteX26" fmla="*/ 6545725 w 6851038"/>
              <a:gd name="connsiteY26" fmla="*/ 27550 h 1830956"/>
              <a:gd name="connsiteX27" fmla="*/ 6691774 w 6851038"/>
              <a:gd name="connsiteY27" fmla="*/ 13025 h 1830956"/>
              <a:gd name="connsiteX28" fmla="*/ 6843817 w 6851038"/>
              <a:gd name="connsiteY28" fmla="*/ 26287 h 1830956"/>
              <a:gd name="connsiteX29" fmla="*/ 6825125 w 6851038"/>
              <a:gd name="connsiteY29" fmla="*/ 252730 h 1830956"/>
              <a:gd name="connsiteX30" fmla="*/ 6780675 w 6851038"/>
              <a:gd name="connsiteY30" fmla="*/ 405271 h 1830956"/>
              <a:gd name="connsiteX31" fmla="*/ 6767974 w 6851038"/>
              <a:gd name="connsiteY31" fmla="*/ 659506 h 1830956"/>
              <a:gd name="connsiteX32" fmla="*/ 6691774 w 6851038"/>
              <a:gd name="connsiteY32" fmla="*/ 775729 h 1830956"/>
              <a:gd name="connsiteX33" fmla="*/ 6581351 w 6851038"/>
              <a:gd name="connsiteY33" fmla="*/ 797321 h 1830956"/>
              <a:gd name="connsiteX34" fmla="*/ 6367566 w 6851038"/>
              <a:gd name="connsiteY34" fmla="*/ 712560 h 1830956"/>
              <a:gd name="connsiteX35" fmla="*/ 6101224 w 6851038"/>
              <a:gd name="connsiteY35" fmla="*/ 398005 h 1830956"/>
              <a:gd name="connsiteX36" fmla="*/ 5863801 w 6851038"/>
              <a:gd name="connsiteY36" fmla="*/ 276774 h 1830956"/>
              <a:gd name="connsiteX37" fmla="*/ 5539951 w 6851038"/>
              <a:gd name="connsiteY37" fmla="*/ 257389 h 1830956"/>
              <a:gd name="connsiteX38" fmla="*/ 5357917 w 6851038"/>
              <a:gd name="connsiteY38" fmla="*/ 333589 h 1830956"/>
              <a:gd name="connsiteX39" fmla="*/ 5239384 w 6851038"/>
              <a:gd name="connsiteY39" fmla="*/ 452121 h 1830956"/>
              <a:gd name="connsiteX40" fmla="*/ 5027717 w 6851038"/>
              <a:gd name="connsiteY40" fmla="*/ 833121 h 1830956"/>
              <a:gd name="connsiteX41" fmla="*/ 4849917 w 6851038"/>
              <a:gd name="connsiteY41" fmla="*/ 985522 h 1830956"/>
              <a:gd name="connsiteX42" fmla="*/ 4437725 w 6851038"/>
              <a:gd name="connsiteY42" fmla="*/ 1018010 h 1830956"/>
              <a:gd name="connsiteX43" fmla="*/ 3778428 w 6851038"/>
              <a:gd name="connsiteY43" fmla="*/ 839283 h 1830956"/>
              <a:gd name="connsiteX44" fmla="*/ 3364217 w 6851038"/>
              <a:gd name="connsiteY44" fmla="*/ 842833 h 1830956"/>
              <a:gd name="connsiteX45" fmla="*/ 2695810 w 6851038"/>
              <a:gd name="connsiteY45" fmla="*/ 1324293 h 1830956"/>
              <a:gd name="connsiteX46" fmla="*/ 2179803 w 6851038"/>
              <a:gd name="connsiteY46" fmla="*/ 1690437 h 1830956"/>
              <a:gd name="connsiteX47" fmla="*/ 1928430 w 6851038"/>
              <a:gd name="connsiteY47" fmla="*/ 1786018 h 1830956"/>
              <a:gd name="connsiteX48" fmla="*/ 1738874 w 6851038"/>
              <a:gd name="connsiteY48" fmla="*/ 1754556 h 1830956"/>
              <a:gd name="connsiteX49" fmla="*/ 1558709 w 6851038"/>
              <a:gd name="connsiteY49" fmla="*/ 1702647 h 1830956"/>
              <a:gd name="connsiteX50" fmla="*/ 1410448 w 6851038"/>
              <a:gd name="connsiteY50" fmla="*/ 1733679 h 1830956"/>
              <a:gd name="connsiteX51" fmla="*/ 1174570 w 6851038"/>
              <a:gd name="connsiteY51" fmla="*/ 1800485 h 1830956"/>
              <a:gd name="connsiteX52" fmla="*/ 888590 w 6851038"/>
              <a:gd name="connsiteY52" fmla="*/ 1825743 h 1830956"/>
              <a:gd name="connsiteX53" fmla="*/ 665240 w 6851038"/>
              <a:gd name="connsiteY53" fmla="*/ 1780251 h 1830956"/>
              <a:gd name="connsiteX54" fmla="*/ 396856 w 6851038"/>
              <a:gd name="connsiteY54" fmla="*/ 1617994 h 1830956"/>
              <a:gd name="connsiteX55" fmla="*/ 250734 w 6851038"/>
              <a:gd name="connsiteY55" fmla="*/ 1549022 h 1830956"/>
              <a:gd name="connsiteX56" fmla="*/ 25806 w 6851038"/>
              <a:gd name="connsiteY56" fmla="*/ 1362030 h 1830956"/>
              <a:gd name="connsiteX0" fmla="*/ 25806 w 6851038"/>
              <a:gd name="connsiteY0" fmla="*/ 1362030 h 1830956"/>
              <a:gd name="connsiteX1" fmla="*/ 15257 w 6851038"/>
              <a:gd name="connsiteY1" fmla="*/ 970226 h 1830956"/>
              <a:gd name="connsiteX2" fmla="*/ 118651 w 6851038"/>
              <a:gd name="connsiteY2" fmla="*/ 960965 h 1830956"/>
              <a:gd name="connsiteX3" fmla="*/ 110836 w 6851038"/>
              <a:gd name="connsiteY3" fmla="*/ 1225226 h 1830956"/>
              <a:gd name="connsiteX4" fmla="*/ 330306 w 6851038"/>
              <a:gd name="connsiteY4" fmla="*/ 1453996 h 1830956"/>
              <a:gd name="connsiteX5" fmla="*/ 609170 w 6851038"/>
              <a:gd name="connsiteY5" fmla="*/ 1626794 h 1830956"/>
              <a:gd name="connsiteX6" fmla="*/ 1002299 w 6851038"/>
              <a:gd name="connsiteY6" fmla="*/ 1730823 h 1830956"/>
              <a:gd name="connsiteX7" fmla="*/ 1346366 w 6851038"/>
              <a:gd name="connsiteY7" fmla="*/ 1612187 h 1830956"/>
              <a:gd name="connsiteX8" fmla="*/ 1546103 w 6851038"/>
              <a:gd name="connsiteY8" fmla="*/ 1551168 h 1830956"/>
              <a:gd name="connsiteX9" fmla="*/ 1782195 w 6851038"/>
              <a:gd name="connsiteY9" fmla="*/ 1621749 h 1830956"/>
              <a:gd name="connsiteX10" fmla="*/ 1924976 w 6851038"/>
              <a:gd name="connsiteY10" fmla="*/ 1608552 h 1830956"/>
              <a:gd name="connsiteX11" fmla="*/ 2069717 w 6851038"/>
              <a:gd name="connsiteY11" fmla="*/ 1572048 h 1830956"/>
              <a:gd name="connsiteX12" fmla="*/ 2290420 w 6851038"/>
              <a:gd name="connsiteY12" fmla="*/ 1495930 h 1830956"/>
              <a:gd name="connsiteX13" fmla="*/ 2543286 w 6851038"/>
              <a:gd name="connsiteY13" fmla="*/ 1341877 h 1830956"/>
              <a:gd name="connsiteX14" fmla="*/ 3388660 w 6851038"/>
              <a:gd name="connsiteY14" fmla="*/ 736610 h 1830956"/>
              <a:gd name="connsiteX15" fmla="*/ 4756784 w 6851038"/>
              <a:gd name="connsiteY15" fmla="*/ 909322 h 1830956"/>
              <a:gd name="connsiteX16" fmla="*/ 5256317 w 6851038"/>
              <a:gd name="connsiteY16" fmla="*/ 274322 h 1830956"/>
              <a:gd name="connsiteX17" fmla="*/ 5821468 w 6851038"/>
              <a:gd name="connsiteY17" fmla="*/ 172768 h 1830956"/>
              <a:gd name="connsiteX18" fmla="*/ 6251151 w 6851038"/>
              <a:gd name="connsiteY18" fmla="*/ 428302 h 1830956"/>
              <a:gd name="connsiteX19" fmla="*/ 6412373 w 6851038"/>
              <a:gd name="connsiteY19" fmla="*/ 623187 h 1830956"/>
              <a:gd name="connsiteX20" fmla="*/ 6564773 w 6851038"/>
              <a:gd name="connsiteY20" fmla="*/ 703089 h 1830956"/>
              <a:gd name="connsiteX21" fmla="*/ 6679073 w 6851038"/>
              <a:gd name="connsiteY21" fmla="*/ 674034 h 1830956"/>
              <a:gd name="connsiteX22" fmla="*/ 6708351 w 6851038"/>
              <a:gd name="connsiteY22" fmla="*/ 529995 h 1830956"/>
              <a:gd name="connsiteX23" fmla="*/ 6679074 w 6851038"/>
              <a:gd name="connsiteY23" fmla="*/ 390745 h 1830956"/>
              <a:gd name="connsiteX24" fmla="*/ 6609225 w 6851038"/>
              <a:gd name="connsiteY24" fmla="*/ 303578 h 1830956"/>
              <a:gd name="connsiteX25" fmla="*/ 6564775 w 6851038"/>
              <a:gd name="connsiteY25" fmla="*/ 194620 h 1830956"/>
              <a:gd name="connsiteX26" fmla="*/ 6545725 w 6851038"/>
              <a:gd name="connsiteY26" fmla="*/ 27550 h 1830956"/>
              <a:gd name="connsiteX27" fmla="*/ 6691774 w 6851038"/>
              <a:gd name="connsiteY27" fmla="*/ 13025 h 1830956"/>
              <a:gd name="connsiteX28" fmla="*/ 6843817 w 6851038"/>
              <a:gd name="connsiteY28" fmla="*/ 26287 h 1830956"/>
              <a:gd name="connsiteX29" fmla="*/ 6825125 w 6851038"/>
              <a:gd name="connsiteY29" fmla="*/ 252730 h 1830956"/>
              <a:gd name="connsiteX30" fmla="*/ 6780675 w 6851038"/>
              <a:gd name="connsiteY30" fmla="*/ 405271 h 1830956"/>
              <a:gd name="connsiteX31" fmla="*/ 6767974 w 6851038"/>
              <a:gd name="connsiteY31" fmla="*/ 659506 h 1830956"/>
              <a:gd name="connsiteX32" fmla="*/ 6691774 w 6851038"/>
              <a:gd name="connsiteY32" fmla="*/ 775729 h 1830956"/>
              <a:gd name="connsiteX33" fmla="*/ 6581351 w 6851038"/>
              <a:gd name="connsiteY33" fmla="*/ 797321 h 1830956"/>
              <a:gd name="connsiteX34" fmla="*/ 6367566 w 6851038"/>
              <a:gd name="connsiteY34" fmla="*/ 712560 h 1830956"/>
              <a:gd name="connsiteX35" fmla="*/ 6101224 w 6851038"/>
              <a:gd name="connsiteY35" fmla="*/ 398005 h 1830956"/>
              <a:gd name="connsiteX36" fmla="*/ 5863801 w 6851038"/>
              <a:gd name="connsiteY36" fmla="*/ 276774 h 1830956"/>
              <a:gd name="connsiteX37" fmla="*/ 5539951 w 6851038"/>
              <a:gd name="connsiteY37" fmla="*/ 257389 h 1830956"/>
              <a:gd name="connsiteX38" fmla="*/ 5357917 w 6851038"/>
              <a:gd name="connsiteY38" fmla="*/ 333589 h 1830956"/>
              <a:gd name="connsiteX39" fmla="*/ 5239384 w 6851038"/>
              <a:gd name="connsiteY39" fmla="*/ 452121 h 1830956"/>
              <a:gd name="connsiteX40" fmla="*/ 5027717 w 6851038"/>
              <a:gd name="connsiteY40" fmla="*/ 833121 h 1830956"/>
              <a:gd name="connsiteX41" fmla="*/ 4849917 w 6851038"/>
              <a:gd name="connsiteY41" fmla="*/ 985522 h 1830956"/>
              <a:gd name="connsiteX42" fmla="*/ 4437725 w 6851038"/>
              <a:gd name="connsiteY42" fmla="*/ 1018010 h 1830956"/>
              <a:gd name="connsiteX43" fmla="*/ 3778428 w 6851038"/>
              <a:gd name="connsiteY43" fmla="*/ 839283 h 1830956"/>
              <a:gd name="connsiteX44" fmla="*/ 3364217 w 6851038"/>
              <a:gd name="connsiteY44" fmla="*/ 842833 h 1830956"/>
              <a:gd name="connsiteX45" fmla="*/ 2695810 w 6851038"/>
              <a:gd name="connsiteY45" fmla="*/ 1324293 h 1830956"/>
              <a:gd name="connsiteX46" fmla="*/ 2179803 w 6851038"/>
              <a:gd name="connsiteY46" fmla="*/ 1690437 h 1830956"/>
              <a:gd name="connsiteX47" fmla="*/ 2004054 w 6851038"/>
              <a:gd name="connsiteY47" fmla="*/ 1733719 h 1830956"/>
              <a:gd name="connsiteX48" fmla="*/ 1738874 w 6851038"/>
              <a:gd name="connsiteY48" fmla="*/ 1754556 h 1830956"/>
              <a:gd name="connsiteX49" fmla="*/ 1558709 w 6851038"/>
              <a:gd name="connsiteY49" fmla="*/ 1702647 h 1830956"/>
              <a:gd name="connsiteX50" fmla="*/ 1410448 w 6851038"/>
              <a:gd name="connsiteY50" fmla="*/ 1733679 h 1830956"/>
              <a:gd name="connsiteX51" fmla="*/ 1174570 w 6851038"/>
              <a:gd name="connsiteY51" fmla="*/ 1800485 h 1830956"/>
              <a:gd name="connsiteX52" fmla="*/ 888590 w 6851038"/>
              <a:gd name="connsiteY52" fmla="*/ 1825743 h 1830956"/>
              <a:gd name="connsiteX53" fmla="*/ 665240 w 6851038"/>
              <a:gd name="connsiteY53" fmla="*/ 1780251 h 1830956"/>
              <a:gd name="connsiteX54" fmla="*/ 396856 w 6851038"/>
              <a:gd name="connsiteY54" fmla="*/ 1617994 h 1830956"/>
              <a:gd name="connsiteX55" fmla="*/ 250734 w 6851038"/>
              <a:gd name="connsiteY55" fmla="*/ 1549022 h 1830956"/>
              <a:gd name="connsiteX56" fmla="*/ 25806 w 6851038"/>
              <a:gd name="connsiteY56" fmla="*/ 1362030 h 1830956"/>
              <a:gd name="connsiteX0" fmla="*/ 25806 w 6851038"/>
              <a:gd name="connsiteY0" fmla="*/ 1362030 h 1830956"/>
              <a:gd name="connsiteX1" fmla="*/ 15257 w 6851038"/>
              <a:gd name="connsiteY1" fmla="*/ 970226 h 1830956"/>
              <a:gd name="connsiteX2" fmla="*/ 118651 w 6851038"/>
              <a:gd name="connsiteY2" fmla="*/ 960965 h 1830956"/>
              <a:gd name="connsiteX3" fmla="*/ 110836 w 6851038"/>
              <a:gd name="connsiteY3" fmla="*/ 1225226 h 1830956"/>
              <a:gd name="connsiteX4" fmla="*/ 330306 w 6851038"/>
              <a:gd name="connsiteY4" fmla="*/ 1453996 h 1830956"/>
              <a:gd name="connsiteX5" fmla="*/ 609170 w 6851038"/>
              <a:gd name="connsiteY5" fmla="*/ 1626794 h 1830956"/>
              <a:gd name="connsiteX6" fmla="*/ 1002299 w 6851038"/>
              <a:gd name="connsiteY6" fmla="*/ 1730823 h 1830956"/>
              <a:gd name="connsiteX7" fmla="*/ 1346366 w 6851038"/>
              <a:gd name="connsiteY7" fmla="*/ 1612187 h 1830956"/>
              <a:gd name="connsiteX8" fmla="*/ 1546103 w 6851038"/>
              <a:gd name="connsiteY8" fmla="*/ 1551168 h 1830956"/>
              <a:gd name="connsiteX9" fmla="*/ 1782195 w 6851038"/>
              <a:gd name="connsiteY9" fmla="*/ 1621749 h 1830956"/>
              <a:gd name="connsiteX10" fmla="*/ 1924976 w 6851038"/>
              <a:gd name="connsiteY10" fmla="*/ 1608552 h 1830956"/>
              <a:gd name="connsiteX11" fmla="*/ 2069717 w 6851038"/>
              <a:gd name="connsiteY11" fmla="*/ 1572048 h 1830956"/>
              <a:gd name="connsiteX12" fmla="*/ 2290420 w 6851038"/>
              <a:gd name="connsiteY12" fmla="*/ 1495930 h 1830956"/>
              <a:gd name="connsiteX13" fmla="*/ 2543286 w 6851038"/>
              <a:gd name="connsiteY13" fmla="*/ 1341877 h 1830956"/>
              <a:gd name="connsiteX14" fmla="*/ 3388660 w 6851038"/>
              <a:gd name="connsiteY14" fmla="*/ 736610 h 1830956"/>
              <a:gd name="connsiteX15" fmla="*/ 4756784 w 6851038"/>
              <a:gd name="connsiteY15" fmla="*/ 909322 h 1830956"/>
              <a:gd name="connsiteX16" fmla="*/ 5256317 w 6851038"/>
              <a:gd name="connsiteY16" fmla="*/ 274322 h 1830956"/>
              <a:gd name="connsiteX17" fmla="*/ 5821468 w 6851038"/>
              <a:gd name="connsiteY17" fmla="*/ 172768 h 1830956"/>
              <a:gd name="connsiteX18" fmla="*/ 6251151 w 6851038"/>
              <a:gd name="connsiteY18" fmla="*/ 428302 h 1830956"/>
              <a:gd name="connsiteX19" fmla="*/ 6412373 w 6851038"/>
              <a:gd name="connsiteY19" fmla="*/ 623187 h 1830956"/>
              <a:gd name="connsiteX20" fmla="*/ 6564773 w 6851038"/>
              <a:gd name="connsiteY20" fmla="*/ 703089 h 1830956"/>
              <a:gd name="connsiteX21" fmla="*/ 6679073 w 6851038"/>
              <a:gd name="connsiteY21" fmla="*/ 674034 h 1830956"/>
              <a:gd name="connsiteX22" fmla="*/ 6708351 w 6851038"/>
              <a:gd name="connsiteY22" fmla="*/ 529995 h 1830956"/>
              <a:gd name="connsiteX23" fmla="*/ 6679074 w 6851038"/>
              <a:gd name="connsiteY23" fmla="*/ 390745 h 1830956"/>
              <a:gd name="connsiteX24" fmla="*/ 6609225 w 6851038"/>
              <a:gd name="connsiteY24" fmla="*/ 303578 h 1830956"/>
              <a:gd name="connsiteX25" fmla="*/ 6564775 w 6851038"/>
              <a:gd name="connsiteY25" fmla="*/ 194620 h 1830956"/>
              <a:gd name="connsiteX26" fmla="*/ 6545725 w 6851038"/>
              <a:gd name="connsiteY26" fmla="*/ 27550 h 1830956"/>
              <a:gd name="connsiteX27" fmla="*/ 6691774 w 6851038"/>
              <a:gd name="connsiteY27" fmla="*/ 13025 h 1830956"/>
              <a:gd name="connsiteX28" fmla="*/ 6843817 w 6851038"/>
              <a:gd name="connsiteY28" fmla="*/ 26287 h 1830956"/>
              <a:gd name="connsiteX29" fmla="*/ 6825125 w 6851038"/>
              <a:gd name="connsiteY29" fmla="*/ 252730 h 1830956"/>
              <a:gd name="connsiteX30" fmla="*/ 6780675 w 6851038"/>
              <a:gd name="connsiteY30" fmla="*/ 405271 h 1830956"/>
              <a:gd name="connsiteX31" fmla="*/ 6767974 w 6851038"/>
              <a:gd name="connsiteY31" fmla="*/ 659506 h 1830956"/>
              <a:gd name="connsiteX32" fmla="*/ 6691774 w 6851038"/>
              <a:gd name="connsiteY32" fmla="*/ 775729 h 1830956"/>
              <a:gd name="connsiteX33" fmla="*/ 6581351 w 6851038"/>
              <a:gd name="connsiteY33" fmla="*/ 797321 h 1830956"/>
              <a:gd name="connsiteX34" fmla="*/ 6367566 w 6851038"/>
              <a:gd name="connsiteY34" fmla="*/ 712560 h 1830956"/>
              <a:gd name="connsiteX35" fmla="*/ 6101224 w 6851038"/>
              <a:gd name="connsiteY35" fmla="*/ 398005 h 1830956"/>
              <a:gd name="connsiteX36" fmla="*/ 5863801 w 6851038"/>
              <a:gd name="connsiteY36" fmla="*/ 276774 h 1830956"/>
              <a:gd name="connsiteX37" fmla="*/ 5539951 w 6851038"/>
              <a:gd name="connsiteY37" fmla="*/ 257389 h 1830956"/>
              <a:gd name="connsiteX38" fmla="*/ 5357917 w 6851038"/>
              <a:gd name="connsiteY38" fmla="*/ 333589 h 1830956"/>
              <a:gd name="connsiteX39" fmla="*/ 5239384 w 6851038"/>
              <a:gd name="connsiteY39" fmla="*/ 452121 h 1830956"/>
              <a:gd name="connsiteX40" fmla="*/ 5027717 w 6851038"/>
              <a:gd name="connsiteY40" fmla="*/ 833121 h 1830956"/>
              <a:gd name="connsiteX41" fmla="*/ 4849917 w 6851038"/>
              <a:gd name="connsiteY41" fmla="*/ 985522 h 1830956"/>
              <a:gd name="connsiteX42" fmla="*/ 4437725 w 6851038"/>
              <a:gd name="connsiteY42" fmla="*/ 1018010 h 1830956"/>
              <a:gd name="connsiteX43" fmla="*/ 3778428 w 6851038"/>
              <a:gd name="connsiteY43" fmla="*/ 839283 h 1830956"/>
              <a:gd name="connsiteX44" fmla="*/ 3364217 w 6851038"/>
              <a:gd name="connsiteY44" fmla="*/ 842833 h 1830956"/>
              <a:gd name="connsiteX45" fmla="*/ 2695810 w 6851038"/>
              <a:gd name="connsiteY45" fmla="*/ 1324293 h 1830956"/>
              <a:gd name="connsiteX46" fmla="*/ 2179803 w 6851038"/>
              <a:gd name="connsiteY46" fmla="*/ 1690437 h 1830956"/>
              <a:gd name="connsiteX47" fmla="*/ 2004054 w 6851038"/>
              <a:gd name="connsiteY47" fmla="*/ 1733719 h 1830956"/>
              <a:gd name="connsiteX48" fmla="*/ 1738874 w 6851038"/>
              <a:gd name="connsiteY48" fmla="*/ 1754556 h 1830956"/>
              <a:gd name="connsiteX49" fmla="*/ 1558709 w 6851038"/>
              <a:gd name="connsiteY49" fmla="*/ 1702647 h 1830956"/>
              <a:gd name="connsiteX50" fmla="*/ 1410448 w 6851038"/>
              <a:gd name="connsiteY50" fmla="*/ 1733679 h 1830956"/>
              <a:gd name="connsiteX51" fmla="*/ 1174570 w 6851038"/>
              <a:gd name="connsiteY51" fmla="*/ 1800485 h 1830956"/>
              <a:gd name="connsiteX52" fmla="*/ 888590 w 6851038"/>
              <a:gd name="connsiteY52" fmla="*/ 1825743 h 1830956"/>
              <a:gd name="connsiteX53" fmla="*/ 665240 w 6851038"/>
              <a:gd name="connsiteY53" fmla="*/ 1780251 h 1830956"/>
              <a:gd name="connsiteX54" fmla="*/ 396856 w 6851038"/>
              <a:gd name="connsiteY54" fmla="*/ 1617994 h 1830956"/>
              <a:gd name="connsiteX55" fmla="*/ 250734 w 6851038"/>
              <a:gd name="connsiteY55" fmla="*/ 1549022 h 1830956"/>
              <a:gd name="connsiteX56" fmla="*/ 25806 w 6851038"/>
              <a:gd name="connsiteY56" fmla="*/ 1362030 h 1830956"/>
              <a:gd name="connsiteX0" fmla="*/ 25806 w 6851038"/>
              <a:gd name="connsiteY0" fmla="*/ 1362030 h 1830956"/>
              <a:gd name="connsiteX1" fmla="*/ 15257 w 6851038"/>
              <a:gd name="connsiteY1" fmla="*/ 970226 h 1830956"/>
              <a:gd name="connsiteX2" fmla="*/ 118651 w 6851038"/>
              <a:gd name="connsiteY2" fmla="*/ 960965 h 1830956"/>
              <a:gd name="connsiteX3" fmla="*/ 110836 w 6851038"/>
              <a:gd name="connsiteY3" fmla="*/ 1225226 h 1830956"/>
              <a:gd name="connsiteX4" fmla="*/ 330306 w 6851038"/>
              <a:gd name="connsiteY4" fmla="*/ 1453996 h 1830956"/>
              <a:gd name="connsiteX5" fmla="*/ 609170 w 6851038"/>
              <a:gd name="connsiteY5" fmla="*/ 1626794 h 1830956"/>
              <a:gd name="connsiteX6" fmla="*/ 1002299 w 6851038"/>
              <a:gd name="connsiteY6" fmla="*/ 1730823 h 1830956"/>
              <a:gd name="connsiteX7" fmla="*/ 1346366 w 6851038"/>
              <a:gd name="connsiteY7" fmla="*/ 1612187 h 1830956"/>
              <a:gd name="connsiteX8" fmla="*/ 1546103 w 6851038"/>
              <a:gd name="connsiteY8" fmla="*/ 1551168 h 1830956"/>
              <a:gd name="connsiteX9" fmla="*/ 1782195 w 6851038"/>
              <a:gd name="connsiteY9" fmla="*/ 1621749 h 1830956"/>
              <a:gd name="connsiteX10" fmla="*/ 1924976 w 6851038"/>
              <a:gd name="connsiteY10" fmla="*/ 1608552 h 1830956"/>
              <a:gd name="connsiteX11" fmla="*/ 2069717 w 6851038"/>
              <a:gd name="connsiteY11" fmla="*/ 1572048 h 1830956"/>
              <a:gd name="connsiteX12" fmla="*/ 2290420 w 6851038"/>
              <a:gd name="connsiteY12" fmla="*/ 1495930 h 1830956"/>
              <a:gd name="connsiteX13" fmla="*/ 2543286 w 6851038"/>
              <a:gd name="connsiteY13" fmla="*/ 1341877 h 1830956"/>
              <a:gd name="connsiteX14" fmla="*/ 3388660 w 6851038"/>
              <a:gd name="connsiteY14" fmla="*/ 736610 h 1830956"/>
              <a:gd name="connsiteX15" fmla="*/ 4756784 w 6851038"/>
              <a:gd name="connsiteY15" fmla="*/ 909322 h 1830956"/>
              <a:gd name="connsiteX16" fmla="*/ 5256317 w 6851038"/>
              <a:gd name="connsiteY16" fmla="*/ 274322 h 1830956"/>
              <a:gd name="connsiteX17" fmla="*/ 5821468 w 6851038"/>
              <a:gd name="connsiteY17" fmla="*/ 172768 h 1830956"/>
              <a:gd name="connsiteX18" fmla="*/ 6251151 w 6851038"/>
              <a:gd name="connsiteY18" fmla="*/ 428302 h 1830956"/>
              <a:gd name="connsiteX19" fmla="*/ 6412373 w 6851038"/>
              <a:gd name="connsiteY19" fmla="*/ 623187 h 1830956"/>
              <a:gd name="connsiteX20" fmla="*/ 6564773 w 6851038"/>
              <a:gd name="connsiteY20" fmla="*/ 703089 h 1830956"/>
              <a:gd name="connsiteX21" fmla="*/ 6679073 w 6851038"/>
              <a:gd name="connsiteY21" fmla="*/ 674034 h 1830956"/>
              <a:gd name="connsiteX22" fmla="*/ 6708351 w 6851038"/>
              <a:gd name="connsiteY22" fmla="*/ 529995 h 1830956"/>
              <a:gd name="connsiteX23" fmla="*/ 6679074 w 6851038"/>
              <a:gd name="connsiteY23" fmla="*/ 390745 h 1830956"/>
              <a:gd name="connsiteX24" fmla="*/ 6609225 w 6851038"/>
              <a:gd name="connsiteY24" fmla="*/ 303578 h 1830956"/>
              <a:gd name="connsiteX25" fmla="*/ 6564775 w 6851038"/>
              <a:gd name="connsiteY25" fmla="*/ 194620 h 1830956"/>
              <a:gd name="connsiteX26" fmla="*/ 6545725 w 6851038"/>
              <a:gd name="connsiteY26" fmla="*/ 27550 h 1830956"/>
              <a:gd name="connsiteX27" fmla="*/ 6691774 w 6851038"/>
              <a:gd name="connsiteY27" fmla="*/ 13025 h 1830956"/>
              <a:gd name="connsiteX28" fmla="*/ 6843817 w 6851038"/>
              <a:gd name="connsiteY28" fmla="*/ 26287 h 1830956"/>
              <a:gd name="connsiteX29" fmla="*/ 6825125 w 6851038"/>
              <a:gd name="connsiteY29" fmla="*/ 252730 h 1830956"/>
              <a:gd name="connsiteX30" fmla="*/ 6780675 w 6851038"/>
              <a:gd name="connsiteY30" fmla="*/ 405271 h 1830956"/>
              <a:gd name="connsiteX31" fmla="*/ 6767974 w 6851038"/>
              <a:gd name="connsiteY31" fmla="*/ 659506 h 1830956"/>
              <a:gd name="connsiteX32" fmla="*/ 6691774 w 6851038"/>
              <a:gd name="connsiteY32" fmla="*/ 775729 h 1830956"/>
              <a:gd name="connsiteX33" fmla="*/ 6581351 w 6851038"/>
              <a:gd name="connsiteY33" fmla="*/ 797321 h 1830956"/>
              <a:gd name="connsiteX34" fmla="*/ 6367566 w 6851038"/>
              <a:gd name="connsiteY34" fmla="*/ 712560 h 1830956"/>
              <a:gd name="connsiteX35" fmla="*/ 6101224 w 6851038"/>
              <a:gd name="connsiteY35" fmla="*/ 398005 h 1830956"/>
              <a:gd name="connsiteX36" fmla="*/ 5863801 w 6851038"/>
              <a:gd name="connsiteY36" fmla="*/ 276774 h 1830956"/>
              <a:gd name="connsiteX37" fmla="*/ 5539951 w 6851038"/>
              <a:gd name="connsiteY37" fmla="*/ 257389 h 1830956"/>
              <a:gd name="connsiteX38" fmla="*/ 5357917 w 6851038"/>
              <a:gd name="connsiteY38" fmla="*/ 333589 h 1830956"/>
              <a:gd name="connsiteX39" fmla="*/ 5239384 w 6851038"/>
              <a:gd name="connsiteY39" fmla="*/ 452121 h 1830956"/>
              <a:gd name="connsiteX40" fmla="*/ 5027717 w 6851038"/>
              <a:gd name="connsiteY40" fmla="*/ 833121 h 1830956"/>
              <a:gd name="connsiteX41" fmla="*/ 4849917 w 6851038"/>
              <a:gd name="connsiteY41" fmla="*/ 985522 h 1830956"/>
              <a:gd name="connsiteX42" fmla="*/ 4437725 w 6851038"/>
              <a:gd name="connsiteY42" fmla="*/ 1018010 h 1830956"/>
              <a:gd name="connsiteX43" fmla="*/ 3778428 w 6851038"/>
              <a:gd name="connsiteY43" fmla="*/ 839283 h 1830956"/>
              <a:gd name="connsiteX44" fmla="*/ 3364217 w 6851038"/>
              <a:gd name="connsiteY44" fmla="*/ 842833 h 1830956"/>
              <a:gd name="connsiteX45" fmla="*/ 2695810 w 6851038"/>
              <a:gd name="connsiteY45" fmla="*/ 1324293 h 1830956"/>
              <a:gd name="connsiteX46" fmla="*/ 2179803 w 6851038"/>
              <a:gd name="connsiteY46" fmla="*/ 1690437 h 1830956"/>
              <a:gd name="connsiteX47" fmla="*/ 2004054 w 6851038"/>
              <a:gd name="connsiteY47" fmla="*/ 1733719 h 1830956"/>
              <a:gd name="connsiteX48" fmla="*/ 1738874 w 6851038"/>
              <a:gd name="connsiteY48" fmla="*/ 1754556 h 1830956"/>
              <a:gd name="connsiteX49" fmla="*/ 1558709 w 6851038"/>
              <a:gd name="connsiteY49" fmla="*/ 1702647 h 1830956"/>
              <a:gd name="connsiteX50" fmla="*/ 1410448 w 6851038"/>
              <a:gd name="connsiteY50" fmla="*/ 1733679 h 1830956"/>
              <a:gd name="connsiteX51" fmla="*/ 1174570 w 6851038"/>
              <a:gd name="connsiteY51" fmla="*/ 1800485 h 1830956"/>
              <a:gd name="connsiteX52" fmla="*/ 888590 w 6851038"/>
              <a:gd name="connsiteY52" fmla="*/ 1825743 h 1830956"/>
              <a:gd name="connsiteX53" fmla="*/ 665240 w 6851038"/>
              <a:gd name="connsiteY53" fmla="*/ 1780251 h 1830956"/>
              <a:gd name="connsiteX54" fmla="*/ 396856 w 6851038"/>
              <a:gd name="connsiteY54" fmla="*/ 1617994 h 1830956"/>
              <a:gd name="connsiteX55" fmla="*/ 250734 w 6851038"/>
              <a:gd name="connsiteY55" fmla="*/ 1549022 h 1830956"/>
              <a:gd name="connsiteX56" fmla="*/ 25806 w 6851038"/>
              <a:gd name="connsiteY56" fmla="*/ 1362030 h 1830956"/>
              <a:gd name="connsiteX0" fmla="*/ 25806 w 6851038"/>
              <a:gd name="connsiteY0" fmla="*/ 1362030 h 1830956"/>
              <a:gd name="connsiteX1" fmla="*/ 15257 w 6851038"/>
              <a:gd name="connsiteY1" fmla="*/ 970226 h 1830956"/>
              <a:gd name="connsiteX2" fmla="*/ 118651 w 6851038"/>
              <a:gd name="connsiteY2" fmla="*/ 960965 h 1830956"/>
              <a:gd name="connsiteX3" fmla="*/ 110836 w 6851038"/>
              <a:gd name="connsiteY3" fmla="*/ 1225226 h 1830956"/>
              <a:gd name="connsiteX4" fmla="*/ 330306 w 6851038"/>
              <a:gd name="connsiteY4" fmla="*/ 1453996 h 1830956"/>
              <a:gd name="connsiteX5" fmla="*/ 609170 w 6851038"/>
              <a:gd name="connsiteY5" fmla="*/ 1626794 h 1830956"/>
              <a:gd name="connsiteX6" fmla="*/ 1002299 w 6851038"/>
              <a:gd name="connsiteY6" fmla="*/ 1730823 h 1830956"/>
              <a:gd name="connsiteX7" fmla="*/ 1346366 w 6851038"/>
              <a:gd name="connsiteY7" fmla="*/ 1612187 h 1830956"/>
              <a:gd name="connsiteX8" fmla="*/ 1546103 w 6851038"/>
              <a:gd name="connsiteY8" fmla="*/ 1551168 h 1830956"/>
              <a:gd name="connsiteX9" fmla="*/ 1782195 w 6851038"/>
              <a:gd name="connsiteY9" fmla="*/ 1621749 h 1830956"/>
              <a:gd name="connsiteX10" fmla="*/ 1924976 w 6851038"/>
              <a:gd name="connsiteY10" fmla="*/ 1608552 h 1830956"/>
              <a:gd name="connsiteX11" fmla="*/ 2069717 w 6851038"/>
              <a:gd name="connsiteY11" fmla="*/ 1572048 h 1830956"/>
              <a:gd name="connsiteX12" fmla="*/ 2290420 w 6851038"/>
              <a:gd name="connsiteY12" fmla="*/ 1495930 h 1830956"/>
              <a:gd name="connsiteX13" fmla="*/ 2543286 w 6851038"/>
              <a:gd name="connsiteY13" fmla="*/ 1341877 h 1830956"/>
              <a:gd name="connsiteX14" fmla="*/ 3388660 w 6851038"/>
              <a:gd name="connsiteY14" fmla="*/ 736610 h 1830956"/>
              <a:gd name="connsiteX15" fmla="*/ 4756784 w 6851038"/>
              <a:gd name="connsiteY15" fmla="*/ 909322 h 1830956"/>
              <a:gd name="connsiteX16" fmla="*/ 5256317 w 6851038"/>
              <a:gd name="connsiteY16" fmla="*/ 274322 h 1830956"/>
              <a:gd name="connsiteX17" fmla="*/ 5821468 w 6851038"/>
              <a:gd name="connsiteY17" fmla="*/ 172768 h 1830956"/>
              <a:gd name="connsiteX18" fmla="*/ 6251151 w 6851038"/>
              <a:gd name="connsiteY18" fmla="*/ 428302 h 1830956"/>
              <a:gd name="connsiteX19" fmla="*/ 6412373 w 6851038"/>
              <a:gd name="connsiteY19" fmla="*/ 623187 h 1830956"/>
              <a:gd name="connsiteX20" fmla="*/ 6564773 w 6851038"/>
              <a:gd name="connsiteY20" fmla="*/ 703089 h 1830956"/>
              <a:gd name="connsiteX21" fmla="*/ 6679073 w 6851038"/>
              <a:gd name="connsiteY21" fmla="*/ 674034 h 1830956"/>
              <a:gd name="connsiteX22" fmla="*/ 6708351 w 6851038"/>
              <a:gd name="connsiteY22" fmla="*/ 529995 h 1830956"/>
              <a:gd name="connsiteX23" fmla="*/ 6679074 w 6851038"/>
              <a:gd name="connsiteY23" fmla="*/ 390745 h 1830956"/>
              <a:gd name="connsiteX24" fmla="*/ 6609225 w 6851038"/>
              <a:gd name="connsiteY24" fmla="*/ 303578 h 1830956"/>
              <a:gd name="connsiteX25" fmla="*/ 6564775 w 6851038"/>
              <a:gd name="connsiteY25" fmla="*/ 194620 h 1830956"/>
              <a:gd name="connsiteX26" fmla="*/ 6545725 w 6851038"/>
              <a:gd name="connsiteY26" fmla="*/ 27550 h 1830956"/>
              <a:gd name="connsiteX27" fmla="*/ 6691774 w 6851038"/>
              <a:gd name="connsiteY27" fmla="*/ 13025 h 1830956"/>
              <a:gd name="connsiteX28" fmla="*/ 6843817 w 6851038"/>
              <a:gd name="connsiteY28" fmla="*/ 26287 h 1830956"/>
              <a:gd name="connsiteX29" fmla="*/ 6825125 w 6851038"/>
              <a:gd name="connsiteY29" fmla="*/ 252730 h 1830956"/>
              <a:gd name="connsiteX30" fmla="*/ 6780675 w 6851038"/>
              <a:gd name="connsiteY30" fmla="*/ 405271 h 1830956"/>
              <a:gd name="connsiteX31" fmla="*/ 6767974 w 6851038"/>
              <a:gd name="connsiteY31" fmla="*/ 659506 h 1830956"/>
              <a:gd name="connsiteX32" fmla="*/ 6691774 w 6851038"/>
              <a:gd name="connsiteY32" fmla="*/ 775729 h 1830956"/>
              <a:gd name="connsiteX33" fmla="*/ 6581351 w 6851038"/>
              <a:gd name="connsiteY33" fmla="*/ 797321 h 1830956"/>
              <a:gd name="connsiteX34" fmla="*/ 6367566 w 6851038"/>
              <a:gd name="connsiteY34" fmla="*/ 712560 h 1830956"/>
              <a:gd name="connsiteX35" fmla="*/ 6101224 w 6851038"/>
              <a:gd name="connsiteY35" fmla="*/ 398005 h 1830956"/>
              <a:gd name="connsiteX36" fmla="*/ 5863801 w 6851038"/>
              <a:gd name="connsiteY36" fmla="*/ 276774 h 1830956"/>
              <a:gd name="connsiteX37" fmla="*/ 5539951 w 6851038"/>
              <a:gd name="connsiteY37" fmla="*/ 257389 h 1830956"/>
              <a:gd name="connsiteX38" fmla="*/ 5357917 w 6851038"/>
              <a:gd name="connsiteY38" fmla="*/ 333589 h 1830956"/>
              <a:gd name="connsiteX39" fmla="*/ 5239384 w 6851038"/>
              <a:gd name="connsiteY39" fmla="*/ 452121 h 1830956"/>
              <a:gd name="connsiteX40" fmla="*/ 5027717 w 6851038"/>
              <a:gd name="connsiteY40" fmla="*/ 833121 h 1830956"/>
              <a:gd name="connsiteX41" fmla="*/ 4849917 w 6851038"/>
              <a:gd name="connsiteY41" fmla="*/ 985522 h 1830956"/>
              <a:gd name="connsiteX42" fmla="*/ 4437725 w 6851038"/>
              <a:gd name="connsiteY42" fmla="*/ 1018010 h 1830956"/>
              <a:gd name="connsiteX43" fmla="*/ 3778428 w 6851038"/>
              <a:gd name="connsiteY43" fmla="*/ 839283 h 1830956"/>
              <a:gd name="connsiteX44" fmla="*/ 3364217 w 6851038"/>
              <a:gd name="connsiteY44" fmla="*/ 842833 h 1830956"/>
              <a:gd name="connsiteX45" fmla="*/ 2695810 w 6851038"/>
              <a:gd name="connsiteY45" fmla="*/ 1324293 h 1830956"/>
              <a:gd name="connsiteX46" fmla="*/ 2179803 w 6851038"/>
              <a:gd name="connsiteY46" fmla="*/ 1690437 h 1830956"/>
              <a:gd name="connsiteX47" fmla="*/ 2004054 w 6851038"/>
              <a:gd name="connsiteY47" fmla="*/ 1733719 h 1830956"/>
              <a:gd name="connsiteX48" fmla="*/ 1738874 w 6851038"/>
              <a:gd name="connsiteY48" fmla="*/ 1754556 h 1830956"/>
              <a:gd name="connsiteX49" fmla="*/ 1558709 w 6851038"/>
              <a:gd name="connsiteY49" fmla="*/ 1702647 h 1830956"/>
              <a:gd name="connsiteX50" fmla="*/ 1410448 w 6851038"/>
              <a:gd name="connsiteY50" fmla="*/ 1733679 h 1830956"/>
              <a:gd name="connsiteX51" fmla="*/ 1174570 w 6851038"/>
              <a:gd name="connsiteY51" fmla="*/ 1800485 h 1830956"/>
              <a:gd name="connsiteX52" fmla="*/ 888590 w 6851038"/>
              <a:gd name="connsiteY52" fmla="*/ 1825743 h 1830956"/>
              <a:gd name="connsiteX53" fmla="*/ 665240 w 6851038"/>
              <a:gd name="connsiteY53" fmla="*/ 1780251 h 1830956"/>
              <a:gd name="connsiteX54" fmla="*/ 396856 w 6851038"/>
              <a:gd name="connsiteY54" fmla="*/ 1617994 h 1830956"/>
              <a:gd name="connsiteX55" fmla="*/ 250734 w 6851038"/>
              <a:gd name="connsiteY55" fmla="*/ 1549022 h 1830956"/>
              <a:gd name="connsiteX56" fmla="*/ 25806 w 6851038"/>
              <a:gd name="connsiteY56" fmla="*/ 1362030 h 1830956"/>
              <a:gd name="connsiteX0" fmla="*/ 25806 w 6851038"/>
              <a:gd name="connsiteY0" fmla="*/ 1362030 h 1830956"/>
              <a:gd name="connsiteX1" fmla="*/ 15257 w 6851038"/>
              <a:gd name="connsiteY1" fmla="*/ 970226 h 1830956"/>
              <a:gd name="connsiteX2" fmla="*/ 118651 w 6851038"/>
              <a:gd name="connsiteY2" fmla="*/ 960965 h 1830956"/>
              <a:gd name="connsiteX3" fmla="*/ 110836 w 6851038"/>
              <a:gd name="connsiteY3" fmla="*/ 1225226 h 1830956"/>
              <a:gd name="connsiteX4" fmla="*/ 330306 w 6851038"/>
              <a:gd name="connsiteY4" fmla="*/ 1453996 h 1830956"/>
              <a:gd name="connsiteX5" fmla="*/ 609170 w 6851038"/>
              <a:gd name="connsiteY5" fmla="*/ 1626794 h 1830956"/>
              <a:gd name="connsiteX6" fmla="*/ 1002299 w 6851038"/>
              <a:gd name="connsiteY6" fmla="*/ 1730823 h 1830956"/>
              <a:gd name="connsiteX7" fmla="*/ 1346366 w 6851038"/>
              <a:gd name="connsiteY7" fmla="*/ 1612187 h 1830956"/>
              <a:gd name="connsiteX8" fmla="*/ 1546103 w 6851038"/>
              <a:gd name="connsiteY8" fmla="*/ 1551168 h 1830956"/>
              <a:gd name="connsiteX9" fmla="*/ 1782195 w 6851038"/>
              <a:gd name="connsiteY9" fmla="*/ 1621749 h 1830956"/>
              <a:gd name="connsiteX10" fmla="*/ 1924976 w 6851038"/>
              <a:gd name="connsiteY10" fmla="*/ 1608552 h 1830956"/>
              <a:gd name="connsiteX11" fmla="*/ 2069717 w 6851038"/>
              <a:gd name="connsiteY11" fmla="*/ 1572048 h 1830956"/>
              <a:gd name="connsiteX12" fmla="*/ 2290420 w 6851038"/>
              <a:gd name="connsiteY12" fmla="*/ 1495930 h 1830956"/>
              <a:gd name="connsiteX13" fmla="*/ 2543286 w 6851038"/>
              <a:gd name="connsiteY13" fmla="*/ 1341877 h 1830956"/>
              <a:gd name="connsiteX14" fmla="*/ 3388660 w 6851038"/>
              <a:gd name="connsiteY14" fmla="*/ 736610 h 1830956"/>
              <a:gd name="connsiteX15" fmla="*/ 4756784 w 6851038"/>
              <a:gd name="connsiteY15" fmla="*/ 909322 h 1830956"/>
              <a:gd name="connsiteX16" fmla="*/ 5256317 w 6851038"/>
              <a:gd name="connsiteY16" fmla="*/ 274322 h 1830956"/>
              <a:gd name="connsiteX17" fmla="*/ 5821468 w 6851038"/>
              <a:gd name="connsiteY17" fmla="*/ 172768 h 1830956"/>
              <a:gd name="connsiteX18" fmla="*/ 6251151 w 6851038"/>
              <a:gd name="connsiteY18" fmla="*/ 428302 h 1830956"/>
              <a:gd name="connsiteX19" fmla="*/ 6412373 w 6851038"/>
              <a:gd name="connsiteY19" fmla="*/ 623187 h 1830956"/>
              <a:gd name="connsiteX20" fmla="*/ 6564773 w 6851038"/>
              <a:gd name="connsiteY20" fmla="*/ 703089 h 1830956"/>
              <a:gd name="connsiteX21" fmla="*/ 6679073 w 6851038"/>
              <a:gd name="connsiteY21" fmla="*/ 674034 h 1830956"/>
              <a:gd name="connsiteX22" fmla="*/ 6708351 w 6851038"/>
              <a:gd name="connsiteY22" fmla="*/ 529995 h 1830956"/>
              <a:gd name="connsiteX23" fmla="*/ 6679074 w 6851038"/>
              <a:gd name="connsiteY23" fmla="*/ 390745 h 1830956"/>
              <a:gd name="connsiteX24" fmla="*/ 6609225 w 6851038"/>
              <a:gd name="connsiteY24" fmla="*/ 303578 h 1830956"/>
              <a:gd name="connsiteX25" fmla="*/ 6564775 w 6851038"/>
              <a:gd name="connsiteY25" fmla="*/ 194620 h 1830956"/>
              <a:gd name="connsiteX26" fmla="*/ 6545725 w 6851038"/>
              <a:gd name="connsiteY26" fmla="*/ 27550 h 1830956"/>
              <a:gd name="connsiteX27" fmla="*/ 6691774 w 6851038"/>
              <a:gd name="connsiteY27" fmla="*/ 13025 h 1830956"/>
              <a:gd name="connsiteX28" fmla="*/ 6843817 w 6851038"/>
              <a:gd name="connsiteY28" fmla="*/ 26287 h 1830956"/>
              <a:gd name="connsiteX29" fmla="*/ 6825125 w 6851038"/>
              <a:gd name="connsiteY29" fmla="*/ 252730 h 1830956"/>
              <a:gd name="connsiteX30" fmla="*/ 6780675 w 6851038"/>
              <a:gd name="connsiteY30" fmla="*/ 405271 h 1830956"/>
              <a:gd name="connsiteX31" fmla="*/ 6767974 w 6851038"/>
              <a:gd name="connsiteY31" fmla="*/ 659506 h 1830956"/>
              <a:gd name="connsiteX32" fmla="*/ 6691774 w 6851038"/>
              <a:gd name="connsiteY32" fmla="*/ 775729 h 1830956"/>
              <a:gd name="connsiteX33" fmla="*/ 6581351 w 6851038"/>
              <a:gd name="connsiteY33" fmla="*/ 797321 h 1830956"/>
              <a:gd name="connsiteX34" fmla="*/ 6367566 w 6851038"/>
              <a:gd name="connsiteY34" fmla="*/ 712560 h 1830956"/>
              <a:gd name="connsiteX35" fmla="*/ 6101224 w 6851038"/>
              <a:gd name="connsiteY35" fmla="*/ 398005 h 1830956"/>
              <a:gd name="connsiteX36" fmla="*/ 5863801 w 6851038"/>
              <a:gd name="connsiteY36" fmla="*/ 276774 h 1830956"/>
              <a:gd name="connsiteX37" fmla="*/ 5539951 w 6851038"/>
              <a:gd name="connsiteY37" fmla="*/ 257389 h 1830956"/>
              <a:gd name="connsiteX38" fmla="*/ 5357917 w 6851038"/>
              <a:gd name="connsiteY38" fmla="*/ 333589 h 1830956"/>
              <a:gd name="connsiteX39" fmla="*/ 5239384 w 6851038"/>
              <a:gd name="connsiteY39" fmla="*/ 452121 h 1830956"/>
              <a:gd name="connsiteX40" fmla="*/ 5027717 w 6851038"/>
              <a:gd name="connsiteY40" fmla="*/ 833121 h 1830956"/>
              <a:gd name="connsiteX41" fmla="*/ 4849917 w 6851038"/>
              <a:gd name="connsiteY41" fmla="*/ 985522 h 1830956"/>
              <a:gd name="connsiteX42" fmla="*/ 4437725 w 6851038"/>
              <a:gd name="connsiteY42" fmla="*/ 1018010 h 1830956"/>
              <a:gd name="connsiteX43" fmla="*/ 3778428 w 6851038"/>
              <a:gd name="connsiteY43" fmla="*/ 839283 h 1830956"/>
              <a:gd name="connsiteX44" fmla="*/ 3364217 w 6851038"/>
              <a:gd name="connsiteY44" fmla="*/ 842833 h 1830956"/>
              <a:gd name="connsiteX45" fmla="*/ 2695810 w 6851038"/>
              <a:gd name="connsiteY45" fmla="*/ 1324293 h 1830956"/>
              <a:gd name="connsiteX46" fmla="*/ 2179803 w 6851038"/>
              <a:gd name="connsiteY46" fmla="*/ 1690437 h 1830956"/>
              <a:gd name="connsiteX47" fmla="*/ 2004054 w 6851038"/>
              <a:gd name="connsiteY47" fmla="*/ 1733719 h 1830956"/>
              <a:gd name="connsiteX48" fmla="*/ 1738874 w 6851038"/>
              <a:gd name="connsiteY48" fmla="*/ 1754556 h 1830956"/>
              <a:gd name="connsiteX49" fmla="*/ 1558709 w 6851038"/>
              <a:gd name="connsiteY49" fmla="*/ 1702647 h 1830956"/>
              <a:gd name="connsiteX50" fmla="*/ 1410448 w 6851038"/>
              <a:gd name="connsiteY50" fmla="*/ 1733679 h 1830956"/>
              <a:gd name="connsiteX51" fmla="*/ 1174570 w 6851038"/>
              <a:gd name="connsiteY51" fmla="*/ 1800485 h 1830956"/>
              <a:gd name="connsiteX52" fmla="*/ 888590 w 6851038"/>
              <a:gd name="connsiteY52" fmla="*/ 1825743 h 1830956"/>
              <a:gd name="connsiteX53" fmla="*/ 665240 w 6851038"/>
              <a:gd name="connsiteY53" fmla="*/ 1780251 h 1830956"/>
              <a:gd name="connsiteX54" fmla="*/ 396856 w 6851038"/>
              <a:gd name="connsiteY54" fmla="*/ 1617994 h 1830956"/>
              <a:gd name="connsiteX55" fmla="*/ 250734 w 6851038"/>
              <a:gd name="connsiteY55" fmla="*/ 1549022 h 1830956"/>
              <a:gd name="connsiteX56" fmla="*/ 25806 w 6851038"/>
              <a:gd name="connsiteY56" fmla="*/ 1362030 h 1830956"/>
              <a:gd name="connsiteX0" fmla="*/ 25806 w 6851038"/>
              <a:gd name="connsiteY0" fmla="*/ 1362030 h 1830956"/>
              <a:gd name="connsiteX1" fmla="*/ 15257 w 6851038"/>
              <a:gd name="connsiteY1" fmla="*/ 970226 h 1830956"/>
              <a:gd name="connsiteX2" fmla="*/ 118651 w 6851038"/>
              <a:gd name="connsiteY2" fmla="*/ 960965 h 1830956"/>
              <a:gd name="connsiteX3" fmla="*/ 110836 w 6851038"/>
              <a:gd name="connsiteY3" fmla="*/ 1225226 h 1830956"/>
              <a:gd name="connsiteX4" fmla="*/ 330306 w 6851038"/>
              <a:gd name="connsiteY4" fmla="*/ 1453996 h 1830956"/>
              <a:gd name="connsiteX5" fmla="*/ 609170 w 6851038"/>
              <a:gd name="connsiteY5" fmla="*/ 1626794 h 1830956"/>
              <a:gd name="connsiteX6" fmla="*/ 1002299 w 6851038"/>
              <a:gd name="connsiteY6" fmla="*/ 1730823 h 1830956"/>
              <a:gd name="connsiteX7" fmla="*/ 1346366 w 6851038"/>
              <a:gd name="connsiteY7" fmla="*/ 1612187 h 1830956"/>
              <a:gd name="connsiteX8" fmla="*/ 1546103 w 6851038"/>
              <a:gd name="connsiteY8" fmla="*/ 1551168 h 1830956"/>
              <a:gd name="connsiteX9" fmla="*/ 1782195 w 6851038"/>
              <a:gd name="connsiteY9" fmla="*/ 1621749 h 1830956"/>
              <a:gd name="connsiteX10" fmla="*/ 1924976 w 6851038"/>
              <a:gd name="connsiteY10" fmla="*/ 1608552 h 1830956"/>
              <a:gd name="connsiteX11" fmla="*/ 2069717 w 6851038"/>
              <a:gd name="connsiteY11" fmla="*/ 1572048 h 1830956"/>
              <a:gd name="connsiteX12" fmla="*/ 2290420 w 6851038"/>
              <a:gd name="connsiteY12" fmla="*/ 1495930 h 1830956"/>
              <a:gd name="connsiteX13" fmla="*/ 2533833 w 6851038"/>
              <a:gd name="connsiteY13" fmla="*/ 1330255 h 1830956"/>
              <a:gd name="connsiteX14" fmla="*/ 3388660 w 6851038"/>
              <a:gd name="connsiteY14" fmla="*/ 736610 h 1830956"/>
              <a:gd name="connsiteX15" fmla="*/ 4756784 w 6851038"/>
              <a:gd name="connsiteY15" fmla="*/ 909322 h 1830956"/>
              <a:gd name="connsiteX16" fmla="*/ 5256317 w 6851038"/>
              <a:gd name="connsiteY16" fmla="*/ 274322 h 1830956"/>
              <a:gd name="connsiteX17" fmla="*/ 5821468 w 6851038"/>
              <a:gd name="connsiteY17" fmla="*/ 172768 h 1830956"/>
              <a:gd name="connsiteX18" fmla="*/ 6251151 w 6851038"/>
              <a:gd name="connsiteY18" fmla="*/ 428302 h 1830956"/>
              <a:gd name="connsiteX19" fmla="*/ 6412373 w 6851038"/>
              <a:gd name="connsiteY19" fmla="*/ 623187 h 1830956"/>
              <a:gd name="connsiteX20" fmla="*/ 6564773 w 6851038"/>
              <a:gd name="connsiteY20" fmla="*/ 703089 h 1830956"/>
              <a:gd name="connsiteX21" fmla="*/ 6679073 w 6851038"/>
              <a:gd name="connsiteY21" fmla="*/ 674034 h 1830956"/>
              <a:gd name="connsiteX22" fmla="*/ 6708351 w 6851038"/>
              <a:gd name="connsiteY22" fmla="*/ 529995 h 1830956"/>
              <a:gd name="connsiteX23" fmla="*/ 6679074 w 6851038"/>
              <a:gd name="connsiteY23" fmla="*/ 390745 h 1830956"/>
              <a:gd name="connsiteX24" fmla="*/ 6609225 w 6851038"/>
              <a:gd name="connsiteY24" fmla="*/ 303578 h 1830956"/>
              <a:gd name="connsiteX25" fmla="*/ 6564775 w 6851038"/>
              <a:gd name="connsiteY25" fmla="*/ 194620 h 1830956"/>
              <a:gd name="connsiteX26" fmla="*/ 6545725 w 6851038"/>
              <a:gd name="connsiteY26" fmla="*/ 27550 h 1830956"/>
              <a:gd name="connsiteX27" fmla="*/ 6691774 w 6851038"/>
              <a:gd name="connsiteY27" fmla="*/ 13025 h 1830956"/>
              <a:gd name="connsiteX28" fmla="*/ 6843817 w 6851038"/>
              <a:gd name="connsiteY28" fmla="*/ 26287 h 1830956"/>
              <a:gd name="connsiteX29" fmla="*/ 6825125 w 6851038"/>
              <a:gd name="connsiteY29" fmla="*/ 252730 h 1830956"/>
              <a:gd name="connsiteX30" fmla="*/ 6780675 w 6851038"/>
              <a:gd name="connsiteY30" fmla="*/ 405271 h 1830956"/>
              <a:gd name="connsiteX31" fmla="*/ 6767974 w 6851038"/>
              <a:gd name="connsiteY31" fmla="*/ 659506 h 1830956"/>
              <a:gd name="connsiteX32" fmla="*/ 6691774 w 6851038"/>
              <a:gd name="connsiteY32" fmla="*/ 775729 h 1830956"/>
              <a:gd name="connsiteX33" fmla="*/ 6581351 w 6851038"/>
              <a:gd name="connsiteY33" fmla="*/ 797321 h 1830956"/>
              <a:gd name="connsiteX34" fmla="*/ 6367566 w 6851038"/>
              <a:gd name="connsiteY34" fmla="*/ 712560 h 1830956"/>
              <a:gd name="connsiteX35" fmla="*/ 6101224 w 6851038"/>
              <a:gd name="connsiteY35" fmla="*/ 398005 h 1830956"/>
              <a:gd name="connsiteX36" fmla="*/ 5863801 w 6851038"/>
              <a:gd name="connsiteY36" fmla="*/ 276774 h 1830956"/>
              <a:gd name="connsiteX37" fmla="*/ 5539951 w 6851038"/>
              <a:gd name="connsiteY37" fmla="*/ 257389 h 1830956"/>
              <a:gd name="connsiteX38" fmla="*/ 5357917 w 6851038"/>
              <a:gd name="connsiteY38" fmla="*/ 333589 h 1830956"/>
              <a:gd name="connsiteX39" fmla="*/ 5239384 w 6851038"/>
              <a:gd name="connsiteY39" fmla="*/ 452121 h 1830956"/>
              <a:gd name="connsiteX40" fmla="*/ 5027717 w 6851038"/>
              <a:gd name="connsiteY40" fmla="*/ 833121 h 1830956"/>
              <a:gd name="connsiteX41" fmla="*/ 4849917 w 6851038"/>
              <a:gd name="connsiteY41" fmla="*/ 985522 h 1830956"/>
              <a:gd name="connsiteX42" fmla="*/ 4437725 w 6851038"/>
              <a:gd name="connsiteY42" fmla="*/ 1018010 h 1830956"/>
              <a:gd name="connsiteX43" fmla="*/ 3778428 w 6851038"/>
              <a:gd name="connsiteY43" fmla="*/ 839283 h 1830956"/>
              <a:gd name="connsiteX44" fmla="*/ 3364217 w 6851038"/>
              <a:gd name="connsiteY44" fmla="*/ 842833 h 1830956"/>
              <a:gd name="connsiteX45" fmla="*/ 2695810 w 6851038"/>
              <a:gd name="connsiteY45" fmla="*/ 1324293 h 1830956"/>
              <a:gd name="connsiteX46" fmla="*/ 2179803 w 6851038"/>
              <a:gd name="connsiteY46" fmla="*/ 1690437 h 1830956"/>
              <a:gd name="connsiteX47" fmla="*/ 2004054 w 6851038"/>
              <a:gd name="connsiteY47" fmla="*/ 1733719 h 1830956"/>
              <a:gd name="connsiteX48" fmla="*/ 1738874 w 6851038"/>
              <a:gd name="connsiteY48" fmla="*/ 1754556 h 1830956"/>
              <a:gd name="connsiteX49" fmla="*/ 1558709 w 6851038"/>
              <a:gd name="connsiteY49" fmla="*/ 1702647 h 1830956"/>
              <a:gd name="connsiteX50" fmla="*/ 1410448 w 6851038"/>
              <a:gd name="connsiteY50" fmla="*/ 1733679 h 1830956"/>
              <a:gd name="connsiteX51" fmla="*/ 1174570 w 6851038"/>
              <a:gd name="connsiteY51" fmla="*/ 1800485 h 1830956"/>
              <a:gd name="connsiteX52" fmla="*/ 888590 w 6851038"/>
              <a:gd name="connsiteY52" fmla="*/ 1825743 h 1830956"/>
              <a:gd name="connsiteX53" fmla="*/ 665240 w 6851038"/>
              <a:gd name="connsiteY53" fmla="*/ 1780251 h 1830956"/>
              <a:gd name="connsiteX54" fmla="*/ 396856 w 6851038"/>
              <a:gd name="connsiteY54" fmla="*/ 1617994 h 1830956"/>
              <a:gd name="connsiteX55" fmla="*/ 250734 w 6851038"/>
              <a:gd name="connsiteY55" fmla="*/ 1549022 h 1830956"/>
              <a:gd name="connsiteX56" fmla="*/ 25806 w 6851038"/>
              <a:gd name="connsiteY56" fmla="*/ 1362030 h 1830956"/>
              <a:gd name="connsiteX0" fmla="*/ 25806 w 6851038"/>
              <a:gd name="connsiteY0" fmla="*/ 1362030 h 1830956"/>
              <a:gd name="connsiteX1" fmla="*/ 15257 w 6851038"/>
              <a:gd name="connsiteY1" fmla="*/ 970226 h 1830956"/>
              <a:gd name="connsiteX2" fmla="*/ 118651 w 6851038"/>
              <a:gd name="connsiteY2" fmla="*/ 960965 h 1830956"/>
              <a:gd name="connsiteX3" fmla="*/ 110836 w 6851038"/>
              <a:gd name="connsiteY3" fmla="*/ 1225226 h 1830956"/>
              <a:gd name="connsiteX4" fmla="*/ 330306 w 6851038"/>
              <a:gd name="connsiteY4" fmla="*/ 1453996 h 1830956"/>
              <a:gd name="connsiteX5" fmla="*/ 609170 w 6851038"/>
              <a:gd name="connsiteY5" fmla="*/ 1626794 h 1830956"/>
              <a:gd name="connsiteX6" fmla="*/ 1002299 w 6851038"/>
              <a:gd name="connsiteY6" fmla="*/ 1730823 h 1830956"/>
              <a:gd name="connsiteX7" fmla="*/ 1346366 w 6851038"/>
              <a:gd name="connsiteY7" fmla="*/ 1612187 h 1830956"/>
              <a:gd name="connsiteX8" fmla="*/ 1546103 w 6851038"/>
              <a:gd name="connsiteY8" fmla="*/ 1551168 h 1830956"/>
              <a:gd name="connsiteX9" fmla="*/ 1782195 w 6851038"/>
              <a:gd name="connsiteY9" fmla="*/ 1621749 h 1830956"/>
              <a:gd name="connsiteX10" fmla="*/ 1924976 w 6851038"/>
              <a:gd name="connsiteY10" fmla="*/ 1608552 h 1830956"/>
              <a:gd name="connsiteX11" fmla="*/ 2069717 w 6851038"/>
              <a:gd name="connsiteY11" fmla="*/ 1572048 h 1830956"/>
              <a:gd name="connsiteX12" fmla="*/ 2290420 w 6851038"/>
              <a:gd name="connsiteY12" fmla="*/ 1495930 h 1830956"/>
              <a:gd name="connsiteX13" fmla="*/ 2533833 w 6851038"/>
              <a:gd name="connsiteY13" fmla="*/ 1330255 h 1830956"/>
              <a:gd name="connsiteX14" fmla="*/ 3388660 w 6851038"/>
              <a:gd name="connsiteY14" fmla="*/ 736610 h 1830956"/>
              <a:gd name="connsiteX15" fmla="*/ 4756784 w 6851038"/>
              <a:gd name="connsiteY15" fmla="*/ 909322 h 1830956"/>
              <a:gd name="connsiteX16" fmla="*/ 5256317 w 6851038"/>
              <a:gd name="connsiteY16" fmla="*/ 274322 h 1830956"/>
              <a:gd name="connsiteX17" fmla="*/ 5821468 w 6851038"/>
              <a:gd name="connsiteY17" fmla="*/ 172768 h 1830956"/>
              <a:gd name="connsiteX18" fmla="*/ 6251151 w 6851038"/>
              <a:gd name="connsiteY18" fmla="*/ 428302 h 1830956"/>
              <a:gd name="connsiteX19" fmla="*/ 6412373 w 6851038"/>
              <a:gd name="connsiteY19" fmla="*/ 623187 h 1830956"/>
              <a:gd name="connsiteX20" fmla="*/ 6564773 w 6851038"/>
              <a:gd name="connsiteY20" fmla="*/ 703089 h 1830956"/>
              <a:gd name="connsiteX21" fmla="*/ 6679073 w 6851038"/>
              <a:gd name="connsiteY21" fmla="*/ 674034 h 1830956"/>
              <a:gd name="connsiteX22" fmla="*/ 6708351 w 6851038"/>
              <a:gd name="connsiteY22" fmla="*/ 529995 h 1830956"/>
              <a:gd name="connsiteX23" fmla="*/ 6679074 w 6851038"/>
              <a:gd name="connsiteY23" fmla="*/ 390745 h 1830956"/>
              <a:gd name="connsiteX24" fmla="*/ 6609225 w 6851038"/>
              <a:gd name="connsiteY24" fmla="*/ 303578 h 1830956"/>
              <a:gd name="connsiteX25" fmla="*/ 6564775 w 6851038"/>
              <a:gd name="connsiteY25" fmla="*/ 194620 h 1830956"/>
              <a:gd name="connsiteX26" fmla="*/ 6545725 w 6851038"/>
              <a:gd name="connsiteY26" fmla="*/ 27550 h 1830956"/>
              <a:gd name="connsiteX27" fmla="*/ 6691774 w 6851038"/>
              <a:gd name="connsiteY27" fmla="*/ 13025 h 1830956"/>
              <a:gd name="connsiteX28" fmla="*/ 6843817 w 6851038"/>
              <a:gd name="connsiteY28" fmla="*/ 26287 h 1830956"/>
              <a:gd name="connsiteX29" fmla="*/ 6825125 w 6851038"/>
              <a:gd name="connsiteY29" fmla="*/ 252730 h 1830956"/>
              <a:gd name="connsiteX30" fmla="*/ 6780675 w 6851038"/>
              <a:gd name="connsiteY30" fmla="*/ 405271 h 1830956"/>
              <a:gd name="connsiteX31" fmla="*/ 6767974 w 6851038"/>
              <a:gd name="connsiteY31" fmla="*/ 659506 h 1830956"/>
              <a:gd name="connsiteX32" fmla="*/ 6691774 w 6851038"/>
              <a:gd name="connsiteY32" fmla="*/ 775729 h 1830956"/>
              <a:gd name="connsiteX33" fmla="*/ 6581351 w 6851038"/>
              <a:gd name="connsiteY33" fmla="*/ 797321 h 1830956"/>
              <a:gd name="connsiteX34" fmla="*/ 6367566 w 6851038"/>
              <a:gd name="connsiteY34" fmla="*/ 712560 h 1830956"/>
              <a:gd name="connsiteX35" fmla="*/ 6101224 w 6851038"/>
              <a:gd name="connsiteY35" fmla="*/ 398005 h 1830956"/>
              <a:gd name="connsiteX36" fmla="*/ 5863801 w 6851038"/>
              <a:gd name="connsiteY36" fmla="*/ 276774 h 1830956"/>
              <a:gd name="connsiteX37" fmla="*/ 5539951 w 6851038"/>
              <a:gd name="connsiteY37" fmla="*/ 257389 h 1830956"/>
              <a:gd name="connsiteX38" fmla="*/ 5357917 w 6851038"/>
              <a:gd name="connsiteY38" fmla="*/ 333589 h 1830956"/>
              <a:gd name="connsiteX39" fmla="*/ 5239384 w 6851038"/>
              <a:gd name="connsiteY39" fmla="*/ 452121 h 1830956"/>
              <a:gd name="connsiteX40" fmla="*/ 5027717 w 6851038"/>
              <a:gd name="connsiteY40" fmla="*/ 833121 h 1830956"/>
              <a:gd name="connsiteX41" fmla="*/ 4849917 w 6851038"/>
              <a:gd name="connsiteY41" fmla="*/ 985522 h 1830956"/>
              <a:gd name="connsiteX42" fmla="*/ 4437725 w 6851038"/>
              <a:gd name="connsiteY42" fmla="*/ 1018010 h 1830956"/>
              <a:gd name="connsiteX43" fmla="*/ 3778428 w 6851038"/>
              <a:gd name="connsiteY43" fmla="*/ 839283 h 1830956"/>
              <a:gd name="connsiteX44" fmla="*/ 3364217 w 6851038"/>
              <a:gd name="connsiteY44" fmla="*/ 842833 h 1830956"/>
              <a:gd name="connsiteX45" fmla="*/ 2695810 w 6851038"/>
              <a:gd name="connsiteY45" fmla="*/ 1324293 h 1830956"/>
              <a:gd name="connsiteX46" fmla="*/ 2179803 w 6851038"/>
              <a:gd name="connsiteY46" fmla="*/ 1690437 h 1830956"/>
              <a:gd name="connsiteX47" fmla="*/ 2004054 w 6851038"/>
              <a:gd name="connsiteY47" fmla="*/ 1733719 h 1830956"/>
              <a:gd name="connsiteX48" fmla="*/ 1738874 w 6851038"/>
              <a:gd name="connsiteY48" fmla="*/ 1754556 h 1830956"/>
              <a:gd name="connsiteX49" fmla="*/ 1558709 w 6851038"/>
              <a:gd name="connsiteY49" fmla="*/ 1702647 h 1830956"/>
              <a:gd name="connsiteX50" fmla="*/ 1410448 w 6851038"/>
              <a:gd name="connsiteY50" fmla="*/ 1733679 h 1830956"/>
              <a:gd name="connsiteX51" fmla="*/ 1174570 w 6851038"/>
              <a:gd name="connsiteY51" fmla="*/ 1800485 h 1830956"/>
              <a:gd name="connsiteX52" fmla="*/ 888590 w 6851038"/>
              <a:gd name="connsiteY52" fmla="*/ 1825743 h 1830956"/>
              <a:gd name="connsiteX53" fmla="*/ 665240 w 6851038"/>
              <a:gd name="connsiteY53" fmla="*/ 1780251 h 1830956"/>
              <a:gd name="connsiteX54" fmla="*/ 396856 w 6851038"/>
              <a:gd name="connsiteY54" fmla="*/ 1617994 h 1830956"/>
              <a:gd name="connsiteX55" fmla="*/ 250734 w 6851038"/>
              <a:gd name="connsiteY55" fmla="*/ 1549022 h 1830956"/>
              <a:gd name="connsiteX56" fmla="*/ 25806 w 6851038"/>
              <a:gd name="connsiteY56" fmla="*/ 1362030 h 1830956"/>
              <a:gd name="connsiteX0" fmla="*/ 25806 w 6851038"/>
              <a:gd name="connsiteY0" fmla="*/ 1362030 h 1830956"/>
              <a:gd name="connsiteX1" fmla="*/ 15257 w 6851038"/>
              <a:gd name="connsiteY1" fmla="*/ 970226 h 1830956"/>
              <a:gd name="connsiteX2" fmla="*/ 118651 w 6851038"/>
              <a:gd name="connsiteY2" fmla="*/ 960965 h 1830956"/>
              <a:gd name="connsiteX3" fmla="*/ 110836 w 6851038"/>
              <a:gd name="connsiteY3" fmla="*/ 1225226 h 1830956"/>
              <a:gd name="connsiteX4" fmla="*/ 330306 w 6851038"/>
              <a:gd name="connsiteY4" fmla="*/ 1453996 h 1830956"/>
              <a:gd name="connsiteX5" fmla="*/ 609170 w 6851038"/>
              <a:gd name="connsiteY5" fmla="*/ 1626794 h 1830956"/>
              <a:gd name="connsiteX6" fmla="*/ 1002299 w 6851038"/>
              <a:gd name="connsiteY6" fmla="*/ 1730823 h 1830956"/>
              <a:gd name="connsiteX7" fmla="*/ 1346366 w 6851038"/>
              <a:gd name="connsiteY7" fmla="*/ 1612187 h 1830956"/>
              <a:gd name="connsiteX8" fmla="*/ 1546103 w 6851038"/>
              <a:gd name="connsiteY8" fmla="*/ 1551168 h 1830956"/>
              <a:gd name="connsiteX9" fmla="*/ 1782195 w 6851038"/>
              <a:gd name="connsiteY9" fmla="*/ 1621749 h 1830956"/>
              <a:gd name="connsiteX10" fmla="*/ 1924976 w 6851038"/>
              <a:gd name="connsiteY10" fmla="*/ 1608552 h 1830956"/>
              <a:gd name="connsiteX11" fmla="*/ 2069717 w 6851038"/>
              <a:gd name="connsiteY11" fmla="*/ 1572048 h 1830956"/>
              <a:gd name="connsiteX12" fmla="*/ 2290420 w 6851038"/>
              <a:gd name="connsiteY12" fmla="*/ 1495930 h 1830956"/>
              <a:gd name="connsiteX13" fmla="*/ 2533833 w 6851038"/>
              <a:gd name="connsiteY13" fmla="*/ 1330255 h 1830956"/>
              <a:gd name="connsiteX14" fmla="*/ 3388660 w 6851038"/>
              <a:gd name="connsiteY14" fmla="*/ 736610 h 1830956"/>
              <a:gd name="connsiteX15" fmla="*/ 4756784 w 6851038"/>
              <a:gd name="connsiteY15" fmla="*/ 909322 h 1830956"/>
              <a:gd name="connsiteX16" fmla="*/ 5256317 w 6851038"/>
              <a:gd name="connsiteY16" fmla="*/ 274322 h 1830956"/>
              <a:gd name="connsiteX17" fmla="*/ 5821468 w 6851038"/>
              <a:gd name="connsiteY17" fmla="*/ 172768 h 1830956"/>
              <a:gd name="connsiteX18" fmla="*/ 6251151 w 6851038"/>
              <a:gd name="connsiteY18" fmla="*/ 428302 h 1830956"/>
              <a:gd name="connsiteX19" fmla="*/ 6412373 w 6851038"/>
              <a:gd name="connsiteY19" fmla="*/ 623187 h 1830956"/>
              <a:gd name="connsiteX20" fmla="*/ 6564773 w 6851038"/>
              <a:gd name="connsiteY20" fmla="*/ 703089 h 1830956"/>
              <a:gd name="connsiteX21" fmla="*/ 6679073 w 6851038"/>
              <a:gd name="connsiteY21" fmla="*/ 674034 h 1830956"/>
              <a:gd name="connsiteX22" fmla="*/ 6708351 w 6851038"/>
              <a:gd name="connsiteY22" fmla="*/ 529995 h 1830956"/>
              <a:gd name="connsiteX23" fmla="*/ 6679074 w 6851038"/>
              <a:gd name="connsiteY23" fmla="*/ 390745 h 1830956"/>
              <a:gd name="connsiteX24" fmla="*/ 6609225 w 6851038"/>
              <a:gd name="connsiteY24" fmla="*/ 303578 h 1830956"/>
              <a:gd name="connsiteX25" fmla="*/ 6564775 w 6851038"/>
              <a:gd name="connsiteY25" fmla="*/ 194620 h 1830956"/>
              <a:gd name="connsiteX26" fmla="*/ 6545725 w 6851038"/>
              <a:gd name="connsiteY26" fmla="*/ 27550 h 1830956"/>
              <a:gd name="connsiteX27" fmla="*/ 6691774 w 6851038"/>
              <a:gd name="connsiteY27" fmla="*/ 13025 h 1830956"/>
              <a:gd name="connsiteX28" fmla="*/ 6843817 w 6851038"/>
              <a:gd name="connsiteY28" fmla="*/ 26287 h 1830956"/>
              <a:gd name="connsiteX29" fmla="*/ 6825125 w 6851038"/>
              <a:gd name="connsiteY29" fmla="*/ 252730 h 1830956"/>
              <a:gd name="connsiteX30" fmla="*/ 6780675 w 6851038"/>
              <a:gd name="connsiteY30" fmla="*/ 405271 h 1830956"/>
              <a:gd name="connsiteX31" fmla="*/ 6767974 w 6851038"/>
              <a:gd name="connsiteY31" fmla="*/ 659506 h 1830956"/>
              <a:gd name="connsiteX32" fmla="*/ 6691774 w 6851038"/>
              <a:gd name="connsiteY32" fmla="*/ 775729 h 1830956"/>
              <a:gd name="connsiteX33" fmla="*/ 6581351 w 6851038"/>
              <a:gd name="connsiteY33" fmla="*/ 797321 h 1830956"/>
              <a:gd name="connsiteX34" fmla="*/ 6367566 w 6851038"/>
              <a:gd name="connsiteY34" fmla="*/ 712560 h 1830956"/>
              <a:gd name="connsiteX35" fmla="*/ 6101224 w 6851038"/>
              <a:gd name="connsiteY35" fmla="*/ 398005 h 1830956"/>
              <a:gd name="connsiteX36" fmla="*/ 5863801 w 6851038"/>
              <a:gd name="connsiteY36" fmla="*/ 276774 h 1830956"/>
              <a:gd name="connsiteX37" fmla="*/ 5539951 w 6851038"/>
              <a:gd name="connsiteY37" fmla="*/ 257389 h 1830956"/>
              <a:gd name="connsiteX38" fmla="*/ 5357917 w 6851038"/>
              <a:gd name="connsiteY38" fmla="*/ 333589 h 1830956"/>
              <a:gd name="connsiteX39" fmla="*/ 5239384 w 6851038"/>
              <a:gd name="connsiteY39" fmla="*/ 452121 h 1830956"/>
              <a:gd name="connsiteX40" fmla="*/ 5027717 w 6851038"/>
              <a:gd name="connsiteY40" fmla="*/ 833121 h 1830956"/>
              <a:gd name="connsiteX41" fmla="*/ 4849917 w 6851038"/>
              <a:gd name="connsiteY41" fmla="*/ 985522 h 1830956"/>
              <a:gd name="connsiteX42" fmla="*/ 4437725 w 6851038"/>
              <a:gd name="connsiteY42" fmla="*/ 1018010 h 1830956"/>
              <a:gd name="connsiteX43" fmla="*/ 3778428 w 6851038"/>
              <a:gd name="connsiteY43" fmla="*/ 839283 h 1830956"/>
              <a:gd name="connsiteX44" fmla="*/ 3364217 w 6851038"/>
              <a:gd name="connsiteY44" fmla="*/ 842833 h 1830956"/>
              <a:gd name="connsiteX45" fmla="*/ 2695810 w 6851038"/>
              <a:gd name="connsiteY45" fmla="*/ 1324293 h 1830956"/>
              <a:gd name="connsiteX46" fmla="*/ 2179803 w 6851038"/>
              <a:gd name="connsiteY46" fmla="*/ 1690437 h 1830956"/>
              <a:gd name="connsiteX47" fmla="*/ 2004054 w 6851038"/>
              <a:gd name="connsiteY47" fmla="*/ 1733719 h 1830956"/>
              <a:gd name="connsiteX48" fmla="*/ 1738874 w 6851038"/>
              <a:gd name="connsiteY48" fmla="*/ 1754556 h 1830956"/>
              <a:gd name="connsiteX49" fmla="*/ 1558709 w 6851038"/>
              <a:gd name="connsiteY49" fmla="*/ 1702647 h 1830956"/>
              <a:gd name="connsiteX50" fmla="*/ 1410448 w 6851038"/>
              <a:gd name="connsiteY50" fmla="*/ 1733679 h 1830956"/>
              <a:gd name="connsiteX51" fmla="*/ 1174570 w 6851038"/>
              <a:gd name="connsiteY51" fmla="*/ 1800485 h 1830956"/>
              <a:gd name="connsiteX52" fmla="*/ 888590 w 6851038"/>
              <a:gd name="connsiteY52" fmla="*/ 1825743 h 1830956"/>
              <a:gd name="connsiteX53" fmla="*/ 665240 w 6851038"/>
              <a:gd name="connsiteY53" fmla="*/ 1780251 h 1830956"/>
              <a:gd name="connsiteX54" fmla="*/ 396856 w 6851038"/>
              <a:gd name="connsiteY54" fmla="*/ 1617994 h 1830956"/>
              <a:gd name="connsiteX55" fmla="*/ 250734 w 6851038"/>
              <a:gd name="connsiteY55" fmla="*/ 1549022 h 1830956"/>
              <a:gd name="connsiteX56" fmla="*/ 25806 w 6851038"/>
              <a:gd name="connsiteY56" fmla="*/ 1362030 h 1830956"/>
              <a:gd name="connsiteX0" fmla="*/ 25806 w 6851038"/>
              <a:gd name="connsiteY0" fmla="*/ 1362030 h 1830956"/>
              <a:gd name="connsiteX1" fmla="*/ 15257 w 6851038"/>
              <a:gd name="connsiteY1" fmla="*/ 970226 h 1830956"/>
              <a:gd name="connsiteX2" fmla="*/ 118651 w 6851038"/>
              <a:gd name="connsiteY2" fmla="*/ 960965 h 1830956"/>
              <a:gd name="connsiteX3" fmla="*/ 110836 w 6851038"/>
              <a:gd name="connsiteY3" fmla="*/ 1225226 h 1830956"/>
              <a:gd name="connsiteX4" fmla="*/ 330306 w 6851038"/>
              <a:gd name="connsiteY4" fmla="*/ 1453996 h 1830956"/>
              <a:gd name="connsiteX5" fmla="*/ 609170 w 6851038"/>
              <a:gd name="connsiteY5" fmla="*/ 1626794 h 1830956"/>
              <a:gd name="connsiteX6" fmla="*/ 1002299 w 6851038"/>
              <a:gd name="connsiteY6" fmla="*/ 1730823 h 1830956"/>
              <a:gd name="connsiteX7" fmla="*/ 1346366 w 6851038"/>
              <a:gd name="connsiteY7" fmla="*/ 1612187 h 1830956"/>
              <a:gd name="connsiteX8" fmla="*/ 1546103 w 6851038"/>
              <a:gd name="connsiteY8" fmla="*/ 1551168 h 1830956"/>
              <a:gd name="connsiteX9" fmla="*/ 1782195 w 6851038"/>
              <a:gd name="connsiteY9" fmla="*/ 1621749 h 1830956"/>
              <a:gd name="connsiteX10" fmla="*/ 1924976 w 6851038"/>
              <a:gd name="connsiteY10" fmla="*/ 1608552 h 1830956"/>
              <a:gd name="connsiteX11" fmla="*/ 2069717 w 6851038"/>
              <a:gd name="connsiteY11" fmla="*/ 1572048 h 1830956"/>
              <a:gd name="connsiteX12" fmla="*/ 2290420 w 6851038"/>
              <a:gd name="connsiteY12" fmla="*/ 1507552 h 1830956"/>
              <a:gd name="connsiteX13" fmla="*/ 2533833 w 6851038"/>
              <a:gd name="connsiteY13" fmla="*/ 1330255 h 1830956"/>
              <a:gd name="connsiteX14" fmla="*/ 3388660 w 6851038"/>
              <a:gd name="connsiteY14" fmla="*/ 736610 h 1830956"/>
              <a:gd name="connsiteX15" fmla="*/ 4756784 w 6851038"/>
              <a:gd name="connsiteY15" fmla="*/ 909322 h 1830956"/>
              <a:gd name="connsiteX16" fmla="*/ 5256317 w 6851038"/>
              <a:gd name="connsiteY16" fmla="*/ 274322 h 1830956"/>
              <a:gd name="connsiteX17" fmla="*/ 5821468 w 6851038"/>
              <a:gd name="connsiteY17" fmla="*/ 172768 h 1830956"/>
              <a:gd name="connsiteX18" fmla="*/ 6251151 w 6851038"/>
              <a:gd name="connsiteY18" fmla="*/ 428302 h 1830956"/>
              <a:gd name="connsiteX19" fmla="*/ 6412373 w 6851038"/>
              <a:gd name="connsiteY19" fmla="*/ 623187 h 1830956"/>
              <a:gd name="connsiteX20" fmla="*/ 6564773 w 6851038"/>
              <a:gd name="connsiteY20" fmla="*/ 703089 h 1830956"/>
              <a:gd name="connsiteX21" fmla="*/ 6679073 w 6851038"/>
              <a:gd name="connsiteY21" fmla="*/ 674034 h 1830956"/>
              <a:gd name="connsiteX22" fmla="*/ 6708351 w 6851038"/>
              <a:gd name="connsiteY22" fmla="*/ 529995 h 1830956"/>
              <a:gd name="connsiteX23" fmla="*/ 6679074 w 6851038"/>
              <a:gd name="connsiteY23" fmla="*/ 390745 h 1830956"/>
              <a:gd name="connsiteX24" fmla="*/ 6609225 w 6851038"/>
              <a:gd name="connsiteY24" fmla="*/ 303578 h 1830956"/>
              <a:gd name="connsiteX25" fmla="*/ 6564775 w 6851038"/>
              <a:gd name="connsiteY25" fmla="*/ 194620 h 1830956"/>
              <a:gd name="connsiteX26" fmla="*/ 6545725 w 6851038"/>
              <a:gd name="connsiteY26" fmla="*/ 27550 h 1830956"/>
              <a:gd name="connsiteX27" fmla="*/ 6691774 w 6851038"/>
              <a:gd name="connsiteY27" fmla="*/ 13025 h 1830956"/>
              <a:gd name="connsiteX28" fmla="*/ 6843817 w 6851038"/>
              <a:gd name="connsiteY28" fmla="*/ 26287 h 1830956"/>
              <a:gd name="connsiteX29" fmla="*/ 6825125 w 6851038"/>
              <a:gd name="connsiteY29" fmla="*/ 252730 h 1830956"/>
              <a:gd name="connsiteX30" fmla="*/ 6780675 w 6851038"/>
              <a:gd name="connsiteY30" fmla="*/ 405271 h 1830956"/>
              <a:gd name="connsiteX31" fmla="*/ 6767974 w 6851038"/>
              <a:gd name="connsiteY31" fmla="*/ 659506 h 1830956"/>
              <a:gd name="connsiteX32" fmla="*/ 6691774 w 6851038"/>
              <a:gd name="connsiteY32" fmla="*/ 775729 h 1830956"/>
              <a:gd name="connsiteX33" fmla="*/ 6581351 w 6851038"/>
              <a:gd name="connsiteY33" fmla="*/ 797321 h 1830956"/>
              <a:gd name="connsiteX34" fmla="*/ 6367566 w 6851038"/>
              <a:gd name="connsiteY34" fmla="*/ 712560 h 1830956"/>
              <a:gd name="connsiteX35" fmla="*/ 6101224 w 6851038"/>
              <a:gd name="connsiteY35" fmla="*/ 398005 h 1830956"/>
              <a:gd name="connsiteX36" fmla="*/ 5863801 w 6851038"/>
              <a:gd name="connsiteY36" fmla="*/ 276774 h 1830956"/>
              <a:gd name="connsiteX37" fmla="*/ 5539951 w 6851038"/>
              <a:gd name="connsiteY37" fmla="*/ 257389 h 1830956"/>
              <a:gd name="connsiteX38" fmla="*/ 5357917 w 6851038"/>
              <a:gd name="connsiteY38" fmla="*/ 333589 h 1830956"/>
              <a:gd name="connsiteX39" fmla="*/ 5239384 w 6851038"/>
              <a:gd name="connsiteY39" fmla="*/ 452121 h 1830956"/>
              <a:gd name="connsiteX40" fmla="*/ 5027717 w 6851038"/>
              <a:gd name="connsiteY40" fmla="*/ 833121 h 1830956"/>
              <a:gd name="connsiteX41" fmla="*/ 4849917 w 6851038"/>
              <a:gd name="connsiteY41" fmla="*/ 985522 h 1830956"/>
              <a:gd name="connsiteX42" fmla="*/ 4437725 w 6851038"/>
              <a:gd name="connsiteY42" fmla="*/ 1018010 h 1830956"/>
              <a:gd name="connsiteX43" fmla="*/ 3778428 w 6851038"/>
              <a:gd name="connsiteY43" fmla="*/ 839283 h 1830956"/>
              <a:gd name="connsiteX44" fmla="*/ 3364217 w 6851038"/>
              <a:gd name="connsiteY44" fmla="*/ 842833 h 1830956"/>
              <a:gd name="connsiteX45" fmla="*/ 2695810 w 6851038"/>
              <a:gd name="connsiteY45" fmla="*/ 1324293 h 1830956"/>
              <a:gd name="connsiteX46" fmla="*/ 2179803 w 6851038"/>
              <a:gd name="connsiteY46" fmla="*/ 1690437 h 1830956"/>
              <a:gd name="connsiteX47" fmla="*/ 2004054 w 6851038"/>
              <a:gd name="connsiteY47" fmla="*/ 1733719 h 1830956"/>
              <a:gd name="connsiteX48" fmla="*/ 1738874 w 6851038"/>
              <a:gd name="connsiteY48" fmla="*/ 1754556 h 1830956"/>
              <a:gd name="connsiteX49" fmla="*/ 1558709 w 6851038"/>
              <a:gd name="connsiteY49" fmla="*/ 1702647 h 1830956"/>
              <a:gd name="connsiteX50" fmla="*/ 1410448 w 6851038"/>
              <a:gd name="connsiteY50" fmla="*/ 1733679 h 1830956"/>
              <a:gd name="connsiteX51" fmla="*/ 1174570 w 6851038"/>
              <a:gd name="connsiteY51" fmla="*/ 1800485 h 1830956"/>
              <a:gd name="connsiteX52" fmla="*/ 888590 w 6851038"/>
              <a:gd name="connsiteY52" fmla="*/ 1825743 h 1830956"/>
              <a:gd name="connsiteX53" fmla="*/ 665240 w 6851038"/>
              <a:gd name="connsiteY53" fmla="*/ 1780251 h 1830956"/>
              <a:gd name="connsiteX54" fmla="*/ 396856 w 6851038"/>
              <a:gd name="connsiteY54" fmla="*/ 1617994 h 1830956"/>
              <a:gd name="connsiteX55" fmla="*/ 250734 w 6851038"/>
              <a:gd name="connsiteY55" fmla="*/ 1549022 h 1830956"/>
              <a:gd name="connsiteX56" fmla="*/ 25806 w 6851038"/>
              <a:gd name="connsiteY56" fmla="*/ 1362030 h 1830956"/>
              <a:gd name="connsiteX0" fmla="*/ 25806 w 6851038"/>
              <a:gd name="connsiteY0" fmla="*/ 1362030 h 1830956"/>
              <a:gd name="connsiteX1" fmla="*/ 15257 w 6851038"/>
              <a:gd name="connsiteY1" fmla="*/ 970226 h 1830956"/>
              <a:gd name="connsiteX2" fmla="*/ 118651 w 6851038"/>
              <a:gd name="connsiteY2" fmla="*/ 960965 h 1830956"/>
              <a:gd name="connsiteX3" fmla="*/ 110836 w 6851038"/>
              <a:gd name="connsiteY3" fmla="*/ 1225226 h 1830956"/>
              <a:gd name="connsiteX4" fmla="*/ 330306 w 6851038"/>
              <a:gd name="connsiteY4" fmla="*/ 1453996 h 1830956"/>
              <a:gd name="connsiteX5" fmla="*/ 609170 w 6851038"/>
              <a:gd name="connsiteY5" fmla="*/ 1626794 h 1830956"/>
              <a:gd name="connsiteX6" fmla="*/ 1002299 w 6851038"/>
              <a:gd name="connsiteY6" fmla="*/ 1730823 h 1830956"/>
              <a:gd name="connsiteX7" fmla="*/ 1346366 w 6851038"/>
              <a:gd name="connsiteY7" fmla="*/ 1612187 h 1830956"/>
              <a:gd name="connsiteX8" fmla="*/ 1546103 w 6851038"/>
              <a:gd name="connsiteY8" fmla="*/ 1551168 h 1830956"/>
              <a:gd name="connsiteX9" fmla="*/ 1782195 w 6851038"/>
              <a:gd name="connsiteY9" fmla="*/ 1621749 h 1830956"/>
              <a:gd name="connsiteX10" fmla="*/ 1924976 w 6851038"/>
              <a:gd name="connsiteY10" fmla="*/ 1608552 h 1830956"/>
              <a:gd name="connsiteX11" fmla="*/ 2060264 w 6851038"/>
              <a:gd name="connsiteY11" fmla="*/ 1624348 h 1830956"/>
              <a:gd name="connsiteX12" fmla="*/ 2290420 w 6851038"/>
              <a:gd name="connsiteY12" fmla="*/ 1507552 h 1830956"/>
              <a:gd name="connsiteX13" fmla="*/ 2533833 w 6851038"/>
              <a:gd name="connsiteY13" fmla="*/ 1330255 h 1830956"/>
              <a:gd name="connsiteX14" fmla="*/ 3388660 w 6851038"/>
              <a:gd name="connsiteY14" fmla="*/ 736610 h 1830956"/>
              <a:gd name="connsiteX15" fmla="*/ 4756784 w 6851038"/>
              <a:gd name="connsiteY15" fmla="*/ 909322 h 1830956"/>
              <a:gd name="connsiteX16" fmla="*/ 5256317 w 6851038"/>
              <a:gd name="connsiteY16" fmla="*/ 274322 h 1830956"/>
              <a:gd name="connsiteX17" fmla="*/ 5821468 w 6851038"/>
              <a:gd name="connsiteY17" fmla="*/ 172768 h 1830956"/>
              <a:gd name="connsiteX18" fmla="*/ 6251151 w 6851038"/>
              <a:gd name="connsiteY18" fmla="*/ 428302 h 1830956"/>
              <a:gd name="connsiteX19" fmla="*/ 6412373 w 6851038"/>
              <a:gd name="connsiteY19" fmla="*/ 623187 h 1830956"/>
              <a:gd name="connsiteX20" fmla="*/ 6564773 w 6851038"/>
              <a:gd name="connsiteY20" fmla="*/ 703089 h 1830956"/>
              <a:gd name="connsiteX21" fmla="*/ 6679073 w 6851038"/>
              <a:gd name="connsiteY21" fmla="*/ 674034 h 1830956"/>
              <a:gd name="connsiteX22" fmla="*/ 6708351 w 6851038"/>
              <a:gd name="connsiteY22" fmla="*/ 529995 h 1830956"/>
              <a:gd name="connsiteX23" fmla="*/ 6679074 w 6851038"/>
              <a:gd name="connsiteY23" fmla="*/ 390745 h 1830956"/>
              <a:gd name="connsiteX24" fmla="*/ 6609225 w 6851038"/>
              <a:gd name="connsiteY24" fmla="*/ 303578 h 1830956"/>
              <a:gd name="connsiteX25" fmla="*/ 6564775 w 6851038"/>
              <a:gd name="connsiteY25" fmla="*/ 194620 h 1830956"/>
              <a:gd name="connsiteX26" fmla="*/ 6545725 w 6851038"/>
              <a:gd name="connsiteY26" fmla="*/ 27550 h 1830956"/>
              <a:gd name="connsiteX27" fmla="*/ 6691774 w 6851038"/>
              <a:gd name="connsiteY27" fmla="*/ 13025 h 1830956"/>
              <a:gd name="connsiteX28" fmla="*/ 6843817 w 6851038"/>
              <a:gd name="connsiteY28" fmla="*/ 26287 h 1830956"/>
              <a:gd name="connsiteX29" fmla="*/ 6825125 w 6851038"/>
              <a:gd name="connsiteY29" fmla="*/ 252730 h 1830956"/>
              <a:gd name="connsiteX30" fmla="*/ 6780675 w 6851038"/>
              <a:gd name="connsiteY30" fmla="*/ 405271 h 1830956"/>
              <a:gd name="connsiteX31" fmla="*/ 6767974 w 6851038"/>
              <a:gd name="connsiteY31" fmla="*/ 659506 h 1830956"/>
              <a:gd name="connsiteX32" fmla="*/ 6691774 w 6851038"/>
              <a:gd name="connsiteY32" fmla="*/ 775729 h 1830956"/>
              <a:gd name="connsiteX33" fmla="*/ 6581351 w 6851038"/>
              <a:gd name="connsiteY33" fmla="*/ 797321 h 1830956"/>
              <a:gd name="connsiteX34" fmla="*/ 6367566 w 6851038"/>
              <a:gd name="connsiteY34" fmla="*/ 712560 h 1830956"/>
              <a:gd name="connsiteX35" fmla="*/ 6101224 w 6851038"/>
              <a:gd name="connsiteY35" fmla="*/ 398005 h 1830956"/>
              <a:gd name="connsiteX36" fmla="*/ 5863801 w 6851038"/>
              <a:gd name="connsiteY36" fmla="*/ 276774 h 1830956"/>
              <a:gd name="connsiteX37" fmla="*/ 5539951 w 6851038"/>
              <a:gd name="connsiteY37" fmla="*/ 257389 h 1830956"/>
              <a:gd name="connsiteX38" fmla="*/ 5357917 w 6851038"/>
              <a:gd name="connsiteY38" fmla="*/ 333589 h 1830956"/>
              <a:gd name="connsiteX39" fmla="*/ 5239384 w 6851038"/>
              <a:gd name="connsiteY39" fmla="*/ 452121 h 1830956"/>
              <a:gd name="connsiteX40" fmla="*/ 5027717 w 6851038"/>
              <a:gd name="connsiteY40" fmla="*/ 833121 h 1830956"/>
              <a:gd name="connsiteX41" fmla="*/ 4849917 w 6851038"/>
              <a:gd name="connsiteY41" fmla="*/ 985522 h 1830956"/>
              <a:gd name="connsiteX42" fmla="*/ 4437725 w 6851038"/>
              <a:gd name="connsiteY42" fmla="*/ 1018010 h 1830956"/>
              <a:gd name="connsiteX43" fmla="*/ 3778428 w 6851038"/>
              <a:gd name="connsiteY43" fmla="*/ 839283 h 1830956"/>
              <a:gd name="connsiteX44" fmla="*/ 3364217 w 6851038"/>
              <a:gd name="connsiteY44" fmla="*/ 842833 h 1830956"/>
              <a:gd name="connsiteX45" fmla="*/ 2695810 w 6851038"/>
              <a:gd name="connsiteY45" fmla="*/ 1324293 h 1830956"/>
              <a:gd name="connsiteX46" fmla="*/ 2179803 w 6851038"/>
              <a:gd name="connsiteY46" fmla="*/ 1690437 h 1830956"/>
              <a:gd name="connsiteX47" fmla="*/ 2004054 w 6851038"/>
              <a:gd name="connsiteY47" fmla="*/ 1733719 h 1830956"/>
              <a:gd name="connsiteX48" fmla="*/ 1738874 w 6851038"/>
              <a:gd name="connsiteY48" fmla="*/ 1754556 h 1830956"/>
              <a:gd name="connsiteX49" fmla="*/ 1558709 w 6851038"/>
              <a:gd name="connsiteY49" fmla="*/ 1702647 h 1830956"/>
              <a:gd name="connsiteX50" fmla="*/ 1410448 w 6851038"/>
              <a:gd name="connsiteY50" fmla="*/ 1733679 h 1830956"/>
              <a:gd name="connsiteX51" fmla="*/ 1174570 w 6851038"/>
              <a:gd name="connsiteY51" fmla="*/ 1800485 h 1830956"/>
              <a:gd name="connsiteX52" fmla="*/ 888590 w 6851038"/>
              <a:gd name="connsiteY52" fmla="*/ 1825743 h 1830956"/>
              <a:gd name="connsiteX53" fmla="*/ 665240 w 6851038"/>
              <a:gd name="connsiteY53" fmla="*/ 1780251 h 1830956"/>
              <a:gd name="connsiteX54" fmla="*/ 396856 w 6851038"/>
              <a:gd name="connsiteY54" fmla="*/ 1617994 h 1830956"/>
              <a:gd name="connsiteX55" fmla="*/ 250734 w 6851038"/>
              <a:gd name="connsiteY55" fmla="*/ 1549022 h 1830956"/>
              <a:gd name="connsiteX56" fmla="*/ 25806 w 6851038"/>
              <a:gd name="connsiteY56" fmla="*/ 1362030 h 1830956"/>
              <a:gd name="connsiteX0" fmla="*/ 25806 w 6851038"/>
              <a:gd name="connsiteY0" fmla="*/ 1362030 h 1830956"/>
              <a:gd name="connsiteX1" fmla="*/ 15257 w 6851038"/>
              <a:gd name="connsiteY1" fmla="*/ 970226 h 1830956"/>
              <a:gd name="connsiteX2" fmla="*/ 118651 w 6851038"/>
              <a:gd name="connsiteY2" fmla="*/ 960965 h 1830956"/>
              <a:gd name="connsiteX3" fmla="*/ 110836 w 6851038"/>
              <a:gd name="connsiteY3" fmla="*/ 1225226 h 1830956"/>
              <a:gd name="connsiteX4" fmla="*/ 330306 w 6851038"/>
              <a:gd name="connsiteY4" fmla="*/ 1453996 h 1830956"/>
              <a:gd name="connsiteX5" fmla="*/ 609170 w 6851038"/>
              <a:gd name="connsiteY5" fmla="*/ 1626794 h 1830956"/>
              <a:gd name="connsiteX6" fmla="*/ 1002299 w 6851038"/>
              <a:gd name="connsiteY6" fmla="*/ 1730823 h 1830956"/>
              <a:gd name="connsiteX7" fmla="*/ 1346366 w 6851038"/>
              <a:gd name="connsiteY7" fmla="*/ 1612187 h 1830956"/>
              <a:gd name="connsiteX8" fmla="*/ 1546103 w 6851038"/>
              <a:gd name="connsiteY8" fmla="*/ 1551168 h 1830956"/>
              <a:gd name="connsiteX9" fmla="*/ 1782195 w 6851038"/>
              <a:gd name="connsiteY9" fmla="*/ 1621749 h 1830956"/>
              <a:gd name="connsiteX10" fmla="*/ 1924976 w 6851038"/>
              <a:gd name="connsiteY10" fmla="*/ 1608552 h 1830956"/>
              <a:gd name="connsiteX11" fmla="*/ 2060264 w 6851038"/>
              <a:gd name="connsiteY11" fmla="*/ 1624348 h 1830956"/>
              <a:gd name="connsiteX12" fmla="*/ 2290420 w 6851038"/>
              <a:gd name="connsiteY12" fmla="*/ 1507552 h 1830956"/>
              <a:gd name="connsiteX13" fmla="*/ 2533833 w 6851038"/>
              <a:gd name="connsiteY13" fmla="*/ 1330255 h 1830956"/>
              <a:gd name="connsiteX14" fmla="*/ 3388660 w 6851038"/>
              <a:gd name="connsiteY14" fmla="*/ 736610 h 1830956"/>
              <a:gd name="connsiteX15" fmla="*/ 4756784 w 6851038"/>
              <a:gd name="connsiteY15" fmla="*/ 909322 h 1830956"/>
              <a:gd name="connsiteX16" fmla="*/ 5256317 w 6851038"/>
              <a:gd name="connsiteY16" fmla="*/ 274322 h 1830956"/>
              <a:gd name="connsiteX17" fmla="*/ 5821468 w 6851038"/>
              <a:gd name="connsiteY17" fmla="*/ 172768 h 1830956"/>
              <a:gd name="connsiteX18" fmla="*/ 6251151 w 6851038"/>
              <a:gd name="connsiteY18" fmla="*/ 428302 h 1830956"/>
              <a:gd name="connsiteX19" fmla="*/ 6412373 w 6851038"/>
              <a:gd name="connsiteY19" fmla="*/ 623187 h 1830956"/>
              <a:gd name="connsiteX20" fmla="*/ 6564773 w 6851038"/>
              <a:gd name="connsiteY20" fmla="*/ 703089 h 1830956"/>
              <a:gd name="connsiteX21" fmla="*/ 6679073 w 6851038"/>
              <a:gd name="connsiteY21" fmla="*/ 674034 h 1830956"/>
              <a:gd name="connsiteX22" fmla="*/ 6708351 w 6851038"/>
              <a:gd name="connsiteY22" fmla="*/ 529995 h 1830956"/>
              <a:gd name="connsiteX23" fmla="*/ 6679074 w 6851038"/>
              <a:gd name="connsiteY23" fmla="*/ 390745 h 1830956"/>
              <a:gd name="connsiteX24" fmla="*/ 6609225 w 6851038"/>
              <a:gd name="connsiteY24" fmla="*/ 303578 h 1830956"/>
              <a:gd name="connsiteX25" fmla="*/ 6564775 w 6851038"/>
              <a:gd name="connsiteY25" fmla="*/ 194620 h 1830956"/>
              <a:gd name="connsiteX26" fmla="*/ 6545725 w 6851038"/>
              <a:gd name="connsiteY26" fmla="*/ 27550 h 1830956"/>
              <a:gd name="connsiteX27" fmla="*/ 6691774 w 6851038"/>
              <a:gd name="connsiteY27" fmla="*/ 13025 h 1830956"/>
              <a:gd name="connsiteX28" fmla="*/ 6843817 w 6851038"/>
              <a:gd name="connsiteY28" fmla="*/ 26287 h 1830956"/>
              <a:gd name="connsiteX29" fmla="*/ 6825125 w 6851038"/>
              <a:gd name="connsiteY29" fmla="*/ 252730 h 1830956"/>
              <a:gd name="connsiteX30" fmla="*/ 6780675 w 6851038"/>
              <a:gd name="connsiteY30" fmla="*/ 405271 h 1830956"/>
              <a:gd name="connsiteX31" fmla="*/ 6767974 w 6851038"/>
              <a:gd name="connsiteY31" fmla="*/ 659506 h 1830956"/>
              <a:gd name="connsiteX32" fmla="*/ 6691774 w 6851038"/>
              <a:gd name="connsiteY32" fmla="*/ 775729 h 1830956"/>
              <a:gd name="connsiteX33" fmla="*/ 6581351 w 6851038"/>
              <a:gd name="connsiteY33" fmla="*/ 797321 h 1830956"/>
              <a:gd name="connsiteX34" fmla="*/ 6367566 w 6851038"/>
              <a:gd name="connsiteY34" fmla="*/ 712560 h 1830956"/>
              <a:gd name="connsiteX35" fmla="*/ 6101224 w 6851038"/>
              <a:gd name="connsiteY35" fmla="*/ 398005 h 1830956"/>
              <a:gd name="connsiteX36" fmla="*/ 5863801 w 6851038"/>
              <a:gd name="connsiteY36" fmla="*/ 276774 h 1830956"/>
              <a:gd name="connsiteX37" fmla="*/ 5539951 w 6851038"/>
              <a:gd name="connsiteY37" fmla="*/ 257389 h 1830956"/>
              <a:gd name="connsiteX38" fmla="*/ 5357917 w 6851038"/>
              <a:gd name="connsiteY38" fmla="*/ 333589 h 1830956"/>
              <a:gd name="connsiteX39" fmla="*/ 5239384 w 6851038"/>
              <a:gd name="connsiteY39" fmla="*/ 452121 h 1830956"/>
              <a:gd name="connsiteX40" fmla="*/ 5027717 w 6851038"/>
              <a:gd name="connsiteY40" fmla="*/ 833121 h 1830956"/>
              <a:gd name="connsiteX41" fmla="*/ 4849917 w 6851038"/>
              <a:gd name="connsiteY41" fmla="*/ 985522 h 1830956"/>
              <a:gd name="connsiteX42" fmla="*/ 4437725 w 6851038"/>
              <a:gd name="connsiteY42" fmla="*/ 1018010 h 1830956"/>
              <a:gd name="connsiteX43" fmla="*/ 3778428 w 6851038"/>
              <a:gd name="connsiteY43" fmla="*/ 839283 h 1830956"/>
              <a:gd name="connsiteX44" fmla="*/ 3364217 w 6851038"/>
              <a:gd name="connsiteY44" fmla="*/ 842833 h 1830956"/>
              <a:gd name="connsiteX45" fmla="*/ 2695810 w 6851038"/>
              <a:gd name="connsiteY45" fmla="*/ 1324293 h 1830956"/>
              <a:gd name="connsiteX46" fmla="*/ 2179803 w 6851038"/>
              <a:gd name="connsiteY46" fmla="*/ 1690437 h 1830956"/>
              <a:gd name="connsiteX47" fmla="*/ 2004054 w 6851038"/>
              <a:gd name="connsiteY47" fmla="*/ 1733719 h 1830956"/>
              <a:gd name="connsiteX48" fmla="*/ 1738874 w 6851038"/>
              <a:gd name="connsiteY48" fmla="*/ 1754556 h 1830956"/>
              <a:gd name="connsiteX49" fmla="*/ 1558709 w 6851038"/>
              <a:gd name="connsiteY49" fmla="*/ 1702647 h 1830956"/>
              <a:gd name="connsiteX50" fmla="*/ 1410448 w 6851038"/>
              <a:gd name="connsiteY50" fmla="*/ 1733679 h 1830956"/>
              <a:gd name="connsiteX51" fmla="*/ 1174570 w 6851038"/>
              <a:gd name="connsiteY51" fmla="*/ 1800485 h 1830956"/>
              <a:gd name="connsiteX52" fmla="*/ 888590 w 6851038"/>
              <a:gd name="connsiteY52" fmla="*/ 1825743 h 1830956"/>
              <a:gd name="connsiteX53" fmla="*/ 665240 w 6851038"/>
              <a:gd name="connsiteY53" fmla="*/ 1780251 h 1830956"/>
              <a:gd name="connsiteX54" fmla="*/ 396856 w 6851038"/>
              <a:gd name="connsiteY54" fmla="*/ 1617994 h 1830956"/>
              <a:gd name="connsiteX55" fmla="*/ 250734 w 6851038"/>
              <a:gd name="connsiteY55" fmla="*/ 1549022 h 1830956"/>
              <a:gd name="connsiteX56" fmla="*/ 25806 w 6851038"/>
              <a:gd name="connsiteY56" fmla="*/ 1362030 h 1830956"/>
              <a:gd name="connsiteX0" fmla="*/ 25806 w 6851038"/>
              <a:gd name="connsiteY0" fmla="*/ 1362030 h 1830956"/>
              <a:gd name="connsiteX1" fmla="*/ 15257 w 6851038"/>
              <a:gd name="connsiteY1" fmla="*/ 970226 h 1830956"/>
              <a:gd name="connsiteX2" fmla="*/ 118651 w 6851038"/>
              <a:gd name="connsiteY2" fmla="*/ 960965 h 1830956"/>
              <a:gd name="connsiteX3" fmla="*/ 110836 w 6851038"/>
              <a:gd name="connsiteY3" fmla="*/ 1225226 h 1830956"/>
              <a:gd name="connsiteX4" fmla="*/ 330306 w 6851038"/>
              <a:gd name="connsiteY4" fmla="*/ 1453996 h 1830956"/>
              <a:gd name="connsiteX5" fmla="*/ 609170 w 6851038"/>
              <a:gd name="connsiteY5" fmla="*/ 1626794 h 1830956"/>
              <a:gd name="connsiteX6" fmla="*/ 1002299 w 6851038"/>
              <a:gd name="connsiteY6" fmla="*/ 1730823 h 1830956"/>
              <a:gd name="connsiteX7" fmla="*/ 1346366 w 6851038"/>
              <a:gd name="connsiteY7" fmla="*/ 1612187 h 1830956"/>
              <a:gd name="connsiteX8" fmla="*/ 1546103 w 6851038"/>
              <a:gd name="connsiteY8" fmla="*/ 1551168 h 1830956"/>
              <a:gd name="connsiteX9" fmla="*/ 1782195 w 6851038"/>
              <a:gd name="connsiteY9" fmla="*/ 1621749 h 1830956"/>
              <a:gd name="connsiteX10" fmla="*/ 1924976 w 6851038"/>
              <a:gd name="connsiteY10" fmla="*/ 1608552 h 1830956"/>
              <a:gd name="connsiteX11" fmla="*/ 2060264 w 6851038"/>
              <a:gd name="connsiteY11" fmla="*/ 1624348 h 1830956"/>
              <a:gd name="connsiteX12" fmla="*/ 2290420 w 6851038"/>
              <a:gd name="connsiteY12" fmla="*/ 1507552 h 1830956"/>
              <a:gd name="connsiteX13" fmla="*/ 2533833 w 6851038"/>
              <a:gd name="connsiteY13" fmla="*/ 1330255 h 1830956"/>
              <a:gd name="connsiteX14" fmla="*/ 3388660 w 6851038"/>
              <a:gd name="connsiteY14" fmla="*/ 736610 h 1830956"/>
              <a:gd name="connsiteX15" fmla="*/ 4756784 w 6851038"/>
              <a:gd name="connsiteY15" fmla="*/ 909322 h 1830956"/>
              <a:gd name="connsiteX16" fmla="*/ 5256317 w 6851038"/>
              <a:gd name="connsiteY16" fmla="*/ 274322 h 1830956"/>
              <a:gd name="connsiteX17" fmla="*/ 5821468 w 6851038"/>
              <a:gd name="connsiteY17" fmla="*/ 172768 h 1830956"/>
              <a:gd name="connsiteX18" fmla="*/ 6251151 w 6851038"/>
              <a:gd name="connsiteY18" fmla="*/ 428302 h 1830956"/>
              <a:gd name="connsiteX19" fmla="*/ 6412373 w 6851038"/>
              <a:gd name="connsiteY19" fmla="*/ 623187 h 1830956"/>
              <a:gd name="connsiteX20" fmla="*/ 6564773 w 6851038"/>
              <a:gd name="connsiteY20" fmla="*/ 703089 h 1830956"/>
              <a:gd name="connsiteX21" fmla="*/ 6679073 w 6851038"/>
              <a:gd name="connsiteY21" fmla="*/ 674034 h 1830956"/>
              <a:gd name="connsiteX22" fmla="*/ 6708351 w 6851038"/>
              <a:gd name="connsiteY22" fmla="*/ 529995 h 1830956"/>
              <a:gd name="connsiteX23" fmla="*/ 6679074 w 6851038"/>
              <a:gd name="connsiteY23" fmla="*/ 390745 h 1830956"/>
              <a:gd name="connsiteX24" fmla="*/ 6609225 w 6851038"/>
              <a:gd name="connsiteY24" fmla="*/ 303578 h 1830956"/>
              <a:gd name="connsiteX25" fmla="*/ 6564775 w 6851038"/>
              <a:gd name="connsiteY25" fmla="*/ 194620 h 1830956"/>
              <a:gd name="connsiteX26" fmla="*/ 6545725 w 6851038"/>
              <a:gd name="connsiteY26" fmla="*/ 27550 h 1830956"/>
              <a:gd name="connsiteX27" fmla="*/ 6691774 w 6851038"/>
              <a:gd name="connsiteY27" fmla="*/ 13025 h 1830956"/>
              <a:gd name="connsiteX28" fmla="*/ 6843817 w 6851038"/>
              <a:gd name="connsiteY28" fmla="*/ 26287 h 1830956"/>
              <a:gd name="connsiteX29" fmla="*/ 6825125 w 6851038"/>
              <a:gd name="connsiteY29" fmla="*/ 252730 h 1830956"/>
              <a:gd name="connsiteX30" fmla="*/ 6780675 w 6851038"/>
              <a:gd name="connsiteY30" fmla="*/ 405271 h 1830956"/>
              <a:gd name="connsiteX31" fmla="*/ 6767974 w 6851038"/>
              <a:gd name="connsiteY31" fmla="*/ 659506 h 1830956"/>
              <a:gd name="connsiteX32" fmla="*/ 6691774 w 6851038"/>
              <a:gd name="connsiteY32" fmla="*/ 775729 h 1830956"/>
              <a:gd name="connsiteX33" fmla="*/ 6581351 w 6851038"/>
              <a:gd name="connsiteY33" fmla="*/ 797321 h 1830956"/>
              <a:gd name="connsiteX34" fmla="*/ 6367566 w 6851038"/>
              <a:gd name="connsiteY34" fmla="*/ 712560 h 1830956"/>
              <a:gd name="connsiteX35" fmla="*/ 6101224 w 6851038"/>
              <a:gd name="connsiteY35" fmla="*/ 398005 h 1830956"/>
              <a:gd name="connsiteX36" fmla="*/ 5863801 w 6851038"/>
              <a:gd name="connsiteY36" fmla="*/ 276774 h 1830956"/>
              <a:gd name="connsiteX37" fmla="*/ 5539951 w 6851038"/>
              <a:gd name="connsiteY37" fmla="*/ 257389 h 1830956"/>
              <a:gd name="connsiteX38" fmla="*/ 5357917 w 6851038"/>
              <a:gd name="connsiteY38" fmla="*/ 333589 h 1830956"/>
              <a:gd name="connsiteX39" fmla="*/ 5239384 w 6851038"/>
              <a:gd name="connsiteY39" fmla="*/ 452121 h 1830956"/>
              <a:gd name="connsiteX40" fmla="*/ 5027717 w 6851038"/>
              <a:gd name="connsiteY40" fmla="*/ 833121 h 1830956"/>
              <a:gd name="connsiteX41" fmla="*/ 4849917 w 6851038"/>
              <a:gd name="connsiteY41" fmla="*/ 985522 h 1830956"/>
              <a:gd name="connsiteX42" fmla="*/ 4437725 w 6851038"/>
              <a:gd name="connsiteY42" fmla="*/ 1018010 h 1830956"/>
              <a:gd name="connsiteX43" fmla="*/ 3778428 w 6851038"/>
              <a:gd name="connsiteY43" fmla="*/ 839283 h 1830956"/>
              <a:gd name="connsiteX44" fmla="*/ 3364217 w 6851038"/>
              <a:gd name="connsiteY44" fmla="*/ 842833 h 1830956"/>
              <a:gd name="connsiteX45" fmla="*/ 2695810 w 6851038"/>
              <a:gd name="connsiteY45" fmla="*/ 1324293 h 1830956"/>
              <a:gd name="connsiteX46" fmla="*/ 2179803 w 6851038"/>
              <a:gd name="connsiteY46" fmla="*/ 1690437 h 1830956"/>
              <a:gd name="connsiteX47" fmla="*/ 2004054 w 6851038"/>
              <a:gd name="connsiteY47" fmla="*/ 1733719 h 1830956"/>
              <a:gd name="connsiteX48" fmla="*/ 1738874 w 6851038"/>
              <a:gd name="connsiteY48" fmla="*/ 1754556 h 1830956"/>
              <a:gd name="connsiteX49" fmla="*/ 1558709 w 6851038"/>
              <a:gd name="connsiteY49" fmla="*/ 1702647 h 1830956"/>
              <a:gd name="connsiteX50" fmla="*/ 1410448 w 6851038"/>
              <a:gd name="connsiteY50" fmla="*/ 1733679 h 1830956"/>
              <a:gd name="connsiteX51" fmla="*/ 1174570 w 6851038"/>
              <a:gd name="connsiteY51" fmla="*/ 1800485 h 1830956"/>
              <a:gd name="connsiteX52" fmla="*/ 888590 w 6851038"/>
              <a:gd name="connsiteY52" fmla="*/ 1825743 h 1830956"/>
              <a:gd name="connsiteX53" fmla="*/ 665240 w 6851038"/>
              <a:gd name="connsiteY53" fmla="*/ 1780251 h 1830956"/>
              <a:gd name="connsiteX54" fmla="*/ 396856 w 6851038"/>
              <a:gd name="connsiteY54" fmla="*/ 1617994 h 1830956"/>
              <a:gd name="connsiteX55" fmla="*/ 250734 w 6851038"/>
              <a:gd name="connsiteY55" fmla="*/ 1549022 h 1830956"/>
              <a:gd name="connsiteX56" fmla="*/ 25806 w 6851038"/>
              <a:gd name="connsiteY56" fmla="*/ 1362030 h 1830956"/>
              <a:gd name="connsiteX0" fmla="*/ 25806 w 6851038"/>
              <a:gd name="connsiteY0" fmla="*/ 1362030 h 1830956"/>
              <a:gd name="connsiteX1" fmla="*/ 15257 w 6851038"/>
              <a:gd name="connsiteY1" fmla="*/ 970226 h 1830956"/>
              <a:gd name="connsiteX2" fmla="*/ 118651 w 6851038"/>
              <a:gd name="connsiteY2" fmla="*/ 960965 h 1830956"/>
              <a:gd name="connsiteX3" fmla="*/ 110836 w 6851038"/>
              <a:gd name="connsiteY3" fmla="*/ 1225226 h 1830956"/>
              <a:gd name="connsiteX4" fmla="*/ 330306 w 6851038"/>
              <a:gd name="connsiteY4" fmla="*/ 1453996 h 1830956"/>
              <a:gd name="connsiteX5" fmla="*/ 609170 w 6851038"/>
              <a:gd name="connsiteY5" fmla="*/ 1626794 h 1830956"/>
              <a:gd name="connsiteX6" fmla="*/ 1002299 w 6851038"/>
              <a:gd name="connsiteY6" fmla="*/ 1730823 h 1830956"/>
              <a:gd name="connsiteX7" fmla="*/ 1346366 w 6851038"/>
              <a:gd name="connsiteY7" fmla="*/ 1612187 h 1830956"/>
              <a:gd name="connsiteX8" fmla="*/ 1546103 w 6851038"/>
              <a:gd name="connsiteY8" fmla="*/ 1551168 h 1830956"/>
              <a:gd name="connsiteX9" fmla="*/ 1782195 w 6851038"/>
              <a:gd name="connsiteY9" fmla="*/ 1621749 h 1830956"/>
              <a:gd name="connsiteX10" fmla="*/ 1915523 w 6851038"/>
              <a:gd name="connsiteY10" fmla="*/ 1625985 h 1830956"/>
              <a:gd name="connsiteX11" fmla="*/ 2060264 w 6851038"/>
              <a:gd name="connsiteY11" fmla="*/ 1624348 h 1830956"/>
              <a:gd name="connsiteX12" fmla="*/ 2290420 w 6851038"/>
              <a:gd name="connsiteY12" fmla="*/ 1507552 h 1830956"/>
              <a:gd name="connsiteX13" fmla="*/ 2533833 w 6851038"/>
              <a:gd name="connsiteY13" fmla="*/ 1330255 h 1830956"/>
              <a:gd name="connsiteX14" fmla="*/ 3388660 w 6851038"/>
              <a:gd name="connsiteY14" fmla="*/ 736610 h 1830956"/>
              <a:gd name="connsiteX15" fmla="*/ 4756784 w 6851038"/>
              <a:gd name="connsiteY15" fmla="*/ 909322 h 1830956"/>
              <a:gd name="connsiteX16" fmla="*/ 5256317 w 6851038"/>
              <a:gd name="connsiteY16" fmla="*/ 274322 h 1830956"/>
              <a:gd name="connsiteX17" fmla="*/ 5821468 w 6851038"/>
              <a:gd name="connsiteY17" fmla="*/ 172768 h 1830956"/>
              <a:gd name="connsiteX18" fmla="*/ 6251151 w 6851038"/>
              <a:gd name="connsiteY18" fmla="*/ 428302 h 1830956"/>
              <a:gd name="connsiteX19" fmla="*/ 6412373 w 6851038"/>
              <a:gd name="connsiteY19" fmla="*/ 623187 h 1830956"/>
              <a:gd name="connsiteX20" fmla="*/ 6564773 w 6851038"/>
              <a:gd name="connsiteY20" fmla="*/ 703089 h 1830956"/>
              <a:gd name="connsiteX21" fmla="*/ 6679073 w 6851038"/>
              <a:gd name="connsiteY21" fmla="*/ 674034 h 1830956"/>
              <a:gd name="connsiteX22" fmla="*/ 6708351 w 6851038"/>
              <a:gd name="connsiteY22" fmla="*/ 529995 h 1830956"/>
              <a:gd name="connsiteX23" fmla="*/ 6679074 w 6851038"/>
              <a:gd name="connsiteY23" fmla="*/ 390745 h 1830956"/>
              <a:gd name="connsiteX24" fmla="*/ 6609225 w 6851038"/>
              <a:gd name="connsiteY24" fmla="*/ 303578 h 1830956"/>
              <a:gd name="connsiteX25" fmla="*/ 6564775 w 6851038"/>
              <a:gd name="connsiteY25" fmla="*/ 194620 h 1830956"/>
              <a:gd name="connsiteX26" fmla="*/ 6545725 w 6851038"/>
              <a:gd name="connsiteY26" fmla="*/ 27550 h 1830956"/>
              <a:gd name="connsiteX27" fmla="*/ 6691774 w 6851038"/>
              <a:gd name="connsiteY27" fmla="*/ 13025 h 1830956"/>
              <a:gd name="connsiteX28" fmla="*/ 6843817 w 6851038"/>
              <a:gd name="connsiteY28" fmla="*/ 26287 h 1830956"/>
              <a:gd name="connsiteX29" fmla="*/ 6825125 w 6851038"/>
              <a:gd name="connsiteY29" fmla="*/ 252730 h 1830956"/>
              <a:gd name="connsiteX30" fmla="*/ 6780675 w 6851038"/>
              <a:gd name="connsiteY30" fmla="*/ 405271 h 1830956"/>
              <a:gd name="connsiteX31" fmla="*/ 6767974 w 6851038"/>
              <a:gd name="connsiteY31" fmla="*/ 659506 h 1830956"/>
              <a:gd name="connsiteX32" fmla="*/ 6691774 w 6851038"/>
              <a:gd name="connsiteY32" fmla="*/ 775729 h 1830956"/>
              <a:gd name="connsiteX33" fmla="*/ 6581351 w 6851038"/>
              <a:gd name="connsiteY33" fmla="*/ 797321 h 1830956"/>
              <a:gd name="connsiteX34" fmla="*/ 6367566 w 6851038"/>
              <a:gd name="connsiteY34" fmla="*/ 712560 h 1830956"/>
              <a:gd name="connsiteX35" fmla="*/ 6101224 w 6851038"/>
              <a:gd name="connsiteY35" fmla="*/ 398005 h 1830956"/>
              <a:gd name="connsiteX36" fmla="*/ 5863801 w 6851038"/>
              <a:gd name="connsiteY36" fmla="*/ 276774 h 1830956"/>
              <a:gd name="connsiteX37" fmla="*/ 5539951 w 6851038"/>
              <a:gd name="connsiteY37" fmla="*/ 257389 h 1830956"/>
              <a:gd name="connsiteX38" fmla="*/ 5357917 w 6851038"/>
              <a:gd name="connsiteY38" fmla="*/ 333589 h 1830956"/>
              <a:gd name="connsiteX39" fmla="*/ 5239384 w 6851038"/>
              <a:gd name="connsiteY39" fmla="*/ 452121 h 1830956"/>
              <a:gd name="connsiteX40" fmla="*/ 5027717 w 6851038"/>
              <a:gd name="connsiteY40" fmla="*/ 833121 h 1830956"/>
              <a:gd name="connsiteX41" fmla="*/ 4849917 w 6851038"/>
              <a:gd name="connsiteY41" fmla="*/ 985522 h 1830956"/>
              <a:gd name="connsiteX42" fmla="*/ 4437725 w 6851038"/>
              <a:gd name="connsiteY42" fmla="*/ 1018010 h 1830956"/>
              <a:gd name="connsiteX43" fmla="*/ 3778428 w 6851038"/>
              <a:gd name="connsiteY43" fmla="*/ 839283 h 1830956"/>
              <a:gd name="connsiteX44" fmla="*/ 3364217 w 6851038"/>
              <a:gd name="connsiteY44" fmla="*/ 842833 h 1830956"/>
              <a:gd name="connsiteX45" fmla="*/ 2695810 w 6851038"/>
              <a:gd name="connsiteY45" fmla="*/ 1324293 h 1830956"/>
              <a:gd name="connsiteX46" fmla="*/ 2179803 w 6851038"/>
              <a:gd name="connsiteY46" fmla="*/ 1690437 h 1830956"/>
              <a:gd name="connsiteX47" fmla="*/ 2004054 w 6851038"/>
              <a:gd name="connsiteY47" fmla="*/ 1733719 h 1830956"/>
              <a:gd name="connsiteX48" fmla="*/ 1738874 w 6851038"/>
              <a:gd name="connsiteY48" fmla="*/ 1754556 h 1830956"/>
              <a:gd name="connsiteX49" fmla="*/ 1558709 w 6851038"/>
              <a:gd name="connsiteY49" fmla="*/ 1702647 h 1830956"/>
              <a:gd name="connsiteX50" fmla="*/ 1410448 w 6851038"/>
              <a:gd name="connsiteY50" fmla="*/ 1733679 h 1830956"/>
              <a:gd name="connsiteX51" fmla="*/ 1174570 w 6851038"/>
              <a:gd name="connsiteY51" fmla="*/ 1800485 h 1830956"/>
              <a:gd name="connsiteX52" fmla="*/ 888590 w 6851038"/>
              <a:gd name="connsiteY52" fmla="*/ 1825743 h 1830956"/>
              <a:gd name="connsiteX53" fmla="*/ 665240 w 6851038"/>
              <a:gd name="connsiteY53" fmla="*/ 1780251 h 1830956"/>
              <a:gd name="connsiteX54" fmla="*/ 396856 w 6851038"/>
              <a:gd name="connsiteY54" fmla="*/ 1617994 h 1830956"/>
              <a:gd name="connsiteX55" fmla="*/ 250734 w 6851038"/>
              <a:gd name="connsiteY55" fmla="*/ 1549022 h 1830956"/>
              <a:gd name="connsiteX56" fmla="*/ 25806 w 6851038"/>
              <a:gd name="connsiteY56" fmla="*/ 1362030 h 1830956"/>
              <a:gd name="connsiteX0" fmla="*/ 25806 w 6851038"/>
              <a:gd name="connsiteY0" fmla="*/ 1362030 h 1830956"/>
              <a:gd name="connsiteX1" fmla="*/ 15257 w 6851038"/>
              <a:gd name="connsiteY1" fmla="*/ 970226 h 1830956"/>
              <a:gd name="connsiteX2" fmla="*/ 118651 w 6851038"/>
              <a:gd name="connsiteY2" fmla="*/ 960965 h 1830956"/>
              <a:gd name="connsiteX3" fmla="*/ 110836 w 6851038"/>
              <a:gd name="connsiteY3" fmla="*/ 1225226 h 1830956"/>
              <a:gd name="connsiteX4" fmla="*/ 330306 w 6851038"/>
              <a:gd name="connsiteY4" fmla="*/ 1453996 h 1830956"/>
              <a:gd name="connsiteX5" fmla="*/ 609170 w 6851038"/>
              <a:gd name="connsiteY5" fmla="*/ 1626794 h 1830956"/>
              <a:gd name="connsiteX6" fmla="*/ 1002299 w 6851038"/>
              <a:gd name="connsiteY6" fmla="*/ 1730823 h 1830956"/>
              <a:gd name="connsiteX7" fmla="*/ 1346366 w 6851038"/>
              <a:gd name="connsiteY7" fmla="*/ 1612187 h 1830956"/>
              <a:gd name="connsiteX8" fmla="*/ 1546103 w 6851038"/>
              <a:gd name="connsiteY8" fmla="*/ 1551168 h 1830956"/>
              <a:gd name="connsiteX9" fmla="*/ 1782195 w 6851038"/>
              <a:gd name="connsiteY9" fmla="*/ 1621749 h 1830956"/>
              <a:gd name="connsiteX10" fmla="*/ 1915523 w 6851038"/>
              <a:gd name="connsiteY10" fmla="*/ 1625985 h 1830956"/>
              <a:gd name="connsiteX11" fmla="*/ 2060264 w 6851038"/>
              <a:gd name="connsiteY11" fmla="*/ 1624348 h 1830956"/>
              <a:gd name="connsiteX12" fmla="*/ 2290420 w 6851038"/>
              <a:gd name="connsiteY12" fmla="*/ 1507552 h 1830956"/>
              <a:gd name="connsiteX13" fmla="*/ 2533833 w 6851038"/>
              <a:gd name="connsiteY13" fmla="*/ 1330255 h 1830956"/>
              <a:gd name="connsiteX14" fmla="*/ 3388660 w 6851038"/>
              <a:gd name="connsiteY14" fmla="*/ 736610 h 1830956"/>
              <a:gd name="connsiteX15" fmla="*/ 4756784 w 6851038"/>
              <a:gd name="connsiteY15" fmla="*/ 909322 h 1830956"/>
              <a:gd name="connsiteX16" fmla="*/ 5256317 w 6851038"/>
              <a:gd name="connsiteY16" fmla="*/ 274322 h 1830956"/>
              <a:gd name="connsiteX17" fmla="*/ 5821468 w 6851038"/>
              <a:gd name="connsiteY17" fmla="*/ 172768 h 1830956"/>
              <a:gd name="connsiteX18" fmla="*/ 6251151 w 6851038"/>
              <a:gd name="connsiteY18" fmla="*/ 428302 h 1830956"/>
              <a:gd name="connsiteX19" fmla="*/ 6412373 w 6851038"/>
              <a:gd name="connsiteY19" fmla="*/ 623187 h 1830956"/>
              <a:gd name="connsiteX20" fmla="*/ 6564773 w 6851038"/>
              <a:gd name="connsiteY20" fmla="*/ 703089 h 1830956"/>
              <a:gd name="connsiteX21" fmla="*/ 6679073 w 6851038"/>
              <a:gd name="connsiteY21" fmla="*/ 674034 h 1830956"/>
              <a:gd name="connsiteX22" fmla="*/ 6708351 w 6851038"/>
              <a:gd name="connsiteY22" fmla="*/ 529995 h 1830956"/>
              <a:gd name="connsiteX23" fmla="*/ 6679074 w 6851038"/>
              <a:gd name="connsiteY23" fmla="*/ 390745 h 1830956"/>
              <a:gd name="connsiteX24" fmla="*/ 6609225 w 6851038"/>
              <a:gd name="connsiteY24" fmla="*/ 303578 h 1830956"/>
              <a:gd name="connsiteX25" fmla="*/ 6564775 w 6851038"/>
              <a:gd name="connsiteY25" fmla="*/ 194620 h 1830956"/>
              <a:gd name="connsiteX26" fmla="*/ 6545725 w 6851038"/>
              <a:gd name="connsiteY26" fmla="*/ 27550 h 1830956"/>
              <a:gd name="connsiteX27" fmla="*/ 6691774 w 6851038"/>
              <a:gd name="connsiteY27" fmla="*/ 13025 h 1830956"/>
              <a:gd name="connsiteX28" fmla="*/ 6843817 w 6851038"/>
              <a:gd name="connsiteY28" fmla="*/ 26287 h 1830956"/>
              <a:gd name="connsiteX29" fmla="*/ 6825125 w 6851038"/>
              <a:gd name="connsiteY29" fmla="*/ 252730 h 1830956"/>
              <a:gd name="connsiteX30" fmla="*/ 6780675 w 6851038"/>
              <a:gd name="connsiteY30" fmla="*/ 405271 h 1830956"/>
              <a:gd name="connsiteX31" fmla="*/ 6767974 w 6851038"/>
              <a:gd name="connsiteY31" fmla="*/ 659506 h 1830956"/>
              <a:gd name="connsiteX32" fmla="*/ 6691774 w 6851038"/>
              <a:gd name="connsiteY32" fmla="*/ 775729 h 1830956"/>
              <a:gd name="connsiteX33" fmla="*/ 6581351 w 6851038"/>
              <a:gd name="connsiteY33" fmla="*/ 797321 h 1830956"/>
              <a:gd name="connsiteX34" fmla="*/ 6367566 w 6851038"/>
              <a:gd name="connsiteY34" fmla="*/ 712560 h 1830956"/>
              <a:gd name="connsiteX35" fmla="*/ 6101224 w 6851038"/>
              <a:gd name="connsiteY35" fmla="*/ 398005 h 1830956"/>
              <a:gd name="connsiteX36" fmla="*/ 5863801 w 6851038"/>
              <a:gd name="connsiteY36" fmla="*/ 276774 h 1830956"/>
              <a:gd name="connsiteX37" fmla="*/ 5539951 w 6851038"/>
              <a:gd name="connsiteY37" fmla="*/ 257389 h 1830956"/>
              <a:gd name="connsiteX38" fmla="*/ 5357917 w 6851038"/>
              <a:gd name="connsiteY38" fmla="*/ 333589 h 1830956"/>
              <a:gd name="connsiteX39" fmla="*/ 5239384 w 6851038"/>
              <a:gd name="connsiteY39" fmla="*/ 452121 h 1830956"/>
              <a:gd name="connsiteX40" fmla="*/ 5027717 w 6851038"/>
              <a:gd name="connsiteY40" fmla="*/ 833121 h 1830956"/>
              <a:gd name="connsiteX41" fmla="*/ 4849917 w 6851038"/>
              <a:gd name="connsiteY41" fmla="*/ 985522 h 1830956"/>
              <a:gd name="connsiteX42" fmla="*/ 4437725 w 6851038"/>
              <a:gd name="connsiteY42" fmla="*/ 1018010 h 1830956"/>
              <a:gd name="connsiteX43" fmla="*/ 3778428 w 6851038"/>
              <a:gd name="connsiteY43" fmla="*/ 839283 h 1830956"/>
              <a:gd name="connsiteX44" fmla="*/ 3364217 w 6851038"/>
              <a:gd name="connsiteY44" fmla="*/ 842833 h 1830956"/>
              <a:gd name="connsiteX45" fmla="*/ 2695810 w 6851038"/>
              <a:gd name="connsiteY45" fmla="*/ 1324293 h 1830956"/>
              <a:gd name="connsiteX46" fmla="*/ 2179803 w 6851038"/>
              <a:gd name="connsiteY46" fmla="*/ 1690437 h 1830956"/>
              <a:gd name="connsiteX47" fmla="*/ 2004054 w 6851038"/>
              <a:gd name="connsiteY47" fmla="*/ 1733719 h 1830956"/>
              <a:gd name="connsiteX48" fmla="*/ 1738874 w 6851038"/>
              <a:gd name="connsiteY48" fmla="*/ 1754556 h 1830956"/>
              <a:gd name="connsiteX49" fmla="*/ 1558709 w 6851038"/>
              <a:gd name="connsiteY49" fmla="*/ 1702647 h 1830956"/>
              <a:gd name="connsiteX50" fmla="*/ 1410448 w 6851038"/>
              <a:gd name="connsiteY50" fmla="*/ 1733679 h 1830956"/>
              <a:gd name="connsiteX51" fmla="*/ 1174570 w 6851038"/>
              <a:gd name="connsiteY51" fmla="*/ 1800485 h 1830956"/>
              <a:gd name="connsiteX52" fmla="*/ 888590 w 6851038"/>
              <a:gd name="connsiteY52" fmla="*/ 1825743 h 1830956"/>
              <a:gd name="connsiteX53" fmla="*/ 665240 w 6851038"/>
              <a:gd name="connsiteY53" fmla="*/ 1780251 h 1830956"/>
              <a:gd name="connsiteX54" fmla="*/ 396856 w 6851038"/>
              <a:gd name="connsiteY54" fmla="*/ 1617994 h 1830956"/>
              <a:gd name="connsiteX55" fmla="*/ 250734 w 6851038"/>
              <a:gd name="connsiteY55" fmla="*/ 1549022 h 1830956"/>
              <a:gd name="connsiteX56" fmla="*/ 25806 w 6851038"/>
              <a:gd name="connsiteY56" fmla="*/ 1362030 h 1830956"/>
              <a:gd name="connsiteX0" fmla="*/ 25806 w 6851038"/>
              <a:gd name="connsiteY0" fmla="*/ 1362030 h 1830956"/>
              <a:gd name="connsiteX1" fmla="*/ 15257 w 6851038"/>
              <a:gd name="connsiteY1" fmla="*/ 970226 h 1830956"/>
              <a:gd name="connsiteX2" fmla="*/ 118651 w 6851038"/>
              <a:gd name="connsiteY2" fmla="*/ 960965 h 1830956"/>
              <a:gd name="connsiteX3" fmla="*/ 110836 w 6851038"/>
              <a:gd name="connsiteY3" fmla="*/ 1225226 h 1830956"/>
              <a:gd name="connsiteX4" fmla="*/ 330306 w 6851038"/>
              <a:gd name="connsiteY4" fmla="*/ 1453996 h 1830956"/>
              <a:gd name="connsiteX5" fmla="*/ 609170 w 6851038"/>
              <a:gd name="connsiteY5" fmla="*/ 1626794 h 1830956"/>
              <a:gd name="connsiteX6" fmla="*/ 1002299 w 6851038"/>
              <a:gd name="connsiteY6" fmla="*/ 1730823 h 1830956"/>
              <a:gd name="connsiteX7" fmla="*/ 1346366 w 6851038"/>
              <a:gd name="connsiteY7" fmla="*/ 1612187 h 1830956"/>
              <a:gd name="connsiteX8" fmla="*/ 1546103 w 6851038"/>
              <a:gd name="connsiteY8" fmla="*/ 1551168 h 1830956"/>
              <a:gd name="connsiteX9" fmla="*/ 1782195 w 6851038"/>
              <a:gd name="connsiteY9" fmla="*/ 1621749 h 1830956"/>
              <a:gd name="connsiteX10" fmla="*/ 1915523 w 6851038"/>
              <a:gd name="connsiteY10" fmla="*/ 1625985 h 1830956"/>
              <a:gd name="connsiteX11" fmla="*/ 2060264 w 6851038"/>
              <a:gd name="connsiteY11" fmla="*/ 1624348 h 1830956"/>
              <a:gd name="connsiteX12" fmla="*/ 2290420 w 6851038"/>
              <a:gd name="connsiteY12" fmla="*/ 1507552 h 1830956"/>
              <a:gd name="connsiteX13" fmla="*/ 2533833 w 6851038"/>
              <a:gd name="connsiteY13" fmla="*/ 1330255 h 1830956"/>
              <a:gd name="connsiteX14" fmla="*/ 3388660 w 6851038"/>
              <a:gd name="connsiteY14" fmla="*/ 736610 h 1830956"/>
              <a:gd name="connsiteX15" fmla="*/ 4756784 w 6851038"/>
              <a:gd name="connsiteY15" fmla="*/ 909322 h 1830956"/>
              <a:gd name="connsiteX16" fmla="*/ 5256317 w 6851038"/>
              <a:gd name="connsiteY16" fmla="*/ 274322 h 1830956"/>
              <a:gd name="connsiteX17" fmla="*/ 5821468 w 6851038"/>
              <a:gd name="connsiteY17" fmla="*/ 172768 h 1830956"/>
              <a:gd name="connsiteX18" fmla="*/ 6251151 w 6851038"/>
              <a:gd name="connsiteY18" fmla="*/ 428302 h 1830956"/>
              <a:gd name="connsiteX19" fmla="*/ 6412373 w 6851038"/>
              <a:gd name="connsiteY19" fmla="*/ 623187 h 1830956"/>
              <a:gd name="connsiteX20" fmla="*/ 6564773 w 6851038"/>
              <a:gd name="connsiteY20" fmla="*/ 703089 h 1830956"/>
              <a:gd name="connsiteX21" fmla="*/ 6679073 w 6851038"/>
              <a:gd name="connsiteY21" fmla="*/ 674034 h 1830956"/>
              <a:gd name="connsiteX22" fmla="*/ 6708351 w 6851038"/>
              <a:gd name="connsiteY22" fmla="*/ 529995 h 1830956"/>
              <a:gd name="connsiteX23" fmla="*/ 6679074 w 6851038"/>
              <a:gd name="connsiteY23" fmla="*/ 390745 h 1830956"/>
              <a:gd name="connsiteX24" fmla="*/ 6609225 w 6851038"/>
              <a:gd name="connsiteY24" fmla="*/ 303578 h 1830956"/>
              <a:gd name="connsiteX25" fmla="*/ 6564775 w 6851038"/>
              <a:gd name="connsiteY25" fmla="*/ 194620 h 1830956"/>
              <a:gd name="connsiteX26" fmla="*/ 6545725 w 6851038"/>
              <a:gd name="connsiteY26" fmla="*/ 27550 h 1830956"/>
              <a:gd name="connsiteX27" fmla="*/ 6691774 w 6851038"/>
              <a:gd name="connsiteY27" fmla="*/ 13025 h 1830956"/>
              <a:gd name="connsiteX28" fmla="*/ 6843817 w 6851038"/>
              <a:gd name="connsiteY28" fmla="*/ 26287 h 1830956"/>
              <a:gd name="connsiteX29" fmla="*/ 6825125 w 6851038"/>
              <a:gd name="connsiteY29" fmla="*/ 252730 h 1830956"/>
              <a:gd name="connsiteX30" fmla="*/ 6780675 w 6851038"/>
              <a:gd name="connsiteY30" fmla="*/ 405271 h 1830956"/>
              <a:gd name="connsiteX31" fmla="*/ 6767974 w 6851038"/>
              <a:gd name="connsiteY31" fmla="*/ 659506 h 1830956"/>
              <a:gd name="connsiteX32" fmla="*/ 6691774 w 6851038"/>
              <a:gd name="connsiteY32" fmla="*/ 775729 h 1830956"/>
              <a:gd name="connsiteX33" fmla="*/ 6581351 w 6851038"/>
              <a:gd name="connsiteY33" fmla="*/ 797321 h 1830956"/>
              <a:gd name="connsiteX34" fmla="*/ 6367566 w 6851038"/>
              <a:gd name="connsiteY34" fmla="*/ 712560 h 1830956"/>
              <a:gd name="connsiteX35" fmla="*/ 6101224 w 6851038"/>
              <a:gd name="connsiteY35" fmla="*/ 398005 h 1830956"/>
              <a:gd name="connsiteX36" fmla="*/ 5863801 w 6851038"/>
              <a:gd name="connsiteY36" fmla="*/ 276774 h 1830956"/>
              <a:gd name="connsiteX37" fmla="*/ 5539951 w 6851038"/>
              <a:gd name="connsiteY37" fmla="*/ 257389 h 1830956"/>
              <a:gd name="connsiteX38" fmla="*/ 5357917 w 6851038"/>
              <a:gd name="connsiteY38" fmla="*/ 333589 h 1830956"/>
              <a:gd name="connsiteX39" fmla="*/ 5239384 w 6851038"/>
              <a:gd name="connsiteY39" fmla="*/ 452121 h 1830956"/>
              <a:gd name="connsiteX40" fmla="*/ 5027717 w 6851038"/>
              <a:gd name="connsiteY40" fmla="*/ 833121 h 1830956"/>
              <a:gd name="connsiteX41" fmla="*/ 4849917 w 6851038"/>
              <a:gd name="connsiteY41" fmla="*/ 985522 h 1830956"/>
              <a:gd name="connsiteX42" fmla="*/ 4437725 w 6851038"/>
              <a:gd name="connsiteY42" fmla="*/ 1018010 h 1830956"/>
              <a:gd name="connsiteX43" fmla="*/ 3778428 w 6851038"/>
              <a:gd name="connsiteY43" fmla="*/ 839283 h 1830956"/>
              <a:gd name="connsiteX44" fmla="*/ 3364217 w 6851038"/>
              <a:gd name="connsiteY44" fmla="*/ 842833 h 1830956"/>
              <a:gd name="connsiteX45" fmla="*/ 2695810 w 6851038"/>
              <a:gd name="connsiteY45" fmla="*/ 1324293 h 1830956"/>
              <a:gd name="connsiteX46" fmla="*/ 2179803 w 6851038"/>
              <a:gd name="connsiteY46" fmla="*/ 1690437 h 1830956"/>
              <a:gd name="connsiteX47" fmla="*/ 2004054 w 6851038"/>
              <a:gd name="connsiteY47" fmla="*/ 1733719 h 1830956"/>
              <a:gd name="connsiteX48" fmla="*/ 1738874 w 6851038"/>
              <a:gd name="connsiteY48" fmla="*/ 1754556 h 1830956"/>
              <a:gd name="connsiteX49" fmla="*/ 1558709 w 6851038"/>
              <a:gd name="connsiteY49" fmla="*/ 1702647 h 1830956"/>
              <a:gd name="connsiteX50" fmla="*/ 1410448 w 6851038"/>
              <a:gd name="connsiteY50" fmla="*/ 1733679 h 1830956"/>
              <a:gd name="connsiteX51" fmla="*/ 1174570 w 6851038"/>
              <a:gd name="connsiteY51" fmla="*/ 1800485 h 1830956"/>
              <a:gd name="connsiteX52" fmla="*/ 888590 w 6851038"/>
              <a:gd name="connsiteY52" fmla="*/ 1825743 h 1830956"/>
              <a:gd name="connsiteX53" fmla="*/ 665240 w 6851038"/>
              <a:gd name="connsiteY53" fmla="*/ 1780251 h 1830956"/>
              <a:gd name="connsiteX54" fmla="*/ 396856 w 6851038"/>
              <a:gd name="connsiteY54" fmla="*/ 1617994 h 1830956"/>
              <a:gd name="connsiteX55" fmla="*/ 250734 w 6851038"/>
              <a:gd name="connsiteY55" fmla="*/ 1549022 h 1830956"/>
              <a:gd name="connsiteX56" fmla="*/ 25806 w 6851038"/>
              <a:gd name="connsiteY56" fmla="*/ 1362030 h 1830956"/>
              <a:gd name="connsiteX0" fmla="*/ 25806 w 6851038"/>
              <a:gd name="connsiteY0" fmla="*/ 1362030 h 1830956"/>
              <a:gd name="connsiteX1" fmla="*/ 15257 w 6851038"/>
              <a:gd name="connsiteY1" fmla="*/ 970226 h 1830956"/>
              <a:gd name="connsiteX2" fmla="*/ 118651 w 6851038"/>
              <a:gd name="connsiteY2" fmla="*/ 960965 h 1830956"/>
              <a:gd name="connsiteX3" fmla="*/ 110836 w 6851038"/>
              <a:gd name="connsiteY3" fmla="*/ 1225226 h 1830956"/>
              <a:gd name="connsiteX4" fmla="*/ 330306 w 6851038"/>
              <a:gd name="connsiteY4" fmla="*/ 1453996 h 1830956"/>
              <a:gd name="connsiteX5" fmla="*/ 609170 w 6851038"/>
              <a:gd name="connsiteY5" fmla="*/ 1626794 h 1830956"/>
              <a:gd name="connsiteX6" fmla="*/ 1002299 w 6851038"/>
              <a:gd name="connsiteY6" fmla="*/ 1730823 h 1830956"/>
              <a:gd name="connsiteX7" fmla="*/ 1346366 w 6851038"/>
              <a:gd name="connsiteY7" fmla="*/ 1612187 h 1830956"/>
              <a:gd name="connsiteX8" fmla="*/ 1546103 w 6851038"/>
              <a:gd name="connsiteY8" fmla="*/ 1551168 h 1830956"/>
              <a:gd name="connsiteX9" fmla="*/ 1782195 w 6851038"/>
              <a:gd name="connsiteY9" fmla="*/ 1621749 h 1830956"/>
              <a:gd name="connsiteX10" fmla="*/ 1901343 w 6851038"/>
              <a:gd name="connsiteY10" fmla="*/ 1625985 h 1830956"/>
              <a:gd name="connsiteX11" fmla="*/ 2060264 w 6851038"/>
              <a:gd name="connsiteY11" fmla="*/ 1624348 h 1830956"/>
              <a:gd name="connsiteX12" fmla="*/ 2290420 w 6851038"/>
              <a:gd name="connsiteY12" fmla="*/ 1507552 h 1830956"/>
              <a:gd name="connsiteX13" fmla="*/ 2533833 w 6851038"/>
              <a:gd name="connsiteY13" fmla="*/ 1330255 h 1830956"/>
              <a:gd name="connsiteX14" fmla="*/ 3388660 w 6851038"/>
              <a:gd name="connsiteY14" fmla="*/ 736610 h 1830956"/>
              <a:gd name="connsiteX15" fmla="*/ 4756784 w 6851038"/>
              <a:gd name="connsiteY15" fmla="*/ 909322 h 1830956"/>
              <a:gd name="connsiteX16" fmla="*/ 5256317 w 6851038"/>
              <a:gd name="connsiteY16" fmla="*/ 274322 h 1830956"/>
              <a:gd name="connsiteX17" fmla="*/ 5821468 w 6851038"/>
              <a:gd name="connsiteY17" fmla="*/ 172768 h 1830956"/>
              <a:gd name="connsiteX18" fmla="*/ 6251151 w 6851038"/>
              <a:gd name="connsiteY18" fmla="*/ 428302 h 1830956"/>
              <a:gd name="connsiteX19" fmla="*/ 6412373 w 6851038"/>
              <a:gd name="connsiteY19" fmla="*/ 623187 h 1830956"/>
              <a:gd name="connsiteX20" fmla="*/ 6564773 w 6851038"/>
              <a:gd name="connsiteY20" fmla="*/ 703089 h 1830956"/>
              <a:gd name="connsiteX21" fmla="*/ 6679073 w 6851038"/>
              <a:gd name="connsiteY21" fmla="*/ 674034 h 1830956"/>
              <a:gd name="connsiteX22" fmla="*/ 6708351 w 6851038"/>
              <a:gd name="connsiteY22" fmla="*/ 529995 h 1830956"/>
              <a:gd name="connsiteX23" fmla="*/ 6679074 w 6851038"/>
              <a:gd name="connsiteY23" fmla="*/ 390745 h 1830956"/>
              <a:gd name="connsiteX24" fmla="*/ 6609225 w 6851038"/>
              <a:gd name="connsiteY24" fmla="*/ 303578 h 1830956"/>
              <a:gd name="connsiteX25" fmla="*/ 6564775 w 6851038"/>
              <a:gd name="connsiteY25" fmla="*/ 194620 h 1830956"/>
              <a:gd name="connsiteX26" fmla="*/ 6545725 w 6851038"/>
              <a:gd name="connsiteY26" fmla="*/ 27550 h 1830956"/>
              <a:gd name="connsiteX27" fmla="*/ 6691774 w 6851038"/>
              <a:gd name="connsiteY27" fmla="*/ 13025 h 1830956"/>
              <a:gd name="connsiteX28" fmla="*/ 6843817 w 6851038"/>
              <a:gd name="connsiteY28" fmla="*/ 26287 h 1830956"/>
              <a:gd name="connsiteX29" fmla="*/ 6825125 w 6851038"/>
              <a:gd name="connsiteY29" fmla="*/ 252730 h 1830956"/>
              <a:gd name="connsiteX30" fmla="*/ 6780675 w 6851038"/>
              <a:gd name="connsiteY30" fmla="*/ 405271 h 1830956"/>
              <a:gd name="connsiteX31" fmla="*/ 6767974 w 6851038"/>
              <a:gd name="connsiteY31" fmla="*/ 659506 h 1830956"/>
              <a:gd name="connsiteX32" fmla="*/ 6691774 w 6851038"/>
              <a:gd name="connsiteY32" fmla="*/ 775729 h 1830956"/>
              <a:gd name="connsiteX33" fmla="*/ 6581351 w 6851038"/>
              <a:gd name="connsiteY33" fmla="*/ 797321 h 1830956"/>
              <a:gd name="connsiteX34" fmla="*/ 6367566 w 6851038"/>
              <a:gd name="connsiteY34" fmla="*/ 712560 h 1830956"/>
              <a:gd name="connsiteX35" fmla="*/ 6101224 w 6851038"/>
              <a:gd name="connsiteY35" fmla="*/ 398005 h 1830956"/>
              <a:gd name="connsiteX36" fmla="*/ 5863801 w 6851038"/>
              <a:gd name="connsiteY36" fmla="*/ 276774 h 1830956"/>
              <a:gd name="connsiteX37" fmla="*/ 5539951 w 6851038"/>
              <a:gd name="connsiteY37" fmla="*/ 257389 h 1830956"/>
              <a:gd name="connsiteX38" fmla="*/ 5357917 w 6851038"/>
              <a:gd name="connsiteY38" fmla="*/ 333589 h 1830956"/>
              <a:gd name="connsiteX39" fmla="*/ 5239384 w 6851038"/>
              <a:gd name="connsiteY39" fmla="*/ 452121 h 1830956"/>
              <a:gd name="connsiteX40" fmla="*/ 5027717 w 6851038"/>
              <a:gd name="connsiteY40" fmla="*/ 833121 h 1830956"/>
              <a:gd name="connsiteX41" fmla="*/ 4849917 w 6851038"/>
              <a:gd name="connsiteY41" fmla="*/ 985522 h 1830956"/>
              <a:gd name="connsiteX42" fmla="*/ 4437725 w 6851038"/>
              <a:gd name="connsiteY42" fmla="*/ 1018010 h 1830956"/>
              <a:gd name="connsiteX43" fmla="*/ 3778428 w 6851038"/>
              <a:gd name="connsiteY43" fmla="*/ 839283 h 1830956"/>
              <a:gd name="connsiteX44" fmla="*/ 3364217 w 6851038"/>
              <a:gd name="connsiteY44" fmla="*/ 842833 h 1830956"/>
              <a:gd name="connsiteX45" fmla="*/ 2695810 w 6851038"/>
              <a:gd name="connsiteY45" fmla="*/ 1324293 h 1830956"/>
              <a:gd name="connsiteX46" fmla="*/ 2179803 w 6851038"/>
              <a:gd name="connsiteY46" fmla="*/ 1690437 h 1830956"/>
              <a:gd name="connsiteX47" fmla="*/ 2004054 w 6851038"/>
              <a:gd name="connsiteY47" fmla="*/ 1733719 h 1830956"/>
              <a:gd name="connsiteX48" fmla="*/ 1738874 w 6851038"/>
              <a:gd name="connsiteY48" fmla="*/ 1754556 h 1830956"/>
              <a:gd name="connsiteX49" fmla="*/ 1558709 w 6851038"/>
              <a:gd name="connsiteY49" fmla="*/ 1702647 h 1830956"/>
              <a:gd name="connsiteX50" fmla="*/ 1410448 w 6851038"/>
              <a:gd name="connsiteY50" fmla="*/ 1733679 h 1830956"/>
              <a:gd name="connsiteX51" fmla="*/ 1174570 w 6851038"/>
              <a:gd name="connsiteY51" fmla="*/ 1800485 h 1830956"/>
              <a:gd name="connsiteX52" fmla="*/ 888590 w 6851038"/>
              <a:gd name="connsiteY52" fmla="*/ 1825743 h 1830956"/>
              <a:gd name="connsiteX53" fmla="*/ 665240 w 6851038"/>
              <a:gd name="connsiteY53" fmla="*/ 1780251 h 1830956"/>
              <a:gd name="connsiteX54" fmla="*/ 396856 w 6851038"/>
              <a:gd name="connsiteY54" fmla="*/ 1617994 h 1830956"/>
              <a:gd name="connsiteX55" fmla="*/ 250734 w 6851038"/>
              <a:gd name="connsiteY55" fmla="*/ 1549022 h 1830956"/>
              <a:gd name="connsiteX56" fmla="*/ 25806 w 6851038"/>
              <a:gd name="connsiteY56" fmla="*/ 1362030 h 1830956"/>
              <a:gd name="connsiteX0" fmla="*/ 25806 w 6851038"/>
              <a:gd name="connsiteY0" fmla="*/ 1362030 h 1830956"/>
              <a:gd name="connsiteX1" fmla="*/ 15257 w 6851038"/>
              <a:gd name="connsiteY1" fmla="*/ 970226 h 1830956"/>
              <a:gd name="connsiteX2" fmla="*/ 118651 w 6851038"/>
              <a:gd name="connsiteY2" fmla="*/ 960965 h 1830956"/>
              <a:gd name="connsiteX3" fmla="*/ 110836 w 6851038"/>
              <a:gd name="connsiteY3" fmla="*/ 1225226 h 1830956"/>
              <a:gd name="connsiteX4" fmla="*/ 330306 w 6851038"/>
              <a:gd name="connsiteY4" fmla="*/ 1453996 h 1830956"/>
              <a:gd name="connsiteX5" fmla="*/ 609170 w 6851038"/>
              <a:gd name="connsiteY5" fmla="*/ 1626794 h 1830956"/>
              <a:gd name="connsiteX6" fmla="*/ 1002299 w 6851038"/>
              <a:gd name="connsiteY6" fmla="*/ 1730823 h 1830956"/>
              <a:gd name="connsiteX7" fmla="*/ 1346366 w 6851038"/>
              <a:gd name="connsiteY7" fmla="*/ 1612187 h 1830956"/>
              <a:gd name="connsiteX8" fmla="*/ 1546103 w 6851038"/>
              <a:gd name="connsiteY8" fmla="*/ 1551168 h 1830956"/>
              <a:gd name="connsiteX9" fmla="*/ 1782195 w 6851038"/>
              <a:gd name="connsiteY9" fmla="*/ 1621749 h 1830956"/>
              <a:gd name="connsiteX10" fmla="*/ 1901343 w 6851038"/>
              <a:gd name="connsiteY10" fmla="*/ 1625985 h 1830956"/>
              <a:gd name="connsiteX11" fmla="*/ 2060264 w 6851038"/>
              <a:gd name="connsiteY11" fmla="*/ 1624348 h 1830956"/>
              <a:gd name="connsiteX12" fmla="*/ 2290420 w 6851038"/>
              <a:gd name="connsiteY12" fmla="*/ 1507552 h 1830956"/>
              <a:gd name="connsiteX13" fmla="*/ 2533833 w 6851038"/>
              <a:gd name="connsiteY13" fmla="*/ 1330255 h 1830956"/>
              <a:gd name="connsiteX14" fmla="*/ 3388660 w 6851038"/>
              <a:gd name="connsiteY14" fmla="*/ 736610 h 1830956"/>
              <a:gd name="connsiteX15" fmla="*/ 4756784 w 6851038"/>
              <a:gd name="connsiteY15" fmla="*/ 909322 h 1830956"/>
              <a:gd name="connsiteX16" fmla="*/ 5256317 w 6851038"/>
              <a:gd name="connsiteY16" fmla="*/ 274322 h 1830956"/>
              <a:gd name="connsiteX17" fmla="*/ 5821468 w 6851038"/>
              <a:gd name="connsiteY17" fmla="*/ 172768 h 1830956"/>
              <a:gd name="connsiteX18" fmla="*/ 6251151 w 6851038"/>
              <a:gd name="connsiteY18" fmla="*/ 428302 h 1830956"/>
              <a:gd name="connsiteX19" fmla="*/ 6412373 w 6851038"/>
              <a:gd name="connsiteY19" fmla="*/ 623187 h 1830956"/>
              <a:gd name="connsiteX20" fmla="*/ 6564773 w 6851038"/>
              <a:gd name="connsiteY20" fmla="*/ 703089 h 1830956"/>
              <a:gd name="connsiteX21" fmla="*/ 6679073 w 6851038"/>
              <a:gd name="connsiteY21" fmla="*/ 674034 h 1830956"/>
              <a:gd name="connsiteX22" fmla="*/ 6708351 w 6851038"/>
              <a:gd name="connsiteY22" fmla="*/ 529995 h 1830956"/>
              <a:gd name="connsiteX23" fmla="*/ 6679074 w 6851038"/>
              <a:gd name="connsiteY23" fmla="*/ 390745 h 1830956"/>
              <a:gd name="connsiteX24" fmla="*/ 6609225 w 6851038"/>
              <a:gd name="connsiteY24" fmla="*/ 303578 h 1830956"/>
              <a:gd name="connsiteX25" fmla="*/ 6564775 w 6851038"/>
              <a:gd name="connsiteY25" fmla="*/ 194620 h 1830956"/>
              <a:gd name="connsiteX26" fmla="*/ 6545725 w 6851038"/>
              <a:gd name="connsiteY26" fmla="*/ 27550 h 1830956"/>
              <a:gd name="connsiteX27" fmla="*/ 6691774 w 6851038"/>
              <a:gd name="connsiteY27" fmla="*/ 13025 h 1830956"/>
              <a:gd name="connsiteX28" fmla="*/ 6843817 w 6851038"/>
              <a:gd name="connsiteY28" fmla="*/ 26287 h 1830956"/>
              <a:gd name="connsiteX29" fmla="*/ 6825125 w 6851038"/>
              <a:gd name="connsiteY29" fmla="*/ 252730 h 1830956"/>
              <a:gd name="connsiteX30" fmla="*/ 6780675 w 6851038"/>
              <a:gd name="connsiteY30" fmla="*/ 405271 h 1830956"/>
              <a:gd name="connsiteX31" fmla="*/ 6767974 w 6851038"/>
              <a:gd name="connsiteY31" fmla="*/ 659506 h 1830956"/>
              <a:gd name="connsiteX32" fmla="*/ 6691774 w 6851038"/>
              <a:gd name="connsiteY32" fmla="*/ 775729 h 1830956"/>
              <a:gd name="connsiteX33" fmla="*/ 6581351 w 6851038"/>
              <a:gd name="connsiteY33" fmla="*/ 797321 h 1830956"/>
              <a:gd name="connsiteX34" fmla="*/ 6367566 w 6851038"/>
              <a:gd name="connsiteY34" fmla="*/ 712560 h 1830956"/>
              <a:gd name="connsiteX35" fmla="*/ 6101224 w 6851038"/>
              <a:gd name="connsiteY35" fmla="*/ 398005 h 1830956"/>
              <a:gd name="connsiteX36" fmla="*/ 5863801 w 6851038"/>
              <a:gd name="connsiteY36" fmla="*/ 276774 h 1830956"/>
              <a:gd name="connsiteX37" fmla="*/ 5539951 w 6851038"/>
              <a:gd name="connsiteY37" fmla="*/ 257389 h 1830956"/>
              <a:gd name="connsiteX38" fmla="*/ 5357917 w 6851038"/>
              <a:gd name="connsiteY38" fmla="*/ 333589 h 1830956"/>
              <a:gd name="connsiteX39" fmla="*/ 5239384 w 6851038"/>
              <a:gd name="connsiteY39" fmla="*/ 452121 h 1830956"/>
              <a:gd name="connsiteX40" fmla="*/ 5027717 w 6851038"/>
              <a:gd name="connsiteY40" fmla="*/ 833121 h 1830956"/>
              <a:gd name="connsiteX41" fmla="*/ 4849917 w 6851038"/>
              <a:gd name="connsiteY41" fmla="*/ 985522 h 1830956"/>
              <a:gd name="connsiteX42" fmla="*/ 4437725 w 6851038"/>
              <a:gd name="connsiteY42" fmla="*/ 1018010 h 1830956"/>
              <a:gd name="connsiteX43" fmla="*/ 3778428 w 6851038"/>
              <a:gd name="connsiteY43" fmla="*/ 839283 h 1830956"/>
              <a:gd name="connsiteX44" fmla="*/ 3364217 w 6851038"/>
              <a:gd name="connsiteY44" fmla="*/ 842833 h 1830956"/>
              <a:gd name="connsiteX45" fmla="*/ 2695810 w 6851038"/>
              <a:gd name="connsiteY45" fmla="*/ 1324293 h 1830956"/>
              <a:gd name="connsiteX46" fmla="*/ 2179803 w 6851038"/>
              <a:gd name="connsiteY46" fmla="*/ 1690437 h 1830956"/>
              <a:gd name="connsiteX47" fmla="*/ 2004054 w 6851038"/>
              <a:gd name="connsiteY47" fmla="*/ 1733719 h 1830956"/>
              <a:gd name="connsiteX48" fmla="*/ 1738874 w 6851038"/>
              <a:gd name="connsiteY48" fmla="*/ 1754556 h 1830956"/>
              <a:gd name="connsiteX49" fmla="*/ 1558709 w 6851038"/>
              <a:gd name="connsiteY49" fmla="*/ 1702647 h 1830956"/>
              <a:gd name="connsiteX50" fmla="*/ 1410448 w 6851038"/>
              <a:gd name="connsiteY50" fmla="*/ 1733679 h 1830956"/>
              <a:gd name="connsiteX51" fmla="*/ 1174570 w 6851038"/>
              <a:gd name="connsiteY51" fmla="*/ 1800485 h 1830956"/>
              <a:gd name="connsiteX52" fmla="*/ 888590 w 6851038"/>
              <a:gd name="connsiteY52" fmla="*/ 1825743 h 1830956"/>
              <a:gd name="connsiteX53" fmla="*/ 665240 w 6851038"/>
              <a:gd name="connsiteY53" fmla="*/ 1780251 h 1830956"/>
              <a:gd name="connsiteX54" fmla="*/ 396856 w 6851038"/>
              <a:gd name="connsiteY54" fmla="*/ 1617994 h 1830956"/>
              <a:gd name="connsiteX55" fmla="*/ 250734 w 6851038"/>
              <a:gd name="connsiteY55" fmla="*/ 1549022 h 1830956"/>
              <a:gd name="connsiteX56" fmla="*/ 25806 w 6851038"/>
              <a:gd name="connsiteY56" fmla="*/ 1362030 h 1830956"/>
              <a:gd name="connsiteX0" fmla="*/ 25806 w 6851038"/>
              <a:gd name="connsiteY0" fmla="*/ 1362030 h 1830956"/>
              <a:gd name="connsiteX1" fmla="*/ 15257 w 6851038"/>
              <a:gd name="connsiteY1" fmla="*/ 970226 h 1830956"/>
              <a:gd name="connsiteX2" fmla="*/ 118651 w 6851038"/>
              <a:gd name="connsiteY2" fmla="*/ 960965 h 1830956"/>
              <a:gd name="connsiteX3" fmla="*/ 110836 w 6851038"/>
              <a:gd name="connsiteY3" fmla="*/ 1225226 h 1830956"/>
              <a:gd name="connsiteX4" fmla="*/ 330306 w 6851038"/>
              <a:gd name="connsiteY4" fmla="*/ 1453996 h 1830956"/>
              <a:gd name="connsiteX5" fmla="*/ 609170 w 6851038"/>
              <a:gd name="connsiteY5" fmla="*/ 1626794 h 1830956"/>
              <a:gd name="connsiteX6" fmla="*/ 1002299 w 6851038"/>
              <a:gd name="connsiteY6" fmla="*/ 1730823 h 1830956"/>
              <a:gd name="connsiteX7" fmla="*/ 1346366 w 6851038"/>
              <a:gd name="connsiteY7" fmla="*/ 1612187 h 1830956"/>
              <a:gd name="connsiteX8" fmla="*/ 1546103 w 6851038"/>
              <a:gd name="connsiteY8" fmla="*/ 1551168 h 1830956"/>
              <a:gd name="connsiteX9" fmla="*/ 1782195 w 6851038"/>
              <a:gd name="connsiteY9" fmla="*/ 1621749 h 1830956"/>
              <a:gd name="connsiteX10" fmla="*/ 1910796 w 6851038"/>
              <a:gd name="connsiteY10" fmla="*/ 1649229 h 1830956"/>
              <a:gd name="connsiteX11" fmla="*/ 2060264 w 6851038"/>
              <a:gd name="connsiteY11" fmla="*/ 1624348 h 1830956"/>
              <a:gd name="connsiteX12" fmla="*/ 2290420 w 6851038"/>
              <a:gd name="connsiteY12" fmla="*/ 1507552 h 1830956"/>
              <a:gd name="connsiteX13" fmla="*/ 2533833 w 6851038"/>
              <a:gd name="connsiteY13" fmla="*/ 1330255 h 1830956"/>
              <a:gd name="connsiteX14" fmla="*/ 3388660 w 6851038"/>
              <a:gd name="connsiteY14" fmla="*/ 736610 h 1830956"/>
              <a:gd name="connsiteX15" fmla="*/ 4756784 w 6851038"/>
              <a:gd name="connsiteY15" fmla="*/ 909322 h 1830956"/>
              <a:gd name="connsiteX16" fmla="*/ 5256317 w 6851038"/>
              <a:gd name="connsiteY16" fmla="*/ 274322 h 1830956"/>
              <a:gd name="connsiteX17" fmla="*/ 5821468 w 6851038"/>
              <a:gd name="connsiteY17" fmla="*/ 172768 h 1830956"/>
              <a:gd name="connsiteX18" fmla="*/ 6251151 w 6851038"/>
              <a:gd name="connsiteY18" fmla="*/ 428302 h 1830956"/>
              <a:gd name="connsiteX19" fmla="*/ 6412373 w 6851038"/>
              <a:gd name="connsiteY19" fmla="*/ 623187 h 1830956"/>
              <a:gd name="connsiteX20" fmla="*/ 6564773 w 6851038"/>
              <a:gd name="connsiteY20" fmla="*/ 703089 h 1830956"/>
              <a:gd name="connsiteX21" fmla="*/ 6679073 w 6851038"/>
              <a:gd name="connsiteY21" fmla="*/ 674034 h 1830956"/>
              <a:gd name="connsiteX22" fmla="*/ 6708351 w 6851038"/>
              <a:gd name="connsiteY22" fmla="*/ 529995 h 1830956"/>
              <a:gd name="connsiteX23" fmla="*/ 6679074 w 6851038"/>
              <a:gd name="connsiteY23" fmla="*/ 390745 h 1830956"/>
              <a:gd name="connsiteX24" fmla="*/ 6609225 w 6851038"/>
              <a:gd name="connsiteY24" fmla="*/ 303578 h 1830956"/>
              <a:gd name="connsiteX25" fmla="*/ 6564775 w 6851038"/>
              <a:gd name="connsiteY25" fmla="*/ 194620 h 1830956"/>
              <a:gd name="connsiteX26" fmla="*/ 6545725 w 6851038"/>
              <a:gd name="connsiteY26" fmla="*/ 27550 h 1830956"/>
              <a:gd name="connsiteX27" fmla="*/ 6691774 w 6851038"/>
              <a:gd name="connsiteY27" fmla="*/ 13025 h 1830956"/>
              <a:gd name="connsiteX28" fmla="*/ 6843817 w 6851038"/>
              <a:gd name="connsiteY28" fmla="*/ 26287 h 1830956"/>
              <a:gd name="connsiteX29" fmla="*/ 6825125 w 6851038"/>
              <a:gd name="connsiteY29" fmla="*/ 252730 h 1830956"/>
              <a:gd name="connsiteX30" fmla="*/ 6780675 w 6851038"/>
              <a:gd name="connsiteY30" fmla="*/ 405271 h 1830956"/>
              <a:gd name="connsiteX31" fmla="*/ 6767974 w 6851038"/>
              <a:gd name="connsiteY31" fmla="*/ 659506 h 1830956"/>
              <a:gd name="connsiteX32" fmla="*/ 6691774 w 6851038"/>
              <a:gd name="connsiteY32" fmla="*/ 775729 h 1830956"/>
              <a:gd name="connsiteX33" fmla="*/ 6581351 w 6851038"/>
              <a:gd name="connsiteY33" fmla="*/ 797321 h 1830956"/>
              <a:gd name="connsiteX34" fmla="*/ 6367566 w 6851038"/>
              <a:gd name="connsiteY34" fmla="*/ 712560 h 1830956"/>
              <a:gd name="connsiteX35" fmla="*/ 6101224 w 6851038"/>
              <a:gd name="connsiteY35" fmla="*/ 398005 h 1830956"/>
              <a:gd name="connsiteX36" fmla="*/ 5863801 w 6851038"/>
              <a:gd name="connsiteY36" fmla="*/ 276774 h 1830956"/>
              <a:gd name="connsiteX37" fmla="*/ 5539951 w 6851038"/>
              <a:gd name="connsiteY37" fmla="*/ 257389 h 1830956"/>
              <a:gd name="connsiteX38" fmla="*/ 5357917 w 6851038"/>
              <a:gd name="connsiteY38" fmla="*/ 333589 h 1830956"/>
              <a:gd name="connsiteX39" fmla="*/ 5239384 w 6851038"/>
              <a:gd name="connsiteY39" fmla="*/ 452121 h 1830956"/>
              <a:gd name="connsiteX40" fmla="*/ 5027717 w 6851038"/>
              <a:gd name="connsiteY40" fmla="*/ 833121 h 1830956"/>
              <a:gd name="connsiteX41" fmla="*/ 4849917 w 6851038"/>
              <a:gd name="connsiteY41" fmla="*/ 985522 h 1830956"/>
              <a:gd name="connsiteX42" fmla="*/ 4437725 w 6851038"/>
              <a:gd name="connsiteY42" fmla="*/ 1018010 h 1830956"/>
              <a:gd name="connsiteX43" fmla="*/ 3778428 w 6851038"/>
              <a:gd name="connsiteY43" fmla="*/ 839283 h 1830956"/>
              <a:gd name="connsiteX44" fmla="*/ 3364217 w 6851038"/>
              <a:gd name="connsiteY44" fmla="*/ 842833 h 1830956"/>
              <a:gd name="connsiteX45" fmla="*/ 2695810 w 6851038"/>
              <a:gd name="connsiteY45" fmla="*/ 1324293 h 1830956"/>
              <a:gd name="connsiteX46" fmla="*/ 2179803 w 6851038"/>
              <a:gd name="connsiteY46" fmla="*/ 1690437 h 1830956"/>
              <a:gd name="connsiteX47" fmla="*/ 2004054 w 6851038"/>
              <a:gd name="connsiteY47" fmla="*/ 1733719 h 1830956"/>
              <a:gd name="connsiteX48" fmla="*/ 1738874 w 6851038"/>
              <a:gd name="connsiteY48" fmla="*/ 1754556 h 1830956"/>
              <a:gd name="connsiteX49" fmla="*/ 1558709 w 6851038"/>
              <a:gd name="connsiteY49" fmla="*/ 1702647 h 1830956"/>
              <a:gd name="connsiteX50" fmla="*/ 1410448 w 6851038"/>
              <a:gd name="connsiteY50" fmla="*/ 1733679 h 1830956"/>
              <a:gd name="connsiteX51" fmla="*/ 1174570 w 6851038"/>
              <a:gd name="connsiteY51" fmla="*/ 1800485 h 1830956"/>
              <a:gd name="connsiteX52" fmla="*/ 888590 w 6851038"/>
              <a:gd name="connsiteY52" fmla="*/ 1825743 h 1830956"/>
              <a:gd name="connsiteX53" fmla="*/ 665240 w 6851038"/>
              <a:gd name="connsiteY53" fmla="*/ 1780251 h 1830956"/>
              <a:gd name="connsiteX54" fmla="*/ 396856 w 6851038"/>
              <a:gd name="connsiteY54" fmla="*/ 1617994 h 1830956"/>
              <a:gd name="connsiteX55" fmla="*/ 250734 w 6851038"/>
              <a:gd name="connsiteY55" fmla="*/ 1549022 h 1830956"/>
              <a:gd name="connsiteX56" fmla="*/ 25806 w 6851038"/>
              <a:gd name="connsiteY56" fmla="*/ 1362030 h 1830956"/>
              <a:gd name="connsiteX0" fmla="*/ 25806 w 6851038"/>
              <a:gd name="connsiteY0" fmla="*/ 1362030 h 1830956"/>
              <a:gd name="connsiteX1" fmla="*/ 15257 w 6851038"/>
              <a:gd name="connsiteY1" fmla="*/ 970226 h 1830956"/>
              <a:gd name="connsiteX2" fmla="*/ 118651 w 6851038"/>
              <a:gd name="connsiteY2" fmla="*/ 960965 h 1830956"/>
              <a:gd name="connsiteX3" fmla="*/ 110836 w 6851038"/>
              <a:gd name="connsiteY3" fmla="*/ 1225226 h 1830956"/>
              <a:gd name="connsiteX4" fmla="*/ 330306 w 6851038"/>
              <a:gd name="connsiteY4" fmla="*/ 1453996 h 1830956"/>
              <a:gd name="connsiteX5" fmla="*/ 609170 w 6851038"/>
              <a:gd name="connsiteY5" fmla="*/ 1626794 h 1830956"/>
              <a:gd name="connsiteX6" fmla="*/ 1002299 w 6851038"/>
              <a:gd name="connsiteY6" fmla="*/ 1730823 h 1830956"/>
              <a:gd name="connsiteX7" fmla="*/ 1346366 w 6851038"/>
              <a:gd name="connsiteY7" fmla="*/ 1612187 h 1830956"/>
              <a:gd name="connsiteX8" fmla="*/ 1546103 w 6851038"/>
              <a:gd name="connsiteY8" fmla="*/ 1551168 h 1830956"/>
              <a:gd name="connsiteX9" fmla="*/ 1739656 w 6851038"/>
              <a:gd name="connsiteY9" fmla="*/ 1639182 h 1830956"/>
              <a:gd name="connsiteX10" fmla="*/ 1910796 w 6851038"/>
              <a:gd name="connsiteY10" fmla="*/ 1649229 h 1830956"/>
              <a:gd name="connsiteX11" fmla="*/ 2060264 w 6851038"/>
              <a:gd name="connsiteY11" fmla="*/ 1624348 h 1830956"/>
              <a:gd name="connsiteX12" fmla="*/ 2290420 w 6851038"/>
              <a:gd name="connsiteY12" fmla="*/ 1507552 h 1830956"/>
              <a:gd name="connsiteX13" fmla="*/ 2533833 w 6851038"/>
              <a:gd name="connsiteY13" fmla="*/ 1330255 h 1830956"/>
              <a:gd name="connsiteX14" fmla="*/ 3388660 w 6851038"/>
              <a:gd name="connsiteY14" fmla="*/ 736610 h 1830956"/>
              <a:gd name="connsiteX15" fmla="*/ 4756784 w 6851038"/>
              <a:gd name="connsiteY15" fmla="*/ 909322 h 1830956"/>
              <a:gd name="connsiteX16" fmla="*/ 5256317 w 6851038"/>
              <a:gd name="connsiteY16" fmla="*/ 274322 h 1830956"/>
              <a:gd name="connsiteX17" fmla="*/ 5821468 w 6851038"/>
              <a:gd name="connsiteY17" fmla="*/ 172768 h 1830956"/>
              <a:gd name="connsiteX18" fmla="*/ 6251151 w 6851038"/>
              <a:gd name="connsiteY18" fmla="*/ 428302 h 1830956"/>
              <a:gd name="connsiteX19" fmla="*/ 6412373 w 6851038"/>
              <a:gd name="connsiteY19" fmla="*/ 623187 h 1830956"/>
              <a:gd name="connsiteX20" fmla="*/ 6564773 w 6851038"/>
              <a:gd name="connsiteY20" fmla="*/ 703089 h 1830956"/>
              <a:gd name="connsiteX21" fmla="*/ 6679073 w 6851038"/>
              <a:gd name="connsiteY21" fmla="*/ 674034 h 1830956"/>
              <a:gd name="connsiteX22" fmla="*/ 6708351 w 6851038"/>
              <a:gd name="connsiteY22" fmla="*/ 529995 h 1830956"/>
              <a:gd name="connsiteX23" fmla="*/ 6679074 w 6851038"/>
              <a:gd name="connsiteY23" fmla="*/ 390745 h 1830956"/>
              <a:gd name="connsiteX24" fmla="*/ 6609225 w 6851038"/>
              <a:gd name="connsiteY24" fmla="*/ 303578 h 1830956"/>
              <a:gd name="connsiteX25" fmla="*/ 6564775 w 6851038"/>
              <a:gd name="connsiteY25" fmla="*/ 194620 h 1830956"/>
              <a:gd name="connsiteX26" fmla="*/ 6545725 w 6851038"/>
              <a:gd name="connsiteY26" fmla="*/ 27550 h 1830956"/>
              <a:gd name="connsiteX27" fmla="*/ 6691774 w 6851038"/>
              <a:gd name="connsiteY27" fmla="*/ 13025 h 1830956"/>
              <a:gd name="connsiteX28" fmla="*/ 6843817 w 6851038"/>
              <a:gd name="connsiteY28" fmla="*/ 26287 h 1830956"/>
              <a:gd name="connsiteX29" fmla="*/ 6825125 w 6851038"/>
              <a:gd name="connsiteY29" fmla="*/ 252730 h 1830956"/>
              <a:gd name="connsiteX30" fmla="*/ 6780675 w 6851038"/>
              <a:gd name="connsiteY30" fmla="*/ 405271 h 1830956"/>
              <a:gd name="connsiteX31" fmla="*/ 6767974 w 6851038"/>
              <a:gd name="connsiteY31" fmla="*/ 659506 h 1830956"/>
              <a:gd name="connsiteX32" fmla="*/ 6691774 w 6851038"/>
              <a:gd name="connsiteY32" fmla="*/ 775729 h 1830956"/>
              <a:gd name="connsiteX33" fmla="*/ 6581351 w 6851038"/>
              <a:gd name="connsiteY33" fmla="*/ 797321 h 1830956"/>
              <a:gd name="connsiteX34" fmla="*/ 6367566 w 6851038"/>
              <a:gd name="connsiteY34" fmla="*/ 712560 h 1830956"/>
              <a:gd name="connsiteX35" fmla="*/ 6101224 w 6851038"/>
              <a:gd name="connsiteY35" fmla="*/ 398005 h 1830956"/>
              <a:gd name="connsiteX36" fmla="*/ 5863801 w 6851038"/>
              <a:gd name="connsiteY36" fmla="*/ 276774 h 1830956"/>
              <a:gd name="connsiteX37" fmla="*/ 5539951 w 6851038"/>
              <a:gd name="connsiteY37" fmla="*/ 257389 h 1830956"/>
              <a:gd name="connsiteX38" fmla="*/ 5357917 w 6851038"/>
              <a:gd name="connsiteY38" fmla="*/ 333589 h 1830956"/>
              <a:gd name="connsiteX39" fmla="*/ 5239384 w 6851038"/>
              <a:gd name="connsiteY39" fmla="*/ 452121 h 1830956"/>
              <a:gd name="connsiteX40" fmla="*/ 5027717 w 6851038"/>
              <a:gd name="connsiteY40" fmla="*/ 833121 h 1830956"/>
              <a:gd name="connsiteX41" fmla="*/ 4849917 w 6851038"/>
              <a:gd name="connsiteY41" fmla="*/ 985522 h 1830956"/>
              <a:gd name="connsiteX42" fmla="*/ 4437725 w 6851038"/>
              <a:gd name="connsiteY42" fmla="*/ 1018010 h 1830956"/>
              <a:gd name="connsiteX43" fmla="*/ 3778428 w 6851038"/>
              <a:gd name="connsiteY43" fmla="*/ 839283 h 1830956"/>
              <a:gd name="connsiteX44" fmla="*/ 3364217 w 6851038"/>
              <a:gd name="connsiteY44" fmla="*/ 842833 h 1830956"/>
              <a:gd name="connsiteX45" fmla="*/ 2695810 w 6851038"/>
              <a:gd name="connsiteY45" fmla="*/ 1324293 h 1830956"/>
              <a:gd name="connsiteX46" fmla="*/ 2179803 w 6851038"/>
              <a:gd name="connsiteY46" fmla="*/ 1690437 h 1830956"/>
              <a:gd name="connsiteX47" fmla="*/ 2004054 w 6851038"/>
              <a:gd name="connsiteY47" fmla="*/ 1733719 h 1830956"/>
              <a:gd name="connsiteX48" fmla="*/ 1738874 w 6851038"/>
              <a:gd name="connsiteY48" fmla="*/ 1754556 h 1830956"/>
              <a:gd name="connsiteX49" fmla="*/ 1558709 w 6851038"/>
              <a:gd name="connsiteY49" fmla="*/ 1702647 h 1830956"/>
              <a:gd name="connsiteX50" fmla="*/ 1410448 w 6851038"/>
              <a:gd name="connsiteY50" fmla="*/ 1733679 h 1830956"/>
              <a:gd name="connsiteX51" fmla="*/ 1174570 w 6851038"/>
              <a:gd name="connsiteY51" fmla="*/ 1800485 h 1830956"/>
              <a:gd name="connsiteX52" fmla="*/ 888590 w 6851038"/>
              <a:gd name="connsiteY52" fmla="*/ 1825743 h 1830956"/>
              <a:gd name="connsiteX53" fmla="*/ 665240 w 6851038"/>
              <a:gd name="connsiteY53" fmla="*/ 1780251 h 1830956"/>
              <a:gd name="connsiteX54" fmla="*/ 396856 w 6851038"/>
              <a:gd name="connsiteY54" fmla="*/ 1617994 h 1830956"/>
              <a:gd name="connsiteX55" fmla="*/ 250734 w 6851038"/>
              <a:gd name="connsiteY55" fmla="*/ 1549022 h 1830956"/>
              <a:gd name="connsiteX56" fmla="*/ 25806 w 6851038"/>
              <a:gd name="connsiteY56" fmla="*/ 1362030 h 1830956"/>
              <a:gd name="connsiteX0" fmla="*/ 25806 w 6851038"/>
              <a:gd name="connsiteY0" fmla="*/ 1362030 h 1830956"/>
              <a:gd name="connsiteX1" fmla="*/ 15257 w 6851038"/>
              <a:gd name="connsiteY1" fmla="*/ 970226 h 1830956"/>
              <a:gd name="connsiteX2" fmla="*/ 118651 w 6851038"/>
              <a:gd name="connsiteY2" fmla="*/ 960965 h 1830956"/>
              <a:gd name="connsiteX3" fmla="*/ 110836 w 6851038"/>
              <a:gd name="connsiteY3" fmla="*/ 1225226 h 1830956"/>
              <a:gd name="connsiteX4" fmla="*/ 330306 w 6851038"/>
              <a:gd name="connsiteY4" fmla="*/ 1453996 h 1830956"/>
              <a:gd name="connsiteX5" fmla="*/ 609170 w 6851038"/>
              <a:gd name="connsiteY5" fmla="*/ 1626794 h 1830956"/>
              <a:gd name="connsiteX6" fmla="*/ 1002299 w 6851038"/>
              <a:gd name="connsiteY6" fmla="*/ 1730823 h 1830956"/>
              <a:gd name="connsiteX7" fmla="*/ 1346366 w 6851038"/>
              <a:gd name="connsiteY7" fmla="*/ 1612187 h 1830956"/>
              <a:gd name="connsiteX8" fmla="*/ 1546103 w 6851038"/>
              <a:gd name="connsiteY8" fmla="*/ 1574412 h 1830956"/>
              <a:gd name="connsiteX9" fmla="*/ 1739656 w 6851038"/>
              <a:gd name="connsiteY9" fmla="*/ 1639182 h 1830956"/>
              <a:gd name="connsiteX10" fmla="*/ 1910796 w 6851038"/>
              <a:gd name="connsiteY10" fmla="*/ 1649229 h 1830956"/>
              <a:gd name="connsiteX11" fmla="*/ 2060264 w 6851038"/>
              <a:gd name="connsiteY11" fmla="*/ 1624348 h 1830956"/>
              <a:gd name="connsiteX12" fmla="*/ 2290420 w 6851038"/>
              <a:gd name="connsiteY12" fmla="*/ 1507552 h 1830956"/>
              <a:gd name="connsiteX13" fmla="*/ 2533833 w 6851038"/>
              <a:gd name="connsiteY13" fmla="*/ 1330255 h 1830956"/>
              <a:gd name="connsiteX14" fmla="*/ 3388660 w 6851038"/>
              <a:gd name="connsiteY14" fmla="*/ 736610 h 1830956"/>
              <a:gd name="connsiteX15" fmla="*/ 4756784 w 6851038"/>
              <a:gd name="connsiteY15" fmla="*/ 909322 h 1830956"/>
              <a:gd name="connsiteX16" fmla="*/ 5256317 w 6851038"/>
              <a:gd name="connsiteY16" fmla="*/ 274322 h 1830956"/>
              <a:gd name="connsiteX17" fmla="*/ 5821468 w 6851038"/>
              <a:gd name="connsiteY17" fmla="*/ 172768 h 1830956"/>
              <a:gd name="connsiteX18" fmla="*/ 6251151 w 6851038"/>
              <a:gd name="connsiteY18" fmla="*/ 428302 h 1830956"/>
              <a:gd name="connsiteX19" fmla="*/ 6412373 w 6851038"/>
              <a:gd name="connsiteY19" fmla="*/ 623187 h 1830956"/>
              <a:gd name="connsiteX20" fmla="*/ 6564773 w 6851038"/>
              <a:gd name="connsiteY20" fmla="*/ 703089 h 1830956"/>
              <a:gd name="connsiteX21" fmla="*/ 6679073 w 6851038"/>
              <a:gd name="connsiteY21" fmla="*/ 674034 h 1830956"/>
              <a:gd name="connsiteX22" fmla="*/ 6708351 w 6851038"/>
              <a:gd name="connsiteY22" fmla="*/ 529995 h 1830956"/>
              <a:gd name="connsiteX23" fmla="*/ 6679074 w 6851038"/>
              <a:gd name="connsiteY23" fmla="*/ 390745 h 1830956"/>
              <a:gd name="connsiteX24" fmla="*/ 6609225 w 6851038"/>
              <a:gd name="connsiteY24" fmla="*/ 303578 h 1830956"/>
              <a:gd name="connsiteX25" fmla="*/ 6564775 w 6851038"/>
              <a:gd name="connsiteY25" fmla="*/ 194620 h 1830956"/>
              <a:gd name="connsiteX26" fmla="*/ 6545725 w 6851038"/>
              <a:gd name="connsiteY26" fmla="*/ 27550 h 1830956"/>
              <a:gd name="connsiteX27" fmla="*/ 6691774 w 6851038"/>
              <a:gd name="connsiteY27" fmla="*/ 13025 h 1830956"/>
              <a:gd name="connsiteX28" fmla="*/ 6843817 w 6851038"/>
              <a:gd name="connsiteY28" fmla="*/ 26287 h 1830956"/>
              <a:gd name="connsiteX29" fmla="*/ 6825125 w 6851038"/>
              <a:gd name="connsiteY29" fmla="*/ 252730 h 1830956"/>
              <a:gd name="connsiteX30" fmla="*/ 6780675 w 6851038"/>
              <a:gd name="connsiteY30" fmla="*/ 405271 h 1830956"/>
              <a:gd name="connsiteX31" fmla="*/ 6767974 w 6851038"/>
              <a:gd name="connsiteY31" fmla="*/ 659506 h 1830956"/>
              <a:gd name="connsiteX32" fmla="*/ 6691774 w 6851038"/>
              <a:gd name="connsiteY32" fmla="*/ 775729 h 1830956"/>
              <a:gd name="connsiteX33" fmla="*/ 6581351 w 6851038"/>
              <a:gd name="connsiteY33" fmla="*/ 797321 h 1830956"/>
              <a:gd name="connsiteX34" fmla="*/ 6367566 w 6851038"/>
              <a:gd name="connsiteY34" fmla="*/ 712560 h 1830956"/>
              <a:gd name="connsiteX35" fmla="*/ 6101224 w 6851038"/>
              <a:gd name="connsiteY35" fmla="*/ 398005 h 1830956"/>
              <a:gd name="connsiteX36" fmla="*/ 5863801 w 6851038"/>
              <a:gd name="connsiteY36" fmla="*/ 276774 h 1830956"/>
              <a:gd name="connsiteX37" fmla="*/ 5539951 w 6851038"/>
              <a:gd name="connsiteY37" fmla="*/ 257389 h 1830956"/>
              <a:gd name="connsiteX38" fmla="*/ 5357917 w 6851038"/>
              <a:gd name="connsiteY38" fmla="*/ 333589 h 1830956"/>
              <a:gd name="connsiteX39" fmla="*/ 5239384 w 6851038"/>
              <a:gd name="connsiteY39" fmla="*/ 452121 h 1830956"/>
              <a:gd name="connsiteX40" fmla="*/ 5027717 w 6851038"/>
              <a:gd name="connsiteY40" fmla="*/ 833121 h 1830956"/>
              <a:gd name="connsiteX41" fmla="*/ 4849917 w 6851038"/>
              <a:gd name="connsiteY41" fmla="*/ 985522 h 1830956"/>
              <a:gd name="connsiteX42" fmla="*/ 4437725 w 6851038"/>
              <a:gd name="connsiteY42" fmla="*/ 1018010 h 1830956"/>
              <a:gd name="connsiteX43" fmla="*/ 3778428 w 6851038"/>
              <a:gd name="connsiteY43" fmla="*/ 839283 h 1830956"/>
              <a:gd name="connsiteX44" fmla="*/ 3364217 w 6851038"/>
              <a:gd name="connsiteY44" fmla="*/ 842833 h 1830956"/>
              <a:gd name="connsiteX45" fmla="*/ 2695810 w 6851038"/>
              <a:gd name="connsiteY45" fmla="*/ 1324293 h 1830956"/>
              <a:gd name="connsiteX46" fmla="*/ 2179803 w 6851038"/>
              <a:gd name="connsiteY46" fmla="*/ 1690437 h 1830956"/>
              <a:gd name="connsiteX47" fmla="*/ 2004054 w 6851038"/>
              <a:gd name="connsiteY47" fmla="*/ 1733719 h 1830956"/>
              <a:gd name="connsiteX48" fmla="*/ 1738874 w 6851038"/>
              <a:gd name="connsiteY48" fmla="*/ 1754556 h 1830956"/>
              <a:gd name="connsiteX49" fmla="*/ 1558709 w 6851038"/>
              <a:gd name="connsiteY49" fmla="*/ 1702647 h 1830956"/>
              <a:gd name="connsiteX50" fmla="*/ 1410448 w 6851038"/>
              <a:gd name="connsiteY50" fmla="*/ 1733679 h 1830956"/>
              <a:gd name="connsiteX51" fmla="*/ 1174570 w 6851038"/>
              <a:gd name="connsiteY51" fmla="*/ 1800485 h 1830956"/>
              <a:gd name="connsiteX52" fmla="*/ 888590 w 6851038"/>
              <a:gd name="connsiteY52" fmla="*/ 1825743 h 1830956"/>
              <a:gd name="connsiteX53" fmla="*/ 665240 w 6851038"/>
              <a:gd name="connsiteY53" fmla="*/ 1780251 h 1830956"/>
              <a:gd name="connsiteX54" fmla="*/ 396856 w 6851038"/>
              <a:gd name="connsiteY54" fmla="*/ 1617994 h 1830956"/>
              <a:gd name="connsiteX55" fmla="*/ 250734 w 6851038"/>
              <a:gd name="connsiteY55" fmla="*/ 1549022 h 1830956"/>
              <a:gd name="connsiteX56" fmla="*/ 25806 w 6851038"/>
              <a:gd name="connsiteY56" fmla="*/ 1362030 h 1830956"/>
              <a:gd name="connsiteX0" fmla="*/ 25806 w 6851038"/>
              <a:gd name="connsiteY0" fmla="*/ 1362030 h 1830956"/>
              <a:gd name="connsiteX1" fmla="*/ 15257 w 6851038"/>
              <a:gd name="connsiteY1" fmla="*/ 970226 h 1830956"/>
              <a:gd name="connsiteX2" fmla="*/ 118651 w 6851038"/>
              <a:gd name="connsiteY2" fmla="*/ 960965 h 1830956"/>
              <a:gd name="connsiteX3" fmla="*/ 110836 w 6851038"/>
              <a:gd name="connsiteY3" fmla="*/ 1225226 h 1830956"/>
              <a:gd name="connsiteX4" fmla="*/ 330306 w 6851038"/>
              <a:gd name="connsiteY4" fmla="*/ 1453996 h 1830956"/>
              <a:gd name="connsiteX5" fmla="*/ 609170 w 6851038"/>
              <a:gd name="connsiteY5" fmla="*/ 1626794 h 1830956"/>
              <a:gd name="connsiteX6" fmla="*/ 1002299 w 6851038"/>
              <a:gd name="connsiteY6" fmla="*/ 1730823 h 1830956"/>
              <a:gd name="connsiteX7" fmla="*/ 1346366 w 6851038"/>
              <a:gd name="connsiteY7" fmla="*/ 1612187 h 1830956"/>
              <a:gd name="connsiteX8" fmla="*/ 1546103 w 6851038"/>
              <a:gd name="connsiteY8" fmla="*/ 1574412 h 1830956"/>
              <a:gd name="connsiteX9" fmla="*/ 1739656 w 6851038"/>
              <a:gd name="connsiteY9" fmla="*/ 1639182 h 1830956"/>
              <a:gd name="connsiteX10" fmla="*/ 1910796 w 6851038"/>
              <a:gd name="connsiteY10" fmla="*/ 1649229 h 1830956"/>
              <a:gd name="connsiteX11" fmla="*/ 2060264 w 6851038"/>
              <a:gd name="connsiteY11" fmla="*/ 1624348 h 1830956"/>
              <a:gd name="connsiteX12" fmla="*/ 2290420 w 6851038"/>
              <a:gd name="connsiteY12" fmla="*/ 1507552 h 1830956"/>
              <a:gd name="connsiteX13" fmla="*/ 2533833 w 6851038"/>
              <a:gd name="connsiteY13" fmla="*/ 1330255 h 1830956"/>
              <a:gd name="connsiteX14" fmla="*/ 3388660 w 6851038"/>
              <a:gd name="connsiteY14" fmla="*/ 736610 h 1830956"/>
              <a:gd name="connsiteX15" fmla="*/ 4756784 w 6851038"/>
              <a:gd name="connsiteY15" fmla="*/ 909322 h 1830956"/>
              <a:gd name="connsiteX16" fmla="*/ 5256317 w 6851038"/>
              <a:gd name="connsiteY16" fmla="*/ 274322 h 1830956"/>
              <a:gd name="connsiteX17" fmla="*/ 5821468 w 6851038"/>
              <a:gd name="connsiteY17" fmla="*/ 172768 h 1830956"/>
              <a:gd name="connsiteX18" fmla="*/ 6251151 w 6851038"/>
              <a:gd name="connsiteY18" fmla="*/ 428302 h 1830956"/>
              <a:gd name="connsiteX19" fmla="*/ 6412373 w 6851038"/>
              <a:gd name="connsiteY19" fmla="*/ 623187 h 1830956"/>
              <a:gd name="connsiteX20" fmla="*/ 6564773 w 6851038"/>
              <a:gd name="connsiteY20" fmla="*/ 703089 h 1830956"/>
              <a:gd name="connsiteX21" fmla="*/ 6679073 w 6851038"/>
              <a:gd name="connsiteY21" fmla="*/ 674034 h 1830956"/>
              <a:gd name="connsiteX22" fmla="*/ 6708351 w 6851038"/>
              <a:gd name="connsiteY22" fmla="*/ 529995 h 1830956"/>
              <a:gd name="connsiteX23" fmla="*/ 6679074 w 6851038"/>
              <a:gd name="connsiteY23" fmla="*/ 390745 h 1830956"/>
              <a:gd name="connsiteX24" fmla="*/ 6609225 w 6851038"/>
              <a:gd name="connsiteY24" fmla="*/ 303578 h 1830956"/>
              <a:gd name="connsiteX25" fmla="*/ 6564775 w 6851038"/>
              <a:gd name="connsiteY25" fmla="*/ 194620 h 1830956"/>
              <a:gd name="connsiteX26" fmla="*/ 6545725 w 6851038"/>
              <a:gd name="connsiteY26" fmla="*/ 27550 h 1830956"/>
              <a:gd name="connsiteX27" fmla="*/ 6691774 w 6851038"/>
              <a:gd name="connsiteY27" fmla="*/ 13025 h 1830956"/>
              <a:gd name="connsiteX28" fmla="*/ 6843817 w 6851038"/>
              <a:gd name="connsiteY28" fmla="*/ 26287 h 1830956"/>
              <a:gd name="connsiteX29" fmla="*/ 6825125 w 6851038"/>
              <a:gd name="connsiteY29" fmla="*/ 252730 h 1830956"/>
              <a:gd name="connsiteX30" fmla="*/ 6780675 w 6851038"/>
              <a:gd name="connsiteY30" fmla="*/ 405271 h 1830956"/>
              <a:gd name="connsiteX31" fmla="*/ 6767974 w 6851038"/>
              <a:gd name="connsiteY31" fmla="*/ 659506 h 1830956"/>
              <a:gd name="connsiteX32" fmla="*/ 6691774 w 6851038"/>
              <a:gd name="connsiteY32" fmla="*/ 775729 h 1830956"/>
              <a:gd name="connsiteX33" fmla="*/ 6581351 w 6851038"/>
              <a:gd name="connsiteY33" fmla="*/ 797321 h 1830956"/>
              <a:gd name="connsiteX34" fmla="*/ 6367566 w 6851038"/>
              <a:gd name="connsiteY34" fmla="*/ 712560 h 1830956"/>
              <a:gd name="connsiteX35" fmla="*/ 6101224 w 6851038"/>
              <a:gd name="connsiteY35" fmla="*/ 398005 h 1830956"/>
              <a:gd name="connsiteX36" fmla="*/ 5863801 w 6851038"/>
              <a:gd name="connsiteY36" fmla="*/ 276774 h 1830956"/>
              <a:gd name="connsiteX37" fmla="*/ 5539951 w 6851038"/>
              <a:gd name="connsiteY37" fmla="*/ 257389 h 1830956"/>
              <a:gd name="connsiteX38" fmla="*/ 5357917 w 6851038"/>
              <a:gd name="connsiteY38" fmla="*/ 333589 h 1830956"/>
              <a:gd name="connsiteX39" fmla="*/ 5239384 w 6851038"/>
              <a:gd name="connsiteY39" fmla="*/ 452121 h 1830956"/>
              <a:gd name="connsiteX40" fmla="*/ 5027717 w 6851038"/>
              <a:gd name="connsiteY40" fmla="*/ 833121 h 1830956"/>
              <a:gd name="connsiteX41" fmla="*/ 4849917 w 6851038"/>
              <a:gd name="connsiteY41" fmla="*/ 985522 h 1830956"/>
              <a:gd name="connsiteX42" fmla="*/ 4437725 w 6851038"/>
              <a:gd name="connsiteY42" fmla="*/ 1018010 h 1830956"/>
              <a:gd name="connsiteX43" fmla="*/ 3778428 w 6851038"/>
              <a:gd name="connsiteY43" fmla="*/ 839283 h 1830956"/>
              <a:gd name="connsiteX44" fmla="*/ 3364217 w 6851038"/>
              <a:gd name="connsiteY44" fmla="*/ 842833 h 1830956"/>
              <a:gd name="connsiteX45" fmla="*/ 2695810 w 6851038"/>
              <a:gd name="connsiteY45" fmla="*/ 1324293 h 1830956"/>
              <a:gd name="connsiteX46" fmla="*/ 2179803 w 6851038"/>
              <a:gd name="connsiteY46" fmla="*/ 1690437 h 1830956"/>
              <a:gd name="connsiteX47" fmla="*/ 2004054 w 6851038"/>
              <a:gd name="connsiteY47" fmla="*/ 1733719 h 1830956"/>
              <a:gd name="connsiteX48" fmla="*/ 1753053 w 6851038"/>
              <a:gd name="connsiteY48" fmla="*/ 1737123 h 1830956"/>
              <a:gd name="connsiteX49" fmla="*/ 1558709 w 6851038"/>
              <a:gd name="connsiteY49" fmla="*/ 1702647 h 1830956"/>
              <a:gd name="connsiteX50" fmla="*/ 1410448 w 6851038"/>
              <a:gd name="connsiteY50" fmla="*/ 1733679 h 1830956"/>
              <a:gd name="connsiteX51" fmla="*/ 1174570 w 6851038"/>
              <a:gd name="connsiteY51" fmla="*/ 1800485 h 1830956"/>
              <a:gd name="connsiteX52" fmla="*/ 888590 w 6851038"/>
              <a:gd name="connsiteY52" fmla="*/ 1825743 h 1830956"/>
              <a:gd name="connsiteX53" fmla="*/ 665240 w 6851038"/>
              <a:gd name="connsiteY53" fmla="*/ 1780251 h 1830956"/>
              <a:gd name="connsiteX54" fmla="*/ 396856 w 6851038"/>
              <a:gd name="connsiteY54" fmla="*/ 1617994 h 1830956"/>
              <a:gd name="connsiteX55" fmla="*/ 250734 w 6851038"/>
              <a:gd name="connsiteY55" fmla="*/ 1549022 h 1830956"/>
              <a:gd name="connsiteX56" fmla="*/ 25806 w 6851038"/>
              <a:gd name="connsiteY56" fmla="*/ 1362030 h 1830956"/>
              <a:gd name="connsiteX0" fmla="*/ 25806 w 6851038"/>
              <a:gd name="connsiteY0" fmla="*/ 1362030 h 1830956"/>
              <a:gd name="connsiteX1" fmla="*/ 15257 w 6851038"/>
              <a:gd name="connsiteY1" fmla="*/ 970226 h 1830956"/>
              <a:gd name="connsiteX2" fmla="*/ 118651 w 6851038"/>
              <a:gd name="connsiteY2" fmla="*/ 960965 h 1830956"/>
              <a:gd name="connsiteX3" fmla="*/ 110836 w 6851038"/>
              <a:gd name="connsiteY3" fmla="*/ 1225226 h 1830956"/>
              <a:gd name="connsiteX4" fmla="*/ 330306 w 6851038"/>
              <a:gd name="connsiteY4" fmla="*/ 1453996 h 1830956"/>
              <a:gd name="connsiteX5" fmla="*/ 609170 w 6851038"/>
              <a:gd name="connsiteY5" fmla="*/ 1626794 h 1830956"/>
              <a:gd name="connsiteX6" fmla="*/ 1002299 w 6851038"/>
              <a:gd name="connsiteY6" fmla="*/ 1730823 h 1830956"/>
              <a:gd name="connsiteX7" fmla="*/ 1346366 w 6851038"/>
              <a:gd name="connsiteY7" fmla="*/ 1612187 h 1830956"/>
              <a:gd name="connsiteX8" fmla="*/ 1546103 w 6851038"/>
              <a:gd name="connsiteY8" fmla="*/ 1574412 h 1830956"/>
              <a:gd name="connsiteX9" fmla="*/ 1739656 w 6851038"/>
              <a:gd name="connsiteY9" fmla="*/ 1639182 h 1830956"/>
              <a:gd name="connsiteX10" fmla="*/ 1910796 w 6851038"/>
              <a:gd name="connsiteY10" fmla="*/ 1649229 h 1830956"/>
              <a:gd name="connsiteX11" fmla="*/ 2060264 w 6851038"/>
              <a:gd name="connsiteY11" fmla="*/ 1624348 h 1830956"/>
              <a:gd name="connsiteX12" fmla="*/ 2290420 w 6851038"/>
              <a:gd name="connsiteY12" fmla="*/ 1507552 h 1830956"/>
              <a:gd name="connsiteX13" fmla="*/ 2533833 w 6851038"/>
              <a:gd name="connsiteY13" fmla="*/ 1330255 h 1830956"/>
              <a:gd name="connsiteX14" fmla="*/ 3388660 w 6851038"/>
              <a:gd name="connsiteY14" fmla="*/ 736610 h 1830956"/>
              <a:gd name="connsiteX15" fmla="*/ 4756784 w 6851038"/>
              <a:gd name="connsiteY15" fmla="*/ 909322 h 1830956"/>
              <a:gd name="connsiteX16" fmla="*/ 5256317 w 6851038"/>
              <a:gd name="connsiteY16" fmla="*/ 274322 h 1830956"/>
              <a:gd name="connsiteX17" fmla="*/ 5821468 w 6851038"/>
              <a:gd name="connsiteY17" fmla="*/ 172768 h 1830956"/>
              <a:gd name="connsiteX18" fmla="*/ 6251151 w 6851038"/>
              <a:gd name="connsiteY18" fmla="*/ 428302 h 1830956"/>
              <a:gd name="connsiteX19" fmla="*/ 6412373 w 6851038"/>
              <a:gd name="connsiteY19" fmla="*/ 623187 h 1830956"/>
              <a:gd name="connsiteX20" fmla="*/ 6564773 w 6851038"/>
              <a:gd name="connsiteY20" fmla="*/ 703089 h 1830956"/>
              <a:gd name="connsiteX21" fmla="*/ 6679073 w 6851038"/>
              <a:gd name="connsiteY21" fmla="*/ 674034 h 1830956"/>
              <a:gd name="connsiteX22" fmla="*/ 6708351 w 6851038"/>
              <a:gd name="connsiteY22" fmla="*/ 529995 h 1830956"/>
              <a:gd name="connsiteX23" fmla="*/ 6679074 w 6851038"/>
              <a:gd name="connsiteY23" fmla="*/ 390745 h 1830956"/>
              <a:gd name="connsiteX24" fmla="*/ 6609225 w 6851038"/>
              <a:gd name="connsiteY24" fmla="*/ 303578 h 1830956"/>
              <a:gd name="connsiteX25" fmla="*/ 6564775 w 6851038"/>
              <a:gd name="connsiteY25" fmla="*/ 194620 h 1830956"/>
              <a:gd name="connsiteX26" fmla="*/ 6545725 w 6851038"/>
              <a:gd name="connsiteY26" fmla="*/ 27550 h 1830956"/>
              <a:gd name="connsiteX27" fmla="*/ 6691774 w 6851038"/>
              <a:gd name="connsiteY27" fmla="*/ 13025 h 1830956"/>
              <a:gd name="connsiteX28" fmla="*/ 6843817 w 6851038"/>
              <a:gd name="connsiteY28" fmla="*/ 26287 h 1830956"/>
              <a:gd name="connsiteX29" fmla="*/ 6825125 w 6851038"/>
              <a:gd name="connsiteY29" fmla="*/ 252730 h 1830956"/>
              <a:gd name="connsiteX30" fmla="*/ 6780675 w 6851038"/>
              <a:gd name="connsiteY30" fmla="*/ 405271 h 1830956"/>
              <a:gd name="connsiteX31" fmla="*/ 6767974 w 6851038"/>
              <a:gd name="connsiteY31" fmla="*/ 659506 h 1830956"/>
              <a:gd name="connsiteX32" fmla="*/ 6691774 w 6851038"/>
              <a:gd name="connsiteY32" fmla="*/ 775729 h 1830956"/>
              <a:gd name="connsiteX33" fmla="*/ 6581351 w 6851038"/>
              <a:gd name="connsiteY33" fmla="*/ 797321 h 1830956"/>
              <a:gd name="connsiteX34" fmla="*/ 6367566 w 6851038"/>
              <a:gd name="connsiteY34" fmla="*/ 712560 h 1830956"/>
              <a:gd name="connsiteX35" fmla="*/ 6101224 w 6851038"/>
              <a:gd name="connsiteY35" fmla="*/ 398005 h 1830956"/>
              <a:gd name="connsiteX36" fmla="*/ 5863801 w 6851038"/>
              <a:gd name="connsiteY36" fmla="*/ 276774 h 1830956"/>
              <a:gd name="connsiteX37" fmla="*/ 5539951 w 6851038"/>
              <a:gd name="connsiteY37" fmla="*/ 257389 h 1830956"/>
              <a:gd name="connsiteX38" fmla="*/ 5357917 w 6851038"/>
              <a:gd name="connsiteY38" fmla="*/ 333589 h 1830956"/>
              <a:gd name="connsiteX39" fmla="*/ 5239384 w 6851038"/>
              <a:gd name="connsiteY39" fmla="*/ 452121 h 1830956"/>
              <a:gd name="connsiteX40" fmla="*/ 5027717 w 6851038"/>
              <a:gd name="connsiteY40" fmla="*/ 833121 h 1830956"/>
              <a:gd name="connsiteX41" fmla="*/ 4849917 w 6851038"/>
              <a:gd name="connsiteY41" fmla="*/ 985522 h 1830956"/>
              <a:gd name="connsiteX42" fmla="*/ 4437725 w 6851038"/>
              <a:gd name="connsiteY42" fmla="*/ 1018010 h 1830956"/>
              <a:gd name="connsiteX43" fmla="*/ 3778428 w 6851038"/>
              <a:gd name="connsiteY43" fmla="*/ 839283 h 1830956"/>
              <a:gd name="connsiteX44" fmla="*/ 3364217 w 6851038"/>
              <a:gd name="connsiteY44" fmla="*/ 842833 h 1830956"/>
              <a:gd name="connsiteX45" fmla="*/ 2695810 w 6851038"/>
              <a:gd name="connsiteY45" fmla="*/ 1324293 h 1830956"/>
              <a:gd name="connsiteX46" fmla="*/ 2179803 w 6851038"/>
              <a:gd name="connsiteY46" fmla="*/ 1690437 h 1830956"/>
              <a:gd name="connsiteX47" fmla="*/ 2004054 w 6851038"/>
              <a:gd name="connsiteY47" fmla="*/ 1733719 h 1830956"/>
              <a:gd name="connsiteX48" fmla="*/ 1753053 w 6851038"/>
              <a:gd name="connsiteY48" fmla="*/ 1737123 h 1830956"/>
              <a:gd name="connsiteX49" fmla="*/ 1558709 w 6851038"/>
              <a:gd name="connsiteY49" fmla="*/ 1691025 h 1830956"/>
              <a:gd name="connsiteX50" fmla="*/ 1410448 w 6851038"/>
              <a:gd name="connsiteY50" fmla="*/ 1733679 h 1830956"/>
              <a:gd name="connsiteX51" fmla="*/ 1174570 w 6851038"/>
              <a:gd name="connsiteY51" fmla="*/ 1800485 h 1830956"/>
              <a:gd name="connsiteX52" fmla="*/ 888590 w 6851038"/>
              <a:gd name="connsiteY52" fmla="*/ 1825743 h 1830956"/>
              <a:gd name="connsiteX53" fmla="*/ 665240 w 6851038"/>
              <a:gd name="connsiteY53" fmla="*/ 1780251 h 1830956"/>
              <a:gd name="connsiteX54" fmla="*/ 396856 w 6851038"/>
              <a:gd name="connsiteY54" fmla="*/ 1617994 h 1830956"/>
              <a:gd name="connsiteX55" fmla="*/ 250734 w 6851038"/>
              <a:gd name="connsiteY55" fmla="*/ 1549022 h 1830956"/>
              <a:gd name="connsiteX56" fmla="*/ 25806 w 6851038"/>
              <a:gd name="connsiteY56" fmla="*/ 1362030 h 1830956"/>
              <a:gd name="connsiteX0" fmla="*/ 25806 w 6851038"/>
              <a:gd name="connsiteY0" fmla="*/ 1362030 h 1831440"/>
              <a:gd name="connsiteX1" fmla="*/ 15257 w 6851038"/>
              <a:gd name="connsiteY1" fmla="*/ 970226 h 1831440"/>
              <a:gd name="connsiteX2" fmla="*/ 118651 w 6851038"/>
              <a:gd name="connsiteY2" fmla="*/ 960965 h 1831440"/>
              <a:gd name="connsiteX3" fmla="*/ 110836 w 6851038"/>
              <a:gd name="connsiteY3" fmla="*/ 1225226 h 1831440"/>
              <a:gd name="connsiteX4" fmla="*/ 330306 w 6851038"/>
              <a:gd name="connsiteY4" fmla="*/ 1453996 h 1831440"/>
              <a:gd name="connsiteX5" fmla="*/ 609170 w 6851038"/>
              <a:gd name="connsiteY5" fmla="*/ 1626794 h 1831440"/>
              <a:gd name="connsiteX6" fmla="*/ 1002299 w 6851038"/>
              <a:gd name="connsiteY6" fmla="*/ 1730823 h 1831440"/>
              <a:gd name="connsiteX7" fmla="*/ 1346366 w 6851038"/>
              <a:gd name="connsiteY7" fmla="*/ 1612187 h 1831440"/>
              <a:gd name="connsiteX8" fmla="*/ 1546103 w 6851038"/>
              <a:gd name="connsiteY8" fmla="*/ 1574412 h 1831440"/>
              <a:gd name="connsiteX9" fmla="*/ 1739656 w 6851038"/>
              <a:gd name="connsiteY9" fmla="*/ 1639182 h 1831440"/>
              <a:gd name="connsiteX10" fmla="*/ 1910796 w 6851038"/>
              <a:gd name="connsiteY10" fmla="*/ 1649229 h 1831440"/>
              <a:gd name="connsiteX11" fmla="*/ 2060264 w 6851038"/>
              <a:gd name="connsiteY11" fmla="*/ 1624348 h 1831440"/>
              <a:gd name="connsiteX12" fmla="*/ 2290420 w 6851038"/>
              <a:gd name="connsiteY12" fmla="*/ 1507552 h 1831440"/>
              <a:gd name="connsiteX13" fmla="*/ 2533833 w 6851038"/>
              <a:gd name="connsiteY13" fmla="*/ 1330255 h 1831440"/>
              <a:gd name="connsiteX14" fmla="*/ 3388660 w 6851038"/>
              <a:gd name="connsiteY14" fmla="*/ 736610 h 1831440"/>
              <a:gd name="connsiteX15" fmla="*/ 4756784 w 6851038"/>
              <a:gd name="connsiteY15" fmla="*/ 909322 h 1831440"/>
              <a:gd name="connsiteX16" fmla="*/ 5256317 w 6851038"/>
              <a:gd name="connsiteY16" fmla="*/ 274322 h 1831440"/>
              <a:gd name="connsiteX17" fmla="*/ 5821468 w 6851038"/>
              <a:gd name="connsiteY17" fmla="*/ 172768 h 1831440"/>
              <a:gd name="connsiteX18" fmla="*/ 6251151 w 6851038"/>
              <a:gd name="connsiteY18" fmla="*/ 428302 h 1831440"/>
              <a:gd name="connsiteX19" fmla="*/ 6412373 w 6851038"/>
              <a:gd name="connsiteY19" fmla="*/ 623187 h 1831440"/>
              <a:gd name="connsiteX20" fmla="*/ 6564773 w 6851038"/>
              <a:gd name="connsiteY20" fmla="*/ 703089 h 1831440"/>
              <a:gd name="connsiteX21" fmla="*/ 6679073 w 6851038"/>
              <a:gd name="connsiteY21" fmla="*/ 674034 h 1831440"/>
              <a:gd name="connsiteX22" fmla="*/ 6708351 w 6851038"/>
              <a:gd name="connsiteY22" fmla="*/ 529995 h 1831440"/>
              <a:gd name="connsiteX23" fmla="*/ 6679074 w 6851038"/>
              <a:gd name="connsiteY23" fmla="*/ 390745 h 1831440"/>
              <a:gd name="connsiteX24" fmla="*/ 6609225 w 6851038"/>
              <a:gd name="connsiteY24" fmla="*/ 303578 h 1831440"/>
              <a:gd name="connsiteX25" fmla="*/ 6564775 w 6851038"/>
              <a:gd name="connsiteY25" fmla="*/ 194620 h 1831440"/>
              <a:gd name="connsiteX26" fmla="*/ 6545725 w 6851038"/>
              <a:gd name="connsiteY26" fmla="*/ 27550 h 1831440"/>
              <a:gd name="connsiteX27" fmla="*/ 6691774 w 6851038"/>
              <a:gd name="connsiteY27" fmla="*/ 13025 h 1831440"/>
              <a:gd name="connsiteX28" fmla="*/ 6843817 w 6851038"/>
              <a:gd name="connsiteY28" fmla="*/ 26287 h 1831440"/>
              <a:gd name="connsiteX29" fmla="*/ 6825125 w 6851038"/>
              <a:gd name="connsiteY29" fmla="*/ 252730 h 1831440"/>
              <a:gd name="connsiteX30" fmla="*/ 6780675 w 6851038"/>
              <a:gd name="connsiteY30" fmla="*/ 405271 h 1831440"/>
              <a:gd name="connsiteX31" fmla="*/ 6767974 w 6851038"/>
              <a:gd name="connsiteY31" fmla="*/ 659506 h 1831440"/>
              <a:gd name="connsiteX32" fmla="*/ 6691774 w 6851038"/>
              <a:gd name="connsiteY32" fmla="*/ 775729 h 1831440"/>
              <a:gd name="connsiteX33" fmla="*/ 6581351 w 6851038"/>
              <a:gd name="connsiteY33" fmla="*/ 797321 h 1831440"/>
              <a:gd name="connsiteX34" fmla="*/ 6367566 w 6851038"/>
              <a:gd name="connsiteY34" fmla="*/ 712560 h 1831440"/>
              <a:gd name="connsiteX35" fmla="*/ 6101224 w 6851038"/>
              <a:gd name="connsiteY35" fmla="*/ 398005 h 1831440"/>
              <a:gd name="connsiteX36" fmla="*/ 5863801 w 6851038"/>
              <a:gd name="connsiteY36" fmla="*/ 276774 h 1831440"/>
              <a:gd name="connsiteX37" fmla="*/ 5539951 w 6851038"/>
              <a:gd name="connsiteY37" fmla="*/ 257389 h 1831440"/>
              <a:gd name="connsiteX38" fmla="*/ 5357917 w 6851038"/>
              <a:gd name="connsiteY38" fmla="*/ 333589 h 1831440"/>
              <a:gd name="connsiteX39" fmla="*/ 5239384 w 6851038"/>
              <a:gd name="connsiteY39" fmla="*/ 452121 h 1831440"/>
              <a:gd name="connsiteX40" fmla="*/ 5027717 w 6851038"/>
              <a:gd name="connsiteY40" fmla="*/ 833121 h 1831440"/>
              <a:gd name="connsiteX41" fmla="*/ 4849917 w 6851038"/>
              <a:gd name="connsiteY41" fmla="*/ 985522 h 1831440"/>
              <a:gd name="connsiteX42" fmla="*/ 4437725 w 6851038"/>
              <a:gd name="connsiteY42" fmla="*/ 1018010 h 1831440"/>
              <a:gd name="connsiteX43" fmla="*/ 3778428 w 6851038"/>
              <a:gd name="connsiteY43" fmla="*/ 839283 h 1831440"/>
              <a:gd name="connsiteX44" fmla="*/ 3364217 w 6851038"/>
              <a:gd name="connsiteY44" fmla="*/ 842833 h 1831440"/>
              <a:gd name="connsiteX45" fmla="*/ 2695810 w 6851038"/>
              <a:gd name="connsiteY45" fmla="*/ 1324293 h 1831440"/>
              <a:gd name="connsiteX46" fmla="*/ 2179803 w 6851038"/>
              <a:gd name="connsiteY46" fmla="*/ 1690437 h 1831440"/>
              <a:gd name="connsiteX47" fmla="*/ 2004054 w 6851038"/>
              <a:gd name="connsiteY47" fmla="*/ 1733719 h 1831440"/>
              <a:gd name="connsiteX48" fmla="*/ 1753053 w 6851038"/>
              <a:gd name="connsiteY48" fmla="*/ 1737123 h 1831440"/>
              <a:gd name="connsiteX49" fmla="*/ 1558709 w 6851038"/>
              <a:gd name="connsiteY49" fmla="*/ 1691025 h 1831440"/>
              <a:gd name="connsiteX50" fmla="*/ 1400995 w 6851038"/>
              <a:gd name="connsiteY50" fmla="*/ 1710434 h 1831440"/>
              <a:gd name="connsiteX51" fmla="*/ 1174570 w 6851038"/>
              <a:gd name="connsiteY51" fmla="*/ 1800485 h 1831440"/>
              <a:gd name="connsiteX52" fmla="*/ 888590 w 6851038"/>
              <a:gd name="connsiteY52" fmla="*/ 1825743 h 1831440"/>
              <a:gd name="connsiteX53" fmla="*/ 665240 w 6851038"/>
              <a:gd name="connsiteY53" fmla="*/ 1780251 h 1831440"/>
              <a:gd name="connsiteX54" fmla="*/ 396856 w 6851038"/>
              <a:gd name="connsiteY54" fmla="*/ 1617994 h 1831440"/>
              <a:gd name="connsiteX55" fmla="*/ 250734 w 6851038"/>
              <a:gd name="connsiteY55" fmla="*/ 1549022 h 1831440"/>
              <a:gd name="connsiteX56" fmla="*/ 25806 w 6851038"/>
              <a:gd name="connsiteY56" fmla="*/ 1362030 h 1831440"/>
              <a:gd name="connsiteX0" fmla="*/ 25806 w 6851038"/>
              <a:gd name="connsiteY0" fmla="*/ 1362030 h 1828669"/>
              <a:gd name="connsiteX1" fmla="*/ 15257 w 6851038"/>
              <a:gd name="connsiteY1" fmla="*/ 970226 h 1828669"/>
              <a:gd name="connsiteX2" fmla="*/ 118651 w 6851038"/>
              <a:gd name="connsiteY2" fmla="*/ 960965 h 1828669"/>
              <a:gd name="connsiteX3" fmla="*/ 110836 w 6851038"/>
              <a:gd name="connsiteY3" fmla="*/ 1225226 h 1828669"/>
              <a:gd name="connsiteX4" fmla="*/ 330306 w 6851038"/>
              <a:gd name="connsiteY4" fmla="*/ 1453996 h 1828669"/>
              <a:gd name="connsiteX5" fmla="*/ 609170 w 6851038"/>
              <a:gd name="connsiteY5" fmla="*/ 1626794 h 1828669"/>
              <a:gd name="connsiteX6" fmla="*/ 1002299 w 6851038"/>
              <a:gd name="connsiteY6" fmla="*/ 1730823 h 1828669"/>
              <a:gd name="connsiteX7" fmla="*/ 1346366 w 6851038"/>
              <a:gd name="connsiteY7" fmla="*/ 1612187 h 1828669"/>
              <a:gd name="connsiteX8" fmla="*/ 1546103 w 6851038"/>
              <a:gd name="connsiteY8" fmla="*/ 1574412 h 1828669"/>
              <a:gd name="connsiteX9" fmla="*/ 1739656 w 6851038"/>
              <a:gd name="connsiteY9" fmla="*/ 1639182 h 1828669"/>
              <a:gd name="connsiteX10" fmla="*/ 1910796 w 6851038"/>
              <a:gd name="connsiteY10" fmla="*/ 1649229 h 1828669"/>
              <a:gd name="connsiteX11" fmla="*/ 2060264 w 6851038"/>
              <a:gd name="connsiteY11" fmla="*/ 1624348 h 1828669"/>
              <a:gd name="connsiteX12" fmla="*/ 2290420 w 6851038"/>
              <a:gd name="connsiteY12" fmla="*/ 1507552 h 1828669"/>
              <a:gd name="connsiteX13" fmla="*/ 2533833 w 6851038"/>
              <a:gd name="connsiteY13" fmla="*/ 1330255 h 1828669"/>
              <a:gd name="connsiteX14" fmla="*/ 3388660 w 6851038"/>
              <a:gd name="connsiteY14" fmla="*/ 736610 h 1828669"/>
              <a:gd name="connsiteX15" fmla="*/ 4756784 w 6851038"/>
              <a:gd name="connsiteY15" fmla="*/ 909322 h 1828669"/>
              <a:gd name="connsiteX16" fmla="*/ 5256317 w 6851038"/>
              <a:gd name="connsiteY16" fmla="*/ 274322 h 1828669"/>
              <a:gd name="connsiteX17" fmla="*/ 5821468 w 6851038"/>
              <a:gd name="connsiteY17" fmla="*/ 172768 h 1828669"/>
              <a:gd name="connsiteX18" fmla="*/ 6251151 w 6851038"/>
              <a:gd name="connsiteY18" fmla="*/ 428302 h 1828669"/>
              <a:gd name="connsiteX19" fmla="*/ 6412373 w 6851038"/>
              <a:gd name="connsiteY19" fmla="*/ 623187 h 1828669"/>
              <a:gd name="connsiteX20" fmla="*/ 6564773 w 6851038"/>
              <a:gd name="connsiteY20" fmla="*/ 703089 h 1828669"/>
              <a:gd name="connsiteX21" fmla="*/ 6679073 w 6851038"/>
              <a:gd name="connsiteY21" fmla="*/ 674034 h 1828669"/>
              <a:gd name="connsiteX22" fmla="*/ 6708351 w 6851038"/>
              <a:gd name="connsiteY22" fmla="*/ 529995 h 1828669"/>
              <a:gd name="connsiteX23" fmla="*/ 6679074 w 6851038"/>
              <a:gd name="connsiteY23" fmla="*/ 390745 h 1828669"/>
              <a:gd name="connsiteX24" fmla="*/ 6609225 w 6851038"/>
              <a:gd name="connsiteY24" fmla="*/ 303578 h 1828669"/>
              <a:gd name="connsiteX25" fmla="*/ 6564775 w 6851038"/>
              <a:gd name="connsiteY25" fmla="*/ 194620 h 1828669"/>
              <a:gd name="connsiteX26" fmla="*/ 6545725 w 6851038"/>
              <a:gd name="connsiteY26" fmla="*/ 27550 h 1828669"/>
              <a:gd name="connsiteX27" fmla="*/ 6691774 w 6851038"/>
              <a:gd name="connsiteY27" fmla="*/ 13025 h 1828669"/>
              <a:gd name="connsiteX28" fmla="*/ 6843817 w 6851038"/>
              <a:gd name="connsiteY28" fmla="*/ 26287 h 1828669"/>
              <a:gd name="connsiteX29" fmla="*/ 6825125 w 6851038"/>
              <a:gd name="connsiteY29" fmla="*/ 252730 h 1828669"/>
              <a:gd name="connsiteX30" fmla="*/ 6780675 w 6851038"/>
              <a:gd name="connsiteY30" fmla="*/ 405271 h 1828669"/>
              <a:gd name="connsiteX31" fmla="*/ 6767974 w 6851038"/>
              <a:gd name="connsiteY31" fmla="*/ 659506 h 1828669"/>
              <a:gd name="connsiteX32" fmla="*/ 6691774 w 6851038"/>
              <a:gd name="connsiteY32" fmla="*/ 775729 h 1828669"/>
              <a:gd name="connsiteX33" fmla="*/ 6581351 w 6851038"/>
              <a:gd name="connsiteY33" fmla="*/ 797321 h 1828669"/>
              <a:gd name="connsiteX34" fmla="*/ 6367566 w 6851038"/>
              <a:gd name="connsiteY34" fmla="*/ 712560 h 1828669"/>
              <a:gd name="connsiteX35" fmla="*/ 6101224 w 6851038"/>
              <a:gd name="connsiteY35" fmla="*/ 398005 h 1828669"/>
              <a:gd name="connsiteX36" fmla="*/ 5863801 w 6851038"/>
              <a:gd name="connsiteY36" fmla="*/ 276774 h 1828669"/>
              <a:gd name="connsiteX37" fmla="*/ 5539951 w 6851038"/>
              <a:gd name="connsiteY37" fmla="*/ 257389 h 1828669"/>
              <a:gd name="connsiteX38" fmla="*/ 5357917 w 6851038"/>
              <a:gd name="connsiteY38" fmla="*/ 333589 h 1828669"/>
              <a:gd name="connsiteX39" fmla="*/ 5239384 w 6851038"/>
              <a:gd name="connsiteY39" fmla="*/ 452121 h 1828669"/>
              <a:gd name="connsiteX40" fmla="*/ 5027717 w 6851038"/>
              <a:gd name="connsiteY40" fmla="*/ 833121 h 1828669"/>
              <a:gd name="connsiteX41" fmla="*/ 4849917 w 6851038"/>
              <a:gd name="connsiteY41" fmla="*/ 985522 h 1828669"/>
              <a:gd name="connsiteX42" fmla="*/ 4437725 w 6851038"/>
              <a:gd name="connsiteY42" fmla="*/ 1018010 h 1828669"/>
              <a:gd name="connsiteX43" fmla="*/ 3778428 w 6851038"/>
              <a:gd name="connsiteY43" fmla="*/ 839283 h 1828669"/>
              <a:gd name="connsiteX44" fmla="*/ 3364217 w 6851038"/>
              <a:gd name="connsiteY44" fmla="*/ 842833 h 1828669"/>
              <a:gd name="connsiteX45" fmla="*/ 2695810 w 6851038"/>
              <a:gd name="connsiteY45" fmla="*/ 1324293 h 1828669"/>
              <a:gd name="connsiteX46" fmla="*/ 2179803 w 6851038"/>
              <a:gd name="connsiteY46" fmla="*/ 1690437 h 1828669"/>
              <a:gd name="connsiteX47" fmla="*/ 2004054 w 6851038"/>
              <a:gd name="connsiteY47" fmla="*/ 1733719 h 1828669"/>
              <a:gd name="connsiteX48" fmla="*/ 1753053 w 6851038"/>
              <a:gd name="connsiteY48" fmla="*/ 1737123 h 1828669"/>
              <a:gd name="connsiteX49" fmla="*/ 1558709 w 6851038"/>
              <a:gd name="connsiteY49" fmla="*/ 1691025 h 1828669"/>
              <a:gd name="connsiteX50" fmla="*/ 1400995 w 6851038"/>
              <a:gd name="connsiteY50" fmla="*/ 1710434 h 1828669"/>
              <a:gd name="connsiteX51" fmla="*/ 1169844 w 6851038"/>
              <a:gd name="connsiteY51" fmla="*/ 1765618 h 1828669"/>
              <a:gd name="connsiteX52" fmla="*/ 888590 w 6851038"/>
              <a:gd name="connsiteY52" fmla="*/ 1825743 h 1828669"/>
              <a:gd name="connsiteX53" fmla="*/ 665240 w 6851038"/>
              <a:gd name="connsiteY53" fmla="*/ 1780251 h 1828669"/>
              <a:gd name="connsiteX54" fmla="*/ 396856 w 6851038"/>
              <a:gd name="connsiteY54" fmla="*/ 1617994 h 1828669"/>
              <a:gd name="connsiteX55" fmla="*/ 250734 w 6851038"/>
              <a:gd name="connsiteY55" fmla="*/ 1549022 h 1828669"/>
              <a:gd name="connsiteX56" fmla="*/ 25806 w 6851038"/>
              <a:gd name="connsiteY56" fmla="*/ 1362030 h 1828669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1002299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060264 w 6851038"/>
              <a:gd name="connsiteY11" fmla="*/ 1624348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04054 w 6851038"/>
              <a:gd name="connsiteY47" fmla="*/ 1733719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65240 w 6851038"/>
              <a:gd name="connsiteY53" fmla="*/ 1780251 h 1828670"/>
              <a:gd name="connsiteX54" fmla="*/ 396856 w 6851038"/>
              <a:gd name="connsiteY54" fmla="*/ 1617994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1002299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060264 w 6851038"/>
              <a:gd name="connsiteY11" fmla="*/ 1624348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04054 w 6851038"/>
              <a:gd name="connsiteY47" fmla="*/ 1733719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65240 w 6851038"/>
              <a:gd name="connsiteY53" fmla="*/ 178025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1002299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060264 w 6851038"/>
              <a:gd name="connsiteY11" fmla="*/ 1624348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04054 w 6851038"/>
              <a:gd name="connsiteY47" fmla="*/ 1733719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79419 w 6851038"/>
              <a:gd name="connsiteY53" fmla="*/ 1768629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1002299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060264 w 6851038"/>
              <a:gd name="connsiteY11" fmla="*/ 1624348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04054 w 6851038"/>
              <a:gd name="connsiteY47" fmla="*/ 1733719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84146 w 6851038"/>
              <a:gd name="connsiteY53" fmla="*/ 177444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1002299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060264 w 6851038"/>
              <a:gd name="connsiteY11" fmla="*/ 1624348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04054 w 6851038"/>
              <a:gd name="connsiteY47" fmla="*/ 1733719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84146 w 6851038"/>
              <a:gd name="connsiteY53" fmla="*/ 177444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1002299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060264 w 6851038"/>
              <a:gd name="connsiteY11" fmla="*/ 1624348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04054 w 6851038"/>
              <a:gd name="connsiteY47" fmla="*/ 1733719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84146 w 6851038"/>
              <a:gd name="connsiteY53" fmla="*/ 177444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1002299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060264 w 6851038"/>
              <a:gd name="connsiteY11" fmla="*/ 1624348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04054 w 6851038"/>
              <a:gd name="connsiteY47" fmla="*/ 1733719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84146 w 6851038"/>
              <a:gd name="connsiteY53" fmla="*/ 177444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1002299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060264 w 6851038"/>
              <a:gd name="connsiteY11" fmla="*/ 1624348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04054 w 6851038"/>
              <a:gd name="connsiteY47" fmla="*/ 1733719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84146 w 6851038"/>
              <a:gd name="connsiteY53" fmla="*/ 177444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1002299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060264 w 6851038"/>
              <a:gd name="connsiteY11" fmla="*/ 1624348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04054 w 6851038"/>
              <a:gd name="connsiteY47" fmla="*/ 1733719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84146 w 6851038"/>
              <a:gd name="connsiteY53" fmla="*/ 177444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1002299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060264 w 6851038"/>
              <a:gd name="connsiteY11" fmla="*/ 1624348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04054 w 6851038"/>
              <a:gd name="connsiteY47" fmla="*/ 1733719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84146 w 6851038"/>
              <a:gd name="connsiteY53" fmla="*/ 177444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1002299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060264 w 6851038"/>
              <a:gd name="connsiteY11" fmla="*/ 1624348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04054 w 6851038"/>
              <a:gd name="connsiteY47" fmla="*/ 1733719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84146 w 6851038"/>
              <a:gd name="connsiteY53" fmla="*/ 177444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1002299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060264 w 6851038"/>
              <a:gd name="connsiteY11" fmla="*/ 1624348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04054 w 6851038"/>
              <a:gd name="connsiteY47" fmla="*/ 1733719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84146 w 6851038"/>
              <a:gd name="connsiteY53" fmla="*/ 177444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1002299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060264 w 6851038"/>
              <a:gd name="connsiteY11" fmla="*/ 1624348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04054 w 6851038"/>
              <a:gd name="connsiteY47" fmla="*/ 1733719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84146 w 6851038"/>
              <a:gd name="connsiteY53" fmla="*/ 177444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1002299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060264 w 6851038"/>
              <a:gd name="connsiteY11" fmla="*/ 1624348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04054 w 6851038"/>
              <a:gd name="connsiteY47" fmla="*/ 1733719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84146 w 6851038"/>
              <a:gd name="connsiteY53" fmla="*/ 177444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1002299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060264 w 6851038"/>
              <a:gd name="connsiteY11" fmla="*/ 1624348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04054 w 6851038"/>
              <a:gd name="connsiteY47" fmla="*/ 1733719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84146 w 6851038"/>
              <a:gd name="connsiteY53" fmla="*/ 177444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1002299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060264 w 6851038"/>
              <a:gd name="connsiteY11" fmla="*/ 1624348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04054 w 6851038"/>
              <a:gd name="connsiteY47" fmla="*/ 1733719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84146 w 6851038"/>
              <a:gd name="connsiteY53" fmla="*/ 177444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1002299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060264 w 6851038"/>
              <a:gd name="connsiteY11" fmla="*/ 1624348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04054 w 6851038"/>
              <a:gd name="connsiteY47" fmla="*/ 1733719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84146 w 6851038"/>
              <a:gd name="connsiteY53" fmla="*/ 177444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1002299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107530 w 6851038"/>
              <a:gd name="connsiteY11" fmla="*/ 1598924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04054 w 6851038"/>
              <a:gd name="connsiteY47" fmla="*/ 1733719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84146 w 6851038"/>
              <a:gd name="connsiteY53" fmla="*/ 177444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1002299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107530 w 6851038"/>
              <a:gd name="connsiteY11" fmla="*/ 1609820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04054 w 6851038"/>
              <a:gd name="connsiteY47" fmla="*/ 1733719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84146 w 6851038"/>
              <a:gd name="connsiteY53" fmla="*/ 177444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1002299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107530 w 6851038"/>
              <a:gd name="connsiteY11" fmla="*/ 1609820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04054 w 6851038"/>
              <a:gd name="connsiteY47" fmla="*/ 1733719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84146 w 6851038"/>
              <a:gd name="connsiteY53" fmla="*/ 177444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1002299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107530 w 6851038"/>
              <a:gd name="connsiteY11" fmla="*/ 1609820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21779 w 6851038"/>
              <a:gd name="connsiteY47" fmla="*/ 1733720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84146 w 6851038"/>
              <a:gd name="connsiteY53" fmla="*/ 177444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1002299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107530 w 6851038"/>
              <a:gd name="connsiteY11" fmla="*/ 1609820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21779 w 6851038"/>
              <a:gd name="connsiteY47" fmla="*/ 1733720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84146 w 6851038"/>
              <a:gd name="connsiteY53" fmla="*/ 177444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1002299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107530 w 6851038"/>
              <a:gd name="connsiteY11" fmla="*/ 1609820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21779 w 6851038"/>
              <a:gd name="connsiteY47" fmla="*/ 1733720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84146 w 6851038"/>
              <a:gd name="connsiteY53" fmla="*/ 177444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1002299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107530 w 6851038"/>
              <a:gd name="connsiteY11" fmla="*/ 1609820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21779 w 6851038"/>
              <a:gd name="connsiteY47" fmla="*/ 1733720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84146 w 6851038"/>
              <a:gd name="connsiteY53" fmla="*/ 177444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1002299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107530 w 6851038"/>
              <a:gd name="connsiteY11" fmla="*/ 1609820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21779 w 6851038"/>
              <a:gd name="connsiteY47" fmla="*/ 1733720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84146 w 6851038"/>
              <a:gd name="connsiteY53" fmla="*/ 177444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1002299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107530 w 6851038"/>
              <a:gd name="connsiteY11" fmla="*/ 1609820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21779 w 6851038"/>
              <a:gd name="connsiteY47" fmla="*/ 1733720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84146 w 6851038"/>
              <a:gd name="connsiteY53" fmla="*/ 177444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1002299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107530 w 6851038"/>
              <a:gd name="connsiteY11" fmla="*/ 1609820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21779 w 6851038"/>
              <a:gd name="connsiteY47" fmla="*/ 1733720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84146 w 6851038"/>
              <a:gd name="connsiteY53" fmla="*/ 177444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898906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107530 w 6851038"/>
              <a:gd name="connsiteY11" fmla="*/ 1609820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21779 w 6851038"/>
              <a:gd name="connsiteY47" fmla="*/ 1733720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84146 w 6851038"/>
              <a:gd name="connsiteY53" fmla="*/ 177444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898906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107530 w 6851038"/>
              <a:gd name="connsiteY11" fmla="*/ 1609820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21779 w 6851038"/>
              <a:gd name="connsiteY47" fmla="*/ 1733720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84146 w 6851038"/>
              <a:gd name="connsiteY53" fmla="*/ 177444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898906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107530 w 6851038"/>
              <a:gd name="connsiteY11" fmla="*/ 1609820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21779 w 6851038"/>
              <a:gd name="connsiteY47" fmla="*/ 1733720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84146 w 6851038"/>
              <a:gd name="connsiteY53" fmla="*/ 177444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898906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107530 w 6851038"/>
              <a:gd name="connsiteY11" fmla="*/ 1609820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21779 w 6851038"/>
              <a:gd name="connsiteY47" fmla="*/ 1733720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84146 w 6851038"/>
              <a:gd name="connsiteY53" fmla="*/ 177444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898906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107530 w 6851038"/>
              <a:gd name="connsiteY11" fmla="*/ 1609820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21779 w 6851038"/>
              <a:gd name="connsiteY47" fmla="*/ 1733720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88590 w 6851038"/>
              <a:gd name="connsiteY52" fmla="*/ 1825743 h 1828670"/>
              <a:gd name="connsiteX53" fmla="*/ 684146 w 6851038"/>
              <a:gd name="connsiteY53" fmla="*/ 177444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8670"/>
              <a:gd name="connsiteX1" fmla="*/ 15257 w 6851038"/>
              <a:gd name="connsiteY1" fmla="*/ 970226 h 1828670"/>
              <a:gd name="connsiteX2" fmla="*/ 118651 w 6851038"/>
              <a:gd name="connsiteY2" fmla="*/ 960965 h 1828670"/>
              <a:gd name="connsiteX3" fmla="*/ 110836 w 6851038"/>
              <a:gd name="connsiteY3" fmla="*/ 1225226 h 1828670"/>
              <a:gd name="connsiteX4" fmla="*/ 297220 w 6851038"/>
              <a:gd name="connsiteY4" fmla="*/ 1465619 h 1828670"/>
              <a:gd name="connsiteX5" fmla="*/ 609170 w 6851038"/>
              <a:gd name="connsiteY5" fmla="*/ 1626794 h 1828670"/>
              <a:gd name="connsiteX6" fmla="*/ 898906 w 6851038"/>
              <a:gd name="connsiteY6" fmla="*/ 1730823 h 1828670"/>
              <a:gd name="connsiteX7" fmla="*/ 1346366 w 6851038"/>
              <a:gd name="connsiteY7" fmla="*/ 1612187 h 1828670"/>
              <a:gd name="connsiteX8" fmla="*/ 1546103 w 6851038"/>
              <a:gd name="connsiteY8" fmla="*/ 1574412 h 1828670"/>
              <a:gd name="connsiteX9" fmla="*/ 1739656 w 6851038"/>
              <a:gd name="connsiteY9" fmla="*/ 1639182 h 1828670"/>
              <a:gd name="connsiteX10" fmla="*/ 1910796 w 6851038"/>
              <a:gd name="connsiteY10" fmla="*/ 1649229 h 1828670"/>
              <a:gd name="connsiteX11" fmla="*/ 2107530 w 6851038"/>
              <a:gd name="connsiteY11" fmla="*/ 1609820 h 1828670"/>
              <a:gd name="connsiteX12" fmla="*/ 2290420 w 6851038"/>
              <a:gd name="connsiteY12" fmla="*/ 1507552 h 1828670"/>
              <a:gd name="connsiteX13" fmla="*/ 2533833 w 6851038"/>
              <a:gd name="connsiteY13" fmla="*/ 1330255 h 1828670"/>
              <a:gd name="connsiteX14" fmla="*/ 3388660 w 6851038"/>
              <a:gd name="connsiteY14" fmla="*/ 736610 h 1828670"/>
              <a:gd name="connsiteX15" fmla="*/ 4756784 w 6851038"/>
              <a:gd name="connsiteY15" fmla="*/ 909322 h 1828670"/>
              <a:gd name="connsiteX16" fmla="*/ 5256317 w 6851038"/>
              <a:gd name="connsiteY16" fmla="*/ 274322 h 1828670"/>
              <a:gd name="connsiteX17" fmla="*/ 5821468 w 6851038"/>
              <a:gd name="connsiteY17" fmla="*/ 172768 h 1828670"/>
              <a:gd name="connsiteX18" fmla="*/ 6251151 w 6851038"/>
              <a:gd name="connsiteY18" fmla="*/ 428302 h 1828670"/>
              <a:gd name="connsiteX19" fmla="*/ 6412373 w 6851038"/>
              <a:gd name="connsiteY19" fmla="*/ 623187 h 1828670"/>
              <a:gd name="connsiteX20" fmla="*/ 6564773 w 6851038"/>
              <a:gd name="connsiteY20" fmla="*/ 703089 h 1828670"/>
              <a:gd name="connsiteX21" fmla="*/ 6679073 w 6851038"/>
              <a:gd name="connsiteY21" fmla="*/ 674034 h 1828670"/>
              <a:gd name="connsiteX22" fmla="*/ 6708351 w 6851038"/>
              <a:gd name="connsiteY22" fmla="*/ 529995 h 1828670"/>
              <a:gd name="connsiteX23" fmla="*/ 6679074 w 6851038"/>
              <a:gd name="connsiteY23" fmla="*/ 390745 h 1828670"/>
              <a:gd name="connsiteX24" fmla="*/ 6609225 w 6851038"/>
              <a:gd name="connsiteY24" fmla="*/ 303578 h 1828670"/>
              <a:gd name="connsiteX25" fmla="*/ 6564775 w 6851038"/>
              <a:gd name="connsiteY25" fmla="*/ 194620 h 1828670"/>
              <a:gd name="connsiteX26" fmla="*/ 6545725 w 6851038"/>
              <a:gd name="connsiteY26" fmla="*/ 27550 h 1828670"/>
              <a:gd name="connsiteX27" fmla="*/ 6691774 w 6851038"/>
              <a:gd name="connsiteY27" fmla="*/ 13025 h 1828670"/>
              <a:gd name="connsiteX28" fmla="*/ 6843817 w 6851038"/>
              <a:gd name="connsiteY28" fmla="*/ 26287 h 1828670"/>
              <a:gd name="connsiteX29" fmla="*/ 6825125 w 6851038"/>
              <a:gd name="connsiteY29" fmla="*/ 252730 h 1828670"/>
              <a:gd name="connsiteX30" fmla="*/ 6780675 w 6851038"/>
              <a:gd name="connsiteY30" fmla="*/ 405271 h 1828670"/>
              <a:gd name="connsiteX31" fmla="*/ 6767974 w 6851038"/>
              <a:gd name="connsiteY31" fmla="*/ 659506 h 1828670"/>
              <a:gd name="connsiteX32" fmla="*/ 6691774 w 6851038"/>
              <a:gd name="connsiteY32" fmla="*/ 775729 h 1828670"/>
              <a:gd name="connsiteX33" fmla="*/ 6581351 w 6851038"/>
              <a:gd name="connsiteY33" fmla="*/ 797321 h 1828670"/>
              <a:gd name="connsiteX34" fmla="*/ 6367566 w 6851038"/>
              <a:gd name="connsiteY34" fmla="*/ 712560 h 1828670"/>
              <a:gd name="connsiteX35" fmla="*/ 6101224 w 6851038"/>
              <a:gd name="connsiteY35" fmla="*/ 398005 h 1828670"/>
              <a:gd name="connsiteX36" fmla="*/ 5863801 w 6851038"/>
              <a:gd name="connsiteY36" fmla="*/ 276774 h 1828670"/>
              <a:gd name="connsiteX37" fmla="*/ 5539951 w 6851038"/>
              <a:gd name="connsiteY37" fmla="*/ 257389 h 1828670"/>
              <a:gd name="connsiteX38" fmla="*/ 5357917 w 6851038"/>
              <a:gd name="connsiteY38" fmla="*/ 333589 h 1828670"/>
              <a:gd name="connsiteX39" fmla="*/ 5239384 w 6851038"/>
              <a:gd name="connsiteY39" fmla="*/ 452121 h 1828670"/>
              <a:gd name="connsiteX40" fmla="*/ 5027717 w 6851038"/>
              <a:gd name="connsiteY40" fmla="*/ 833121 h 1828670"/>
              <a:gd name="connsiteX41" fmla="*/ 4849917 w 6851038"/>
              <a:gd name="connsiteY41" fmla="*/ 985522 h 1828670"/>
              <a:gd name="connsiteX42" fmla="*/ 4437725 w 6851038"/>
              <a:gd name="connsiteY42" fmla="*/ 1018010 h 1828670"/>
              <a:gd name="connsiteX43" fmla="*/ 3778428 w 6851038"/>
              <a:gd name="connsiteY43" fmla="*/ 839283 h 1828670"/>
              <a:gd name="connsiteX44" fmla="*/ 3364217 w 6851038"/>
              <a:gd name="connsiteY44" fmla="*/ 842833 h 1828670"/>
              <a:gd name="connsiteX45" fmla="*/ 2695810 w 6851038"/>
              <a:gd name="connsiteY45" fmla="*/ 1324293 h 1828670"/>
              <a:gd name="connsiteX46" fmla="*/ 2179803 w 6851038"/>
              <a:gd name="connsiteY46" fmla="*/ 1690437 h 1828670"/>
              <a:gd name="connsiteX47" fmla="*/ 2021779 w 6851038"/>
              <a:gd name="connsiteY47" fmla="*/ 1733720 h 1828670"/>
              <a:gd name="connsiteX48" fmla="*/ 1753053 w 6851038"/>
              <a:gd name="connsiteY48" fmla="*/ 1737123 h 1828670"/>
              <a:gd name="connsiteX49" fmla="*/ 1558709 w 6851038"/>
              <a:gd name="connsiteY49" fmla="*/ 1691025 h 1828670"/>
              <a:gd name="connsiteX50" fmla="*/ 1400995 w 6851038"/>
              <a:gd name="connsiteY50" fmla="*/ 1710434 h 1828670"/>
              <a:gd name="connsiteX51" fmla="*/ 1169844 w 6851038"/>
              <a:gd name="connsiteY51" fmla="*/ 1765618 h 1828670"/>
              <a:gd name="connsiteX52" fmla="*/ 897453 w 6851038"/>
              <a:gd name="connsiteY52" fmla="*/ 1825743 h 1828670"/>
              <a:gd name="connsiteX53" fmla="*/ 684146 w 6851038"/>
              <a:gd name="connsiteY53" fmla="*/ 1774441 h 1828670"/>
              <a:gd name="connsiteX54" fmla="*/ 481933 w 6851038"/>
              <a:gd name="connsiteY54" fmla="*/ 1652861 h 1828670"/>
              <a:gd name="connsiteX55" fmla="*/ 250734 w 6851038"/>
              <a:gd name="connsiteY55" fmla="*/ 1549022 h 1828670"/>
              <a:gd name="connsiteX56" fmla="*/ 25806 w 6851038"/>
              <a:gd name="connsiteY56" fmla="*/ 1362030 h 1828670"/>
              <a:gd name="connsiteX0" fmla="*/ 25806 w 6851038"/>
              <a:gd name="connsiteY0" fmla="*/ 1362030 h 1825743"/>
              <a:gd name="connsiteX1" fmla="*/ 15257 w 6851038"/>
              <a:gd name="connsiteY1" fmla="*/ 970226 h 1825743"/>
              <a:gd name="connsiteX2" fmla="*/ 118651 w 6851038"/>
              <a:gd name="connsiteY2" fmla="*/ 960965 h 1825743"/>
              <a:gd name="connsiteX3" fmla="*/ 110836 w 6851038"/>
              <a:gd name="connsiteY3" fmla="*/ 1225226 h 1825743"/>
              <a:gd name="connsiteX4" fmla="*/ 297220 w 6851038"/>
              <a:gd name="connsiteY4" fmla="*/ 1465619 h 1825743"/>
              <a:gd name="connsiteX5" fmla="*/ 609170 w 6851038"/>
              <a:gd name="connsiteY5" fmla="*/ 1626794 h 1825743"/>
              <a:gd name="connsiteX6" fmla="*/ 898906 w 6851038"/>
              <a:gd name="connsiteY6" fmla="*/ 1730823 h 1825743"/>
              <a:gd name="connsiteX7" fmla="*/ 1346366 w 6851038"/>
              <a:gd name="connsiteY7" fmla="*/ 1612187 h 1825743"/>
              <a:gd name="connsiteX8" fmla="*/ 1546103 w 6851038"/>
              <a:gd name="connsiteY8" fmla="*/ 1574412 h 1825743"/>
              <a:gd name="connsiteX9" fmla="*/ 1739656 w 6851038"/>
              <a:gd name="connsiteY9" fmla="*/ 1639182 h 1825743"/>
              <a:gd name="connsiteX10" fmla="*/ 1910796 w 6851038"/>
              <a:gd name="connsiteY10" fmla="*/ 1649229 h 1825743"/>
              <a:gd name="connsiteX11" fmla="*/ 2107530 w 6851038"/>
              <a:gd name="connsiteY11" fmla="*/ 1609820 h 1825743"/>
              <a:gd name="connsiteX12" fmla="*/ 2290420 w 6851038"/>
              <a:gd name="connsiteY12" fmla="*/ 1507552 h 1825743"/>
              <a:gd name="connsiteX13" fmla="*/ 2533833 w 6851038"/>
              <a:gd name="connsiteY13" fmla="*/ 1330255 h 1825743"/>
              <a:gd name="connsiteX14" fmla="*/ 3388660 w 6851038"/>
              <a:gd name="connsiteY14" fmla="*/ 736610 h 1825743"/>
              <a:gd name="connsiteX15" fmla="*/ 4756784 w 6851038"/>
              <a:gd name="connsiteY15" fmla="*/ 909322 h 1825743"/>
              <a:gd name="connsiteX16" fmla="*/ 5256317 w 6851038"/>
              <a:gd name="connsiteY16" fmla="*/ 274322 h 1825743"/>
              <a:gd name="connsiteX17" fmla="*/ 5821468 w 6851038"/>
              <a:gd name="connsiteY17" fmla="*/ 172768 h 1825743"/>
              <a:gd name="connsiteX18" fmla="*/ 6251151 w 6851038"/>
              <a:gd name="connsiteY18" fmla="*/ 428302 h 1825743"/>
              <a:gd name="connsiteX19" fmla="*/ 6412373 w 6851038"/>
              <a:gd name="connsiteY19" fmla="*/ 623187 h 1825743"/>
              <a:gd name="connsiteX20" fmla="*/ 6564773 w 6851038"/>
              <a:gd name="connsiteY20" fmla="*/ 703089 h 1825743"/>
              <a:gd name="connsiteX21" fmla="*/ 6679073 w 6851038"/>
              <a:gd name="connsiteY21" fmla="*/ 674034 h 1825743"/>
              <a:gd name="connsiteX22" fmla="*/ 6708351 w 6851038"/>
              <a:gd name="connsiteY22" fmla="*/ 529995 h 1825743"/>
              <a:gd name="connsiteX23" fmla="*/ 6679074 w 6851038"/>
              <a:gd name="connsiteY23" fmla="*/ 390745 h 1825743"/>
              <a:gd name="connsiteX24" fmla="*/ 6609225 w 6851038"/>
              <a:gd name="connsiteY24" fmla="*/ 303578 h 1825743"/>
              <a:gd name="connsiteX25" fmla="*/ 6564775 w 6851038"/>
              <a:gd name="connsiteY25" fmla="*/ 194620 h 1825743"/>
              <a:gd name="connsiteX26" fmla="*/ 6545725 w 6851038"/>
              <a:gd name="connsiteY26" fmla="*/ 27550 h 1825743"/>
              <a:gd name="connsiteX27" fmla="*/ 6691774 w 6851038"/>
              <a:gd name="connsiteY27" fmla="*/ 13025 h 1825743"/>
              <a:gd name="connsiteX28" fmla="*/ 6843817 w 6851038"/>
              <a:gd name="connsiteY28" fmla="*/ 26287 h 1825743"/>
              <a:gd name="connsiteX29" fmla="*/ 6825125 w 6851038"/>
              <a:gd name="connsiteY29" fmla="*/ 252730 h 1825743"/>
              <a:gd name="connsiteX30" fmla="*/ 6780675 w 6851038"/>
              <a:gd name="connsiteY30" fmla="*/ 405271 h 1825743"/>
              <a:gd name="connsiteX31" fmla="*/ 6767974 w 6851038"/>
              <a:gd name="connsiteY31" fmla="*/ 659506 h 1825743"/>
              <a:gd name="connsiteX32" fmla="*/ 6691774 w 6851038"/>
              <a:gd name="connsiteY32" fmla="*/ 775729 h 1825743"/>
              <a:gd name="connsiteX33" fmla="*/ 6581351 w 6851038"/>
              <a:gd name="connsiteY33" fmla="*/ 797321 h 1825743"/>
              <a:gd name="connsiteX34" fmla="*/ 6367566 w 6851038"/>
              <a:gd name="connsiteY34" fmla="*/ 712560 h 1825743"/>
              <a:gd name="connsiteX35" fmla="*/ 6101224 w 6851038"/>
              <a:gd name="connsiteY35" fmla="*/ 398005 h 1825743"/>
              <a:gd name="connsiteX36" fmla="*/ 5863801 w 6851038"/>
              <a:gd name="connsiteY36" fmla="*/ 276774 h 1825743"/>
              <a:gd name="connsiteX37" fmla="*/ 5539951 w 6851038"/>
              <a:gd name="connsiteY37" fmla="*/ 257389 h 1825743"/>
              <a:gd name="connsiteX38" fmla="*/ 5357917 w 6851038"/>
              <a:gd name="connsiteY38" fmla="*/ 333589 h 1825743"/>
              <a:gd name="connsiteX39" fmla="*/ 5239384 w 6851038"/>
              <a:gd name="connsiteY39" fmla="*/ 452121 h 1825743"/>
              <a:gd name="connsiteX40" fmla="*/ 5027717 w 6851038"/>
              <a:gd name="connsiteY40" fmla="*/ 833121 h 1825743"/>
              <a:gd name="connsiteX41" fmla="*/ 4849917 w 6851038"/>
              <a:gd name="connsiteY41" fmla="*/ 985522 h 1825743"/>
              <a:gd name="connsiteX42" fmla="*/ 4437725 w 6851038"/>
              <a:gd name="connsiteY42" fmla="*/ 1018010 h 1825743"/>
              <a:gd name="connsiteX43" fmla="*/ 3778428 w 6851038"/>
              <a:gd name="connsiteY43" fmla="*/ 839283 h 1825743"/>
              <a:gd name="connsiteX44" fmla="*/ 3364217 w 6851038"/>
              <a:gd name="connsiteY44" fmla="*/ 842833 h 1825743"/>
              <a:gd name="connsiteX45" fmla="*/ 2695810 w 6851038"/>
              <a:gd name="connsiteY45" fmla="*/ 1324293 h 1825743"/>
              <a:gd name="connsiteX46" fmla="*/ 2179803 w 6851038"/>
              <a:gd name="connsiteY46" fmla="*/ 1690437 h 1825743"/>
              <a:gd name="connsiteX47" fmla="*/ 2021779 w 6851038"/>
              <a:gd name="connsiteY47" fmla="*/ 1733720 h 1825743"/>
              <a:gd name="connsiteX48" fmla="*/ 1753053 w 6851038"/>
              <a:gd name="connsiteY48" fmla="*/ 1737123 h 1825743"/>
              <a:gd name="connsiteX49" fmla="*/ 1558709 w 6851038"/>
              <a:gd name="connsiteY49" fmla="*/ 1691025 h 1825743"/>
              <a:gd name="connsiteX50" fmla="*/ 1400995 w 6851038"/>
              <a:gd name="connsiteY50" fmla="*/ 1710434 h 1825743"/>
              <a:gd name="connsiteX51" fmla="*/ 1169844 w 6851038"/>
              <a:gd name="connsiteY51" fmla="*/ 1765618 h 1825743"/>
              <a:gd name="connsiteX52" fmla="*/ 897453 w 6851038"/>
              <a:gd name="connsiteY52" fmla="*/ 1825743 h 1825743"/>
              <a:gd name="connsiteX53" fmla="*/ 684146 w 6851038"/>
              <a:gd name="connsiteY53" fmla="*/ 1774441 h 1825743"/>
              <a:gd name="connsiteX54" fmla="*/ 481933 w 6851038"/>
              <a:gd name="connsiteY54" fmla="*/ 1652861 h 1825743"/>
              <a:gd name="connsiteX55" fmla="*/ 250734 w 6851038"/>
              <a:gd name="connsiteY55" fmla="*/ 1549022 h 1825743"/>
              <a:gd name="connsiteX56" fmla="*/ 25806 w 6851038"/>
              <a:gd name="connsiteY56" fmla="*/ 1362030 h 1825743"/>
              <a:gd name="connsiteX0" fmla="*/ 25806 w 6851038"/>
              <a:gd name="connsiteY0" fmla="*/ 1362030 h 1825743"/>
              <a:gd name="connsiteX1" fmla="*/ 15257 w 6851038"/>
              <a:gd name="connsiteY1" fmla="*/ 970226 h 1825743"/>
              <a:gd name="connsiteX2" fmla="*/ 118651 w 6851038"/>
              <a:gd name="connsiteY2" fmla="*/ 960965 h 1825743"/>
              <a:gd name="connsiteX3" fmla="*/ 110836 w 6851038"/>
              <a:gd name="connsiteY3" fmla="*/ 1225226 h 1825743"/>
              <a:gd name="connsiteX4" fmla="*/ 297220 w 6851038"/>
              <a:gd name="connsiteY4" fmla="*/ 1465619 h 1825743"/>
              <a:gd name="connsiteX5" fmla="*/ 609170 w 6851038"/>
              <a:gd name="connsiteY5" fmla="*/ 1626794 h 1825743"/>
              <a:gd name="connsiteX6" fmla="*/ 898906 w 6851038"/>
              <a:gd name="connsiteY6" fmla="*/ 1730823 h 1825743"/>
              <a:gd name="connsiteX7" fmla="*/ 1346366 w 6851038"/>
              <a:gd name="connsiteY7" fmla="*/ 1612187 h 1825743"/>
              <a:gd name="connsiteX8" fmla="*/ 1546103 w 6851038"/>
              <a:gd name="connsiteY8" fmla="*/ 1574412 h 1825743"/>
              <a:gd name="connsiteX9" fmla="*/ 1739656 w 6851038"/>
              <a:gd name="connsiteY9" fmla="*/ 1639182 h 1825743"/>
              <a:gd name="connsiteX10" fmla="*/ 1910796 w 6851038"/>
              <a:gd name="connsiteY10" fmla="*/ 1649229 h 1825743"/>
              <a:gd name="connsiteX11" fmla="*/ 2107530 w 6851038"/>
              <a:gd name="connsiteY11" fmla="*/ 1609820 h 1825743"/>
              <a:gd name="connsiteX12" fmla="*/ 2290420 w 6851038"/>
              <a:gd name="connsiteY12" fmla="*/ 1507552 h 1825743"/>
              <a:gd name="connsiteX13" fmla="*/ 2533833 w 6851038"/>
              <a:gd name="connsiteY13" fmla="*/ 1330255 h 1825743"/>
              <a:gd name="connsiteX14" fmla="*/ 3388660 w 6851038"/>
              <a:gd name="connsiteY14" fmla="*/ 736610 h 1825743"/>
              <a:gd name="connsiteX15" fmla="*/ 4756784 w 6851038"/>
              <a:gd name="connsiteY15" fmla="*/ 909322 h 1825743"/>
              <a:gd name="connsiteX16" fmla="*/ 5256317 w 6851038"/>
              <a:gd name="connsiteY16" fmla="*/ 274322 h 1825743"/>
              <a:gd name="connsiteX17" fmla="*/ 5821468 w 6851038"/>
              <a:gd name="connsiteY17" fmla="*/ 172768 h 1825743"/>
              <a:gd name="connsiteX18" fmla="*/ 6251151 w 6851038"/>
              <a:gd name="connsiteY18" fmla="*/ 428302 h 1825743"/>
              <a:gd name="connsiteX19" fmla="*/ 6412373 w 6851038"/>
              <a:gd name="connsiteY19" fmla="*/ 623187 h 1825743"/>
              <a:gd name="connsiteX20" fmla="*/ 6564773 w 6851038"/>
              <a:gd name="connsiteY20" fmla="*/ 703089 h 1825743"/>
              <a:gd name="connsiteX21" fmla="*/ 6679073 w 6851038"/>
              <a:gd name="connsiteY21" fmla="*/ 674034 h 1825743"/>
              <a:gd name="connsiteX22" fmla="*/ 6708351 w 6851038"/>
              <a:gd name="connsiteY22" fmla="*/ 529995 h 1825743"/>
              <a:gd name="connsiteX23" fmla="*/ 6679074 w 6851038"/>
              <a:gd name="connsiteY23" fmla="*/ 390745 h 1825743"/>
              <a:gd name="connsiteX24" fmla="*/ 6609225 w 6851038"/>
              <a:gd name="connsiteY24" fmla="*/ 303578 h 1825743"/>
              <a:gd name="connsiteX25" fmla="*/ 6564775 w 6851038"/>
              <a:gd name="connsiteY25" fmla="*/ 194620 h 1825743"/>
              <a:gd name="connsiteX26" fmla="*/ 6545725 w 6851038"/>
              <a:gd name="connsiteY26" fmla="*/ 27550 h 1825743"/>
              <a:gd name="connsiteX27" fmla="*/ 6691774 w 6851038"/>
              <a:gd name="connsiteY27" fmla="*/ 13025 h 1825743"/>
              <a:gd name="connsiteX28" fmla="*/ 6843817 w 6851038"/>
              <a:gd name="connsiteY28" fmla="*/ 26287 h 1825743"/>
              <a:gd name="connsiteX29" fmla="*/ 6825125 w 6851038"/>
              <a:gd name="connsiteY29" fmla="*/ 252730 h 1825743"/>
              <a:gd name="connsiteX30" fmla="*/ 6780675 w 6851038"/>
              <a:gd name="connsiteY30" fmla="*/ 405271 h 1825743"/>
              <a:gd name="connsiteX31" fmla="*/ 6767974 w 6851038"/>
              <a:gd name="connsiteY31" fmla="*/ 659506 h 1825743"/>
              <a:gd name="connsiteX32" fmla="*/ 6691774 w 6851038"/>
              <a:gd name="connsiteY32" fmla="*/ 775729 h 1825743"/>
              <a:gd name="connsiteX33" fmla="*/ 6581351 w 6851038"/>
              <a:gd name="connsiteY33" fmla="*/ 797321 h 1825743"/>
              <a:gd name="connsiteX34" fmla="*/ 6367566 w 6851038"/>
              <a:gd name="connsiteY34" fmla="*/ 712560 h 1825743"/>
              <a:gd name="connsiteX35" fmla="*/ 6101224 w 6851038"/>
              <a:gd name="connsiteY35" fmla="*/ 398005 h 1825743"/>
              <a:gd name="connsiteX36" fmla="*/ 5863801 w 6851038"/>
              <a:gd name="connsiteY36" fmla="*/ 276774 h 1825743"/>
              <a:gd name="connsiteX37" fmla="*/ 5539951 w 6851038"/>
              <a:gd name="connsiteY37" fmla="*/ 257389 h 1825743"/>
              <a:gd name="connsiteX38" fmla="*/ 5357917 w 6851038"/>
              <a:gd name="connsiteY38" fmla="*/ 333589 h 1825743"/>
              <a:gd name="connsiteX39" fmla="*/ 5239384 w 6851038"/>
              <a:gd name="connsiteY39" fmla="*/ 452121 h 1825743"/>
              <a:gd name="connsiteX40" fmla="*/ 5027717 w 6851038"/>
              <a:gd name="connsiteY40" fmla="*/ 833121 h 1825743"/>
              <a:gd name="connsiteX41" fmla="*/ 4849917 w 6851038"/>
              <a:gd name="connsiteY41" fmla="*/ 985522 h 1825743"/>
              <a:gd name="connsiteX42" fmla="*/ 4437725 w 6851038"/>
              <a:gd name="connsiteY42" fmla="*/ 1018010 h 1825743"/>
              <a:gd name="connsiteX43" fmla="*/ 3778428 w 6851038"/>
              <a:gd name="connsiteY43" fmla="*/ 839283 h 1825743"/>
              <a:gd name="connsiteX44" fmla="*/ 3364217 w 6851038"/>
              <a:gd name="connsiteY44" fmla="*/ 842833 h 1825743"/>
              <a:gd name="connsiteX45" fmla="*/ 2695810 w 6851038"/>
              <a:gd name="connsiteY45" fmla="*/ 1324293 h 1825743"/>
              <a:gd name="connsiteX46" fmla="*/ 2179803 w 6851038"/>
              <a:gd name="connsiteY46" fmla="*/ 1690437 h 1825743"/>
              <a:gd name="connsiteX47" fmla="*/ 2021779 w 6851038"/>
              <a:gd name="connsiteY47" fmla="*/ 1733720 h 1825743"/>
              <a:gd name="connsiteX48" fmla="*/ 1753053 w 6851038"/>
              <a:gd name="connsiteY48" fmla="*/ 1737123 h 1825743"/>
              <a:gd name="connsiteX49" fmla="*/ 1558709 w 6851038"/>
              <a:gd name="connsiteY49" fmla="*/ 1691025 h 1825743"/>
              <a:gd name="connsiteX50" fmla="*/ 1400995 w 6851038"/>
              <a:gd name="connsiteY50" fmla="*/ 1710434 h 1825743"/>
              <a:gd name="connsiteX51" fmla="*/ 1169844 w 6851038"/>
              <a:gd name="connsiteY51" fmla="*/ 1765618 h 1825743"/>
              <a:gd name="connsiteX52" fmla="*/ 897453 w 6851038"/>
              <a:gd name="connsiteY52" fmla="*/ 1825743 h 1825743"/>
              <a:gd name="connsiteX53" fmla="*/ 693008 w 6851038"/>
              <a:gd name="connsiteY53" fmla="*/ 1778073 h 1825743"/>
              <a:gd name="connsiteX54" fmla="*/ 481933 w 6851038"/>
              <a:gd name="connsiteY54" fmla="*/ 1652861 h 1825743"/>
              <a:gd name="connsiteX55" fmla="*/ 250734 w 6851038"/>
              <a:gd name="connsiteY55" fmla="*/ 1549022 h 1825743"/>
              <a:gd name="connsiteX56" fmla="*/ 25806 w 6851038"/>
              <a:gd name="connsiteY56" fmla="*/ 1362030 h 1825743"/>
              <a:gd name="connsiteX0" fmla="*/ 25806 w 6851038"/>
              <a:gd name="connsiteY0" fmla="*/ 1362030 h 1825743"/>
              <a:gd name="connsiteX1" fmla="*/ 15257 w 6851038"/>
              <a:gd name="connsiteY1" fmla="*/ 970226 h 1825743"/>
              <a:gd name="connsiteX2" fmla="*/ 118651 w 6851038"/>
              <a:gd name="connsiteY2" fmla="*/ 960965 h 1825743"/>
              <a:gd name="connsiteX3" fmla="*/ 110836 w 6851038"/>
              <a:gd name="connsiteY3" fmla="*/ 1225226 h 1825743"/>
              <a:gd name="connsiteX4" fmla="*/ 297220 w 6851038"/>
              <a:gd name="connsiteY4" fmla="*/ 1465619 h 1825743"/>
              <a:gd name="connsiteX5" fmla="*/ 609170 w 6851038"/>
              <a:gd name="connsiteY5" fmla="*/ 1626794 h 1825743"/>
              <a:gd name="connsiteX6" fmla="*/ 898906 w 6851038"/>
              <a:gd name="connsiteY6" fmla="*/ 1730823 h 1825743"/>
              <a:gd name="connsiteX7" fmla="*/ 1346366 w 6851038"/>
              <a:gd name="connsiteY7" fmla="*/ 1612187 h 1825743"/>
              <a:gd name="connsiteX8" fmla="*/ 1546103 w 6851038"/>
              <a:gd name="connsiteY8" fmla="*/ 1574412 h 1825743"/>
              <a:gd name="connsiteX9" fmla="*/ 1739656 w 6851038"/>
              <a:gd name="connsiteY9" fmla="*/ 1639182 h 1825743"/>
              <a:gd name="connsiteX10" fmla="*/ 1910796 w 6851038"/>
              <a:gd name="connsiteY10" fmla="*/ 1649229 h 1825743"/>
              <a:gd name="connsiteX11" fmla="*/ 2107530 w 6851038"/>
              <a:gd name="connsiteY11" fmla="*/ 1609820 h 1825743"/>
              <a:gd name="connsiteX12" fmla="*/ 2290420 w 6851038"/>
              <a:gd name="connsiteY12" fmla="*/ 1507552 h 1825743"/>
              <a:gd name="connsiteX13" fmla="*/ 2533833 w 6851038"/>
              <a:gd name="connsiteY13" fmla="*/ 1330255 h 1825743"/>
              <a:gd name="connsiteX14" fmla="*/ 3388660 w 6851038"/>
              <a:gd name="connsiteY14" fmla="*/ 736610 h 1825743"/>
              <a:gd name="connsiteX15" fmla="*/ 4756784 w 6851038"/>
              <a:gd name="connsiteY15" fmla="*/ 909322 h 1825743"/>
              <a:gd name="connsiteX16" fmla="*/ 5256317 w 6851038"/>
              <a:gd name="connsiteY16" fmla="*/ 274322 h 1825743"/>
              <a:gd name="connsiteX17" fmla="*/ 5821468 w 6851038"/>
              <a:gd name="connsiteY17" fmla="*/ 172768 h 1825743"/>
              <a:gd name="connsiteX18" fmla="*/ 6251151 w 6851038"/>
              <a:gd name="connsiteY18" fmla="*/ 428302 h 1825743"/>
              <a:gd name="connsiteX19" fmla="*/ 6412373 w 6851038"/>
              <a:gd name="connsiteY19" fmla="*/ 623187 h 1825743"/>
              <a:gd name="connsiteX20" fmla="*/ 6564773 w 6851038"/>
              <a:gd name="connsiteY20" fmla="*/ 703089 h 1825743"/>
              <a:gd name="connsiteX21" fmla="*/ 6679073 w 6851038"/>
              <a:gd name="connsiteY21" fmla="*/ 674034 h 1825743"/>
              <a:gd name="connsiteX22" fmla="*/ 6708351 w 6851038"/>
              <a:gd name="connsiteY22" fmla="*/ 529995 h 1825743"/>
              <a:gd name="connsiteX23" fmla="*/ 6679074 w 6851038"/>
              <a:gd name="connsiteY23" fmla="*/ 390745 h 1825743"/>
              <a:gd name="connsiteX24" fmla="*/ 6609225 w 6851038"/>
              <a:gd name="connsiteY24" fmla="*/ 303578 h 1825743"/>
              <a:gd name="connsiteX25" fmla="*/ 6564775 w 6851038"/>
              <a:gd name="connsiteY25" fmla="*/ 194620 h 1825743"/>
              <a:gd name="connsiteX26" fmla="*/ 6545725 w 6851038"/>
              <a:gd name="connsiteY26" fmla="*/ 27550 h 1825743"/>
              <a:gd name="connsiteX27" fmla="*/ 6691774 w 6851038"/>
              <a:gd name="connsiteY27" fmla="*/ 13025 h 1825743"/>
              <a:gd name="connsiteX28" fmla="*/ 6843817 w 6851038"/>
              <a:gd name="connsiteY28" fmla="*/ 26287 h 1825743"/>
              <a:gd name="connsiteX29" fmla="*/ 6825125 w 6851038"/>
              <a:gd name="connsiteY29" fmla="*/ 252730 h 1825743"/>
              <a:gd name="connsiteX30" fmla="*/ 6780675 w 6851038"/>
              <a:gd name="connsiteY30" fmla="*/ 405271 h 1825743"/>
              <a:gd name="connsiteX31" fmla="*/ 6767974 w 6851038"/>
              <a:gd name="connsiteY31" fmla="*/ 659506 h 1825743"/>
              <a:gd name="connsiteX32" fmla="*/ 6691774 w 6851038"/>
              <a:gd name="connsiteY32" fmla="*/ 775729 h 1825743"/>
              <a:gd name="connsiteX33" fmla="*/ 6581351 w 6851038"/>
              <a:gd name="connsiteY33" fmla="*/ 797321 h 1825743"/>
              <a:gd name="connsiteX34" fmla="*/ 6367566 w 6851038"/>
              <a:gd name="connsiteY34" fmla="*/ 712560 h 1825743"/>
              <a:gd name="connsiteX35" fmla="*/ 6101224 w 6851038"/>
              <a:gd name="connsiteY35" fmla="*/ 398005 h 1825743"/>
              <a:gd name="connsiteX36" fmla="*/ 5863801 w 6851038"/>
              <a:gd name="connsiteY36" fmla="*/ 276774 h 1825743"/>
              <a:gd name="connsiteX37" fmla="*/ 5539951 w 6851038"/>
              <a:gd name="connsiteY37" fmla="*/ 257389 h 1825743"/>
              <a:gd name="connsiteX38" fmla="*/ 5357917 w 6851038"/>
              <a:gd name="connsiteY38" fmla="*/ 333589 h 1825743"/>
              <a:gd name="connsiteX39" fmla="*/ 5239384 w 6851038"/>
              <a:gd name="connsiteY39" fmla="*/ 452121 h 1825743"/>
              <a:gd name="connsiteX40" fmla="*/ 5027717 w 6851038"/>
              <a:gd name="connsiteY40" fmla="*/ 833121 h 1825743"/>
              <a:gd name="connsiteX41" fmla="*/ 4849917 w 6851038"/>
              <a:gd name="connsiteY41" fmla="*/ 985522 h 1825743"/>
              <a:gd name="connsiteX42" fmla="*/ 4437725 w 6851038"/>
              <a:gd name="connsiteY42" fmla="*/ 1018010 h 1825743"/>
              <a:gd name="connsiteX43" fmla="*/ 3778428 w 6851038"/>
              <a:gd name="connsiteY43" fmla="*/ 839283 h 1825743"/>
              <a:gd name="connsiteX44" fmla="*/ 3364217 w 6851038"/>
              <a:gd name="connsiteY44" fmla="*/ 842833 h 1825743"/>
              <a:gd name="connsiteX45" fmla="*/ 2695810 w 6851038"/>
              <a:gd name="connsiteY45" fmla="*/ 1324293 h 1825743"/>
              <a:gd name="connsiteX46" fmla="*/ 2179803 w 6851038"/>
              <a:gd name="connsiteY46" fmla="*/ 1690437 h 1825743"/>
              <a:gd name="connsiteX47" fmla="*/ 2021779 w 6851038"/>
              <a:gd name="connsiteY47" fmla="*/ 1733720 h 1825743"/>
              <a:gd name="connsiteX48" fmla="*/ 1753053 w 6851038"/>
              <a:gd name="connsiteY48" fmla="*/ 1737123 h 1825743"/>
              <a:gd name="connsiteX49" fmla="*/ 1558709 w 6851038"/>
              <a:gd name="connsiteY49" fmla="*/ 1691025 h 1825743"/>
              <a:gd name="connsiteX50" fmla="*/ 1400995 w 6851038"/>
              <a:gd name="connsiteY50" fmla="*/ 1710434 h 1825743"/>
              <a:gd name="connsiteX51" fmla="*/ 1169844 w 6851038"/>
              <a:gd name="connsiteY51" fmla="*/ 1765618 h 1825743"/>
              <a:gd name="connsiteX52" fmla="*/ 897453 w 6851038"/>
              <a:gd name="connsiteY52" fmla="*/ 1825743 h 1825743"/>
              <a:gd name="connsiteX53" fmla="*/ 693008 w 6851038"/>
              <a:gd name="connsiteY53" fmla="*/ 1778073 h 1825743"/>
              <a:gd name="connsiteX54" fmla="*/ 481933 w 6851038"/>
              <a:gd name="connsiteY54" fmla="*/ 1652861 h 1825743"/>
              <a:gd name="connsiteX55" fmla="*/ 250734 w 6851038"/>
              <a:gd name="connsiteY55" fmla="*/ 1549022 h 1825743"/>
              <a:gd name="connsiteX56" fmla="*/ 25806 w 6851038"/>
              <a:gd name="connsiteY56" fmla="*/ 1362030 h 1825743"/>
              <a:gd name="connsiteX0" fmla="*/ 25806 w 6851038"/>
              <a:gd name="connsiteY0" fmla="*/ 1362030 h 1825743"/>
              <a:gd name="connsiteX1" fmla="*/ 15257 w 6851038"/>
              <a:gd name="connsiteY1" fmla="*/ 970226 h 1825743"/>
              <a:gd name="connsiteX2" fmla="*/ 118651 w 6851038"/>
              <a:gd name="connsiteY2" fmla="*/ 960965 h 1825743"/>
              <a:gd name="connsiteX3" fmla="*/ 110836 w 6851038"/>
              <a:gd name="connsiteY3" fmla="*/ 1225226 h 1825743"/>
              <a:gd name="connsiteX4" fmla="*/ 297220 w 6851038"/>
              <a:gd name="connsiteY4" fmla="*/ 1465619 h 1825743"/>
              <a:gd name="connsiteX5" fmla="*/ 609170 w 6851038"/>
              <a:gd name="connsiteY5" fmla="*/ 1626794 h 1825743"/>
              <a:gd name="connsiteX6" fmla="*/ 898906 w 6851038"/>
              <a:gd name="connsiteY6" fmla="*/ 1730823 h 1825743"/>
              <a:gd name="connsiteX7" fmla="*/ 1346366 w 6851038"/>
              <a:gd name="connsiteY7" fmla="*/ 1612187 h 1825743"/>
              <a:gd name="connsiteX8" fmla="*/ 1546103 w 6851038"/>
              <a:gd name="connsiteY8" fmla="*/ 1574412 h 1825743"/>
              <a:gd name="connsiteX9" fmla="*/ 1739656 w 6851038"/>
              <a:gd name="connsiteY9" fmla="*/ 1639182 h 1825743"/>
              <a:gd name="connsiteX10" fmla="*/ 1910796 w 6851038"/>
              <a:gd name="connsiteY10" fmla="*/ 1649229 h 1825743"/>
              <a:gd name="connsiteX11" fmla="*/ 2107530 w 6851038"/>
              <a:gd name="connsiteY11" fmla="*/ 1609820 h 1825743"/>
              <a:gd name="connsiteX12" fmla="*/ 2290420 w 6851038"/>
              <a:gd name="connsiteY12" fmla="*/ 1507552 h 1825743"/>
              <a:gd name="connsiteX13" fmla="*/ 2533833 w 6851038"/>
              <a:gd name="connsiteY13" fmla="*/ 1330255 h 1825743"/>
              <a:gd name="connsiteX14" fmla="*/ 3388660 w 6851038"/>
              <a:gd name="connsiteY14" fmla="*/ 736610 h 1825743"/>
              <a:gd name="connsiteX15" fmla="*/ 4756784 w 6851038"/>
              <a:gd name="connsiteY15" fmla="*/ 909322 h 1825743"/>
              <a:gd name="connsiteX16" fmla="*/ 5256317 w 6851038"/>
              <a:gd name="connsiteY16" fmla="*/ 274322 h 1825743"/>
              <a:gd name="connsiteX17" fmla="*/ 5821468 w 6851038"/>
              <a:gd name="connsiteY17" fmla="*/ 172768 h 1825743"/>
              <a:gd name="connsiteX18" fmla="*/ 6251151 w 6851038"/>
              <a:gd name="connsiteY18" fmla="*/ 428302 h 1825743"/>
              <a:gd name="connsiteX19" fmla="*/ 6412373 w 6851038"/>
              <a:gd name="connsiteY19" fmla="*/ 623187 h 1825743"/>
              <a:gd name="connsiteX20" fmla="*/ 6564773 w 6851038"/>
              <a:gd name="connsiteY20" fmla="*/ 703089 h 1825743"/>
              <a:gd name="connsiteX21" fmla="*/ 6679073 w 6851038"/>
              <a:gd name="connsiteY21" fmla="*/ 674034 h 1825743"/>
              <a:gd name="connsiteX22" fmla="*/ 6708351 w 6851038"/>
              <a:gd name="connsiteY22" fmla="*/ 529995 h 1825743"/>
              <a:gd name="connsiteX23" fmla="*/ 6679074 w 6851038"/>
              <a:gd name="connsiteY23" fmla="*/ 390745 h 1825743"/>
              <a:gd name="connsiteX24" fmla="*/ 6609225 w 6851038"/>
              <a:gd name="connsiteY24" fmla="*/ 303578 h 1825743"/>
              <a:gd name="connsiteX25" fmla="*/ 6564775 w 6851038"/>
              <a:gd name="connsiteY25" fmla="*/ 194620 h 1825743"/>
              <a:gd name="connsiteX26" fmla="*/ 6545725 w 6851038"/>
              <a:gd name="connsiteY26" fmla="*/ 27550 h 1825743"/>
              <a:gd name="connsiteX27" fmla="*/ 6691774 w 6851038"/>
              <a:gd name="connsiteY27" fmla="*/ 13025 h 1825743"/>
              <a:gd name="connsiteX28" fmla="*/ 6843817 w 6851038"/>
              <a:gd name="connsiteY28" fmla="*/ 26287 h 1825743"/>
              <a:gd name="connsiteX29" fmla="*/ 6825125 w 6851038"/>
              <a:gd name="connsiteY29" fmla="*/ 252730 h 1825743"/>
              <a:gd name="connsiteX30" fmla="*/ 6780675 w 6851038"/>
              <a:gd name="connsiteY30" fmla="*/ 405271 h 1825743"/>
              <a:gd name="connsiteX31" fmla="*/ 6767974 w 6851038"/>
              <a:gd name="connsiteY31" fmla="*/ 659506 h 1825743"/>
              <a:gd name="connsiteX32" fmla="*/ 6691774 w 6851038"/>
              <a:gd name="connsiteY32" fmla="*/ 775729 h 1825743"/>
              <a:gd name="connsiteX33" fmla="*/ 6581351 w 6851038"/>
              <a:gd name="connsiteY33" fmla="*/ 797321 h 1825743"/>
              <a:gd name="connsiteX34" fmla="*/ 6367566 w 6851038"/>
              <a:gd name="connsiteY34" fmla="*/ 712560 h 1825743"/>
              <a:gd name="connsiteX35" fmla="*/ 6101224 w 6851038"/>
              <a:gd name="connsiteY35" fmla="*/ 398005 h 1825743"/>
              <a:gd name="connsiteX36" fmla="*/ 5863801 w 6851038"/>
              <a:gd name="connsiteY36" fmla="*/ 276774 h 1825743"/>
              <a:gd name="connsiteX37" fmla="*/ 5539951 w 6851038"/>
              <a:gd name="connsiteY37" fmla="*/ 257389 h 1825743"/>
              <a:gd name="connsiteX38" fmla="*/ 5357917 w 6851038"/>
              <a:gd name="connsiteY38" fmla="*/ 333589 h 1825743"/>
              <a:gd name="connsiteX39" fmla="*/ 5239384 w 6851038"/>
              <a:gd name="connsiteY39" fmla="*/ 452121 h 1825743"/>
              <a:gd name="connsiteX40" fmla="*/ 5027717 w 6851038"/>
              <a:gd name="connsiteY40" fmla="*/ 833121 h 1825743"/>
              <a:gd name="connsiteX41" fmla="*/ 4849917 w 6851038"/>
              <a:gd name="connsiteY41" fmla="*/ 985522 h 1825743"/>
              <a:gd name="connsiteX42" fmla="*/ 4437725 w 6851038"/>
              <a:gd name="connsiteY42" fmla="*/ 1018010 h 1825743"/>
              <a:gd name="connsiteX43" fmla="*/ 3778428 w 6851038"/>
              <a:gd name="connsiteY43" fmla="*/ 839283 h 1825743"/>
              <a:gd name="connsiteX44" fmla="*/ 3364217 w 6851038"/>
              <a:gd name="connsiteY44" fmla="*/ 842833 h 1825743"/>
              <a:gd name="connsiteX45" fmla="*/ 2695810 w 6851038"/>
              <a:gd name="connsiteY45" fmla="*/ 1324293 h 1825743"/>
              <a:gd name="connsiteX46" fmla="*/ 2179803 w 6851038"/>
              <a:gd name="connsiteY46" fmla="*/ 1690437 h 1825743"/>
              <a:gd name="connsiteX47" fmla="*/ 2021779 w 6851038"/>
              <a:gd name="connsiteY47" fmla="*/ 1733720 h 1825743"/>
              <a:gd name="connsiteX48" fmla="*/ 1753053 w 6851038"/>
              <a:gd name="connsiteY48" fmla="*/ 1737123 h 1825743"/>
              <a:gd name="connsiteX49" fmla="*/ 1558709 w 6851038"/>
              <a:gd name="connsiteY49" fmla="*/ 1691025 h 1825743"/>
              <a:gd name="connsiteX50" fmla="*/ 1400995 w 6851038"/>
              <a:gd name="connsiteY50" fmla="*/ 1710434 h 1825743"/>
              <a:gd name="connsiteX51" fmla="*/ 1169844 w 6851038"/>
              <a:gd name="connsiteY51" fmla="*/ 1765618 h 1825743"/>
              <a:gd name="connsiteX52" fmla="*/ 897453 w 6851038"/>
              <a:gd name="connsiteY52" fmla="*/ 1825743 h 1825743"/>
              <a:gd name="connsiteX53" fmla="*/ 695962 w 6851038"/>
              <a:gd name="connsiteY53" fmla="*/ 1763545 h 1825743"/>
              <a:gd name="connsiteX54" fmla="*/ 481933 w 6851038"/>
              <a:gd name="connsiteY54" fmla="*/ 1652861 h 1825743"/>
              <a:gd name="connsiteX55" fmla="*/ 250734 w 6851038"/>
              <a:gd name="connsiteY55" fmla="*/ 1549022 h 1825743"/>
              <a:gd name="connsiteX56" fmla="*/ 25806 w 6851038"/>
              <a:gd name="connsiteY56" fmla="*/ 1362030 h 1825743"/>
              <a:gd name="connsiteX0" fmla="*/ 25806 w 6851038"/>
              <a:gd name="connsiteY0" fmla="*/ 1362030 h 1825743"/>
              <a:gd name="connsiteX1" fmla="*/ 15257 w 6851038"/>
              <a:gd name="connsiteY1" fmla="*/ 970226 h 1825743"/>
              <a:gd name="connsiteX2" fmla="*/ 118651 w 6851038"/>
              <a:gd name="connsiteY2" fmla="*/ 960965 h 1825743"/>
              <a:gd name="connsiteX3" fmla="*/ 110836 w 6851038"/>
              <a:gd name="connsiteY3" fmla="*/ 1225226 h 1825743"/>
              <a:gd name="connsiteX4" fmla="*/ 297220 w 6851038"/>
              <a:gd name="connsiteY4" fmla="*/ 1465619 h 1825743"/>
              <a:gd name="connsiteX5" fmla="*/ 609170 w 6851038"/>
              <a:gd name="connsiteY5" fmla="*/ 1626794 h 1825743"/>
              <a:gd name="connsiteX6" fmla="*/ 898906 w 6851038"/>
              <a:gd name="connsiteY6" fmla="*/ 1730823 h 1825743"/>
              <a:gd name="connsiteX7" fmla="*/ 1346366 w 6851038"/>
              <a:gd name="connsiteY7" fmla="*/ 1612187 h 1825743"/>
              <a:gd name="connsiteX8" fmla="*/ 1546103 w 6851038"/>
              <a:gd name="connsiteY8" fmla="*/ 1574412 h 1825743"/>
              <a:gd name="connsiteX9" fmla="*/ 1739656 w 6851038"/>
              <a:gd name="connsiteY9" fmla="*/ 1639182 h 1825743"/>
              <a:gd name="connsiteX10" fmla="*/ 1910796 w 6851038"/>
              <a:gd name="connsiteY10" fmla="*/ 1649229 h 1825743"/>
              <a:gd name="connsiteX11" fmla="*/ 2107530 w 6851038"/>
              <a:gd name="connsiteY11" fmla="*/ 1609820 h 1825743"/>
              <a:gd name="connsiteX12" fmla="*/ 2290420 w 6851038"/>
              <a:gd name="connsiteY12" fmla="*/ 1507552 h 1825743"/>
              <a:gd name="connsiteX13" fmla="*/ 2533833 w 6851038"/>
              <a:gd name="connsiteY13" fmla="*/ 1330255 h 1825743"/>
              <a:gd name="connsiteX14" fmla="*/ 3388660 w 6851038"/>
              <a:gd name="connsiteY14" fmla="*/ 736610 h 1825743"/>
              <a:gd name="connsiteX15" fmla="*/ 4756784 w 6851038"/>
              <a:gd name="connsiteY15" fmla="*/ 909322 h 1825743"/>
              <a:gd name="connsiteX16" fmla="*/ 5256317 w 6851038"/>
              <a:gd name="connsiteY16" fmla="*/ 274322 h 1825743"/>
              <a:gd name="connsiteX17" fmla="*/ 5821468 w 6851038"/>
              <a:gd name="connsiteY17" fmla="*/ 172768 h 1825743"/>
              <a:gd name="connsiteX18" fmla="*/ 6251151 w 6851038"/>
              <a:gd name="connsiteY18" fmla="*/ 428302 h 1825743"/>
              <a:gd name="connsiteX19" fmla="*/ 6412373 w 6851038"/>
              <a:gd name="connsiteY19" fmla="*/ 623187 h 1825743"/>
              <a:gd name="connsiteX20" fmla="*/ 6564773 w 6851038"/>
              <a:gd name="connsiteY20" fmla="*/ 703089 h 1825743"/>
              <a:gd name="connsiteX21" fmla="*/ 6679073 w 6851038"/>
              <a:gd name="connsiteY21" fmla="*/ 674034 h 1825743"/>
              <a:gd name="connsiteX22" fmla="*/ 6708351 w 6851038"/>
              <a:gd name="connsiteY22" fmla="*/ 529995 h 1825743"/>
              <a:gd name="connsiteX23" fmla="*/ 6679074 w 6851038"/>
              <a:gd name="connsiteY23" fmla="*/ 390745 h 1825743"/>
              <a:gd name="connsiteX24" fmla="*/ 6609225 w 6851038"/>
              <a:gd name="connsiteY24" fmla="*/ 303578 h 1825743"/>
              <a:gd name="connsiteX25" fmla="*/ 6564775 w 6851038"/>
              <a:gd name="connsiteY25" fmla="*/ 194620 h 1825743"/>
              <a:gd name="connsiteX26" fmla="*/ 6545725 w 6851038"/>
              <a:gd name="connsiteY26" fmla="*/ 27550 h 1825743"/>
              <a:gd name="connsiteX27" fmla="*/ 6691774 w 6851038"/>
              <a:gd name="connsiteY27" fmla="*/ 13025 h 1825743"/>
              <a:gd name="connsiteX28" fmla="*/ 6843817 w 6851038"/>
              <a:gd name="connsiteY28" fmla="*/ 26287 h 1825743"/>
              <a:gd name="connsiteX29" fmla="*/ 6825125 w 6851038"/>
              <a:gd name="connsiteY29" fmla="*/ 252730 h 1825743"/>
              <a:gd name="connsiteX30" fmla="*/ 6780675 w 6851038"/>
              <a:gd name="connsiteY30" fmla="*/ 405271 h 1825743"/>
              <a:gd name="connsiteX31" fmla="*/ 6767974 w 6851038"/>
              <a:gd name="connsiteY31" fmla="*/ 659506 h 1825743"/>
              <a:gd name="connsiteX32" fmla="*/ 6691774 w 6851038"/>
              <a:gd name="connsiteY32" fmla="*/ 775729 h 1825743"/>
              <a:gd name="connsiteX33" fmla="*/ 6581351 w 6851038"/>
              <a:gd name="connsiteY33" fmla="*/ 797321 h 1825743"/>
              <a:gd name="connsiteX34" fmla="*/ 6367566 w 6851038"/>
              <a:gd name="connsiteY34" fmla="*/ 712560 h 1825743"/>
              <a:gd name="connsiteX35" fmla="*/ 6101224 w 6851038"/>
              <a:gd name="connsiteY35" fmla="*/ 398005 h 1825743"/>
              <a:gd name="connsiteX36" fmla="*/ 5863801 w 6851038"/>
              <a:gd name="connsiteY36" fmla="*/ 276774 h 1825743"/>
              <a:gd name="connsiteX37" fmla="*/ 5539951 w 6851038"/>
              <a:gd name="connsiteY37" fmla="*/ 257389 h 1825743"/>
              <a:gd name="connsiteX38" fmla="*/ 5357917 w 6851038"/>
              <a:gd name="connsiteY38" fmla="*/ 333589 h 1825743"/>
              <a:gd name="connsiteX39" fmla="*/ 5239384 w 6851038"/>
              <a:gd name="connsiteY39" fmla="*/ 452121 h 1825743"/>
              <a:gd name="connsiteX40" fmla="*/ 5027717 w 6851038"/>
              <a:gd name="connsiteY40" fmla="*/ 833121 h 1825743"/>
              <a:gd name="connsiteX41" fmla="*/ 4849917 w 6851038"/>
              <a:gd name="connsiteY41" fmla="*/ 985522 h 1825743"/>
              <a:gd name="connsiteX42" fmla="*/ 4437725 w 6851038"/>
              <a:gd name="connsiteY42" fmla="*/ 1018010 h 1825743"/>
              <a:gd name="connsiteX43" fmla="*/ 3778428 w 6851038"/>
              <a:gd name="connsiteY43" fmla="*/ 839283 h 1825743"/>
              <a:gd name="connsiteX44" fmla="*/ 3364217 w 6851038"/>
              <a:gd name="connsiteY44" fmla="*/ 842833 h 1825743"/>
              <a:gd name="connsiteX45" fmla="*/ 2695810 w 6851038"/>
              <a:gd name="connsiteY45" fmla="*/ 1324293 h 1825743"/>
              <a:gd name="connsiteX46" fmla="*/ 2179803 w 6851038"/>
              <a:gd name="connsiteY46" fmla="*/ 1690437 h 1825743"/>
              <a:gd name="connsiteX47" fmla="*/ 2021779 w 6851038"/>
              <a:gd name="connsiteY47" fmla="*/ 1733720 h 1825743"/>
              <a:gd name="connsiteX48" fmla="*/ 1753053 w 6851038"/>
              <a:gd name="connsiteY48" fmla="*/ 1737123 h 1825743"/>
              <a:gd name="connsiteX49" fmla="*/ 1558709 w 6851038"/>
              <a:gd name="connsiteY49" fmla="*/ 1691025 h 1825743"/>
              <a:gd name="connsiteX50" fmla="*/ 1400995 w 6851038"/>
              <a:gd name="connsiteY50" fmla="*/ 1710434 h 1825743"/>
              <a:gd name="connsiteX51" fmla="*/ 1169844 w 6851038"/>
              <a:gd name="connsiteY51" fmla="*/ 1765618 h 1825743"/>
              <a:gd name="connsiteX52" fmla="*/ 897453 w 6851038"/>
              <a:gd name="connsiteY52" fmla="*/ 1825743 h 1825743"/>
              <a:gd name="connsiteX53" fmla="*/ 695962 w 6851038"/>
              <a:gd name="connsiteY53" fmla="*/ 1763545 h 1825743"/>
              <a:gd name="connsiteX54" fmla="*/ 481933 w 6851038"/>
              <a:gd name="connsiteY54" fmla="*/ 1652861 h 1825743"/>
              <a:gd name="connsiteX55" fmla="*/ 250734 w 6851038"/>
              <a:gd name="connsiteY55" fmla="*/ 1549022 h 1825743"/>
              <a:gd name="connsiteX56" fmla="*/ 25806 w 6851038"/>
              <a:gd name="connsiteY56" fmla="*/ 1362030 h 1825743"/>
              <a:gd name="connsiteX0" fmla="*/ 25806 w 6851038"/>
              <a:gd name="connsiteY0" fmla="*/ 1362030 h 1825743"/>
              <a:gd name="connsiteX1" fmla="*/ 15257 w 6851038"/>
              <a:gd name="connsiteY1" fmla="*/ 970226 h 1825743"/>
              <a:gd name="connsiteX2" fmla="*/ 118651 w 6851038"/>
              <a:gd name="connsiteY2" fmla="*/ 960965 h 1825743"/>
              <a:gd name="connsiteX3" fmla="*/ 110836 w 6851038"/>
              <a:gd name="connsiteY3" fmla="*/ 1225226 h 1825743"/>
              <a:gd name="connsiteX4" fmla="*/ 297220 w 6851038"/>
              <a:gd name="connsiteY4" fmla="*/ 1465619 h 1825743"/>
              <a:gd name="connsiteX5" fmla="*/ 609170 w 6851038"/>
              <a:gd name="connsiteY5" fmla="*/ 1626794 h 1825743"/>
              <a:gd name="connsiteX6" fmla="*/ 898906 w 6851038"/>
              <a:gd name="connsiteY6" fmla="*/ 1730823 h 1825743"/>
              <a:gd name="connsiteX7" fmla="*/ 1346366 w 6851038"/>
              <a:gd name="connsiteY7" fmla="*/ 1612187 h 1825743"/>
              <a:gd name="connsiteX8" fmla="*/ 1546103 w 6851038"/>
              <a:gd name="connsiteY8" fmla="*/ 1574412 h 1825743"/>
              <a:gd name="connsiteX9" fmla="*/ 1739656 w 6851038"/>
              <a:gd name="connsiteY9" fmla="*/ 1639182 h 1825743"/>
              <a:gd name="connsiteX10" fmla="*/ 1910796 w 6851038"/>
              <a:gd name="connsiteY10" fmla="*/ 1649229 h 1825743"/>
              <a:gd name="connsiteX11" fmla="*/ 2107530 w 6851038"/>
              <a:gd name="connsiteY11" fmla="*/ 1609820 h 1825743"/>
              <a:gd name="connsiteX12" fmla="*/ 2290420 w 6851038"/>
              <a:gd name="connsiteY12" fmla="*/ 1507552 h 1825743"/>
              <a:gd name="connsiteX13" fmla="*/ 2533833 w 6851038"/>
              <a:gd name="connsiteY13" fmla="*/ 1330255 h 1825743"/>
              <a:gd name="connsiteX14" fmla="*/ 3388660 w 6851038"/>
              <a:gd name="connsiteY14" fmla="*/ 736610 h 1825743"/>
              <a:gd name="connsiteX15" fmla="*/ 4756784 w 6851038"/>
              <a:gd name="connsiteY15" fmla="*/ 909322 h 1825743"/>
              <a:gd name="connsiteX16" fmla="*/ 5256317 w 6851038"/>
              <a:gd name="connsiteY16" fmla="*/ 274322 h 1825743"/>
              <a:gd name="connsiteX17" fmla="*/ 5821468 w 6851038"/>
              <a:gd name="connsiteY17" fmla="*/ 172768 h 1825743"/>
              <a:gd name="connsiteX18" fmla="*/ 6251151 w 6851038"/>
              <a:gd name="connsiteY18" fmla="*/ 428302 h 1825743"/>
              <a:gd name="connsiteX19" fmla="*/ 6412373 w 6851038"/>
              <a:gd name="connsiteY19" fmla="*/ 623187 h 1825743"/>
              <a:gd name="connsiteX20" fmla="*/ 6564773 w 6851038"/>
              <a:gd name="connsiteY20" fmla="*/ 703089 h 1825743"/>
              <a:gd name="connsiteX21" fmla="*/ 6679073 w 6851038"/>
              <a:gd name="connsiteY21" fmla="*/ 674034 h 1825743"/>
              <a:gd name="connsiteX22" fmla="*/ 6708351 w 6851038"/>
              <a:gd name="connsiteY22" fmla="*/ 529995 h 1825743"/>
              <a:gd name="connsiteX23" fmla="*/ 6679074 w 6851038"/>
              <a:gd name="connsiteY23" fmla="*/ 390745 h 1825743"/>
              <a:gd name="connsiteX24" fmla="*/ 6609225 w 6851038"/>
              <a:gd name="connsiteY24" fmla="*/ 303578 h 1825743"/>
              <a:gd name="connsiteX25" fmla="*/ 6564775 w 6851038"/>
              <a:gd name="connsiteY25" fmla="*/ 194620 h 1825743"/>
              <a:gd name="connsiteX26" fmla="*/ 6545725 w 6851038"/>
              <a:gd name="connsiteY26" fmla="*/ 27550 h 1825743"/>
              <a:gd name="connsiteX27" fmla="*/ 6691774 w 6851038"/>
              <a:gd name="connsiteY27" fmla="*/ 13025 h 1825743"/>
              <a:gd name="connsiteX28" fmla="*/ 6843817 w 6851038"/>
              <a:gd name="connsiteY28" fmla="*/ 26287 h 1825743"/>
              <a:gd name="connsiteX29" fmla="*/ 6825125 w 6851038"/>
              <a:gd name="connsiteY29" fmla="*/ 252730 h 1825743"/>
              <a:gd name="connsiteX30" fmla="*/ 6780675 w 6851038"/>
              <a:gd name="connsiteY30" fmla="*/ 405271 h 1825743"/>
              <a:gd name="connsiteX31" fmla="*/ 6767974 w 6851038"/>
              <a:gd name="connsiteY31" fmla="*/ 659506 h 1825743"/>
              <a:gd name="connsiteX32" fmla="*/ 6691774 w 6851038"/>
              <a:gd name="connsiteY32" fmla="*/ 775729 h 1825743"/>
              <a:gd name="connsiteX33" fmla="*/ 6581351 w 6851038"/>
              <a:gd name="connsiteY33" fmla="*/ 797321 h 1825743"/>
              <a:gd name="connsiteX34" fmla="*/ 6367566 w 6851038"/>
              <a:gd name="connsiteY34" fmla="*/ 712560 h 1825743"/>
              <a:gd name="connsiteX35" fmla="*/ 6101224 w 6851038"/>
              <a:gd name="connsiteY35" fmla="*/ 398005 h 1825743"/>
              <a:gd name="connsiteX36" fmla="*/ 5863801 w 6851038"/>
              <a:gd name="connsiteY36" fmla="*/ 276774 h 1825743"/>
              <a:gd name="connsiteX37" fmla="*/ 5539951 w 6851038"/>
              <a:gd name="connsiteY37" fmla="*/ 257389 h 1825743"/>
              <a:gd name="connsiteX38" fmla="*/ 5357917 w 6851038"/>
              <a:gd name="connsiteY38" fmla="*/ 333589 h 1825743"/>
              <a:gd name="connsiteX39" fmla="*/ 5239384 w 6851038"/>
              <a:gd name="connsiteY39" fmla="*/ 452121 h 1825743"/>
              <a:gd name="connsiteX40" fmla="*/ 5027717 w 6851038"/>
              <a:gd name="connsiteY40" fmla="*/ 833121 h 1825743"/>
              <a:gd name="connsiteX41" fmla="*/ 4849917 w 6851038"/>
              <a:gd name="connsiteY41" fmla="*/ 985522 h 1825743"/>
              <a:gd name="connsiteX42" fmla="*/ 4437725 w 6851038"/>
              <a:gd name="connsiteY42" fmla="*/ 1018010 h 1825743"/>
              <a:gd name="connsiteX43" fmla="*/ 3778428 w 6851038"/>
              <a:gd name="connsiteY43" fmla="*/ 839283 h 1825743"/>
              <a:gd name="connsiteX44" fmla="*/ 3364217 w 6851038"/>
              <a:gd name="connsiteY44" fmla="*/ 842833 h 1825743"/>
              <a:gd name="connsiteX45" fmla="*/ 2695810 w 6851038"/>
              <a:gd name="connsiteY45" fmla="*/ 1324293 h 1825743"/>
              <a:gd name="connsiteX46" fmla="*/ 2179803 w 6851038"/>
              <a:gd name="connsiteY46" fmla="*/ 1690437 h 1825743"/>
              <a:gd name="connsiteX47" fmla="*/ 2021779 w 6851038"/>
              <a:gd name="connsiteY47" fmla="*/ 1733720 h 1825743"/>
              <a:gd name="connsiteX48" fmla="*/ 1753053 w 6851038"/>
              <a:gd name="connsiteY48" fmla="*/ 1737123 h 1825743"/>
              <a:gd name="connsiteX49" fmla="*/ 1558709 w 6851038"/>
              <a:gd name="connsiteY49" fmla="*/ 1691025 h 1825743"/>
              <a:gd name="connsiteX50" fmla="*/ 1400995 w 6851038"/>
              <a:gd name="connsiteY50" fmla="*/ 1710434 h 1825743"/>
              <a:gd name="connsiteX51" fmla="*/ 1169844 w 6851038"/>
              <a:gd name="connsiteY51" fmla="*/ 1765618 h 1825743"/>
              <a:gd name="connsiteX52" fmla="*/ 897453 w 6851038"/>
              <a:gd name="connsiteY52" fmla="*/ 1825743 h 1825743"/>
              <a:gd name="connsiteX53" fmla="*/ 695962 w 6851038"/>
              <a:gd name="connsiteY53" fmla="*/ 1763545 h 1825743"/>
              <a:gd name="connsiteX54" fmla="*/ 481933 w 6851038"/>
              <a:gd name="connsiteY54" fmla="*/ 1652861 h 1825743"/>
              <a:gd name="connsiteX55" fmla="*/ 250734 w 6851038"/>
              <a:gd name="connsiteY55" fmla="*/ 1549022 h 1825743"/>
              <a:gd name="connsiteX56" fmla="*/ 25806 w 6851038"/>
              <a:gd name="connsiteY56" fmla="*/ 1362030 h 1825743"/>
              <a:gd name="connsiteX0" fmla="*/ 25806 w 6851038"/>
              <a:gd name="connsiteY0" fmla="*/ 1362030 h 1825743"/>
              <a:gd name="connsiteX1" fmla="*/ 15257 w 6851038"/>
              <a:gd name="connsiteY1" fmla="*/ 970226 h 1825743"/>
              <a:gd name="connsiteX2" fmla="*/ 118651 w 6851038"/>
              <a:gd name="connsiteY2" fmla="*/ 960965 h 1825743"/>
              <a:gd name="connsiteX3" fmla="*/ 110836 w 6851038"/>
              <a:gd name="connsiteY3" fmla="*/ 1225226 h 1825743"/>
              <a:gd name="connsiteX4" fmla="*/ 297220 w 6851038"/>
              <a:gd name="connsiteY4" fmla="*/ 1465619 h 1825743"/>
              <a:gd name="connsiteX5" fmla="*/ 609170 w 6851038"/>
              <a:gd name="connsiteY5" fmla="*/ 1626794 h 1825743"/>
              <a:gd name="connsiteX6" fmla="*/ 898906 w 6851038"/>
              <a:gd name="connsiteY6" fmla="*/ 1730823 h 1825743"/>
              <a:gd name="connsiteX7" fmla="*/ 1346366 w 6851038"/>
              <a:gd name="connsiteY7" fmla="*/ 1612187 h 1825743"/>
              <a:gd name="connsiteX8" fmla="*/ 1546103 w 6851038"/>
              <a:gd name="connsiteY8" fmla="*/ 1574412 h 1825743"/>
              <a:gd name="connsiteX9" fmla="*/ 1739656 w 6851038"/>
              <a:gd name="connsiteY9" fmla="*/ 1639182 h 1825743"/>
              <a:gd name="connsiteX10" fmla="*/ 1910796 w 6851038"/>
              <a:gd name="connsiteY10" fmla="*/ 1649229 h 1825743"/>
              <a:gd name="connsiteX11" fmla="*/ 2107530 w 6851038"/>
              <a:gd name="connsiteY11" fmla="*/ 1609820 h 1825743"/>
              <a:gd name="connsiteX12" fmla="*/ 2290420 w 6851038"/>
              <a:gd name="connsiteY12" fmla="*/ 1507552 h 1825743"/>
              <a:gd name="connsiteX13" fmla="*/ 2533833 w 6851038"/>
              <a:gd name="connsiteY13" fmla="*/ 1330255 h 1825743"/>
              <a:gd name="connsiteX14" fmla="*/ 3388660 w 6851038"/>
              <a:gd name="connsiteY14" fmla="*/ 736610 h 1825743"/>
              <a:gd name="connsiteX15" fmla="*/ 4756784 w 6851038"/>
              <a:gd name="connsiteY15" fmla="*/ 909322 h 1825743"/>
              <a:gd name="connsiteX16" fmla="*/ 5256317 w 6851038"/>
              <a:gd name="connsiteY16" fmla="*/ 274322 h 1825743"/>
              <a:gd name="connsiteX17" fmla="*/ 5821468 w 6851038"/>
              <a:gd name="connsiteY17" fmla="*/ 172768 h 1825743"/>
              <a:gd name="connsiteX18" fmla="*/ 6251151 w 6851038"/>
              <a:gd name="connsiteY18" fmla="*/ 428302 h 1825743"/>
              <a:gd name="connsiteX19" fmla="*/ 6412373 w 6851038"/>
              <a:gd name="connsiteY19" fmla="*/ 623187 h 1825743"/>
              <a:gd name="connsiteX20" fmla="*/ 6564773 w 6851038"/>
              <a:gd name="connsiteY20" fmla="*/ 703089 h 1825743"/>
              <a:gd name="connsiteX21" fmla="*/ 6679073 w 6851038"/>
              <a:gd name="connsiteY21" fmla="*/ 674034 h 1825743"/>
              <a:gd name="connsiteX22" fmla="*/ 6708351 w 6851038"/>
              <a:gd name="connsiteY22" fmla="*/ 529995 h 1825743"/>
              <a:gd name="connsiteX23" fmla="*/ 6679074 w 6851038"/>
              <a:gd name="connsiteY23" fmla="*/ 390745 h 1825743"/>
              <a:gd name="connsiteX24" fmla="*/ 6609225 w 6851038"/>
              <a:gd name="connsiteY24" fmla="*/ 303578 h 1825743"/>
              <a:gd name="connsiteX25" fmla="*/ 6564775 w 6851038"/>
              <a:gd name="connsiteY25" fmla="*/ 194620 h 1825743"/>
              <a:gd name="connsiteX26" fmla="*/ 6545725 w 6851038"/>
              <a:gd name="connsiteY26" fmla="*/ 27550 h 1825743"/>
              <a:gd name="connsiteX27" fmla="*/ 6691774 w 6851038"/>
              <a:gd name="connsiteY27" fmla="*/ 13025 h 1825743"/>
              <a:gd name="connsiteX28" fmla="*/ 6843817 w 6851038"/>
              <a:gd name="connsiteY28" fmla="*/ 26287 h 1825743"/>
              <a:gd name="connsiteX29" fmla="*/ 6825125 w 6851038"/>
              <a:gd name="connsiteY29" fmla="*/ 252730 h 1825743"/>
              <a:gd name="connsiteX30" fmla="*/ 6780675 w 6851038"/>
              <a:gd name="connsiteY30" fmla="*/ 405271 h 1825743"/>
              <a:gd name="connsiteX31" fmla="*/ 6767974 w 6851038"/>
              <a:gd name="connsiteY31" fmla="*/ 659506 h 1825743"/>
              <a:gd name="connsiteX32" fmla="*/ 6691774 w 6851038"/>
              <a:gd name="connsiteY32" fmla="*/ 775729 h 1825743"/>
              <a:gd name="connsiteX33" fmla="*/ 6581351 w 6851038"/>
              <a:gd name="connsiteY33" fmla="*/ 797321 h 1825743"/>
              <a:gd name="connsiteX34" fmla="*/ 6367566 w 6851038"/>
              <a:gd name="connsiteY34" fmla="*/ 712560 h 1825743"/>
              <a:gd name="connsiteX35" fmla="*/ 6101224 w 6851038"/>
              <a:gd name="connsiteY35" fmla="*/ 398005 h 1825743"/>
              <a:gd name="connsiteX36" fmla="*/ 5863801 w 6851038"/>
              <a:gd name="connsiteY36" fmla="*/ 276774 h 1825743"/>
              <a:gd name="connsiteX37" fmla="*/ 5539951 w 6851038"/>
              <a:gd name="connsiteY37" fmla="*/ 257389 h 1825743"/>
              <a:gd name="connsiteX38" fmla="*/ 5357917 w 6851038"/>
              <a:gd name="connsiteY38" fmla="*/ 333589 h 1825743"/>
              <a:gd name="connsiteX39" fmla="*/ 5239384 w 6851038"/>
              <a:gd name="connsiteY39" fmla="*/ 452121 h 1825743"/>
              <a:gd name="connsiteX40" fmla="*/ 5027717 w 6851038"/>
              <a:gd name="connsiteY40" fmla="*/ 833121 h 1825743"/>
              <a:gd name="connsiteX41" fmla="*/ 4849917 w 6851038"/>
              <a:gd name="connsiteY41" fmla="*/ 985522 h 1825743"/>
              <a:gd name="connsiteX42" fmla="*/ 4437725 w 6851038"/>
              <a:gd name="connsiteY42" fmla="*/ 1018010 h 1825743"/>
              <a:gd name="connsiteX43" fmla="*/ 3778428 w 6851038"/>
              <a:gd name="connsiteY43" fmla="*/ 839283 h 1825743"/>
              <a:gd name="connsiteX44" fmla="*/ 3364217 w 6851038"/>
              <a:gd name="connsiteY44" fmla="*/ 842833 h 1825743"/>
              <a:gd name="connsiteX45" fmla="*/ 2695810 w 6851038"/>
              <a:gd name="connsiteY45" fmla="*/ 1324293 h 1825743"/>
              <a:gd name="connsiteX46" fmla="*/ 2179803 w 6851038"/>
              <a:gd name="connsiteY46" fmla="*/ 1690437 h 1825743"/>
              <a:gd name="connsiteX47" fmla="*/ 2021779 w 6851038"/>
              <a:gd name="connsiteY47" fmla="*/ 1733720 h 1825743"/>
              <a:gd name="connsiteX48" fmla="*/ 1753053 w 6851038"/>
              <a:gd name="connsiteY48" fmla="*/ 1737123 h 1825743"/>
              <a:gd name="connsiteX49" fmla="*/ 1558709 w 6851038"/>
              <a:gd name="connsiteY49" fmla="*/ 1691025 h 1825743"/>
              <a:gd name="connsiteX50" fmla="*/ 1400995 w 6851038"/>
              <a:gd name="connsiteY50" fmla="*/ 1710434 h 1825743"/>
              <a:gd name="connsiteX51" fmla="*/ 1169844 w 6851038"/>
              <a:gd name="connsiteY51" fmla="*/ 1765618 h 1825743"/>
              <a:gd name="connsiteX52" fmla="*/ 897453 w 6851038"/>
              <a:gd name="connsiteY52" fmla="*/ 1825743 h 1825743"/>
              <a:gd name="connsiteX53" fmla="*/ 695962 w 6851038"/>
              <a:gd name="connsiteY53" fmla="*/ 1763545 h 1825743"/>
              <a:gd name="connsiteX54" fmla="*/ 481933 w 6851038"/>
              <a:gd name="connsiteY54" fmla="*/ 1652861 h 1825743"/>
              <a:gd name="connsiteX55" fmla="*/ 250734 w 6851038"/>
              <a:gd name="connsiteY55" fmla="*/ 1549022 h 1825743"/>
              <a:gd name="connsiteX56" fmla="*/ 25806 w 6851038"/>
              <a:gd name="connsiteY56" fmla="*/ 1362030 h 1825743"/>
              <a:gd name="connsiteX0" fmla="*/ 25806 w 6851038"/>
              <a:gd name="connsiteY0" fmla="*/ 1362030 h 1825743"/>
              <a:gd name="connsiteX1" fmla="*/ 15257 w 6851038"/>
              <a:gd name="connsiteY1" fmla="*/ 970226 h 1825743"/>
              <a:gd name="connsiteX2" fmla="*/ 118651 w 6851038"/>
              <a:gd name="connsiteY2" fmla="*/ 960965 h 1825743"/>
              <a:gd name="connsiteX3" fmla="*/ 110836 w 6851038"/>
              <a:gd name="connsiteY3" fmla="*/ 1225226 h 1825743"/>
              <a:gd name="connsiteX4" fmla="*/ 297220 w 6851038"/>
              <a:gd name="connsiteY4" fmla="*/ 1465619 h 1825743"/>
              <a:gd name="connsiteX5" fmla="*/ 609170 w 6851038"/>
              <a:gd name="connsiteY5" fmla="*/ 1626794 h 1825743"/>
              <a:gd name="connsiteX6" fmla="*/ 898906 w 6851038"/>
              <a:gd name="connsiteY6" fmla="*/ 1730823 h 1825743"/>
              <a:gd name="connsiteX7" fmla="*/ 1346366 w 6851038"/>
              <a:gd name="connsiteY7" fmla="*/ 1612187 h 1825743"/>
              <a:gd name="connsiteX8" fmla="*/ 1546103 w 6851038"/>
              <a:gd name="connsiteY8" fmla="*/ 1574412 h 1825743"/>
              <a:gd name="connsiteX9" fmla="*/ 1739656 w 6851038"/>
              <a:gd name="connsiteY9" fmla="*/ 1639182 h 1825743"/>
              <a:gd name="connsiteX10" fmla="*/ 1910796 w 6851038"/>
              <a:gd name="connsiteY10" fmla="*/ 1649229 h 1825743"/>
              <a:gd name="connsiteX11" fmla="*/ 2107530 w 6851038"/>
              <a:gd name="connsiteY11" fmla="*/ 1609820 h 1825743"/>
              <a:gd name="connsiteX12" fmla="*/ 2290420 w 6851038"/>
              <a:gd name="connsiteY12" fmla="*/ 1507552 h 1825743"/>
              <a:gd name="connsiteX13" fmla="*/ 2533833 w 6851038"/>
              <a:gd name="connsiteY13" fmla="*/ 1330255 h 1825743"/>
              <a:gd name="connsiteX14" fmla="*/ 3388660 w 6851038"/>
              <a:gd name="connsiteY14" fmla="*/ 736610 h 1825743"/>
              <a:gd name="connsiteX15" fmla="*/ 4756784 w 6851038"/>
              <a:gd name="connsiteY15" fmla="*/ 909322 h 1825743"/>
              <a:gd name="connsiteX16" fmla="*/ 5256317 w 6851038"/>
              <a:gd name="connsiteY16" fmla="*/ 274322 h 1825743"/>
              <a:gd name="connsiteX17" fmla="*/ 5821468 w 6851038"/>
              <a:gd name="connsiteY17" fmla="*/ 172768 h 1825743"/>
              <a:gd name="connsiteX18" fmla="*/ 6251151 w 6851038"/>
              <a:gd name="connsiteY18" fmla="*/ 428302 h 1825743"/>
              <a:gd name="connsiteX19" fmla="*/ 6412373 w 6851038"/>
              <a:gd name="connsiteY19" fmla="*/ 623187 h 1825743"/>
              <a:gd name="connsiteX20" fmla="*/ 6564773 w 6851038"/>
              <a:gd name="connsiteY20" fmla="*/ 703089 h 1825743"/>
              <a:gd name="connsiteX21" fmla="*/ 6679073 w 6851038"/>
              <a:gd name="connsiteY21" fmla="*/ 674034 h 1825743"/>
              <a:gd name="connsiteX22" fmla="*/ 6708351 w 6851038"/>
              <a:gd name="connsiteY22" fmla="*/ 529995 h 1825743"/>
              <a:gd name="connsiteX23" fmla="*/ 6679074 w 6851038"/>
              <a:gd name="connsiteY23" fmla="*/ 390745 h 1825743"/>
              <a:gd name="connsiteX24" fmla="*/ 6609225 w 6851038"/>
              <a:gd name="connsiteY24" fmla="*/ 303578 h 1825743"/>
              <a:gd name="connsiteX25" fmla="*/ 6564775 w 6851038"/>
              <a:gd name="connsiteY25" fmla="*/ 194620 h 1825743"/>
              <a:gd name="connsiteX26" fmla="*/ 6545725 w 6851038"/>
              <a:gd name="connsiteY26" fmla="*/ 27550 h 1825743"/>
              <a:gd name="connsiteX27" fmla="*/ 6691774 w 6851038"/>
              <a:gd name="connsiteY27" fmla="*/ 13025 h 1825743"/>
              <a:gd name="connsiteX28" fmla="*/ 6843817 w 6851038"/>
              <a:gd name="connsiteY28" fmla="*/ 26287 h 1825743"/>
              <a:gd name="connsiteX29" fmla="*/ 6825125 w 6851038"/>
              <a:gd name="connsiteY29" fmla="*/ 252730 h 1825743"/>
              <a:gd name="connsiteX30" fmla="*/ 6780675 w 6851038"/>
              <a:gd name="connsiteY30" fmla="*/ 405271 h 1825743"/>
              <a:gd name="connsiteX31" fmla="*/ 6767974 w 6851038"/>
              <a:gd name="connsiteY31" fmla="*/ 659506 h 1825743"/>
              <a:gd name="connsiteX32" fmla="*/ 6691774 w 6851038"/>
              <a:gd name="connsiteY32" fmla="*/ 775729 h 1825743"/>
              <a:gd name="connsiteX33" fmla="*/ 6581351 w 6851038"/>
              <a:gd name="connsiteY33" fmla="*/ 797321 h 1825743"/>
              <a:gd name="connsiteX34" fmla="*/ 6367566 w 6851038"/>
              <a:gd name="connsiteY34" fmla="*/ 712560 h 1825743"/>
              <a:gd name="connsiteX35" fmla="*/ 6101224 w 6851038"/>
              <a:gd name="connsiteY35" fmla="*/ 398005 h 1825743"/>
              <a:gd name="connsiteX36" fmla="*/ 5863801 w 6851038"/>
              <a:gd name="connsiteY36" fmla="*/ 276774 h 1825743"/>
              <a:gd name="connsiteX37" fmla="*/ 5539951 w 6851038"/>
              <a:gd name="connsiteY37" fmla="*/ 257389 h 1825743"/>
              <a:gd name="connsiteX38" fmla="*/ 5357917 w 6851038"/>
              <a:gd name="connsiteY38" fmla="*/ 333589 h 1825743"/>
              <a:gd name="connsiteX39" fmla="*/ 5239384 w 6851038"/>
              <a:gd name="connsiteY39" fmla="*/ 452121 h 1825743"/>
              <a:gd name="connsiteX40" fmla="*/ 5027717 w 6851038"/>
              <a:gd name="connsiteY40" fmla="*/ 833121 h 1825743"/>
              <a:gd name="connsiteX41" fmla="*/ 4849917 w 6851038"/>
              <a:gd name="connsiteY41" fmla="*/ 985522 h 1825743"/>
              <a:gd name="connsiteX42" fmla="*/ 4437725 w 6851038"/>
              <a:gd name="connsiteY42" fmla="*/ 1018010 h 1825743"/>
              <a:gd name="connsiteX43" fmla="*/ 3778428 w 6851038"/>
              <a:gd name="connsiteY43" fmla="*/ 839283 h 1825743"/>
              <a:gd name="connsiteX44" fmla="*/ 3364217 w 6851038"/>
              <a:gd name="connsiteY44" fmla="*/ 842833 h 1825743"/>
              <a:gd name="connsiteX45" fmla="*/ 2695810 w 6851038"/>
              <a:gd name="connsiteY45" fmla="*/ 1324293 h 1825743"/>
              <a:gd name="connsiteX46" fmla="*/ 2179803 w 6851038"/>
              <a:gd name="connsiteY46" fmla="*/ 1690437 h 1825743"/>
              <a:gd name="connsiteX47" fmla="*/ 2021779 w 6851038"/>
              <a:gd name="connsiteY47" fmla="*/ 1733720 h 1825743"/>
              <a:gd name="connsiteX48" fmla="*/ 1753053 w 6851038"/>
              <a:gd name="connsiteY48" fmla="*/ 1737123 h 1825743"/>
              <a:gd name="connsiteX49" fmla="*/ 1558709 w 6851038"/>
              <a:gd name="connsiteY49" fmla="*/ 1691025 h 1825743"/>
              <a:gd name="connsiteX50" fmla="*/ 1400995 w 6851038"/>
              <a:gd name="connsiteY50" fmla="*/ 1710434 h 1825743"/>
              <a:gd name="connsiteX51" fmla="*/ 1169844 w 6851038"/>
              <a:gd name="connsiteY51" fmla="*/ 1765618 h 1825743"/>
              <a:gd name="connsiteX52" fmla="*/ 909269 w 6851038"/>
              <a:gd name="connsiteY52" fmla="*/ 1825743 h 1825743"/>
              <a:gd name="connsiteX53" fmla="*/ 695962 w 6851038"/>
              <a:gd name="connsiteY53" fmla="*/ 1763545 h 1825743"/>
              <a:gd name="connsiteX54" fmla="*/ 481933 w 6851038"/>
              <a:gd name="connsiteY54" fmla="*/ 1652861 h 1825743"/>
              <a:gd name="connsiteX55" fmla="*/ 250734 w 6851038"/>
              <a:gd name="connsiteY55" fmla="*/ 1549022 h 1825743"/>
              <a:gd name="connsiteX56" fmla="*/ 25806 w 6851038"/>
              <a:gd name="connsiteY56" fmla="*/ 1362030 h 1825743"/>
              <a:gd name="connsiteX0" fmla="*/ 25806 w 6851038"/>
              <a:gd name="connsiteY0" fmla="*/ 1362030 h 1825743"/>
              <a:gd name="connsiteX1" fmla="*/ 15257 w 6851038"/>
              <a:gd name="connsiteY1" fmla="*/ 970226 h 1825743"/>
              <a:gd name="connsiteX2" fmla="*/ 118651 w 6851038"/>
              <a:gd name="connsiteY2" fmla="*/ 960965 h 1825743"/>
              <a:gd name="connsiteX3" fmla="*/ 110836 w 6851038"/>
              <a:gd name="connsiteY3" fmla="*/ 1225226 h 1825743"/>
              <a:gd name="connsiteX4" fmla="*/ 241093 w 6851038"/>
              <a:gd name="connsiteY4" fmla="*/ 1440195 h 1825743"/>
              <a:gd name="connsiteX5" fmla="*/ 609170 w 6851038"/>
              <a:gd name="connsiteY5" fmla="*/ 1626794 h 1825743"/>
              <a:gd name="connsiteX6" fmla="*/ 898906 w 6851038"/>
              <a:gd name="connsiteY6" fmla="*/ 1730823 h 1825743"/>
              <a:gd name="connsiteX7" fmla="*/ 1346366 w 6851038"/>
              <a:gd name="connsiteY7" fmla="*/ 1612187 h 1825743"/>
              <a:gd name="connsiteX8" fmla="*/ 1546103 w 6851038"/>
              <a:gd name="connsiteY8" fmla="*/ 1574412 h 1825743"/>
              <a:gd name="connsiteX9" fmla="*/ 1739656 w 6851038"/>
              <a:gd name="connsiteY9" fmla="*/ 1639182 h 1825743"/>
              <a:gd name="connsiteX10" fmla="*/ 1910796 w 6851038"/>
              <a:gd name="connsiteY10" fmla="*/ 1649229 h 1825743"/>
              <a:gd name="connsiteX11" fmla="*/ 2107530 w 6851038"/>
              <a:gd name="connsiteY11" fmla="*/ 1609820 h 1825743"/>
              <a:gd name="connsiteX12" fmla="*/ 2290420 w 6851038"/>
              <a:gd name="connsiteY12" fmla="*/ 1507552 h 1825743"/>
              <a:gd name="connsiteX13" fmla="*/ 2533833 w 6851038"/>
              <a:gd name="connsiteY13" fmla="*/ 1330255 h 1825743"/>
              <a:gd name="connsiteX14" fmla="*/ 3388660 w 6851038"/>
              <a:gd name="connsiteY14" fmla="*/ 736610 h 1825743"/>
              <a:gd name="connsiteX15" fmla="*/ 4756784 w 6851038"/>
              <a:gd name="connsiteY15" fmla="*/ 909322 h 1825743"/>
              <a:gd name="connsiteX16" fmla="*/ 5256317 w 6851038"/>
              <a:gd name="connsiteY16" fmla="*/ 274322 h 1825743"/>
              <a:gd name="connsiteX17" fmla="*/ 5821468 w 6851038"/>
              <a:gd name="connsiteY17" fmla="*/ 172768 h 1825743"/>
              <a:gd name="connsiteX18" fmla="*/ 6251151 w 6851038"/>
              <a:gd name="connsiteY18" fmla="*/ 428302 h 1825743"/>
              <a:gd name="connsiteX19" fmla="*/ 6412373 w 6851038"/>
              <a:gd name="connsiteY19" fmla="*/ 623187 h 1825743"/>
              <a:gd name="connsiteX20" fmla="*/ 6564773 w 6851038"/>
              <a:gd name="connsiteY20" fmla="*/ 703089 h 1825743"/>
              <a:gd name="connsiteX21" fmla="*/ 6679073 w 6851038"/>
              <a:gd name="connsiteY21" fmla="*/ 674034 h 1825743"/>
              <a:gd name="connsiteX22" fmla="*/ 6708351 w 6851038"/>
              <a:gd name="connsiteY22" fmla="*/ 529995 h 1825743"/>
              <a:gd name="connsiteX23" fmla="*/ 6679074 w 6851038"/>
              <a:gd name="connsiteY23" fmla="*/ 390745 h 1825743"/>
              <a:gd name="connsiteX24" fmla="*/ 6609225 w 6851038"/>
              <a:gd name="connsiteY24" fmla="*/ 303578 h 1825743"/>
              <a:gd name="connsiteX25" fmla="*/ 6564775 w 6851038"/>
              <a:gd name="connsiteY25" fmla="*/ 194620 h 1825743"/>
              <a:gd name="connsiteX26" fmla="*/ 6545725 w 6851038"/>
              <a:gd name="connsiteY26" fmla="*/ 27550 h 1825743"/>
              <a:gd name="connsiteX27" fmla="*/ 6691774 w 6851038"/>
              <a:gd name="connsiteY27" fmla="*/ 13025 h 1825743"/>
              <a:gd name="connsiteX28" fmla="*/ 6843817 w 6851038"/>
              <a:gd name="connsiteY28" fmla="*/ 26287 h 1825743"/>
              <a:gd name="connsiteX29" fmla="*/ 6825125 w 6851038"/>
              <a:gd name="connsiteY29" fmla="*/ 252730 h 1825743"/>
              <a:gd name="connsiteX30" fmla="*/ 6780675 w 6851038"/>
              <a:gd name="connsiteY30" fmla="*/ 405271 h 1825743"/>
              <a:gd name="connsiteX31" fmla="*/ 6767974 w 6851038"/>
              <a:gd name="connsiteY31" fmla="*/ 659506 h 1825743"/>
              <a:gd name="connsiteX32" fmla="*/ 6691774 w 6851038"/>
              <a:gd name="connsiteY32" fmla="*/ 775729 h 1825743"/>
              <a:gd name="connsiteX33" fmla="*/ 6581351 w 6851038"/>
              <a:gd name="connsiteY33" fmla="*/ 797321 h 1825743"/>
              <a:gd name="connsiteX34" fmla="*/ 6367566 w 6851038"/>
              <a:gd name="connsiteY34" fmla="*/ 712560 h 1825743"/>
              <a:gd name="connsiteX35" fmla="*/ 6101224 w 6851038"/>
              <a:gd name="connsiteY35" fmla="*/ 398005 h 1825743"/>
              <a:gd name="connsiteX36" fmla="*/ 5863801 w 6851038"/>
              <a:gd name="connsiteY36" fmla="*/ 276774 h 1825743"/>
              <a:gd name="connsiteX37" fmla="*/ 5539951 w 6851038"/>
              <a:gd name="connsiteY37" fmla="*/ 257389 h 1825743"/>
              <a:gd name="connsiteX38" fmla="*/ 5357917 w 6851038"/>
              <a:gd name="connsiteY38" fmla="*/ 333589 h 1825743"/>
              <a:gd name="connsiteX39" fmla="*/ 5239384 w 6851038"/>
              <a:gd name="connsiteY39" fmla="*/ 452121 h 1825743"/>
              <a:gd name="connsiteX40" fmla="*/ 5027717 w 6851038"/>
              <a:gd name="connsiteY40" fmla="*/ 833121 h 1825743"/>
              <a:gd name="connsiteX41" fmla="*/ 4849917 w 6851038"/>
              <a:gd name="connsiteY41" fmla="*/ 985522 h 1825743"/>
              <a:gd name="connsiteX42" fmla="*/ 4437725 w 6851038"/>
              <a:gd name="connsiteY42" fmla="*/ 1018010 h 1825743"/>
              <a:gd name="connsiteX43" fmla="*/ 3778428 w 6851038"/>
              <a:gd name="connsiteY43" fmla="*/ 839283 h 1825743"/>
              <a:gd name="connsiteX44" fmla="*/ 3364217 w 6851038"/>
              <a:gd name="connsiteY44" fmla="*/ 842833 h 1825743"/>
              <a:gd name="connsiteX45" fmla="*/ 2695810 w 6851038"/>
              <a:gd name="connsiteY45" fmla="*/ 1324293 h 1825743"/>
              <a:gd name="connsiteX46" fmla="*/ 2179803 w 6851038"/>
              <a:gd name="connsiteY46" fmla="*/ 1690437 h 1825743"/>
              <a:gd name="connsiteX47" fmla="*/ 2021779 w 6851038"/>
              <a:gd name="connsiteY47" fmla="*/ 1733720 h 1825743"/>
              <a:gd name="connsiteX48" fmla="*/ 1753053 w 6851038"/>
              <a:gd name="connsiteY48" fmla="*/ 1737123 h 1825743"/>
              <a:gd name="connsiteX49" fmla="*/ 1558709 w 6851038"/>
              <a:gd name="connsiteY49" fmla="*/ 1691025 h 1825743"/>
              <a:gd name="connsiteX50" fmla="*/ 1400995 w 6851038"/>
              <a:gd name="connsiteY50" fmla="*/ 1710434 h 1825743"/>
              <a:gd name="connsiteX51" fmla="*/ 1169844 w 6851038"/>
              <a:gd name="connsiteY51" fmla="*/ 1765618 h 1825743"/>
              <a:gd name="connsiteX52" fmla="*/ 909269 w 6851038"/>
              <a:gd name="connsiteY52" fmla="*/ 1825743 h 1825743"/>
              <a:gd name="connsiteX53" fmla="*/ 695962 w 6851038"/>
              <a:gd name="connsiteY53" fmla="*/ 1763545 h 1825743"/>
              <a:gd name="connsiteX54" fmla="*/ 481933 w 6851038"/>
              <a:gd name="connsiteY54" fmla="*/ 1652861 h 1825743"/>
              <a:gd name="connsiteX55" fmla="*/ 250734 w 6851038"/>
              <a:gd name="connsiteY55" fmla="*/ 1549022 h 1825743"/>
              <a:gd name="connsiteX56" fmla="*/ 25806 w 6851038"/>
              <a:gd name="connsiteY56" fmla="*/ 1362030 h 1825743"/>
              <a:gd name="connsiteX0" fmla="*/ 30007 w 6846377"/>
              <a:gd name="connsiteY0" fmla="*/ 1365662 h 1825743"/>
              <a:gd name="connsiteX1" fmla="*/ 10596 w 6846377"/>
              <a:gd name="connsiteY1" fmla="*/ 970226 h 1825743"/>
              <a:gd name="connsiteX2" fmla="*/ 113990 w 6846377"/>
              <a:gd name="connsiteY2" fmla="*/ 960965 h 1825743"/>
              <a:gd name="connsiteX3" fmla="*/ 106175 w 6846377"/>
              <a:gd name="connsiteY3" fmla="*/ 1225226 h 1825743"/>
              <a:gd name="connsiteX4" fmla="*/ 236432 w 6846377"/>
              <a:gd name="connsiteY4" fmla="*/ 1440195 h 1825743"/>
              <a:gd name="connsiteX5" fmla="*/ 604509 w 6846377"/>
              <a:gd name="connsiteY5" fmla="*/ 1626794 h 1825743"/>
              <a:gd name="connsiteX6" fmla="*/ 894245 w 6846377"/>
              <a:gd name="connsiteY6" fmla="*/ 1730823 h 1825743"/>
              <a:gd name="connsiteX7" fmla="*/ 1341705 w 6846377"/>
              <a:gd name="connsiteY7" fmla="*/ 1612187 h 1825743"/>
              <a:gd name="connsiteX8" fmla="*/ 1541442 w 6846377"/>
              <a:gd name="connsiteY8" fmla="*/ 1574412 h 1825743"/>
              <a:gd name="connsiteX9" fmla="*/ 1734995 w 6846377"/>
              <a:gd name="connsiteY9" fmla="*/ 1639182 h 1825743"/>
              <a:gd name="connsiteX10" fmla="*/ 1906135 w 6846377"/>
              <a:gd name="connsiteY10" fmla="*/ 1649229 h 1825743"/>
              <a:gd name="connsiteX11" fmla="*/ 2102869 w 6846377"/>
              <a:gd name="connsiteY11" fmla="*/ 1609820 h 1825743"/>
              <a:gd name="connsiteX12" fmla="*/ 2285759 w 6846377"/>
              <a:gd name="connsiteY12" fmla="*/ 1507552 h 1825743"/>
              <a:gd name="connsiteX13" fmla="*/ 2529172 w 6846377"/>
              <a:gd name="connsiteY13" fmla="*/ 1330255 h 1825743"/>
              <a:gd name="connsiteX14" fmla="*/ 3383999 w 6846377"/>
              <a:gd name="connsiteY14" fmla="*/ 736610 h 1825743"/>
              <a:gd name="connsiteX15" fmla="*/ 4752123 w 6846377"/>
              <a:gd name="connsiteY15" fmla="*/ 909322 h 1825743"/>
              <a:gd name="connsiteX16" fmla="*/ 5251656 w 6846377"/>
              <a:gd name="connsiteY16" fmla="*/ 274322 h 1825743"/>
              <a:gd name="connsiteX17" fmla="*/ 5816807 w 6846377"/>
              <a:gd name="connsiteY17" fmla="*/ 172768 h 1825743"/>
              <a:gd name="connsiteX18" fmla="*/ 6246490 w 6846377"/>
              <a:gd name="connsiteY18" fmla="*/ 428302 h 1825743"/>
              <a:gd name="connsiteX19" fmla="*/ 6407712 w 6846377"/>
              <a:gd name="connsiteY19" fmla="*/ 623187 h 1825743"/>
              <a:gd name="connsiteX20" fmla="*/ 6560112 w 6846377"/>
              <a:gd name="connsiteY20" fmla="*/ 703089 h 1825743"/>
              <a:gd name="connsiteX21" fmla="*/ 6674412 w 6846377"/>
              <a:gd name="connsiteY21" fmla="*/ 674034 h 1825743"/>
              <a:gd name="connsiteX22" fmla="*/ 6703690 w 6846377"/>
              <a:gd name="connsiteY22" fmla="*/ 529995 h 1825743"/>
              <a:gd name="connsiteX23" fmla="*/ 6674413 w 6846377"/>
              <a:gd name="connsiteY23" fmla="*/ 390745 h 1825743"/>
              <a:gd name="connsiteX24" fmla="*/ 6604564 w 6846377"/>
              <a:gd name="connsiteY24" fmla="*/ 303578 h 1825743"/>
              <a:gd name="connsiteX25" fmla="*/ 6560114 w 6846377"/>
              <a:gd name="connsiteY25" fmla="*/ 194620 h 1825743"/>
              <a:gd name="connsiteX26" fmla="*/ 6541064 w 6846377"/>
              <a:gd name="connsiteY26" fmla="*/ 27550 h 1825743"/>
              <a:gd name="connsiteX27" fmla="*/ 6687113 w 6846377"/>
              <a:gd name="connsiteY27" fmla="*/ 13025 h 1825743"/>
              <a:gd name="connsiteX28" fmla="*/ 6839156 w 6846377"/>
              <a:gd name="connsiteY28" fmla="*/ 26287 h 1825743"/>
              <a:gd name="connsiteX29" fmla="*/ 6820464 w 6846377"/>
              <a:gd name="connsiteY29" fmla="*/ 252730 h 1825743"/>
              <a:gd name="connsiteX30" fmla="*/ 6776014 w 6846377"/>
              <a:gd name="connsiteY30" fmla="*/ 405271 h 1825743"/>
              <a:gd name="connsiteX31" fmla="*/ 6763313 w 6846377"/>
              <a:gd name="connsiteY31" fmla="*/ 659506 h 1825743"/>
              <a:gd name="connsiteX32" fmla="*/ 6687113 w 6846377"/>
              <a:gd name="connsiteY32" fmla="*/ 775729 h 1825743"/>
              <a:gd name="connsiteX33" fmla="*/ 6576690 w 6846377"/>
              <a:gd name="connsiteY33" fmla="*/ 797321 h 1825743"/>
              <a:gd name="connsiteX34" fmla="*/ 6362905 w 6846377"/>
              <a:gd name="connsiteY34" fmla="*/ 712560 h 1825743"/>
              <a:gd name="connsiteX35" fmla="*/ 6096563 w 6846377"/>
              <a:gd name="connsiteY35" fmla="*/ 398005 h 1825743"/>
              <a:gd name="connsiteX36" fmla="*/ 5859140 w 6846377"/>
              <a:gd name="connsiteY36" fmla="*/ 276774 h 1825743"/>
              <a:gd name="connsiteX37" fmla="*/ 5535290 w 6846377"/>
              <a:gd name="connsiteY37" fmla="*/ 257389 h 1825743"/>
              <a:gd name="connsiteX38" fmla="*/ 5353256 w 6846377"/>
              <a:gd name="connsiteY38" fmla="*/ 333589 h 1825743"/>
              <a:gd name="connsiteX39" fmla="*/ 5234723 w 6846377"/>
              <a:gd name="connsiteY39" fmla="*/ 452121 h 1825743"/>
              <a:gd name="connsiteX40" fmla="*/ 5023056 w 6846377"/>
              <a:gd name="connsiteY40" fmla="*/ 833121 h 1825743"/>
              <a:gd name="connsiteX41" fmla="*/ 4845256 w 6846377"/>
              <a:gd name="connsiteY41" fmla="*/ 985522 h 1825743"/>
              <a:gd name="connsiteX42" fmla="*/ 4433064 w 6846377"/>
              <a:gd name="connsiteY42" fmla="*/ 1018010 h 1825743"/>
              <a:gd name="connsiteX43" fmla="*/ 3773767 w 6846377"/>
              <a:gd name="connsiteY43" fmla="*/ 839283 h 1825743"/>
              <a:gd name="connsiteX44" fmla="*/ 3359556 w 6846377"/>
              <a:gd name="connsiteY44" fmla="*/ 842833 h 1825743"/>
              <a:gd name="connsiteX45" fmla="*/ 2691149 w 6846377"/>
              <a:gd name="connsiteY45" fmla="*/ 1324293 h 1825743"/>
              <a:gd name="connsiteX46" fmla="*/ 2175142 w 6846377"/>
              <a:gd name="connsiteY46" fmla="*/ 1690437 h 1825743"/>
              <a:gd name="connsiteX47" fmla="*/ 2017118 w 6846377"/>
              <a:gd name="connsiteY47" fmla="*/ 1733720 h 1825743"/>
              <a:gd name="connsiteX48" fmla="*/ 1748392 w 6846377"/>
              <a:gd name="connsiteY48" fmla="*/ 1737123 h 1825743"/>
              <a:gd name="connsiteX49" fmla="*/ 1554048 w 6846377"/>
              <a:gd name="connsiteY49" fmla="*/ 1691025 h 1825743"/>
              <a:gd name="connsiteX50" fmla="*/ 1396334 w 6846377"/>
              <a:gd name="connsiteY50" fmla="*/ 1710434 h 1825743"/>
              <a:gd name="connsiteX51" fmla="*/ 1165183 w 6846377"/>
              <a:gd name="connsiteY51" fmla="*/ 1765618 h 1825743"/>
              <a:gd name="connsiteX52" fmla="*/ 904608 w 6846377"/>
              <a:gd name="connsiteY52" fmla="*/ 1825743 h 1825743"/>
              <a:gd name="connsiteX53" fmla="*/ 691301 w 6846377"/>
              <a:gd name="connsiteY53" fmla="*/ 1763545 h 1825743"/>
              <a:gd name="connsiteX54" fmla="*/ 477272 w 6846377"/>
              <a:gd name="connsiteY54" fmla="*/ 1652861 h 1825743"/>
              <a:gd name="connsiteX55" fmla="*/ 246073 w 6846377"/>
              <a:gd name="connsiteY55" fmla="*/ 1549022 h 1825743"/>
              <a:gd name="connsiteX56" fmla="*/ 30007 w 6846377"/>
              <a:gd name="connsiteY56" fmla="*/ 1365662 h 1825743"/>
              <a:gd name="connsiteX0" fmla="*/ 23431 w 6839801"/>
              <a:gd name="connsiteY0" fmla="*/ 1365662 h 1825743"/>
              <a:gd name="connsiteX1" fmla="*/ 21332 w 6839801"/>
              <a:gd name="connsiteY1" fmla="*/ 1142521 h 1825743"/>
              <a:gd name="connsiteX2" fmla="*/ 4020 w 6839801"/>
              <a:gd name="connsiteY2" fmla="*/ 970226 h 1825743"/>
              <a:gd name="connsiteX3" fmla="*/ 107414 w 6839801"/>
              <a:gd name="connsiteY3" fmla="*/ 960965 h 1825743"/>
              <a:gd name="connsiteX4" fmla="*/ 99599 w 6839801"/>
              <a:gd name="connsiteY4" fmla="*/ 1225226 h 1825743"/>
              <a:gd name="connsiteX5" fmla="*/ 229856 w 6839801"/>
              <a:gd name="connsiteY5" fmla="*/ 1440195 h 1825743"/>
              <a:gd name="connsiteX6" fmla="*/ 597933 w 6839801"/>
              <a:gd name="connsiteY6" fmla="*/ 1626794 h 1825743"/>
              <a:gd name="connsiteX7" fmla="*/ 887669 w 6839801"/>
              <a:gd name="connsiteY7" fmla="*/ 1730823 h 1825743"/>
              <a:gd name="connsiteX8" fmla="*/ 1335129 w 6839801"/>
              <a:gd name="connsiteY8" fmla="*/ 1612187 h 1825743"/>
              <a:gd name="connsiteX9" fmla="*/ 1534866 w 6839801"/>
              <a:gd name="connsiteY9" fmla="*/ 1574412 h 1825743"/>
              <a:gd name="connsiteX10" fmla="*/ 1728419 w 6839801"/>
              <a:gd name="connsiteY10" fmla="*/ 1639182 h 1825743"/>
              <a:gd name="connsiteX11" fmla="*/ 1899559 w 6839801"/>
              <a:gd name="connsiteY11" fmla="*/ 1649229 h 1825743"/>
              <a:gd name="connsiteX12" fmla="*/ 2096293 w 6839801"/>
              <a:gd name="connsiteY12" fmla="*/ 1609820 h 1825743"/>
              <a:gd name="connsiteX13" fmla="*/ 2279183 w 6839801"/>
              <a:gd name="connsiteY13" fmla="*/ 1507552 h 1825743"/>
              <a:gd name="connsiteX14" fmla="*/ 2522596 w 6839801"/>
              <a:gd name="connsiteY14" fmla="*/ 1330255 h 1825743"/>
              <a:gd name="connsiteX15" fmla="*/ 3377423 w 6839801"/>
              <a:gd name="connsiteY15" fmla="*/ 736610 h 1825743"/>
              <a:gd name="connsiteX16" fmla="*/ 4745547 w 6839801"/>
              <a:gd name="connsiteY16" fmla="*/ 909322 h 1825743"/>
              <a:gd name="connsiteX17" fmla="*/ 5245080 w 6839801"/>
              <a:gd name="connsiteY17" fmla="*/ 274322 h 1825743"/>
              <a:gd name="connsiteX18" fmla="*/ 5810231 w 6839801"/>
              <a:gd name="connsiteY18" fmla="*/ 172768 h 1825743"/>
              <a:gd name="connsiteX19" fmla="*/ 6239914 w 6839801"/>
              <a:gd name="connsiteY19" fmla="*/ 428302 h 1825743"/>
              <a:gd name="connsiteX20" fmla="*/ 6401136 w 6839801"/>
              <a:gd name="connsiteY20" fmla="*/ 623187 h 1825743"/>
              <a:gd name="connsiteX21" fmla="*/ 6553536 w 6839801"/>
              <a:gd name="connsiteY21" fmla="*/ 703089 h 1825743"/>
              <a:gd name="connsiteX22" fmla="*/ 6667836 w 6839801"/>
              <a:gd name="connsiteY22" fmla="*/ 674034 h 1825743"/>
              <a:gd name="connsiteX23" fmla="*/ 6697114 w 6839801"/>
              <a:gd name="connsiteY23" fmla="*/ 529995 h 1825743"/>
              <a:gd name="connsiteX24" fmla="*/ 6667837 w 6839801"/>
              <a:gd name="connsiteY24" fmla="*/ 390745 h 1825743"/>
              <a:gd name="connsiteX25" fmla="*/ 6597988 w 6839801"/>
              <a:gd name="connsiteY25" fmla="*/ 303578 h 1825743"/>
              <a:gd name="connsiteX26" fmla="*/ 6553538 w 6839801"/>
              <a:gd name="connsiteY26" fmla="*/ 194620 h 1825743"/>
              <a:gd name="connsiteX27" fmla="*/ 6534488 w 6839801"/>
              <a:gd name="connsiteY27" fmla="*/ 27550 h 1825743"/>
              <a:gd name="connsiteX28" fmla="*/ 6680537 w 6839801"/>
              <a:gd name="connsiteY28" fmla="*/ 13025 h 1825743"/>
              <a:gd name="connsiteX29" fmla="*/ 6832580 w 6839801"/>
              <a:gd name="connsiteY29" fmla="*/ 26287 h 1825743"/>
              <a:gd name="connsiteX30" fmla="*/ 6813888 w 6839801"/>
              <a:gd name="connsiteY30" fmla="*/ 252730 h 1825743"/>
              <a:gd name="connsiteX31" fmla="*/ 6769438 w 6839801"/>
              <a:gd name="connsiteY31" fmla="*/ 405271 h 1825743"/>
              <a:gd name="connsiteX32" fmla="*/ 6756737 w 6839801"/>
              <a:gd name="connsiteY32" fmla="*/ 659506 h 1825743"/>
              <a:gd name="connsiteX33" fmla="*/ 6680537 w 6839801"/>
              <a:gd name="connsiteY33" fmla="*/ 775729 h 1825743"/>
              <a:gd name="connsiteX34" fmla="*/ 6570114 w 6839801"/>
              <a:gd name="connsiteY34" fmla="*/ 797321 h 1825743"/>
              <a:gd name="connsiteX35" fmla="*/ 6356329 w 6839801"/>
              <a:gd name="connsiteY35" fmla="*/ 712560 h 1825743"/>
              <a:gd name="connsiteX36" fmla="*/ 6089987 w 6839801"/>
              <a:gd name="connsiteY36" fmla="*/ 398005 h 1825743"/>
              <a:gd name="connsiteX37" fmla="*/ 5852564 w 6839801"/>
              <a:gd name="connsiteY37" fmla="*/ 276774 h 1825743"/>
              <a:gd name="connsiteX38" fmla="*/ 5528714 w 6839801"/>
              <a:gd name="connsiteY38" fmla="*/ 257389 h 1825743"/>
              <a:gd name="connsiteX39" fmla="*/ 5346680 w 6839801"/>
              <a:gd name="connsiteY39" fmla="*/ 333589 h 1825743"/>
              <a:gd name="connsiteX40" fmla="*/ 5228147 w 6839801"/>
              <a:gd name="connsiteY40" fmla="*/ 452121 h 1825743"/>
              <a:gd name="connsiteX41" fmla="*/ 5016480 w 6839801"/>
              <a:gd name="connsiteY41" fmla="*/ 833121 h 1825743"/>
              <a:gd name="connsiteX42" fmla="*/ 4838680 w 6839801"/>
              <a:gd name="connsiteY42" fmla="*/ 985522 h 1825743"/>
              <a:gd name="connsiteX43" fmla="*/ 4426488 w 6839801"/>
              <a:gd name="connsiteY43" fmla="*/ 1018010 h 1825743"/>
              <a:gd name="connsiteX44" fmla="*/ 3767191 w 6839801"/>
              <a:gd name="connsiteY44" fmla="*/ 839283 h 1825743"/>
              <a:gd name="connsiteX45" fmla="*/ 3352980 w 6839801"/>
              <a:gd name="connsiteY45" fmla="*/ 842833 h 1825743"/>
              <a:gd name="connsiteX46" fmla="*/ 2684573 w 6839801"/>
              <a:gd name="connsiteY46" fmla="*/ 1324293 h 1825743"/>
              <a:gd name="connsiteX47" fmla="*/ 2168566 w 6839801"/>
              <a:gd name="connsiteY47" fmla="*/ 1690437 h 1825743"/>
              <a:gd name="connsiteX48" fmla="*/ 2010542 w 6839801"/>
              <a:gd name="connsiteY48" fmla="*/ 1733720 h 1825743"/>
              <a:gd name="connsiteX49" fmla="*/ 1741816 w 6839801"/>
              <a:gd name="connsiteY49" fmla="*/ 1737123 h 1825743"/>
              <a:gd name="connsiteX50" fmla="*/ 1547472 w 6839801"/>
              <a:gd name="connsiteY50" fmla="*/ 1691025 h 1825743"/>
              <a:gd name="connsiteX51" fmla="*/ 1389758 w 6839801"/>
              <a:gd name="connsiteY51" fmla="*/ 1710434 h 1825743"/>
              <a:gd name="connsiteX52" fmla="*/ 1158607 w 6839801"/>
              <a:gd name="connsiteY52" fmla="*/ 1765618 h 1825743"/>
              <a:gd name="connsiteX53" fmla="*/ 898032 w 6839801"/>
              <a:gd name="connsiteY53" fmla="*/ 1825743 h 1825743"/>
              <a:gd name="connsiteX54" fmla="*/ 684725 w 6839801"/>
              <a:gd name="connsiteY54" fmla="*/ 1763545 h 1825743"/>
              <a:gd name="connsiteX55" fmla="*/ 470696 w 6839801"/>
              <a:gd name="connsiteY55" fmla="*/ 1652861 h 1825743"/>
              <a:gd name="connsiteX56" fmla="*/ 239497 w 6839801"/>
              <a:gd name="connsiteY56" fmla="*/ 1549022 h 1825743"/>
              <a:gd name="connsiteX57" fmla="*/ 23431 w 6839801"/>
              <a:gd name="connsiteY57" fmla="*/ 1365662 h 1825743"/>
              <a:gd name="connsiteX0" fmla="*/ 24071 w 6840441"/>
              <a:gd name="connsiteY0" fmla="*/ 1365662 h 1825743"/>
              <a:gd name="connsiteX1" fmla="*/ 21972 w 6840441"/>
              <a:gd name="connsiteY1" fmla="*/ 1142521 h 1825743"/>
              <a:gd name="connsiteX2" fmla="*/ 4660 w 6840441"/>
              <a:gd name="connsiteY2" fmla="*/ 970226 h 1825743"/>
              <a:gd name="connsiteX3" fmla="*/ 108054 w 6840441"/>
              <a:gd name="connsiteY3" fmla="*/ 960965 h 1825743"/>
              <a:gd name="connsiteX4" fmla="*/ 100239 w 6840441"/>
              <a:gd name="connsiteY4" fmla="*/ 1225226 h 1825743"/>
              <a:gd name="connsiteX5" fmla="*/ 230496 w 6840441"/>
              <a:gd name="connsiteY5" fmla="*/ 1440195 h 1825743"/>
              <a:gd name="connsiteX6" fmla="*/ 598573 w 6840441"/>
              <a:gd name="connsiteY6" fmla="*/ 1626794 h 1825743"/>
              <a:gd name="connsiteX7" fmla="*/ 888309 w 6840441"/>
              <a:gd name="connsiteY7" fmla="*/ 1730823 h 1825743"/>
              <a:gd name="connsiteX8" fmla="*/ 1335769 w 6840441"/>
              <a:gd name="connsiteY8" fmla="*/ 1612187 h 1825743"/>
              <a:gd name="connsiteX9" fmla="*/ 1535506 w 6840441"/>
              <a:gd name="connsiteY9" fmla="*/ 1574412 h 1825743"/>
              <a:gd name="connsiteX10" fmla="*/ 1729059 w 6840441"/>
              <a:gd name="connsiteY10" fmla="*/ 1639182 h 1825743"/>
              <a:gd name="connsiteX11" fmla="*/ 1900199 w 6840441"/>
              <a:gd name="connsiteY11" fmla="*/ 1649229 h 1825743"/>
              <a:gd name="connsiteX12" fmla="*/ 2096933 w 6840441"/>
              <a:gd name="connsiteY12" fmla="*/ 1609820 h 1825743"/>
              <a:gd name="connsiteX13" fmla="*/ 2279823 w 6840441"/>
              <a:gd name="connsiteY13" fmla="*/ 1507552 h 1825743"/>
              <a:gd name="connsiteX14" fmla="*/ 2523236 w 6840441"/>
              <a:gd name="connsiteY14" fmla="*/ 1330255 h 1825743"/>
              <a:gd name="connsiteX15" fmla="*/ 3378063 w 6840441"/>
              <a:gd name="connsiteY15" fmla="*/ 736610 h 1825743"/>
              <a:gd name="connsiteX16" fmla="*/ 4746187 w 6840441"/>
              <a:gd name="connsiteY16" fmla="*/ 909322 h 1825743"/>
              <a:gd name="connsiteX17" fmla="*/ 5245720 w 6840441"/>
              <a:gd name="connsiteY17" fmla="*/ 274322 h 1825743"/>
              <a:gd name="connsiteX18" fmla="*/ 5810871 w 6840441"/>
              <a:gd name="connsiteY18" fmla="*/ 172768 h 1825743"/>
              <a:gd name="connsiteX19" fmla="*/ 6240554 w 6840441"/>
              <a:gd name="connsiteY19" fmla="*/ 428302 h 1825743"/>
              <a:gd name="connsiteX20" fmla="*/ 6401776 w 6840441"/>
              <a:gd name="connsiteY20" fmla="*/ 623187 h 1825743"/>
              <a:gd name="connsiteX21" fmla="*/ 6554176 w 6840441"/>
              <a:gd name="connsiteY21" fmla="*/ 703089 h 1825743"/>
              <a:gd name="connsiteX22" fmla="*/ 6668476 w 6840441"/>
              <a:gd name="connsiteY22" fmla="*/ 674034 h 1825743"/>
              <a:gd name="connsiteX23" fmla="*/ 6697754 w 6840441"/>
              <a:gd name="connsiteY23" fmla="*/ 529995 h 1825743"/>
              <a:gd name="connsiteX24" fmla="*/ 6668477 w 6840441"/>
              <a:gd name="connsiteY24" fmla="*/ 390745 h 1825743"/>
              <a:gd name="connsiteX25" fmla="*/ 6598628 w 6840441"/>
              <a:gd name="connsiteY25" fmla="*/ 303578 h 1825743"/>
              <a:gd name="connsiteX26" fmla="*/ 6554178 w 6840441"/>
              <a:gd name="connsiteY26" fmla="*/ 194620 h 1825743"/>
              <a:gd name="connsiteX27" fmla="*/ 6535128 w 6840441"/>
              <a:gd name="connsiteY27" fmla="*/ 27550 h 1825743"/>
              <a:gd name="connsiteX28" fmla="*/ 6681177 w 6840441"/>
              <a:gd name="connsiteY28" fmla="*/ 13025 h 1825743"/>
              <a:gd name="connsiteX29" fmla="*/ 6833220 w 6840441"/>
              <a:gd name="connsiteY29" fmla="*/ 26287 h 1825743"/>
              <a:gd name="connsiteX30" fmla="*/ 6814528 w 6840441"/>
              <a:gd name="connsiteY30" fmla="*/ 252730 h 1825743"/>
              <a:gd name="connsiteX31" fmla="*/ 6770078 w 6840441"/>
              <a:gd name="connsiteY31" fmla="*/ 405271 h 1825743"/>
              <a:gd name="connsiteX32" fmla="*/ 6757377 w 6840441"/>
              <a:gd name="connsiteY32" fmla="*/ 659506 h 1825743"/>
              <a:gd name="connsiteX33" fmla="*/ 6681177 w 6840441"/>
              <a:gd name="connsiteY33" fmla="*/ 775729 h 1825743"/>
              <a:gd name="connsiteX34" fmla="*/ 6570754 w 6840441"/>
              <a:gd name="connsiteY34" fmla="*/ 797321 h 1825743"/>
              <a:gd name="connsiteX35" fmla="*/ 6356969 w 6840441"/>
              <a:gd name="connsiteY35" fmla="*/ 712560 h 1825743"/>
              <a:gd name="connsiteX36" fmla="*/ 6090627 w 6840441"/>
              <a:gd name="connsiteY36" fmla="*/ 398005 h 1825743"/>
              <a:gd name="connsiteX37" fmla="*/ 5853204 w 6840441"/>
              <a:gd name="connsiteY37" fmla="*/ 276774 h 1825743"/>
              <a:gd name="connsiteX38" fmla="*/ 5529354 w 6840441"/>
              <a:gd name="connsiteY38" fmla="*/ 257389 h 1825743"/>
              <a:gd name="connsiteX39" fmla="*/ 5347320 w 6840441"/>
              <a:gd name="connsiteY39" fmla="*/ 333589 h 1825743"/>
              <a:gd name="connsiteX40" fmla="*/ 5228787 w 6840441"/>
              <a:gd name="connsiteY40" fmla="*/ 452121 h 1825743"/>
              <a:gd name="connsiteX41" fmla="*/ 5017120 w 6840441"/>
              <a:gd name="connsiteY41" fmla="*/ 833121 h 1825743"/>
              <a:gd name="connsiteX42" fmla="*/ 4839320 w 6840441"/>
              <a:gd name="connsiteY42" fmla="*/ 985522 h 1825743"/>
              <a:gd name="connsiteX43" fmla="*/ 4427128 w 6840441"/>
              <a:gd name="connsiteY43" fmla="*/ 1018010 h 1825743"/>
              <a:gd name="connsiteX44" fmla="*/ 3767831 w 6840441"/>
              <a:gd name="connsiteY44" fmla="*/ 839283 h 1825743"/>
              <a:gd name="connsiteX45" fmla="*/ 3353620 w 6840441"/>
              <a:gd name="connsiteY45" fmla="*/ 842833 h 1825743"/>
              <a:gd name="connsiteX46" fmla="*/ 2685213 w 6840441"/>
              <a:gd name="connsiteY46" fmla="*/ 1324293 h 1825743"/>
              <a:gd name="connsiteX47" fmla="*/ 2169206 w 6840441"/>
              <a:gd name="connsiteY47" fmla="*/ 1690437 h 1825743"/>
              <a:gd name="connsiteX48" fmla="*/ 2011182 w 6840441"/>
              <a:gd name="connsiteY48" fmla="*/ 1733720 h 1825743"/>
              <a:gd name="connsiteX49" fmla="*/ 1742456 w 6840441"/>
              <a:gd name="connsiteY49" fmla="*/ 1737123 h 1825743"/>
              <a:gd name="connsiteX50" fmla="*/ 1548112 w 6840441"/>
              <a:gd name="connsiteY50" fmla="*/ 1691025 h 1825743"/>
              <a:gd name="connsiteX51" fmla="*/ 1390398 w 6840441"/>
              <a:gd name="connsiteY51" fmla="*/ 1710434 h 1825743"/>
              <a:gd name="connsiteX52" fmla="*/ 1159247 w 6840441"/>
              <a:gd name="connsiteY52" fmla="*/ 1765618 h 1825743"/>
              <a:gd name="connsiteX53" fmla="*/ 898672 w 6840441"/>
              <a:gd name="connsiteY53" fmla="*/ 1825743 h 1825743"/>
              <a:gd name="connsiteX54" fmla="*/ 685365 w 6840441"/>
              <a:gd name="connsiteY54" fmla="*/ 1763545 h 1825743"/>
              <a:gd name="connsiteX55" fmla="*/ 471336 w 6840441"/>
              <a:gd name="connsiteY55" fmla="*/ 1652861 h 1825743"/>
              <a:gd name="connsiteX56" fmla="*/ 240137 w 6840441"/>
              <a:gd name="connsiteY56" fmla="*/ 1549022 h 1825743"/>
              <a:gd name="connsiteX57" fmla="*/ 24071 w 6840441"/>
              <a:gd name="connsiteY57" fmla="*/ 1365662 h 1825743"/>
              <a:gd name="connsiteX0" fmla="*/ 24071 w 6840441"/>
              <a:gd name="connsiteY0" fmla="*/ 1365662 h 1825743"/>
              <a:gd name="connsiteX1" fmla="*/ 21972 w 6840441"/>
              <a:gd name="connsiteY1" fmla="*/ 1142521 h 1825743"/>
              <a:gd name="connsiteX2" fmla="*/ 4660 w 6840441"/>
              <a:gd name="connsiteY2" fmla="*/ 970226 h 1825743"/>
              <a:gd name="connsiteX3" fmla="*/ 108054 w 6840441"/>
              <a:gd name="connsiteY3" fmla="*/ 960965 h 1825743"/>
              <a:gd name="connsiteX4" fmla="*/ 100239 w 6840441"/>
              <a:gd name="connsiteY4" fmla="*/ 1225226 h 1825743"/>
              <a:gd name="connsiteX5" fmla="*/ 230496 w 6840441"/>
              <a:gd name="connsiteY5" fmla="*/ 1440195 h 1825743"/>
              <a:gd name="connsiteX6" fmla="*/ 598573 w 6840441"/>
              <a:gd name="connsiteY6" fmla="*/ 1626794 h 1825743"/>
              <a:gd name="connsiteX7" fmla="*/ 888309 w 6840441"/>
              <a:gd name="connsiteY7" fmla="*/ 1730823 h 1825743"/>
              <a:gd name="connsiteX8" fmla="*/ 1335769 w 6840441"/>
              <a:gd name="connsiteY8" fmla="*/ 1612187 h 1825743"/>
              <a:gd name="connsiteX9" fmla="*/ 1535506 w 6840441"/>
              <a:gd name="connsiteY9" fmla="*/ 1574412 h 1825743"/>
              <a:gd name="connsiteX10" fmla="*/ 1729059 w 6840441"/>
              <a:gd name="connsiteY10" fmla="*/ 1639182 h 1825743"/>
              <a:gd name="connsiteX11" fmla="*/ 1900199 w 6840441"/>
              <a:gd name="connsiteY11" fmla="*/ 1649229 h 1825743"/>
              <a:gd name="connsiteX12" fmla="*/ 2096933 w 6840441"/>
              <a:gd name="connsiteY12" fmla="*/ 1609820 h 1825743"/>
              <a:gd name="connsiteX13" fmla="*/ 2279823 w 6840441"/>
              <a:gd name="connsiteY13" fmla="*/ 1507552 h 1825743"/>
              <a:gd name="connsiteX14" fmla="*/ 2523236 w 6840441"/>
              <a:gd name="connsiteY14" fmla="*/ 1330255 h 1825743"/>
              <a:gd name="connsiteX15" fmla="*/ 3378063 w 6840441"/>
              <a:gd name="connsiteY15" fmla="*/ 736610 h 1825743"/>
              <a:gd name="connsiteX16" fmla="*/ 4746187 w 6840441"/>
              <a:gd name="connsiteY16" fmla="*/ 909322 h 1825743"/>
              <a:gd name="connsiteX17" fmla="*/ 5245720 w 6840441"/>
              <a:gd name="connsiteY17" fmla="*/ 274322 h 1825743"/>
              <a:gd name="connsiteX18" fmla="*/ 5810871 w 6840441"/>
              <a:gd name="connsiteY18" fmla="*/ 172768 h 1825743"/>
              <a:gd name="connsiteX19" fmla="*/ 6240554 w 6840441"/>
              <a:gd name="connsiteY19" fmla="*/ 428302 h 1825743"/>
              <a:gd name="connsiteX20" fmla="*/ 6401776 w 6840441"/>
              <a:gd name="connsiteY20" fmla="*/ 623187 h 1825743"/>
              <a:gd name="connsiteX21" fmla="*/ 6554176 w 6840441"/>
              <a:gd name="connsiteY21" fmla="*/ 703089 h 1825743"/>
              <a:gd name="connsiteX22" fmla="*/ 6668476 w 6840441"/>
              <a:gd name="connsiteY22" fmla="*/ 674034 h 1825743"/>
              <a:gd name="connsiteX23" fmla="*/ 6697754 w 6840441"/>
              <a:gd name="connsiteY23" fmla="*/ 529995 h 1825743"/>
              <a:gd name="connsiteX24" fmla="*/ 6668477 w 6840441"/>
              <a:gd name="connsiteY24" fmla="*/ 390745 h 1825743"/>
              <a:gd name="connsiteX25" fmla="*/ 6598628 w 6840441"/>
              <a:gd name="connsiteY25" fmla="*/ 303578 h 1825743"/>
              <a:gd name="connsiteX26" fmla="*/ 6554178 w 6840441"/>
              <a:gd name="connsiteY26" fmla="*/ 194620 h 1825743"/>
              <a:gd name="connsiteX27" fmla="*/ 6535128 w 6840441"/>
              <a:gd name="connsiteY27" fmla="*/ 27550 h 1825743"/>
              <a:gd name="connsiteX28" fmla="*/ 6681177 w 6840441"/>
              <a:gd name="connsiteY28" fmla="*/ 13025 h 1825743"/>
              <a:gd name="connsiteX29" fmla="*/ 6833220 w 6840441"/>
              <a:gd name="connsiteY29" fmla="*/ 26287 h 1825743"/>
              <a:gd name="connsiteX30" fmla="*/ 6814528 w 6840441"/>
              <a:gd name="connsiteY30" fmla="*/ 252730 h 1825743"/>
              <a:gd name="connsiteX31" fmla="*/ 6770078 w 6840441"/>
              <a:gd name="connsiteY31" fmla="*/ 405271 h 1825743"/>
              <a:gd name="connsiteX32" fmla="*/ 6757377 w 6840441"/>
              <a:gd name="connsiteY32" fmla="*/ 659506 h 1825743"/>
              <a:gd name="connsiteX33" fmla="*/ 6681177 w 6840441"/>
              <a:gd name="connsiteY33" fmla="*/ 775729 h 1825743"/>
              <a:gd name="connsiteX34" fmla="*/ 6570754 w 6840441"/>
              <a:gd name="connsiteY34" fmla="*/ 797321 h 1825743"/>
              <a:gd name="connsiteX35" fmla="*/ 6356969 w 6840441"/>
              <a:gd name="connsiteY35" fmla="*/ 712560 h 1825743"/>
              <a:gd name="connsiteX36" fmla="*/ 6090627 w 6840441"/>
              <a:gd name="connsiteY36" fmla="*/ 398005 h 1825743"/>
              <a:gd name="connsiteX37" fmla="*/ 5853204 w 6840441"/>
              <a:gd name="connsiteY37" fmla="*/ 276774 h 1825743"/>
              <a:gd name="connsiteX38" fmla="*/ 5529354 w 6840441"/>
              <a:gd name="connsiteY38" fmla="*/ 257389 h 1825743"/>
              <a:gd name="connsiteX39" fmla="*/ 5347320 w 6840441"/>
              <a:gd name="connsiteY39" fmla="*/ 333589 h 1825743"/>
              <a:gd name="connsiteX40" fmla="*/ 5228787 w 6840441"/>
              <a:gd name="connsiteY40" fmla="*/ 452121 h 1825743"/>
              <a:gd name="connsiteX41" fmla="*/ 5017120 w 6840441"/>
              <a:gd name="connsiteY41" fmla="*/ 833121 h 1825743"/>
              <a:gd name="connsiteX42" fmla="*/ 4839320 w 6840441"/>
              <a:gd name="connsiteY42" fmla="*/ 985522 h 1825743"/>
              <a:gd name="connsiteX43" fmla="*/ 4427128 w 6840441"/>
              <a:gd name="connsiteY43" fmla="*/ 1018010 h 1825743"/>
              <a:gd name="connsiteX44" fmla="*/ 3767831 w 6840441"/>
              <a:gd name="connsiteY44" fmla="*/ 839283 h 1825743"/>
              <a:gd name="connsiteX45" fmla="*/ 3353620 w 6840441"/>
              <a:gd name="connsiteY45" fmla="*/ 842833 h 1825743"/>
              <a:gd name="connsiteX46" fmla="*/ 2685213 w 6840441"/>
              <a:gd name="connsiteY46" fmla="*/ 1324293 h 1825743"/>
              <a:gd name="connsiteX47" fmla="*/ 2169206 w 6840441"/>
              <a:gd name="connsiteY47" fmla="*/ 1690437 h 1825743"/>
              <a:gd name="connsiteX48" fmla="*/ 2011182 w 6840441"/>
              <a:gd name="connsiteY48" fmla="*/ 1733720 h 1825743"/>
              <a:gd name="connsiteX49" fmla="*/ 1742456 w 6840441"/>
              <a:gd name="connsiteY49" fmla="*/ 1737123 h 1825743"/>
              <a:gd name="connsiteX50" fmla="*/ 1548112 w 6840441"/>
              <a:gd name="connsiteY50" fmla="*/ 1691025 h 1825743"/>
              <a:gd name="connsiteX51" fmla="*/ 1390398 w 6840441"/>
              <a:gd name="connsiteY51" fmla="*/ 1710434 h 1825743"/>
              <a:gd name="connsiteX52" fmla="*/ 1159247 w 6840441"/>
              <a:gd name="connsiteY52" fmla="*/ 1765618 h 1825743"/>
              <a:gd name="connsiteX53" fmla="*/ 898672 w 6840441"/>
              <a:gd name="connsiteY53" fmla="*/ 1825743 h 1825743"/>
              <a:gd name="connsiteX54" fmla="*/ 685365 w 6840441"/>
              <a:gd name="connsiteY54" fmla="*/ 1763545 h 1825743"/>
              <a:gd name="connsiteX55" fmla="*/ 471336 w 6840441"/>
              <a:gd name="connsiteY55" fmla="*/ 1652861 h 1825743"/>
              <a:gd name="connsiteX56" fmla="*/ 240137 w 6840441"/>
              <a:gd name="connsiteY56" fmla="*/ 1549022 h 1825743"/>
              <a:gd name="connsiteX57" fmla="*/ 24071 w 6840441"/>
              <a:gd name="connsiteY57" fmla="*/ 1365662 h 1825743"/>
              <a:gd name="connsiteX0" fmla="*/ 38841 w 6840441"/>
              <a:gd name="connsiteY0" fmla="*/ 1369294 h 1825743"/>
              <a:gd name="connsiteX1" fmla="*/ 21972 w 6840441"/>
              <a:gd name="connsiteY1" fmla="*/ 1142521 h 1825743"/>
              <a:gd name="connsiteX2" fmla="*/ 4660 w 6840441"/>
              <a:gd name="connsiteY2" fmla="*/ 970226 h 1825743"/>
              <a:gd name="connsiteX3" fmla="*/ 108054 w 6840441"/>
              <a:gd name="connsiteY3" fmla="*/ 960965 h 1825743"/>
              <a:gd name="connsiteX4" fmla="*/ 100239 w 6840441"/>
              <a:gd name="connsiteY4" fmla="*/ 1225226 h 1825743"/>
              <a:gd name="connsiteX5" fmla="*/ 230496 w 6840441"/>
              <a:gd name="connsiteY5" fmla="*/ 1440195 h 1825743"/>
              <a:gd name="connsiteX6" fmla="*/ 598573 w 6840441"/>
              <a:gd name="connsiteY6" fmla="*/ 1626794 h 1825743"/>
              <a:gd name="connsiteX7" fmla="*/ 888309 w 6840441"/>
              <a:gd name="connsiteY7" fmla="*/ 1730823 h 1825743"/>
              <a:gd name="connsiteX8" fmla="*/ 1335769 w 6840441"/>
              <a:gd name="connsiteY8" fmla="*/ 1612187 h 1825743"/>
              <a:gd name="connsiteX9" fmla="*/ 1535506 w 6840441"/>
              <a:gd name="connsiteY9" fmla="*/ 1574412 h 1825743"/>
              <a:gd name="connsiteX10" fmla="*/ 1729059 w 6840441"/>
              <a:gd name="connsiteY10" fmla="*/ 1639182 h 1825743"/>
              <a:gd name="connsiteX11" fmla="*/ 1900199 w 6840441"/>
              <a:gd name="connsiteY11" fmla="*/ 1649229 h 1825743"/>
              <a:gd name="connsiteX12" fmla="*/ 2096933 w 6840441"/>
              <a:gd name="connsiteY12" fmla="*/ 1609820 h 1825743"/>
              <a:gd name="connsiteX13" fmla="*/ 2279823 w 6840441"/>
              <a:gd name="connsiteY13" fmla="*/ 1507552 h 1825743"/>
              <a:gd name="connsiteX14" fmla="*/ 2523236 w 6840441"/>
              <a:gd name="connsiteY14" fmla="*/ 1330255 h 1825743"/>
              <a:gd name="connsiteX15" fmla="*/ 3378063 w 6840441"/>
              <a:gd name="connsiteY15" fmla="*/ 736610 h 1825743"/>
              <a:gd name="connsiteX16" fmla="*/ 4746187 w 6840441"/>
              <a:gd name="connsiteY16" fmla="*/ 909322 h 1825743"/>
              <a:gd name="connsiteX17" fmla="*/ 5245720 w 6840441"/>
              <a:gd name="connsiteY17" fmla="*/ 274322 h 1825743"/>
              <a:gd name="connsiteX18" fmla="*/ 5810871 w 6840441"/>
              <a:gd name="connsiteY18" fmla="*/ 172768 h 1825743"/>
              <a:gd name="connsiteX19" fmla="*/ 6240554 w 6840441"/>
              <a:gd name="connsiteY19" fmla="*/ 428302 h 1825743"/>
              <a:gd name="connsiteX20" fmla="*/ 6401776 w 6840441"/>
              <a:gd name="connsiteY20" fmla="*/ 623187 h 1825743"/>
              <a:gd name="connsiteX21" fmla="*/ 6554176 w 6840441"/>
              <a:gd name="connsiteY21" fmla="*/ 703089 h 1825743"/>
              <a:gd name="connsiteX22" fmla="*/ 6668476 w 6840441"/>
              <a:gd name="connsiteY22" fmla="*/ 674034 h 1825743"/>
              <a:gd name="connsiteX23" fmla="*/ 6697754 w 6840441"/>
              <a:gd name="connsiteY23" fmla="*/ 529995 h 1825743"/>
              <a:gd name="connsiteX24" fmla="*/ 6668477 w 6840441"/>
              <a:gd name="connsiteY24" fmla="*/ 390745 h 1825743"/>
              <a:gd name="connsiteX25" fmla="*/ 6598628 w 6840441"/>
              <a:gd name="connsiteY25" fmla="*/ 303578 h 1825743"/>
              <a:gd name="connsiteX26" fmla="*/ 6554178 w 6840441"/>
              <a:gd name="connsiteY26" fmla="*/ 194620 h 1825743"/>
              <a:gd name="connsiteX27" fmla="*/ 6535128 w 6840441"/>
              <a:gd name="connsiteY27" fmla="*/ 27550 h 1825743"/>
              <a:gd name="connsiteX28" fmla="*/ 6681177 w 6840441"/>
              <a:gd name="connsiteY28" fmla="*/ 13025 h 1825743"/>
              <a:gd name="connsiteX29" fmla="*/ 6833220 w 6840441"/>
              <a:gd name="connsiteY29" fmla="*/ 26287 h 1825743"/>
              <a:gd name="connsiteX30" fmla="*/ 6814528 w 6840441"/>
              <a:gd name="connsiteY30" fmla="*/ 252730 h 1825743"/>
              <a:gd name="connsiteX31" fmla="*/ 6770078 w 6840441"/>
              <a:gd name="connsiteY31" fmla="*/ 405271 h 1825743"/>
              <a:gd name="connsiteX32" fmla="*/ 6757377 w 6840441"/>
              <a:gd name="connsiteY32" fmla="*/ 659506 h 1825743"/>
              <a:gd name="connsiteX33" fmla="*/ 6681177 w 6840441"/>
              <a:gd name="connsiteY33" fmla="*/ 775729 h 1825743"/>
              <a:gd name="connsiteX34" fmla="*/ 6570754 w 6840441"/>
              <a:gd name="connsiteY34" fmla="*/ 797321 h 1825743"/>
              <a:gd name="connsiteX35" fmla="*/ 6356969 w 6840441"/>
              <a:gd name="connsiteY35" fmla="*/ 712560 h 1825743"/>
              <a:gd name="connsiteX36" fmla="*/ 6090627 w 6840441"/>
              <a:gd name="connsiteY36" fmla="*/ 398005 h 1825743"/>
              <a:gd name="connsiteX37" fmla="*/ 5853204 w 6840441"/>
              <a:gd name="connsiteY37" fmla="*/ 276774 h 1825743"/>
              <a:gd name="connsiteX38" fmla="*/ 5529354 w 6840441"/>
              <a:gd name="connsiteY38" fmla="*/ 257389 h 1825743"/>
              <a:gd name="connsiteX39" fmla="*/ 5347320 w 6840441"/>
              <a:gd name="connsiteY39" fmla="*/ 333589 h 1825743"/>
              <a:gd name="connsiteX40" fmla="*/ 5228787 w 6840441"/>
              <a:gd name="connsiteY40" fmla="*/ 452121 h 1825743"/>
              <a:gd name="connsiteX41" fmla="*/ 5017120 w 6840441"/>
              <a:gd name="connsiteY41" fmla="*/ 833121 h 1825743"/>
              <a:gd name="connsiteX42" fmla="*/ 4839320 w 6840441"/>
              <a:gd name="connsiteY42" fmla="*/ 985522 h 1825743"/>
              <a:gd name="connsiteX43" fmla="*/ 4427128 w 6840441"/>
              <a:gd name="connsiteY43" fmla="*/ 1018010 h 1825743"/>
              <a:gd name="connsiteX44" fmla="*/ 3767831 w 6840441"/>
              <a:gd name="connsiteY44" fmla="*/ 839283 h 1825743"/>
              <a:gd name="connsiteX45" fmla="*/ 3353620 w 6840441"/>
              <a:gd name="connsiteY45" fmla="*/ 842833 h 1825743"/>
              <a:gd name="connsiteX46" fmla="*/ 2685213 w 6840441"/>
              <a:gd name="connsiteY46" fmla="*/ 1324293 h 1825743"/>
              <a:gd name="connsiteX47" fmla="*/ 2169206 w 6840441"/>
              <a:gd name="connsiteY47" fmla="*/ 1690437 h 1825743"/>
              <a:gd name="connsiteX48" fmla="*/ 2011182 w 6840441"/>
              <a:gd name="connsiteY48" fmla="*/ 1733720 h 1825743"/>
              <a:gd name="connsiteX49" fmla="*/ 1742456 w 6840441"/>
              <a:gd name="connsiteY49" fmla="*/ 1737123 h 1825743"/>
              <a:gd name="connsiteX50" fmla="*/ 1548112 w 6840441"/>
              <a:gd name="connsiteY50" fmla="*/ 1691025 h 1825743"/>
              <a:gd name="connsiteX51" fmla="*/ 1390398 w 6840441"/>
              <a:gd name="connsiteY51" fmla="*/ 1710434 h 1825743"/>
              <a:gd name="connsiteX52" fmla="*/ 1159247 w 6840441"/>
              <a:gd name="connsiteY52" fmla="*/ 1765618 h 1825743"/>
              <a:gd name="connsiteX53" fmla="*/ 898672 w 6840441"/>
              <a:gd name="connsiteY53" fmla="*/ 1825743 h 1825743"/>
              <a:gd name="connsiteX54" fmla="*/ 685365 w 6840441"/>
              <a:gd name="connsiteY54" fmla="*/ 1763545 h 1825743"/>
              <a:gd name="connsiteX55" fmla="*/ 471336 w 6840441"/>
              <a:gd name="connsiteY55" fmla="*/ 1652861 h 1825743"/>
              <a:gd name="connsiteX56" fmla="*/ 240137 w 6840441"/>
              <a:gd name="connsiteY56" fmla="*/ 1549022 h 1825743"/>
              <a:gd name="connsiteX57" fmla="*/ 38841 w 6840441"/>
              <a:gd name="connsiteY57" fmla="*/ 1369294 h 1825743"/>
              <a:gd name="connsiteX0" fmla="*/ 38841 w 6840441"/>
              <a:gd name="connsiteY0" fmla="*/ 1369294 h 1825743"/>
              <a:gd name="connsiteX1" fmla="*/ 21972 w 6840441"/>
              <a:gd name="connsiteY1" fmla="*/ 1142521 h 1825743"/>
              <a:gd name="connsiteX2" fmla="*/ 4660 w 6840441"/>
              <a:gd name="connsiteY2" fmla="*/ 970226 h 1825743"/>
              <a:gd name="connsiteX3" fmla="*/ 108054 w 6840441"/>
              <a:gd name="connsiteY3" fmla="*/ 960965 h 1825743"/>
              <a:gd name="connsiteX4" fmla="*/ 103193 w 6840441"/>
              <a:gd name="connsiteY4" fmla="*/ 1116269 h 1825743"/>
              <a:gd name="connsiteX5" fmla="*/ 230496 w 6840441"/>
              <a:gd name="connsiteY5" fmla="*/ 1440195 h 1825743"/>
              <a:gd name="connsiteX6" fmla="*/ 598573 w 6840441"/>
              <a:gd name="connsiteY6" fmla="*/ 1626794 h 1825743"/>
              <a:gd name="connsiteX7" fmla="*/ 888309 w 6840441"/>
              <a:gd name="connsiteY7" fmla="*/ 1730823 h 1825743"/>
              <a:gd name="connsiteX8" fmla="*/ 1335769 w 6840441"/>
              <a:gd name="connsiteY8" fmla="*/ 1612187 h 1825743"/>
              <a:gd name="connsiteX9" fmla="*/ 1535506 w 6840441"/>
              <a:gd name="connsiteY9" fmla="*/ 1574412 h 1825743"/>
              <a:gd name="connsiteX10" fmla="*/ 1729059 w 6840441"/>
              <a:gd name="connsiteY10" fmla="*/ 1639182 h 1825743"/>
              <a:gd name="connsiteX11" fmla="*/ 1900199 w 6840441"/>
              <a:gd name="connsiteY11" fmla="*/ 1649229 h 1825743"/>
              <a:gd name="connsiteX12" fmla="*/ 2096933 w 6840441"/>
              <a:gd name="connsiteY12" fmla="*/ 1609820 h 1825743"/>
              <a:gd name="connsiteX13" fmla="*/ 2279823 w 6840441"/>
              <a:gd name="connsiteY13" fmla="*/ 1507552 h 1825743"/>
              <a:gd name="connsiteX14" fmla="*/ 2523236 w 6840441"/>
              <a:gd name="connsiteY14" fmla="*/ 1330255 h 1825743"/>
              <a:gd name="connsiteX15" fmla="*/ 3378063 w 6840441"/>
              <a:gd name="connsiteY15" fmla="*/ 736610 h 1825743"/>
              <a:gd name="connsiteX16" fmla="*/ 4746187 w 6840441"/>
              <a:gd name="connsiteY16" fmla="*/ 909322 h 1825743"/>
              <a:gd name="connsiteX17" fmla="*/ 5245720 w 6840441"/>
              <a:gd name="connsiteY17" fmla="*/ 274322 h 1825743"/>
              <a:gd name="connsiteX18" fmla="*/ 5810871 w 6840441"/>
              <a:gd name="connsiteY18" fmla="*/ 172768 h 1825743"/>
              <a:gd name="connsiteX19" fmla="*/ 6240554 w 6840441"/>
              <a:gd name="connsiteY19" fmla="*/ 428302 h 1825743"/>
              <a:gd name="connsiteX20" fmla="*/ 6401776 w 6840441"/>
              <a:gd name="connsiteY20" fmla="*/ 623187 h 1825743"/>
              <a:gd name="connsiteX21" fmla="*/ 6554176 w 6840441"/>
              <a:gd name="connsiteY21" fmla="*/ 703089 h 1825743"/>
              <a:gd name="connsiteX22" fmla="*/ 6668476 w 6840441"/>
              <a:gd name="connsiteY22" fmla="*/ 674034 h 1825743"/>
              <a:gd name="connsiteX23" fmla="*/ 6697754 w 6840441"/>
              <a:gd name="connsiteY23" fmla="*/ 529995 h 1825743"/>
              <a:gd name="connsiteX24" fmla="*/ 6668477 w 6840441"/>
              <a:gd name="connsiteY24" fmla="*/ 390745 h 1825743"/>
              <a:gd name="connsiteX25" fmla="*/ 6598628 w 6840441"/>
              <a:gd name="connsiteY25" fmla="*/ 303578 h 1825743"/>
              <a:gd name="connsiteX26" fmla="*/ 6554178 w 6840441"/>
              <a:gd name="connsiteY26" fmla="*/ 194620 h 1825743"/>
              <a:gd name="connsiteX27" fmla="*/ 6535128 w 6840441"/>
              <a:gd name="connsiteY27" fmla="*/ 27550 h 1825743"/>
              <a:gd name="connsiteX28" fmla="*/ 6681177 w 6840441"/>
              <a:gd name="connsiteY28" fmla="*/ 13025 h 1825743"/>
              <a:gd name="connsiteX29" fmla="*/ 6833220 w 6840441"/>
              <a:gd name="connsiteY29" fmla="*/ 26287 h 1825743"/>
              <a:gd name="connsiteX30" fmla="*/ 6814528 w 6840441"/>
              <a:gd name="connsiteY30" fmla="*/ 252730 h 1825743"/>
              <a:gd name="connsiteX31" fmla="*/ 6770078 w 6840441"/>
              <a:gd name="connsiteY31" fmla="*/ 405271 h 1825743"/>
              <a:gd name="connsiteX32" fmla="*/ 6757377 w 6840441"/>
              <a:gd name="connsiteY32" fmla="*/ 659506 h 1825743"/>
              <a:gd name="connsiteX33" fmla="*/ 6681177 w 6840441"/>
              <a:gd name="connsiteY33" fmla="*/ 775729 h 1825743"/>
              <a:gd name="connsiteX34" fmla="*/ 6570754 w 6840441"/>
              <a:gd name="connsiteY34" fmla="*/ 797321 h 1825743"/>
              <a:gd name="connsiteX35" fmla="*/ 6356969 w 6840441"/>
              <a:gd name="connsiteY35" fmla="*/ 712560 h 1825743"/>
              <a:gd name="connsiteX36" fmla="*/ 6090627 w 6840441"/>
              <a:gd name="connsiteY36" fmla="*/ 398005 h 1825743"/>
              <a:gd name="connsiteX37" fmla="*/ 5853204 w 6840441"/>
              <a:gd name="connsiteY37" fmla="*/ 276774 h 1825743"/>
              <a:gd name="connsiteX38" fmla="*/ 5529354 w 6840441"/>
              <a:gd name="connsiteY38" fmla="*/ 257389 h 1825743"/>
              <a:gd name="connsiteX39" fmla="*/ 5347320 w 6840441"/>
              <a:gd name="connsiteY39" fmla="*/ 333589 h 1825743"/>
              <a:gd name="connsiteX40" fmla="*/ 5228787 w 6840441"/>
              <a:gd name="connsiteY40" fmla="*/ 452121 h 1825743"/>
              <a:gd name="connsiteX41" fmla="*/ 5017120 w 6840441"/>
              <a:gd name="connsiteY41" fmla="*/ 833121 h 1825743"/>
              <a:gd name="connsiteX42" fmla="*/ 4839320 w 6840441"/>
              <a:gd name="connsiteY42" fmla="*/ 985522 h 1825743"/>
              <a:gd name="connsiteX43" fmla="*/ 4427128 w 6840441"/>
              <a:gd name="connsiteY43" fmla="*/ 1018010 h 1825743"/>
              <a:gd name="connsiteX44" fmla="*/ 3767831 w 6840441"/>
              <a:gd name="connsiteY44" fmla="*/ 839283 h 1825743"/>
              <a:gd name="connsiteX45" fmla="*/ 3353620 w 6840441"/>
              <a:gd name="connsiteY45" fmla="*/ 842833 h 1825743"/>
              <a:gd name="connsiteX46" fmla="*/ 2685213 w 6840441"/>
              <a:gd name="connsiteY46" fmla="*/ 1324293 h 1825743"/>
              <a:gd name="connsiteX47" fmla="*/ 2169206 w 6840441"/>
              <a:gd name="connsiteY47" fmla="*/ 1690437 h 1825743"/>
              <a:gd name="connsiteX48" fmla="*/ 2011182 w 6840441"/>
              <a:gd name="connsiteY48" fmla="*/ 1733720 h 1825743"/>
              <a:gd name="connsiteX49" fmla="*/ 1742456 w 6840441"/>
              <a:gd name="connsiteY49" fmla="*/ 1737123 h 1825743"/>
              <a:gd name="connsiteX50" fmla="*/ 1548112 w 6840441"/>
              <a:gd name="connsiteY50" fmla="*/ 1691025 h 1825743"/>
              <a:gd name="connsiteX51" fmla="*/ 1390398 w 6840441"/>
              <a:gd name="connsiteY51" fmla="*/ 1710434 h 1825743"/>
              <a:gd name="connsiteX52" fmla="*/ 1159247 w 6840441"/>
              <a:gd name="connsiteY52" fmla="*/ 1765618 h 1825743"/>
              <a:gd name="connsiteX53" fmla="*/ 898672 w 6840441"/>
              <a:gd name="connsiteY53" fmla="*/ 1825743 h 1825743"/>
              <a:gd name="connsiteX54" fmla="*/ 685365 w 6840441"/>
              <a:gd name="connsiteY54" fmla="*/ 1763545 h 1825743"/>
              <a:gd name="connsiteX55" fmla="*/ 471336 w 6840441"/>
              <a:gd name="connsiteY55" fmla="*/ 1652861 h 1825743"/>
              <a:gd name="connsiteX56" fmla="*/ 240137 w 6840441"/>
              <a:gd name="connsiteY56" fmla="*/ 1549022 h 1825743"/>
              <a:gd name="connsiteX57" fmla="*/ 38841 w 6840441"/>
              <a:gd name="connsiteY57" fmla="*/ 1369294 h 1825743"/>
              <a:gd name="connsiteX0" fmla="*/ 38841 w 6840441"/>
              <a:gd name="connsiteY0" fmla="*/ 1369294 h 1825743"/>
              <a:gd name="connsiteX1" fmla="*/ 21972 w 6840441"/>
              <a:gd name="connsiteY1" fmla="*/ 1142521 h 1825743"/>
              <a:gd name="connsiteX2" fmla="*/ 4660 w 6840441"/>
              <a:gd name="connsiteY2" fmla="*/ 970226 h 1825743"/>
              <a:gd name="connsiteX3" fmla="*/ 108054 w 6840441"/>
              <a:gd name="connsiteY3" fmla="*/ 960965 h 1825743"/>
              <a:gd name="connsiteX4" fmla="*/ 103193 w 6840441"/>
              <a:gd name="connsiteY4" fmla="*/ 1116269 h 1825743"/>
              <a:gd name="connsiteX5" fmla="*/ 230496 w 6840441"/>
              <a:gd name="connsiteY5" fmla="*/ 1440195 h 1825743"/>
              <a:gd name="connsiteX6" fmla="*/ 598573 w 6840441"/>
              <a:gd name="connsiteY6" fmla="*/ 1626794 h 1825743"/>
              <a:gd name="connsiteX7" fmla="*/ 888309 w 6840441"/>
              <a:gd name="connsiteY7" fmla="*/ 1730823 h 1825743"/>
              <a:gd name="connsiteX8" fmla="*/ 1335769 w 6840441"/>
              <a:gd name="connsiteY8" fmla="*/ 1612187 h 1825743"/>
              <a:gd name="connsiteX9" fmla="*/ 1535506 w 6840441"/>
              <a:gd name="connsiteY9" fmla="*/ 1574412 h 1825743"/>
              <a:gd name="connsiteX10" fmla="*/ 1729059 w 6840441"/>
              <a:gd name="connsiteY10" fmla="*/ 1639182 h 1825743"/>
              <a:gd name="connsiteX11" fmla="*/ 1900199 w 6840441"/>
              <a:gd name="connsiteY11" fmla="*/ 1649229 h 1825743"/>
              <a:gd name="connsiteX12" fmla="*/ 2096933 w 6840441"/>
              <a:gd name="connsiteY12" fmla="*/ 1609820 h 1825743"/>
              <a:gd name="connsiteX13" fmla="*/ 2279823 w 6840441"/>
              <a:gd name="connsiteY13" fmla="*/ 1507552 h 1825743"/>
              <a:gd name="connsiteX14" fmla="*/ 2523236 w 6840441"/>
              <a:gd name="connsiteY14" fmla="*/ 1330255 h 1825743"/>
              <a:gd name="connsiteX15" fmla="*/ 3378063 w 6840441"/>
              <a:gd name="connsiteY15" fmla="*/ 736610 h 1825743"/>
              <a:gd name="connsiteX16" fmla="*/ 4746187 w 6840441"/>
              <a:gd name="connsiteY16" fmla="*/ 909322 h 1825743"/>
              <a:gd name="connsiteX17" fmla="*/ 5245720 w 6840441"/>
              <a:gd name="connsiteY17" fmla="*/ 274322 h 1825743"/>
              <a:gd name="connsiteX18" fmla="*/ 5810871 w 6840441"/>
              <a:gd name="connsiteY18" fmla="*/ 172768 h 1825743"/>
              <a:gd name="connsiteX19" fmla="*/ 6240554 w 6840441"/>
              <a:gd name="connsiteY19" fmla="*/ 428302 h 1825743"/>
              <a:gd name="connsiteX20" fmla="*/ 6401776 w 6840441"/>
              <a:gd name="connsiteY20" fmla="*/ 623187 h 1825743"/>
              <a:gd name="connsiteX21" fmla="*/ 6554176 w 6840441"/>
              <a:gd name="connsiteY21" fmla="*/ 703089 h 1825743"/>
              <a:gd name="connsiteX22" fmla="*/ 6668476 w 6840441"/>
              <a:gd name="connsiteY22" fmla="*/ 674034 h 1825743"/>
              <a:gd name="connsiteX23" fmla="*/ 6697754 w 6840441"/>
              <a:gd name="connsiteY23" fmla="*/ 529995 h 1825743"/>
              <a:gd name="connsiteX24" fmla="*/ 6668477 w 6840441"/>
              <a:gd name="connsiteY24" fmla="*/ 390745 h 1825743"/>
              <a:gd name="connsiteX25" fmla="*/ 6598628 w 6840441"/>
              <a:gd name="connsiteY25" fmla="*/ 303578 h 1825743"/>
              <a:gd name="connsiteX26" fmla="*/ 6554178 w 6840441"/>
              <a:gd name="connsiteY26" fmla="*/ 194620 h 1825743"/>
              <a:gd name="connsiteX27" fmla="*/ 6535128 w 6840441"/>
              <a:gd name="connsiteY27" fmla="*/ 27550 h 1825743"/>
              <a:gd name="connsiteX28" fmla="*/ 6681177 w 6840441"/>
              <a:gd name="connsiteY28" fmla="*/ 13025 h 1825743"/>
              <a:gd name="connsiteX29" fmla="*/ 6833220 w 6840441"/>
              <a:gd name="connsiteY29" fmla="*/ 26287 h 1825743"/>
              <a:gd name="connsiteX30" fmla="*/ 6814528 w 6840441"/>
              <a:gd name="connsiteY30" fmla="*/ 252730 h 1825743"/>
              <a:gd name="connsiteX31" fmla="*/ 6770078 w 6840441"/>
              <a:gd name="connsiteY31" fmla="*/ 405271 h 1825743"/>
              <a:gd name="connsiteX32" fmla="*/ 6757377 w 6840441"/>
              <a:gd name="connsiteY32" fmla="*/ 659506 h 1825743"/>
              <a:gd name="connsiteX33" fmla="*/ 6681177 w 6840441"/>
              <a:gd name="connsiteY33" fmla="*/ 775729 h 1825743"/>
              <a:gd name="connsiteX34" fmla="*/ 6570754 w 6840441"/>
              <a:gd name="connsiteY34" fmla="*/ 797321 h 1825743"/>
              <a:gd name="connsiteX35" fmla="*/ 6356969 w 6840441"/>
              <a:gd name="connsiteY35" fmla="*/ 712560 h 1825743"/>
              <a:gd name="connsiteX36" fmla="*/ 6090627 w 6840441"/>
              <a:gd name="connsiteY36" fmla="*/ 398005 h 1825743"/>
              <a:gd name="connsiteX37" fmla="*/ 5853204 w 6840441"/>
              <a:gd name="connsiteY37" fmla="*/ 276774 h 1825743"/>
              <a:gd name="connsiteX38" fmla="*/ 5529354 w 6840441"/>
              <a:gd name="connsiteY38" fmla="*/ 257389 h 1825743"/>
              <a:gd name="connsiteX39" fmla="*/ 5347320 w 6840441"/>
              <a:gd name="connsiteY39" fmla="*/ 333589 h 1825743"/>
              <a:gd name="connsiteX40" fmla="*/ 5228787 w 6840441"/>
              <a:gd name="connsiteY40" fmla="*/ 452121 h 1825743"/>
              <a:gd name="connsiteX41" fmla="*/ 5017120 w 6840441"/>
              <a:gd name="connsiteY41" fmla="*/ 833121 h 1825743"/>
              <a:gd name="connsiteX42" fmla="*/ 4839320 w 6840441"/>
              <a:gd name="connsiteY42" fmla="*/ 985522 h 1825743"/>
              <a:gd name="connsiteX43" fmla="*/ 4427128 w 6840441"/>
              <a:gd name="connsiteY43" fmla="*/ 1018010 h 1825743"/>
              <a:gd name="connsiteX44" fmla="*/ 3767831 w 6840441"/>
              <a:gd name="connsiteY44" fmla="*/ 839283 h 1825743"/>
              <a:gd name="connsiteX45" fmla="*/ 3353620 w 6840441"/>
              <a:gd name="connsiteY45" fmla="*/ 842833 h 1825743"/>
              <a:gd name="connsiteX46" fmla="*/ 2685213 w 6840441"/>
              <a:gd name="connsiteY46" fmla="*/ 1324293 h 1825743"/>
              <a:gd name="connsiteX47" fmla="*/ 2169206 w 6840441"/>
              <a:gd name="connsiteY47" fmla="*/ 1690437 h 1825743"/>
              <a:gd name="connsiteX48" fmla="*/ 2011182 w 6840441"/>
              <a:gd name="connsiteY48" fmla="*/ 1733720 h 1825743"/>
              <a:gd name="connsiteX49" fmla="*/ 1742456 w 6840441"/>
              <a:gd name="connsiteY49" fmla="*/ 1737123 h 1825743"/>
              <a:gd name="connsiteX50" fmla="*/ 1548112 w 6840441"/>
              <a:gd name="connsiteY50" fmla="*/ 1691025 h 1825743"/>
              <a:gd name="connsiteX51" fmla="*/ 1390398 w 6840441"/>
              <a:gd name="connsiteY51" fmla="*/ 1710434 h 1825743"/>
              <a:gd name="connsiteX52" fmla="*/ 1159247 w 6840441"/>
              <a:gd name="connsiteY52" fmla="*/ 1765618 h 1825743"/>
              <a:gd name="connsiteX53" fmla="*/ 898672 w 6840441"/>
              <a:gd name="connsiteY53" fmla="*/ 1825743 h 1825743"/>
              <a:gd name="connsiteX54" fmla="*/ 685365 w 6840441"/>
              <a:gd name="connsiteY54" fmla="*/ 1763545 h 1825743"/>
              <a:gd name="connsiteX55" fmla="*/ 471336 w 6840441"/>
              <a:gd name="connsiteY55" fmla="*/ 1652861 h 1825743"/>
              <a:gd name="connsiteX56" fmla="*/ 240137 w 6840441"/>
              <a:gd name="connsiteY56" fmla="*/ 1549022 h 1825743"/>
              <a:gd name="connsiteX57" fmla="*/ 38841 w 6840441"/>
              <a:gd name="connsiteY57" fmla="*/ 1369294 h 1825743"/>
              <a:gd name="connsiteX0" fmla="*/ 38841 w 6840441"/>
              <a:gd name="connsiteY0" fmla="*/ 1369294 h 1825743"/>
              <a:gd name="connsiteX1" fmla="*/ 21972 w 6840441"/>
              <a:gd name="connsiteY1" fmla="*/ 1142521 h 1825743"/>
              <a:gd name="connsiteX2" fmla="*/ 4660 w 6840441"/>
              <a:gd name="connsiteY2" fmla="*/ 970226 h 1825743"/>
              <a:gd name="connsiteX3" fmla="*/ 108054 w 6840441"/>
              <a:gd name="connsiteY3" fmla="*/ 960965 h 1825743"/>
              <a:gd name="connsiteX4" fmla="*/ 103193 w 6840441"/>
              <a:gd name="connsiteY4" fmla="*/ 1116269 h 1825743"/>
              <a:gd name="connsiteX5" fmla="*/ 104686 w 6840441"/>
              <a:gd name="connsiteY5" fmla="*/ 1324117 h 1825743"/>
              <a:gd name="connsiteX6" fmla="*/ 230496 w 6840441"/>
              <a:gd name="connsiteY6" fmla="*/ 1440195 h 1825743"/>
              <a:gd name="connsiteX7" fmla="*/ 598573 w 6840441"/>
              <a:gd name="connsiteY7" fmla="*/ 1626794 h 1825743"/>
              <a:gd name="connsiteX8" fmla="*/ 888309 w 6840441"/>
              <a:gd name="connsiteY8" fmla="*/ 1730823 h 1825743"/>
              <a:gd name="connsiteX9" fmla="*/ 1335769 w 6840441"/>
              <a:gd name="connsiteY9" fmla="*/ 1612187 h 1825743"/>
              <a:gd name="connsiteX10" fmla="*/ 1535506 w 6840441"/>
              <a:gd name="connsiteY10" fmla="*/ 1574412 h 1825743"/>
              <a:gd name="connsiteX11" fmla="*/ 1729059 w 6840441"/>
              <a:gd name="connsiteY11" fmla="*/ 1639182 h 1825743"/>
              <a:gd name="connsiteX12" fmla="*/ 1900199 w 6840441"/>
              <a:gd name="connsiteY12" fmla="*/ 1649229 h 1825743"/>
              <a:gd name="connsiteX13" fmla="*/ 2096933 w 6840441"/>
              <a:gd name="connsiteY13" fmla="*/ 1609820 h 1825743"/>
              <a:gd name="connsiteX14" fmla="*/ 2279823 w 6840441"/>
              <a:gd name="connsiteY14" fmla="*/ 1507552 h 1825743"/>
              <a:gd name="connsiteX15" fmla="*/ 2523236 w 6840441"/>
              <a:gd name="connsiteY15" fmla="*/ 1330255 h 1825743"/>
              <a:gd name="connsiteX16" fmla="*/ 3378063 w 6840441"/>
              <a:gd name="connsiteY16" fmla="*/ 736610 h 1825743"/>
              <a:gd name="connsiteX17" fmla="*/ 4746187 w 6840441"/>
              <a:gd name="connsiteY17" fmla="*/ 909322 h 1825743"/>
              <a:gd name="connsiteX18" fmla="*/ 5245720 w 6840441"/>
              <a:gd name="connsiteY18" fmla="*/ 274322 h 1825743"/>
              <a:gd name="connsiteX19" fmla="*/ 5810871 w 6840441"/>
              <a:gd name="connsiteY19" fmla="*/ 172768 h 1825743"/>
              <a:gd name="connsiteX20" fmla="*/ 6240554 w 6840441"/>
              <a:gd name="connsiteY20" fmla="*/ 428302 h 1825743"/>
              <a:gd name="connsiteX21" fmla="*/ 6401776 w 6840441"/>
              <a:gd name="connsiteY21" fmla="*/ 623187 h 1825743"/>
              <a:gd name="connsiteX22" fmla="*/ 6554176 w 6840441"/>
              <a:gd name="connsiteY22" fmla="*/ 703089 h 1825743"/>
              <a:gd name="connsiteX23" fmla="*/ 6668476 w 6840441"/>
              <a:gd name="connsiteY23" fmla="*/ 674034 h 1825743"/>
              <a:gd name="connsiteX24" fmla="*/ 6697754 w 6840441"/>
              <a:gd name="connsiteY24" fmla="*/ 529995 h 1825743"/>
              <a:gd name="connsiteX25" fmla="*/ 6668477 w 6840441"/>
              <a:gd name="connsiteY25" fmla="*/ 390745 h 1825743"/>
              <a:gd name="connsiteX26" fmla="*/ 6598628 w 6840441"/>
              <a:gd name="connsiteY26" fmla="*/ 303578 h 1825743"/>
              <a:gd name="connsiteX27" fmla="*/ 6554178 w 6840441"/>
              <a:gd name="connsiteY27" fmla="*/ 194620 h 1825743"/>
              <a:gd name="connsiteX28" fmla="*/ 6535128 w 6840441"/>
              <a:gd name="connsiteY28" fmla="*/ 27550 h 1825743"/>
              <a:gd name="connsiteX29" fmla="*/ 6681177 w 6840441"/>
              <a:gd name="connsiteY29" fmla="*/ 13025 h 1825743"/>
              <a:gd name="connsiteX30" fmla="*/ 6833220 w 6840441"/>
              <a:gd name="connsiteY30" fmla="*/ 26287 h 1825743"/>
              <a:gd name="connsiteX31" fmla="*/ 6814528 w 6840441"/>
              <a:gd name="connsiteY31" fmla="*/ 252730 h 1825743"/>
              <a:gd name="connsiteX32" fmla="*/ 6770078 w 6840441"/>
              <a:gd name="connsiteY32" fmla="*/ 405271 h 1825743"/>
              <a:gd name="connsiteX33" fmla="*/ 6757377 w 6840441"/>
              <a:gd name="connsiteY33" fmla="*/ 659506 h 1825743"/>
              <a:gd name="connsiteX34" fmla="*/ 6681177 w 6840441"/>
              <a:gd name="connsiteY34" fmla="*/ 775729 h 1825743"/>
              <a:gd name="connsiteX35" fmla="*/ 6570754 w 6840441"/>
              <a:gd name="connsiteY35" fmla="*/ 797321 h 1825743"/>
              <a:gd name="connsiteX36" fmla="*/ 6356969 w 6840441"/>
              <a:gd name="connsiteY36" fmla="*/ 712560 h 1825743"/>
              <a:gd name="connsiteX37" fmla="*/ 6090627 w 6840441"/>
              <a:gd name="connsiteY37" fmla="*/ 398005 h 1825743"/>
              <a:gd name="connsiteX38" fmla="*/ 5853204 w 6840441"/>
              <a:gd name="connsiteY38" fmla="*/ 276774 h 1825743"/>
              <a:gd name="connsiteX39" fmla="*/ 5529354 w 6840441"/>
              <a:gd name="connsiteY39" fmla="*/ 257389 h 1825743"/>
              <a:gd name="connsiteX40" fmla="*/ 5347320 w 6840441"/>
              <a:gd name="connsiteY40" fmla="*/ 333589 h 1825743"/>
              <a:gd name="connsiteX41" fmla="*/ 5228787 w 6840441"/>
              <a:gd name="connsiteY41" fmla="*/ 452121 h 1825743"/>
              <a:gd name="connsiteX42" fmla="*/ 5017120 w 6840441"/>
              <a:gd name="connsiteY42" fmla="*/ 833121 h 1825743"/>
              <a:gd name="connsiteX43" fmla="*/ 4839320 w 6840441"/>
              <a:gd name="connsiteY43" fmla="*/ 985522 h 1825743"/>
              <a:gd name="connsiteX44" fmla="*/ 4427128 w 6840441"/>
              <a:gd name="connsiteY44" fmla="*/ 1018010 h 1825743"/>
              <a:gd name="connsiteX45" fmla="*/ 3767831 w 6840441"/>
              <a:gd name="connsiteY45" fmla="*/ 839283 h 1825743"/>
              <a:gd name="connsiteX46" fmla="*/ 3353620 w 6840441"/>
              <a:gd name="connsiteY46" fmla="*/ 842833 h 1825743"/>
              <a:gd name="connsiteX47" fmla="*/ 2685213 w 6840441"/>
              <a:gd name="connsiteY47" fmla="*/ 1324293 h 1825743"/>
              <a:gd name="connsiteX48" fmla="*/ 2169206 w 6840441"/>
              <a:gd name="connsiteY48" fmla="*/ 1690437 h 1825743"/>
              <a:gd name="connsiteX49" fmla="*/ 2011182 w 6840441"/>
              <a:gd name="connsiteY49" fmla="*/ 1733720 h 1825743"/>
              <a:gd name="connsiteX50" fmla="*/ 1742456 w 6840441"/>
              <a:gd name="connsiteY50" fmla="*/ 1737123 h 1825743"/>
              <a:gd name="connsiteX51" fmla="*/ 1548112 w 6840441"/>
              <a:gd name="connsiteY51" fmla="*/ 1691025 h 1825743"/>
              <a:gd name="connsiteX52" fmla="*/ 1390398 w 6840441"/>
              <a:gd name="connsiteY52" fmla="*/ 1710434 h 1825743"/>
              <a:gd name="connsiteX53" fmla="*/ 1159247 w 6840441"/>
              <a:gd name="connsiteY53" fmla="*/ 1765618 h 1825743"/>
              <a:gd name="connsiteX54" fmla="*/ 898672 w 6840441"/>
              <a:gd name="connsiteY54" fmla="*/ 1825743 h 1825743"/>
              <a:gd name="connsiteX55" fmla="*/ 685365 w 6840441"/>
              <a:gd name="connsiteY55" fmla="*/ 1763545 h 1825743"/>
              <a:gd name="connsiteX56" fmla="*/ 471336 w 6840441"/>
              <a:gd name="connsiteY56" fmla="*/ 1652861 h 1825743"/>
              <a:gd name="connsiteX57" fmla="*/ 240137 w 6840441"/>
              <a:gd name="connsiteY57" fmla="*/ 1549022 h 1825743"/>
              <a:gd name="connsiteX58" fmla="*/ 38841 w 6840441"/>
              <a:gd name="connsiteY58" fmla="*/ 1369294 h 1825743"/>
              <a:gd name="connsiteX0" fmla="*/ 38841 w 6840441"/>
              <a:gd name="connsiteY0" fmla="*/ 1369294 h 1825743"/>
              <a:gd name="connsiteX1" fmla="*/ 21972 w 6840441"/>
              <a:gd name="connsiteY1" fmla="*/ 1142521 h 1825743"/>
              <a:gd name="connsiteX2" fmla="*/ 4660 w 6840441"/>
              <a:gd name="connsiteY2" fmla="*/ 970226 h 1825743"/>
              <a:gd name="connsiteX3" fmla="*/ 108054 w 6840441"/>
              <a:gd name="connsiteY3" fmla="*/ 960965 h 1825743"/>
              <a:gd name="connsiteX4" fmla="*/ 103193 w 6840441"/>
              <a:gd name="connsiteY4" fmla="*/ 1116269 h 1825743"/>
              <a:gd name="connsiteX5" fmla="*/ 104686 w 6840441"/>
              <a:gd name="connsiteY5" fmla="*/ 1324117 h 1825743"/>
              <a:gd name="connsiteX6" fmla="*/ 286624 w 6840441"/>
              <a:gd name="connsiteY6" fmla="*/ 1483778 h 1825743"/>
              <a:gd name="connsiteX7" fmla="*/ 598573 w 6840441"/>
              <a:gd name="connsiteY7" fmla="*/ 1626794 h 1825743"/>
              <a:gd name="connsiteX8" fmla="*/ 888309 w 6840441"/>
              <a:gd name="connsiteY8" fmla="*/ 1730823 h 1825743"/>
              <a:gd name="connsiteX9" fmla="*/ 1335769 w 6840441"/>
              <a:gd name="connsiteY9" fmla="*/ 1612187 h 1825743"/>
              <a:gd name="connsiteX10" fmla="*/ 1535506 w 6840441"/>
              <a:gd name="connsiteY10" fmla="*/ 1574412 h 1825743"/>
              <a:gd name="connsiteX11" fmla="*/ 1729059 w 6840441"/>
              <a:gd name="connsiteY11" fmla="*/ 1639182 h 1825743"/>
              <a:gd name="connsiteX12" fmla="*/ 1900199 w 6840441"/>
              <a:gd name="connsiteY12" fmla="*/ 1649229 h 1825743"/>
              <a:gd name="connsiteX13" fmla="*/ 2096933 w 6840441"/>
              <a:gd name="connsiteY13" fmla="*/ 1609820 h 1825743"/>
              <a:gd name="connsiteX14" fmla="*/ 2279823 w 6840441"/>
              <a:gd name="connsiteY14" fmla="*/ 1507552 h 1825743"/>
              <a:gd name="connsiteX15" fmla="*/ 2523236 w 6840441"/>
              <a:gd name="connsiteY15" fmla="*/ 1330255 h 1825743"/>
              <a:gd name="connsiteX16" fmla="*/ 3378063 w 6840441"/>
              <a:gd name="connsiteY16" fmla="*/ 736610 h 1825743"/>
              <a:gd name="connsiteX17" fmla="*/ 4746187 w 6840441"/>
              <a:gd name="connsiteY17" fmla="*/ 909322 h 1825743"/>
              <a:gd name="connsiteX18" fmla="*/ 5245720 w 6840441"/>
              <a:gd name="connsiteY18" fmla="*/ 274322 h 1825743"/>
              <a:gd name="connsiteX19" fmla="*/ 5810871 w 6840441"/>
              <a:gd name="connsiteY19" fmla="*/ 172768 h 1825743"/>
              <a:gd name="connsiteX20" fmla="*/ 6240554 w 6840441"/>
              <a:gd name="connsiteY20" fmla="*/ 428302 h 1825743"/>
              <a:gd name="connsiteX21" fmla="*/ 6401776 w 6840441"/>
              <a:gd name="connsiteY21" fmla="*/ 623187 h 1825743"/>
              <a:gd name="connsiteX22" fmla="*/ 6554176 w 6840441"/>
              <a:gd name="connsiteY22" fmla="*/ 703089 h 1825743"/>
              <a:gd name="connsiteX23" fmla="*/ 6668476 w 6840441"/>
              <a:gd name="connsiteY23" fmla="*/ 674034 h 1825743"/>
              <a:gd name="connsiteX24" fmla="*/ 6697754 w 6840441"/>
              <a:gd name="connsiteY24" fmla="*/ 529995 h 1825743"/>
              <a:gd name="connsiteX25" fmla="*/ 6668477 w 6840441"/>
              <a:gd name="connsiteY25" fmla="*/ 390745 h 1825743"/>
              <a:gd name="connsiteX26" fmla="*/ 6598628 w 6840441"/>
              <a:gd name="connsiteY26" fmla="*/ 303578 h 1825743"/>
              <a:gd name="connsiteX27" fmla="*/ 6554178 w 6840441"/>
              <a:gd name="connsiteY27" fmla="*/ 194620 h 1825743"/>
              <a:gd name="connsiteX28" fmla="*/ 6535128 w 6840441"/>
              <a:gd name="connsiteY28" fmla="*/ 27550 h 1825743"/>
              <a:gd name="connsiteX29" fmla="*/ 6681177 w 6840441"/>
              <a:gd name="connsiteY29" fmla="*/ 13025 h 1825743"/>
              <a:gd name="connsiteX30" fmla="*/ 6833220 w 6840441"/>
              <a:gd name="connsiteY30" fmla="*/ 26287 h 1825743"/>
              <a:gd name="connsiteX31" fmla="*/ 6814528 w 6840441"/>
              <a:gd name="connsiteY31" fmla="*/ 252730 h 1825743"/>
              <a:gd name="connsiteX32" fmla="*/ 6770078 w 6840441"/>
              <a:gd name="connsiteY32" fmla="*/ 405271 h 1825743"/>
              <a:gd name="connsiteX33" fmla="*/ 6757377 w 6840441"/>
              <a:gd name="connsiteY33" fmla="*/ 659506 h 1825743"/>
              <a:gd name="connsiteX34" fmla="*/ 6681177 w 6840441"/>
              <a:gd name="connsiteY34" fmla="*/ 775729 h 1825743"/>
              <a:gd name="connsiteX35" fmla="*/ 6570754 w 6840441"/>
              <a:gd name="connsiteY35" fmla="*/ 797321 h 1825743"/>
              <a:gd name="connsiteX36" fmla="*/ 6356969 w 6840441"/>
              <a:gd name="connsiteY36" fmla="*/ 712560 h 1825743"/>
              <a:gd name="connsiteX37" fmla="*/ 6090627 w 6840441"/>
              <a:gd name="connsiteY37" fmla="*/ 398005 h 1825743"/>
              <a:gd name="connsiteX38" fmla="*/ 5853204 w 6840441"/>
              <a:gd name="connsiteY38" fmla="*/ 276774 h 1825743"/>
              <a:gd name="connsiteX39" fmla="*/ 5529354 w 6840441"/>
              <a:gd name="connsiteY39" fmla="*/ 257389 h 1825743"/>
              <a:gd name="connsiteX40" fmla="*/ 5347320 w 6840441"/>
              <a:gd name="connsiteY40" fmla="*/ 333589 h 1825743"/>
              <a:gd name="connsiteX41" fmla="*/ 5228787 w 6840441"/>
              <a:gd name="connsiteY41" fmla="*/ 452121 h 1825743"/>
              <a:gd name="connsiteX42" fmla="*/ 5017120 w 6840441"/>
              <a:gd name="connsiteY42" fmla="*/ 833121 h 1825743"/>
              <a:gd name="connsiteX43" fmla="*/ 4839320 w 6840441"/>
              <a:gd name="connsiteY43" fmla="*/ 985522 h 1825743"/>
              <a:gd name="connsiteX44" fmla="*/ 4427128 w 6840441"/>
              <a:gd name="connsiteY44" fmla="*/ 1018010 h 1825743"/>
              <a:gd name="connsiteX45" fmla="*/ 3767831 w 6840441"/>
              <a:gd name="connsiteY45" fmla="*/ 839283 h 1825743"/>
              <a:gd name="connsiteX46" fmla="*/ 3353620 w 6840441"/>
              <a:gd name="connsiteY46" fmla="*/ 842833 h 1825743"/>
              <a:gd name="connsiteX47" fmla="*/ 2685213 w 6840441"/>
              <a:gd name="connsiteY47" fmla="*/ 1324293 h 1825743"/>
              <a:gd name="connsiteX48" fmla="*/ 2169206 w 6840441"/>
              <a:gd name="connsiteY48" fmla="*/ 1690437 h 1825743"/>
              <a:gd name="connsiteX49" fmla="*/ 2011182 w 6840441"/>
              <a:gd name="connsiteY49" fmla="*/ 1733720 h 1825743"/>
              <a:gd name="connsiteX50" fmla="*/ 1742456 w 6840441"/>
              <a:gd name="connsiteY50" fmla="*/ 1737123 h 1825743"/>
              <a:gd name="connsiteX51" fmla="*/ 1548112 w 6840441"/>
              <a:gd name="connsiteY51" fmla="*/ 1691025 h 1825743"/>
              <a:gd name="connsiteX52" fmla="*/ 1390398 w 6840441"/>
              <a:gd name="connsiteY52" fmla="*/ 1710434 h 1825743"/>
              <a:gd name="connsiteX53" fmla="*/ 1159247 w 6840441"/>
              <a:gd name="connsiteY53" fmla="*/ 1765618 h 1825743"/>
              <a:gd name="connsiteX54" fmla="*/ 898672 w 6840441"/>
              <a:gd name="connsiteY54" fmla="*/ 1825743 h 1825743"/>
              <a:gd name="connsiteX55" fmla="*/ 685365 w 6840441"/>
              <a:gd name="connsiteY55" fmla="*/ 1763545 h 1825743"/>
              <a:gd name="connsiteX56" fmla="*/ 471336 w 6840441"/>
              <a:gd name="connsiteY56" fmla="*/ 1652861 h 1825743"/>
              <a:gd name="connsiteX57" fmla="*/ 240137 w 6840441"/>
              <a:gd name="connsiteY57" fmla="*/ 1549022 h 1825743"/>
              <a:gd name="connsiteX58" fmla="*/ 38841 w 6840441"/>
              <a:gd name="connsiteY58" fmla="*/ 1369294 h 1825743"/>
              <a:gd name="connsiteX0" fmla="*/ 38841 w 6840441"/>
              <a:gd name="connsiteY0" fmla="*/ 1369294 h 1825743"/>
              <a:gd name="connsiteX1" fmla="*/ 21972 w 6840441"/>
              <a:gd name="connsiteY1" fmla="*/ 1142521 h 1825743"/>
              <a:gd name="connsiteX2" fmla="*/ 4660 w 6840441"/>
              <a:gd name="connsiteY2" fmla="*/ 970226 h 1825743"/>
              <a:gd name="connsiteX3" fmla="*/ 108054 w 6840441"/>
              <a:gd name="connsiteY3" fmla="*/ 960965 h 1825743"/>
              <a:gd name="connsiteX4" fmla="*/ 103193 w 6840441"/>
              <a:gd name="connsiteY4" fmla="*/ 1116269 h 1825743"/>
              <a:gd name="connsiteX5" fmla="*/ 104686 w 6840441"/>
              <a:gd name="connsiteY5" fmla="*/ 1324117 h 1825743"/>
              <a:gd name="connsiteX6" fmla="*/ 286624 w 6840441"/>
              <a:gd name="connsiteY6" fmla="*/ 1483778 h 1825743"/>
              <a:gd name="connsiteX7" fmla="*/ 604481 w 6840441"/>
              <a:gd name="connsiteY7" fmla="*/ 1623162 h 1825743"/>
              <a:gd name="connsiteX8" fmla="*/ 888309 w 6840441"/>
              <a:gd name="connsiteY8" fmla="*/ 1730823 h 1825743"/>
              <a:gd name="connsiteX9" fmla="*/ 1335769 w 6840441"/>
              <a:gd name="connsiteY9" fmla="*/ 1612187 h 1825743"/>
              <a:gd name="connsiteX10" fmla="*/ 1535506 w 6840441"/>
              <a:gd name="connsiteY10" fmla="*/ 1574412 h 1825743"/>
              <a:gd name="connsiteX11" fmla="*/ 1729059 w 6840441"/>
              <a:gd name="connsiteY11" fmla="*/ 1639182 h 1825743"/>
              <a:gd name="connsiteX12" fmla="*/ 1900199 w 6840441"/>
              <a:gd name="connsiteY12" fmla="*/ 1649229 h 1825743"/>
              <a:gd name="connsiteX13" fmla="*/ 2096933 w 6840441"/>
              <a:gd name="connsiteY13" fmla="*/ 1609820 h 1825743"/>
              <a:gd name="connsiteX14" fmla="*/ 2279823 w 6840441"/>
              <a:gd name="connsiteY14" fmla="*/ 1507552 h 1825743"/>
              <a:gd name="connsiteX15" fmla="*/ 2523236 w 6840441"/>
              <a:gd name="connsiteY15" fmla="*/ 1330255 h 1825743"/>
              <a:gd name="connsiteX16" fmla="*/ 3378063 w 6840441"/>
              <a:gd name="connsiteY16" fmla="*/ 736610 h 1825743"/>
              <a:gd name="connsiteX17" fmla="*/ 4746187 w 6840441"/>
              <a:gd name="connsiteY17" fmla="*/ 909322 h 1825743"/>
              <a:gd name="connsiteX18" fmla="*/ 5245720 w 6840441"/>
              <a:gd name="connsiteY18" fmla="*/ 274322 h 1825743"/>
              <a:gd name="connsiteX19" fmla="*/ 5810871 w 6840441"/>
              <a:gd name="connsiteY19" fmla="*/ 172768 h 1825743"/>
              <a:gd name="connsiteX20" fmla="*/ 6240554 w 6840441"/>
              <a:gd name="connsiteY20" fmla="*/ 428302 h 1825743"/>
              <a:gd name="connsiteX21" fmla="*/ 6401776 w 6840441"/>
              <a:gd name="connsiteY21" fmla="*/ 623187 h 1825743"/>
              <a:gd name="connsiteX22" fmla="*/ 6554176 w 6840441"/>
              <a:gd name="connsiteY22" fmla="*/ 703089 h 1825743"/>
              <a:gd name="connsiteX23" fmla="*/ 6668476 w 6840441"/>
              <a:gd name="connsiteY23" fmla="*/ 674034 h 1825743"/>
              <a:gd name="connsiteX24" fmla="*/ 6697754 w 6840441"/>
              <a:gd name="connsiteY24" fmla="*/ 529995 h 1825743"/>
              <a:gd name="connsiteX25" fmla="*/ 6668477 w 6840441"/>
              <a:gd name="connsiteY25" fmla="*/ 390745 h 1825743"/>
              <a:gd name="connsiteX26" fmla="*/ 6598628 w 6840441"/>
              <a:gd name="connsiteY26" fmla="*/ 303578 h 1825743"/>
              <a:gd name="connsiteX27" fmla="*/ 6554178 w 6840441"/>
              <a:gd name="connsiteY27" fmla="*/ 194620 h 1825743"/>
              <a:gd name="connsiteX28" fmla="*/ 6535128 w 6840441"/>
              <a:gd name="connsiteY28" fmla="*/ 27550 h 1825743"/>
              <a:gd name="connsiteX29" fmla="*/ 6681177 w 6840441"/>
              <a:gd name="connsiteY29" fmla="*/ 13025 h 1825743"/>
              <a:gd name="connsiteX30" fmla="*/ 6833220 w 6840441"/>
              <a:gd name="connsiteY30" fmla="*/ 26287 h 1825743"/>
              <a:gd name="connsiteX31" fmla="*/ 6814528 w 6840441"/>
              <a:gd name="connsiteY31" fmla="*/ 252730 h 1825743"/>
              <a:gd name="connsiteX32" fmla="*/ 6770078 w 6840441"/>
              <a:gd name="connsiteY32" fmla="*/ 405271 h 1825743"/>
              <a:gd name="connsiteX33" fmla="*/ 6757377 w 6840441"/>
              <a:gd name="connsiteY33" fmla="*/ 659506 h 1825743"/>
              <a:gd name="connsiteX34" fmla="*/ 6681177 w 6840441"/>
              <a:gd name="connsiteY34" fmla="*/ 775729 h 1825743"/>
              <a:gd name="connsiteX35" fmla="*/ 6570754 w 6840441"/>
              <a:gd name="connsiteY35" fmla="*/ 797321 h 1825743"/>
              <a:gd name="connsiteX36" fmla="*/ 6356969 w 6840441"/>
              <a:gd name="connsiteY36" fmla="*/ 712560 h 1825743"/>
              <a:gd name="connsiteX37" fmla="*/ 6090627 w 6840441"/>
              <a:gd name="connsiteY37" fmla="*/ 398005 h 1825743"/>
              <a:gd name="connsiteX38" fmla="*/ 5853204 w 6840441"/>
              <a:gd name="connsiteY38" fmla="*/ 276774 h 1825743"/>
              <a:gd name="connsiteX39" fmla="*/ 5529354 w 6840441"/>
              <a:gd name="connsiteY39" fmla="*/ 257389 h 1825743"/>
              <a:gd name="connsiteX40" fmla="*/ 5347320 w 6840441"/>
              <a:gd name="connsiteY40" fmla="*/ 333589 h 1825743"/>
              <a:gd name="connsiteX41" fmla="*/ 5228787 w 6840441"/>
              <a:gd name="connsiteY41" fmla="*/ 452121 h 1825743"/>
              <a:gd name="connsiteX42" fmla="*/ 5017120 w 6840441"/>
              <a:gd name="connsiteY42" fmla="*/ 833121 h 1825743"/>
              <a:gd name="connsiteX43" fmla="*/ 4839320 w 6840441"/>
              <a:gd name="connsiteY43" fmla="*/ 985522 h 1825743"/>
              <a:gd name="connsiteX44" fmla="*/ 4427128 w 6840441"/>
              <a:gd name="connsiteY44" fmla="*/ 1018010 h 1825743"/>
              <a:gd name="connsiteX45" fmla="*/ 3767831 w 6840441"/>
              <a:gd name="connsiteY45" fmla="*/ 839283 h 1825743"/>
              <a:gd name="connsiteX46" fmla="*/ 3353620 w 6840441"/>
              <a:gd name="connsiteY46" fmla="*/ 842833 h 1825743"/>
              <a:gd name="connsiteX47" fmla="*/ 2685213 w 6840441"/>
              <a:gd name="connsiteY47" fmla="*/ 1324293 h 1825743"/>
              <a:gd name="connsiteX48" fmla="*/ 2169206 w 6840441"/>
              <a:gd name="connsiteY48" fmla="*/ 1690437 h 1825743"/>
              <a:gd name="connsiteX49" fmla="*/ 2011182 w 6840441"/>
              <a:gd name="connsiteY49" fmla="*/ 1733720 h 1825743"/>
              <a:gd name="connsiteX50" fmla="*/ 1742456 w 6840441"/>
              <a:gd name="connsiteY50" fmla="*/ 1737123 h 1825743"/>
              <a:gd name="connsiteX51" fmla="*/ 1548112 w 6840441"/>
              <a:gd name="connsiteY51" fmla="*/ 1691025 h 1825743"/>
              <a:gd name="connsiteX52" fmla="*/ 1390398 w 6840441"/>
              <a:gd name="connsiteY52" fmla="*/ 1710434 h 1825743"/>
              <a:gd name="connsiteX53" fmla="*/ 1159247 w 6840441"/>
              <a:gd name="connsiteY53" fmla="*/ 1765618 h 1825743"/>
              <a:gd name="connsiteX54" fmla="*/ 898672 w 6840441"/>
              <a:gd name="connsiteY54" fmla="*/ 1825743 h 1825743"/>
              <a:gd name="connsiteX55" fmla="*/ 685365 w 6840441"/>
              <a:gd name="connsiteY55" fmla="*/ 1763545 h 1825743"/>
              <a:gd name="connsiteX56" fmla="*/ 471336 w 6840441"/>
              <a:gd name="connsiteY56" fmla="*/ 1652861 h 1825743"/>
              <a:gd name="connsiteX57" fmla="*/ 240137 w 6840441"/>
              <a:gd name="connsiteY57" fmla="*/ 1549022 h 1825743"/>
              <a:gd name="connsiteX58" fmla="*/ 38841 w 6840441"/>
              <a:gd name="connsiteY58" fmla="*/ 1369294 h 1825743"/>
              <a:gd name="connsiteX0" fmla="*/ 38841 w 6840441"/>
              <a:gd name="connsiteY0" fmla="*/ 1369294 h 1825743"/>
              <a:gd name="connsiteX1" fmla="*/ 21972 w 6840441"/>
              <a:gd name="connsiteY1" fmla="*/ 1142521 h 1825743"/>
              <a:gd name="connsiteX2" fmla="*/ 4660 w 6840441"/>
              <a:gd name="connsiteY2" fmla="*/ 970226 h 1825743"/>
              <a:gd name="connsiteX3" fmla="*/ 108054 w 6840441"/>
              <a:gd name="connsiteY3" fmla="*/ 960965 h 1825743"/>
              <a:gd name="connsiteX4" fmla="*/ 103193 w 6840441"/>
              <a:gd name="connsiteY4" fmla="*/ 1116269 h 1825743"/>
              <a:gd name="connsiteX5" fmla="*/ 104686 w 6840441"/>
              <a:gd name="connsiteY5" fmla="*/ 1324117 h 1825743"/>
              <a:gd name="connsiteX6" fmla="*/ 286624 w 6840441"/>
              <a:gd name="connsiteY6" fmla="*/ 1483778 h 1825743"/>
              <a:gd name="connsiteX7" fmla="*/ 604481 w 6840441"/>
              <a:gd name="connsiteY7" fmla="*/ 1623162 h 1825743"/>
              <a:gd name="connsiteX8" fmla="*/ 888309 w 6840441"/>
              <a:gd name="connsiteY8" fmla="*/ 1730823 h 1825743"/>
              <a:gd name="connsiteX9" fmla="*/ 1335769 w 6840441"/>
              <a:gd name="connsiteY9" fmla="*/ 1612187 h 1825743"/>
              <a:gd name="connsiteX10" fmla="*/ 1535506 w 6840441"/>
              <a:gd name="connsiteY10" fmla="*/ 1574412 h 1825743"/>
              <a:gd name="connsiteX11" fmla="*/ 1729059 w 6840441"/>
              <a:gd name="connsiteY11" fmla="*/ 1639182 h 1825743"/>
              <a:gd name="connsiteX12" fmla="*/ 1900199 w 6840441"/>
              <a:gd name="connsiteY12" fmla="*/ 1649229 h 1825743"/>
              <a:gd name="connsiteX13" fmla="*/ 2096933 w 6840441"/>
              <a:gd name="connsiteY13" fmla="*/ 1609820 h 1825743"/>
              <a:gd name="connsiteX14" fmla="*/ 2279823 w 6840441"/>
              <a:gd name="connsiteY14" fmla="*/ 1507552 h 1825743"/>
              <a:gd name="connsiteX15" fmla="*/ 2523236 w 6840441"/>
              <a:gd name="connsiteY15" fmla="*/ 1330255 h 1825743"/>
              <a:gd name="connsiteX16" fmla="*/ 3378063 w 6840441"/>
              <a:gd name="connsiteY16" fmla="*/ 736610 h 1825743"/>
              <a:gd name="connsiteX17" fmla="*/ 4746187 w 6840441"/>
              <a:gd name="connsiteY17" fmla="*/ 909322 h 1825743"/>
              <a:gd name="connsiteX18" fmla="*/ 5245720 w 6840441"/>
              <a:gd name="connsiteY18" fmla="*/ 274322 h 1825743"/>
              <a:gd name="connsiteX19" fmla="*/ 5810871 w 6840441"/>
              <a:gd name="connsiteY19" fmla="*/ 172768 h 1825743"/>
              <a:gd name="connsiteX20" fmla="*/ 6240554 w 6840441"/>
              <a:gd name="connsiteY20" fmla="*/ 428302 h 1825743"/>
              <a:gd name="connsiteX21" fmla="*/ 6401776 w 6840441"/>
              <a:gd name="connsiteY21" fmla="*/ 623187 h 1825743"/>
              <a:gd name="connsiteX22" fmla="*/ 6554176 w 6840441"/>
              <a:gd name="connsiteY22" fmla="*/ 703089 h 1825743"/>
              <a:gd name="connsiteX23" fmla="*/ 6668476 w 6840441"/>
              <a:gd name="connsiteY23" fmla="*/ 674034 h 1825743"/>
              <a:gd name="connsiteX24" fmla="*/ 6697754 w 6840441"/>
              <a:gd name="connsiteY24" fmla="*/ 529995 h 1825743"/>
              <a:gd name="connsiteX25" fmla="*/ 6668477 w 6840441"/>
              <a:gd name="connsiteY25" fmla="*/ 390745 h 1825743"/>
              <a:gd name="connsiteX26" fmla="*/ 6598628 w 6840441"/>
              <a:gd name="connsiteY26" fmla="*/ 303578 h 1825743"/>
              <a:gd name="connsiteX27" fmla="*/ 6554178 w 6840441"/>
              <a:gd name="connsiteY27" fmla="*/ 194620 h 1825743"/>
              <a:gd name="connsiteX28" fmla="*/ 6535128 w 6840441"/>
              <a:gd name="connsiteY28" fmla="*/ 27550 h 1825743"/>
              <a:gd name="connsiteX29" fmla="*/ 6681177 w 6840441"/>
              <a:gd name="connsiteY29" fmla="*/ 13025 h 1825743"/>
              <a:gd name="connsiteX30" fmla="*/ 6833220 w 6840441"/>
              <a:gd name="connsiteY30" fmla="*/ 26287 h 1825743"/>
              <a:gd name="connsiteX31" fmla="*/ 6814528 w 6840441"/>
              <a:gd name="connsiteY31" fmla="*/ 252730 h 1825743"/>
              <a:gd name="connsiteX32" fmla="*/ 6770078 w 6840441"/>
              <a:gd name="connsiteY32" fmla="*/ 405271 h 1825743"/>
              <a:gd name="connsiteX33" fmla="*/ 6757377 w 6840441"/>
              <a:gd name="connsiteY33" fmla="*/ 659506 h 1825743"/>
              <a:gd name="connsiteX34" fmla="*/ 6681177 w 6840441"/>
              <a:gd name="connsiteY34" fmla="*/ 775729 h 1825743"/>
              <a:gd name="connsiteX35" fmla="*/ 6570754 w 6840441"/>
              <a:gd name="connsiteY35" fmla="*/ 797321 h 1825743"/>
              <a:gd name="connsiteX36" fmla="*/ 6356969 w 6840441"/>
              <a:gd name="connsiteY36" fmla="*/ 712560 h 1825743"/>
              <a:gd name="connsiteX37" fmla="*/ 6090627 w 6840441"/>
              <a:gd name="connsiteY37" fmla="*/ 398005 h 1825743"/>
              <a:gd name="connsiteX38" fmla="*/ 5853204 w 6840441"/>
              <a:gd name="connsiteY38" fmla="*/ 276774 h 1825743"/>
              <a:gd name="connsiteX39" fmla="*/ 5529354 w 6840441"/>
              <a:gd name="connsiteY39" fmla="*/ 257389 h 1825743"/>
              <a:gd name="connsiteX40" fmla="*/ 5347320 w 6840441"/>
              <a:gd name="connsiteY40" fmla="*/ 333589 h 1825743"/>
              <a:gd name="connsiteX41" fmla="*/ 5228787 w 6840441"/>
              <a:gd name="connsiteY41" fmla="*/ 452121 h 1825743"/>
              <a:gd name="connsiteX42" fmla="*/ 5017120 w 6840441"/>
              <a:gd name="connsiteY42" fmla="*/ 833121 h 1825743"/>
              <a:gd name="connsiteX43" fmla="*/ 4839320 w 6840441"/>
              <a:gd name="connsiteY43" fmla="*/ 985522 h 1825743"/>
              <a:gd name="connsiteX44" fmla="*/ 4427128 w 6840441"/>
              <a:gd name="connsiteY44" fmla="*/ 1018010 h 1825743"/>
              <a:gd name="connsiteX45" fmla="*/ 3767831 w 6840441"/>
              <a:gd name="connsiteY45" fmla="*/ 839283 h 1825743"/>
              <a:gd name="connsiteX46" fmla="*/ 3353620 w 6840441"/>
              <a:gd name="connsiteY46" fmla="*/ 842833 h 1825743"/>
              <a:gd name="connsiteX47" fmla="*/ 2685213 w 6840441"/>
              <a:gd name="connsiteY47" fmla="*/ 1324293 h 1825743"/>
              <a:gd name="connsiteX48" fmla="*/ 2169206 w 6840441"/>
              <a:gd name="connsiteY48" fmla="*/ 1690437 h 1825743"/>
              <a:gd name="connsiteX49" fmla="*/ 2011182 w 6840441"/>
              <a:gd name="connsiteY49" fmla="*/ 1733720 h 1825743"/>
              <a:gd name="connsiteX50" fmla="*/ 1742456 w 6840441"/>
              <a:gd name="connsiteY50" fmla="*/ 1737123 h 1825743"/>
              <a:gd name="connsiteX51" fmla="*/ 1548112 w 6840441"/>
              <a:gd name="connsiteY51" fmla="*/ 1691025 h 1825743"/>
              <a:gd name="connsiteX52" fmla="*/ 1390398 w 6840441"/>
              <a:gd name="connsiteY52" fmla="*/ 1710434 h 1825743"/>
              <a:gd name="connsiteX53" fmla="*/ 1159247 w 6840441"/>
              <a:gd name="connsiteY53" fmla="*/ 1765618 h 1825743"/>
              <a:gd name="connsiteX54" fmla="*/ 898672 w 6840441"/>
              <a:gd name="connsiteY54" fmla="*/ 1825743 h 1825743"/>
              <a:gd name="connsiteX55" fmla="*/ 688319 w 6840441"/>
              <a:gd name="connsiteY55" fmla="*/ 1756281 h 1825743"/>
              <a:gd name="connsiteX56" fmla="*/ 471336 w 6840441"/>
              <a:gd name="connsiteY56" fmla="*/ 1652861 h 1825743"/>
              <a:gd name="connsiteX57" fmla="*/ 240137 w 6840441"/>
              <a:gd name="connsiteY57" fmla="*/ 1549022 h 1825743"/>
              <a:gd name="connsiteX58" fmla="*/ 38841 w 6840441"/>
              <a:gd name="connsiteY58" fmla="*/ 1369294 h 1825743"/>
              <a:gd name="connsiteX0" fmla="*/ 38841 w 6840441"/>
              <a:gd name="connsiteY0" fmla="*/ 1369294 h 1822111"/>
              <a:gd name="connsiteX1" fmla="*/ 21972 w 6840441"/>
              <a:gd name="connsiteY1" fmla="*/ 1142521 h 1822111"/>
              <a:gd name="connsiteX2" fmla="*/ 4660 w 6840441"/>
              <a:gd name="connsiteY2" fmla="*/ 970226 h 1822111"/>
              <a:gd name="connsiteX3" fmla="*/ 108054 w 6840441"/>
              <a:gd name="connsiteY3" fmla="*/ 960965 h 1822111"/>
              <a:gd name="connsiteX4" fmla="*/ 103193 w 6840441"/>
              <a:gd name="connsiteY4" fmla="*/ 1116269 h 1822111"/>
              <a:gd name="connsiteX5" fmla="*/ 104686 w 6840441"/>
              <a:gd name="connsiteY5" fmla="*/ 1324117 h 1822111"/>
              <a:gd name="connsiteX6" fmla="*/ 286624 w 6840441"/>
              <a:gd name="connsiteY6" fmla="*/ 1483778 h 1822111"/>
              <a:gd name="connsiteX7" fmla="*/ 604481 w 6840441"/>
              <a:gd name="connsiteY7" fmla="*/ 1623162 h 1822111"/>
              <a:gd name="connsiteX8" fmla="*/ 888309 w 6840441"/>
              <a:gd name="connsiteY8" fmla="*/ 1730823 h 1822111"/>
              <a:gd name="connsiteX9" fmla="*/ 1335769 w 6840441"/>
              <a:gd name="connsiteY9" fmla="*/ 1612187 h 1822111"/>
              <a:gd name="connsiteX10" fmla="*/ 1535506 w 6840441"/>
              <a:gd name="connsiteY10" fmla="*/ 1574412 h 1822111"/>
              <a:gd name="connsiteX11" fmla="*/ 1729059 w 6840441"/>
              <a:gd name="connsiteY11" fmla="*/ 1639182 h 1822111"/>
              <a:gd name="connsiteX12" fmla="*/ 1900199 w 6840441"/>
              <a:gd name="connsiteY12" fmla="*/ 1649229 h 1822111"/>
              <a:gd name="connsiteX13" fmla="*/ 2096933 w 6840441"/>
              <a:gd name="connsiteY13" fmla="*/ 1609820 h 1822111"/>
              <a:gd name="connsiteX14" fmla="*/ 2279823 w 6840441"/>
              <a:gd name="connsiteY14" fmla="*/ 1507552 h 1822111"/>
              <a:gd name="connsiteX15" fmla="*/ 2523236 w 6840441"/>
              <a:gd name="connsiteY15" fmla="*/ 1330255 h 1822111"/>
              <a:gd name="connsiteX16" fmla="*/ 3378063 w 6840441"/>
              <a:gd name="connsiteY16" fmla="*/ 736610 h 1822111"/>
              <a:gd name="connsiteX17" fmla="*/ 4746187 w 6840441"/>
              <a:gd name="connsiteY17" fmla="*/ 909322 h 1822111"/>
              <a:gd name="connsiteX18" fmla="*/ 5245720 w 6840441"/>
              <a:gd name="connsiteY18" fmla="*/ 274322 h 1822111"/>
              <a:gd name="connsiteX19" fmla="*/ 5810871 w 6840441"/>
              <a:gd name="connsiteY19" fmla="*/ 172768 h 1822111"/>
              <a:gd name="connsiteX20" fmla="*/ 6240554 w 6840441"/>
              <a:gd name="connsiteY20" fmla="*/ 428302 h 1822111"/>
              <a:gd name="connsiteX21" fmla="*/ 6401776 w 6840441"/>
              <a:gd name="connsiteY21" fmla="*/ 623187 h 1822111"/>
              <a:gd name="connsiteX22" fmla="*/ 6554176 w 6840441"/>
              <a:gd name="connsiteY22" fmla="*/ 703089 h 1822111"/>
              <a:gd name="connsiteX23" fmla="*/ 6668476 w 6840441"/>
              <a:gd name="connsiteY23" fmla="*/ 674034 h 1822111"/>
              <a:gd name="connsiteX24" fmla="*/ 6697754 w 6840441"/>
              <a:gd name="connsiteY24" fmla="*/ 529995 h 1822111"/>
              <a:gd name="connsiteX25" fmla="*/ 6668477 w 6840441"/>
              <a:gd name="connsiteY25" fmla="*/ 390745 h 1822111"/>
              <a:gd name="connsiteX26" fmla="*/ 6598628 w 6840441"/>
              <a:gd name="connsiteY26" fmla="*/ 303578 h 1822111"/>
              <a:gd name="connsiteX27" fmla="*/ 6554178 w 6840441"/>
              <a:gd name="connsiteY27" fmla="*/ 194620 h 1822111"/>
              <a:gd name="connsiteX28" fmla="*/ 6535128 w 6840441"/>
              <a:gd name="connsiteY28" fmla="*/ 27550 h 1822111"/>
              <a:gd name="connsiteX29" fmla="*/ 6681177 w 6840441"/>
              <a:gd name="connsiteY29" fmla="*/ 13025 h 1822111"/>
              <a:gd name="connsiteX30" fmla="*/ 6833220 w 6840441"/>
              <a:gd name="connsiteY30" fmla="*/ 26287 h 1822111"/>
              <a:gd name="connsiteX31" fmla="*/ 6814528 w 6840441"/>
              <a:gd name="connsiteY31" fmla="*/ 252730 h 1822111"/>
              <a:gd name="connsiteX32" fmla="*/ 6770078 w 6840441"/>
              <a:gd name="connsiteY32" fmla="*/ 405271 h 1822111"/>
              <a:gd name="connsiteX33" fmla="*/ 6757377 w 6840441"/>
              <a:gd name="connsiteY33" fmla="*/ 659506 h 1822111"/>
              <a:gd name="connsiteX34" fmla="*/ 6681177 w 6840441"/>
              <a:gd name="connsiteY34" fmla="*/ 775729 h 1822111"/>
              <a:gd name="connsiteX35" fmla="*/ 6570754 w 6840441"/>
              <a:gd name="connsiteY35" fmla="*/ 797321 h 1822111"/>
              <a:gd name="connsiteX36" fmla="*/ 6356969 w 6840441"/>
              <a:gd name="connsiteY36" fmla="*/ 712560 h 1822111"/>
              <a:gd name="connsiteX37" fmla="*/ 6090627 w 6840441"/>
              <a:gd name="connsiteY37" fmla="*/ 398005 h 1822111"/>
              <a:gd name="connsiteX38" fmla="*/ 5853204 w 6840441"/>
              <a:gd name="connsiteY38" fmla="*/ 276774 h 1822111"/>
              <a:gd name="connsiteX39" fmla="*/ 5529354 w 6840441"/>
              <a:gd name="connsiteY39" fmla="*/ 257389 h 1822111"/>
              <a:gd name="connsiteX40" fmla="*/ 5347320 w 6840441"/>
              <a:gd name="connsiteY40" fmla="*/ 333589 h 1822111"/>
              <a:gd name="connsiteX41" fmla="*/ 5228787 w 6840441"/>
              <a:gd name="connsiteY41" fmla="*/ 452121 h 1822111"/>
              <a:gd name="connsiteX42" fmla="*/ 5017120 w 6840441"/>
              <a:gd name="connsiteY42" fmla="*/ 833121 h 1822111"/>
              <a:gd name="connsiteX43" fmla="*/ 4839320 w 6840441"/>
              <a:gd name="connsiteY43" fmla="*/ 985522 h 1822111"/>
              <a:gd name="connsiteX44" fmla="*/ 4427128 w 6840441"/>
              <a:gd name="connsiteY44" fmla="*/ 1018010 h 1822111"/>
              <a:gd name="connsiteX45" fmla="*/ 3767831 w 6840441"/>
              <a:gd name="connsiteY45" fmla="*/ 839283 h 1822111"/>
              <a:gd name="connsiteX46" fmla="*/ 3353620 w 6840441"/>
              <a:gd name="connsiteY46" fmla="*/ 842833 h 1822111"/>
              <a:gd name="connsiteX47" fmla="*/ 2685213 w 6840441"/>
              <a:gd name="connsiteY47" fmla="*/ 1324293 h 1822111"/>
              <a:gd name="connsiteX48" fmla="*/ 2169206 w 6840441"/>
              <a:gd name="connsiteY48" fmla="*/ 1690437 h 1822111"/>
              <a:gd name="connsiteX49" fmla="*/ 2011182 w 6840441"/>
              <a:gd name="connsiteY49" fmla="*/ 1733720 h 1822111"/>
              <a:gd name="connsiteX50" fmla="*/ 1742456 w 6840441"/>
              <a:gd name="connsiteY50" fmla="*/ 1737123 h 1822111"/>
              <a:gd name="connsiteX51" fmla="*/ 1548112 w 6840441"/>
              <a:gd name="connsiteY51" fmla="*/ 1691025 h 1822111"/>
              <a:gd name="connsiteX52" fmla="*/ 1390398 w 6840441"/>
              <a:gd name="connsiteY52" fmla="*/ 1710434 h 1822111"/>
              <a:gd name="connsiteX53" fmla="*/ 1159247 w 6840441"/>
              <a:gd name="connsiteY53" fmla="*/ 1765618 h 1822111"/>
              <a:gd name="connsiteX54" fmla="*/ 904580 w 6840441"/>
              <a:gd name="connsiteY54" fmla="*/ 1822111 h 1822111"/>
              <a:gd name="connsiteX55" fmla="*/ 688319 w 6840441"/>
              <a:gd name="connsiteY55" fmla="*/ 1756281 h 1822111"/>
              <a:gd name="connsiteX56" fmla="*/ 471336 w 6840441"/>
              <a:gd name="connsiteY56" fmla="*/ 1652861 h 1822111"/>
              <a:gd name="connsiteX57" fmla="*/ 240137 w 6840441"/>
              <a:gd name="connsiteY57" fmla="*/ 1549022 h 1822111"/>
              <a:gd name="connsiteX58" fmla="*/ 38841 w 6840441"/>
              <a:gd name="connsiteY58" fmla="*/ 1369294 h 1822111"/>
              <a:gd name="connsiteX0" fmla="*/ 38841 w 6840441"/>
              <a:gd name="connsiteY0" fmla="*/ 1369294 h 1822111"/>
              <a:gd name="connsiteX1" fmla="*/ 21972 w 6840441"/>
              <a:gd name="connsiteY1" fmla="*/ 1142521 h 1822111"/>
              <a:gd name="connsiteX2" fmla="*/ 4660 w 6840441"/>
              <a:gd name="connsiteY2" fmla="*/ 970226 h 1822111"/>
              <a:gd name="connsiteX3" fmla="*/ 108054 w 6840441"/>
              <a:gd name="connsiteY3" fmla="*/ 960965 h 1822111"/>
              <a:gd name="connsiteX4" fmla="*/ 103193 w 6840441"/>
              <a:gd name="connsiteY4" fmla="*/ 1116269 h 1822111"/>
              <a:gd name="connsiteX5" fmla="*/ 104686 w 6840441"/>
              <a:gd name="connsiteY5" fmla="*/ 1324117 h 1822111"/>
              <a:gd name="connsiteX6" fmla="*/ 286624 w 6840441"/>
              <a:gd name="connsiteY6" fmla="*/ 1483778 h 1822111"/>
              <a:gd name="connsiteX7" fmla="*/ 604481 w 6840441"/>
              <a:gd name="connsiteY7" fmla="*/ 1623162 h 1822111"/>
              <a:gd name="connsiteX8" fmla="*/ 888309 w 6840441"/>
              <a:gd name="connsiteY8" fmla="*/ 1730823 h 1822111"/>
              <a:gd name="connsiteX9" fmla="*/ 1335769 w 6840441"/>
              <a:gd name="connsiteY9" fmla="*/ 1612187 h 1822111"/>
              <a:gd name="connsiteX10" fmla="*/ 1535506 w 6840441"/>
              <a:gd name="connsiteY10" fmla="*/ 1574412 h 1822111"/>
              <a:gd name="connsiteX11" fmla="*/ 1729059 w 6840441"/>
              <a:gd name="connsiteY11" fmla="*/ 1639182 h 1822111"/>
              <a:gd name="connsiteX12" fmla="*/ 1900199 w 6840441"/>
              <a:gd name="connsiteY12" fmla="*/ 1649229 h 1822111"/>
              <a:gd name="connsiteX13" fmla="*/ 2096933 w 6840441"/>
              <a:gd name="connsiteY13" fmla="*/ 1609820 h 1822111"/>
              <a:gd name="connsiteX14" fmla="*/ 2279823 w 6840441"/>
              <a:gd name="connsiteY14" fmla="*/ 1507552 h 1822111"/>
              <a:gd name="connsiteX15" fmla="*/ 2523236 w 6840441"/>
              <a:gd name="connsiteY15" fmla="*/ 1330255 h 1822111"/>
              <a:gd name="connsiteX16" fmla="*/ 3378063 w 6840441"/>
              <a:gd name="connsiteY16" fmla="*/ 736610 h 1822111"/>
              <a:gd name="connsiteX17" fmla="*/ 4746187 w 6840441"/>
              <a:gd name="connsiteY17" fmla="*/ 909322 h 1822111"/>
              <a:gd name="connsiteX18" fmla="*/ 5245720 w 6840441"/>
              <a:gd name="connsiteY18" fmla="*/ 274322 h 1822111"/>
              <a:gd name="connsiteX19" fmla="*/ 5810871 w 6840441"/>
              <a:gd name="connsiteY19" fmla="*/ 172768 h 1822111"/>
              <a:gd name="connsiteX20" fmla="*/ 6240554 w 6840441"/>
              <a:gd name="connsiteY20" fmla="*/ 428302 h 1822111"/>
              <a:gd name="connsiteX21" fmla="*/ 6401776 w 6840441"/>
              <a:gd name="connsiteY21" fmla="*/ 623187 h 1822111"/>
              <a:gd name="connsiteX22" fmla="*/ 6554176 w 6840441"/>
              <a:gd name="connsiteY22" fmla="*/ 703089 h 1822111"/>
              <a:gd name="connsiteX23" fmla="*/ 6668476 w 6840441"/>
              <a:gd name="connsiteY23" fmla="*/ 674034 h 1822111"/>
              <a:gd name="connsiteX24" fmla="*/ 6697754 w 6840441"/>
              <a:gd name="connsiteY24" fmla="*/ 529995 h 1822111"/>
              <a:gd name="connsiteX25" fmla="*/ 6668477 w 6840441"/>
              <a:gd name="connsiteY25" fmla="*/ 390745 h 1822111"/>
              <a:gd name="connsiteX26" fmla="*/ 6598628 w 6840441"/>
              <a:gd name="connsiteY26" fmla="*/ 303578 h 1822111"/>
              <a:gd name="connsiteX27" fmla="*/ 6554178 w 6840441"/>
              <a:gd name="connsiteY27" fmla="*/ 194620 h 1822111"/>
              <a:gd name="connsiteX28" fmla="*/ 6535128 w 6840441"/>
              <a:gd name="connsiteY28" fmla="*/ 27550 h 1822111"/>
              <a:gd name="connsiteX29" fmla="*/ 6681177 w 6840441"/>
              <a:gd name="connsiteY29" fmla="*/ 13025 h 1822111"/>
              <a:gd name="connsiteX30" fmla="*/ 6833220 w 6840441"/>
              <a:gd name="connsiteY30" fmla="*/ 26287 h 1822111"/>
              <a:gd name="connsiteX31" fmla="*/ 6814528 w 6840441"/>
              <a:gd name="connsiteY31" fmla="*/ 252730 h 1822111"/>
              <a:gd name="connsiteX32" fmla="*/ 6770078 w 6840441"/>
              <a:gd name="connsiteY32" fmla="*/ 405271 h 1822111"/>
              <a:gd name="connsiteX33" fmla="*/ 6757377 w 6840441"/>
              <a:gd name="connsiteY33" fmla="*/ 659506 h 1822111"/>
              <a:gd name="connsiteX34" fmla="*/ 6681177 w 6840441"/>
              <a:gd name="connsiteY34" fmla="*/ 775729 h 1822111"/>
              <a:gd name="connsiteX35" fmla="*/ 6570754 w 6840441"/>
              <a:gd name="connsiteY35" fmla="*/ 797321 h 1822111"/>
              <a:gd name="connsiteX36" fmla="*/ 6356969 w 6840441"/>
              <a:gd name="connsiteY36" fmla="*/ 712560 h 1822111"/>
              <a:gd name="connsiteX37" fmla="*/ 6090627 w 6840441"/>
              <a:gd name="connsiteY37" fmla="*/ 398005 h 1822111"/>
              <a:gd name="connsiteX38" fmla="*/ 5853204 w 6840441"/>
              <a:gd name="connsiteY38" fmla="*/ 276774 h 1822111"/>
              <a:gd name="connsiteX39" fmla="*/ 5529354 w 6840441"/>
              <a:gd name="connsiteY39" fmla="*/ 257389 h 1822111"/>
              <a:gd name="connsiteX40" fmla="*/ 5347320 w 6840441"/>
              <a:gd name="connsiteY40" fmla="*/ 333589 h 1822111"/>
              <a:gd name="connsiteX41" fmla="*/ 5228787 w 6840441"/>
              <a:gd name="connsiteY41" fmla="*/ 452121 h 1822111"/>
              <a:gd name="connsiteX42" fmla="*/ 5017120 w 6840441"/>
              <a:gd name="connsiteY42" fmla="*/ 833121 h 1822111"/>
              <a:gd name="connsiteX43" fmla="*/ 4839320 w 6840441"/>
              <a:gd name="connsiteY43" fmla="*/ 985522 h 1822111"/>
              <a:gd name="connsiteX44" fmla="*/ 4427128 w 6840441"/>
              <a:gd name="connsiteY44" fmla="*/ 1018010 h 1822111"/>
              <a:gd name="connsiteX45" fmla="*/ 3767831 w 6840441"/>
              <a:gd name="connsiteY45" fmla="*/ 839283 h 1822111"/>
              <a:gd name="connsiteX46" fmla="*/ 3353620 w 6840441"/>
              <a:gd name="connsiteY46" fmla="*/ 842833 h 1822111"/>
              <a:gd name="connsiteX47" fmla="*/ 2685213 w 6840441"/>
              <a:gd name="connsiteY47" fmla="*/ 1324293 h 1822111"/>
              <a:gd name="connsiteX48" fmla="*/ 2169206 w 6840441"/>
              <a:gd name="connsiteY48" fmla="*/ 1690437 h 1822111"/>
              <a:gd name="connsiteX49" fmla="*/ 2011182 w 6840441"/>
              <a:gd name="connsiteY49" fmla="*/ 1733720 h 1822111"/>
              <a:gd name="connsiteX50" fmla="*/ 1742456 w 6840441"/>
              <a:gd name="connsiteY50" fmla="*/ 1737123 h 1822111"/>
              <a:gd name="connsiteX51" fmla="*/ 1548112 w 6840441"/>
              <a:gd name="connsiteY51" fmla="*/ 1691025 h 1822111"/>
              <a:gd name="connsiteX52" fmla="*/ 1390398 w 6840441"/>
              <a:gd name="connsiteY52" fmla="*/ 1692275 h 1822111"/>
              <a:gd name="connsiteX53" fmla="*/ 1159247 w 6840441"/>
              <a:gd name="connsiteY53" fmla="*/ 1765618 h 1822111"/>
              <a:gd name="connsiteX54" fmla="*/ 904580 w 6840441"/>
              <a:gd name="connsiteY54" fmla="*/ 1822111 h 1822111"/>
              <a:gd name="connsiteX55" fmla="*/ 688319 w 6840441"/>
              <a:gd name="connsiteY55" fmla="*/ 1756281 h 1822111"/>
              <a:gd name="connsiteX56" fmla="*/ 471336 w 6840441"/>
              <a:gd name="connsiteY56" fmla="*/ 1652861 h 1822111"/>
              <a:gd name="connsiteX57" fmla="*/ 240137 w 6840441"/>
              <a:gd name="connsiteY57" fmla="*/ 1549022 h 1822111"/>
              <a:gd name="connsiteX58" fmla="*/ 38841 w 6840441"/>
              <a:gd name="connsiteY58" fmla="*/ 1369294 h 1822111"/>
              <a:gd name="connsiteX0" fmla="*/ 38841 w 6840441"/>
              <a:gd name="connsiteY0" fmla="*/ 1369294 h 1822111"/>
              <a:gd name="connsiteX1" fmla="*/ 21972 w 6840441"/>
              <a:gd name="connsiteY1" fmla="*/ 1142521 h 1822111"/>
              <a:gd name="connsiteX2" fmla="*/ 4660 w 6840441"/>
              <a:gd name="connsiteY2" fmla="*/ 970226 h 1822111"/>
              <a:gd name="connsiteX3" fmla="*/ 108054 w 6840441"/>
              <a:gd name="connsiteY3" fmla="*/ 960965 h 1822111"/>
              <a:gd name="connsiteX4" fmla="*/ 103193 w 6840441"/>
              <a:gd name="connsiteY4" fmla="*/ 1116269 h 1822111"/>
              <a:gd name="connsiteX5" fmla="*/ 104686 w 6840441"/>
              <a:gd name="connsiteY5" fmla="*/ 1324117 h 1822111"/>
              <a:gd name="connsiteX6" fmla="*/ 286624 w 6840441"/>
              <a:gd name="connsiteY6" fmla="*/ 1483778 h 1822111"/>
              <a:gd name="connsiteX7" fmla="*/ 604481 w 6840441"/>
              <a:gd name="connsiteY7" fmla="*/ 1623162 h 1822111"/>
              <a:gd name="connsiteX8" fmla="*/ 888309 w 6840441"/>
              <a:gd name="connsiteY8" fmla="*/ 1730823 h 1822111"/>
              <a:gd name="connsiteX9" fmla="*/ 1335769 w 6840441"/>
              <a:gd name="connsiteY9" fmla="*/ 1612187 h 1822111"/>
              <a:gd name="connsiteX10" fmla="*/ 1535506 w 6840441"/>
              <a:gd name="connsiteY10" fmla="*/ 1574412 h 1822111"/>
              <a:gd name="connsiteX11" fmla="*/ 1729059 w 6840441"/>
              <a:gd name="connsiteY11" fmla="*/ 1639182 h 1822111"/>
              <a:gd name="connsiteX12" fmla="*/ 1900199 w 6840441"/>
              <a:gd name="connsiteY12" fmla="*/ 1649229 h 1822111"/>
              <a:gd name="connsiteX13" fmla="*/ 2096933 w 6840441"/>
              <a:gd name="connsiteY13" fmla="*/ 1609820 h 1822111"/>
              <a:gd name="connsiteX14" fmla="*/ 2279823 w 6840441"/>
              <a:gd name="connsiteY14" fmla="*/ 1507552 h 1822111"/>
              <a:gd name="connsiteX15" fmla="*/ 2523236 w 6840441"/>
              <a:gd name="connsiteY15" fmla="*/ 1330255 h 1822111"/>
              <a:gd name="connsiteX16" fmla="*/ 3378063 w 6840441"/>
              <a:gd name="connsiteY16" fmla="*/ 736610 h 1822111"/>
              <a:gd name="connsiteX17" fmla="*/ 4746187 w 6840441"/>
              <a:gd name="connsiteY17" fmla="*/ 909322 h 1822111"/>
              <a:gd name="connsiteX18" fmla="*/ 5245720 w 6840441"/>
              <a:gd name="connsiteY18" fmla="*/ 274322 h 1822111"/>
              <a:gd name="connsiteX19" fmla="*/ 5810871 w 6840441"/>
              <a:gd name="connsiteY19" fmla="*/ 172768 h 1822111"/>
              <a:gd name="connsiteX20" fmla="*/ 6240554 w 6840441"/>
              <a:gd name="connsiteY20" fmla="*/ 428302 h 1822111"/>
              <a:gd name="connsiteX21" fmla="*/ 6401776 w 6840441"/>
              <a:gd name="connsiteY21" fmla="*/ 623187 h 1822111"/>
              <a:gd name="connsiteX22" fmla="*/ 6554176 w 6840441"/>
              <a:gd name="connsiteY22" fmla="*/ 703089 h 1822111"/>
              <a:gd name="connsiteX23" fmla="*/ 6668476 w 6840441"/>
              <a:gd name="connsiteY23" fmla="*/ 674034 h 1822111"/>
              <a:gd name="connsiteX24" fmla="*/ 6697754 w 6840441"/>
              <a:gd name="connsiteY24" fmla="*/ 529995 h 1822111"/>
              <a:gd name="connsiteX25" fmla="*/ 6668477 w 6840441"/>
              <a:gd name="connsiteY25" fmla="*/ 390745 h 1822111"/>
              <a:gd name="connsiteX26" fmla="*/ 6598628 w 6840441"/>
              <a:gd name="connsiteY26" fmla="*/ 303578 h 1822111"/>
              <a:gd name="connsiteX27" fmla="*/ 6554178 w 6840441"/>
              <a:gd name="connsiteY27" fmla="*/ 194620 h 1822111"/>
              <a:gd name="connsiteX28" fmla="*/ 6535128 w 6840441"/>
              <a:gd name="connsiteY28" fmla="*/ 27550 h 1822111"/>
              <a:gd name="connsiteX29" fmla="*/ 6681177 w 6840441"/>
              <a:gd name="connsiteY29" fmla="*/ 13025 h 1822111"/>
              <a:gd name="connsiteX30" fmla="*/ 6833220 w 6840441"/>
              <a:gd name="connsiteY30" fmla="*/ 26287 h 1822111"/>
              <a:gd name="connsiteX31" fmla="*/ 6814528 w 6840441"/>
              <a:gd name="connsiteY31" fmla="*/ 252730 h 1822111"/>
              <a:gd name="connsiteX32" fmla="*/ 6770078 w 6840441"/>
              <a:gd name="connsiteY32" fmla="*/ 405271 h 1822111"/>
              <a:gd name="connsiteX33" fmla="*/ 6757377 w 6840441"/>
              <a:gd name="connsiteY33" fmla="*/ 659506 h 1822111"/>
              <a:gd name="connsiteX34" fmla="*/ 6681177 w 6840441"/>
              <a:gd name="connsiteY34" fmla="*/ 775729 h 1822111"/>
              <a:gd name="connsiteX35" fmla="*/ 6570754 w 6840441"/>
              <a:gd name="connsiteY35" fmla="*/ 797321 h 1822111"/>
              <a:gd name="connsiteX36" fmla="*/ 6356969 w 6840441"/>
              <a:gd name="connsiteY36" fmla="*/ 712560 h 1822111"/>
              <a:gd name="connsiteX37" fmla="*/ 6090627 w 6840441"/>
              <a:gd name="connsiteY37" fmla="*/ 398005 h 1822111"/>
              <a:gd name="connsiteX38" fmla="*/ 5853204 w 6840441"/>
              <a:gd name="connsiteY38" fmla="*/ 276774 h 1822111"/>
              <a:gd name="connsiteX39" fmla="*/ 5529354 w 6840441"/>
              <a:gd name="connsiteY39" fmla="*/ 257389 h 1822111"/>
              <a:gd name="connsiteX40" fmla="*/ 5347320 w 6840441"/>
              <a:gd name="connsiteY40" fmla="*/ 333589 h 1822111"/>
              <a:gd name="connsiteX41" fmla="*/ 5228787 w 6840441"/>
              <a:gd name="connsiteY41" fmla="*/ 452121 h 1822111"/>
              <a:gd name="connsiteX42" fmla="*/ 5017120 w 6840441"/>
              <a:gd name="connsiteY42" fmla="*/ 833121 h 1822111"/>
              <a:gd name="connsiteX43" fmla="*/ 4839320 w 6840441"/>
              <a:gd name="connsiteY43" fmla="*/ 985522 h 1822111"/>
              <a:gd name="connsiteX44" fmla="*/ 4427128 w 6840441"/>
              <a:gd name="connsiteY44" fmla="*/ 1018010 h 1822111"/>
              <a:gd name="connsiteX45" fmla="*/ 3767831 w 6840441"/>
              <a:gd name="connsiteY45" fmla="*/ 839283 h 1822111"/>
              <a:gd name="connsiteX46" fmla="*/ 3353620 w 6840441"/>
              <a:gd name="connsiteY46" fmla="*/ 842833 h 1822111"/>
              <a:gd name="connsiteX47" fmla="*/ 2685213 w 6840441"/>
              <a:gd name="connsiteY47" fmla="*/ 1324293 h 1822111"/>
              <a:gd name="connsiteX48" fmla="*/ 2169206 w 6840441"/>
              <a:gd name="connsiteY48" fmla="*/ 1690437 h 1822111"/>
              <a:gd name="connsiteX49" fmla="*/ 2011182 w 6840441"/>
              <a:gd name="connsiteY49" fmla="*/ 1733720 h 1822111"/>
              <a:gd name="connsiteX50" fmla="*/ 1742456 w 6840441"/>
              <a:gd name="connsiteY50" fmla="*/ 1737123 h 1822111"/>
              <a:gd name="connsiteX51" fmla="*/ 1551066 w 6840441"/>
              <a:gd name="connsiteY51" fmla="*/ 1680130 h 1822111"/>
              <a:gd name="connsiteX52" fmla="*/ 1390398 w 6840441"/>
              <a:gd name="connsiteY52" fmla="*/ 1692275 h 1822111"/>
              <a:gd name="connsiteX53" fmla="*/ 1159247 w 6840441"/>
              <a:gd name="connsiteY53" fmla="*/ 1765618 h 1822111"/>
              <a:gd name="connsiteX54" fmla="*/ 904580 w 6840441"/>
              <a:gd name="connsiteY54" fmla="*/ 1822111 h 1822111"/>
              <a:gd name="connsiteX55" fmla="*/ 688319 w 6840441"/>
              <a:gd name="connsiteY55" fmla="*/ 1756281 h 1822111"/>
              <a:gd name="connsiteX56" fmla="*/ 471336 w 6840441"/>
              <a:gd name="connsiteY56" fmla="*/ 1652861 h 1822111"/>
              <a:gd name="connsiteX57" fmla="*/ 240137 w 6840441"/>
              <a:gd name="connsiteY57" fmla="*/ 1549022 h 1822111"/>
              <a:gd name="connsiteX58" fmla="*/ 38841 w 6840441"/>
              <a:gd name="connsiteY58" fmla="*/ 1369294 h 1822111"/>
              <a:gd name="connsiteX0" fmla="*/ 38841 w 6840441"/>
              <a:gd name="connsiteY0" fmla="*/ 1369294 h 1822111"/>
              <a:gd name="connsiteX1" fmla="*/ 21972 w 6840441"/>
              <a:gd name="connsiteY1" fmla="*/ 1142521 h 1822111"/>
              <a:gd name="connsiteX2" fmla="*/ 4660 w 6840441"/>
              <a:gd name="connsiteY2" fmla="*/ 970226 h 1822111"/>
              <a:gd name="connsiteX3" fmla="*/ 108054 w 6840441"/>
              <a:gd name="connsiteY3" fmla="*/ 960965 h 1822111"/>
              <a:gd name="connsiteX4" fmla="*/ 103193 w 6840441"/>
              <a:gd name="connsiteY4" fmla="*/ 1116269 h 1822111"/>
              <a:gd name="connsiteX5" fmla="*/ 104686 w 6840441"/>
              <a:gd name="connsiteY5" fmla="*/ 1324117 h 1822111"/>
              <a:gd name="connsiteX6" fmla="*/ 286624 w 6840441"/>
              <a:gd name="connsiteY6" fmla="*/ 1483778 h 1822111"/>
              <a:gd name="connsiteX7" fmla="*/ 604481 w 6840441"/>
              <a:gd name="connsiteY7" fmla="*/ 1623162 h 1822111"/>
              <a:gd name="connsiteX8" fmla="*/ 888309 w 6840441"/>
              <a:gd name="connsiteY8" fmla="*/ 1730823 h 1822111"/>
              <a:gd name="connsiteX9" fmla="*/ 1335769 w 6840441"/>
              <a:gd name="connsiteY9" fmla="*/ 1612187 h 1822111"/>
              <a:gd name="connsiteX10" fmla="*/ 1535506 w 6840441"/>
              <a:gd name="connsiteY10" fmla="*/ 1574412 h 1822111"/>
              <a:gd name="connsiteX11" fmla="*/ 1729059 w 6840441"/>
              <a:gd name="connsiteY11" fmla="*/ 1639182 h 1822111"/>
              <a:gd name="connsiteX12" fmla="*/ 1900199 w 6840441"/>
              <a:gd name="connsiteY12" fmla="*/ 1649229 h 1822111"/>
              <a:gd name="connsiteX13" fmla="*/ 2096933 w 6840441"/>
              <a:gd name="connsiteY13" fmla="*/ 1609820 h 1822111"/>
              <a:gd name="connsiteX14" fmla="*/ 2279823 w 6840441"/>
              <a:gd name="connsiteY14" fmla="*/ 1507552 h 1822111"/>
              <a:gd name="connsiteX15" fmla="*/ 2523236 w 6840441"/>
              <a:gd name="connsiteY15" fmla="*/ 1330255 h 1822111"/>
              <a:gd name="connsiteX16" fmla="*/ 3378063 w 6840441"/>
              <a:gd name="connsiteY16" fmla="*/ 736610 h 1822111"/>
              <a:gd name="connsiteX17" fmla="*/ 4746187 w 6840441"/>
              <a:gd name="connsiteY17" fmla="*/ 909322 h 1822111"/>
              <a:gd name="connsiteX18" fmla="*/ 5245720 w 6840441"/>
              <a:gd name="connsiteY18" fmla="*/ 274322 h 1822111"/>
              <a:gd name="connsiteX19" fmla="*/ 5810871 w 6840441"/>
              <a:gd name="connsiteY19" fmla="*/ 172768 h 1822111"/>
              <a:gd name="connsiteX20" fmla="*/ 6240554 w 6840441"/>
              <a:gd name="connsiteY20" fmla="*/ 428302 h 1822111"/>
              <a:gd name="connsiteX21" fmla="*/ 6401776 w 6840441"/>
              <a:gd name="connsiteY21" fmla="*/ 623187 h 1822111"/>
              <a:gd name="connsiteX22" fmla="*/ 6554176 w 6840441"/>
              <a:gd name="connsiteY22" fmla="*/ 703089 h 1822111"/>
              <a:gd name="connsiteX23" fmla="*/ 6668476 w 6840441"/>
              <a:gd name="connsiteY23" fmla="*/ 674034 h 1822111"/>
              <a:gd name="connsiteX24" fmla="*/ 6697754 w 6840441"/>
              <a:gd name="connsiteY24" fmla="*/ 529995 h 1822111"/>
              <a:gd name="connsiteX25" fmla="*/ 6668477 w 6840441"/>
              <a:gd name="connsiteY25" fmla="*/ 390745 h 1822111"/>
              <a:gd name="connsiteX26" fmla="*/ 6598628 w 6840441"/>
              <a:gd name="connsiteY26" fmla="*/ 303578 h 1822111"/>
              <a:gd name="connsiteX27" fmla="*/ 6554178 w 6840441"/>
              <a:gd name="connsiteY27" fmla="*/ 194620 h 1822111"/>
              <a:gd name="connsiteX28" fmla="*/ 6535128 w 6840441"/>
              <a:gd name="connsiteY28" fmla="*/ 27550 h 1822111"/>
              <a:gd name="connsiteX29" fmla="*/ 6681177 w 6840441"/>
              <a:gd name="connsiteY29" fmla="*/ 13025 h 1822111"/>
              <a:gd name="connsiteX30" fmla="*/ 6833220 w 6840441"/>
              <a:gd name="connsiteY30" fmla="*/ 26287 h 1822111"/>
              <a:gd name="connsiteX31" fmla="*/ 6814528 w 6840441"/>
              <a:gd name="connsiteY31" fmla="*/ 252730 h 1822111"/>
              <a:gd name="connsiteX32" fmla="*/ 6770078 w 6840441"/>
              <a:gd name="connsiteY32" fmla="*/ 405271 h 1822111"/>
              <a:gd name="connsiteX33" fmla="*/ 6757377 w 6840441"/>
              <a:gd name="connsiteY33" fmla="*/ 659506 h 1822111"/>
              <a:gd name="connsiteX34" fmla="*/ 6681177 w 6840441"/>
              <a:gd name="connsiteY34" fmla="*/ 775729 h 1822111"/>
              <a:gd name="connsiteX35" fmla="*/ 6570754 w 6840441"/>
              <a:gd name="connsiteY35" fmla="*/ 797321 h 1822111"/>
              <a:gd name="connsiteX36" fmla="*/ 6356969 w 6840441"/>
              <a:gd name="connsiteY36" fmla="*/ 712560 h 1822111"/>
              <a:gd name="connsiteX37" fmla="*/ 6090627 w 6840441"/>
              <a:gd name="connsiteY37" fmla="*/ 398005 h 1822111"/>
              <a:gd name="connsiteX38" fmla="*/ 5853204 w 6840441"/>
              <a:gd name="connsiteY38" fmla="*/ 276774 h 1822111"/>
              <a:gd name="connsiteX39" fmla="*/ 5529354 w 6840441"/>
              <a:gd name="connsiteY39" fmla="*/ 257389 h 1822111"/>
              <a:gd name="connsiteX40" fmla="*/ 5347320 w 6840441"/>
              <a:gd name="connsiteY40" fmla="*/ 333589 h 1822111"/>
              <a:gd name="connsiteX41" fmla="*/ 5228787 w 6840441"/>
              <a:gd name="connsiteY41" fmla="*/ 452121 h 1822111"/>
              <a:gd name="connsiteX42" fmla="*/ 5017120 w 6840441"/>
              <a:gd name="connsiteY42" fmla="*/ 833121 h 1822111"/>
              <a:gd name="connsiteX43" fmla="*/ 4839320 w 6840441"/>
              <a:gd name="connsiteY43" fmla="*/ 985522 h 1822111"/>
              <a:gd name="connsiteX44" fmla="*/ 4427128 w 6840441"/>
              <a:gd name="connsiteY44" fmla="*/ 1018010 h 1822111"/>
              <a:gd name="connsiteX45" fmla="*/ 3767831 w 6840441"/>
              <a:gd name="connsiteY45" fmla="*/ 839283 h 1822111"/>
              <a:gd name="connsiteX46" fmla="*/ 3353620 w 6840441"/>
              <a:gd name="connsiteY46" fmla="*/ 842833 h 1822111"/>
              <a:gd name="connsiteX47" fmla="*/ 2685213 w 6840441"/>
              <a:gd name="connsiteY47" fmla="*/ 1324293 h 1822111"/>
              <a:gd name="connsiteX48" fmla="*/ 2169206 w 6840441"/>
              <a:gd name="connsiteY48" fmla="*/ 1690437 h 1822111"/>
              <a:gd name="connsiteX49" fmla="*/ 2011182 w 6840441"/>
              <a:gd name="connsiteY49" fmla="*/ 1733720 h 1822111"/>
              <a:gd name="connsiteX50" fmla="*/ 1754272 w 6840441"/>
              <a:gd name="connsiteY50" fmla="*/ 1737123 h 1822111"/>
              <a:gd name="connsiteX51" fmla="*/ 1551066 w 6840441"/>
              <a:gd name="connsiteY51" fmla="*/ 1680130 h 1822111"/>
              <a:gd name="connsiteX52" fmla="*/ 1390398 w 6840441"/>
              <a:gd name="connsiteY52" fmla="*/ 1692275 h 1822111"/>
              <a:gd name="connsiteX53" fmla="*/ 1159247 w 6840441"/>
              <a:gd name="connsiteY53" fmla="*/ 1765618 h 1822111"/>
              <a:gd name="connsiteX54" fmla="*/ 904580 w 6840441"/>
              <a:gd name="connsiteY54" fmla="*/ 1822111 h 1822111"/>
              <a:gd name="connsiteX55" fmla="*/ 688319 w 6840441"/>
              <a:gd name="connsiteY55" fmla="*/ 1756281 h 1822111"/>
              <a:gd name="connsiteX56" fmla="*/ 471336 w 6840441"/>
              <a:gd name="connsiteY56" fmla="*/ 1652861 h 1822111"/>
              <a:gd name="connsiteX57" fmla="*/ 240137 w 6840441"/>
              <a:gd name="connsiteY57" fmla="*/ 1549022 h 1822111"/>
              <a:gd name="connsiteX58" fmla="*/ 38841 w 6840441"/>
              <a:gd name="connsiteY58" fmla="*/ 1369294 h 1822111"/>
              <a:gd name="connsiteX0" fmla="*/ 38841 w 6840441"/>
              <a:gd name="connsiteY0" fmla="*/ 1369294 h 1822111"/>
              <a:gd name="connsiteX1" fmla="*/ 21972 w 6840441"/>
              <a:gd name="connsiteY1" fmla="*/ 1142521 h 1822111"/>
              <a:gd name="connsiteX2" fmla="*/ 4660 w 6840441"/>
              <a:gd name="connsiteY2" fmla="*/ 970226 h 1822111"/>
              <a:gd name="connsiteX3" fmla="*/ 108054 w 6840441"/>
              <a:gd name="connsiteY3" fmla="*/ 960965 h 1822111"/>
              <a:gd name="connsiteX4" fmla="*/ 103193 w 6840441"/>
              <a:gd name="connsiteY4" fmla="*/ 1116269 h 1822111"/>
              <a:gd name="connsiteX5" fmla="*/ 104686 w 6840441"/>
              <a:gd name="connsiteY5" fmla="*/ 1324117 h 1822111"/>
              <a:gd name="connsiteX6" fmla="*/ 286624 w 6840441"/>
              <a:gd name="connsiteY6" fmla="*/ 1483778 h 1822111"/>
              <a:gd name="connsiteX7" fmla="*/ 604481 w 6840441"/>
              <a:gd name="connsiteY7" fmla="*/ 1623162 h 1822111"/>
              <a:gd name="connsiteX8" fmla="*/ 888309 w 6840441"/>
              <a:gd name="connsiteY8" fmla="*/ 1730823 h 1822111"/>
              <a:gd name="connsiteX9" fmla="*/ 1335769 w 6840441"/>
              <a:gd name="connsiteY9" fmla="*/ 1612187 h 1822111"/>
              <a:gd name="connsiteX10" fmla="*/ 1535506 w 6840441"/>
              <a:gd name="connsiteY10" fmla="*/ 1574412 h 1822111"/>
              <a:gd name="connsiteX11" fmla="*/ 1729059 w 6840441"/>
              <a:gd name="connsiteY11" fmla="*/ 1639182 h 1822111"/>
              <a:gd name="connsiteX12" fmla="*/ 1900199 w 6840441"/>
              <a:gd name="connsiteY12" fmla="*/ 1649229 h 1822111"/>
              <a:gd name="connsiteX13" fmla="*/ 2096933 w 6840441"/>
              <a:gd name="connsiteY13" fmla="*/ 1609820 h 1822111"/>
              <a:gd name="connsiteX14" fmla="*/ 2279823 w 6840441"/>
              <a:gd name="connsiteY14" fmla="*/ 1507552 h 1822111"/>
              <a:gd name="connsiteX15" fmla="*/ 2523236 w 6840441"/>
              <a:gd name="connsiteY15" fmla="*/ 1330255 h 1822111"/>
              <a:gd name="connsiteX16" fmla="*/ 3378063 w 6840441"/>
              <a:gd name="connsiteY16" fmla="*/ 736610 h 1822111"/>
              <a:gd name="connsiteX17" fmla="*/ 4746187 w 6840441"/>
              <a:gd name="connsiteY17" fmla="*/ 909322 h 1822111"/>
              <a:gd name="connsiteX18" fmla="*/ 5245720 w 6840441"/>
              <a:gd name="connsiteY18" fmla="*/ 274322 h 1822111"/>
              <a:gd name="connsiteX19" fmla="*/ 5810871 w 6840441"/>
              <a:gd name="connsiteY19" fmla="*/ 172768 h 1822111"/>
              <a:gd name="connsiteX20" fmla="*/ 6240554 w 6840441"/>
              <a:gd name="connsiteY20" fmla="*/ 428302 h 1822111"/>
              <a:gd name="connsiteX21" fmla="*/ 6401776 w 6840441"/>
              <a:gd name="connsiteY21" fmla="*/ 623187 h 1822111"/>
              <a:gd name="connsiteX22" fmla="*/ 6554176 w 6840441"/>
              <a:gd name="connsiteY22" fmla="*/ 703089 h 1822111"/>
              <a:gd name="connsiteX23" fmla="*/ 6668476 w 6840441"/>
              <a:gd name="connsiteY23" fmla="*/ 674034 h 1822111"/>
              <a:gd name="connsiteX24" fmla="*/ 6697754 w 6840441"/>
              <a:gd name="connsiteY24" fmla="*/ 529995 h 1822111"/>
              <a:gd name="connsiteX25" fmla="*/ 6668477 w 6840441"/>
              <a:gd name="connsiteY25" fmla="*/ 390745 h 1822111"/>
              <a:gd name="connsiteX26" fmla="*/ 6598628 w 6840441"/>
              <a:gd name="connsiteY26" fmla="*/ 303578 h 1822111"/>
              <a:gd name="connsiteX27" fmla="*/ 6554178 w 6840441"/>
              <a:gd name="connsiteY27" fmla="*/ 194620 h 1822111"/>
              <a:gd name="connsiteX28" fmla="*/ 6535128 w 6840441"/>
              <a:gd name="connsiteY28" fmla="*/ 27550 h 1822111"/>
              <a:gd name="connsiteX29" fmla="*/ 6681177 w 6840441"/>
              <a:gd name="connsiteY29" fmla="*/ 13025 h 1822111"/>
              <a:gd name="connsiteX30" fmla="*/ 6833220 w 6840441"/>
              <a:gd name="connsiteY30" fmla="*/ 26287 h 1822111"/>
              <a:gd name="connsiteX31" fmla="*/ 6814528 w 6840441"/>
              <a:gd name="connsiteY31" fmla="*/ 252730 h 1822111"/>
              <a:gd name="connsiteX32" fmla="*/ 6770078 w 6840441"/>
              <a:gd name="connsiteY32" fmla="*/ 405271 h 1822111"/>
              <a:gd name="connsiteX33" fmla="*/ 6757377 w 6840441"/>
              <a:gd name="connsiteY33" fmla="*/ 659506 h 1822111"/>
              <a:gd name="connsiteX34" fmla="*/ 6681177 w 6840441"/>
              <a:gd name="connsiteY34" fmla="*/ 775729 h 1822111"/>
              <a:gd name="connsiteX35" fmla="*/ 6570754 w 6840441"/>
              <a:gd name="connsiteY35" fmla="*/ 797321 h 1822111"/>
              <a:gd name="connsiteX36" fmla="*/ 6356969 w 6840441"/>
              <a:gd name="connsiteY36" fmla="*/ 712560 h 1822111"/>
              <a:gd name="connsiteX37" fmla="*/ 6090627 w 6840441"/>
              <a:gd name="connsiteY37" fmla="*/ 398005 h 1822111"/>
              <a:gd name="connsiteX38" fmla="*/ 5853204 w 6840441"/>
              <a:gd name="connsiteY38" fmla="*/ 276774 h 1822111"/>
              <a:gd name="connsiteX39" fmla="*/ 5529354 w 6840441"/>
              <a:gd name="connsiteY39" fmla="*/ 257389 h 1822111"/>
              <a:gd name="connsiteX40" fmla="*/ 5347320 w 6840441"/>
              <a:gd name="connsiteY40" fmla="*/ 333589 h 1822111"/>
              <a:gd name="connsiteX41" fmla="*/ 5228787 w 6840441"/>
              <a:gd name="connsiteY41" fmla="*/ 452121 h 1822111"/>
              <a:gd name="connsiteX42" fmla="*/ 5017120 w 6840441"/>
              <a:gd name="connsiteY42" fmla="*/ 833121 h 1822111"/>
              <a:gd name="connsiteX43" fmla="*/ 4839320 w 6840441"/>
              <a:gd name="connsiteY43" fmla="*/ 985522 h 1822111"/>
              <a:gd name="connsiteX44" fmla="*/ 4427128 w 6840441"/>
              <a:gd name="connsiteY44" fmla="*/ 1018010 h 1822111"/>
              <a:gd name="connsiteX45" fmla="*/ 3767831 w 6840441"/>
              <a:gd name="connsiteY45" fmla="*/ 839283 h 1822111"/>
              <a:gd name="connsiteX46" fmla="*/ 3353620 w 6840441"/>
              <a:gd name="connsiteY46" fmla="*/ 842833 h 1822111"/>
              <a:gd name="connsiteX47" fmla="*/ 2685213 w 6840441"/>
              <a:gd name="connsiteY47" fmla="*/ 1324293 h 1822111"/>
              <a:gd name="connsiteX48" fmla="*/ 2169206 w 6840441"/>
              <a:gd name="connsiteY48" fmla="*/ 1690437 h 1822111"/>
              <a:gd name="connsiteX49" fmla="*/ 2011182 w 6840441"/>
              <a:gd name="connsiteY49" fmla="*/ 1733720 h 1822111"/>
              <a:gd name="connsiteX50" fmla="*/ 1754272 w 6840441"/>
              <a:gd name="connsiteY50" fmla="*/ 1737123 h 1822111"/>
              <a:gd name="connsiteX51" fmla="*/ 1551066 w 6840441"/>
              <a:gd name="connsiteY51" fmla="*/ 1680130 h 1822111"/>
              <a:gd name="connsiteX52" fmla="*/ 1390398 w 6840441"/>
              <a:gd name="connsiteY52" fmla="*/ 1692275 h 1822111"/>
              <a:gd name="connsiteX53" fmla="*/ 1159247 w 6840441"/>
              <a:gd name="connsiteY53" fmla="*/ 1765618 h 1822111"/>
              <a:gd name="connsiteX54" fmla="*/ 904580 w 6840441"/>
              <a:gd name="connsiteY54" fmla="*/ 1822111 h 1822111"/>
              <a:gd name="connsiteX55" fmla="*/ 688319 w 6840441"/>
              <a:gd name="connsiteY55" fmla="*/ 1756281 h 1822111"/>
              <a:gd name="connsiteX56" fmla="*/ 471336 w 6840441"/>
              <a:gd name="connsiteY56" fmla="*/ 1652861 h 1822111"/>
              <a:gd name="connsiteX57" fmla="*/ 240137 w 6840441"/>
              <a:gd name="connsiteY57" fmla="*/ 1549022 h 1822111"/>
              <a:gd name="connsiteX58" fmla="*/ 38841 w 6840441"/>
              <a:gd name="connsiteY58" fmla="*/ 1369294 h 1822111"/>
              <a:gd name="connsiteX0" fmla="*/ 38841 w 6840441"/>
              <a:gd name="connsiteY0" fmla="*/ 1369294 h 1822111"/>
              <a:gd name="connsiteX1" fmla="*/ 21972 w 6840441"/>
              <a:gd name="connsiteY1" fmla="*/ 1142521 h 1822111"/>
              <a:gd name="connsiteX2" fmla="*/ 4660 w 6840441"/>
              <a:gd name="connsiteY2" fmla="*/ 970226 h 1822111"/>
              <a:gd name="connsiteX3" fmla="*/ 108054 w 6840441"/>
              <a:gd name="connsiteY3" fmla="*/ 960965 h 1822111"/>
              <a:gd name="connsiteX4" fmla="*/ 103193 w 6840441"/>
              <a:gd name="connsiteY4" fmla="*/ 1116269 h 1822111"/>
              <a:gd name="connsiteX5" fmla="*/ 104686 w 6840441"/>
              <a:gd name="connsiteY5" fmla="*/ 1324117 h 1822111"/>
              <a:gd name="connsiteX6" fmla="*/ 286624 w 6840441"/>
              <a:gd name="connsiteY6" fmla="*/ 1483778 h 1822111"/>
              <a:gd name="connsiteX7" fmla="*/ 604481 w 6840441"/>
              <a:gd name="connsiteY7" fmla="*/ 1623162 h 1822111"/>
              <a:gd name="connsiteX8" fmla="*/ 888309 w 6840441"/>
              <a:gd name="connsiteY8" fmla="*/ 1730823 h 1822111"/>
              <a:gd name="connsiteX9" fmla="*/ 1335769 w 6840441"/>
              <a:gd name="connsiteY9" fmla="*/ 1612187 h 1822111"/>
              <a:gd name="connsiteX10" fmla="*/ 1535506 w 6840441"/>
              <a:gd name="connsiteY10" fmla="*/ 1574412 h 1822111"/>
              <a:gd name="connsiteX11" fmla="*/ 1729059 w 6840441"/>
              <a:gd name="connsiteY11" fmla="*/ 1639182 h 1822111"/>
              <a:gd name="connsiteX12" fmla="*/ 1900199 w 6840441"/>
              <a:gd name="connsiteY12" fmla="*/ 1649229 h 1822111"/>
              <a:gd name="connsiteX13" fmla="*/ 2096933 w 6840441"/>
              <a:gd name="connsiteY13" fmla="*/ 1609820 h 1822111"/>
              <a:gd name="connsiteX14" fmla="*/ 2279823 w 6840441"/>
              <a:gd name="connsiteY14" fmla="*/ 1507552 h 1822111"/>
              <a:gd name="connsiteX15" fmla="*/ 2523236 w 6840441"/>
              <a:gd name="connsiteY15" fmla="*/ 1330255 h 1822111"/>
              <a:gd name="connsiteX16" fmla="*/ 3378063 w 6840441"/>
              <a:gd name="connsiteY16" fmla="*/ 736610 h 1822111"/>
              <a:gd name="connsiteX17" fmla="*/ 4746187 w 6840441"/>
              <a:gd name="connsiteY17" fmla="*/ 909322 h 1822111"/>
              <a:gd name="connsiteX18" fmla="*/ 5245720 w 6840441"/>
              <a:gd name="connsiteY18" fmla="*/ 274322 h 1822111"/>
              <a:gd name="connsiteX19" fmla="*/ 5810871 w 6840441"/>
              <a:gd name="connsiteY19" fmla="*/ 172768 h 1822111"/>
              <a:gd name="connsiteX20" fmla="*/ 6240554 w 6840441"/>
              <a:gd name="connsiteY20" fmla="*/ 428302 h 1822111"/>
              <a:gd name="connsiteX21" fmla="*/ 6401776 w 6840441"/>
              <a:gd name="connsiteY21" fmla="*/ 623187 h 1822111"/>
              <a:gd name="connsiteX22" fmla="*/ 6554176 w 6840441"/>
              <a:gd name="connsiteY22" fmla="*/ 703089 h 1822111"/>
              <a:gd name="connsiteX23" fmla="*/ 6668476 w 6840441"/>
              <a:gd name="connsiteY23" fmla="*/ 674034 h 1822111"/>
              <a:gd name="connsiteX24" fmla="*/ 6697754 w 6840441"/>
              <a:gd name="connsiteY24" fmla="*/ 529995 h 1822111"/>
              <a:gd name="connsiteX25" fmla="*/ 6668477 w 6840441"/>
              <a:gd name="connsiteY25" fmla="*/ 390745 h 1822111"/>
              <a:gd name="connsiteX26" fmla="*/ 6598628 w 6840441"/>
              <a:gd name="connsiteY26" fmla="*/ 303578 h 1822111"/>
              <a:gd name="connsiteX27" fmla="*/ 6554178 w 6840441"/>
              <a:gd name="connsiteY27" fmla="*/ 194620 h 1822111"/>
              <a:gd name="connsiteX28" fmla="*/ 6535128 w 6840441"/>
              <a:gd name="connsiteY28" fmla="*/ 27550 h 1822111"/>
              <a:gd name="connsiteX29" fmla="*/ 6681177 w 6840441"/>
              <a:gd name="connsiteY29" fmla="*/ 13025 h 1822111"/>
              <a:gd name="connsiteX30" fmla="*/ 6833220 w 6840441"/>
              <a:gd name="connsiteY30" fmla="*/ 26287 h 1822111"/>
              <a:gd name="connsiteX31" fmla="*/ 6814528 w 6840441"/>
              <a:gd name="connsiteY31" fmla="*/ 252730 h 1822111"/>
              <a:gd name="connsiteX32" fmla="*/ 6770078 w 6840441"/>
              <a:gd name="connsiteY32" fmla="*/ 405271 h 1822111"/>
              <a:gd name="connsiteX33" fmla="*/ 6757377 w 6840441"/>
              <a:gd name="connsiteY33" fmla="*/ 659506 h 1822111"/>
              <a:gd name="connsiteX34" fmla="*/ 6681177 w 6840441"/>
              <a:gd name="connsiteY34" fmla="*/ 775729 h 1822111"/>
              <a:gd name="connsiteX35" fmla="*/ 6570754 w 6840441"/>
              <a:gd name="connsiteY35" fmla="*/ 797321 h 1822111"/>
              <a:gd name="connsiteX36" fmla="*/ 6356969 w 6840441"/>
              <a:gd name="connsiteY36" fmla="*/ 712560 h 1822111"/>
              <a:gd name="connsiteX37" fmla="*/ 6090627 w 6840441"/>
              <a:gd name="connsiteY37" fmla="*/ 398005 h 1822111"/>
              <a:gd name="connsiteX38" fmla="*/ 5853204 w 6840441"/>
              <a:gd name="connsiteY38" fmla="*/ 276774 h 1822111"/>
              <a:gd name="connsiteX39" fmla="*/ 5529354 w 6840441"/>
              <a:gd name="connsiteY39" fmla="*/ 257389 h 1822111"/>
              <a:gd name="connsiteX40" fmla="*/ 5347320 w 6840441"/>
              <a:gd name="connsiteY40" fmla="*/ 333589 h 1822111"/>
              <a:gd name="connsiteX41" fmla="*/ 5228787 w 6840441"/>
              <a:gd name="connsiteY41" fmla="*/ 452121 h 1822111"/>
              <a:gd name="connsiteX42" fmla="*/ 5017120 w 6840441"/>
              <a:gd name="connsiteY42" fmla="*/ 833121 h 1822111"/>
              <a:gd name="connsiteX43" fmla="*/ 4839320 w 6840441"/>
              <a:gd name="connsiteY43" fmla="*/ 985522 h 1822111"/>
              <a:gd name="connsiteX44" fmla="*/ 4427128 w 6840441"/>
              <a:gd name="connsiteY44" fmla="*/ 1018010 h 1822111"/>
              <a:gd name="connsiteX45" fmla="*/ 3767831 w 6840441"/>
              <a:gd name="connsiteY45" fmla="*/ 839283 h 1822111"/>
              <a:gd name="connsiteX46" fmla="*/ 3353620 w 6840441"/>
              <a:gd name="connsiteY46" fmla="*/ 842833 h 1822111"/>
              <a:gd name="connsiteX47" fmla="*/ 2685213 w 6840441"/>
              <a:gd name="connsiteY47" fmla="*/ 1324293 h 1822111"/>
              <a:gd name="connsiteX48" fmla="*/ 2169206 w 6840441"/>
              <a:gd name="connsiteY48" fmla="*/ 1690437 h 1822111"/>
              <a:gd name="connsiteX49" fmla="*/ 2011182 w 6840441"/>
              <a:gd name="connsiteY49" fmla="*/ 1733720 h 1822111"/>
              <a:gd name="connsiteX50" fmla="*/ 1754272 w 6840441"/>
              <a:gd name="connsiteY50" fmla="*/ 1737123 h 1822111"/>
              <a:gd name="connsiteX51" fmla="*/ 1551066 w 6840441"/>
              <a:gd name="connsiteY51" fmla="*/ 1680130 h 1822111"/>
              <a:gd name="connsiteX52" fmla="*/ 1390398 w 6840441"/>
              <a:gd name="connsiteY52" fmla="*/ 1692275 h 1822111"/>
              <a:gd name="connsiteX53" fmla="*/ 1159247 w 6840441"/>
              <a:gd name="connsiteY53" fmla="*/ 1765618 h 1822111"/>
              <a:gd name="connsiteX54" fmla="*/ 904580 w 6840441"/>
              <a:gd name="connsiteY54" fmla="*/ 1822111 h 1822111"/>
              <a:gd name="connsiteX55" fmla="*/ 688319 w 6840441"/>
              <a:gd name="connsiteY55" fmla="*/ 1756281 h 1822111"/>
              <a:gd name="connsiteX56" fmla="*/ 471336 w 6840441"/>
              <a:gd name="connsiteY56" fmla="*/ 1652861 h 1822111"/>
              <a:gd name="connsiteX57" fmla="*/ 240137 w 6840441"/>
              <a:gd name="connsiteY57" fmla="*/ 1549022 h 1822111"/>
              <a:gd name="connsiteX58" fmla="*/ 38841 w 6840441"/>
              <a:gd name="connsiteY58" fmla="*/ 1369294 h 1822111"/>
              <a:gd name="connsiteX0" fmla="*/ 38841 w 6840441"/>
              <a:gd name="connsiteY0" fmla="*/ 1369294 h 1822111"/>
              <a:gd name="connsiteX1" fmla="*/ 21972 w 6840441"/>
              <a:gd name="connsiteY1" fmla="*/ 1142521 h 1822111"/>
              <a:gd name="connsiteX2" fmla="*/ 4660 w 6840441"/>
              <a:gd name="connsiteY2" fmla="*/ 970226 h 1822111"/>
              <a:gd name="connsiteX3" fmla="*/ 108054 w 6840441"/>
              <a:gd name="connsiteY3" fmla="*/ 960965 h 1822111"/>
              <a:gd name="connsiteX4" fmla="*/ 103193 w 6840441"/>
              <a:gd name="connsiteY4" fmla="*/ 1116269 h 1822111"/>
              <a:gd name="connsiteX5" fmla="*/ 104686 w 6840441"/>
              <a:gd name="connsiteY5" fmla="*/ 1324117 h 1822111"/>
              <a:gd name="connsiteX6" fmla="*/ 286624 w 6840441"/>
              <a:gd name="connsiteY6" fmla="*/ 1483778 h 1822111"/>
              <a:gd name="connsiteX7" fmla="*/ 604481 w 6840441"/>
              <a:gd name="connsiteY7" fmla="*/ 1623162 h 1822111"/>
              <a:gd name="connsiteX8" fmla="*/ 888309 w 6840441"/>
              <a:gd name="connsiteY8" fmla="*/ 1730823 h 1822111"/>
              <a:gd name="connsiteX9" fmla="*/ 1335769 w 6840441"/>
              <a:gd name="connsiteY9" fmla="*/ 1612187 h 1822111"/>
              <a:gd name="connsiteX10" fmla="*/ 1535506 w 6840441"/>
              <a:gd name="connsiteY10" fmla="*/ 1574412 h 1822111"/>
              <a:gd name="connsiteX11" fmla="*/ 1729059 w 6840441"/>
              <a:gd name="connsiteY11" fmla="*/ 1639182 h 1822111"/>
              <a:gd name="connsiteX12" fmla="*/ 1900199 w 6840441"/>
              <a:gd name="connsiteY12" fmla="*/ 1649229 h 1822111"/>
              <a:gd name="connsiteX13" fmla="*/ 2096933 w 6840441"/>
              <a:gd name="connsiteY13" fmla="*/ 1609820 h 1822111"/>
              <a:gd name="connsiteX14" fmla="*/ 2279823 w 6840441"/>
              <a:gd name="connsiteY14" fmla="*/ 1507552 h 1822111"/>
              <a:gd name="connsiteX15" fmla="*/ 2523236 w 6840441"/>
              <a:gd name="connsiteY15" fmla="*/ 1330255 h 1822111"/>
              <a:gd name="connsiteX16" fmla="*/ 3378063 w 6840441"/>
              <a:gd name="connsiteY16" fmla="*/ 736610 h 1822111"/>
              <a:gd name="connsiteX17" fmla="*/ 4746187 w 6840441"/>
              <a:gd name="connsiteY17" fmla="*/ 909322 h 1822111"/>
              <a:gd name="connsiteX18" fmla="*/ 5245720 w 6840441"/>
              <a:gd name="connsiteY18" fmla="*/ 274322 h 1822111"/>
              <a:gd name="connsiteX19" fmla="*/ 5810871 w 6840441"/>
              <a:gd name="connsiteY19" fmla="*/ 172768 h 1822111"/>
              <a:gd name="connsiteX20" fmla="*/ 6240554 w 6840441"/>
              <a:gd name="connsiteY20" fmla="*/ 428302 h 1822111"/>
              <a:gd name="connsiteX21" fmla="*/ 6401776 w 6840441"/>
              <a:gd name="connsiteY21" fmla="*/ 623187 h 1822111"/>
              <a:gd name="connsiteX22" fmla="*/ 6554176 w 6840441"/>
              <a:gd name="connsiteY22" fmla="*/ 703089 h 1822111"/>
              <a:gd name="connsiteX23" fmla="*/ 6668476 w 6840441"/>
              <a:gd name="connsiteY23" fmla="*/ 674034 h 1822111"/>
              <a:gd name="connsiteX24" fmla="*/ 6697754 w 6840441"/>
              <a:gd name="connsiteY24" fmla="*/ 529995 h 1822111"/>
              <a:gd name="connsiteX25" fmla="*/ 6668477 w 6840441"/>
              <a:gd name="connsiteY25" fmla="*/ 390745 h 1822111"/>
              <a:gd name="connsiteX26" fmla="*/ 6598628 w 6840441"/>
              <a:gd name="connsiteY26" fmla="*/ 303578 h 1822111"/>
              <a:gd name="connsiteX27" fmla="*/ 6554178 w 6840441"/>
              <a:gd name="connsiteY27" fmla="*/ 194620 h 1822111"/>
              <a:gd name="connsiteX28" fmla="*/ 6535128 w 6840441"/>
              <a:gd name="connsiteY28" fmla="*/ 27550 h 1822111"/>
              <a:gd name="connsiteX29" fmla="*/ 6681177 w 6840441"/>
              <a:gd name="connsiteY29" fmla="*/ 13025 h 1822111"/>
              <a:gd name="connsiteX30" fmla="*/ 6833220 w 6840441"/>
              <a:gd name="connsiteY30" fmla="*/ 26287 h 1822111"/>
              <a:gd name="connsiteX31" fmla="*/ 6814528 w 6840441"/>
              <a:gd name="connsiteY31" fmla="*/ 252730 h 1822111"/>
              <a:gd name="connsiteX32" fmla="*/ 6770078 w 6840441"/>
              <a:gd name="connsiteY32" fmla="*/ 405271 h 1822111"/>
              <a:gd name="connsiteX33" fmla="*/ 6757377 w 6840441"/>
              <a:gd name="connsiteY33" fmla="*/ 659506 h 1822111"/>
              <a:gd name="connsiteX34" fmla="*/ 6681177 w 6840441"/>
              <a:gd name="connsiteY34" fmla="*/ 775729 h 1822111"/>
              <a:gd name="connsiteX35" fmla="*/ 6570754 w 6840441"/>
              <a:gd name="connsiteY35" fmla="*/ 797321 h 1822111"/>
              <a:gd name="connsiteX36" fmla="*/ 6356969 w 6840441"/>
              <a:gd name="connsiteY36" fmla="*/ 712560 h 1822111"/>
              <a:gd name="connsiteX37" fmla="*/ 6090627 w 6840441"/>
              <a:gd name="connsiteY37" fmla="*/ 398005 h 1822111"/>
              <a:gd name="connsiteX38" fmla="*/ 5853204 w 6840441"/>
              <a:gd name="connsiteY38" fmla="*/ 276774 h 1822111"/>
              <a:gd name="connsiteX39" fmla="*/ 5529354 w 6840441"/>
              <a:gd name="connsiteY39" fmla="*/ 257389 h 1822111"/>
              <a:gd name="connsiteX40" fmla="*/ 5347320 w 6840441"/>
              <a:gd name="connsiteY40" fmla="*/ 333589 h 1822111"/>
              <a:gd name="connsiteX41" fmla="*/ 5228787 w 6840441"/>
              <a:gd name="connsiteY41" fmla="*/ 452121 h 1822111"/>
              <a:gd name="connsiteX42" fmla="*/ 5017120 w 6840441"/>
              <a:gd name="connsiteY42" fmla="*/ 833121 h 1822111"/>
              <a:gd name="connsiteX43" fmla="*/ 4839320 w 6840441"/>
              <a:gd name="connsiteY43" fmla="*/ 985522 h 1822111"/>
              <a:gd name="connsiteX44" fmla="*/ 4427128 w 6840441"/>
              <a:gd name="connsiteY44" fmla="*/ 1018010 h 1822111"/>
              <a:gd name="connsiteX45" fmla="*/ 3767831 w 6840441"/>
              <a:gd name="connsiteY45" fmla="*/ 839283 h 1822111"/>
              <a:gd name="connsiteX46" fmla="*/ 3353620 w 6840441"/>
              <a:gd name="connsiteY46" fmla="*/ 842833 h 1822111"/>
              <a:gd name="connsiteX47" fmla="*/ 2685213 w 6840441"/>
              <a:gd name="connsiteY47" fmla="*/ 1324293 h 1822111"/>
              <a:gd name="connsiteX48" fmla="*/ 2169206 w 6840441"/>
              <a:gd name="connsiteY48" fmla="*/ 1690437 h 1822111"/>
              <a:gd name="connsiteX49" fmla="*/ 2011182 w 6840441"/>
              <a:gd name="connsiteY49" fmla="*/ 1733720 h 1822111"/>
              <a:gd name="connsiteX50" fmla="*/ 1754272 w 6840441"/>
              <a:gd name="connsiteY50" fmla="*/ 1737123 h 1822111"/>
              <a:gd name="connsiteX51" fmla="*/ 1551066 w 6840441"/>
              <a:gd name="connsiteY51" fmla="*/ 1680130 h 1822111"/>
              <a:gd name="connsiteX52" fmla="*/ 1390398 w 6840441"/>
              <a:gd name="connsiteY52" fmla="*/ 1692275 h 1822111"/>
              <a:gd name="connsiteX53" fmla="*/ 1159247 w 6840441"/>
              <a:gd name="connsiteY53" fmla="*/ 1765618 h 1822111"/>
              <a:gd name="connsiteX54" fmla="*/ 904580 w 6840441"/>
              <a:gd name="connsiteY54" fmla="*/ 1822111 h 1822111"/>
              <a:gd name="connsiteX55" fmla="*/ 688319 w 6840441"/>
              <a:gd name="connsiteY55" fmla="*/ 1756281 h 1822111"/>
              <a:gd name="connsiteX56" fmla="*/ 471336 w 6840441"/>
              <a:gd name="connsiteY56" fmla="*/ 1652861 h 1822111"/>
              <a:gd name="connsiteX57" fmla="*/ 240137 w 6840441"/>
              <a:gd name="connsiteY57" fmla="*/ 1549022 h 1822111"/>
              <a:gd name="connsiteX58" fmla="*/ 38841 w 6840441"/>
              <a:gd name="connsiteY58" fmla="*/ 1369294 h 1822111"/>
              <a:gd name="connsiteX0" fmla="*/ 38841 w 6840441"/>
              <a:gd name="connsiteY0" fmla="*/ 1369294 h 1822111"/>
              <a:gd name="connsiteX1" fmla="*/ 21972 w 6840441"/>
              <a:gd name="connsiteY1" fmla="*/ 1142521 h 1822111"/>
              <a:gd name="connsiteX2" fmla="*/ 4660 w 6840441"/>
              <a:gd name="connsiteY2" fmla="*/ 970226 h 1822111"/>
              <a:gd name="connsiteX3" fmla="*/ 108054 w 6840441"/>
              <a:gd name="connsiteY3" fmla="*/ 960965 h 1822111"/>
              <a:gd name="connsiteX4" fmla="*/ 103193 w 6840441"/>
              <a:gd name="connsiteY4" fmla="*/ 1116269 h 1822111"/>
              <a:gd name="connsiteX5" fmla="*/ 104686 w 6840441"/>
              <a:gd name="connsiteY5" fmla="*/ 1324117 h 1822111"/>
              <a:gd name="connsiteX6" fmla="*/ 286624 w 6840441"/>
              <a:gd name="connsiteY6" fmla="*/ 1483778 h 1822111"/>
              <a:gd name="connsiteX7" fmla="*/ 604481 w 6840441"/>
              <a:gd name="connsiteY7" fmla="*/ 1623162 h 1822111"/>
              <a:gd name="connsiteX8" fmla="*/ 888309 w 6840441"/>
              <a:gd name="connsiteY8" fmla="*/ 1730823 h 1822111"/>
              <a:gd name="connsiteX9" fmla="*/ 1335769 w 6840441"/>
              <a:gd name="connsiteY9" fmla="*/ 1612187 h 1822111"/>
              <a:gd name="connsiteX10" fmla="*/ 1535506 w 6840441"/>
              <a:gd name="connsiteY10" fmla="*/ 1574412 h 1822111"/>
              <a:gd name="connsiteX11" fmla="*/ 1729059 w 6840441"/>
              <a:gd name="connsiteY11" fmla="*/ 1639182 h 1822111"/>
              <a:gd name="connsiteX12" fmla="*/ 1900199 w 6840441"/>
              <a:gd name="connsiteY12" fmla="*/ 1649229 h 1822111"/>
              <a:gd name="connsiteX13" fmla="*/ 2096933 w 6840441"/>
              <a:gd name="connsiteY13" fmla="*/ 1609820 h 1822111"/>
              <a:gd name="connsiteX14" fmla="*/ 2279823 w 6840441"/>
              <a:gd name="connsiteY14" fmla="*/ 1507552 h 1822111"/>
              <a:gd name="connsiteX15" fmla="*/ 2523236 w 6840441"/>
              <a:gd name="connsiteY15" fmla="*/ 1330255 h 1822111"/>
              <a:gd name="connsiteX16" fmla="*/ 3378063 w 6840441"/>
              <a:gd name="connsiteY16" fmla="*/ 736610 h 1822111"/>
              <a:gd name="connsiteX17" fmla="*/ 4746187 w 6840441"/>
              <a:gd name="connsiteY17" fmla="*/ 909322 h 1822111"/>
              <a:gd name="connsiteX18" fmla="*/ 5245720 w 6840441"/>
              <a:gd name="connsiteY18" fmla="*/ 274322 h 1822111"/>
              <a:gd name="connsiteX19" fmla="*/ 5810871 w 6840441"/>
              <a:gd name="connsiteY19" fmla="*/ 172768 h 1822111"/>
              <a:gd name="connsiteX20" fmla="*/ 6240554 w 6840441"/>
              <a:gd name="connsiteY20" fmla="*/ 428302 h 1822111"/>
              <a:gd name="connsiteX21" fmla="*/ 6401776 w 6840441"/>
              <a:gd name="connsiteY21" fmla="*/ 623187 h 1822111"/>
              <a:gd name="connsiteX22" fmla="*/ 6554176 w 6840441"/>
              <a:gd name="connsiteY22" fmla="*/ 703089 h 1822111"/>
              <a:gd name="connsiteX23" fmla="*/ 6668476 w 6840441"/>
              <a:gd name="connsiteY23" fmla="*/ 674034 h 1822111"/>
              <a:gd name="connsiteX24" fmla="*/ 6697754 w 6840441"/>
              <a:gd name="connsiteY24" fmla="*/ 529995 h 1822111"/>
              <a:gd name="connsiteX25" fmla="*/ 6668477 w 6840441"/>
              <a:gd name="connsiteY25" fmla="*/ 390745 h 1822111"/>
              <a:gd name="connsiteX26" fmla="*/ 6598628 w 6840441"/>
              <a:gd name="connsiteY26" fmla="*/ 303578 h 1822111"/>
              <a:gd name="connsiteX27" fmla="*/ 6554178 w 6840441"/>
              <a:gd name="connsiteY27" fmla="*/ 194620 h 1822111"/>
              <a:gd name="connsiteX28" fmla="*/ 6535128 w 6840441"/>
              <a:gd name="connsiteY28" fmla="*/ 27550 h 1822111"/>
              <a:gd name="connsiteX29" fmla="*/ 6681177 w 6840441"/>
              <a:gd name="connsiteY29" fmla="*/ 13025 h 1822111"/>
              <a:gd name="connsiteX30" fmla="*/ 6833220 w 6840441"/>
              <a:gd name="connsiteY30" fmla="*/ 26287 h 1822111"/>
              <a:gd name="connsiteX31" fmla="*/ 6814528 w 6840441"/>
              <a:gd name="connsiteY31" fmla="*/ 252730 h 1822111"/>
              <a:gd name="connsiteX32" fmla="*/ 6770078 w 6840441"/>
              <a:gd name="connsiteY32" fmla="*/ 405271 h 1822111"/>
              <a:gd name="connsiteX33" fmla="*/ 6757377 w 6840441"/>
              <a:gd name="connsiteY33" fmla="*/ 659506 h 1822111"/>
              <a:gd name="connsiteX34" fmla="*/ 6681177 w 6840441"/>
              <a:gd name="connsiteY34" fmla="*/ 775729 h 1822111"/>
              <a:gd name="connsiteX35" fmla="*/ 6570754 w 6840441"/>
              <a:gd name="connsiteY35" fmla="*/ 797321 h 1822111"/>
              <a:gd name="connsiteX36" fmla="*/ 6356969 w 6840441"/>
              <a:gd name="connsiteY36" fmla="*/ 712560 h 1822111"/>
              <a:gd name="connsiteX37" fmla="*/ 6090627 w 6840441"/>
              <a:gd name="connsiteY37" fmla="*/ 398005 h 1822111"/>
              <a:gd name="connsiteX38" fmla="*/ 5853204 w 6840441"/>
              <a:gd name="connsiteY38" fmla="*/ 276774 h 1822111"/>
              <a:gd name="connsiteX39" fmla="*/ 5529354 w 6840441"/>
              <a:gd name="connsiteY39" fmla="*/ 257389 h 1822111"/>
              <a:gd name="connsiteX40" fmla="*/ 5347320 w 6840441"/>
              <a:gd name="connsiteY40" fmla="*/ 333589 h 1822111"/>
              <a:gd name="connsiteX41" fmla="*/ 5228787 w 6840441"/>
              <a:gd name="connsiteY41" fmla="*/ 452121 h 1822111"/>
              <a:gd name="connsiteX42" fmla="*/ 5017120 w 6840441"/>
              <a:gd name="connsiteY42" fmla="*/ 833121 h 1822111"/>
              <a:gd name="connsiteX43" fmla="*/ 4839320 w 6840441"/>
              <a:gd name="connsiteY43" fmla="*/ 985522 h 1822111"/>
              <a:gd name="connsiteX44" fmla="*/ 4427128 w 6840441"/>
              <a:gd name="connsiteY44" fmla="*/ 1018010 h 1822111"/>
              <a:gd name="connsiteX45" fmla="*/ 3767831 w 6840441"/>
              <a:gd name="connsiteY45" fmla="*/ 839283 h 1822111"/>
              <a:gd name="connsiteX46" fmla="*/ 3353620 w 6840441"/>
              <a:gd name="connsiteY46" fmla="*/ 842833 h 1822111"/>
              <a:gd name="connsiteX47" fmla="*/ 2685213 w 6840441"/>
              <a:gd name="connsiteY47" fmla="*/ 1324293 h 1822111"/>
              <a:gd name="connsiteX48" fmla="*/ 2183977 w 6840441"/>
              <a:gd name="connsiteY48" fmla="*/ 1672278 h 1822111"/>
              <a:gd name="connsiteX49" fmla="*/ 2011182 w 6840441"/>
              <a:gd name="connsiteY49" fmla="*/ 1733720 h 1822111"/>
              <a:gd name="connsiteX50" fmla="*/ 1754272 w 6840441"/>
              <a:gd name="connsiteY50" fmla="*/ 1737123 h 1822111"/>
              <a:gd name="connsiteX51" fmla="*/ 1551066 w 6840441"/>
              <a:gd name="connsiteY51" fmla="*/ 1680130 h 1822111"/>
              <a:gd name="connsiteX52" fmla="*/ 1390398 w 6840441"/>
              <a:gd name="connsiteY52" fmla="*/ 1692275 h 1822111"/>
              <a:gd name="connsiteX53" fmla="*/ 1159247 w 6840441"/>
              <a:gd name="connsiteY53" fmla="*/ 1765618 h 1822111"/>
              <a:gd name="connsiteX54" fmla="*/ 904580 w 6840441"/>
              <a:gd name="connsiteY54" fmla="*/ 1822111 h 1822111"/>
              <a:gd name="connsiteX55" fmla="*/ 688319 w 6840441"/>
              <a:gd name="connsiteY55" fmla="*/ 1756281 h 1822111"/>
              <a:gd name="connsiteX56" fmla="*/ 471336 w 6840441"/>
              <a:gd name="connsiteY56" fmla="*/ 1652861 h 1822111"/>
              <a:gd name="connsiteX57" fmla="*/ 240137 w 6840441"/>
              <a:gd name="connsiteY57" fmla="*/ 1549022 h 1822111"/>
              <a:gd name="connsiteX58" fmla="*/ 38841 w 6840441"/>
              <a:gd name="connsiteY58" fmla="*/ 1369294 h 1822111"/>
              <a:gd name="connsiteX0" fmla="*/ 38841 w 6840441"/>
              <a:gd name="connsiteY0" fmla="*/ 1369294 h 1822111"/>
              <a:gd name="connsiteX1" fmla="*/ 21972 w 6840441"/>
              <a:gd name="connsiteY1" fmla="*/ 1142521 h 1822111"/>
              <a:gd name="connsiteX2" fmla="*/ 4660 w 6840441"/>
              <a:gd name="connsiteY2" fmla="*/ 970226 h 1822111"/>
              <a:gd name="connsiteX3" fmla="*/ 108054 w 6840441"/>
              <a:gd name="connsiteY3" fmla="*/ 960965 h 1822111"/>
              <a:gd name="connsiteX4" fmla="*/ 103193 w 6840441"/>
              <a:gd name="connsiteY4" fmla="*/ 1116269 h 1822111"/>
              <a:gd name="connsiteX5" fmla="*/ 104686 w 6840441"/>
              <a:gd name="connsiteY5" fmla="*/ 1324117 h 1822111"/>
              <a:gd name="connsiteX6" fmla="*/ 286624 w 6840441"/>
              <a:gd name="connsiteY6" fmla="*/ 1483778 h 1822111"/>
              <a:gd name="connsiteX7" fmla="*/ 604481 w 6840441"/>
              <a:gd name="connsiteY7" fmla="*/ 1623162 h 1822111"/>
              <a:gd name="connsiteX8" fmla="*/ 888309 w 6840441"/>
              <a:gd name="connsiteY8" fmla="*/ 1730823 h 1822111"/>
              <a:gd name="connsiteX9" fmla="*/ 1335769 w 6840441"/>
              <a:gd name="connsiteY9" fmla="*/ 1612187 h 1822111"/>
              <a:gd name="connsiteX10" fmla="*/ 1535506 w 6840441"/>
              <a:gd name="connsiteY10" fmla="*/ 1574412 h 1822111"/>
              <a:gd name="connsiteX11" fmla="*/ 1729059 w 6840441"/>
              <a:gd name="connsiteY11" fmla="*/ 1639182 h 1822111"/>
              <a:gd name="connsiteX12" fmla="*/ 1900199 w 6840441"/>
              <a:gd name="connsiteY12" fmla="*/ 1649229 h 1822111"/>
              <a:gd name="connsiteX13" fmla="*/ 2096933 w 6840441"/>
              <a:gd name="connsiteY13" fmla="*/ 1609820 h 1822111"/>
              <a:gd name="connsiteX14" fmla="*/ 2279823 w 6840441"/>
              <a:gd name="connsiteY14" fmla="*/ 1507552 h 1822111"/>
              <a:gd name="connsiteX15" fmla="*/ 2523236 w 6840441"/>
              <a:gd name="connsiteY15" fmla="*/ 1330255 h 1822111"/>
              <a:gd name="connsiteX16" fmla="*/ 3378063 w 6840441"/>
              <a:gd name="connsiteY16" fmla="*/ 736610 h 1822111"/>
              <a:gd name="connsiteX17" fmla="*/ 4746187 w 6840441"/>
              <a:gd name="connsiteY17" fmla="*/ 909322 h 1822111"/>
              <a:gd name="connsiteX18" fmla="*/ 5245720 w 6840441"/>
              <a:gd name="connsiteY18" fmla="*/ 274322 h 1822111"/>
              <a:gd name="connsiteX19" fmla="*/ 5810871 w 6840441"/>
              <a:gd name="connsiteY19" fmla="*/ 172768 h 1822111"/>
              <a:gd name="connsiteX20" fmla="*/ 6240554 w 6840441"/>
              <a:gd name="connsiteY20" fmla="*/ 428302 h 1822111"/>
              <a:gd name="connsiteX21" fmla="*/ 6401776 w 6840441"/>
              <a:gd name="connsiteY21" fmla="*/ 623187 h 1822111"/>
              <a:gd name="connsiteX22" fmla="*/ 6554176 w 6840441"/>
              <a:gd name="connsiteY22" fmla="*/ 703089 h 1822111"/>
              <a:gd name="connsiteX23" fmla="*/ 6668476 w 6840441"/>
              <a:gd name="connsiteY23" fmla="*/ 674034 h 1822111"/>
              <a:gd name="connsiteX24" fmla="*/ 6697754 w 6840441"/>
              <a:gd name="connsiteY24" fmla="*/ 529995 h 1822111"/>
              <a:gd name="connsiteX25" fmla="*/ 6668477 w 6840441"/>
              <a:gd name="connsiteY25" fmla="*/ 390745 h 1822111"/>
              <a:gd name="connsiteX26" fmla="*/ 6598628 w 6840441"/>
              <a:gd name="connsiteY26" fmla="*/ 303578 h 1822111"/>
              <a:gd name="connsiteX27" fmla="*/ 6554178 w 6840441"/>
              <a:gd name="connsiteY27" fmla="*/ 194620 h 1822111"/>
              <a:gd name="connsiteX28" fmla="*/ 6535128 w 6840441"/>
              <a:gd name="connsiteY28" fmla="*/ 27550 h 1822111"/>
              <a:gd name="connsiteX29" fmla="*/ 6681177 w 6840441"/>
              <a:gd name="connsiteY29" fmla="*/ 13025 h 1822111"/>
              <a:gd name="connsiteX30" fmla="*/ 6833220 w 6840441"/>
              <a:gd name="connsiteY30" fmla="*/ 26287 h 1822111"/>
              <a:gd name="connsiteX31" fmla="*/ 6814528 w 6840441"/>
              <a:gd name="connsiteY31" fmla="*/ 252730 h 1822111"/>
              <a:gd name="connsiteX32" fmla="*/ 6770078 w 6840441"/>
              <a:gd name="connsiteY32" fmla="*/ 405271 h 1822111"/>
              <a:gd name="connsiteX33" fmla="*/ 6757377 w 6840441"/>
              <a:gd name="connsiteY33" fmla="*/ 659506 h 1822111"/>
              <a:gd name="connsiteX34" fmla="*/ 6681177 w 6840441"/>
              <a:gd name="connsiteY34" fmla="*/ 775729 h 1822111"/>
              <a:gd name="connsiteX35" fmla="*/ 6570754 w 6840441"/>
              <a:gd name="connsiteY35" fmla="*/ 797321 h 1822111"/>
              <a:gd name="connsiteX36" fmla="*/ 6356969 w 6840441"/>
              <a:gd name="connsiteY36" fmla="*/ 712560 h 1822111"/>
              <a:gd name="connsiteX37" fmla="*/ 6090627 w 6840441"/>
              <a:gd name="connsiteY37" fmla="*/ 398005 h 1822111"/>
              <a:gd name="connsiteX38" fmla="*/ 5853204 w 6840441"/>
              <a:gd name="connsiteY38" fmla="*/ 276774 h 1822111"/>
              <a:gd name="connsiteX39" fmla="*/ 5529354 w 6840441"/>
              <a:gd name="connsiteY39" fmla="*/ 257389 h 1822111"/>
              <a:gd name="connsiteX40" fmla="*/ 5347320 w 6840441"/>
              <a:gd name="connsiteY40" fmla="*/ 333589 h 1822111"/>
              <a:gd name="connsiteX41" fmla="*/ 5228787 w 6840441"/>
              <a:gd name="connsiteY41" fmla="*/ 452121 h 1822111"/>
              <a:gd name="connsiteX42" fmla="*/ 5017120 w 6840441"/>
              <a:gd name="connsiteY42" fmla="*/ 833121 h 1822111"/>
              <a:gd name="connsiteX43" fmla="*/ 4839320 w 6840441"/>
              <a:gd name="connsiteY43" fmla="*/ 985522 h 1822111"/>
              <a:gd name="connsiteX44" fmla="*/ 4427128 w 6840441"/>
              <a:gd name="connsiteY44" fmla="*/ 1018010 h 1822111"/>
              <a:gd name="connsiteX45" fmla="*/ 3767831 w 6840441"/>
              <a:gd name="connsiteY45" fmla="*/ 839283 h 1822111"/>
              <a:gd name="connsiteX46" fmla="*/ 3353620 w 6840441"/>
              <a:gd name="connsiteY46" fmla="*/ 842833 h 1822111"/>
              <a:gd name="connsiteX47" fmla="*/ 2685213 w 6840441"/>
              <a:gd name="connsiteY47" fmla="*/ 1324293 h 1822111"/>
              <a:gd name="connsiteX48" fmla="*/ 2183977 w 6840441"/>
              <a:gd name="connsiteY48" fmla="*/ 1672278 h 1822111"/>
              <a:gd name="connsiteX49" fmla="*/ 2011182 w 6840441"/>
              <a:gd name="connsiteY49" fmla="*/ 1733720 h 1822111"/>
              <a:gd name="connsiteX50" fmla="*/ 1754272 w 6840441"/>
              <a:gd name="connsiteY50" fmla="*/ 1737123 h 1822111"/>
              <a:gd name="connsiteX51" fmla="*/ 1551066 w 6840441"/>
              <a:gd name="connsiteY51" fmla="*/ 1680130 h 1822111"/>
              <a:gd name="connsiteX52" fmla="*/ 1390398 w 6840441"/>
              <a:gd name="connsiteY52" fmla="*/ 1692275 h 1822111"/>
              <a:gd name="connsiteX53" fmla="*/ 1159247 w 6840441"/>
              <a:gd name="connsiteY53" fmla="*/ 1765618 h 1822111"/>
              <a:gd name="connsiteX54" fmla="*/ 904580 w 6840441"/>
              <a:gd name="connsiteY54" fmla="*/ 1822111 h 1822111"/>
              <a:gd name="connsiteX55" fmla="*/ 688319 w 6840441"/>
              <a:gd name="connsiteY55" fmla="*/ 1756281 h 1822111"/>
              <a:gd name="connsiteX56" fmla="*/ 471336 w 6840441"/>
              <a:gd name="connsiteY56" fmla="*/ 1652861 h 1822111"/>
              <a:gd name="connsiteX57" fmla="*/ 240137 w 6840441"/>
              <a:gd name="connsiteY57" fmla="*/ 1549022 h 1822111"/>
              <a:gd name="connsiteX58" fmla="*/ 38841 w 6840441"/>
              <a:gd name="connsiteY58" fmla="*/ 1369294 h 1822111"/>
              <a:gd name="connsiteX0" fmla="*/ 38841 w 6840441"/>
              <a:gd name="connsiteY0" fmla="*/ 1369294 h 1822111"/>
              <a:gd name="connsiteX1" fmla="*/ 21972 w 6840441"/>
              <a:gd name="connsiteY1" fmla="*/ 1142521 h 1822111"/>
              <a:gd name="connsiteX2" fmla="*/ 4660 w 6840441"/>
              <a:gd name="connsiteY2" fmla="*/ 970226 h 1822111"/>
              <a:gd name="connsiteX3" fmla="*/ 108054 w 6840441"/>
              <a:gd name="connsiteY3" fmla="*/ 960965 h 1822111"/>
              <a:gd name="connsiteX4" fmla="*/ 103193 w 6840441"/>
              <a:gd name="connsiteY4" fmla="*/ 1116269 h 1822111"/>
              <a:gd name="connsiteX5" fmla="*/ 104686 w 6840441"/>
              <a:gd name="connsiteY5" fmla="*/ 1324117 h 1822111"/>
              <a:gd name="connsiteX6" fmla="*/ 286624 w 6840441"/>
              <a:gd name="connsiteY6" fmla="*/ 1483778 h 1822111"/>
              <a:gd name="connsiteX7" fmla="*/ 604481 w 6840441"/>
              <a:gd name="connsiteY7" fmla="*/ 1623162 h 1822111"/>
              <a:gd name="connsiteX8" fmla="*/ 888309 w 6840441"/>
              <a:gd name="connsiteY8" fmla="*/ 1730823 h 1822111"/>
              <a:gd name="connsiteX9" fmla="*/ 1335769 w 6840441"/>
              <a:gd name="connsiteY9" fmla="*/ 1612187 h 1822111"/>
              <a:gd name="connsiteX10" fmla="*/ 1535506 w 6840441"/>
              <a:gd name="connsiteY10" fmla="*/ 1574412 h 1822111"/>
              <a:gd name="connsiteX11" fmla="*/ 1729059 w 6840441"/>
              <a:gd name="connsiteY11" fmla="*/ 1639182 h 1822111"/>
              <a:gd name="connsiteX12" fmla="*/ 1900199 w 6840441"/>
              <a:gd name="connsiteY12" fmla="*/ 1649229 h 1822111"/>
              <a:gd name="connsiteX13" fmla="*/ 2096933 w 6840441"/>
              <a:gd name="connsiteY13" fmla="*/ 1609820 h 1822111"/>
              <a:gd name="connsiteX14" fmla="*/ 2279823 w 6840441"/>
              <a:gd name="connsiteY14" fmla="*/ 1507552 h 1822111"/>
              <a:gd name="connsiteX15" fmla="*/ 2665032 w 6840441"/>
              <a:gd name="connsiteY15" fmla="*/ 1217665 h 1822111"/>
              <a:gd name="connsiteX16" fmla="*/ 3378063 w 6840441"/>
              <a:gd name="connsiteY16" fmla="*/ 736610 h 1822111"/>
              <a:gd name="connsiteX17" fmla="*/ 4746187 w 6840441"/>
              <a:gd name="connsiteY17" fmla="*/ 909322 h 1822111"/>
              <a:gd name="connsiteX18" fmla="*/ 5245720 w 6840441"/>
              <a:gd name="connsiteY18" fmla="*/ 274322 h 1822111"/>
              <a:gd name="connsiteX19" fmla="*/ 5810871 w 6840441"/>
              <a:gd name="connsiteY19" fmla="*/ 172768 h 1822111"/>
              <a:gd name="connsiteX20" fmla="*/ 6240554 w 6840441"/>
              <a:gd name="connsiteY20" fmla="*/ 428302 h 1822111"/>
              <a:gd name="connsiteX21" fmla="*/ 6401776 w 6840441"/>
              <a:gd name="connsiteY21" fmla="*/ 623187 h 1822111"/>
              <a:gd name="connsiteX22" fmla="*/ 6554176 w 6840441"/>
              <a:gd name="connsiteY22" fmla="*/ 703089 h 1822111"/>
              <a:gd name="connsiteX23" fmla="*/ 6668476 w 6840441"/>
              <a:gd name="connsiteY23" fmla="*/ 674034 h 1822111"/>
              <a:gd name="connsiteX24" fmla="*/ 6697754 w 6840441"/>
              <a:gd name="connsiteY24" fmla="*/ 529995 h 1822111"/>
              <a:gd name="connsiteX25" fmla="*/ 6668477 w 6840441"/>
              <a:gd name="connsiteY25" fmla="*/ 390745 h 1822111"/>
              <a:gd name="connsiteX26" fmla="*/ 6598628 w 6840441"/>
              <a:gd name="connsiteY26" fmla="*/ 303578 h 1822111"/>
              <a:gd name="connsiteX27" fmla="*/ 6554178 w 6840441"/>
              <a:gd name="connsiteY27" fmla="*/ 194620 h 1822111"/>
              <a:gd name="connsiteX28" fmla="*/ 6535128 w 6840441"/>
              <a:gd name="connsiteY28" fmla="*/ 27550 h 1822111"/>
              <a:gd name="connsiteX29" fmla="*/ 6681177 w 6840441"/>
              <a:gd name="connsiteY29" fmla="*/ 13025 h 1822111"/>
              <a:gd name="connsiteX30" fmla="*/ 6833220 w 6840441"/>
              <a:gd name="connsiteY30" fmla="*/ 26287 h 1822111"/>
              <a:gd name="connsiteX31" fmla="*/ 6814528 w 6840441"/>
              <a:gd name="connsiteY31" fmla="*/ 252730 h 1822111"/>
              <a:gd name="connsiteX32" fmla="*/ 6770078 w 6840441"/>
              <a:gd name="connsiteY32" fmla="*/ 405271 h 1822111"/>
              <a:gd name="connsiteX33" fmla="*/ 6757377 w 6840441"/>
              <a:gd name="connsiteY33" fmla="*/ 659506 h 1822111"/>
              <a:gd name="connsiteX34" fmla="*/ 6681177 w 6840441"/>
              <a:gd name="connsiteY34" fmla="*/ 775729 h 1822111"/>
              <a:gd name="connsiteX35" fmla="*/ 6570754 w 6840441"/>
              <a:gd name="connsiteY35" fmla="*/ 797321 h 1822111"/>
              <a:gd name="connsiteX36" fmla="*/ 6356969 w 6840441"/>
              <a:gd name="connsiteY36" fmla="*/ 712560 h 1822111"/>
              <a:gd name="connsiteX37" fmla="*/ 6090627 w 6840441"/>
              <a:gd name="connsiteY37" fmla="*/ 398005 h 1822111"/>
              <a:gd name="connsiteX38" fmla="*/ 5853204 w 6840441"/>
              <a:gd name="connsiteY38" fmla="*/ 276774 h 1822111"/>
              <a:gd name="connsiteX39" fmla="*/ 5529354 w 6840441"/>
              <a:gd name="connsiteY39" fmla="*/ 257389 h 1822111"/>
              <a:gd name="connsiteX40" fmla="*/ 5347320 w 6840441"/>
              <a:gd name="connsiteY40" fmla="*/ 333589 h 1822111"/>
              <a:gd name="connsiteX41" fmla="*/ 5228787 w 6840441"/>
              <a:gd name="connsiteY41" fmla="*/ 452121 h 1822111"/>
              <a:gd name="connsiteX42" fmla="*/ 5017120 w 6840441"/>
              <a:gd name="connsiteY42" fmla="*/ 833121 h 1822111"/>
              <a:gd name="connsiteX43" fmla="*/ 4839320 w 6840441"/>
              <a:gd name="connsiteY43" fmla="*/ 985522 h 1822111"/>
              <a:gd name="connsiteX44" fmla="*/ 4427128 w 6840441"/>
              <a:gd name="connsiteY44" fmla="*/ 1018010 h 1822111"/>
              <a:gd name="connsiteX45" fmla="*/ 3767831 w 6840441"/>
              <a:gd name="connsiteY45" fmla="*/ 839283 h 1822111"/>
              <a:gd name="connsiteX46" fmla="*/ 3353620 w 6840441"/>
              <a:gd name="connsiteY46" fmla="*/ 842833 h 1822111"/>
              <a:gd name="connsiteX47" fmla="*/ 2685213 w 6840441"/>
              <a:gd name="connsiteY47" fmla="*/ 1324293 h 1822111"/>
              <a:gd name="connsiteX48" fmla="*/ 2183977 w 6840441"/>
              <a:gd name="connsiteY48" fmla="*/ 1672278 h 1822111"/>
              <a:gd name="connsiteX49" fmla="*/ 2011182 w 6840441"/>
              <a:gd name="connsiteY49" fmla="*/ 1733720 h 1822111"/>
              <a:gd name="connsiteX50" fmla="*/ 1754272 w 6840441"/>
              <a:gd name="connsiteY50" fmla="*/ 1737123 h 1822111"/>
              <a:gd name="connsiteX51" fmla="*/ 1551066 w 6840441"/>
              <a:gd name="connsiteY51" fmla="*/ 1680130 h 1822111"/>
              <a:gd name="connsiteX52" fmla="*/ 1390398 w 6840441"/>
              <a:gd name="connsiteY52" fmla="*/ 1692275 h 1822111"/>
              <a:gd name="connsiteX53" fmla="*/ 1159247 w 6840441"/>
              <a:gd name="connsiteY53" fmla="*/ 1765618 h 1822111"/>
              <a:gd name="connsiteX54" fmla="*/ 904580 w 6840441"/>
              <a:gd name="connsiteY54" fmla="*/ 1822111 h 1822111"/>
              <a:gd name="connsiteX55" fmla="*/ 688319 w 6840441"/>
              <a:gd name="connsiteY55" fmla="*/ 1756281 h 1822111"/>
              <a:gd name="connsiteX56" fmla="*/ 471336 w 6840441"/>
              <a:gd name="connsiteY56" fmla="*/ 1652861 h 1822111"/>
              <a:gd name="connsiteX57" fmla="*/ 240137 w 6840441"/>
              <a:gd name="connsiteY57" fmla="*/ 1549022 h 1822111"/>
              <a:gd name="connsiteX58" fmla="*/ 38841 w 6840441"/>
              <a:gd name="connsiteY58" fmla="*/ 1369294 h 1822111"/>
              <a:gd name="connsiteX0" fmla="*/ 38841 w 6840441"/>
              <a:gd name="connsiteY0" fmla="*/ 1369294 h 1822111"/>
              <a:gd name="connsiteX1" fmla="*/ 21972 w 6840441"/>
              <a:gd name="connsiteY1" fmla="*/ 1142521 h 1822111"/>
              <a:gd name="connsiteX2" fmla="*/ 4660 w 6840441"/>
              <a:gd name="connsiteY2" fmla="*/ 970226 h 1822111"/>
              <a:gd name="connsiteX3" fmla="*/ 108054 w 6840441"/>
              <a:gd name="connsiteY3" fmla="*/ 960965 h 1822111"/>
              <a:gd name="connsiteX4" fmla="*/ 103193 w 6840441"/>
              <a:gd name="connsiteY4" fmla="*/ 1116269 h 1822111"/>
              <a:gd name="connsiteX5" fmla="*/ 104686 w 6840441"/>
              <a:gd name="connsiteY5" fmla="*/ 1324117 h 1822111"/>
              <a:gd name="connsiteX6" fmla="*/ 286624 w 6840441"/>
              <a:gd name="connsiteY6" fmla="*/ 1483778 h 1822111"/>
              <a:gd name="connsiteX7" fmla="*/ 604481 w 6840441"/>
              <a:gd name="connsiteY7" fmla="*/ 1623162 h 1822111"/>
              <a:gd name="connsiteX8" fmla="*/ 888309 w 6840441"/>
              <a:gd name="connsiteY8" fmla="*/ 1730823 h 1822111"/>
              <a:gd name="connsiteX9" fmla="*/ 1335769 w 6840441"/>
              <a:gd name="connsiteY9" fmla="*/ 1612187 h 1822111"/>
              <a:gd name="connsiteX10" fmla="*/ 1535506 w 6840441"/>
              <a:gd name="connsiteY10" fmla="*/ 1574412 h 1822111"/>
              <a:gd name="connsiteX11" fmla="*/ 1729059 w 6840441"/>
              <a:gd name="connsiteY11" fmla="*/ 1639182 h 1822111"/>
              <a:gd name="connsiteX12" fmla="*/ 1900199 w 6840441"/>
              <a:gd name="connsiteY12" fmla="*/ 1649229 h 1822111"/>
              <a:gd name="connsiteX13" fmla="*/ 2096933 w 6840441"/>
              <a:gd name="connsiteY13" fmla="*/ 1609820 h 1822111"/>
              <a:gd name="connsiteX14" fmla="*/ 2279823 w 6840441"/>
              <a:gd name="connsiteY14" fmla="*/ 1507552 h 1822111"/>
              <a:gd name="connsiteX15" fmla="*/ 2665032 w 6840441"/>
              <a:gd name="connsiteY15" fmla="*/ 1217665 h 1822111"/>
              <a:gd name="connsiteX16" fmla="*/ 3378063 w 6840441"/>
              <a:gd name="connsiteY16" fmla="*/ 736610 h 1822111"/>
              <a:gd name="connsiteX17" fmla="*/ 4746187 w 6840441"/>
              <a:gd name="connsiteY17" fmla="*/ 909322 h 1822111"/>
              <a:gd name="connsiteX18" fmla="*/ 5245720 w 6840441"/>
              <a:gd name="connsiteY18" fmla="*/ 274322 h 1822111"/>
              <a:gd name="connsiteX19" fmla="*/ 5810871 w 6840441"/>
              <a:gd name="connsiteY19" fmla="*/ 172768 h 1822111"/>
              <a:gd name="connsiteX20" fmla="*/ 6240554 w 6840441"/>
              <a:gd name="connsiteY20" fmla="*/ 428302 h 1822111"/>
              <a:gd name="connsiteX21" fmla="*/ 6401776 w 6840441"/>
              <a:gd name="connsiteY21" fmla="*/ 623187 h 1822111"/>
              <a:gd name="connsiteX22" fmla="*/ 6554176 w 6840441"/>
              <a:gd name="connsiteY22" fmla="*/ 703089 h 1822111"/>
              <a:gd name="connsiteX23" fmla="*/ 6668476 w 6840441"/>
              <a:gd name="connsiteY23" fmla="*/ 674034 h 1822111"/>
              <a:gd name="connsiteX24" fmla="*/ 6697754 w 6840441"/>
              <a:gd name="connsiteY24" fmla="*/ 529995 h 1822111"/>
              <a:gd name="connsiteX25" fmla="*/ 6668477 w 6840441"/>
              <a:gd name="connsiteY25" fmla="*/ 390745 h 1822111"/>
              <a:gd name="connsiteX26" fmla="*/ 6598628 w 6840441"/>
              <a:gd name="connsiteY26" fmla="*/ 303578 h 1822111"/>
              <a:gd name="connsiteX27" fmla="*/ 6554178 w 6840441"/>
              <a:gd name="connsiteY27" fmla="*/ 194620 h 1822111"/>
              <a:gd name="connsiteX28" fmla="*/ 6535128 w 6840441"/>
              <a:gd name="connsiteY28" fmla="*/ 27550 h 1822111"/>
              <a:gd name="connsiteX29" fmla="*/ 6681177 w 6840441"/>
              <a:gd name="connsiteY29" fmla="*/ 13025 h 1822111"/>
              <a:gd name="connsiteX30" fmla="*/ 6833220 w 6840441"/>
              <a:gd name="connsiteY30" fmla="*/ 26287 h 1822111"/>
              <a:gd name="connsiteX31" fmla="*/ 6814528 w 6840441"/>
              <a:gd name="connsiteY31" fmla="*/ 252730 h 1822111"/>
              <a:gd name="connsiteX32" fmla="*/ 6770078 w 6840441"/>
              <a:gd name="connsiteY32" fmla="*/ 405271 h 1822111"/>
              <a:gd name="connsiteX33" fmla="*/ 6757377 w 6840441"/>
              <a:gd name="connsiteY33" fmla="*/ 659506 h 1822111"/>
              <a:gd name="connsiteX34" fmla="*/ 6681177 w 6840441"/>
              <a:gd name="connsiteY34" fmla="*/ 775729 h 1822111"/>
              <a:gd name="connsiteX35" fmla="*/ 6570754 w 6840441"/>
              <a:gd name="connsiteY35" fmla="*/ 797321 h 1822111"/>
              <a:gd name="connsiteX36" fmla="*/ 6356969 w 6840441"/>
              <a:gd name="connsiteY36" fmla="*/ 712560 h 1822111"/>
              <a:gd name="connsiteX37" fmla="*/ 6090627 w 6840441"/>
              <a:gd name="connsiteY37" fmla="*/ 398005 h 1822111"/>
              <a:gd name="connsiteX38" fmla="*/ 5853204 w 6840441"/>
              <a:gd name="connsiteY38" fmla="*/ 276774 h 1822111"/>
              <a:gd name="connsiteX39" fmla="*/ 5529354 w 6840441"/>
              <a:gd name="connsiteY39" fmla="*/ 257389 h 1822111"/>
              <a:gd name="connsiteX40" fmla="*/ 5347320 w 6840441"/>
              <a:gd name="connsiteY40" fmla="*/ 333589 h 1822111"/>
              <a:gd name="connsiteX41" fmla="*/ 5228787 w 6840441"/>
              <a:gd name="connsiteY41" fmla="*/ 452121 h 1822111"/>
              <a:gd name="connsiteX42" fmla="*/ 5017120 w 6840441"/>
              <a:gd name="connsiteY42" fmla="*/ 833121 h 1822111"/>
              <a:gd name="connsiteX43" fmla="*/ 4839320 w 6840441"/>
              <a:gd name="connsiteY43" fmla="*/ 985522 h 1822111"/>
              <a:gd name="connsiteX44" fmla="*/ 4427128 w 6840441"/>
              <a:gd name="connsiteY44" fmla="*/ 1018010 h 1822111"/>
              <a:gd name="connsiteX45" fmla="*/ 3767831 w 6840441"/>
              <a:gd name="connsiteY45" fmla="*/ 839283 h 1822111"/>
              <a:gd name="connsiteX46" fmla="*/ 3353620 w 6840441"/>
              <a:gd name="connsiteY46" fmla="*/ 842833 h 1822111"/>
              <a:gd name="connsiteX47" fmla="*/ 2685213 w 6840441"/>
              <a:gd name="connsiteY47" fmla="*/ 1324293 h 1822111"/>
              <a:gd name="connsiteX48" fmla="*/ 2183977 w 6840441"/>
              <a:gd name="connsiteY48" fmla="*/ 1672278 h 1822111"/>
              <a:gd name="connsiteX49" fmla="*/ 2011182 w 6840441"/>
              <a:gd name="connsiteY49" fmla="*/ 1733720 h 1822111"/>
              <a:gd name="connsiteX50" fmla="*/ 1754272 w 6840441"/>
              <a:gd name="connsiteY50" fmla="*/ 1737123 h 1822111"/>
              <a:gd name="connsiteX51" fmla="*/ 1551066 w 6840441"/>
              <a:gd name="connsiteY51" fmla="*/ 1680130 h 1822111"/>
              <a:gd name="connsiteX52" fmla="*/ 1390398 w 6840441"/>
              <a:gd name="connsiteY52" fmla="*/ 1692275 h 1822111"/>
              <a:gd name="connsiteX53" fmla="*/ 1159247 w 6840441"/>
              <a:gd name="connsiteY53" fmla="*/ 1765618 h 1822111"/>
              <a:gd name="connsiteX54" fmla="*/ 904580 w 6840441"/>
              <a:gd name="connsiteY54" fmla="*/ 1822111 h 1822111"/>
              <a:gd name="connsiteX55" fmla="*/ 688319 w 6840441"/>
              <a:gd name="connsiteY55" fmla="*/ 1756281 h 1822111"/>
              <a:gd name="connsiteX56" fmla="*/ 471336 w 6840441"/>
              <a:gd name="connsiteY56" fmla="*/ 1652861 h 1822111"/>
              <a:gd name="connsiteX57" fmla="*/ 240137 w 6840441"/>
              <a:gd name="connsiteY57" fmla="*/ 1549022 h 1822111"/>
              <a:gd name="connsiteX58" fmla="*/ 38841 w 6840441"/>
              <a:gd name="connsiteY58" fmla="*/ 1369294 h 1822111"/>
              <a:gd name="connsiteX0" fmla="*/ 38841 w 6840441"/>
              <a:gd name="connsiteY0" fmla="*/ 1369294 h 1822111"/>
              <a:gd name="connsiteX1" fmla="*/ 21972 w 6840441"/>
              <a:gd name="connsiteY1" fmla="*/ 1142521 h 1822111"/>
              <a:gd name="connsiteX2" fmla="*/ 4660 w 6840441"/>
              <a:gd name="connsiteY2" fmla="*/ 970226 h 1822111"/>
              <a:gd name="connsiteX3" fmla="*/ 108054 w 6840441"/>
              <a:gd name="connsiteY3" fmla="*/ 960965 h 1822111"/>
              <a:gd name="connsiteX4" fmla="*/ 103193 w 6840441"/>
              <a:gd name="connsiteY4" fmla="*/ 1116269 h 1822111"/>
              <a:gd name="connsiteX5" fmla="*/ 104686 w 6840441"/>
              <a:gd name="connsiteY5" fmla="*/ 1324117 h 1822111"/>
              <a:gd name="connsiteX6" fmla="*/ 286624 w 6840441"/>
              <a:gd name="connsiteY6" fmla="*/ 1483778 h 1822111"/>
              <a:gd name="connsiteX7" fmla="*/ 604481 w 6840441"/>
              <a:gd name="connsiteY7" fmla="*/ 1623162 h 1822111"/>
              <a:gd name="connsiteX8" fmla="*/ 888309 w 6840441"/>
              <a:gd name="connsiteY8" fmla="*/ 1730823 h 1822111"/>
              <a:gd name="connsiteX9" fmla="*/ 1335769 w 6840441"/>
              <a:gd name="connsiteY9" fmla="*/ 1612187 h 1822111"/>
              <a:gd name="connsiteX10" fmla="*/ 1535506 w 6840441"/>
              <a:gd name="connsiteY10" fmla="*/ 1574412 h 1822111"/>
              <a:gd name="connsiteX11" fmla="*/ 1729059 w 6840441"/>
              <a:gd name="connsiteY11" fmla="*/ 1639182 h 1822111"/>
              <a:gd name="connsiteX12" fmla="*/ 1900199 w 6840441"/>
              <a:gd name="connsiteY12" fmla="*/ 1649229 h 1822111"/>
              <a:gd name="connsiteX13" fmla="*/ 2096933 w 6840441"/>
              <a:gd name="connsiteY13" fmla="*/ 1609820 h 1822111"/>
              <a:gd name="connsiteX14" fmla="*/ 2279823 w 6840441"/>
              <a:gd name="connsiteY14" fmla="*/ 1507552 h 1822111"/>
              <a:gd name="connsiteX15" fmla="*/ 2735930 w 6840441"/>
              <a:gd name="connsiteY15" fmla="*/ 1155923 h 1822111"/>
              <a:gd name="connsiteX16" fmla="*/ 3378063 w 6840441"/>
              <a:gd name="connsiteY16" fmla="*/ 736610 h 1822111"/>
              <a:gd name="connsiteX17" fmla="*/ 4746187 w 6840441"/>
              <a:gd name="connsiteY17" fmla="*/ 909322 h 1822111"/>
              <a:gd name="connsiteX18" fmla="*/ 5245720 w 6840441"/>
              <a:gd name="connsiteY18" fmla="*/ 274322 h 1822111"/>
              <a:gd name="connsiteX19" fmla="*/ 5810871 w 6840441"/>
              <a:gd name="connsiteY19" fmla="*/ 172768 h 1822111"/>
              <a:gd name="connsiteX20" fmla="*/ 6240554 w 6840441"/>
              <a:gd name="connsiteY20" fmla="*/ 428302 h 1822111"/>
              <a:gd name="connsiteX21" fmla="*/ 6401776 w 6840441"/>
              <a:gd name="connsiteY21" fmla="*/ 623187 h 1822111"/>
              <a:gd name="connsiteX22" fmla="*/ 6554176 w 6840441"/>
              <a:gd name="connsiteY22" fmla="*/ 703089 h 1822111"/>
              <a:gd name="connsiteX23" fmla="*/ 6668476 w 6840441"/>
              <a:gd name="connsiteY23" fmla="*/ 674034 h 1822111"/>
              <a:gd name="connsiteX24" fmla="*/ 6697754 w 6840441"/>
              <a:gd name="connsiteY24" fmla="*/ 529995 h 1822111"/>
              <a:gd name="connsiteX25" fmla="*/ 6668477 w 6840441"/>
              <a:gd name="connsiteY25" fmla="*/ 390745 h 1822111"/>
              <a:gd name="connsiteX26" fmla="*/ 6598628 w 6840441"/>
              <a:gd name="connsiteY26" fmla="*/ 303578 h 1822111"/>
              <a:gd name="connsiteX27" fmla="*/ 6554178 w 6840441"/>
              <a:gd name="connsiteY27" fmla="*/ 194620 h 1822111"/>
              <a:gd name="connsiteX28" fmla="*/ 6535128 w 6840441"/>
              <a:gd name="connsiteY28" fmla="*/ 27550 h 1822111"/>
              <a:gd name="connsiteX29" fmla="*/ 6681177 w 6840441"/>
              <a:gd name="connsiteY29" fmla="*/ 13025 h 1822111"/>
              <a:gd name="connsiteX30" fmla="*/ 6833220 w 6840441"/>
              <a:gd name="connsiteY30" fmla="*/ 26287 h 1822111"/>
              <a:gd name="connsiteX31" fmla="*/ 6814528 w 6840441"/>
              <a:gd name="connsiteY31" fmla="*/ 252730 h 1822111"/>
              <a:gd name="connsiteX32" fmla="*/ 6770078 w 6840441"/>
              <a:gd name="connsiteY32" fmla="*/ 405271 h 1822111"/>
              <a:gd name="connsiteX33" fmla="*/ 6757377 w 6840441"/>
              <a:gd name="connsiteY33" fmla="*/ 659506 h 1822111"/>
              <a:gd name="connsiteX34" fmla="*/ 6681177 w 6840441"/>
              <a:gd name="connsiteY34" fmla="*/ 775729 h 1822111"/>
              <a:gd name="connsiteX35" fmla="*/ 6570754 w 6840441"/>
              <a:gd name="connsiteY35" fmla="*/ 797321 h 1822111"/>
              <a:gd name="connsiteX36" fmla="*/ 6356969 w 6840441"/>
              <a:gd name="connsiteY36" fmla="*/ 712560 h 1822111"/>
              <a:gd name="connsiteX37" fmla="*/ 6090627 w 6840441"/>
              <a:gd name="connsiteY37" fmla="*/ 398005 h 1822111"/>
              <a:gd name="connsiteX38" fmla="*/ 5853204 w 6840441"/>
              <a:gd name="connsiteY38" fmla="*/ 276774 h 1822111"/>
              <a:gd name="connsiteX39" fmla="*/ 5529354 w 6840441"/>
              <a:gd name="connsiteY39" fmla="*/ 257389 h 1822111"/>
              <a:gd name="connsiteX40" fmla="*/ 5347320 w 6840441"/>
              <a:gd name="connsiteY40" fmla="*/ 333589 h 1822111"/>
              <a:gd name="connsiteX41" fmla="*/ 5228787 w 6840441"/>
              <a:gd name="connsiteY41" fmla="*/ 452121 h 1822111"/>
              <a:gd name="connsiteX42" fmla="*/ 5017120 w 6840441"/>
              <a:gd name="connsiteY42" fmla="*/ 833121 h 1822111"/>
              <a:gd name="connsiteX43" fmla="*/ 4839320 w 6840441"/>
              <a:gd name="connsiteY43" fmla="*/ 985522 h 1822111"/>
              <a:gd name="connsiteX44" fmla="*/ 4427128 w 6840441"/>
              <a:gd name="connsiteY44" fmla="*/ 1018010 h 1822111"/>
              <a:gd name="connsiteX45" fmla="*/ 3767831 w 6840441"/>
              <a:gd name="connsiteY45" fmla="*/ 839283 h 1822111"/>
              <a:gd name="connsiteX46" fmla="*/ 3353620 w 6840441"/>
              <a:gd name="connsiteY46" fmla="*/ 842833 h 1822111"/>
              <a:gd name="connsiteX47" fmla="*/ 2685213 w 6840441"/>
              <a:gd name="connsiteY47" fmla="*/ 1324293 h 1822111"/>
              <a:gd name="connsiteX48" fmla="*/ 2183977 w 6840441"/>
              <a:gd name="connsiteY48" fmla="*/ 1672278 h 1822111"/>
              <a:gd name="connsiteX49" fmla="*/ 2011182 w 6840441"/>
              <a:gd name="connsiteY49" fmla="*/ 1733720 h 1822111"/>
              <a:gd name="connsiteX50" fmla="*/ 1754272 w 6840441"/>
              <a:gd name="connsiteY50" fmla="*/ 1737123 h 1822111"/>
              <a:gd name="connsiteX51" fmla="*/ 1551066 w 6840441"/>
              <a:gd name="connsiteY51" fmla="*/ 1680130 h 1822111"/>
              <a:gd name="connsiteX52" fmla="*/ 1390398 w 6840441"/>
              <a:gd name="connsiteY52" fmla="*/ 1692275 h 1822111"/>
              <a:gd name="connsiteX53" fmla="*/ 1159247 w 6840441"/>
              <a:gd name="connsiteY53" fmla="*/ 1765618 h 1822111"/>
              <a:gd name="connsiteX54" fmla="*/ 904580 w 6840441"/>
              <a:gd name="connsiteY54" fmla="*/ 1822111 h 1822111"/>
              <a:gd name="connsiteX55" fmla="*/ 688319 w 6840441"/>
              <a:gd name="connsiteY55" fmla="*/ 1756281 h 1822111"/>
              <a:gd name="connsiteX56" fmla="*/ 471336 w 6840441"/>
              <a:gd name="connsiteY56" fmla="*/ 1652861 h 1822111"/>
              <a:gd name="connsiteX57" fmla="*/ 240137 w 6840441"/>
              <a:gd name="connsiteY57" fmla="*/ 1549022 h 1822111"/>
              <a:gd name="connsiteX58" fmla="*/ 38841 w 6840441"/>
              <a:gd name="connsiteY58" fmla="*/ 1369294 h 1822111"/>
              <a:gd name="connsiteX0" fmla="*/ 38841 w 6840441"/>
              <a:gd name="connsiteY0" fmla="*/ 1369294 h 1822111"/>
              <a:gd name="connsiteX1" fmla="*/ 21972 w 6840441"/>
              <a:gd name="connsiteY1" fmla="*/ 1142521 h 1822111"/>
              <a:gd name="connsiteX2" fmla="*/ 4660 w 6840441"/>
              <a:gd name="connsiteY2" fmla="*/ 970226 h 1822111"/>
              <a:gd name="connsiteX3" fmla="*/ 108054 w 6840441"/>
              <a:gd name="connsiteY3" fmla="*/ 960965 h 1822111"/>
              <a:gd name="connsiteX4" fmla="*/ 103193 w 6840441"/>
              <a:gd name="connsiteY4" fmla="*/ 1116269 h 1822111"/>
              <a:gd name="connsiteX5" fmla="*/ 104686 w 6840441"/>
              <a:gd name="connsiteY5" fmla="*/ 1324117 h 1822111"/>
              <a:gd name="connsiteX6" fmla="*/ 286624 w 6840441"/>
              <a:gd name="connsiteY6" fmla="*/ 1483778 h 1822111"/>
              <a:gd name="connsiteX7" fmla="*/ 604481 w 6840441"/>
              <a:gd name="connsiteY7" fmla="*/ 1623162 h 1822111"/>
              <a:gd name="connsiteX8" fmla="*/ 888309 w 6840441"/>
              <a:gd name="connsiteY8" fmla="*/ 1730823 h 1822111"/>
              <a:gd name="connsiteX9" fmla="*/ 1335769 w 6840441"/>
              <a:gd name="connsiteY9" fmla="*/ 1612187 h 1822111"/>
              <a:gd name="connsiteX10" fmla="*/ 1535506 w 6840441"/>
              <a:gd name="connsiteY10" fmla="*/ 1574412 h 1822111"/>
              <a:gd name="connsiteX11" fmla="*/ 1729059 w 6840441"/>
              <a:gd name="connsiteY11" fmla="*/ 1639182 h 1822111"/>
              <a:gd name="connsiteX12" fmla="*/ 1900199 w 6840441"/>
              <a:gd name="connsiteY12" fmla="*/ 1649229 h 1822111"/>
              <a:gd name="connsiteX13" fmla="*/ 2096933 w 6840441"/>
              <a:gd name="connsiteY13" fmla="*/ 1609820 h 1822111"/>
              <a:gd name="connsiteX14" fmla="*/ 2279823 w 6840441"/>
              <a:gd name="connsiteY14" fmla="*/ 1507552 h 1822111"/>
              <a:gd name="connsiteX15" fmla="*/ 2774333 w 6840441"/>
              <a:gd name="connsiteY15" fmla="*/ 1130499 h 1822111"/>
              <a:gd name="connsiteX16" fmla="*/ 3378063 w 6840441"/>
              <a:gd name="connsiteY16" fmla="*/ 736610 h 1822111"/>
              <a:gd name="connsiteX17" fmla="*/ 4746187 w 6840441"/>
              <a:gd name="connsiteY17" fmla="*/ 909322 h 1822111"/>
              <a:gd name="connsiteX18" fmla="*/ 5245720 w 6840441"/>
              <a:gd name="connsiteY18" fmla="*/ 274322 h 1822111"/>
              <a:gd name="connsiteX19" fmla="*/ 5810871 w 6840441"/>
              <a:gd name="connsiteY19" fmla="*/ 172768 h 1822111"/>
              <a:gd name="connsiteX20" fmla="*/ 6240554 w 6840441"/>
              <a:gd name="connsiteY20" fmla="*/ 428302 h 1822111"/>
              <a:gd name="connsiteX21" fmla="*/ 6401776 w 6840441"/>
              <a:gd name="connsiteY21" fmla="*/ 623187 h 1822111"/>
              <a:gd name="connsiteX22" fmla="*/ 6554176 w 6840441"/>
              <a:gd name="connsiteY22" fmla="*/ 703089 h 1822111"/>
              <a:gd name="connsiteX23" fmla="*/ 6668476 w 6840441"/>
              <a:gd name="connsiteY23" fmla="*/ 674034 h 1822111"/>
              <a:gd name="connsiteX24" fmla="*/ 6697754 w 6840441"/>
              <a:gd name="connsiteY24" fmla="*/ 529995 h 1822111"/>
              <a:gd name="connsiteX25" fmla="*/ 6668477 w 6840441"/>
              <a:gd name="connsiteY25" fmla="*/ 390745 h 1822111"/>
              <a:gd name="connsiteX26" fmla="*/ 6598628 w 6840441"/>
              <a:gd name="connsiteY26" fmla="*/ 303578 h 1822111"/>
              <a:gd name="connsiteX27" fmla="*/ 6554178 w 6840441"/>
              <a:gd name="connsiteY27" fmla="*/ 194620 h 1822111"/>
              <a:gd name="connsiteX28" fmla="*/ 6535128 w 6840441"/>
              <a:gd name="connsiteY28" fmla="*/ 27550 h 1822111"/>
              <a:gd name="connsiteX29" fmla="*/ 6681177 w 6840441"/>
              <a:gd name="connsiteY29" fmla="*/ 13025 h 1822111"/>
              <a:gd name="connsiteX30" fmla="*/ 6833220 w 6840441"/>
              <a:gd name="connsiteY30" fmla="*/ 26287 h 1822111"/>
              <a:gd name="connsiteX31" fmla="*/ 6814528 w 6840441"/>
              <a:gd name="connsiteY31" fmla="*/ 252730 h 1822111"/>
              <a:gd name="connsiteX32" fmla="*/ 6770078 w 6840441"/>
              <a:gd name="connsiteY32" fmla="*/ 405271 h 1822111"/>
              <a:gd name="connsiteX33" fmla="*/ 6757377 w 6840441"/>
              <a:gd name="connsiteY33" fmla="*/ 659506 h 1822111"/>
              <a:gd name="connsiteX34" fmla="*/ 6681177 w 6840441"/>
              <a:gd name="connsiteY34" fmla="*/ 775729 h 1822111"/>
              <a:gd name="connsiteX35" fmla="*/ 6570754 w 6840441"/>
              <a:gd name="connsiteY35" fmla="*/ 797321 h 1822111"/>
              <a:gd name="connsiteX36" fmla="*/ 6356969 w 6840441"/>
              <a:gd name="connsiteY36" fmla="*/ 712560 h 1822111"/>
              <a:gd name="connsiteX37" fmla="*/ 6090627 w 6840441"/>
              <a:gd name="connsiteY37" fmla="*/ 398005 h 1822111"/>
              <a:gd name="connsiteX38" fmla="*/ 5853204 w 6840441"/>
              <a:gd name="connsiteY38" fmla="*/ 276774 h 1822111"/>
              <a:gd name="connsiteX39" fmla="*/ 5529354 w 6840441"/>
              <a:gd name="connsiteY39" fmla="*/ 257389 h 1822111"/>
              <a:gd name="connsiteX40" fmla="*/ 5347320 w 6840441"/>
              <a:gd name="connsiteY40" fmla="*/ 333589 h 1822111"/>
              <a:gd name="connsiteX41" fmla="*/ 5228787 w 6840441"/>
              <a:gd name="connsiteY41" fmla="*/ 452121 h 1822111"/>
              <a:gd name="connsiteX42" fmla="*/ 5017120 w 6840441"/>
              <a:gd name="connsiteY42" fmla="*/ 833121 h 1822111"/>
              <a:gd name="connsiteX43" fmla="*/ 4839320 w 6840441"/>
              <a:gd name="connsiteY43" fmla="*/ 985522 h 1822111"/>
              <a:gd name="connsiteX44" fmla="*/ 4427128 w 6840441"/>
              <a:gd name="connsiteY44" fmla="*/ 1018010 h 1822111"/>
              <a:gd name="connsiteX45" fmla="*/ 3767831 w 6840441"/>
              <a:gd name="connsiteY45" fmla="*/ 839283 h 1822111"/>
              <a:gd name="connsiteX46" fmla="*/ 3353620 w 6840441"/>
              <a:gd name="connsiteY46" fmla="*/ 842833 h 1822111"/>
              <a:gd name="connsiteX47" fmla="*/ 2685213 w 6840441"/>
              <a:gd name="connsiteY47" fmla="*/ 1324293 h 1822111"/>
              <a:gd name="connsiteX48" fmla="*/ 2183977 w 6840441"/>
              <a:gd name="connsiteY48" fmla="*/ 1672278 h 1822111"/>
              <a:gd name="connsiteX49" fmla="*/ 2011182 w 6840441"/>
              <a:gd name="connsiteY49" fmla="*/ 1733720 h 1822111"/>
              <a:gd name="connsiteX50" fmla="*/ 1754272 w 6840441"/>
              <a:gd name="connsiteY50" fmla="*/ 1737123 h 1822111"/>
              <a:gd name="connsiteX51" fmla="*/ 1551066 w 6840441"/>
              <a:gd name="connsiteY51" fmla="*/ 1680130 h 1822111"/>
              <a:gd name="connsiteX52" fmla="*/ 1390398 w 6840441"/>
              <a:gd name="connsiteY52" fmla="*/ 1692275 h 1822111"/>
              <a:gd name="connsiteX53" fmla="*/ 1159247 w 6840441"/>
              <a:gd name="connsiteY53" fmla="*/ 1765618 h 1822111"/>
              <a:gd name="connsiteX54" fmla="*/ 904580 w 6840441"/>
              <a:gd name="connsiteY54" fmla="*/ 1822111 h 1822111"/>
              <a:gd name="connsiteX55" fmla="*/ 688319 w 6840441"/>
              <a:gd name="connsiteY55" fmla="*/ 1756281 h 1822111"/>
              <a:gd name="connsiteX56" fmla="*/ 471336 w 6840441"/>
              <a:gd name="connsiteY56" fmla="*/ 1652861 h 1822111"/>
              <a:gd name="connsiteX57" fmla="*/ 240137 w 6840441"/>
              <a:gd name="connsiteY57" fmla="*/ 1549022 h 1822111"/>
              <a:gd name="connsiteX58" fmla="*/ 38841 w 6840441"/>
              <a:gd name="connsiteY58" fmla="*/ 1369294 h 1822111"/>
              <a:gd name="connsiteX0" fmla="*/ 38841 w 6840441"/>
              <a:gd name="connsiteY0" fmla="*/ 1369294 h 1822111"/>
              <a:gd name="connsiteX1" fmla="*/ 21972 w 6840441"/>
              <a:gd name="connsiteY1" fmla="*/ 1142521 h 1822111"/>
              <a:gd name="connsiteX2" fmla="*/ 4660 w 6840441"/>
              <a:gd name="connsiteY2" fmla="*/ 970226 h 1822111"/>
              <a:gd name="connsiteX3" fmla="*/ 108054 w 6840441"/>
              <a:gd name="connsiteY3" fmla="*/ 960965 h 1822111"/>
              <a:gd name="connsiteX4" fmla="*/ 103193 w 6840441"/>
              <a:gd name="connsiteY4" fmla="*/ 1116269 h 1822111"/>
              <a:gd name="connsiteX5" fmla="*/ 104686 w 6840441"/>
              <a:gd name="connsiteY5" fmla="*/ 1324117 h 1822111"/>
              <a:gd name="connsiteX6" fmla="*/ 286624 w 6840441"/>
              <a:gd name="connsiteY6" fmla="*/ 1483778 h 1822111"/>
              <a:gd name="connsiteX7" fmla="*/ 604481 w 6840441"/>
              <a:gd name="connsiteY7" fmla="*/ 1623162 h 1822111"/>
              <a:gd name="connsiteX8" fmla="*/ 888309 w 6840441"/>
              <a:gd name="connsiteY8" fmla="*/ 1730823 h 1822111"/>
              <a:gd name="connsiteX9" fmla="*/ 1335769 w 6840441"/>
              <a:gd name="connsiteY9" fmla="*/ 1612187 h 1822111"/>
              <a:gd name="connsiteX10" fmla="*/ 1535506 w 6840441"/>
              <a:gd name="connsiteY10" fmla="*/ 1574412 h 1822111"/>
              <a:gd name="connsiteX11" fmla="*/ 1729059 w 6840441"/>
              <a:gd name="connsiteY11" fmla="*/ 1639182 h 1822111"/>
              <a:gd name="connsiteX12" fmla="*/ 1900199 w 6840441"/>
              <a:gd name="connsiteY12" fmla="*/ 1649229 h 1822111"/>
              <a:gd name="connsiteX13" fmla="*/ 2096933 w 6840441"/>
              <a:gd name="connsiteY13" fmla="*/ 1609820 h 1822111"/>
              <a:gd name="connsiteX14" fmla="*/ 2279823 w 6840441"/>
              <a:gd name="connsiteY14" fmla="*/ 1507552 h 1822111"/>
              <a:gd name="connsiteX15" fmla="*/ 2774333 w 6840441"/>
              <a:gd name="connsiteY15" fmla="*/ 1130499 h 1822111"/>
              <a:gd name="connsiteX16" fmla="*/ 3378063 w 6840441"/>
              <a:gd name="connsiteY16" fmla="*/ 736610 h 1822111"/>
              <a:gd name="connsiteX17" fmla="*/ 4746187 w 6840441"/>
              <a:gd name="connsiteY17" fmla="*/ 909322 h 1822111"/>
              <a:gd name="connsiteX18" fmla="*/ 5245720 w 6840441"/>
              <a:gd name="connsiteY18" fmla="*/ 274322 h 1822111"/>
              <a:gd name="connsiteX19" fmla="*/ 5810871 w 6840441"/>
              <a:gd name="connsiteY19" fmla="*/ 172768 h 1822111"/>
              <a:gd name="connsiteX20" fmla="*/ 6240554 w 6840441"/>
              <a:gd name="connsiteY20" fmla="*/ 428302 h 1822111"/>
              <a:gd name="connsiteX21" fmla="*/ 6401776 w 6840441"/>
              <a:gd name="connsiteY21" fmla="*/ 623187 h 1822111"/>
              <a:gd name="connsiteX22" fmla="*/ 6554176 w 6840441"/>
              <a:gd name="connsiteY22" fmla="*/ 703089 h 1822111"/>
              <a:gd name="connsiteX23" fmla="*/ 6668476 w 6840441"/>
              <a:gd name="connsiteY23" fmla="*/ 674034 h 1822111"/>
              <a:gd name="connsiteX24" fmla="*/ 6697754 w 6840441"/>
              <a:gd name="connsiteY24" fmla="*/ 529995 h 1822111"/>
              <a:gd name="connsiteX25" fmla="*/ 6668477 w 6840441"/>
              <a:gd name="connsiteY25" fmla="*/ 390745 h 1822111"/>
              <a:gd name="connsiteX26" fmla="*/ 6598628 w 6840441"/>
              <a:gd name="connsiteY26" fmla="*/ 303578 h 1822111"/>
              <a:gd name="connsiteX27" fmla="*/ 6554178 w 6840441"/>
              <a:gd name="connsiteY27" fmla="*/ 194620 h 1822111"/>
              <a:gd name="connsiteX28" fmla="*/ 6535128 w 6840441"/>
              <a:gd name="connsiteY28" fmla="*/ 27550 h 1822111"/>
              <a:gd name="connsiteX29" fmla="*/ 6681177 w 6840441"/>
              <a:gd name="connsiteY29" fmla="*/ 13025 h 1822111"/>
              <a:gd name="connsiteX30" fmla="*/ 6833220 w 6840441"/>
              <a:gd name="connsiteY30" fmla="*/ 26287 h 1822111"/>
              <a:gd name="connsiteX31" fmla="*/ 6814528 w 6840441"/>
              <a:gd name="connsiteY31" fmla="*/ 252730 h 1822111"/>
              <a:gd name="connsiteX32" fmla="*/ 6770078 w 6840441"/>
              <a:gd name="connsiteY32" fmla="*/ 405271 h 1822111"/>
              <a:gd name="connsiteX33" fmla="*/ 6757377 w 6840441"/>
              <a:gd name="connsiteY33" fmla="*/ 659506 h 1822111"/>
              <a:gd name="connsiteX34" fmla="*/ 6681177 w 6840441"/>
              <a:gd name="connsiteY34" fmla="*/ 775729 h 1822111"/>
              <a:gd name="connsiteX35" fmla="*/ 6570754 w 6840441"/>
              <a:gd name="connsiteY35" fmla="*/ 797321 h 1822111"/>
              <a:gd name="connsiteX36" fmla="*/ 6356969 w 6840441"/>
              <a:gd name="connsiteY36" fmla="*/ 712560 h 1822111"/>
              <a:gd name="connsiteX37" fmla="*/ 6090627 w 6840441"/>
              <a:gd name="connsiteY37" fmla="*/ 398005 h 1822111"/>
              <a:gd name="connsiteX38" fmla="*/ 5853204 w 6840441"/>
              <a:gd name="connsiteY38" fmla="*/ 276774 h 1822111"/>
              <a:gd name="connsiteX39" fmla="*/ 5529354 w 6840441"/>
              <a:gd name="connsiteY39" fmla="*/ 257389 h 1822111"/>
              <a:gd name="connsiteX40" fmla="*/ 5347320 w 6840441"/>
              <a:gd name="connsiteY40" fmla="*/ 333589 h 1822111"/>
              <a:gd name="connsiteX41" fmla="*/ 5228787 w 6840441"/>
              <a:gd name="connsiteY41" fmla="*/ 452121 h 1822111"/>
              <a:gd name="connsiteX42" fmla="*/ 5017120 w 6840441"/>
              <a:gd name="connsiteY42" fmla="*/ 833121 h 1822111"/>
              <a:gd name="connsiteX43" fmla="*/ 4839320 w 6840441"/>
              <a:gd name="connsiteY43" fmla="*/ 985522 h 1822111"/>
              <a:gd name="connsiteX44" fmla="*/ 4427128 w 6840441"/>
              <a:gd name="connsiteY44" fmla="*/ 1018010 h 1822111"/>
              <a:gd name="connsiteX45" fmla="*/ 3767831 w 6840441"/>
              <a:gd name="connsiteY45" fmla="*/ 839283 h 1822111"/>
              <a:gd name="connsiteX46" fmla="*/ 3353620 w 6840441"/>
              <a:gd name="connsiteY46" fmla="*/ 842833 h 1822111"/>
              <a:gd name="connsiteX47" fmla="*/ 2685213 w 6840441"/>
              <a:gd name="connsiteY47" fmla="*/ 1324293 h 1822111"/>
              <a:gd name="connsiteX48" fmla="*/ 2183977 w 6840441"/>
              <a:gd name="connsiteY48" fmla="*/ 1672278 h 1822111"/>
              <a:gd name="connsiteX49" fmla="*/ 2011182 w 6840441"/>
              <a:gd name="connsiteY49" fmla="*/ 1733720 h 1822111"/>
              <a:gd name="connsiteX50" fmla="*/ 1754272 w 6840441"/>
              <a:gd name="connsiteY50" fmla="*/ 1737123 h 1822111"/>
              <a:gd name="connsiteX51" fmla="*/ 1551066 w 6840441"/>
              <a:gd name="connsiteY51" fmla="*/ 1680130 h 1822111"/>
              <a:gd name="connsiteX52" fmla="*/ 1390398 w 6840441"/>
              <a:gd name="connsiteY52" fmla="*/ 1692275 h 1822111"/>
              <a:gd name="connsiteX53" fmla="*/ 1159247 w 6840441"/>
              <a:gd name="connsiteY53" fmla="*/ 1765618 h 1822111"/>
              <a:gd name="connsiteX54" fmla="*/ 904580 w 6840441"/>
              <a:gd name="connsiteY54" fmla="*/ 1822111 h 1822111"/>
              <a:gd name="connsiteX55" fmla="*/ 688319 w 6840441"/>
              <a:gd name="connsiteY55" fmla="*/ 1756281 h 1822111"/>
              <a:gd name="connsiteX56" fmla="*/ 471336 w 6840441"/>
              <a:gd name="connsiteY56" fmla="*/ 1652861 h 1822111"/>
              <a:gd name="connsiteX57" fmla="*/ 240137 w 6840441"/>
              <a:gd name="connsiteY57" fmla="*/ 1549022 h 1822111"/>
              <a:gd name="connsiteX58" fmla="*/ 38841 w 6840441"/>
              <a:gd name="connsiteY58" fmla="*/ 1369294 h 1822111"/>
              <a:gd name="connsiteX0" fmla="*/ 38841 w 6840441"/>
              <a:gd name="connsiteY0" fmla="*/ 1369294 h 1822111"/>
              <a:gd name="connsiteX1" fmla="*/ 21972 w 6840441"/>
              <a:gd name="connsiteY1" fmla="*/ 1142521 h 1822111"/>
              <a:gd name="connsiteX2" fmla="*/ 4660 w 6840441"/>
              <a:gd name="connsiteY2" fmla="*/ 970226 h 1822111"/>
              <a:gd name="connsiteX3" fmla="*/ 108054 w 6840441"/>
              <a:gd name="connsiteY3" fmla="*/ 960965 h 1822111"/>
              <a:gd name="connsiteX4" fmla="*/ 103193 w 6840441"/>
              <a:gd name="connsiteY4" fmla="*/ 1116269 h 1822111"/>
              <a:gd name="connsiteX5" fmla="*/ 104686 w 6840441"/>
              <a:gd name="connsiteY5" fmla="*/ 1324117 h 1822111"/>
              <a:gd name="connsiteX6" fmla="*/ 286624 w 6840441"/>
              <a:gd name="connsiteY6" fmla="*/ 1483778 h 1822111"/>
              <a:gd name="connsiteX7" fmla="*/ 604481 w 6840441"/>
              <a:gd name="connsiteY7" fmla="*/ 1623162 h 1822111"/>
              <a:gd name="connsiteX8" fmla="*/ 888309 w 6840441"/>
              <a:gd name="connsiteY8" fmla="*/ 1730823 h 1822111"/>
              <a:gd name="connsiteX9" fmla="*/ 1335769 w 6840441"/>
              <a:gd name="connsiteY9" fmla="*/ 1612187 h 1822111"/>
              <a:gd name="connsiteX10" fmla="*/ 1535506 w 6840441"/>
              <a:gd name="connsiteY10" fmla="*/ 1574412 h 1822111"/>
              <a:gd name="connsiteX11" fmla="*/ 1729059 w 6840441"/>
              <a:gd name="connsiteY11" fmla="*/ 1639182 h 1822111"/>
              <a:gd name="connsiteX12" fmla="*/ 1900199 w 6840441"/>
              <a:gd name="connsiteY12" fmla="*/ 1649229 h 1822111"/>
              <a:gd name="connsiteX13" fmla="*/ 2096933 w 6840441"/>
              <a:gd name="connsiteY13" fmla="*/ 1609820 h 1822111"/>
              <a:gd name="connsiteX14" fmla="*/ 2279823 w 6840441"/>
              <a:gd name="connsiteY14" fmla="*/ 1507552 h 1822111"/>
              <a:gd name="connsiteX15" fmla="*/ 2774333 w 6840441"/>
              <a:gd name="connsiteY15" fmla="*/ 1130499 h 1822111"/>
              <a:gd name="connsiteX16" fmla="*/ 3378063 w 6840441"/>
              <a:gd name="connsiteY16" fmla="*/ 736610 h 1822111"/>
              <a:gd name="connsiteX17" fmla="*/ 4746187 w 6840441"/>
              <a:gd name="connsiteY17" fmla="*/ 909322 h 1822111"/>
              <a:gd name="connsiteX18" fmla="*/ 5245720 w 6840441"/>
              <a:gd name="connsiteY18" fmla="*/ 274322 h 1822111"/>
              <a:gd name="connsiteX19" fmla="*/ 5810871 w 6840441"/>
              <a:gd name="connsiteY19" fmla="*/ 172768 h 1822111"/>
              <a:gd name="connsiteX20" fmla="*/ 6240554 w 6840441"/>
              <a:gd name="connsiteY20" fmla="*/ 428302 h 1822111"/>
              <a:gd name="connsiteX21" fmla="*/ 6401776 w 6840441"/>
              <a:gd name="connsiteY21" fmla="*/ 623187 h 1822111"/>
              <a:gd name="connsiteX22" fmla="*/ 6554176 w 6840441"/>
              <a:gd name="connsiteY22" fmla="*/ 703089 h 1822111"/>
              <a:gd name="connsiteX23" fmla="*/ 6668476 w 6840441"/>
              <a:gd name="connsiteY23" fmla="*/ 674034 h 1822111"/>
              <a:gd name="connsiteX24" fmla="*/ 6697754 w 6840441"/>
              <a:gd name="connsiteY24" fmla="*/ 529995 h 1822111"/>
              <a:gd name="connsiteX25" fmla="*/ 6668477 w 6840441"/>
              <a:gd name="connsiteY25" fmla="*/ 390745 h 1822111"/>
              <a:gd name="connsiteX26" fmla="*/ 6598628 w 6840441"/>
              <a:gd name="connsiteY26" fmla="*/ 303578 h 1822111"/>
              <a:gd name="connsiteX27" fmla="*/ 6554178 w 6840441"/>
              <a:gd name="connsiteY27" fmla="*/ 194620 h 1822111"/>
              <a:gd name="connsiteX28" fmla="*/ 6535128 w 6840441"/>
              <a:gd name="connsiteY28" fmla="*/ 27550 h 1822111"/>
              <a:gd name="connsiteX29" fmla="*/ 6681177 w 6840441"/>
              <a:gd name="connsiteY29" fmla="*/ 13025 h 1822111"/>
              <a:gd name="connsiteX30" fmla="*/ 6833220 w 6840441"/>
              <a:gd name="connsiteY30" fmla="*/ 26287 h 1822111"/>
              <a:gd name="connsiteX31" fmla="*/ 6814528 w 6840441"/>
              <a:gd name="connsiteY31" fmla="*/ 252730 h 1822111"/>
              <a:gd name="connsiteX32" fmla="*/ 6770078 w 6840441"/>
              <a:gd name="connsiteY32" fmla="*/ 405271 h 1822111"/>
              <a:gd name="connsiteX33" fmla="*/ 6757377 w 6840441"/>
              <a:gd name="connsiteY33" fmla="*/ 659506 h 1822111"/>
              <a:gd name="connsiteX34" fmla="*/ 6681177 w 6840441"/>
              <a:gd name="connsiteY34" fmla="*/ 775729 h 1822111"/>
              <a:gd name="connsiteX35" fmla="*/ 6570754 w 6840441"/>
              <a:gd name="connsiteY35" fmla="*/ 797321 h 1822111"/>
              <a:gd name="connsiteX36" fmla="*/ 6356969 w 6840441"/>
              <a:gd name="connsiteY36" fmla="*/ 712560 h 1822111"/>
              <a:gd name="connsiteX37" fmla="*/ 6090627 w 6840441"/>
              <a:gd name="connsiteY37" fmla="*/ 398005 h 1822111"/>
              <a:gd name="connsiteX38" fmla="*/ 5853204 w 6840441"/>
              <a:gd name="connsiteY38" fmla="*/ 276774 h 1822111"/>
              <a:gd name="connsiteX39" fmla="*/ 5529354 w 6840441"/>
              <a:gd name="connsiteY39" fmla="*/ 257389 h 1822111"/>
              <a:gd name="connsiteX40" fmla="*/ 5347320 w 6840441"/>
              <a:gd name="connsiteY40" fmla="*/ 333589 h 1822111"/>
              <a:gd name="connsiteX41" fmla="*/ 5228787 w 6840441"/>
              <a:gd name="connsiteY41" fmla="*/ 452121 h 1822111"/>
              <a:gd name="connsiteX42" fmla="*/ 5017120 w 6840441"/>
              <a:gd name="connsiteY42" fmla="*/ 833121 h 1822111"/>
              <a:gd name="connsiteX43" fmla="*/ 4839320 w 6840441"/>
              <a:gd name="connsiteY43" fmla="*/ 985522 h 1822111"/>
              <a:gd name="connsiteX44" fmla="*/ 4427128 w 6840441"/>
              <a:gd name="connsiteY44" fmla="*/ 1018010 h 1822111"/>
              <a:gd name="connsiteX45" fmla="*/ 3767831 w 6840441"/>
              <a:gd name="connsiteY45" fmla="*/ 839283 h 1822111"/>
              <a:gd name="connsiteX46" fmla="*/ 3353620 w 6840441"/>
              <a:gd name="connsiteY46" fmla="*/ 842833 h 1822111"/>
              <a:gd name="connsiteX47" fmla="*/ 2685213 w 6840441"/>
              <a:gd name="connsiteY47" fmla="*/ 1324293 h 1822111"/>
              <a:gd name="connsiteX48" fmla="*/ 2183977 w 6840441"/>
              <a:gd name="connsiteY48" fmla="*/ 1672278 h 1822111"/>
              <a:gd name="connsiteX49" fmla="*/ 2011182 w 6840441"/>
              <a:gd name="connsiteY49" fmla="*/ 1733720 h 1822111"/>
              <a:gd name="connsiteX50" fmla="*/ 1754272 w 6840441"/>
              <a:gd name="connsiteY50" fmla="*/ 1737123 h 1822111"/>
              <a:gd name="connsiteX51" fmla="*/ 1551066 w 6840441"/>
              <a:gd name="connsiteY51" fmla="*/ 1680130 h 1822111"/>
              <a:gd name="connsiteX52" fmla="*/ 1390398 w 6840441"/>
              <a:gd name="connsiteY52" fmla="*/ 1692275 h 1822111"/>
              <a:gd name="connsiteX53" fmla="*/ 1159247 w 6840441"/>
              <a:gd name="connsiteY53" fmla="*/ 1765618 h 1822111"/>
              <a:gd name="connsiteX54" fmla="*/ 904580 w 6840441"/>
              <a:gd name="connsiteY54" fmla="*/ 1822111 h 1822111"/>
              <a:gd name="connsiteX55" fmla="*/ 688319 w 6840441"/>
              <a:gd name="connsiteY55" fmla="*/ 1756281 h 1822111"/>
              <a:gd name="connsiteX56" fmla="*/ 471336 w 6840441"/>
              <a:gd name="connsiteY56" fmla="*/ 1652861 h 1822111"/>
              <a:gd name="connsiteX57" fmla="*/ 240137 w 6840441"/>
              <a:gd name="connsiteY57" fmla="*/ 1549022 h 1822111"/>
              <a:gd name="connsiteX58" fmla="*/ 38841 w 6840441"/>
              <a:gd name="connsiteY58" fmla="*/ 1369294 h 1822111"/>
              <a:gd name="connsiteX0" fmla="*/ 38841 w 6840441"/>
              <a:gd name="connsiteY0" fmla="*/ 1369294 h 1822111"/>
              <a:gd name="connsiteX1" fmla="*/ 21972 w 6840441"/>
              <a:gd name="connsiteY1" fmla="*/ 1142521 h 1822111"/>
              <a:gd name="connsiteX2" fmla="*/ 4660 w 6840441"/>
              <a:gd name="connsiteY2" fmla="*/ 970226 h 1822111"/>
              <a:gd name="connsiteX3" fmla="*/ 108054 w 6840441"/>
              <a:gd name="connsiteY3" fmla="*/ 960965 h 1822111"/>
              <a:gd name="connsiteX4" fmla="*/ 103193 w 6840441"/>
              <a:gd name="connsiteY4" fmla="*/ 1116269 h 1822111"/>
              <a:gd name="connsiteX5" fmla="*/ 104686 w 6840441"/>
              <a:gd name="connsiteY5" fmla="*/ 1324117 h 1822111"/>
              <a:gd name="connsiteX6" fmla="*/ 286624 w 6840441"/>
              <a:gd name="connsiteY6" fmla="*/ 1483778 h 1822111"/>
              <a:gd name="connsiteX7" fmla="*/ 604481 w 6840441"/>
              <a:gd name="connsiteY7" fmla="*/ 1623162 h 1822111"/>
              <a:gd name="connsiteX8" fmla="*/ 888309 w 6840441"/>
              <a:gd name="connsiteY8" fmla="*/ 1730823 h 1822111"/>
              <a:gd name="connsiteX9" fmla="*/ 1335769 w 6840441"/>
              <a:gd name="connsiteY9" fmla="*/ 1612187 h 1822111"/>
              <a:gd name="connsiteX10" fmla="*/ 1535506 w 6840441"/>
              <a:gd name="connsiteY10" fmla="*/ 1574412 h 1822111"/>
              <a:gd name="connsiteX11" fmla="*/ 1729059 w 6840441"/>
              <a:gd name="connsiteY11" fmla="*/ 1639182 h 1822111"/>
              <a:gd name="connsiteX12" fmla="*/ 1900199 w 6840441"/>
              <a:gd name="connsiteY12" fmla="*/ 1649229 h 1822111"/>
              <a:gd name="connsiteX13" fmla="*/ 2096933 w 6840441"/>
              <a:gd name="connsiteY13" fmla="*/ 1609820 h 1822111"/>
              <a:gd name="connsiteX14" fmla="*/ 2279823 w 6840441"/>
              <a:gd name="connsiteY14" fmla="*/ 1507552 h 1822111"/>
              <a:gd name="connsiteX15" fmla="*/ 2774333 w 6840441"/>
              <a:gd name="connsiteY15" fmla="*/ 1130499 h 1822111"/>
              <a:gd name="connsiteX16" fmla="*/ 3448961 w 6840441"/>
              <a:gd name="connsiteY16" fmla="*/ 722082 h 1822111"/>
              <a:gd name="connsiteX17" fmla="*/ 4746187 w 6840441"/>
              <a:gd name="connsiteY17" fmla="*/ 909322 h 1822111"/>
              <a:gd name="connsiteX18" fmla="*/ 5245720 w 6840441"/>
              <a:gd name="connsiteY18" fmla="*/ 274322 h 1822111"/>
              <a:gd name="connsiteX19" fmla="*/ 5810871 w 6840441"/>
              <a:gd name="connsiteY19" fmla="*/ 172768 h 1822111"/>
              <a:gd name="connsiteX20" fmla="*/ 6240554 w 6840441"/>
              <a:gd name="connsiteY20" fmla="*/ 428302 h 1822111"/>
              <a:gd name="connsiteX21" fmla="*/ 6401776 w 6840441"/>
              <a:gd name="connsiteY21" fmla="*/ 623187 h 1822111"/>
              <a:gd name="connsiteX22" fmla="*/ 6554176 w 6840441"/>
              <a:gd name="connsiteY22" fmla="*/ 703089 h 1822111"/>
              <a:gd name="connsiteX23" fmla="*/ 6668476 w 6840441"/>
              <a:gd name="connsiteY23" fmla="*/ 674034 h 1822111"/>
              <a:gd name="connsiteX24" fmla="*/ 6697754 w 6840441"/>
              <a:gd name="connsiteY24" fmla="*/ 529995 h 1822111"/>
              <a:gd name="connsiteX25" fmla="*/ 6668477 w 6840441"/>
              <a:gd name="connsiteY25" fmla="*/ 390745 h 1822111"/>
              <a:gd name="connsiteX26" fmla="*/ 6598628 w 6840441"/>
              <a:gd name="connsiteY26" fmla="*/ 303578 h 1822111"/>
              <a:gd name="connsiteX27" fmla="*/ 6554178 w 6840441"/>
              <a:gd name="connsiteY27" fmla="*/ 194620 h 1822111"/>
              <a:gd name="connsiteX28" fmla="*/ 6535128 w 6840441"/>
              <a:gd name="connsiteY28" fmla="*/ 27550 h 1822111"/>
              <a:gd name="connsiteX29" fmla="*/ 6681177 w 6840441"/>
              <a:gd name="connsiteY29" fmla="*/ 13025 h 1822111"/>
              <a:gd name="connsiteX30" fmla="*/ 6833220 w 6840441"/>
              <a:gd name="connsiteY30" fmla="*/ 26287 h 1822111"/>
              <a:gd name="connsiteX31" fmla="*/ 6814528 w 6840441"/>
              <a:gd name="connsiteY31" fmla="*/ 252730 h 1822111"/>
              <a:gd name="connsiteX32" fmla="*/ 6770078 w 6840441"/>
              <a:gd name="connsiteY32" fmla="*/ 405271 h 1822111"/>
              <a:gd name="connsiteX33" fmla="*/ 6757377 w 6840441"/>
              <a:gd name="connsiteY33" fmla="*/ 659506 h 1822111"/>
              <a:gd name="connsiteX34" fmla="*/ 6681177 w 6840441"/>
              <a:gd name="connsiteY34" fmla="*/ 775729 h 1822111"/>
              <a:gd name="connsiteX35" fmla="*/ 6570754 w 6840441"/>
              <a:gd name="connsiteY35" fmla="*/ 797321 h 1822111"/>
              <a:gd name="connsiteX36" fmla="*/ 6356969 w 6840441"/>
              <a:gd name="connsiteY36" fmla="*/ 712560 h 1822111"/>
              <a:gd name="connsiteX37" fmla="*/ 6090627 w 6840441"/>
              <a:gd name="connsiteY37" fmla="*/ 398005 h 1822111"/>
              <a:gd name="connsiteX38" fmla="*/ 5853204 w 6840441"/>
              <a:gd name="connsiteY38" fmla="*/ 276774 h 1822111"/>
              <a:gd name="connsiteX39" fmla="*/ 5529354 w 6840441"/>
              <a:gd name="connsiteY39" fmla="*/ 257389 h 1822111"/>
              <a:gd name="connsiteX40" fmla="*/ 5347320 w 6840441"/>
              <a:gd name="connsiteY40" fmla="*/ 333589 h 1822111"/>
              <a:gd name="connsiteX41" fmla="*/ 5228787 w 6840441"/>
              <a:gd name="connsiteY41" fmla="*/ 452121 h 1822111"/>
              <a:gd name="connsiteX42" fmla="*/ 5017120 w 6840441"/>
              <a:gd name="connsiteY42" fmla="*/ 833121 h 1822111"/>
              <a:gd name="connsiteX43" fmla="*/ 4839320 w 6840441"/>
              <a:gd name="connsiteY43" fmla="*/ 985522 h 1822111"/>
              <a:gd name="connsiteX44" fmla="*/ 4427128 w 6840441"/>
              <a:gd name="connsiteY44" fmla="*/ 1018010 h 1822111"/>
              <a:gd name="connsiteX45" fmla="*/ 3767831 w 6840441"/>
              <a:gd name="connsiteY45" fmla="*/ 839283 h 1822111"/>
              <a:gd name="connsiteX46" fmla="*/ 3353620 w 6840441"/>
              <a:gd name="connsiteY46" fmla="*/ 842833 h 1822111"/>
              <a:gd name="connsiteX47" fmla="*/ 2685213 w 6840441"/>
              <a:gd name="connsiteY47" fmla="*/ 1324293 h 1822111"/>
              <a:gd name="connsiteX48" fmla="*/ 2183977 w 6840441"/>
              <a:gd name="connsiteY48" fmla="*/ 1672278 h 1822111"/>
              <a:gd name="connsiteX49" fmla="*/ 2011182 w 6840441"/>
              <a:gd name="connsiteY49" fmla="*/ 1733720 h 1822111"/>
              <a:gd name="connsiteX50" fmla="*/ 1754272 w 6840441"/>
              <a:gd name="connsiteY50" fmla="*/ 1737123 h 1822111"/>
              <a:gd name="connsiteX51" fmla="*/ 1551066 w 6840441"/>
              <a:gd name="connsiteY51" fmla="*/ 1680130 h 1822111"/>
              <a:gd name="connsiteX52" fmla="*/ 1390398 w 6840441"/>
              <a:gd name="connsiteY52" fmla="*/ 1692275 h 1822111"/>
              <a:gd name="connsiteX53" fmla="*/ 1159247 w 6840441"/>
              <a:gd name="connsiteY53" fmla="*/ 1765618 h 1822111"/>
              <a:gd name="connsiteX54" fmla="*/ 904580 w 6840441"/>
              <a:gd name="connsiteY54" fmla="*/ 1822111 h 1822111"/>
              <a:gd name="connsiteX55" fmla="*/ 688319 w 6840441"/>
              <a:gd name="connsiteY55" fmla="*/ 1756281 h 1822111"/>
              <a:gd name="connsiteX56" fmla="*/ 471336 w 6840441"/>
              <a:gd name="connsiteY56" fmla="*/ 1652861 h 1822111"/>
              <a:gd name="connsiteX57" fmla="*/ 240137 w 6840441"/>
              <a:gd name="connsiteY57" fmla="*/ 1549022 h 1822111"/>
              <a:gd name="connsiteX58" fmla="*/ 38841 w 6840441"/>
              <a:gd name="connsiteY58" fmla="*/ 1369294 h 1822111"/>
              <a:gd name="connsiteX0" fmla="*/ 38841 w 6840441"/>
              <a:gd name="connsiteY0" fmla="*/ 1369294 h 1822111"/>
              <a:gd name="connsiteX1" fmla="*/ 21972 w 6840441"/>
              <a:gd name="connsiteY1" fmla="*/ 1142521 h 1822111"/>
              <a:gd name="connsiteX2" fmla="*/ 4660 w 6840441"/>
              <a:gd name="connsiteY2" fmla="*/ 970226 h 1822111"/>
              <a:gd name="connsiteX3" fmla="*/ 108054 w 6840441"/>
              <a:gd name="connsiteY3" fmla="*/ 960965 h 1822111"/>
              <a:gd name="connsiteX4" fmla="*/ 103193 w 6840441"/>
              <a:gd name="connsiteY4" fmla="*/ 1116269 h 1822111"/>
              <a:gd name="connsiteX5" fmla="*/ 104686 w 6840441"/>
              <a:gd name="connsiteY5" fmla="*/ 1324117 h 1822111"/>
              <a:gd name="connsiteX6" fmla="*/ 286624 w 6840441"/>
              <a:gd name="connsiteY6" fmla="*/ 1483778 h 1822111"/>
              <a:gd name="connsiteX7" fmla="*/ 604481 w 6840441"/>
              <a:gd name="connsiteY7" fmla="*/ 1623162 h 1822111"/>
              <a:gd name="connsiteX8" fmla="*/ 888309 w 6840441"/>
              <a:gd name="connsiteY8" fmla="*/ 1730823 h 1822111"/>
              <a:gd name="connsiteX9" fmla="*/ 1335769 w 6840441"/>
              <a:gd name="connsiteY9" fmla="*/ 1612187 h 1822111"/>
              <a:gd name="connsiteX10" fmla="*/ 1535506 w 6840441"/>
              <a:gd name="connsiteY10" fmla="*/ 1574412 h 1822111"/>
              <a:gd name="connsiteX11" fmla="*/ 1729059 w 6840441"/>
              <a:gd name="connsiteY11" fmla="*/ 1639182 h 1822111"/>
              <a:gd name="connsiteX12" fmla="*/ 1900199 w 6840441"/>
              <a:gd name="connsiteY12" fmla="*/ 1649229 h 1822111"/>
              <a:gd name="connsiteX13" fmla="*/ 2096933 w 6840441"/>
              <a:gd name="connsiteY13" fmla="*/ 1609820 h 1822111"/>
              <a:gd name="connsiteX14" fmla="*/ 2279823 w 6840441"/>
              <a:gd name="connsiteY14" fmla="*/ 1507552 h 1822111"/>
              <a:gd name="connsiteX15" fmla="*/ 2774333 w 6840441"/>
              <a:gd name="connsiteY15" fmla="*/ 1130499 h 1822111"/>
              <a:gd name="connsiteX16" fmla="*/ 3425328 w 6840441"/>
              <a:gd name="connsiteY16" fmla="*/ 722082 h 1822111"/>
              <a:gd name="connsiteX17" fmla="*/ 4746187 w 6840441"/>
              <a:gd name="connsiteY17" fmla="*/ 909322 h 1822111"/>
              <a:gd name="connsiteX18" fmla="*/ 5245720 w 6840441"/>
              <a:gd name="connsiteY18" fmla="*/ 274322 h 1822111"/>
              <a:gd name="connsiteX19" fmla="*/ 5810871 w 6840441"/>
              <a:gd name="connsiteY19" fmla="*/ 172768 h 1822111"/>
              <a:gd name="connsiteX20" fmla="*/ 6240554 w 6840441"/>
              <a:gd name="connsiteY20" fmla="*/ 428302 h 1822111"/>
              <a:gd name="connsiteX21" fmla="*/ 6401776 w 6840441"/>
              <a:gd name="connsiteY21" fmla="*/ 623187 h 1822111"/>
              <a:gd name="connsiteX22" fmla="*/ 6554176 w 6840441"/>
              <a:gd name="connsiteY22" fmla="*/ 703089 h 1822111"/>
              <a:gd name="connsiteX23" fmla="*/ 6668476 w 6840441"/>
              <a:gd name="connsiteY23" fmla="*/ 674034 h 1822111"/>
              <a:gd name="connsiteX24" fmla="*/ 6697754 w 6840441"/>
              <a:gd name="connsiteY24" fmla="*/ 529995 h 1822111"/>
              <a:gd name="connsiteX25" fmla="*/ 6668477 w 6840441"/>
              <a:gd name="connsiteY25" fmla="*/ 390745 h 1822111"/>
              <a:gd name="connsiteX26" fmla="*/ 6598628 w 6840441"/>
              <a:gd name="connsiteY26" fmla="*/ 303578 h 1822111"/>
              <a:gd name="connsiteX27" fmla="*/ 6554178 w 6840441"/>
              <a:gd name="connsiteY27" fmla="*/ 194620 h 1822111"/>
              <a:gd name="connsiteX28" fmla="*/ 6535128 w 6840441"/>
              <a:gd name="connsiteY28" fmla="*/ 27550 h 1822111"/>
              <a:gd name="connsiteX29" fmla="*/ 6681177 w 6840441"/>
              <a:gd name="connsiteY29" fmla="*/ 13025 h 1822111"/>
              <a:gd name="connsiteX30" fmla="*/ 6833220 w 6840441"/>
              <a:gd name="connsiteY30" fmla="*/ 26287 h 1822111"/>
              <a:gd name="connsiteX31" fmla="*/ 6814528 w 6840441"/>
              <a:gd name="connsiteY31" fmla="*/ 252730 h 1822111"/>
              <a:gd name="connsiteX32" fmla="*/ 6770078 w 6840441"/>
              <a:gd name="connsiteY32" fmla="*/ 405271 h 1822111"/>
              <a:gd name="connsiteX33" fmla="*/ 6757377 w 6840441"/>
              <a:gd name="connsiteY33" fmla="*/ 659506 h 1822111"/>
              <a:gd name="connsiteX34" fmla="*/ 6681177 w 6840441"/>
              <a:gd name="connsiteY34" fmla="*/ 775729 h 1822111"/>
              <a:gd name="connsiteX35" fmla="*/ 6570754 w 6840441"/>
              <a:gd name="connsiteY35" fmla="*/ 797321 h 1822111"/>
              <a:gd name="connsiteX36" fmla="*/ 6356969 w 6840441"/>
              <a:gd name="connsiteY36" fmla="*/ 712560 h 1822111"/>
              <a:gd name="connsiteX37" fmla="*/ 6090627 w 6840441"/>
              <a:gd name="connsiteY37" fmla="*/ 398005 h 1822111"/>
              <a:gd name="connsiteX38" fmla="*/ 5853204 w 6840441"/>
              <a:gd name="connsiteY38" fmla="*/ 276774 h 1822111"/>
              <a:gd name="connsiteX39" fmla="*/ 5529354 w 6840441"/>
              <a:gd name="connsiteY39" fmla="*/ 257389 h 1822111"/>
              <a:gd name="connsiteX40" fmla="*/ 5347320 w 6840441"/>
              <a:gd name="connsiteY40" fmla="*/ 333589 h 1822111"/>
              <a:gd name="connsiteX41" fmla="*/ 5228787 w 6840441"/>
              <a:gd name="connsiteY41" fmla="*/ 452121 h 1822111"/>
              <a:gd name="connsiteX42" fmla="*/ 5017120 w 6840441"/>
              <a:gd name="connsiteY42" fmla="*/ 833121 h 1822111"/>
              <a:gd name="connsiteX43" fmla="*/ 4839320 w 6840441"/>
              <a:gd name="connsiteY43" fmla="*/ 985522 h 1822111"/>
              <a:gd name="connsiteX44" fmla="*/ 4427128 w 6840441"/>
              <a:gd name="connsiteY44" fmla="*/ 1018010 h 1822111"/>
              <a:gd name="connsiteX45" fmla="*/ 3767831 w 6840441"/>
              <a:gd name="connsiteY45" fmla="*/ 839283 h 1822111"/>
              <a:gd name="connsiteX46" fmla="*/ 3353620 w 6840441"/>
              <a:gd name="connsiteY46" fmla="*/ 842833 h 1822111"/>
              <a:gd name="connsiteX47" fmla="*/ 2685213 w 6840441"/>
              <a:gd name="connsiteY47" fmla="*/ 1324293 h 1822111"/>
              <a:gd name="connsiteX48" fmla="*/ 2183977 w 6840441"/>
              <a:gd name="connsiteY48" fmla="*/ 1672278 h 1822111"/>
              <a:gd name="connsiteX49" fmla="*/ 2011182 w 6840441"/>
              <a:gd name="connsiteY49" fmla="*/ 1733720 h 1822111"/>
              <a:gd name="connsiteX50" fmla="*/ 1754272 w 6840441"/>
              <a:gd name="connsiteY50" fmla="*/ 1737123 h 1822111"/>
              <a:gd name="connsiteX51" fmla="*/ 1551066 w 6840441"/>
              <a:gd name="connsiteY51" fmla="*/ 1680130 h 1822111"/>
              <a:gd name="connsiteX52" fmla="*/ 1390398 w 6840441"/>
              <a:gd name="connsiteY52" fmla="*/ 1692275 h 1822111"/>
              <a:gd name="connsiteX53" fmla="*/ 1159247 w 6840441"/>
              <a:gd name="connsiteY53" fmla="*/ 1765618 h 1822111"/>
              <a:gd name="connsiteX54" fmla="*/ 904580 w 6840441"/>
              <a:gd name="connsiteY54" fmla="*/ 1822111 h 1822111"/>
              <a:gd name="connsiteX55" fmla="*/ 688319 w 6840441"/>
              <a:gd name="connsiteY55" fmla="*/ 1756281 h 1822111"/>
              <a:gd name="connsiteX56" fmla="*/ 471336 w 6840441"/>
              <a:gd name="connsiteY56" fmla="*/ 1652861 h 1822111"/>
              <a:gd name="connsiteX57" fmla="*/ 240137 w 6840441"/>
              <a:gd name="connsiteY57" fmla="*/ 1549022 h 1822111"/>
              <a:gd name="connsiteX58" fmla="*/ 38841 w 6840441"/>
              <a:gd name="connsiteY58" fmla="*/ 1369294 h 1822111"/>
              <a:gd name="connsiteX0" fmla="*/ 38841 w 6840441"/>
              <a:gd name="connsiteY0" fmla="*/ 1369294 h 1822111"/>
              <a:gd name="connsiteX1" fmla="*/ 21972 w 6840441"/>
              <a:gd name="connsiteY1" fmla="*/ 1142521 h 1822111"/>
              <a:gd name="connsiteX2" fmla="*/ 4660 w 6840441"/>
              <a:gd name="connsiteY2" fmla="*/ 970226 h 1822111"/>
              <a:gd name="connsiteX3" fmla="*/ 108054 w 6840441"/>
              <a:gd name="connsiteY3" fmla="*/ 960965 h 1822111"/>
              <a:gd name="connsiteX4" fmla="*/ 103193 w 6840441"/>
              <a:gd name="connsiteY4" fmla="*/ 1116269 h 1822111"/>
              <a:gd name="connsiteX5" fmla="*/ 104686 w 6840441"/>
              <a:gd name="connsiteY5" fmla="*/ 1324117 h 1822111"/>
              <a:gd name="connsiteX6" fmla="*/ 286624 w 6840441"/>
              <a:gd name="connsiteY6" fmla="*/ 1483778 h 1822111"/>
              <a:gd name="connsiteX7" fmla="*/ 604481 w 6840441"/>
              <a:gd name="connsiteY7" fmla="*/ 1623162 h 1822111"/>
              <a:gd name="connsiteX8" fmla="*/ 888309 w 6840441"/>
              <a:gd name="connsiteY8" fmla="*/ 1730823 h 1822111"/>
              <a:gd name="connsiteX9" fmla="*/ 1335769 w 6840441"/>
              <a:gd name="connsiteY9" fmla="*/ 1612187 h 1822111"/>
              <a:gd name="connsiteX10" fmla="*/ 1535506 w 6840441"/>
              <a:gd name="connsiteY10" fmla="*/ 1574412 h 1822111"/>
              <a:gd name="connsiteX11" fmla="*/ 1729059 w 6840441"/>
              <a:gd name="connsiteY11" fmla="*/ 1639182 h 1822111"/>
              <a:gd name="connsiteX12" fmla="*/ 1900199 w 6840441"/>
              <a:gd name="connsiteY12" fmla="*/ 1649229 h 1822111"/>
              <a:gd name="connsiteX13" fmla="*/ 2096933 w 6840441"/>
              <a:gd name="connsiteY13" fmla="*/ 1609820 h 1822111"/>
              <a:gd name="connsiteX14" fmla="*/ 2279823 w 6840441"/>
              <a:gd name="connsiteY14" fmla="*/ 1507552 h 1822111"/>
              <a:gd name="connsiteX15" fmla="*/ 2774333 w 6840441"/>
              <a:gd name="connsiteY15" fmla="*/ 1130499 h 1822111"/>
              <a:gd name="connsiteX16" fmla="*/ 3425328 w 6840441"/>
              <a:gd name="connsiteY16" fmla="*/ 722082 h 1822111"/>
              <a:gd name="connsiteX17" fmla="*/ 4746187 w 6840441"/>
              <a:gd name="connsiteY17" fmla="*/ 909322 h 1822111"/>
              <a:gd name="connsiteX18" fmla="*/ 5245720 w 6840441"/>
              <a:gd name="connsiteY18" fmla="*/ 274322 h 1822111"/>
              <a:gd name="connsiteX19" fmla="*/ 5810871 w 6840441"/>
              <a:gd name="connsiteY19" fmla="*/ 172768 h 1822111"/>
              <a:gd name="connsiteX20" fmla="*/ 6240554 w 6840441"/>
              <a:gd name="connsiteY20" fmla="*/ 428302 h 1822111"/>
              <a:gd name="connsiteX21" fmla="*/ 6401776 w 6840441"/>
              <a:gd name="connsiteY21" fmla="*/ 623187 h 1822111"/>
              <a:gd name="connsiteX22" fmla="*/ 6554176 w 6840441"/>
              <a:gd name="connsiteY22" fmla="*/ 703089 h 1822111"/>
              <a:gd name="connsiteX23" fmla="*/ 6668476 w 6840441"/>
              <a:gd name="connsiteY23" fmla="*/ 674034 h 1822111"/>
              <a:gd name="connsiteX24" fmla="*/ 6697754 w 6840441"/>
              <a:gd name="connsiteY24" fmla="*/ 529995 h 1822111"/>
              <a:gd name="connsiteX25" fmla="*/ 6668477 w 6840441"/>
              <a:gd name="connsiteY25" fmla="*/ 390745 h 1822111"/>
              <a:gd name="connsiteX26" fmla="*/ 6598628 w 6840441"/>
              <a:gd name="connsiteY26" fmla="*/ 303578 h 1822111"/>
              <a:gd name="connsiteX27" fmla="*/ 6554178 w 6840441"/>
              <a:gd name="connsiteY27" fmla="*/ 194620 h 1822111"/>
              <a:gd name="connsiteX28" fmla="*/ 6535128 w 6840441"/>
              <a:gd name="connsiteY28" fmla="*/ 27550 h 1822111"/>
              <a:gd name="connsiteX29" fmla="*/ 6681177 w 6840441"/>
              <a:gd name="connsiteY29" fmla="*/ 13025 h 1822111"/>
              <a:gd name="connsiteX30" fmla="*/ 6833220 w 6840441"/>
              <a:gd name="connsiteY30" fmla="*/ 26287 h 1822111"/>
              <a:gd name="connsiteX31" fmla="*/ 6814528 w 6840441"/>
              <a:gd name="connsiteY31" fmla="*/ 252730 h 1822111"/>
              <a:gd name="connsiteX32" fmla="*/ 6770078 w 6840441"/>
              <a:gd name="connsiteY32" fmla="*/ 405271 h 1822111"/>
              <a:gd name="connsiteX33" fmla="*/ 6757377 w 6840441"/>
              <a:gd name="connsiteY33" fmla="*/ 659506 h 1822111"/>
              <a:gd name="connsiteX34" fmla="*/ 6681177 w 6840441"/>
              <a:gd name="connsiteY34" fmla="*/ 775729 h 1822111"/>
              <a:gd name="connsiteX35" fmla="*/ 6570754 w 6840441"/>
              <a:gd name="connsiteY35" fmla="*/ 797321 h 1822111"/>
              <a:gd name="connsiteX36" fmla="*/ 6356969 w 6840441"/>
              <a:gd name="connsiteY36" fmla="*/ 712560 h 1822111"/>
              <a:gd name="connsiteX37" fmla="*/ 6090627 w 6840441"/>
              <a:gd name="connsiteY37" fmla="*/ 398005 h 1822111"/>
              <a:gd name="connsiteX38" fmla="*/ 5853204 w 6840441"/>
              <a:gd name="connsiteY38" fmla="*/ 276774 h 1822111"/>
              <a:gd name="connsiteX39" fmla="*/ 5529354 w 6840441"/>
              <a:gd name="connsiteY39" fmla="*/ 257389 h 1822111"/>
              <a:gd name="connsiteX40" fmla="*/ 5347320 w 6840441"/>
              <a:gd name="connsiteY40" fmla="*/ 333589 h 1822111"/>
              <a:gd name="connsiteX41" fmla="*/ 5228787 w 6840441"/>
              <a:gd name="connsiteY41" fmla="*/ 452121 h 1822111"/>
              <a:gd name="connsiteX42" fmla="*/ 5017120 w 6840441"/>
              <a:gd name="connsiteY42" fmla="*/ 833121 h 1822111"/>
              <a:gd name="connsiteX43" fmla="*/ 4839320 w 6840441"/>
              <a:gd name="connsiteY43" fmla="*/ 985522 h 1822111"/>
              <a:gd name="connsiteX44" fmla="*/ 4427128 w 6840441"/>
              <a:gd name="connsiteY44" fmla="*/ 1018010 h 1822111"/>
              <a:gd name="connsiteX45" fmla="*/ 3767831 w 6840441"/>
              <a:gd name="connsiteY45" fmla="*/ 839283 h 1822111"/>
              <a:gd name="connsiteX46" fmla="*/ 3353620 w 6840441"/>
              <a:gd name="connsiteY46" fmla="*/ 842833 h 1822111"/>
              <a:gd name="connsiteX47" fmla="*/ 2685213 w 6840441"/>
              <a:gd name="connsiteY47" fmla="*/ 1324293 h 1822111"/>
              <a:gd name="connsiteX48" fmla="*/ 2183977 w 6840441"/>
              <a:gd name="connsiteY48" fmla="*/ 1672278 h 1822111"/>
              <a:gd name="connsiteX49" fmla="*/ 2011182 w 6840441"/>
              <a:gd name="connsiteY49" fmla="*/ 1733720 h 1822111"/>
              <a:gd name="connsiteX50" fmla="*/ 1754272 w 6840441"/>
              <a:gd name="connsiteY50" fmla="*/ 1737123 h 1822111"/>
              <a:gd name="connsiteX51" fmla="*/ 1551066 w 6840441"/>
              <a:gd name="connsiteY51" fmla="*/ 1680130 h 1822111"/>
              <a:gd name="connsiteX52" fmla="*/ 1390398 w 6840441"/>
              <a:gd name="connsiteY52" fmla="*/ 1692275 h 1822111"/>
              <a:gd name="connsiteX53" fmla="*/ 1159247 w 6840441"/>
              <a:gd name="connsiteY53" fmla="*/ 1765618 h 1822111"/>
              <a:gd name="connsiteX54" fmla="*/ 904580 w 6840441"/>
              <a:gd name="connsiteY54" fmla="*/ 1822111 h 1822111"/>
              <a:gd name="connsiteX55" fmla="*/ 688319 w 6840441"/>
              <a:gd name="connsiteY55" fmla="*/ 1756281 h 1822111"/>
              <a:gd name="connsiteX56" fmla="*/ 471336 w 6840441"/>
              <a:gd name="connsiteY56" fmla="*/ 1652861 h 1822111"/>
              <a:gd name="connsiteX57" fmla="*/ 240137 w 6840441"/>
              <a:gd name="connsiteY57" fmla="*/ 1549022 h 1822111"/>
              <a:gd name="connsiteX58" fmla="*/ 38841 w 6840441"/>
              <a:gd name="connsiteY58" fmla="*/ 1369294 h 1822111"/>
              <a:gd name="connsiteX0" fmla="*/ 38841 w 6840441"/>
              <a:gd name="connsiteY0" fmla="*/ 1369294 h 1822111"/>
              <a:gd name="connsiteX1" fmla="*/ 21972 w 6840441"/>
              <a:gd name="connsiteY1" fmla="*/ 1142521 h 1822111"/>
              <a:gd name="connsiteX2" fmla="*/ 4660 w 6840441"/>
              <a:gd name="connsiteY2" fmla="*/ 970226 h 1822111"/>
              <a:gd name="connsiteX3" fmla="*/ 108054 w 6840441"/>
              <a:gd name="connsiteY3" fmla="*/ 960965 h 1822111"/>
              <a:gd name="connsiteX4" fmla="*/ 103193 w 6840441"/>
              <a:gd name="connsiteY4" fmla="*/ 1116269 h 1822111"/>
              <a:gd name="connsiteX5" fmla="*/ 104686 w 6840441"/>
              <a:gd name="connsiteY5" fmla="*/ 1324117 h 1822111"/>
              <a:gd name="connsiteX6" fmla="*/ 286624 w 6840441"/>
              <a:gd name="connsiteY6" fmla="*/ 1483778 h 1822111"/>
              <a:gd name="connsiteX7" fmla="*/ 604481 w 6840441"/>
              <a:gd name="connsiteY7" fmla="*/ 1623162 h 1822111"/>
              <a:gd name="connsiteX8" fmla="*/ 888309 w 6840441"/>
              <a:gd name="connsiteY8" fmla="*/ 1730823 h 1822111"/>
              <a:gd name="connsiteX9" fmla="*/ 1335769 w 6840441"/>
              <a:gd name="connsiteY9" fmla="*/ 1612187 h 1822111"/>
              <a:gd name="connsiteX10" fmla="*/ 1535506 w 6840441"/>
              <a:gd name="connsiteY10" fmla="*/ 1574412 h 1822111"/>
              <a:gd name="connsiteX11" fmla="*/ 1729059 w 6840441"/>
              <a:gd name="connsiteY11" fmla="*/ 1639182 h 1822111"/>
              <a:gd name="connsiteX12" fmla="*/ 1900199 w 6840441"/>
              <a:gd name="connsiteY12" fmla="*/ 1649229 h 1822111"/>
              <a:gd name="connsiteX13" fmla="*/ 2096933 w 6840441"/>
              <a:gd name="connsiteY13" fmla="*/ 1609820 h 1822111"/>
              <a:gd name="connsiteX14" fmla="*/ 2279823 w 6840441"/>
              <a:gd name="connsiteY14" fmla="*/ 1507552 h 1822111"/>
              <a:gd name="connsiteX15" fmla="*/ 2783195 w 6840441"/>
              <a:gd name="connsiteY15" fmla="*/ 1126867 h 1822111"/>
              <a:gd name="connsiteX16" fmla="*/ 3425328 w 6840441"/>
              <a:gd name="connsiteY16" fmla="*/ 722082 h 1822111"/>
              <a:gd name="connsiteX17" fmla="*/ 4746187 w 6840441"/>
              <a:gd name="connsiteY17" fmla="*/ 909322 h 1822111"/>
              <a:gd name="connsiteX18" fmla="*/ 5245720 w 6840441"/>
              <a:gd name="connsiteY18" fmla="*/ 274322 h 1822111"/>
              <a:gd name="connsiteX19" fmla="*/ 5810871 w 6840441"/>
              <a:gd name="connsiteY19" fmla="*/ 172768 h 1822111"/>
              <a:gd name="connsiteX20" fmla="*/ 6240554 w 6840441"/>
              <a:gd name="connsiteY20" fmla="*/ 428302 h 1822111"/>
              <a:gd name="connsiteX21" fmla="*/ 6401776 w 6840441"/>
              <a:gd name="connsiteY21" fmla="*/ 623187 h 1822111"/>
              <a:gd name="connsiteX22" fmla="*/ 6554176 w 6840441"/>
              <a:gd name="connsiteY22" fmla="*/ 703089 h 1822111"/>
              <a:gd name="connsiteX23" fmla="*/ 6668476 w 6840441"/>
              <a:gd name="connsiteY23" fmla="*/ 674034 h 1822111"/>
              <a:gd name="connsiteX24" fmla="*/ 6697754 w 6840441"/>
              <a:gd name="connsiteY24" fmla="*/ 529995 h 1822111"/>
              <a:gd name="connsiteX25" fmla="*/ 6668477 w 6840441"/>
              <a:gd name="connsiteY25" fmla="*/ 390745 h 1822111"/>
              <a:gd name="connsiteX26" fmla="*/ 6598628 w 6840441"/>
              <a:gd name="connsiteY26" fmla="*/ 303578 h 1822111"/>
              <a:gd name="connsiteX27" fmla="*/ 6554178 w 6840441"/>
              <a:gd name="connsiteY27" fmla="*/ 194620 h 1822111"/>
              <a:gd name="connsiteX28" fmla="*/ 6535128 w 6840441"/>
              <a:gd name="connsiteY28" fmla="*/ 27550 h 1822111"/>
              <a:gd name="connsiteX29" fmla="*/ 6681177 w 6840441"/>
              <a:gd name="connsiteY29" fmla="*/ 13025 h 1822111"/>
              <a:gd name="connsiteX30" fmla="*/ 6833220 w 6840441"/>
              <a:gd name="connsiteY30" fmla="*/ 26287 h 1822111"/>
              <a:gd name="connsiteX31" fmla="*/ 6814528 w 6840441"/>
              <a:gd name="connsiteY31" fmla="*/ 252730 h 1822111"/>
              <a:gd name="connsiteX32" fmla="*/ 6770078 w 6840441"/>
              <a:gd name="connsiteY32" fmla="*/ 405271 h 1822111"/>
              <a:gd name="connsiteX33" fmla="*/ 6757377 w 6840441"/>
              <a:gd name="connsiteY33" fmla="*/ 659506 h 1822111"/>
              <a:gd name="connsiteX34" fmla="*/ 6681177 w 6840441"/>
              <a:gd name="connsiteY34" fmla="*/ 775729 h 1822111"/>
              <a:gd name="connsiteX35" fmla="*/ 6570754 w 6840441"/>
              <a:gd name="connsiteY35" fmla="*/ 797321 h 1822111"/>
              <a:gd name="connsiteX36" fmla="*/ 6356969 w 6840441"/>
              <a:gd name="connsiteY36" fmla="*/ 712560 h 1822111"/>
              <a:gd name="connsiteX37" fmla="*/ 6090627 w 6840441"/>
              <a:gd name="connsiteY37" fmla="*/ 398005 h 1822111"/>
              <a:gd name="connsiteX38" fmla="*/ 5853204 w 6840441"/>
              <a:gd name="connsiteY38" fmla="*/ 276774 h 1822111"/>
              <a:gd name="connsiteX39" fmla="*/ 5529354 w 6840441"/>
              <a:gd name="connsiteY39" fmla="*/ 257389 h 1822111"/>
              <a:gd name="connsiteX40" fmla="*/ 5347320 w 6840441"/>
              <a:gd name="connsiteY40" fmla="*/ 333589 h 1822111"/>
              <a:gd name="connsiteX41" fmla="*/ 5228787 w 6840441"/>
              <a:gd name="connsiteY41" fmla="*/ 452121 h 1822111"/>
              <a:gd name="connsiteX42" fmla="*/ 5017120 w 6840441"/>
              <a:gd name="connsiteY42" fmla="*/ 833121 h 1822111"/>
              <a:gd name="connsiteX43" fmla="*/ 4839320 w 6840441"/>
              <a:gd name="connsiteY43" fmla="*/ 985522 h 1822111"/>
              <a:gd name="connsiteX44" fmla="*/ 4427128 w 6840441"/>
              <a:gd name="connsiteY44" fmla="*/ 1018010 h 1822111"/>
              <a:gd name="connsiteX45" fmla="*/ 3767831 w 6840441"/>
              <a:gd name="connsiteY45" fmla="*/ 839283 h 1822111"/>
              <a:gd name="connsiteX46" fmla="*/ 3353620 w 6840441"/>
              <a:gd name="connsiteY46" fmla="*/ 842833 h 1822111"/>
              <a:gd name="connsiteX47" fmla="*/ 2685213 w 6840441"/>
              <a:gd name="connsiteY47" fmla="*/ 1324293 h 1822111"/>
              <a:gd name="connsiteX48" fmla="*/ 2183977 w 6840441"/>
              <a:gd name="connsiteY48" fmla="*/ 1672278 h 1822111"/>
              <a:gd name="connsiteX49" fmla="*/ 2011182 w 6840441"/>
              <a:gd name="connsiteY49" fmla="*/ 1733720 h 1822111"/>
              <a:gd name="connsiteX50" fmla="*/ 1754272 w 6840441"/>
              <a:gd name="connsiteY50" fmla="*/ 1737123 h 1822111"/>
              <a:gd name="connsiteX51" fmla="*/ 1551066 w 6840441"/>
              <a:gd name="connsiteY51" fmla="*/ 1680130 h 1822111"/>
              <a:gd name="connsiteX52" fmla="*/ 1390398 w 6840441"/>
              <a:gd name="connsiteY52" fmla="*/ 1692275 h 1822111"/>
              <a:gd name="connsiteX53" fmla="*/ 1159247 w 6840441"/>
              <a:gd name="connsiteY53" fmla="*/ 1765618 h 1822111"/>
              <a:gd name="connsiteX54" fmla="*/ 904580 w 6840441"/>
              <a:gd name="connsiteY54" fmla="*/ 1822111 h 1822111"/>
              <a:gd name="connsiteX55" fmla="*/ 688319 w 6840441"/>
              <a:gd name="connsiteY55" fmla="*/ 1756281 h 1822111"/>
              <a:gd name="connsiteX56" fmla="*/ 471336 w 6840441"/>
              <a:gd name="connsiteY56" fmla="*/ 1652861 h 1822111"/>
              <a:gd name="connsiteX57" fmla="*/ 240137 w 6840441"/>
              <a:gd name="connsiteY57" fmla="*/ 1549022 h 1822111"/>
              <a:gd name="connsiteX58" fmla="*/ 38841 w 6840441"/>
              <a:gd name="connsiteY58" fmla="*/ 1369294 h 1822111"/>
              <a:gd name="connsiteX0" fmla="*/ 38841 w 6840441"/>
              <a:gd name="connsiteY0" fmla="*/ 1369294 h 1822111"/>
              <a:gd name="connsiteX1" fmla="*/ 21972 w 6840441"/>
              <a:gd name="connsiteY1" fmla="*/ 1142521 h 1822111"/>
              <a:gd name="connsiteX2" fmla="*/ 4660 w 6840441"/>
              <a:gd name="connsiteY2" fmla="*/ 970226 h 1822111"/>
              <a:gd name="connsiteX3" fmla="*/ 108054 w 6840441"/>
              <a:gd name="connsiteY3" fmla="*/ 960965 h 1822111"/>
              <a:gd name="connsiteX4" fmla="*/ 103193 w 6840441"/>
              <a:gd name="connsiteY4" fmla="*/ 1116269 h 1822111"/>
              <a:gd name="connsiteX5" fmla="*/ 104686 w 6840441"/>
              <a:gd name="connsiteY5" fmla="*/ 1324117 h 1822111"/>
              <a:gd name="connsiteX6" fmla="*/ 286624 w 6840441"/>
              <a:gd name="connsiteY6" fmla="*/ 1483778 h 1822111"/>
              <a:gd name="connsiteX7" fmla="*/ 604481 w 6840441"/>
              <a:gd name="connsiteY7" fmla="*/ 1623162 h 1822111"/>
              <a:gd name="connsiteX8" fmla="*/ 888309 w 6840441"/>
              <a:gd name="connsiteY8" fmla="*/ 1730823 h 1822111"/>
              <a:gd name="connsiteX9" fmla="*/ 1335769 w 6840441"/>
              <a:gd name="connsiteY9" fmla="*/ 1612187 h 1822111"/>
              <a:gd name="connsiteX10" fmla="*/ 1535506 w 6840441"/>
              <a:gd name="connsiteY10" fmla="*/ 1574412 h 1822111"/>
              <a:gd name="connsiteX11" fmla="*/ 1729059 w 6840441"/>
              <a:gd name="connsiteY11" fmla="*/ 1639182 h 1822111"/>
              <a:gd name="connsiteX12" fmla="*/ 1900199 w 6840441"/>
              <a:gd name="connsiteY12" fmla="*/ 1649229 h 1822111"/>
              <a:gd name="connsiteX13" fmla="*/ 2096933 w 6840441"/>
              <a:gd name="connsiteY13" fmla="*/ 1609820 h 1822111"/>
              <a:gd name="connsiteX14" fmla="*/ 2279823 w 6840441"/>
              <a:gd name="connsiteY14" fmla="*/ 1507552 h 1822111"/>
              <a:gd name="connsiteX15" fmla="*/ 2783195 w 6840441"/>
              <a:gd name="connsiteY15" fmla="*/ 1126867 h 1822111"/>
              <a:gd name="connsiteX16" fmla="*/ 3425328 w 6840441"/>
              <a:gd name="connsiteY16" fmla="*/ 722082 h 1822111"/>
              <a:gd name="connsiteX17" fmla="*/ 4746187 w 6840441"/>
              <a:gd name="connsiteY17" fmla="*/ 909322 h 1822111"/>
              <a:gd name="connsiteX18" fmla="*/ 5245720 w 6840441"/>
              <a:gd name="connsiteY18" fmla="*/ 274322 h 1822111"/>
              <a:gd name="connsiteX19" fmla="*/ 5810871 w 6840441"/>
              <a:gd name="connsiteY19" fmla="*/ 172768 h 1822111"/>
              <a:gd name="connsiteX20" fmla="*/ 6240554 w 6840441"/>
              <a:gd name="connsiteY20" fmla="*/ 428302 h 1822111"/>
              <a:gd name="connsiteX21" fmla="*/ 6401776 w 6840441"/>
              <a:gd name="connsiteY21" fmla="*/ 623187 h 1822111"/>
              <a:gd name="connsiteX22" fmla="*/ 6554176 w 6840441"/>
              <a:gd name="connsiteY22" fmla="*/ 703089 h 1822111"/>
              <a:gd name="connsiteX23" fmla="*/ 6668476 w 6840441"/>
              <a:gd name="connsiteY23" fmla="*/ 674034 h 1822111"/>
              <a:gd name="connsiteX24" fmla="*/ 6697754 w 6840441"/>
              <a:gd name="connsiteY24" fmla="*/ 529995 h 1822111"/>
              <a:gd name="connsiteX25" fmla="*/ 6668477 w 6840441"/>
              <a:gd name="connsiteY25" fmla="*/ 390745 h 1822111"/>
              <a:gd name="connsiteX26" fmla="*/ 6598628 w 6840441"/>
              <a:gd name="connsiteY26" fmla="*/ 303578 h 1822111"/>
              <a:gd name="connsiteX27" fmla="*/ 6554178 w 6840441"/>
              <a:gd name="connsiteY27" fmla="*/ 194620 h 1822111"/>
              <a:gd name="connsiteX28" fmla="*/ 6535128 w 6840441"/>
              <a:gd name="connsiteY28" fmla="*/ 27550 h 1822111"/>
              <a:gd name="connsiteX29" fmla="*/ 6681177 w 6840441"/>
              <a:gd name="connsiteY29" fmla="*/ 13025 h 1822111"/>
              <a:gd name="connsiteX30" fmla="*/ 6833220 w 6840441"/>
              <a:gd name="connsiteY30" fmla="*/ 26287 h 1822111"/>
              <a:gd name="connsiteX31" fmla="*/ 6814528 w 6840441"/>
              <a:gd name="connsiteY31" fmla="*/ 252730 h 1822111"/>
              <a:gd name="connsiteX32" fmla="*/ 6770078 w 6840441"/>
              <a:gd name="connsiteY32" fmla="*/ 405271 h 1822111"/>
              <a:gd name="connsiteX33" fmla="*/ 6757377 w 6840441"/>
              <a:gd name="connsiteY33" fmla="*/ 659506 h 1822111"/>
              <a:gd name="connsiteX34" fmla="*/ 6681177 w 6840441"/>
              <a:gd name="connsiteY34" fmla="*/ 775729 h 1822111"/>
              <a:gd name="connsiteX35" fmla="*/ 6570754 w 6840441"/>
              <a:gd name="connsiteY35" fmla="*/ 797321 h 1822111"/>
              <a:gd name="connsiteX36" fmla="*/ 6356969 w 6840441"/>
              <a:gd name="connsiteY36" fmla="*/ 712560 h 1822111"/>
              <a:gd name="connsiteX37" fmla="*/ 6090627 w 6840441"/>
              <a:gd name="connsiteY37" fmla="*/ 398005 h 1822111"/>
              <a:gd name="connsiteX38" fmla="*/ 5853204 w 6840441"/>
              <a:gd name="connsiteY38" fmla="*/ 276774 h 1822111"/>
              <a:gd name="connsiteX39" fmla="*/ 5529354 w 6840441"/>
              <a:gd name="connsiteY39" fmla="*/ 257389 h 1822111"/>
              <a:gd name="connsiteX40" fmla="*/ 5347320 w 6840441"/>
              <a:gd name="connsiteY40" fmla="*/ 333589 h 1822111"/>
              <a:gd name="connsiteX41" fmla="*/ 5228787 w 6840441"/>
              <a:gd name="connsiteY41" fmla="*/ 452121 h 1822111"/>
              <a:gd name="connsiteX42" fmla="*/ 5017120 w 6840441"/>
              <a:gd name="connsiteY42" fmla="*/ 833121 h 1822111"/>
              <a:gd name="connsiteX43" fmla="*/ 4839320 w 6840441"/>
              <a:gd name="connsiteY43" fmla="*/ 985522 h 1822111"/>
              <a:gd name="connsiteX44" fmla="*/ 4427128 w 6840441"/>
              <a:gd name="connsiteY44" fmla="*/ 1018010 h 1822111"/>
              <a:gd name="connsiteX45" fmla="*/ 3750106 w 6840441"/>
              <a:gd name="connsiteY45" fmla="*/ 842915 h 1822111"/>
              <a:gd name="connsiteX46" fmla="*/ 3353620 w 6840441"/>
              <a:gd name="connsiteY46" fmla="*/ 842833 h 1822111"/>
              <a:gd name="connsiteX47" fmla="*/ 2685213 w 6840441"/>
              <a:gd name="connsiteY47" fmla="*/ 1324293 h 1822111"/>
              <a:gd name="connsiteX48" fmla="*/ 2183977 w 6840441"/>
              <a:gd name="connsiteY48" fmla="*/ 1672278 h 1822111"/>
              <a:gd name="connsiteX49" fmla="*/ 2011182 w 6840441"/>
              <a:gd name="connsiteY49" fmla="*/ 1733720 h 1822111"/>
              <a:gd name="connsiteX50" fmla="*/ 1754272 w 6840441"/>
              <a:gd name="connsiteY50" fmla="*/ 1737123 h 1822111"/>
              <a:gd name="connsiteX51" fmla="*/ 1551066 w 6840441"/>
              <a:gd name="connsiteY51" fmla="*/ 1680130 h 1822111"/>
              <a:gd name="connsiteX52" fmla="*/ 1390398 w 6840441"/>
              <a:gd name="connsiteY52" fmla="*/ 1692275 h 1822111"/>
              <a:gd name="connsiteX53" fmla="*/ 1159247 w 6840441"/>
              <a:gd name="connsiteY53" fmla="*/ 1765618 h 1822111"/>
              <a:gd name="connsiteX54" fmla="*/ 904580 w 6840441"/>
              <a:gd name="connsiteY54" fmla="*/ 1822111 h 1822111"/>
              <a:gd name="connsiteX55" fmla="*/ 688319 w 6840441"/>
              <a:gd name="connsiteY55" fmla="*/ 1756281 h 1822111"/>
              <a:gd name="connsiteX56" fmla="*/ 471336 w 6840441"/>
              <a:gd name="connsiteY56" fmla="*/ 1652861 h 1822111"/>
              <a:gd name="connsiteX57" fmla="*/ 240137 w 6840441"/>
              <a:gd name="connsiteY57" fmla="*/ 1549022 h 1822111"/>
              <a:gd name="connsiteX58" fmla="*/ 38841 w 6840441"/>
              <a:gd name="connsiteY58" fmla="*/ 1369294 h 1822111"/>
              <a:gd name="connsiteX0" fmla="*/ 38841 w 6840441"/>
              <a:gd name="connsiteY0" fmla="*/ 1369294 h 1822111"/>
              <a:gd name="connsiteX1" fmla="*/ 21972 w 6840441"/>
              <a:gd name="connsiteY1" fmla="*/ 1142521 h 1822111"/>
              <a:gd name="connsiteX2" fmla="*/ 4660 w 6840441"/>
              <a:gd name="connsiteY2" fmla="*/ 970226 h 1822111"/>
              <a:gd name="connsiteX3" fmla="*/ 108054 w 6840441"/>
              <a:gd name="connsiteY3" fmla="*/ 960965 h 1822111"/>
              <a:gd name="connsiteX4" fmla="*/ 103193 w 6840441"/>
              <a:gd name="connsiteY4" fmla="*/ 1116269 h 1822111"/>
              <a:gd name="connsiteX5" fmla="*/ 104686 w 6840441"/>
              <a:gd name="connsiteY5" fmla="*/ 1324117 h 1822111"/>
              <a:gd name="connsiteX6" fmla="*/ 286624 w 6840441"/>
              <a:gd name="connsiteY6" fmla="*/ 1483778 h 1822111"/>
              <a:gd name="connsiteX7" fmla="*/ 604481 w 6840441"/>
              <a:gd name="connsiteY7" fmla="*/ 1623162 h 1822111"/>
              <a:gd name="connsiteX8" fmla="*/ 888309 w 6840441"/>
              <a:gd name="connsiteY8" fmla="*/ 1730823 h 1822111"/>
              <a:gd name="connsiteX9" fmla="*/ 1335769 w 6840441"/>
              <a:gd name="connsiteY9" fmla="*/ 1612187 h 1822111"/>
              <a:gd name="connsiteX10" fmla="*/ 1535506 w 6840441"/>
              <a:gd name="connsiteY10" fmla="*/ 1574412 h 1822111"/>
              <a:gd name="connsiteX11" fmla="*/ 1729059 w 6840441"/>
              <a:gd name="connsiteY11" fmla="*/ 1639182 h 1822111"/>
              <a:gd name="connsiteX12" fmla="*/ 1900199 w 6840441"/>
              <a:gd name="connsiteY12" fmla="*/ 1649229 h 1822111"/>
              <a:gd name="connsiteX13" fmla="*/ 2096933 w 6840441"/>
              <a:gd name="connsiteY13" fmla="*/ 1609820 h 1822111"/>
              <a:gd name="connsiteX14" fmla="*/ 2279823 w 6840441"/>
              <a:gd name="connsiteY14" fmla="*/ 1507552 h 1822111"/>
              <a:gd name="connsiteX15" fmla="*/ 2783195 w 6840441"/>
              <a:gd name="connsiteY15" fmla="*/ 1126867 h 1822111"/>
              <a:gd name="connsiteX16" fmla="*/ 3425328 w 6840441"/>
              <a:gd name="connsiteY16" fmla="*/ 722082 h 1822111"/>
              <a:gd name="connsiteX17" fmla="*/ 4746187 w 6840441"/>
              <a:gd name="connsiteY17" fmla="*/ 909322 h 1822111"/>
              <a:gd name="connsiteX18" fmla="*/ 5245720 w 6840441"/>
              <a:gd name="connsiteY18" fmla="*/ 274322 h 1822111"/>
              <a:gd name="connsiteX19" fmla="*/ 5810871 w 6840441"/>
              <a:gd name="connsiteY19" fmla="*/ 172768 h 1822111"/>
              <a:gd name="connsiteX20" fmla="*/ 6240554 w 6840441"/>
              <a:gd name="connsiteY20" fmla="*/ 428302 h 1822111"/>
              <a:gd name="connsiteX21" fmla="*/ 6401776 w 6840441"/>
              <a:gd name="connsiteY21" fmla="*/ 623187 h 1822111"/>
              <a:gd name="connsiteX22" fmla="*/ 6554176 w 6840441"/>
              <a:gd name="connsiteY22" fmla="*/ 703089 h 1822111"/>
              <a:gd name="connsiteX23" fmla="*/ 6668476 w 6840441"/>
              <a:gd name="connsiteY23" fmla="*/ 674034 h 1822111"/>
              <a:gd name="connsiteX24" fmla="*/ 6697754 w 6840441"/>
              <a:gd name="connsiteY24" fmla="*/ 529995 h 1822111"/>
              <a:gd name="connsiteX25" fmla="*/ 6668477 w 6840441"/>
              <a:gd name="connsiteY25" fmla="*/ 390745 h 1822111"/>
              <a:gd name="connsiteX26" fmla="*/ 6598628 w 6840441"/>
              <a:gd name="connsiteY26" fmla="*/ 303578 h 1822111"/>
              <a:gd name="connsiteX27" fmla="*/ 6554178 w 6840441"/>
              <a:gd name="connsiteY27" fmla="*/ 194620 h 1822111"/>
              <a:gd name="connsiteX28" fmla="*/ 6535128 w 6840441"/>
              <a:gd name="connsiteY28" fmla="*/ 27550 h 1822111"/>
              <a:gd name="connsiteX29" fmla="*/ 6681177 w 6840441"/>
              <a:gd name="connsiteY29" fmla="*/ 13025 h 1822111"/>
              <a:gd name="connsiteX30" fmla="*/ 6833220 w 6840441"/>
              <a:gd name="connsiteY30" fmla="*/ 26287 h 1822111"/>
              <a:gd name="connsiteX31" fmla="*/ 6814528 w 6840441"/>
              <a:gd name="connsiteY31" fmla="*/ 252730 h 1822111"/>
              <a:gd name="connsiteX32" fmla="*/ 6770078 w 6840441"/>
              <a:gd name="connsiteY32" fmla="*/ 405271 h 1822111"/>
              <a:gd name="connsiteX33" fmla="*/ 6757377 w 6840441"/>
              <a:gd name="connsiteY33" fmla="*/ 659506 h 1822111"/>
              <a:gd name="connsiteX34" fmla="*/ 6681177 w 6840441"/>
              <a:gd name="connsiteY34" fmla="*/ 775729 h 1822111"/>
              <a:gd name="connsiteX35" fmla="*/ 6570754 w 6840441"/>
              <a:gd name="connsiteY35" fmla="*/ 797321 h 1822111"/>
              <a:gd name="connsiteX36" fmla="*/ 6356969 w 6840441"/>
              <a:gd name="connsiteY36" fmla="*/ 712560 h 1822111"/>
              <a:gd name="connsiteX37" fmla="*/ 6090627 w 6840441"/>
              <a:gd name="connsiteY37" fmla="*/ 398005 h 1822111"/>
              <a:gd name="connsiteX38" fmla="*/ 5853204 w 6840441"/>
              <a:gd name="connsiteY38" fmla="*/ 276774 h 1822111"/>
              <a:gd name="connsiteX39" fmla="*/ 5529354 w 6840441"/>
              <a:gd name="connsiteY39" fmla="*/ 257389 h 1822111"/>
              <a:gd name="connsiteX40" fmla="*/ 5347320 w 6840441"/>
              <a:gd name="connsiteY40" fmla="*/ 333589 h 1822111"/>
              <a:gd name="connsiteX41" fmla="*/ 5228787 w 6840441"/>
              <a:gd name="connsiteY41" fmla="*/ 452121 h 1822111"/>
              <a:gd name="connsiteX42" fmla="*/ 5017120 w 6840441"/>
              <a:gd name="connsiteY42" fmla="*/ 833121 h 1822111"/>
              <a:gd name="connsiteX43" fmla="*/ 4839320 w 6840441"/>
              <a:gd name="connsiteY43" fmla="*/ 985522 h 1822111"/>
              <a:gd name="connsiteX44" fmla="*/ 4427128 w 6840441"/>
              <a:gd name="connsiteY44" fmla="*/ 1018010 h 1822111"/>
              <a:gd name="connsiteX45" fmla="*/ 3750106 w 6840441"/>
              <a:gd name="connsiteY45" fmla="*/ 842915 h 1822111"/>
              <a:gd name="connsiteX46" fmla="*/ 3353620 w 6840441"/>
              <a:gd name="connsiteY46" fmla="*/ 842833 h 1822111"/>
              <a:gd name="connsiteX47" fmla="*/ 2685213 w 6840441"/>
              <a:gd name="connsiteY47" fmla="*/ 1324293 h 1822111"/>
              <a:gd name="connsiteX48" fmla="*/ 2183977 w 6840441"/>
              <a:gd name="connsiteY48" fmla="*/ 1672278 h 1822111"/>
              <a:gd name="connsiteX49" fmla="*/ 2011182 w 6840441"/>
              <a:gd name="connsiteY49" fmla="*/ 1733720 h 1822111"/>
              <a:gd name="connsiteX50" fmla="*/ 1754272 w 6840441"/>
              <a:gd name="connsiteY50" fmla="*/ 1737123 h 1822111"/>
              <a:gd name="connsiteX51" fmla="*/ 1551066 w 6840441"/>
              <a:gd name="connsiteY51" fmla="*/ 1680130 h 1822111"/>
              <a:gd name="connsiteX52" fmla="*/ 1390398 w 6840441"/>
              <a:gd name="connsiteY52" fmla="*/ 1692275 h 1822111"/>
              <a:gd name="connsiteX53" fmla="*/ 1159247 w 6840441"/>
              <a:gd name="connsiteY53" fmla="*/ 1765618 h 1822111"/>
              <a:gd name="connsiteX54" fmla="*/ 904580 w 6840441"/>
              <a:gd name="connsiteY54" fmla="*/ 1822111 h 1822111"/>
              <a:gd name="connsiteX55" fmla="*/ 688319 w 6840441"/>
              <a:gd name="connsiteY55" fmla="*/ 1756281 h 1822111"/>
              <a:gd name="connsiteX56" fmla="*/ 471336 w 6840441"/>
              <a:gd name="connsiteY56" fmla="*/ 1652861 h 1822111"/>
              <a:gd name="connsiteX57" fmla="*/ 240137 w 6840441"/>
              <a:gd name="connsiteY57" fmla="*/ 1549022 h 1822111"/>
              <a:gd name="connsiteX58" fmla="*/ 38841 w 6840441"/>
              <a:gd name="connsiteY58" fmla="*/ 1369294 h 1822111"/>
              <a:gd name="connsiteX0" fmla="*/ 38841 w 6840441"/>
              <a:gd name="connsiteY0" fmla="*/ 1369294 h 1822111"/>
              <a:gd name="connsiteX1" fmla="*/ 21972 w 6840441"/>
              <a:gd name="connsiteY1" fmla="*/ 1142521 h 1822111"/>
              <a:gd name="connsiteX2" fmla="*/ 4660 w 6840441"/>
              <a:gd name="connsiteY2" fmla="*/ 970226 h 1822111"/>
              <a:gd name="connsiteX3" fmla="*/ 108054 w 6840441"/>
              <a:gd name="connsiteY3" fmla="*/ 960965 h 1822111"/>
              <a:gd name="connsiteX4" fmla="*/ 103193 w 6840441"/>
              <a:gd name="connsiteY4" fmla="*/ 1116269 h 1822111"/>
              <a:gd name="connsiteX5" fmla="*/ 104686 w 6840441"/>
              <a:gd name="connsiteY5" fmla="*/ 1324117 h 1822111"/>
              <a:gd name="connsiteX6" fmla="*/ 286624 w 6840441"/>
              <a:gd name="connsiteY6" fmla="*/ 1483778 h 1822111"/>
              <a:gd name="connsiteX7" fmla="*/ 604481 w 6840441"/>
              <a:gd name="connsiteY7" fmla="*/ 1623162 h 1822111"/>
              <a:gd name="connsiteX8" fmla="*/ 888309 w 6840441"/>
              <a:gd name="connsiteY8" fmla="*/ 1730823 h 1822111"/>
              <a:gd name="connsiteX9" fmla="*/ 1335769 w 6840441"/>
              <a:gd name="connsiteY9" fmla="*/ 1612187 h 1822111"/>
              <a:gd name="connsiteX10" fmla="*/ 1535506 w 6840441"/>
              <a:gd name="connsiteY10" fmla="*/ 1574412 h 1822111"/>
              <a:gd name="connsiteX11" fmla="*/ 1729059 w 6840441"/>
              <a:gd name="connsiteY11" fmla="*/ 1639182 h 1822111"/>
              <a:gd name="connsiteX12" fmla="*/ 1900199 w 6840441"/>
              <a:gd name="connsiteY12" fmla="*/ 1649229 h 1822111"/>
              <a:gd name="connsiteX13" fmla="*/ 2096933 w 6840441"/>
              <a:gd name="connsiteY13" fmla="*/ 1609820 h 1822111"/>
              <a:gd name="connsiteX14" fmla="*/ 2279823 w 6840441"/>
              <a:gd name="connsiteY14" fmla="*/ 1507552 h 1822111"/>
              <a:gd name="connsiteX15" fmla="*/ 2783195 w 6840441"/>
              <a:gd name="connsiteY15" fmla="*/ 1126867 h 1822111"/>
              <a:gd name="connsiteX16" fmla="*/ 3425328 w 6840441"/>
              <a:gd name="connsiteY16" fmla="*/ 722082 h 1822111"/>
              <a:gd name="connsiteX17" fmla="*/ 4746187 w 6840441"/>
              <a:gd name="connsiteY17" fmla="*/ 909322 h 1822111"/>
              <a:gd name="connsiteX18" fmla="*/ 5245720 w 6840441"/>
              <a:gd name="connsiteY18" fmla="*/ 274322 h 1822111"/>
              <a:gd name="connsiteX19" fmla="*/ 5810871 w 6840441"/>
              <a:gd name="connsiteY19" fmla="*/ 172768 h 1822111"/>
              <a:gd name="connsiteX20" fmla="*/ 6240554 w 6840441"/>
              <a:gd name="connsiteY20" fmla="*/ 428302 h 1822111"/>
              <a:gd name="connsiteX21" fmla="*/ 6401776 w 6840441"/>
              <a:gd name="connsiteY21" fmla="*/ 623187 h 1822111"/>
              <a:gd name="connsiteX22" fmla="*/ 6554176 w 6840441"/>
              <a:gd name="connsiteY22" fmla="*/ 703089 h 1822111"/>
              <a:gd name="connsiteX23" fmla="*/ 6668476 w 6840441"/>
              <a:gd name="connsiteY23" fmla="*/ 674034 h 1822111"/>
              <a:gd name="connsiteX24" fmla="*/ 6697754 w 6840441"/>
              <a:gd name="connsiteY24" fmla="*/ 529995 h 1822111"/>
              <a:gd name="connsiteX25" fmla="*/ 6668477 w 6840441"/>
              <a:gd name="connsiteY25" fmla="*/ 390745 h 1822111"/>
              <a:gd name="connsiteX26" fmla="*/ 6598628 w 6840441"/>
              <a:gd name="connsiteY26" fmla="*/ 303578 h 1822111"/>
              <a:gd name="connsiteX27" fmla="*/ 6554178 w 6840441"/>
              <a:gd name="connsiteY27" fmla="*/ 194620 h 1822111"/>
              <a:gd name="connsiteX28" fmla="*/ 6535128 w 6840441"/>
              <a:gd name="connsiteY28" fmla="*/ 27550 h 1822111"/>
              <a:gd name="connsiteX29" fmla="*/ 6681177 w 6840441"/>
              <a:gd name="connsiteY29" fmla="*/ 13025 h 1822111"/>
              <a:gd name="connsiteX30" fmla="*/ 6833220 w 6840441"/>
              <a:gd name="connsiteY30" fmla="*/ 26287 h 1822111"/>
              <a:gd name="connsiteX31" fmla="*/ 6814528 w 6840441"/>
              <a:gd name="connsiteY31" fmla="*/ 252730 h 1822111"/>
              <a:gd name="connsiteX32" fmla="*/ 6770078 w 6840441"/>
              <a:gd name="connsiteY32" fmla="*/ 405271 h 1822111"/>
              <a:gd name="connsiteX33" fmla="*/ 6757377 w 6840441"/>
              <a:gd name="connsiteY33" fmla="*/ 659506 h 1822111"/>
              <a:gd name="connsiteX34" fmla="*/ 6681177 w 6840441"/>
              <a:gd name="connsiteY34" fmla="*/ 775729 h 1822111"/>
              <a:gd name="connsiteX35" fmla="*/ 6570754 w 6840441"/>
              <a:gd name="connsiteY35" fmla="*/ 797321 h 1822111"/>
              <a:gd name="connsiteX36" fmla="*/ 6356969 w 6840441"/>
              <a:gd name="connsiteY36" fmla="*/ 712560 h 1822111"/>
              <a:gd name="connsiteX37" fmla="*/ 6090627 w 6840441"/>
              <a:gd name="connsiteY37" fmla="*/ 398005 h 1822111"/>
              <a:gd name="connsiteX38" fmla="*/ 5853204 w 6840441"/>
              <a:gd name="connsiteY38" fmla="*/ 276774 h 1822111"/>
              <a:gd name="connsiteX39" fmla="*/ 5529354 w 6840441"/>
              <a:gd name="connsiteY39" fmla="*/ 257389 h 1822111"/>
              <a:gd name="connsiteX40" fmla="*/ 5347320 w 6840441"/>
              <a:gd name="connsiteY40" fmla="*/ 333589 h 1822111"/>
              <a:gd name="connsiteX41" fmla="*/ 5228787 w 6840441"/>
              <a:gd name="connsiteY41" fmla="*/ 452121 h 1822111"/>
              <a:gd name="connsiteX42" fmla="*/ 5017120 w 6840441"/>
              <a:gd name="connsiteY42" fmla="*/ 833121 h 1822111"/>
              <a:gd name="connsiteX43" fmla="*/ 4839320 w 6840441"/>
              <a:gd name="connsiteY43" fmla="*/ 985522 h 1822111"/>
              <a:gd name="connsiteX44" fmla="*/ 4427128 w 6840441"/>
              <a:gd name="connsiteY44" fmla="*/ 1018010 h 1822111"/>
              <a:gd name="connsiteX45" fmla="*/ 3750106 w 6840441"/>
              <a:gd name="connsiteY45" fmla="*/ 842915 h 1822111"/>
              <a:gd name="connsiteX46" fmla="*/ 3353620 w 6840441"/>
              <a:gd name="connsiteY46" fmla="*/ 842833 h 1822111"/>
              <a:gd name="connsiteX47" fmla="*/ 2685213 w 6840441"/>
              <a:gd name="connsiteY47" fmla="*/ 1324293 h 1822111"/>
              <a:gd name="connsiteX48" fmla="*/ 2183977 w 6840441"/>
              <a:gd name="connsiteY48" fmla="*/ 1672278 h 1822111"/>
              <a:gd name="connsiteX49" fmla="*/ 2011182 w 6840441"/>
              <a:gd name="connsiteY49" fmla="*/ 1733720 h 1822111"/>
              <a:gd name="connsiteX50" fmla="*/ 1754272 w 6840441"/>
              <a:gd name="connsiteY50" fmla="*/ 1737123 h 1822111"/>
              <a:gd name="connsiteX51" fmla="*/ 1551066 w 6840441"/>
              <a:gd name="connsiteY51" fmla="*/ 1680130 h 1822111"/>
              <a:gd name="connsiteX52" fmla="*/ 1390398 w 6840441"/>
              <a:gd name="connsiteY52" fmla="*/ 1692275 h 1822111"/>
              <a:gd name="connsiteX53" fmla="*/ 1159247 w 6840441"/>
              <a:gd name="connsiteY53" fmla="*/ 1765618 h 1822111"/>
              <a:gd name="connsiteX54" fmla="*/ 904580 w 6840441"/>
              <a:gd name="connsiteY54" fmla="*/ 1822111 h 1822111"/>
              <a:gd name="connsiteX55" fmla="*/ 688319 w 6840441"/>
              <a:gd name="connsiteY55" fmla="*/ 1756281 h 1822111"/>
              <a:gd name="connsiteX56" fmla="*/ 471336 w 6840441"/>
              <a:gd name="connsiteY56" fmla="*/ 1652861 h 1822111"/>
              <a:gd name="connsiteX57" fmla="*/ 240137 w 6840441"/>
              <a:gd name="connsiteY57" fmla="*/ 1549022 h 1822111"/>
              <a:gd name="connsiteX58" fmla="*/ 38841 w 6840441"/>
              <a:gd name="connsiteY58" fmla="*/ 1369294 h 1822111"/>
              <a:gd name="connsiteX0" fmla="*/ 38841 w 6840441"/>
              <a:gd name="connsiteY0" fmla="*/ 1369294 h 1822111"/>
              <a:gd name="connsiteX1" fmla="*/ 21972 w 6840441"/>
              <a:gd name="connsiteY1" fmla="*/ 1142521 h 1822111"/>
              <a:gd name="connsiteX2" fmla="*/ 4660 w 6840441"/>
              <a:gd name="connsiteY2" fmla="*/ 970226 h 1822111"/>
              <a:gd name="connsiteX3" fmla="*/ 108054 w 6840441"/>
              <a:gd name="connsiteY3" fmla="*/ 960965 h 1822111"/>
              <a:gd name="connsiteX4" fmla="*/ 103193 w 6840441"/>
              <a:gd name="connsiteY4" fmla="*/ 1116269 h 1822111"/>
              <a:gd name="connsiteX5" fmla="*/ 104686 w 6840441"/>
              <a:gd name="connsiteY5" fmla="*/ 1324117 h 1822111"/>
              <a:gd name="connsiteX6" fmla="*/ 286624 w 6840441"/>
              <a:gd name="connsiteY6" fmla="*/ 1483778 h 1822111"/>
              <a:gd name="connsiteX7" fmla="*/ 604481 w 6840441"/>
              <a:gd name="connsiteY7" fmla="*/ 1623162 h 1822111"/>
              <a:gd name="connsiteX8" fmla="*/ 888309 w 6840441"/>
              <a:gd name="connsiteY8" fmla="*/ 1730823 h 1822111"/>
              <a:gd name="connsiteX9" fmla="*/ 1335769 w 6840441"/>
              <a:gd name="connsiteY9" fmla="*/ 1612187 h 1822111"/>
              <a:gd name="connsiteX10" fmla="*/ 1535506 w 6840441"/>
              <a:gd name="connsiteY10" fmla="*/ 1574412 h 1822111"/>
              <a:gd name="connsiteX11" fmla="*/ 1729059 w 6840441"/>
              <a:gd name="connsiteY11" fmla="*/ 1639182 h 1822111"/>
              <a:gd name="connsiteX12" fmla="*/ 1900199 w 6840441"/>
              <a:gd name="connsiteY12" fmla="*/ 1649229 h 1822111"/>
              <a:gd name="connsiteX13" fmla="*/ 2096933 w 6840441"/>
              <a:gd name="connsiteY13" fmla="*/ 1609820 h 1822111"/>
              <a:gd name="connsiteX14" fmla="*/ 2279823 w 6840441"/>
              <a:gd name="connsiteY14" fmla="*/ 1507552 h 1822111"/>
              <a:gd name="connsiteX15" fmla="*/ 2783195 w 6840441"/>
              <a:gd name="connsiteY15" fmla="*/ 1126867 h 1822111"/>
              <a:gd name="connsiteX16" fmla="*/ 3425328 w 6840441"/>
              <a:gd name="connsiteY16" fmla="*/ 722082 h 1822111"/>
              <a:gd name="connsiteX17" fmla="*/ 4746187 w 6840441"/>
              <a:gd name="connsiteY17" fmla="*/ 909322 h 1822111"/>
              <a:gd name="connsiteX18" fmla="*/ 5245720 w 6840441"/>
              <a:gd name="connsiteY18" fmla="*/ 274322 h 1822111"/>
              <a:gd name="connsiteX19" fmla="*/ 5810871 w 6840441"/>
              <a:gd name="connsiteY19" fmla="*/ 172768 h 1822111"/>
              <a:gd name="connsiteX20" fmla="*/ 6240554 w 6840441"/>
              <a:gd name="connsiteY20" fmla="*/ 428302 h 1822111"/>
              <a:gd name="connsiteX21" fmla="*/ 6401776 w 6840441"/>
              <a:gd name="connsiteY21" fmla="*/ 623187 h 1822111"/>
              <a:gd name="connsiteX22" fmla="*/ 6554176 w 6840441"/>
              <a:gd name="connsiteY22" fmla="*/ 703089 h 1822111"/>
              <a:gd name="connsiteX23" fmla="*/ 6668476 w 6840441"/>
              <a:gd name="connsiteY23" fmla="*/ 674034 h 1822111"/>
              <a:gd name="connsiteX24" fmla="*/ 6697754 w 6840441"/>
              <a:gd name="connsiteY24" fmla="*/ 529995 h 1822111"/>
              <a:gd name="connsiteX25" fmla="*/ 6668477 w 6840441"/>
              <a:gd name="connsiteY25" fmla="*/ 390745 h 1822111"/>
              <a:gd name="connsiteX26" fmla="*/ 6598628 w 6840441"/>
              <a:gd name="connsiteY26" fmla="*/ 303578 h 1822111"/>
              <a:gd name="connsiteX27" fmla="*/ 6554178 w 6840441"/>
              <a:gd name="connsiteY27" fmla="*/ 194620 h 1822111"/>
              <a:gd name="connsiteX28" fmla="*/ 6535128 w 6840441"/>
              <a:gd name="connsiteY28" fmla="*/ 27550 h 1822111"/>
              <a:gd name="connsiteX29" fmla="*/ 6681177 w 6840441"/>
              <a:gd name="connsiteY29" fmla="*/ 13025 h 1822111"/>
              <a:gd name="connsiteX30" fmla="*/ 6833220 w 6840441"/>
              <a:gd name="connsiteY30" fmla="*/ 26287 h 1822111"/>
              <a:gd name="connsiteX31" fmla="*/ 6814528 w 6840441"/>
              <a:gd name="connsiteY31" fmla="*/ 252730 h 1822111"/>
              <a:gd name="connsiteX32" fmla="*/ 6770078 w 6840441"/>
              <a:gd name="connsiteY32" fmla="*/ 405271 h 1822111"/>
              <a:gd name="connsiteX33" fmla="*/ 6757377 w 6840441"/>
              <a:gd name="connsiteY33" fmla="*/ 659506 h 1822111"/>
              <a:gd name="connsiteX34" fmla="*/ 6681177 w 6840441"/>
              <a:gd name="connsiteY34" fmla="*/ 775729 h 1822111"/>
              <a:gd name="connsiteX35" fmla="*/ 6570754 w 6840441"/>
              <a:gd name="connsiteY35" fmla="*/ 797321 h 1822111"/>
              <a:gd name="connsiteX36" fmla="*/ 6356969 w 6840441"/>
              <a:gd name="connsiteY36" fmla="*/ 712560 h 1822111"/>
              <a:gd name="connsiteX37" fmla="*/ 6090627 w 6840441"/>
              <a:gd name="connsiteY37" fmla="*/ 398005 h 1822111"/>
              <a:gd name="connsiteX38" fmla="*/ 5853204 w 6840441"/>
              <a:gd name="connsiteY38" fmla="*/ 276774 h 1822111"/>
              <a:gd name="connsiteX39" fmla="*/ 5529354 w 6840441"/>
              <a:gd name="connsiteY39" fmla="*/ 257389 h 1822111"/>
              <a:gd name="connsiteX40" fmla="*/ 5347320 w 6840441"/>
              <a:gd name="connsiteY40" fmla="*/ 333589 h 1822111"/>
              <a:gd name="connsiteX41" fmla="*/ 5228787 w 6840441"/>
              <a:gd name="connsiteY41" fmla="*/ 452121 h 1822111"/>
              <a:gd name="connsiteX42" fmla="*/ 5017120 w 6840441"/>
              <a:gd name="connsiteY42" fmla="*/ 833121 h 1822111"/>
              <a:gd name="connsiteX43" fmla="*/ 4812734 w 6840441"/>
              <a:gd name="connsiteY43" fmla="*/ 1007313 h 1822111"/>
              <a:gd name="connsiteX44" fmla="*/ 4427128 w 6840441"/>
              <a:gd name="connsiteY44" fmla="*/ 1018010 h 1822111"/>
              <a:gd name="connsiteX45" fmla="*/ 3750106 w 6840441"/>
              <a:gd name="connsiteY45" fmla="*/ 842915 h 1822111"/>
              <a:gd name="connsiteX46" fmla="*/ 3353620 w 6840441"/>
              <a:gd name="connsiteY46" fmla="*/ 842833 h 1822111"/>
              <a:gd name="connsiteX47" fmla="*/ 2685213 w 6840441"/>
              <a:gd name="connsiteY47" fmla="*/ 1324293 h 1822111"/>
              <a:gd name="connsiteX48" fmla="*/ 2183977 w 6840441"/>
              <a:gd name="connsiteY48" fmla="*/ 1672278 h 1822111"/>
              <a:gd name="connsiteX49" fmla="*/ 2011182 w 6840441"/>
              <a:gd name="connsiteY49" fmla="*/ 1733720 h 1822111"/>
              <a:gd name="connsiteX50" fmla="*/ 1754272 w 6840441"/>
              <a:gd name="connsiteY50" fmla="*/ 1737123 h 1822111"/>
              <a:gd name="connsiteX51" fmla="*/ 1551066 w 6840441"/>
              <a:gd name="connsiteY51" fmla="*/ 1680130 h 1822111"/>
              <a:gd name="connsiteX52" fmla="*/ 1390398 w 6840441"/>
              <a:gd name="connsiteY52" fmla="*/ 1692275 h 1822111"/>
              <a:gd name="connsiteX53" fmla="*/ 1159247 w 6840441"/>
              <a:gd name="connsiteY53" fmla="*/ 1765618 h 1822111"/>
              <a:gd name="connsiteX54" fmla="*/ 904580 w 6840441"/>
              <a:gd name="connsiteY54" fmla="*/ 1822111 h 1822111"/>
              <a:gd name="connsiteX55" fmla="*/ 688319 w 6840441"/>
              <a:gd name="connsiteY55" fmla="*/ 1756281 h 1822111"/>
              <a:gd name="connsiteX56" fmla="*/ 471336 w 6840441"/>
              <a:gd name="connsiteY56" fmla="*/ 1652861 h 1822111"/>
              <a:gd name="connsiteX57" fmla="*/ 240137 w 6840441"/>
              <a:gd name="connsiteY57" fmla="*/ 1549022 h 1822111"/>
              <a:gd name="connsiteX58" fmla="*/ 38841 w 6840441"/>
              <a:gd name="connsiteY58" fmla="*/ 1369294 h 1822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6840441" h="1822111">
                <a:moveTo>
                  <a:pt x="38841" y="1369294"/>
                </a:moveTo>
                <a:cubicBezTo>
                  <a:pt x="2480" y="1301544"/>
                  <a:pt x="16345" y="1270170"/>
                  <a:pt x="21972" y="1142521"/>
                </a:cubicBezTo>
                <a:cubicBezTo>
                  <a:pt x="12828" y="1029400"/>
                  <a:pt x="-9687" y="1000485"/>
                  <a:pt x="4660" y="970226"/>
                </a:cubicBezTo>
                <a:cubicBezTo>
                  <a:pt x="19007" y="939967"/>
                  <a:pt x="89761" y="927182"/>
                  <a:pt x="108054" y="960965"/>
                </a:cubicBezTo>
                <a:cubicBezTo>
                  <a:pt x="126347" y="994748"/>
                  <a:pt x="102277" y="1059376"/>
                  <a:pt x="103193" y="1116269"/>
                </a:cubicBezTo>
                <a:cubicBezTo>
                  <a:pt x="104109" y="1173162"/>
                  <a:pt x="83469" y="1270129"/>
                  <a:pt x="104686" y="1324117"/>
                </a:cubicBezTo>
                <a:cubicBezTo>
                  <a:pt x="125903" y="1378105"/>
                  <a:pt x="203325" y="1433937"/>
                  <a:pt x="286624" y="1483778"/>
                </a:cubicBezTo>
                <a:cubicBezTo>
                  <a:pt x="369923" y="1533619"/>
                  <a:pt x="553830" y="1591069"/>
                  <a:pt x="604481" y="1623162"/>
                </a:cubicBezTo>
                <a:cubicBezTo>
                  <a:pt x="655108" y="1657979"/>
                  <a:pt x="829507" y="1734342"/>
                  <a:pt x="888309" y="1730823"/>
                </a:cubicBezTo>
                <a:cubicBezTo>
                  <a:pt x="955931" y="1732141"/>
                  <a:pt x="1279335" y="1629521"/>
                  <a:pt x="1335769" y="1612187"/>
                </a:cubicBezTo>
                <a:cubicBezTo>
                  <a:pt x="1394204" y="1594836"/>
                  <a:pt x="1464837" y="1568945"/>
                  <a:pt x="1535506" y="1574412"/>
                </a:cubicBezTo>
                <a:cubicBezTo>
                  <a:pt x="1629566" y="1581474"/>
                  <a:pt x="1664541" y="1617592"/>
                  <a:pt x="1729059" y="1639182"/>
                </a:cubicBezTo>
                <a:cubicBezTo>
                  <a:pt x="1801904" y="1649473"/>
                  <a:pt x="1848953" y="1656302"/>
                  <a:pt x="1900199" y="1649229"/>
                </a:cubicBezTo>
                <a:cubicBezTo>
                  <a:pt x="1974489" y="1641431"/>
                  <a:pt x="2034894" y="1627864"/>
                  <a:pt x="2096933" y="1609820"/>
                </a:cubicBezTo>
                <a:cubicBezTo>
                  <a:pt x="2156192" y="1581454"/>
                  <a:pt x="2170221" y="1566582"/>
                  <a:pt x="2279823" y="1507552"/>
                </a:cubicBezTo>
                <a:cubicBezTo>
                  <a:pt x="2431691" y="1393056"/>
                  <a:pt x="2642497" y="1243251"/>
                  <a:pt x="2783195" y="1126867"/>
                </a:cubicBezTo>
                <a:cubicBezTo>
                  <a:pt x="2923893" y="1010483"/>
                  <a:pt x="3098163" y="758340"/>
                  <a:pt x="3425328" y="722082"/>
                </a:cubicBezTo>
                <a:cubicBezTo>
                  <a:pt x="3752493" y="685824"/>
                  <a:pt x="4442788" y="983949"/>
                  <a:pt x="4746187" y="909322"/>
                </a:cubicBezTo>
                <a:cubicBezTo>
                  <a:pt x="5049586" y="834695"/>
                  <a:pt x="5068273" y="397081"/>
                  <a:pt x="5245720" y="274322"/>
                </a:cubicBezTo>
                <a:cubicBezTo>
                  <a:pt x="5423167" y="151563"/>
                  <a:pt x="5645065" y="147105"/>
                  <a:pt x="5810871" y="172768"/>
                </a:cubicBezTo>
                <a:cubicBezTo>
                  <a:pt x="5976677" y="198431"/>
                  <a:pt x="6142070" y="309649"/>
                  <a:pt x="6240554" y="428302"/>
                </a:cubicBezTo>
                <a:cubicBezTo>
                  <a:pt x="6339038" y="546955"/>
                  <a:pt x="6359031" y="585864"/>
                  <a:pt x="6401776" y="623187"/>
                </a:cubicBezTo>
                <a:cubicBezTo>
                  <a:pt x="6444521" y="660510"/>
                  <a:pt x="6504434" y="692193"/>
                  <a:pt x="6554176" y="703089"/>
                </a:cubicBezTo>
                <a:cubicBezTo>
                  <a:pt x="6603918" y="713985"/>
                  <a:pt x="6633963" y="693198"/>
                  <a:pt x="6668476" y="674034"/>
                </a:cubicBezTo>
                <a:cubicBezTo>
                  <a:pt x="6702989" y="654870"/>
                  <a:pt x="6697754" y="577210"/>
                  <a:pt x="6697754" y="529995"/>
                </a:cubicBezTo>
                <a:cubicBezTo>
                  <a:pt x="6697754" y="482780"/>
                  <a:pt x="6687115" y="426060"/>
                  <a:pt x="6668477" y="390745"/>
                </a:cubicBezTo>
                <a:cubicBezTo>
                  <a:pt x="6649839" y="355430"/>
                  <a:pt x="6621911" y="339897"/>
                  <a:pt x="6598628" y="303578"/>
                </a:cubicBezTo>
                <a:cubicBezTo>
                  <a:pt x="6575345" y="267259"/>
                  <a:pt x="6559470" y="239414"/>
                  <a:pt x="6554178" y="194620"/>
                </a:cubicBezTo>
                <a:cubicBezTo>
                  <a:pt x="6548886" y="149826"/>
                  <a:pt x="6509728" y="54184"/>
                  <a:pt x="6535128" y="27550"/>
                </a:cubicBezTo>
                <a:cubicBezTo>
                  <a:pt x="6554178" y="-24507"/>
                  <a:pt x="6631495" y="13235"/>
                  <a:pt x="6681177" y="13025"/>
                </a:cubicBezTo>
                <a:cubicBezTo>
                  <a:pt x="6730859" y="12814"/>
                  <a:pt x="6810995" y="-13664"/>
                  <a:pt x="6833220" y="26287"/>
                </a:cubicBezTo>
                <a:cubicBezTo>
                  <a:pt x="6855445" y="66238"/>
                  <a:pt x="6819760" y="204094"/>
                  <a:pt x="6814528" y="252730"/>
                </a:cubicBezTo>
                <a:cubicBezTo>
                  <a:pt x="6809296" y="301366"/>
                  <a:pt x="6758437" y="367741"/>
                  <a:pt x="6770078" y="405271"/>
                </a:cubicBezTo>
                <a:cubicBezTo>
                  <a:pt x="6781719" y="442801"/>
                  <a:pt x="6772194" y="597763"/>
                  <a:pt x="6757377" y="659506"/>
                </a:cubicBezTo>
                <a:cubicBezTo>
                  <a:pt x="6742560" y="721249"/>
                  <a:pt x="6712281" y="752760"/>
                  <a:pt x="6681177" y="775729"/>
                </a:cubicBezTo>
                <a:cubicBezTo>
                  <a:pt x="6650073" y="798698"/>
                  <a:pt x="6624789" y="807849"/>
                  <a:pt x="6570754" y="797321"/>
                </a:cubicBezTo>
                <a:cubicBezTo>
                  <a:pt x="6516719" y="786793"/>
                  <a:pt x="6436990" y="779113"/>
                  <a:pt x="6356969" y="712560"/>
                </a:cubicBezTo>
                <a:cubicBezTo>
                  <a:pt x="6276948" y="646007"/>
                  <a:pt x="6199988" y="462162"/>
                  <a:pt x="6090627" y="398005"/>
                </a:cubicBezTo>
                <a:cubicBezTo>
                  <a:pt x="6019366" y="348376"/>
                  <a:pt x="5946750" y="300210"/>
                  <a:pt x="5853204" y="276774"/>
                </a:cubicBezTo>
                <a:cubicBezTo>
                  <a:pt x="5759659" y="253338"/>
                  <a:pt x="5595676" y="241867"/>
                  <a:pt x="5529354" y="257389"/>
                </a:cubicBezTo>
                <a:cubicBezTo>
                  <a:pt x="5463032" y="272911"/>
                  <a:pt x="5397414" y="301134"/>
                  <a:pt x="5347320" y="333589"/>
                </a:cubicBezTo>
                <a:cubicBezTo>
                  <a:pt x="5297226" y="366044"/>
                  <a:pt x="5283820" y="368866"/>
                  <a:pt x="5228787" y="452121"/>
                </a:cubicBezTo>
                <a:cubicBezTo>
                  <a:pt x="5173754" y="535376"/>
                  <a:pt x="5086462" y="740589"/>
                  <a:pt x="5017120" y="833121"/>
                </a:cubicBezTo>
                <a:cubicBezTo>
                  <a:pt x="4947778" y="925653"/>
                  <a:pt x="4911066" y="976498"/>
                  <a:pt x="4812734" y="1007313"/>
                </a:cubicBezTo>
                <a:cubicBezTo>
                  <a:pt x="4714402" y="1038128"/>
                  <a:pt x="4604232" y="1045410"/>
                  <a:pt x="4427128" y="1018010"/>
                </a:cubicBezTo>
                <a:cubicBezTo>
                  <a:pt x="4250024" y="990610"/>
                  <a:pt x="3899484" y="857583"/>
                  <a:pt x="3750106" y="842915"/>
                </a:cubicBezTo>
                <a:cubicBezTo>
                  <a:pt x="3600728" y="828247"/>
                  <a:pt x="3531102" y="762603"/>
                  <a:pt x="3353620" y="842833"/>
                </a:cubicBezTo>
                <a:cubicBezTo>
                  <a:pt x="3176138" y="923063"/>
                  <a:pt x="2770853" y="1255059"/>
                  <a:pt x="2685213" y="1324293"/>
                </a:cubicBezTo>
                <a:cubicBezTo>
                  <a:pt x="2599573" y="1393527"/>
                  <a:pt x="2246678" y="1648292"/>
                  <a:pt x="2183977" y="1672278"/>
                </a:cubicBezTo>
                <a:cubicBezTo>
                  <a:pt x="2121276" y="1696264"/>
                  <a:pt x="2082799" y="1722913"/>
                  <a:pt x="2011182" y="1733720"/>
                </a:cubicBezTo>
                <a:cubicBezTo>
                  <a:pt x="1939565" y="1744527"/>
                  <a:pt x="1838103" y="1739881"/>
                  <a:pt x="1754272" y="1737123"/>
                </a:cubicBezTo>
                <a:cubicBezTo>
                  <a:pt x="1691114" y="1743082"/>
                  <a:pt x="1611712" y="1687605"/>
                  <a:pt x="1551066" y="1680130"/>
                </a:cubicBezTo>
                <a:cubicBezTo>
                  <a:pt x="1490420" y="1672655"/>
                  <a:pt x="1467478" y="1678269"/>
                  <a:pt x="1390398" y="1692275"/>
                </a:cubicBezTo>
                <a:cubicBezTo>
                  <a:pt x="1329250" y="1700470"/>
                  <a:pt x="1240217" y="1743979"/>
                  <a:pt x="1159247" y="1765618"/>
                </a:cubicBezTo>
                <a:cubicBezTo>
                  <a:pt x="1078277" y="1787257"/>
                  <a:pt x="979425" y="1816765"/>
                  <a:pt x="904580" y="1822111"/>
                </a:cubicBezTo>
                <a:cubicBezTo>
                  <a:pt x="841550" y="1817286"/>
                  <a:pt x="738014" y="1773715"/>
                  <a:pt x="688319" y="1756281"/>
                </a:cubicBezTo>
                <a:cubicBezTo>
                  <a:pt x="629171" y="1732310"/>
                  <a:pt x="549085" y="1691278"/>
                  <a:pt x="471336" y="1652861"/>
                </a:cubicBezTo>
                <a:cubicBezTo>
                  <a:pt x="414855" y="1627520"/>
                  <a:pt x="312219" y="1596283"/>
                  <a:pt x="240137" y="1549022"/>
                </a:cubicBezTo>
                <a:cubicBezTo>
                  <a:pt x="168055" y="1501761"/>
                  <a:pt x="75202" y="1437044"/>
                  <a:pt x="38841" y="1369294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60000"/>
            </a:schemeClr>
          </a:solidFill>
          <a:ln>
            <a:solidFill>
              <a:schemeClr val="bg2">
                <a:lumMod val="50000"/>
                <a:alpha val="6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6D20796A-EB08-43C3-B1D8-C79517B29666}"/>
              </a:ext>
            </a:extLst>
          </p:cNvPr>
          <p:cNvGrpSpPr/>
          <p:nvPr/>
        </p:nvGrpSpPr>
        <p:grpSpPr>
          <a:xfrm rot="19862442">
            <a:off x="9191307" y="2675256"/>
            <a:ext cx="231980" cy="412477"/>
            <a:chOff x="4447360" y="3787526"/>
            <a:chExt cx="231980" cy="412477"/>
          </a:xfrm>
        </p:grpSpPr>
        <p:sp>
          <p:nvSpPr>
            <p:cNvPr id="113" name="Parallelogram 112">
              <a:extLst>
                <a:ext uri="{FF2B5EF4-FFF2-40B4-BE49-F238E27FC236}">
                  <a16:creationId xmlns:a16="http://schemas.microsoft.com/office/drawing/2014/main" id="{F0D08A74-9FD8-4774-85BA-275D1DD6F492}"/>
                </a:ext>
              </a:extLst>
            </p:cNvPr>
            <p:cNvSpPr/>
            <p:nvPr/>
          </p:nvSpPr>
          <p:spPr>
            <a:xfrm rot="1366696">
              <a:off x="4447360" y="3787526"/>
              <a:ext cx="54985" cy="326132"/>
            </a:xfrm>
            <a:prstGeom prst="parallelogram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Parallelogram 113">
              <a:extLst>
                <a:ext uri="{FF2B5EF4-FFF2-40B4-BE49-F238E27FC236}">
                  <a16:creationId xmlns:a16="http://schemas.microsoft.com/office/drawing/2014/main" id="{0E7FF057-D958-4BDC-819D-88567E0B0AD6}"/>
                </a:ext>
              </a:extLst>
            </p:cNvPr>
            <p:cNvSpPr/>
            <p:nvPr/>
          </p:nvSpPr>
          <p:spPr>
            <a:xfrm rot="1366696">
              <a:off x="4534751" y="3824287"/>
              <a:ext cx="54985" cy="326132"/>
            </a:xfrm>
            <a:prstGeom prst="parallelogram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5" name="Parallelogram 114">
              <a:extLst>
                <a:ext uri="{FF2B5EF4-FFF2-40B4-BE49-F238E27FC236}">
                  <a16:creationId xmlns:a16="http://schemas.microsoft.com/office/drawing/2014/main" id="{A8B12CAC-C750-42D8-B5B7-220AB020F6D5}"/>
                </a:ext>
              </a:extLst>
            </p:cNvPr>
            <p:cNvSpPr/>
            <p:nvPr/>
          </p:nvSpPr>
          <p:spPr>
            <a:xfrm rot="1366696">
              <a:off x="4624355" y="3873871"/>
              <a:ext cx="54985" cy="326132"/>
            </a:xfrm>
            <a:prstGeom prst="parallelogram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E7A02701-A42A-4F3C-AC6F-42B2F013FFE3}"/>
              </a:ext>
            </a:extLst>
          </p:cNvPr>
          <p:cNvSpPr txBox="1"/>
          <p:nvPr/>
        </p:nvSpPr>
        <p:spPr>
          <a:xfrm>
            <a:off x="789257" y="2865458"/>
            <a:ext cx="1309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One way valve</a:t>
            </a:r>
          </a:p>
          <a:p>
            <a:pPr algn="ctr"/>
            <a:r>
              <a:rPr lang="en-US" sz="1400" dirty="0"/>
              <a:t>(exhalation)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2D2D68E-7271-4457-85A8-606D21ADD670}"/>
              </a:ext>
            </a:extLst>
          </p:cNvPr>
          <p:cNvCxnSpPr>
            <a:cxnSpLocks/>
            <a:endCxn id="141" idx="3"/>
          </p:cNvCxnSpPr>
          <p:nvPr/>
        </p:nvCxnSpPr>
        <p:spPr>
          <a:xfrm flipH="1">
            <a:off x="2104624" y="3188043"/>
            <a:ext cx="1132342" cy="4922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F10AEC6E-44B1-457D-9564-F97295EB701B}"/>
              </a:ext>
            </a:extLst>
          </p:cNvPr>
          <p:cNvCxnSpPr>
            <a:cxnSpLocks/>
          </p:cNvCxnSpPr>
          <p:nvPr/>
        </p:nvCxnSpPr>
        <p:spPr>
          <a:xfrm>
            <a:off x="1820449" y="3128176"/>
            <a:ext cx="826264" cy="1112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0137E622-8FA0-42EE-9129-7EED5835FF81}"/>
              </a:ext>
            </a:extLst>
          </p:cNvPr>
          <p:cNvSpPr txBox="1"/>
          <p:nvPr/>
        </p:nvSpPr>
        <p:spPr>
          <a:xfrm>
            <a:off x="2727996" y="5896528"/>
            <a:ext cx="1139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Reservoir bag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96C7DB4-36AC-45AC-B876-E163A8F0DD74}"/>
              </a:ext>
            </a:extLst>
          </p:cNvPr>
          <p:cNvSpPr/>
          <p:nvPr/>
        </p:nvSpPr>
        <p:spPr>
          <a:xfrm flipH="1">
            <a:off x="142192" y="4763021"/>
            <a:ext cx="2116157" cy="18158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dirty="0"/>
              <a:t>A reservoir bag that varies from 600 mL – 1.5 L. The bag must be inflated to create a reservoir! Flow rates of &gt;10 L/min are required to fill the bag. 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34CE3B81-0635-4C1B-8200-A440B7F6B04A}"/>
              </a:ext>
            </a:extLst>
          </p:cNvPr>
          <p:cNvSpPr/>
          <p:nvPr/>
        </p:nvSpPr>
        <p:spPr>
          <a:xfrm flipH="1">
            <a:off x="4821796" y="1234176"/>
            <a:ext cx="2893739" cy="20621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dirty="0"/>
              <a:t>A one-way inhalation valve between the mask and reservoir bag allows O</a:t>
            </a:r>
            <a:r>
              <a:rPr lang="en-US" sz="1600" baseline="-25000" dirty="0"/>
              <a:t>2</a:t>
            </a:r>
            <a:r>
              <a:rPr lang="en-US" sz="1600" dirty="0"/>
              <a:t> to flow from the tubing → reservoir bag → mask but does not allow exhaled CO</a:t>
            </a:r>
            <a:r>
              <a:rPr lang="en-US" sz="1600" baseline="-25000" dirty="0"/>
              <a:t>2</a:t>
            </a:r>
            <a:r>
              <a:rPr lang="en-US" sz="1600" dirty="0"/>
              <a:t> to re-enter the bag. </a:t>
            </a:r>
          </a:p>
          <a:p>
            <a:pPr algn="ctr"/>
            <a:r>
              <a:rPr lang="en-US" sz="1600" dirty="0"/>
              <a:t>One-way exhalation valves let out exhaled CO</a:t>
            </a:r>
            <a:r>
              <a:rPr lang="en-US" sz="1600" baseline="-25000" dirty="0"/>
              <a:t>2</a:t>
            </a:r>
            <a:r>
              <a:rPr lang="en-US" sz="1600" dirty="0"/>
              <a:t>. </a:t>
            </a:r>
          </a:p>
        </p:txBody>
      </p:sp>
      <p:sp>
        <p:nvSpPr>
          <p:cNvPr id="134" name="1">
            <a:extLst>
              <a:ext uri="{FF2B5EF4-FFF2-40B4-BE49-F238E27FC236}">
                <a16:creationId xmlns:a16="http://schemas.microsoft.com/office/drawing/2014/main" id="{5C0534BE-11EC-4422-B344-41712A19D1E5}"/>
              </a:ext>
            </a:extLst>
          </p:cNvPr>
          <p:cNvSpPr/>
          <p:nvPr/>
        </p:nvSpPr>
        <p:spPr>
          <a:xfrm>
            <a:off x="403803" y="3975318"/>
            <a:ext cx="576856" cy="584775"/>
          </a:xfrm>
          <a:prstGeom prst="ellipse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pic>
        <p:nvPicPr>
          <p:cNvPr id="135" name="Graphic 134" descr="Cursor">
            <a:extLst>
              <a:ext uri="{FF2B5EF4-FFF2-40B4-BE49-F238E27FC236}">
                <a16:creationId xmlns:a16="http://schemas.microsoft.com/office/drawing/2014/main" id="{F3AB2DD5-8AAE-4A32-B886-6F5D7242FD6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35919" y="4314725"/>
            <a:ext cx="346628" cy="365760"/>
          </a:xfrm>
          <a:prstGeom prst="rect">
            <a:avLst/>
          </a:prstGeom>
        </p:spPr>
      </p:pic>
      <p:sp>
        <p:nvSpPr>
          <p:cNvPr id="137" name="Rectangle 136">
            <a:extLst>
              <a:ext uri="{FF2B5EF4-FFF2-40B4-BE49-F238E27FC236}">
                <a16:creationId xmlns:a16="http://schemas.microsoft.com/office/drawing/2014/main" id="{9FB2F6C8-A51F-4107-B727-027194C2DEBA}"/>
              </a:ext>
            </a:extLst>
          </p:cNvPr>
          <p:cNvSpPr/>
          <p:nvPr/>
        </p:nvSpPr>
        <p:spPr>
          <a:xfrm>
            <a:off x="7689339" y="3490687"/>
            <a:ext cx="4227043" cy="28833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19063" indent="-119063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8842A0C2-F9AB-4AC8-9BDC-C19064932FB8}"/>
              </a:ext>
            </a:extLst>
          </p:cNvPr>
          <p:cNvSpPr txBox="1"/>
          <p:nvPr/>
        </p:nvSpPr>
        <p:spPr>
          <a:xfrm>
            <a:off x="7700697" y="3536630"/>
            <a:ext cx="413786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2000" dirty="0"/>
              <a:t>One-way valves control the flow of O</a:t>
            </a:r>
            <a:r>
              <a:rPr lang="en-US" sz="2000" baseline="-25000" dirty="0"/>
              <a:t>2</a:t>
            </a:r>
            <a:r>
              <a:rPr lang="en-US" sz="2000" dirty="0"/>
              <a:t> and CO</a:t>
            </a:r>
            <a:r>
              <a:rPr lang="en-US" sz="2000" baseline="-25000" dirty="0"/>
              <a:t>2</a:t>
            </a:r>
            <a:r>
              <a:rPr lang="en-US" sz="2000" dirty="0"/>
              <a:t> to allow the patient to preferentially breathe 100% FiO</a:t>
            </a:r>
            <a:r>
              <a:rPr lang="en-US" sz="2000" baseline="-25000" dirty="0"/>
              <a:t>2</a:t>
            </a:r>
            <a:r>
              <a:rPr lang="en-US" sz="2000" dirty="0"/>
              <a:t> from the reservoir bag and expel CO</a:t>
            </a:r>
            <a:r>
              <a:rPr lang="en-US" sz="2000" baseline="-25000" dirty="0"/>
              <a:t>2</a:t>
            </a:r>
            <a:r>
              <a:rPr lang="en-US" sz="2000" dirty="0"/>
              <a:t> into the environment.</a:t>
            </a:r>
          </a:p>
        </p:txBody>
      </p:sp>
      <p:sp>
        <p:nvSpPr>
          <p:cNvPr id="142" name="2">
            <a:extLst>
              <a:ext uri="{FF2B5EF4-FFF2-40B4-BE49-F238E27FC236}">
                <a16:creationId xmlns:a16="http://schemas.microsoft.com/office/drawing/2014/main" id="{1DF3D157-9708-4B6F-8F6C-31C7AB61C5DC}"/>
              </a:ext>
            </a:extLst>
          </p:cNvPr>
          <p:cNvSpPr/>
          <p:nvPr/>
        </p:nvSpPr>
        <p:spPr>
          <a:xfrm>
            <a:off x="4822803" y="2809341"/>
            <a:ext cx="576856" cy="584775"/>
          </a:xfrm>
          <a:prstGeom prst="ellipse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pic>
        <p:nvPicPr>
          <p:cNvPr id="143" name="Graphic 142" descr="Cursor">
            <a:extLst>
              <a:ext uri="{FF2B5EF4-FFF2-40B4-BE49-F238E27FC236}">
                <a16:creationId xmlns:a16="http://schemas.microsoft.com/office/drawing/2014/main" id="{8E206EDC-68A4-458D-A4A4-EA83891B15B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154919" y="3148748"/>
            <a:ext cx="346628" cy="365760"/>
          </a:xfrm>
          <a:prstGeom prst="rect">
            <a:avLst/>
          </a:prstGeom>
        </p:spPr>
      </p:pic>
      <p:sp>
        <p:nvSpPr>
          <p:cNvPr id="144" name="TextBox 143">
            <a:extLst>
              <a:ext uri="{FF2B5EF4-FFF2-40B4-BE49-F238E27FC236}">
                <a16:creationId xmlns:a16="http://schemas.microsoft.com/office/drawing/2014/main" id="{7FAFFC12-8817-4E5B-AFE5-43B7D4B391E9}"/>
              </a:ext>
            </a:extLst>
          </p:cNvPr>
          <p:cNvSpPr txBox="1"/>
          <p:nvPr/>
        </p:nvSpPr>
        <p:spPr>
          <a:xfrm>
            <a:off x="7689338" y="5137893"/>
            <a:ext cx="42270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2000" dirty="0"/>
              <a:t>Maximum effective FiO</a:t>
            </a:r>
            <a:r>
              <a:rPr lang="en-US" sz="2000" baseline="-25000" dirty="0"/>
              <a:t>2</a:t>
            </a:r>
            <a:r>
              <a:rPr lang="en-US" sz="2000" dirty="0"/>
              <a:t> of 75 – 90% at flow rates of 12 – 15 L/min. 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5BF793EB-B00D-4362-BEC3-3429E4469823}"/>
              </a:ext>
            </a:extLst>
          </p:cNvPr>
          <p:cNvSpPr txBox="1"/>
          <p:nvPr/>
        </p:nvSpPr>
        <p:spPr>
          <a:xfrm>
            <a:off x="7689749" y="5847032"/>
            <a:ext cx="4159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indent="-174625">
              <a:buFont typeface="Arial" panose="020B0604020202020204" pitchFamily="34" charset="0"/>
              <a:buChar char="•"/>
            </a:pPr>
            <a:r>
              <a:rPr lang="en-US" sz="2000" b="1" dirty="0"/>
              <a:t>Rescue form of oxygen only!!</a:t>
            </a:r>
            <a:endParaRPr lang="en-US" sz="2000" dirty="0"/>
          </a:p>
        </p:txBody>
      </p:sp>
      <p:sp>
        <p:nvSpPr>
          <p:cNvPr id="147" name="3">
            <a:extLst>
              <a:ext uri="{FF2B5EF4-FFF2-40B4-BE49-F238E27FC236}">
                <a16:creationId xmlns:a16="http://schemas.microsoft.com/office/drawing/2014/main" id="{451E4AE9-4A94-4343-AF1F-D8879482BADB}"/>
              </a:ext>
            </a:extLst>
          </p:cNvPr>
          <p:cNvSpPr/>
          <p:nvPr/>
        </p:nvSpPr>
        <p:spPr>
          <a:xfrm>
            <a:off x="6796267" y="4361070"/>
            <a:ext cx="576856" cy="584775"/>
          </a:xfrm>
          <a:prstGeom prst="ellipse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pic>
        <p:nvPicPr>
          <p:cNvPr id="148" name="Graphic 147" descr="Cursor">
            <a:extLst>
              <a:ext uri="{FF2B5EF4-FFF2-40B4-BE49-F238E27FC236}">
                <a16:creationId xmlns:a16="http://schemas.microsoft.com/office/drawing/2014/main" id="{F34DE418-9C01-4249-8936-BF9E1BB96BB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128383" y="4700477"/>
            <a:ext cx="346628" cy="365760"/>
          </a:xfrm>
          <a:prstGeom prst="rect">
            <a:avLst/>
          </a:prstGeom>
        </p:spPr>
      </p:pic>
      <p:sp>
        <p:nvSpPr>
          <p:cNvPr id="136" name="Rectangle: Rounded Corners 135">
            <a:hlinkClick r:id="rId21" action="ppaction://hlinksldjump"/>
            <a:extLst>
              <a:ext uri="{FF2B5EF4-FFF2-40B4-BE49-F238E27FC236}">
                <a16:creationId xmlns:a16="http://schemas.microsoft.com/office/drawing/2014/main" id="{47F28856-CF23-4676-A30D-61FD81FD5865}"/>
              </a:ext>
            </a:extLst>
          </p:cNvPr>
          <p:cNvSpPr/>
          <p:nvPr/>
        </p:nvSpPr>
        <p:spPr>
          <a:xfrm>
            <a:off x="186814" y="131786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The Basics</a:t>
            </a:r>
          </a:p>
        </p:txBody>
      </p:sp>
      <p:sp>
        <p:nvSpPr>
          <p:cNvPr id="139" name="Rectangle: Rounded Corners 138">
            <a:hlinkClick r:id="rId22" action="ppaction://hlinksldjump"/>
            <a:extLst>
              <a:ext uri="{FF2B5EF4-FFF2-40B4-BE49-F238E27FC236}">
                <a16:creationId xmlns:a16="http://schemas.microsoft.com/office/drawing/2014/main" id="{0E7835CE-97D4-4890-A678-C5359E87509F}"/>
              </a:ext>
            </a:extLst>
          </p:cNvPr>
          <p:cNvSpPr/>
          <p:nvPr/>
        </p:nvSpPr>
        <p:spPr>
          <a:xfrm>
            <a:off x="186814" y="657094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</a:t>
            </a:r>
            <a:r>
              <a:rPr lang="en-US" b="1" baseline="-25000" dirty="0">
                <a:solidFill>
                  <a:schemeClr val="tx1"/>
                </a:solidFill>
              </a:rPr>
              <a:t>2</a:t>
            </a:r>
            <a:r>
              <a:rPr lang="en-US" b="1" dirty="0">
                <a:solidFill>
                  <a:schemeClr val="tx1"/>
                </a:solidFill>
              </a:rPr>
              <a:t> Devices</a:t>
            </a:r>
          </a:p>
        </p:txBody>
      </p:sp>
      <p:pic>
        <p:nvPicPr>
          <p:cNvPr id="140" name="Graphic 139" descr="Cursor">
            <a:extLst>
              <a:ext uri="{FF2B5EF4-FFF2-40B4-BE49-F238E27FC236}">
                <a16:creationId xmlns:a16="http://schemas.microsoft.com/office/drawing/2014/main" id="{067DCAB4-E6F8-406B-9E44-B54284C6639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404925" y="355289"/>
            <a:ext cx="346628" cy="365760"/>
          </a:xfrm>
          <a:prstGeom prst="rect">
            <a:avLst/>
          </a:prstGeom>
        </p:spPr>
      </p:pic>
      <p:pic>
        <p:nvPicPr>
          <p:cNvPr id="145" name="Graphic 144" descr="Cursor">
            <a:extLst>
              <a:ext uri="{FF2B5EF4-FFF2-40B4-BE49-F238E27FC236}">
                <a16:creationId xmlns:a16="http://schemas.microsoft.com/office/drawing/2014/main" id="{2F8C9E41-83DD-4A82-81D2-D11B7BD251E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404925" y="862142"/>
            <a:ext cx="346628" cy="365760"/>
          </a:xfrm>
          <a:prstGeom prst="rect">
            <a:avLst/>
          </a:prstGeom>
        </p:spPr>
      </p:pic>
      <p:sp>
        <p:nvSpPr>
          <p:cNvPr id="149" name="Rectangle: Rounded Corners 148">
            <a:hlinkClick r:id="rId23" action="ppaction://hlinksldjump"/>
            <a:extLst>
              <a:ext uri="{FF2B5EF4-FFF2-40B4-BE49-F238E27FC236}">
                <a16:creationId xmlns:a16="http://schemas.microsoft.com/office/drawing/2014/main" id="{4BC6C524-1A2C-453D-B16F-D61BE3694CD8}"/>
              </a:ext>
            </a:extLst>
          </p:cNvPr>
          <p:cNvSpPr/>
          <p:nvPr/>
        </p:nvSpPr>
        <p:spPr>
          <a:xfrm>
            <a:off x="186814" y="1182402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150" name="Graphic 149" descr="Cursor">
            <a:extLst>
              <a:ext uri="{FF2B5EF4-FFF2-40B4-BE49-F238E27FC236}">
                <a16:creationId xmlns:a16="http://schemas.microsoft.com/office/drawing/2014/main" id="{A8553D1B-5DF9-4B77-907B-2705217A718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434421" y="1397762"/>
            <a:ext cx="346628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61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</p:childTnLst>
        </p:cTn>
      </p:par>
    </p:tnLst>
    <p:bldLst>
      <p:bldP spid="35" grpId="0"/>
      <p:bldP spid="431" grpId="0" animBg="1"/>
      <p:bldP spid="111" grpId="0"/>
      <p:bldP spid="430" grpId="0"/>
      <p:bldP spid="44" grpId="0" animBg="1"/>
      <p:bldP spid="436" grpId="0" animBg="1"/>
      <p:bldP spid="27" grpId="0" animBg="1"/>
      <p:bldP spid="86" grpId="0" animBg="1"/>
      <p:bldP spid="141" grpId="0"/>
      <p:bldP spid="151" grpId="0"/>
      <p:bldP spid="162" grpId="0"/>
      <p:bldP spid="105" grpId="0" animBg="1"/>
      <p:bldP spid="168" grpId="0" animBg="1"/>
      <p:bldP spid="134" grpId="0" animBg="1"/>
      <p:bldP spid="137" grpId="0" animBg="1"/>
      <p:bldP spid="138" grpId="0"/>
      <p:bldP spid="142" grpId="0" animBg="1"/>
      <p:bldP spid="144" grpId="0"/>
      <p:bldP spid="146" grpId="0"/>
      <p:bldP spid="14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 descr="Image result for oxymizer">
            <a:extLst>
              <a:ext uri="{FF2B5EF4-FFF2-40B4-BE49-F238E27FC236}">
                <a16:creationId xmlns:a16="http://schemas.microsoft.com/office/drawing/2014/main" id="{7FC0F4C1-EE77-47F1-8390-8A6B47753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970479">
            <a:off x="6066163" y="455279"/>
            <a:ext cx="2116592" cy="3083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Related image">
            <a:extLst>
              <a:ext uri="{FF2B5EF4-FFF2-40B4-BE49-F238E27FC236}">
                <a16:creationId xmlns:a16="http://schemas.microsoft.com/office/drawing/2014/main" id="{E924D383-8FCC-4D13-B148-1FD00B465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01485">
            <a:off x="8024243" y="374560"/>
            <a:ext cx="2367441" cy="2320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BDA0D9D-115A-4F80-85B0-9ECEB5249B9D}"/>
              </a:ext>
            </a:extLst>
          </p:cNvPr>
          <p:cNvGrpSpPr/>
          <p:nvPr/>
        </p:nvGrpSpPr>
        <p:grpSpPr>
          <a:xfrm>
            <a:off x="10449622" y="861486"/>
            <a:ext cx="882690" cy="2309430"/>
            <a:chOff x="9509988" y="1558505"/>
            <a:chExt cx="882690" cy="230943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A6550C6-D8CE-404E-BBEC-DCA9FBE52070}"/>
                </a:ext>
              </a:extLst>
            </p:cNvPr>
            <p:cNvSpPr/>
            <p:nvPr/>
          </p:nvSpPr>
          <p:spPr>
            <a:xfrm>
              <a:off x="9654266" y="2738794"/>
              <a:ext cx="182844" cy="162290"/>
            </a:xfrm>
            <a:prstGeom prst="ellipse">
              <a:avLst/>
            </a:prstGeom>
            <a:gradFill flip="none" rotWithShape="1">
              <a:gsLst>
                <a:gs pos="0">
                  <a:schemeClr val="accent6">
                    <a:lumMod val="60000"/>
                    <a:lumOff val="40000"/>
                  </a:schemeClr>
                </a:gs>
                <a:gs pos="59000">
                  <a:schemeClr val="accent6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5908235-24D6-43B3-893D-78C08103CA31}"/>
                </a:ext>
              </a:extLst>
            </p:cNvPr>
            <p:cNvSpPr/>
            <p:nvPr/>
          </p:nvSpPr>
          <p:spPr>
            <a:xfrm>
              <a:off x="9954014" y="3289643"/>
              <a:ext cx="161112" cy="13745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Isosceles Triangle 77">
              <a:extLst>
                <a:ext uri="{FF2B5EF4-FFF2-40B4-BE49-F238E27FC236}">
                  <a16:creationId xmlns:a16="http://schemas.microsoft.com/office/drawing/2014/main" id="{15973A4C-C2E1-4A24-8EF4-1A054BEAF06B}"/>
                </a:ext>
              </a:extLst>
            </p:cNvPr>
            <p:cNvSpPr/>
            <p:nvPr/>
          </p:nvSpPr>
          <p:spPr>
            <a:xfrm flipV="1">
              <a:off x="9599348" y="3584902"/>
              <a:ext cx="292682" cy="283033"/>
            </a:xfrm>
            <a:custGeom>
              <a:avLst/>
              <a:gdLst>
                <a:gd name="connsiteX0" fmla="*/ 0 w 414826"/>
                <a:gd name="connsiteY0" fmla="*/ 791248 h 791248"/>
                <a:gd name="connsiteX1" fmla="*/ 207413 w 414826"/>
                <a:gd name="connsiteY1" fmla="*/ 0 h 791248"/>
                <a:gd name="connsiteX2" fmla="*/ 414826 w 414826"/>
                <a:gd name="connsiteY2" fmla="*/ 791248 h 791248"/>
                <a:gd name="connsiteX3" fmla="*/ 0 w 414826"/>
                <a:gd name="connsiteY3" fmla="*/ 791248 h 791248"/>
                <a:gd name="connsiteX0" fmla="*/ 0 w 414826"/>
                <a:gd name="connsiteY0" fmla="*/ 791248 h 791248"/>
                <a:gd name="connsiteX1" fmla="*/ 207413 w 414826"/>
                <a:gd name="connsiteY1" fmla="*/ 0 h 791248"/>
                <a:gd name="connsiteX2" fmla="*/ 245240 w 414826"/>
                <a:gd name="connsiteY2" fmla="*/ 50381 h 791248"/>
                <a:gd name="connsiteX3" fmla="*/ 414826 w 414826"/>
                <a:gd name="connsiteY3" fmla="*/ 791248 h 791248"/>
                <a:gd name="connsiteX4" fmla="*/ 0 w 414826"/>
                <a:gd name="connsiteY4" fmla="*/ 791248 h 791248"/>
                <a:gd name="connsiteX0" fmla="*/ 0 w 414826"/>
                <a:gd name="connsiteY0" fmla="*/ 791248 h 791248"/>
                <a:gd name="connsiteX1" fmla="*/ 207413 w 414826"/>
                <a:gd name="connsiteY1" fmla="*/ 0 h 791248"/>
                <a:gd name="connsiteX2" fmla="*/ 149354 w 414826"/>
                <a:gd name="connsiteY2" fmla="*/ 100466 h 791248"/>
                <a:gd name="connsiteX3" fmla="*/ 414826 w 414826"/>
                <a:gd name="connsiteY3" fmla="*/ 791248 h 791248"/>
                <a:gd name="connsiteX4" fmla="*/ 0 w 414826"/>
                <a:gd name="connsiteY4" fmla="*/ 791248 h 791248"/>
                <a:gd name="connsiteX0" fmla="*/ 0 w 414826"/>
                <a:gd name="connsiteY0" fmla="*/ 791248 h 791248"/>
                <a:gd name="connsiteX1" fmla="*/ 207413 w 414826"/>
                <a:gd name="connsiteY1" fmla="*/ 0 h 791248"/>
                <a:gd name="connsiteX2" fmla="*/ 285741 w 414826"/>
                <a:gd name="connsiteY2" fmla="*/ 86416 h 791248"/>
                <a:gd name="connsiteX3" fmla="*/ 414826 w 414826"/>
                <a:gd name="connsiteY3" fmla="*/ 791248 h 791248"/>
                <a:gd name="connsiteX4" fmla="*/ 0 w 414826"/>
                <a:gd name="connsiteY4" fmla="*/ 791248 h 791248"/>
                <a:gd name="connsiteX0" fmla="*/ 0 w 414826"/>
                <a:gd name="connsiteY0" fmla="*/ 743618 h 743618"/>
                <a:gd name="connsiteX1" fmla="*/ 145569 w 414826"/>
                <a:gd name="connsiteY1" fmla="*/ 0 h 743618"/>
                <a:gd name="connsiteX2" fmla="*/ 285741 w 414826"/>
                <a:gd name="connsiteY2" fmla="*/ 38786 h 743618"/>
                <a:gd name="connsiteX3" fmla="*/ 414826 w 414826"/>
                <a:gd name="connsiteY3" fmla="*/ 743618 h 743618"/>
                <a:gd name="connsiteX4" fmla="*/ 0 w 414826"/>
                <a:gd name="connsiteY4" fmla="*/ 743618 h 743618"/>
                <a:gd name="connsiteX0" fmla="*/ 0 w 347186"/>
                <a:gd name="connsiteY0" fmla="*/ 743618 h 743618"/>
                <a:gd name="connsiteX1" fmla="*/ 145569 w 347186"/>
                <a:gd name="connsiteY1" fmla="*/ 0 h 743618"/>
                <a:gd name="connsiteX2" fmla="*/ 285741 w 347186"/>
                <a:gd name="connsiteY2" fmla="*/ 38786 h 743618"/>
                <a:gd name="connsiteX3" fmla="*/ 347186 w 347186"/>
                <a:gd name="connsiteY3" fmla="*/ 740074 h 743618"/>
                <a:gd name="connsiteX4" fmla="*/ 0 w 347186"/>
                <a:gd name="connsiteY4" fmla="*/ 743618 h 743618"/>
                <a:gd name="connsiteX0" fmla="*/ 0 w 347186"/>
                <a:gd name="connsiteY0" fmla="*/ 714911 h 714911"/>
                <a:gd name="connsiteX1" fmla="*/ 127108 w 347186"/>
                <a:gd name="connsiteY1" fmla="*/ 0 h 714911"/>
                <a:gd name="connsiteX2" fmla="*/ 285741 w 347186"/>
                <a:gd name="connsiteY2" fmla="*/ 10079 h 714911"/>
                <a:gd name="connsiteX3" fmla="*/ 347186 w 347186"/>
                <a:gd name="connsiteY3" fmla="*/ 711367 h 714911"/>
                <a:gd name="connsiteX4" fmla="*/ 0 w 347186"/>
                <a:gd name="connsiteY4" fmla="*/ 714911 h 714911"/>
                <a:gd name="connsiteX0" fmla="*/ 0 w 347186"/>
                <a:gd name="connsiteY0" fmla="*/ 714911 h 714911"/>
                <a:gd name="connsiteX1" fmla="*/ 127108 w 347186"/>
                <a:gd name="connsiteY1" fmla="*/ 0 h 714911"/>
                <a:gd name="connsiteX2" fmla="*/ 285741 w 347186"/>
                <a:gd name="connsiteY2" fmla="*/ 10079 h 714911"/>
                <a:gd name="connsiteX3" fmla="*/ 347186 w 347186"/>
                <a:gd name="connsiteY3" fmla="*/ 711367 h 714911"/>
                <a:gd name="connsiteX4" fmla="*/ 0 w 347186"/>
                <a:gd name="connsiteY4" fmla="*/ 714911 h 714911"/>
                <a:gd name="connsiteX0" fmla="*/ 0 w 347186"/>
                <a:gd name="connsiteY0" fmla="*/ 714911 h 714911"/>
                <a:gd name="connsiteX1" fmla="*/ 127108 w 347186"/>
                <a:gd name="connsiteY1" fmla="*/ 0 h 714911"/>
                <a:gd name="connsiteX2" fmla="*/ 245036 w 347186"/>
                <a:gd name="connsiteY2" fmla="*/ 58816 h 714911"/>
                <a:gd name="connsiteX3" fmla="*/ 347186 w 347186"/>
                <a:gd name="connsiteY3" fmla="*/ 711367 h 714911"/>
                <a:gd name="connsiteX4" fmla="*/ 0 w 347186"/>
                <a:gd name="connsiteY4" fmla="*/ 714911 h 714911"/>
                <a:gd name="connsiteX0" fmla="*/ 0 w 282887"/>
                <a:gd name="connsiteY0" fmla="*/ 714911 h 724955"/>
                <a:gd name="connsiteX1" fmla="*/ 127108 w 282887"/>
                <a:gd name="connsiteY1" fmla="*/ 0 h 724955"/>
                <a:gd name="connsiteX2" fmla="*/ 245036 w 282887"/>
                <a:gd name="connsiteY2" fmla="*/ 58816 h 724955"/>
                <a:gd name="connsiteX3" fmla="*/ 282887 w 282887"/>
                <a:gd name="connsiteY3" fmla="*/ 724955 h 724955"/>
                <a:gd name="connsiteX4" fmla="*/ 0 w 282887"/>
                <a:gd name="connsiteY4" fmla="*/ 714911 h 724955"/>
                <a:gd name="connsiteX0" fmla="*/ 0 w 282887"/>
                <a:gd name="connsiteY0" fmla="*/ 672415 h 682459"/>
                <a:gd name="connsiteX1" fmla="*/ 129121 w 282887"/>
                <a:gd name="connsiteY1" fmla="*/ 0 h 682459"/>
                <a:gd name="connsiteX2" fmla="*/ 245036 w 282887"/>
                <a:gd name="connsiteY2" fmla="*/ 16320 h 682459"/>
                <a:gd name="connsiteX3" fmla="*/ 282887 w 282887"/>
                <a:gd name="connsiteY3" fmla="*/ 682459 h 682459"/>
                <a:gd name="connsiteX4" fmla="*/ 0 w 282887"/>
                <a:gd name="connsiteY4" fmla="*/ 672415 h 682459"/>
                <a:gd name="connsiteX0" fmla="*/ 0 w 282887"/>
                <a:gd name="connsiteY0" fmla="*/ 672415 h 682459"/>
                <a:gd name="connsiteX1" fmla="*/ 129121 w 282887"/>
                <a:gd name="connsiteY1" fmla="*/ 0 h 682459"/>
                <a:gd name="connsiteX2" fmla="*/ 260395 w 282887"/>
                <a:gd name="connsiteY2" fmla="*/ 46800 h 682459"/>
                <a:gd name="connsiteX3" fmla="*/ 282887 w 282887"/>
                <a:gd name="connsiteY3" fmla="*/ 682459 h 682459"/>
                <a:gd name="connsiteX4" fmla="*/ 0 w 282887"/>
                <a:gd name="connsiteY4" fmla="*/ 672415 h 682459"/>
                <a:gd name="connsiteX0" fmla="*/ 0 w 282887"/>
                <a:gd name="connsiteY0" fmla="*/ 651277 h 661321"/>
                <a:gd name="connsiteX1" fmla="*/ 128014 w 282887"/>
                <a:gd name="connsiteY1" fmla="*/ 0 h 661321"/>
                <a:gd name="connsiteX2" fmla="*/ 260395 w 282887"/>
                <a:gd name="connsiteY2" fmla="*/ 25662 h 661321"/>
                <a:gd name="connsiteX3" fmla="*/ 282887 w 282887"/>
                <a:gd name="connsiteY3" fmla="*/ 661321 h 661321"/>
                <a:gd name="connsiteX4" fmla="*/ 0 w 282887"/>
                <a:gd name="connsiteY4" fmla="*/ 651277 h 661321"/>
                <a:gd name="connsiteX0" fmla="*/ 0 w 275318"/>
                <a:gd name="connsiteY0" fmla="*/ 668630 h 668630"/>
                <a:gd name="connsiteX1" fmla="*/ 120445 w 275318"/>
                <a:gd name="connsiteY1" fmla="*/ 0 h 668630"/>
                <a:gd name="connsiteX2" fmla="*/ 252826 w 275318"/>
                <a:gd name="connsiteY2" fmla="*/ 25662 h 668630"/>
                <a:gd name="connsiteX3" fmla="*/ 275318 w 275318"/>
                <a:gd name="connsiteY3" fmla="*/ 661321 h 668630"/>
                <a:gd name="connsiteX4" fmla="*/ 0 w 275318"/>
                <a:gd name="connsiteY4" fmla="*/ 668630 h 668630"/>
                <a:gd name="connsiteX0" fmla="*/ 0 w 280412"/>
                <a:gd name="connsiteY0" fmla="*/ 668630 h 668630"/>
                <a:gd name="connsiteX1" fmla="*/ 120445 w 280412"/>
                <a:gd name="connsiteY1" fmla="*/ 0 h 668630"/>
                <a:gd name="connsiteX2" fmla="*/ 252826 w 280412"/>
                <a:gd name="connsiteY2" fmla="*/ 25662 h 668630"/>
                <a:gd name="connsiteX3" fmla="*/ 280412 w 280412"/>
                <a:gd name="connsiteY3" fmla="*/ 564088 h 668630"/>
                <a:gd name="connsiteX4" fmla="*/ 0 w 280412"/>
                <a:gd name="connsiteY4" fmla="*/ 668630 h 668630"/>
                <a:gd name="connsiteX0" fmla="*/ 0 w 245282"/>
                <a:gd name="connsiteY0" fmla="*/ 564491 h 564491"/>
                <a:gd name="connsiteX1" fmla="*/ 85315 w 245282"/>
                <a:gd name="connsiteY1" fmla="*/ 0 h 564491"/>
                <a:gd name="connsiteX2" fmla="*/ 217696 w 245282"/>
                <a:gd name="connsiteY2" fmla="*/ 25662 h 564491"/>
                <a:gd name="connsiteX3" fmla="*/ 245282 w 245282"/>
                <a:gd name="connsiteY3" fmla="*/ 564088 h 564491"/>
                <a:gd name="connsiteX4" fmla="*/ 0 w 245282"/>
                <a:gd name="connsiteY4" fmla="*/ 564491 h 564491"/>
                <a:gd name="connsiteX0" fmla="*/ 0 w 245282"/>
                <a:gd name="connsiteY0" fmla="*/ 546855 h 546855"/>
                <a:gd name="connsiteX1" fmla="*/ 88213 w 245282"/>
                <a:gd name="connsiteY1" fmla="*/ 7950 h 546855"/>
                <a:gd name="connsiteX2" fmla="*/ 217696 w 245282"/>
                <a:gd name="connsiteY2" fmla="*/ 8026 h 546855"/>
                <a:gd name="connsiteX3" fmla="*/ 245282 w 245282"/>
                <a:gd name="connsiteY3" fmla="*/ 546452 h 546855"/>
                <a:gd name="connsiteX4" fmla="*/ 0 w 245282"/>
                <a:gd name="connsiteY4" fmla="*/ 546855 h 546855"/>
                <a:gd name="connsiteX0" fmla="*/ 0 w 245282"/>
                <a:gd name="connsiteY0" fmla="*/ 569161 h 569161"/>
                <a:gd name="connsiteX1" fmla="*/ 77081 w 245282"/>
                <a:gd name="connsiteY1" fmla="*/ 0 h 569161"/>
                <a:gd name="connsiteX2" fmla="*/ 217696 w 245282"/>
                <a:gd name="connsiteY2" fmla="*/ 30332 h 569161"/>
                <a:gd name="connsiteX3" fmla="*/ 245282 w 245282"/>
                <a:gd name="connsiteY3" fmla="*/ 568758 h 569161"/>
                <a:gd name="connsiteX4" fmla="*/ 0 w 245282"/>
                <a:gd name="connsiteY4" fmla="*/ 569161 h 569161"/>
                <a:gd name="connsiteX0" fmla="*/ 0 w 245282"/>
                <a:gd name="connsiteY0" fmla="*/ 569161 h 569161"/>
                <a:gd name="connsiteX1" fmla="*/ 77081 w 245282"/>
                <a:gd name="connsiteY1" fmla="*/ 0 h 569161"/>
                <a:gd name="connsiteX2" fmla="*/ 217696 w 245282"/>
                <a:gd name="connsiteY2" fmla="*/ 30332 h 569161"/>
                <a:gd name="connsiteX3" fmla="*/ 245282 w 245282"/>
                <a:gd name="connsiteY3" fmla="*/ 568758 h 569161"/>
                <a:gd name="connsiteX4" fmla="*/ 0 w 245282"/>
                <a:gd name="connsiteY4" fmla="*/ 569161 h 569161"/>
                <a:gd name="connsiteX0" fmla="*/ 0 w 245282"/>
                <a:gd name="connsiteY0" fmla="*/ 569590 h 569590"/>
                <a:gd name="connsiteX1" fmla="*/ 77081 w 245282"/>
                <a:gd name="connsiteY1" fmla="*/ 429 h 569590"/>
                <a:gd name="connsiteX2" fmla="*/ 217696 w 245282"/>
                <a:gd name="connsiteY2" fmla="*/ 30761 h 569590"/>
                <a:gd name="connsiteX3" fmla="*/ 245282 w 245282"/>
                <a:gd name="connsiteY3" fmla="*/ 569187 h 569590"/>
                <a:gd name="connsiteX4" fmla="*/ 0 w 245282"/>
                <a:gd name="connsiteY4" fmla="*/ 569590 h 569590"/>
                <a:gd name="connsiteX0" fmla="*/ 0 w 245282"/>
                <a:gd name="connsiteY0" fmla="*/ 569590 h 569590"/>
                <a:gd name="connsiteX1" fmla="*/ 77081 w 245282"/>
                <a:gd name="connsiteY1" fmla="*/ 429 h 569590"/>
                <a:gd name="connsiteX2" fmla="*/ 217696 w 245282"/>
                <a:gd name="connsiteY2" fmla="*/ 30761 h 569590"/>
                <a:gd name="connsiteX3" fmla="*/ 245282 w 245282"/>
                <a:gd name="connsiteY3" fmla="*/ 569187 h 569590"/>
                <a:gd name="connsiteX4" fmla="*/ 0 w 245282"/>
                <a:gd name="connsiteY4" fmla="*/ 569590 h 569590"/>
                <a:gd name="connsiteX0" fmla="*/ 0 w 245282"/>
                <a:gd name="connsiteY0" fmla="*/ 573750 h 573750"/>
                <a:gd name="connsiteX1" fmla="*/ 77081 w 245282"/>
                <a:gd name="connsiteY1" fmla="*/ 4589 h 573750"/>
                <a:gd name="connsiteX2" fmla="*/ 214354 w 245282"/>
                <a:gd name="connsiteY2" fmla="*/ 17789 h 573750"/>
                <a:gd name="connsiteX3" fmla="*/ 245282 w 245282"/>
                <a:gd name="connsiteY3" fmla="*/ 573347 h 573750"/>
                <a:gd name="connsiteX4" fmla="*/ 0 w 245282"/>
                <a:gd name="connsiteY4" fmla="*/ 573750 h 573750"/>
                <a:gd name="connsiteX0" fmla="*/ 0 w 245282"/>
                <a:gd name="connsiteY0" fmla="*/ 569489 h 569489"/>
                <a:gd name="connsiteX1" fmla="*/ 77081 w 245282"/>
                <a:gd name="connsiteY1" fmla="*/ 328 h 569489"/>
                <a:gd name="connsiteX2" fmla="*/ 187882 w 245282"/>
                <a:gd name="connsiteY2" fmla="*/ 33337 h 569489"/>
                <a:gd name="connsiteX3" fmla="*/ 245282 w 245282"/>
                <a:gd name="connsiteY3" fmla="*/ 569086 h 569489"/>
                <a:gd name="connsiteX4" fmla="*/ 0 w 245282"/>
                <a:gd name="connsiteY4" fmla="*/ 569489 h 569489"/>
                <a:gd name="connsiteX0" fmla="*/ 0 w 245282"/>
                <a:gd name="connsiteY0" fmla="*/ 570595 h 570595"/>
                <a:gd name="connsiteX1" fmla="*/ 77081 w 245282"/>
                <a:gd name="connsiteY1" fmla="*/ 1434 h 570595"/>
                <a:gd name="connsiteX2" fmla="*/ 218140 w 245282"/>
                <a:gd name="connsiteY2" fmla="*/ 23311 h 570595"/>
                <a:gd name="connsiteX3" fmla="*/ 245282 w 245282"/>
                <a:gd name="connsiteY3" fmla="*/ 570192 h 570595"/>
                <a:gd name="connsiteX4" fmla="*/ 0 w 245282"/>
                <a:gd name="connsiteY4" fmla="*/ 570595 h 570595"/>
                <a:gd name="connsiteX0" fmla="*/ 0 w 245282"/>
                <a:gd name="connsiteY0" fmla="*/ 570645 h 570645"/>
                <a:gd name="connsiteX1" fmla="*/ 77081 w 245282"/>
                <a:gd name="connsiteY1" fmla="*/ 1484 h 570645"/>
                <a:gd name="connsiteX2" fmla="*/ 213912 w 245282"/>
                <a:gd name="connsiteY2" fmla="*/ 23140 h 570645"/>
                <a:gd name="connsiteX3" fmla="*/ 245282 w 245282"/>
                <a:gd name="connsiteY3" fmla="*/ 570242 h 570645"/>
                <a:gd name="connsiteX4" fmla="*/ 0 w 245282"/>
                <a:gd name="connsiteY4" fmla="*/ 570645 h 570645"/>
                <a:gd name="connsiteX0" fmla="*/ 0 w 245282"/>
                <a:gd name="connsiteY0" fmla="*/ 571137 h 571137"/>
                <a:gd name="connsiteX1" fmla="*/ 77081 w 245282"/>
                <a:gd name="connsiteY1" fmla="*/ 1976 h 571137"/>
                <a:gd name="connsiteX2" fmla="*/ 213912 w 245282"/>
                <a:gd name="connsiteY2" fmla="*/ 23632 h 571137"/>
                <a:gd name="connsiteX3" fmla="*/ 245282 w 245282"/>
                <a:gd name="connsiteY3" fmla="*/ 570734 h 571137"/>
                <a:gd name="connsiteX4" fmla="*/ 0 w 245282"/>
                <a:gd name="connsiteY4" fmla="*/ 571137 h 571137"/>
                <a:gd name="connsiteX0" fmla="*/ 0 w 245282"/>
                <a:gd name="connsiteY0" fmla="*/ 564277 h 564277"/>
                <a:gd name="connsiteX1" fmla="*/ 76416 w 245282"/>
                <a:gd name="connsiteY1" fmla="*/ 7798 h 564277"/>
                <a:gd name="connsiteX2" fmla="*/ 213912 w 245282"/>
                <a:gd name="connsiteY2" fmla="*/ 16772 h 564277"/>
                <a:gd name="connsiteX3" fmla="*/ 245282 w 245282"/>
                <a:gd name="connsiteY3" fmla="*/ 563874 h 564277"/>
                <a:gd name="connsiteX4" fmla="*/ 0 w 245282"/>
                <a:gd name="connsiteY4" fmla="*/ 564277 h 564277"/>
                <a:gd name="connsiteX0" fmla="*/ 0 w 245282"/>
                <a:gd name="connsiteY0" fmla="*/ 564277 h 564277"/>
                <a:gd name="connsiteX1" fmla="*/ 76416 w 245282"/>
                <a:gd name="connsiteY1" fmla="*/ 7798 h 564277"/>
                <a:gd name="connsiteX2" fmla="*/ 213912 w 245282"/>
                <a:gd name="connsiteY2" fmla="*/ 16772 h 564277"/>
                <a:gd name="connsiteX3" fmla="*/ 245282 w 245282"/>
                <a:gd name="connsiteY3" fmla="*/ 563874 h 564277"/>
                <a:gd name="connsiteX4" fmla="*/ 0 w 245282"/>
                <a:gd name="connsiteY4" fmla="*/ 564277 h 564277"/>
                <a:gd name="connsiteX0" fmla="*/ 0 w 245282"/>
                <a:gd name="connsiteY0" fmla="*/ 566063 h 566063"/>
                <a:gd name="connsiteX1" fmla="*/ 76416 w 245282"/>
                <a:gd name="connsiteY1" fmla="*/ 9584 h 566063"/>
                <a:gd name="connsiteX2" fmla="*/ 213912 w 245282"/>
                <a:gd name="connsiteY2" fmla="*/ 18558 h 566063"/>
                <a:gd name="connsiteX3" fmla="*/ 245282 w 245282"/>
                <a:gd name="connsiteY3" fmla="*/ 565660 h 566063"/>
                <a:gd name="connsiteX4" fmla="*/ 0 w 245282"/>
                <a:gd name="connsiteY4" fmla="*/ 566063 h 566063"/>
                <a:gd name="connsiteX0" fmla="*/ 0 w 245282"/>
                <a:gd name="connsiteY0" fmla="*/ 566063 h 566063"/>
                <a:gd name="connsiteX1" fmla="*/ 76416 w 245282"/>
                <a:gd name="connsiteY1" fmla="*/ 9584 h 566063"/>
                <a:gd name="connsiteX2" fmla="*/ 192626 w 245282"/>
                <a:gd name="connsiteY2" fmla="*/ 18558 h 566063"/>
                <a:gd name="connsiteX3" fmla="*/ 245282 w 245282"/>
                <a:gd name="connsiteY3" fmla="*/ 565660 h 566063"/>
                <a:gd name="connsiteX4" fmla="*/ 0 w 245282"/>
                <a:gd name="connsiteY4" fmla="*/ 566063 h 566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282" h="566063">
                  <a:moveTo>
                    <a:pt x="0" y="566063"/>
                  </a:moveTo>
                  <a:cubicBezTo>
                    <a:pt x="25472" y="380570"/>
                    <a:pt x="50501" y="203533"/>
                    <a:pt x="76416" y="9584"/>
                  </a:cubicBezTo>
                  <a:cubicBezTo>
                    <a:pt x="139751" y="2187"/>
                    <a:pt x="143968" y="-11429"/>
                    <a:pt x="192626" y="18558"/>
                  </a:cubicBezTo>
                  <a:lnTo>
                    <a:pt x="245282" y="565660"/>
                  </a:lnTo>
                  <a:lnTo>
                    <a:pt x="0" y="566063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Cylinder 5">
              <a:extLst>
                <a:ext uri="{FF2B5EF4-FFF2-40B4-BE49-F238E27FC236}">
                  <a16:creationId xmlns:a16="http://schemas.microsoft.com/office/drawing/2014/main" id="{9C78E840-C651-43AE-B9A4-D6C5F2D2495E}"/>
                </a:ext>
              </a:extLst>
            </p:cNvPr>
            <p:cNvSpPr/>
            <p:nvPr/>
          </p:nvSpPr>
          <p:spPr>
            <a:xfrm rot="5400000">
              <a:off x="10015690" y="3207915"/>
              <a:ext cx="395867" cy="358108"/>
            </a:xfrm>
            <a:prstGeom prst="can">
              <a:avLst>
                <a:gd name="adj" fmla="val 9632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ylinder 6">
              <a:extLst>
                <a:ext uri="{FF2B5EF4-FFF2-40B4-BE49-F238E27FC236}">
                  <a16:creationId xmlns:a16="http://schemas.microsoft.com/office/drawing/2014/main" id="{893ACB87-365E-4E45-B391-597E98FF375A}"/>
                </a:ext>
              </a:extLst>
            </p:cNvPr>
            <p:cNvSpPr/>
            <p:nvPr/>
          </p:nvSpPr>
          <p:spPr>
            <a:xfrm>
              <a:off x="9509988" y="3163392"/>
              <a:ext cx="471401" cy="421510"/>
            </a:xfrm>
            <a:prstGeom prst="can">
              <a:avLst>
                <a:gd name="adj" fmla="val 14654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8" name="Isosceles Triangle 79">
              <a:extLst>
                <a:ext uri="{FF2B5EF4-FFF2-40B4-BE49-F238E27FC236}">
                  <a16:creationId xmlns:a16="http://schemas.microsoft.com/office/drawing/2014/main" id="{182E54F4-B289-484B-903C-72F0F72DE85A}"/>
                </a:ext>
              </a:extLst>
            </p:cNvPr>
            <p:cNvSpPr/>
            <p:nvPr/>
          </p:nvSpPr>
          <p:spPr>
            <a:xfrm>
              <a:off x="9546560" y="1558505"/>
              <a:ext cx="382784" cy="1633518"/>
            </a:xfrm>
            <a:custGeom>
              <a:avLst/>
              <a:gdLst>
                <a:gd name="connsiteX0" fmla="*/ 0 w 382784"/>
                <a:gd name="connsiteY0" fmla="*/ 1822311 h 1822311"/>
                <a:gd name="connsiteX1" fmla="*/ 191392 w 382784"/>
                <a:gd name="connsiteY1" fmla="*/ 0 h 1822311"/>
                <a:gd name="connsiteX2" fmla="*/ 382784 w 382784"/>
                <a:gd name="connsiteY2" fmla="*/ 1822311 h 1822311"/>
                <a:gd name="connsiteX3" fmla="*/ 0 w 382784"/>
                <a:gd name="connsiteY3" fmla="*/ 1822311 h 1822311"/>
                <a:gd name="connsiteX0" fmla="*/ 0 w 382784"/>
                <a:gd name="connsiteY0" fmla="*/ 1822311 h 1822311"/>
                <a:gd name="connsiteX1" fmla="*/ 191392 w 382784"/>
                <a:gd name="connsiteY1" fmla="*/ 0 h 1822311"/>
                <a:gd name="connsiteX2" fmla="*/ 270801 w 382784"/>
                <a:gd name="connsiteY2" fmla="*/ 118957 h 1822311"/>
                <a:gd name="connsiteX3" fmla="*/ 382784 w 382784"/>
                <a:gd name="connsiteY3" fmla="*/ 1822311 h 1822311"/>
                <a:gd name="connsiteX4" fmla="*/ 0 w 382784"/>
                <a:gd name="connsiteY4" fmla="*/ 1822311 h 1822311"/>
                <a:gd name="connsiteX0" fmla="*/ 0 w 382784"/>
                <a:gd name="connsiteY0" fmla="*/ 1714599 h 1714599"/>
                <a:gd name="connsiteX1" fmla="*/ 96142 w 382784"/>
                <a:gd name="connsiteY1" fmla="*/ 178038 h 1714599"/>
                <a:gd name="connsiteX2" fmla="*/ 270801 w 382784"/>
                <a:gd name="connsiteY2" fmla="*/ 11245 h 1714599"/>
                <a:gd name="connsiteX3" fmla="*/ 382784 w 382784"/>
                <a:gd name="connsiteY3" fmla="*/ 1714599 h 1714599"/>
                <a:gd name="connsiteX4" fmla="*/ 0 w 382784"/>
                <a:gd name="connsiteY4" fmla="*/ 1714599 h 1714599"/>
                <a:gd name="connsiteX0" fmla="*/ 0 w 382784"/>
                <a:gd name="connsiteY0" fmla="*/ 1599710 h 1599710"/>
                <a:gd name="connsiteX1" fmla="*/ 96142 w 382784"/>
                <a:gd name="connsiteY1" fmla="*/ 63149 h 1599710"/>
                <a:gd name="connsiteX2" fmla="*/ 289851 w 382784"/>
                <a:gd name="connsiteY2" fmla="*/ 17006 h 1599710"/>
                <a:gd name="connsiteX3" fmla="*/ 382784 w 382784"/>
                <a:gd name="connsiteY3" fmla="*/ 1599710 h 1599710"/>
                <a:gd name="connsiteX4" fmla="*/ 0 w 382784"/>
                <a:gd name="connsiteY4" fmla="*/ 1599710 h 1599710"/>
                <a:gd name="connsiteX0" fmla="*/ 0 w 382784"/>
                <a:gd name="connsiteY0" fmla="*/ 1612761 h 1612761"/>
                <a:gd name="connsiteX1" fmla="*/ 89792 w 382784"/>
                <a:gd name="connsiteY1" fmla="*/ 0 h 1612761"/>
                <a:gd name="connsiteX2" fmla="*/ 289851 w 382784"/>
                <a:gd name="connsiteY2" fmla="*/ 30057 h 1612761"/>
                <a:gd name="connsiteX3" fmla="*/ 382784 w 382784"/>
                <a:gd name="connsiteY3" fmla="*/ 1612761 h 1612761"/>
                <a:gd name="connsiteX4" fmla="*/ 0 w 382784"/>
                <a:gd name="connsiteY4" fmla="*/ 1612761 h 1612761"/>
                <a:gd name="connsiteX0" fmla="*/ 0 w 382784"/>
                <a:gd name="connsiteY0" fmla="*/ 1612761 h 1612761"/>
                <a:gd name="connsiteX1" fmla="*/ 89792 w 382784"/>
                <a:gd name="connsiteY1" fmla="*/ 0 h 1612761"/>
                <a:gd name="connsiteX2" fmla="*/ 289851 w 382784"/>
                <a:gd name="connsiteY2" fmla="*/ 30057 h 1612761"/>
                <a:gd name="connsiteX3" fmla="*/ 382784 w 382784"/>
                <a:gd name="connsiteY3" fmla="*/ 1612761 h 1612761"/>
                <a:gd name="connsiteX4" fmla="*/ 0 w 382784"/>
                <a:gd name="connsiteY4" fmla="*/ 1612761 h 1612761"/>
                <a:gd name="connsiteX0" fmla="*/ 0 w 382784"/>
                <a:gd name="connsiteY0" fmla="*/ 1651958 h 1651958"/>
                <a:gd name="connsiteX1" fmla="*/ 89792 w 382784"/>
                <a:gd name="connsiteY1" fmla="*/ 39197 h 1651958"/>
                <a:gd name="connsiteX2" fmla="*/ 289851 w 382784"/>
                <a:gd name="connsiteY2" fmla="*/ 69254 h 1651958"/>
                <a:gd name="connsiteX3" fmla="*/ 382784 w 382784"/>
                <a:gd name="connsiteY3" fmla="*/ 1651958 h 1651958"/>
                <a:gd name="connsiteX4" fmla="*/ 0 w 382784"/>
                <a:gd name="connsiteY4" fmla="*/ 1651958 h 1651958"/>
                <a:gd name="connsiteX0" fmla="*/ 0 w 382784"/>
                <a:gd name="connsiteY0" fmla="*/ 1662822 h 1662822"/>
                <a:gd name="connsiteX1" fmla="*/ 89792 w 382784"/>
                <a:gd name="connsiteY1" fmla="*/ 50061 h 1662822"/>
                <a:gd name="connsiteX2" fmla="*/ 321601 w 382784"/>
                <a:gd name="connsiteY2" fmla="*/ 54718 h 1662822"/>
                <a:gd name="connsiteX3" fmla="*/ 382784 w 382784"/>
                <a:gd name="connsiteY3" fmla="*/ 1662822 h 1662822"/>
                <a:gd name="connsiteX4" fmla="*/ 0 w 382784"/>
                <a:gd name="connsiteY4" fmla="*/ 1662822 h 1662822"/>
                <a:gd name="connsiteX0" fmla="*/ 0 w 382784"/>
                <a:gd name="connsiteY0" fmla="*/ 1662822 h 1662822"/>
                <a:gd name="connsiteX1" fmla="*/ 89792 w 382784"/>
                <a:gd name="connsiteY1" fmla="*/ 50061 h 1662822"/>
                <a:gd name="connsiteX2" fmla="*/ 321601 w 382784"/>
                <a:gd name="connsiteY2" fmla="*/ 54718 h 1662822"/>
                <a:gd name="connsiteX3" fmla="*/ 382784 w 382784"/>
                <a:gd name="connsiteY3" fmla="*/ 1662822 h 1662822"/>
                <a:gd name="connsiteX4" fmla="*/ 0 w 382784"/>
                <a:gd name="connsiteY4" fmla="*/ 1662822 h 1662822"/>
                <a:gd name="connsiteX0" fmla="*/ 0 w 382784"/>
                <a:gd name="connsiteY0" fmla="*/ 1649746 h 1649746"/>
                <a:gd name="connsiteX1" fmla="*/ 89792 w 382784"/>
                <a:gd name="connsiteY1" fmla="*/ 36985 h 1649746"/>
                <a:gd name="connsiteX2" fmla="*/ 321601 w 382784"/>
                <a:gd name="connsiteY2" fmla="*/ 73392 h 1649746"/>
                <a:gd name="connsiteX3" fmla="*/ 382784 w 382784"/>
                <a:gd name="connsiteY3" fmla="*/ 1649746 h 1649746"/>
                <a:gd name="connsiteX4" fmla="*/ 0 w 382784"/>
                <a:gd name="connsiteY4" fmla="*/ 1649746 h 1649746"/>
                <a:gd name="connsiteX0" fmla="*/ 0 w 382784"/>
                <a:gd name="connsiteY0" fmla="*/ 1634390 h 1634390"/>
                <a:gd name="connsiteX1" fmla="*/ 83442 w 382784"/>
                <a:gd name="connsiteY1" fmla="*/ 47029 h 1634390"/>
                <a:gd name="connsiteX2" fmla="*/ 321601 w 382784"/>
                <a:gd name="connsiteY2" fmla="*/ 58036 h 1634390"/>
                <a:gd name="connsiteX3" fmla="*/ 382784 w 382784"/>
                <a:gd name="connsiteY3" fmla="*/ 1634390 h 1634390"/>
                <a:gd name="connsiteX4" fmla="*/ 0 w 382784"/>
                <a:gd name="connsiteY4" fmla="*/ 1634390 h 1634390"/>
                <a:gd name="connsiteX0" fmla="*/ 0 w 382784"/>
                <a:gd name="connsiteY0" fmla="*/ 1626559 h 1626559"/>
                <a:gd name="connsiteX1" fmla="*/ 83442 w 382784"/>
                <a:gd name="connsiteY1" fmla="*/ 39198 h 1626559"/>
                <a:gd name="connsiteX2" fmla="*/ 340651 w 382784"/>
                <a:gd name="connsiteY2" fmla="*/ 69255 h 1626559"/>
                <a:gd name="connsiteX3" fmla="*/ 382784 w 382784"/>
                <a:gd name="connsiteY3" fmla="*/ 1626559 h 1626559"/>
                <a:gd name="connsiteX4" fmla="*/ 0 w 382784"/>
                <a:gd name="connsiteY4" fmla="*/ 1626559 h 1626559"/>
                <a:gd name="connsiteX0" fmla="*/ 0 w 382784"/>
                <a:gd name="connsiteY0" fmla="*/ 1632538 h 1632538"/>
                <a:gd name="connsiteX1" fmla="*/ 83442 w 382784"/>
                <a:gd name="connsiteY1" fmla="*/ 45177 h 1632538"/>
                <a:gd name="connsiteX2" fmla="*/ 340651 w 382784"/>
                <a:gd name="connsiteY2" fmla="*/ 75234 h 1632538"/>
                <a:gd name="connsiteX3" fmla="*/ 382784 w 382784"/>
                <a:gd name="connsiteY3" fmla="*/ 1632538 h 1632538"/>
                <a:gd name="connsiteX4" fmla="*/ 0 w 382784"/>
                <a:gd name="connsiteY4" fmla="*/ 1632538 h 1632538"/>
                <a:gd name="connsiteX0" fmla="*/ 0 w 382784"/>
                <a:gd name="connsiteY0" fmla="*/ 1644734 h 1644734"/>
                <a:gd name="connsiteX1" fmla="*/ 83442 w 382784"/>
                <a:gd name="connsiteY1" fmla="*/ 57373 h 1644734"/>
                <a:gd name="connsiteX2" fmla="*/ 340651 w 382784"/>
                <a:gd name="connsiteY2" fmla="*/ 62030 h 1644734"/>
                <a:gd name="connsiteX3" fmla="*/ 382784 w 382784"/>
                <a:gd name="connsiteY3" fmla="*/ 1644734 h 1644734"/>
                <a:gd name="connsiteX4" fmla="*/ 0 w 382784"/>
                <a:gd name="connsiteY4" fmla="*/ 1644734 h 1644734"/>
                <a:gd name="connsiteX0" fmla="*/ 0 w 382784"/>
                <a:gd name="connsiteY0" fmla="*/ 1639814 h 1639814"/>
                <a:gd name="connsiteX1" fmla="*/ 83442 w 382784"/>
                <a:gd name="connsiteY1" fmla="*/ 52453 h 1639814"/>
                <a:gd name="connsiteX2" fmla="*/ 340651 w 382784"/>
                <a:gd name="connsiteY2" fmla="*/ 57110 h 1639814"/>
                <a:gd name="connsiteX3" fmla="*/ 382784 w 382784"/>
                <a:gd name="connsiteY3" fmla="*/ 1639814 h 1639814"/>
                <a:gd name="connsiteX4" fmla="*/ 0 w 382784"/>
                <a:gd name="connsiteY4" fmla="*/ 1639814 h 1639814"/>
                <a:gd name="connsiteX0" fmla="*/ 0 w 382784"/>
                <a:gd name="connsiteY0" fmla="*/ 1643162 h 1643162"/>
                <a:gd name="connsiteX1" fmla="*/ 83442 w 382784"/>
                <a:gd name="connsiteY1" fmla="*/ 55801 h 1643162"/>
                <a:gd name="connsiteX2" fmla="*/ 321601 w 382784"/>
                <a:gd name="connsiteY2" fmla="*/ 54108 h 1643162"/>
                <a:gd name="connsiteX3" fmla="*/ 382784 w 382784"/>
                <a:gd name="connsiteY3" fmla="*/ 1643162 h 1643162"/>
                <a:gd name="connsiteX4" fmla="*/ 0 w 382784"/>
                <a:gd name="connsiteY4" fmla="*/ 1643162 h 1643162"/>
                <a:gd name="connsiteX0" fmla="*/ 0 w 382784"/>
                <a:gd name="connsiteY0" fmla="*/ 1633099 h 1633099"/>
                <a:gd name="connsiteX1" fmla="*/ 51692 w 382784"/>
                <a:gd name="connsiteY1" fmla="*/ 71138 h 1633099"/>
                <a:gd name="connsiteX2" fmla="*/ 321601 w 382784"/>
                <a:gd name="connsiteY2" fmla="*/ 44045 h 1633099"/>
                <a:gd name="connsiteX3" fmla="*/ 382784 w 382784"/>
                <a:gd name="connsiteY3" fmla="*/ 1633099 h 1633099"/>
                <a:gd name="connsiteX4" fmla="*/ 0 w 382784"/>
                <a:gd name="connsiteY4" fmla="*/ 1633099 h 1633099"/>
                <a:gd name="connsiteX0" fmla="*/ 0 w 382784"/>
                <a:gd name="connsiteY0" fmla="*/ 1617763 h 1617763"/>
                <a:gd name="connsiteX1" fmla="*/ 51692 w 382784"/>
                <a:gd name="connsiteY1" fmla="*/ 55802 h 1617763"/>
                <a:gd name="connsiteX2" fmla="*/ 334301 w 382784"/>
                <a:gd name="connsiteY2" fmla="*/ 54109 h 1617763"/>
                <a:gd name="connsiteX3" fmla="*/ 382784 w 382784"/>
                <a:gd name="connsiteY3" fmla="*/ 1617763 h 1617763"/>
                <a:gd name="connsiteX4" fmla="*/ 0 w 382784"/>
                <a:gd name="connsiteY4" fmla="*/ 1617763 h 1617763"/>
                <a:gd name="connsiteX0" fmla="*/ 0 w 382784"/>
                <a:gd name="connsiteY0" fmla="*/ 1617763 h 1633636"/>
                <a:gd name="connsiteX1" fmla="*/ 51692 w 382784"/>
                <a:gd name="connsiteY1" fmla="*/ 55802 h 1633636"/>
                <a:gd name="connsiteX2" fmla="*/ 334301 w 382784"/>
                <a:gd name="connsiteY2" fmla="*/ 54109 h 1633636"/>
                <a:gd name="connsiteX3" fmla="*/ 382784 w 382784"/>
                <a:gd name="connsiteY3" fmla="*/ 1617763 h 1633636"/>
                <a:gd name="connsiteX4" fmla="*/ 173903 w 382784"/>
                <a:gd name="connsiteY4" fmla="*/ 1633518 h 1633636"/>
                <a:gd name="connsiteX5" fmla="*/ 0 w 382784"/>
                <a:gd name="connsiteY5" fmla="*/ 1617763 h 1633636"/>
                <a:gd name="connsiteX0" fmla="*/ 0 w 382784"/>
                <a:gd name="connsiteY0" fmla="*/ 1617763 h 1633636"/>
                <a:gd name="connsiteX1" fmla="*/ 51692 w 382784"/>
                <a:gd name="connsiteY1" fmla="*/ 55802 h 1633636"/>
                <a:gd name="connsiteX2" fmla="*/ 334301 w 382784"/>
                <a:gd name="connsiteY2" fmla="*/ 54109 h 1633636"/>
                <a:gd name="connsiteX3" fmla="*/ 382784 w 382784"/>
                <a:gd name="connsiteY3" fmla="*/ 1617763 h 1633636"/>
                <a:gd name="connsiteX4" fmla="*/ 173903 w 382784"/>
                <a:gd name="connsiteY4" fmla="*/ 1633518 h 1633636"/>
                <a:gd name="connsiteX5" fmla="*/ 0 w 382784"/>
                <a:gd name="connsiteY5" fmla="*/ 1617763 h 1633636"/>
                <a:gd name="connsiteX0" fmla="*/ 0 w 382784"/>
                <a:gd name="connsiteY0" fmla="*/ 1617763 h 1634031"/>
                <a:gd name="connsiteX1" fmla="*/ 51692 w 382784"/>
                <a:gd name="connsiteY1" fmla="*/ 55802 h 1634031"/>
                <a:gd name="connsiteX2" fmla="*/ 334301 w 382784"/>
                <a:gd name="connsiteY2" fmla="*/ 54109 h 1634031"/>
                <a:gd name="connsiteX3" fmla="*/ 382784 w 382784"/>
                <a:gd name="connsiteY3" fmla="*/ 1617763 h 1634031"/>
                <a:gd name="connsiteX4" fmla="*/ 173903 w 382784"/>
                <a:gd name="connsiteY4" fmla="*/ 1633518 h 1634031"/>
                <a:gd name="connsiteX5" fmla="*/ 0 w 382784"/>
                <a:gd name="connsiteY5" fmla="*/ 1617763 h 1634031"/>
                <a:gd name="connsiteX0" fmla="*/ 0 w 382784"/>
                <a:gd name="connsiteY0" fmla="*/ 1617763 h 1642179"/>
                <a:gd name="connsiteX1" fmla="*/ 51692 w 382784"/>
                <a:gd name="connsiteY1" fmla="*/ 55802 h 1642179"/>
                <a:gd name="connsiteX2" fmla="*/ 334301 w 382784"/>
                <a:gd name="connsiteY2" fmla="*/ 54109 h 1642179"/>
                <a:gd name="connsiteX3" fmla="*/ 382784 w 382784"/>
                <a:gd name="connsiteY3" fmla="*/ 1617763 h 1642179"/>
                <a:gd name="connsiteX4" fmla="*/ 190837 w 382784"/>
                <a:gd name="connsiteY4" fmla="*/ 1641984 h 1642179"/>
                <a:gd name="connsiteX5" fmla="*/ 0 w 382784"/>
                <a:gd name="connsiteY5" fmla="*/ 1617763 h 1642179"/>
                <a:gd name="connsiteX0" fmla="*/ 0 w 382784"/>
                <a:gd name="connsiteY0" fmla="*/ 1617763 h 1642179"/>
                <a:gd name="connsiteX1" fmla="*/ 51692 w 382784"/>
                <a:gd name="connsiteY1" fmla="*/ 55802 h 1642179"/>
                <a:gd name="connsiteX2" fmla="*/ 334301 w 382784"/>
                <a:gd name="connsiteY2" fmla="*/ 54109 h 1642179"/>
                <a:gd name="connsiteX3" fmla="*/ 382784 w 382784"/>
                <a:gd name="connsiteY3" fmla="*/ 1617763 h 1642179"/>
                <a:gd name="connsiteX4" fmla="*/ 190837 w 382784"/>
                <a:gd name="connsiteY4" fmla="*/ 1641984 h 1642179"/>
                <a:gd name="connsiteX5" fmla="*/ 0 w 382784"/>
                <a:gd name="connsiteY5" fmla="*/ 1617763 h 1642179"/>
                <a:gd name="connsiteX0" fmla="*/ 0 w 382784"/>
                <a:gd name="connsiteY0" fmla="*/ 1617763 h 1642179"/>
                <a:gd name="connsiteX1" fmla="*/ 51692 w 382784"/>
                <a:gd name="connsiteY1" fmla="*/ 55802 h 1642179"/>
                <a:gd name="connsiteX2" fmla="*/ 334301 w 382784"/>
                <a:gd name="connsiteY2" fmla="*/ 54109 h 1642179"/>
                <a:gd name="connsiteX3" fmla="*/ 382784 w 382784"/>
                <a:gd name="connsiteY3" fmla="*/ 1617763 h 1642179"/>
                <a:gd name="connsiteX4" fmla="*/ 190837 w 382784"/>
                <a:gd name="connsiteY4" fmla="*/ 1641984 h 1642179"/>
                <a:gd name="connsiteX5" fmla="*/ 0 w 382784"/>
                <a:gd name="connsiteY5" fmla="*/ 1617763 h 1642179"/>
                <a:gd name="connsiteX0" fmla="*/ 0 w 382784"/>
                <a:gd name="connsiteY0" fmla="*/ 1617763 h 1634031"/>
                <a:gd name="connsiteX1" fmla="*/ 51692 w 382784"/>
                <a:gd name="connsiteY1" fmla="*/ 55802 h 1634031"/>
                <a:gd name="connsiteX2" fmla="*/ 334301 w 382784"/>
                <a:gd name="connsiteY2" fmla="*/ 54109 h 1634031"/>
                <a:gd name="connsiteX3" fmla="*/ 382784 w 382784"/>
                <a:gd name="connsiteY3" fmla="*/ 1617763 h 1634031"/>
                <a:gd name="connsiteX4" fmla="*/ 190837 w 382784"/>
                <a:gd name="connsiteY4" fmla="*/ 1633518 h 1634031"/>
                <a:gd name="connsiteX5" fmla="*/ 0 w 382784"/>
                <a:gd name="connsiteY5" fmla="*/ 1617763 h 1634031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9083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9083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9083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9083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9083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43043"/>
                <a:gd name="connsiteX1" fmla="*/ 51692 w 382784"/>
                <a:gd name="connsiteY1" fmla="*/ 55802 h 1643043"/>
                <a:gd name="connsiteX2" fmla="*/ 334301 w 382784"/>
                <a:gd name="connsiteY2" fmla="*/ 54109 h 1643043"/>
                <a:gd name="connsiteX3" fmla="*/ 382784 w 382784"/>
                <a:gd name="connsiteY3" fmla="*/ 1617763 h 1643043"/>
                <a:gd name="connsiteX4" fmla="*/ 194012 w 382784"/>
                <a:gd name="connsiteY4" fmla="*/ 1643043 h 1643043"/>
                <a:gd name="connsiteX5" fmla="*/ 0 w 382784"/>
                <a:gd name="connsiteY5" fmla="*/ 1617763 h 1643043"/>
                <a:gd name="connsiteX0" fmla="*/ 0 w 382784"/>
                <a:gd name="connsiteY0" fmla="*/ 1617763 h 1643043"/>
                <a:gd name="connsiteX1" fmla="*/ 51692 w 382784"/>
                <a:gd name="connsiteY1" fmla="*/ 55802 h 1643043"/>
                <a:gd name="connsiteX2" fmla="*/ 334301 w 382784"/>
                <a:gd name="connsiteY2" fmla="*/ 54109 h 1643043"/>
                <a:gd name="connsiteX3" fmla="*/ 382784 w 382784"/>
                <a:gd name="connsiteY3" fmla="*/ 1617763 h 1643043"/>
                <a:gd name="connsiteX4" fmla="*/ 194012 w 382784"/>
                <a:gd name="connsiteY4" fmla="*/ 1643043 h 1643043"/>
                <a:gd name="connsiteX5" fmla="*/ 0 w 382784"/>
                <a:gd name="connsiteY5" fmla="*/ 1617763 h 1643043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84487 w 382784"/>
                <a:gd name="connsiteY4" fmla="*/ 1633518 h 1633518"/>
                <a:gd name="connsiteX5" fmla="*/ 0 w 382784"/>
                <a:gd name="connsiteY5" fmla="*/ 1617763 h 1633518"/>
                <a:gd name="connsiteX0" fmla="*/ 0 w 382784"/>
                <a:gd name="connsiteY0" fmla="*/ 1617763 h 1633518"/>
                <a:gd name="connsiteX1" fmla="*/ 51692 w 382784"/>
                <a:gd name="connsiteY1" fmla="*/ 55802 h 1633518"/>
                <a:gd name="connsiteX2" fmla="*/ 334301 w 382784"/>
                <a:gd name="connsiteY2" fmla="*/ 54109 h 1633518"/>
                <a:gd name="connsiteX3" fmla="*/ 382784 w 382784"/>
                <a:gd name="connsiteY3" fmla="*/ 1617763 h 1633518"/>
                <a:gd name="connsiteX4" fmla="*/ 184487 w 382784"/>
                <a:gd name="connsiteY4" fmla="*/ 1633518 h 1633518"/>
                <a:gd name="connsiteX5" fmla="*/ 0 w 382784"/>
                <a:gd name="connsiteY5" fmla="*/ 1617763 h 1633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2784" h="1633518">
                  <a:moveTo>
                    <a:pt x="0" y="1617763"/>
                  </a:moveTo>
                  <a:lnTo>
                    <a:pt x="51692" y="55802"/>
                  </a:lnTo>
                  <a:cubicBezTo>
                    <a:pt x="135312" y="-10379"/>
                    <a:pt x="225281" y="-25760"/>
                    <a:pt x="334301" y="54109"/>
                  </a:cubicBezTo>
                  <a:lnTo>
                    <a:pt x="382784" y="1617763"/>
                  </a:lnTo>
                  <a:cubicBezTo>
                    <a:pt x="295871" y="1639242"/>
                    <a:pt x="276691" y="1619447"/>
                    <a:pt x="184487" y="1633518"/>
                  </a:cubicBezTo>
                  <a:cubicBezTo>
                    <a:pt x="93358" y="1620152"/>
                    <a:pt x="79487" y="1635362"/>
                    <a:pt x="0" y="1617763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DAD153C-146C-4C2E-B7FC-B22110D9C8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35878" y="1659150"/>
              <a:ext cx="27674" cy="14926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9EFA7D4-46F2-4917-A228-A563292B0587}"/>
                </a:ext>
              </a:extLst>
            </p:cNvPr>
            <p:cNvCxnSpPr>
              <a:cxnSpLocks/>
              <a:stCxn id="8" idx="0"/>
              <a:endCxn id="8" idx="4"/>
            </p:cNvCxnSpPr>
            <p:nvPr/>
          </p:nvCxnSpPr>
          <p:spPr>
            <a:xfrm>
              <a:off x="9546560" y="3176268"/>
              <a:ext cx="184487" cy="1575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CFC4B369-A714-44AD-832F-CC1669763B19}"/>
                </a:ext>
              </a:extLst>
            </p:cNvPr>
            <p:cNvSpPr/>
            <p:nvPr/>
          </p:nvSpPr>
          <p:spPr>
            <a:xfrm rot="10455752">
              <a:off x="9579303" y="3070884"/>
              <a:ext cx="294204" cy="81457"/>
            </a:xfrm>
            <a:prstGeom prst="arc">
              <a:avLst>
                <a:gd name="adj1" fmla="val 15628279"/>
                <a:gd name="adj2" fmla="val 21412419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2421F780-81CA-4189-9318-2F410E3C2918}"/>
                </a:ext>
              </a:extLst>
            </p:cNvPr>
            <p:cNvSpPr/>
            <p:nvPr/>
          </p:nvSpPr>
          <p:spPr>
            <a:xfrm rot="10455752">
              <a:off x="9619488" y="2127408"/>
              <a:ext cx="223299" cy="4571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B1AB44A6-3C32-46F7-8BCE-9FE6CBC50ABA}"/>
                </a:ext>
              </a:extLst>
            </p:cNvPr>
            <p:cNvSpPr/>
            <p:nvPr/>
          </p:nvSpPr>
          <p:spPr>
            <a:xfrm rot="10455752">
              <a:off x="9586157" y="2959152"/>
              <a:ext cx="303590" cy="5612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AF8602AE-449D-4E27-838D-157E5D79BF7F}"/>
                </a:ext>
              </a:extLst>
            </p:cNvPr>
            <p:cNvSpPr/>
            <p:nvPr/>
          </p:nvSpPr>
          <p:spPr>
            <a:xfrm rot="10455752">
              <a:off x="9620953" y="1979613"/>
              <a:ext cx="221938" cy="4571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4405EB09-58E2-40EA-8CA7-366328B157C3}"/>
                </a:ext>
              </a:extLst>
            </p:cNvPr>
            <p:cNvSpPr/>
            <p:nvPr/>
          </p:nvSpPr>
          <p:spPr>
            <a:xfrm rot="10455752">
              <a:off x="9593028" y="2813305"/>
              <a:ext cx="281338" cy="63614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47715D88-3426-4903-BAF8-DCE71A0DD5A3}"/>
                </a:ext>
              </a:extLst>
            </p:cNvPr>
            <p:cNvSpPr/>
            <p:nvPr/>
          </p:nvSpPr>
          <p:spPr>
            <a:xfrm rot="10455752">
              <a:off x="9615663" y="2274486"/>
              <a:ext cx="231795" cy="4729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F55A75CD-B2AD-4061-8D87-34EF9C16F124}"/>
                </a:ext>
              </a:extLst>
            </p:cNvPr>
            <p:cNvSpPr/>
            <p:nvPr/>
          </p:nvSpPr>
          <p:spPr>
            <a:xfrm rot="10455752">
              <a:off x="9597196" y="2676545"/>
              <a:ext cx="250236" cy="5893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4E5A13A7-1DEB-4A4B-8039-FA96D3C74F27}"/>
                </a:ext>
              </a:extLst>
            </p:cNvPr>
            <p:cNvSpPr/>
            <p:nvPr/>
          </p:nvSpPr>
          <p:spPr>
            <a:xfrm rot="10455752">
              <a:off x="9606442" y="2412628"/>
              <a:ext cx="250236" cy="48022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C5B2AEAF-1BE1-42E0-A419-A8BD4441AFB7}"/>
                </a:ext>
              </a:extLst>
            </p:cNvPr>
            <p:cNvSpPr/>
            <p:nvPr/>
          </p:nvSpPr>
          <p:spPr>
            <a:xfrm rot="10455752">
              <a:off x="9601178" y="2548343"/>
              <a:ext cx="250236" cy="49164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EACFEDE9-BFDD-4A78-ADB8-376BCD2EAAD3}"/>
                </a:ext>
              </a:extLst>
            </p:cNvPr>
            <p:cNvSpPr/>
            <p:nvPr/>
          </p:nvSpPr>
          <p:spPr>
            <a:xfrm rot="10455752">
              <a:off x="9628895" y="1831143"/>
              <a:ext cx="206022" cy="4571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B515180F-2CF1-45EF-8B6D-70880030D2B2}"/>
                </a:ext>
              </a:extLst>
            </p:cNvPr>
            <p:cNvSpPr/>
            <p:nvPr/>
          </p:nvSpPr>
          <p:spPr>
            <a:xfrm rot="10455752">
              <a:off x="9630520" y="1655044"/>
              <a:ext cx="204540" cy="45719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E500907-3586-484E-873F-888CADA033C8}"/>
                </a:ext>
              </a:extLst>
            </p:cNvPr>
            <p:cNvSpPr txBox="1"/>
            <p:nvPr/>
          </p:nvSpPr>
          <p:spPr>
            <a:xfrm>
              <a:off x="9655286" y="3056010"/>
              <a:ext cx="19727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0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7316A33-30B9-482C-8C00-358EDF677ED6}"/>
                </a:ext>
              </a:extLst>
            </p:cNvPr>
            <p:cNvSpPr txBox="1"/>
            <p:nvPr/>
          </p:nvSpPr>
          <p:spPr>
            <a:xfrm>
              <a:off x="9648608" y="2926616"/>
              <a:ext cx="20225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78DE902-973C-4A67-8096-CF390E2AB2A1}"/>
                </a:ext>
              </a:extLst>
            </p:cNvPr>
            <p:cNvSpPr txBox="1"/>
            <p:nvPr/>
          </p:nvSpPr>
          <p:spPr>
            <a:xfrm>
              <a:off x="9648415" y="2789258"/>
              <a:ext cx="19976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FE3A820-988A-4AAA-B069-E72C34886C52}"/>
                </a:ext>
              </a:extLst>
            </p:cNvPr>
            <p:cNvSpPr txBox="1"/>
            <p:nvPr/>
          </p:nvSpPr>
          <p:spPr>
            <a:xfrm>
              <a:off x="9652514" y="2643182"/>
              <a:ext cx="18647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3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80DFD81-B19A-4501-BC4E-6590AF4DB84C}"/>
                </a:ext>
              </a:extLst>
            </p:cNvPr>
            <p:cNvSpPr txBox="1"/>
            <p:nvPr/>
          </p:nvSpPr>
          <p:spPr>
            <a:xfrm>
              <a:off x="9653088" y="2500909"/>
              <a:ext cx="20253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4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E21D385-8488-4040-887F-B827824FA3A5}"/>
                </a:ext>
              </a:extLst>
            </p:cNvPr>
            <p:cNvSpPr txBox="1"/>
            <p:nvPr/>
          </p:nvSpPr>
          <p:spPr>
            <a:xfrm>
              <a:off x="9655460" y="2367045"/>
              <a:ext cx="19325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A930852-2CF9-4079-8E41-047C0357BCF7}"/>
                </a:ext>
              </a:extLst>
            </p:cNvPr>
            <p:cNvSpPr txBox="1"/>
            <p:nvPr/>
          </p:nvSpPr>
          <p:spPr>
            <a:xfrm>
              <a:off x="9655461" y="2227625"/>
              <a:ext cx="19325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6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77C8CF5-4EED-497A-AFA2-1A1A5D79D05D}"/>
                </a:ext>
              </a:extLst>
            </p:cNvPr>
            <p:cNvSpPr txBox="1"/>
            <p:nvPr/>
          </p:nvSpPr>
          <p:spPr>
            <a:xfrm>
              <a:off x="9662071" y="2085211"/>
              <a:ext cx="19325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8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8D2A64A-944F-4F87-AB79-0601DCCA2A7E}"/>
                </a:ext>
              </a:extLst>
            </p:cNvPr>
            <p:cNvSpPr txBox="1"/>
            <p:nvPr/>
          </p:nvSpPr>
          <p:spPr>
            <a:xfrm>
              <a:off x="9650039" y="1935668"/>
              <a:ext cx="26923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10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19584C6-C0CA-410D-A592-2D8E2FF6F4E1}"/>
                </a:ext>
              </a:extLst>
            </p:cNvPr>
            <p:cNvSpPr txBox="1"/>
            <p:nvPr/>
          </p:nvSpPr>
          <p:spPr>
            <a:xfrm>
              <a:off x="9658320" y="1786303"/>
              <a:ext cx="26788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12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4632B09-FD59-44D9-A3C5-C3FD83ADA8C3}"/>
                </a:ext>
              </a:extLst>
            </p:cNvPr>
            <p:cNvSpPr txBox="1"/>
            <p:nvPr/>
          </p:nvSpPr>
          <p:spPr>
            <a:xfrm>
              <a:off x="9650248" y="1617919"/>
              <a:ext cx="27683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 dirty="0"/>
                <a:t>15</a:t>
              </a:r>
            </a:p>
          </p:txBody>
        </p:sp>
      </p:grp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21BB93B5-1CA1-4376-B89E-2D6C9E826C13}"/>
              </a:ext>
            </a:extLst>
          </p:cNvPr>
          <p:cNvSpPr/>
          <p:nvPr/>
        </p:nvSpPr>
        <p:spPr>
          <a:xfrm>
            <a:off x="5937432" y="2932435"/>
            <a:ext cx="4907942" cy="894015"/>
          </a:xfrm>
          <a:custGeom>
            <a:avLst/>
            <a:gdLst>
              <a:gd name="connsiteX0" fmla="*/ 72368 w 4182987"/>
              <a:gd name="connsiteY0" fmla="*/ 129778 h 1039933"/>
              <a:gd name="connsiteX1" fmla="*/ 800502 w 4182987"/>
              <a:gd name="connsiteY1" fmla="*/ 273712 h 1039933"/>
              <a:gd name="connsiteX2" fmla="*/ 1401635 w 4182987"/>
              <a:gd name="connsiteY2" fmla="*/ 713978 h 1039933"/>
              <a:gd name="connsiteX3" fmla="*/ 2798635 w 4182987"/>
              <a:gd name="connsiteY3" fmla="*/ 908712 h 1039933"/>
              <a:gd name="connsiteX4" fmla="*/ 3264302 w 4182987"/>
              <a:gd name="connsiteY4" fmla="*/ 273712 h 1039933"/>
              <a:gd name="connsiteX5" fmla="*/ 3772302 w 4182987"/>
              <a:gd name="connsiteY5" fmla="*/ 104378 h 1039933"/>
              <a:gd name="connsiteX6" fmla="*/ 3873902 w 4182987"/>
              <a:gd name="connsiteY6" fmla="*/ 28178 h 1039933"/>
              <a:gd name="connsiteX7" fmla="*/ 4102502 w 4182987"/>
              <a:gd name="connsiteY7" fmla="*/ 2778 h 1039933"/>
              <a:gd name="connsiteX8" fmla="*/ 4170235 w 4182987"/>
              <a:gd name="connsiteY8" fmla="*/ 87445 h 1039933"/>
              <a:gd name="connsiteX9" fmla="*/ 4153302 w 4182987"/>
              <a:gd name="connsiteY9" fmla="*/ 273712 h 1039933"/>
              <a:gd name="connsiteX10" fmla="*/ 3882368 w 4182987"/>
              <a:gd name="connsiteY10" fmla="*/ 299112 h 1039933"/>
              <a:gd name="connsiteX11" fmla="*/ 3831568 w 4182987"/>
              <a:gd name="connsiteY11" fmla="*/ 222912 h 1039933"/>
              <a:gd name="connsiteX12" fmla="*/ 3399768 w 4182987"/>
              <a:gd name="connsiteY12" fmla="*/ 299112 h 1039933"/>
              <a:gd name="connsiteX13" fmla="*/ 3281235 w 4182987"/>
              <a:gd name="connsiteY13" fmla="*/ 468445 h 1039933"/>
              <a:gd name="connsiteX14" fmla="*/ 3078035 w 4182987"/>
              <a:gd name="connsiteY14" fmla="*/ 866378 h 1039933"/>
              <a:gd name="connsiteX15" fmla="*/ 2891768 w 4182987"/>
              <a:gd name="connsiteY15" fmla="*/ 1010312 h 1039933"/>
              <a:gd name="connsiteX16" fmla="*/ 2510768 w 4182987"/>
              <a:gd name="connsiteY16" fmla="*/ 1035712 h 1039933"/>
              <a:gd name="connsiteX17" fmla="*/ 1841902 w 4182987"/>
              <a:gd name="connsiteY17" fmla="*/ 951045 h 1039933"/>
              <a:gd name="connsiteX18" fmla="*/ 1113768 w 4182987"/>
              <a:gd name="connsiteY18" fmla="*/ 730912 h 1039933"/>
              <a:gd name="connsiteX19" fmla="*/ 842835 w 4182987"/>
              <a:gd name="connsiteY19" fmla="*/ 434578 h 1039933"/>
              <a:gd name="connsiteX20" fmla="*/ 665035 w 4182987"/>
              <a:gd name="connsiteY20" fmla="*/ 366845 h 1039933"/>
              <a:gd name="connsiteX21" fmla="*/ 453368 w 4182987"/>
              <a:gd name="connsiteY21" fmla="*/ 299112 h 1039933"/>
              <a:gd name="connsiteX22" fmla="*/ 97768 w 4182987"/>
              <a:gd name="connsiteY22" fmla="*/ 248312 h 1039933"/>
              <a:gd name="connsiteX23" fmla="*/ 30035 w 4182987"/>
              <a:gd name="connsiteY23" fmla="*/ 265245 h 1039933"/>
              <a:gd name="connsiteX24" fmla="*/ 72368 w 4182987"/>
              <a:gd name="connsiteY24" fmla="*/ 129778 h 1039933"/>
              <a:gd name="connsiteX0" fmla="*/ 85774 w 4196393"/>
              <a:gd name="connsiteY0" fmla="*/ 129778 h 1039933"/>
              <a:gd name="connsiteX1" fmla="*/ 813908 w 4196393"/>
              <a:gd name="connsiteY1" fmla="*/ 273712 h 1039933"/>
              <a:gd name="connsiteX2" fmla="*/ 1415041 w 4196393"/>
              <a:gd name="connsiteY2" fmla="*/ 713978 h 1039933"/>
              <a:gd name="connsiteX3" fmla="*/ 2812041 w 4196393"/>
              <a:gd name="connsiteY3" fmla="*/ 908712 h 1039933"/>
              <a:gd name="connsiteX4" fmla="*/ 3277708 w 4196393"/>
              <a:gd name="connsiteY4" fmla="*/ 273712 h 1039933"/>
              <a:gd name="connsiteX5" fmla="*/ 3785708 w 4196393"/>
              <a:gd name="connsiteY5" fmla="*/ 104378 h 1039933"/>
              <a:gd name="connsiteX6" fmla="*/ 3887308 w 4196393"/>
              <a:gd name="connsiteY6" fmla="*/ 28178 h 1039933"/>
              <a:gd name="connsiteX7" fmla="*/ 4115908 w 4196393"/>
              <a:gd name="connsiteY7" fmla="*/ 2778 h 1039933"/>
              <a:gd name="connsiteX8" fmla="*/ 4183641 w 4196393"/>
              <a:gd name="connsiteY8" fmla="*/ 87445 h 1039933"/>
              <a:gd name="connsiteX9" fmla="*/ 4166708 w 4196393"/>
              <a:gd name="connsiteY9" fmla="*/ 273712 h 1039933"/>
              <a:gd name="connsiteX10" fmla="*/ 3895774 w 4196393"/>
              <a:gd name="connsiteY10" fmla="*/ 299112 h 1039933"/>
              <a:gd name="connsiteX11" fmla="*/ 3844974 w 4196393"/>
              <a:gd name="connsiteY11" fmla="*/ 222912 h 1039933"/>
              <a:gd name="connsiteX12" fmla="*/ 3413174 w 4196393"/>
              <a:gd name="connsiteY12" fmla="*/ 299112 h 1039933"/>
              <a:gd name="connsiteX13" fmla="*/ 3294641 w 4196393"/>
              <a:gd name="connsiteY13" fmla="*/ 468445 h 1039933"/>
              <a:gd name="connsiteX14" fmla="*/ 3091441 w 4196393"/>
              <a:gd name="connsiteY14" fmla="*/ 866378 h 1039933"/>
              <a:gd name="connsiteX15" fmla="*/ 2905174 w 4196393"/>
              <a:gd name="connsiteY15" fmla="*/ 1010312 h 1039933"/>
              <a:gd name="connsiteX16" fmla="*/ 2524174 w 4196393"/>
              <a:gd name="connsiteY16" fmla="*/ 1035712 h 1039933"/>
              <a:gd name="connsiteX17" fmla="*/ 1855308 w 4196393"/>
              <a:gd name="connsiteY17" fmla="*/ 951045 h 1039933"/>
              <a:gd name="connsiteX18" fmla="*/ 1127174 w 4196393"/>
              <a:gd name="connsiteY18" fmla="*/ 730912 h 1039933"/>
              <a:gd name="connsiteX19" fmla="*/ 856241 w 4196393"/>
              <a:gd name="connsiteY19" fmla="*/ 434578 h 1039933"/>
              <a:gd name="connsiteX20" fmla="*/ 678441 w 4196393"/>
              <a:gd name="connsiteY20" fmla="*/ 366845 h 1039933"/>
              <a:gd name="connsiteX21" fmla="*/ 466774 w 4196393"/>
              <a:gd name="connsiteY21" fmla="*/ 299112 h 1039933"/>
              <a:gd name="connsiteX22" fmla="*/ 111174 w 4196393"/>
              <a:gd name="connsiteY22" fmla="*/ 248312 h 1039933"/>
              <a:gd name="connsiteX23" fmla="*/ 18041 w 4196393"/>
              <a:gd name="connsiteY23" fmla="*/ 222912 h 1039933"/>
              <a:gd name="connsiteX24" fmla="*/ 85774 w 4196393"/>
              <a:gd name="connsiteY24" fmla="*/ 129778 h 1039933"/>
              <a:gd name="connsiteX0" fmla="*/ 87421 w 4198040"/>
              <a:gd name="connsiteY0" fmla="*/ 129778 h 1039933"/>
              <a:gd name="connsiteX1" fmla="*/ 815555 w 4198040"/>
              <a:gd name="connsiteY1" fmla="*/ 273712 h 1039933"/>
              <a:gd name="connsiteX2" fmla="*/ 1416688 w 4198040"/>
              <a:gd name="connsiteY2" fmla="*/ 713978 h 1039933"/>
              <a:gd name="connsiteX3" fmla="*/ 2813688 w 4198040"/>
              <a:gd name="connsiteY3" fmla="*/ 908712 h 1039933"/>
              <a:gd name="connsiteX4" fmla="*/ 3279355 w 4198040"/>
              <a:gd name="connsiteY4" fmla="*/ 273712 h 1039933"/>
              <a:gd name="connsiteX5" fmla="*/ 3787355 w 4198040"/>
              <a:gd name="connsiteY5" fmla="*/ 104378 h 1039933"/>
              <a:gd name="connsiteX6" fmla="*/ 3888955 w 4198040"/>
              <a:gd name="connsiteY6" fmla="*/ 28178 h 1039933"/>
              <a:gd name="connsiteX7" fmla="*/ 4117555 w 4198040"/>
              <a:gd name="connsiteY7" fmla="*/ 2778 h 1039933"/>
              <a:gd name="connsiteX8" fmla="*/ 4185288 w 4198040"/>
              <a:gd name="connsiteY8" fmla="*/ 87445 h 1039933"/>
              <a:gd name="connsiteX9" fmla="*/ 4168355 w 4198040"/>
              <a:gd name="connsiteY9" fmla="*/ 273712 h 1039933"/>
              <a:gd name="connsiteX10" fmla="*/ 3897421 w 4198040"/>
              <a:gd name="connsiteY10" fmla="*/ 299112 h 1039933"/>
              <a:gd name="connsiteX11" fmla="*/ 3846621 w 4198040"/>
              <a:gd name="connsiteY11" fmla="*/ 222912 h 1039933"/>
              <a:gd name="connsiteX12" fmla="*/ 3414821 w 4198040"/>
              <a:gd name="connsiteY12" fmla="*/ 299112 h 1039933"/>
              <a:gd name="connsiteX13" fmla="*/ 3296288 w 4198040"/>
              <a:gd name="connsiteY13" fmla="*/ 468445 h 1039933"/>
              <a:gd name="connsiteX14" fmla="*/ 3093088 w 4198040"/>
              <a:gd name="connsiteY14" fmla="*/ 866378 h 1039933"/>
              <a:gd name="connsiteX15" fmla="*/ 2906821 w 4198040"/>
              <a:gd name="connsiteY15" fmla="*/ 1010312 h 1039933"/>
              <a:gd name="connsiteX16" fmla="*/ 2525821 w 4198040"/>
              <a:gd name="connsiteY16" fmla="*/ 1035712 h 1039933"/>
              <a:gd name="connsiteX17" fmla="*/ 1856955 w 4198040"/>
              <a:gd name="connsiteY17" fmla="*/ 951045 h 1039933"/>
              <a:gd name="connsiteX18" fmla="*/ 1128821 w 4198040"/>
              <a:gd name="connsiteY18" fmla="*/ 730912 h 1039933"/>
              <a:gd name="connsiteX19" fmla="*/ 857888 w 4198040"/>
              <a:gd name="connsiteY19" fmla="*/ 434578 h 1039933"/>
              <a:gd name="connsiteX20" fmla="*/ 680088 w 4198040"/>
              <a:gd name="connsiteY20" fmla="*/ 366845 h 1039933"/>
              <a:gd name="connsiteX21" fmla="*/ 468421 w 4198040"/>
              <a:gd name="connsiteY21" fmla="*/ 299112 h 1039933"/>
              <a:gd name="connsiteX22" fmla="*/ 146687 w 4198040"/>
              <a:gd name="connsiteY22" fmla="*/ 222912 h 1039933"/>
              <a:gd name="connsiteX23" fmla="*/ 19688 w 4198040"/>
              <a:gd name="connsiteY23" fmla="*/ 222912 h 1039933"/>
              <a:gd name="connsiteX24" fmla="*/ 87421 w 4198040"/>
              <a:gd name="connsiteY24" fmla="*/ 129778 h 1039933"/>
              <a:gd name="connsiteX0" fmla="*/ 87421 w 4198040"/>
              <a:gd name="connsiteY0" fmla="*/ 129778 h 1039933"/>
              <a:gd name="connsiteX1" fmla="*/ 815555 w 4198040"/>
              <a:gd name="connsiteY1" fmla="*/ 273712 h 1039933"/>
              <a:gd name="connsiteX2" fmla="*/ 1416688 w 4198040"/>
              <a:gd name="connsiteY2" fmla="*/ 713978 h 1039933"/>
              <a:gd name="connsiteX3" fmla="*/ 2813688 w 4198040"/>
              <a:gd name="connsiteY3" fmla="*/ 908712 h 1039933"/>
              <a:gd name="connsiteX4" fmla="*/ 3279355 w 4198040"/>
              <a:gd name="connsiteY4" fmla="*/ 273712 h 1039933"/>
              <a:gd name="connsiteX5" fmla="*/ 3787355 w 4198040"/>
              <a:gd name="connsiteY5" fmla="*/ 104378 h 1039933"/>
              <a:gd name="connsiteX6" fmla="*/ 3888955 w 4198040"/>
              <a:gd name="connsiteY6" fmla="*/ 28178 h 1039933"/>
              <a:gd name="connsiteX7" fmla="*/ 4117555 w 4198040"/>
              <a:gd name="connsiteY7" fmla="*/ 2778 h 1039933"/>
              <a:gd name="connsiteX8" fmla="*/ 4185288 w 4198040"/>
              <a:gd name="connsiteY8" fmla="*/ 87445 h 1039933"/>
              <a:gd name="connsiteX9" fmla="*/ 4168355 w 4198040"/>
              <a:gd name="connsiteY9" fmla="*/ 273712 h 1039933"/>
              <a:gd name="connsiteX10" fmla="*/ 3897421 w 4198040"/>
              <a:gd name="connsiteY10" fmla="*/ 299112 h 1039933"/>
              <a:gd name="connsiteX11" fmla="*/ 3846621 w 4198040"/>
              <a:gd name="connsiteY11" fmla="*/ 222912 h 1039933"/>
              <a:gd name="connsiteX12" fmla="*/ 3414821 w 4198040"/>
              <a:gd name="connsiteY12" fmla="*/ 299112 h 1039933"/>
              <a:gd name="connsiteX13" fmla="*/ 3296288 w 4198040"/>
              <a:gd name="connsiteY13" fmla="*/ 468445 h 1039933"/>
              <a:gd name="connsiteX14" fmla="*/ 3093088 w 4198040"/>
              <a:gd name="connsiteY14" fmla="*/ 866378 h 1039933"/>
              <a:gd name="connsiteX15" fmla="*/ 2906821 w 4198040"/>
              <a:gd name="connsiteY15" fmla="*/ 1010312 h 1039933"/>
              <a:gd name="connsiteX16" fmla="*/ 2525821 w 4198040"/>
              <a:gd name="connsiteY16" fmla="*/ 1035712 h 1039933"/>
              <a:gd name="connsiteX17" fmla="*/ 1856955 w 4198040"/>
              <a:gd name="connsiteY17" fmla="*/ 951045 h 1039933"/>
              <a:gd name="connsiteX18" fmla="*/ 1128821 w 4198040"/>
              <a:gd name="connsiteY18" fmla="*/ 730912 h 1039933"/>
              <a:gd name="connsiteX19" fmla="*/ 857888 w 4198040"/>
              <a:gd name="connsiteY19" fmla="*/ 434578 h 1039933"/>
              <a:gd name="connsiteX20" fmla="*/ 680088 w 4198040"/>
              <a:gd name="connsiteY20" fmla="*/ 366845 h 1039933"/>
              <a:gd name="connsiteX21" fmla="*/ 502288 w 4198040"/>
              <a:gd name="connsiteY21" fmla="*/ 265245 h 1039933"/>
              <a:gd name="connsiteX22" fmla="*/ 146687 w 4198040"/>
              <a:gd name="connsiteY22" fmla="*/ 222912 h 1039933"/>
              <a:gd name="connsiteX23" fmla="*/ 19688 w 4198040"/>
              <a:gd name="connsiteY23" fmla="*/ 222912 h 1039933"/>
              <a:gd name="connsiteX24" fmla="*/ 87421 w 4198040"/>
              <a:gd name="connsiteY24" fmla="*/ 129778 h 1039933"/>
              <a:gd name="connsiteX0" fmla="*/ 87421 w 4198040"/>
              <a:gd name="connsiteY0" fmla="*/ 129778 h 1039933"/>
              <a:gd name="connsiteX1" fmla="*/ 815555 w 4198040"/>
              <a:gd name="connsiteY1" fmla="*/ 273712 h 1039933"/>
              <a:gd name="connsiteX2" fmla="*/ 1416688 w 4198040"/>
              <a:gd name="connsiteY2" fmla="*/ 713978 h 1039933"/>
              <a:gd name="connsiteX3" fmla="*/ 2813688 w 4198040"/>
              <a:gd name="connsiteY3" fmla="*/ 908712 h 1039933"/>
              <a:gd name="connsiteX4" fmla="*/ 3279355 w 4198040"/>
              <a:gd name="connsiteY4" fmla="*/ 273712 h 1039933"/>
              <a:gd name="connsiteX5" fmla="*/ 3787355 w 4198040"/>
              <a:gd name="connsiteY5" fmla="*/ 104378 h 1039933"/>
              <a:gd name="connsiteX6" fmla="*/ 3888955 w 4198040"/>
              <a:gd name="connsiteY6" fmla="*/ 28178 h 1039933"/>
              <a:gd name="connsiteX7" fmla="*/ 4117555 w 4198040"/>
              <a:gd name="connsiteY7" fmla="*/ 2778 h 1039933"/>
              <a:gd name="connsiteX8" fmla="*/ 4185288 w 4198040"/>
              <a:gd name="connsiteY8" fmla="*/ 87445 h 1039933"/>
              <a:gd name="connsiteX9" fmla="*/ 4168355 w 4198040"/>
              <a:gd name="connsiteY9" fmla="*/ 273712 h 1039933"/>
              <a:gd name="connsiteX10" fmla="*/ 3897421 w 4198040"/>
              <a:gd name="connsiteY10" fmla="*/ 299112 h 1039933"/>
              <a:gd name="connsiteX11" fmla="*/ 3846621 w 4198040"/>
              <a:gd name="connsiteY11" fmla="*/ 222912 h 1039933"/>
              <a:gd name="connsiteX12" fmla="*/ 3414821 w 4198040"/>
              <a:gd name="connsiteY12" fmla="*/ 299112 h 1039933"/>
              <a:gd name="connsiteX13" fmla="*/ 3296288 w 4198040"/>
              <a:gd name="connsiteY13" fmla="*/ 468445 h 1039933"/>
              <a:gd name="connsiteX14" fmla="*/ 3093088 w 4198040"/>
              <a:gd name="connsiteY14" fmla="*/ 866378 h 1039933"/>
              <a:gd name="connsiteX15" fmla="*/ 2906821 w 4198040"/>
              <a:gd name="connsiteY15" fmla="*/ 1010312 h 1039933"/>
              <a:gd name="connsiteX16" fmla="*/ 2525821 w 4198040"/>
              <a:gd name="connsiteY16" fmla="*/ 1035712 h 1039933"/>
              <a:gd name="connsiteX17" fmla="*/ 1856955 w 4198040"/>
              <a:gd name="connsiteY17" fmla="*/ 951045 h 1039933"/>
              <a:gd name="connsiteX18" fmla="*/ 1128821 w 4198040"/>
              <a:gd name="connsiteY18" fmla="*/ 730912 h 1039933"/>
              <a:gd name="connsiteX19" fmla="*/ 857888 w 4198040"/>
              <a:gd name="connsiteY19" fmla="*/ 434578 h 1039933"/>
              <a:gd name="connsiteX20" fmla="*/ 705488 w 4198040"/>
              <a:gd name="connsiteY20" fmla="*/ 316045 h 1039933"/>
              <a:gd name="connsiteX21" fmla="*/ 502288 w 4198040"/>
              <a:gd name="connsiteY21" fmla="*/ 265245 h 1039933"/>
              <a:gd name="connsiteX22" fmla="*/ 146687 w 4198040"/>
              <a:gd name="connsiteY22" fmla="*/ 222912 h 1039933"/>
              <a:gd name="connsiteX23" fmla="*/ 19688 w 4198040"/>
              <a:gd name="connsiteY23" fmla="*/ 222912 h 1039933"/>
              <a:gd name="connsiteX24" fmla="*/ 87421 w 4198040"/>
              <a:gd name="connsiteY24" fmla="*/ 129778 h 1039933"/>
              <a:gd name="connsiteX0" fmla="*/ 87421 w 4198040"/>
              <a:gd name="connsiteY0" fmla="*/ 129778 h 1039933"/>
              <a:gd name="connsiteX1" fmla="*/ 815555 w 4198040"/>
              <a:gd name="connsiteY1" fmla="*/ 273712 h 1039933"/>
              <a:gd name="connsiteX2" fmla="*/ 1416688 w 4198040"/>
              <a:gd name="connsiteY2" fmla="*/ 713978 h 1039933"/>
              <a:gd name="connsiteX3" fmla="*/ 2813688 w 4198040"/>
              <a:gd name="connsiteY3" fmla="*/ 908712 h 1039933"/>
              <a:gd name="connsiteX4" fmla="*/ 3279355 w 4198040"/>
              <a:gd name="connsiteY4" fmla="*/ 273712 h 1039933"/>
              <a:gd name="connsiteX5" fmla="*/ 3787355 w 4198040"/>
              <a:gd name="connsiteY5" fmla="*/ 104378 h 1039933"/>
              <a:gd name="connsiteX6" fmla="*/ 3888955 w 4198040"/>
              <a:gd name="connsiteY6" fmla="*/ 28178 h 1039933"/>
              <a:gd name="connsiteX7" fmla="*/ 4117555 w 4198040"/>
              <a:gd name="connsiteY7" fmla="*/ 2778 h 1039933"/>
              <a:gd name="connsiteX8" fmla="*/ 4185288 w 4198040"/>
              <a:gd name="connsiteY8" fmla="*/ 87445 h 1039933"/>
              <a:gd name="connsiteX9" fmla="*/ 4168355 w 4198040"/>
              <a:gd name="connsiteY9" fmla="*/ 273712 h 1039933"/>
              <a:gd name="connsiteX10" fmla="*/ 3897421 w 4198040"/>
              <a:gd name="connsiteY10" fmla="*/ 299112 h 1039933"/>
              <a:gd name="connsiteX11" fmla="*/ 3846621 w 4198040"/>
              <a:gd name="connsiteY11" fmla="*/ 222912 h 1039933"/>
              <a:gd name="connsiteX12" fmla="*/ 3414821 w 4198040"/>
              <a:gd name="connsiteY12" fmla="*/ 299112 h 1039933"/>
              <a:gd name="connsiteX13" fmla="*/ 3296288 w 4198040"/>
              <a:gd name="connsiteY13" fmla="*/ 468445 h 1039933"/>
              <a:gd name="connsiteX14" fmla="*/ 3093088 w 4198040"/>
              <a:gd name="connsiteY14" fmla="*/ 866378 h 1039933"/>
              <a:gd name="connsiteX15" fmla="*/ 2906821 w 4198040"/>
              <a:gd name="connsiteY15" fmla="*/ 1010312 h 1039933"/>
              <a:gd name="connsiteX16" fmla="*/ 2525821 w 4198040"/>
              <a:gd name="connsiteY16" fmla="*/ 1035712 h 1039933"/>
              <a:gd name="connsiteX17" fmla="*/ 1856955 w 4198040"/>
              <a:gd name="connsiteY17" fmla="*/ 951045 h 1039933"/>
              <a:gd name="connsiteX18" fmla="*/ 1128821 w 4198040"/>
              <a:gd name="connsiteY18" fmla="*/ 730912 h 1039933"/>
              <a:gd name="connsiteX19" fmla="*/ 891755 w 4198040"/>
              <a:gd name="connsiteY19" fmla="*/ 443045 h 1039933"/>
              <a:gd name="connsiteX20" fmla="*/ 705488 w 4198040"/>
              <a:gd name="connsiteY20" fmla="*/ 316045 h 1039933"/>
              <a:gd name="connsiteX21" fmla="*/ 502288 w 4198040"/>
              <a:gd name="connsiteY21" fmla="*/ 265245 h 1039933"/>
              <a:gd name="connsiteX22" fmla="*/ 146687 w 4198040"/>
              <a:gd name="connsiteY22" fmla="*/ 222912 h 1039933"/>
              <a:gd name="connsiteX23" fmla="*/ 19688 w 4198040"/>
              <a:gd name="connsiteY23" fmla="*/ 222912 h 1039933"/>
              <a:gd name="connsiteX24" fmla="*/ 87421 w 4198040"/>
              <a:gd name="connsiteY24" fmla="*/ 129778 h 1039933"/>
              <a:gd name="connsiteX0" fmla="*/ 87421 w 4198040"/>
              <a:gd name="connsiteY0" fmla="*/ 129778 h 1039933"/>
              <a:gd name="connsiteX1" fmla="*/ 815555 w 4198040"/>
              <a:gd name="connsiteY1" fmla="*/ 273712 h 1039933"/>
              <a:gd name="connsiteX2" fmla="*/ 1416688 w 4198040"/>
              <a:gd name="connsiteY2" fmla="*/ 713978 h 1039933"/>
              <a:gd name="connsiteX3" fmla="*/ 2813688 w 4198040"/>
              <a:gd name="connsiteY3" fmla="*/ 908712 h 1039933"/>
              <a:gd name="connsiteX4" fmla="*/ 3279355 w 4198040"/>
              <a:gd name="connsiteY4" fmla="*/ 273712 h 1039933"/>
              <a:gd name="connsiteX5" fmla="*/ 3787355 w 4198040"/>
              <a:gd name="connsiteY5" fmla="*/ 104378 h 1039933"/>
              <a:gd name="connsiteX6" fmla="*/ 3888955 w 4198040"/>
              <a:gd name="connsiteY6" fmla="*/ 28178 h 1039933"/>
              <a:gd name="connsiteX7" fmla="*/ 4117555 w 4198040"/>
              <a:gd name="connsiteY7" fmla="*/ 2778 h 1039933"/>
              <a:gd name="connsiteX8" fmla="*/ 4185288 w 4198040"/>
              <a:gd name="connsiteY8" fmla="*/ 87445 h 1039933"/>
              <a:gd name="connsiteX9" fmla="*/ 4168355 w 4198040"/>
              <a:gd name="connsiteY9" fmla="*/ 273712 h 1039933"/>
              <a:gd name="connsiteX10" fmla="*/ 3897421 w 4198040"/>
              <a:gd name="connsiteY10" fmla="*/ 299112 h 1039933"/>
              <a:gd name="connsiteX11" fmla="*/ 3846621 w 4198040"/>
              <a:gd name="connsiteY11" fmla="*/ 222912 h 1039933"/>
              <a:gd name="connsiteX12" fmla="*/ 3414821 w 4198040"/>
              <a:gd name="connsiteY12" fmla="*/ 299112 h 1039933"/>
              <a:gd name="connsiteX13" fmla="*/ 3296288 w 4198040"/>
              <a:gd name="connsiteY13" fmla="*/ 468445 h 1039933"/>
              <a:gd name="connsiteX14" fmla="*/ 3093088 w 4198040"/>
              <a:gd name="connsiteY14" fmla="*/ 866378 h 1039933"/>
              <a:gd name="connsiteX15" fmla="*/ 2906821 w 4198040"/>
              <a:gd name="connsiteY15" fmla="*/ 1010312 h 1039933"/>
              <a:gd name="connsiteX16" fmla="*/ 2525821 w 4198040"/>
              <a:gd name="connsiteY16" fmla="*/ 1035712 h 1039933"/>
              <a:gd name="connsiteX17" fmla="*/ 1856955 w 4198040"/>
              <a:gd name="connsiteY17" fmla="*/ 951045 h 1039933"/>
              <a:gd name="connsiteX18" fmla="*/ 1179621 w 4198040"/>
              <a:gd name="connsiteY18" fmla="*/ 713979 h 1039933"/>
              <a:gd name="connsiteX19" fmla="*/ 891755 w 4198040"/>
              <a:gd name="connsiteY19" fmla="*/ 443045 h 1039933"/>
              <a:gd name="connsiteX20" fmla="*/ 705488 w 4198040"/>
              <a:gd name="connsiteY20" fmla="*/ 316045 h 1039933"/>
              <a:gd name="connsiteX21" fmla="*/ 502288 w 4198040"/>
              <a:gd name="connsiteY21" fmla="*/ 265245 h 1039933"/>
              <a:gd name="connsiteX22" fmla="*/ 146687 w 4198040"/>
              <a:gd name="connsiteY22" fmla="*/ 222912 h 1039933"/>
              <a:gd name="connsiteX23" fmla="*/ 19688 w 4198040"/>
              <a:gd name="connsiteY23" fmla="*/ 222912 h 1039933"/>
              <a:gd name="connsiteX24" fmla="*/ 87421 w 4198040"/>
              <a:gd name="connsiteY24" fmla="*/ 129778 h 1039933"/>
              <a:gd name="connsiteX0" fmla="*/ 87421 w 4198040"/>
              <a:gd name="connsiteY0" fmla="*/ 129778 h 1039933"/>
              <a:gd name="connsiteX1" fmla="*/ 815555 w 4198040"/>
              <a:gd name="connsiteY1" fmla="*/ 273712 h 1039933"/>
              <a:gd name="connsiteX2" fmla="*/ 1416688 w 4198040"/>
              <a:gd name="connsiteY2" fmla="*/ 713978 h 1039933"/>
              <a:gd name="connsiteX3" fmla="*/ 2813688 w 4198040"/>
              <a:gd name="connsiteY3" fmla="*/ 908712 h 1039933"/>
              <a:gd name="connsiteX4" fmla="*/ 3279355 w 4198040"/>
              <a:gd name="connsiteY4" fmla="*/ 273712 h 1039933"/>
              <a:gd name="connsiteX5" fmla="*/ 3787355 w 4198040"/>
              <a:gd name="connsiteY5" fmla="*/ 104378 h 1039933"/>
              <a:gd name="connsiteX6" fmla="*/ 3888955 w 4198040"/>
              <a:gd name="connsiteY6" fmla="*/ 28178 h 1039933"/>
              <a:gd name="connsiteX7" fmla="*/ 4117555 w 4198040"/>
              <a:gd name="connsiteY7" fmla="*/ 2778 h 1039933"/>
              <a:gd name="connsiteX8" fmla="*/ 4185288 w 4198040"/>
              <a:gd name="connsiteY8" fmla="*/ 87445 h 1039933"/>
              <a:gd name="connsiteX9" fmla="*/ 4168355 w 4198040"/>
              <a:gd name="connsiteY9" fmla="*/ 273712 h 1039933"/>
              <a:gd name="connsiteX10" fmla="*/ 3897421 w 4198040"/>
              <a:gd name="connsiteY10" fmla="*/ 299112 h 1039933"/>
              <a:gd name="connsiteX11" fmla="*/ 3846621 w 4198040"/>
              <a:gd name="connsiteY11" fmla="*/ 222912 h 1039933"/>
              <a:gd name="connsiteX12" fmla="*/ 3414821 w 4198040"/>
              <a:gd name="connsiteY12" fmla="*/ 299112 h 1039933"/>
              <a:gd name="connsiteX13" fmla="*/ 3296288 w 4198040"/>
              <a:gd name="connsiteY13" fmla="*/ 468445 h 1039933"/>
              <a:gd name="connsiteX14" fmla="*/ 3093088 w 4198040"/>
              <a:gd name="connsiteY14" fmla="*/ 866378 h 1039933"/>
              <a:gd name="connsiteX15" fmla="*/ 2906821 w 4198040"/>
              <a:gd name="connsiteY15" fmla="*/ 1010312 h 1039933"/>
              <a:gd name="connsiteX16" fmla="*/ 2525821 w 4198040"/>
              <a:gd name="connsiteY16" fmla="*/ 1035712 h 1039933"/>
              <a:gd name="connsiteX17" fmla="*/ 1856955 w 4198040"/>
              <a:gd name="connsiteY17" fmla="*/ 951045 h 1039933"/>
              <a:gd name="connsiteX18" fmla="*/ 1188088 w 4198040"/>
              <a:gd name="connsiteY18" fmla="*/ 713979 h 1039933"/>
              <a:gd name="connsiteX19" fmla="*/ 891755 w 4198040"/>
              <a:gd name="connsiteY19" fmla="*/ 443045 h 1039933"/>
              <a:gd name="connsiteX20" fmla="*/ 705488 w 4198040"/>
              <a:gd name="connsiteY20" fmla="*/ 316045 h 1039933"/>
              <a:gd name="connsiteX21" fmla="*/ 502288 w 4198040"/>
              <a:gd name="connsiteY21" fmla="*/ 265245 h 1039933"/>
              <a:gd name="connsiteX22" fmla="*/ 146687 w 4198040"/>
              <a:gd name="connsiteY22" fmla="*/ 222912 h 1039933"/>
              <a:gd name="connsiteX23" fmla="*/ 19688 w 4198040"/>
              <a:gd name="connsiteY23" fmla="*/ 222912 h 1039933"/>
              <a:gd name="connsiteX24" fmla="*/ 87421 w 4198040"/>
              <a:gd name="connsiteY24" fmla="*/ 129778 h 1039933"/>
              <a:gd name="connsiteX0" fmla="*/ 87421 w 4198040"/>
              <a:gd name="connsiteY0" fmla="*/ 129778 h 1042406"/>
              <a:gd name="connsiteX1" fmla="*/ 815555 w 4198040"/>
              <a:gd name="connsiteY1" fmla="*/ 273712 h 1042406"/>
              <a:gd name="connsiteX2" fmla="*/ 1416688 w 4198040"/>
              <a:gd name="connsiteY2" fmla="*/ 713978 h 1042406"/>
              <a:gd name="connsiteX3" fmla="*/ 2813688 w 4198040"/>
              <a:gd name="connsiteY3" fmla="*/ 908712 h 1042406"/>
              <a:gd name="connsiteX4" fmla="*/ 3279355 w 4198040"/>
              <a:gd name="connsiteY4" fmla="*/ 273712 h 1042406"/>
              <a:gd name="connsiteX5" fmla="*/ 3787355 w 4198040"/>
              <a:gd name="connsiteY5" fmla="*/ 104378 h 1042406"/>
              <a:gd name="connsiteX6" fmla="*/ 3888955 w 4198040"/>
              <a:gd name="connsiteY6" fmla="*/ 28178 h 1042406"/>
              <a:gd name="connsiteX7" fmla="*/ 4117555 w 4198040"/>
              <a:gd name="connsiteY7" fmla="*/ 2778 h 1042406"/>
              <a:gd name="connsiteX8" fmla="*/ 4185288 w 4198040"/>
              <a:gd name="connsiteY8" fmla="*/ 87445 h 1042406"/>
              <a:gd name="connsiteX9" fmla="*/ 4168355 w 4198040"/>
              <a:gd name="connsiteY9" fmla="*/ 273712 h 1042406"/>
              <a:gd name="connsiteX10" fmla="*/ 3897421 w 4198040"/>
              <a:gd name="connsiteY10" fmla="*/ 299112 h 1042406"/>
              <a:gd name="connsiteX11" fmla="*/ 3846621 w 4198040"/>
              <a:gd name="connsiteY11" fmla="*/ 222912 h 1042406"/>
              <a:gd name="connsiteX12" fmla="*/ 3414821 w 4198040"/>
              <a:gd name="connsiteY12" fmla="*/ 299112 h 1042406"/>
              <a:gd name="connsiteX13" fmla="*/ 3296288 w 4198040"/>
              <a:gd name="connsiteY13" fmla="*/ 468445 h 1042406"/>
              <a:gd name="connsiteX14" fmla="*/ 3093088 w 4198040"/>
              <a:gd name="connsiteY14" fmla="*/ 866378 h 1042406"/>
              <a:gd name="connsiteX15" fmla="*/ 2906821 w 4198040"/>
              <a:gd name="connsiteY15" fmla="*/ 1010312 h 1042406"/>
              <a:gd name="connsiteX16" fmla="*/ 2525821 w 4198040"/>
              <a:gd name="connsiteY16" fmla="*/ 1035712 h 1042406"/>
              <a:gd name="connsiteX17" fmla="*/ 1856955 w 4198040"/>
              <a:gd name="connsiteY17" fmla="*/ 917179 h 1042406"/>
              <a:gd name="connsiteX18" fmla="*/ 1188088 w 4198040"/>
              <a:gd name="connsiteY18" fmla="*/ 713979 h 1042406"/>
              <a:gd name="connsiteX19" fmla="*/ 891755 w 4198040"/>
              <a:gd name="connsiteY19" fmla="*/ 443045 h 1042406"/>
              <a:gd name="connsiteX20" fmla="*/ 705488 w 4198040"/>
              <a:gd name="connsiteY20" fmla="*/ 316045 h 1042406"/>
              <a:gd name="connsiteX21" fmla="*/ 502288 w 4198040"/>
              <a:gd name="connsiteY21" fmla="*/ 265245 h 1042406"/>
              <a:gd name="connsiteX22" fmla="*/ 146687 w 4198040"/>
              <a:gd name="connsiteY22" fmla="*/ 222912 h 1042406"/>
              <a:gd name="connsiteX23" fmla="*/ 19688 w 4198040"/>
              <a:gd name="connsiteY23" fmla="*/ 222912 h 1042406"/>
              <a:gd name="connsiteX24" fmla="*/ 87421 w 4198040"/>
              <a:gd name="connsiteY24" fmla="*/ 129778 h 1042406"/>
              <a:gd name="connsiteX0" fmla="*/ 87421 w 4198040"/>
              <a:gd name="connsiteY0" fmla="*/ 129778 h 1041786"/>
              <a:gd name="connsiteX1" fmla="*/ 815555 w 4198040"/>
              <a:gd name="connsiteY1" fmla="*/ 273712 h 1041786"/>
              <a:gd name="connsiteX2" fmla="*/ 1416688 w 4198040"/>
              <a:gd name="connsiteY2" fmla="*/ 713978 h 1041786"/>
              <a:gd name="connsiteX3" fmla="*/ 2813688 w 4198040"/>
              <a:gd name="connsiteY3" fmla="*/ 908712 h 1041786"/>
              <a:gd name="connsiteX4" fmla="*/ 3279355 w 4198040"/>
              <a:gd name="connsiteY4" fmla="*/ 273712 h 1041786"/>
              <a:gd name="connsiteX5" fmla="*/ 3787355 w 4198040"/>
              <a:gd name="connsiteY5" fmla="*/ 104378 h 1041786"/>
              <a:gd name="connsiteX6" fmla="*/ 3888955 w 4198040"/>
              <a:gd name="connsiteY6" fmla="*/ 28178 h 1041786"/>
              <a:gd name="connsiteX7" fmla="*/ 4117555 w 4198040"/>
              <a:gd name="connsiteY7" fmla="*/ 2778 h 1041786"/>
              <a:gd name="connsiteX8" fmla="*/ 4185288 w 4198040"/>
              <a:gd name="connsiteY8" fmla="*/ 87445 h 1041786"/>
              <a:gd name="connsiteX9" fmla="*/ 4168355 w 4198040"/>
              <a:gd name="connsiteY9" fmla="*/ 273712 h 1041786"/>
              <a:gd name="connsiteX10" fmla="*/ 3897421 w 4198040"/>
              <a:gd name="connsiteY10" fmla="*/ 299112 h 1041786"/>
              <a:gd name="connsiteX11" fmla="*/ 3846621 w 4198040"/>
              <a:gd name="connsiteY11" fmla="*/ 222912 h 1041786"/>
              <a:gd name="connsiteX12" fmla="*/ 3414821 w 4198040"/>
              <a:gd name="connsiteY12" fmla="*/ 299112 h 1041786"/>
              <a:gd name="connsiteX13" fmla="*/ 3296288 w 4198040"/>
              <a:gd name="connsiteY13" fmla="*/ 468445 h 1041786"/>
              <a:gd name="connsiteX14" fmla="*/ 3093088 w 4198040"/>
              <a:gd name="connsiteY14" fmla="*/ 866378 h 1041786"/>
              <a:gd name="connsiteX15" fmla="*/ 2906821 w 4198040"/>
              <a:gd name="connsiteY15" fmla="*/ 1010312 h 1041786"/>
              <a:gd name="connsiteX16" fmla="*/ 2525821 w 4198040"/>
              <a:gd name="connsiteY16" fmla="*/ 1035712 h 1041786"/>
              <a:gd name="connsiteX17" fmla="*/ 1856955 w 4198040"/>
              <a:gd name="connsiteY17" fmla="*/ 925645 h 1041786"/>
              <a:gd name="connsiteX18" fmla="*/ 1188088 w 4198040"/>
              <a:gd name="connsiteY18" fmla="*/ 713979 h 1041786"/>
              <a:gd name="connsiteX19" fmla="*/ 891755 w 4198040"/>
              <a:gd name="connsiteY19" fmla="*/ 443045 h 1041786"/>
              <a:gd name="connsiteX20" fmla="*/ 705488 w 4198040"/>
              <a:gd name="connsiteY20" fmla="*/ 316045 h 1041786"/>
              <a:gd name="connsiteX21" fmla="*/ 502288 w 4198040"/>
              <a:gd name="connsiteY21" fmla="*/ 265245 h 1041786"/>
              <a:gd name="connsiteX22" fmla="*/ 146687 w 4198040"/>
              <a:gd name="connsiteY22" fmla="*/ 222912 h 1041786"/>
              <a:gd name="connsiteX23" fmla="*/ 19688 w 4198040"/>
              <a:gd name="connsiteY23" fmla="*/ 222912 h 1041786"/>
              <a:gd name="connsiteX24" fmla="*/ 87421 w 4198040"/>
              <a:gd name="connsiteY24" fmla="*/ 129778 h 1041786"/>
              <a:gd name="connsiteX0" fmla="*/ 87421 w 4198040"/>
              <a:gd name="connsiteY0" fmla="*/ 129778 h 1021313"/>
              <a:gd name="connsiteX1" fmla="*/ 815555 w 4198040"/>
              <a:gd name="connsiteY1" fmla="*/ 273712 h 1021313"/>
              <a:gd name="connsiteX2" fmla="*/ 1416688 w 4198040"/>
              <a:gd name="connsiteY2" fmla="*/ 713978 h 1021313"/>
              <a:gd name="connsiteX3" fmla="*/ 2813688 w 4198040"/>
              <a:gd name="connsiteY3" fmla="*/ 908712 h 1021313"/>
              <a:gd name="connsiteX4" fmla="*/ 3279355 w 4198040"/>
              <a:gd name="connsiteY4" fmla="*/ 273712 h 1021313"/>
              <a:gd name="connsiteX5" fmla="*/ 3787355 w 4198040"/>
              <a:gd name="connsiteY5" fmla="*/ 104378 h 1021313"/>
              <a:gd name="connsiteX6" fmla="*/ 3888955 w 4198040"/>
              <a:gd name="connsiteY6" fmla="*/ 28178 h 1021313"/>
              <a:gd name="connsiteX7" fmla="*/ 4117555 w 4198040"/>
              <a:gd name="connsiteY7" fmla="*/ 2778 h 1021313"/>
              <a:gd name="connsiteX8" fmla="*/ 4185288 w 4198040"/>
              <a:gd name="connsiteY8" fmla="*/ 87445 h 1021313"/>
              <a:gd name="connsiteX9" fmla="*/ 4168355 w 4198040"/>
              <a:gd name="connsiteY9" fmla="*/ 273712 h 1021313"/>
              <a:gd name="connsiteX10" fmla="*/ 3897421 w 4198040"/>
              <a:gd name="connsiteY10" fmla="*/ 299112 h 1021313"/>
              <a:gd name="connsiteX11" fmla="*/ 3846621 w 4198040"/>
              <a:gd name="connsiteY11" fmla="*/ 222912 h 1021313"/>
              <a:gd name="connsiteX12" fmla="*/ 3414821 w 4198040"/>
              <a:gd name="connsiteY12" fmla="*/ 299112 h 1021313"/>
              <a:gd name="connsiteX13" fmla="*/ 3296288 w 4198040"/>
              <a:gd name="connsiteY13" fmla="*/ 468445 h 1021313"/>
              <a:gd name="connsiteX14" fmla="*/ 3093088 w 4198040"/>
              <a:gd name="connsiteY14" fmla="*/ 866378 h 1021313"/>
              <a:gd name="connsiteX15" fmla="*/ 2906821 w 4198040"/>
              <a:gd name="connsiteY15" fmla="*/ 1010312 h 1021313"/>
              <a:gd name="connsiteX16" fmla="*/ 2525821 w 4198040"/>
              <a:gd name="connsiteY16" fmla="*/ 1001845 h 1021313"/>
              <a:gd name="connsiteX17" fmla="*/ 1856955 w 4198040"/>
              <a:gd name="connsiteY17" fmla="*/ 925645 h 1021313"/>
              <a:gd name="connsiteX18" fmla="*/ 1188088 w 4198040"/>
              <a:gd name="connsiteY18" fmla="*/ 713979 h 1021313"/>
              <a:gd name="connsiteX19" fmla="*/ 891755 w 4198040"/>
              <a:gd name="connsiteY19" fmla="*/ 443045 h 1021313"/>
              <a:gd name="connsiteX20" fmla="*/ 705488 w 4198040"/>
              <a:gd name="connsiteY20" fmla="*/ 316045 h 1021313"/>
              <a:gd name="connsiteX21" fmla="*/ 502288 w 4198040"/>
              <a:gd name="connsiteY21" fmla="*/ 265245 h 1021313"/>
              <a:gd name="connsiteX22" fmla="*/ 146687 w 4198040"/>
              <a:gd name="connsiteY22" fmla="*/ 222912 h 1021313"/>
              <a:gd name="connsiteX23" fmla="*/ 19688 w 4198040"/>
              <a:gd name="connsiteY23" fmla="*/ 222912 h 1021313"/>
              <a:gd name="connsiteX24" fmla="*/ 87421 w 4198040"/>
              <a:gd name="connsiteY24" fmla="*/ 129778 h 1021313"/>
              <a:gd name="connsiteX0" fmla="*/ 87421 w 4198040"/>
              <a:gd name="connsiteY0" fmla="*/ 129778 h 1029437"/>
              <a:gd name="connsiteX1" fmla="*/ 815555 w 4198040"/>
              <a:gd name="connsiteY1" fmla="*/ 273712 h 1029437"/>
              <a:gd name="connsiteX2" fmla="*/ 1416688 w 4198040"/>
              <a:gd name="connsiteY2" fmla="*/ 713978 h 1029437"/>
              <a:gd name="connsiteX3" fmla="*/ 2813688 w 4198040"/>
              <a:gd name="connsiteY3" fmla="*/ 908712 h 1029437"/>
              <a:gd name="connsiteX4" fmla="*/ 3279355 w 4198040"/>
              <a:gd name="connsiteY4" fmla="*/ 273712 h 1029437"/>
              <a:gd name="connsiteX5" fmla="*/ 3787355 w 4198040"/>
              <a:gd name="connsiteY5" fmla="*/ 104378 h 1029437"/>
              <a:gd name="connsiteX6" fmla="*/ 3888955 w 4198040"/>
              <a:gd name="connsiteY6" fmla="*/ 28178 h 1029437"/>
              <a:gd name="connsiteX7" fmla="*/ 4117555 w 4198040"/>
              <a:gd name="connsiteY7" fmla="*/ 2778 h 1029437"/>
              <a:gd name="connsiteX8" fmla="*/ 4185288 w 4198040"/>
              <a:gd name="connsiteY8" fmla="*/ 87445 h 1029437"/>
              <a:gd name="connsiteX9" fmla="*/ 4168355 w 4198040"/>
              <a:gd name="connsiteY9" fmla="*/ 273712 h 1029437"/>
              <a:gd name="connsiteX10" fmla="*/ 3897421 w 4198040"/>
              <a:gd name="connsiteY10" fmla="*/ 299112 h 1029437"/>
              <a:gd name="connsiteX11" fmla="*/ 3846621 w 4198040"/>
              <a:gd name="connsiteY11" fmla="*/ 222912 h 1029437"/>
              <a:gd name="connsiteX12" fmla="*/ 3414821 w 4198040"/>
              <a:gd name="connsiteY12" fmla="*/ 299112 h 1029437"/>
              <a:gd name="connsiteX13" fmla="*/ 3296288 w 4198040"/>
              <a:gd name="connsiteY13" fmla="*/ 468445 h 1029437"/>
              <a:gd name="connsiteX14" fmla="*/ 3093088 w 4198040"/>
              <a:gd name="connsiteY14" fmla="*/ 866378 h 1029437"/>
              <a:gd name="connsiteX15" fmla="*/ 2906821 w 4198040"/>
              <a:gd name="connsiteY15" fmla="*/ 1010312 h 1029437"/>
              <a:gd name="connsiteX16" fmla="*/ 2542755 w 4198040"/>
              <a:gd name="connsiteY16" fmla="*/ 1018778 h 1029437"/>
              <a:gd name="connsiteX17" fmla="*/ 1856955 w 4198040"/>
              <a:gd name="connsiteY17" fmla="*/ 925645 h 1029437"/>
              <a:gd name="connsiteX18" fmla="*/ 1188088 w 4198040"/>
              <a:gd name="connsiteY18" fmla="*/ 713979 h 1029437"/>
              <a:gd name="connsiteX19" fmla="*/ 891755 w 4198040"/>
              <a:gd name="connsiteY19" fmla="*/ 443045 h 1029437"/>
              <a:gd name="connsiteX20" fmla="*/ 705488 w 4198040"/>
              <a:gd name="connsiteY20" fmla="*/ 316045 h 1029437"/>
              <a:gd name="connsiteX21" fmla="*/ 502288 w 4198040"/>
              <a:gd name="connsiteY21" fmla="*/ 265245 h 1029437"/>
              <a:gd name="connsiteX22" fmla="*/ 146687 w 4198040"/>
              <a:gd name="connsiteY22" fmla="*/ 222912 h 1029437"/>
              <a:gd name="connsiteX23" fmla="*/ 19688 w 4198040"/>
              <a:gd name="connsiteY23" fmla="*/ 222912 h 1029437"/>
              <a:gd name="connsiteX24" fmla="*/ 87421 w 4198040"/>
              <a:gd name="connsiteY24" fmla="*/ 129778 h 1029437"/>
              <a:gd name="connsiteX0" fmla="*/ 87421 w 4198040"/>
              <a:gd name="connsiteY0" fmla="*/ 129778 h 1021497"/>
              <a:gd name="connsiteX1" fmla="*/ 815555 w 4198040"/>
              <a:gd name="connsiteY1" fmla="*/ 273712 h 1021497"/>
              <a:gd name="connsiteX2" fmla="*/ 1416688 w 4198040"/>
              <a:gd name="connsiteY2" fmla="*/ 713978 h 1021497"/>
              <a:gd name="connsiteX3" fmla="*/ 2813688 w 4198040"/>
              <a:gd name="connsiteY3" fmla="*/ 908712 h 1021497"/>
              <a:gd name="connsiteX4" fmla="*/ 3279355 w 4198040"/>
              <a:gd name="connsiteY4" fmla="*/ 273712 h 1021497"/>
              <a:gd name="connsiteX5" fmla="*/ 3787355 w 4198040"/>
              <a:gd name="connsiteY5" fmla="*/ 104378 h 1021497"/>
              <a:gd name="connsiteX6" fmla="*/ 3888955 w 4198040"/>
              <a:gd name="connsiteY6" fmla="*/ 28178 h 1021497"/>
              <a:gd name="connsiteX7" fmla="*/ 4117555 w 4198040"/>
              <a:gd name="connsiteY7" fmla="*/ 2778 h 1021497"/>
              <a:gd name="connsiteX8" fmla="*/ 4185288 w 4198040"/>
              <a:gd name="connsiteY8" fmla="*/ 87445 h 1021497"/>
              <a:gd name="connsiteX9" fmla="*/ 4168355 w 4198040"/>
              <a:gd name="connsiteY9" fmla="*/ 273712 h 1021497"/>
              <a:gd name="connsiteX10" fmla="*/ 3897421 w 4198040"/>
              <a:gd name="connsiteY10" fmla="*/ 299112 h 1021497"/>
              <a:gd name="connsiteX11" fmla="*/ 3846621 w 4198040"/>
              <a:gd name="connsiteY11" fmla="*/ 222912 h 1021497"/>
              <a:gd name="connsiteX12" fmla="*/ 3414821 w 4198040"/>
              <a:gd name="connsiteY12" fmla="*/ 299112 h 1021497"/>
              <a:gd name="connsiteX13" fmla="*/ 3296288 w 4198040"/>
              <a:gd name="connsiteY13" fmla="*/ 468445 h 1021497"/>
              <a:gd name="connsiteX14" fmla="*/ 3093088 w 4198040"/>
              <a:gd name="connsiteY14" fmla="*/ 866378 h 1021497"/>
              <a:gd name="connsiteX15" fmla="*/ 2906821 w 4198040"/>
              <a:gd name="connsiteY15" fmla="*/ 984912 h 1021497"/>
              <a:gd name="connsiteX16" fmla="*/ 2542755 w 4198040"/>
              <a:gd name="connsiteY16" fmla="*/ 1018778 h 1021497"/>
              <a:gd name="connsiteX17" fmla="*/ 1856955 w 4198040"/>
              <a:gd name="connsiteY17" fmla="*/ 925645 h 1021497"/>
              <a:gd name="connsiteX18" fmla="*/ 1188088 w 4198040"/>
              <a:gd name="connsiteY18" fmla="*/ 713979 h 1021497"/>
              <a:gd name="connsiteX19" fmla="*/ 891755 w 4198040"/>
              <a:gd name="connsiteY19" fmla="*/ 443045 h 1021497"/>
              <a:gd name="connsiteX20" fmla="*/ 705488 w 4198040"/>
              <a:gd name="connsiteY20" fmla="*/ 316045 h 1021497"/>
              <a:gd name="connsiteX21" fmla="*/ 502288 w 4198040"/>
              <a:gd name="connsiteY21" fmla="*/ 265245 h 1021497"/>
              <a:gd name="connsiteX22" fmla="*/ 146687 w 4198040"/>
              <a:gd name="connsiteY22" fmla="*/ 222912 h 1021497"/>
              <a:gd name="connsiteX23" fmla="*/ 19688 w 4198040"/>
              <a:gd name="connsiteY23" fmla="*/ 222912 h 1021497"/>
              <a:gd name="connsiteX24" fmla="*/ 87421 w 4198040"/>
              <a:gd name="connsiteY24" fmla="*/ 129778 h 1021497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279355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299112 h 1022065"/>
              <a:gd name="connsiteX13" fmla="*/ 3296288 w 4198040"/>
              <a:gd name="connsiteY13" fmla="*/ 468445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279355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299112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279355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389421 w 4198040"/>
              <a:gd name="connsiteY12" fmla="*/ 290645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313221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389421 w 4198040"/>
              <a:gd name="connsiteY12" fmla="*/ 290645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313221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299112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313221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324512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313221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324512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313221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324512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313221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324512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29778 h 1022065"/>
              <a:gd name="connsiteX1" fmla="*/ 815555 w 4198040"/>
              <a:gd name="connsiteY1" fmla="*/ 273712 h 1022065"/>
              <a:gd name="connsiteX2" fmla="*/ 1416688 w 4198040"/>
              <a:gd name="connsiteY2" fmla="*/ 713978 h 1022065"/>
              <a:gd name="connsiteX3" fmla="*/ 2813688 w 4198040"/>
              <a:gd name="connsiteY3" fmla="*/ 908712 h 1022065"/>
              <a:gd name="connsiteX4" fmla="*/ 3313221 w 4198040"/>
              <a:gd name="connsiteY4" fmla="*/ 273712 h 1022065"/>
              <a:gd name="connsiteX5" fmla="*/ 3787355 w 4198040"/>
              <a:gd name="connsiteY5" fmla="*/ 104378 h 1022065"/>
              <a:gd name="connsiteX6" fmla="*/ 3888955 w 4198040"/>
              <a:gd name="connsiteY6" fmla="*/ 28178 h 1022065"/>
              <a:gd name="connsiteX7" fmla="*/ 4117555 w 4198040"/>
              <a:gd name="connsiteY7" fmla="*/ 2778 h 1022065"/>
              <a:gd name="connsiteX8" fmla="*/ 4185288 w 4198040"/>
              <a:gd name="connsiteY8" fmla="*/ 87445 h 1022065"/>
              <a:gd name="connsiteX9" fmla="*/ 4168355 w 4198040"/>
              <a:gd name="connsiteY9" fmla="*/ 273712 h 1022065"/>
              <a:gd name="connsiteX10" fmla="*/ 3897421 w 4198040"/>
              <a:gd name="connsiteY10" fmla="*/ 299112 h 1022065"/>
              <a:gd name="connsiteX11" fmla="*/ 3846621 w 4198040"/>
              <a:gd name="connsiteY11" fmla="*/ 222912 h 1022065"/>
              <a:gd name="connsiteX12" fmla="*/ 3414821 w 4198040"/>
              <a:gd name="connsiteY12" fmla="*/ 324512 h 1022065"/>
              <a:gd name="connsiteX13" fmla="*/ 3296288 w 4198040"/>
              <a:gd name="connsiteY13" fmla="*/ 451511 h 1022065"/>
              <a:gd name="connsiteX14" fmla="*/ 3084621 w 4198040"/>
              <a:gd name="connsiteY14" fmla="*/ 832511 h 1022065"/>
              <a:gd name="connsiteX15" fmla="*/ 2906821 w 4198040"/>
              <a:gd name="connsiteY15" fmla="*/ 984912 h 1022065"/>
              <a:gd name="connsiteX16" fmla="*/ 2542755 w 4198040"/>
              <a:gd name="connsiteY16" fmla="*/ 1018778 h 1022065"/>
              <a:gd name="connsiteX17" fmla="*/ 1856955 w 4198040"/>
              <a:gd name="connsiteY17" fmla="*/ 925645 h 1022065"/>
              <a:gd name="connsiteX18" fmla="*/ 1188088 w 4198040"/>
              <a:gd name="connsiteY18" fmla="*/ 713979 h 1022065"/>
              <a:gd name="connsiteX19" fmla="*/ 891755 w 4198040"/>
              <a:gd name="connsiteY19" fmla="*/ 443045 h 1022065"/>
              <a:gd name="connsiteX20" fmla="*/ 705488 w 4198040"/>
              <a:gd name="connsiteY20" fmla="*/ 316045 h 1022065"/>
              <a:gd name="connsiteX21" fmla="*/ 502288 w 4198040"/>
              <a:gd name="connsiteY21" fmla="*/ 265245 h 1022065"/>
              <a:gd name="connsiteX22" fmla="*/ 146687 w 4198040"/>
              <a:gd name="connsiteY22" fmla="*/ 222912 h 1022065"/>
              <a:gd name="connsiteX23" fmla="*/ 19688 w 4198040"/>
              <a:gd name="connsiteY23" fmla="*/ 222912 h 1022065"/>
              <a:gd name="connsiteX24" fmla="*/ 87421 w 4198040"/>
              <a:gd name="connsiteY24" fmla="*/ 129778 h 1022065"/>
              <a:gd name="connsiteX0" fmla="*/ 87421 w 4198040"/>
              <a:gd name="connsiteY0" fmla="*/ 130059 h 1022346"/>
              <a:gd name="connsiteX1" fmla="*/ 815555 w 4198040"/>
              <a:gd name="connsiteY1" fmla="*/ 273993 h 1022346"/>
              <a:gd name="connsiteX2" fmla="*/ 1416688 w 4198040"/>
              <a:gd name="connsiteY2" fmla="*/ 714259 h 1022346"/>
              <a:gd name="connsiteX3" fmla="*/ 2813688 w 4198040"/>
              <a:gd name="connsiteY3" fmla="*/ 908993 h 1022346"/>
              <a:gd name="connsiteX4" fmla="*/ 3313221 w 4198040"/>
              <a:gd name="connsiteY4" fmla="*/ 273993 h 1022346"/>
              <a:gd name="connsiteX5" fmla="*/ 3821222 w 4198040"/>
              <a:gd name="connsiteY5" fmla="*/ 121592 h 1022346"/>
              <a:gd name="connsiteX6" fmla="*/ 3888955 w 4198040"/>
              <a:gd name="connsiteY6" fmla="*/ 28459 h 1022346"/>
              <a:gd name="connsiteX7" fmla="*/ 4117555 w 4198040"/>
              <a:gd name="connsiteY7" fmla="*/ 3059 h 1022346"/>
              <a:gd name="connsiteX8" fmla="*/ 4185288 w 4198040"/>
              <a:gd name="connsiteY8" fmla="*/ 87726 h 1022346"/>
              <a:gd name="connsiteX9" fmla="*/ 4168355 w 4198040"/>
              <a:gd name="connsiteY9" fmla="*/ 273993 h 1022346"/>
              <a:gd name="connsiteX10" fmla="*/ 3897421 w 4198040"/>
              <a:gd name="connsiteY10" fmla="*/ 299393 h 1022346"/>
              <a:gd name="connsiteX11" fmla="*/ 3846621 w 4198040"/>
              <a:gd name="connsiteY11" fmla="*/ 223193 h 1022346"/>
              <a:gd name="connsiteX12" fmla="*/ 3414821 w 4198040"/>
              <a:gd name="connsiteY12" fmla="*/ 324793 h 1022346"/>
              <a:gd name="connsiteX13" fmla="*/ 3296288 w 4198040"/>
              <a:gd name="connsiteY13" fmla="*/ 451792 h 1022346"/>
              <a:gd name="connsiteX14" fmla="*/ 3084621 w 4198040"/>
              <a:gd name="connsiteY14" fmla="*/ 832792 h 1022346"/>
              <a:gd name="connsiteX15" fmla="*/ 2906821 w 4198040"/>
              <a:gd name="connsiteY15" fmla="*/ 985193 h 1022346"/>
              <a:gd name="connsiteX16" fmla="*/ 2542755 w 4198040"/>
              <a:gd name="connsiteY16" fmla="*/ 1019059 h 1022346"/>
              <a:gd name="connsiteX17" fmla="*/ 1856955 w 4198040"/>
              <a:gd name="connsiteY17" fmla="*/ 925926 h 1022346"/>
              <a:gd name="connsiteX18" fmla="*/ 1188088 w 4198040"/>
              <a:gd name="connsiteY18" fmla="*/ 714260 h 1022346"/>
              <a:gd name="connsiteX19" fmla="*/ 891755 w 4198040"/>
              <a:gd name="connsiteY19" fmla="*/ 443326 h 1022346"/>
              <a:gd name="connsiteX20" fmla="*/ 705488 w 4198040"/>
              <a:gd name="connsiteY20" fmla="*/ 316326 h 1022346"/>
              <a:gd name="connsiteX21" fmla="*/ 502288 w 4198040"/>
              <a:gd name="connsiteY21" fmla="*/ 265526 h 1022346"/>
              <a:gd name="connsiteX22" fmla="*/ 146687 w 4198040"/>
              <a:gd name="connsiteY22" fmla="*/ 223193 h 1022346"/>
              <a:gd name="connsiteX23" fmla="*/ 19688 w 4198040"/>
              <a:gd name="connsiteY23" fmla="*/ 223193 h 1022346"/>
              <a:gd name="connsiteX24" fmla="*/ 87421 w 4198040"/>
              <a:gd name="connsiteY24" fmla="*/ 130059 h 1022346"/>
              <a:gd name="connsiteX0" fmla="*/ 87421 w 4228587"/>
              <a:gd name="connsiteY0" fmla="*/ 116233 h 1008520"/>
              <a:gd name="connsiteX1" fmla="*/ 815555 w 4228587"/>
              <a:gd name="connsiteY1" fmla="*/ 260167 h 1008520"/>
              <a:gd name="connsiteX2" fmla="*/ 1416688 w 4228587"/>
              <a:gd name="connsiteY2" fmla="*/ 700433 h 1008520"/>
              <a:gd name="connsiteX3" fmla="*/ 2813688 w 4228587"/>
              <a:gd name="connsiteY3" fmla="*/ 895167 h 1008520"/>
              <a:gd name="connsiteX4" fmla="*/ 3313221 w 4228587"/>
              <a:gd name="connsiteY4" fmla="*/ 260167 h 1008520"/>
              <a:gd name="connsiteX5" fmla="*/ 3821222 w 4228587"/>
              <a:gd name="connsiteY5" fmla="*/ 107766 h 1008520"/>
              <a:gd name="connsiteX6" fmla="*/ 3888955 w 4228587"/>
              <a:gd name="connsiteY6" fmla="*/ 14633 h 1008520"/>
              <a:gd name="connsiteX7" fmla="*/ 4210689 w 4228587"/>
              <a:gd name="connsiteY7" fmla="*/ 6166 h 1008520"/>
              <a:gd name="connsiteX8" fmla="*/ 4185288 w 4228587"/>
              <a:gd name="connsiteY8" fmla="*/ 73900 h 1008520"/>
              <a:gd name="connsiteX9" fmla="*/ 4168355 w 4228587"/>
              <a:gd name="connsiteY9" fmla="*/ 260167 h 1008520"/>
              <a:gd name="connsiteX10" fmla="*/ 3897421 w 4228587"/>
              <a:gd name="connsiteY10" fmla="*/ 285567 h 1008520"/>
              <a:gd name="connsiteX11" fmla="*/ 3846621 w 4228587"/>
              <a:gd name="connsiteY11" fmla="*/ 209367 h 1008520"/>
              <a:gd name="connsiteX12" fmla="*/ 3414821 w 4228587"/>
              <a:gd name="connsiteY12" fmla="*/ 310967 h 1008520"/>
              <a:gd name="connsiteX13" fmla="*/ 3296288 w 4228587"/>
              <a:gd name="connsiteY13" fmla="*/ 437966 h 1008520"/>
              <a:gd name="connsiteX14" fmla="*/ 3084621 w 4228587"/>
              <a:gd name="connsiteY14" fmla="*/ 818966 h 1008520"/>
              <a:gd name="connsiteX15" fmla="*/ 2906821 w 4228587"/>
              <a:gd name="connsiteY15" fmla="*/ 971367 h 1008520"/>
              <a:gd name="connsiteX16" fmla="*/ 2542755 w 4228587"/>
              <a:gd name="connsiteY16" fmla="*/ 1005233 h 1008520"/>
              <a:gd name="connsiteX17" fmla="*/ 1856955 w 4228587"/>
              <a:gd name="connsiteY17" fmla="*/ 912100 h 1008520"/>
              <a:gd name="connsiteX18" fmla="*/ 1188088 w 4228587"/>
              <a:gd name="connsiteY18" fmla="*/ 700434 h 1008520"/>
              <a:gd name="connsiteX19" fmla="*/ 891755 w 4228587"/>
              <a:gd name="connsiteY19" fmla="*/ 429500 h 1008520"/>
              <a:gd name="connsiteX20" fmla="*/ 705488 w 4228587"/>
              <a:gd name="connsiteY20" fmla="*/ 302500 h 1008520"/>
              <a:gd name="connsiteX21" fmla="*/ 502288 w 4228587"/>
              <a:gd name="connsiteY21" fmla="*/ 251700 h 1008520"/>
              <a:gd name="connsiteX22" fmla="*/ 146687 w 4228587"/>
              <a:gd name="connsiteY22" fmla="*/ 209367 h 1008520"/>
              <a:gd name="connsiteX23" fmla="*/ 19688 w 4228587"/>
              <a:gd name="connsiteY23" fmla="*/ 209367 h 1008520"/>
              <a:gd name="connsiteX24" fmla="*/ 87421 w 4228587"/>
              <a:gd name="connsiteY24" fmla="*/ 116233 h 1008520"/>
              <a:gd name="connsiteX0" fmla="*/ 87421 w 4258734"/>
              <a:gd name="connsiteY0" fmla="*/ 117451 h 1009738"/>
              <a:gd name="connsiteX1" fmla="*/ 815555 w 4258734"/>
              <a:gd name="connsiteY1" fmla="*/ 261385 h 1009738"/>
              <a:gd name="connsiteX2" fmla="*/ 1416688 w 4258734"/>
              <a:gd name="connsiteY2" fmla="*/ 701651 h 1009738"/>
              <a:gd name="connsiteX3" fmla="*/ 2813688 w 4258734"/>
              <a:gd name="connsiteY3" fmla="*/ 896385 h 1009738"/>
              <a:gd name="connsiteX4" fmla="*/ 3313221 w 4258734"/>
              <a:gd name="connsiteY4" fmla="*/ 261385 h 1009738"/>
              <a:gd name="connsiteX5" fmla="*/ 3821222 w 4258734"/>
              <a:gd name="connsiteY5" fmla="*/ 108984 h 1009738"/>
              <a:gd name="connsiteX6" fmla="*/ 3888955 w 4258734"/>
              <a:gd name="connsiteY6" fmla="*/ 15851 h 1009738"/>
              <a:gd name="connsiteX7" fmla="*/ 4210689 w 4258734"/>
              <a:gd name="connsiteY7" fmla="*/ 7384 h 1009738"/>
              <a:gd name="connsiteX8" fmla="*/ 4253021 w 4258734"/>
              <a:gd name="connsiteY8" fmla="*/ 92051 h 1009738"/>
              <a:gd name="connsiteX9" fmla="*/ 4168355 w 4258734"/>
              <a:gd name="connsiteY9" fmla="*/ 261385 h 1009738"/>
              <a:gd name="connsiteX10" fmla="*/ 3897421 w 4258734"/>
              <a:gd name="connsiteY10" fmla="*/ 286785 h 1009738"/>
              <a:gd name="connsiteX11" fmla="*/ 3846621 w 4258734"/>
              <a:gd name="connsiteY11" fmla="*/ 210585 h 1009738"/>
              <a:gd name="connsiteX12" fmla="*/ 3414821 w 4258734"/>
              <a:gd name="connsiteY12" fmla="*/ 312185 h 1009738"/>
              <a:gd name="connsiteX13" fmla="*/ 3296288 w 4258734"/>
              <a:gd name="connsiteY13" fmla="*/ 439184 h 1009738"/>
              <a:gd name="connsiteX14" fmla="*/ 3084621 w 4258734"/>
              <a:gd name="connsiteY14" fmla="*/ 820184 h 1009738"/>
              <a:gd name="connsiteX15" fmla="*/ 2906821 w 4258734"/>
              <a:gd name="connsiteY15" fmla="*/ 972585 h 1009738"/>
              <a:gd name="connsiteX16" fmla="*/ 2542755 w 4258734"/>
              <a:gd name="connsiteY16" fmla="*/ 1006451 h 1009738"/>
              <a:gd name="connsiteX17" fmla="*/ 1856955 w 4258734"/>
              <a:gd name="connsiteY17" fmla="*/ 913318 h 1009738"/>
              <a:gd name="connsiteX18" fmla="*/ 1188088 w 4258734"/>
              <a:gd name="connsiteY18" fmla="*/ 701652 h 1009738"/>
              <a:gd name="connsiteX19" fmla="*/ 891755 w 4258734"/>
              <a:gd name="connsiteY19" fmla="*/ 430718 h 1009738"/>
              <a:gd name="connsiteX20" fmla="*/ 705488 w 4258734"/>
              <a:gd name="connsiteY20" fmla="*/ 303718 h 1009738"/>
              <a:gd name="connsiteX21" fmla="*/ 502288 w 4258734"/>
              <a:gd name="connsiteY21" fmla="*/ 252918 h 1009738"/>
              <a:gd name="connsiteX22" fmla="*/ 146687 w 4258734"/>
              <a:gd name="connsiteY22" fmla="*/ 210585 h 1009738"/>
              <a:gd name="connsiteX23" fmla="*/ 19688 w 4258734"/>
              <a:gd name="connsiteY23" fmla="*/ 210585 h 1009738"/>
              <a:gd name="connsiteX24" fmla="*/ 87421 w 4258734"/>
              <a:gd name="connsiteY24" fmla="*/ 117451 h 1009738"/>
              <a:gd name="connsiteX0" fmla="*/ 87421 w 4274788"/>
              <a:gd name="connsiteY0" fmla="*/ 117451 h 1009738"/>
              <a:gd name="connsiteX1" fmla="*/ 815555 w 4274788"/>
              <a:gd name="connsiteY1" fmla="*/ 261385 h 1009738"/>
              <a:gd name="connsiteX2" fmla="*/ 1416688 w 4274788"/>
              <a:gd name="connsiteY2" fmla="*/ 701651 h 1009738"/>
              <a:gd name="connsiteX3" fmla="*/ 2813688 w 4274788"/>
              <a:gd name="connsiteY3" fmla="*/ 896385 h 1009738"/>
              <a:gd name="connsiteX4" fmla="*/ 3313221 w 4274788"/>
              <a:gd name="connsiteY4" fmla="*/ 261385 h 1009738"/>
              <a:gd name="connsiteX5" fmla="*/ 3821222 w 4274788"/>
              <a:gd name="connsiteY5" fmla="*/ 108984 h 1009738"/>
              <a:gd name="connsiteX6" fmla="*/ 3888955 w 4274788"/>
              <a:gd name="connsiteY6" fmla="*/ 15851 h 1009738"/>
              <a:gd name="connsiteX7" fmla="*/ 4210689 w 4274788"/>
              <a:gd name="connsiteY7" fmla="*/ 7384 h 1009738"/>
              <a:gd name="connsiteX8" fmla="*/ 4253021 w 4274788"/>
              <a:gd name="connsiteY8" fmla="*/ 92051 h 1009738"/>
              <a:gd name="connsiteX9" fmla="*/ 4244555 w 4274788"/>
              <a:gd name="connsiteY9" fmla="*/ 261385 h 1009738"/>
              <a:gd name="connsiteX10" fmla="*/ 3897421 w 4274788"/>
              <a:gd name="connsiteY10" fmla="*/ 286785 h 1009738"/>
              <a:gd name="connsiteX11" fmla="*/ 3846621 w 4274788"/>
              <a:gd name="connsiteY11" fmla="*/ 210585 h 1009738"/>
              <a:gd name="connsiteX12" fmla="*/ 3414821 w 4274788"/>
              <a:gd name="connsiteY12" fmla="*/ 312185 h 1009738"/>
              <a:gd name="connsiteX13" fmla="*/ 3296288 w 4274788"/>
              <a:gd name="connsiteY13" fmla="*/ 439184 h 1009738"/>
              <a:gd name="connsiteX14" fmla="*/ 3084621 w 4274788"/>
              <a:gd name="connsiteY14" fmla="*/ 820184 h 1009738"/>
              <a:gd name="connsiteX15" fmla="*/ 2906821 w 4274788"/>
              <a:gd name="connsiteY15" fmla="*/ 972585 h 1009738"/>
              <a:gd name="connsiteX16" fmla="*/ 2542755 w 4274788"/>
              <a:gd name="connsiteY16" fmla="*/ 1006451 h 1009738"/>
              <a:gd name="connsiteX17" fmla="*/ 1856955 w 4274788"/>
              <a:gd name="connsiteY17" fmla="*/ 913318 h 1009738"/>
              <a:gd name="connsiteX18" fmla="*/ 1188088 w 4274788"/>
              <a:gd name="connsiteY18" fmla="*/ 701652 h 1009738"/>
              <a:gd name="connsiteX19" fmla="*/ 891755 w 4274788"/>
              <a:gd name="connsiteY19" fmla="*/ 430718 h 1009738"/>
              <a:gd name="connsiteX20" fmla="*/ 705488 w 4274788"/>
              <a:gd name="connsiteY20" fmla="*/ 303718 h 1009738"/>
              <a:gd name="connsiteX21" fmla="*/ 502288 w 4274788"/>
              <a:gd name="connsiteY21" fmla="*/ 252918 h 1009738"/>
              <a:gd name="connsiteX22" fmla="*/ 146687 w 4274788"/>
              <a:gd name="connsiteY22" fmla="*/ 210585 h 1009738"/>
              <a:gd name="connsiteX23" fmla="*/ 19688 w 4274788"/>
              <a:gd name="connsiteY23" fmla="*/ 210585 h 1009738"/>
              <a:gd name="connsiteX24" fmla="*/ 87421 w 4274788"/>
              <a:gd name="connsiteY24" fmla="*/ 117451 h 1009738"/>
              <a:gd name="connsiteX0" fmla="*/ 87421 w 4280306"/>
              <a:gd name="connsiteY0" fmla="*/ 104539 h 996826"/>
              <a:gd name="connsiteX1" fmla="*/ 815555 w 4280306"/>
              <a:gd name="connsiteY1" fmla="*/ 248473 h 996826"/>
              <a:gd name="connsiteX2" fmla="*/ 1416688 w 4280306"/>
              <a:gd name="connsiteY2" fmla="*/ 688739 h 996826"/>
              <a:gd name="connsiteX3" fmla="*/ 2813688 w 4280306"/>
              <a:gd name="connsiteY3" fmla="*/ 883473 h 996826"/>
              <a:gd name="connsiteX4" fmla="*/ 3313221 w 4280306"/>
              <a:gd name="connsiteY4" fmla="*/ 248473 h 996826"/>
              <a:gd name="connsiteX5" fmla="*/ 3821222 w 4280306"/>
              <a:gd name="connsiteY5" fmla="*/ 96072 h 996826"/>
              <a:gd name="connsiteX6" fmla="*/ 3888955 w 4280306"/>
              <a:gd name="connsiteY6" fmla="*/ 2939 h 996826"/>
              <a:gd name="connsiteX7" fmla="*/ 4253022 w 4280306"/>
              <a:gd name="connsiteY7" fmla="*/ 28338 h 996826"/>
              <a:gd name="connsiteX8" fmla="*/ 4253021 w 4280306"/>
              <a:gd name="connsiteY8" fmla="*/ 79139 h 996826"/>
              <a:gd name="connsiteX9" fmla="*/ 4244555 w 4280306"/>
              <a:gd name="connsiteY9" fmla="*/ 248473 h 996826"/>
              <a:gd name="connsiteX10" fmla="*/ 3897421 w 4280306"/>
              <a:gd name="connsiteY10" fmla="*/ 273873 h 996826"/>
              <a:gd name="connsiteX11" fmla="*/ 3846621 w 4280306"/>
              <a:gd name="connsiteY11" fmla="*/ 197673 h 996826"/>
              <a:gd name="connsiteX12" fmla="*/ 3414821 w 4280306"/>
              <a:gd name="connsiteY12" fmla="*/ 299273 h 996826"/>
              <a:gd name="connsiteX13" fmla="*/ 3296288 w 4280306"/>
              <a:gd name="connsiteY13" fmla="*/ 426272 h 996826"/>
              <a:gd name="connsiteX14" fmla="*/ 3084621 w 4280306"/>
              <a:gd name="connsiteY14" fmla="*/ 807272 h 996826"/>
              <a:gd name="connsiteX15" fmla="*/ 2906821 w 4280306"/>
              <a:gd name="connsiteY15" fmla="*/ 959673 h 996826"/>
              <a:gd name="connsiteX16" fmla="*/ 2542755 w 4280306"/>
              <a:gd name="connsiteY16" fmla="*/ 993539 h 996826"/>
              <a:gd name="connsiteX17" fmla="*/ 1856955 w 4280306"/>
              <a:gd name="connsiteY17" fmla="*/ 900406 h 996826"/>
              <a:gd name="connsiteX18" fmla="*/ 1188088 w 4280306"/>
              <a:gd name="connsiteY18" fmla="*/ 688740 h 996826"/>
              <a:gd name="connsiteX19" fmla="*/ 891755 w 4280306"/>
              <a:gd name="connsiteY19" fmla="*/ 417806 h 996826"/>
              <a:gd name="connsiteX20" fmla="*/ 705488 w 4280306"/>
              <a:gd name="connsiteY20" fmla="*/ 290806 h 996826"/>
              <a:gd name="connsiteX21" fmla="*/ 502288 w 4280306"/>
              <a:gd name="connsiteY21" fmla="*/ 240006 h 996826"/>
              <a:gd name="connsiteX22" fmla="*/ 146687 w 4280306"/>
              <a:gd name="connsiteY22" fmla="*/ 197673 h 996826"/>
              <a:gd name="connsiteX23" fmla="*/ 19688 w 4280306"/>
              <a:gd name="connsiteY23" fmla="*/ 197673 h 996826"/>
              <a:gd name="connsiteX24" fmla="*/ 87421 w 4280306"/>
              <a:gd name="connsiteY24" fmla="*/ 104539 h 996826"/>
              <a:gd name="connsiteX0" fmla="*/ 87421 w 4273907"/>
              <a:gd name="connsiteY0" fmla="*/ 112210 h 1004497"/>
              <a:gd name="connsiteX1" fmla="*/ 815555 w 4273907"/>
              <a:gd name="connsiteY1" fmla="*/ 256144 h 1004497"/>
              <a:gd name="connsiteX2" fmla="*/ 1416688 w 4273907"/>
              <a:gd name="connsiteY2" fmla="*/ 696410 h 1004497"/>
              <a:gd name="connsiteX3" fmla="*/ 2813688 w 4273907"/>
              <a:gd name="connsiteY3" fmla="*/ 891144 h 1004497"/>
              <a:gd name="connsiteX4" fmla="*/ 3313221 w 4273907"/>
              <a:gd name="connsiteY4" fmla="*/ 256144 h 1004497"/>
              <a:gd name="connsiteX5" fmla="*/ 3821222 w 4273907"/>
              <a:gd name="connsiteY5" fmla="*/ 103743 h 1004497"/>
              <a:gd name="connsiteX6" fmla="*/ 3888955 w 4273907"/>
              <a:gd name="connsiteY6" fmla="*/ 10610 h 1004497"/>
              <a:gd name="connsiteX7" fmla="*/ 4244555 w 4273907"/>
              <a:gd name="connsiteY7" fmla="*/ 10609 h 1004497"/>
              <a:gd name="connsiteX8" fmla="*/ 4253021 w 4273907"/>
              <a:gd name="connsiteY8" fmla="*/ 86810 h 1004497"/>
              <a:gd name="connsiteX9" fmla="*/ 4244555 w 4273907"/>
              <a:gd name="connsiteY9" fmla="*/ 256144 h 1004497"/>
              <a:gd name="connsiteX10" fmla="*/ 3897421 w 4273907"/>
              <a:gd name="connsiteY10" fmla="*/ 281544 h 1004497"/>
              <a:gd name="connsiteX11" fmla="*/ 3846621 w 4273907"/>
              <a:gd name="connsiteY11" fmla="*/ 205344 h 1004497"/>
              <a:gd name="connsiteX12" fmla="*/ 3414821 w 4273907"/>
              <a:gd name="connsiteY12" fmla="*/ 306944 h 1004497"/>
              <a:gd name="connsiteX13" fmla="*/ 3296288 w 4273907"/>
              <a:gd name="connsiteY13" fmla="*/ 433943 h 1004497"/>
              <a:gd name="connsiteX14" fmla="*/ 3084621 w 4273907"/>
              <a:gd name="connsiteY14" fmla="*/ 814943 h 1004497"/>
              <a:gd name="connsiteX15" fmla="*/ 2906821 w 4273907"/>
              <a:gd name="connsiteY15" fmla="*/ 967344 h 1004497"/>
              <a:gd name="connsiteX16" fmla="*/ 2542755 w 4273907"/>
              <a:gd name="connsiteY16" fmla="*/ 1001210 h 1004497"/>
              <a:gd name="connsiteX17" fmla="*/ 1856955 w 4273907"/>
              <a:gd name="connsiteY17" fmla="*/ 908077 h 1004497"/>
              <a:gd name="connsiteX18" fmla="*/ 1188088 w 4273907"/>
              <a:gd name="connsiteY18" fmla="*/ 696411 h 1004497"/>
              <a:gd name="connsiteX19" fmla="*/ 891755 w 4273907"/>
              <a:gd name="connsiteY19" fmla="*/ 425477 h 1004497"/>
              <a:gd name="connsiteX20" fmla="*/ 705488 w 4273907"/>
              <a:gd name="connsiteY20" fmla="*/ 298477 h 1004497"/>
              <a:gd name="connsiteX21" fmla="*/ 502288 w 4273907"/>
              <a:gd name="connsiteY21" fmla="*/ 247677 h 1004497"/>
              <a:gd name="connsiteX22" fmla="*/ 146687 w 4273907"/>
              <a:gd name="connsiteY22" fmla="*/ 205344 h 1004497"/>
              <a:gd name="connsiteX23" fmla="*/ 19688 w 4273907"/>
              <a:gd name="connsiteY23" fmla="*/ 205344 h 1004497"/>
              <a:gd name="connsiteX24" fmla="*/ 87421 w 4273907"/>
              <a:gd name="connsiteY24" fmla="*/ 112210 h 1004497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897421 w 4285841"/>
              <a:gd name="connsiteY10" fmla="*/ 282053 h 1005006"/>
              <a:gd name="connsiteX11" fmla="*/ 3846621 w 4285841"/>
              <a:gd name="connsiteY11" fmla="*/ 205853 h 1005006"/>
              <a:gd name="connsiteX12" fmla="*/ 3414821 w 4285841"/>
              <a:gd name="connsiteY12" fmla="*/ 307453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897421 w 4285841"/>
              <a:gd name="connsiteY10" fmla="*/ 282053 h 1005006"/>
              <a:gd name="connsiteX11" fmla="*/ 3846621 w 4285841"/>
              <a:gd name="connsiteY11" fmla="*/ 205853 h 1005006"/>
              <a:gd name="connsiteX12" fmla="*/ 3414821 w 4285841"/>
              <a:gd name="connsiteY12" fmla="*/ 315920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897421 w 4285841"/>
              <a:gd name="connsiteY10" fmla="*/ 282053 h 1005006"/>
              <a:gd name="connsiteX11" fmla="*/ 3846621 w 4285841"/>
              <a:gd name="connsiteY11" fmla="*/ 205853 h 1005006"/>
              <a:gd name="connsiteX12" fmla="*/ 3414821 w 4285841"/>
              <a:gd name="connsiteY12" fmla="*/ 315920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897421 w 4285841"/>
              <a:gd name="connsiteY10" fmla="*/ 248186 h 1005006"/>
              <a:gd name="connsiteX11" fmla="*/ 3846621 w 4285841"/>
              <a:gd name="connsiteY11" fmla="*/ 205853 h 1005006"/>
              <a:gd name="connsiteX12" fmla="*/ 3414821 w 4285841"/>
              <a:gd name="connsiteY12" fmla="*/ 315920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897421 w 4285841"/>
              <a:gd name="connsiteY10" fmla="*/ 248186 h 1005006"/>
              <a:gd name="connsiteX11" fmla="*/ 3855088 w 4285841"/>
              <a:gd name="connsiteY11" fmla="*/ 239720 h 1005006"/>
              <a:gd name="connsiteX12" fmla="*/ 3414821 w 4285841"/>
              <a:gd name="connsiteY12" fmla="*/ 315920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897421 w 4285841"/>
              <a:gd name="connsiteY10" fmla="*/ 248186 h 1005006"/>
              <a:gd name="connsiteX11" fmla="*/ 3812755 w 4285841"/>
              <a:gd name="connsiteY11" fmla="*/ 222786 h 1005006"/>
              <a:gd name="connsiteX12" fmla="*/ 3414821 w 4285841"/>
              <a:gd name="connsiteY12" fmla="*/ 315920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905887 w 4285841"/>
              <a:gd name="connsiteY10" fmla="*/ 273586 h 1005006"/>
              <a:gd name="connsiteX11" fmla="*/ 3812755 w 4285841"/>
              <a:gd name="connsiteY11" fmla="*/ 222786 h 1005006"/>
              <a:gd name="connsiteX12" fmla="*/ 3414821 w 4285841"/>
              <a:gd name="connsiteY12" fmla="*/ 315920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922820 w 4285841"/>
              <a:gd name="connsiteY10" fmla="*/ 273586 h 1005006"/>
              <a:gd name="connsiteX11" fmla="*/ 3812755 w 4285841"/>
              <a:gd name="connsiteY11" fmla="*/ 222786 h 1005006"/>
              <a:gd name="connsiteX12" fmla="*/ 3414821 w 4285841"/>
              <a:gd name="connsiteY12" fmla="*/ 315920 h 1005006"/>
              <a:gd name="connsiteX13" fmla="*/ 3296288 w 4285841"/>
              <a:gd name="connsiteY13" fmla="*/ 434452 h 1005006"/>
              <a:gd name="connsiteX14" fmla="*/ 3084621 w 4285841"/>
              <a:gd name="connsiteY14" fmla="*/ 815452 h 1005006"/>
              <a:gd name="connsiteX15" fmla="*/ 2906821 w 4285841"/>
              <a:gd name="connsiteY15" fmla="*/ 967853 h 1005006"/>
              <a:gd name="connsiteX16" fmla="*/ 2542755 w 4285841"/>
              <a:gd name="connsiteY16" fmla="*/ 1001719 h 1005006"/>
              <a:gd name="connsiteX17" fmla="*/ 1856955 w 4285841"/>
              <a:gd name="connsiteY17" fmla="*/ 908586 h 1005006"/>
              <a:gd name="connsiteX18" fmla="*/ 1188088 w 4285841"/>
              <a:gd name="connsiteY18" fmla="*/ 696920 h 1005006"/>
              <a:gd name="connsiteX19" fmla="*/ 891755 w 4285841"/>
              <a:gd name="connsiteY19" fmla="*/ 425986 h 1005006"/>
              <a:gd name="connsiteX20" fmla="*/ 705488 w 4285841"/>
              <a:gd name="connsiteY20" fmla="*/ 298986 h 1005006"/>
              <a:gd name="connsiteX21" fmla="*/ 502288 w 4285841"/>
              <a:gd name="connsiteY21" fmla="*/ 248186 h 1005006"/>
              <a:gd name="connsiteX22" fmla="*/ 146687 w 4285841"/>
              <a:gd name="connsiteY22" fmla="*/ 205853 h 1005006"/>
              <a:gd name="connsiteX23" fmla="*/ 19688 w 4285841"/>
              <a:gd name="connsiteY23" fmla="*/ 205853 h 1005006"/>
              <a:gd name="connsiteX24" fmla="*/ 87421 w 4285841"/>
              <a:gd name="connsiteY24" fmla="*/ 112719 h 1005006"/>
              <a:gd name="connsiteX0" fmla="*/ 87421 w 4285841"/>
              <a:gd name="connsiteY0" fmla="*/ 112719 h 1005006"/>
              <a:gd name="connsiteX1" fmla="*/ 815555 w 4285841"/>
              <a:gd name="connsiteY1" fmla="*/ 256653 h 1005006"/>
              <a:gd name="connsiteX2" fmla="*/ 1416688 w 4285841"/>
              <a:gd name="connsiteY2" fmla="*/ 696919 h 1005006"/>
              <a:gd name="connsiteX3" fmla="*/ 2813688 w 4285841"/>
              <a:gd name="connsiteY3" fmla="*/ 891653 h 1005006"/>
              <a:gd name="connsiteX4" fmla="*/ 3313221 w 4285841"/>
              <a:gd name="connsiteY4" fmla="*/ 256653 h 1005006"/>
              <a:gd name="connsiteX5" fmla="*/ 3821222 w 4285841"/>
              <a:gd name="connsiteY5" fmla="*/ 104252 h 1005006"/>
              <a:gd name="connsiteX6" fmla="*/ 3888955 w 4285841"/>
              <a:gd name="connsiteY6" fmla="*/ 11119 h 1005006"/>
              <a:gd name="connsiteX7" fmla="*/ 4244555 w 4285841"/>
              <a:gd name="connsiteY7" fmla="*/ 11118 h 1005006"/>
              <a:gd name="connsiteX8" fmla="*/ 4278421 w 4285841"/>
              <a:gd name="connsiteY8" fmla="*/ 95786 h 1005006"/>
              <a:gd name="connsiteX9" fmla="*/ 4244555 w 4285841"/>
              <a:gd name="connsiteY9" fmla="*/ 256653 h 1005006"/>
              <a:gd name="connsiteX10" fmla="*/ 3922820 w 4285841"/>
              <a:gd name="connsiteY10" fmla="*/ 273586 h 1005006"/>
              <a:gd name="connsiteX11" fmla="*/ 3812755 w 4285841"/>
              <a:gd name="connsiteY11" fmla="*/ 222786 h 1005006"/>
              <a:gd name="connsiteX12" fmla="*/ 3634955 w 4285841"/>
              <a:gd name="connsiteY12" fmla="*/ 239720 h 1005006"/>
              <a:gd name="connsiteX13" fmla="*/ 3414821 w 4285841"/>
              <a:gd name="connsiteY13" fmla="*/ 315920 h 1005006"/>
              <a:gd name="connsiteX14" fmla="*/ 3296288 w 4285841"/>
              <a:gd name="connsiteY14" fmla="*/ 434452 h 1005006"/>
              <a:gd name="connsiteX15" fmla="*/ 3084621 w 4285841"/>
              <a:gd name="connsiteY15" fmla="*/ 815452 h 1005006"/>
              <a:gd name="connsiteX16" fmla="*/ 2906821 w 4285841"/>
              <a:gd name="connsiteY16" fmla="*/ 967853 h 1005006"/>
              <a:gd name="connsiteX17" fmla="*/ 2542755 w 4285841"/>
              <a:gd name="connsiteY17" fmla="*/ 1001719 h 1005006"/>
              <a:gd name="connsiteX18" fmla="*/ 1856955 w 4285841"/>
              <a:gd name="connsiteY18" fmla="*/ 908586 h 1005006"/>
              <a:gd name="connsiteX19" fmla="*/ 1188088 w 4285841"/>
              <a:gd name="connsiteY19" fmla="*/ 696920 h 1005006"/>
              <a:gd name="connsiteX20" fmla="*/ 891755 w 4285841"/>
              <a:gd name="connsiteY20" fmla="*/ 425986 h 1005006"/>
              <a:gd name="connsiteX21" fmla="*/ 705488 w 4285841"/>
              <a:gd name="connsiteY21" fmla="*/ 298986 h 1005006"/>
              <a:gd name="connsiteX22" fmla="*/ 502288 w 4285841"/>
              <a:gd name="connsiteY22" fmla="*/ 248186 h 1005006"/>
              <a:gd name="connsiteX23" fmla="*/ 146687 w 4285841"/>
              <a:gd name="connsiteY23" fmla="*/ 205853 h 1005006"/>
              <a:gd name="connsiteX24" fmla="*/ 19688 w 4285841"/>
              <a:gd name="connsiteY24" fmla="*/ 205853 h 1005006"/>
              <a:gd name="connsiteX25" fmla="*/ 87421 w 4285841"/>
              <a:gd name="connsiteY25" fmla="*/ 112719 h 1005006"/>
              <a:gd name="connsiteX0" fmla="*/ 87421 w 4366458"/>
              <a:gd name="connsiteY0" fmla="*/ 112719 h 1005006"/>
              <a:gd name="connsiteX1" fmla="*/ 815555 w 4366458"/>
              <a:gd name="connsiteY1" fmla="*/ 256653 h 1005006"/>
              <a:gd name="connsiteX2" fmla="*/ 1416688 w 4366458"/>
              <a:gd name="connsiteY2" fmla="*/ 696919 h 1005006"/>
              <a:gd name="connsiteX3" fmla="*/ 2813688 w 4366458"/>
              <a:gd name="connsiteY3" fmla="*/ 891653 h 1005006"/>
              <a:gd name="connsiteX4" fmla="*/ 3313221 w 4366458"/>
              <a:gd name="connsiteY4" fmla="*/ 256653 h 1005006"/>
              <a:gd name="connsiteX5" fmla="*/ 3821222 w 4366458"/>
              <a:gd name="connsiteY5" fmla="*/ 104252 h 1005006"/>
              <a:gd name="connsiteX6" fmla="*/ 3888955 w 4366458"/>
              <a:gd name="connsiteY6" fmla="*/ 11119 h 1005006"/>
              <a:gd name="connsiteX7" fmla="*/ 4244555 w 4366458"/>
              <a:gd name="connsiteY7" fmla="*/ 11118 h 1005006"/>
              <a:gd name="connsiteX8" fmla="*/ 4278421 w 4366458"/>
              <a:gd name="connsiteY8" fmla="*/ 95786 h 1005006"/>
              <a:gd name="connsiteX9" fmla="*/ 4244555 w 4366458"/>
              <a:gd name="connsiteY9" fmla="*/ 256653 h 1005006"/>
              <a:gd name="connsiteX10" fmla="*/ 4348270 w 4366458"/>
              <a:gd name="connsiteY10" fmla="*/ 556877 h 1005006"/>
              <a:gd name="connsiteX11" fmla="*/ 3812755 w 4366458"/>
              <a:gd name="connsiteY11" fmla="*/ 222786 h 1005006"/>
              <a:gd name="connsiteX12" fmla="*/ 3634955 w 4366458"/>
              <a:gd name="connsiteY12" fmla="*/ 239720 h 1005006"/>
              <a:gd name="connsiteX13" fmla="*/ 3414821 w 4366458"/>
              <a:gd name="connsiteY13" fmla="*/ 315920 h 1005006"/>
              <a:gd name="connsiteX14" fmla="*/ 3296288 w 4366458"/>
              <a:gd name="connsiteY14" fmla="*/ 434452 h 1005006"/>
              <a:gd name="connsiteX15" fmla="*/ 3084621 w 4366458"/>
              <a:gd name="connsiteY15" fmla="*/ 815452 h 1005006"/>
              <a:gd name="connsiteX16" fmla="*/ 2906821 w 4366458"/>
              <a:gd name="connsiteY16" fmla="*/ 967853 h 1005006"/>
              <a:gd name="connsiteX17" fmla="*/ 2542755 w 4366458"/>
              <a:gd name="connsiteY17" fmla="*/ 1001719 h 1005006"/>
              <a:gd name="connsiteX18" fmla="*/ 1856955 w 4366458"/>
              <a:gd name="connsiteY18" fmla="*/ 908586 h 1005006"/>
              <a:gd name="connsiteX19" fmla="*/ 1188088 w 4366458"/>
              <a:gd name="connsiteY19" fmla="*/ 696920 h 1005006"/>
              <a:gd name="connsiteX20" fmla="*/ 891755 w 4366458"/>
              <a:gd name="connsiteY20" fmla="*/ 425986 h 1005006"/>
              <a:gd name="connsiteX21" fmla="*/ 705488 w 4366458"/>
              <a:gd name="connsiteY21" fmla="*/ 298986 h 1005006"/>
              <a:gd name="connsiteX22" fmla="*/ 502288 w 4366458"/>
              <a:gd name="connsiteY22" fmla="*/ 248186 h 1005006"/>
              <a:gd name="connsiteX23" fmla="*/ 146687 w 4366458"/>
              <a:gd name="connsiteY23" fmla="*/ 205853 h 1005006"/>
              <a:gd name="connsiteX24" fmla="*/ 19688 w 4366458"/>
              <a:gd name="connsiteY24" fmla="*/ 205853 h 1005006"/>
              <a:gd name="connsiteX25" fmla="*/ 87421 w 4366458"/>
              <a:gd name="connsiteY25" fmla="*/ 112719 h 1005006"/>
              <a:gd name="connsiteX0" fmla="*/ 87421 w 4816371"/>
              <a:gd name="connsiteY0" fmla="*/ 112719 h 1005006"/>
              <a:gd name="connsiteX1" fmla="*/ 815555 w 4816371"/>
              <a:gd name="connsiteY1" fmla="*/ 256653 h 1005006"/>
              <a:gd name="connsiteX2" fmla="*/ 1416688 w 4816371"/>
              <a:gd name="connsiteY2" fmla="*/ 696919 h 1005006"/>
              <a:gd name="connsiteX3" fmla="*/ 2813688 w 4816371"/>
              <a:gd name="connsiteY3" fmla="*/ 891653 h 1005006"/>
              <a:gd name="connsiteX4" fmla="*/ 3313221 w 4816371"/>
              <a:gd name="connsiteY4" fmla="*/ 256653 h 1005006"/>
              <a:gd name="connsiteX5" fmla="*/ 3821222 w 4816371"/>
              <a:gd name="connsiteY5" fmla="*/ 104252 h 1005006"/>
              <a:gd name="connsiteX6" fmla="*/ 3888955 w 4816371"/>
              <a:gd name="connsiteY6" fmla="*/ 11119 h 1005006"/>
              <a:gd name="connsiteX7" fmla="*/ 4244555 w 4816371"/>
              <a:gd name="connsiteY7" fmla="*/ 11118 h 1005006"/>
              <a:gd name="connsiteX8" fmla="*/ 4278421 w 4816371"/>
              <a:gd name="connsiteY8" fmla="*/ 95786 h 1005006"/>
              <a:gd name="connsiteX9" fmla="*/ 4816055 w 4816371"/>
              <a:gd name="connsiteY9" fmla="*/ 547207 h 1005006"/>
              <a:gd name="connsiteX10" fmla="*/ 4348270 w 4816371"/>
              <a:gd name="connsiteY10" fmla="*/ 556877 h 1005006"/>
              <a:gd name="connsiteX11" fmla="*/ 3812755 w 4816371"/>
              <a:gd name="connsiteY11" fmla="*/ 222786 h 1005006"/>
              <a:gd name="connsiteX12" fmla="*/ 3634955 w 4816371"/>
              <a:gd name="connsiteY12" fmla="*/ 239720 h 1005006"/>
              <a:gd name="connsiteX13" fmla="*/ 3414821 w 4816371"/>
              <a:gd name="connsiteY13" fmla="*/ 315920 h 1005006"/>
              <a:gd name="connsiteX14" fmla="*/ 3296288 w 4816371"/>
              <a:gd name="connsiteY14" fmla="*/ 434452 h 1005006"/>
              <a:gd name="connsiteX15" fmla="*/ 3084621 w 4816371"/>
              <a:gd name="connsiteY15" fmla="*/ 815452 h 1005006"/>
              <a:gd name="connsiteX16" fmla="*/ 2906821 w 4816371"/>
              <a:gd name="connsiteY16" fmla="*/ 967853 h 1005006"/>
              <a:gd name="connsiteX17" fmla="*/ 2542755 w 4816371"/>
              <a:gd name="connsiteY17" fmla="*/ 1001719 h 1005006"/>
              <a:gd name="connsiteX18" fmla="*/ 1856955 w 4816371"/>
              <a:gd name="connsiteY18" fmla="*/ 908586 h 1005006"/>
              <a:gd name="connsiteX19" fmla="*/ 1188088 w 4816371"/>
              <a:gd name="connsiteY19" fmla="*/ 696920 h 1005006"/>
              <a:gd name="connsiteX20" fmla="*/ 891755 w 4816371"/>
              <a:gd name="connsiteY20" fmla="*/ 425986 h 1005006"/>
              <a:gd name="connsiteX21" fmla="*/ 705488 w 4816371"/>
              <a:gd name="connsiteY21" fmla="*/ 298986 h 1005006"/>
              <a:gd name="connsiteX22" fmla="*/ 502288 w 4816371"/>
              <a:gd name="connsiteY22" fmla="*/ 248186 h 1005006"/>
              <a:gd name="connsiteX23" fmla="*/ 146687 w 4816371"/>
              <a:gd name="connsiteY23" fmla="*/ 205853 h 1005006"/>
              <a:gd name="connsiteX24" fmla="*/ 19688 w 4816371"/>
              <a:gd name="connsiteY24" fmla="*/ 205853 h 1005006"/>
              <a:gd name="connsiteX25" fmla="*/ 87421 w 4816371"/>
              <a:gd name="connsiteY25" fmla="*/ 112719 h 1005006"/>
              <a:gd name="connsiteX0" fmla="*/ 87421 w 5089290"/>
              <a:gd name="connsiteY0" fmla="*/ 112719 h 1005006"/>
              <a:gd name="connsiteX1" fmla="*/ 815555 w 5089290"/>
              <a:gd name="connsiteY1" fmla="*/ 256653 h 1005006"/>
              <a:gd name="connsiteX2" fmla="*/ 1416688 w 5089290"/>
              <a:gd name="connsiteY2" fmla="*/ 696919 h 1005006"/>
              <a:gd name="connsiteX3" fmla="*/ 2813688 w 5089290"/>
              <a:gd name="connsiteY3" fmla="*/ 891653 h 1005006"/>
              <a:gd name="connsiteX4" fmla="*/ 3313221 w 5089290"/>
              <a:gd name="connsiteY4" fmla="*/ 256653 h 1005006"/>
              <a:gd name="connsiteX5" fmla="*/ 3821222 w 5089290"/>
              <a:gd name="connsiteY5" fmla="*/ 104252 h 1005006"/>
              <a:gd name="connsiteX6" fmla="*/ 3888955 w 5089290"/>
              <a:gd name="connsiteY6" fmla="*/ 11119 h 1005006"/>
              <a:gd name="connsiteX7" fmla="*/ 4244555 w 5089290"/>
              <a:gd name="connsiteY7" fmla="*/ 11118 h 1005006"/>
              <a:gd name="connsiteX8" fmla="*/ 4278421 w 5089290"/>
              <a:gd name="connsiteY8" fmla="*/ 95786 h 1005006"/>
              <a:gd name="connsiteX9" fmla="*/ 5089105 w 5089290"/>
              <a:gd name="connsiteY9" fmla="*/ 794179 h 1005006"/>
              <a:gd name="connsiteX10" fmla="*/ 4348270 w 5089290"/>
              <a:gd name="connsiteY10" fmla="*/ 556877 h 1005006"/>
              <a:gd name="connsiteX11" fmla="*/ 3812755 w 5089290"/>
              <a:gd name="connsiteY11" fmla="*/ 222786 h 1005006"/>
              <a:gd name="connsiteX12" fmla="*/ 3634955 w 5089290"/>
              <a:gd name="connsiteY12" fmla="*/ 239720 h 1005006"/>
              <a:gd name="connsiteX13" fmla="*/ 3414821 w 5089290"/>
              <a:gd name="connsiteY13" fmla="*/ 315920 h 1005006"/>
              <a:gd name="connsiteX14" fmla="*/ 3296288 w 5089290"/>
              <a:gd name="connsiteY14" fmla="*/ 434452 h 1005006"/>
              <a:gd name="connsiteX15" fmla="*/ 3084621 w 5089290"/>
              <a:gd name="connsiteY15" fmla="*/ 815452 h 1005006"/>
              <a:gd name="connsiteX16" fmla="*/ 2906821 w 5089290"/>
              <a:gd name="connsiteY16" fmla="*/ 967853 h 1005006"/>
              <a:gd name="connsiteX17" fmla="*/ 2542755 w 5089290"/>
              <a:gd name="connsiteY17" fmla="*/ 1001719 h 1005006"/>
              <a:gd name="connsiteX18" fmla="*/ 1856955 w 5089290"/>
              <a:gd name="connsiteY18" fmla="*/ 908586 h 1005006"/>
              <a:gd name="connsiteX19" fmla="*/ 1188088 w 5089290"/>
              <a:gd name="connsiteY19" fmla="*/ 696920 h 1005006"/>
              <a:gd name="connsiteX20" fmla="*/ 891755 w 5089290"/>
              <a:gd name="connsiteY20" fmla="*/ 425986 h 1005006"/>
              <a:gd name="connsiteX21" fmla="*/ 705488 w 5089290"/>
              <a:gd name="connsiteY21" fmla="*/ 298986 h 1005006"/>
              <a:gd name="connsiteX22" fmla="*/ 502288 w 5089290"/>
              <a:gd name="connsiteY22" fmla="*/ 248186 h 1005006"/>
              <a:gd name="connsiteX23" fmla="*/ 146687 w 5089290"/>
              <a:gd name="connsiteY23" fmla="*/ 205853 h 1005006"/>
              <a:gd name="connsiteX24" fmla="*/ 19688 w 5089290"/>
              <a:gd name="connsiteY24" fmla="*/ 205853 h 1005006"/>
              <a:gd name="connsiteX25" fmla="*/ 87421 w 5089290"/>
              <a:gd name="connsiteY25" fmla="*/ 112719 h 1005006"/>
              <a:gd name="connsiteX0" fmla="*/ 87421 w 5089290"/>
              <a:gd name="connsiteY0" fmla="*/ 125367 h 1017654"/>
              <a:gd name="connsiteX1" fmla="*/ 815555 w 5089290"/>
              <a:gd name="connsiteY1" fmla="*/ 269301 h 1017654"/>
              <a:gd name="connsiteX2" fmla="*/ 1416688 w 5089290"/>
              <a:gd name="connsiteY2" fmla="*/ 709567 h 1017654"/>
              <a:gd name="connsiteX3" fmla="*/ 2813688 w 5089290"/>
              <a:gd name="connsiteY3" fmla="*/ 904301 h 1017654"/>
              <a:gd name="connsiteX4" fmla="*/ 3313221 w 5089290"/>
              <a:gd name="connsiteY4" fmla="*/ 269301 h 1017654"/>
              <a:gd name="connsiteX5" fmla="*/ 3821222 w 5089290"/>
              <a:gd name="connsiteY5" fmla="*/ 116900 h 1017654"/>
              <a:gd name="connsiteX6" fmla="*/ 4295355 w 5089290"/>
              <a:gd name="connsiteY6" fmla="*/ 328849 h 1017654"/>
              <a:gd name="connsiteX7" fmla="*/ 4244555 w 5089290"/>
              <a:gd name="connsiteY7" fmla="*/ 23766 h 1017654"/>
              <a:gd name="connsiteX8" fmla="*/ 4278421 w 5089290"/>
              <a:gd name="connsiteY8" fmla="*/ 108434 h 1017654"/>
              <a:gd name="connsiteX9" fmla="*/ 5089105 w 5089290"/>
              <a:gd name="connsiteY9" fmla="*/ 806827 h 1017654"/>
              <a:gd name="connsiteX10" fmla="*/ 4348270 w 5089290"/>
              <a:gd name="connsiteY10" fmla="*/ 569525 h 1017654"/>
              <a:gd name="connsiteX11" fmla="*/ 3812755 w 5089290"/>
              <a:gd name="connsiteY11" fmla="*/ 235434 h 1017654"/>
              <a:gd name="connsiteX12" fmla="*/ 3634955 w 5089290"/>
              <a:gd name="connsiteY12" fmla="*/ 252368 h 1017654"/>
              <a:gd name="connsiteX13" fmla="*/ 3414821 w 5089290"/>
              <a:gd name="connsiteY13" fmla="*/ 328568 h 1017654"/>
              <a:gd name="connsiteX14" fmla="*/ 3296288 w 5089290"/>
              <a:gd name="connsiteY14" fmla="*/ 447100 h 1017654"/>
              <a:gd name="connsiteX15" fmla="*/ 3084621 w 5089290"/>
              <a:gd name="connsiteY15" fmla="*/ 828100 h 1017654"/>
              <a:gd name="connsiteX16" fmla="*/ 2906821 w 5089290"/>
              <a:gd name="connsiteY16" fmla="*/ 980501 h 1017654"/>
              <a:gd name="connsiteX17" fmla="*/ 2542755 w 5089290"/>
              <a:gd name="connsiteY17" fmla="*/ 1014367 h 1017654"/>
              <a:gd name="connsiteX18" fmla="*/ 1856955 w 5089290"/>
              <a:gd name="connsiteY18" fmla="*/ 921234 h 1017654"/>
              <a:gd name="connsiteX19" fmla="*/ 1188088 w 5089290"/>
              <a:gd name="connsiteY19" fmla="*/ 709568 h 1017654"/>
              <a:gd name="connsiteX20" fmla="*/ 891755 w 5089290"/>
              <a:gd name="connsiteY20" fmla="*/ 438634 h 1017654"/>
              <a:gd name="connsiteX21" fmla="*/ 705488 w 5089290"/>
              <a:gd name="connsiteY21" fmla="*/ 311634 h 1017654"/>
              <a:gd name="connsiteX22" fmla="*/ 502288 w 5089290"/>
              <a:gd name="connsiteY22" fmla="*/ 260834 h 1017654"/>
              <a:gd name="connsiteX23" fmla="*/ 146687 w 5089290"/>
              <a:gd name="connsiteY23" fmla="*/ 218501 h 1017654"/>
              <a:gd name="connsiteX24" fmla="*/ 19688 w 5089290"/>
              <a:gd name="connsiteY24" fmla="*/ 218501 h 1017654"/>
              <a:gd name="connsiteX25" fmla="*/ 87421 w 5089290"/>
              <a:gd name="connsiteY25" fmla="*/ 125367 h 1017654"/>
              <a:gd name="connsiteX0" fmla="*/ 87421 w 5089290"/>
              <a:gd name="connsiteY0" fmla="*/ 125367 h 1017654"/>
              <a:gd name="connsiteX1" fmla="*/ 815555 w 5089290"/>
              <a:gd name="connsiteY1" fmla="*/ 269301 h 1017654"/>
              <a:gd name="connsiteX2" fmla="*/ 1416688 w 5089290"/>
              <a:gd name="connsiteY2" fmla="*/ 709567 h 1017654"/>
              <a:gd name="connsiteX3" fmla="*/ 2813688 w 5089290"/>
              <a:gd name="connsiteY3" fmla="*/ 904301 h 1017654"/>
              <a:gd name="connsiteX4" fmla="*/ 3313221 w 5089290"/>
              <a:gd name="connsiteY4" fmla="*/ 269301 h 1017654"/>
              <a:gd name="connsiteX5" fmla="*/ 3865672 w 5089290"/>
              <a:gd name="connsiteY5" fmla="*/ 138692 h 1017654"/>
              <a:gd name="connsiteX6" fmla="*/ 4295355 w 5089290"/>
              <a:gd name="connsiteY6" fmla="*/ 328849 h 1017654"/>
              <a:gd name="connsiteX7" fmla="*/ 4244555 w 5089290"/>
              <a:gd name="connsiteY7" fmla="*/ 23766 h 1017654"/>
              <a:gd name="connsiteX8" fmla="*/ 4278421 w 5089290"/>
              <a:gd name="connsiteY8" fmla="*/ 108434 h 1017654"/>
              <a:gd name="connsiteX9" fmla="*/ 5089105 w 5089290"/>
              <a:gd name="connsiteY9" fmla="*/ 806827 h 1017654"/>
              <a:gd name="connsiteX10" fmla="*/ 4348270 w 5089290"/>
              <a:gd name="connsiteY10" fmla="*/ 569525 h 1017654"/>
              <a:gd name="connsiteX11" fmla="*/ 3812755 w 5089290"/>
              <a:gd name="connsiteY11" fmla="*/ 235434 h 1017654"/>
              <a:gd name="connsiteX12" fmla="*/ 3634955 w 5089290"/>
              <a:gd name="connsiteY12" fmla="*/ 252368 h 1017654"/>
              <a:gd name="connsiteX13" fmla="*/ 3414821 w 5089290"/>
              <a:gd name="connsiteY13" fmla="*/ 328568 h 1017654"/>
              <a:gd name="connsiteX14" fmla="*/ 3296288 w 5089290"/>
              <a:gd name="connsiteY14" fmla="*/ 447100 h 1017654"/>
              <a:gd name="connsiteX15" fmla="*/ 3084621 w 5089290"/>
              <a:gd name="connsiteY15" fmla="*/ 828100 h 1017654"/>
              <a:gd name="connsiteX16" fmla="*/ 2906821 w 5089290"/>
              <a:gd name="connsiteY16" fmla="*/ 980501 h 1017654"/>
              <a:gd name="connsiteX17" fmla="*/ 2542755 w 5089290"/>
              <a:gd name="connsiteY17" fmla="*/ 1014367 h 1017654"/>
              <a:gd name="connsiteX18" fmla="*/ 1856955 w 5089290"/>
              <a:gd name="connsiteY18" fmla="*/ 921234 h 1017654"/>
              <a:gd name="connsiteX19" fmla="*/ 1188088 w 5089290"/>
              <a:gd name="connsiteY19" fmla="*/ 709568 h 1017654"/>
              <a:gd name="connsiteX20" fmla="*/ 891755 w 5089290"/>
              <a:gd name="connsiteY20" fmla="*/ 438634 h 1017654"/>
              <a:gd name="connsiteX21" fmla="*/ 705488 w 5089290"/>
              <a:gd name="connsiteY21" fmla="*/ 311634 h 1017654"/>
              <a:gd name="connsiteX22" fmla="*/ 502288 w 5089290"/>
              <a:gd name="connsiteY22" fmla="*/ 260834 h 1017654"/>
              <a:gd name="connsiteX23" fmla="*/ 146687 w 5089290"/>
              <a:gd name="connsiteY23" fmla="*/ 218501 h 1017654"/>
              <a:gd name="connsiteX24" fmla="*/ 19688 w 5089290"/>
              <a:gd name="connsiteY24" fmla="*/ 218501 h 1017654"/>
              <a:gd name="connsiteX25" fmla="*/ 87421 w 5089290"/>
              <a:gd name="connsiteY25" fmla="*/ 125367 h 1017654"/>
              <a:gd name="connsiteX0" fmla="*/ 87421 w 5089290"/>
              <a:gd name="connsiteY0" fmla="*/ 125367 h 1017654"/>
              <a:gd name="connsiteX1" fmla="*/ 815555 w 5089290"/>
              <a:gd name="connsiteY1" fmla="*/ 269301 h 1017654"/>
              <a:gd name="connsiteX2" fmla="*/ 1416688 w 5089290"/>
              <a:gd name="connsiteY2" fmla="*/ 709567 h 1017654"/>
              <a:gd name="connsiteX3" fmla="*/ 2813688 w 5089290"/>
              <a:gd name="connsiteY3" fmla="*/ 904301 h 1017654"/>
              <a:gd name="connsiteX4" fmla="*/ 3313221 w 5089290"/>
              <a:gd name="connsiteY4" fmla="*/ 269301 h 1017654"/>
              <a:gd name="connsiteX5" fmla="*/ 3865672 w 5089290"/>
              <a:gd name="connsiteY5" fmla="*/ 138692 h 1017654"/>
              <a:gd name="connsiteX6" fmla="*/ 4295355 w 5089290"/>
              <a:gd name="connsiteY6" fmla="*/ 328849 h 1017654"/>
              <a:gd name="connsiteX7" fmla="*/ 4244555 w 5089290"/>
              <a:gd name="connsiteY7" fmla="*/ 23766 h 1017654"/>
              <a:gd name="connsiteX8" fmla="*/ 4278421 w 5089290"/>
              <a:gd name="connsiteY8" fmla="*/ 108434 h 1017654"/>
              <a:gd name="connsiteX9" fmla="*/ 5089105 w 5089290"/>
              <a:gd name="connsiteY9" fmla="*/ 806827 h 1017654"/>
              <a:gd name="connsiteX10" fmla="*/ 4348270 w 5089290"/>
              <a:gd name="connsiteY10" fmla="*/ 569525 h 1017654"/>
              <a:gd name="connsiteX11" fmla="*/ 3812755 w 5089290"/>
              <a:gd name="connsiteY11" fmla="*/ 235434 h 1017654"/>
              <a:gd name="connsiteX12" fmla="*/ 3571455 w 5089290"/>
              <a:gd name="connsiteY12" fmla="*/ 230577 h 1017654"/>
              <a:gd name="connsiteX13" fmla="*/ 3414821 w 5089290"/>
              <a:gd name="connsiteY13" fmla="*/ 328568 h 1017654"/>
              <a:gd name="connsiteX14" fmla="*/ 3296288 w 5089290"/>
              <a:gd name="connsiteY14" fmla="*/ 447100 h 1017654"/>
              <a:gd name="connsiteX15" fmla="*/ 3084621 w 5089290"/>
              <a:gd name="connsiteY15" fmla="*/ 828100 h 1017654"/>
              <a:gd name="connsiteX16" fmla="*/ 2906821 w 5089290"/>
              <a:gd name="connsiteY16" fmla="*/ 980501 h 1017654"/>
              <a:gd name="connsiteX17" fmla="*/ 2542755 w 5089290"/>
              <a:gd name="connsiteY17" fmla="*/ 1014367 h 1017654"/>
              <a:gd name="connsiteX18" fmla="*/ 1856955 w 5089290"/>
              <a:gd name="connsiteY18" fmla="*/ 921234 h 1017654"/>
              <a:gd name="connsiteX19" fmla="*/ 1188088 w 5089290"/>
              <a:gd name="connsiteY19" fmla="*/ 709568 h 1017654"/>
              <a:gd name="connsiteX20" fmla="*/ 891755 w 5089290"/>
              <a:gd name="connsiteY20" fmla="*/ 438634 h 1017654"/>
              <a:gd name="connsiteX21" fmla="*/ 705488 w 5089290"/>
              <a:gd name="connsiteY21" fmla="*/ 311634 h 1017654"/>
              <a:gd name="connsiteX22" fmla="*/ 502288 w 5089290"/>
              <a:gd name="connsiteY22" fmla="*/ 260834 h 1017654"/>
              <a:gd name="connsiteX23" fmla="*/ 146687 w 5089290"/>
              <a:gd name="connsiteY23" fmla="*/ 218501 h 1017654"/>
              <a:gd name="connsiteX24" fmla="*/ 19688 w 5089290"/>
              <a:gd name="connsiteY24" fmla="*/ 218501 h 1017654"/>
              <a:gd name="connsiteX25" fmla="*/ 87421 w 5089290"/>
              <a:gd name="connsiteY25" fmla="*/ 125367 h 1017654"/>
              <a:gd name="connsiteX0" fmla="*/ 87421 w 5089287"/>
              <a:gd name="connsiteY0" fmla="*/ 125367 h 1017654"/>
              <a:gd name="connsiteX1" fmla="*/ 815555 w 5089287"/>
              <a:gd name="connsiteY1" fmla="*/ 269301 h 1017654"/>
              <a:gd name="connsiteX2" fmla="*/ 1416688 w 5089287"/>
              <a:gd name="connsiteY2" fmla="*/ 709567 h 1017654"/>
              <a:gd name="connsiteX3" fmla="*/ 2813688 w 5089287"/>
              <a:gd name="connsiteY3" fmla="*/ 904301 h 1017654"/>
              <a:gd name="connsiteX4" fmla="*/ 3313221 w 5089287"/>
              <a:gd name="connsiteY4" fmla="*/ 269301 h 1017654"/>
              <a:gd name="connsiteX5" fmla="*/ 3865672 w 5089287"/>
              <a:gd name="connsiteY5" fmla="*/ 138692 h 1017654"/>
              <a:gd name="connsiteX6" fmla="*/ 4295355 w 5089287"/>
              <a:gd name="connsiteY6" fmla="*/ 328849 h 1017654"/>
              <a:gd name="connsiteX7" fmla="*/ 4244555 w 5089287"/>
              <a:gd name="connsiteY7" fmla="*/ 23766 h 1017654"/>
              <a:gd name="connsiteX8" fmla="*/ 4278421 w 5089287"/>
              <a:gd name="connsiteY8" fmla="*/ 108434 h 1017654"/>
              <a:gd name="connsiteX9" fmla="*/ 5089105 w 5089287"/>
              <a:gd name="connsiteY9" fmla="*/ 806827 h 1017654"/>
              <a:gd name="connsiteX10" fmla="*/ 4348270 w 5089287"/>
              <a:gd name="connsiteY10" fmla="*/ 569525 h 1017654"/>
              <a:gd name="connsiteX11" fmla="*/ 3869905 w 5089287"/>
              <a:gd name="connsiteY11" fmla="*/ 257226 h 1017654"/>
              <a:gd name="connsiteX12" fmla="*/ 3571455 w 5089287"/>
              <a:gd name="connsiteY12" fmla="*/ 230577 h 1017654"/>
              <a:gd name="connsiteX13" fmla="*/ 3414821 w 5089287"/>
              <a:gd name="connsiteY13" fmla="*/ 328568 h 1017654"/>
              <a:gd name="connsiteX14" fmla="*/ 3296288 w 5089287"/>
              <a:gd name="connsiteY14" fmla="*/ 447100 h 1017654"/>
              <a:gd name="connsiteX15" fmla="*/ 3084621 w 5089287"/>
              <a:gd name="connsiteY15" fmla="*/ 828100 h 1017654"/>
              <a:gd name="connsiteX16" fmla="*/ 2906821 w 5089287"/>
              <a:gd name="connsiteY16" fmla="*/ 980501 h 1017654"/>
              <a:gd name="connsiteX17" fmla="*/ 2542755 w 5089287"/>
              <a:gd name="connsiteY17" fmla="*/ 1014367 h 1017654"/>
              <a:gd name="connsiteX18" fmla="*/ 1856955 w 5089287"/>
              <a:gd name="connsiteY18" fmla="*/ 921234 h 1017654"/>
              <a:gd name="connsiteX19" fmla="*/ 1188088 w 5089287"/>
              <a:gd name="connsiteY19" fmla="*/ 709568 h 1017654"/>
              <a:gd name="connsiteX20" fmla="*/ 891755 w 5089287"/>
              <a:gd name="connsiteY20" fmla="*/ 438634 h 1017654"/>
              <a:gd name="connsiteX21" fmla="*/ 705488 w 5089287"/>
              <a:gd name="connsiteY21" fmla="*/ 311634 h 1017654"/>
              <a:gd name="connsiteX22" fmla="*/ 502288 w 5089287"/>
              <a:gd name="connsiteY22" fmla="*/ 260834 h 1017654"/>
              <a:gd name="connsiteX23" fmla="*/ 146687 w 5089287"/>
              <a:gd name="connsiteY23" fmla="*/ 218501 h 1017654"/>
              <a:gd name="connsiteX24" fmla="*/ 19688 w 5089287"/>
              <a:gd name="connsiteY24" fmla="*/ 218501 h 1017654"/>
              <a:gd name="connsiteX25" fmla="*/ 87421 w 5089287"/>
              <a:gd name="connsiteY25" fmla="*/ 125367 h 1017654"/>
              <a:gd name="connsiteX0" fmla="*/ 87421 w 5089287"/>
              <a:gd name="connsiteY0" fmla="*/ 125367 h 1017654"/>
              <a:gd name="connsiteX1" fmla="*/ 815555 w 5089287"/>
              <a:gd name="connsiteY1" fmla="*/ 269301 h 1017654"/>
              <a:gd name="connsiteX2" fmla="*/ 1416688 w 5089287"/>
              <a:gd name="connsiteY2" fmla="*/ 709567 h 1017654"/>
              <a:gd name="connsiteX3" fmla="*/ 2813688 w 5089287"/>
              <a:gd name="connsiteY3" fmla="*/ 904301 h 1017654"/>
              <a:gd name="connsiteX4" fmla="*/ 3313221 w 5089287"/>
              <a:gd name="connsiteY4" fmla="*/ 269301 h 1017654"/>
              <a:gd name="connsiteX5" fmla="*/ 3865672 w 5089287"/>
              <a:gd name="connsiteY5" fmla="*/ 138692 h 1017654"/>
              <a:gd name="connsiteX6" fmla="*/ 4295355 w 5089287"/>
              <a:gd name="connsiteY6" fmla="*/ 328849 h 1017654"/>
              <a:gd name="connsiteX7" fmla="*/ 4244555 w 5089287"/>
              <a:gd name="connsiteY7" fmla="*/ 23766 h 1017654"/>
              <a:gd name="connsiteX8" fmla="*/ 4278421 w 5089287"/>
              <a:gd name="connsiteY8" fmla="*/ 108434 h 1017654"/>
              <a:gd name="connsiteX9" fmla="*/ 5089105 w 5089287"/>
              <a:gd name="connsiteY9" fmla="*/ 806827 h 1017654"/>
              <a:gd name="connsiteX10" fmla="*/ 4348270 w 5089287"/>
              <a:gd name="connsiteY10" fmla="*/ 569525 h 1017654"/>
              <a:gd name="connsiteX11" fmla="*/ 3869905 w 5089287"/>
              <a:gd name="connsiteY11" fmla="*/ 257226 h 1017654"/>
              <a:gd name="connsiteX12" fmla="*/ 3596855 w 5089287"/>
              <a:gd name="connsiteY12" fmla="*/ 252368 h 1017654"/>
              <a:gd name="connsiteX13" fmla="*/ 3414821 w 5089287"/>
              <a:gd name="connsiteY13" fmla="*/ 328568 h 1017654"/>
              <a:gd name="connsiteX14" fmla="*/ 3296288 w 5089287"/>
              <a:gd name="connsiteY14" fmla="*/ 447100 h 1017654"/>
              <a:gd name="connsiteX15" fmla="*/ 3084621 w 5089287"/>
              <a:gd name="connsiteY15" fmla="*/ 828100 h 1017654"/>
              <a:gd name="connsiteX16" fmla="*/ 2906821 w 5089287"/>
              <a:gd name="connsiteY16" fmla="*/ 980501 h 1017654"/>
              <a:gd name="connsiteX17" fmla="*/ 2542755 w 5089287"/>
              <a:gd name="connsiteY17" fmla="*/ 1014367 h 1017654"/>
              <a:gd name="connsiteX18" fmla="*/ 1856955 w 5089287"/>
              <a:gd name="connsiteY18" fmla="*/ 921234 h 1017654"/>
              <a:gd name="connsiteX19" fmla="*/ 1188088 w 5089287"/>
              <a:gd name="connsiteY19" fmla="*/ 709568 h 1017654"/>
              <a:gd name="connsiteX20" fmla="*/ 891755 w 5089287"/>
              <a:gd name="connsiteY20" fmla="*/ 438634 h 1017654"/>
              <a:gd name="connsiteX21" fmla="*/ 705488 w 5089287"/>
              <a:gd name="connsiteY21" fmla="*/ 311634 h 1017654"/>
              <a:gd name="connsiteX22" fmla="*/ 502288 w 5089287"/>
              <a:gd name="connsiteY22" fmla="*/ 260834 h 1017654"/>
              <a:gd name="connsiteX23" fmla="*/ 146687 w 5089287"/>
              <a:gd name="connsiteY23" fmla="*/ 218501 h 1017654"/>
              <a:gd name="connsiteX24" fmla="*/ 19688 w 5089287"/>
              <a:gd name="connsiteY24" fmla="*/ 218501 h 1017654"/>
              <a:gd name="connsiteX25" fmla="*/ 87421 w 5089287"/>
              <a:gd name="connsiteY25" fmla="*/ 125367 h 1017654"/>
              <a:gd name="connsiteX0" fmla="*/ 87421 w 5089287"/>
              <a:gd name="connsiteY0" fmla="*/ 125367 h 1017654"/>
              <a:gd name="connsiteX1" fmla="*/ 815555 w 5089287"/>
              <a:gd name="connsiteY1" fmla="*/ 269301 h 1017654"/>
              <a:gd name="connsiteX2" fmla="*/ 1416688 w 5089287"/>
              <a:gd name="connsiteY2" fmla="*/ 709567 h 1017654"/>
              <a:gd name="connsiteX3" fmla="*/ 2813688 w 5089287"/>
              <a:gd name="connsiteY3" fmla="*/ 904301 h 1017654"/>
              <a:gd name="connsiteX4" fmla="*/ 3313221 w 5089287"/>
              <a:gd name="connsiteY4" fmla="*/ 269301 h 1017654"/>
              <a:gd name="connsiteX5" fmla="*/ 3916472 w 5089287"/>
              <a:gd name="connsiteY5" fmla="*/ 175011 h 1017654"/>
              <a:gd name="connsiteX6" fmla="*/ 4295355 w 5089287"/>
              <a:gd name="connsiteY6" fmla="*/ 328849 h 1017654"/>
              <a:gd name="connsiteX7" fmla="*/ 4244555 w 5089287"/>
              <a:gd name="connsiteY7" fmla="*/ 23766 h 1017654"/>
              <a:gd name="connsiteX8" fmla="*/ 4278421 w 5089287"/>
              <a:gd name="connsiteY8" fmla="*/ 108434 h 1017654"/>
              <a:gd name="connsiteX9" fmla="*/ 5089105 w 5089287"/>
              <a:gd name="connsiteY9" fmla="*/ 806827 h 1017654"/>
              <a:gd name="connsiteX10" fmla="*/ 4348270 w 5089287"/>
              <a:gd name="connsiteY10" fmla="*/ 569525 h 1017654"/>
              <a:gd name="connsiteX11" fmla="*/ 3869905 w 5089287"/>
              <a:gd name="connsiteY11" fmla="*/ 257226 h 1017654"/>
              <a:gd name="connsiteX12" fmla="*/ 3596855 w 5089287"/>
              <a:gd name="connsiteY12" fmla="*/ 252368 h 1017654"/>
              <a:gd name="connsiteX13" fmla="*/ 3414821 w 5089287"/>
              <a:gd name="connsiteY13" fmla="*/ 328568 h 1017654"/>
              <a:gd name="connsiteX14" fmla="*/ 3296288 w 5089287"/>
              <a:gd name="connsiteY14" fmla="*/ 447100 h 1017654"/>
              <a:gd name="connsiteX15" fmla="*/ 3084621 w 5089287"/>
              <a:gd name="connsiteY15" fmla="*/ 828100 h 1017654"/>
              <a:gd name="connsiteX16" fmla="*/ 2906821 w 5089287"/>
              <a:gd name="connsiteY16" fmla="*/ 980501 h 1017654"/>
              <a:gd name="connsiteX17" fmla="*/ 2542755 w 5089287"/>
              <a:gd name="connsiteY17" fmla="*/ 1014367 h 1017654"/>
              <a:gd name="connsiteX18" fmla="*/ 1856955 w 5089287"/>
              <a:gd name="connsiteY18" fmla="*/ 921234 h 1017654"/>
              <a:gd name="connsiteX19" fmla="*/ 1188088 w 5089287"/>
              <a:gd name="connsiteY19" fmla="*/ 709568 h 1017654"/>
              <a:gd name="connsiteX20" fmla="*/ 891755 w 5089287"/>
              <a:gd name="connsiteY20" fmla="*/ 438634 h 1017654"/>
              <a:gd name="connsiteX21" fmla="*/ 705488 w 5089287"/>
              <a:gd name="connsiteY21" fmla="*/ 311634 h 1017654"/>
              <a:gd name="connsiteX22" fmla="*/ 502288 w 5089287"/>
              <a:gd name="connsiteY22" fmla="*/ 260834 h 1017654"/>
              <a:gd name="connsiteX23" fmla="*/ 146687 w 5089287"/>
              <a:gd name="connsiteY23" fmla="*/ 218501 h 1017654"/>
              <a:gd name="connsiteX24" fmla="*/ 19688 w 5089287"/>
              <a:gd name="connsiteY24" fmla="*/ 218501 h 1017654"/>
              <a:gd name="connsiteX25" fmla="*/ 87421 w 5089287"/>
              <a:gd name="connsiteY25" fmla="*/ 125367 h 1017654"/>
              <a:gd name="connsiteX0" fmla="*/ 87421 w 5089287"/>
              <a:gd name="connsiteY0" fmla="*/ 125367 h 1017654"/>
              <a:gd name="connsiteX1" fmla="*/ 815555 w 5089287"/>
              <a:gd name="connsiteY1" fmla="*/ 269301 h 1017654"/>
              <a:gd name="connsiteX2" fmla="*/ 1416688 w 5089287"/>
              <a:gd name="connsiteY2" fmla="*/ 709567 h 1017654"/>
              <a:gd name="connsiteX3" fmla="*/ 2813688 w 5089287"/>
              <a:gd name="connsiteY3" fmla="*/ 904301 h 1017654"/>
              <a:gd name="connsiteX4" fmla="*/ 3313221 w 5089287"/>
              <a:gd name="connsiteY4" fmla="*/ 269301 h 1017654"/>
              <a:gd name="connsiteX5" fmla="*/ 3916472 w 5089287"/>
              <a:gd name="connsiteY5" fmla="*/ 175011 h 1017654"/>
              <a:gd name="connsiteX6" fmla="*/ 4295355 w 5089287"/>
              <a:gd name="connsiteY6" fmla="*/ 328849 h 1017654"/>
              <a:gd name="connsiteX7" fmla="*/ 4244555 w 5089287"/>
              <a:gd name="connsiteY7" fmla="*/ 23766 h 1017654"/>
              <a:gd name="connsiteX8" fmla="*/ 4278421 w 5089287"/>
              <a:gd name="connsiteY8" fmla="*/ 108434 h 1017654"/>
              <a:gd name="connsiteX9" fmla="*/ 5089105 w 5089287"/>
              <a:gd name="connsiteY9" fmla="*/ 806827 h 1017654"/>
              <a:gd name="connsiteX10" fmla="*/ 4348270 w 5089287"/>
              <a:gd name="connsiteY10" fmla="*/ 569525 h 1017654"/>
              <a:gd name="connsiteX11" fmla="*/ 3869905 w 5089287"/>
              <a:gd name="connsiteY11" fmla="*/ 257226 h 1017654"/>
              <a:gd name="connsiteX12" fmla="*/ 3596855 w 5089287"/>
              <a:gd name="connsiteY12" fmla="*/ 252368 h 1017654"/>
              <a:gd name="connsiteX13" fmla="*/ 3414821 w 5089287"/>
              <a:gd name="connsiteY13" fmla="*/ 328568 h 1017654"/>
              <a:gd name="connsiteX14" fmla="*/ 3296288 w 5089287"/>
              <a:gd name="connsiteY14" fmla="*/ 447100 h 1017654"/>
              <a:gd name="connsiteX15" fmla="*/ 3084621 w 5089287"/>
              <a:gd name="connsiteY15" fmla="*/ 828100 h 1017654"/>
              <a:gd name="connsiteX16" fmla="*/ 2906821 w 5089287"/>
              <a:gd name="connsiteY16" fmla="*/ 980501 h 1017654"/>
              <a:gd name="connsiteX17" fmla="*/ 2542755 w 5089287"/>
              <a:gd name="connsiteY17" fmla="*/ 1014367 h 1017654"/>
              <a:gd name="connsiteX18" fmla="*/ 1856955 w 5089287"/>
              <a:gd name="connsiteY18" fmla="*/ 921234 h 1017654"/>
              <a:gd name="connsiteX19" fmla="*/ 1188088 w 5089287"/>
              <a:gd name="connsiteY19" fmla="*/ 709568 h 1017654"/>
              <a:gd name="connsiteX20" fmla="*/ 891755 w 5089287"/>
              <a:gd name="connsiteY20" fmla="*/ 438634 h 1017654"/>
              <a:gd name="connsiteX21" fmla="*/ 705488 w 5089287"/>
              <a:gd name="connsiteY21" fmla="*/ 311634 h 1017654"/>
              <a:gd name="connsiteX22" fmla="*/ 502288 w 5089287"/>
              <a:gd name="connsiteY22" fmla="*/ 260834 h 1017654"/>
              <a:gd name="connsiteX23" fmla="*/ 146687 w 5089287"/>
              <a:gd name="connsiteY23" fmla="*/ 218501 h 1017654"/>
              <a:gd name="connsiteX24" fmla="*/ 19688 w 5089287"/>
              <a:gd name="connsiteY24" fmla="*/ 218501 h 1017654"/>
              <a:gd name="connsiteX25" fmla="*/ 87421 w 5089287"/>
              <a:gd name="connsiteY25" fmla="*/ 125367 h 1017654"/>
              <a:gd name="connsiteX0" fmla="*/ 87421 w 5089287"/>
              <a:gd name="connsiteY0" fmla="*/ 125367 h 1017654"/>
              <a:gd name="connsiteX1" fmla="*/ 815555 w 5089287"/>
              <a:gd name="connsiteY1" fmla="*/ 269301 h 1017654"/>
              <a:gd name="connsiteX2" fmla="*/ 1416688 w 5089287"/>
              <a:gd name="connsiteY2" fmla="*/ 709567 h 1017654"/>
              <a:gd name="connsiteX3" fmla="*/ 2813688 w 5089287"/>
              <a:gd name="connsiteY3" fmla="*/ 904301 h 1017654"/>
              <a:gd name="connsiteX4" fmla="*/ 3313221 w 5089287"/>
              <a:gd name="connsiteY4" fmla="*/ 269301 h 1017654"/>
              <a:gd name="connsiteX5" fmla="*/ 3935522 w 5089287"/>
              <a:gd name="connsiteY5" fmla="*/ 167747 h 1017654"/>
              <a:gd name="connsiteX6" fmla="*/ 4295355 w 5089287"/>
              <a:gd name="connsiteY6" fmla="*/ 328849 h 1017654"/>
              <a:gd name="connsiteX7" fmla="*/ 4244555 w 5089287"/>
              <a:gd name="connsiteY7" fmla="*/ 23766 h 1017654"/>
              <a:gd name="connsiteX8" fmla="*/ 4278421 w 5089287"/>
              <a:gd name="connsiteY8" fmla="*/ 108434 h 1017654"/>
              <a:gd name="connsiteX9" fmla="*/ 5089105 w 5089287"/>
              <a:gd name="connsiteY9" fmla="*/ 806827 h 1017654"/>
              <a:gd name="connsiteX10" fmla="*/ 4348270 w 5089287"/>
              <a:gd name="connsiteY10" fmla="*/ 569525 h 1017654"/>
              <a:gd name="connsiteX11" fmla="*/ 3869905 w 5089287"/>
              <a:gd name="connsiteY11" fmla="*/ 257226 h 1017654"/>
              <a:gd name="connsiteX12" fmla="*/ 3596855 w 5089287"/>
              <a:gd name="connsiteY12" fmla="*/ 252368 h 1017654"/>
              <a:gd name="connsiteX13" fmla="*/ 3414821 w 5089287"/>
              <a:gd name="connsiteY13" fmla="*/ 328568 h 1017654"/>
              <a:gd name="connsiteX14" fmla="*/ 3296288 w 5089287"/>
              <a:gd name="connsiteY14" fmla="*/ 447100 h 1017654"/>
              <a:gd name="connsiteX15" fmla="*/ 3084621 w 5089287"/>
              <a:gd name="connsiteY15" fmla="*/ 828100 h 1017654"/>
              <a:gd name="connsiteX16" fmla="*/ 2906821 w 5089287"/>
              <a:gd name="connsiteY16" fmla="*/ 980501 h 1017654"/>
              <a:gd name="connsiteX17" fmla="*/ 2542755 w 5089287"/>
              <a:gd name="connsiteY17" fmla="*/ 1014367 h 1017654"/>
              <a:gd name="connsiteX18" fmla="*/ 1856955 w 5089287"/>
              <a:gd name="connsiteY18" fmla="*/ 921234 h 1017654"/>
              <a:gd name="connsiteX19" fmla="*/ 1188088 w 5089287"/>
              <a:gd name="connsiteY19" fmla="*/ 709568 h 1017654"/>
              <a:gd name="connsiteX20" fmla="*/ 891755 w 5089287"/>
              <a:gd name="connsiteY20" fmla="*/ 438634 h 1017654"/>
              <a:gd name="connsiteX21" fmla="*/ 705488 w 5089287"/>
              <a:gd name="connsiteY21" fmla="*/ 311634 h 1017654"/>
              <a:gd name="connsiteX22" fmla="*/ 502288 w 5089287"/>
              <a:gd name="connsiteY22" fmla="*/ 260834 h 1017654"/>
              <a:gd name="connsiteX23" fmla="*/ 146687 w 5089287"/>
              <a:gd name="connsiteY23" fmla="*/ 218501 h 1017654"/>
              <a:gd name="connsiteX24" fmla="*/ 19688 w 5089287"/>
              <a:gd name="connsiteY24" fmla="*/ 218501 h 1017654"/>
              <a:gd name="connsiteX25" fmla="*/ 87421 w 5089287"/>
              <a:gd name="connsiteY25" fmla="*/ 125367 h 1017654"/>
              <a:gd name="connsiteX0" fmla="*/ 87421 w 5089287"/>
              <a:gd name="connsiteY0" fmla="*/ 125367 h 1017654"/>
              <a:gd name="connsiteX1" fmla="*/ 815555 w 5089287"/>
              <a:gd name="connsiteY1" fmla="*/ 269301 h 1017654"/>
              <a:gd name="connsiteX2" fmla="*/ 1416688 w 5089287"/>
              <a:gd name="connsiteY2" fmla="*/ 709567 h 1017654"/>
              <a:gd name="connsiteX3" fmla="*/ 2813688 w 5089287"/>
              <a:gd name="connsiteY3" fmla="*/ 904301 h 1017654"/>
              <a:gd name="connsiteX4" fmla="*/ 3313221 w 5089287"/>
              <a:gd name="connsiteY4" fmla="*/ 269301 h 1017654"/>
              <a:gd name="connsiteX5" fmla="*/ 3935522 w 5089287"/>
              <a:gd name="connsiteY5" fmla="*/ 167747 h 1017654"/>
              <a:gd name="connsiteX6" fmla="*/ 4295355 w 5089287"/>
              <a:gd name="connsiteY6" fmla="*/ 328849 h 1017654"/>
              <a:gd name="connsiteX7" fmla="*/ 4244555 w 5089287"/>
              <a:gd name="connsiteY7" fmla="*/ 23766 h 1017654"/>
              <a:gd name="connsiteX8" fmla="*/ 4278421 w 5089287"/>
              <a:gd name="connsiteY8" fmla="*/ 108434 h 1017654"/>
              <a:gd name="connsiteX9" fmla="*/ 5089105 w 5089287"/>
              <a:gd name="connsiteY9" fmla="*/ 806827 h 1017654"/>
              <a:gd name="connsiteX10" fmla="*/ 4348270 w 5089287"/>
              <a:gd name="connsiteY10" fmla="*/ 569525 h 1017654"/>
              <a:gd name="connsiteX11" fmla="*/ 3869905 w 5089287"/>
              <a:gd name="connsiteY11" fmla="*/ 257226 h 1017654"/>
              <a:gd name="connsiteX12" fmla="*/ 3596855 w 5089287"/>
              <a:gd name="connsiteY12" fmla="*/ 252368 h 1017654"/>
              <a:gd name="connsiteX13" fmla="*/ 3414821 w 5089287"/>
              <a:gd name="connsiteY13" fmla="*/ 328568 h 1017654"/>
              <a:gd name="connsiteX14" fmla="*/ 3296288 w 5089287"/>
              <a:gd name="connsiteY14" fmla="*/ 447100 h 1017654"/>
              <a:gd name="connsiteX15" fmla="*/ 3084621 w 5089287"/>
              <a:gd name="connsiteY15" fmla="*/ 828100 h 1017654"/>
              <a:gd name="connsiteX16" fmla="*/ 2906821 w 5089287"/>
              <a:gd name="connsiteY16" fmla="*/ 980501 h 1017654"/>
              <a:gd name="connsiteX17" fmla="*/ 2542755 w 5089287"/>
              <a:gd name="connsiteY17" fmla="*/ 1014367 h 1017654"/>
              <a:gd name="connsiteX18" fmla="*/ 1856955 w 5089287"/>
              <a:gd name="connsiteY18" fmla="*/ 921234 h 1017654"/>
              <a:gd name="connsiteX19" fmla="*/ 1188088 w 5089287"/>
              <a:gd name="connsiteY19" fmla="*/ 709568 h 1017654"/>
              <a:gd name="connsiteX20" fmla="*/ 891755 w 5089287"/>
              <a:gd name="connsiteY20" fmla="*/ 438634 h 1017654"/>
              <a:gd name="connsiteX21" fmla="*/ 705488 w 5089287"/>
              <a:gd name="connsiteY21" fmla="*/ 311634 h 1017654"/>
              <a:gd name="connsiteX22" fmla="*/ 502288 w 5089287"/>
              <a:gd name="connsiteY22" fmla="*/ 260834 h 1017654"/>
              <a:gd name="connsiteX23" fmla="*/ 146687 w 5089287"/>
              <a:gd name="connsiteY23" fmla="*/ 218501 h 1017654"/>
              <a:gd name="connsiteX24" fmla="*/ 19688 w 5089287"/>
              <a:gd name="connsiteY24" fmla="*/ 218501 h 1017654"/>
              <a:gd name="connsiteX25" fmla="*/ 87421 w 5089287"/>
              <a:gd name="connsiteY25" fmla="*/ 125367 h 1017654"/>
              <a:gd name="connsiteX0" fmla="*/ 87421 w 5089287"/>
              <a:gd name="connsiteY0" fmla="*/ 132291 h 1024578"/>
              <a:gd name="connsiteX1" fmla="*/ 815555 w 5089287"/>
              <a:gd name="connsiteY1" fmla="*/ 276225 h 1024578"/>
              <a:gd name="connsiteX2" fmla="*/ 1416688 w 5089287"/>
              <a:gd name="connsiteY2" fmla="*/ 716491 h 1024578"/>
              <a:gd name="connsiteX3" fmla="*/ 2813688 w 5089287"/>
              <a:gd name="connsiteY3" fmla="*/ 911225 h 1024578"/>
              <a:gd name="connsiteX4" fmla="*/ 3313221 w 5089287"/>
              <a:gd name="connsiteY4" fmla="*/ 276225 h 1024578"/>
              <a:gd name="connsiteX5" fmla="*/ 3935522 w 5089287"/>
              <a:gd name="connsiteY5" fmla="*/ 174671 h 1024578"/>
              <a:gd name="connsiteX6" fmla="*/ 4346155 w 5089287"/>
              <a:gd name="connsiteY6" fmla="*/ 430204 h 1024578"/>
              <a:gd name="connsiteX7" fmla="*/ 4244555 w 5089287"/>
              <a:gd name="connsiteY7" fmla="*/ 30690 h 1024578"/>
              <a:gd name="connsiteX8" fmla="*/ 4278421 w 5089287"/>
              <a:gd name="connsiteY8" fmla="*/ 115358 h 1024578"/>
              <a:gd name="connsiteX9" fmla="*/ 5089105 w 5089287"/>
              <a:gd name="connsiteY9" fmla="*/ 813751 h 1024578"/>
              <a:gd name="connsiteX10" fmla="*/ 4348270 w 5089287"/>
              <a:gd name="connsiteY10" fmla="*/ 576449 h 1024578"/>
              <a:gd name="connsiteX11" fmla="*/ 3869905 w 5089287"/>
              <a:gd name="connsiteY11" fmla="*/ 264150 h 1024578"/>
              <a:gd name="connsiteX12" fmla="*/ 3596855 w 5089287"/>
              <a:gd name="connsiteY12" fmla="*/ 259292 h 1024578"/>
              <a:gd name="connsiteX13" fmla="*/ 3414821 w 5089287"/>
              <a:gd name="connsiteY13" fmla="*/ 335492 h 1024578"/>
              <a:gd name="connsiteX14" fmla="*/ 3296288 w 5089287"/>
              <a:gd name="connsiteY14" fmla="*/ 454024 h 1024578"/>
              <a:gd name="connsiteX15" fmla="*/ 3084621 w 5089287"/>
              <a:gd name="connsiteY15" fmla="*/ 835024 h 1024578"/>
              <a:gd name="connsiteX16" fmla="*/ 2906821 w 5089287"/>
              <a:gd name="connsiteY16" fmla="*/ 987425 h 1024578"/>
              <a:gd name="connsiteX17" fmla="*/ 2542755 w 5089287"/>
              <a:gd name="connsiteY17" fmla="*/ 1021291 h 1024578"/>
              <a:gd name="connsiteX18" fmla="*/ 1856955 w 5089287"/>
              <a:gd name="connsiteY18" fmla="*/ 928158 h 1024578"/>
              <a:gd name="connsiteX19" fmla="*/ 1188088 w 5089287"/>
              <a:gd name="connsiteY19" fmla="*/ 716492 h 1024578"/>
              <a:gd name="connsiteX20" fmla="*/ 891755 w 5089287"/>
              <a:gd name="connsiteY20" fmla="*/ 445558 h 1024578"/>
              <a:gd name="connsiteX21" fmla="*/ 705488 w 5089287"/>
              <a:gd name="connsiteY21" fmla="*/ 318558 h 1024578"/>
              <a:gd name="connsiteX22" fmla="*/ 502288 w 5089287"/>
              <a:gd name="connsiteY22" fmla="*/ 267758 h 1024578"/>
              <a:gd name="connsiteX23" fmla="*/ 146687 w 5089287"/>
              <a:gd name="connsiteY23" fmla="*/ 225425 h 1024578"/>
              <a:gd name="connsiteX24" fmla="*/ 19688 w 5089287"/>
              <a:gd name="connsiteY24" fmla="*/ 225425 h 1024578"/>
              <a:gd name="connsiteX25" fmla="*/ 87421 w 5089287"/>
              <a:gd name="connsiteY25" fmla="*/ 132291 h 1024578"/>
              <a:gd name="connsiteX0" fmla="*/ 87421 w 5089284"/>
              <a:gd name="connsiteY0" fmla="*/ 132291 h 1024578"/>
              <a:gd name="connsiteX1" fmla="*/ 815555 w 5089284"/>
              <a:gd name="connsiteY1" fmla="*/ 276225 h 1024578"/>
              <a:gd name="connsiteX2" fmla="*/ 1416688 w 5089284"/>
              <a:gd name="connsiteY2" fmla="*/ 716491 h 1024578"/>
              <a:gd name="connsiteX3" fmla="*/ 2813688 w 5089284"/>
              <a:gd name="connsiteY3" fmla="*/ 911225 h 1024578"/>
              <a:gd name="connsiteX4" fmla="*/ 3313221 w 5089284"/>
              <a:gd name="connsiteY4" fmla="*/ 276225 h 1024578"/>
              <a:gd name="connsiteX5" fmla="*/ 3935522 w 5089284"/>
              <a:gd name="connsiteY5" fmla="*/ 174671 h 1024578"/>
              <a:gd name="connsiteX6" fmla="*/ 4346155 w 5089284"/>
              <a:gd name="connsiteY6" fmla="*/ 430204 h 1024578"/>
              <a:gd name="connsiteX7" fmla="*/ 4244555 w 5089284"/>
              <a:gd name="connsiteY7" fmla="*/ 30690 h 1024578"/>
              <a:gd name="connsiteX8" fmla="*/ 4278421 w 5089284"/>
              <a:gd name="connsiteY8" fmla="*/ 115358 h 1024578"/>
              <a:gd name="connsiteX9" fmla="*/ 5089105 w 5089284"/>
              <a:gd name="connsiteY9" fmla="*/ 813751 h 1024578"/>
              <a:gd name="connsiteX10" fmla="*/ 4348270 w 5089284"/>
              <a:gd name="connsiteY10" fmla="*/ 576449 h 1024578"/>
              <a:gd name="connsiteX11" fmla="*/ 3920705 w 5089284"/>
              <a:gd name="connsiteY11" fmla="*/ 278677 h 1024578"/>
              <a:gd name="connsiteX12" fmla="*/ 3596855 w 5089284"/>
              <a:gd name="connsiteY12" fmla="*/ 259292 h 1024578"/>
              <a:gd name="connsiteX13" fmla="*/ 3414821 w 5089284"/>
              <a:gd name="connsiteY13" fmla="*/ 335492 h 1024578"/>
              <a:gd name="connsiteX14" fmla="*/ 3296288 w 5089284"/>
              <a:gd name="connsiteY14" fmla="*/ 454024 h 1024578"/>
              <a:gd name="connsiteX15" fmla="*/ 3084621 w 5089284"/>
              <a:gd name="connsiteY15" fmla="*/ 835024 h 1024578"/>
              <a:gd name="connsiteX16" fmla="*/ 2906821 w 5089284"/>
              <a:gd name="connsiteY16" fmla="*/ 987425 h 1024578"/>
              <a:gd name="connsiteX17" fmla="*/ 2542755 w 5089284"/>
              <a:gd name="connsiteY17" fmla="*/ 1021291 h 1024578"/>
              <a:gd name="connsiteX18" fmla="*/ 1856955 w 5089284"/>
              <a:gd name="connsiteY18" fmla="*/ 928158 h 1024578"/>
              <a:gd name="connsiteX19" fmla="*/ 1188088 w 5089284"/>
              <a:gd name="connsiteY19" fmla="*/ 716492 h 1024578"/>
              <a:gd name="connsiteX20" fmla="*/ 891755 w 5089284"/>
              <a:gd name="connsiteY20" fmla="*/ 445558 h 1024578"/>
              <a:gd name="connsiteX21" fmla="*/ 705488 w 5089284"/>
              <a:gd name="connsiteY21" fmla="*/ 318558 h 1024578"/>
              <a:gd name="connsiteX22" fmla="*/ 502288 w 5089284"/>
              <a:gd name="connsiteY22" fmla="*/ 267758 h 1024578"/>
              <a:gd name="connsiteX23" fmla="*/ 146687 w 5089284"/>
              <a:gd name="connsiteY23" fmla="*/ 225425 h 1024578"/>
              <a:gd name="connsiteX24" fmla="*/ 19688 w 5089284"/>
              <a:gd name="connsiteY24" fmla="*/ 225425 h 1024578"/>
              <a:gd name="connsiteX25" fmla="*/ 87421 w 5089284"/>
              <a:gd name="connsiteY25" fmla="*/ 132291 h 1024578"/>
              <a:gd name="connsiteX0" fmla="*/ 87421 w 5089273"/>
              <a:gd name="connsiteY0" fmla="*/ 132291 h 1024578"/>
              <a:gd name="connsiteX1" fmla="*/ 815555 w 5089273"/>
              <a:gd name="connsiteY1" fmla="*/ 276225 h 1024578"/>
              <a:gd name="connsiteX2" fmla="*/ 1416688 w 5089273"/>
              <a:gd name="connsiteY2" fmla="*/ 716491 h 1024578"/>
              <a:gd name="connsiteX3" fmla="*/ 2813688 w 5089273"/>
              <a:gd name="connsiteY3" fmla="*/ 911225 h 1024578"/>
              <a:gd name="connsiteX4" fmla="*/ 3313221 w 5089273"/>
              <a:gd name="connsiteY4" fmla="*/ 276225 h 1024578"/>
              <a:gd name="connsiteX5" fmla="*/ 3935522 w 5089273"/>
              <a:gd name="connsiteY5" fmla="*/ 174671 h 1024578"/>
              <a:gd name="connsiteX6" fmla="*/ 4346155 w 5089273"/>
              <a:gd name="connsiteY6" fmla="*/ 430204 h 1024578"/>
              <a:gd name="connsiteX7" fmla="*/ 4244555 w 5089273"/>
              <a:gd name="connsiteY7" fmla="*/ 30690 h 1024578"/>
              <a:gd name="connsiteX8" fmla="*/ 4278421 w 5089273"/>
              <a:gd name="connsiteY8" fmla="*/ 115358 h 1024578"/>
              <a:gd name="connsiteX9" fmla="*/ 5089105 w 5089273"/>
              <a:gd name="connsiteY9" fmla="*/ 813751 h 1024578"/>
              <a:gd name="connsiteX10" fmla="*/ 4348270 w 5089273"/>
              <a:gd name="connsiteY10" fmla="*/ 576449 h 1024578"/>
              <a:gd name="connsiteX11" fmla="*/ 4145428 w 5089273"/>
              <a:gd name="connsiteY11" fmla="*/ 414436 h 1024578"/>
              <a:gd name="connsiteX12" fmla="*/ 3920705 w 5089273"/>
              <a:gd name="connsiteY12" fmla="*/ 278677 h 1024578"/>
              <a:gd name="connsiteX13" fmla="*/ 3596855 w 5089273"/>
              <a:gd name="connsiteY13" fmla="*/ 259292 h 1024578"/>
              <a:gd name="connsiteX14" fmla="*/ 3414821 w 5089273"/>
              <a:gd name="connsiteY14" fmla="*/ 335492 h 1024578"/>
              <a:gd name="connsiteX15" fmla="*/ 3296288 w 5089273"/>
              <a:gd name="connsiteY15" fmla="*/ 454024 h 1024578"/>
              <a:gd name="connsiteX16" fmla="*/ 3084621 w 5089273"/>
              <a:gd name="connsiteY16" fmla="*/ 835024 h 1024578"/>
              <a:gd name="connsiteX17" fmla="*/ 2906821 w 5089273"/>
              <a:gd name="connsiteY17" fmla="*/ 987425 h 1024578"/>
              <a:gd name="connsiteX18" fmla="*/ 2542755 w 5089273"/>
              <a:gd name="connsiteY18" fmla="*/ 1021291 h 1024578"/>
              <a:gd name="connsiteX19" fmla="*/ 1856955 w 5089273"/>
              <a:gd name="connsiteY19" fmla="*/ 928158 h 1024578"/>
              <a:gd name="connsiteX20" fmla="*/ 1188088 w 5089273"/>
              <a:gd name="connsiteY20" fmla="*/ 716492 h 1024578"/>
              <a:gd name="connsiteX21" fmla="*/ 891755 w 5089273"/>
              <a:gd name="connsiteY21" fmla="*/ 445558 h 1024578"/>
              <a:gd name="connsiteX22" fmla="*/ 705488 w 5089273"/>
              <a:gd name="connsiteY22" fmla="*/ 318558 h 1024578"/>
              <a:gd name="connsiteX23" fmla="*/ 502288 w 5089273"/>
              <a:gd name="connsiteY23" fmla="*/ 267758 h 1024578"/>
              <a:gd name="connsiteX24" fmla="*/ 146687 w 5089273"/>
              <a:gd name="connsiteY24" fmla="*/ 225425 h 1024578"/>
              <a:gd name="connsiteX25" fmla="*/ 19688 w 5089273"/>
              <a:gd name="connsiteY25" fmla="*/ 225425 h 1024578"/>
              <a:gd name="connsiteX26" fmla="*/ 87421 w 5089273"/>
              <a:gd name="connsiteY26" fmla="*/ 132291 h 1024578"/>
              <a:gd name="connsiteX0" fmla="*/ 87421 w 5089273"/>
              <a:gd name="connsiteY0" fmla="*/ 132291 h 1024578"/>
              <a:gd name="connsiteX1" fmla="*/ 815555 w 5089273"/>
              <a:gd name="connsiteY1" fmla="*/ 276225 h 1024578"/>
              <a:gd name="connsiteX2" fmla="*/ 1416688 w 5089273"/>
              <a:gd name="connsiteY2" fmla="*/ 716491 h 1024578"/>
              <a:gd name="connsiteX3" fmla="*/ 2813688 w 5089273"/>
              <a:gd name="connsiteY3" fmla="*/ 911225 h 1024578"/>
              <a:gd name="connsiteX4" fmla="*/ 3313221 w 5089273"/>
              <a:gd name="connsiteY4" fmla="*/ 276225 h 1024578"/>
              <a:gd name="connsiteX5" fmla="*/ 3878372 w 5089273"/>
              <a:gd name="connsiteY5" fmla="*/ 174671 h 1024578"/>
              <a:gd name="connsiteX6" fmla="*/ 4346155 w 5089273"/>
              <a:gd name="connsiteY6" fmla="*/ 430204 h 1024578"/>
              <a:gd name="connsiteX7" fmla="*/ 4244555 w 5089273"/>
              <a:gd name="connsiteY7" fmla="*/ 30690 h 1024578"/>
              <a:gd name="connsiteX8" fmla="*/ 4278421 w 5089273"/>
              <a:gd name="connsiteY8" fmla="*/ 115358 h 1024578"/>
              <a:gd name="connsiteX9" fmla="*/ 5089105 w 5089273"/>
              <a:gd name="connsiteY9" fmla="*/ 813751 h 1024578"/>
              <a:gd name="connsiteX10" fmla="*/ 4348270 w 5089273"/>
              <a:gd name="connsiteY10" fmla="*/ 576449 h 1024578"/>
              <a:gd name="connsiteX11" fmla="*/ 4145428 w 5089273"/>
              <a:gd name="connsiteY11" fmla="*/ 414436 h 1024578"/>
              <a:gd name="connsiteX12" fmla="*/ 3920705 w 5089273"/>
              <a:gd name="connsiteY12" fmla="*/ 278677 h 1024578"/>
              <a:gd name="connsiteX13" fmla="*/ 3596855 w 5089273"/>
              <a:gd name="connsiteY13" fmla="*/ 259292 h 1024578"/>
              <a:gd name="connsiteX14" fmla="*/ 3414821 w 5089273"/>
              <a:gd name="connsiteY14" fmla="*/ 335492 h 1024578"/>
              <a:gd name="connsiteX15" fmla="*/ 3296288 w 5089273"/>
              <a:gd name="connsiteY15" fmla="*/ 454024 h 1024578"/>
              <a:gd name="connsiteX16" fmla="*/ 3084621 w 5089273"/>
              <a:gd name="connsiteY16" fmla="*/ 835024 h 1024578"/>
              <a:gd name="connsiteX17" fmla="*/ 2906821 w 5089273"/>
              <a:gd name="connsiteY17" fmla="*/ 987425 h 1024578"/>
              <a:gd name="connsiteX18" fmla="*/ 2542755 w 5089273"/>
              <a:gd name="connsiteY18" fmla="*/ 1021291 h 1024578"/>
              <a:gd name="connsiteX19" fmla="*/ 1856955 w 5089273"/>
              <a:gd name="connsiteY19" fmla="*/ 928158 h 1024578"/>
              <a:gd name="connsiteX20" fmla="*/ 1188088 w 5089273"/>
              <a:gd name="connsiteY20" fmla="*/ 716492 h 1024578"/>
              <a:gd name="connsiteX21" fmla="*/ 891755 w 5089273"/>
              <a:gd name="connsiteY21" fmla="*/ 445558 h 1024578"/>
              <a:gd name="connsiteX22" fmla="*/ 705488 w 5089273"/>
              <a:gd name="connsiteY22" fmla="*/ 318558 h 1024578"/>
              <a:gd name="connsiteX23" fmla="*/ 502288 w 5089273"/>
              <a:gd name="connsiteY23" fmla="*/ 267758 h 1024578"/>
              <a:gd name="connsiteX24" fmla="*/ 146687 w 5089273"/>
              <a:gd name="connsiteY24" fmla="*/ 225425 h 1024578"/>
              <a:gd name="connsiteX25" fmla="*/ 19688 w 5089273"/>
              <a:gd name="connsiteY25" fmla="*/ 225425 h 1024578"/>
              <a:gd name="connsiteX26" fmla="*/ 87421 w 5089273"/>
              <a:gd name="connsiteY26" fmla="*/ 132291 h 1024578"/>
              <a:gd name="connsiteX0" fmla="*/ 87421 w 5089273"/>
              <a:gd name="connsiteY0" fmla="*/ 132291 h 1024578"/>
              <a:gd name="connsiteX1" fmla="*/ 815555 w 5089273"/>
              <a:gd name="connsiteY1" fmla="*/ 276225 h 1024578"/>
              <a:gd name="connsiteX2" fmla="*/ 1416688 w 5089273"/>
              <a:gd name="connsiteY2" fmla="*/ 716491 h 1024578"/>
              <a:gd name="connsiteX3" fmla="*/ 2813688 w 5089273"/>
              <a:gd name="connsiteY3" fmla="*/ 911225 h 1024578"/>
              <a:gd name="connsiteX4" fmla="*/ 3313221 w 5089273"/>
              <a:gd name="connsiteY4" fmla="*/ 276225 h 1024578"/>
              <a:gd name="connsiteX5" fmla="*/ 3878372 w 5089273"/>
              <a:gd name="connsiteY5" fmla="*/ 174671 h 1024578"/>
              <a:gd name="connsiteX6" fmla="*/ 4346155 w 5089273"/>
              <a:gd name="connsiteY6" fmla="*/ 430204 h 1024578"/>
              <a:gd name="connsiteX7" fmla="*/ 4244555 w 5089273"/>
              <a:gd name="connsiteY7" fmla="*/ 30690 h 1024578"/>
              <a:gd name="connsiteX8" fmla="*/ 4278421 w 5089273"/>
              <a:gd name="connsiteY8" fmla="*/ 115358 h 1024578"/>
              <a:gd name="connsiteX9" fmla="*/ 5089105 w 5089273"/>
              <a:gd name="connsiteY9" fmla="*/ 813751 h 1024578"/>
              <a:gd name="connsiteX10" fmla="*/ 4348270 w 5089273"/>
              <a:gd name="connsiteY10" fmla="*/ 576449 h 1024578"/>
              <a:gd name="connsiteX11" fmla="*/ 4145428 w 5089273"/>
              <a:gd name="connsiteY11" fmla="*/ 414436 h 1024578"/>
              <a:gd name="connsiteX12" fmla="*/ 3920705 w 5089273"/>
              <a:gd name="connsiteY12" fmla="*/ 278677 h 1024578"/>
              <a:gd name="connsiteX13" fmla="*/ 3596855 w 5089273"/>
              <a:gd name="connsiteY13" fmla="*/ 259292 h 1024578"/>
              <a:gd name="connsiteX14" fmla="*/ 3414821 w 5089273"/>
              <a:gd name="connsiteY14" fmla="*/ 335492 h 1024578"/>
              <a:gd name="connsiteX15" fmla="*/ 3296288 w 5089273"/>
              <a:gd name="connsiteY15" fmla="*/ 454024 h 1024578"/>
              <a:gd name="connsiteX16" fmla="*/ 3084621 w 5089273"/>
              <a:gd name="connsiteY16" fmla="*/ 835024 h 1024578"/>
              <a:gd name="connsiteX17" fmla="*/ 2906821 w 5089273"/>
              <a:gd name="connsiteY17" fmla="*/ 987425 h 1024578"/>
              <a:gd name="connsiteX18" fmla="*/ 2542755 w 5089273"/>
              <a:gd name="connsiteY18" fmla="*/ 1021291 h 1024578"/>
              <a:gd name="connsiteX19" fmla="*/ 1856955 w 5089273"/>
              <a:gd name="connsiteY19" fmla="*/ 928158 h 1024578"/>
              <a:gd name="connsiteX20" fmla="*/ 1188088 w 5089273"/>
              <a:gd name="connsiteY20" fmla="*/ 716492 h 1024578"/>
              <a:gd name="connsiteX21" fmla="*/ 891755 w 5089273"/>
              <a:gd name="connsiteY21" fmla="*/ 445558 h 1024578"/>
              <a:gd name="connsiteX22" fmla="*/ 705488 w 5089273"/>
              <a:gd name="connsiteY22" fmla="*/ 318558 h 1024578"/>
              <a:gd name="connsiteX23" fmla="*/ 502288 w 5089273"/>
              <a:gd name="connsiteY23" fmla="*/ 267758 h 1024578"/>
              <a:gd name="connsiteX24" fmla="*/ 146687 w 5089273"/>
              <a:gd name="connsiteY24" fmla="*/ 225425 h 1024578"/>
              <a:gd name="connsiteX25" fmla="*/ 19688 w 5089273"/>
              <a:gd name="connsiteY25" fmla="*/ 225425 h 1024578"/>
              <a:gd name="connsiteX26" fmla="*/ 87421 w 5089273"/>
              <a:gd name="connsiteY26" fmla="*/ 132291 h 1024578"/>
              <a:gd name="connsiteX0" fmla="*/ 87421 w 5274764"/>
              <a:gd name="connsiteY0" fmla="*/ 101602 h 993889"/>
              <a:gd name="connsiteX1" fmla="*/ 815555 w 5274764"/>
              <a:gd name="connsiteY1" fmla="*/ 245536 h 993889"/>
              <a:gd name="connsiteX2" fmla="*/ 1416688 w 5274764"/>
              <a:gd name="connsiteY2" fmla="*/ 685802 h 993889"/>
              <a:gd name="connsiteX3" fmla="*/ 2813688 w 5274764"/>
              <a:gd name="connsiteY3" fmla="*/ 880536 h 993889"/>
              <a:gd name="connsiteX4" fmla="*/ 3313221 w 5274764"/>
              <a:gd name="connsiteY4" fmla="*/ 245536 h 993889"/>
              <a:gd name="connsiteX5" fmla="*/ 3878372 w 5274764"/>
              <a:gd name="connsiteY5" fmla="*/ 143982 h 993889"/>
              <a:gd name="connsiteX6" fmla="*/ 4346155 w 5274764"/>
              <a:gd name="connsiteY6" fmla="*/ 399515 h 993889"/>
              <a:gd name="connsiteX7" fmla="*/ 4244555 w 5274764"/>
              <a:gd name="connsiteY7" fmla="*/ 1 h 993889"/>
              <a:gd name="connsiteX8" fmla="*/ 5211871 w 5274764"/>
              <a:gd name="connsiteY8" fmla="*/ 397015 h 993889"/>
              <a:gd name="connsiteX9" fmla="*/ 5089105 w 5274764"/>
              <a:gd name="connsiteY9" fmla="*/ 783062 h 993889"/>
              <a:gd name="connsiteX10" fmla="*/ 4348270 w 5274764"/>
              <a:gd name="connsiteY10" fmla="*/ 545760 h 993889"/>
              <a:gd name="connsiteX11" fmla="*/ 4145428 w 5274764"/>
              <a:gd name="connsiteY11" fmla="*/ 383747 h 993889"/>
              <a:gd name="connsiteX12" fmla="*/ 3920705 w 5274764"/>
              <a:gd name="connsiteY12" fmla="*/ 247988 h 993889"/>
              <a:gd name="connsiteX13" fmla="*/ 3596855 w 5274764"/>
              <a:gd name="connsiteY13" fmla="*/ 228603 h 993889"/>
              <a:gd name="connsiteX14" fmla="*/ 3414821 w 5274764"/>
              <a:gd name="connsiteY14" fmla="*/ 304803 h 993889"/>
              <a:gd name="connsiteX15" fmla="*/ 3296288 w 5274764"/>
              <a:gd name="connsiteY15" fmla="*/ 423335 h 993889"/>
              <a:gd name="connsiteX16" fmla="*/ 3084621 w 5274764"/>
              <a:gd name="connsiteY16" fmla="*/ 804335 h 993889"/>
              <a:gd name="connsiteX17" fmla="*/ 2906821 w 5274764"/>
              <a:gd name="connsiteY17" fmla="*/ 956736 h 993889"/>
              <a:gd name="connsiteX18" fmla="*/ 2542755 w 5274764"/>
              <a:gd name="connsiteY18" fmla="*/ 990602 h 993889"/>
              <a:gd name="connsiteX19" fmla="*/ 1856955 w 5274764"/>
              <a:gd name="connsiteY19" fmla="*/ 897469 h 993889"/>
              <a:gd name="connsiteX20" fmla="*/ 1188088 w 5274764"/>
              <a:gd name="connsiteY20" fmla="*/ 685803 h 993889"/>
              <a:gd name="connsiteX21" fmla="*/ 891755 w 5274764"/>
              <a:gd name="connsiteY21" fmla="*/ 414869 h 993889"/>
              <a:gd name="connsiteX22" fmla="*/ 705488 w 5274764"/>
              <a:gd name="connsiteY22" fmla="*/ 287869 h 993889"/>
              <a:gd name="connsiteX23" fmla="*/ 502288 w 5274764"/>
              <a:gd name="connsiteY23" fmla="*/ 237069 h 993889"/>
              <a:gd name="connsiteX24" fmla="*/ 146687 w 5274764"/>
              <a:gd name="connsiteY24" fmla="*/ 194736 h 993889"/>
              <a:gd name="connsiteX25" fmla="*/ 19688 w 5274764"/>
              <a:gd name="connsiteY25" fmla="*/ 194736 h 993889"/>
              <a:gd name="connsiteX26" fmla="*/ 87421 w 5274764"/>
              <a:gd name="connsiteY26" fmla="*/ 101602 h 993889"/>
              <a:gd name="connsiteX0" fmla="*/ 87421 w 5241495"/>
              <a:gd name="connsiteY0" fmla="*/ 585 h 892872"/>
              <a:gd name="connsiteX1" fmla="*/ 815555 w 5241495"/>
              <a:gd name="connsiteY1" fmla="*/ 144519 h 892872"/>
              <a:gd name="connsiteX2" fmla="*/ 1416688 w 5241495"/>
              <a:gd name="connsiteY2" fmla="*/ 584785 h 892872"/>
              <a:gd name="connsiteX3" fmla="*/ 2813688 w 5241495"/>
              <a:gd name="connsiteY3" fmla="*/ 779519 h 892872"/>
              <a:gd name="connsiteX4" fmla="*/ 3313221 w 5241495"/>
              <a:gd name="connsiteY4" fmla="*/ 144519 h 892872"/>
              <a:gd name="connsiteX5" fmla="*/ 3878372 w 5241495"/>
              <a:gd name="connsiteY5" fmla="*/ 42965 h 892872"/>
              <a:gd name="connsiteX6" fmla="*/ 4346155 w 5241495"/>
              <a:gd name="connsiteY6" fmla="*/ 298498 h 892872"/>
              <a:gd name="connsiteX7" fmla="*/ 4695405 w 5241495"/>
              <a:gd name="connsiteY7" fmla="*/ 392927 h 892872"/>
              <a:gd name="connsiteX8" fmla="*/ 5211871 w 5241495"/>
              <a:gd name="connsiteY8" fmla="*/ 295998 h 892872"/>
              <a:gd name="connsiteX9" fmla="*/ 5089105 w 5241495"/>
              <a:gd name="connsiteY9" fmla="*/ 682045 h 892872"/>
              <a:gd name="connsiteX10" fmla="*/ 4348270 w 5241495"/>
              <a:gd name="connsiteY10" fmla="*/ 444743 h 892872"/>
              <a:gd name="connsiteX11" fmla="*/ 4145428 w 5241495"/>
              <a:gd name="connsiteY11" fmla="*/ 282730 h 892872"/>
              <a:gd name="connsiteX12" fmla="*/ 3920705 w 5241495"/>
              <a:gd name="connsiteY12" fmla="*/ 146971 h 892872"/>
              <a:gd name="connsiteX13" fmla="*/ 3596855 w 5241495"/>
              <a:gd name="connsiteY13" fmla="*/ 127586 h 892872"/>
              <a:gd name="connsiteX14" fmla="*/ 3414821 w 5241495"/>
              <a:gd name="connsiteY14" fmla="*/ 203786 h 892872"/>
              <a:gd name="connsiteX15" fmla="*/ 3296288 w 5241495"/>
              <a:gd name="connsiteY15" fmla="*/ 322318 h 892872"/>
              <a:gd name="connsiteX16" fmla="*/ 3084621 w 5241495"/>
              <a:gd name="connsiteY16" fmla="*/ 703318 h 892872"/>
              <a:gd name="connsiteX17" fmla="*/ 2906821 w 5241495"/>
              <a:gd name="connsiteY17" fmla="*/ 855719 h 892872"/>
              <a:gd name="connsiteX18" fmla="*/ 2542755 w 5241495"/>
              <a:gd name="connsiteY18" fmla="*/ 889585 h 892872"/>
              <a:gd name="connsiteX19" fmla="*/ 1856955 w 5241495"/>
              <a:gd name="connsiteY19" fmla="*/ 796452 h 892872"/>
              <a:gd name="connsiteX20" fmla="*/ 1188088 w 5241495"/>
              <a:gd name="connsiteY20" fmla="*/ 584786 h 892872"/>
              <a:gd name="connsiteX21" fmla="*/ 891755 w 5241495"/>
              <a:gd name="connsiteY21" fmla="*/ 313852 h 892872"/>
              <a:gd name="connsiteX22" fmla="*/ 705488 w 5241495"/>
              <a:gd name="connsiteY22" fmla="*/ 186852 h 892872"/>
              <a:gd name="connsiteX23" fmla="*/ 502288 w 5241495"/>
              <a:gd name="connsiteY23" fmla="*/ 136052 h 892872"/>
              <a:gd name="connsiteX24" fmla="*/ 146687 w 5241495"/>
              <a:gd name="connsiteY24" fmla="*/ 93719 h 892872"/>
              <a:gd name="connsiteX25" fmla="*/ 19688 w 5241495"/>
              <a:gd name="connsiteY25" fmla="*/ 93719 h 892872"/>
              <a:gd name="connsiteX26" fmla="*/ 87421 w 5241495"/>
              <a:gd name="connsiteY26" fmla="*/ 585 h 892872"/>
              <a:gd name="connsiteX0" fmla="*/ 87421 w 5241495"/>
              <a:gd name="connsiteY0" fmla="*/ 585 h 892872"/>
              <a:gd name="connsiteX1" fmla="*/ 815555 w 5241495"/>
              <a:gd name="connsiteY1" fmla="*/ 144519 h 892872"/>
              <a:gd name="connsiteX2" fmla="*/ 1416688 w 5241495"/>
              <a:gd name="connsiteY2" fmla="*/ 584785 h 892872"/>
              <a:gd name="connsiteX3" fmla="*/ 2813688 w 5241495"/>
              <a:gd name="connsiteY3" fmla="*/ 779519 h 892872"/>
              <a:gd name="connsiteX4" fmla="*/ 3313221 w 5241495"/>
              <a:gd name="connsiteY4" fmla="*/ 144519 h 892872"/>
              <a:gd name="connsiteX5" fmla="*/ 3878372 w 5241495"/>
              <a:gd name="connsiteY5" fmla="*/ 42965 h 892872"/>
              <a:gd name="connsiteX6" fmla="*/ 4346155 w 5241495"/>
              <a:gd name="connsiteY6" fmla="*/ 313026 h 892872"/>
              <a:gd name="connsiteX7" fmla="*/ 4695405 w 5241495"/>
              <a:gd name="connsiteY7" fmla="*/ 392927 h 892872"/>
              <a:gd name="connsiteX8" fmla="*/ 5211871 w 5241495"/>
              <a:gd name="connsiteY8" fmla="*/ 295998 h 892872"/>
              <a:gd name="connsiteX9" fmla="*/ 5089105 w 5241495"/>
              <a:gd name="connsiteY9" fmla="*/ 682045 h 892872"/>
              <a:gd name="connsiteX10" fmla="*/ 4348270 w 5241495"/>
              <a:gd name="connsiteY10" fmla="*/ 444743 h 892872"/>
              <a:gd name="connsiteX11" fmla="*/ 4145428 w 5241495"/>
              <a:gd name="connsiteY11" fmla="*/ 282730 h 892872"/>
              <a:gd name="connsiteX12" fmla="*/ 3920705 w 5241495"/>
              <a:gd name="connsiteY12" fmla="*/ 146971 h 892872"/>
              <a:gd name="connsiteX13" fmla="*/ 3596855 w 5241495"/>
              <a:gd name="connsiteY13" fmla="*/ 127586 h 892872"/>
              <a:gd name="connsiteX14" fmla="*/ 3414821 w 5241495"/>
              <a:gd name="connsiteY14" fmla="*/ 203786 h 892872"/>
              <a:gd name="connsiteX15" fmla="*/ 3296288 w 5241495"/>
              <a:gd name="connsiteY15" fmla="*/ 322318 h 892872"/>
              <a:gd name="connsiteX16" fmla="*/ 3084621 w 5241495"/>
              <a:gd name="connsiteY16" fmla="*/ 703318 h 892872"/>
              <a:gd name="connsiteX17" fmla="*/ 2906821 w 5241495"/>
              <a:gd name="connsiteY17" fmla="*/ 855719 h 892872"/>
              <a:gd name="connsiteX18" fmla="*/ 2542755 w 5241495"/>
              <a:gd name="connsiteY18" fmla="*/ 889585 h 892872"/>
              <a:gd name="connsiteX19" fmla="*/ 1856955 w 5241495"/>
              <a:gd name="connsiteY19" fmla="*/ 796452 h 892872"/>
              <a:gd name="connsiteX20" fmla="*/ 1188088 w 5241495"/>
              <a:gd name="connsiteY20" fmla="*/ 584786 h 892872"/>
              <a:gd name="connsiteX21" fmla="*/ 891755 w 5241495"/>
              <a:gd name="connsiteY21" fmla="*/ 313852 h 892872"/>
              <a:gd name="connsiteX22" fmla="*/ 705488 w 5241495"/>
              <a:gd name="connsiteY22" fmla="*/ 186852 h 892872"/>
              <a:gd name="connsiteX23" fmla="*/ 502288 w 5241495"/>
              <a:gd name="connsiteY23" fmla="*/ 136052 h 892872"/>
              <a:gd name="connsiteX24" fmla="*/ 146687 w 5241495"/>
              <a:gd name="connsiteY24" fmla="*/ 93719 h 892872"/>
              <a:gd name="connsiteX25" fmla="*/ 19688 w 5241495"/>
              <a:gd name="connsiteY25" fmla="*/ 93719 h 892872"/>
              <a:gd name="connsiteX26" fmla="*/ 87421 w 5241495"/>
              <a:gd name="connsiteY26" fmla="*/ 585 h 892872"/>
              <a:gd name="connsiteX0" fmla="*/ 87421 w 5239369"/>
              <a:gd name="connsiteY0" fmla="*/ 585 h 892872"/>
              <a:gd name="connsiteX1" fmla="*/ 815555 w 5239369"/>
              <a:gd name="connsiteY1" fmla="*/ 144519 h 892872"/>
              <a:gd name="connsiteX2" fmla="*/ 1416688 w 5239369"/>
              <a:gd name="connsiteY2" fmla="*/ 584785 h 892872"/>
              <a:gd name="connsiteX3" fmla="*/ 2813688 w 5239369"/>
              <a:gd name="connsiteY3" fmla="*/ 779519 h 892872"/>
              <a:gd name="connsiteX4" fmla="*/ 3313221 w 5239369"/>
              <a:gd name="connsiteY4" fmla="*/ 144519 h 892872"/>
              <a:gd name="connsiteX5" fmla="*/ 3878372 w 5239369"/>
              <a:gd name="connsiteY5" fmla="*/ 42965 h 892872"/>
              <a:gd name="connsiteX6" fmla="*/ 4346155 w 5239369"/>
              <a:gd name="connsiteY6" fmla="*/ 313026 h 892872"/>
              <a:gd name="connsiteX7" fmla="*/ 4695405 w 5239369"/>
              <a:gd name="connsiteY7" fmla="*/ 392927 h 892872"/>
              <a:gd name="connsiteX8" fmla="*/ 5211871 w 5239369"/>
              <a:gd name="connsiteY8" fmla="*/ 295998 h 892872"/>
              <a:gd name="connsiteX9" fmla="*/ 5089105 w 5239369"/>
              <a:gd name="connsiteY9" fmla="*/ 682045 h 892872"/>
              <a:gd name="connsiteX10" fmla="*/ 4418120 w 5239369"/>
              <a:gd name="connsiteY10" fmla="*/ 452007 h 892872"/>
              <a:gd name="connsiteX11" fmla="*/ 4145428 w 5239369"/>
              <a:gd name="connsiteY11" fmla="*/ 282730 h 892872"/>
              <a:gd name="connsiteX12" fmla="*/ 3920705 w 5239369"/>
              <a:gd name="connsiteY12" fmla="*/ 146971 h 892872"/>
              <a:gd name="connsiteX13" fmla="*/ 3596855 w 5239369"/>
              <a:gd name="connsiteY13" fmla="*/ 127586 h 892872"/>
              <a:gd name="connsiteX14" fmla="*/ 3414821 w 5239369"/>
              <a:gd name="connsiteY14" fmla="*/ 203786 h 892872"/>
              <a:gd name="connsiteX15" fmla="*/ 3296288 w 5239369"/>
              <a:gd name="connsiteY15" fmla="*/ 322318 h 892872"/>
              <a:gd name="connsiteX16" fmla="*/ 3084621 w 5239369"/>
              <a:gd name="connsiteY16" fmla="*/ 703318 h 892872"/>
              <a:gd name="connsiteX17" fmla="*/ 2906821 w 5239369"/>
              <a:gd name="connsiteY17" fmla="*/ 855719 h 892872"/>
              <a:gd name="connsiteX18" fmla="*/ 2542755 w 5239369"/>
              <a:gd name="connsiteY18" fmla="*/ 889585 h 892872"/>
              <a:gd name="connsiteX19" fmla="*/ 1856955 w 5239369"/>
              <a:gd name="connsiteY19" fmla="*/ 796452 h 892872"/>
              <a:gd name="connsiteX20" fmla="*/ 1188088 w 5239369"/>
              <a:gd name="connsiteY20" fmla="*/ 584786 h 892872"/>
              <a:gd name="connsiteX21" fmla="*/ 891755 w 5239369"/>
              <a:gd name="connsiteY21" fmla="*/ 313852 h 892872"/>
              <a:gd name="connsiteX22" fmla="*/ 705488 w 5239369"/>
              <a:gd name="connsiteY22" fmla="*/ 186852 h 892872"/>
              <a:gd name="connsiteX23" fmla="*/ 502288 w 5239369"/>
              <a:gd name="connsiteY23" fmla="*/ 136052 h 892872"/>
              <a:gd name="connsiteX24" fmla="*/ 146687 w 5239369"/>
              <a:gd name="connsiteY24" fmla="*/ 93719 h 892872"/>
              <a:gd name="connsiteX25" fmla="*/ 19688 w 5239369"/>
              <a:gd name="connsiteY25" fmla="*/ 93719 h 892872"/>
              <a:gd name="connsiteX26" fmla="*/ 87421 w 5239369"/>
              <a:gd name="connsiteY26" fmla="*/ 585 h 892872"/>
              <a:gd name="connsiteX0" fmla="*/ 87421 w 5318933"/>
              <a:gd name="connsiteY0" fmla="*/ 585 h 892872"/>
              <a:gd name="connsiteX1" fmla="*/ 815555 w 5318933"/>
              <a:gd name="connsiteY1" fmla="*/ 144519 h 892872"/>
              <a:gd name="connsiteX2" fmla="*/ 1416688 w 5318933"/>
              <a:gd name="connsiteY2" fmla="*/ 584785 h 892872"/>
              <a:gd name="connsiteX3" fmla="*/ 2813688 w 5318933"/>
              <a:gd name="connsiteY3" fmla="*/ 779519 h 892872"/>
              <a:gd name="connsiteX4" fmla="*/ 3313221 w 5318933"/>
              <a:gd name="connsiteY4" fmla="*/ 144519 h 892872"/>
              <a:gd name="connsiteX5" fmla="*/ 3878372 w 5318933"/>
              <a:gd name="connsiteY5" fmla="*/ 42965 h 892872"/>
              <a:gd name="connsiteX6" fmla="*/ 4346155 w 5318933"/>
              <a:gd name="connsiteY6" fmla="*/ 313026 h 892872"/>
              <a:gd name="connsiteX7" fmla="*/ 4695405 w 5318933"/>
              <a:gd name="connsiteY7" fmla="*/ 392927 h 892872"/>
              <a:gd name="connsiteX8" fmla="*/ 5211871 w 5318933"/>
              <a:gd name="connsiteY8" fmla="*/ 295998 h 892872"/>
              <a:gd name="connsiteX9" fmla="*/ 5247855 w 5318933"/>
              <a:gd name="connsiteY9" fmla="*/ 623934 h 892872"/>
              <a:gd name="connsiteX10" fmla="*/ 4418120 w 5318933"/>
              <a:gd name="connsiteY10" fmla="*/ 452007 h 892872"/>
              <a:gd name="connsiteX11" fmla="*/ 4145428 w 5318933"/>
              <a:gd name="connsiteY11" fmla="*/ 282730 h 892872"/>
              <a:gd name="connsiteX12" fmla="*/ 3920705 w 5318933"/>
              <a:gd name="connsiteY12" fmla="*/ 146971 h 892872"/>
              <a:gd name="connsiteX13" fmla="*/ 3596855 w 5318933"/>
              <a:gd name="connsiteY13" fmla="*/ 127586 h 892872"/>
              <a:gd name="connsiteX14" fmla="*/ 3414821 w 5318933"/>
              <a:gd name="connsiteY14" fmla="*/ 203786 h 892872"/>
              <a:gd name="connsiteX15" fmla="*/ 3296288 w 5318933"/>
              <a:gd name="connsiteY15" fmla="*/ 322318 h 892872"/>
              <a:gd name="connsiteX16" fmla="*/ 3084621 w 5318933"/>
              <a:gd name="connsiteY16" fmla="*/ 703318 h 892872"/>
              <a:gd name="connsiteX17" fmla="*/ 2906821 w 5318933"/>
              <a:gd name="connsiteY17" fmla="*/ 855719 h 892872"/>
              <a:gd name="connsiteX18" fmla="*/ 2542755 w 5318933"/>
              <a:gd name="connsiteY18" fmla="*/ 889585 h 892872"/>
              <a:gd name="connsiteX19" fmla="*/ 1856955 w 5318933"/>
              <a:gd name="connsiteY19" fmla="*/ 796452 h 892872"/>
              <a:gd name="connsiteX20" fmla="*/ 1188088 w 5318933"/>
              <a:gd name="connsiteY20" fmla="*/ 584786 h 892872"/>
              <a:gd name="connsiteX21" fmla="*/ 891755 w 5318933"/>
              <a:gd name="connsiteY21" fmla="*/ 313852 h 892872"/>
              <a:gd name="connsiteX22" fmla="*/ 705488 w 5318933"/>
              <a:gd name="connsiteY22" fmla="*/ 186852 h 892872"/>
              <a:gd name="connsiteX23" fmla="*/ 502288 w 5318933"/>
              <a:gd name="connsiteY23" fmla="*/ 136052 h 892872"/>
              <a:gd name="connsiteX24" fmla="*/ 146687 w 5318933"/>
              <a:gd name="connsiteY24" fmla="*/ 93719 h 892872"/>
              <a:gd name="connsiteX25" fmla="*/ 19688 w 5318933"/>
              <a:gd name="connsiteY25" fmla="*/ 93719 h 892872"/>
              <a:gd name="connsiteX26" fmla="*/ 87421 w 5318933"/>
              <a:gd name="connsiteY26" fmla="*/ 585 h 892872"/>
              <a:gd name="connsiteX0" fmla="*/ 87421 w 5315541"/>
              <a:gd name="connsiteY0" fmla="*/ 585 h 892872"/>
              <a:gd name="connsiteX1" fmla="*/ 815555 w 5315541"/>
              <a:gd name="connsiteY1" fmla="*/ 144519 h 892872"/>
              <a:gd name="connsiteX2" fmla="*/ 1416688 w 5315541"/>
              <a:gd name="connsiteY2" fmla="*/ 584785 h 892872"/>
              <a:gd name="connsiteX3" fmla="*/ 2813688 w 5315541"/>
              <a:gd name="connsiteY3" fmla="*/ 779519 h 892872"/>
              <a:gd name="connsiteX4" fmla="*/ 3313221 w 5315541"/>
              <a:gd name="connsiteY4" fmla="*/ 144519 h 892872"/>
              <a:gd name="connsiteX5" fmla="*/ 3878372 w 5315541"/>
              <a:gd name="connsiteY5" fmla="*/ 42965 h 892872"/>
              <a:gd name="connsiteX6" fmla="*/ 4346155 w 5315541"/>
              <a:gd name="connsiteY6" fmla="*/ 313026 h 892872"/>
              <a:gd name="connsiteX7" fmla="*/ 4771605 w 5315541"/>
              <a:gd name="connsiteY7" fmla="*/ 407455 h 892872"/>
              <a:gd name="connsiteX8" fmla="*/ 5211871 w 5315541"/>
              <a:gd name="connsiteY8" fmla="*/ 295998 h 892872"/>
              <a:gd name="connsiteX9" fmla="*/ 5247855 w 5315541"/>
              <a:gd name="connsiteY9" fmla="*/ 623934 h 892872"/>
              <a:gd name="connsiteX10" fmla="*/ 4418120 w 5315541"/>
              <a:gd name="connsiteY10" fmla="*/ 452007 h 892872"/>
              <a:gd name="connsiteX11" fmla="*/ 4145428 w 5315541"/>
              <a:gd name="connsiteY11" fmla="*/ 282730 h 892872"/>
              <a:gd name="connsiteX12" fmla="*/ 3920705 w 5315541"/>
              <a:gd name="connsiteY12" fmla="*/ 146971 h 892872"/>
              <a:gd name="connsiteX13" fmla="*/ 3596855 w 5315541"/>
              <a:gd name="connsiteY13" fmla="*/ 127586 h 892872"/>
              <a:gd name="connsiteX14" fmla="*/ 3414821 w 5315541"/>
              <a:gd name="connsiteY14" fmla="*/ 203786 h 892872"/>
              <a:gd name="connsiteX15" fmla="*/ 3296288 w 5315541"/>
              <a:gd name="connsiteY15" fmla="*/ 322318 h 892872"/>
              <a:gd name="connsiteX16" fmla="*/ 3084621 w 5315541"/>
              <a:gd name="connsiteY16" fmla="*/ 703318 h 892872"/>
              <a:gd name="connsiteX17" fmla="*/ 2906821 w 5315541"/>
              <a:gd name="connsiteY17" fmla="*/ 855719 h 892872"/>
              <a:gd name="connsiteX18" fmla="*/ 2542755 w 5315541"/>
              <a:gd name="connsiteY18" fmla="*/ 889585 h 892872"/>
              <a:gd name="connsiteX19" fmla="*/ 1856955 w 5315541"/>
              <a:gd name="connsiteY19" fmla="*/ 796452 h 892872"/>
              <a:gd name="connsiteX20" fmla="*/ 1188088 w 5315541"/>
              <a:gd name="connsiteY20" fmla="*/ 584786 h 892872"/>
              <a:gd name="connsiteX21" fmla="*/ 891755 w 5315541"/>
              <a:gd name="connsiteY21" fmla="*/ 313852 h 892872"/>
              <a:gd name="connsiteX22" fmla="*/ 705488 w 5315541"/>
              <a:gd name="connsiteY22" fmla="*/ 186852 h 892872"/>
              <a:gd name="connsiteX23" fmla="*/ 502288 w 5315541"/>
              <a:gd name="connsiteY23" fmla="*/ 136052 h 892872"/>
              <a:gd name="connsiteX24" fmla="*/ 146687 w 5315541"/>
              <a:gd name="connsiteY24" fmla="*/ 93719 h 892872"/>
              <a:gd name="connsiteX25" fmla="*/ 19688 w 5315541"/>
              <a:gd name="connsiteY25" fmla="*/ 93719 h 892872"/>
              <a:gd name="connsiteX26" fmla="*/ 87421 w 5315541"/>
              <a:gd name="connsiteY26" fmla="*/ 585 h 892872"/>
              <a:gd name="connsiteX0" fmla="*/ 87421 w 5315541"/>
              <a:gd name="connsiteY0" fmla="*/ 585 h 892872"/>
              <a:gd name="connsiteX1" fmla="*/ 815555 w 5315541"/>
              <a:gd name="connsiteY1" fmla="*/ 144519 h 892872"/>
              <a:gd name="connsiteX2" fmla="*/ 1416688 w 5315541"/>
              <a:gd name="connsiteY2" fmla="*/ 584785 h 892872"/>
              <a:gd name="connsiteX3" fmla="*/ 2813688 w 5315541"/>
              <a:gd name="connsiteY3" fmla="*/ 779519 h 892872"/>
              <a:gd name="connsiteX4" fmla="*/ 3313221 w 5315541"/>
              <a:gd name="connsiteY4" fmla="*/ 144519 h 892872"/>
              <a:gd name="connsiteX5" fmla="*/ 3878372 w 5315541"/>
              <a:gd name="connsiteY5" fmla="*/ 42965 h 892872"/>
              <a:gd name="connsiteX6" fmla="*/ 4346155 w 5315541"/>
              <a:gd name="connsiteY6" fmla="*/ 313026 h 892872"/>
              <a:gd name="connsiteX7" fmla="*/ 4771605 w 5315541"/>
              <a:gd name="connsiteY7" fmla="*/ 407455 h 892872"/>
              <a:gd name="connsiteX8" fmla="*/ 5211871 w 5315541"/>
              <a:gd name="connsiteY8" fmla="*/ 295998 h 892872"/>
              <a:gd name="connsiteX9" fmla="*/ 5247855 w 5315541"/>
              <a:gd name="connsiteY9" fmla="*/ 623934 h 892872"/>
              <a:gd name="connsiteX10" fmla="*/ 4418120 w 5315541"/>
              <a:gd name="connsiteY10" fmla="*/ 452007 h 892872"/>
              <a:gd name="connsiteX11" fmla="*/ 4145428 w 5315541"/>
              <a:gd name="connsiteY11" fmla="*/ 282730 h 892872"/>
              <a:gd name="connsiteX12" fmla="*/ 3920705 w 5315541"/>
              <a:gd name="connsiteY12" fmla="*/ 146971 h 892872"/>
              <a:gd name="connsiteX13" fmla="*/ 3596855 w 5315541"/>
              <a:gd name="connsiteY13" fmla="*/ 127586 h 892872"/>
              <a:gd name="connsiteX14" fmla="*/ 3414821 w 5315541"/>
              <a:gd name="connsiteY14" fmla="*/ 203786 h 892872"/>
              <a:gd name="connsiteX15" fmla="*/ 3296288 w 5315541"/>
              <a:gd name="connsiteY15" fmla="*/ 322318 h 892872"/>
              <a:gd name="connsiteX16" fmla="*/ 3084621 w 5315541"/>
              <a:gd name="connsiteY16" fmla="*/ 703318 h 892872"/>
              <a:gd name="connsiteX17" fmla="*/ 2906821 w 5315541"/>
              <a:gd name="connsiteY17" fmla="*/ 855719 h 892872"/>
              <a:gd name="connsiteX18" fmla="*/ 2542755 w 5315541"/>
              <a:gd name="connsiteY18" fmla="*/ 889585 h 892872"/>
              <a:gd name="connsiteX19" fmla="*/ 1856955 w 5315541"/>
              <a:gd name="connsiteY19" fmla="*/ 796452 h 892872"/>
              <a:gd name="connsiteX20" fmla="*/ 1188088 w 5315541"/>
              <a:gd name="connsiteY20" fmla="*/ 584786 h 892872"/>
              <a:gd name="connsiteX21" fmla="*/ 891755 w 5315541"/>
              <a:gd name="connsiteY21" fmla="*/ 313852 h 892872"/>
              <a:gd name="connsiteX22" fmla="*/ 705488 w 5315541"/>
              <a:gd name="connsiteY22" fmla="*/ 186852 h 892872"/>
              <a:gd name="connsiteX23" fmla="*/ 502288 w 5315541"/>
              <a:gd name="connsiteY23" fmla="*/ 136052 h 892872"/>
              <a:gd name="connsiteX24" fmla="*/ 146687 w 5315541"/>
              <a:gd name="connsiteY24" fmla="*/ 93719 h 892872"/>
              <a:gd name="connsiteX25" fmla="*/ 19688 w 5315541"/>
              <a:gd name="connsiteY25" fmla="*/ 93719 h 892872"/>
              <a:gd name="connsiteX26" fmla="*/ 87421 w 5315541"/>
              <a:gd name="connsiteY26" fmla="*/ 585 h 892872"/>
              <a:gd name="connsiteX0" fmla="*/ 87421 w 5315541"/>
              <a:gd name="connsiteY0" fmla="*/ 585 h 892872"/>
              <a:gd name="connsiteX1" fmla="*/ 815555 w 5315541"/>
              <a:gd name="connsiteY1" fmla="*/ 144519 h 892872"/>
              <a:gd name="connsiteX2" fmla="*/ 1416688 w 5315541"/>
              <a:gd name="connsiteY2" fmla="*/ 584785 h 892872"/>
              <a:gd name="connsiteX3" fmla="*/ 2813688 w 5315541"/>
              <a:gd name="connsiteY3" fmla="*/ 779519 h 892872"/>
              <a:gd name="connsiteX4" fmla="*/ 3313221 w 5315541"/>
              <a:gd name="connsiteY4" fmla="*/ 144519 h 892872"/>
              <a:gd name="connsiteX5" fmla="*/ 3878372 w 5315541"/>
              <a:gd name="connsiteY5" fmla="*/ 42965 h 892872"/>
              <a:gd name="connsiteX6" fmla="*/ 4346155 w 5315541"/>
              <a:gd name="connsiteY6" fmla="*/ 313026 h 892872"/>
              <a:gd name="connsiteX7" fmla="*/ 4771605 w 5315541"/>
              <a:gd name="connsiteY7" fmla="*/ 407455 h 892872"/>
              <a:gd name="connsiteX8" fmla="*/ 5211871 w 5315541"/>
              <a:gd name="connsiteY8" fmla="*/ 295998 h 892872"/>
              <a:gd name="connsiteX9" fmla="*/ 5247855 w 5315541"/>
              <a:gd name="connsiteY9" fmla="*/ 623934 h 892872"/>
              <a:gd name="connsiteX10" fmla="*/ 4418120 w 5315541"/>
              <a:gd name="connsiteY10" fmla="*/ 452007 h 892872"/>
              <a:gd name="connsiteX11" fmla="*/ 4145428 w 5315541"/>
              <a:gd name="connsiteY11" fmla="*/ 282730 h 892872"/>
              <a:gd name="connsiteX12" fmla="*/ 3920705 w 5315541"/>
              <a:gd name="connsiteY12" fmla="*/ 146971 h 892872"/>
              <a:gd name="connsiteX13" fmla="*/ 3596855 w 5315541"/>
              <a:gd name="connsiteY13" fmla="*/ 127586 h 892872"/>
              <a:gd name="connsiteX14" fmla="*/ 3414821 w 5315541"/>
              <a:gd name="connsiteY14" fmla="*/ 203786 h 892872"/>
              <a:gd name="connsiteX15" fmla="*/ 3296288 w 5315541"/>
              <a:gd name="connsiteY15" fmla="*/ 322318 h 892872"/>
              <a:gd name="connsiteX16" fmla="*/ 3084621 w 5315541"/>
              <a:gd name="connsiteY16" fmla="*/ 703318 h 892872"/>
              <a:gd name="connsiteX17" fmla="*/ 2906821 w 5315541"/>
              <a:gd name="connsiteY17" fmla="*/ 855719 h 892872"/>
              <a:gd name="connsiteX18" fmla="*/ 2542755 w 5315541"/>
              <a:gd name="connsiteY18" fmla="*/ 889585 h 892872"/>
              <a:gd name="connsiteX19" fmla="*/ 1856955 w 5315541"/>
              <a:gd name="connsiteY19" fmla="*/ 796452 h 892872"/>
              <a:gd name="connsiteX20" fmla="*/ 1188088 w 5315541"/>
              <a:gd name="connsiteY20" fmla="*/ 584786 h 892872"/>
              <a:gd name="connsiteX21" fmla="*/ 891755 w 5315541"/>
              <a:gd name="connsiteY21" fmla="*/ 313852 h 892872"/>
              <a:gd name="connsiteX22" fmla="*/ 705488 w 5315541"/>
              <a:gd name="connsiteY22" fmla="*/ 186852 h 892872"/>
              <a:gd name="connsiteX23" fmla="*/ 502288 w 5315541"/>
              <a:gd name="connsiteY23" fmla="*/ 136052 h 892872"/>
              <a:gd name="connsiteX24" fmla="*/ 146687 w 5315541"/>
              <a:gd name="connsiteY24" fmla="*/ 93719 h 892872"/>
              <a:gd name="connsiteX25" fmla="*/ 19688 w 5315541"/>
              <a:gd name="connsiteY25" fmla="*/ 93719 h 892872"/>
              <a:gd name="connsiteX26" fmla="*/ 87421 w 5315541"/>
              <a:gd name="connsiteY26" fmla="*/ 585 h 892872"/>
              <a:gd name="connsiteX0" fmla="*/ 87421 w 5323628"/>
              <a:gd name="connsiteY0" fmla="*/ 38479 h 930766"/>
              <a:gd name="connsiteX1" fmla="*/ 815555 w 5323628"/>
              <a:gd name="connsiteY1" fmla="*/ 182413 h 930766"/>
              <a:gd name="connsiteX2" fmla="*/ 1416688 w 5323628"/>
              <a:gd name="connsiteY2" fmla="*/ 622679 h 930766"/>
              <a:gd name="connsiteX3" fmla="*/ 2813688 w 5323628"/>
              <a:gd name="connsiteY3" fmla="*/ 817413 h 930766"/>
              <a:gd name="connsiteX4" fmla="*/ 3313221 w 5323628"/>
              <a:gd name="connsiteY4" fmla="*/ 182413 h 930766"/>
              <a:gd name="connsiteX5" fmla="*/ 3878372 w 5323628"/>
              <a:gd name="connsiteY5" fmla="*/ 80859 h 930766"/>
              <a:gd name="connsiteX6" fmla="*/ 4346155 w 5323628"/>
              <a:gd name="connsiteY6" fmla="*/ 350920 h 930766"/>
              <a:gd name="connsiteX7" fmla="*/ 4771605 w 5323628"/>
              <a:gd name="connsiteY7" fmla="*/ 445349 h 930766"/>
              <a:gd name="connsiteX8" fmla="*/ 4596279 w 5323628"/>
              <a:gd name="connsiteY8" fmla="*/ 1014 h 930766"/>
              <a:gd name="connsiteX9" fmla="*/ 5211871 w 5323628"/>
              <a:gd name="connsiteY9" fmla="*/ 333892 h 930766"/>
              <a:gd name="connsiteX10" fmla="*/ 5247855 w 5323628"/>
              <a:gd name="connsiteY10" fmla="*/ 661828 h 930766"/>
              <a:gd name="connsiteX11" fmla="*/ 4418120 w 5323628"/>
              <a:gd name="connsiteY11" fmla="*/ 489901 h 930766"/>
              <a:gd name="connsiteX12" fmla="*/ 4145428 w 5323628"/>
              <a:gd name="connsiteY12" fmla="*/ 320624 h 930766"/>
              <a:gd name="connsiteX13" fmla="*/ 3920705 w 5323628"/>
              <a:gd name="connsiteY13" fmla="*/ 184865 h 930766"/>
              <a:gd name="connsiteX14" fmla="*/ 3596855 w 5323628"/>
              <a:gd name="connsiteY14" fmla="*/ 165480 h 930766"/>
              <a:gd name="connsiteX15" fmla="*/ 3414821 w 5323628"/>
              <a:gd name="connsiteY15" fmla="*/ 241680 h 930766"/>
              <a:gd name="connsiteX16" fmla="*/ 3296288 w 5323628"/>
              <a:gd name="connsiteY16" fmla="*/ 360212 h 930766"/>
              <a:gd name="connsiteX17" fmla="*/ 3084621 w 5323628"/>
              <a:gd name="connsiteY17" fmla="*/ 741212 h 930766"/>
              <a:gd name="connsiteX18" fmla="*/ 2906821 w 5323628"/>
              <a:gd name="connsiteY18" fmla="*/ 893613 h 930766"/>
              <a:gd name="connsiteX19" fmla="*/ 2542755 w 5323628"/>
              <a:gd name="connsiteY19" fmla="*/ 927479 h 930766"/>
              <a:gd name="connsiteX20" fmla="*/ 1856955 w 5323628"/>
              <a:gd name="connsiteY20" fmla="*/ 834346 h 930766"/>
              <a:gd name="connsiteX21" fmla="*/ 1188088 w 5323628"/>
              <a:gd name="connsiteY21" fmla="*/ 622680 h 930766"/>
              <a:gd name="connsiteX22" fmla="*/ 891755 w 5323628"/>
              <a:gd name="connsiteY22" fmla="*/ 351746 h 930766"/>
              <a:gd name="connsiteX23" fmla="*/ 705488 w 5323628"/>
              <a:gd name="connsiteY23" fmla="*/ 224746 h 930766"/>
              <a:gd name="connsiteX24" fmla="*/ 502288 w 5323628"/>
              <a:gd name="connsiteY24" fmla="*/ 173946 h 930766"/>
              <a:gd name="connsiteX25" fmla="*/ 146687 w 5323628"/>
              <a:gd name="connsiteY25" fmla="*/ 131613 h 930766"/>
              <a:gd name="connsiteX26" fmla="*/ 19688 w 5323628"/>
              <a:gd name="connsiteY26" fmla="*/ 131613 h 930766"/>
              <a:gd name="connsiteX27" fmla="*/ 87421 w 5323628"/>
              <a:gd name="connsiteY27" fmla="*/ 38479 h 930766"/>
              <a:gd name="connsiteX0" fmla="*/ 87421 w 5263955"/>
              <a:gd name="connsiteY0" fmla="*/ 81802 h 974089"/>
              <a:gd name="connsiteX1" fmla="*/ 815555 w 5263955"/>
              <a:gd name="connsiteY1" fmla="*/ 225736 h 974089"/>
              <a:gd name="connsiteX2" fmla="*/ 1416688 w 5263955"/>
              <a:gd name="connsiteY2" fmla="*/ 666002 h 974089"/>
              <a:gd name="connsiteX3" fmla="*/ 2813688 w 5263955"/>
              <a:gd name="connsiteY3" fmla="*/ 860736 h 974089"/>
              <a:gd name="connsiteX4" fmla="*/ 3313221 w 5263955"/>
              <a:gd name="connsiteY4" fmla="*/ 225736 h 974089"/>
              <a:gd name="connsiteX5" fmla="*/ 3878372 w 5263955"/>
              <a:gd name="connsiteY5" fmla="*/ 124182 h 974089"/>
              <a:gd name="connsiteX6" fmla="*/ 4346155 w 5263955"/>
              <a:gd name="connsiteY6" fmla="*/ 394243 h 974089"/>
              <a:gd name="connsiteX7" fmla="*/ 4771605 w 5263955"/>
              <a:gd name="connsiteY7" fmla="*/ 488672 h 974089"/>
              <a:gd name="connsiteX8" fmla="*/ 4596279 w 5263955"/>
              <a:gd name="connsiteY8" fmla="*/ 44337 h 974089"/>
              <a:gd name="connsiteX9" fmla="*/ 4938821 w 5263955"/>
              <a:gd name="connsiteY9" fmla="*/ 57605 h 974089"/>
              <a:gd name="connsiteX10" fmla="*/ 5247855 w 5263955"/>
              <a:gd name="connsiteY10" fmla="*/ 705151 h 974089"/>
              <a:gd name="connsiteX11" fmla="*/ 4418120 w 5263955"/>
              <a:gd name="connsiteY11" fmla="*/ 533224 h 974089"/>
              <a:gd name="connsiteX12" fmla="*/ 4145428 w 5263955"/>
              <a:gd name="connsiteY12" fmla="*/ 363947 h 974089"/>
              <a:gd name="connsiteX13" fmla="*/ 3920705 w 5263955"/>
              <a:gd name="connsiteY13" fmla="*/ 228188 h 974089"/>
              <a:gd name="connsiteX14" fmla="*/ 3596855 w 5263955"/>
              <a:gd name="connsiteY14" fmla="*/ 208803 h 974089"/>
              <a:gd name="connsiteX15" fmla="*/ 3414821 w 5263955"/>
              <a:gd name="connsiteY15" fmla="*/ 285003 h 974089"/>
              <a:gd name="connsiteX16" fmla="*/ 3296288 w 5263955"/>
              <a:gd name="connsiteY16" fmla="*/ 403535 h 974089"/>
              <a:gd name="connsiteX17" fmla="*/ 3084621 w 5263955"/>
              <a:gd name="connsiteY17" fmla="*/ 784535 h 974089"/>
              <a:gd name="connsiteX18" fmla="*/ 2906821 w 5263955"/>
              <a:gd name="connsiteY18" fmla="*/ 936936 h 974089"/>
              <a:gd name="connsiteX19" fmla="*/ 2542755 w 5263955"/>
              <a:gd name="connsiteY19" fmla="*/ 970802 h 974089"/>
              <a:gd name="connsiteX20" fmla="*/ 1856955 w 5263955"/>
              <a:gd name="connsiteY20" fmla="*/ 877669 h 974089"/>
              <a:gd name="connsiteX21" fmla="*/ 1188088 w 5263955"/>
              <a:gd name="connsiteY21" fmla="*/ 666003 h 974089"/>
              <a:gd name="connsiteX22" fmla="*/ 891755 w 5263955"/>
              <a:gd name="connsiteY22" fmla="*/ 395069 h 974089"/>
              <a:gd name="connsiteX23" fmla="*/ 705488 w 5263955"/>
              <a:gd name="connsiteY23" fmla="*/ 268069 h 974089"/>
              <a:gd name="connsiteX24" fmla="*/ 502288 w 5263955"/>
              <a:gd name="connsiteY24" fmla="*/ 217269 h 974089"/>
              <a:gd name="connsiteX25" fmla="*/ 146687 w 5263955"/>
              <a:gd name="connsiteY25" fmla="*/ 174936 h 974089"/>
              <a:gd name="connsiteX26" fmla="*/ 19688 w 5263955"/>
              <a:gd name="connsiteY26" fmla="*/ 174936 h 974089"/>
              <a:gd name="connsiteX27" fmla="*/ 87421 w 5263955"/>
              <a:gd name="connsiteY27" fmla="*/ 81802 h 974089"/>
              <a:gd name="connsiteX0" fmla="*/ 87421 w 5259533"/>
              <a:gd name="connsiteY0" fmla="*/ 56909 h 949196"/>
              <a:gd name="connsiteX1" fmla="*/ 815555 w 5259533"/>
              <a:gd name="connsiteY1" fmla="*/ 200843 h 949196"/>
              <a:gd name="connsiteX2" fmla="*/ 1416688 w 5259533"/>
              <a:gd name="connsiteY2" fmla="*/ 641109 h 949196"/>
              <a:gd name="connsiteX3" fmla="*/ 2813688 w 5259533"/>
              <a:gd name="connsiteY3" fmla="*/ 835843 h 949196"/>
              <a:gd name="connsiteX4" fmla="*/ 3313221 w 5259533"/>
              <a:gd name="connsiteY4" fmla="*/ 200843 h 949196"/>
              <a:gd name="connsiteX5" fmla="*/ 3878372 w 5259533"/>
              <a:gd name="connsiteY5" fmla="*/ 99289 h 949196"/>
              <a:gd name="connsiteX6" fmla="*/ 4346155 w 5259533"/>
              <a:gd name="connsiteY6" fmla="*/ 369350 h 949196"/>
              <a:gd name="connsiteX7" fmla="*/ 4771605 w 5259533"/>
              <a:gd name="connsiteY7" fmla="*/ 463779 h 949196"/>
              <a:gd name="connsiteX8" fmla="*/ 4596279 w 5259533"/>
              <a:gd name="connsiteY8" fmla="*/ 19444 h 949196"/>
              <a:gd name="connsiteX9" fmla="*/ 4938821 w 5259533"/>
              <a:gd name="connsiteY9" fmla="*/ 32712 h 949196"/>
              <a:gd name="connsiteX10" fmla="*/ 4907429 w 5259533"/>
              <a:gd name="connsiteY10" fmla="*/ 324528 h 949196"/>
              <a:gd name="connsiteX11" fmla="*/ 5247855 w 5259533"/>
              <a:gd name="connsiteY11" fmla="*/ 680258 h 949196"/>
              <a:gd name="connsiteX12" fmla="*/ 4418120 w 5259533"/>
              <a:gd name="connsiteY12" fmla="*/ 508331 h 949196"/>
              <a:gd name="connsiteX13" fmla="*/ 4145428 w 5259533"/>
              <a:gd name="connsiteY13" fmla="*/ 339054 h 949196"/>
              <a:gd name="connsiteX14" fmla="*/ 3920705 w 5259533"/>
              <a:gd name="connsiteY14" fmla="*/ 203295 h 949196"/>
              <a:gd name="connsiteX15" fmla="*/ 3596855 w 5259533"/>
              <a:gd name="connsiteY15" fmla="*/ 183910 h 949196"/>
              <a:gd name="connsiteX16" fmla="*/ 3414821 w 5259533"/>
              <a:gd name="connsiteY16" fmla="*/ 260110 h 949196"/>
              <a:gd name="connsiteX17" fmla="*/ 3296288 w 5259533"/>
              <a:gd name="connsiteY17" fmla="*/ 378642 h 949196"/>
              <a:gd name="connsiteX18" fmla="*/ 3084621 w 5259533"/>
              <a:gd name="connsiteY18" fmla="*/ 759642 h 949196"/>
              <a:gd name="connsiteX19" fmla="*/ 2906821 w 5259533"/>
              <a:gd name="connsiteY19" fmla="*/ 912043 h 949196"/>
              <a:gd name="connsiteX20" fmla="*/ 2542755 w 5259533"/>
              <a:gd name="connsiteY20" fmla="*/ 945909 h 949196"/>
              <a:gd name="connsiteX21" fmla="*/ 1856955 w 5259533"/>
              <a:gd name="connsiteY21" fmla="*/ 852776 h 949196"/>
              <a:gd name="connsiteX22" fmla="*/ 1188088 w 5259533"/>
              <a:gd name="connsiteY22" fmla="*/ 641110 h 949196"/>
              <a:gd name="connsiteX23" fmla="*/ 891755 w 5259533"/>
              <a:gd name="connsiteY23" fmla="*/ 370176 h 949196"/>
              <a:gd name="connsiteX24" fmla="*/ 705488 w 5259533"/>
              <a:gd name="connsiteY24" fmla="*/ 243176 h 949196"/>
              <a:gd name="connsiteX25" fmla="*/ 502288 w 5259533"/>
              <a:gd name="connsiteY25" fmla="*/ 192376 h 949196"/>
              <a:gd name="connsiteX26" fmla="*/ 146687 w 5259533"/>
              <a:gd name="connsiteY26" fmla="*/ 150043 h 949196"/>
              <a:gd name="connsiteX27" fmla="*/ 19688 w 5259533"/>
              <a:gd name="connsiteY27" fmla="*/ 150043 h 949196"/>
              <a:gd name="connsiteX28" fmla="*/ 87421 w 5259533"/>
              <a:gd name="connsiteY28" fmla="*/ 56909 h 949196"/>
              <a:gd name="connsiteX0" fmla="*/ 87421 w 5259533"/>
              <a:gd name="connsiteY0" fmla="*/ 64241 h 956528"/>
              <a:gd name="connsiteX1" fmla="*/ 815555 w 5259533"/>
              <a:gd name="connsiteY1" fmla="*/ 208175 h 956528"/>
              <a:gd name="connsiteX2" fmla="*/ 1416688 w 5259533"/>
              <a:gd name="connsiteY2" fmla="*/ 648441 h 956528"/>
              <a:gd name="connsiteX3" fmla="*/ 2813688 w 5259533"/>
              <a:gd name="connsiteY3" fmla="*/ 843175 h 956528"/>
              <a:gd name="connsiteX4" fmla="*/ 3313221 w 5259533"/>
              <a:gd name="connsiteY4" fmla="*/ 208175 h 956528"/>
              <a:gd name="connsiteX5" fmla="*/ 3878372 w 5259533"/>
              <a:gd name="connsiteY5" fmla="*/ 106621 h 956528"/>
              <a:gd name="connsiteX6" fmla="*/ 4346155 w 5259533"/>
              <a:gd name="connsiteY6" fmla="*/ 376682 h 956528"/>
              <a:gd name="connsiteX7" fmla="*/ 4771605 w 5259533"/>
              <a:gd name="connsiteY7" fmla="*/ 471111 h 956528"/>
              <a:gd name="connsiteX8" fmla="*/ 4653429 w 5259533"/>
              <a:gd name="connsiteY8" fmla="*/ 302805 h 956528"/>
              <a:gd name="connsiteX9" fmla="*/ 4596279 w 5259533"/>
              <a:gd name="connsiteY9" fmla="*/ 26776 h 956528"/>
              <a:gd name="connsiteX10" fmla="*/ 4938821 w 5259533"/>
              <a:gd name="connsiteY10" fmla="*/ 40044 h 956528"/>
              <a:gd name="connsiteX11" fmla="*/ 4907429 w 5259533"/>
              <a:gd name="connsiteY11" fmla="*/ 331860 h 956528"/>
              <a:gd name="connsiteX12" fmla="*/ 5247855 w 5259533"/>
              <a:gd name="connsiteY12" fmla="*/ 687590 h 956528"/>
              <a:gd name="connsiteX13" fmla="*/ 4418120 w 5259533"/>
              <a:gd name="connsiteY13" fmla="*/ 515663 h 956528"/>
              <a:gd name="connsiteX14" fmla="*/ 4145428 w 5259533"/>
              <a:gd name="connsiteY14" fmla="*/ 346386 h 956528"/>
              <a:gd name="connsiteX15" fmla="*/ 3920705 w 5259533"/>
              <a:gd name="connsiteY15" fmla="*/ 210627 h 956528"/>
              <a:gd name="connsiteX16" fmla="*/ 3596855 w 5259533"/>
              <a:gd name="connsiteY16" fmla="*/ 191242 h 956528"/>
              <a:gd name="connsiteX17" fmla="*/ 3414821 w 5259533"/>
              <a:gd name="connsiteY17" fmla="*/ 267442 h 956528"/>
              <a:gd name="connsiteX18" fmla="*/ 3296288 w 5259533"/>
              <a:gd name="connsiteY18" fmla="*/ 385974 h 956528"/>
              <a:gd name="connsiteX19" fmla="*/ 3084621 w 5259533"/>
              <a:gd name="connsiteY19" fmla="*/ 766974 h 956528"/>
              <a:gd name="connsiteX20" fmla="*/ 2906821 w 5259533"/>
              <a:gd name="connsiteY20" fmla="*/ 919375 h 956528"/>
              <a:gd name="connsiteX21" fmla="*/ 2542755 w 5259533"/>
              <a:gd name="connsiteY21" fmla="*/ 953241 h 956528"/>
              <a:gd name="connsiteX22" fmla="*/ 1856955 w 5259533"/>
              <a:gd name="connsiteY22" fmla="*/ 860108 h 956528"/>
              <a:gd name="connsiteX23" fmla="*/ 1188088 w 5259533"/>
              <a:gd name="connsiteY23" fmla="*/ 648442 h 956528"/>
              <a:gd name="connsiteX24" fmla="*/ 891755 w 5259533"/>
              <a:gd name="connsiteY24" fmla="*/ 377508 h 956528"/>
              <a:gd name="connsiteX25" fmla="*/ 705488 w 5259533"/>
              <a:gd name="connsiteY25" fmla="*/ 250508 h 956528"/>
              <a:gd name="connsiteX26" fmla="*/ 502288 w 5259533"/>
              <a:gd name="connsiteY26" fmla="*/ 199708 h 956528"/>
              <a:gd name="connsiteX27" fmla="*/ 146687 w 5259533"/>
              <a:gd name="connsiteY27" fmla="*/ 157375 h 956528"/>
              <a:gd name="connsiteX28" fmla="*/ 19688 w 5259533"/>
              <a:gd name="connsiteY28" fmla="*/ 157375 h 956528"/>
              <a:gd name="connsiteX29" fmla="*/ 87421 w 5259533"/>
              <a:gd name="connsiteY29" fmla="*/ 64241 h 956528"/>
              <a:gd name="connsiteX0" fmla="*/ 87421 w 5259533"/>
              <a:gd name="connsiteY0" fmla="*/ 64242 h 956529"/>
              <a:gd name="connsiteX1" fmla="*/ 815555 w 5259533"/>
              <a:gd name="connsiteY1" fmla="*/ 208176 h 956529"/>
              <a:gd name="connsiteX2" fmla="*/ 1416688 w 5259533"/>
              <a:gd name="connsiteY2" fmla="*/ 648442 h 956529"/>
              <a:gd name="connsiteX3" fmla="*/ 2813688 w 5259533"/>
              <a:gd name="connsiteY3" fmla="*/ 843176 h 956529"/>
              <a:gd name="connsiteX4" fmla="*/ 3313221 w 5259533"/>
              <a:gd name="connsiteY4" fmla="*/ 208176 h 956529"/>
              <a:gd name="connsiteX5" fmla="*/ 3878372 w 5259533"/>
              <a:gd name="connsiteY5" fmla="*/ 106622 h 956529"/>
              <a:gd name="connsiteX6" fmla="*/ 4346155 w 5259533"/>
              <a:gd name="connsiteY6" fmla="*/ 376683 h 956529"/>
              <a:gd name="connsiteX7" fmla="*/ 4771605 w 5259533"/>
              <a:gd name="connsiteY7" fmla="*/ 471112 h 956529"/>
              <a:gd name="connsiteX8" fmla="*/ 4653429 w 5259533"/>
              <a:gd name="connsiteY8" fmla="*/ 302806 h 956529"/>
              <a:gd name="connsiteX9" fmla="*/ 4596279 w 5259533"/>
              <a:gd name="connsiteY9" fmla="*/ 26777 h 956529"/>
              <a:gd name="connsiteX10" fmla="*/ 4938821 w 5259533"/>
              <a:gd name="connsiteY10" fmla="*/ 40045 h 956529"/>
              <a:gd name="connsiteX11" fmla="*/ 4907429 w 5259533"/>
              <a:gd name="connsiteY11" fmla="*/ 331861 h 956529"/>
              <a:gd name="connsiteX12" fmla="*/ 5247855 w 5259533"/>
              <a:gd name="connsiteY12" fmla="*/ 687591 h 956529"/>
              <a:gd name="connsiteX13" fmla="*/ 4418120 w 5259533"/>
              <a:gd name="connsiteY13" fmla="*/ 515664 h 956529"/>
              <a:gd name="connsiteX14" fmla="*/ 4145428 w 5259533"/>
              <a:gd name="connsiteY14" fmla="*/ 346387 h 956529"/>
              <a:gd name="connsiteX15" fmla="*/ 3920705 w 5259533"/>
              <a:gd name="connsiteY15" fmla="*/ 210628 h 956529"/>
              <a:gd name="connsiteX16" fmla="*/ 3596855 w 5259533"/>
              <a:gd name="connsiteY16" fmla="*/ 191243 h 956529"/>
              <a:gd name="connsiteX17" fmla="*/ 3414821 w 5259533"/>
              <a:gd name="connsiteY17" fmla="*/ 267443 h 956529"/>
              <a:gd name="connsiteX18" fmla="*/ 3296288 w 5259533"/>
              <a:gd name="connsiteY18" fmla="*/ 385975 h 956529"/>
              <a:gd name="connsiteX19" fmla="*/ 3084621 w 5259533"/>
              <a:gd name="connsiteY19" fmla="*/ 766975 h 956529"/>
              <a:gd name="connsiteX20" fmla="*/ 2906821 w 5259533"/>
              <a:gd name="connsiteY20" fmla="*/ 919376 h 956529"/>
              <a:gd name="connsiteX21" fmla="*/ 2542755 w 5259533"/>
              <a:gd name="connsiteY21" fmla="*/ 953242 h 956529"/>
              <a:gd name="connsiteX22" fmla="*/ 1856955 w 5259533"/>
              <a:gd name="connsiteY22" fmla="*/ 860109 h 956529"/>
              <a:gd name="connsiteX23" fmla="*/ 1188088 w 5259533"/>
              <a:gd name="connsiteY23" fmla="*/ 648443 h 956529"/>
              <a:gd name="connsiteX24" fmla="*/ 891755 w 5259533"/>
              <a:gd name="connsiteY24" fmla="*/ 377509 h 956529"/>
              <a:gd name="connsiteX25" fmla="*/ 705488 w 5259533"/>
              <a:gd name="connsiteY25" fmla="*/ 250509 h 956529"/>
              <a:gd name="connsiteX26" fmla="*/ 502288 w 5259533"/>
              <a:gd name="connsiteY26" fmla="*/ 199709 h 956529"/>
              <a:gd name="connsiteX27" fmla="*/ 146687 w 5259533"/>
              <a:gd name="connsiteY27" fmla="*/ 157376 h 956529"/>
              <a:gd name="connsiteX28" fmla="*/ 19688 w 5259533"/>
              <a:gd name="connsiteY28" fmla="*/ 157376 h 956529"/>
              <a:gd name="connsiteX29" fmla="*/ 87421 w 5259533"/>
              <a:gd name="connsiteY29" fmla="*/ 64242 h 956529"/>
              <a:gd name="connsiteX0" fmla="*/ 87421 w 5259672"/>
              <a:gd name="connsiteY0" fmla="*/ 58517 h 950804"/>
              <a:gd name="connsiteX1" fmla="*/ 815555 w 5259672"/>
              <a:gd name="connsiteY1" fmla="*/ 202451 h 950804"/>
              <a:gd name="connsiteX2" fmla="*/ 1416688 w 5259672"/>
              <a:gd name="connsiteY2" fmla="*/ 642717 h 950804"/>
              <a:gd name="connsiteX3" fmla="*/ 2813688 w 5259672"/>
              <a:gd name="connsiteY3" fmla="*/ 837451 h 950804"/>
              <a:gd name="connsiteX4" fmla="*/ 3313221 w 5259672"/>
              <a:gd name="connsiteY4" fmla="*/ 202451 h 950804"/>
              <a:gd name="connsiteX5" fmla="*/ 3878372 w 5259672"/>
              <a:gd name="connsiteY5" fmla="*/ 100897 h 950804"/>
              <a:gd name="connsiteX6" fmla="*/ 4346155 w 5259672"/>
              <a:gd name="connsiteY6" fmla="*/ 370958 h 950804"/>
              <a:gd name="connsiteX7" fmla="*/ 4771605 w 5259672"/>
              <a:gd name="connsiteY7" fmla="*/ 465387 h 950804"/>
              <a:gd name="connsiteX8" fmla="*/ 4653429 w 5259672"/>
              <a:gd name="connsiteY8" fmla="*/ 297081 h 950804"/>
              <a:gd name="connsiteX9" fmla="*/ 4596279 w 5259672"/>
              <a:gd name="connsiteY9" fmla="*/ 21052 h 950804"/>
              <a:gd name="connsiteX10" fmla="*/ 4938821 w 5259672"/>
              <a:gd name="connsiteY10" fmla="*/ 34320 h 950804"/>
              <a:gd name="connsiteX11" fmla="*/ 4939179 w 5259672"/>
              <a:gd name="connsiteY11" fmla="*/ 217179 h 950804"/>
              <a:gd name="connsiteX12" fmla="*/ 4907429 w 5259672"/>
              <a:gd name="connsiteY12" fmla="*/ 326136 h 950804"/>
              <a:gd name="connsiteX13" fmla="*/ 5247855 w 5259672"/>
              <a:gd name="connsiteY13" fmla="*/ 681866 h 950804"/>
              <a:gd name="connsiteX14" fmla="*/ 4418120 w 5259672"/>
              <a:gd name="connsiteY14" fmla="*/ 509939 h 950804"/>
              <a:gd name="connsiteX15" fmla="*/ 4145428 w 5259672"/>
              <a:gd name="connsiteY15" fmla="*/ 340662 h 950804"/>
              <a:gd name="connsiteX16" fmla="*/ 3920705 w 5259672"/>
              <a:gd name="connsiteY16" fmla="*/ 204903 h 950804"/>
              <a:gd name="connsiteX17" fmla="*/ 3596855 w 5259672"/>
              <a:gd name="connsiteY17" fmla="*/ 185518 h 950804"/>
              <a:gd name="connsiteX18" fmla="*/ 3414821 w 5259672"/>
              <a:gd name="connsiteY18" fmla="*/ 261718 h 950804"/>
              <a:gd name="connsiteX19" fmla="*/ 3296288 w 5259672"/>
              <a:gd name="connsiteY19" fmla="*/ 380250 h 950804"/>
              <a:gd name="connsiteX20" fmla="*/ 3084621 w 5259672"/>
              <a:gd name="connsiteY20" fmla="*/ 761250 h 950804"/>
              <a:gd name="connsiteX21" fmla="*/ 2906821 w 5259672"/>
              <a:gd name="connsiteY21" fmla="*/ 913651 h 950804"/>
              <a:gd name="connsiteX22" fmla="*/ 2542755 w 5259672"/>
              <a:gd name="connsiteY22" fmla="*/ 947517 h 950804"/>
              <a:gd name="connsiteX23" fmla="*/ 1856955 w 5259672"/>
              <a:gd name="connsiteY23" fmla="*/ 854384 h 950804"/>
              <a:gd name="connsiteX24" fmla="*/ 1188088 w 5259672"/>
              <a:gd name="connsiteY24" fmla="*/ 642718 h 950804"/>
              <a:gd name="connsiteX25" fmla="*/ 891755 w 5259672"/>
              <a:gd name="connsiteY25" fmla="*/ 371784 h 950804"/>
              <a:gd name="connsiteX26" fmla="*/ 705488 w 5259672"/>
              <a:gd name="connsiteY26" fmla="*/ 244784 h 950804"/>
              <a:gd name="connsiteX27" fmla="*/ 502288 w 5259672"/>
              <a:gd name="connsiteY27" fmla="*/ 193984 h 950804"/>
              <a:gd name="connsiteX28" fmla="*/ 146687 w 5259672"/>
              <a:gd name="connsiteY28" fmla="*/ 151651 h 950804"/>
              <a:gd name="connsiteX29" fmla="*/ 19688 w 5259672"/>
              <a:gd name="connsiteY29" fmla="*/ 151651 h 950804"/>
              <a:gd name="connsiteX30" fmla="*/ 87421 w 5259672"/>
              <a:gd name="connsiteY30" fmla="*/ 58517 h 950804"/>
              <a:gd name="connsiteX0" fmla="*/ 87421 w 5256262"/>
              <a:gd name="connsiteY0" fmla="*/ 58517 h 950804"/>
              <a:gd name="connsiteX1" fmla="*/ 815555 w 5256262"/>
              <a:gd name="connsiteY1" fmla="*/ 202451 h 950804"/>
              <a:gd name="connsiteX2" fmla="*/ 1416688 w 5256262"/>
              <a:gd name="connsiteY2" fmla="*/ 642717 h 950804"/>
              <a:gd name="connsiteX3" fmla="*/ 2813688 w 5256262"/>
              <a:gd name="connsiteY3" fmla="*/ 837451 h 950804"/>
              <a:gd name="connsiteX4" fmla="*/ 3313221 w 5256262"/>
              <a:gd name="connsiteY4" fmla="*/ 202451 h 950804"/>
              <a:gd name="connsiteX5" fmla="*/ 3878372 w 5256262"/>
              <a:gd name="connsiteY5" fmla="*/ 100897 h 950804"/>
              <a:gd name="connsiteX6" fmla="*/ 4346155 w 5256262"/>
              <a:gd name="connsiteY6" fmla="*/ 370958 h 950804"/>
              <a:gd name="connsiteX7" fmla="*/ 4771605 w 5256262"/>
              <a:gd name="connsiteY7" fmla="*/ 465387 h 950804"/>
              <a:gd name="connsiteX8" fmla="*/ 4653429 w 5256262"/>
              <a:gd name="connsiteY8" fmla="*/ 297081 h 950804"/>
              <a:gd name="connsiteX9" fmla="*/ 4596279 w 5256262"/>
              <a:gd name="connsiteY9" fmla="*/ 21052 h 950804"/>
              <a:gd name="connsiteX10" fmla="*/ 4938821 w 5256262"/>
              <a:gd name="connsiteY10" fmla="*/ 34320 h 950804"/>
              <a:gd name="connsiteX11" fmla="*/ 4939179 w 5256262"/>
              <a:gd name="connsiteY11" fmla="*/ 217179 h 950804"/>
              <a:gd name="connsiteX12" fmla="*/ 4850279 w 5256262"/>
              <a:gd name="connsiteY12" fmla="*/ 333399 h 950804"/>
              <a:gd name="connsiteX13" fmla="*/ 5247855 w 5256262"/>
              <a:gd name="connsiteY13" fmla="*/ 681866 h 950804"/>
              <a:gd name="connsiteX14" fmla="*/ 4418120 w 5256262"/>
              <a:gd name="connsiteY14" fmla="*/ 509939 h 950804"/>
              <a:gd name="connsiteX15" fmla="*/ 4145428 w 5256262"/>
              <a:gd name="connsiteY15" fmla="*/ 340662 h 950804"/>
              <a:gd name="connsiteX16" fmla="*/ 3920705 w 5256262"/>
              <a:gd name="connsiteY16" fmla="*/ 204903 h 950804"/>
              <a:gd name="connsiteX17" fmla="*/ 3596855 w 5256262"/>
              <a:gd name="connsiteY17" fmla="*/ 185518 h 950804"/>
              <a:gd name="connsiteX18" fmla="*/ 3414821 w 5256262"/>
              <a:gd name="connsiteY18" fmla="*/ 261718 h 950804"/>
              <a:gd name="connsiteX19" fmla="*/ 3296288 w 5256262"/>
              <a:gd name="connsiteY19" fmla="*/ 380250 h 950804"/>
              <a:gd name="connsiteX20" fmla="*/ 3084621 w 5256262"/>
              <a:gd name="connsiteY20" fmla="*/ 761250 h 950804"/>
              <a:gd name="connsiteX21" fmla="*/ 2906821 w 5256262"/>
              <a:gd name="connsiteY21" fmla="*/ 913651 h 950804"/>
              <a:gd name="connsiteX22" fmla="*/ 2542755 w 5256262"/>
              <a:gd name="connsiteY22" fmla="*/ 947517 h 950804"/>
              <a:gd name="connsiteX23" fmla="*/ 1856955 w 5256262"/>
              <a:gd name="connsiteY23" fmla="*/ 854384 h 950804"/>
              <a:gd name="connsiteX24" fmla="*/ 1188088 w 5256262"/>
              <a:gd name="connsiteY24" fmla="*/ 642718 h 950804"/>
              <a:gd name="connsiteX25" fmla="*/ 891755 w 5256262"/>
              <a:gd name="connsiteY25" fmla="*/ 371784 h 950804"/>
              <a:gd name="connsiteX26" fmla="*/ 705488 w 5256262"/>
              <a:gd name="connsiteY26" fmla="*/ 244784 h 950804"/>
              <a:gd name="connsiteX27" fmla="*/ 502288 w 5256262"/>
              <a:gd name="connsiteY27" fmla="*/ 193984 h 950804"/>
              <a:gd name="connsiteX28" fmla="*/ 146687 w 5256262"/>
              <a:gd name="connsiteY28" fmla="*/ 151651 h 950804"/>
              <a:gd name="connsiteX29" fmla="*/ 19688 w 5256262"/>
              <a:gd name="connsiteY29" fmla="*/ 151651 h 950804"/>
              <a:gd name="connsiteX30" fmla="*/ 87421 w 5256262"/>
              <a:gd name="connsiteY30" fmla="*/ 58517 h 950804"/>
              <a:gd name="connsiteX0" fmla="*/ 87421 w 5256262"/>
              <a:gd name="connsiteY0" fmla="*/ 113346 h 1005633"/>
              <a:gd name="connsiteX1" fmla="*/ 815555 w 5256262"/>
              <a:gd name="connsiteY1" fmla="*/ 257280 h 1005633"/>
              <a:gd name="connsiteX2" fmla="*/ 1416688 w 5256262"/>
              <a:gd name="connsiteY2" fmla="*/ 697546 h 1005633"/>
              <a:gd name="connsiteX3" fmla="*/ 2813688 w 5256262"/>
              <a:gd name="connsiteY3" fmla="*/ 892280 h 1005633"/>
              <a:gd name="connsiteX4" fmla="*/ 3313221 w 5256262"/>
              <a:gd name="connsiteY4" fmla="*/ 257280 h 1005633"/>
              <a:gd name="connsiteX5" fmla="*/ 3878372 w 5256262"/>
              <a:gd name="connsiteY5" fmla="*/ 155726 h 1005633"/>
              <a:gd name="connsiteX6" fmla="*/ 4346155 w 5256262"/>
              <a:gd name="connsiteY6" fmla="*/ 425787 h 1005633"/>
              <a:gd name="connsiteX7" fmla="*/ 4771605 w 5256262"/>
              <a:gd name="connsiteY7" fmla="*/ 520216 h 1005633"/>
              <a:gd name="connsiteX8" fmla="*/ 4653429 w 5256262"/>
              <a:gd name="connsiteY8" fmla="*/ 351910 h 1005633"/>
              <a:gd name="connsiteX9" fmla="*/ 4596279 w 5256262"/>
              <a:gd name="connsiteY9" fmla="*/ 75881 h 1005633"/>
              <a:gd name="connsiteX10" fmla="*/ 4913421 w 5256262"/>
              <a:gd name="connsiteY10" fmla="*/ 9246 h 1005633"/>
              <a:gd name="connsiteX11" fmla="*/ 4939179 w 5256262"/>
              <a:gd name="connsiteY11" fmla="*/ 272008 h 1005633"/>
              <a:gd name="connsiteX12" fmla="*/ 4850279 w 5256262"/>
              <a:gd name="connsiteY12" fmla="*/ 388228 h 1005633"/>
              <a:gd name="connsiteX13" fmla="*/ 5247855 w 5256262"/>
              <a:gd name="connsiteY13" fmla="*/ 736695 h 1005633"/>
              <a:gd name="connsiteX14" fmla="*/ 4418120 w 5256262"/>
              <a:gd name="connsiteY14" fmla="*/ 564768 h 1005633"/>
              <a:gd name="connsiteX15" fmla="*/ 4145428 w 5256262"/>
              <a:gd name="connsiteY15" fmla="*/ 395491 h 1005633"/>
              <a:gd name="connsiteX16" fmla="*/ 3920705 w 5256262"/>
              <a:gd name="connsiteY16" fmla="*/ 259732 h 1005633"/>
              <a:gd name="connsiteX17" fmla="*/ 3596855 w 5256262"/>
              <a:gd name="connsiteY17" fmla="*/ 240347 h 1005633"/>
              <a:gd name="connsiteX18" fmla="*/ 3414821 w 5256262"/>
              <a:gd name="connsiteY18" fmla="*/ 316547 h 1005633"/>
              <a:gd name="connsiteX19" fmla="*/ 3296288 w 5256262"/>
              <a:gd name="connsiteY19" fmla="*/ 435079 h 1005633"/>
              <a:gd name="connsiteX20" fmla="*/ 3084621 w 5256262"/>
              <a:gd name="connsiteY20" fmla="*/ 816079 h 1005633"/>
              <a:gd name="connsiteX21" fmla="*/ 2906821 w 5256262"/>
              <a:gd name="connsiteY21" fmla="*/ 968480 h 1005633"/>
              <a:gd name="connsiteX22" fmla="*/ 2542755 w 5256262"/>
              <a:gd name="connsiteY22" fmla="*/ 1002346 h 1005633"/>
              <a:gd name="connsiteX23" fmla="*/ 1856955 w 5256262"/>
              <a:gd name="connsiteY23" fmla="*/ 909213 h 1005633"/>
              <a:gd name="connsiteX24" fmla="*/ 1188088 w 5256262"/>
              <a:gd name="connsiteY24" fmla="*/ 697547 h 1005633"/>
              <a:gd name="connsiteX25" fmla="*/ 891755 w 5256262"/>
              <a:gd name="connsiteY25" fmla="*/ 426613 h 1005633"/>
              <a:gd name="connsiteX26" fmla="*/ 705488 w 5256262"/>
              <a:gd name="connsiteY26" fmla="*/ 299613 h 1005633"/>
              <a:gd name="connsiteX27" fmla="*/ 502288 w 5256262"/>
              <a:gd name="connsiteY27" fmla="*/ 248813 h 1005633"/>
              <a:gd name="connsiteX28" fmla="*/ 146687 w 5256262"/>
              <a:gd name="connsiteY28" fmla="*/ 206480 h 1005633"/>
              <a:gd name="connsiteX29" fmla="*/ 19688 w 5256262"/>
              <a:gd name="connsiteY29" fmla="*/ 206480 h 1005633"/>
              <a:gd name="connsiteX30" fmla="*/ 87421 w 5256262"/>
              <a:gd name="connsiteY30" fmla="*/ 113346 h 1005633"/>
              <a:gd name="connsiteX0" fmla="*/ 87421 w 5256262"/>
              <a:gd name="connsiteY0" fmla="*/ 130420 h 1022707"/>
              <a:gd name="connsiteX1" fmla="*/ 815555 w 5256262"/>
              <a:gd name="connsiteY1" fmla="*/ 274354 h 1022707"/>
              <a:gd name="connsiteX2" fmla="*/ 1416688 w 5256262"/>
              <a:gd name="connsiteY2" fmla="*/ 714620 h 1022707"/>
              <a:gd name="connsiteX3" fmla="*/ 2813688 w 5256262"/>
              <a:gd name="connsiteY3" fmla="*/ 909354 h 1022707"/>
              <a:gd name="connsiteX4" fmla="*/ 3313221 w 5256262"/>
              <a:gd name="connsiteY4" fmla="*/ 274354 h 1022707"/>
              <a:gd name="connsiteX5" fmla="*/ 3878372 w 5256262"/>
              <a:gd name="connsiteY5" fmla="*/ 172800 h 1022707"/>
              <a:gd name="connsiteX6" fmla="*/ 4346155 w 5256262"/>
              <a:gd name="connsiteY6" fmla="*/ 442861 h 1022707"/>
              <a:gd name="connsiteX7" fmla="*/ 4771605 w 5256262"/>
              <a:gd name="connsiteY7" fmla="*/ 537290 h 1022707"/>
              <a:gd name="connsiteX8" fmla="*/ 4653429 w 5256262"/>
              <a:gd name="connsiteY8" fmla="*/ 368984 h 1022707"/>
              <a:gd name="connsiteX9" fmla="*/ 4577229 w 5256262"/>
              <a:gd name="connsiteY9" fmla="*/ 34845 h 1022707"/>
              <a:gd name="connsiteX10" fmla="*/ 4913421 w 5256262"/>
              <a:gd name="connsiteY10" fmla="*/ 26320 h 1022707"/>
              <a:gd name="connsiteX11" fmla="*/ 4939179 w 5256262"/>
              <a:gd name="connsiteY11" fmla="*/ 289082 h 1022707"/>
              <a:gd name="connsiteX12" fmla="*/ 4850279 w 5256262"/>
              <a:gd name="connsiteY12" fmla="*/ 405302 h 1022707"/>
              <a:gd name="connsiteX13" fmla="*/ 5247855 w 5256262"/>
              <a:gd name="connsiteY13" fmla="*/ 753769 h 1022707"/>
              <a:gd name="connsiteX14" fmla="*/ 4418120 w 5256262"/>
              <a:gd name="connsiteY14" fmla="*/ 581842 h 1022707"/>
              <a:gd name="connsiteX15" fmla="*/ 4145428 w 5256262"/>
              <a:gd name="connsiteY15" fmla="*/ 412565 h 1022707"/>
              <a:gd name="connsiteX16" fmla="*/ 3920705 w 5256262"/>
              <a:gd name="connsiteY16" fmla="*/ 276806 h 1022707"/>
              <a:gd name="connsiteX17" fmla="*/ 3596855 w 5256262"/>
              <a:gd name="connsiteY17" fmla="*/ 257421 h 1022707"/>
              <a:gd name="connsiteX18" fmla="*/ 3414821 w 5256262"/>
              <a:gd name="connsiteY18" fmla="*/ 333621 h 1022707"/>
              <a:gd name="connsiteX19" fmla="*/ 3296288 w 5256262"/>
              <a:gd name="connsiteY19" fmla="*/ 452153 h 1022707"/>
              <a:gd name="connsiteX20" fmla="*/ 3084621 w 5256262"/>
              <a:gd name="connsiteY20" fmla="*/ 833153 h 1022707"/>
              <a:gd name="connsiteX21" fmla="*/ 2906821 w 5256262"/>
              <a:gd name="connsiteY21" fmla="*/ 985554 h 1022707"/>
              <a:gd name="connsiteX22" fmla="*/ 2542755 w 5256262"/>
              <a:gd name="connsiteY22" fmla="*/ 1019420 h 1022707"/>
              <a:gd name="connsiteX23" fmla="*/ 1856955 w 5256262"/>
              <a:gd name="connsiteY23" fmla="*/ 926287 h 1022707"/>
              <a:gd name="connsiteX24" fmla="*/ 1188088 w 5256262"/>
              <a:gd name="connsiteY24" fmla="*/ 714621 h 1022707"/>
              <a:gd name="connsiteX25" fmla="*/ 891755 w 5256262"/>
              <a:gd name="connsiteY25" fmla="*/ 443687 h 1022707"/>
              <a:gd name="connsiteX26" fmla="*/ 705488 w 5256262"/>
              <a:gd name="connsiteY26" fmla="*/ 316687 h 1022707"/>
              <a:gd name="connsiteX27" fmla="*/ 502288 w 5256262"/>
              <a:gd name="connsiteY27" fmla="*/ 265887 h 1022707"/>
              <a:gd name="connsiteX28" fmla="*/ 146687 w 5256262"/>
              <a:gd name="connsiteY28" fmla="*/ 223554 h 1022707"/>
              <a:gd name="connsiteX29" fmla="*/ 19688 w 5256262"/>
              <a:gd name="connsiteY29" fmla="*/ 223554 h 1022707"/>
              <a:gd name="connsiteX30" fmla="*/ 87421 w 5256262"/>
              <a:gd name="connsiteY30" fmla="*/ 130420 h 1022707"/>
              <a:gd name="connsiteX0" fmla="*/ 87421 w 5256262"/>
              <a:gd name="connsiteY0" fmla="*/ 129917 h 1022204"/>
              <a:gd name="connsiteX1" fmla="*/ 815555 w 5256262"/>
              <a:gd name="connsiteY1" fmla="*/ 273851 h 1022204"/>
              <a:gd name="connsiteX2" fmla="*/ 1416688 w 5256262"/>
              <a:gd name="connsiteY2" fmla="*/ 714117 h 1022204"/>
              <a:gd name="connsiteX3" fmla="*/ 2813688 w 5256262"/>
              <a:gd name="connsiteY3" fmla="*/ 908851 h 1022204"/>
              <a:gd name="connsiteX4" fmla="*/ 3313221 w 5256262"/>
              <a:gd name="connsiteY4" fmla="*/ 273851 h 1022204"/>
              <a:gd name="connsiteX5" fmla="*/ 3878372 w 5256262"/>
              <a:gd name="connsiteY5" fmla="*/ 172297 h 1022204"/>
              <a:gd name="connsiteX6" fmla="*/ 4346155 w 5256262"/>
              <a:gd name="connsiteY6" fmla="*/ 442358 h 1022204"/>
              <a:gd name="connsiteX7" fmla="*/ 4771605 w 5256262"/>
              <a:gd name="connsiteY7" fmla="*/ 536787 h 1022204"/>
              <a:gd name="connsiteX8" fmla="*/ 4653429 w 5256262"/>
              <a:gd name="connsiteY8" fmla="*/ 368481 h 1022204"/>
              <a:gd name="connsiteX9" fmla="*/ 4577229 w 5256262"/>
              <a:gd name="connsiteY9" fmla="*/ 34342 h 1022204"/>
              <a:gd name="connsiteX10" fmla="*/ 4913421 w 5256262"/>
              <a:gd name="connsiteY10" fmla="*/ 25817 h 1022204"/>
              <a:gd name="connsiteX11" fmla="*/ 4882029 w 5256262"/>
              <a:gd name="connsiteY11" fmla="*/ 281315 h 1022204"/>
              <a:gd name="connsiteX12" fmla="*/ 4850279 w 5256262"/>
              <a:gd name="connsiteY12" fmla="*/ 404799 h 1022204"/>
              <a:gd name="connsiteX13" fmla="*/ 5247855 w 5256262"/>
              <a:gd name="connsiteY13" fmla="*/ 753266 h 1022204"/>
              <a:gd name="connsiteX14" fmla="*/ 4418120 w 5256262"/>
              <a:gd name="connsiteY14" fmla="*/ 581339 h 1022204"/>
              <a:gd name="connsiteX15" fmla="*/ 4145428 w 5256262"/>
              <a:gd name="connsiteY15" fmla="*/ 412062 h 1022204"/>
              <a:gd name="connsiteX16" fmla="*/ 3920705 w 5256262"/>
              <a:gd name="connsiteY16" fmla="*/ 276303 h 1022204"/>
              <a:gd name="connsiteX17" fmla="*/ 3596855 w 5256262"/>
              <a:gd name="connsiteY17" fmla="*/ 256918 h 1022204"/>
              <a:gd name="connsiteX18" fmla="*/ 3414821 w 5256262"/>
              <a:gd name="connsiteY18" fmla="*/ 333118 h 1022204"/>
              <a:gd name="connsiteX19" fmla="*/ 3296288 w 5256262"/>
              <a:gd name="connsiteY19" fmla="*/ 451650 h 1022204"/>
              <a:gd name="connsiteX20" fmla="*/ 3084621 w 5256262"/>
              <a:gd name="connsiteY20" fmla="*/ 832650 h 1022204"/>
              <a:gd name="connsiteX21" fmla="*/ 2906821 w 5256262"/>
              <a:gd name="connsiteY21" fmla="*/ 985051 h 1022204"/>
              <a:gd name="connsiteX22" fmla="*/ 2542755 w 5256262"/>
              <a:gd name="connsiteY22" fmla="*/ 1018917 h 1022204"/>
              <a:gd name="connsiteX23" fmla="*/ 1856955 w 5256262"/>
              <a:gd name="connsiteY23" fmla="*/ 925784 h 1022204"/>
              <a:gd name="connsiteX24" fmla="*/ 1188088 w 5256262"/>
              <a:gd name="connsiteY24" fmla="*/ 714118 h 1022204"/>
              <a:gd name="connsiteX25" fmla="*/ 891755 w 5256262"/>
              <a:gd name="connsiteY25" fmla="*/ 443184 h 1022204"/>
              <a:gd name="connsiteX26" fmla="*/ 705488 w 5256262"/>
              <a:gd name="connsiteY26" fmla="*/ 316184 h 1022204"/>
              <a:gd name="connsiteX27" fmla="*/ 502288 w 5256262"/>
              <a:gd name="connsiteY27" fmla="*/ 265384 h 1022204"/>
              <a:gd name="connsiteX28" fmla="*/ 146687 w 5256262"/>
              <a:gd name="connsiteY28" fmla="*/ 223051 h 1022204"/>
              <a:gd name="connsiteX29" fmla="*/ 19688 w 5256262"/>
              <a:gd name="connsiteY29" fmla="*/ 223051 h 1022204"/>
              <a:gd name="connsiteX30" fmla="*/ 87421 w 5256262"/>
              <a:gd name="connsiteY30" fmla="*/ 129917 h 1022204"/>
              <a:gd name="connsiteX0" fmla="*/ 87421 w 5256262"/>
              <a:gd name="connsiteY0" fmla="*/ 129917 h 1022204"/>
              <a:gd name="connsiteX1" fmla="*/ 815555 w 5256262"/>
              <a:gd name="connsiteY1" fmla="*/ 273851 h 1022204"/>
              <a:gd name="connsiteX2" fmla="*/ 1416688 w 5256262"/>
              <a:gd name="connsiteY2" fmla="*/ 714117 h 1022204"/>
              <a:gd name="connsiteX3" fmla="*/ 2813688 w 5256262"/>
              <a:gd name="connsiteY3" fmla="*/ 908851 h 1022204"/>
              <a:gd name="connsiteX4" fmla="*/ 3313221 w 5256262"/>
              <a:gd name="connsiteY4" fmla="*/ 273851 h 1022204"/>
              <a:gd name="connsiteX5" fmla="*/ 3878372 w 5256262"/>
              <a:gd name="connsiteY5" fmla="*/ 172297 h 1022204"/>
              <a:gd name="connsiteX6" fmla="*/ 4346155 w 5256262"/>
              <a:gd name="connsiteY6" fmla="*/ 442358 h 1022204"/>
              <a:gd name="connsiteX7" fmla="*/ 4771605 w 5256262"/>
              <a:gd name="connsiteY7" fmla="*/ 536787 h 1022204"/>
              <a:gd name="connsiteX8" fmla="*/ 4640729 w 5256262"/>
              <a:gd name="connsiteY8" fmla="*/ 332162 h 1022204"/>
              <a:gd name="connsiteX9" fmla="*/ 4577229 w 5256262"/>
              <a:gd name="connsiteY9" fmla="*/ 34342 h 1022204"/>
              <a:gd name="connsiteX10" fmla="*/ 4913421 w 5256262"/>
              <a:gd name="connsiteY10" fmla="*/ 25817 h 1022204"/>
              <a:gd name="connsiteX11" fmla="*/ 4882029 w 5256262"/>
              <a:gd name="connsiteY11" fmla="*/ 281315 h 1022204"/>
              <a:gd name="connsiteX12" fmla="*/ 4850279 w 5256262"/>
              <a:gd name="connsiteY12" fmla="*/ 404799 h 1022204"/>
              <a:gd name="connsiteX13" fmla="*/ 5247855 w 5256262"/>
              <a:gd name="connsiteY13" fmla="*/ 753266 h 1022204"/>
              <a:gd name="connsiteX14" fmla="*/ 4418120 w 5256262"/>
              <a:gd name="connsiteY14" fmla="*/ 581339 h 1022204"/>
              <a:gd name="connsiteX15" fmla="*/ 4145428 w 5256262"/>
              <a:gd name="connsiteY15" fmla="*/ 412062 h 1022204"/>
              <a:gd name="connsiteX16" fmla="*/ 3920705 w 5256262"/>
              <a:gd name="connsiteY16" fmla="*/ 276303 h 1022204"/>
              <a:gd name="connsiteX17" fmla="*/ 3596855 w 5256262"/>
              <a:gd name="connsiteY17" fmla="*/ 256918 h 1022204"/>
              <a:gd name="connsiteX18" fmla="*/ 3414821 w 5256262"/>
              <a:gd name="connsiteY18" fmla="*/ 333118 h 1022204"/>
              <a:gd name="connsiteX19" fmla="*/ 3296288 w 5256262"/>
              <a:gd name="connsiteY19" fmla="*/ 451650 h 1022204"/>
              <a:gd name="connsiteX20" fmla="*/ 3084621 w 5256262"/>
              <a:gd name="connsiteY20" fmla="*/ 832650 h 1022204"/>
              <a:gd name="connsiteX21" fmla="*/ 2906821 w 5256262"/>
              <a:gd name="connsiteY21" fmla="*/ 985051 h 1022204"/>
              <a:gd name="connsiteX22" fmla="*/ 2542755 w 5256262"/>
              <a:gd name="connsiteY22" fmla="*/ 1018917 h 1022204"/>
              <a:gd name="connsiteX23" fmla="*/ 1856955 w 5256262"/>
              <a:gd name="connsiteY23" fmla="*/ 925784 h 1022204"/>
              <a:gd name="connsiteX24" fmla="*/ 1188088 w 5256262"/>
              <a:gd name="connsiteY24" fmla="*/ 714118 h 1022204"/>
              <a:gd name="connsiteX25" fmla="*/ 891755 w 5256262"/>
              <a:gd name="connsiteY25" fmla="*/ 443184 h 1022204"/>
              <a:gd name="connsiteX26" fmla="*/ 705488 w 5256262"/>
              <a:gd name="connsiteY26" fmla="*/ 316184 h 1022204"/>
              <a:gd name="connsiteX27" fmla="*/ 502288 w 5256262"/>
              <a:gd name="connsiteY27" fmla="*/ 265384 h 1022204"/>
              <a:gd name="connsiteX28" fmla="*/ 146687 w 5256262"/>
              <a:gd name="connsiteY28" fmla="*/ 223051 h 1022204"/>
              <a:gd name="connsiteX29" fmla="*/ 19688 w 5256262"/>
              <a:gd name="connsiteY29" fmla="*/ 223051 h 1022204"/>
              <a:gd name="connsiteX30" fmla="*/ 87421 w 5256262"/>
              <a:gd name="connsiteY30" fmla="*/ 129917 h 1022204"/>
              <a:gd name="connsiteX0" fmla="*/ 87421 w 5262867"/>
              <a:gd name="connsiteY0" fmla="*/ 129917 h 1022204"/>
              <a:gd name="connsiteX1" fmla="*/ 815555 w 5262867"/>
              <a:gd name="connsiteY1" fmla="*/ 273851 h 1022204"/>
              <a:gd name="connsiteX2" fmla="*/ 1416688 w 5262867"/>
              <a:gd name="connsiteY2" fmla="*/ 714117 h 1022204"/>
              <a:gd name="connsiteX3" fmla="*/ 2813688 w 5262867"/>
              <a:gd name="connsiteY3" fmla="*/ 908851 h 1022204"/>
              <a:gd name="connsiteX4" fmla="*/ 3313221 w 5262867"/>
              <a:gd name="connsiteY4" fmla="*/ 273851 h 1022204"/>
              <a:gd name="connsiteX5" fmla="*/ 3878372 w 5262867"/>
              <a:gd name="connsiteY5" fmla="*/ 172297 h 1022204"/>
              <a:gd name="connsiteX6" fmla="*/ 4346155 w 5262867"/>
              <a:gd name="connsiteY6" fmla="*/ 442358 h 1022204"/>
              <a:gd name="connsiteX7" fmla="*/ 4771605 w 5262867"/>
              <a:gd name="connsiteY7" fmla="*/ 536787 h 1022204"/>
              <a:gd name="connsiteX8" fmla="*/ 4640729 w 5262867"/>
              <a:gd name="connsiteY8" fmla="*/ 332162 h 1022204"/>
              <a:gd name="connsiteX9" fmla="*/ 4577229 w 5262867"/>
              <a:gd name="connsiteY9" fmla="*/ 34342 h 1022204"/>
              <a:gd name="connsiteX10" fmla="*/ 4913421 w 5262867"/>
              <a:gd name="connsiteY10" fmla="*/ 25817 h 1022204"/>
              <a:gd name="connsiteX11" fmla="*/ 4882029 w 5262867"/>
              <a:gd name="connsiteY11" fmla="*/ 281315 h 1022204"/>
              <a:gd name="connsiteX12" fmla="*/ 4850279 w 5262867"/>
              <a:gd name="connsiteY12" fmla="*/ 404799 h 1022204"/>
              <a:gd name="connsiteX13" fmla="*/ 4945528 w 5262867"/>
              <a:gd name="connsiteY13" fmla="*/ 608188 h 1022204"/>
              <a:gd name="connsiteX14" fmla="*/ 5247855 w 5262867"/>
              <a:gd name="connsiteY14" fmla="*/ 753266 h 1022204"/>
              <a:gd name="connsiteX15" fmla="*/ 4418120 w 5262867"/>
              <a:gd name="connsiteY15" fmla="*/ 581339 h 1022204"/>
              <a:gd name="connsiteX16" fmla="*/ 4145428 w 5262867"/>
              <a:gd name="connsiteY16" fmla="*/ 412062 h 1022204"/>
              <a:gd name="connsiteX17" fmla="*/ 3920705 w 5262867"/>
              <a:gd name="connsiteY17" fmla="*/ 276303 h 1022204"/>
              <a:gd name="connsiteX18" fmla="*/ 3596855 w 5262867"/>
              <a:gd name="connsiteY18" fmla="*/ 256918 h 1022204"/>
              <a:gd name="connsiteX19" fmla="*/ 3414821 w 5262867"/>
              <a:gd name="connsiteY19" fmla="*/ 333118 h 1022204"/>
              <a:gd name="connsiteX20" fmla="*/ 3296288 w 5262867"/>
              <a:gd name="connsiteY20" fmla="*/ 451650 h 1022204"/>
              <a:gd name="connsiteX21" fmla="*/ 3084621 w 5262867"/>
              <a:gd name="connsiteY21" fmla="*/ 832650 h 1022204"/>
              <a:gd name="connsiteX22" fmla="*/ 2906821 w 5262867"/>
              <a:gd name="connsiteY22" fmla="*/ 985051 h 1022204"/>
              <a:gd name="connsiteX23" fmla="*/ 2542755 w 5262867"/>
              <a:gd name="connsiteY23" fmla="*/ 1018917 h 1022204"/>
              <a:gd name="connsiteX24" fmla="*/ 1856955 w 5262867"/>
              <a:gd name="connsiteY24" fmla="*/ 925784 h 1022204"/>
              <a:gd name="connsiteX25" fmla="*/ 1188088 w 5262867"/>
              <a:gd name="connsiteY25" fmla="*/ 714118 h 1022204"/>
              <a:gd name="connsiteX26" fmla="*/ 891755 w 5262867"/>
              <a:gd name="connsiteY26" fmla="*/ 443184 h 1022204"/>
              <a:gd name="connsiteX27" fmla="*/ 705488 w 5262867"/>
              <a:gd name="connsiteY27" fmla="*/ 316184 h 1022204"/>
              <a:gd name="connsiteX28" fmla="*/ 502288 w 5262867"/>
              <a:gd name="connsiteY28" fmla="*/ 265384 h 1022204"/>
              <a:gd name="connsiteX29" fmla="*/ 146687 w 5262867"/>
              <a:gd name="connsiteY29" fmla="*/ 223051 h 1022204"/>
              <a:gd name="connsiteX30" fmla="*/ 19688 w 5262867"/>
              <a:gd name="connsiteY30" fmla="*/ 223051 h 1022204"/>
              <a:gd name="connsiteX31" fmla="*/ 87421 w 5262867"/>
              <a:gd name="connsiteY31" fmla="*/ 129917 h 1022204"/>
              <a:gd name="connsiteX0" fmla="*/ 87421 w 4954253"/>
              <a:gd name="connsiteY0" fmla="*/ 129917 h 1022204"/>
              <a:gd name="connsiteX1" fmla="*/ 815555 w 4954253"/>
              <a:gd name="connsiteY1" fmla="*/ 273851 h 1022204"/>
              <a:gd name="connsiteX2" fmla="*/ 1416688 w 4954253"/>
              <a:gd name="connsiteY2" fmla="*/ 714117 h 1022204"/>
              <a:gd name="connsiteX3" fmla="*/ 2813688 w 4954253"/>
              <a:gd name="connsiteY3" fmla="*/ 908851 h 1022204"/>
              <a:gd name="connsiteX4" fmla="*/ 3313221 w 4954253"/>
              <a:gd name="connsiteY4" fmla="*/ 273851 h 1022204"/>
              <a:gd name="connsiteX5" fmla="*/ 3878372 w 4954253"/>
              <a:gd name="connsiteY5" fmla="*/ 172297 h 1022204"/>
              <a:gd name="connsiteX6" fmla="*/ 4346155 w 4954253"/>
              <a:gd name="connsiteY6" fmla="*/ 442358 h 1022204"/>
              <a:gd name="connsiteX7" fmla="*/ 4771605 w 4954253"/>
              <a:gd name="connsiteY7" fmla="*/ 536787 h 1022204"/>
              <a:gd name="connsiteX8" fmla="*/ 4640729 w 4954253"/>
              <a:gd name="connsiteY8" fmla="*/ 332162 h 1022204"/>
              <a:gd name="connsiteX9" fmla="*/ 4577229 w 4954253"/>
              <a:gd name="connsiteY9" fmla="*/ 34342 h 1022204"/>
              <a:gd name="connsiteX10" fmla="*/ 4913421 w 4954253"/>
              <a:gd name="connsiteY10" fmla="*/ 25817 h 1022204"/>
              <a:gd name="connsiteX11" fmla="*/ 4882029 w 4954253"/>
              <a:gd name="connsiteY11" fmla="*/ 281315 h 1022204"/>
              <a:gd name="connsiteX12" fmla="*/ 4850279 w 4954253"/>
              <a:gd name="connsiteY12" fmla="*/ 404799 h 1022204"/>
              <a:gd name="connsiteX13" fmla="*/ 4945528 w 4954253"/>
              <a:gd name="connsiteY13" fmla="*/ 608188 h 1022204"/>
              <a:gd name="connsiteX14" fmla="*/ 4593805 w 4954253"/>
              <a:gd name="connsiteY14" fmla="*/ 651572 h 1022204"/>
              <a:gd name="connsiteX15" fmla="*/ 4418120 w 4954253"/>
              <a:gd name="connsiteY15" fmla="*/ 581339 h 1022204"/>
              <a:gd name="connsiteX16" fmla="*/ 4145428 w 4954253"/>
              <a:gd name="connsiteY16" fmla="*/ 412062 h 1022204"/>
              <a:gd name="connsiteX17" fmla="*/ 3920705 w 4954253"/>
              <a:gd name="connsiteY17" fmla="*/ 276303 h 1022204"/>
              <a:gd name="connsiteX18" fmla="*/ 3596855 w 4954253"/>
              <a:gd name="connsiteY18" fmla="*/ 256918 h 1022204"/>
              <a:gd name="connsiteX19" fmla="*/ 3414821 w 4954253"/>
              <a:gd name="connsiteY19" fmla="*/ 333118 h 1022204"/>
              <a:gd name="connsiteX20" fmla="*/ 3296288 w 4954253"/>
              <a:gd name="connsiteY20" fmla="*/ 451650 h 1022204"/>
              <a:gd name="connsiteX21" fmla="*/ 3084621 w 4954253"/>
              <a:gd name="connsiteY21" fmla="*/ 832650 h 1022204"/>
              <a:gd name="connsiteX22" fmla="*/ 2906821 w 4954253"/>
              <a:gd name="connsiteY22" fmla="*/ 985051 h 1022204"/>
              <a:gd name="connsiteX23" fmla="*/ 2542755 w 4954253"/>
              <a:gd name="connsiteY23" fmla="*/ 1018917 h 1022204"/>
              <a:gd name="connsiteX24" fmla="*/ 1856955 w 4954253"/>
              <a:gd name="connsiteY24" fmla="*/ 925784 h 1022204"/>
              <a:gd name="connsiteX25" fmla="*/ 1188088 w 4954253"/>
              <a:gd name="connsiteY25" fmla="*/ 714118 h 1022204"/>
              <a:gd name="connsiteX26" fmla="*/ 891755 w 4954253"/>
              <a:gd name="connsiteY26" fmla="*/ 443184 h 1022204"/>
              <a:gd name="connsiteX27" fmla="*/ 705488 w 4954253"/>
              <a:gd name="connsiteY27" fmla="*/ 316184 h 1022204"/>
              <a:gd name="connsiteX28" fmla="*/ 502288 w 4954253"/>
              <a:gd name="connsiteY28" fmla="*/ 265384 h 1022204"/>
              <a:gd name="connsiteX29" fmla="*/ 146687 w 4954253"/>
              <a:gd name="connsiteY29" fmla="*/ 223051 h 1022204"/>
              <a:gd name="connsiteX30" fmla="*/ 19688 w 4954253"/>
              <a:gd name="connsiteY30" fmla="*/ 223051 h 1022204"/>
              <a:gd name="connsiteX31" fmla="*/ 87421 w 4954253"/>
              <a:gd name="connsiteY31" fmla="*/ 129917 h 1022204"/>
              <a:gd name="connsiteX0" fmla="*/ 87421 w 4975828"/>
              <a:gd name="connsiteY0" fmla="*/ 129917 h 1022204"/>
              <a:gd name="connsiteX1" fmla="*/ 815555 w 4975828"/>
              <a:gd name="connsiteY1" fmla="*/ 273851 h 1022204"/>
              <a:gd name="connsiteX2" fmla="*/ 1416688 w 4975828"/>
              <a:gd name="connsiteY2" fmla="*/ 714117 h 1022204"/>
              <a:gd name="connsiteX3" fmla="*/ 2813688 w 4975828"/>
              <a:gd name="connsiteY3" fmla="*/ 908851 h 1022204"/>
              <a:gd name="connsiteX4" fmla="*/ 3313221 w 4975828"/>
              <a:gd name="connsiteY4" fmla="*/ 273851 h 1022204"/>
              <a:gd name="connsiteX5" fmla="*/ 3878372 w 4975828"/>
              <a:gd name="connsiteY5" fmla="*/ 172297 h 1022204"/>
              <a:gd name="connsiteX6" fmla="*/ 4346155 w 4975828"/>
              <a:gd name="connsiteY6" fmla="*/ 442358 h 1022204"/>
              <a:gd name="connsiteX7" fmla="*/ 4771605 w 4975828"/>
              <a:gd name="connsiteY7" fmla="*/ 536787 h 1022204"/>
              <a:gd name="connsiteX8" fmla="*/ 4640729 w 4975828"/>
              <a:gd name="connsiteY8" fmla="*/ 332162 h 1022204"/>
              <a:gd name="connsiteX9" fmla="*/ 4577229 w 4975828"/>
              <a:gd name="connsiteY9" fmla="*/ 34342 h 1022204"/>
              <a:gd name="connsiteX10" fmla="*/ 4913421 w 4975828"/>
              <a:gd name="connsiteY10" fmla="*/ 25817 h 1022204"/>
              <a:gd name="connsiteX11" fmla="*/ 4882029 w 4975828"/>
              <a:gd name="connsiteY11" fmla="*/ 281315 h 1022204"/>
              <a:gd name="connsiteX12" fmla="*/ 4850279 w 4975828"/>
              <a:gd name="connsiteY12" fmla="*/ 404799 h 1022204"/>
              <a:gd name="connsiteX13" fmla="*/ 4945528 w 4975828"/>
              <a:gd name="connsiteY13" fmla="*/ 608188 h 1022204"/>
              <a:gd name="connsiteX14" fmla="*/ 4873205 w 4975828"/>
              <a:gd name="connsiteY14" fmla="*/ 796849 h 1022204"/>
              <a:gd name="connsiteX15" fmla="*/ 4418120 w 4975828"/>
              <a:gd name="connsiteY15" fmla="*/ 581339 h 1022204"/>
              <a:gd name="connsiteX16" fmla="*/ 4145428 w 4975828"/>
              <a:gd name="connsiteY16" fmla="*/ 412062 h 1022204"/>
              <a:gd name="connsiteX17" fmla="*/ 3920705 w 4975828"/>
              <a:gd name="connsiteY17" fmla="*/ 276303 h 1022204"/>
              <a:gd name="connsiteX18" fmla="*/ 3596855 w 4975828"/>
              <a:gd name="connsiteY18" fmla="*/ 256918 h 1022204"/>
              <a:gd name="connsiteX19" fmla="*/ 3414821 w 4975828"/>
              <a:gd name="connsiteY19" fmla="*/ 333118 h 1022204"/>
              <a:gd name="connsiteX20" fmla="*/ 3296288 w 4975828"/>
              <a:gd name="connsiteY20" fmla="*/ 451650 h 1022204"/>
              <a:gd name="connsiteX21" fmla="*/ 3084621 w 4975828"/>
              <a:gd name="connsiteY21" fmla="*/ 832650 h 1022204"/>
              <a:gd name="connsiteX22" fmla="*/ 2906821 w 4975828"/>
              <a:gd name="connsiteY22" fmla="*/ 985051 h 1022204"/>
              <a:gd name="connsiteX23" fmla="*/ 2542755 w 4975828"/>
              <a:gd name="connsiteY23" fmla="*/ 1018917 h 1022204"/>
              <a:gd name="connsiteX24" fmla="*/ 1856955 w 4975828"/>
              <a:gd name="connsiteY24" fmla="*/ 925784 h 1022204"/>
              <a:gd name="connsiteX25" fmla="*/ 1188088 w 4975828"/>
              <a:gd name="connsiteY25" fmla="*/ 714118 h 1022204"/>
              <a:gd name="connsiteX26" fmla="*/ 891755 w 4975828"/>
              <a:gd name="connsiteY26" fmla="*/ 443184 h 1022204"/>
              <a:gd name="connsiteX27" fmla="*/ 705488 w 4975828"/>
              <a:gd name="connsiteY27" fmla="*/ 316184 h 1022204"/>
              <a:gd name="connsiteX28" fmla="*/ 502288 w 4975828"/>
              <a:gd name="connsiteY28" fmla="*/ 265384 h 1022204"/>
              <a:gd name="connsiteX29" fmla="*/ 146687 w 4975828"/>
              <a:gd name="connsiteY29" fmla="*/ 223051 h 1022204"/>
              <a:gd name="connsiteX30" fmla="*/ 19688 w 4975828"/>
              <a:gd name="connsiteY30" fmla="*/ 223051 h 1022204"/>
              <a:gd name="connsiteX31" fmla="*/ 87421 w 4975828"/>
              <a:gd name="connsiteY31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46155 w 4975610"/>
              <a:gd name="connsiteY6" fmla="*/ 442358 h 1022204"/>
              <a:gd name="connsiteX7" fmla="*/ 4771605 w 4975610"/>
              <a:gd name="connsiteY7" fmla="*/ 536787 h 1022204"/>
              <a:gd name="connsiteX8" fmla="*/ 4640729 w 4975610"/>
              <a:gd name="connsiteY8" fmla="*/ 332162 h 1022204"/>
              <a:gd name="connsiteX9" fmla="*/ 4577229 w 4975610"/>
              <a:gd name="connsiteY9" fmla="*/ 34342 h 1022204"/>
              <a:gd name="connsiteX10" fmla="*/ 4913421 w 4975610"/>
              <a:gd name="connsiteY10" fmla="*/ 25817 h 1022204"/>
              <a:gd name="connsiteX11" fmla="*/ 4882029 w 4975610"/>
              <a:gd name="connsiteY11" fmla="*/ 281315 h 1022204"/>
              <a:gd name="connsiteX12" fmla="*/ 4850279 w 4975610"/>
              <a:gd name="connsiteY12" fmla="*/ 404799 h 1022204"/>
              <a:gd name="connsiteX13" fmla="*/ 4945528 w 4975610"/>
              <a:gd name="connsiteY13" fmla="*/ 608188 h 1022204"/>
              <a:gd name="connsiteX14" fmla="*/ 4873205 w 4975610"/>
              <a:gd name="connsiteY14" fmla="*/ 796849 h 1022204"/>
              <a:gd name="connsiteX15" fmla="*/ 4424470 w 4975610"/>
              <a:gd name="connsiteY15" fmla="*/ 712089 h 1022204"/>
              <a:gd name="connsiteX16" fmla="*/ 4145428 w 4975610"/>
              <a:gd name="connsiteY16" fmla="*/ 412062 h 1022204"/>
              <a:gd name="connsiteX17" fmla="*/ 3920705 w 4975610"/>
              <a:gd name="connsiteY17" fmla="*/ 276303 h 1022204"/>
              <a:gd name="connsiteX18" fmla="*/ 3596855 w 4975610"/>
              <a:gd name="connsiteY18" fmla="*/ 256918 h 1022204"/>
              <a:gd name="connsiteX19" fmla="*/ 3414821 w 4975610"/>
              <a:gd name="connsiteY19" fmla="*/ 333118 h 1022204"/>
              <a:gd name="connsiteX20" fmla="*/ 3296288 w 4975610"/>
              <a:gd name="connsiteY20" fmla="*/ 451650 h 1022204"/>
              <a:gd name="connsiteX21" fmla="*/ 3084621 w 4975610"/>
              <a:gd name="connsiteY21" fmla="*/ 832650 h 1022204"/>
              <a:gd name="connsiteX22" fmla="*/ 2906821 w 4975610"/>
              <a:gd name="connsiteY22" fmla="*/ 985051 h 1022204"/>
              <a:gd name="connsiteX23" fmla="*/ 2542755 w 4975610"/>
              <a:gd name="connsiteY23" fmla="*/ 1018917 h 1022204"/>
              <a:gd name="connsiteX24" fmla="*/ 1856955 w 4975610"/>
              <a:gd name="connsiteY24" fmla="*/ 925784 h 1022204"/>
              <a:gd name="connsiteX25" fmla="*/ 1188088 w 4975610"/>
              <a:gd name="connsiteY25" fmla="*/ 714118 h 1022204"/>
              <a:gd name="connsiteX26" fmla="*/ 891755 w 4975610"/>
              <a:gd name="connsiteY26" fmla="*/ 443184 h 1022204"/>
              <a:gd name="connsiteX27" fmla="*/ 705488 w 4975610"/>
              <a:gd name="connsiteY27" fmla="*/ 316184 h 1022204"/>
              <a:gd name="connsiteX28" fmla="*/ 502288 w 4975610"/>
              <a:gd name="connsiteY28" fmla="*/ 265384 h 1022204"/>
              <a:gd name="connsiteX29" fmla="*/ 146687 w 4975610"/>
              <a:gd name="connsiteY29" fmla="*/ 223051 h 1022204"/>
              <a:gd name="connsiteX30" fmla="*/ 19688 w 4975610"/>
              <a:gd name="connsiteY30" fmla="*/ 223051 h 1022204"/>
              <a:gd name="connsiteX31" fmla="*/ 87421 w 4975610"/>
              <a:gd name="connsiteY31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58855 w 4975610"/>
              <a:gd name="connsiteY6" fmla="*/ 464150 h 1022204"/>
              <a:gd name="connsiteX7" fmla="*/ 4771605 w 4975610"/>
              <a:gd name="connsiteY7" fmla="*/ 536787 h 1022204"/>
              <a:gd name="connsiteX8" fmla="*/ 4640729 w 4975610"/>
              <a:gd name="connsiteY8" fmla="*/ 332162 h 1022204"/>
              <a:gd name="connsiteX9" fmla="*/ 4577229 w 4975610"/>
              <a:gd name="connsiteY9" fmla="*/ 34342 h 1022204"/>
              <a:gd name="connsiteX10" fmla="*/ 4913421 w 4975610"/>
              <a:gd name="connsiteY10" fmla="*/ 25817 h 1022204"/>
              <a:gd name="connsiteX11" fmla="*/ 4882029 w 4975610"/>
              <a:gd name="connsiteY11" fmla="*/ 281315 h 1022204"/>
              <a:gd name="connsiteX12" fmla="*/ 4850279 w 4975610"/>
              <a:gd name="connsiteY12" fmla="*/ 404799 h 1022204"/>
              <a:gd name="connsiteX13" fmla="*/ 4945528 w 4975610"/>
              <a:gd name="connsiteY13" fmla="*/ 608188 h 1022204"/>
              <a:gd name="connsiteX14" fmla="*/ 4873205 w 4975610"/>
              <a:gd name="connsiteY14" fmla="*/ 796849 h 1022204"/>
              <a:gd name="connsiteX15" fmla="*/ 4424470 w 4975610"/>
              <a:gd name="connsiteY15" fmla="*/ 712089 h 1022204"/>
              <a:gd name="connsiteX16" fmla="*/ 4145428 w 4975610"/>
              <a:gd name="connsiteY16" fmla="*/ 412062 h 1022204"/>
              <a:gd name="connsiteX17" fmla="*/ 3920705 w 4975610"/>
              <a:gd name="connsiteY17" fmla="*/ 276303 h 1022204"/>
              <a:gd name="connsiteX18" fmla="*/ 3596855 w 4975610"/>
              <a:gd name="connsiteY18" fmla="*/ 256918 h 1022204"/>
              <a:gd name="connsiteX19" fmla="*/ 3414821 w 4975610"/>
              <a:gd name="connsiteY19" fmla="*/ 333118 h 1022204"/>
              <a:gd name="connsiteX20" fmla="*/ 3296288 w 4975610"/>
              <a:gd name="connsiteY20" fmla="*/ 451650 h 1022204"/>
              <a:gd name="connsiteX21" fmla="*/ 3084621 w 4975610"/>
              <a:gd name="connsiteY21" fmla="*/ 832650 h 1022204"/>
              <a:gd name="connsiteX22" fmla="*/ 2906821 w 4975610"/>
              <a:gd name="connsiteY22" fmla="*/ 985051 h 1022204"/>
              <a:gd name="connsiteX23" fmla="*/ 2542755 w 4975610"/>
              <a:gd name="connsiteY23" fmla="*/ 1018917 h 1022204"/>
              <a:gd name="connsiteX24" fmla="*/ 1856955 w 4975610"/>
              <a:gd name="connsiteY24" fmla="*/ 925784 h 1022204"/>
              <a:gd name="connsiteX25" fmla="*/ 1188088 w 4975610"/>
              <a:gd name="connsiteY25" fmla="*/ 714118 h 1022204"/>
              <a:gd name="connsiteX26" fmla="*/ 891755 w 4975610"/>
              <a:gd name="connsiteY26" fmla="*/ 443184 h 1022204"/>
              <a:gd name="connsiteX27" fmla="*/ 705488 w 4975610"/>
              <a:gd name="connsiteY27" fmla="*/ 316184 h 1022204"/>
              <a:gd name="connsiteX28" fmla="*/ 502288 w 4975610"/>
              <a:gd name="connsiteY28" fmla="*/ 265384 h 1022204"/>
              <a:gd name="connsiteX29" fmla="*/ 146687 w 4975610"/>
              <a:gd name="connsiteY29" fmla="*/ 223051 h 1022204"/>
              <a:gd name="connsiteX30" fmla="*/ 19688 w 4975610"/>
              <a:gd name="connsiteY30" fmla="*/ 223051 h 1022204"/>
              <a:gd name="connsiteX31" fmla="*/ 87421 w 4975610"/>
              <a:gd name="connsiteY31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58855 w 4975610"/>
              <a:gd name="connsiteY6" fmla="*/ 464150 h 1022204"/>
              <a:gd name="connsiteX7" fmla="*/ 4551827 w 4975610"/>
              <a:gd name="connsiteY7" fmla="*/ 651771 h 1022204"/>
              <a:gd name="connsiteX8" fmla="*/ 4771605 w 4975610"/>
              <a:gd name="connsiteY8" fmla="*/ 536787 h 1022204"/>
              <a:gd name="connsiteX9" fmla="*/ 4640729 w 4975610"/>
              <a:gd name="connsiteY9" fmla="*/ 332162 h 1022204"/>
              <a:gd name="connsiteX10" fmla="*/ 4577229 w 4975610"/>
              <a:gd name="connsiteY10" fmla="*/ 34342 h 1022204"/>
              <a:gd name="connsiteX11" fmla="*/ 4913421 w 4975610"/>
              <a:gd name="connsiteY11" fmla="*/ 25817 h 1022204"/>
              <a:gd name="connsiteX12" fmla="*/ 4882029 w 4975610"/>
              <a:gd name="connsiteY12" fmla="*/ 281315 h 1022204"/>
              <a:gd name="connsiteX13" fmla="*/ 4850279 w 4975610"/>
              <a:gd name="connsiteY13" fmla="*/ 404799 h 1022204"/>
              <a:gd name="connsiteX14" fmla="*/ 4945528 w 4975610"/>
              <a:gd name="connsiteY14" fmla="*/ 608188 h 1022204"/>
              <a:gd name="connsiteX15" fmla="*/ 4873205 w 4975610"/>
              <a:gd name="connsiteY15" fmla="*/ 796849 h 1022204"/>
              <a:gd name="connsiteX16" fmla="*/ 4424470 w 4975610"/>
              <a:gd name="connsiteY16" fmla="*/ 712089 h 1022204"/>
              <a:gd name="connsiteX17" fmla="*/ 4145428 w 4975610"/>
              <a:gd name="connsiteY17" fmla="*/ 412062 h 1022204"/>
              <a:gd name="connsiteX18" fmla="*/ 3920705 w 4975610"/>
              <a:gd name="connsiteY18" fmla="*/ 276303 h 1022204"/>
              <a:gd name="connsiteX19" fmla="*/ 3596855 w 4975610"/>
              <a:gd name="connsiteY19" fmla="*/ 256918 h 1022204"/>
              <a:gd name="connsiteX20" fmla="*/ 3414821 w 4975610"/>
              <a:gd name="connsiteY20" fmla="*/ 333118 h 1022204"/>
              <a:gd name="connsiteX21" fmla="*/ 3296288 w 4975610"/>
              <a:gd name="connsiteY21" fmla="*/ 451650 h 1022204"/>
              <a:gd name="connsiteX22" fmla="*/ 3084621 w 4975610"/>
              <a:gd name="connsiteY22" fmla="*/ 832650 h 1022204"/>
              <a:gd name="connsiteX23" fmla="*/ 2906821 w 4975610"/>
              <a:gd name="connsiteY23" fmla="*/ 985051 h 1022204"/>
              <a:gd name="connsiteX24" fmla="*/ 2542755 w 4975610"/>
              <a:gd name="connsiteY24" fmla="*/ 1018917 h 1022204"/>
              <a:gd name="connsiteX25" fmla="*/ 1856955 w 4975610"/>
              <a:gd name="connsiteY25" fmla="*/ 925784 h 1022204"/>
              <a:gd name="connsiteX26" fmla="*/ 1188088 w 4975610"/>
              <a:gd name="connsiteY26" fmla="*/ 714118 h 1022204"/>
              <a:gd name="connsiteX27" fmla="*/ 891755 w 4975610"/>
              <a:gd name="connsiteY27" fmla="*/ 443184 h 1022204"/>
              <a:gd name="connsiteX28" fmla="*/ 705488 w 4975610"/>
              <a:gd name="connsiteY28" fmla="*/ 316184 h 1022204"/>
              <a:gd name="connsiteX29" fmla="*/ 502288 w 4975610"/>
              <a:gd name="connsiteY29" fmla="*/ 265384 h 1022204"/>
              <a:gd name="connsiteX30" fmla="*/ 146687 w 4975610"/>
              <a:gd name="connsiteY30" fmla="*/ 223051 h 1022204"/>
              <a:gd name="connsiteX31" fmla="*/ 19688 w 4975610"/>
              <a:gd name="connsiteY31" fmla="*/ 223051 h 1022204"/>
              <a:gd name="connsiteX32" fmla="*/ 87421 w 4975610"/>
              <a:gd name="connsiteY32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27105 w 4975610"/>
              <a:gd name="connsiteY6" fmla="*/ 464150 h 1022204"/>
              <a:gd name="connsiteX7" fmla="*/ 4551827 w 4975610"/>
              <a:gd name="connsiteY7" fmla="*/ 651771 h 1022204"/>
              <a:gd name="connsiteX8" fmla="*/ 4771605 w 4975610"/>
              <a:gd name="connsiteY8" fmla="*/ 536787 h 1022204"/>
              <a:gd name="connsiteX9" fmla="*/ 4640729 w 4975610"/>
              <a:gd name="connsiteY9" fmla="*/ 332162 h 1022204"/>
              <a:gd name="connsiteX10" fmla="*/ 4577229 w 4975610"/>
              <a:gd name="connsiteY10" fmla="*/ 34342 h 1022204"/>
              <a:gd name="connsiteX11" fmla="*/ 4913421 w 4975610"/>
              <a:gd name="connsiteY11" fmla="*/ 25817 h 1022204"/>
              <a:gd name="connsiteX12" fmla="*/ 4882029 w 4975610"/>
              <a:gd name="connsiteY12" fmla="*/ 281315 h 1022204"/>
              <a:gd name="connsiteX13" fmla="*/ 4850279 w 4975610"/>
              <a:gd name="connsiteY13" fmla="*/ 404799 h 1022204"/>
              <a:gd name="connsiteX14" fmla="*/ 4945528 w 4975610"/>
              <a:gd name="connsiteY14" fmla="*/ 608188 h 1022204"/>
              <a:gd name="connsiteX15" fmla="*/ 4873205 w 4975610"/>
              <a:gd name="connsiteY15" fmla="*/ 796849 h 1022204"/>
              <a:gd name="connsiteX16" fmla="*/ 4424470 w 4975610"/>
              <a:gd name="connsiteY16" fmla="*/ 712089 h 1022204"/>
              <a:gd name="connsiteX17" fmla="*/ 4145428 w 4975610"/>
              <a:gd name="connsiteY17" fmla="*/ 412062 h 1022204"/>
              <a:gd name="connsiteX18" fmla="*/ 3920705 w 4975610"/>
              <a:gd name="connsiteY18" fmla="*/ 276303 h 1022204"/>
              <a:gd name="connsiteX19" fmla="*/ 3596855 w 4975610"/>
              <a:gd name="connsiteY19" fmla="*/ 256918 h 1022204"/>
              <a:gd name="connsiteX20" fmla="*/ 3414821 w 4975610"/>
              <a:gd name="connsiteY20" fmla="*/ 333118 h 1022204"/>
              <a:gd name="connsiteX21" fmla="*/ 3296288 w 4975610"/>
              <a:gd name="connsiteY21" fmla="*/ 451650 h 1022204"/>
              <a:gd name="connsiteX22" fmla="*/ 3084621 w 4975610"/>
              <a:gd name="connsiteY22" fmla="*/ 832650 h 1022204"/>
              <a:gd name="connsiteX23" fmla="*/ 2906821 w 4975610"/>
              <a:gd name="connsiteY23" fmla="*/ 985051 h 1022204"/>
              <a:gd name="connsiteX24" fmla="*/ 2542755 w 4975610"/>
              <a:gd name="connsiteY24" fmla="*/ 1018917 h 1022204"/>
              <a:gd name="connsiteX25" fmla="*/ 1856955 w 4975610"/>
              <a:gd name="connsiteY25" fmla="*/ 925784 h 1022204"/>
              <a:gd name="connsiteX26" fmla="*/ 1188088 w 4975610"/>
              <a:gd name="connsiteY26" fmla="*/ 714118 h 1022204"/>
              <a:gd name="connsiteX27" fmla="*/ 891755 w 4975610"/>
              <a:gd name="connsiteY27" fmla="*/ 443184 h 1022204"/>
              <a:gd name="connsiteX28" fmla="*/ 705488 w 4975610"/>
              <a:gd name="connsiteY28" fmla="*/ 316184 h 1022204"/>
              <a:gd name="connsiteX29" fmla="*/ 502288 w 4975610"/>
              <a:gd name="connsiteY29" fmla="*/ 265384 h 1022204"/>
              <a:gd name="connsiteX30" fmla="*/ 146687 w 4975610"/>
              <a:gd name="connsiteY30" fmla="*/ 223051 h 1022204"/>
              <a:gd name="connsiteX31" fmla="*/ 19688 w 4975610"/>
              <a:gd name="connsiteY31" fmla="*/ 223051 h 1022204"/>
              <a:gd name="connsiteX32" fmla="*/ 87421 w 4975610"/>
              <a:gd name="connsiteY32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27105 w 4975610"/>
              <a:gd name="connsiteY6" fmla="*/ 464150 h 1022204"/>
              <a:gd name="connsiteX7" fmla="*/ 4437527 w 4975610"/>
              <a:gd name="connsiteY7" fmla="*/ 622716 h 1022204"/>
              <a:gd name="connsiteX8" fmla="*/ 4771605 w 4975610"/>
              <a:gd name="connsiteY8" fmla="*/ 536787 h 1022204"/>
              <a:gd name="connsiteX9" fmla="*/ 4640729 w 4975610"/>
              <a:gd name="connsiteY9" fmla="*/ 332162 h 1022204"/>
              <a:gd name="connsiteX10" fmla="*/ 4577229 w 4975610"/>
              <a:gd name="connsiteY10" fmla="*/ 34342 h 1022204"/>
              <a:gd name="connsiteX11" fmla="*/ 4913421 w 4975610"/>
              <a:gd name="connsiteY11" fmla="*/ 25817 h 1022204"/>
              <a:gd name="connsiteX12" fmla="*/ 4882029 w 4975610"/>
              <a:gd name="connsiteY12" fmla="*/ 281315 h 1022204"/>
              <a:gd name="connsiteX13" fmla="*/ 4850279 w 4975610"/>
              <a:gd name="connsiteY13" fmla="*/ 404799 h 1022204"/>
              <a:gd name="connsiteX14" fmla="*/ 4945528 w 4975610"/>
              <a:gd name="connsiteY14" fmla="*/ 608188 h 1022204"/>
              <a:gd name="connsiteX15" fmla="*/ 4873205 w 4975610"/>
              <a:gd name="connsiteY15" fmla="*/ 796849 h 1022204"/>
              <a:gd name="connsiteX16" fmla="*/ 4424470 w 4975610"/>
              <a:gd name="connsiteY16" fmla="*/ 712089 h 1022204"/>
              <a:gd name="connsiteX17" fmla="*/ 4145428 w 4975610"/>
              <a:gd name="connsiteY17" fmla="*/ 412062 h 1022204"/>
              <a:gd name="connsiteX18" fmla="*/ 3920705 w 4975610"/>
              <a:gd name="connsiteY18" fmla="*/ 276303 h 1022204"/>
              <a:gd name="connsiteX19" fmla="*/ 3596855 w 4975610"/>
              <a:gd name="connsiteY19" fmla="*/ 256918 h 1022204"/>
              <a:gd name="connsiteX20" fmla="*/ 3414821 w 4975610"/>
              <a:gd name="connsiteY20" fmla="*/ 333118 h 1022204"/>
              <a:gd name="connsiteX21" fmla="*/ 3296288 w 4975610"/>
              <a:gd name="connsiteY21" fmla="*/ 451650 h 1022204"/>
              <a:gd name="connsiteX22" fmla="*/ 3084621 w 4975610"/>
              <a:gd name="connsiteY22" fmla="*/ 832650 h 1022204"/>
              <a:gd name="connsiteX23" fmla="*/ 2906821 w 4975610"/>
              <a:gd name="connsiteY23" fmla="*/ 985051 h 1022204"/>
              <a:gd name="connsiteX24" fmla="*/ 2542755 w 4975610"/>
              <a:gd name="connsiteY24" fmla="*/ 1018917 h 1022204"/>
              <a:gd name="connsiteX25" fmla="*/ 1856955 w 4975610"/>
              <a:gd name="connsiteY25" fmla="*/ 925784 h 1022204"/>
              <a:gd name="connsiteX26" fmla="*/ 1188088 w 4975610"/>
              <a:gd name="connsiteY26" fmla="*/ 714118 h 1022204"/>
              <a:gd name="connsiteX27" fmla="*/ 891755 w 4975610"/>
              <a:gd name="connsiteY27" fmla="*/ 443184 h 1022204"/>
              <a:gd name="connsiteX28" fmla="*/ 705488 w 4975610"/>
              <a:gd name="connsiteY28" fmla="*/ 316184 h 1022204"/>
              <a:gd name="connsiteX29" fmla="*/ 502288 w 4975610"/>
              <a:gd name="connsiteY29" fmla="*/ 265384 h 1022204"/>
              <a:gd name="connsiteX30" fmla="*/ 146687 w 4975610"/>
              <a:gd name="connsiteY30" fmla="*/ 223051 h 1022204"/>
              <a:gd name="connsiteX31" fmla="*/ 19688 w 4975610"/>
              <a:gd name="connsiteY31" fmla="*/ 223051 h 1022204"/>
              <a:gd name="connsiteX32" fmla="*/ 87421 w 4975610"/>
              <a:gd name="connsiteY32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27105 w 4975610"/>
              <a:gd name="connsiteY6" fmla="*/ 464150 h 1022204"/>
              <a:gd name="connsiteX7" fmla="*/ 4488327 w 4975610"/>
              <a:gd name="connsiteY7" fmla="*/ 644508 h 1022204"/>
              <a:gd name="connsiteX8" fmla="*/ 4771605 w 4975610"/>
              <a:gd name="connsiteY8" fmla="*/ 536787 h 1022204"/>
              <a:gd name="connsiteX9" fmla="*/ 4640729 w 4975610"/>
              <a:gd name="connsiteY9" fmla="*/ 332162 h 1022204"/>
              <a:gd name="connsiteX10" fmla="*/ 4577229 w 4975610"/>
              <a:gd name="connsiteY10" fmla="*/ 34342 h 1022204"/>
              <a:gd name="connsiteX11" fmla="*/ 4913421 w 4975610"/>
              <a:gd name="connsiteY11" fmla="*/ 25817 h 1022204"/>
              <a:gd name="connsiteX12" fmla="*/ 4882029 w 4975610"/>
              <a:gd name="connsiteY12" fmla="*/ 281315 h 1022204"/>
              <a:gd name="connsiteX13" fmla="*/ 4850279 w 4975610"/>
              <a:gd name="connsiteY13" fmla="*/ 404799 h 1022204"/>
              <a:gd name="connsiteX14" fmla="*/ 4945528 w 4975610"/>
              <a:gd name="connsiteY14" fmla="*/ 608188 h 1022204"/>
              <a:gd name="connsiteX15" fmla="*/ 4873205 w 4975610"/>
              <a:gd name="connsiteY15" fmla="*/ 796849 h 1022204"/>
              <a:gd name="connsiteX16" fmla="*/ 4424470 w 4975610"/>
              <a:gd name="connsiteY16" fmla="*/ 712089 h 1022204"/>
              <a:gd name="connsiteX17" fmla="*/ 4145428 w 4975610"/>
              <a:gd name="connsiteY17" fmla="*/ 412062 h 1022204"/>
              <a:gd name="connsiteX18" fmla="*/ 3920705 w 4975610"/>
              <a:gd name="connsiteY18" fmla="*/ 276303 h 1022204"/>
              <a:gd name="connsiteX19" fmla="*/ 3596855 w 4975610"/>
              <a:gd name="connsiteY19" fmla="*/ 256918 h 1022204"/>
              <a:gd name="connsiteX20" fmla="*/ 3414821 w 4975610"/>
              <a:gd name="connsiteY20" fmla="*/ 333118 h 1022204"/>
              <a:gd name="connsiteX21" fmla="*/ 3296288 w 4975610"/>
              <a:gd name="connsiteY21" fmla="*/ 451650 h 1022204"/>
              <a:gd name="connsiteX22" fmla="*/ 3084621 w 4975610"/>
              <a:gd name="connsiteY22" fmla="*/ 832650 h 1022204"/>
              <a:gd name="connsiteX23" fmla="*/ 2906821 w 4975610"/>
              <a:gd name="connsiteY23" fmla="*/ 985051 h 1022204"/>
              <a:gd name="connsiteX24" fmla="*/ 2542755 w 4975610"/>
              <a:gd name="connsiteY24" fmla="*/ 1018917 h 1022204"/>
              <a:gd name="connsiteX25" fmla="*/ 1856955 w 4975610"/>
              <a:gd name="connsiteY25" fmla="*/ 925784 h 1022204"/>
              <a:gd name="connsiteX26" fmla="*/ 1188088 w 4975610"/>
              <a:gd name="connsiteY26" fmla="*/ 714118 h 1022204"/>
              <a:gd name="connsiteX27" fmla="*/ 891755 w 4975610"/>
              <a:gd name="connsiteY27" fmla="*/ 443184 h 1022204"/>
              <a:gd name="connsiteX28" fmla="*/ 705488 w 4975610"/>
              <a:gd name="connsiteY28" fmla="*/ 316184 h 1022204"/>
              <a:gd name="connsiteX29" fmla="*/ 502288 w 4975610"/>
              <a:gd name="connsiteY29" fmla="*/ 265384 h 1022204"/>
              <a:gd name="connsiteX30" fmla="*/ 146687 w 4975610"/>
              <a:gd name="connsiteY30" fmla="*/ 223051 h 1022204"/>
              <a:gd name="connsiteX31" fmla="*/ 19688 w 4975610"/>
              <a:gd name="connsiteY31" fmla="*/ 223051 h 1022204"/>
              <a:gd name="connsiteX32" fmla="*/ 87421 w 4975610"/>
              <a:gd name="connsiteY32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27105 w 4975610"/>
              <a:gd name="connsiteY6" fmla="*/ 464150 h 1022204"/>
              <a:gd name="connsiteX7" fmla="*/ 4469277 w 4975610"/>
              <a:gd name="connsiteY7" fmla="*/ 622716 h 1022204"/>
              <a:gd name="connsiteX8" fmla="*/ 4771605 w 4975610"/>
              <a:gd name="connsiteY8" fmla="*/ 536787 h 1022204"/>
              <a:gd name="connsiteX9" fmla="*/ 4640729 w 4975610"/>
              <a:gd name="connsiteY9" fmla="*/ 332162 h 1022204"/>
              <a:gd name="connsiteX10" fmla="*/ 4577229 w 4975610"/>
              <a:gd name="connsiteY10" fmla="*/ 34342 h 1022204"/>
              <a:gd name="connsiteX11" fmla="*/ 4913421 w 4975610"/>
              <a:gd name="connsiteY11" fmla="*/ 25817 h 1022204"/>
              <a:gd name="connsiteX12" fmla="*/ 4882029 w 4975610"/>
              <a:gd name="connsiteY12" fmla="*/ 281315 h 1022204"/>
              <a:gd name="connsiteX13" fmla="*/ 4850279 w 4975610"/>
              <a:gd name="connsiteY13" fmla="*/ 404799 h 1022204"/>
              <a:gd name="connsiteX14" fmla="*/ 4945528 w 4975610"/>
              <a:gd name="connsiteY14" fmla="*/ 608188 h 1022204"/>
              <a:gd name="connsiteX15" fmla="*/ 4873205 w 4975610"/>
              <a:gd name="connsiteY15" fmla="*/ 796849 h 1022204"/>
              <a:gd name="connsiteX16" fmla="*/ 4424470 w 4975610"/>
              <a:gd name="connsiteY16" fmla="*/ 712089 h 1022204"/>
              <a:gd name="connsiteX17" fmla="*/ 4145428 w 4975610"/>
              <a:gd name="connsiteY17" fmla="*/ 412062 h 1022204"/>
              <a:gd name="connsiteX18" fmla="*/ 3920705 w 4975610"/>
              <a:gd name="connsiteY18" fmla="*/ 276303 h 1022204"/>
              <a:gd name="connsiteX19" fmla="*/ 3596855 w 4975610"/>
              <a:gd name="connsiteY19" fmla="*/ 256918 h 1022204"/>
              <a:gd name="connsiteX20" fmla="*/ 3414821 w 4975610"/>
              <a:gd name="connsiteY20" fmla="*/ 333118 h 1022204"/>
              <a:gd name="connsiteX21" fmla="*/ 3296288 w 4975610"/>
              <a:gd name="connsiteY21" fmla="*/ 451650 h 1022204"/>
              <a:gd name="connsiteX22" fmla="*/ 3084621 w 4975610"/>
              <a:gd name="connsiteY22" fmla="*/ 832650 h 1022204"/>
              <a:gd name="connsiteX23" fmla="*/ 2906821 w 4975610"/>
              <a:gd name="connsiteY23" fmla="*/ 985051 h 1022204"/>
              <a:gd name="connsiteX24" fmla="*/ 2542755 w 4975610"/>
              <a:gd name="connsiteY24" fmla="*/ 1018917 h 1022204"/>
              <a:gd name="connsiteX25" fmla="*/ 1856955 w 4975610"/>
              <a:gd name="connsiteY25" fmla="*/ 925784 h 1022204"/>
              <a:gd name="connsiteX26" fmla="*/ 1188088 w 4975610"/>
              <a:gd name="connsiteY26" fmla="*/ 714118 h 1022204"/>
              <a:gd name="connsiteX27" fmla="*/ 891755 w 4975610"/>
              <a:gd name="connsiteY27" fmla="*/ 443184 h 1022204"/>
              <a:gd name="connsiteX28" fmla="*/ 705488 w 4975610"/>
              <a:gd name="connsiteY28" fmla="*/ 316184 h 1022204"/>
              <a:gd name="connsiteX29" fmla="*/ 502288 w 4975610"/>
              <a:gd name="connsiteY29" fmla="*/ 265384 h 1022204"/>
              <a:gd name="connsiteX30" fmla="*/ 146687 w 4975610"/>
              <a:gd name="connsiteY30" fmla="*/ 223051 h 1022204"/>
              <a:gd name="connsiteX31" fmla="*/ 19688 w 4975610"/>
              <a:gd name="connsiteY31" fmla="*/ 223051 h 1022204"/>
              <a:gd name="connsiteX32" fmla="*/ 87421 w 4975610"/>
              <a:gd name="connsiteY32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27105 w 4975610"/>
              <a:gd name="connsiteY6" fmla="*/ 464150 h 1022204"/>
              <a:gd name="connsiteX7" fmla="*/ 4469277 w 4975610"/>
              <a:gd name="connsiteY7" fmla="*/ 622716 h 1022204"/>
              <a:gd name="connsiteX8" fmla="*/ 4710577 w 4975610"/>
              <a:gd name="connsiteY8" fmla="*/ 659035 h 1022204"/>
              <a:gd name="connsiteX9" fmla="*/ 4771605 w 4975610"/>
              <a:gd name="connsiteY9" fmla="*/ 536787 h 1022204"/>
              <a:gd name="connsiteX10" fmla="*/ 4640729 w 4975610"/>
              <a:gd name="connsiteY10" fmla="*/ 332162 h 1022204"/>
              <a:gd name="connsiteX11" fmla="*/ 4577229 w 4975610"/>
              <a:gd name="connsiteY11" fmla="*/ 34342 h 1022204"/>
              <a:gd name="connsiteX12" fmla="*/ 4913421 w 4975610"/>
              <a:gd name="connsiteY12" fmla="*/ 25817 h 1022204"/>
              <a:gd name="connsiteX13" fmla="*/ 4882029 w 4975610"/>
              <a:gd name="connsiteY13" fmla="*/ 281315 h 1022204"/>
              <a:gd name="connsiteX14" fmla="*/ 4850279 w 4975610"/>
              <a:gd name="connsiteY14" fmla="*/ 404799 h 1022204"/>
              <a:gd name="connsiteX15" fmla="*/ 4945528 w 4975610"/>
              <a:gd name="connsiteY15" fmla="*/ 608188 h 1022204"/>
              <a:gd name="connsiteX16" fmla="*/ 4873205 w 4975610"/>
              <a:gd name="connsiteY16" fmla="*/ 796849 h 1022204"/>
              <a:gd name="connsiteX17" fmla="*/ 4424470 w 4975610"/>
              <a:gd name="connsiteY17" fmla="*/ 712089 h 1022204"/>
              <a:gd name="connsiteX18" fmla="*/ 4145428 w 4975610"/>
              <a:gd name="connsiteY18" fmla="*/ 412062 h 1022204"/>
              <a:gd name="connsiteX19" fmla="*/ 3920705 w 4975610"/>
              <a:gd name="connsiteY19" fmla="*/ 276303 h 1022204"/>
              <a:gd name="connsiteX20" fmla="*/ 3596855 w 4975610"/>
              <a:gd name="connsiteY20" fmla="*/ 256918 h 1022204"/>
              <a:gd name="connsiteX21" fmla="*/ 3414821 w 4975610"/>
              <a:gd name="connsiteY21" fmla="*/ 333118 h 1022204"/>
              <a:gd name="connsiteX22" fmla="*/ 3296288 w 4975610"/>
              <a:gd name="connsiteY22" fmla="*/ 451650 h 1022204"/>
              <a:gd name="connsiteX23" fmla="*/ 3084621 w 4975610"/>
              <a:gd name="connsiteY23" fmla="*/ 832650 h 1022204"/>
              <a:gd name="connsiteX24" fmla="*/ 2906821 w 4975610"/>
              <a:gd name="connsiteY24" fmla="*/ 985051 h 1022204"/>
              <a:gd name="connsiteX25" fmla="*/ 2542755 w 4975610"/>
              <a:gd name="connsiteY25" fmla="*/ 1018917 h 1022204"/>
              <a:gd name="connsiteX26" fmla="*/ 1856955 w 4975610"/>
              <a:gd name="connsiteY26" fmla="*/ 925784 h 1022204"/>
              <a:gd name="connsiteX27" fmla="*/ 1188088 w 4975610"/>
              <a:gd name="connsiteY27" fmla="*/ 714118 h 1022204"/>
              <a:gd name="connsiteX28" fmla="*/ 891755 w 4975610"/>
              <a:gd name="connsiteY28" fmla="*/ 443184 h 1022204"/>
              <a:gd name="connsiteX29" fmla="*/ 705488 w 4975610"/>
              <a:gd name="connsiteY29" fmla="*/ 316184 h 1022204"/>
              <a:gd name="connsiteX30" fmla="*/ 502288 w 4975610"/>
              <a:gd name="connsiteY30" fmla="*/ 265384 h 1022204"/>
              <a:gd name="connsiteX31" fmla="*/ 146687 w 4975610"/>
              <a:gd name="connsiteY31" fmla="*/ 223051 h 1022204"/>
              <a:gd name="connsiteX32" fmla="*/ 19688 w 4975610"/>
              <a:gd name="connsiteY32" fmla="*/ 223051 h 1022204"/>
              <a:gd name="connsiteX33" fmla="*/ 87421 w 4975610"/>
              <a:gd name="connsiteY33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27105 w 4975610"/>
              <a:gd name="connsiteY6" fmla="*/ 464150 h 1022204"/>
              <a:gd name="connsiteX7" fmla="*/ 4469277 w 4975610"/>
              <a:gd name="connsiteY7" fmla="*/ 622716 h 1022204"/>
              <a:gd name="connsiteX8" fmla="*/ 4710577 w 4975610"/>
              <a:gd name="connsiteY8" fmla="*/ 659035 h 1022204"/>
              <a:gd name="connsiteX9" fmla="*/ 4771605 w 4975610"/>
              <a:gd name="connsiteY9" fmla="*/ 536787 h 1022204"/>
              <a:gd name="connsiteX10" fmla="*/ 4640729 w 4975610"/>
              <a:gd name="connsiteY10" fmla="*/ 332162 h 1022204"/>
              <a:gd name="connsiteX11" fmla="*/ 4577229 w 4975610"/>
              <a:gd name="connsiteY11" fmla="*/ 34342 h 1022204"/>
              <a:gd name="connsiteX12" fmla="*/ 4913421 w 4975610"/>
              <a:gd name="connsiteY12" fmla="*/ 25817 h 1022204"/>
              <a:gd name="connsiteX13" fmla="*/ 4882029 w 4975610"/>
              <a:gd name="connsiteY13" fmla="*/ 281315 h 1022204"/>
              <a:gd name="connsiteX14" fmla="*/ 4850279 w 4975610"/>
              <a:gd name="connsiteY14" fmla="*/ 404799 h 1022204"/>
              <a:gd name="connsiteX15" fmla="*/ 4945528 w 4975610"/>
              <a:gd name="connsiteY15" fmla="*/ 608188 h 1022204"/>
              <a:gd name="connsiteX16" fmla="*/ 4873205 w 4975610"/>
              <a:gd name="connsiteY16" fmla="*/ 796849 h 1022204"/>
              <a:gd name="connsiteX17" fmla="*/ 4424470 w 4975610"/>
              <a:gd name="connsiteY17" fmla="*/ 712089 h 1022204"/>
              <a:gd name="connsiteX18" fmla="*/ 4145428 w 4975610"/>
              <a:gd name="connsiteY18" fmla="*/ 412062 h 1022204"/>
              <a:gd name="connsiteX19" fmla="*/ 3920705 w 4975610"/>
              <a:gd name="connsiteY19" fmla="*/ 276303 h 1022204"/>
              <a:gd name="connsiteX20" fmla="*/ 3596855 w 4975610"/>
              <a:gd name="connsiteY20" fmla="*/ 256918 h 1022204"/>
              <a:gd name="connsiteX21" fmla="*/ 3414821 w 4975610"/>
              <a:gd name="connsiteY21" fmla="*/ 333118 h 1022204"/>
              <a:gd name="connsiteX22" fmla="*/ 3296288 w 4975610"/>
              <a:gd name="connsiteY22" fmla="*/ 451650 h 1022204"/>
              <a:gd name="connsiteX23" fmla="*/ 3084621 w 4975610"/>
              <a:gd name="connsiteY23" fmla="*/ 832650 h 1022204"/>
              <a:gd name="connsiteX24" fmla="*/ 2906821 w 4975610"/>
              <a:gd name="connsiteY24" fmla="*/ 985051 h 1022204"/>
              <a:gd name="connsiteX25" fmla="*/ 2542755 w 4975610"/>
              <a:gd name="connsiteY25" fmla="*/ 1018917 h 1022204"/>
              <a:gd name="connsiteX26" fmla="*/ 1856955 w 4975610"/>
              <a:gd name="connsiteY26" fmla="*/ 925784 h 1022204"/>
              <a:gd name="connsiteX27" fmla="*/ 1188088 w 4975610"/>
              <a:gd name="connsiteY27" fmla="*/ 714118 h 1022204"/>
              <a:gd name="connsiteX28" fmla="*/ 891755 w 4975610"/>
              <a:gd name="connsiteY28" fmla="*/ 443184 h 1022204"/>
              <a:gd name="connsiteX29" fmla="*/ 705488 w 4975610"/>
              <a:gd name="connsiteY29" fmla="*/ 316184 h 1022204"/>
              <a:gd name="connsiteX30" fmla="*/ 502288 w 4975610"/>
              <a:gd name="connsiteY30" fmla="*/ 265384 h 1022204"/>
              <a:gd name="connsiteX31" fmla="*/ 146687 w 4975610"/>
              <a:gd name="connsiteY31" fmla="*/ 223051 h 1022204"/>
              <a:gd name="connsiteX32" fmla="*/ 19688 w 4975610"/>
              <a:gd name="connsiteY32" fmla="*/ 223051 h 1022204"/>
              <a:gd name="connsiteX33" fmla="*/ 87421 w 4975610"/>
              <a:gd name="connsiteY33" fmla="*/ 129917 h 1022204"/>
              <a:gd name="connsiteX0" fmla="*/ 87421 w 4975610"/>
              <a:gd name="connsiteY0" fmla="*/ 129917 h 1022204"/>
              <a:gd name="connsiteX1" fmla="*/ 815555 w 4975610"/>
              <a:gd name="connsiteY1" fmla="*/ 273851 h 1022204"/>
              <a:gd name="connsiteX2" fmla="*/ 1416688 w 4975610"/>
              <a:gd name="connsiteY2" fmla="*/ 714117 h 1022204"/>
              <a:gd name="connsiteX3" fmla="*/ 2813688 w 4975610"/>
              <a:gd name="connsiteY3" fmla="*/ 908851 h 1022204"/>
              <a:gd name="connsiteX4" fmla="*/ 3313221 w 4975610"/>
              <a:gd name="connsiteY4" fmla="*/ 273851 h 1022204"/>
              <a:gd name="connsiteX5" fmla="*/ 3878372 w 4975610"/>
              <a:gd name="connsiteY5" fmla="*/ 172297 h 1022204"/>
              <a:gd name="connsiteX6" fmla="*/ 4327105 w 4975610"/>
              <a:gd name="connsiteY6" fmla="*/ 464150 h 1022204"/>
              <a:gd name="connsiteX7" fmla="*/ 4469277 w 4975610"/>
              <a:gd name="connsiteY7" fmla="*/ 622716 h 1022204"/>
              <a:gd name="connsiteX8" fmla="*/ 4767727 w 4975610"/>
              <a:gd name="connsiteY8" fmla="*/ 688091 h 1022204"/>
              <a:gd name="connsiteX9" fmla="*/ 4771605 w 4975610"/>
              <a:gd name="connsiteY9" fmla="*/ 536787 h 1022204"/>
              <a:gd name="connsiteX10" fmla="*/ 4640729 w 4975610"/>
              <a:gd name="connsiteY10" fmla="*/ 332162 h 1022204"/>
              <a:gd name="connsiteX11" fmla="*/ 4577229 w 4975610"/>
              <a:gd name="connsiteY11" fmla="*/ 34342 h 1022204"/>
              <a:gd name="connsiteX12" fmla="*/ 4913421 w 4975610"/>
              <a:gd name="connsiteY12" fmla="*/ 25817 h 1022204"/>
              <a:gd name="connsiteX13" fmla="*/ 4882029 w 4975610"/>
              <a:gd name="connsiteY13" fmla="*/ 281315 h 1022204"/>
              <a:gd name="connsiteX14" fmla="*/ 4850279 w 4975610"/>
              <a:gd name="connsiteY14" fmla="*/ 404799 h 1022204"/>
              <a:gd name="connsiteX15" fmla="*/ 4945528 w 4975610"/>
              <a:gd name="connsiteY15" fmla="*/ 608188 h 1022204"/>
              <a:gd name="connsiteX16" fmla="*/ 4873205 w 4975610"/>
              <a:gd name="connsiteY16" fmla="*/ 796849 h 1022204"/>
              <a:gd name="connsiteX17" fmla="*/ 4424470 w 4975610"/>
              <a:gd name="connsiteY17" fmla="*/ 712089 h 1022204"/>
              <a:gd name="connsiteX18" fmla="*/ 4145428 w 4975610"/>
              <a:gd name="connsiteY18" fmla="*/ 412062 h 1022204"/>
              <a:gd name="connsiteX19" fmla="*/ 3920705 w 4975610"/>
              <a:gd name="connsiteY19" fmla="*/ 276303 h 1022204"/>
              <a:gd name="connsiteX20" fmla="*/ 3596855 w 4975610"/>
              <a:gd name="connsiteY20" fmla="*/ 256918 h 1022204"/>
              <a:gd name="connsiteX21" fmla="*/ 3414821 w 4975610"/>
              <a:gd name="connsiteY21" fmla="*/ 333118 h 1022204"/>
              <a:gd name="connsiteX22" fmla="*/ 3296288 w 4975610"/>
              <a:gd name="connsiteY22" fmla="*/ 451650 h 1022204"/>
              <a:gd name="connsiteX23" fmla="*/ 3084621 w 4975610"/>
              <a:gd name="connsiteY23" fmla="*/ 832650 h 1022204"/>
              <a:gd name="connsiteX24" fmla="*/ 2906821 w 4975610"/>
              <a:gd name="connsiteY24" fmla="*/ 985051 h 1022204"/>
              <a:gd name="connsiteX25" fmla="*/ 2542755 w 4975610"/>
              <a:gd name="connsiteY25" fmla="*/ 1018917 h 1022204"/>
              <a:gd name="connsiteX26" fmla="*/ 1856955 w 4975610"/>
              <a:gd name="connsiteY26" fmla="*/ 925784 h 1022204"/>
              <a:gd name="connsiteX27" fmla="*/ 1188088 w 4975610"/>
              <a:gd name="connsiteY27" fmla="*/ 714118 h 1022204"/>
              <a:gd name="connsiteX28" fmla="*/ 891755 w 4975610"/>
              <a:gd name="connsiteY28" fmla="*/ 443184 h 1022204"/>
              <a:gd name="connsiteX29" fmla="*/ 705488 w 4975610"/>
              <a:gd name="connsiteY29" fmla="*/ 316184 h 1022204"/>
              <a:gd name="connsiteX30" fmla="*/ 502288 w 4975610"/>
              <a:gd name="connsiteY30" fmla="*/ 265384 h 1022204"/>
              <a:gd name="connsiteX31" fmla="*/ 146687 w 4975610"/>
              <a:gd name="connsiteY31" fmla="*/ 223051 h 1022204"/>
              <a:gd name="connsiteX32" fmla="*/ 19688 w 4975610"/>
              <a:gd name="connsiteY32" fmla="*/ 223051 h 1022204"/>
              <a:gd name="connsiteX33" fmla="*/ 87421 w 4975610"/>
              <a:gd name="connsiteY33" fmla="*/ 129917 h 1022204"/>
              <a:gd name="connsiteX0" fmla="*/ 87421 w 4942938"/>
              <a:gd name="connsiteY0" fmla="*/ 129917 h 1022204"/>
              <a:gd name="connsiteX1" fmla="*/ 815555 w 4942938"/>
              <a:gd name="connsiteY1" fmla="*/ 273851 h 1022204"/>
              <a:gd name="connsiteX2" fmla="*/ 1416688 w 4942938"/>
              <a:gd name="connsiteY2" fmla="*/ 714117 h 1022204"/>
              <a:gd name="connsiteX3" fmla="*/ 2813688 w 4942938"/>
              <a:gd name="connsiteY3" fmla="*/ 908851 h 1022204"/>
              <a:gd name="connsiteX4" fmla="*/ 3313221 w 4942938"/>
              <a:gd name="connsiteY4" fmla="*/ 273851 h 1022204"/>
              <a:gd name="connsiteX5" fmla="*/ 3878372 w 4942938"/>
              <a:gd name="connsiteY5" fmla="*/ 172297 h 1022204"/>
              <a:gd name="connsiteX6" fmla="*/ 4327105 w 4942938"/>
              <a:gd name="connsiteY6" fmla="*/ 464150 h 1022204"/>
              <a:gd name="connsiteX7" fmla="*/ 4469277 w 4942938"/>
              <a:gd name="connsiteY7" fmla="*/ 622716 h 1022204"/>
              <a:gd name="connsiteX8" fmla="*/ 4767727 w 4942938"/>
              <a:gd name="connsiteY8" fmla="*/ 688091 h 1022204"/>
              <a:gd name="connsiteX9" fmla="*/ 4771605 w 4942938"/>
              <a:gd name="connsiteY9" fmla="*/ 536787 h 1022204"/>
              <a:gd name="connsiteX10" fmla="*/ 4640729 w 4942938"/>
              <a:gd name="connsiteY10" fmla="*/ 332162 h 1022204"/>
              <a:gd name="connsiteX11" fmla="*/ 4577229 w 4942938"/>
              <a:gd name="connsiteY11" fmla="*/ 34342 h 1022204"/>
              <a:gd name="connsiteX12" fmla="*/ 4913421 w 4942938"/>
              <a:gd name="connsiteY12" fmla="*/ 25817 h 1022204"/>
              <a:gd name="connsiteX13" fmla="*/ 4882029 w 4942938"/>
              <a:gd name="connsiteY13" fmla="*/ 281315 h 1022204"/>
              <a:gd name="connsiteX14" fmla="*/ 4850279 w 4942938"/>
              <a:gd name="connsiteY14" fmla="*/ 404799 h 1022204"/>
              <a:gd name="connsiteX15" fmla="*/ 4901078 w 4942938"/>
              <a:gd name="connsiteY15" fmla="*/ 659035 h 1022204"/>
              <a:gd name="connsiteX16" fmla="*/ 4873205 w 4942938"/>
              <a:gd name="connsiteY16" fmla="*/ 796849 h 1022204"/>
              <a:gd name="connsiteX17" fmla="*/ 4424470 w 4942938"/>
              <a:gd name="connsiteY17" fmla="*/ 712089 h 1022204"/>
              <a:gd name="connsiteX18" fmla="*/ 4145428 w 4942938"/>
              <a:gd name="connsiteY18" fmla="*/ 412062 h 1022204"/>
              <a:gd name="connsiteX19" fmla="*/ 3920705 w 4942938"/>
              <a:gd name="connsiteY19" fmla="*/ 276303 h 1022204"/>
              <a:gd name="connsiteX20" fmla="*/ 3596855 w 4942938"/>
              <a:gd name="connsiteY20" fmla="*/ 256918 h 1022204"/>
              <a:gd name="connsiteX21" fmla="*/ 3414821 w 4942938"/>
              <a:gd name="connsiteY21" fmla="*/ 333118 h 1022204"/>
              <a:gd name="connsiteX22" fmla="*/ 3296288 w 4942938"/>
              <a:gd name="connsiteY22" fmla="*/ 451650 h 1022204"/>
              <a:gd name="connsiteX23" fmla="*/ 3084621 w 4942938"/>
              <a:gd name="connsiteY23" fmla="*/ 832650 h 1022204"/>
              <a:gd name="connsiteX24" fmla="*/ 2906821 w 4942938"/>
              <a:gd name="connsiteY24" fmla="*/ 985051 h 1022204"/>
              <a:gd name="connsiteX25" fmla="*/ 2542755 w 4942938"/>
              <a:gd name="connsiteY25" fmla="*/ 1018917 h 1022204"/>
              <a:gd name="connsiteX26" fmla="*/ 1856955 w 4942938"/>
              <a:gd name="connsiteY26" fmla="*/ 925784 h 1022204"/>
              <a:gd name="connsiteX27" fmla="*/ 1188088 w 4942938"/>
              <a:gd name="connsiteY27" fmla="*/ 714118 h 1022204"/>
              <a:gd name="connsiteX28" fmla="*/ 891755 w 4942938"/>
              <a:gd name="connsiteY28" fmla="*/ 443184 h 1022204"/>
              <a:gd name="connsiteX29" fmla="*/ 705488 w 4942938"/>
              <a:gd name="connsiteY29" fmla="*/ 316184 h 1022204"/>
              <a:gd name="connsiteX30" fmla="*/ 502288 w 4942938"/>
              <a:gd name="connsiteY30" fmla="*/ 265384 h 1022204"/>
              <a:gd name="connsiteX31" fmla="*/ 146687 w 4942938"/>
              <a:gd name="connsiteY31" fmla="*/ 223051 h 1022204"/>
              <a:gd name="connsiteX32" fmla="*/ 19688 w 4942938"/>
              <a:gd name="connsiteY32" fmla="*/ 223051 h 1022204"/>
              <a:gd name="connsiteX33" fmla="*/ 87421 w 4942938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27105 w 4930686"/>
              <a:gd name="connsiteY6" fmla="*/ 464150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901078 w 4930686"/>
              <a:gd name="connsiteY15" fmla="*/ 659035 h 1022204"/>
              <a:gd name="connsiteX16" fmla="*/ 47716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27105 w 4930686"/>
              <a:gd name="connsiteY6" fmla="*/ 464150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901078 w 4930686"/>
              <a:gd name="connsiteY15" fmla="*/ 659035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27105 w 4930686"/>
              <a:gd name="connsiteY6" fmla="*/ 464150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2978 w 4930686"/>
              <a:gd name="connsiteY15" fmla="*/ 717146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5989"/>
              <a:gd name="connsiteY0" fmla="*/ 129917 h 1022204"/>
              <a:gd name="connsiteX1" fmla="*/ 815555 w 4935989"/>
              <a:gd name="connsiteY1" fmla="*/ 273851 h 1022204"/>
              <a:gd name="connsiteX2" fmla="*/ 1416688 w 4935989"/>
              <a:gd name="connsiteY2" fmla="*/ 714117 h 1022204"/>
              <a:gd name="connsiteX3" fmla="*/ 2813688 w 4935989"/>
              <a:gd name="connsiteY3" fmla="*/ 908851 h 1022204"/>
              <a:gd name="connsiteX4" fmla="*/ 3313221 w 4935989"/>
              <a:gd name="connsiteY4" fmla="*/ 273851 h 1022204"/>
              <a:gd name="connsiteX5" fmla="*/ 3878372 w 4935989"/>
              <a:gd name="connsiteY5" fmla="*/ 172297 h 1022204"/>
              <a:gd name="connsiteX6" fmla="*/ 4327105 w 4935989"/>
              <a:gd name="connsiteY6" fmla="*/ 464150 h 1022204"/>
              <a:gd name="connsiteX7" fmla="*/ 4469277 w 4935989"/>
              <a:gd name="connsiteY7" fmla="*/ 622716 h 1022204"/>
              <a:gd name="connsiteX8" fmla="*/ 4767727 w 4935989"/>
              <a:gd name="connsiteY8" fmla="*/ 688091 h 1022204"/>
              <a:gd name="connsiteX9" fmla="*/ 4771605 w 4935989"/>
              <a:gd name="connsiteY9" fmla="*/ 536787 h 1022204"/>
              <a:gd name="connsiteX10" fmla="*/ 4640729 w 4935989"/>
              <a:gd name="connsiteY10" fmla="*/ 332162 h 1022204"/>
              <a:gd name="connsiteX11" fmla="*/ 4577229 w 4935989"/>
              <a:gd name="connsiteY11" fmla="*/ 34342 h 1022204"/>
              <a:gd name="connsiteX12" fmla="*/ 4913421 w 4935989"/>
              <a:gd name="connsiteY12" fmla="*/ 25817 h 1022204"/>
              <a:gd name="connsiteX13" fmla="*/ 4882029 w 4935989"/>
              <a:gd name="connsiteY13" fmla="*/ 281315 h 1022204"/>
              <a:gd name="connsiteX14" fmla="*/ 4850279 w 4935989"/>
              <a:gd name="connsiteY14" fmla="*/ 404799 h 1022204"/>
              <a:gd name="connsiteX15" fmla="*/ 4920128 w 4935989"/>
              <a:gd name="connsiteY15" fmla="*/ 702618 h 1022204"/>
              <a:gd name="connsiteX16" fmla="*/ 4746205 w 4935989"/>
              <a:gd name="connsiteY16" fmla="*/ 804113 h 1022204"/>
              <a:gd name="connsiteX17" fmla="*/ 4424470 w 4935989"/>
              <a:gd name="connsiteY17" fmla="*/ 712089 h 1022204"/>
              <a:gd name="connsiteX18" fmla="*/ 4145428 w 4935989"/>
              <a:gd name="connsiteY18" fmla="*/ 412062 h 1022204"/>
              <a:gd name="connsiteX19" fmla="*/ 3920705 w 4935989"/>
              <a:gd name="connsiteY19" fmla="*/ 276303 h 1022204"/>
              <a:gd name="connsiteX20" fmla="*/ 3596855 w 4935989"/>
              <a:gd name="connsiteY20" fmla="*/ 256918 h 1022204"/>
              <a:gd name="connsiteX21" fmla="*/ 3414821 w 4935989"/>
              <a:gd name="connsiteY21" fmla="*/ 333118 h 1022204"/>
              <a:gd name="connsiteX22" fmla="*/ 3296288 w 4935989"/>
              <a:gd name="connsiteY22" fmla="*/ 451650 h 1022204"/>
              <a:gd name="connsiteX23" fmla="*/ 3084621 w 4935989"/>
              <a:gd name="connsiteY23" fmla="*/ 832650 h 1022204"/>
              <a:gd name="connsiteX24" fmla="*/ 2906821 w 4935989"/>
              <a:gd name="connsiteY24" fmla="*/ 985051 h 1022204"/>
              <a:gd name="connsiteX25" fmla="*/ 2542755 w 4935989"/>
              <a:gd name="connsiteY25" fmla="*/ 1018917 h 1022204"/>
              <a:gd name="connsiteX26" fmla="*/ 1856955 w 4935989"/>
              <a:gd name="connsiteY26" fmla="*/ 925784 h 1022204"/>
              <a:gd name="connsiteX27" fmla="*/ 1188088 w 4935989"/>
              <a:gd name="connsiteY27" fmla="*/ 714118 h 1022204"/>
              <a:gd name="connsiteX28" fmla="*/ 891755 w 4935989"/>
              <a:gd name="connsiteY28" fmla="*/ 443184 h 1022204"/>
              <a:gd name="connsiteX29" fmla="*/ 705488 w 4935989"/>
              <a:gd name="connsiteY29" fmla="*/ 316184 h 1022204"/>
              <a:gd name="connsiteX30" fmla="*/ 502288 w 4935989"/>
              <a:gd name="connsiteY30" fmla="*/ 265384 h 1022204"/>
              <a:gd name="connsiteX31" fmla="*/ 146687 w 4935989"/>
              <a:gd name="connsiteY31" fmla="*/ 223051 h 1022204"/>
              <a:gd name="connsiteX32" fmla="*/ 19688 w 4935989"/>
              <a:gd name="connsiteY32" fmla="*/ 223051 h 1022204"/>
              <a:gd name="connsiteX33" fmla="*/ 87421 w 4935989"/>
              <a:gd name="connsiteY33" fmla="*/ 129917 h 1022204"/>
              <a:gd name="connsiteX0" fmla="*/ 87421 w 4935989"/>
              <a:gd name="connsiteY0" fmla="*/ 129917 h 1022204"/>
              <a:gd name="connsiteX1" fmla="*/ 815555 w 4935989"/>
              <a:gd name="connsiteY1" fmla="*/ 273851 h 1022204"/>
              <a:gd name="connsiteX2" fmla="*/ 1416688 w 4935989"/>
              <a:gd name="connsiteY2" fmla="*/ 714117 h 1022204"/>
              <a:gd name="connsiteX3" fmla="*/ 2813688 w 4935989"/>
              <a:gd name="connsiteY3" fmla="*/ 908851 h 1022204"/>
              <a:gd name="connsiteX4" fmla="*/ 3313221 w 4935989"/>
              <a:gd name="connsiteY4" fmla="*/ 273851 h 1022204"/>
              <a:gd name="connsiteX5" fmla="*/ 3878372 w 4935989"/>
              <a:gd name="connsiteY5" fmla="*/ 172297 h 1022204"/>
              <a:gd name="connsiteX6" fmla="*/ 4327105 w 4935989"/>
              <a:gd name="connsiteY6" fmla="*/ 464150 h 1022204"/>
              <a:gd name="connsiteX7" fmla="*/ 4469277 w 4935989"/>
              <a:gd name="connsiteY7" fmla="*/ 622716 h 1022204"/>
              <a:gd name="connsiteX8" fmla="*/ 4767727 w 4935989"/>
              <a:gd name="connsiteY8" fmla="*/ 688091 h 1022204"/>
              <a:gd name="connsiteX9" fmla="*/ 4771605 w 4935989"/>
              <a:gd name="connsiteY9" fmla="*/ 536787 h 1022204"/>
              <a:gd name="connsiteX10" fmla="*/ 4640729 w 4935989"/>
              <a:gd name="connsiteY10" fmla="*/ 332162 h 1022204"/>
              <a:gd name="connsiteX11" fmla="*/ 4577229 w 4935989"/>
              <a:gd name="connsiteY11" fmla="*/ 34342 h 1022204"/>
              <a:gd name="connsiteX12" fmla="*/ 4913421 w 4935989"/>
              <a:gd name="connsiteY12" fmla="*/ 25817 h 1022204"/>
              <a:gd name="connsiteX13" fmla="*/ 4882029 w 4935989"/>
              <a:gd name="connsiteY13" fmla="*/ 281315 h 1022204"/>
              <a:gd name="connsiteX14" fmla="*/ 4850279 w 4935989"/>
              <a:gd name="connsiteY14" fmla="*/ 404799 h 1022204"/>
              <a:gd name="connsiteX15" fmla="*/ 4920128 w 4935989"/>
              <a:gd name="connsiteY15" fmla="*/ 702618 h 1022204"/>
              <a:gd name="connsiteX16" fmla="*/ 4746205 w 4935989"/>
              <a:gd name="connsiteY16" fmla="*/ 804113 h 1022204"/>
              <a:gd name="connsiteX17" fmla="*/ 4424470 w 4935989"/>
              <a:gd name="connsiteY17" fmla="*/ 712089 h 1022204"/>
              <a:gd name="connsiteX18" fmla="*/ 4145428 w 4935989"/>
              <a:gd name="connsiteY18" fmla="*/ 412062 h 1022204"/>
              <a:gd name="connsiteX19" fmla="*/ 3920705 w 4935989"/>
              <a:gd name="connsiteY19" fmla="*/ 276303 h 1022204"/>
              <a:gd name="connsiteX20" fmla="*/ 3596855 w 4935989"/>
              <a:gd name="connsiteY20" fmla="*/ 256918 h 1022204"/>
              <a:gd name="connsiteX21" fmla="*/ 3414821 w 4935989"/>
              <a:gd name="connsiteY21" fmla="*/ 333118 h 1022204"/>
              <a:gd name="connsiteX22" fmla="*/ 3296288 w 4935989"/>
              <a:gd name="connsiteY22" fmla="*/ 451650 h 1022204"/>
              <a:gd name="connsiteX23" fmla="*/ 3084621 w 4935989"/>
              <a:gd name="connsiteY23" fmla="*/ 832650 h 1022204"/>
              <a:gd name="connsiteX24" fmla="*/ 2906821 w 4935989"/>
              <a:gd name="connsiteY24" fmla="*/ 985051 h 1022204"/>
              <a:gd name="connsiteX25" fmla="*/ 2542755 w 4935989"/>
              <a:gd name="connsiteY25" fmla="*/ 1018917 h 1022204"/>
              <a:gd name="connsiteX26" fmla="*/ 1856955 w 4935989"/>
              <a:gd name="connsiteY26" fmla="*/ 925784 h 1022204"/>
              <a:gd name="connsiteX27" fmla="*/ 1188088 w 4935989"/>
              <a:gd name="connsiteY27" fmla="*/ 714118 h 1022204"/>
              <a:gd name="connsiteX28" fmla="*/ 891755 w 4935989"/>
              <a:gd name="connsiteY28" fmla="*/ 443184 h 1022204"/>
              <a:gd name="connsiteX29" fmla="*/ 705488 w 4935989"/>
              <a:gd name="connsiteY29" fmla="*/ 316184 h 1022204"/>
              <a:gd name="connsiteX30" fmla="*/ 502288 w 4935989"/>
              <a:gd name="connsiteY30" fmla="*/ 265384 h 1022204"/>
              <a:gd name="connsiteX31" fmla="*/ 146687 w 4935989"/>
              <a:gd name="connsiteY31" fmla="*/ 223051 h 1022204"/>
              <a:gd name="connsiteX32" fmla="*/ 19688 w 4935989"/>
              <a:gd name="connsiteY32" fmla="*/ 223051 h 1022204"/>
              <a:gd name="connsiteX33" fmla="*/ 87421 w 4935989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27105 w 4930686"/>
              <a:gd name="connsiteY6" fmla="*/ 464150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9328 w 4930686"/>
              <a:gd name="connsiteY15" fmla="*/ 731674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27105 w 4930686"/>
              <a:gd name="connsiteY6" fmla="*/ 464150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9328 w 4930686"/>
              <a:gd name="connsiteY15" fmla="*/ 731674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27105 w 4930686"/>
              <a:gd name="connsiteY6" fmla="*/ 464150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9328 w 4930686"/>
              <a:gd name="connsiteY15" fmla="*/ 731674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9328 w 4930686"/>
              <a:gd name="connsiteY15" fmla="*/ 731674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9328 w 4930686"/>
              <a:gd name="connsiteY15" fmla="*/ 731674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45428 w 4930686"/>
              <a:gd name="connsiteY18" fmla="*/ 412062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9328 w 4930686"/>
              <a:gd name="connsiteY15" fmla="*/ 731674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58128 w 4930686"/>
              <a:gd name="connsiteY18" fmla="*/ 397534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767727 w 4930686"/>
              <a:gd name="connsiteY8" fmla="*/ 688091 h 1022204"/>
              <a:gd name="connsiteX9" fmla="*/ 4771605 w 4930686"/>
              <a:gd name="connsiteY9" fmla="*/ 536787 h 1022204"/>
              <a:gd name="connsiteX10" fmla="*/ 4640729 w 4930686"/>
              <a:gd name="connsiteY10" fmla="*/ 332162 h 1022204"/>
              <a:gd name="connsiteX11" fmla="*/ 4577229 w 4930686"/>
              <a:gd name="connsiteY11" fmla="*/ 34342 h 1022204"/>
              <a:gd name="connsiteX12" fmla="*/ 4913421 w 4930686"/>
              <a:gd name="connsiteY12" fmla="*/ 25817 h 1022204"/>
              <a:gd name="connsiteX13" fmla="*/ 4882029 w 4930686"/>
              <a:gd name="connsiteY13" fmla="*/ 281315 h 1022204"/>
              <a:gd name="connsiteX14" fmla="*/ 4850279 w 4930686"/>
              <a:gd name="connsiteY14" fmla="*/ 404799 h 1022204"/>
              <a:gd name="connsiteX15" fmla="*/ 4869328 w 4930686"/>
              <a:gd name="connsiteY15" fmla="*/ 731674 h 1022204"/>
              <a:gd name="connsiteX16" fmla="*/ 4746205 w 4930686"/>
              <a:gd name="connsiteY16" fmla="*/ 804113 h 1022204"/>
              <a:gd name="connsiteX17" fmla="*/ 4424470 w 4930686"/>
              <a:gd name="connsiteY17" fmla="*/ 712089 h 1022204"/>
              <a:gd name="connsiteX18" fmla="*/ 4158128 w 4930686"/>
              <a:gd name="connsiteY18" fmla="*/ 397534 h 1022204"/>
              <a:gd name="connsiteX19" fmla="*/ 3920705 w 4930686"/>
              <a:gd name="connsiteY19" fmla="*/ 276303 h 1022204"/>
              <a:gd name="connsiteX20" fmla="*/ 3596855 w 4930686"/>
              <a:gd name="connsiteY20" fmla="*/ 256918 h 1022204"/>
              <a:gd name="connsiteX21" fmla="*/ 3414821 w 4930686"/>
              <a:gd name="connsiteY21" fmla="*/ 333118 h 1022204"/>
              <a:gd name="connsiteX22" fmla="*/ 3296288 w 4930686"/>
              <a:gd name="connsiteY22" fmla="*/ 451650 h 1022204"/>
              <a:gd name="connsiteX23" fmla="*/ 3084621 w 4930686"/>
              <a:gd name="connsiteY23" fmla="*/ 832650 h 1022204"/>
              <a:gd name="connsiteX24" fmla="*/ 2906821 w 4930686"/>
              <a:gd name="connsiteY24" fmla="*/ 985051 h 1022204"/>
              <a:gd name="connsiteX25" fmla="*/ 2542755 w 4930686"/>
              <a:gd name="connsiteY25" fmla="*/ 1018917 h 1022204"/>
              <a:gd name="connsiteX26" fmla="*/ 1856955 w 4930686"/>
              <a:gd name="connsiteY26" fmla="*/ 925784 h 1022204"/>
              <a:gd name="connsiteX27" fmla="*/ 1188088 w 4930686"/>
              <a:gd name="connsiteY27" fmla="*/ 714118 h 1022204"/>
              <a:gd name="connsiteX28" fmla="*/ 891755 w 4930686"/>
              <a:gd name="connsiteY28" fmla="*/ 443184 h 1022204"/>
              <a:gd name="connsiteX29" fmla="*/ 705488 w 4930686"/>
              <a:gd name="connsiteY29" fmla="*/ 316184 h 1022204"/>
              <a:gd name="connsiteX30" fmla="*/ 502288 w 4930686"/>
              <a:gd name="connsiteY30" fmla="*/ 265384 h 1022204"/>
              <a:gd name="connsiteX31" fmla="*/ 146687 w 4930686"/>
              <a:gd name="connsiteY31" fmla="*/ 223051 h 1022204"/>
              <a:gd name="connsiteX32" fmla="*/ 19688 w 4930686"/>
              <a:gd name="connsiteY32" fmla="*/ 223051 h 1022204"/>
              <a:gd name="connsiteX33" fmla="*/ 87421 w 4930686"/>
              <a:gd name="connsiteY33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67727 w 4930686"/>
              <a:gd name="connsiteY9" fmla="*/ 688091 h 1022204"/>
              <a:gd name="connsiteX10" fmla="*/ 4771605 w 4930686"/>
              <a:gd name="connsiteY10" fmla="*/ 536787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67727 w 4930686"/>
              <a:gd name="connsiteY9" fmla="*/ 688091 h 1022204"/>
              <a:gd name="connsiteX10" fmla="*/ 4771605 w 4930686"/>
              <a:gd name="connsiteY10" fmla="*/ 536787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67727 w 4930686"/>
              <a:gd name="connsiteY9" fmla="*/ 688091 h 1022204"/>
              <a:gd name="connsiteX10" fmla="*/ 4771605 w 4930686"/>
              <a:gd name="connsiteY10" fmla="*/ 536787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67727 w 4930686"/>
              <a:gd name="connsiteY9" fmla="*/ 688091 h 1022204"/>
              <a:gd name="connsiteX10" fmla="*/ 4771605 w 4930686"/>
              <a:gd name="connsiteY10" fmla="*/ 536787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67727 w 4930686"/>
              <a:gd name="connsiteY9" fmla="*/ 688091 h 1022204"/>
              <a:gd name="connsiteX10" fmla="*/ 4771605 w 4930686"/>
              <a:gd name="connsiteY10" fmla="*/ 536787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86777 w 4930686"/>
              <a:gd name="connsiteY9" fmla="*/ 695355 h 1022204"/>
              <a:gd name="connsiteX10" fmla="*/ 4771605 w 4930686"/>
              <a:gd name="connsiteY10" fmla="*/ 536787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86777 w 4930686"/>
              <a:gd name="connsiteY9" fmla="*/ 695355 h 1022204"/>
              <a:gd name="connsiteX10" fmla="*/ 4803355 w 4930686"/>
              <a:gd name="connsiteY10" fmla="*/ 514996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86777 w 4930686"/>
              <a:gd name="connsiteY9" fmla="*/ 695355 h 1022204"/>
              <a:gd name="connsiteX10" fmla="*/ 4797005 w 4930686"/>
              <a:gd name="connsiteY10" fmla="*/ 514996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86777 w 4930686"/>
              <a:gd name="connsiteY9" fmla="*/ 695355 h 1022204"/>
              <a:gd name="connsiteX10" fmla="*/ 4790655 w 4930686"/>
              <a:gd name="connsiteY10" fmla="*/ 514996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74620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564527 w 4930686"/>
              <a:gd name="connsiteY8" fmla="*/ 673563 h 1022204"/>
              <a:gd name="connsiteX9" fmla="*/ 4786777 w 4930686"/>
              <a:gd name="connsiteY9" fmla="*/ 695355 h 1022204"/>
              <a:gd name="connsiteX10" fmla="*/ 4790655 w 4930686"/>
              <a:gd name="connsiteY10" fmla="*/ 514996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68905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30686"/>
              <a:gd name="connsiteY0" fmla="*/ 129917 h 1022204"/>
              <a:gd name="connsiteX1" fmla="*/ 815555 w 4930686"/>
              <a:gd name="connsiteY1" fmla="*/ 273851 h 1022204"/>
              <a:gd name="connsiteX2" fmla="*/ 1416688 w 4930686"/>
              <a:gd name="connsiteY2" fmla="*/ 714117 h 1022204"/>
              <a:gd name="connsiteX3" fmla="*/ 2813688 w 4930686"/>
              <a:gd name="connsiteY3" fmla="*/ 908851 h 1022204"/>
              <a:gd name="connsiteX4" fmla="*/ 3313221 w 4930686"/>
              <a:gd name="connsiteY4" fmla="*/ 273851 h 1022204"/>
              <a:gd name="connsiteX5" fmla="*/ 3878372 w 4930686"/>
              <a:gd name="connsiteY5" fmla="*/ 172297 h 1022204"/>
              <a:gd name="connsiteX6" fmla="*/ 4308055 w 4930686"/>
              <a:gd name="connsiteY6" fmla="*/ 427831 h 1022204"/>
              <a:gd name="connsiteX7" fmla="*/ 4469277 w 4930686"/>
              <a:gd name="connsiteY7" fmla="*/ 622716 h 1022204"/>
              <a:gd name="connsiteX8" fmla="*/ 4621677 w 4930686"/>
              <a:gd name="connsiteY8" fmla="*/ 702618 h 1022204"/>
              <a:gd name="connsiteX9" fmla="*/ 4786777 w 4930686"/>
              <a:gd name="connsiteY9" fmla="*/ 695355 h 1022204"/>
              <a:gd name="connsiteX10" fmla="*/ 4790655 w 4930686"/>
              <a:gd name="connsiteY10" fmla="*/ 514996 h 1022204"/>
              <a:gd name="connsiteX11" fmla="*/ 4640729 w 4930686"/>
              <a:gd name="connsiteY11" fmla="*/ 332162 h 1022204"/>
              <a:gd name="connsiteX12" fmla="*/ 4577229 w 4930686"/>
              <a:gd name="connsiteY12" fmla="*/ 34342 h 1022204"/>
              <a:gd name="connsiteX13" fmla="*/ 4913421 w 4930686"/>
              <a:gd name="connsiteY13" fmla="*/ 25817 h 1022204"/>
              <a:gd name="connsiteX14" fmla="*/ 4882029 w 4930686"/>
              <a:gd name="connsiteY14" fmla="*/ 281315 h 1022204"/>
              <a:gd name="connsiteX15" fmla="*/ 4850279 w 4930686"/>
              <a:gd name="connsiteY15" fmla="*/ 404799 h 1022204"/>
              <a:gd name="connsiteX16" fmla="*/ 4869328 w 4930686"/>
              <a:gd name="connsiteY16" fmla="*/ 731674 h 1022204"/>
              <a:gd name="connsiteX17" fmla="*/ 4689055 w 4930686"/>
              <a:gd name="connsiteY17" fmla="*/ 804113 h 1022204"/>
              <a:gd name="connsiteX18" fmla="*/ 4424470 w 4930686"/>
              <a:gd name="connsiteY18" fmla="*/ 712089 h 1022204"/>
              <a:gd name="connsiteX19" fmla="*/ 4158128 w 4930686"/>
              <a:gd name="connsiteY19" fmla="*/ 397534 h 1022204"/>
              <a:gd name="connsiteX20" fmla="*/ 3920705 w 4930686"/>
              <a:gd name="connsiteY20" fmla="*/ 276303 h 1022204"/>
              <a:gd name="connsiteX21" fmla="*/ 3596855 w 4930686"/>
              <a:gd name="connsiteY21" fmla="*/ 256918 h 1022204"/>
              <a:gd name="connsiteX22" fmla="*/ 3414821 w 4930686"/>
              <a:gd name="connsiteY22" fmla="*/ 333118 h 1022204"/>
              <a:gd name="connsiteX23" fmla="*/ 3296288 w 4930686"/>
              <a:gd name="connsiteY23" fmla="*/ 451650 h 1022204"/>
              <a:gd name="connsiteX24" fmla="*/ 3084621 w 4930686"/>
              <a:gd name="connsiteY24" fmla="*/ 832650 h 1022204"/>
              <a:gd name="connsiteX25" fmla="*/ 2906821 w 4930686"/>
              <a:gd name="connsiteY25" fmla="*/ 985051 h 1022204"/>
              <a:gd name="connsiteX26" fmla="*/ 2542755 w 4930686"/>
              <a:gd name="connsiteY26" fmla="*/ 1018917 h 1022204"/>
              <a:gd name="connsiteX27" fmla="*/ 1856955 w 4930686"/>
              <a:gd name="connsiteY27" fmla="*/ 925784 h 1022204"/>
              <a:gd name="connsiteX28" fmla="*/ 1188088 w 4930686"/>
              <a:gd name="connsiteY28" fmla="*/ 714118 h 1022204"/>
              <a:gd name="connsiteX29" fmla="*/ 891755 w 4930686"/>
              <a:gd name="connsiteY29" fmla="*/ 443184 h 1022204"/>
              <a:gd name="connsiteX30" fmla="*/ 705488 w 4930686"/>
              <a:gd name="connsiteY30" fmla="*/ 316184 h 1022204"/>
              <a:gd name="connsiteX31" fmla="*/ 502288 w 4930686"/>
              <a:gd name="connsiteY31" fmla="*/ 265384 h 1022204"/>
              <a:gd name="connsiteX32" fmla="*/ 146687 w 4930686"/>
              <a:gd name="connsiteY32" fmla="*/ 223051 h 1022204"/>
              <a:gd name="connsiteX33" fmla="*/ 19688 w 4930686"/>
              <a:gd name="connsiteY33" fmla="*/ 223051 h 1022204"/>
              <a:gd name="connsiteX34" fmla="*/ 87421 w 4930686"/>
              <a:gd name="connsiteY34" fmla="*/ 129917 h 1022204"/>
              <a:gd name="connsiteX0" fmla="*/ 87421 w 4915096"/>
              <a:gd name="connsiteY0" fmla="*/ 134459 h 1026746"/>
              <a:gd name="connsiteX1" fmla="*/ 815555 w 4915096"/>
              <a:gd name="connsiteY1" fmla="*/ 278393 h 1026746"/>
              <a:gd name="connsiteX2" fmla="*/ 1416688 w 4915096"/>
              <a:gd name="connsiteY2" fmla="*/ 718659 h 1026746"/>
              <a:gd name="connsiteX3" fmla="*/ 2813688 w 4915096"/>
              <a:gd name="connsiteY3" fmla="*/ 913393 h 1026746"/>
              <a:gd name="connsiteX4" fmla="*/ 3313221 w 4915096"/>
              <a:gd name="connsiteY4" fmla="*/ 278393 h 1026746"/>
              <a:gd name="connsiteX5" fmla="*/ 3878372 w 4915096"/>
              <a:gd name="connsiteY5" fmla="*/ 176839 h 1026746"/>
              <a:gd name="connsiteX6" fmla="*/ 4308055 w 4915096"/>
              <a:gd name="connsiteY6" fmla="*/ 432373 h 1026746"/>
              <a:gd name="connsiteX7" fmla="*/ 4469277 w 4915096"/>
              <a:gd name="connsiteY7" fmla="*/ 627258 h 1026746"/>
              <a:gd name="connsiteX8" fmla="*/ 4621677 w 4915096"/>
              <a:gd name="connsiteY8" fmla="*/ 707160 h 1026746"/>
              <a:gd name="connsiteX9" fmla="*/ 4786777 w 4915096"/>
              <a:gd name="connsiteY9" fmla="*/ 699897 h 1026746"/>
              <a:gd name="connsiteX10" fmla="*/ 4790655 w 4915096"/>
              <a:gd name="connsiteY10" fmla="*/ 519538 h 1026746"/>
              <a:gd name="connsiteX11" fmla="*/ 4640729 w 4915096"/>
              <a:gd name="connsiteY11" fmla="*/ 336704 h 1026746"/>
              <a:gd name="connsiteX12" fmla="*/ 4577229 w 4915096"/>
              <a:gd name="connsiteY12" fmla="*/ 38884 h 1026746"/>
              <a:gd name="connsiteX13" fmla="*/ 4894371 w 4915096"/>
              <a:gd name="connsiteY13" fmla="*/ 23095 h 1026746"/>
              <a:gd name="connsiteX14" fmla="*/ 4882029 w 4915096"/>
              <a:gd name="connsiteY14" fmla="*/ 285857 h 1026746"/>
              <a:gd name="connsiteX15" fmla="*/ 4850279 w 4915096"/>
              <a:gd name="connsiteY15" fmla="*/ 409341 h 1026746"/>
              <a:gd name="connsiteX16" fmla="*/ 4869328 w 4915096"/>
              <a:gd name="connsiteY16" fmla="*/ 736216 h 1026746"/>
              <a:gd name="connsiteX17" fmla="*/ 4689055 w 4915096"/>
              <a:gd name="connsiteY17" fmla="*/ 808655 h 1026746"/>
              <a:gd name="connsiteX18" fmla="*/ 4424470 w 4915096"/>
              <a:gd name="connsiteY18" fmla="*/ 716631 h 1026746"/>
              <a:gd name="connsiteX19" fmla="*/ 4158128 w 4915096"/>
              <a:gd name="connsiteY19" fmla="*/ 402076 h 1026746"/>
              <a:gd name="connsiteX20" fmla="*/ 3920705 w 4915096"/>
              <a:gd name="connsiteY20" fmla="*/ 280845 h 1026746"/>
              <a:gd name="connsiteX21" fmla="*/ 3596855 w 4915096"/>
              <a:gd name="connsiteY21" fmla="*/ 261460 h 1026746"/>
              <a:gd name="connsiteX22" fmla="*/ 3414821 w 4915096"/>
              <a:gd name="connsiteY22" fmla="*/ 337660 h 1026746"/>
              <a:gd name="connsiteX23" fmla="*/ 3296288 w 4915096"/>
              <a:gd name="connsiteY23" fmla="*/ 456192 h 1026746"/>
              <a:gd name="connsiteX24" fmla="*/ 3084621 w 4915096"/>
              <a:gd name="connsiteY24" fmla="*/ 837192 h 1026746"/>
              <a:gd name="connsiteX25" fmla="*/ 2906821 w 4915096"/>
              <a:gd name="connsiteY25" fmla="*/ 989593 h 1026746"/>
              <a:gd name="connsiteX26" fmla="*/ 2542755 w 4915096"/>
              <a:gd name="connsiteY26" fmla="*/ 1023459 h 1026746"/>
              <a:gd name="connsiteX27" fmla="*/ 1856955 w 4915096"/>
              <a:gd name="connsiteY27" fmla="*/ 930326 h 1026746"/>
              <a:gd name="connsiteX28" fmla="*/ 1188088 w 4915096"/>
              <a:gd name="connsiteY28" fmla="*/ 718660 h 1026746"/>
              <a:gd name="connsiteX29" fmla="*/ 891755 w 4915096"/>
              <a:gd name="connsiteY29" fmla="*/ 447726 h 1026746"/>
              <a:gd name="connsiteX30" fmla="*/ 705488 w 4915096"/>
              <a:gd name="connsiteY30" fmla="*/ 320726 h 1026746"/>
              <a:gd name="connsiteX31" fmla="*/ 502288 w 4915096"/>
              <a:gd name="connsiteY31" fmla="*/ 269926 h 1026746"/>
              <a:gd name="connsiteX32" fmla="*/ 146687 w 4915096"/>
              <a:gd name="connsiteY32" fmla="*/ 227593 h 1026746"/>
              <a:gd name="connsiteX33" fmla="*/ 19688 w 4915096"/>
              <a:gd name="connsiteY33" fmla="*/ 227593 h 1026746"/>
              <a:gd name="connsiteX34" fmla="*/ 87421 w 4915096"/>
              <a:gd name="connsiteY34" fmla="*/ 134459 h 1026746"/>
              <a:gd name="connsiteX0" fmla="*/ 87421 w 4936122"/>
              <a:gd name="connsiteY0" fmla="*/ 116533 h 1008820"/>
              <a:gd name="connsiteX1" fmla="*/ 815555 w 4936122"/>
              <a:gd name="connsiteY1" fmla="*/ 260467 h 1008820"/>
              <a:gd name="connsiteX2" fmla="*/ 1416688 w 4936122"/>
              <a:gd name="connsiteY2" fmla="*/ 700733 h 1008820"/>
              <a:gd name="connsiteX3" fmla="*/ 2813688 w 4936122"/>
              <a:gd name="connsiteY3" fmla="*/ 895467 h 1008820"/>
              <a:gd name="connsiteX4" fmla="*/ 3313221 w 4936122"/>
              <a:gd name="connsiteY4" fmla="*/ 260467 h 1008820"/>
              <a:gd name="connsiteX5" fmla="*/ 3878372 w 4936122"/>
              <a:gd name="connsiteY5" fmla="*/ 158913 h 1008820"/>
              <a:gd name="connsiteX6" fmla="*/ 4308055 w 4936122"/>
              <a:gd name="connsiteY6" fmla="*/ 414447 h 1008820"/>
              <a:gd name="connsiteX7" fmla="*/ 4469277 w 4936122"/>
              <a:gd name="connsiteY7" fmla="*/ 609332 h 1008820"/>
              <a:gd name="connsiteX8" fmla="*/ 4621677 w 4936122"/>
              <a:gd name="connsiteY8" fmla="*/ 689234 h 1008820"/>
              <a:gd name="connsiteX9" fmla="*/ 4786777 w 4936122"/>
              <a:gd name="connsiteY9" fmla="*/ 681971 h 1008820"/>
              <a:gd name="connsiteX10" fmla="*/ 4790655 w 4936122"/>
              <a:gd name="connsiteY10" fmla="*/ 501612 h 1008820"/>
              <a:gd name="connsiteX11" fmla="*/ 4640729 w 4936122"/>
              <a:gd name="connsiteY11" fmla="*/ 318778 h 1008820"/>
              <a:gd name="connsiteX12" fmla="*/ 4577229 w 4936122"/>
              <a:gd name="connsiteY12" fmla="*/ 20958 h 1008820"/>
              <a:gd name="connsiteX13" fmla="*/ 4919771 w 4936122"/>
              <a:gd name="connsiteY13" fmla="*/ 41488 h 1008820"/>
              <a:gd name="connsiteX14" fmla="*/ 4882029 w 4936122"/>
              <a:gd name="connsiteY14" fmla="*/ 267931 h 1008820"/>
              <a:gd name="connsiteX15" fmla="*/ 4850279 w 4936122"/>
              <a:gd name="connsiteY15" fmla="*/ 391415 h 1008820"/>
              <a:gd name="connsiteX16" fmla="*/ 4869328 w 4936122"/>
              <a:gd name="connsiteY16" fmla="*/ 718290 h 1008820"/>
              <a:gd name="connsiteX17" fmla="*/ 4689055 w 4936122"/>
              <a:gd name="connsiteY17" fmla="*/ 790729 h 1008820"/>
              <a:gd name="connsiteX18" fmla="*/ 4424470 w 4936122"/>
              <a:gd name="connsiteY18" fmla="*/ 698705 h 1008820"/>
              <a:gd name="connsiteX19" fmla="*/ 4158128 w 4936122"/>
              <a:gd name="connsiteY19" fmla="*/ 384150 h 1008820"/>
              <a:gd name="connsiteX20" fmla="*/ 3920705 w 4936122"/>
              <a:gd name="connsiteY20" fmla="*/ 262919 h 1008820"/>
              <a:gd name="connsiteX21" fmla="*/ 3596855 w 4936122"/>
              <a:gd name="connsiteY21" fmla="*/ 243534 h 1008820"/>
              <a:gd name="connsiteX22" fmla="*/ 3414821 w 4936122"/>
              <a:gd name="connsiteY22" fmla="*/ 319734 h 1008820"/>
              <a:gd name="connsiteX23" fmla="*/ 3296288 w 4936122"/>
              <a:gd name="connsiteY23" fmla="*/ 438266 h 1008820"/>
              <a:gd name="connsiteX24" fmla="*/ 3084621 w 4936122"/>
              <a:gd name="connsiteY24" fmla="*/ 819266 h 1008820"/>
              <a:gd name="connsiteX25" fmla="*/ 2906821 w 4936122"/>
              <a:gd name="connsiteY25" fmla="*/ 971667 h 1008820"/>
              <a:gd name="connsiteX26" fmla="*/ 2542755 w 4936122"/>
              <a:gd name="connsiteY26" fmla="*/ 1005533 h 1008820"/>
              <a:gd name="connsiteX27" fmla="*/ 1856955 w 4936122"/>
              <a:gd name="connsiteY27" fmla="*/ 912400 h 1008820"/>
              <a:gd name="connsiteX28" fmla="*/ 1188088 w 4936122"/>
              <a:gd name="connsiteY28" fmla="*/ 700734 h 1008820"/>
              <a:gd name="connsiteX29" fmla="*/ 891755 w 4936122"/>
              <a:gd name="connsiteY29" fmla="*/ 429800 h 1008820"/>
              <a:gd name="connsiteX30" fmla="*/ 705488 w 4936122"/>
              <a:gd name="connsiteY30" fmla="*/ 302800 h 1008820"/>
              <a:gd name="connsiteX31" fmla="*/ 502288 w 4936122"/>
              <a:gd name="connsiteY31" fmla="*/ 252000 h 1008820"/>
              <a:gd name="connsiteX32" fmla="*/ 146687 w 4936122"/>
              <a:gd name="connsiteY32" fmla="*/ 209667 h 1008820"/>
              <a:gd name="connsiteX33" fmla="*/ 19688 w 4936122"/>
              <a:gd name="connsiteY33" fmla="*/ 209667 h 1008820"/>
              <a:gd name="connsiteX34" fmla="*/ 87421 w 4936122"/>
              <a:gd name="connsiteY34" fmla="*/ 116533 h 1008820"/>
              <a:gd name="connsiteX0" fmla="*/ 87421 w 4944320"/>
              <a:gd name="connsiteY0" fmla="*/ 117903 h 1010190"/>
              <a:gd name="connsiteX1" fmla="*/ 815555 w 4944320"/>
              <a:gd name="connsiteY1" fmla="*/ 261837 h 1010190"/>
              <a:gd name="connsiteX2" fmla="*/ 1416688 w 4944320"/>
              <a:gd name="connsiteY2" fmla="*/ 702103 h 1010190"/>
              <a:gd name="connsiteX3" fmla="*/ 2813688 w 4944320"/>
              <a:gd name="connsiteY3" fmla="*/ 896837 h 1010190"/>
              <a:gd name="connsiteX4" fmla="*/ 3313221 w 4944320"/>
              <a:gd name="connsiteY4" fmla="*/ 261837 h 1010190"/>
              <a:gd name="connsiteX5" fmla="*/ 3878372 w 4944320"/>
              <a:gd name="connsiteY5" fmla="*/ 160283 h 1010190"/>
              <a:gd name="connsiteX6" fmla="*/ 4308055 w 4944320"/>
              <a:gd name="connsiteY6" fmla="*/ 415817 h 1010190"/>
              <a:gd name="connsiteX7" fmla="*/ 4469277 w 4944320"/>
              <a:gd name="connsiteY7" fmla="*/ 610702 h 1010190"/>
              <a:gd name="connsiteX8" fmla="*/ 4621677 w 4944320"/>
              <a:gd name="connsiteY8" fmla="*/ 690604 h 1010190"/>
              <a:gd name="connsiteX9" fmla="*/ 4786777 w 4944320"/>
              <a:gd name="connsiteY9" fmla="*/ 683341 h 1010190"/>
              <a:gd name="connsiteX10" fmla="*/ 4790655 w 4944320"/>
              <a:gd name="connsiteY10" fmla="*/ 502982 h 1010190"/>
              <a:gd name="connsiteX11" fmla="*/ 4640729 w 4944320"/>
              <a:gd name="connsiteY11" fmla="*/ 320148 h 1010190"/>
              <a:gd name="connsiteX12" fmla="*/ 4577229 w 4944320"/>
              <a:gd name="connsiteY12" fmla="*/ 22328 h 1010190"/>
              <a:gd name="connsiteX13" fmla="*/ 4919771 w 4944320"/>
              <a:gd name="connsiteY13" fmla="*/ 42858 h 1010190"/>
              <a:gd name="connsiteX14" fmla="*/ 4913779 w 4944320"/>
              <a:gd name="connsiteY14" fmla="*/ 298356 h 1010190"/>
              <a:gd name="connsiteX15" fmla="*/ 4850279 w 4944320"/>
              <a:gd name="connsiteY15" fmla="*/ 392785 h 1010190"/>
              <a:gd name="connsiteX16" fmla="*/ 4869328 w 4944320"/>
              <a:gd name="connsiteY16" fmla="*/ 719660 h 1010190"/>
              <a:gd name="connsiteX17" fmla="*/ 4689055 w 4944320"/>
              <a:gd name="connsiteY17" fmla="*/ 792099 h 1010190"/>
              <a:gd name="connsiteX18" fmla="*/ 4424470 w 4944320"/>
              <a:gd name="connsiteY18" fmla="*/ 700075 h 1010190"/>
              <a:gd name="connsiteX19" fmla="*/ 4158128 w 4944320"/>
              <a:gd name="connsiteY19" fmla="*/ 385520 h 1010190"/>
              <a:gd name="connsiteX20" fmla="*/ 3920705 w 4944320"/>
              <a:gd name="connsiteY20" fmla="*/ 264289 h 1010190"/>
              <a:gd name="connsiteX21" fmla="*/ 3596855 w 4944320"/>
              <a:gd name="connsiteY21" fmla="*/ 244904 h 1010190"/>
              <a:gd name="connsiteX22" fmla="*/ 3414821 w 4944320"/>
              <a:gd name="connsiteY22" fmla="*/ 321104 h 1010190"/>
              <a:gd name="connsiteX23" fmla="*/ 3296288 w 4944320"/>
              <a:gd name="connsiteY23" fmla="*/ 439636 h 1010190"/>
              <a:gd name="connsiteX24" fmla="*/ 3084621 w 4944320"/>
              <a:gd name="connsiteY24" fmla="*/ 820636 h 1010190"/>
              <a:gd name="connsiteX25" fmla="*/ 2906821 w 4944320"/>
              <a:gd name="connsiteY25" fmla="*/ 973037 h 1010190"/>
              <a:gd name="connsiteX26" fmla="*/ 2542755 w 4944320"/>
              <a:gd name="connsiteY26" fmla="*/ 1006903 h 1010190"/>
              <a:gd name="connsiteX27" fmla="*/ 1856955 w 4944320"/>
              <a:gd name="connsiteY27" fmla="*/ 913770 h 1010190"/>
              <a:gd name="connsiteX28" fmla="*/ 1188088 w 4944320"/>
              <a:gd name="connsiteY28" fmla="*/ 702104 h 1010190"/>
              <a:gd name="connsiteX29" fmla="*/ 891755 w 4944320"/>
              <a:gd name="connsiteY29" fmla="*/ 431170 h 1010190"/>
              <a:gd name="connsiteX30" fmla="*/ 705488 w 4944320"/>
              <a:gd name="connsiteY30" fmla="*/ 304170 h 1010190"/>
              <a:gd name="connsiteX31" fmla="*/ 502288 w 4944320"/>
              <a:gd name="connsiteY31" fmla="*/ 253370 h 1010190"/>
              <a:gd name="connsiteX32" fmla="*/ 146687 w 4944320"/>
              <a:gd name="connsiteY32" fmla="*/ 211037 h 1010190"/>
              <a:gd name="connsiteX33" fmla="*/ 19688 w 4944320"/>
              <a:gd name="connsiteY33" fmla="*/ 211037 h 1010190"/>
              <a:gd name="connsiteX34" fmla="*/ 87421 w 4944320"/>
              <a:gd name="connsiteY34" fmla="*/ 117903 h 1010190"/>
              <a:gd name="connsiteX0" fmla="*/ 87421 w 4944320"/>
              <a:gd name="connsiteY0" fmla="*/ 127740 h 1020027"/>
              <a:gd name="connsiteX1" fmla="*/ 815555 w 4944320"/>
              <a:gd name="connsiteY1" fmla="*/ 271674 h 1020027"/>
              <a:gd name="connsiteX2" fmla="*/ 1416688 w 4944320"/>
              <a:gd name="connsiteY2" fmla="*/ 711940 h 1020027"/>
              <a:gd name="connsiteX3" fmla="*/ 2813688 w 4944320"/>
              <a:gd name="connsiteY3" fmla="*/ 906674 h 1020027"/>
              <a:gd name="connsiteX4" fmla="*/ 3313221 w 4944320"/>
              <a:gd name="connsiteY4" fmla="*/ 271674 h 1020027"/>
              <a:gd name="connsiteX5" fmla="*/ 3878372 w 4944320"/>
              <a:gd name="connsiteY5" fmla="*/ 170120 h 1020027"/>
              <a:gd name="connsiteX6" fmla="*/ 4308055 w 4944320"/>
              <a:gd name="connsiteY6" fmla="*/ 425654 h 1020027"/>
              <a:gd name="connsiteX7" fmla="*/ 4469277 w 4944320"/>
              <a:gd name="connsiteY7" fmla="*/ 620539 h 1020027"/>
              <a:gd name="connsiteX8" fmla="*/ 4621677 w 4944320"/>
              <a:gd name="connsiteY8" fmla="*/ 700441 h 1020027"/>
              <a:gd name="connsiteX9" fmla="*/ 4786777 w 4944320"/>
              <a:gd name="connsiteY9" fmla="*/ 693178 h 1020027"/>
              <a:gd name="connsiteX10" fmla="*/ 4790655 w 4944320"/>
              <a:gd name="connsiteY10" fmla="*/ 512819 h 1020027"/>
              <a:gd name="connsiteX11" fmla="*/ 4640729 w 4944320"/>
              <a:gd name="connsiteY11" fmla="*/ 329985 h 1020027"/>
              <a:gd name="connsiteX12" fmla="*/ 4577229 w 4944320"/>
              <a:gd name="connsiteY12" fmla="*/ 32165 h 1020027"/>
              <a:gd name="connsiteX13" fmla="*/ 4919771 w 4944320"/>
              <a:gd name="connsiteY13" fmla="*/ 30903 h 1020027"/>
              <a:gd name="connsiteX14" fmla="*/ 4913779 w 4944320"/>
              <a:gd name="connsiteY14" fmla="*/ 308193 h 1020027"/>
              <a:gd name="connsiteX15" fmla="*/ 4850279 w 4944320"/>
              <a:gd name="connsiteY15" fmla="*/ 402622 h 1020027"/>
              <a:gd name="connsiteX16" fmla="*/ 4869328 w 4944320"/>
              <a:gd name="connsiteY16" fmla="*/ 729497 h 1020027"/>
              <a:gd name="connsiteX17" fmla="*/ 4689055 w 4944320"/>
              <a:gd name="connsiteY17" fmla="*/ 801936 h 1020027"/>
              <a:gd name="connsiteX18" fmla="*/ 4424470 w 4944320"/>
              <a:gd name="connsiteY18" fmla="*/ 709912 h 1020027"/>
              <a:gd name="connsiteX19" fmla="*/ 4158128 w 4944320"/>
              <a:gd name="connsiteY19" fmla="*/ 395357 h 1020027"/>
              <a:gd name="connsiteX20" fmla="*/ 3920705 w 4944320"/>
              <a:gd name="connsiteY20" fmla="*/ 274126 h 1020027"/>
              <a:gd name="connsiteX21" fmla="*/ 3596855 w 4944320"/>
              <a:gd name="connsiteY21" fmla="*/ 254741 h 1020027"/>
              <a:gd name="connsiteX22" fmla="*/ 3414821 w 4944320"/>
              <a:gd name="connsiteY22" fmla="*/ 330941 h 1020027"/>
              <a:gd name="connsiteX23" fmla="*/ 3296288 w 4944320"/>
              <a:gd name="connsiteY23" fmla="*/ 449473 h 1020027"/>
              <a:gd name="connsiteX24" fmla="*/ 3084621 w 4944320"/>
              <a:gd name="connsiteY24" fmla="*/ 830473 h 1020027"/>
              <a:gd name="connsiteX25" fmla="*/ 2906821 w 4944320"/>
              <a:gd name="connsiteY25" fmla="*/ 982874 h 1020027"/>
              <a:gd name="connsiteX26" fmla="*/ 2542755 w 4944320"/>
              <a:gd name="connsiteY26" fmla="*/ 1016740 h 1020027"/>
              <a:gd name="connsiteX27" fmla="*/ 1856955 w 4944320"/>
              <a:gd name="connsiteY27" fmla="*/ 923607 h 1020027"/>
              <a:gd name="connsiteX28" fmla="*/ 1188088 w 4944320"/>
              <a:gd name="connsiteY28" fmla="*/ 711941 h 1020027"/>
              <a:gd name="connsiteX29" fmla="*/ 891755 w 4944320"/>
              <a:gd name="connsiteY29" fmla="*/ 441007 h 1020027"/>
              <a:gd name="connsiteX30" fmla="*/ 705488 w 4944320"/>
              <a:gd name="connsiteY30" fmla="*/ 314007 h 1020027"/>
              <a:gd name="connsiteX31" fmla="*/ 502288 w 4944320"/>
              <a:gd name="connsiteY31" fmla="*/ 263207 h 1020027"/>
              <a:gd name="connsiteX32" fmla="*/ 146687 w 4944320"/>
              <a:gd name="connsiteY32" fmla="*/ 220874 h 1020027"/>
              <a:gd name="connsiteX33" fmla="*/ 19688 w 4944320"/>
              <a:gd name="connsiteY33" fmla="*/ 220874 h 1020027"/>
              <a:gd name="connsiteX34" fmla="*/ 87421 w 4944320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86777 w 4933727"/>
              <a:gd name="connsiteY9" fmla="*/ 693178 h 1020027"/>
              <a:gd name="connsiteX10" fmla="*/ 4790655 w 4933727"/>
              <a:gd name="connsiteY10" fmla="*/ 512819 h 1020027"/>
              <a:gd name="connsiteX11" fmla="*/ 4640729 w 4933727"/>
              <a:gd name="connsiteY11" fmla="*/ 329985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50279 w 4933727"/>
              <a:gd name="connsiteY15" fmla="*/ 402622 h 1020027"/>
              <a:gd name="connsiteX16" fmla="*/ 4869328 w 4933727"/>
              <a:gd name="connsiteY16" fmla="*/ 729497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86777 w 4933727"/>
              <a:gd name="connsiteY9" fmla="*/ 693178 h 1020027"/>
              <a:gd name="connsiteX10" fmla="*/ 4790655 w 4933727"/>
              <a:gd name="connsiteY10" fmla="*/ 512819 h 1020027"/>
              <a:gd name="connsiteX11" fmla="*/ 4640729 w 4933727"/>
              <a:gd name="connsiteY11" fmla="*/ 329985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869328 w 4933727"/>
              <a:gd name="connsiteY16" fmla="*/ 729497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86777 w 4933727"/>
              <a:gd name="connsiteY9" fmla="*/ 693178 h 1020027"/>
              <a:gd name="connsiteX10" fmla="*/ 4746205 w 4933727"/>
              <a:gd name="connsiteY10" fmla="*/ 505555 h 1020027"/>
              <a:gd name="connsiteX11" fmla="*/ 4640729 w 4933727"/>
              <a:gd name="connsiteY11" fmla="*/ 329985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869328 w 4933727"/>
              <a:gd name="connsiteY16" fmla="*/ 729497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640729 w 4933727"/>
              <a:gd name="connsiteY11" fmla="*/ 329985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869328 w 4933727"/>
              <a:gd name="connsiteY16" fmla="*/ 729497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640729 w 4933727"/>
              <a:gd name="connsiteY11" fmla="*/ 329985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799478 w 4933727"/>
              <a:gd name="connsiteY16" fmla="*/ 751288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634379 w 4933727"/>
              <a:gd name="connsiteY11" fmla="*/ 293666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799478 w 4933727"/>
              <a:gd name="connsiteY16" fmla="*/ 751288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634379 w 4933727"/>
              <a:gd name="connsiteY11" fmla="*/ 293666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799478 w 4933727"/>
              <a:gd name="connsiteY16" fmla="*/ 751288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634379 w 4933727"/>
              <a:gd name="connsiteY11" fmla="*/ 293666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799478 w 4933727"/>
              <a:gd name="connsiteY16" fmla="*/ 751288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634379 w 4933727"/>
              <a:gd name="connsiteY11" fmla="*/ 293666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799478 w 4933727"/>
              <a:gd name="connsiteY16" fmla="*/ 751288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634379 w 4933727"/>
              <a:gd name="connsiteY11" fmla="*/ 293666 h 1020027"/>
              <a:gd name="connsiteX12" fmla="*/ 4577229 w 4933727"/>
              <a:gd name="connsiteY12" fmla="*/ 32165 h 1020027"/>
              <a:gd name="connsiteX13" fmla="*/ 4919771 w 4933727"/>
              <a:gd name="connsiteY13" fmla="*/ 30903 h 1020027"/>
              <a:gd name="connsiteX14" fmla="*/ 4869329 w 4933727"/>
              <a:gd name="connsiteY14" fmla="*/ 308193 h 1020027"/>
              <a:gd name="connsiteX15" fmla="*/ 4818529 w 4933727"/>
              <a:gd name="connsiteY15" fmla="*/ 380831 h 1020027"/>
              <a:gd name="connsiteX16" fmla="*/ 4799478 w 4933727"/>
              <a:gd name="connsiteY16" fmla="*/ 751288 h 1020027"/>
              <a:gd name="connsiteX17" fmla="*/ 4689055 w 4933727"/>
              <a:gd name="connsiteY17" fmla="*/ 801936 h 1020027"/>
              <a:gd name="connsiteX18" fmla="*/ 4424470 w 4933727"/>
              <a:gd name="connsiteY18" fmla="*/ 709912 h 1020027"/>
              <a:gd name="connsiteX19" fmla="*/ 4158128 w 4933727"/>
              <a:gd name="connsiteY19" fmla="*/ 395357 h 1020027"/>
              <a:gd name="connsiteX20" fmla="*/ 3920705 w 4933727"/>
              <a:gd name="connsiteY20" fmla="*/ 274126 h 1020027"/>
              <a:gd name="connsiteX21" fmla="*/ 3596855 w 4933727"/>
              <a:gd name="connsiteY21" fmla="*/ 254741 h 1020027"/>
              <a:gd name="connsiteX22" fmla="*/ 3414821 w 4933727"/>
              <a:gd name="connsiteY22" fmla="*/ 330941 h 1020027"/>
              <a:gd name="connsiteX23" fmla="*/ 3296288 w 4933727"/>
              <a:gd name="connsiteY23" fmla="*/ 449473 h 1020027"/>
              <a:gd name="connsiteX24" fmla="*/ 3084621 w 4933727"/>
              <a:gd name="connsiteY24" fmla="*/ 830473 h 1020027"/>
              <a:gd name="connsiteX25" fmla="*/ 2906821 w 4933727"/>
              <a:gd name="connsiteY25" fmla="*/ 982874 h 1020027"/>
              <a:gd name="connsiteX26" fmla="*/ 2542755 w 4933727"/>
              <a:gd name="connsiteY26" fmla="*/ 1016740 h 1020027"/>
              <a:gd name="connsiteX27" fmla="*/ 1856955 w 4933727"/>
              <a:gd name="connsiteY27" fmla="*/ 923607 h 1020027"/>
              <a:gd name="connsiteX28" fmla="*/ 1188088 w 4933727"/>
              <a:gd name="connsiteY28" fmla="*/ 711941 h 1020027"/>
              <a:gd name="connsiteX29" fmla="*/ 891755 w 4933727"/>
              <a:gd name="connsiteY29" fmla="*/ 441007 h 1020027"/>
              <a:gd name="connsiteX30" fmla="*/ 705488 w 4933727"/>
              <a:gd name="connsiteY30" fmla="*/ 314007 h 1020027"/>
              <a:gd name="connsiteX31" fmla="*/ 502288 w 4933727"/>
              <a:gd name="connsiteY31" fmla="*/ 263207 h 1020027"/>
              <a:gd name="connsiteX32" fmla="*/ 146687 w 4933727"/>
              <a:gd name="connsiteY32" fmla="*/ 220874 h 1020027"/>
              <a:gd name="connsiteX33" fmla="*/ 19688 w 4933727"/>
              <a:gd name="connsiteY33" fmla="*/ 220874 h 1020027"/>
              <a:gd name="connsiteX34" fmla="*/ 87421 w 4933727"/>
              <a:gd name="connsiteY34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05555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799478 w 4933727"/>
              <a:gd name="connsiteY17" fmla="*/ 751288 h 1020027"/>
              <a:gd name="connsiteX18" fmla="*/ 4689055 w 4933727"/>
              <a:gd name="connsiteY18" fmla="*/ 801936 h 1020027"/>
              <a:gd name="connsiteX19" fmla="*/ 4424470 w 4933727"/>
              <a:gd name="connsiteY19" fmla="*/ 709912 h 1020027"/>
              <a:gd name="connsiteX20" fmla="*/ 4158128 w 4933727"/>
              <a:gd name="connsiteY20" fmla="*/ 395357 h 1020027"/>
              <a:gd name="connsiteX21" fmla="*/ 3920705 w 4933727"/>
              <a:gd name="connsiteY21" fmla="*/ 274126 h 1020027"/>
              <a:gd name="connsiteX22" fmla="*/ 3596855 w 4933727"/>
              <a:gd name="connsiteY22" fmla="*/ 254741 h 1020027"/>
              <a:gd name="connsiteX23" fmla="*/ 3414821 w 4933727"/>
              <a:gd name="connsiteY23" fmla="*/ 330941 h 1020027"/>
              <a:gd name="connsiteX24" fmla="*/ 3296288 w 4933727"/>
              <a:gd name="connsiteY24" fmla="*/ 449473 h 1020027"/>
              <a:gd name="connsiteX25" fmla="*/ 3084621 w 4933727"/>
              <a:gd name="connsiteY25" fmla="*/ 830473 h 1020027"/>
              <a:gd name="connsiteX26" fmla="*/ 2906821 w 4933727"/>
              <a:gd name="connsiteY26" fmla="*/ 982874 h 1020027"/>
              <a:gd name="connsiteX27" fmla="*/ 2542755 w 4933727"/>
              <a:gd name="connsiteY27" fmla="*/ 1016740 h 1020027"/>
              <a:gd name="connsiteX28" fmla="*/ 1856955 w 4933727"/>
              <a:gd name="connsiteY28" fmla="*/ 923607 h 1020027"/>
              <a:gd name="connsiteX29" fmla="*/ 1188088 w 4933727"/>
              <a:gd name="connsiteY29" fmla="*/ 711941 h 1020027"/>
              <a:gd name="connsiteX30" fmla="*/ 891755 w 4933727"/>
              <a:gd name="connsiteY30" fmla="*/ 441007 h 1020027"/>
              <a:gd name="connsiteX31" fmla="*/ 705488 w 4933727"/>
              <a:gd name="connsiteY31" fmla="*/ 314007 h 1020027"/>
              <a:gd name="connsiteX32" fmla="*/ 502288 w 4933727"/>
              <a:gd name="connsiteY32" fmla="*/ 263207 h 1020027"/>
              <a:gd name="connsiteX33" fmla="*/ 146687 w 4933727"/>
              <a:gd name="connsiteY33" fmla="*/ 220874 h 1020027"/>
              <a:gd name="connsiteX34" fmla="*/ 19688 w 4933727"/>
              <a:gd name="connsiteY34" fmla="*/ 220874 h 1020027"/>
              <a:gd name="connsiteX35" fmla="*/ 87421 w 4933727"/>
              <a:gd name="connsiteY35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799478 w 4933727"/>
              <a:gd name="connsiteY17" fmla="*/ 751288 h 1020027"/>
              <a:gd name="connsiteX18" fmla="*/ 4689055 w 4933727"/>
              <a:gd name="connsiteY18" fmla="*/ 801936 h 1020027"/>
              <a:gd name="connsiteX19" fmla="*/ 4424470 w 4933727"/>
              <a:gd name="connsiteY19" fmla="*/ 709912 h 1020027"/>
              <a:gd name="connsiteX20" fmla="*/ 4158128 w 4933727"/>
              <a:gd name="connsiteY20" fmla="*/ 395357 h 1020027"/>
              <a:gd name="connsiteX21" fmla="*/ 3920705 w 4933727"/>
              <a:gd name="connsiteY21" fmla="*/ 274126 h 1020027"/>
              <a:gd name="connsiteX22" fmla="*/ 3596855 w 4933727"/>
              <a:gd name="connsiteY22" fmla="*/ 254741 h 1020027"/>
              <a:gd name="connsiteX23" fmla="*/ 3414821 w 4933727"/>
              <a:gd name="connsiteY23" fmla="*/ 330941 h 1020027"/>
              <a:gd name="connsiteX24" fmla="*/ 3296288 w 4933727"/>
              <a:gd name="connsiteY24" fmla="*/ 449473 h 1020027"/>
              <a:gd name="connsiteX25" fmla="*/ 3084621 w 4933727"/>
              <a:gd name="connsiteY25" fmla="*/ 830473 h 1020027"/>
              <a:gd name="connsiteX26" fmla="*/ 2906821 w 4933727"/>
              <a:gd name="connsiteY26" fmla="*/ 982874 h 1020027"/>
              <a:gd name="connsiteX27" fmla="*/ 2542755 w 4933727"/>
              <a:gd name="connsiteY27" fmla="*/ 1016740 h 1020027"/>
              <a:gd name="connsiteX28" fmla="*/ 1856955 w 4933727"/>
              <a:gd name="connsiteY28" fmla="*/ 923607 h 1020027"/>
              <a:gd name="connsiteX29" fmla="*/ 1188088 w 4933727"/>
              <a:gd name="connsiteY29" fmla="*/ 711941 h 1020027"/>
              <a:gd name="connsiteX30" fmla="*/ 891755 w 4933727"/>
              <a:gd name="connsiteY30" fmla="*/ 441007 h 1020027"/>
              <a:gd name="connsiteX31" fmla="*/ 705488 w 4933727"/>
              <a:gd name="connsiteY31" fmla="*/ 314007 h 1020027"/>
              <a:gd name="connsiteX32" fmla="*/ 502288 w 4933727"/>
              <a:gd name="connsiteY32" fmla="*/ 263207 h 1020027"/>
              <a:gd name="connsiteX33" fmla="*/ 146687 w 4933727"/>
              <a:gd name="connsiteY33" fmla="*/ 220874 h 1020027"/>
              <a:gd name="connsiteX34" fmla="*/ 19688 w 4933727"/>
              <a:gd name="connsiteY34" fmla="*/ 220874 h 1020027"/>
              <a:gd name="connsiteX35" fmla="*/ 87421 w 4933727"/>
              <a:gd name="connsiteY35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799478 w 4933727"/>
              <a:gd name="connsiteY17" fmla="*/ 751288 h 1020027"/>
              <a:gd name="connsiteX18" fmla="*/ 4638255 w 4933727"/>
              <a:gd name="connsiteY18" fmla="*/ 794673 h 1020027"/>
              <a:gd name="connsiteX19" fmla="*/ 4424470 w 4933727"/>
              <a:gd name="connsiteY19" fmla="*/ 709912 h 1020027"/>
              <a:gd name="connsiteX20" fmla="*/ 4158128 w 4933727"/>
              <a:gd name="connsiteY20" fmla="*/ 395357 h 1020027"/>
              <a:gd name="connsiteX21" fmla="*/ 3920705 w 4933727"/>
              <a:gd name="connsiteY21" fmla="*/ 274126 h 1020027"/>
              <a:gd name="connsiteX22" fmla="*/ 3596855 w 4933727"/>
              <a:gd name="connsiteY22" fmla="*/ 254741 h 1020027"/>
              <a:gd name="connsiteX23" fmla="*/ 3414821 w 4933727"/>
              <a:gd name="connsiteY23" fmla="*/ 330941 h 1020027"/>
              <a:gd name="connsiteX24" fmla="*/ 3296288 w 4933727"/>
              <a:gd name="connsiteY24" fmla="*/ 449473 h 1020027"/>
              <a:gd name="connsiteX25" fmla="*/ 3084621 w 4933727"/>
              <a:gd name="connsiteY25" fmla="*/ 830473 h 1020027"/>
              <a:gd name="connsiteX26" fmla="*/ 2906821 w 4933727"/>
              <a:gd name="connsiteY26" fmla="*/ 982874 h 1020027"/>
              <a:gd name="connsiteX27" fmla="*/ 2542755 w 4933727"/>
              <a:gd name="connsiteY27" fmla="*/ 1016740 h 1020027"/>
              <a:gd name="connsiteX28" fmla="*/ 1856955 w 4933727"/>
              <a:gd name="connsiteY28" fmla="*/ 923607 h 1020027"/>
              <a:gd name="connsiteX29" fmla="*/ 1188088 w 4933727"/>
              <a:gd name="connsiteY29" fmla="*/ 711941 h 1020027"/>
              <a:gd name="connsiteX30" fmla="*/ 891755 w 4933727"/>
              <a:gd name="connsiteY30" fmla="*/ 441007 h 1020027"/>
              <a:gd name="connsiteX31" fmla="*/ 705488 w 4933727"/>
              <a:gd name="connsiteY31" fmla="*/ 314007 h 1020027"/>
              <a:gd name="connsiteX32" fmla="*/ 502288 w 4933727"/>
              <a:gd name="connsiteY32" fmla="*/ 263207 h 1020027"/>
              <a:gd name="connsiteX33" fmla="*/ 146687 w 4933727"/>
              <a:gd name="connsiteY33" fmla="*/ 220874 h 1020027"/>
              <a:gd name="connsiteX34" fmla="*/ 19688 w 4933727"/>
              <a:gd name="connsiteY34" fmla="*/ 220874 h 1020027"/>
              <a:gd name="connsiteX35" fmla="*/ 87421 w 4933727"/>
              <a:gd name="connsiteY35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824878 w 4933727"/>
              <a:gd name="connsiteY17" fmla="*/ 656858 h 1020027"/>
              <a:gd name="connsiteX18" fmla="*/ 4638255 w 4933727"/>
              <a:gd name="connsiteY18" fmla="*/ 794673 h 1020027"/>
              <a:gd name="connsiteX19" fmla="*/ 4424470 w 4933727"/>
              <a:gd name="connsiteY19" fmla="*/ 709912 h 1020027"/>
              <a:gd name="connsiteX20" fmla="*/ 4158128 w 4933727"/>
              <a:gd name="connsiteY20" fmla="*/ 395357 h 1020027"/>
              <a:gd name="connsiteX21" fmla="*/ 3920705 w 4933727"/>
              <a:gd name="connsiteY21" fmla="*/ 274126 h 1020027"/>
              <a:gd name="connsiteX22" fmla="*/ 3596855 w 4933727"/>
              <a:gd name="connsiteY22" fmla="*/ 254741 h 1020027"/>
              <a:gd name="connsiteX23" fmla="*/ 3414821 w 4933727"/>
              <a:gd name="connsiteY23" fmla="*/ 330941 h 1020027"/>
              <a:gd name="connsiteX24" fmla="*/ 3296288 w 4933727"/>
              <a:gd name="connsiteY24" fmla="*/ 449473 h 1020027"/>
              <a:gd name="connsiteX25" fmla="*/ 3084621 w 4933727"/>
              <a:gd name="connsiteY25" fmla="*/ 830473 h 1020027"/>
              <a:gd name="connsiteX26" fmla="*/ 2906821 w 4933727"/>
              <a:gd name="connsiteY26" fmla="*/ 982874 h 1020027"/>
              <a:gd name="connsiteX27" fmla="*/ 2542755 w 4933727"/>
              <a:gd name="connsiteY27" fmla="*/ 1016740 h 1020027"/>
              <a:gd name="connsiteX28" fmla="*/ 1856955 w 4933727"/>
              <a:gd name="connsiteY28" fmla="*/ 923607 h 1020027"/>
              <a:gd name="connsiteX29" fmla="*/ 1188088 w 4933727"/>
              <a:gd name="connsiteY29" fmla="*/ 711941 h 1020027"/>
              <a:gd name="connsiteX30" fmla="*/ 891755 w 4933727"/>
              <a:gd name="connsiteY30" fmla="*/ 441007 h 1020027"/>
              <a:gd name="connsiteX31" fmla="*/ 705488 w 4933727"/>
              <a:gd name="connsiteY31" fmla="*/ 314007 h 1020027"/>
              <a:gd name="connsiteX32" fmla="*/ 502288 w 4933727"/>
              <a:gd name="connsiteY32" fmla="*/ 263207 h 1020027"/>
              <a:gd name="connsiteX33" fmla="*/ 146687 w 4933727"/>
              <a:gd name="connsiteY33" fmla="*/ 220874 h 1020027"/>
              <a:gd name="connsiteX34" fmla="*/ 19688 w 4933727"/>
              <a:gd name="connsiteY34" fmla="*/ 220874 h 1020027"/>
              <a:gd name="connsiteX35" fmla="*/ 87421 w 4933727"/>
              <a:gd name="connsiteY35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824878 w 4933727"/>
              <a:gd name="connsiteY17" fmla="*/ 656858 h 1020027"/>
              <a:gd name="connsiteX18" fmla="*/ 4638255 w 4933727"/>
              <a:gd name="connsiteY18" fmla="*/ 794673 h 1020027"/>
              <a:gd name="connsiteX19" fmla="*/ 4424470 w 4933727"/>
              <a:gd name="connsiteY19" fmla="*/ 709912 h 1020027"/>
              <a:gd name="connsiteX20" fmla="*/ 4158128 w 4933727"/>
              <a:gd name="connsiteY20" fmla="*/ 395357 h 1020027"/>
              <a:gd name="connsiteX21" fmla="*/ 3920705 w 4933727"/>
              <a:gd name="connsiteY21" fmla="*/ 274126 h 1020027"/>
              <a:gd name="connsiteX22" fmla="*/ 3596855 w 4933727"/>
              <a:gd name="connsiteY22" fmla="*/ 254741 h 1020027"/>
              <a:gd name="connsiteX23" fmla="*/ 3414821 w 4933727"/>
              <a:gd name="connsiteY23" fmla="*/ 330941 h 1020027"/>
              <a:gd name="connsiteX24" fmla="*/ 3296288 w 4933727"/>
              <a:gd name="connsiteY24" fmla="*/ 449473 h 1020027"/>
              <a:gd name="connsiteX25" fmla="*/ 3084621 w 4933727"/>
              <a:gd name="connsiteY25" fmla="*/ 830473 h 1020027"/>
              <a:gd name="connsiteX26" fmla="*/ 2906821 w 4933727"/>
              <a:gd name="connsiteY26" fmla="*/ 982874 h 1020027"/>
              <a:gd name="connsiteX27" fmla="*/ 2542755 w 4933727"/>
              <a:gd name="connsiteY27" fmla="*/ 1016740 h 1020027"/>
              <a:gd name="connsiteX28" fmla="*/ 1856955 w 4933727"/>
              <a:gd name="connsiteY28" fmla="*/ 923607 h 1020027"/>
              <a:gd name="connsiteX29" fmla="*/ 1188088 w 4933727"/>
              <a:gd name="connsiteY29" fmla="*/ 711941 h 1020027"/>
              <a:gd name="connsiteX30" fmla="*/ 891755 w 4933727"/>
              <a:gd name="connsiteY30" fmla="*/ 441007 h 1020027"/>
              <a:gd name="connsiteX31" fmla="*/ 705488 w 4933727"/>
              <a:gd name="connsiteY31" fmla="*/ 314007 h 1020027"/>
              <a:gd name="connsiteX32" fmla="*/ 502288 w 4933727"/>
              <a:gd name="connsiteY32" fmla="*/ 263207 h 1020027"/>
              <a:gd name="connsiteX33" fmla="*/ 146687 w 4933727"/>
              <a:gd name="connsiteY33" fmla="*/ 220874 h 1020027"/>
              <a:gd name="connsiteX34" fmla="*/ 19688 w 4933727"/>
              <a:gd name="connsiteY34" fmla="*/ 220874 h 1020027"/>
              <a:gd name="connsiteX35" fmla="*/ 87421 w 4933727"/>
              <a:gd name="connsiteY35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824878 w 4933727"/>
              <a:gd name="connsiteY17" fmla="*/ 656858 h 1020027"/>
              <a:gd name="connsiteX18" fmla="*/ 4638255 w 4933727"/>
              <a:gd name="connsiteY18" fmla="*/ 794673 h 1020027"/>
              <a:gd name="connsiteX19" fmla="*/ 4424470 w 4933727"/>
              <a:gd name="connsiteY19" fmla="*/ 709912 h 1020027"/>
              <a:gd name="connsiteX20" fmla="*/ 4158128 w 4933727"/>
              <a:gd name="connsiteY20" fmla="*/ 395357 h 1020027"/>
              <a:gd name="connsiteX21" fmla="*/ 3920705 w 4933727"/>
              <a:gd name="connsiteY21" fmla="*/ 274126 h 1020027"/>
              <a:gd name="connsiteX22" fmla="*/ 3596855 w 4933727"/>
              <a:gd name="connsiteY22" fmla="*/ 254741 h 1020027"/>
              <a:gd name="connsiteX23" fmla="*/ 3414821 w 4933727"/>
              <a:gd name="connsiteY23" fmla="*/ 330941 h 1020027"/>
              <a:gd name="connsiteX24" fmla="*/ 3296288 w 4933727"/>
              <a:gd name="connsiteY24" fmla="*/ 449473 h 1020027"/>
              <a:gd name="connsiteX25" fmla="*/ 3084621 w 4933727"/>
              <a:gd name="connsiteY25" fmla="*/ 830473 h 1020027"/>
              <a:gd name="connsiteX26" fmla="*/ 2906821 w 4933727"/>
              <a:gd name="connsiteY26" fmla="*/ 982874 h 1020027"/>
              <a:gd name="connsiteX27" fmla="*/ 2542755 w 4933727"/>
              <a:gd name="connsiteY27" fmla="*/ 1016740 h 1020027"/>
              <a:gd name="connsiteX28" fmla="*/ 1856955 w 4933727"/>
              <a:gd name="connsiteY28" fmla="*/ 923607 h 1020027"/>
              <a:gd name="connsiteX29" fmla="*/ 1188088 w 4933727"/>
              <a:gd name="connsiteY29" fmla="*/ 711941 h 1020027"/>
              <a:gd name="connsiteX30" fmla="*/ 891755 w 4933727"/>
              <a:gd name="connsiteY30" fmla="*/ 441007 h 1020027"/>
              <a:gd name="connsiteX31" fmla="*/ 705488 w 4933727"/>
              <a:gd name="connsiteY31" fmla="*/ 314007 h 1020027"/>
              <a:gd name="connsiteX32" fmla="*/ 502288 w 4933727"/>
              <a:gd name="connsiteY32" fmla="*/ 263207 h 1020027"/>
              <a:gd name="connsiteX33" fmla="*/ 146687 w 4933727"/>
              <a:gd name="connsiteY33" fmla="*/ 220874 h 1020027"/>
              <a:gd name="connsiteX34" fmla="*/ 19688 w 4933727"/>
              <a:gd name="connsiteY34" fmla="*/ 220874 h 1020027"/>
              <a:gd name="connsiteX35" fmla="*/ 87421 w 4933727"/>
              <a:gd name="connsiteY35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824878 w 4933727"/>
              <a:gd name="connsiteY17" fmla="*/ 656858 h 1020027"/>
              <a:gd name="connsiteX18" fmla="*/ 4638255 w 4933727"/>
              <a:gd name="connsiteY18" fmla="*/ 794673 h 1020027"/>
              <a:gd name="connsiteX19" fmla="*/ 4424470 w 4933727"/>
              <a:gd name="connsiteY19" fmla="*/ 709912 h 1020027"/>
              <a:gd name="connsiteX20" fmla="*/ 4158128 w 4933727"/>
              <a:gd name="connsiteY20" fmla="*/ 395357 h 1020027"/>
              <a:gd name="connsiteX21" fmla="*/ 3920705 w 4933727"/>
              <a:gd name="connsiteY21" fmla="*/ 274126 h 1020027"/>
              <a:gd name="connsiteX22" fmla="*/ 3596855 w 4933727"/>
              <a:gd name="connsiteY22" fmla="*/ 254741 h 1020027"/>
              <a:gd name="connsiteX23" fmla="*/ 3414821 w 4933727"/>
              <a:gd name="connsiteY23" fmla="*/ 330941 h 1020027"/>
              <a:gd name="connsiteX24" fmla="*/ 3296288 w 4933727"/>
              <a:gd name="connsiteY24" fmla="*/ 449473 h 1020027"/>
              <a:gd name="connsiteX25" fmla="*/ 3084621 w 4933727"/>
              <a:gd name="connsiteY25" fmla="*/ 830473 h 1020027"/>
              <a:gd name="connsiteX26" fmla="*/ 2906821 w 4933727"/>
              <a:gd name="connsiteY26" fmla="*/ 982874 h 1020027"/>
              <a:gd name="connsiteX27" fmla="*/ 2542755 w 4933727"/>
              <a:gd name="connsiteY27" fmla="*/ 1016740 h 1020027"/>
              <a:gd name="connsiteX28" fmla="*/ 1856955 w 4933727"/>
              <a:gd name="connsiteY28" fmla="*/ 923607 h 1020027"/>
              <a:gd name="connsiteX29" fmla="*/ 1188088 w 4933727"/>
              <a:gd name="connsiteY29" fmla="*/ 711941 h 1020027"/>
              <a:gd name="connsiteX30" fmla="*/ 891755 w 4933727"/>
              <a:gd name="connsiteY30" fmla="*/ 441007 h 1020027"/>
              <a:gd name="connsiteX31" fmla="*/ 705488 w 4933727"/>
              <a:gd name="connsiteY31" fmla="*/ 314007 h 1020027"/>
              <a:gd name="connsiteX32" fmla="*/ 502288 w 4933727"/>
              <a:gd name="connsiteY32" fmla="*/ 263207 h 1020027"/>
              <a:gd name="connsiteX33" fmla="*/ 146687 w 4933727"/>
              <a:gd name="connsiteY33" fmla="*/ 220874 h 1020027"/>
              <a:gd name="connsiteX34" fmla="*/ 19688 w 4933727"/>
              <a:gd name="connsiteY34" fmla="*/ 220874 h 1020027"/>
              <a:gd name="connsiteX35" fmla="*/ 87421 w 4933727"/>
              <a:gd name="connsiteY35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824878 w 4933727"/>
              <a:gd name="connsiteY17" fmla="*/ 656858 h 1020027"/>
              <a:gd name="connsiteX18" fmla="*/ 4748678 w 4933727"/>
              <a:gd name="connsiteY18" fmla="*/ 773081 h 1020027"/>
              <a:gd name="connsiteX19" fmla="*/ 4638255 w 4933727"/>
              <a:gd name="connsiteY19" fmla="*/ 794673 h 1020027"/>
              <a:gd name="connsiteX20" fmla="*/ 4424470 w 4933727"/>
              <a:gd name="connsiteY20" fmla="*/ 709912 h 1020027"/>
              <a:gd name="connsiteX21" fmla="*/ 4158128 w 4933727"/>
              <a:gd name="connsiteY21" fmla="*/ 395357 h 1020027"/>
              <a:gd name="connsiteX22" fmla="*/ 3920705 w 4933727"/>
              <a:gd name="connsiteY22" fmla="*/ 274126 h 1020027"/>
              <a:gd name="connsiteX23" fmla="*/ 3596855 w 4933727"/>
              <a:gd name="connsiteY23" fmla="*/ 254741 h 1020027"/>
              <a:gd name="connsiteX24" fmla="*/ 3414821 w 4933727"/>
              <a:gd name="connsiteY24" fmla="*/ 330941 h 1020027"/>
              <a:gd name="connsiteX25" fmla="*/ 3296288 w 4933727"/>
              <a:gd name="connsiteY25" fmla="*/ 449473 h 1020027"/>
              <a:gd name="connsiteX26" fmla="*/ 3084621 w 4933727"/>
              <a:gd name="connsiteY26" fmla="*/ 830473 h 1020027"/>
              <a:gd name="connsiteX27" fmla="*/ 2906821 w 4933727"/>
              <a:gd name="connsiteY27" fmla="*/ 982874 h 1020027"/>
              <a:gd name="connsiteX28" fmla="*/ 2542755 w 4933727"/>
              <a:gd name="connsiteY28" fmla="*/ 1016740 h 1020027"/>
              <a:gd name="connsiteX29" fmla="*/ 1856955 w 4933727"/>
              <a:gd name="connsiteY29" fmla="*/ 923607 h 1020027"/>
              <a:gd name="connsiteX30" fmla="*/ 1188088 w 4933727"/>
              <a:gd name="connsiteY30" fmla="*/ 711941 h 1020027"/>
              <a:gd name="connsiteX31" fmla="*/ 891755 w 4933727"/>
              <a:gd name="connsiteY31" fmla="*/ 441007 h 1020027"/>
              <a:gd name="connsiteX32" fmla="*/ 705488 w 4933727"/>
              <a:gd name="connsiteY32" fmla="*/ 314007 h 1020027"/>
              <a:gd name="connsiteX33" fmla="*/ 502288 w 4933727"/>
              <a:gd name="connsiteY33" fmla="*/ 263207 h 1020027"/>
              <a:gd name="connsiteX34" fmla="*/ 146687 w 4933727"/>
              <a:gd name="connsiteY34" fmla="*/ 220874 h 1020027"/>
              <a:gd name="connsiteX35" fmla="*/ 19688 w 4933727"/>
              <a:gd name="connsiteY35" fmla="*/ 220874 h 1020027"/>
              <a:gd name="connsiteX36" fmla="*/ 87421 w 4933727"/>
              <a:gd name="connsiteY36" fmla="*/ 127740 h 1020027"/>
              <a:gd name="connsiteX0" fmla="*/ 87421 w 4933727"/>
              <a:gd name="connsiteY0" fmla="*/ 127740 h 1020027"/>
              <a:gd name="connsiteX1" fmla="*/ 815555 w 4933727"/>
              <a:gd name="connsiteY1" fmla="*/ 271674 h 1020027"/>
              <a:gd name="connsiteX2" fmla="*/ 1416688 w 4933727"/>
              <a:gd name="connsiteY2" fmla="*/ 711940 h 1020027"/>
              <a:gd name="connsiteX3" fmla="*/ 2813688 w 4933727"/>
              <a:gd name="connsiteY3" fmla="*/ 906674 h 1020027"/>
              <a:gd name="connsiteX4" fmla="*/ 3313221 w 4933727"/>
              <a:gd name="connsiteY4" fmla="*/ 271674 h 1020027"/>
              <a:gd name="connsiteX5" fmla="*/ 3878372 w 4933727"/>
              <a:gd name="connsiteY5" fmla="*/ 170120 h 1020027"/>
              <a:gd name="connsiteX6" fmla="*/ 4308055 w 4933727"/>
              <a:gd name="connsiteY6" fmla="*/ 425654 h 1020027"/>
              <a:gd name="connsiteX7" fmla="*/ 4469277 w 4933727"/>
              <a:gd name="connsiteY7" fmla="*/ 620539 h 1020027"/>
              <a:gd name="connsiteX8" fmla="*/ 4621677 w 4933727"/>
              <a:gd name="connsiteY8" fmla="*/ 700441 h 1020027"/>
              <a:gd name="connsiteX9" fmla="*/ 4735977 w 4933727"/>
              <a:gd name="connsiteY9" fmla="*/ 671386 h 1020027"/>
              <a:gd name="connsiteX10" fmla="*/ 4746205 w 4933727"/>
              <a:gd name="connsiteY10" fmla="*/ 527347 h 1020027"/>
              <a:gd name="connsiteX11" fmla="*/ 4723278 w 4933727"/>
              <a:gd name="connsiteY11" fmla="*/ 388097 h 1020027"/>
              <a:gd name="connsiteX12" fmla="*/ 4634379 w 4933727"/>
              <a:gd name="connsiteY12" fmla="*/ 293666 h 1020027"/>
              <a:gd name="connsiteX13" fmla="*/ 4577229 w 4933727"/>
              <a:gd name="connsiteY13" fmla="*/ 32165 h 1020027"/>
              <a:gd name="connsiteX14" fmla="*/ 4919771 w 4933727"/>
              <a:gd name="connsiteY14" fmla="*/ 30903 h 1020027"/>
              <a:gd name="connsiteX15" fmla="*/ 4869329 w 4933727"/>
              <a:gd name="connsiteY15" fmla="*/ 308193 h 1020027"/>
              <a:gd name="connsiteX16" fmla="*/ 4818529 w 4933727"/>
              <a:gd name="connsiteY16" fmla="*/ 380831 h 1020027"/>
              <a:gd name="connsiteX17" fmla="*/ 4824878 w 4933727"/>
              <a:gd name="connsiteY17" fmla="*/ 656858 h 1020027"/>
              <a:gd name="connsiteX18" fmla="*/ 4748678 w 4933727"/>
              <a:gd name="connsiteY18" fmla="*/ 773081 h 1020027"/>
              <a:gd name="connsiteX19" fmla="*/ 4638255 w 4933727"/>
              <a:gd name="connsiteY19" fmla="*/ 794673 h 1020027"/>
              <a:gd name="connsiteX20" fmla="*/ 4424470 w 4933727"/>
              <a:gd name="connsiteY20" fmla="*/ 709912 h 1020027"/>
              <a:gd name="connsiteX21" fmla="*/ 4158128 w 4933727"/>
              <a:gd name="connsiteY21" fmla="*/ 395357 h 1020027"/>
              <a:gd name="connsiteX22" fmla="*/ 3920705 w 4933727"/>
              <a:gd name="connsiteY22" fmla="*/ 274126 h 1020027"/>
              <a:gd name="connsiteX23" fmla="*/ 3596855 w 4933727"/>
              <a:gd name="connsiteY23" fmla="*/ 254741 h 1020027"/>
              <a:gd name="connsiteX24" fmla="*/ 3414821 w 4933727"/>
              <a:gd name="connsiteY24" fmla="*/ 330941 h 1020027"/>
              <a:gd name="connsiteX25" fmla="*/ 3296288 w 4933727"/>
              <a:gd name="connsiteY25" fmla="*/ 449473 h 1020027"/>
              <a:gd name="connsiteX26" fmla="*/ 3084621 w 4933727"/>
              <a:gd name="connsiteY26" fmla="*/ 830473 h 1020027"/>
              <a:gd name="connsiteX27" fmla="*/ 2906821 w 4933727"/>
              <a:gd name="connsiteY27" fmla="*/ 982874 h 1020027"/>
              <a:gd name="connsiteX28" fmla="*/ 2542755 w 4933727"/>
              <a:gd name="connsiteY28" fmla="*/ 1016740 h 1020027"/>
              <a:gd name="connsiteX29" fmla="*/ 1856955 w 4933727"/>
              <a:gd name="connsiteY29" fmla="*/ 923607 h 1020027"/>
              <a:gd name="connsiteX30" fmla="*/ 1188088 w 4933727"/>
              <a:gd name="connsiteY30" fmla="*/ 711941 h 1020027"/>
              <a:gd name="connsiteX31" fmla="*/ 891755 w 4933727"/>
              <a:gd name="connsiteY31" fmla="*/ 441007 h 1020027"/>
              <a:gd name="connsiteX32" fmla="*/ 705488 w 4933727"/>
              <a:gd name="connsiteY32" fmla="*/ 314007 h 1020027"/>
              <a:gd name="connsiteX33" fmla="*/ 502288 w 4933727"/>
              <a:gd name="connsiteY33" fmla="*/ 263207 h 1020027"/>
              <a:gd name="connsiteX34" fmla="*/ 146687 w 4933727"/>
              <a:gd name="connsiteY34" fmla="*/ 220874 h 1020027"/>
              <a:gd name="connsiteX35" fmla="*/ 19688 w 4933727"/>
              <a:gd name="connsiteY35" fmla="*/ 220874 h 1020027"/>
              <a:gd name="connsiteX36" fmla="*/ 87421 w 4933727"/>
              <a:gd name="connsiteY36" fmla="*/ 127740 h 1020027"/>
              <a:gd name="connsiteX0" fmla="*/ 87421 w 4936122"/>
              <a:gd name="connsiteY0" fmla="*/ 128220 h 1020507"/>
              <a:gd name="connsiteX1" fmla="*/ 815555 w 4936122"/>
              <a:gd name="connsiteY1" fmla="*/ 272154 h 1020507"/>
              <a:gd name="connsiteX2" fmla="*/ 1416688 w 4936122"/>
              <a:gd name="connsiteY2" fmla="*/ 712420 h 1020507"/>
              <a:gd name="connsiteX3" fmla="*/ 2813688 w 4936122"/>
              <a:gd name="connsiteY3" fmla="*/ 907154 h 1020507"/>
              <a:gd name="connsiteX4" fmla="*/ 3313221 w 4936122"/>
              <a:gd name="connsiteY4" fmla="*/ 272154 h 1020507"/>
              <a:gd name="connsiteX5" fmla="*/ 3878372 w 4936122"/>
              <a:gd name="connsiteY5" fmla="*/ 170600 h 1020507"/>
              <a:gd name="connsiteX6" fmla="*/ 4308055 w 4936122"/>
              <a:gd name="connsiteY6" fmla="*/ 426134 h 1020507"/>
              <a:gd name="connsiteX7" fmla="*/ 4469277 w 4936122"/>
              <a:gd name="connsiteY7" fmla="*/ 621019 h 1020507"/>
              <a:gd name="connsiteX8" fmla="*/ 4621677 w 4936122"/>
              <a:gd name="connsiteY8" fmla="*/ 700921 h 1020507"/>
              <a:gd name="connsiteX9" fmla="*/ 4735977 w 4936122"/>
              <a:gd name="connsiteY9" fmla="*/ 671866 h 1020507"/>
              <a:gd name="connsiteX10" fmla="*/ 4746205 w 4936122"/>
              <a:gd name="connsiteY10" fmla="*/ 527827 h 1020507"/>
              <a:gd name="connsiteX11" fmla="*/ 4723278 w 4936122"/>
              <a:gd name="connsiteY11" fmla="*/ 388577 h 1020507"/>
              <a:gd name="connsiteX12" fmla="*/ 4634379 w 4936122"/>
              <a:gd name="connsiteY12" fmla="*/ 294146 h 1020507"/>
              <a:gd name="connsiteX13" fmla="*/ 4577229 w 4936122"/>
              <a:gd name="connsiteY13" fmla="*/ 32645 h 1020507"/>
              <a:gd name="connsiteX14" fmla="*/ 4919771 w 4936122"/>
              <a:gd name="connsiteY14" fmla="*/ 31383 h 1020507"/>
              <a:gd name="connsiteX15" fmla="*/ 4882029 w 4936122"/>
              <a:gd name="connsiteY15" fmla="*/ 315937 h 1020507"/>
              <a:gd name="connsiteX16" fmla="*/ 4818529 w 4936122"/>
              <a:gd name="connsiteY16" fmla="*/ 381311 h 1020507"/>
              <a:gd name="connsiteX17" fmla="*/ 4824878 w 4936122"/>
              <a:gd name="connsiteY17" fmla="*/ 657338 h 1020507"/>
              <a:gd name="connsiteX18" fmla="*/ 4748678 w 4936122"/>
              <a:gd name="connsiteY18" fmla="*/ 773561 h 1020507"/>
              <a:gd name="connsiteX19" fmla="*/ 4638255 w 4936122"/>
              <a:gd name="connsiteY19" fmla="*/ 795153 h 1020507"/>
              <a:gd name="connsiteX20" fmla="*/ 4424470 w 4936122"/>
              <a:gd name="connsiteY20" fmla="*/ 710392 h 1020507"/>
              <a:gd name="connsiteX21" fmla="*/ 4158128 w 4936122"/>
              <a:gd name="connsiteY21" fmla="*/ 395837 h 1020507"/>
              <a:gd name="connsiteX22" fmla="*/ 3920705 w 4936122"/>
              <a:gd name="connsiteY22" fmla="*/ 274606 h 1020507"/>
              <a:gd name="connsiteX23" fmla="*/ 3596855 w 4936122"/>
              <a:gd name="connsiteY23" fmla="*/ 255221 h 1020507"/>
              <a:gd name="connsiteX24" fmla="*/ 3414821 w 4936122"/>
              <a:gd name="connsiteY24" fmla="*/ 331421 h 1020507"/>
              <a:gd name="connsiteX25" fmla="*/ 3296288 w 4936122"/>
              <a:gd name="connsiteY25" fmla="*/ 449953 h 1020507"/>
              <a:gd name="connsiteX26" fmla="*/ 3084621 w 4936122"/>
              <a:gd name="connsiteY26" fmla="*/ 830953 h 1020507"/>
              <a:gd name="connsiteX27" fmla="*/ 2906821 w 4936122"/>
              <a:gd name="connsiteY27" fmla="*/ 983354 h 1020507"/>
              <a:gd name="connsiteX28" fmla="*/ 2542755 w 4936122"/>
              <a:gd name="connsiteY28" fmla="*/ 1017220 h 1020507"/>
              <a:gd name="connsiteX29" fmla="*/ 1856955 w 4936122"/>
              <a:gd name="connsiteY29" fmla="*/ 924087 h 1020507"/>
              <a:gd name="connsiteX30" fmla="*/ 1188088 w 4936122"/>
              <a:gd name="connsiteY30" fmla="*/ 712421 h 1020507"/>
              <a:gd name="connsiteX31" fmla="*/ 891755 w 4936122"/>
              <a:gd name="connsiteY31" fmla="*/ 441487 h 1020507"/>
              <a:gd name="connsiteX32" fmla="*/ 705488 w 4936122"/>
              <a:gd name="connsiteY32" fmla="*/ 314487 h 1020507"/>
              <a:gd name="connsiteX33" fmla="*/ 502288 w 4936122"/>
              <a:gd name="connsiteY33" fmla="*/ 263687 h 1020507"/>
              <a:gd name="connsiteX34" fmla="*/ 146687 w 4936122"/>
              <a:gd name="connsiteY34" fmla="*/ 221354 h 1020507"/>
              <a:gd name="connsiteX35" fmla="*/ 19688 w 4936122"/>
              <a:gd name="connsiteY35" fmla="*/ 221354 h 1020507"/>
              <a:gd name="connsiteX36" fmla="*/ 87421 w 4936122"/>
              <a:gd name="connsiteY36" fmla="*/ 128220 h 1020507"/>
              <a:gd name="connsiteX0" fmla="*/ 87421 w 4920152"/>
              <a:gd name="connsiteY0" fmla="*/ 132452 h 1024739"/>
              <a:gd name="connsiteX1" fmla="*/ 815555 w 4920152"/>
              <a:gd name="connsiteY1" fmla="*/ 276386 h 1024739"/>
              <a:gd name="connsiteX2" fmla="*/ 1416688 w 4920152"/>
              <a:gd name="connsiteY2" fmla="*/ 716652 h 1024739"/>
              <a:gd name="connsiteX3" fmla="*/ 2813688 w 4920152"/>
              <a:gd name="connsiteY3" fmla="*/ 911386 h 1024739"/>
              <a:gd name="connsiteX4" fmla="*/ 3313221 w 4920152"/>
              <a:gd name="connsiteY4" fmla="*/ 276386 h 1024739"/>
              <a:gd name="connsiteX5" fmla="*/ 3878372 w 4920152"/>
              <a:gd name="connsiteY5" fmla="*/ 174832 h 1024739"/>
              <a:gd name="connsiteX6" fmla="*/ 4308055 w 4920152"/>
              <a:gd name="connsiteY6" fmla="*/ 430366 h 1024739"/>
              <a:gd name="connsiteX7" fmla="*/ 4469277 w 4920152"/>
              <a:gd name="connsiteY7" fmla="*/ 625251 h 1024739"/>
              <a:gd name="connsiteX8" fmla="*/ 4621677 w 4920152"/>
              <a:gd name="connsiteY8" fmla="*/ 705153 h 1024739"/>
              <a:gd name="connsiteX9" fmla="*/ 4735977 w 4920152"/>
              <a:gd name="connsiteY9" fmla="*/ 676098 h 1024739"/>
              <a:gd name="connsiteX10" fmla="*/ 4746205 w 4920152"/>
              <a:gd name="connsiteY10" fmla="*/ 532059 h 1024739"/>
              <a:gd name="connsiteX11" fmla="*/ 4723278 w 4920152"/>
              <a:gd name="connsiteY11" fmla="*/ 392809 h 1024739"/>
              <a:gd name="connsiteX12" fmla="*/ 4634379 w 4920152"/>
              <a:gd name="connsiteY12" fmla="*/ 298378 h 1024739"/>
              <a:gd name="connsiteX13" fmla="*/ 4577229 w 4920152"/>
              <a:gd name="connsiteY13" fmla="*/ 36877 h 1024739"/>
              <a:gd name="connsiteX14" fmla="*/ 4900721 w 4920152"/>
              <a:gd name="connsiteY14" fmla="*/ 28351 h 1024739"/>
              <a:gd name="connsiteX15" fmla="*/ 4882029 w 4920152"/>
              <a:gd name="connsiteY15" fmla="*/ 320169 h 1024739"/>
              <a:gd name="connsiteX16" fmla="*/ 4818529 w 4920152"/>
              <a:gd name="connsiteY16" fmla="*/ 385543 h 1024739"/>
              <a:gd name="connsiteX17" fmla="*/ 4824878 w 4920152"/>
              <a:gd name="connsiteY17" fmla="*/ 661570 h 1024739"/>
              <a:gd name="connsiteX18" fmla="*/ 4748678 w 4920152"/>
              <a:gd name="connsiteY18" fmla="*/ 777793 h 1024739"/>
              <a:gd name="connsiteX19" fmla="*/ 4638255 w 4920152"/>
              <a:gd name="connsiteY19" fmla="*/ 799385 h 1024739"/>
              <a:gd name="connsiteX20" fmla="*/ 4424470 w 4920152"/>
              <a:gd name="connsiteY20" fmla="*/ 714624 h 1024739"/>
              <a:gd name="connsiteX21" fmla="*/ 4158128 w 4920152"/>
              <a:gd name="connsiteY21" fmla="*/ 400069 h 1024739"/>
              <a:gd name="connsiteX22" fmla="*/ 3920705 w 4920152"/>
              <a:gd name="connsiteY22" fmla="*/ 278838 h 1024739"/>
              <a:gd name="connsiteX23" fmla="*/ 3596855 w 4920152"/>
              <a:gd name="connsiteY23" fmla="*/ 259453 h 1024739"/>
              <a:gd name="connsiteX24" fmla="*/ 3414821 w 4920152"/>
              <a:gd name="connsiteY24" fmla="*/ 335653 h 1024739"/>
              <a:gd name="connsiteX25" fmla="*/ 3296288 w 4920152"/>
              <a:gd name="connsiteY25" fmla="*/ 454185 h 1024739"/>
              <a:gd name="connsiteX26" fmla="*/ 3084621 w 4920152"/>
              <a:gd name="connsiteY26" fmla="*/ 835185 h 1024739"/>
              <a:gd name="connsiteX27" fmla="*/ 2906821 w 4920152"/>
              <a:gd name="connsiteY27" fmla="*/ 987586 h 1024739"/>
              <a:gd name="connsiteX28" fmla="*/ 2542755 w 4920152"/>
              <a:gd name="connsiteY28" fmla="*/ 1021452 h 1024739"/>
              <a:gd name="connsiteX29" fmla="*/ 1856955 w 4920152"/>
              <a:gd name="connsiteY29" fmla="*/ 928319 h 1024739"/>
              <a:gd name="connsiteX30" fmla="*/ 1188088 w 4920152"/>
              <a:gd name="connsiteY30" fmla="*/ 716653 h 1024739"/>
              <a:gd name="connsiteX31" fmla="*/ 891755 w 4920152"/>
              <a:gd name="connsiteY31" fmla="*/ 445719 h 1024739"/>
              <a:gd name="connsiteX32" fmla="*/ 705488 w 4920152"/>
              <a:gd name="connsiteY32" fmla="*/ 318719 h 1024739"/>
              <a:gd name="connsiteX33" fmla="*/ 502288 w 4920152"/>
              <a:gd name="connsiteY33" fmla="*/ 267919 h 1024739"/>
              <a:gd name="connsiteX34" fmla="*/ 146687 w 4920152"/>
              <a:gd name="connsiteY34" fmla="*/ 225586 h 1024739"/>
              <a:gd name="connsiteX35" fmla="*/ 19688 w 4920152"/>
              <a:gd name="connsiteY35" fmla="*/ 225586 h 1024739"/>
              <a:gd name="connsiteX36" fmla="*/ 87421 w 4920152"/>
              <a:gd name="connsiteY36" fmla="*/ 132452 h 1024739"/>
              <a:gd name="connsiteX0" fmla="*/ 87421 w 4919231"/>
              <a:gd name="connsiteY0" fmla="*/ 144145 h 1036432"/>
              <a:gd name="connsiteX1" fmla="*/ 815555 w 4919231"/>
              <a:gd name="connsiteY1" fmla="*/ 288079 h 1036432"/>
              <a:gd name="connsiteX2" fmla="*/ 1416688 w 4919231"/>
              <a:gd name="connsiteY2" fmla="*/ 728345 h 1036432"/>
              <a:gd name="connsiteX3" fmla="*/ 2813688 w 4919231"/>
              <a:gd name="connsiteY3" fmla="*/ 923079 h 1036432"/>
              <a:gd name="connsiteX4" fmla="*/ 3313221 w 4919231"/>
              <a:gd name="connsiteY4" fmla="*/ 288079 h 1036432"/>
              <a:gd name="connsiteX5" fmla="*/ 3878372 w 4919231"/>
              <a:gd name="connsiteY5" fmla="*/ 186525 h 1036432"/>
              <a:gd name="connsiteX6" fmla="*/ 4308055 w 4919231"/>
              <a:gd name="connsiteY6" fmla="*/ 442059 h 1036432"/>
              <a:gd name="connsiteX7" fmla="*/ 4469277 w 4919231"/>
              <a:gd name="connsiteY7" fmla="*/ 636944 h 1036432"/>
              <a:gd name="connsiteX8" fmla="*/ 4621677 w 4919231"/>
              <a:gd name="connsiteY8" fmla="*/ 716846 h 1036432"/>
              <a:gd name="connsiteX9" fmla="*/ 4735977 w 4919231"/>
              <a:gd name="connsiteY9" fmla="*/ 687791 h 1036432"/>
              <a:gd name="connsiteX10" fmla="*/ 4746205 w 4919231"/>
              <a:gd name="connsiteY10" fmla="*/ 543752 h 1036432"/>
              <a:gd name="connsiteX11" fmla="*/ 4723278 w 4919231"/>
              <a:gd name="connsiteY11" fmla="*/ 404502 h 1036432"/>
              <a:gd name="connsiteX12" fmla="*/ 4634379 w 4919231"/>
              <a:gd name="connsiteY12" fmla="*/ 310071 h 1036432"/>
              <a:gd name="connsiteX13" fmla="*/ 4589929 w 4919231"/>
              <a:gd name="connsiteY13" fmla="*/ 26779 h 1036432"/>
              <a:gd name="connsiteX14" fmla="*/ 4900721 w 4919231"/>
              <a:gd name="connsiteY14" fmla="*/ 40044 h 1036432"/>
              <a:gd name="connsiteX15" fmla="*/ 4882029 w 4919231"/>
              <a:gd name="connsiteY15" fmla="*/ 331862 h 1036432"/>
              <a:gd name="connsiteX16" fmla="*/ 4818529 w 4919231"/>
              <a:gd name="connsiteY16" fmla="*/ 397236 h 1036432"/>
              <a:gd name="connsiteX17" fmla="*/ 4824878 w 4919231"/>
              <a:gd name="connsiteY17" fmla="*/ 673263 h 1036432"/>
              <a:gd name="connsiteX18" fmla="*/ 4748678 w 4919231"/>
              <a:gd name="connsiteY18" fmla="*/ 789486 h 1036432"/>
              <a:gd name="connsiteX19" fmla="*/ 4638255 w 4919231"/>
              <a:gd name="connsiteY19" fmla="*/ 811078 h 1036432"/>
              <a:gd name="connsiteX20" fmla="*/ 4424470 w 4919231"/>
              <a:gd name="connsiteY20" fmla="*/ 726317 h 1036432"/>
              <a:gd name="connsiteX21" fmla="*/ 4158128 w 4919231"/>
              <a:gd name="connsiteY21" fmla="*/ 411762 h 1036432"/>
              <a:gd name="connsiteX22" fmla="*/ 3920705 w 4919231"/>
              <a:gd name="connsiteY22" fmla="*/ 290531 h 1036432"/>
              <a:gd name="connsiteX23" fmla="*/ 3596855 w 4919231"/>
              <a:gd name="connsiteY23" fmla="*/ 271146 h 1036432"/>
              <a:gd name="connsiteX24" fmla="*/ 3414821 w 4919231"/>
              <a:gd name="connsiteY24" fmla="*/ 347346 h 1036432"/>
              <a:gd name="connsiteX25" fmla="*/ 3296288 w 4919231"/>
              <a:gd name="connsiteY25" fmla="*/ 465878 h 1036432"/>
              <a:gd name="connsiteX26" fmla="*/ 3084621 w 4919231"/>
              <a:gd name="connsiteY26" fmla="*/ 846878 h 1036432"/>
              <a:gd name="connsiteX27" fmla="*/ 2906821 w 4919231"/>
              <a:gd name="connsiteY27" fmla="*/ 999279 h 1036432"/>
              <a:gd name="connsiteX28" fmla="*/ 2542755 w 4919231"/>
              <a:gd name="connsiteY28" fmla="*/ 1033145 h 1036432"/>
              <a:gd name="connsiteX29" fmla="*/ 1856955 w 4919231"/>
              <a:gd name="connsiteY29" fmla="*/ 940012 h 1036432"/>
              <a:gd name="connsiteX30" fmla="*/ 1188088 w 4919231"/>
              <a:gd name="connsiteY30" fmla="*/ 728346 h 1036432"/>
              <a:gd name="connsiteX31" fmla="*/ 891755 w 4919231"/>
              <a:gd name="connsiteY31" fmla="*/ 457412 h 1036432"/>
              <a:gd name="connsiteX32" fmla="*/ 705488 w 4919231"/>
              <a:gd name="connsiteY32" fmla="*/ 330412 h 1036432"/>
              <a:gd name="connsiteX33" fmla="*/ 502288 w 4919231"/>
              <a:gd name="connsiteY33" fmla="*/ 279612 h 1036432"/>
              <a:gd name="connsiteX34" fmla="*/ 146687 w 4919231"/>
              <a:gd name="connsiteY34" fmla="*/ 237279 h 1036432"/>
              <a:gd name="connsiteX35" fmla="*/ 19688 w 4919231"/>
              <a:gd name="connsiteY35" fmla="*/ 237279 h 1036432"/>
              <a:gd name="connsiteX36" fmla="*/ 87421 w 4919231"/>
              <a:gd name="connsiteY36" fmla="*/ 144145 h 1036432"/>
              <a:gd name="connsiteX0" fmla="*/ 87421 w 4918311"/>
              <a:gd name="connsiteY0" fmla="*/ 135969 h 1028256"/>
              <a:gd name="connsiteX1" fmla="*/ 815555 w 4918311"/>
              <a:gd name="connsiteY1" fmla="*/ 279903 h 1028256"/>
              <a:gd name="connsiteX2" fmla="*/ 1416688 w 4918311"/>
              <a:gd name="connsiteY2" fmla="*/ 720169 h 1028256"/>
              <a:gd name="connsiteX3" fmla="*/ 2813688 w 4918311"/>
              <a:gd name="connsiteY3" fmla="*/ 914903 h 1028256"/>
              <a:gd name="connsiteX4" fmla="*/ 3313221 w 4918311"/>
              <a:gd name="connsiteY4" fmla="*/ 279903 h 1028256"/>
              <a:gd name="connsiteX5" fmla="*/ 3878372 w 4918311"/>
              <a:gd name="connsiteY5" fmla="*/ 178349 h 1028256"/>
              <a:gd name="connsiteX6" fmla="*/ 4308055 w 4918311"/>
              <a:gd name="connsiteY6" fmla="*/ 433883 h 1028256"/>
              <a:gd name="connsiteX7" fmla="*/ 4469277 w 4918311"/>
              <a:gd name="connsiteY7" fmla="*/ 628768 h 1028256"/>
              <a:gd name="connsiteX8" fmla="*/ 4621677 w 4918311"/>
              <a:gd name="connsiteY8" fmla="*/ 708670 h 1028256"/>
              <a:gd name="connsiteX9" fmla="*/ 4735977 w 4918311"/>
              <a:gd name="connsiteY9" fmla="*/ 679615 h 1028256"/>
              <a:gd name="connsiteX10" fmla="*/ 4746205 w 4918311"/>
              <a:gd name="connsiteY10" fmla="*/ 535576 h 1028256"/>
              <a:gd name="connsiteX11" fmla="*/ 4723278 w 4918311"/>
              <a:gd name="connsiteY11" fmla="*/ 396326 h 1028256"/>
              <a:gd name="connsiteX12" fmla="*/ 4634379 w 4918311"/>
              <a:gd name="connsiteY12" fmla="*/ 301895 h 1028256"/>
              <a:gd name="connsiteX13" fmla="*/ 4602629 w 4918311"/>
              <a:gd name="connsiteY13" fmla="*/ 33131 h 1028256"/>
              <a:gd name="connsiteX14" fmla="*/ 4900721 w 4918311"/>
              <a:gd name="connsiteY14" fmla="*/ 31868 h 1028256"/>
              <a:gd name="connsiteX15" fmla="*/ 4882029 w 4918311"/>
              <a:gd name="connsiteY15" fmla="*/ 323686 h 1028256"/>
              <a:gd name="connsiteX16" fmla="*/ 4818529 w 4918311"/>
              <a:gd name="connsiteY16" fmla="*/ 389060 h 1028256"/>
              <a:gd name="connsiteX17" fmla="*/ 4824878 w 4918311"/>
              <a:gd name="connsiteY17" fmla="*/ 665087 h 1028256"/>
              <a:gd name="connsiteX18" fmla="*/ 4748678 w 4918311"/>
              <a:gd name="connsiteY18" fmla="*/ 781310 h 1028256"/>
              <a:gd name="connsiteX19" fmla="*/ 4638255 w 4918311"/>
              <a:gd name="connsiteY19" fmla="*/ 802902 h 1028256"/>
              <a:gd name="connsiteX20" fmla="*/ 4424470 w 4918311"/>
              <a:gd name="connsiteY20" fmla="*/ 718141 h 1028256"/>
              <a:gd name="connsiteX21" fmla="*/ 4158128 w 4918311"/>
              <a:gd name="connsiteY21" fmla="*/ 403586 h 1028256"/>
              <a:gd name="connsiteX22" fmla="*/ 3920705 w 4918311"/>
              <a:gd name="connsiteY22" fmla="*/ 282355 h 1028256"/>
              <a:gd name="connsiteX23" fmla="*/ 3596855 w 4918311"/>
              <a:gd name="connsiteY23" fmla="*/ 262970 h 1028256"/>
              <a:gd name="connsiteX24" fmla="*/ 3414821 w 4918311"/>
              <a:gd name="connsiteY24" fmla="*/ 339170 h 1028256"/>
              <a:gd name="connsiteX25" fmla="*/ 3296288 w 4918311"/>
              <a:gd name="connsiteY25" fmla="*/ 457702 h 1028256"/>
              <a:gd name="connsiteX26" fmla="*/ 3084621 w 4918311"/>
              <a:gd name="connsiteY26" fmla="*/ 838702 h 1028256"/>
              <a:gd name="connsiteX27" fmla="*/ 2906821 w 4918311"/>
              <a:gd name="connsiteY27" fmla="*/ 991103 h 1028256"/>
              <a:gd name="connsiteX28" fmla="*/ 2542755 w 4918311"/>
              <a:gd name="connsiteY28" fmla="*/ 1024969 h 1028256"/>
              <a:gd name="connsiteX29" fmla="*/ 1856955 w 4918311"/>
              <a:gd name="connsiteY29" fmla="*/ 931836 h 1028256"/>
              <a:gd name="connsiteX30" fmla="*/ 1188088 w 4918311"/>
              <a:gd name="connsiteY30" fmla="*/ 720170 h 1028256"/>
              <a:gd name="connsiteX31" fmla="*/ 891755 w 4918311"/>
              <a:gd name="connsiteY31" fmla="*/ 449236 h 1028256"/>
              <a:gd name="connsiteX32" fmla="*/ 705488 w 4918311"/>
              <a:gd name="connsiteY32" fmla="*/ 322236 h 1028256"/>
              <a:gd name="connsiteX33" fmla="*/ 502288 w 4918311"/>
              <a:gd name="connsiteY33" fmla="*/ 271436 h 1028256"/>
              <a:gd name="connsiteX34" fmla="*/ 146687 w 4918311"/>
              <a:gd name="connsiteY34" fmla="*/ 229103 h 1028256"/>
              <a:gd name="connsiteX35" fmla="*/ 19688 w 4918311"/>
              <a:gd name="connsiteY35" fmla="*/ 229103 h 1028256"/>
              <a:gd name="connsiteX36" fmla="*/ 87421 w 4918311"/>
              <a:gd name="connsiteY36" fmla="*/ 135969 h 1028256"/>
              <a:gd name="connsiteX0" fmla="*/ 87421 w 4907942"/>
              <a:gd name="connsiteY0" fmla="*/ 130799 h 1023086"/>
              <a:gd name="connsiteX1" fmla="*/ 815555 w 4907942"/>
              <a:gd name="connsiteY1" fmla="*/ 274733 h 1023086"/>
              <a:gd name="connsiteX2" fmla="*/ 1416688 w 4907942"/>
              <a:gd name="connsiteY2" fmla="*/ 714999 h 1023086"/>
              <a:gd name="connsiteX3" fmla="*/ 2813688 w 4907942"/>
              <a:gd name="connsiteY3" fmla="*/ 909733 h 1023086"/>
              <a:gd name="connsiteX4" fmla="*/ 3313221 w 4907942"/>
              <a:gd name="connsiteY4" fmla="*/ 274733 h 1023086"/>
              <a:gd name="connsiteX5" fmla="*/ 3878372 w 4907942"/>
              <a:gd name="connsiteY5" fmla="*/ 173179 h 1023086"/>
              <a:gd name="connsiteX6" fmla="*/ 4308055 w 4907942"/>
              <a:gd name="connsiteY6" fmla="*/ 428713 h 1023086"/>
              <a:gd name="connsiteX7" fmla="*/ 4469277 w 4907942"/>
              <a:gd name="connsiteY7" fmla="*/ 623598 h 1023086"/>
              <a:gd name="connsiteX8" fmla="*/ 4621677 w 4907942"/>
              <a:gd name="connsiteY8" fmla="*/ 703500 h 1023086"/>
              <a:gd name="connsiteX9" fmla="*/ 4735977 w 4907942"/>
              <a:gd name="connsiteY9" fmla="*/ 674445 h 1023086"/>
              <a:gd name="connsiteX10" fmla="*/ 4746205 w 4907942"/>
              <a:gd name="connsiteY10" fmla="*/ 530406 h 1023086"/>
              <a:gd name="connsiteX11" fmla="*/ 4723278 w 4907942"/>
              <a:gd name="connsiteY11" fmla="*/ 391156 h 1023086"/>
              <a:gd name="connsiteX12" fmla="*/ 4634379 w 4907942"/>
              <a:gd name="connsiteY12" fmla="*/ 296725 h 1023086"/>
              <a:gd name="connsiteX13" fmla="*/ 4602629 w 4907942"/>
              <a:gd name="connsiteY13" fmla="*/ 27961 h 1023086"/>
              <a:gd name="connsiteX14" fmla="*/ 4748678 w 4907942"/>
              <a:gd name="connsiteY14" fmla="*/ 13436 h 1023086"/>
              <a:gd name="connsiteX15" fmla="*/ 4900721 w 4907942"/>
              <a:gd name="connsiteY15" fmla="*/ 26698 h 1023086"/>
              <a:gd name="connsiteX16" fmla="*/ 4882029 w 4907942"/>
              <a:gd name="connsiteY16" fmla="*/ 318516 h 1023086"/>
              <a:gd name="connsiteX17" fmla="*/ 4818529 w 4907942"/>
              <a:gd name="connsiteY17" fmla="*/ 383890 h 1023086"/>
              <a:gd name="connsiteX18" fmla="*/ 4824878 w 4907942"/>
              <a:gd name="connsiteY18" fmla="*/ 659917 h 1023086"/>
              <a:gd name="connsiteX19" fmla="*/ 4748678 w 4907942"/>
              <a:gd name="connsiteY19" fmla="*/ 776140 h 1023086"/>
              <a:gd name="connsiteX20" fmla="*/ 4638255 w 4907942"/>
              <a:gd name="connsiteY20" fmla="*/ 797732 h 1023086"/>
              <a:gd name="connsiteX21" fmla="*/ 4424470 w 4907942"/>
              <a:gd name="connsiteY21" fmla="*/ 712971 h 1023086"/>
              <a:gd name="connsiteX22" fmla="*/ 4158128 w 4907942"/>
              <a:gd name="connsiteY22" fmla="*/ 398416 h 1023086"/>
              <a:gd name="connsiteX23" fmla="*/ 3920705 w 4907942"/>
              <a:gd name="connsiteY23" fmla="*/ 277185 h 1023086"/>
              <a:gd name="connsiteX24" fmla="*/ 3596855 w 4907942"/>
              <a:gd name="connsiteY24" fmla="*/ 257800 h 1023086"/>
              <a:gd name="connsiteX25" fmla="*/ 3414821 w 4907942"/>
              <a:gd name="connsiteY25" fmla="*/ 334000 h 1023086"/>
              <a:gd name="connsiteX26" fmla="*/ 3296288 w 4907942"/>
              <a:gd name="connsiteY26" fmla="*/ 452532 h 1023086"/>
              <a:gd name="connsiteX27" fmla="*/ 3084621 w 4907942"/>
              <a:gd name="connsiteY27" fmla="*/ 833532 h 1023086"/>
              <a:gd name="connsiteX28" fmla="*/ 2906821 w 4907942"/>
              <a:gd name="connsiteY28" fmla="*/ 985933 h 1023086"/>
              <a:gd name="connsiteX29" fmla="*/ 2542755 w 4907942"/>
              <a:gd name="connsiteY29" fmla="*/ 1019799 h 1023086"/>
              <a:gd name="connsiteX30" fmla="*/ 1856955 w 4907942"/>
              <a:gd name="connsiteY30" fmla="*/ 926666 h 1023086"/>
              <a:gd name="connsiteX31" fmla="*/ 1188088 w 4907942"/>
              <a:gd name="connsiteY31" fmla="*/ 715000 h 1023086"/>
              <a:gd name="connsiteX32" fmla="*/ 891755 w 4907942"/>
              <a:gd name="connsiteY32" fmla="*/ 444066 h 1023086"/>
              <a:gd name="connsiteX33" fmla="*/ 705488 w 4907942"/>
              <a:gd name="connsiteY33" fmla="*/ 317066 h 1023086"/>
              <a:gd name="connsiteX34" fmla="*/ 502288 w 4907942"/>
              <a:gd name="connsiteY34" fmla="*/ 266266 h 1023086"/>
              <a:gd name="connsiteX35" fmla="*/ 146687 w 4907942"/>
              <a:gd name="connsiteY35" fmla="*/ 223933 h 1023086"/>
              <a:gd name="connsiteX36" fmla="*/ 19688 w 4907942"/>
              <a:gd name="connsiteY36" fmla="*/ 223933 h 1023086"/>
              <a:gd name="connsiteX37" fmla="*/ 87421 w 4907942"/>
              <a:gd name="connsiteY37" fmla="*/ 130799 h 1023086"/>
              <a:gd name="connsiteX0" fmla="*/ 87421 w 4907942"/>
              <a:gd name="connsiteY0" fmla="*/ 130799 h 1023086"/>
              <a:gd name="connsiteX1" fmla="*/ 815555 w 4907942"/>
              <a:gd name="connsiteY1" fmla="*/ 274733 h 1023086"/>
              <a:gd name="connsiteX2" fmla="*/ 1416688 w 4907942"/>
              <a:gd name="connsiteY2" fmla="*/ 714999 h 1023086"/>
              <a:gd name="connsiteX3" fmla="*/ 2813688 w 4907942"/>
              <a:gd name="connsiteY3" fmla="*/ 909733 h 1023086"/>
              <a:gd name="connsiteX4" fmla="*/ 3313221 w 4907942"/>
              <a:gd name="connsiteY4" fmla="*/ 274733 h 1023086"/>
              <a:gd name="connsiteX5" fmla="*/ 3878372 w 4907942"/>
              <a:gd name="connsiteY5" fmla="*/ 173179 h 1023086"/>
              <a:gd name="connsiteX6" fmla="*/ 4308055 w 4907942"/>
              <a:gd name="connsiteY6" fmla="*/ 428713 h 1023086"/>
              <a:gd name="connsiteX7" fmla="*/ 4469277 w 4907942"/>
              <a:gd name="connsiteY7" fmla="*/ 623598 h 1023086"/>
              <a:gd name="connsiteX8" fmla="*/ 4621677 w 4907942"/>
              <a:gd name="connsiteY8" fmla="*/ 703500 h 1023086"/>
              <a:gd name="connsiteX9" fmla="*/ 4735977 w 4907942"/>
              <a:gd name="connsiteY9" fmla="*/ 674445 h 1023086"/>
              <a:gd name="connsiteX10" fmla="*/ 4746205 w 4907942"/>
              <a:gd name="connsiteY10" fmla="*/ 530406 h 1023086"/>
              <a:gd name="connsiteX11" fmla="*/ 4735978 w 4907942"/>
              <a:gd name="connsiteY11" fmla="*/ 391156 h 1023086"/>
              <a:gd name="connsiteX12" fmla="*/ 4634379 w 4907942"/>
              <a:gd name="connsiteY12" fmla="*/ 296725 h 1023086"/>
              <a:gd name="connsiteX13" fmla="*/ 4602629 w 4907942"/>
              <a:gd name="connsiteY13" fmla="*/ 27961 h 1023086"/>
              <a:gd name="connsiteX14" fmla="*/ 4748678 w 4907942"/>
              <a:gd name="connsiteY14" fmla="*/ 13436 h 1023086"/>
              <a:gd name="connsiteX15" fmla="*/ 4900721 w 4907942"/>
              <a:gd name="connsiteY15" fmla="*/ 26698 h 1023086"/>
              <a:gd name="connsiteX16" fmla="*/ 4882029 w 4907942"/>
              <a:gd name="connsiteY16" fmla="*/ 318516 h 1023086"/>
              <a:gd name="connsiteX17" fmla="*/ 4818529 w 4907942"/>
              <a:gd name="connsiteY17" fmla="*/ 383890 h 1023086"/>
              <a:gd name="connsiteX18" fmla="*/ 4824878 w 4907942"/>
              <a:gd name="connsiteY18" fmla="*/ 659917 h 1023086"/>
              <a:gd name="connsiteX19" fmla="*/ 4748678 w 4907942"/>
              <a:gd name="connsiteY19" fmla="*/ 776140 h 1023086"/>
              <a:gd name="connsiteX20" fmla="*/ 4638255 w 4907942"/>
              <a:gd name="connsiteY20" fmla="*/ 797732 h 1023086"/>
              <a:gd name="connsiteX21" fmla="*/ 4424470 w 4907942"/>
              <a:gd name="connsiteY21" fmla="*/ 712971 h 1023086"/>
              <a:gd name="connsiteX22" fmla="*/ 4158128 w 4907942"/>
              <a:gd name="connsiteY22" fmla="*/ 398416 h 1023086"/>
              <a:gd name="connsiteX23" fmla="*/ 3920705 w 4907942"/>
              <a:gd name="connsiteY23" fmla="*/ 277185 h 1023086"/>
              <a:gd name="connsiteX24" fmla="*/ 3596855 w 4907942"/>
              <a:gd name="connsiteY24" fmla="*/ 257800 h 1023086"/>
              <a:gd name="connsiteX25" fmla="*/ 3414821 w 4907942"/>
              <a:gd name="connsiteY25" fmla="*/ 334000 h 1023086"/>
              <a:gd name="connsiteX26" fmla="*/ 3296288 w 4907942"/>
              <a:gd name="connsiteY26" fmla="*/ 452532 h 1023086"/>
              <a:gd name="connsiteX27" fmla="*/ 3084621 w 4907942"/>
              <a:gd name="connsiteY27" fmla="*/ 833532 h 1023086"/>
              <a:gd name="connsiteX28" fmla="*/ 2906821 w 4907942"/>
              <a:gd name="connsiteY28" fmla="*/ 985933 h 1023086"/>
              <a:gd name="connsiteX29" fmla="*/ 2542755 w 4907942"/>
              <a:gd name="connsiteY29" fmla="*/ 1019799 h 1023086"/>
              <a:gd name="connsiteX30" fmla="*/ 1856955 w 4907942"/>
              <a:gd name="connsiteY30" fmla="*/ 926666 h 1023086"/>
              <a:gd name="connsiteX31" fmla="*/ 1188088 w 4907942"/>
              <a:gd name="connsiteY31" fmla="*/ 715000 h 1023086"/>
              <a:gd name="connsiteX32" fmla="*/ 891755 w 4907942"/>
              <a:gd name="connsiteY32" fmla="*/ 444066 h 1023086"/>
              <a:gd name="connsiteX33" fmla="*/ 705488 w 4907942"/>
              <a:gd name="connsiteY33" fmla="*/ 317066 h 1023086"/>
              <a:gd name="connsiteX34" fmla="*/ 502288 w 4907942"/>
              <a:gd name="connsiteY34" fmla="*/ 266266 h 1023086"/>
              <a:gd name="connsiteX35" fmla="*/ 146687 w 4907942"/>
              <a:gd name="connsiteY35" fmla="*/ 223933 h 1023086"/>
              <a:gd name="connsiteX36" fmla="*/ 19688 w 4907942"/>
              <a:gd name="connsiteY36" fmla="*/ 223933 h 1023086"/>
              <a:gd name="connsiteX37" fmla="*/ 87421 w 4907942"/>
              <a:gd name="connsiteY37" fmla="*/ 130799 h 1023086"/>
              <a:gd name="connsiteX0" fmla="*/ 87421 w 4904925"/>
              <a:gd name="connsiteY0" fmla="*/ 130799 h 1023086"/>
              <a:gd name="connsiteX1" fmla="*/ 815555 w 4904925"/>
              <a:gd name="connsiteY1" fmla="*/ 274733 h 1023086"/>
              <a:gd name="connsiteX2" fmla="*/ 1416688 w 4904925"/>
              <a:gd name="connsiteY2" fmla="*/ 714999 h 1023086"/>
              <a:gd name="connsiteX3" fmla="*/ 2813688 w 4904925"/>
              <a:gd name="connsiteY3" fmla="*/ 909733 h 1023086"/>
              <a:gd name="connsiteX4" fmla="*/ 3313221 w 4904925"/>
              <a:gd name="connsiteY4" fmla="*/ 274733 h 1023086"/>
              <a:gd name="connsiteX5" fmla="*/ 3878372 w 4904925"/>
              <a:gd name="connsiteY5" fmla="*/ 173179 h 1023086"/>
              <a:gd name="connsiteX6" fmla="*/ 4308055 w 4904925"/>
              <a:gd name="connsiteY6" fmla="*/ 428713 h 1023086"/>
              <a:gd name="connsiteX7" fmla="*/ 4469277 w 4904925"/>
              <a:gd name="connsiteY7" fmla="*/ 623598 h 1023086"/>
              <a:gd name="connsiteX8" fmla="*/ 4621677 w 4904925"/>
              <a:gd name="connsiteY8" fmla="*/ 703500 h 1023086"/>
              <a:gd name="connsiteX9" fmla="*/ 4735977 w 4904925"/>
              <a:gd name="connsiteY9" fmla="*/ 674445 h 1023086"/>
              <a:gd name="connsiteX10" fmla="*/ 4746205 w 4904925"/>
              <a:gd name="connsiteY10" fmla="*/ 530406 h 1023086"/>
              <a:gd name="connsiteX11" fmla="*/ 4735978 w 4904925"/>
              <a:gd name="connsiteY11" fmla="*/ 391156 h 1023086"/>
              <a:gd name="connsiteX12" fmla="*/ 4634379 w 4904925"/>
              <a:gd name="connsiteY12" fmla="*/ 296725 h 1023086"/>
              <a:gd name="connsiteX13" fmla="*/ 4602629 w 4904925"/>
              <a:gd name="connsiteY13" fmla="*/ 27961 h 1023086"/>
              <a:gd name="connsiteX14" fmla="*/ 4748678 w 4904925"/>
              <a:gd name="connsiteY14" fmla="*/ 13436 h 1023086"/>
              <a:gd name="connsiteX15" fmla="*/ 4900721 w 4904925"/>
              <a:gd name="connsiteY15" fmla="*/ 26698 h 1023086"/>
              <a:gd name="connsiteX16" fmla="*/ 4862979 w 4904925"/>
              <a:gd name="connsiteY16" fmla="*/ 318516 h 1023086"/>
              <a:gd name="connsiteX17" fmla="*/ 4818529 w 4904925"/>
              <a:gd name="connsiteY17" fmla="*/ 383890 h 1023086"/>
              <a:gd name="connsiteX18" fmla="*/ 4824878 w 4904925"/>
              <a:gd name="connsiteY18" fmla="*/ 659917 h 1023086"/>
              <a:gd name="connsiteX19" fmla="*/ 4748678 w 4904925"/>
              <a:gd name="connsiteY19" fmla="*/ 776140 h 1023086"/>
              <a:gd name="connsiteX20" fmla="*/ 4638255 w 4904925"/>
              <a:gd name="connsiteY20" fmla="*/ 797732 h 1023086"/>
              <a:gd name="connsiteX21" fmla="*/ 4424470 w 4904925"/>
              <a:gd name="connsiteY21" fmla="*/ 712971 h 1023086"/>
              <a:gd name="connsiteX22" fmla="*/ 4158128 w 4904925"/>
              <a:gd name="connsiteY22" fmla="*/ 398416 h 1023086"/>
              <a:gd name="connsiteX23" fmla="*/ 3920705 w 4904925"/>
              <a:gd name="connsiteY23" fmla="*/ 277185 h 1023086"/>
              <a:gd name="connsiteX24" fmla="*/ 3596855 w 4904925"/>
              <a:gd name="connsiteY24" fmla="*/ 257800 h 1023086"/>
              <a:gd name="connsiteX25" fmla="*/ 3414821 w 4904925"/>
              <a:gd name="connsiteY25" fmla="*/ 334000 h 1023086"/>
              <a:gd name="connsiteX26" fmla="*/ 3296288 w 4904925"/>
              <a:gd name="connsiteY26" fmla="*/ 452532 h 1023086"/>
              <a:gd name="connsiteX27" fmla="*/ 3084621 w 4904925"/>
              <a:gd name="connsiteY27" fmla="*/ 833532 h 1023086"/>
              <a:gd name="connsiteX28" fmla="*/ 2906821 w 4904925"/>
              <a:gd name="connsiteY28" fmla="*/ 985933 h 1023086"/>
              <a:gd name="connsiteX29" fmla="*/ 2542755 w 4904925"/>
              <a:gd name="connsiteY29" fmla="*/ 1019799 h 1023086"/>
              <a:gd name="connsiteX30" fmla="*/ 1856955 w 4904925"/>
              <a:gd name="connsiteY30" fmla="*/ 926666 h 1023086"/>
              <a:gd name="connsiteX31" fmla="*/ 1188088 w 4904925"/>
              <a:gd name="connsiteY31" fmla="*/ 715000 h 1023086"/>
              <a:gd name="connsiteX32" fmla="*/ 891755 w 4904925"/>
              <a:gd name="connsiteY32" fmla="*/ 444066 h 1023086"/>
              <a:gd name="connsiteX33" fmla="*/ 705488 w 4904925"/>
              <a:gd name="connsiteY33" fmla="*/ 317066 h 1023086"/>
              <a:gd name="connsiteX34" fmla="*/ 502288 w 4904925"/>
              <a:gd name="connsiteY34" fmla="*/ 266266 h 1023086"/>
              <a:gd name="connsiteX35" fmla="*/ 146687 w 4904925"/>
              <a:gd name="connsiteY35" fmla="*/ 223933 h 1023086"/>
              <a:gd name="connsiteX36" fmla="*/ 19688 w 4904925"/>
              <a:gd name="connsiteY36" fmla="*/ 223933 h 1023086"/>
              <a:gd name="connsiteX37" fmla="*/ 87421 w 4904925"/>
              <a:gd name="connsiteY37" fmla="*/ 130799 h 1023086"/>
              <a:gd name="connsiteX0" fmla="*/ 87421 w 4904925"/>
              <a:gd name="connsiteY0" fmla="*/ 130799 h 1023086"/>
              <a:gd name="connsiteX1" fmla="*/ 815555 w 4904925"/>
              <a:gd name="connsiteY1" fmla="*/ 274733 h 1023086"/>
              <a:gd name="connsiteX2" fmla="*/ 1416688 w 4904925"/>
              <a:gd name="connsiteY2" fmla="*/ 714999 h 1023086"/>
              <a:gd name="connsiteX3" fmla="*/ 2813688 w 4904925"/>
              <a:gd name="connsiteY3" fmla="*/ 909733 h 1023086"/>
              <a:gd name="connsiteX4" fmla="*/ 3313221 w 4904925"/>
              <a:gd name="connsiteY4" fmla="*/ 274733 h 1023086"/>
              <a:gd name="connsiteX5" fmla="*/ 3878372 w 4904925"/>
              <a:gd name="connsiteY5" fmla="*/ 173179 h 1023086"/>
              <a:gd name="connsiteX6" fmla="*/ 4308055 w 4904925"/>
              <a:gd name="connsiteY6" fmla="*/ 428713 h 1023086"/>
              <a:gd name="connsiteX7" fmla="*/ 4469277 w 4904925"/>
              <a:gd name="connsiteY7" fmla="*/ 623598 h 1023086"/>
              <a:gd name="connsiteX8" fmla="*/ 4621677 w 4904925"/>
              <a:gd name="connsiteY8" fmla="*/ 703500 h 1023086"/>
              <a:gd name="connsiteX9" fmla="*/ 4735977 w 4904925"/>
              <a:gd name="connsiteY9" fmla="*/ 674445 h 1023086"/>
              <a:gd name="connsiteX10" fmla="*/ 4746205 w 4904925"/>
              <a:gd name="connsiteY10" fmla="*/ 530406 h 1023086"/>
              <a:gd name="connsiteX11" fmla="*/ 4735978 w 4904925"/>
              <a:gd name="connsiteY11" fmla="*/ 391156 h 1023086"/>
              <a:gd name="connsiteX12" fmla="*/ 4634379 w 4904925"/>
              <a:gd name="connsiteY12" fmla="*/ 296725 h 1023086"/>
              <a:gd name="connsiteX13" fmla="*/ 4621679 w 4904925"/>
              <a:gd name="connsiteY13" fmla="*/ 195031 h 1023086"/>
              <a:gd name="connsiteX14" fmla="*/ 4602629 w 4904925"/>
              <a:gd name="connsiteY14" fmla="*/ 27961 h 1023086"/>
              <a:gd name="connsiteX15" fmla="*/ 4748678 w 4904925"/>
              <a:gd name="connsiteY15" fmla="*/ 13436 h 1023086"/>
              <a:gd name="connsiteX16" fmla="*/ 4900721 w 4904925"/>
              <a:gd name="connsiteY16" fmla="*/ 26698 h 1023086"/>
              <a:gd name="connsiteX17" fmla="*/ 4862979 w 4904925"/>
              <a:gd name="connsiteY17" fmla="*/ 318516 h 1023086"/>
              <a:gd name="connsiteX18" fmla="*/ 4818529 w 4904925"/>
              <a:gd name="connsiteY18" fmla="*/ 383890 h 1023086"/>
              <a:gd name="connsiteX19" fmla="*/ 4824878 w 4904925"/>
              <a:gd name="connsiteY19" fmla="*/ 659917 h 1023086"/>
              <a:gd name="connsiteX20" fmla="*/ 4748678 w 4904925"/>
              <a:gd name="connsiteY20" fmla="*/ 776140 h 1023086"/>
              <a:gd name="connsiteX21" fmla="*/ 4638255 w 4904925"/>
              <a:gd name="connsiteY21" fmla="*/ 797732 h 1023086"/>
              <a:gd name="connsiteX22" fmla="*/ 4424470 w 4904925"/>
              <a:gd name="connsiteY22" fmla="*/ 712971 h 1023086"/>
              <a:gd name="connsiteX23" fmla="*/ 4158128 w 4904925"/>
              <a:gd name="connsiteY23" fmla="*/ 398416 h 1023086"/>
              <a:gd name="connsiteX24" fmla="*/ 3920705 w 4904925"/>
              <a:gd name="connsiteY24" fmla="*/ 277185 h 1023086"/>
              <a:gd name="connsiteX25" fmla="*/ 3596855 w 4904925"/>
              <a:gd name="connsiteY25" fmla="*/ 257800 h 1023086"/>
              <a:gd name="connsiteX26" fmla="*/ 3414821 w 4904925"/>
              <a:gd name="connsiteY26" fmla="*/ 334000 h 1023086"/>
              <a:gd name="connsiteX27" fmla="*/ 3296288 w 4904925"/>
              <a:gd name="connsiteY27" fmla="*/ 452532 h 1023086"/>
              <a:gd name="connsiteX28" fmla="*/ 3084621 w 4904925"/>
              <a:gd name="connsiteY28" fmla="*/ 833532 h 1023086"/>
              <a:gd name="connsiteX29" fmla="*/ 2906821 w 4904925"/>
              <a:gd name="connsiteY29" fmla="*/ 985933 h 1023086"/>
              <a:gd name="connsiteX30" fmla="*/ 2542755 w 4904925"/>
              <a:gd name="connsiteY30" fmla="*/ 1019799 h 1023086"/>
              <a:gd name="connsiteX31" fmla="*/ 1856955 w 4904925"/>
              <a:gd name="connsiteY31" fmla="*/ 926666 h 1023086"/>
              <a:gd name="connsiteX32" fmla="*/ 1188088 w 4904925"/>
              <a:gd name="connsiteY32" fmla="*/ 715000 h 1023086"/>
              <a:gd name="connsiteX33" fmla="*/ 891755 w 4904925"/>
              <a:gd name="connsiteY33" fmla="*/ 444066 h 1023086"/>
              <a:gd name="connsiteX34" fmla="*/ 705488 w 4904925"/>
              <a:gd name="connsiteY34" fmla="*/ 317066 h 1023086"/>
              <a:gd name="connsiteX35" fmla="*/ 502288 w 4904925"/>
              <a:gd name="connsiteY35" fmla="*/ 266266 h 1023086"/>
              <a:gd name="connsiteX36" fmla="*/ 146687 w 4904925"/>
              <a:gd name="connsiteY36" fmla="*/ 223933 h 1023086"/>
              <a:gd name="connsiteX37" fmla="*/ 19688 w 4904925"/>
              <a:gd name="connsiteY37" fmla="*/ 223933 h 1023086"/>
              <a:gd name="connsiteX38" fmla="*/ 87421 w 4904925"/>
              <a:gd name="connsiteY38" fmla="*/ 130799 h 1023086"/>
              <a:gd name="connsiteX0" fmla="*/ 87421 w 4904925"/>
              <a:gd name="connsiteY0" fmla="*/ 130799 h 1023086"/>
              <a:gd name="connsiteX1" fmla="*/ 815555 w 4904925"/>
              <a:gd name="connsiteY1" fmla="*/ 274733 h 1023086"/>
              <a:gd name="connsiteX2" fmla="*/ 1416688 w 4904925"/>
              <a:gd name="connsiteY2" fmla="*/ 714999 h 1023086"/>
              <a:gd name="connsiteX3" fmla="*/ 2813688 w 4904925"/>
              <a:gd name="connsiteY3" fmla="*/ 909733 h 1023086"/>
              <a:gd name="connsiteX4" fmla="*/ 3313221 w 4904925"/>
              <a:gd name="connsiteY4" fmla="*/ 274733 h 1023086"/>
              <a:gd name="connsiteX5" fmla="*/ 3878372 w 4904925"/>
              <a:gd name="connsiteY5" fmla="*/ 173179 h 1023086"/>
              <a:gd name="connsiteX6" fmla="*/ 4308055 w 4904925"/>
              <a:gd name="connsiteY6" fmla="*/ 428713 h 1023086"/>
              <a:gd name="connsiteX7" fmla="*/ 4469277 w 4904925"/>
              <a:gd name="connsiteY7" fmla="*/ 623598 h 1023086"/>
              <a:gd name="connsiteX8" fmla="*/ 4621677 w 4904925"/>
              <a:gd name="connsiteY8" fmla="*/ 703500 h 1023086"/>
              <a:gd name="connsiteX9" fmla="*/ 4735977 w 4904925"/>
              <a:gd name="connsiteY9" fmla="*/ 674445 h 1023086"/>
              <a:gd name="connsiteX10" fmla="*/ 4746205 w 4904925"/>
              <a:gd name="connsiteY10" fmla="*/ 530406 h 1023086"/>
              <a:gd name="connsiteX11" fmla="*/ 4735978 w 4904925"/>
              <a:gd name="connsiteY11" fmla="*/ 391156 h 1023086"/>
              <a:gd name="connsiteX12" fmla="*/ 4653429 w 4904925"/>
              <a:gd name="connsiteY12" fmla="*/ 303989 h 1023086"/>
              <a:gd name="connsiteX13" fmla="*/ 4621679 w 4904925"/>
              <a:gd name="connsiteY13" fmla="*/ 195031 h 1023086"/>
              <a:gd name="connsiteX14" fmla="*/ 4602629 w 4904925"/>
              <a:gd name="connsiteY14" fmla="*/ 27961 h 1023086"/>
              <a:gd name="connsiteX15" fmla="*/ 4748678 w 4904925"/>
              <a:gd name="connsiteY15" fmla="*/ 13436 h 1023086"/>
              <a:gd name="connsiteX16" fmla="*/ 4900721 w 4904925"/>
              <a:gd name="connsiteY16" fmla="*/ 26698 h 1023086"/>
              <a:gd name="connsiteX17" fmla="*/ 4862979 w 4904925"/>
              <a:gd name="connsiteY17" fmla="*/ 318516 h 1023086"/>
              <a:gd name="connsiteX18" fmla="*/ 4818529 w 4904925"/>
              <a:gd name="connsiteY18" fmla="*/ 383890 h 1023086"/>
              <a:gd name="connsiteX19" fmla="*/ 4824878 w 4904925"/>
              <a:gd name="connsiteY19" fmla="*/ 659917 h 1023086"/>
              <a:gd name="connsiteX20" fmla="*/ 4748678 w 4904925"/>
              <a:gd name="connsiteY20" fmla="*/ 776140 h 1023086"/>
              <a:gd name="connsiteX21" fmla="*/ 4638255 w 4904925"/>
              <a:gd name="connsiteY21" fmla="*/ 797732 h 1023086"/>
              <a:gd name="connsiteX22" fmla="*/ 4424470 w 4904925"/>
              <a:gd name="connsiteY22" fmla="*/ 712971 h 1023086"/>
              <a:gd name="connsiteX23" fmla="*/ 4158128 w 4904925"/>
              <a:gd name="connsiteY23" fmla="*/ 398416 h 1023086"/>
              <a:gd name="connsiteX24" fmla="*/ 3920705 w 4904925"/>
              <a:gd name="connsiteY24" fmla="*/ 277185 h 1023086"/>
              <a:gd name="connsiteX25" fmla="*/ 3596855 w 4904925"/>
              <a:gd name="connsiteY25" fmla="*/ 257800 h 1023086"/>
              <a:gd name="connsiteX26" fmla="*/ 3414821 w 4904925"/>
              <a:gd name="connsiteY26" fmla="*/ 334000 h 1023086"/>
              <a:gd name="connsiteX27" fmla="*/ 3296288 w 4904925"/>
              <a:gd name="connsiteY27" fmla="*/ 452532 h 1023086"/>
              <a:gd name="connsiteX28" fmla="*/ 3084621 w 4904925"/>
              <a:gd name="connsiteY28" fmla="*/ 833532 h 1023086"/>
              <a:gd name="connsiteX29" fmla="*/ 2906821 w 4904925"/>
              <a:gd name="connsiteY29" fmla="*/ 985933 h 1023086"/>
              <a:gd name="connsiteX30" fmla="*/ 2542755 w 4904925"/>
              <a:gd name="connsiteY30" fmla="*/ 1019799 h 1023086"/>
              <a:gd name="connsiteX31" fmla="*/ 1856955 w 4904925"/>
              <a:gd name="connsiteY31" fmla="*/ 926666 h 1023086"/>
              <a:gd name="connsiteX32" fmla="*/ 1188088 w 4904925"/>
              <a:gd name="connsiteY32" fmla="*/ 715000 h 1023086"/>
              <a:gd name="connsiteX33" fmla="*/ 891755 w 4904925"/>
              <a:gd name="connsiteY33" fmla="*/ 444066 h 1023086"/>
              <a:gd name="connsiteX34" fmla="*/ 705488 w 4904925"/>
              <a:gd name="connsiteY34" fmla="*/ 317066 h 1023086"/>
              <a:gd name="connsiteX35" fmla="*/ 502288 w 4904925"/>
              <a:gd name="connsiteY35" fmla="*/ 266266 h 1023086"/>
              <a:gd name="connsiteX36" fmla="*/ 146687 w 4904925"/>
              <a:gd name="connsiteY36" fmla="*/ 223933 h 1023086"/>
              <a:gd name="connsiteX37" fmla="*/ 19688 w 4904925"/>
              <a:gd name="connsiteY37" fmla="*/ 223933 h 1023086"/>
              <a:gd name="connsiteX38" fmla="*/ 87421 w 4904925"/>
              <a:gd name="connsiteY38" fmla="*/ 130799 h 1023086"/>
              <a:gd name="connsiteX0" fmla="*/ 87421 w 4904925"/>
              <a:gd name="connsiteY0" fmla="*/ 130799 h 1023086"/>
              <a:gd name="connsiteX1" fmla="*/ 815555 w 4904925"/>
              <a:gd name="connsiteY1" fmla="*/ 274733 h 1023086"/>
              <a:gd name="connsiteX2" fmla="*/ 1416688 w 4904925"/>
              <a:gd name="connsiteY2" fmla="*/ 714999 h 1023086"/>
              <a:gd name="connsiteX3" fmla="*/ 2813688 w 4904925"/>
              <a:gd name="connsiteY3" fmla="*/ 909733 h 1023086"/>
              <a:gd name="connsiteX4" fmla="*/ 3313221 w 4904925"/>
              <a:gd name="connsiteY4" fmla="*/ 274733 h 1023086"/>
              <a:gd name="connsiteX5" fmla="*/ 3878372 w 4904925"/>
              <a:gd name="connsiteY5" fmla="*/ 173179 h 1023086"/>
              <a:gd name="connsiteX6" fmla="*/ 4308055 w 4904925"/>
              <a:gd name="connsiteY6" fmla="*/ 428713 h 1023086"/>
              <a:gd name="connsiteX7" fmla="*/ 4469277 w 4904925"/>
              <a:gd name="connsiteY7" fmla="*/ 623598 h 1023086"/>
              <a:gd name="connsiteX8" fmla="*/ 4621677 w 4904925"/>
              <a:gd name="connsiteY8" fmla="*/ 703500 h 1023086"/>
              <a:gd name="connsiteX9" fmla="*/ 4735977 w 4904925"/>
              <a:gd name="connsiteY9" fmla="*/ 674445 h 1023086"/>
              <a:gd name="connsiteX10" fmla="*/ 4746205 w 4904925"/>
              <a:gd name="connsiteY10" fmla="*/ 530406 h 1023086"/>
              <a:gd name="connsiteX11" fmla="*/ 4735978 w 4904925"/>
              <a:gd name="connsiteY11" fmla="*/ 391156 h 1023086"/>
              <a:gd name="connsiteX12" fmla="*/ 4659779 w 4904925"/>
              <a:gd name="connsiteY12" fmla="*/ 311253 h 1023086"/>
              <a:gd name="connsiteX13" fmla="*/ 4621679 w 4904925"/>
              <a:gd name="connsiteY13" fmla="*/ 195031 h 1023086"/>
              <a:gd name="connsiteX14" fmla="*/ 4602629 w 4904925"/>
              <a:gd name="connsiteY14" fmla="*/ 27961 h 1023086"/>
              <a:gd name="connsiteX15" fmla="*/ 4748678 w 4904925"/>
              <a:gd name="connsiteY15" fmla="*/ 13436 h 1023086"/>
              <a:gd name="connsiteX16" fmla="*/ 4900721 w 4904925"/>
              <a:gd name="connsiteY16" fmla="*/ 26698 h 1023086"/>
              <a:gd name="connsiteX17" fmla="*/ 4862979 w 4904925"/>
              <a:gd name="connsiteY17" fmla="*/ 318516 h 1023086"/>
              <a:gd name="connsiteX18" fmla="*/ 4818529 w 4904925"/>
              <a:gd name="connsiteY18" fmla="*/ 383890 h 1023086"/>
              <a:gd name="connsiteX19" fmla="*/ 4824878 w 4904925"/>
              <a:gd name="connsiteY19" fmla="*/ 659917 h 1023086"/>
              <a:gd name="connsiteX20" fmla="*/ 4748678 w 4904925"/>
              <a:gd name="connsiteY20" fmla="*/ 776140 h 1023086"/>
              <a:gd name="connsiteX21" fmla="*/ 4638255 w 4904925"/>
              <a:gd name="connsiteY21" fmla="*/ 797732 h 1023086"/>
              <a:gd name="connsiteX22" fmla="*/ 4424470 w 4904925"/>
              <a:gd name="connsiteY22" fmla="*/ 712971 h 1023086"/>
              <a:gd name="connsiteX23" fmla="*/ 4158128 w 4904925"/>
              <a:gd name="connsiteY23" fmla="*/ 398416 h 1023086"/>
              <a:gd name="connsiteX24" fmla="*/ 3920705 w 4904925"/>
              <a:gd name="connsiteY24" fmla="*/ 277185 h 1023086"/>
              <a:gd name="connsiteX25" fmla="*/ 3596855 w 4904925"/>
              <a:gd name="connsiteY25" fmla="*/ 257800 h 1023086"/>
              <a:gd name="connsiteX26" fmla="*/ 3414821 w 4904925"/>
              <a:gd name="connsiteY26" fmla="*/ 334000 h 1023086"/>
              <a:gd name="connsiteX27" fmla="*/ 3296288 w 4904925"/>
              <a:gd name="connsiteY27" fmla="*/ 452532 h 1023086"/>
              <a:gd name="connsiteX28" fmla="*/ 3084621 w 4904925"/>
              <a:gd name="connsiteY28" fmla="*/ 833532 h 1023086"/>
              <a:gd name="connsiteX29" fmla="*/ 2906821 w 4904925"/>
              <a:gd name="connsiteY29" fmla="*/ 985933 h 1023086"/>
              <a:gd name="connsiteX30" fmla="*/ 2542755 w 4904925"/>
              <a:gd name="connsiteY30" fmla="*/ 1019799 h 1023086"/>
              <a:gd name="connsiteX31" fmla="*/ 1856955 w 4904925"/>
              <a:gd name="connsiteY31" fmla="*/ 926666 h 1023086"/>
              <a:gd name="connsiteX32" fmla="*/ 1188088 w 4904925"/>
              <a:gd name="connsiteY32" fmla="*/ 715000 h 1023086"/>
              <a:gd name="connsiteX33" fmla="*/ 891755 w 4904925"/>
              <a:gd name="connsiteY33" fmla="*/ 444066 h 1023086"/>
              <a:gd name="connsiteX34" fmla="*/ 705488 w 4904925"/>
              <a:gd name="connsiteY34" fmla="*/ 317066 h 1023086"/>
              <a:gd name="connsiteX35" fmla="*/ 502288 w 4904925"/>
              <a:gd name="connsiteY35" fmla="*/ 266266 h 1023086"/>
              <a:gd name="connsiteX36" fmla="*/ 146687 w 4904925"/>
              <a:gd name="connsiteY36" fmla="*/ 223933 h 1023086"/>
              <a:gd name="connsiteX37" fmla="*/ 19688 w 4904925"/>
              <a:gd name="connsiteY37" fmla="*/ 223933 h 1023086"/>
              <a:gd name="connsiteX38" fmla="*/ 87421 w 4904925"/>
              <a:gd name="connsiteY38" fmla="*/ 130799 h 1023086"/>
              <a:gd name="connsiteX0" fmla="*/ 87421 w 4904925"/>
              <a:gd name="connsiteY0" fmla="*/ 130799 h 1023086"/>
              <a:gd name="connsiteX1" fmla="*/ 815555 w 4904925"/>
              <a:gd name="connsiteY1" fmla="*/ 274733 h 1023086"/>
              <a:gd name="connsiteX2" fmla="*/ 1416688 w 4904925"/>
              <a:gd name="connsiteY2" fmla="*/ 714999 h 1023086"/>
              <a:gd name="connsiteX3" fmla="*/ 2813688 w 4904925"/>
              <a:gd name="connsiteY3" fmla="*/ 909733 h 1023086"/>
              <a:gd name="connsiteX4" fmla="*/ 3313221 w 4904925"/>
              <a:gd name="connsiteY4" fmla="*/ 274733 h 1023086"/>
              <a:gd name="connsiteX5" fmla="*/ 3878372 w 4904925"/>
              <a:gd name="connsiteY5" fmla="*/ 173179 h 1023086"/>
              <a:gd name="connsiteX6" fmla="*/ 4308055 w 4904925"/>
              <a:gd name="connsiteY6" fmla="*/ 428713 h 1023086"/>
              <a:gd name="connsiteX7" fmla="*/ 4469277 w 4904925"/>
              <a:gd name="connsiteY7" fmla="*/ 623598 h 1023086"/>
              <a:gd name="connsiteX8" fmla="*/ 4621677 w 4904925"/>
              <a:gd name="connsiteY8" fmla="*/ 703500 h 1023086"/>
              <a:gd name="connsiteX9" fmla="*/ 4735977 w 4904925"/>
              <a:gd name="connsiteY9" fmla="*/ 674445 h 1023086"/>
              <a:gd name="connsiteX10" fmla="*/ 4746205 w 4904925"/>
              <a:gd name="connsiteY10" fmla="*/ 530406 h 1023086"/>
              <a:gd name="connsiteX11" fmla="*/ 4735978 w 4904925"/>
              <a:gd name="connsiteY11" fmla="*/ 391156 h 1023086"/>
              <a:gd name="connsiteX12" fmla="*/ 4666129 w 4904925"/>
              <a:gd name="connsiteY12" fmla="*/ 303989 h 1023086"/>
              <a:gd name="connsiteX13" fmla="*/ 4621679 w 4904925"/>
              <a:gd name="connsiteY13" fmla="*/ 195031 h 1023086"/>
              <a:gd name="connsiteX14" fmla="*/ 4602629 w 4904925"/>
              <a:gd name="connsiteY14" fmla="*/ 27961 h 1023086"/>
              <a:gd name="connsiteX15" fmla="*/ 4748678 w 4904925"/>
              <a:gd name="connsiteY15" fmla="*/ 13436 h 1023086"/>
              <a:gd name="connsiteX16" fmla="*/ 4900721 w 4904925"/>
              <a:gd name="connsiteY16" fmla="*/ 26698 h 1023086"/>
              <a:gd name="connsiteX17" fmla="*/ 4862979 w 4904925"/>
              <a:gd name="connsiteY17" fmla="*/ 318516 h 1023086"/>
              <a:gd name="connsiteX18" fmla="*/ 4818529 w 4904925"/>
              <a:gd name="connsiteY18" fmla="*/ 383890 h 1023086"/>
              <a:gd name="connsiteX19" fmla="*/ 4824878 w 4904925"/>
              <a:gd name="connsiteY19" fmla="*/ 659917 h 1023086"/>
              <a:gd name="connsiteX20" fmla="*/ 4748678 w 4904925"/>
              <a:gd name="connsiteY20" fmla="*/ 776140 h 1023086"/>
              <a:gd name="connsiteX21" fmla="*/ 4638255 w 4904925"/>
              <a:gd name="connsiteY21" fmla="*/ 797732 h 1023086"/>
              <a:gd name="connsiteX22" fmla="*/ 4424470 w 4904925"/>
              <a:gd name="connsiteY22" fmla="*/ 712971 h 1023086"/>
              <a:gd name="connsiteX23" fmla="*/ 4158128 w 4904925"/>
              <a:gd name="connsiteY23" fmla="*/ 398416 h 1023086"/>
              <a:gd name="connsiteX24" fmla="*/ 3920705 w 4904925"/>
              <a:gd name="connsiteY24" fmla="*/ 277185 h 1023086"/>
              <a:gd name="connsiteX25" fmla="*/ 3596855 w 4904925"/>
              <a:gd name="connsiteY25" fmla="*/ 257800 h 1023086"/>
              <a:gd name="connsiteX26" fmla="*/ 3414821 w 4904925"/>
              <a:gd name="connsiteY26" fmla="*/ 334000 h 1023086"/>
              <a:gd name="connsiteX27" fmla="*/ 3296288 w 4904925"/>
              <a:gd name="connsiteY27" fmla="*/ 452532 h 1023086"/>
              <a:gd name="connsiteX28" fmla="*/ 3084621 w 4904925"/>
              <a:gd name="connsiteY28" fmla="*/ 833532 h 1023086"/>
              <a:gd name="connsiteX29" fmla="*/ 2906821 w 4904925"/>
              <a:gd name="connsiteY29" fmla="*/ 985933 h 1023086"/>
              <a:gd name="connsiteX30" fmla="*/ 2542755 w 4904925"/>
              <a:gd name="connsiteY30" fmla="*/ 1019799 h 1023086"/>
              <a:gd name="connsiteX31" fmla="*/ 1856955 w 4904925"/>
              <a:gd name="connsiteY31" fmla="*/ 926666 h 1023086"/>
              <a:gd name="connsiteX32" fmla="*/ 1188088 w 4904925"/>
              <a:gd name="connsiteY32" fmla="*/ 715000 h 1023086"/>
              <a:gd name="connsiteX33" fmla="*/ 891755 w 4904925"/>
              <a:gd name="connsiteY33" fmla="*/ 444066 h 1023086"/>
              <a:gd name="connsiteX34" fmla="*/ 705488 w 4904925"/>
              <a:gd name="connsiteY34" fmla="*/ 317066 h 1023086"/>
              <a:gd name="connsiteX35" fmla="*/ 502288 w 4904925"/>
              <a:gd name="connsiteY35" fmla="*/ 266266 h 1023086"/>
              <a:gd name="connsiteX36" fmla="*/ 146687 w 4904925"/>
              <a:gd name="connsiteY36" fmla="*/ 223933 h 1023086"/>
              <a:gd name="connsiteX37" fmla="*/ 19688 w 4904925"/>
              <a:gd name="connsiteY37" fmla="*/ 223933 h 1023086"/>
              <a:gd name="connsiteX38" fmla="*/ 87421 w 4904925"/>
              <a:gd name="connsiteY38" fmla="*/ 130799 h 1023086"/>
              <a:gd name="connsiteX0" fmla="*/ 87421 w 4907942"/>
              <a:gd name="connsiteY0" fmla="*/ 130388 h 1022675"/>
              <a:gd name="connsiteX1" fmla="*/ 815555 w 4907942"/>
              <a:gd name="connsiteY1" fmla="*/ 274322 h 1022675"/>
              <a:gd name="connsiteX2" fmla="*/ 1416688 w 4907942"/>
              <a:gd name="connsiteY2" fmla="*/ 714588 h 1022675"/>
              <a:gd name="connsiteX3" fmla="*/ 2813688 w 4907942"/>
              <a:gd name="connsiteY3" fmla="*/ 909322 h 1022675"/>
              <a:gd name="connsiteX4" fmla="*/ 3313221 w 4907942"/>
              <a:gd name="connsiteY4" fmla="*/ 274322 h 1022675"/>
              <a:gd name="connsiteX5" fmla="*/ 3878372 w 4907942"/>
              <a:gd name="connsiteY5" fmla="*/ 172768 h 1022675"/>
              <a:gd name="connsiteX6" fmla="*/ 4308055 w 4907942"/>
              <a:gd name="connsiteY6" fmla="*/ 428302 h 1022675"/>
              <a:gd name="connsiteX7" fmla="*/ 4469277 w 4907942"/>
              <a:gd name="connsiteY7" fmla="*/ 623187 h 1022675"/>
              <a:gd name="connsiteX8" fmla="*/ 4621677 w 4907942"/>
              <a:gd name="connsiteY8" fmla="*/ 703089 h 1022675"/>
              <a:gd name="connsiteX9" fmla="*/ 4735977 w 4907942"/>
              <a:gd name="connsiteY9" fmla="*/ 674034 h 1022675"/>
              <a:gd name="connsiteX10" fmla="*/ 4746205 w 4907942"/>
              <a:gd name="connsiteY10" fmla="*/ 529995 h 1022675"/>
              <a:gd name="connsiteX11" fmla="*/ 4735978 w 4907942"/>
              <a:gd name="connsiteY11" fmla="*/ 390745 h 1022675"/>
              <a:gd name="connsiteX12" fmla="*/ 4666129 w 4907942"/>
              <a:gd name="connsiteY12" fmla="*/ 303578 h 1022675"/>
              <a:gd name="connsiteX13" fmla="*/ 4621679 w 4907942"/>
              <a:gd name="connsiteY13" fmla="*/ 194620 h 1022675"/>
              <a:gd name="connsiteX14" fmla="*/ 4602629 w 4907942"/>
              <a:gd name="connsiteY14" fmla="*/ 27550 h 1022675"/>
              <a:gd name="connsiteX15" fmla="*/ 4748678 w 4907942"/>
              <a:gd name="connsiteY15" fmla="*/ 13025 h 1022675"/>
              <a:gd name="connsiteX16" fmla="*/ 4900721 w 4907942"/>
              <a:gd name="connsiteY16" fmla="*/ 26287 h 1022675"/>
              <a:gd name="connsiteX17" fmla="*/ 4882029 w 4907942"/>
              <a:gd name="connsiteY17" fmla="*/ 252730 h 1022675"/>
              <a:gd name="connsiteX18" fmla="*/ 4818529 w 4907942"/>
              <a:gd name="connsiteY18" fmla="*/ 383479 h 1022675"/>
              <a:gd name="connsiteX19" fmla="*/ 4824878 w 4907942"/>
              <a:gd name="connsiteY19" fmla="*/ 659506 h 1022675"/>
              <a:gd name="connsiteX20" fmla="*/ 4748678 w 4907942"/>
              <a:gd name="connsiteY20" fmla="*/ 775729 h 1022675"/>
              <a:gd name="connsiteX21" fmla="*/ 4638255 w 4907942"/>
              <a:gd name="connsiteY21" fmla="*/ 797321 h 1022675"/>
              <a:gd name="connsiteX22" fmla="*/ 4424470 w 4907942"/>
              <a:gd name="connsiteY22" fmla="*/ 712560 h 1022675"/>
              <a:gd name="connsiteX23" fmla="*/ 4158128 w 4907942"/>
              <a:gd name="connsiteY23" fmla="*/ 398005 h 1022675"/>
              <a:gd name="connsiteX24" fmla="*/ 3920705 w 4907942"/>
              <a:gd name="connsiteY24" fmla="*/ 276774 h 1022675"/>
              <a:gd name="connsiteX25" fmla="*/ 3596855 w 4907942"/>
              <a:gd name="connsiteY25" fmla="*/ 257389 h 1022675"/>
              <a:gd name="connsiteX26" fmla="*/ 3414821 w 4907942"/>
              <a:gd name="connsiteY26" fmla="*/ 333589 h 1022675"/>
              <a:gd name="connsiteX27" fmla="*/ 3296288 w 4907942"/>
              <a:gd name="connsiteY27" fmla="*/ 452121 h 1022675"/>
              <a:gd name="connsiteX28" fmla="*/ 3084621 w 4907942"/>
              <a:gd name="connsiteY28" fmla="*/ 833121 h 1022675"/>
              <a:gd name="connsiteX29" fmla="*/ 2906821 w 4907942"/>
              <a:gd name="connsiteY29" fmla="*/ 985522 h 1022675"/>
              <a:gd name="connsiteX30" fmla="*/ 2542755 w 4907942"/>
              <a:gd name="connsiteY30" fmla="*/ 1019388 h 1022675"/>
              <a:gd name="connsiteX31" fmla="*/ 1856955 w 4907942"/>
              <a:gd name="connsiteY31" fmla="*/ 926255 h 1022675"/>
              <a:gd name="connsiteX32" fmla="*/ 1188088 w 4907942"/>
              <a:gd name="connsiteY32" fmla="*/ 714589 h 1022675"/>
              <a:gd name="connsiteX33" fmla="*/ 891755 w 4907942"/>
              <a:gd name="connsiteY33" fmla="*/ 443655 h 1022675"/>
              <a:gd name="connsiteX34" fmla="*/ 705488 w 4907942"/>
              <a:gd name="connsiteY34" fmla="*/ 316655 h 1022675"/>
              <a:gd name="connsiteX35" fmla="*/ 502288 w 4907942"/>
              <a:gd name="connsiteY35" fmla="*/ 265855 h 1022675"/>
              <a:gd name="connsiteX36" fmla="*/ 146687 w 4907942"/>
              <a:gd name="connsiteY36" fmla="*/ 223522 h 1022675"/>
              <a:gd name="connsiteX37" fmla="*/ 19688 w 4907942"/>
              <a:gd name="connsiteY37" fmla="*/ 223522 h 1022675"/>
              <a:gd name="connsiteX38" fmla="*/ 87421 w 4907942"/>
              <a:gd name="connsiteY38" fmla="*/ 130388 h 1022675"/>
              <a:gd name="connsiteX0" fmla="*/ 87421 w 4907942"/>
              <a:gd name="connsiteY0" fmla="*/ 130388 h 1022675"/>
              <a:gd name="connsiteX1" fmla="*/ 815555 w 4907942"/>
              <a:gd name="connsiteY1" fmla="*/ 274322 h 1022675"/>
              <a:gd name="connsiteX2" fmla="*/ 1416688 w 4907942"/>
              <a:gd name="connsiteY2" fmla="*/ 714588 h 1022675"/>
              <a:gd name="connsiteX3" fmla="*/ 2813688 w 4907942"/>
              <a:gd name="connsiteY3" fmla="*/ 909322 h 1022675"/>
              <a:gd name="connsiteX4" fmla="*/ 3313221 w 4907942"/>
              <a:gd name="connsiteY4" fmla="*/ 274322 h 1022675"/>
              <a:gd name="connsiteX5" fmla="*/ 3878372 w 4907942"/>
              <a:gd name="connsiteY5" fmla="*/ 172768 h 1022675"/>
              <a:gd name="connsiteX6" fmla="*/ 4308055 w 4907942"/>
              <a:gd name="connsiteY6" fmla="*/ 428302 h 1022675"/>
              <a:gd name="connsiteX7" fmla="*/ 4469277 w 4907942"/>
              <a:gd name="connsiteY7" fmla="*/ 623187 h 1022675"/>
              <a:gd name="connsiteX8" fmla="*/ 4621677 w 4907942"/>
              <a:gd name="connsiteY8" fmla="*/ 703089 h 1022675"/>
              <a:gd name="connsiteX9" fmla="*/ 4735977 w 4907942"/>
              <a:gd name="connsiteY9" fmla="*/ 674034 h 1022675"/>
              <a:gd name="connsiteX10" fmla="*/ 4746205 w 4907942"/>
              <a:gd name="connsiteY10" fmla="*/ 529995 h 1022675"/>
              <a:gd name="connsiteX11" fmla="*/ 4735978 w 4907942"/>
              <a:gd name="connsiteY11" fmla="*/ 390745 h 1022675"/>
              <a:gd name="connsiteX12" fmla="*/ 4666129 w 4907942"/>
              <a:gd name="connsiteY12" fmla="*/ 303578 h 1022675"/>
              <a:gd name="connsiteX13" fmla="*/ 4621679 w 4907942"/>
              <a:gd name="connsiteY13" fmla="*/ 194620 h 1022675"/>
              <a:gd name="connsiteX14" fmla="*/ 4602629 w 4907942"/>
              <a:gd name="connsiteY14" fmla="*/ 27550 h 1022675"/>
              <a:gd name="connsiteX15" fmla="*/ 4748678 w 4907942"/>
              <a:gd name="connsiteY15" fmla="*/ 13025 h 1022675"/>
              <a:gd name="connsiteX16" fmla="*/ 4900721 w 4907942"/>
              <a:gd name="connsiteY16" fmla="*/ 26287 h 1022675"/>
              <a:gd name="connsiteX17" fmla="*/ 4882029 w 4907942"/>
              <a:gd name="connsiteY17" fmla="*/ 252730 h 1022675"/>
              <a:gd name="connsiteX18" fmla="*/ 4818529 w 4907942"/>
              <a:gd name="connsiteY18" fmla="*/ 383480 h 1022675"/>
              <a:gd name="connsiteX19" fmla="*/ 4824878 w 4907942"/>
              <a:gd name="connsiteY19" fmla="*/ 659506 h 1022675"/>
              <a:gd name="connsiteX20" fmla="*/ 4748678 w 4907942"/>
              <a:gd name="connsiteY20" fmla="*/ 775729 h 1022675"/>
              <a:gd name="connsiteX21" fmla="*/ 4638255 w 4907942"/>
              <a:gd name="connsiteY21" fmla="*/ 797321 h 1022675"/>
              <a:gd name="connsiteX22" fmla="*/ 4424470 w 4907942"/>
              <a:gd name="connsiteY22" fmla="*/ 712560 h 1022675"/>
              <a:gd name="connsiteX23" fmla="*/ 4158128 w 4907942"/>
              <a:gd name="connsiteY23" fmla="*/ 398005 h 1022675"/>
              <a:gd name="connsiteX24" fmla="*/ 3920705 w 4907942"/>
              <a:gd name="connsiteY24" fmla="*/ 276774 h 1022675"/>
              <a:gd name="connsiteX25" fmla="*/ 3596855 w 4907942"/>
              <a:gd name="connsiteY25" fmla="*/ 257389 h 1022675"/>
              <a:gd name="connsiteX26" fmla="*/ 3414821 w 4907942"/>
              <a:gd name="connsiteY26" fmla="*/ 333589 h 1022675"/>
              <a:gd name="connsiteX27" fmla="*/ 3296288 w 4907942"/>
              <a:gd name="connsiteY27" fmla="*/ 452121 h 1022675"/>
              <a:gd name="connsiteX28" fmla="*/ 3084621 w 4907942"/>
              <a:gd name="connsiteY28" fmla="*/ 833121 h 1022675"/>
              <a:gd name="connsiteX29" fmla="*/ 2906821 w 4907942"/>
              <a:gd name="connsiteY29" fmla="*/ 985522 h 1022675"/>
              <a:gd name="connsiteX30" fmla="*/ 2542755 w 4907942"/>
              <a:gd name="connsiteY30" fmla="*/ 1019388 h 1022675"/>
              <a:gd name="connsiteX31" fmla="*/ 1856955 w 4907942"/>
              <a:gd name="connsiteY31" fmla="*/ 926255 h 1022675"/>
              <a:gd name="connsiteX32" fmla="*/ 1188088 w 4907942"/>
              <a:gd name="connsiteY32" fmla="*/ 714589 h 1022675"/>
              <a:gd name="connsiteX33" fmla="*/ 891755 w 4907942"/>
              <a:gd name="connsiteY33" fmla="*/ 443655 h 1022675"/>
              <a:gd name="connsiteX34" fmla="*/ 705488 w 4907942"/>
              <a:gd name="connsiteY34" fmla="*/ 316655 h 1022675"/>
              <a:gd name="connsiteX35" fmla="*/ 502288 w 4907942"/>
              <a:gd name="connsiteY35" fmla="*/ 265855 h 1022675"/>
              <a:gd name="connsiteX36" fmla="*/ 146687 w 4907942"/>
              <a:gd name="connsiteY36" fmla="*/ 223522 h 1022675"/>
              <a:gd name="connsiteX37" fmla="*/ 19688 w 4907942"/>
              <a:gd name="connsiteY37" fmla="*/ 223522 h 1022675"/>
              <a:gd name="connsiteX38" fmla="*/ 87421 w 4907942"/>
              <a:gd name="connsiteY38" fmla="*/ 130388 h 1022675"/>
              <a:gd name="connsiteX0" fmla="*/ 87421 w 4907942"/>
              <a:gd name="connsiteY0" fmla="*/ 130388 h 1022675"/>
              <a:gd name="connsiteX1" fmla="*/ 815555 w 4907942"/>
              <a:gd name="connsiteY1" fmla="*/ 274322 h 1022675"/>
              <a:gd name="connsiteX2" fmla="*/ 1416688 w 4907942"/>
              <a:gd name="connsiteY2" fmla="*/ 714588 h 1022675"/>
              <a:gd name="connsiteX3" fmla="*/ 2813688 w 4907942"/>
              <a:gd name="connsiteY3" fmla="*/ 909322 h 1022675"/>
              <a:gd name="connsiteX4" fmla="*/ 3313221 w 4907942"/>
              <a:gd name="connsiteY4" fmla="*/ 274322 h 1022675"/>
              <a:gd name="connsiteX5" fmla="*/ 3878372 w 4907942"/>
              <a:gd name="connsiteY5" fmla="*/ 172768 h 1022675"/>
              <a:gd name="connsiteX6" fmla="*/ 4308055 w 4907942"/>
              <a:gd name="connsiteY6" fmla="*/ 428302 h 1022675"/>
              <a:gd name="connsiteX7" fmla="*/ 4469277 w 4907942"/>
              <a:gd name="connsiteY7" fmla="*/ 623187 h 1022675"/>
              <a:gd name="connsiteX8" fmla="*/ 4621677 w 4907942"/>
              <a:gd name="connsiteY8" fmla="*/ 703089 h 1022675"/>
              <a:gd name="connsiteX9" fmla="*/ 4735977 w 4907942"/>
              <a:gd name="connsiteY9" fmla="*/ 674034 h 1022675"/>
              <a:gd name="connsiteX10" fmla="*/ 4746205 w 4907942"/>
              <a:gd name="connsiteY10" fmla="*/ 529995 h 1022675"/>
              <a:gd name="connsiteX11" fmla="*/ 4735978 w 4907942"/>
              <a:gd name="connsiteY11" fmla="*/ 390745 h 1022675"/>
              <a:gd name="connsiteX12" fmla="*/ 4666129 w 4907942"/>
              <a:gd name="connsiteY12" fmla="*/ 303578 h 1022675"/>
              <a:gd name="connsiteX13" fmla="*/ 4621679 w 4907942"/>
              <a:gd name="connsiteY13" fmla="*/ 194620 h 1022675"/>
              <a:gd name="connsiteX14" fmla="*/ 4602629 w 4907942"/>
              <a:gd name="connsiteY14" fmla="*/ 27550 h 1022675"/>
              <a:gd name="connsiteX15" fmla="*/ 4748678 w 4907942"/>
              <a:gd name="connsiteY15" fmla="*/ 13025 h 1022675"/>
              <a:gd name="connsiteX16" fmla="*/ 4900721 w 4907942"/>
              <a:gd name="connsiteY16" fmla="*/ 26287 h 1022675"/>
              <a:gd name="connsiteX17" fmla="*/ 4882029 w 4907942"/>
              <a:gd name="connsiteY17" fmla="*/ 252730 h 1022675"/>
              <a:gd name="connsiteX18" fmla="*/ 4837579 w 4907942"/>
              <a:gd name="connsiteY18" fmla="*/ 405271 h 1022675"/>
              <a:gd name="connsiteX19" fmla="*/ 4824878 w 4907942"/>
              <a:gd name="connsiteY19" fmla="*/ 659506 h 1022675"/>
              <a:gd name="connsiteX20" fmla="*/ 4748678 w 4907942"/>
              <a:gd name="connsiteY20" fmla="*/ 775729 h 1022675"/>
              <a:gd name="connsiteX21" fmla="*/ 4638255 w 4907942"/>
              <a:gd name="connsiteY21" fmla="*/ 797321 h 1022675"/>
              <a:gd name="connsiteX22" fmla="*/ 4424470 w 4907942"/>
              <a:gd name="connsiteY22" fmla="*/ 712560 h 1022675"/>
              <a:gd name="connsiteX23" fmla="*/ 4158128 w 4907942"/>
              <a:gd name="connsiteY23" fmla="*/ 398005 h 1022675"/>
              <a:gd name="connsiteX24" fmla="*/ 3920705 w 4907942"/>
              <a:gd name="connsiteY24" fmla="*/ 276774 h 1022675"/>
              <a:gd name="connsiteX25" fmla="*/ 3596855 w 4907942"/>
              <a:gd name="connsiteY25" fmla="*/ 257389 h 1022675"/>
              <a:gd name="connsiteX26" fmla="*/ 3414821 w 4907942"/>
              <a:gd name="connsiteY26" fmla="*/ 333589 h 1022675"/>
              <a:gd name="connsiteX27" fmla="*/ 3296288 w 4907942"/>
              <a:gd name="connsiteY27" fmla="*/ 452121 h 1022675"/>
              <a:gd name="connsiteX28" fmla="*/ 3084621 w 4907942"/>
              <a:gd name="connsiteY28" fmla="*/ 833121 h 1022675"/>
              <a:gd name="connsiteX29" fmla="*/ 2906821 w 4907942"/>
              <a:gd name="connsiteY29" fmla="*/ 985522 h 1022675"/>
              <a:gd name="connsiteX30" fmla="*/ 2542755 w 4907942"/>
              <a:gd name="connsiteY30" fmla="*/ 1019388 h 1022675"/>
              <a:gd name="connsiteX31" fmla="*/ 1856955 w 4907942"/>
              <a:gd name="connsiteY31" fmla="*/ 926255 h 1022675"/>
              <a:gd name="connsiteX32" fmla="*/ 1188088 w 4907942"/>
              <a:gd name="connsiteY32" fmla="*/ 714589 h 1022675"/>
              <a:gd name="connsiteX33" fmla="*/ 891755 w 4907942"/>
              <a:gd name="connsiteY33" fmla="*/ 443655 h 1022675"/>
              <a:gd name="connsiteX34" fmla="*/ 705488 w 4907942"/>
              <a:gd name="connsiteY34" fmla="*/ 316655 h 1022675"/>
              <a:gd name="connsiteX35" fmla="*/ 502288 w 4907942"/>
              <a:gd name="connsiteY35" fmla="*/ 265855 h 1022675"/>
              <a:gd name="connsiteX36" fmla="*/ 146687 w 4907942"/>
              <a:gd name="connsiteY36" fmla="*/ 223522 h 1022675"/>
              <a:gd name="connsiteX37" fmla="*/ 19688 w 4907942"/>
              <a:gd name="connsiteY37" fmla="*/ 223522 h 1022675"/>
              <a:gd name="connsiteX38" fmla="*/ 87421 w 4907942"/>
              <a:gd name="connsiteY38" fmla="*/ 130388 h 1022675"/>
              <a:gd name="connsiteX0" fmla="*/ 87421 w 4907942"/>
              <a:gd name="connsiteY0" fmla="*/ 130388 h 1022675"/>
              <a:gd name="connsiteX1" fmla="*/ 815555 w 4907942"/>
              <a:gd name="connsiteY1" fmla="*/ 274322 h 1022675"/>
              <a:gd name="connsiteX2" fmla="*/ 1416688 w 4907942"/>
              <a:gd name="connsiteY2" fmla="*/ 714588 h 1022675"/>
              <a:gd name="connsiteX3" fmla="*/ 2813688 w 4907942"/>
              <a:gd name="connsiteY3" fmla="*/ 909322 h 1022675"/>
              <a:gd name="connsiteX4" fmla="*/ 3313221 w 4907942"/>
              <a:gd name="connsiteY4" fmla="*/ 274322 h 1022675"/>
              <a:gd name="connsiteX5" fmla="*/ 3878372 w 4907942"/>
              <a:gd name="connsiteY5" fmla="*/ 172768 h 1022675"/>
              <a:gd name="connsiteX6" fmla="*/ 4308055 w 4907942"/>
              <a:gd name="connsiteY6" fmla="*/ 428302 h 1022675"/>
              <a:gd name="connsiteX7" fmla="*/ 4469277 w 4907942"/>
              <a:gd name="connsiteY7" fmla="*/ 623187 h 1022675"/>
              <a:gd name="connsiteX8" fmla="*/ 4621677 w 4907942"/>
              <a:gd name="connsiteY8" fmla="*/ 703089 h 1022675"/>
              <a:gd name="connsiteX9" fmla="*/ 4735977 w 4907942"/>
              <a:gd name="connsiteY9" fmla="*/ 674034 h 1022675"/>
              <a:gd name="connsiteX10" fmla="*/ 4765255 w 4907942"/>
              <a:gd name="connsiteY10" fmla="*/ 529995 h 1022675"/>
              <a:gd name="connsiteX11" fmla="*/ 4735978 w 4907942"/>
              <a:gd name="connsiteY11" fmla="*/ 390745 h 1022675"/>
              <a:gd name="connsiteX12" fmla="*/ 4666129 w 4907942"/>
              <a:gd name="connsiteY12" fmla="*/ 303578 h 1022675"/>
              <a:gd name="connsiteX13" fmla="*/ 4621679 w 4907942"/>
              <a:gd name="connsiteY13" fmla="*/ 194620 h 1022675"/>
              <a:gd name="connsiteX14" fmla="*/ 4602629 w 4907942"/>
              <a:gd name="connsiteY14" fmla="*/ 27550 h 1022675"/>
              <a:gd name="connsiteX15" fmla="*/ 4748678 w 4907942"/>
              <a:gd name="connsiteY15" fmla="*/ 13025 h 1022675"/>
              <a:gd name="connsiteX16" fmla="*/ 4900721 w 4907942"/>
              <a:gd name="connsiteY16" fmla="*/ 26287 h 1022675"/>
              <a:gd name="connsiteX17" fmla="*/ 4882029 w 4907942"/>
              <a:gd name="connsiteY17" fmla="*/ 252730 h 1022675"/>
              <a:gd name="connsiteX18" fmla="*/ 4837579 w 4907942"/>
              <a:gd name="connsiteY18" fmla="*/ 405271 h 1022675"/>
              <a:gd name="connsiteX19" fmla="*/ 4824878 w 4907942"/>
              <a:gd name="connsiteY19" fmla="*/ 659506 h 1022675"/>
              <a:gd name="connsiteX20" fmla="*/ 4748678 w 4907942"/>
              <a:gd name="connsiteY20" fmla="*/ 775729 h 1022675"/>
              <a:gd name="connsiteX21" fmla="*/ 4638255 w 4907942"/>
              <a:gd name="connsiteY21" fmla="*/ 797321 h 1022675"/>
              <a:gd name="connsiteX22" fmla="*/ 4424470 w 4907942"/>
              <a:gd name="connsiteY22" fmla="*/ 712560 h 1022675"/>
              <a:gd name="connsiteX23" fmla="*/ 4158128 w 4907942"/>
              <a:gd name="connsiteY23" fmla="*/ 398005 h 1022675"/>
              <a:gd name="connsiteX24" fmla="*/ 3920705 w 4907942"/>
              <a:gd name="connsiteY24" fmla="*/ 276774 h 1022675"/>
              <a:gd name="connsiteX25" fmla="*/ 3596855 w 4907942"/>
              <a:gd name="connsiteY25" fmla="*/ 257389 h 1022675"/>
              <a:gd name="connsiteX26" fmla="*/ 3414821 w 4907942"/>
              <a:gd name="connsiteY26" fmla="*/ 333589 h 1022675"/>
              <a:gd name="connsiteX27" fmla="*/ 3296288 w 4907942"/>
              <a:gd name="connsiteY27" fmla="*/ 452121 h 1022675"/>
              <a:gd name="connsiteX28" fmla="*/ 3084621 w 4907942"/>
              <a:gd name="connsiteY28" fmla="*/ 833121 h 1022675"/>
              <a:gd name="connsiteX29" fmla="*/ 2906821 w 4907942"/>
              <a:gd name="connsiteY29" fmla="*/ 985522 h 1022675"/>
              <a:gd name="connsiteX30" fmla="*/ 2542755 w 4907942"/>
              <a:gd name="connsiteY30" fmla="*/ 1019388 h 1022675"/>
              <a:gd name="connsiteX31" fmla="*/ 1856955 w 4907942"/>
              <a:gd name="connsiteY31" fmla="*/ 926255 h 1022675"/>
              <a:gd name="connsiteX32" fmla="*/ 1188088 w 4907942"/>
              <a:gd name="connsiteY32" fmla="*/ 714589 h 1022675"/>
              <a:gd name="connsiteX33" fmla="*/ 891755 w 4907942"/>
              <a:gd name="connsiteY33" fmla="*/ 443655 h 1022675"/>
              <a:gd name="connsiteX34" fmla="*/ 705488 w 4907942"/>
              <a:gd name="connsiteY34" fmla="*/ 316655 h 1022675"/>
              <a:gd name="connsiteX35" fmla="*/ 502288 w 4907942"/>
              <a:gd name="connsiteY35" fmla="*/ 265855 h 1022675"/>
              <a:gd name="connsiteX36" fmla="*/ 146687 w 4907942"/>
              <a:gd name="connsiteY36" fmla="*/ 223522 h 1022675"/>
              <a:gd name="connsiteX37" fmla="*/ 19688 w 4907942"/>
              <a:gd name="connsiteY37" fmla="*/ 223522 h 1022675"/>
              <a:gd name="connsiteX38" fmla="*/ 87421 w 4907942"/>
              <a:gd name="connsiteY38" fmla="*/ 130388 h 1022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4907942" h="1022675">
                <a:moveTo>
                  <a:pt x="87421" y="130388"/>
                </a:moveTo>
                <a:cubicBezTo>
                  <a:pt x="220065" y="138855"/>
                  <a:pt x="594011" y="176955"/>
                  <a:pt x="815555" y="274322"/>
                </a:cubicBezTo>
                <a:cubicBezTo>
                  <a:pt x="1037099" y="371689"/>
                  <a:pt x="1083666" y="608755"/>
                  <a:pt x="1416688" y="714588"/>
                </a:cubicBezTo>
                <a:cubicBezTo>
                  <a:pt x="1749710" y="820421"/>
                  <a:pt x="2497599" y="982700"/>
                  <a:pt x="2813688" y="909322"/>
                </a:cubicBezTo>
                <a:cubicBezTo>
                  <a:pt x="3129777" y="835944"/>
                  <a:pt x="3135774" y="397081"/>
                  <a:pt x="3313221" y="274322"/>
                </a:cubicBezTo>
                <a:cubicBezTo>
                  <a:pt x="3490668" y="151563"/>
                  <a:pt x="3712566" y="147105"/>
                  <a:pt x="3878372" y="172768"/>
                </a:cubicBezTo>
                <a:cubicBezTo>
                  <a:pt x="4044178" y="198431"/>
                  <a:pt x="4209571" y="309649"/>
                  <a:pt x="4308055" y="428302"/>
                </a:cubicBezTo>
                <a:cubicBezTo>
                  <a:pt x="4406539" y="546955"/>
                  <a:pt x="4426532" y="585864"/>
                  <a:pt x="4469277" y="623187"/>
                </a:cubicBezTo>
                <a:cubicBezTo>
                  <a:pt x="4512022" y="660510"/>
                  <a:pt x="4571935" y="692193"/>
                  <a:pt x="4621677" y="703089"/>
                </a:cubicBezTo>
                <a:cubicBezTo>
                  <a:pt x="4671419" y="713985"/>
                  <a:pt x="4701464" y="693198"/>
                  <a:pt x="4735977" y="674034"/>
                </a:cubicBezTo>
                <a:cubicBezTo>
                  <a:pt x="4770490" y="654870"/>
                  <a:pt x="4765255" y="577210"/>
                  <a:pt x="4765255" y="529995"/>
                </a:cubicBezTo>
                <a:cubicBezTo>
                  <a:pt x="4765255" y="482780"/>
                  <a:pt x="4754616" y="426060"/>
                  <a:pt x="4735978" y="390745"/>
                </a:cubicBezTo>
                <a:cubicBezTo>
                  <a:pt x="4717340" y="355430"/>
                  <a:pt x="4689412" y="339897"/>
                  <a:pt x="4666129" y="303578"/>
                </a:cubicBezTo>
                <a:cubicBezTo>
                  <a:pt x="4642846" y="267259"/>
                  <a:pt x="4626971" y="239414"/>
                  <a:pt x="4621679" y="194620"/>
                </a:cubicBezTo>
                <a:cubicBezTo>
                  <a:pt x="4616387" y="149826"/>
                  <a:pt x="4577229" y="54184"/>
                  <a:pt x="4602629" y="27550"/>
                </a:cubicBezTo>
                <a:cubicBezTo>
                  <a:pt x="4621679" y="-24507"/>
                  <a:pt x="4698996" y="13235"/>
                  <a:pt x="4748678" y="13025"/>
                </a:cubicBezTo>
                <a:cubicBezTo>
                  <a:pt x="4798360" y="12814"/>
                  <a:pt x="4878496" y="-13664"/>
                  <a:pt x="4900721" y="26287"/>
                </a:cubicBezTo>
                <a:cubicBezTo>
                  <a:pt x="4922946" y="66238"/>
                  <a:pt x="4887261" y="204094"/>
                  <a:pt x="4882029" y="252730"/>
                </a:cubicBezTo>
                <a:cubicBezTo>
                  <a:pt x="4876797" y="301366"/>
                  <a:pt x="4825938" y="367741"/>
                  <a:pt x="4837579" y="405271"/>
                </a:cubicBezTo>
                <a:cubicBezTo>
                  <a:pt x="4849220" y="442801"/>
                  <a:pt x="4839695" y="597763"/>
                  <a:pt x="4824878" y="659506"/>
                </a:cubicBezTo>
                <a:cubicBezTo>
                  <a:pt x="4810061" y="721249"/>
                  <a:pt x="4779782" y="752760"/>
                  <a:pt x="4748678" y="775729"/>
                </a:cubicBezTo>
                <a:cubicBezTo>
                  <a:pt x="4717574" y="798698"/>
                  <a:pt x="4692290" y="807849"/>
                  <a:pt x="4638255" y="797321"/>
                </a:cubicBezTo>
                <a:cubicBezTo>
                  <a:pt x="4584220" y="786793"/>
                  <a:pt x="4504491" y="779113"/>
                  <a:pt x="4424470" y="712560"/>
                </a:cubicBezTo>
                <a:cubicBezTo>
                  <a:pt x="4344449" y="646007"/>
                  <a:pt x="4267489" y="462162"/>
                  <a:pt x="4158128" y="398005"/>
                </a:cubicBezTo>
                <a:cubicBezTo>
                  <a:pt x="4086867" y="348376"/>
                  <a:pt x="4014251" y="300210"/>
                  <a:pt x="3920705" y="276774"/>
                </a:cubicBezTo>
                <a:cubicBezTo>
                  <a:pt x="3827160" y="253338"/>
                  <a:pt x="3663177" y="241867"/>
                  <a:pt x="3596855" y="257389"/>
                </a:cubicBezTo>
                <a:cubicBezTo>
                  <a:pt x="3530533" y="272911"/>
                  <a:pt x="3464915" y="301134"/>
                  <a:pt x="3414821" y="333589"/>
                </a:cubicBezTo>
                <a:cubicBezTo>
                  <a:pt x="3364727" y="366044"/>
                  <a:pt x="3351321" y="368866"/>
                  <a:pt x="3296288" y="452121"/>
                </a:cubicBezTo>
                <a:cubicBezTo>
                  <a:pt x="3241255" y="535376"/>
                  <a:pt x="3149532" y="744221"/>
                  <a:pt x="3084621" y="833121"/>
                </a:cubicBezTo>
                <a:cubicBezTo>
                  <a:pt x="3019710" y="922021"/>
                  <a:pt x="2997132" y="954477"/>
                  <a:pt x="2906821" y="985522"/>
                </a:cubicBezTo>
                <a:cubicBezTo>
                  <a:pt x="2816510" y="1016567"/>
                  <a:pt x="2717733" y="1029266"/>
                  <a:pt x="2542755" y="1019388"/>
                </a:cubicBezTo>
                <a:cubicBezTo>
                  <a:pt x="2367777" y="1009510"/>
                  <a:pt x="2082733" y="977055"/>
                  <a:pt x="1856955" y="926255"/>
                </a:cubicBezTo>
                <a:cubicBezTo>
                  <a:pt x="1631177" y="875455"/>
                  <a:pt x="1348955" y="795022"/>
                  <a:pt x="1188088" y="714589"/>
                </a:cubicBezTo>
                <a:cubicBezTo>
                  <a:pt x="1027221" y="634156"/>
                  <a:pt x="972188" y="509977"/>
                  <a:pt x="891755" y="443655"/>
                </a:cubicBezTo>
                <a:cubicBezTo>
                  <a:pt x="811322" y="377333"/>
                  <a:pt x="770399" y="346288"/>
                  <a:pt x="705488" y="316655"/>
                </a:cubicBezTo>
                <a:cubicBezTo>
                  <a:pt x="640577" y="287022"/>
                  <a:pt x="595421" y="281377"/>
                  <a:pt x="502288" y="265855"/>
                </a:cubicBezTo>
                <a:cubicBezTo>
                  <a:pt x="409155" y="250333"/>
                  <a:pt x="217243" y="229167"/>
                  <a:pt x="146687" y="223522"/>
                </a:cubicBezTo>
                <a:cubicBezTo>
                  <a:pt x="76131" y="217878"/>
                  <a:pt x="29566" y="239044"/>
                  <a:pt x="19688" y="223522"/>
                </a:cubicBezTo>
                <a:cubicBezTo>
                  <a:pt x="9810" y="208000"/>
                  <a:pt x="-45223" y="121921"/>
                  <a:pt x="87421" y="130388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49000"/>
            </a:schemeClr>
          </a:solidFill>
          <a:ln>
            <a:solidFill>
              <a:schemeClr val="bg2">
                <a:lumMod val="50000"/>
                <a:alpha val="6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6C44C79C-0BE1-45D0-9152-00F171CB966B}"/>
              </a:ext>
            </a:extLst>
          </p:cNvPr>
          <p:cNvSpPr/>
          <p:nvPr/>
        </p:nvSpPr>
        <p:spPr>
          <a:xfrm>
            <a:off x="1828964" y="416093"/>
            <a:ext cx="4195008" cy="5119579"/>
          </a:xfrm>
          <a:custGeom>
            <a:avLst/>
            <a:gdLst>
              <a:gd name="connsiteX0" fmla="*/ 779862 w 1855561"/>
              <a:gd name="connsiteY0" fmla="*/ 16409 h 2240676"/>
              <a:gd name="connsiteX1" fmla="*/ 500462 w 1855561"/>
              <a:gd name="connsiteY1" fmla="*/ 151876 h 2240676"/>
              <a:gd name="connsiteX2" fmla="*/ 263395 w 1855561"/>
              <a:gd name="connsiteY2" fmla="*/ 397409 h 2240676"/>
              <a:gd name="connsiteX3" fmla="*/ 144862 w 1855561"/>
              <a:gd name="connsiteY3" fmla="*/ 854609 h 2240676"/>
              <a:gd name="connsiteX4" fmla="*/ 153329 w 1855561"/>
              <a:gd name="connsiteY4" fmla="*/ 1227143 h 2240676"/>
              <a:gd name="connsiteX5" fmla="*/ 153329 w 1855561"/>
              <a:gd name="connsiteY5" fmla="*/ 1311809 h 2240676"/>
              <a:gd name="connsiteX6" fmla="*/ 102529 w 1855561"/>
              <a:gd name="connsiteY6" fmla="*/ 1252543 h 2240676"/>
              <a:gd name="connsiteX7" fmla="*/ 68662 w 1855561"/>
              <a:gd name="connsiteY7" fmla="*/ 1235609 h 2240676"/>
              <a:gd name="connsiteX8" fmla="*/ 929 w 1855561"/>
              <a:gd name="connsiteY8" fmla="*/ 1269476 h 2240676"/>
              <a:gd name="connsiteX9" fmla="*/ 34795 w 1855561"/>
              <a:gd name="connsiteY9" fmla="*/ 1455743 h 2240676"/>
              <a:gd name="connsiteX10" fmla="*/ 110995 w 1855561"/>
              <a:gd name="connsiteY10" fmla="*/ 1557343 h 2240676"/>
              <a:gd name="connsiteX11" fmla="*/ 144862 w 1855561"/>
              <a:gd name="connsiteY11" fmla="*/ 1650476 h 2240676"/>
              <a:gd name="connsiteX12" fmla="*/ 212595 w 1855561"/>
              <a:gd name="connsiteY12" fmla="*/ 1633543 h 2240676"/>
              <a:gd name="connsiteX13" fmla="*/ 221062 w 1855561"/>
              <a:gd name="connsiteY13" fmla="*/ 1574276 h 2240676"/>
              <a:gd name="connsiteX14" fmla="*/ 221062 w 1855561"/>
              <a:gd name="connsiteY14" fmla="*/ 1540409 h 2240676"/>
              <a:gd name="connsiteX15" fmla="*/ 348062 w 1855561"/>
              <a:gd name="connsiteY15" fmla="*/ 1769009 h 2240676"/>
              <a:gd name="connsiteX16" fmla="*/ 534329 w 1855561"/>
              <a:gd name="connsiteY16" fmla="*/ 1997609 h 2240676"/>
              <a:gd name="connsiteX17" fmla="*/ 1008462 w 1855561"/>
              <a:gd name="connsiteY17" fmla="*/ 2209276 h 2240676"/>
              <a:gd name="connsiteX18" fmla="*/ 1203195 w 1855561"/>
              <a:gd name="connsiteY18" fmla="*/ 2209276 h 2240676"/>
              <a:gd name="connsiteX19" fmla="*/ 1575729 w 1855561"/>
              <a:gd name="connsiteY19" fmla="*/ 1921409 h 2240676"/>
              <a:gd name="connsiteX20" fmla="*/ 1685795 w 1855561"/>
              <a:gd name="connsiteY20" fmla="*/ 1531943 h 2240676"/>
              <a:gd name="connsiteX21" fmla="*/ 1677329 w 1855561"/>
              <a:gd name="connsiteY21" fmla="*/ 1464209 h 2240676"/>
              <a:gd name="connsiteX22" fmla="*/ 1736595 w 1855561"/>
              <a:gd name="connsiteY22" fmla="*/ 1557343 h 2240676"/>
              <a:gd name="connsiteX23" fmla="*/ 1787395 w 1855561"/>
              <a:gd name="connsiteY23" fmla="*/ 1531943 h 2240676"/>
              <a:gd name="connsiteX24" fmla="*/ 1804329 w 1855561"/>
              <a:gd name="connsiteY24" fmla="*/ 1413409 h 2240676"/>
              <a:gd name="connsiteX25" fmla="*/ 1812795 w 1855561"/>
              <a:gd name="connsiteY25" fmla="*/ 1311809 h 2240676"/>
              <a:gd name="connsiteX26" fmla="*/ 1855129 w 1855561"/>
              <a:gd name="connsiteY26" fmla="*/ 1218676 h 2240676"/>
              <a:gd name="connsiteX27" fmla="*/ 1829729 w 1855561"/>
              <a:gd name="connsiteY27" fmla="*/ 1100143 h 2240676"/>
              <a:gd name="connsiteX28" fmla="*/ 1753529 w 1855561"/>
              <a:gd name="connsiteY28" fmla="*/ 1125543 h 2240676"/>
              <a:gd name="connsiteX29" fmla="*/ 1694262 w 1855561"/>
              <a:gd name="connsiteY29" fmla="*/ 1210209 h 2240676"/>
              <a:gd name="connsiteX30" fmla="*/ 1685795 w 1855561"/>
              <a:gd name="connsiteY30" fmla="*/ 1244076 h 2240676"/>
              <a:gd name="connsiteX31" fmla="*/ 1702729 w 1855561"/>
              <a:gd name="connsiteY31" fmla="*/ 837676 h 2240676"/>
              <a:gd name="connsiteX32" fmla="*/ 1643462 w 1855561"/>
              <a:gd name="connsiteY32" fmla="*/ 456676 h 2240676"/>
              <a:gd name="connsiteX33" fmla="*/ 1474129 w 1855561"/>
              <a:gd name="connsiteY33" fmla="*/ 194209 h 2240676"/>
              <a:gd name="connsiteX34" fmla="*/ 1220129 w 1855561"/>
              <a:gd name="connsiteY34" fmla="*/ 58743 h 2240676"/>
              <a:gd name="connsiteX35" fmla="*/ 906862 w 1855561"/>
              <a:gd name="connsiteY35" fmla="*/ 7943 h 2240676"/>
              <a:gd name="connsiteX36" fmla="*/ 779862 w 1855561"/>
              <a:gd name="connsiteY36" fmla="*/ 16409 h 2240676"/>
              <a:gd name="connsiteX0" fmla="*/ 779862 w 1855561"/>
              <a:gd name="connsiteY0" fmla="*/ 16409 h 2275329"/>
              <a:gd name="connsiteX1" fmla="*/ 500462 w 1855561"/>
              <a:gd name="connsiteY1" fmla="*/ 151876 h 2275329"/>
              <a:gd name="connsiteX2" fmla="*/ 263395 w 1855561"/>
              <a:gd name="connsiteY2" fmla="*/ 397409 h 2275329"/>
              <a:gd name="connsiteX3" fmla="*/ 144862 w 1855561"/>
              <a:gd name="connsiteY3" fmla="*/ 854609 h 2275329"/>
              <a:gd name="connsiteX4" fmla="*/ 153329 w 1855561"/>
              <a:gd name="connsiteY4" fmla="*/ 1227143 h 2275329"/>
              <a:gd name="connsiteX5" fmla="*/ 153329 w 1855561"/>
              <a:gd name="connsiteY5" fmla="*/ 1311809 h 2275329"/>
              <a:gd name="connsiteX6" fmla="*/ 102529 w 1855561"/>
              <a:gd name="connsiteY6" fmla="*/ 1252543 h 2275329"/>
              <a:gd name="connsiteX7" fmla="*/ 68662 w 1855561"/>
              <a:gd name="connsiteY7" fmla="*/ 1235609 h 2275329"/>
              <a:gd name="connsiteX8" fmla="*/ 929 w 1855561"/>
              <a:gd name="connsiteY8" fmla="*/ 1269476 h 2275329"/>
              <a:gd name="connsiteX9" fmla="*/ 34795 w 1855561"/>
              <a:gd name="connsiteY9" fmla="*/ 1455743 h 2275329"/>
              <a:gd name="connsiteX10" fmla="*/ 110995 w 1855561"/>
              <a:gd name="connsiteY10" fmla="*/ 1557343 h 2275329"/>
              <a:gd name="connsiteX11" fmla="*/ 144862 w 1855561"/>
              <a:gd name="connsiteY11" fmla="*/ 1650476 h 2275329"/>
              <a:gd name="connsiteX12" fmla="*/ 212595 w 1855561"/>
              <a:gd name="connsiteY12" fmla="*/ 1633543 h 2275329"/>
              <a:gd name="connsiteX13" fmla="*/ 221062 w 1855561"/>
              <a:gd name="connsiteY13" fmla="*/ 1574276 h 2275329"/>
              <a:gd name="connsiteX14" fmla="*/ 221062 w 1855561"/>
              <a:gd name="connsiteY14" fmla="*/ 1540409 h 2275329"/>
              <a:gd name="connsiteX15" fmla="*/ 348062 w 1855561"/>
              <a:gd name="connsiteY15" fmla="*/ 1769009 h 2275329"/>
              <a:gd name="connsiteX16" fmla="*/ 534329 w 1855561"/>
              <a:gd name="connsiteY16" fmla="*/ 1997609 h 2275329"/>
              <a:gd name="connsiteX17" fmla="*/ 966128 w 1855561"/>
              <a:gd name="connsiteY17" fmla="*/ 2260076 h 2275329"/>
              <a:gd name="connsiteX18" fmla="*/ 1203195 w 1855561"/>
              <a:gd name="connsiteY18" fmla="*/ 2209276 h 2275329"/>
              <a:gd name="connsiteX19" fmla="*/ 1575729 w 1855561"/>
              <a:gd name="connsiteY19" fmla="*/ 1921409 h 2275329"/>
              <a:gd name="connsiteX20" fmla="*/ 1685795 w 1855561"/>
              <a:gd name="connsiteY20" fmla="*/ 1531943 h 2275329"/>
              <a:gd name="connsiteX21" fmla="*/ 1677329 w 1855561"/>
              <a:gd name="connsiteY21" fmla="*/ 1464209 h 2275329"/>
              <a:gd name="connsiteX22" fmla="*/ 1736595 w 1855561"/>
              <a:gd name="connsiteY22" fmla="*/ 1557343 h 2275329"/>
              <a:gd name="connsiteX23" fmla="*/ 1787395 w 1855561"/>
              <a:gd name="connsiteY23" fmla="*/ 1531943 h 2275329"/>
              <a:gd name="connsiteX24" fmla="*/ 1804329 w 1855561"/>
              <a:gd name="connsiteY24" fmla="*/ 1413409 h 2275329"/>
              <a:gd name="connsiteX25" fmla="*/ 1812795 w 1855561"/>
              <a:gd name="connsiteY25" fmla="*/ 1311809 h 2275329"/>
              <a:gd name="connsiteX26" fmla="*/ 1855129 w 1855561"/>
              <a:gd name="connsiteY26" fmla="*/ 1218676 h 2275329"/>
              <a:gd name="connsiteX27" fmla="*/ 1829729 w 1855561"/>
              <a:gd name="connsiteY27" fmla="*/ 1100143 h 2275329"/>
              <a:gd name="connsiteX28" fmla="*/ 1753529 w 1855561"/>
              <a:gd name="connsiteY28" fmla="*/ 1125543 h 2275329"/>
              <a:gd name="connsiteX29" fmla="*/ 1694262 w 1855561"/>
              <a:gd name="connsiteY29" fmla="*/ 1210209 h 2275329"/>
              <a:gd name="connsiteX30" fmla="*/ 1685795 w 1855561"/>
              <a:gd name="connsiteY30" fmla="*/ 1244076 h 2275329"/>
              <a:gd name="connsiteX31" fmla="*/ 1702729 w 1855561"/>
              <a:gd name="connsiteY31" fmla="*/ 837676 h 2275329"/>
              <a:gd name="connsiteX32" fmla="*/ 1643462 w 1855561"/>
              <a:gd name="connsiteY32" fmla="*/ 456676 h 2275329"/>
              <a:gd name="connsiteX33" fmla="*/ 1474129 w 1855561"/>
              <a:gd name="connsiteY33" fmla="*/ 194209 h 2275329"/>
              <a:gd name="connsiteX34" fmla="*/ 1220129 w 1855561"/>
              <a:gd name="connsiteY34" fmla="*/ 58743 h 2275329"/>
              <a:gd name="connsiteX35" fmla="*/ 906862 w 1855561"/>
              <a:gd name="connsiteY35" fmla="*/ 7943 h 2275329"/>
              <a:gd name="connsiteX36" fmla="*/ 779862 w 1855561"/>
              <a:gd name="connsiteY36" fmla="*/ 16409 h 2275329"/>
              <a:gd name="connsiteX0" fmla="*/ 779862 w 1855561"/>
              <a:gd name="connsiteY0" fmla="*/ 16409 h 2266896"/>
              <a:gd name="connsiteX1" fmla="*/ 500462 w 1855561"/>
              <a:gd name="connsiteY1" fmla="*/ 151876 h 2266896"/>
              <a:gd name="connsiteX2" fmla="*/ 263395 w 1855561"/>
              <a:gd name="connsiteY2" fmla="*/ 397409 h 2266896"/>
              <a:gd name="connsiteX3" fmla="*/ 144862 w 1855561"/>
              <a:gd name="connsiteY3" fmla="*/ 854609 h 2266896"/>
              <a:gd name="connsiteX4" fmla="*/ 153329 w 1855561"/>
              <a:gd name="connsiteY4" fmla="*/ 1227143 h 2266896"/>
              <a:gd name="connsiteX5" fmla="*/ 153329 w 1855561"/>
              <a:gd name="connsiteY5" fmla="*/ 1311809 h 2266896"/>
              <a:gd name="connsiteX6" fmla="*/ 102529 w 1855561"/>
              <a:gd name="connsiteY6" fmla="*/ 1252543 h 2266896"/>
              <a:gd name="connsiteX7" fmla="*/ 68662 w 1855561"/>
              <a:gd name="connsiteY7" fmla="*/ 1235609 h 2266896"/>
              <a:gd name="connsiteX8" fmla="*/ 929 w 1855561"/>
              <a:gd name="connsiteY8" fmla="*/ 1269476 h 2266896"/>
              <a:gd name="connsiteX9" fmla="*/ 34795 w 1855561"/>
              <a:gd name="connsiteY9" fmla="*/ 1455743 h 2266896"/>
              <a:gd name="connsiteX10" fmla="*/ 110995 w 1855561"/>
              <a:gd name="connsiteY10" fmla="*/ 1557343 h 2266896"/>
              <a:gd name="connsiteX11" fmla="*/ 144862 w 1855561"/>
              <a:gd name="connsiteY11" fmla="*/ 1650476 h 2266896"/>
              <a:gd name="connsiteX12" fmla="*/ 212595 w 1855561"/>
              <a:gd name="connsiteY12" fmla="*/ 1633543 h 2266896"/>
              <a:gd name="connsiteX13" fmla="*/ 221062 w 1855561"/>
              <a:gd name="connsiteY13" fmla="*/ 1574276 h 2266896"/>
              <a:gd name="connsiteX14" fmla="*/ 221062 w 1855561"/>
              <a:gd name="connsiteY14" fmla="*/ 1540409 h 2266896"/>
              <a:gd name="connsiteX15" fmla="*/ 348062 w 1855561"/>
              <a:gd name="connsiteY15" fmla="*/ 1769009 h 2266896"/>
              <a:gd name="connsiteX16" fmla="*/ 534329 w 1855561"/>
              <a:gd name="connsiteY16" fmla="*/ 1997609 h 2266896"/>
              <a:gd name="connsiteX17" fmla="*/ 966128 w 1855561"/>
              <a:gd name="connsiteY17" fmla="*/ 2260076 h 2266896"/>
              <a:gd name="connsiteX18" fmla="*/ 1203195 w 1855561"/>
              <a:gd name="connsiteY18" fmla="*/ 2166943 h 2266896"/>
              <a:gd name="connsiteX19" fmla="*/ 1575729 w 1855561"/>
              <a:gd name="connsiteY19" fmla="*/ 1921409 h 2266896"/>
              <a:gd name="connsiteX20" fmla="*/ 1685795 w 1855561"/>
              <a:gd name="connsiteY20" fmla="*/ 1531943 h 2266896"/>
              <a:gd name="connsiteX21" fmla="*/ 1677329 w 1855561"/>
              <a:gd name="connsiteY21" fmla="*/ 1464209 h 2266896"/>
              <a:gd name="connsiteX22" fmla="*/ 1736595 w 1855561"/>
              <a:gd name="connsiteY22" fmla="*/ 1557343 h 2266896"/>
              <a:gd name="connsiteX23" fmla="*/ 1787395 w 1855561"/>
              <a:gd name="connsiteY23" fmla="*/ 1531943 h 2266896"/>
              <a:gd name="connsiteX24" fmla="*/ 1804329 w 1855561"/>
              <a:gd name="connsiteY24" fmla="*/ 1413409 h 2266896"/>
              <a:gd name="connsiteX25" fmla="*/ 1812795 w 1855561"/>
              <a:gd name="connsiteY25" fmla="*/ 1311809 h 2266896"/>
              <a:gd name="connsiteX26" fmla="*/ 1855129 w 1855561"/>
              <a:gd name="connsiteY26" fmla="*/ 1218676 h 2266896"/>
              <a:gd name="connsiteX27" fmla="*/ 1829729 w 1855561"/>
              <a:gd name="connsiteY27" fmla="*/ 1100143 h 2266896"/>
              <a:gd name="connsiteX28" fmla="*/ 1753529 w 1855561"/>
              <a:gd name="connsiteY28" fmla="*/ 1125543 h 2266896"/>
              <a:gd name="connsiteX29" fmla="*/ 1694262 w 1855561"/>
              <a:gd name="connsiteY29" fmla="*/ 1210209 h 2266896"/>
              <a:gd name="connsiteX30" fmla="*/ 1685795 w 1855561"/>
              <a:gd name="connsiteY30" fmla="*/ 1244076 h 2266896"/>
              <a:gd name="connsiteX31" fmla="*/ 1702729 w 1855561"/>
              <a:gd name="connsiteY31" fmla="*/ 837676 h 2266896"/>
              <a:gd name="connsiteX32" fmla="*/ 1643462 w 1855561"/>
              <a:gd name="connsiteY32" fmla="*/ 456676 h 2266896"/>
              <a:gd name="connsiteX33" fmla="*/ 1474129 w 1855561"/>
              <a:gd name="connsiteY33" fmla="*/ 194209 h 2266896"/>
              <a:gd name="connsiteX34" fmla="*/ 1220129 w 1855561"/>
              <a:gd name="connsiteY34" fmla="*/ 58743 h 2266896"/>
              <a:gd name="connsiteX35" fmla="*/ 906862 w 1855561"/>
              <a:gd name="connsiteY35" fmla="*/ 7943 h 2266896"/>
              <a:gd name="connsiteX36" fmla="*/ 779862 w 1855561"/>
              <a:gd name="connsiteY36" fmla="*/ 16409 h 2266896"/>
              <a:gd name="connsiteX0" fmla="*/ 779862 w 1855561"/>
              <a:gd name="connsiteY0" fmla="*/ 16409 h 2267531"/>
              <a:gd name="connsiteX1" fmla="*/ 500462 w 1855561"/>
              <a:gd name="connsiteY1" fmla="*/ 151876 h 2267531"/>
              <a:gd name="connsiteX2" fmla="*/ 263395 w 1855561"/>
              <a:gd name="connsiteY2" fmla="*/ 397409 h 2267531"/>
              <a:gd name="connsiteX3" fmla="*/ 144862 w 1855561"/>
              <a:gd name="connsiteY3" fmla="*/ 854609 h 2267531"/>
              <a:gd name="connsiteX4" fmla="*/ 153329 w 1855561"/>
              <a:gd name="connsiteY4" fmla="*/ 1227143 h 2267531"/>
              <a:gd name="connsiteX5" fmla="*/ 153329 w 1855561"/>
              <a:gd name="connsiteY5" fmla="*/ 1311809 h 2267531"/>
              <a:gd name="connsiteX6" fmla="*/ 102529 w 1855561"/>
              <a:gd name="connsiteY6" fmla="*/ 1252543 h 2267531"/>
              <a:gd name="connsiteX7" fmla="*/ 68662 w 1855561"/>
              <a:gd name="connsiteY7" fmla="*/ 1235609 h 2267531"/>
              <a:gd name="connsiteX8" fmla="*/ 929 w 1855561"/>
              <a:gd name="connsiteY8" fmla="*/ 1269476 h 2267531"/>
              <a:gd name="connsiteX9" fmla="*/ 34795 w 1855561"/>
              <a:gd name="connsiteY9" fmla="*/ 1455743 h 2267531"/>
              <a:gd name="connsiteX10" fmla="*/ 110995 w 1855561"/>
              <a:gd name="connsiteY10" fmla="*/ 1557343 h 2267531"/>
              <a:gd name="connsiteX11" fmla="*/ 144862 w 1855561"/>
              <a:gd name="connsiteY11" fmla="*/ 1650476 h 2267531"/>
              <a:gd name="connsiteX12" fmla="*/ 212595 w 1855561"/>
              <a:gd name="connsiteY12" fmla="*/ 1633543 h 2267531"/>
              <a:gd name="connsiteX13" fmla="*/ 221062 w 1855561"/>
              <a:gd name="connsiteY13" fmla="*/ 1574276 h 2267531"/>
              <a:gd name="connsiteX14" fmla="*/ 221062 w 1855561"/>
              <a:gd name="connsiteY14" fmla="*/ 1540409 h 2267531"/>
              <a:gd name="connsiteX15" fmla="*/ 348062 w 1855561"/>
              <a:gd name="connsiteY15" fmla="*/ 1769009 h 2267531"/>
              <a:gd name="connsiteX16" fmla="*/ 534329 w 1855561"/>
              <a:gd name="connsiteY16" fmla="*/ 1997609 h 2267531"/>
              <a:gd name="connsiteX17" fmla="*/ 966128 w 1855561"/>
              <a:gd name="connsiteY17" fmla="*/ 2260076 h 2267531"/>
              <a:gd name="connsiteX18" fmla="*/ 1203195 w 1855561"/>
              <a:gd name="connsiteY18" fmla="*/ 2166943 h 2267531"/>
              <a:gd name="connsiteX19" fmla="*/ 1567262 w 1855561"/>
              <a:gd name="connsiteY19" fmla="*/ 1870609 h 2267531"/>
              <a:gd name="connsiteX20" fmla="*/ 1685795 w 1855561"/>
              <a:gd name="connsiteY20" fmla="*/ 1531943 h 2267531"/>
              <a:gd name="connsiteX21" fmla="*/ 1677329 w 1855561"/>
              <a:gd name="connsiteY21" fmla="*/ 1464209 h 2267531"/>
              <a:gd name="connsiteX22" fmla="*/ 1736595 w 1855561"/>
              <a:gd name="connsiteY22" fmla="*/ 1557343 h 2267531"/>
              <a:gd name="connsiteX23" fmla="*/ 1787395 w 1855561"/>
              <a:gd name="connsiteY23" fmla="*/ 1531943 h 2267531"/>
              <a:gd name="connsiteX24" fmla="*/ 1804329 w 1855561"/>
              <a:gd name="connsiteY24" fmla="*/ 1413409 h 2267531"/>
              <a:gd name="connsiteX25" fmla="*/ 1812795 w 1855561"/>
              <a:gd name="connsiteY25" fmla="*/ 1311809 h 2267531"/>
              <a:gd name="connsiteX26" fmla="*/ 1855129 w 1855561"/>
              <a:gd name="connsiteY26" fmla="*/ 1218676 h 2267531"/>
              <a:gd name="connsiteX27" fmla="*/ 1829729 w 1855561"/>
              <a:gd name="connsiteY27" fmla="*/ 1100143 h 2267531"/>
              <a:gd name="connsiteX28" fmla="*/ 1753529 w 1855561"/>
              <a:gd name="connsiteY28" fmla="*/ 1125543 h 2267531"/>
              <a:gd name="connsiteX29" fmla="*/ 1694262 w 1855561"/>
              <a:gd name="connsiteY29" fmla="*/ 1210209 h 2267531"/>
              <a:gd name="connsiteX30" fmla="*/ 1685795 w 1855561"/>
              <a:gd name="connsiteY30" fmla="*/ 1244076 h 2267531"/>
              <a:gd name="connsiteX31" fmla="*/ 1702729 w 1855561"/>
              <a:gd name="connsiteY31" fmla="*/ 837676 h 2267531"/>
              <a:gd name="connsiteX32" fmla="*/ 1643462 w 1855561"/>
              <a:gd name="connsiteY32" fmla="*/ 456676 h 2267531"/>
              <a:gd name="connsiteX33" fmla="*/ 1474129 w 1855561"/>
              <a:gd name="connsiteY33" fmla="*/ 194209 h 2267531"/>
              <a:gd name="connsiteX34" fmla="*/ 1220129 w 1855561"/>
              <a:gd name="connsiteY34" fmla="*/ 58743 h 2267531"/>
              <a:gd name="connsiteX35" fmla="*/ 906862 w 1855561"/>
              <a:gd name="connsiteY35" fmla="*/ 7943 h 2267531"/>
              <a:gd name="connsiteX36" fmla="*/ 779862 w 1855561"/>
              <a:gd name="connsiteY36" fmla="*/ 16409 h 2267531"/>
              <a:gd name="connsiteX0" fmla="*/ 779862 w 1855561"/>
              <a:gd name="connsiteY0" fmla="*/ 16409 h 2267019"/>
              <a:gd name="connsiteX1" fmla="*/ 500462 w 1855561"/>
              <a:gd name="connsiteY1" fmla="*/ 151876 h 2267019"/>
              <a:gd name="connsiteX2" fmla="*/ 263395 w 1855561"/>
              <a:gd name="connsiteY2" fmla="*/ 397409 h 2267019"/>
              <a:gd name="connsiteX3" fmla="*/ 144862 w 1855561"/>
              <a:gd name="connsiteY3" fmla="*/ 854609 h 2267019"/>
              <a:gd name="connsiteX4" fmla="*/ 153329 w 1855561"/>
              <a:gd name="connsiteY4" fmla="*/ 1227143 h 2267019"/>
              <a:gd name="connsiteX5" fmla="*/ 153329 w 1855561"/>
              <a:gd name="connsiteY5" fmla="*/ 1311809 h 2267019"/>
              <a:gd name="connsiteX6" fmla="*/ 102529 w 1855561"/>
              <a:gd name="connsiteY6" fmla="*/ 1252543 h 2267019"/>
              <a:gd name="connsiteX7" fmla="*/ 68662 w 1855561"/>
              <a:gd name="connsiteY7" fmla="*/ 1235609 h 2267019"/>
              <a:gd name="connsiteX8" fmla="*/ 929 w 1855561"/>
              <a:gd name="connsiteY8" fmla="*/ 1269476 h 2267019"/>
              <a:gd name="connsiteX9" fmla="*/ 34795 w 1855561"/>
              <a:gd name="connsiteY9" fmla="*/ 1455743 h 2267019"/>
              <a:gd name="connsiteX10" fmla="*/ 110995 w 1855561"/>
              <a:gd name="connsiteY10" fmla="*/ 1557343 h 2267019"/>
              <a:gd name="connsiteX11" fmla="*/ 144862 w 1855561"/>
              <a:gd name="connsiteY11" fmla="*/ 1650476 h 2267019"/>
              <a:gd name="connsiteX12" fmla="*/ 212595 w 1855561"/>
              <a:gd name="connsiteY12" fmla="*/ 1633543 h 2267019"/>
              <a:gd name="connsiteX13" fmla="*/ 221062 w 1855561"/>
              <a:gd name="connsiteY13" fmla="*/ 1574276 h 2267019"/>
              <a:gd name="connsiteX14" fmla="*/ 221062 w 1855561"/>
              <a:gd name="connsiteY14" fmla="*/ 1540409 h 2267019"/>
              <a:gd name="connsiteX15" fmla="*/ 348062 w 1855561"/>
              <a:gd name="connsiteY15" fmla="*/ 1769009 h 2267019"/>
              <a:gd name="connsiteX16" fmla="*/ 483529 w 1855561"/>
              <a:gd name="connsiteY16" fmla="*/ 2006076 h 2267019"/>
              <a:gd name="connsiteX17" fmla="*/ 966128 w 1855561"/>
              <a:gd name="connsiteY17" fmla="*/ 2260076 h 2267019"/>
              <a:gd name="connsiteX18" fmla="*/ 1203195 w 1855561"/>
              <a:gd name="connsiteY18" fmla="*/ 2166943 h 2267019"/>
              <a:gd name="connsiteX19" fmla="*/ 1567262 w 1855561"/>
              <a:gd name="connsiteY19" fmla="*/ 1870609 h 2267019"/>
              <a:gd name="connsiteX20" fmla="*/ 1685795 w 1855561"/>
              <a:gd name="connsiteY20" fmla="*/ 1531943 h 2267019"/>
              <a:gd name="connsiteX21" fmla="*/ 1677329 w 1855561"/>
              <a:gd name="connsiteY21" fmla="*/ 1464209 h 2267019"/>
              <a:gd name="connsiteX22" fmla="*/ 1736595 w 1855561"/>
              <a:gd name="connsiteY22" fmla="*/ 1557343 h 2267019"/>
              <a:gd name="connsiteX23" fmla="*/ 1787395 w 1855561"/>
              <a:gd name="connsiteY23" fmla="*/ 1531943 h 2267019"/>
              <a:gd name="connsiteX24" fmla="*/ 1804329 w 1855561"/>
              <a:gd name="connsiteY24" fmla="*/ 1413409 h 2267019"/>
              <a:gd name="connsiteX25" fmla="*/ 1812795 w 1855561"/>
              <a:gd name="connsiteY25" fmla="*/ 1311809 h 2267019"/>
              <a:gd name="connsiteX26" fmla="*/ 1855129 w 1855561"/>
              <a:gd name="connsiteY26" fmla="*/ 1218676 h 2267019"/>
              <a:gd name="connsiteX27" fmla="*/ 1829729 w 1855561"/>
              <a:gd name="connsiteY27" fmla="*/ 1100143 h 2267019"/>
              <a:gd name="connsiteX28" fmla="*/ 1753529 w 1855561"/>
              <a:gd name="connsiteY28" fmla="*/ 1125543 h 2267019"/>
              <a:gd name="connsiteX29" fmla="*/ 1694262 w 1855561"/>
              <a:gd name="connsiteY29" fmla="*/ 1210209 h 2267019"/>
              <a:gd name="connsiteX30" fmla="*/ 1685795 w 1855561"/>
              <a:gd name="connsiteY30" fmla="*/ 1244076 h 2267019"/>
              <a:gd name="connsiteX31" fmla="*/ 1702729 w 1855561"/>
              <a:gd name="connsiteY31" fmla="*/ 837676 h 2267019"/>
              <a:gd name="connsiteX32" fmla="*/ 1643462 w 1855561"/>
              <a:gd name="connsiteY32" fmla="*/ 456676 h 2267019"/>
              <a:gd name="connsiteX33" fmla="*/ 1474129 w 1855561"/>
              <a:gd name="connsiteY33" fmla="*/ 194209 h 2267019"/>
              <a:gd name="connsiteX34" fmla="*/ 1220129 w 1855561"/>
              <a:gd name="connsiteY34" fmla="*/ 58743 h 2267019"/>
              <a:gd name="connsiteX35" fmla="*/ 906862 w 1855561"/>
              <a:gd name="connsiteY35" fmla="*/ 7943 h 2267019"/>
              <a:gd name="connsiteX36" fmla="*/ 779862 w 1855561"/>
              <a:gd name="connsiteY36" fmla="*/ 16409 h 2267019"/>
              <a:gd name="connsiteX0" fmla="*/ 779862 w 1855561"/>
              <a:gd name="connsiteY0" fmla="*/ 16409 h 2299088"/>
              <a:gd name="connsiteX1" fmla="*/ 500462 w 1855561"/>
              <a:gd name="connsiteY1" fmla="*/ 151876 h 2299088"/>
              <a:gd name="connsiteX2" fmla="*/ 263395 w 1855561"/>
              <a:gd name="connsiteY2" fmla="*/ 397409 h 2299088"/>
              <a:gd name="connsiteX3" fmla="*/ 144862 w 1855561"/>
              <a:gd name="connsiteY3" fmla="*/ 854609 h 2299088"/>
              <a:gd name="connsiteX4" fmla="*/ 153329 w 1855561"/>
              <a:gd name="connsiteY4" fmla="*/ 1227143 h 2299088"/>
              <a:gd name="connsiteX5" fmla="*/ 153329 w 1855561"/>
              <a:gd name="connsiteY5" fmla="*/ 1311809 h 2299088"/>
              <a:gd name="connsiteX6" fmla="*/ 102529 w 1855561"/>
              <a:gd name="connsiteY6" fmla="*/ 1252543 h 2299088"/>
              <a:gd name="connsiteX7" fmla="*/ 68662 w 1855561"/>
              <a:gd name="connsiteY7" fmla="*/ 1235609 h 2299088"/>
              <a:gd name="connsiteX8" fmla="*/ 929 w 1855561"/>
              <a:gd name="connsiteY8" fmla="*/ 1269476 h 2299088"/>
              <a:gd name="connsiteX9" fmla="*/ 34795 w 1855561"/>
              <a:gd name="connsiteY9" fmla="*/ 1455743 h 2299088"/>
              <a:gd name="connsiteX10" fmla="*/ 110995 w 1855561"/>
              <a:gd name="connsiteY10" fmla="*/ 1557343 h 2299088"/>
              <a:gd name="connsiteX11" fmla="*/ 144862 w 1855561"/>
              <a:gd name="connsiteY11" fmla="*/ 1650476 h 2299088"/>
              <a:gd name="connsiteX12" fmla="*/ 212595 w 1855561"/>
              <a:gd name="connsiteY12" fmla="*/ 1633543 h 2299088"/>
              <a:gd name="connsiteX13" fmla="*/ 221062 w 1855561"/>
              <a:gd name="connsiteY13" fmla="*/ 1574276 h 2299088"/>
              <a:gd name="connsiteX14" fmla="*/ 221062 w 1855561"/>
              <a:gd name="connsiteY14" fmla="*/ 1540409 h 2299088"/>
              <a:gd name="connsiteX15" fmla="*/ 348062 w 1855561"/>
              <a:gd name="connsiteY15" fmla="*/ 1769009 h 2299088"/>
              <a:gd name="connsiteX16" fmla="*/ 483529 w 1855561"/>
              <a:gd name="connsiteY16" fmla="*/ 2006076 h 2299088"/>
              <a:gd name="connsiteX17" fmla="*/ 940728 w 1855561"/>
              <a:gd name="connsiteY17" fmla="*/ 2293942 h 2299088"/>
              <a:gd name="connsiteX18" fmla="*/ 1203195 w 1855561"/>
              <a:gd name="connsiteY18" fmla="*/ 2166943 h 2299088"/>
              <a:gd name="connsiteX19" fmla="*/ 1567262 w 1855561"/>
              <a:gd name="connsiteY19" fmla="*/ 1870609 h 2299088"/>
              <a:gd name="connsiteX20" fmla="*/ 1685795 w 1855561"/>
              <a:gd name="connsiteY20" fmla="*/ 1531943 h 2299088"/>
              <a:gd name="connsiteX21" fmla="*/ 1677329 w 1855561"/>
              <a:gd name="connsiteY21" fmla="*/ 1464209 h 2299088"/>
              <a:gd name="connsiteX22" fmla="*/ 1736595 w 1855561"/>
              <a:gd name="connsiteY22" fmla="*/ 1557343 h 2299088"/>
              <a:gd name="connsiteX23" fmla="*/ 1787395 w 1855561"/>
              <a:gd name="connsiteY23" fmla="*/ 1531943 h 2299088"/>
              <a:gd name="connsiteX24" fmla="*/ 1804329 w 1855561"/>
              <a:gd name="connsiteY24" fmla="*/ 1413409 h 2299088"/>
              <a:gd name="connsiteX25" fmla="*/ 1812795 w 1855561"/>
              <a:gd name="connsiteY25" fmla="*/ 1311809 h 2299088"/>
              <a:gd name="connsiteX26" fmla="*/ 1855129 w 1855561"/>
              <a:gd name="connsiteY26" fmla="*/ 1218676 h 2299088"/>
              <a:gd name="connsiteX27" fmla="*/ 1829729 w 1855561"/>
              <a:gd name="connsiteY27" fmla="*/ 1100143 h 2299088"/>
              <a:gd name="connsiteX28" fmla="*/ 1753529 w 1855561"/>
              <a:gd name="connsiteY28" fmla="*/ 1125543 h 2299088"/>
              <a:gd name="connsiteX29" fmla="*/ 1694262 w 1855561"/>
              <a:gd name="connsiteY29" fmla="*/ 1210209 h 2299088"/>
              <a:gd name="connsiteX30" fmla="*/ 1685795 w 1855561"/>
              <a:gd name="connsiteY30" fmla="*/ 1244076 h 2299088"/>
              <a:gd name="connsiteX31" fmla="*/ 1702729 w 1855561"/>
              <a:gd name="connsiteY31" fmla="*/ 837676 h 2299088"/>
              <a:gd name="connsiteX32" fmla="*/ 1643462 w 1855561"/>
              <a:gd name="connsiteY32" fmla="*/ 456676 h 2299088"/>
              <a:gd name="connsiteX33" fmla="*/ 1474129 w 1855561"/>
              <a:gd name="connsiteY33" fmla="*/ 194209 h 2299088"/>
              <a:gd name="connsiteX34" fmla="*/ 1220129 w 1855561"/>
              <a:gd name="connsiteY34" fmla="*/ 58743 h 2299088"/>
              <a:gd name="connsiteX35" fmla="*/ 906862 w 1855561"/>
              <a:gd name="connsiteY35" fmla="*/ 7943 h 2299088"/>
              <a:gd name="connsiteX36" fmla="*/ 779862 w 1855561"/>
              <a:gd name="connsiteY36" fmla="*/ 16409 h 2299088"/>
              <a:gd name="connsiteX0" fmla="*/ 779862 w 1855561"/>
              <a:gd name="connsiteY0" fmla="*/ 16409 h 2299088"/>
              <a:gd name="connsiteX1" fmla="*/ 500462 w 1855561"/>
              <a:gd name="connsiteY1" fmla="*/ 151876 h 2299088"/>
              <a:gd name="connsiteX2" fmla="*/ 263395 w 1855561"/>
              <a:gd name="connsiteY2" fmla="*/ 397409 h 2299088"/>
              <a:gd name="connsiteX3" fmla="*/ 144862 w 1855561"/>
              <a:gd name="connsiteY3" fmla="*/ 854609 h 2299088"/>
              <a:gd name="connsiteX4" fmla="*/ 153329 w 1855561"/>
              <a:gd name="connsiteY4" fmla="*/ 1227143 h 2299088"/>
              <a:gd name="connsiteX5" fmla="*/ 153329 w 1855561"/>
              <a:gd name="connsiteY5" fmla="*/ 1311809 h 2299088"/>
              <a:gd name="connsiteX6" fmla="*/ 102529 w 1855561"/>
              <a:gd name="connsiteY6" fmla="*/ 1252543 h 2299088"/>
              <a:gd name="connsiteX7" fmla="*/ 68662 w 1855561"/>
              <a:gd name="connsiteY7" fmla="*/ 1235609 h 2299088"/>
              <a:gd name="connsiteX8" fmla="*/ 929 w 1855561"/>
              <a:gd name="connsiteY8" fmla="*/ 1269476 h 2299088"/>
              <a:gd name="connsiteX9" fmla="*/ 34795 w 1855561"/>
              <a:gd name="connsiteY9" fmla="*/ 1455743 h 2299088"/>
              <a:gd name="connsiteX10" fmla="*/ 110995 w 1855561"/>
              <a:gd name="connsiteY10" fmla="*/ 1557343 h 2299088"/>
              <a:gd name="connsiteX11" fmla="*/ 144862 w 1855561"/>
              <a:gd name="connsiteY11" fmla="*/ 1650476 h 2299088"/>
              <a:gd name="connsiteX12" fmla="*/ 212595 w 1855561"/>
              <a:gd name="connsiteY12" fmla="*/ 1633543 h 2299088"/>
              <a:gd name="connsiteX13" fmla="*/ 221062 w 1855561"/>
              <a:gd name="connsiteY13" fmla="*/ 1574276 h 2299088"/>
              <a:gd name="connsiteX14" fmla="*/ 221062 w 1855561"/>
              <a:gd name="connsiteY14" fmla="*/ 1540409 h 2299088"/>
              <a:gd name="connsiteX15" fmla="*/ 348062 w 1855561"/>
              <a:gd name="connsiteY15" fmla="*/ 1769009 h 2299088"/>
              <a:gd name="connsiteX16" fmla="*/ 483529 w 1855561"/>
              <a:gd name="connsiteY16" fmla="*/ 2006076 h 2299088"/>
              <a:gd name="connsiteX17" fmla="*/ 940728 w 1855561"/>
              <a:gd name="connsiteY17" fmla="*/ 2293942 h 2299088"/>
              <a:gd name="connsiteX18" fmla="*/ 1304795 w 1855561"/>
              <a:gd name="connsiteY18" fmla="*/ 2166943 h 2299088"/>
              <a:gd name="connsiteX19" fmla="*/ 1567262 w 1855561"/>
              <a:gd name="connsiteY19" fmla="*/ 1870609 h 2299088"/>
              <a:gd name="connsiteX20" fmla="*/ 1685795 w 1855561"/>
              <a:gd name="connsiteY20" fmla="*/ 1531943 h 2299088"/>
              <a:gd name="connsiteX21" fmla="*/ 1677329 w 1855561"/>
              <a:gd name="connsiteY21" fmla="*/ 1464209 h 2299088"/>
              <a:gd name="connsiteX22" fmla="*/ 1736595 w 1855561"/>
              <a:gd name="connsiteY22" fmla="*/ 1557343 h 2299088"/>
              <a:gd name="connsiteX23" fmla="*/ 1787395 w 1855561"/>
              <a:gd name="connsiteY23" fmla="*/ 1531943 h 2299088"/>
              <a:gd name="connsiteX24" fmla="*/ 1804329 w 1855561"/>
              <a:gd name="connsiteY24" fmla="*/ 1413409 h 2299088"/>
              <a:gd name="connsiteX25" fmla="*/ 1812795 w 1855561"/>
              <a:gd name="connsiteY25" fmla="*/ 1311809 h 2299088"/>
              <a:gd name="connsiteX26" fmla="*/ 1855129 w 1855561"/>
              <a:gd name="connsiteY26" fmla="*/ 1218676 h 2299088"/>
              <a:gd name="connsiteX27" fmla="*/ 1829729 w 1855561"/>
              <a:gd name="connsiteY27" fmla="*/ 1100143 h 2299088"/>
              <a:gd name="connsiteX28" fmla="*/ 1753529 w 1855561"/>
              <a:gd name="connsiteY28" fmla="*/ 1125543 h 2299088"/>
              <a:gd name="connsiteX29" fmla="*/ 1694262 w 1855561"/>
              <a:gd name="connsiteY29" fmla="*/ 1210209 h 2299088"/>
              <a:gd name="connsiteX30" fmla="*/ 1685795 w 1855561"/>
              <a:gd name="connsiteY30" fmla="*/ 1244076 h 2299088"/>
              <a:gd name="connsiteX31" fmla="*/ 1702729 w 1855561"/>
              <a:gd name="connsiteY31" fmla="*/ 837676 h 2299088"/>
              <a:gd name="connsiteX32" fmla="*/ 1643462 w 1855561"/>
              <a:gd name="connsiteY32" fmla="*/ 456676 h 2299088"/>
              <a:gd name="connsiteX33" fmla="*/ 1474129 w 1855561"/>
              <a:gd name="connsiteY33" fmla="*/ 194209 h 2299088"/>
              <a:gd name="connsiteX34" fmla="*/ 1220129 w 1855561"/>
              <a:gd name="connsiteY34" fmla="*/ 58743 h 2299088"/>
              <a:gd name="connsiteX35" fmla="*/ 906862 w 1855561"/>
              <a:gd name="connsiteY35" fmla="*/ 7943 h 2299088"/>
              <a:gd name="connsiteX36" fmla="*/ 779862 w 1855561"/>
              <a:gd name="connsiteY36" fmla="*/ 16409 h 2299088"/>
              <a:gd name="connsiteX0" fmla="*/ 779862 w 1855561"/>
              <a:gd name="connsiteY0" fmla="*/ 16409 h 2301869"/>
              <a:gd name="connsiteX1" fmla="*/ 500462 w 1855561"/>
              <a:gd name="connsiteY1" fmla="*/ 151876 h 2301869"/>
              <a:gd name="connsiteX2" fmla="*/ 263395 w 1855561"/>
              <a:gd name="connsiteY2" fmla="*/ 397409 h 2301869"/>
              <a:gd name="connsiteX3" fmla="*/ 144862 w 1855561"/>
              <a:gd name="connsiteY3" fmla="*/ 854609 h 2301869"/>
              <a:gd name="connsiteX4" fmla="*/ 153329 w 1855561"/>
              <a:gd name="connsiteY4" fmla="*/ 1227143 h 2301869"/>
              <a:gd name="connsiteX5" fmla="*/ 153329 w 1855561"/>
              <a:gd name="connsiteY5" fmla="*/ 1311809 h 2301869"/>
              <a:gd name="connsiteX6" fmla="*/ 102529 w 1855561"/>
              <a:gd name="connsiteY6" fmla="*/ 1252543 h 2301869"/>
              <a:gd name="connsiteX7" fmla="*/ 68662 w 1855561"/>
              <a:gd name="connsiteY7" fmla="*/ 1235609 h 2301869"/>
              <a:gd name="connsiteX8" fmla="*/ 929 w 1855561"/>
              <a:gd name="connsiteY8" fmla="*/ 1269476 h 2301869"/>
              <a:gd name="connsiteX9" fmla="*/ 34795 w 1855561"/>
              <a:gd name="connsiteY9" fmla="*/ 1455743 h 2301869"/>
              <a:gd name="connsiteX10" fmla="*/ 110995 w 1855561"/>
              <a:gd name="connsiteY10" fmla="*/ 1557343 h 2301869"/>
              <a:gd name="connsiteX11" fmla="*/ 144862 w 1855561"/>
              <a:gd name="connsiteY11" fmla="*/ 1650476 h 2301869"/>
              <a:gd name="connsiteX12" fmla="*/ 212595 w 1855561"/>
              <a:gd name="connsiteY12" fmla="*/ 1633543 h 2301869"/>
              <a:gd name="connsiteX13" fmla="*/ 221062 w 1855561"/>
              <a:gd name="connsiteY13" fmla="*/ 1574276 h 2301869"/>
              <a:gd name="connsiteX14" fmla="*/ 221062 w 1855561"/>
              <a:gd name="connsiteY14" fmla="*/ 1540409 h 2301869"/>
              <a:gd name="connsiteX15" fmla="*/ 348062 w 1855561"/>
              <a:gd name="connsiteY15" fmla="*/ 1769009 h 2301869"/>
              <a:gd name="connsiteX16" fmla="*/ 483529 w 1855561"/>
              <a:gd name="connsiteY16" fmla="*/ 2006076 h 2301869"/>
              <a:gd name="connsiteX17" fmla="*/ 940728 w 1855561"/>
              <a:gd name="connsiteY17" fmla="*/ 2293942 h 2301869"/>
              <a:gd name="connsiteX18" fmla="*/ 1304795 w 1855561"/>
              <a:gd name="connsiteY18" fmla="*/ 2166943 h 2301869"/>
              <a:gd name="connsiteX19" fmla="*/ 1567262 w 1855561"/>
              <a:gd name="connsiteY19" fmla="*/ 1870609 h 2301869"/>
              <a:gd name="connsiteX20" fmla="*/ 1685795 w 1855561"/>
              <a:gd name="connsiteY20" fmla="*/ 1531943 h 2301869"/>
              <a:gd name="connsiteX21" fmla="*/ 1677329 w 1855561"/>
              <a:gd name="connsiteY21" fmla="*/ 1464209 h 2301869"/>
              <a:gd name="connsiteX22" fmla="*/ 1736595 w 1855561"/>
              <a:gd name="connsiteY22" fmla="*/ 1557343 h 2301869"/>
              <a:gd name="connsiteX23" fmla="*/ 1787395 w 1855561"/>
              <a:gd name="connsiteY23" fmla="*/ 1531943 h 2301869"/>
              <a:gd name="connsiteX24" fmla="*/ 1804329 w 1855561"/>
              <a:gd name="connsiteY24" fmla="*/ 1413409 h 2301869"/>
              <a:gd name="connsiteX25" fmla="*/ 1812795 w 1855561"/>
              <a:gd name="connsiteY25" fmla="*/ 1311809 h 2301869"/>
              <a:gd name="connsiteX26" fmla="*/ 1855129 w 1855561"/>
              <a:gd name="connsiteY26" fmla="*/ 1218676 h 2301869"/>
              <a:gd name="connsiteX27" fmla="*/ 1829729 w 1855561"/>
              <a:gd name="connsiteY27" fmla="*/ 1100143 h 2301869"/>
              <a:gd name="connsiteX28" fmla="*/ 1753529 w 1855561"/>
              <a:gd name="connsiteY28" fmla="*/ 1125543 h 2301869"/>
              <a:gd name="connsiteX29" fmla="*/ 1694262 w 1855561"/>
              <a:gd name="connsiteY29" fmla="*/ 1210209 h 2301869"/>
              <a:gd name="connsiteX30" fmla="*/ 1685795 w 1855561"/>
              <a:gd name="connsiteY30" fmla="*/ 1244076 h 2301869"/>
              <a:gd name="connsiteX31" fmla="*/ 1702729 w 1855561"/>
              <a:gd name="connsiteY31" fmla="*/ 837676 h 2301869"/>
              <a:gd name="connsiteX32" fmla="*/ 1643462 w 1855561"/>
              <a:gd name="connsiteY32" fmla="*/ 456676 h 2301869"/>
              <a:gd name="connsiteX33" fmla="*/ 1474129 w 1855561"/>
              <a:gd name="connsiteY33" fmla="*/ 194209 h 2301869"/>
              <a:gd name="connsiteX34" fmla="*/ 1220129 w 1855561"/>
              <a:gd name="connsiteY34" fmla="*/ 58743 h 2301869"/>
              <a:gd name="connsiteX35" fmla="*/ 906862 w 1855561"/>
              <a:gd name="connsiteY35" fmla="*/ 7943 h 2301869"/>
              <a:gd name="connsiteX36" fmla="*/ 779862 w 1855561"/>
              <a:gd name="connsiteY36" fmla="*/ 16409 h 2301869"/>
              <a:gd name="connsiteX0" fmla="*/ 779862 w 1855561"/>
              <a:gd name="connsiteY0" fmla="*/ 16409 h 2274933"/>
              <a:gd name="connsiteX1" fmla="*/ 500462 w 1855561"/>
              <a:gd name="connsiteY1" fmla="*/ 151876 h 2274933"/>
              <a:gd name="connsiteX2" fmla="*/ 263395 w 1855561"/>
              <a:gd name="connsiteY2" fmla="*/ 397409 h 2274933"/>
              <a:gd name="connsiteX3" fmla="*/ 144862 w 1855561"/>
              <a:gd name="connsiteY3" fmla="*/ 854609 h 2274933"/>
              <a:gd name="connsiteX4" fmla="*/ 153329 w 1855561"/>
              <a:gd name="connsiteY4" fmla="*/ 1227143 h 2274933"/>
              <a:gd name="connsiteX5" fmla="*/ 153329 w 1855561"/>
              <a:gd name="connsiteY5" fmla="*/ 1311809 h 2274933"/>
              <a:gd name="connsiteX6" fmla="*/ 102529 w 1855561"/>
              <a:gd name="connsiteY6" fmla="*/ 1252543 h 2274933"/>
              <a:gd name="connsiteX7" fmla="*/ 68662 w 1855561"/>
              <a:gd name="connsiteY7" fmla="*/ 1235609 h 2274933"/>
              <a:gd name="connsiteX8" fmla="*/ 929 w 1855561"/>
              <a:gd name="connsiteY8" fmla="*/ 1269476 h 2274933"/>
              <a:gd name="connsiteX9" fmla="*/ 34795 w 1855561"/>
              <a:gd name="connsiteY9" fmla="*/ 1455743 h 2274933"/>
              <a:gd name="connsiteX10" fmla="*/ 110995 w 1855561"/>
              <a:gd name="connsiteY10" fmla="*/ 1557343 h 2274933"/>
              <a:gd name="connsiteX11" fmla="*/ 144862 w 1855561"/>
              <a:gd name="connsiteY11" fmla="*/ 1650476 h 2274933"/>
              <a:gd name="connsiteX12" fmla="*/ 212595 w 1855561"/>
              <a:gd name="connsiteY12" fmla="*/ 1633543 h 2274933"/>
              <a:gd name="connsiteX13" fmla="*/ 221062 w 1855561"/>
              <a:gd name="connsiteY13" fmla="*/ 1574276 h 2274933"/>
              <a:gd name="connsiteX14" fmla="*/ 221062 w 1855561"/>
              <a:gd name="connsiteY14" fmla="*/ 1540409 h 2274933"/>
              <a:gd name="connsiteX15" fmla="*/ 348062 w 1855561"/>
              <a:gd name="connsiteY15" fmla="*/ 1769009 h 2274933"/>
              <a:gd name="connsiteX16" fmla="*/ 483529 w 1855561"/>
              <a:gd name="connsiteY16" fmla="*/ 2006076 h 2274933"/>
              <a:gd name="connsiteX17" fmla="*/ 906861 w 1855561"/>
              <a:gd name="connsiteY17" fmla="*/ 2268542 h 2274933"/>
              <a:gd name="connsiteX18" fmla="*/ 1304795 w 1855561"/>
              <a:gd name="connsiteY18" fmla="*/ 2166943 h 2274933"/>
              <a:gd name="connsiteX19" fmla="*/ 1567262 w 1855561"/>
              <a:gd name="connsiteY19" fmla="*/ 1870609 h 2274933"/>
              <a:gd name="connsiteX20" fmla="*/ 1685795 w 1855561"/>
              <a:gd name="connsiteY20" fmla="*/ 1531943 h 2274933"/>
              <a:gd name="connsiteX21" fmla="*/ 1677329 w 1855561"/>
              <a:gd name="connsiteY21" fmla="*/ 1464209 h 2274933"/>
              <a:gd name="connsiteX22" fmla="*/ 1736595 w 1855561"/>
              <a:gd name="connsiteY22" fmla="*/ 1557343 h 2274933"/>
              <a:gd name="connsiteX23" fmla="*/ 1787395 w 1855561"/>
              <a:gd name="connsiteY23" fmla="*/ 1531943 h 2274933"/>
              <a:gd name="connsiteX24" fmla="*/ 1804329 w 1855561"/>
              <a:gd name="connsiteY24" fmla="*/ 1413409 h 2274933"/>
              <a:gd name="connsiteX25" fmla="*/ 1812795 w 1855561"/>
              <a:gd name="connsiteY25" fmla="*/ 1311809 h 2274933"/>
              <a:gd name="connsiteX26" fmla="*/ 1855129 w 1855561"/>
              <a:gd name="connsiteY26" fmla="*/ 1218676 h 2274933"/>
              <a:gd name="connsiteX27" fmla="*/ 1829729 w 1855561"/>
              <a:gd name="connsiteY27" fmla="*/ 1100143 h 2274933"/>
              <a:gd name="connsiteX28" fmla="*/ 1753529 w 1855561"/>
              <a:gd name="connsiteY28" fmla="*/ 1125543 h 2274933"/>
              <a:gd name="connsiteX29" fmla="*/ 1694262 w 1855561"/>
              <a:gd name="connsiteY29" fmla="*/ 1210209 h 2274933"/>
              <a:gd name="connsiteX30" fmla="*/ 1685795 w 1855561"/>
              <a:gd name="connsiteY30" fmla="*/ 1244076 h 2274933"/>
              <a:gd name="connsiteX31" fmla="*/ 1702729 w 1855561"/>
              <a:gd name="connsiteY31" fmla="*/ 837676 h 2274933"/>
              <a:gd name="connsiteX32" fmla="*/ 1643462 w 1855561"/>
              <a:gd name="connsiteY32" fmla="*/ 456676 h 2274933"/>
              <a:gd name="connsiteX33" fmla="*/ 1474129 w 1855561"/>
              <a:gd name="connsiteY33" fmla="*/ 194209 h 2274933"/>
              <a:gd name="connsiteX34" fmla="*/ 1220129 w 1855561"/>
              <a:gd name="connsiteY34" fmla="*/ 58743 h 2274933"/>
              <a:gd name="connsiteX35" fmla="*/ 906862 w 1855561"/>
              <a:gd name="connsiteY35" fmla="*/ 7943 h 2274933"/>
              <a:gd name="connsiteX36" fmla="*/ 779862 w 1855561"/>
              <a:gd name="connsiteY36" fmla="*/ 16409 h 2274933"/>
              <a:gd name="connsiteX0" fmla="*/ 779862 w 1855561"/>
              <a:gd name="connsiteY0" fmla="*/ 16409 h 2274933"/>
              <a:gd name="connsiteX1" fmla="*/ 500462 w 1855561"/>
              <a:gd name="connsiteY1" fmla="*/ 151876 h 2274933"/>
              <a:gd name="connsiteX2" fmla="*/ 263395 w 1855561"/>
              <a:gd name="connsiteY2" fmla="*/ 397409 h 2274933"/>
              <a:gd name="connsiteX3" fmla="*/ 117345 w 1855561"/>
              <a:gd name="connsiteY3" fmla="*/ 790050 h 2274933"/>
              <a:gd name="connsiteX4" fmla="*/ 153329 w 1855561"/>
              <a:gd name="connsiteY4" fmla="*/ 1227143 h 2274933"/>
              <a:gd name="connsiteX5" fmla="*/ 153329 w 1855561"/>
              <a:gd name="connsiteY5" fmla="*/ 1311809 h 2274933"/>
              <a:gd name="connsiteX6" fmla="*/ 102529 w 1855561"/>
              <a:gd name="connsiteY6" fmla="*/ 1252543 h 2274933"/>
              <a:gd name="connsiteX7" fmla="*/ 68662 w 1855561"/>
              <a:gd name="connsiteY7" fmla="*/ 1235609 h 2274933"/>
              <a:gd name="connsiteX8" fmla="*/ 929 w 1855561"/>
              <a:gd name="connsiteY8" fmla="*/ 1269476 h 2274933"/>
              <a:gd name="connsiteX9" fmla="*/ 34795 w 1855561"/>
              <a:gd name="connsiteY9" fmla="*/ 1455743 h 2274933"/>
              <a:gd name="connsiteX10" fmla="*/ 110995 w 1855561"/>
              <a:gd name="connsiteY10" fmla="*/ 1557343 h 2274933"/>
              <a:gd name="connsiteX11" fmla="*/ 144862 w 1855561"/>
              <a:gd name="connsiteY11" fmla="*/ 1650476 h 2274933"/>
              <a:gd name="connsiteX12" fmla="*/ 212595 w 1855561"/>
              <a:gd name="connsiteY12" fmla="*/ 1633543 h 2274933"/>
              <a:gd name="connsiteX13" fmla="*/ 221062 w 1855561"/>
              <a:gd name="connsiteY13" fmla="*/ 1574276 h 2274933"/>
              <a:gd name="connsiteX14" fmla="*/ 221062 w 1855561"/>
              <a:gd name="connsiteY14" fmla="*/ 1540409 h 2274933"/>
              <a:gd name="connsiteX15" fmla="*/ 348062 w 1855561"/>
              <a:gd name="connsiteY15" fmla="*/ 1769009 h 2274933"/>
              <a:gd name="connsiteX16" fmla="*/ 483529 w 1855561"/>
              <a:gd name="connsiteY16" fmla="*/ 2006076 h 2274933"/>
              <a:gd name="connsiteX17" fmla="*/ 906861 w 1855561"/>
              <a:gd name="connsiteY17" fmla="*/ 2268542 h 2274933"/>
              <a:gd name="connsiteX18" fmla="*/ 1304795 w 1855561"/>
              <a:gd name="connsiteY18" fmla="*/ 2166943 h 2274933"/>
              <a:gd name="connsiteX19" fmla="*/ 1567262 w 1855561"/>
              <a:gd name="connsiteY19" fmla="*/ 1870609 h 2274933"/>
              <a:gd name="connsiteX20" fmla="*/ 1685795 w 1855561"/>
              <a:gd name="connsiteY20" fmla="*/ 1531943 h 2274933"/>
              <a:gd name="connsiteX21" fmla="*/ 1677329 w 1855561"/>
              <a:gd name="connsiteY21" fmla="*/ 1464209 h 2274933"/>
              <a:gd name="connsiteX22" fmla="*/ 1736595 w 1855561"/>
              <a:gd name="connsiteY22" fmla="*/ 1557343 h 2274933"/>
              <a:gd name="connsiteX23" fmla="*/ 1787395 w 1855561"/>
              <a:gd name="connsiteY23" fmla="*/ 1531943 h 2274933"/>
              <a:gd name="connsiteX24" fmla="*/ 1804329 w 1855561"/>
              <a:gd name="connsiteY24" fmla="*/ 1413409 h 2274933"/>
              <a:gd name="connsiteX25" fmla="*/ 1812795 w 1855561"/>
              <a:gd name="connsiteY25" fmla="*/ 1311809 h 2274933"/>
              <a:gd name="connsiteX26" fmla="*/ 1855129 w 1855561"/>
              <a:gd name="connsiteY26" fmla="*/ 1218676 h 2274933"/>
              <a:gd name="connsiteX27" fmla="*/ 1829729 w 1855561"/>
              <a:gd name="connsiteY27" fmla="*/ 1100143 h 2274933"/>
              <a:gd name="connsiteX28" fmla="*/ 1753529 w 1855561"/>
              <a:gd name="connsiteY28" fmla="*/ 1125543 h 2274933"/>
              <a:gd name="connsiteX29" fmla="*/ 1694262 w 1855561"/>
              <a:gd name="connsiteY29" fmla="*/ 1210209 h 2274933"/>
              <a:gd name="connsiteX30" fmla="*/ 1685795 w 1855561"/>
              <a:gd name="connsiteY30" fmla="*/ 1244076 h 2274933"/>
              <a:gd name="connsiteX31" fmla="*/ 1702729 w 1855561"/>
              <a:gd name="connsiteY31" fmla="*/ 837676 h 2274933"/>
              <a:gd name="connsiteX32" fmla="*/ 1643462 w 1855561"/>
              <a:gd name="connsiteY32" fmla="*/ 456676 h 2274933"/>
              <a:gd name="connsiteX33" fmla="*/ 1474129 w 1855561"/>
              <a:gd name="connsiteY33" fmla="*/ 194209 h 2274933"/>
              <a:gd name="connsiteX34" fmla="*/ 1220129 w 1855561"/>
              <a:gd name="connsiteY34" fmla="*/ 58743 h 2274933"/>
              <a:gd name="connsiteX35" fmla="*/ 906862 w 1855561"/>
              <a:gd name="connsiteY35" fmla="*/ 7943 h 2274933"/>
              <a:gd name="connsiteX36" fmla="*/ 779862 w 1855561"/>
              <a:gd name="connsiteY36" fmla="*/ 16409 h 2274933"/>
              <a:gd name="connsiteX0" fmla="*/ 779862 w 1855561"/>
              <a:gd name="connsiteY0" fmla="*/ 16409 h 2274933"/>
              <a:gd name="connsiteX1" fmla="*/ 500462 w 1855561"/>
              <a:gd name="connsiteY1" fmla="*/ 151876 h 2274933"/>
              <a:gd name="connsiteX2" fmla="*/ 263395 w 1855561"/>
              <a:gd name="connsiteY2" fmla="*/ 397409 h 2274933"/>
              <a:gd name="connsiteX3" fmla="*/ 117345 w 1855561"/>
              <a:gd name="connsiteY3" fmla="*/ 790050 h 2274933"/>
              <a:gd name="connsiteX4" fmla="*/ 142745 w 1855561"/>
              <a:gd name="connsiteY4" fmla="*/ 758300 h 2274933"/>
              <a:gd name="connsiteX5" fmla="*/ 153329 w 1855561"/>
              <a:gd name="connsiteY5" fmla="*/ 1227143 h 2274933"/>
              <a:gd name="connsiteX6" fmla="*/ 153329 w 1855561"/>
              <a:gd name="connsiteY6" fmla="*/ 1311809 h 2274933"/>
              <a:gd name="connsiteX7" fmla="*/ 102529 w 1855561"/>
              <a:gd name="connsiteY7" fmla="*/ 1252543 h 2274933"/>
              <a:gd name="connsiteX8" fmla="*/ 68662 w 1855561"/>
              <a:gd name="connsiteY8" fmla="*/ 1235609 h 2274933"/>
              <a:gd name="connsiteX9" fmla="*/ 929 w 1855561"/>
              <a:gd name="connsiteY9" fmla="*/ 1269476 h 2274933"/>
              <a:gd name="connsiteX10" fmla="*/ 34795 w 1855561"/>
              <a:gd name="connsiteY10" fmla="*/ 1455743 h 2274933"/>
              <a:gd name="connsiteX11" fmla="*/ 110995 w 1855561"/>
              <a:gd name="connsiteY11" fmla="*/ 1557343 h 2274933"/>
              <a:gd name="connsiteX12" fmla="*/ 144862 w 1855561"/>
              <a:gd name="connsiteY12" fmla="*/ 1650476 h 2274933"/>
              <a:gd name="connsiteX13" fmla="*/ 212595 w 1855561"/>
              <a:gd name="connsiteY13" fmla="*/ 1633543 h 2274933"/>
              <a:gd name="connsiteX14" fmla="*/ 221062 w 1855561"/>
              <a:gd name="connsiteY14" fmla="*/ 1574276 h 2274933"/>
              <a:gd name="connsiteX15" fmla="*/ 221062 w 1855561"/>
              <a:gd name="connsiteY15" fmla="*/ 1540409 h 2274933"/>
              <a:gd name="connsiteX16" fmla="*/ 348062 w 1855561"/>
              <a:gd name="connsiteY16" fmla="*/ 1769009 h 2274933"/>
              <a:gd name="connsiteX17" fmla="*/ 483529 w 1855561"/>
              <a:gd name="connsiteY17" fmla="*/ 2006076 h 2274933"/>
              <a:gd name="connsiteX18" fmla="*/ 906861 w 1855561"/>
              <a:gd name="connsiteY18" fmla="*/ 2268542 h 2274933"/>
              <a:gd name="connsiteX19" fmla="*/ 1304795 w 1855561"/>
              <a:gd name="connsiteY19" fmla="*/ 2166943 h 2274933"/>
              <a:gd name="connsiteX20" fmla="*/ 1567262 w 1855561"/>
              <a:gd name="connsiteY20" fmla="*/ 1870609 h 2274933"/>
              <a:gd name="connsiteX21" fmla="*/ 1685795 w 1855561"/>
              <a:gd name="connsiteY21" fmla="*/ 1531943 h 2274933"/>
              <a:gd name="connsiteX22" fmla="*/ 1677329 w 1855561"/>
              <a:gd name="connsiteY22" fmla="*/ 1464209 h 2274933"/>
              <a:gd name="connsiteX23" fmla="*/ 1736595 w 1855561"/>
              <a:gd name="connsiteY23" fmla="*/ 1557343 h 2274933"/>
              <a:gd name="connsiteX24" fmla="*/ 1787395 w 1855561"/>
              <a:gd name="connsiteY24" fmla="*/ 1531943 h 2274933"/>
              <a:gd name="connsiteX25" fmla="*/ 1804329 w 1855561"/>
              <a:gd name="connsiteY25" fmla="*/ 1413409 h 2274933"/>
              <a:gd name="connsiteX26" fmla="*/ 1812795 w 1855561"/>
              <a:gd name="connsiteY26" fmla="*/ 1311809 h 2274933"/>
              <a:gd name="connsiteX27" fmla="*/ 1855129 w 1855561"/>
              <a:gd name="connsiteY27" fmla="*/ 1218676 h 2274933"/>
              <a:gd name="connsiteX28" fmla="*/ 1829729 w 1855561"/>
              <a:gd name="connsiteY28" fmla="*/ 1100143 h 2274933"/>
              <a:gd name="connsiteX29" fmla="*/ 1753529 w 1855561"/>
              <a:gd name="connsiteY29" fmla="*/ 1125543 h 2274933"/>
              <a:gd name="connsiteX30" fmla="*/ 1694262 w 1855561"/>
              <a:gd name="connsiteY30" fmla="*/ 1210209 h 2274933"/>
              <a:gd name="connsiteX31" fmla="*/ 1685795 w 1855561"/>
              <a:gd name="connsiteY31" fmla="*/ 1244076 h 2274933"/>
              <a:gd name="connsiteX32" fmla="*/ 1702729 w 1855561"/>
              <a:gd name="connsiteY32" fmla="*/ 837676 h 2274933"/>
              <a:gd name="connsiteX33" fmla="*/ 1643462 w 1855561"/>
              <a:gd name="connsiteY33" fmla="*/ 456676 h 2274933"/>
              <a:gd name="connsiteX34" fmla="*/ 1474129 w 1855561"/>
              <a:gd name="connsiteY34" fmla="*/ 194209 h 2274933"/>
              <a:gd name="connsiteX35" fmla="*/ 1220129 w 1855561"/>
              <a:gd name="connsiteY35" fmla="*/ 58743 h 2274933"/>
              <a:gd name="connsiteX36" fmla="*/ 906862 w 1855561"/>
              <a:gd name="connsiteY36" fmla="*/ 7943 h 2274933"/>
              <a:gd name="connsiteX37" fmla="*/ 779862 w 1855561"/>
              <a:gd name="connsiteY37" fmla="*/ 16409 h 2274933"/>
              <a:gd name="connsiteX0" fmla="*/ 698370 w 1855561"/>
              <a:gd name="connsiteY0" fmla="*/ 37974 h 2267188"/>
              <a:gd name="connsiteX1" fmla="*/ 500462 w 1855561"/>
              <a:gd name="connsiteY1" fmla="*/ 144131 h 2267188"/>
              <a:gd name="connsiteX2" fmla="*/ 263395 w 1855561"/>
              <a:gd name="connsiteY2" fmla="*/ 389664 h 2267188"/>
              <a:gd name="connsiteX3" fmla="*/ 117345 w 1855561"/>
              <a:gd name="connsiteY3" fmla="*/ 782305 h 2267188"/>
              <a:gd name="connsiteX4" fmla="*/ 142745 w 1855561"/>
              <a:gd name="connsiteY4" fmla="*/ 750555 h 2267188"/>
              <a:gd name="connsiteX5" fmla="*/ 153329 w 1855561"/>
              <a:gd name="connsiteY5" fmla="*/ 1219398 h 2267188"/>
              <a:gd name="connsiteX6" fmla="*/ 153329 w 1855561"/>
              <a:gd name="connsiteY6" fmla="*/ 1304064 h 2267188"/>
              <a:gd name="connsiteX7" fmla="*/ 102529 w 1855561"/>
              <a:gd name="connsiteY7" fmla="*/ 1244798 h 2267188"/>
              <a:gd name="connsiteX8" fmla="*/ 68662 w 1855561"/>
              <a:gd name="connsiteY8" fmla="*/ 1227864 h 2267188"/>
              <a:gd name="connsiteX9" fmla="*/ 929 w 1855561"/>
              <a:gd name="connsiteY9" fmla="*/ 1261731 h 2267188"/>
              <a:gd name="connsiteX10" fmla="*/ 34795 w 1855561"/>
              <a:gd name="connsiteY10" fmla="*/ 1447998 h 2267188"/>
              <a:gd name="connsiteX11" fmla="*/ 110995 w 1855561"/>
              <a:gd name="connsiteY11" fmla="*/ 1549598 h 2267188"/>
              <a:gd name="connsiteX12" fmla="*/ 144862 w 1855561"/>
              <a:gd name="connsiteY12" fmla="*/ 1642731 h 2267188"/>
              <a:gd name="connsiteX13" fmla="*/ 212595 w 1855561"/>
              <a:gd name="connsiteY13" fmla="*/ 1625798 h 2267188"/>
              <a:gd name="connsiteX14" fmla="*/ 221062 w 1855561"/>
              <a:gd name="connsiteY14" fmla="*/ 1566531 h 2267188"/>
              <a:gd name="connsiteX15" fmla="*/ 221062 w 1855561"/>
              <a:gd name="connsiteY15" fmla="*/ 1532664 h 2267188"/>
              <a:gd name="connsiteX16" fmla="*/ 348062 w 1855561"/>
              <a:gd name="connsiteY16" fmla="*/ 1761264 h 2267188"/>
              <a:gd name="connsiteX17" fmla="*/ 483529 w 1855561"/>
              <a:gd name="connsiteY17" fmla="*/ 1998331 h 2267188"/>
              <a:gd name="connsiteX18" fmla="*/ 906861 w 1855561"/>
              <a:gd name="connsiteY18" fmla="*/ 2260797 h 2267188"/>
              <a:gd name="connsiteX19" fmla="*/ 1304795 w 1855561"/>
              <a:gd name="connsiteY19" fmla="*/ 2159198 h 2267188"/>
              <a:gd name="connsiteX20" fmla="*/ 1567262 w 1855561"/>
              <a:gd name="connsiteY20" fmla="*/ 1862864 h 2267188"/>
              <a:gd name="connsiteX21" fmla="*/ 1685795 w 1855561"/>
              <a:gd name="connsiteY21" fmla="*/ 1524198 h 2267188"/>
              <a:gd name="connsiteX22" fmla="*/ 1677329 w 1855561"/>
              <a:gd name="connsiteY22" fmla="*/ 1456464 h 2267188"/>
              <a:gd name="connsiteX23" fmla="*/ 1736595 w 1855561"/>
              <a:gd name="connsiteY23" fmla="*/ 1549598 h 2267188"/>
              <a:gd name="connsiteX24" fmla="*/ 1787395 w 1855561"/>
              <a:gd name="connsiteY24" fmla="*/ 1524198 h 2267188"/>
              <a:gd name="connsiteX25" fmla="*/ 1804329 w 1855561"/>
              <a:gd name="connsiteY25" fmla="*/ 1405664 h 2267188"/>
              <a:gd name="connsiteX26" fmla="*/ 1812795 w 1855561"/>
              <a:gd name="connsiteY26" fmla="*/ 1304064 h 2267188"/>
              <a:gd name="connsiteX27" fmla="*/ 1855129 w 1855561"/>
              <a:gd name="connsiteY27" fmla="*/ 1210931 h 2267188"/>
              <a:gd name="connsiteX28" fmla="*/ 1829729 w 1855561"/>
              <a:gd name="connsiteY28" fmla="*/ 1092398 h 2267188"/>
              <a:gd name="connsiteX29" fmla="*/ 1753529 w 1855561"/>
              <a:gd name="connsiteY29" fmla="*/ 1117798 h 2267188"/>
              <a:gd name="connsiteX30" fmla="*/ 1694262 w 1855561"/>
              <a:gd name="connsiteY30" fmla="*/ 1202464 h 2267188"/>
              <a:gd name="connsiteX31" fmla="*/ 1685795 w 1855561"/>
              <a:gd name="connsiteY31" fmla="*/ 1236331 h 2267188"/>
              <a:gd name="connsiteX32" fmla="*/ 1702729 w 1855561"/>
              <a:gd name="connsiteY32" fmla="*/ 829931 h 2267188"/>
              <a:gd name="connsiteX33" fmla="*/ 1643462 w 1855561"/>
              <a:gd name="connsiteY33" fmla="*/ 448931 h 2267188"/>
              <a:gd name="connsiteX34" fmla="*/ 1474129 w 1855561"/>
              <a:gd name="connsiteY34" fmla="*/ 186464 h 2267188"/>
              <a:gd name="connsiteX35" fmla="*/ 1220129 w 1855561"/>
              <a:gd name="connsiteY35" fmla="*/ 50998 h 2267188"/>
              <a:gd name="connsiteX36" fmla="*/ 906862 w 1855561"/>
              <a:gd name="connsiteY36" fmla="*/ 198 h 2267188"/>
              <a:gd name="connsiteX37" fmla="*/ 698370 w 1855561"/>
              <a:gd name="connsiteY37" fmla="*/ 37974 h 2267188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263395 w 1855561"/>
              <a:gd name="connsiteY2" fmla="*/ 389543 h 2267067"/>
              <a:gd name="connsiteX3" fmla="*/ 117345 w 1855561"/>
              <a:gd name="connsiteY3" fmla="*/ 782184 h 2267067"/>
              <a:gd name="connsiteX4" fmla="*/ 142745 w 1855561"/>
              <a:gd name="connsiteY4" fmla="*/ 750434 h 2267067"/>
              <a:gd name="connsiteX5" fmla="*/ 153329 w 1855561"/>
              <a:gd name="connsiteY5" fmla="*/ 1219277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263395 w 1855561"/>
              <a:gd name="connsiteY2" fmla="*/ 389543 h 2267067"/>
              <a:gd name="connsiteX3" fmla="*/ 117345 w 1855561"/>
              <a:gd name="connsiteY3" fmla="*/ 782184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263395 w 1855561"/>
              <a:gd name="connsiteY2" fmla="*/ 389543 h 2267067"/>
              <a:gd name="connsiteX3" fmla="*/ 161795 w 1855561"/>
              <a:gd name="connsiteY3" fmla="*/ 598033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263395 w 1855561"/>
              <a:gd name="connsiteY2" fmla="*/ 389543 h 2267067"/>
              <a:gd name="connsiteX3" fmla="*/ 193545 w 1855561"/>
              <a:gd name="connsiteY3" fmla="*/ 499608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333245 w 1855561"/>
              <a:gd name="connsiteY2" fmla="*/ 274183 h 2267067"/>
              <a:gd name="connsiteX3" fmla="*/ 193545 w 1855561"/>
              <a:gd name="connsiteY3" fmla="*/ 499608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349120 w 1855561"/>
              <a:gd name="connsiteY2" fmla="*/ 274183 h 2267067"/>
              <a:gd name="connsiteX3" fmla="*/ 193545 w 1855561"/>
              <a:gd name="connsiteY3" fmla="*/ 499608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53 h 2267067"/>
              <a:gd name="connsiteX1" fmla="*/ 500462 w 1855561"/>
              <a:gd name="connsiteY1" fmla="*/ 144010 h 2267067"/>
              <a:gd name="connsiteX2" fmla="*/ 358645 w 1855561"/>
              <a:gd name="connsiteY2" fmla="*/ 226558 h 2267067"/>
              <a:gd name="connsiteX3" fmla="*/ 193545 w 1855561"/>
              <a:gd name="connsiteY3" fmla="*/ 499608 h 2267067"/>
              <a:gd name="connsiteX4" fmla="*/ 142745 w 1855561"/>
              <a:gd name="connsiteY4" fmla="*/ 750434 h 2267067"/>
              <a:gd name="connsiteX5" fmla="*/ 142745 w 1855561"/>
              <a:gd name="connsiteY5" fmla="*/ 1058408 h 2267067"/>
              <a:gd name="connsiteX6" fmla="*/ 153329 w 1855561"/>
              <a:gd name="connsiteY6" fmla="*/ 1303943 h 2267067"/>
              <a:gd name="connsiteX7" fmla="*/ 102529 w 1855561"/>
              <a:gd name="connsiteY7" fmla="*/ 1244677 h 2267067"/>
              <a:gd name="connsiteX8" fmla="*/ 68662 w 1855561"/>
              <a:gd name="connsiteY8" fmla="*/ 1227743 h 2267067"/>
              <a:gd name="connsiteX9" fmla="*/ 929 w 1855561"/>
              <a:gd name="connsiteY9" fmla="*/ 1261610 h 2267067"/>
              <a:gd name="connsiteX10" fmla="*/ 34795 w 1855561"/>
              <a:gd name="connsiteY10" fmla="*/ 1447877 h 2267067"/>
              <a:gd name="connsiteX11" fmla="*/ 110995 w 1855561"/>
              <a:gd name="connsiteY11" fmla="*/ 1549477 h 2267067"/>
              <a:gd name="connsiteX12" fmla="*/ 144862 w 1855561"/>
              <a:gd name="connsiteY12" fmla="*/ 1642610 h 2267067"/>
              <a:gd name="connsiteX13" fmla="*/ 212595 w 1855561"/>
              <a:gd name="connsiteY13" fmla="*/ 1625677 h 2267067"/>
              <a:gd name="connsiteX14" fmla="*/ 221062 w 1855561"/>
              <a:gd name="connsiteY14" fmla="*/ 1566410 h 2267067"/>
              <a:gd name="connsiteX15" fmla="*/ 221062 w 1855561"/>
              <a:gd name="connsiteY15" fmla="*/ 1532543 h 2267067"/>
              <a:gd name="connsiteX16" fmla="*/ 348062 w 1855561"/>
              <a:gd name="connsiteY16" fmla="*/ 1761143 h 2267067"/>
              <a:gd name="connsiteX17" fmla="*/ 483529 w 1855561"/>
              <a:gd name="connsiteY17" fmla="*/ 1998210 h 2267067"/>
              <a:gd name="connsiteX18" fmla="*/ 906861 w 1855561"/>
              <a:gd name="connsiteY18" fmla="*/ 2260676 h 2267067"/>
              <a:gd name="connsiteX19" fmla="*/ 1304795 w 1855561"/>
              <a:gd name="connsiteY19" fmla="*/ 2159077 h 2267067"/>
              <a:gd name="connsiteX20" fmla="*/ 1567262 w 1855561"/>
              <a:gd name="connsiteY20" fmla="*/ 1862743 h 2267067"/>
              <a:gd name="connsiteX21" fmla="*/ 1685795 w 1855561"/>
              <a:gd name="connsiteY21" fmla="*/ 1524077 h 2267067"/>
              <a:gd name="connsiteX22" fmla="*/ 1677329 w 1855561"/>
              <a:gd name="connsiteY22" fmla="*/ 1456343 h 2267067"/>
              <a:gd name="connsiteX23" fmla="*/ 1736595 w 1855561"/>
              <a:gd name="connsiteY23" fmla="*/ 1549477 h 2267067"/>
              <a:gd name="connsiteX24" fmla="*/ 1787395 w 1855561"/>
              <a:gd name="connsiteY24" fmla="*/ 1524077 h 2267067"/>
              <a:gd name="connsiteX25" fmla="*/ 1804329 w 1855561"/>
              <a:gd name="connsiteY25" fmla="*/ 1405543 h 2267067"/>
              <a:gd name="connsiteX26" fmla="*/ 1812795 w 1855561"/>
              <a:gd name="connsiteY26" fmla="*/ 1303943 h 2267067"/>
              <a:gd name="connsiteX27" fmla="*/ 1855129 w 1855561"/>
              <a:gd name="connsiteY27" fmla="*/ 1210810 h 2267067"/>
              <a:gd name="connsiteX28" fmla="*/ 1829729 w 1855561"/>
              <a:gd name="connsiteY28" fmla="*/ 1092277 h 2267067"/>
              <a:gd name="connsiteX29" fmla="*/ 1753529 w 1855561"/>
              <a:gd name="connsiteY29" fmla="*/ 1117677 h 2267067"/>
              <a:gd name="connsiteX30" fmla="*/ 1694262 w 1855561"/>
              <a:gd name="connsiteY30" fmla="*/ 1202343 h 2267067"/>
              <a:gd name="connsiteX31" fmla="*/ 1685795 w 1855561"/>
              <a:gd name="connsiteY31" fmla="*/ 1236210 h 2267067"/>
              <a:gd name="connsiteX32" fmla="*/ 1702729 w 1855561"/>
              <a:gd name="connsiteY32" fmla="*/ 829810 h 2267067"/>
              <a:gd name="connsiteX33" fmla="*/ 1643462 w 1855561"/>
              <a:gd name="connsiteY33" fmla="*/ 448810 h 2267067"/>
              <a:gd name="connsiteX34" fmla="*/ 1474129 w 1855561"/>
              <a:gd name="connsiteY34" fmla="*/ 186343 h 2267067"/>
              <a:gd name="connsiteX35" fmla="*/ 1263520 w 1855561"/>
              <a:gd name="connsiteY35" fmla="*/ 45598 h 2267067"/>
              <a:gd name="connsiteX36" fmla="*/ 906862 w 1855561"/>
              <a:gd name="connsiteY36" fmla="*/ 77 h 2267067"/>
              <a:gd name="connsiteX37" fmla="*/ 698370 w 1855561"/>
              <a:gd name="connsiteY37" fmla="*/ 37853 h 2267067"/>
              <a:gd name="connsiteX0" fmla="*/ 698370 w 1855561"/>
              <a:gd name="connsiteY0" fmla="*/ 37833 h 2267047"/>
              <a:gd name="connsiteX1" fmla="*/ 530095 w 1855561"/>
              <a:gd name="connsiteY1" fmla="*/ 109063 h 2267047"/>
              <a:gd name="connsiteX2" fmla="*/ 358645 w 1855561"/>
              <a:gd name="connsiteY2" fmla="*/ 226538 h 2267047"/>
              <a:gd name="connsiteX3" fmla="*/ 193545 w 1855561"/>
              <a:gd name="connsiteY3" fmla="*/ 499588 h 2267047"/>
              <a:gd name="connsiteX4" fmla="*/ 142745 w 1855561"/>
              <a:gd name="connsiteY4" fmla="*/ 750414 h 2267047"/>
              <a:gd name="connsiteX5" fmla="*/ 142745 w 1855561"/>
              <a:gd name="connsiteY5" fmla="*/ 1058388 h 2267047"/>
              <a:gd name="connsiteX6" fmla="*/ 153329 w 1855561"/>
              <a:gd name="connsiteY6" fmla="*/ 1303923 h 2267047"/>
              <a:gd name="connsiteX7" fmla="*/ 102529 w 1855561"/>
              <a:gd name="connsiteY7" fmla="*/ 1244657 h 2267047"/>
              <a:gd name="connsiteX8" fmla="*/ 68662 w 1855561"/>
              <a:gd name="connsiteY8" fmla="*/ 1227723 h 2267047"/>
              <a:gd name="connsiteX9" fmla="*/ 929 w 1855561"/>
              <a:gd name="connsiteY9" fmla="*/ 1261590 h 2267047"/>
              <a:gd name="connsiteX10" fmla="*/ 34795 w 1855561"/>
              <a:gd name="connsiteY10" fmla="*/ 1447857 h 2267047"/>
              <a:gd name="connsiteX11" fmla="*/ 110995 w 1855561"/>
              <a:gd name="connsiteY11" fmla="*/ 1549457 h 2267047"/>
              <a:gd name="connsiteX12" fmla="*/ 144862 w 1855561"/>
              <a:gd name="connsiteY12" fmla="*/ 1642590 h 2267047"/>
              <a:gd name="connsiteX13" fmla="*/ 212595 w 1855561"/>
              <a:gd name="connsiteY13" fmla="*/ 1625657 h 2267047"/>
              <a:gd name="connsiteX14" fmla="*/ 221062 w 1855561"/>
              <a:gd name="connsiteY14" fmla="*/ 1566390 h 2267047"/>
              <a:gd name="connsiteX15" fmla="*/ 221062 w 1855561"/>
              <a:gd name="connsiteY15" fmla="*/ 1532523 h 2267047"/>
              <a:gd name="connsiteX16" fmla="*/ 348062 w 1855561"/>
              <a:gd name="connsiteY16" fmla="*/ 1761123 h 2267047"/>
              <a:gd name="connsiteX17" fmla="*/ 483529 w 1855561"/>
              <a:gd name="connsiteY17" fmla="*/ 1998190 h 2267047"/>
              <a:gd name="connsiteX18" fmla="*/ 906861 w 1855561"/>
              <a:gd name="connsiteY18" fmla="*/ 2260656 h 2267047"/>
              <a:gd name="connsiteX19" fmla="*/ 1304795 w 1855561"/>
              <a:gd name="connsiteY19" fmla="*/ 2159057 h 2267047"/>
              <a:gd name="connsiteX20" fmla="*/ 1567262 w 1855561"/>
              <a:gd name="connsiteY20" fmla="*/ 1862723 h 2267047"/>
              <a:gd name="connsiteX21" fmla="*/ 1685795 w 1855561"/>
              <a:gd name="connsiteY21" fmla="*/ 1524057 h 2267047"/>
              <a:gd name="connsiteX22" fmla="*/ 1677329 w 1855561"/>
              <a:gd name="connsiteY22" fmla="*/ 1456323 h 2267047"/>
              <a:gd name="connsiteX23" fmla="*/ 1736595 w 1855561"/>
              <a:gd name="connsiteY23" fmla="*/ 1549457 h 2267047"/>
              <a:gd name="connsiteX24" fmla="*/ 1787395 w 1855561"/>
              <a:gd name="connsiteY24" fmla="*/ 1524057 h 2267047"/>
              <a:gd name="connsiteX25" fmla="*/ 1804329 w 1855561"/>
              <a:gd name="connsiteY25" fmla="*/ 1405523 h 2267047"/>
              <a:gd name="connsiteX26" fmla="*/ 1812795 w 1855561"/>
              <a:gd name="connsiteY26" fmla="*/ 1303923 h 2267047"/>
              <a:gd name="connsiteX27" fmla="*/ 1855129 w 1855561"/>
              <a:gd name="connsiteY27" fmla="*/ 1210790 h 2267047"/>
              <a:gd name="connsiteX28" fmla="*/ 1829729 w 1855561"/>
              <a:gd name="connsiteY28" fmla="*/ 1092257 h 2267047"/>
              <a:gd name="connsiteX29" fmla="*/ 1753529 w 1855561"/>
              <a:gd name="connsiteY29" fmla="*/ 1117657 h 2267047"/>
              <a:gd name="connsiteX30" fmla="*/ 1694262 w 1855561"/>
              <a:gd name="connsiteY30" fmla="*/ 1202323 h 2267047"/>
              <a:gd name="connsiteX31" fmla="*/ 1685795 w 1855561"/>
              <a:gd name="connsiteY31" fmla="*/ 1236190 h 2267047"/>
              <a:gd name="connsiteX32" fmla="*/ 1702729 w 1855561"/>
              <a:gd name="connsiteY32" fmla="*/ 829790 h 2267047"/>
              <a:gd name="connsiteX33" fmla="*/ 1643462 w 1855561"/>
              <a:gd name="connsiteY33" fmla="*/ 448790 h 2267047"/>
              <a:gd name="connsiteX34" fmla="*/ 1474129 w 1855561"/>
              <a:gd name="connsiteY34" fmla="*/ 186323 h 2267047"/>
              <a:gd name="connsiteX35" fmla="*/ 1263520 w 1855561"/>
              <a:gd name="connsiteY35" fmla="*/ 45578 h 2267047"/>
              <a:gd name="connsiteX36" fmla="*/ 906862 w 1855561"/>
              <a:gd name="connsiteY36" fmla="*/ 57 h 2267047"/>
              <a:gd name="connsiteX37" fmla="*/ 698370 w 1855561"/>
              <a:gd name="connsiteY37" fmla="*/ 37833 h 2267047"/>
              <a:gd name="connsiteX0" fmla="*/ 698370 w 1855561"/>
              <a:gd name="connsiteY0" fmla="*/ 37833 h 2267047"/>
              <a:gd name="connsiteX1" fmla="*/ 530095 w 1855561"/>
              <a:gd name="connsiteY1" fmla="*/ 109063 h 2267047"/>
              <a:gd name="connsiteX2" fmla="*/ 358645 w 1855561"/>
              <a:gd name="connsiteY2" fmla="*/ 226538 h 2267047"/>
              <a:gd name="connsiteX3" fmla="*/ 193545 w 1855561"/>
              <a:gd name="connsiteY3" fmla="*/ 499588 h 2267047"/>
              <a:gd name="connsiteX4" fmla="*/ 142745 w 1855561"/>
              <a:gd name="connsiteY4" fmla="*/ 690089 h 2267047"/>
              <a:gd name="connsiteX5" fmla="*/ 142745 w 1855561"/>
              <a:gd name="connsiteY5" fmla="*/ 1058388 h 2267047"/>
              <a:gd name="connsiteX6" fmla="*/ 153329 w 1855561"/>
              <a:gd name="connsiteY6" fmla="*/ 1303923 h 2267047"/>
              <a:gd name="connsiteX7" fmla="*/ 102529 w 1855561"/>
              <a:gd name="connsiteY7" fmla="*/ 1244657 h 2267047"/>
              <a:gd name="connsiteX8" fmla="*/ 68662 w 1855561"/>
              <a:gd name="connsiteY8" fmla="*/ 1227723 h 2267047"/>
              <a:gd name="connsiteX9" fmla="*/ 929 w 1855561"/>
              <a:gd name="connsiteY9" fmla="*/ 1261590 h 2267047"/>
              <a:gd name="connsiteX10" fmla="*/ 34795 w 1855561"/>
              <a:gd name="connsiteY10" fmla="*/ 1447857 h 2267047"/>
              <a:gd name="connsiteX11" fmla="*/ 110995 w 1855561"/>
              <a:gd name="connsiteY11" fmla="*/ 1549457 h 2267047"/>
              <a:gd name="connsiteX12" fmla="*/ 144862 w 1855561"/>
              <a:gd name="connsiteY12" fmla="*/ 1642590 h 2267047"/>
              <a:gd name="connsiteX13" fmla="*/ 212595 w 1855561"/>
              <a:gd name="connsiteY13" fmla="*/ 1625657 h 2267047"/>
              <a:gd name="connsiteX14" fmla="*/ 221062 w 1855561"/>
              <a:gd name="connsiteY14" fmla="*/ 1566390 h 2267047"/>
              <a:gd name="connsiteX15" fmla="*/ 221062 w 1855561"/>
              <a:gd name="connsiteY15" fmla="*/ 1532523 h 2267047"/>
              <a:gd name="connsiteX16" fmla="*/ 348062 w 1855561"/>
              <a:gd name="connsiteY16" fmla="*/ 1761123 h 2267047"/>
              <a:gd name="connsiteX17" fmla="*/ 483529 w 1855561"/>
              <a:gd name="connsiteY17" fmla="*/ 1998190 h 2267047"/>
              <a:gd name="connsiteX18" fmla="*/ 906861 w 1855561"/>
              <a:gd name="connsiteY18" fmla="*/ 2260656 h 2267047"/>
              <a:gd name="connsiteX19" fmla="*/ 1304795 w 1855561"/>
              <a:gd name="connsiteY19" fmla="*/ 2159057 h 2267047"/>
              <a:gd name="connsiteX20" fmla="*/ 1567262 w 1855561"/>
              <a:gd name="connsiteY20" fmla="*/ 1862723 h 2267047"/>
              <a:gd name="connsiteX21" fmla="*/ 1685795 w 1855561"/>
              <a:gd name="connsiteY21" fmla="*/ 1524057 h 2267047"/>
              <a:gd name="connsiteX22" fmla="*/ 1677329 w 1855561"/>
              <a:gd name="connsiteY22" fmla="*/ 1456323 h 2267047"/>
              <a:gd name="connsiteX23" fmla="*/ 1736595 w 1855561"/>
              <a:gd name="connsiteY23" fmla="*/ 1549457 h 2267047"/>
              <a:gd name="connsiteX24" fmla="*/ 1787395 w 1855561"/>
              <a:gd name="connsiteY24" fmla="*/ 1524057 h 2267047"/>
              <a:gd name="connsiteX25" fmla="*/ 1804329 w 1855561"/>
              <a:gd name="connsiteY25" fmla="*/ 1405523 h 2267047"/>
              <a:gd name="connsiteX26" fmla="*/ 1812795 w 1855561"/>
              <a:gd name="connsiteY26" fmla="*/ 1303923 h 2267047"/>
              <a:gd name="connsiteX27" fmla="*/ 1855129 w 1855561"/>
              <a:gd name="connsiteY27" fmla="*/ 1210790 h 2267047"/>
              <a:gd name="connsiteX28" fmla="*/ 1829729 w 1855561"/>
              <a:gd name="connsiteY28" fmla="*/ 1092257 h 2267047"/>
              <a:gd name="connsiteX29" fmla="*/ 1753529 w 1855561"/>
              <a:gd name="connsiteY29" fmla="*/ 1117657 h 2267047"/>
              <a:gd name="connsiteX30" fmla="*/ 1694262 w 1855561"/>
              <a:gd name="connsiteY30" fmla="*/ 1202323 h 2267047"/>
              <a:gd name="connsiteX31" fmla="*/ 1685795 w 1855561"/>
              <a:gd name="connsiteY31" fmla="*/ 1236190 h 2267047"/>
              <a:gd name="connsiteX32" fmla="*/ 1702729 w 1855561"/>
              <a:gd name="connsiteY32" fmla="*/ 829790 h 2267047"/>
              <a:gd name="connsiteX33" fmla="*/ 1643462 w 1855561"/>
              <a:gd name="connsiteY33" fmla="*/ 448790 h 2267047"/>
              <a:gd name="connsiteX34" fmla="*/ 1474129 w 1855561"/>
              <a:gd name="connsiteY34" fmla="*/ 186323 h 2267047"/>
              <a:gd name="connsiteX35" fmla="*/ 1263520 w 1855561"/>
              <a:gd name="connsiteY35" fmla="*/ 45578 h 2267047"/>
              <a:gd name="connsiteX36" fmla="*/ 906862 w 1855561"/>
              <a:gd name="connsiteY36" fmla="*/ 57 h 2267047"/>
              <a:gd name="connsiteX37" fmla="*/ 698370 w 1855561"/>
              <a:gd name="connsiteY37" fmla="*/ 37833 h 2267047"/>
              <a:gd name="connsiteX0" fmla="*/ 698370 w 1855561"/>
              <a:gd name="connsiteY0" fmla="*/ 37833 h 2267047"/>
              <a:gd name="connsiteX1" fmla="*/ 530095 w 1855561"/>
              <a:gd name="connsiteY1" fmla="*/ 109063 h 2267047"/>
              <a:gd name="connsiteX2" fmla="*/ 358645 w 1855561"/>
              <a:gd name="connsiteY2" fmla="*/ 226538 h 2267047"/>
              <a:gd name="connsiteX3" fmla="*/ 193545 w 1855561"/>
              <a:gd name="connsiteY3" fmla="*/ 499588 h 2267047"/>
              <a:gd name="connsiteX4" fmla="*/ 142745 w 1855561"/>
              <a:gd name="connsiteY4" fmla="*/ 690089 h 2267047"/>
              <a:gd name="connsiteX5" fmla="*/ 142745 w 1855561"/>
              <a:gd name="connsiteY5" fmla="*/ 1058388 h 2267047"/>
              <a:gd name="connsiteX6" fmla="*/ 143804 w 1855561"/>
              <a:gd name="connsiteY6" fmla="*/ 1195973 h 2267047"/>
              <a:gd name="connsiteX7" fmla="*/ 102529 w 1855561"/>
              <a:gd name="connsiteY7" fmla="*/ 1244657 h 2267047"/>
              <a:gd name="connsiteX8" fmla="*/ 68662 w 1855561"/>
              <a:gd name="connsiteY8" fmla="*/ 1227723 h 2267047"/>
              <a:gd name="connsiteX9" fmla="*/ 929 w 1855561"/>
              <a:gd name="connsiteY9" fmla="*/ 1261590 h 2267047"/>
              <a:gd name="connsiteX10" fmla="*/ 34795 w 1855561"/>
              <a:gd name="connsiteY10" fmla="*/ 1447857 h 2267047"/>
              <a:gd name="connsiteX11" fmla="*/ 110995 w 1855561"/>
              <a:gd name="connsiteY11" fmla="*/ 1549457 h 2267047"/>
              <a:gd name="connsiteX12" fmla="*/ 144862 w 1855561"/>
              <a:gd name="connsiteY12" fmla="*/ 1642590 h 2267047"/>
              <a:gd name="connsiteX13" fmla="*/ 212595 w 1855561"/>
              <a:gd name="connsiteY13" fmla="*/ 1625657 h 2267047"/>
              <a:gd name="connsiteX14" fmla="*/ 221062 w 1855561"/>
              <a:gd name="connsiteY14" fmla="*/ 1566390 h 2267047"/>
              <a:gd name="connsiteX15" fmla="*/ 221062 w 1855561"/>
              <a:gd name="connsiteY15" fmla="*/ 1532523 h 2267047"/>
              <a:gd name="connsiteX16" fmla="*/ 348062 w 1855561"/>
              <a:gd name="connsiteY16" fmla="*/ 1761123 h 2267047"/>
              <a:gd name="connsiteX17" fmla="*/ 483529 w 1855561"/>
              <a:gd name="connsiteY17" fmla="*/ 1998190 h 2267047"/>
              <a:gd name="connsiteX18" fmla="*/ 906861 w 1855561"/>
              <a:gd name="connsiteY18" fmla="*/ 2260656 h 2267047"/>
              <a:gd name="connsiteX19" fmla="*/ 1304795 w 1855561"/>
              <a:gd name="connsiteY19" fmla="*/ 2159057 h 2267047"/>
              <a:gd name="connsiteX20" fmla="*/ 1567262 w 1855561"/>
              <a:gd name="connsiteY20" fmla="*/ 1862723 h 2267047"/>
              <a:gd name="connsiteX21" fmla="*/ 1685795 w 1855561"/>
              <a:gd name="connsiteY21" fmla="*/ 1524057 h 2267047"/>
              <a:gd name="connsiteX22" fmla="*/ 1677329 w 1855561"/>
              <a:gd name="connsiteY22" fmla="*/ 1456323 h 2267047"/>
              <a:gd name="connsiteX23" fmla="*/ 1736595 w 1855561"/>
              <a:gd name="connsiteY23" fmla="*/ 1549457 h 2267047"/>
              <a:gd name="connsiteX24" fmla="*/ 1787395 w 1855561"/>
              <a:gd name="connsiteY24" fmla="*/ 1524057 h 2267047"/>
              <a:gd name="connsiteX25" fmla="*/ 1804329 w 1855561"/>
              <a:gd name="connsiteY25" fmla="*/ 1405523 h 2267047"/>
              <a:gd name="connsiteX26" fmla="*/ 1812795 w 1855561"/>
              <a:gd name="connsiteY26" fmla="*/ 1303923 h 2267047"/>
              <a:gd name="connsiteX27" fmla="*/ 1855129 w 1855561"/>
              <a:gd name="connsiteY27" fmla="*/ 1210790 h 2267047"/>
              <a:gd name="connsiteX28" fmla="*/ 1829729 w 1855561"/>
              <a:gd name="connsiteY28" fmla="*/ 1092257 h 2267047"/>
              <a:gd name="connsiteX29" fmla="*/ 1753529 w 1855561"/>
              <a:gd name="connsiteY29" fmla="*/ 1117657 h 2267047"/>
              <a:gd name="connsiteX30" fmla="*/ 1694262 w 1855561"/>
              <a:gd name="connsiteY30" fmla="*/ 1202323 h 2267047"/>
              <a:gd name="connsiteX31" fmla="*/ 1685795 w 1855561"/>
              <a:gd name="connsiteY31" fmla="*/ 1236190 h 2267047"/>
              <a:gd name="connsiteX32" fmla="*/ 1702729 w 1855561"/>
              <a:gd name="connsiteY32" fmla="*/ 829790 h 2267047"/>
              <a:gd name="connsiteX33" fmla="*/ 1643462 w 1855561"/>
              <a:gd name="connsiteY33" fmla="*/ 448790 h 2267047"/>
              <a:gd name="connsiteX34" fmla="*/ 1474129 w 1855561"/>
              <a:gd name="connsiteY34" fmla="*/ 186323 h 2267047"/>
              <a:gd name="connsiteX35" fmla="*/ 1263520 w 1855561"/>
              <a:gd name="connsiteY35" fmla="*/ 45578 h 2267047"/>
              <a:gd name="connsiteX36" fmla="*/ 906862 w 1855561"/>
              <a:gd name="connsiteY36" fmla="*/ 57 h 2267047"/>
              <a:gd name="connsiteX37" fmla="*/ 698370 w 1855561"/>
              <a:gd name="connsiteY37" fmla="*/ 37833 h 2267047"/>
              <a:gd name="connsiteX0" fmla="*/ 697938 w 1855129"/>
              <a:gd name="connsiteY0" fmla="*/ 37833 h 2267047"/>
              <a:gd name="connsiteX1" fmla="*/ 529663 w 1855129"/>
              <a:gd name="connsiteY1" fmla="*/ 109063 h 2267047"/>
              <a:gd name="connsiteX2" fmla="*/ 358213 w 1855129"/>
              <a:gd name="connsiteY2" fmla="*/ 226538 h 2267047"/>
              <a:gd name="connsiteX3" fmla="*/ 193113 w 1855129"/>
              <a:gd name="connsiteY3" fmla="*/ 499588 h 2267047"/>
              <a:gd name="connsiteX4" fmla="*/ 142313 w 1855129"/>
              <a:gd name="connsiteY4" fmla="*/ 690089 h 2267047"/>
              <a:gd name="connsiteX5" fmla="*/ 142313 w 1855129"/>
              <a:gd name="connsiteY5" fmla="*/ 1058388 h 2267047"/>
              <a:gd name="connsiteX6" fmla="*/ 143372 w 1855129"/>
              <a:gd name="connsiteY6" fmla="*/ 1195973 h 2267047"/>
              <a:gd name="connsiteX7" fmla="*/ 102097 w 1855129"/>
              <a:gd name="connsiteY7" fmla="*/ 1244657 h 2267047"/>
              <a:gd name="connsiteX8" fmla="*/ 20605 w 1855129"/>
              <a:gd name="connsiteY8" fmla="*/ 1167398 h 2267047"/>
              <a:gd name="connsiteX9" fmla="*/ 497 w 1855129"/>
              <a:gd name="connsiteY9" fmla="*/ 1261590 h 2267047"/>
              <a:gd name="connsiteX10" fmla="*/ 34363 w 1855129"/>
              <a:gd name="connsiteY10" fmla="*/ 1447857 h 2267047"/>
              <a:gd name="connsiteX11" fmla="*/ 110563 w 1855129"/>
              <a:gd name="connsiteY11" fmla="*/ 1549457 h 2267047"/>
              <a:gd name="connsiteX12" fmla="*/ 144430 w 1855129"/>
              <a:gd name="connsiteY12" fmla="*/ 1642590 h 2267047"/>
              <a:gd name="connsiteX13" fmla="*/ 212163 w 1855129"/>
              <a:gd name="connsiteY13" fmla="*/ 1625657 h 2267047"/>
              <a:gd name="connsiteX14" fmla="*/ 220630 w 1855129"/>
              <a:gd name="connsiteY14" fmla="*/ 1566390 h 2267047"/>
              <a:gd name="connsiteX15" fmla="*/ 220630 w 1855129"/>
              <a:gd name="connsiteY15" fmla="*/ 1532523 h 2267047"/>
              <a:gd name="connsiteX16" fmla="*/ 347630 w 1855129"/>
              <a:gd name="connsiteY16" fmla="*/ 1761123 h 2267047"/>
              <a:gd name="connsiteX17" fmla="*/ 483097 w 1855129"/>
              <a:gd name="connsiteY17" fmla="*/ 1998190 h 2267047"/>
              <a:gd name="connsiteX18" fmla="*/ 906429 w 1855129"/>
              <a:gd name="connsiteY18" fmla="*/ 2260656 h 2267047"/>
              <a:gd name="connsiteX19" fmla="*/ 1304363 w 1855129"/>
              <a:gd name="connsiteY19" fmla="*/ 2159057 h 2267047"/>
              <a:gd name="connsiteX20" fmla="*/ 1566830 w 1855129"/>
              <a:gd name="connsiteY20" fmla="*/ 1862723 h 2267047"/>
              <a:gd name="connsiteX21" fmla="*/ 1685363 w 1855129"/>
              <a:gd name="connsiteY21" fmla="*/ 1524057 h 2267047"/>
              <a:gd name="connsiteX22" fmla="*/ 1676897 w 1855129"/>
              <a:gd name="connsiteY22" fmla="*/ 1456323 h 2267047"/>
              <a:gd name="connsiteX23" fmla="*/ 1736163 w 1855129"/>
              <a:gd name="connsiteY23" fmla="*/ 1549457 h 2267047"/>
              <a:gd name="connsiteX24" fmla="*/ 1786963 w 1855129"/>
              <a:gd name="connsiteY24" fmla="*/ 1524057 h 2267047"/>
              <a:gd name="connsiteX25" fmla="*/ 1803897 w 1855129"/>
              <a:gd name="connsiteY25" fmla="*/ 1405523 h 2267047"/>
              <a:gd name="connsiteX26" fmla="*/ 1812363 w 1855129"/>
              <a:gd name="connsiteY26" fmla="*/ 1303923 h 2267047"/>
              <a:gd name="connsiteX27" fmla="*/ 1854697 w 1855129"/>
              <a:gd name="connsiteY27" fmla="*/ 1210790 h 2267047"/>
              <a:gd name="connsiteX28" fmla="*/ 1829297 w 1855129"/>
              <a:gd name="connsiteY28" fmla="*/ 1092257 h 2267047"/>
              <a:gd name="connsiteX29" fmla="*/ 1753097 w 1855129"/>
              <a:gd name="connsiteY29" fmla="*/ 1117657 h 2267047"/>
              <a:gd name="connsiteX30" fmla="*/ 1693830 w 1855129"/>
              <a:gd name="connsiteY30" fmla="*/ 1202323 h 2267047"/>
              <a:gd name="connsiteX31" fmla="*/ 1685363 w 1855129"/>
              <a:gd name="connsiteY31" fmla="*/ 1236190 h 2267047"/>
              <a:gd name="connsiteX32" fmla="*/ 1702297 w 1855129"/>
              <a:gd name="connsiteY32" fmla="*/ 829790 h 2267047"/>
              <a:gd name="connsiteX33" fmla="*/ 1643030 w 1855129"/>
              <a:gd name="connsiteY33" fmla="*/ 448790 h 2267047"/>
              <a:gd name="connsiteX34" fmla="*/ 1473697 w 1855129"/>
              <a:gd name="connsiteY34" fmla="*/ 186323 h 2267047"/>
              <a:gd name="connsiteX35" fmla="*/ 1263088 w 1855129"/>
              <a:gd name="connsiteY35" fmla="*/ 45578 h 2267047"/>
              <a:gd name="connsiteX36" fmla="*/ 906430 w 1855129"/>
              <a:gd name="connsiteY36" fmla="*/ 57 h 2267047"/>
              <a:gd name="connsiteX37" fmla="*/ 697938 w 1855129"/>
              <a:gd name="connsiteY37" fmla="*/ 37833 h 2267047"/>
              <a:gd name="connsiteX0" fmla="*/ 697998 w 1855189"/>
              <a:gd name="connsiteY0" fmla="*/ 37833 h 2267047"/>
              <a:gd name="connsiteX1" fmla="*/ 529723 w 1855189"/>
              <a:gd name="connsiteY1" fmla="*/ 109063 h 2267047"/>
              <a:gd name="connsiteX2" fmla="*/ 358273 w 1855189"/>
              <a:gd name="connsiteY2" fmla="*/ 226538 h 2267047"/>
              <a:gd name="connsiteX3" fmla="*/ 193173 w 1855189"/>
              <a:gd name="connsiteY3" fmla="*/ 499588 h 2267047"/>
              <a:gd name="connsiteX4" fmla="*/ 142373 w 1855189"/>
              <a:gd name="connsiteY4" fmla="*/ 690089 h 2267047"/>
              <a:gd name="connsiteX5" fmla="*/ 142373 w 1855189"/>
              <a:gd name="connsiteY5" fmla="*/ 1058388 h 2267047"/>
              <a:gd name="connsiteX6" fmla="*/ 143432 w 1855189"/>
              <a:gd name="connsiteY6" fmla="*/ 1195973 h 2267047"/>
              <a:gd name="connsiteX7" fmla="*/ 108507 w 1855189"/>
              <a:gd name="connsiteY7" fmla="*/ 1200207 h 2267047"/>
              <a:gd name="connsiteX8" fmla="*/ 20665 w 1855189"/>
              <a:gd name="connsiteY8" fmla="*/ 1167398 h 2267047"/>
              <a:gd name="connsiteX9" fmla="*/ 557 w 1855189"/>
              <a:gd name="connsiteY9" fmla="*/ 1261590 h 2267047"/>
              <a:gd name="connsiteX10" fmla="*/ 34423 w 1855189"/>
              <a:gd name="connsiteY10" fmla="*/ 1447857 h 2267047"/>
              <a:gd name="connsiteX11" fmla="*/ 110623 w 1855189"/>
              <a:gd name="connsiteY11" fmla="*/ 1549457 h 2267047"/>
              <a:gd name="connsiteX12" fmla="*/ 144490 w 1855189"/>
              <a:gd name="connsiteY12" fmla="*/ 1642590 h 2267047"/>
              <a:gd name="connsiteX13" fmla="*/ 212223 w 1855189"/>
              <a:gd name="connsiteY13" fmla="*/ 1625657 h 2267047"/>
              <a:gd name="connsiteX14" fmla="*/ 220690 w 1855189"/>
              <a:gd name="connsiteY14" fmla="*/ 1566390 h 2267047"/>
              <a:gd name="connsiteX15" fmla="*/ 220690 w 1855189"/>
              <a:gd name="connsiteY15" fmla="*/ 1532523 h 2267047"/>
              <a:gd name="connsiteX16" fmla="*/ 347690 w 1855189"/>
              <a:gd name="connsiteY16" fmla="*/ 1761123 h 2267047"/>
              <a:gd name="connsiteX17" fmla="*/ 483157 w 1855189"/>
              <a:gd name="connsiteY17" fmla="*/ 1998190 h 2267047"/>
              <a:gd name="connsiteX18" fmla="*/ 906489 w 1855189"/>
              <a:gd name="connsiteY18" fmla="*/ 2260656 h 2267047"/>
              <a:gd name="connsiteX19" fmla="*/ 1304423 w 1855189"/>
              <a:gd name="connsiteY19" fmla="*/ 2159057 h 2267047"/>
              <a:gd name="connsiteX20" fmla="*/ 1566890 w 1855189"/>
              <a:gd name="connsiteY20" fmla="*/ 1862723 h 2267047"/>
              <a:gd name="connsiteX21" fmla="*/ 1685423 w 1855189"/>
              <a:gd name="connsiteY21" fmla="*/ 1524057 h 2267047"/>
              <a:gd name="connsiteX22" fmla="*/ 1676957 w 1855189"/>
              <a:gd name="connsiteY22" fmla="*/ 1456323 h 2267047"/>
              <a:gd name="connsiteX23" fmla="*/ 1736223 w 1855189"/>
              <a:gd name="connsiteY23" fmla="*/ 1549457 h 2267047"/>
              <a:gd name="connsiteX24" fmla="*/ 1787023 w 1855189"/>
              <a:gd name="connsiteY24" fmla="*/ 1524057 h 2267047"/>
              <a:gd name="connsiteX25" fmla="*/ 1803957 w 1855189"/>
              <a:gd name="connsiteY25" fmla="*/ 1405523 h 2267047"/>
              <a:gd name="connsiteX26" fmla="*/ 1812423 w 1855189"/>
              <a:gd name="connsiteY26" fmla="*/ 1303923 h 2267047"/>
              <a:gd name="connsiteX27" fmla="*/ 1854757 w 1855189"/>
              <a:gd name="connsiteY27" fmla="*/ 1210790 h 2267047"/>
              <a:gd name="connsiteX28" fmla="*/ 1829357 w 1855189"/>
              <a:gd name="connsiteY28" fmla="*/ 1092257 h 2267047"/>
              <a:gd name="connsiteX29" fmla="*/ 1753157 w 1855189"/>
              <a:gd name="connsiteY29" fmla="*/ 1117657 h 2267047"/>
              <a:gd name="connsiteX30" fmla="*/ 1693890 w 1855189"/>
              <a:gd name="connsiteY30" fmla="*/ 1202323 h 2267047"/>
              <a:gd name="connsiteX31" fmla="*/ 1685423 w 1855189"/>
              <a:gd name="connsiteY31" fmla="*/ 1236190 h 2267047"/>
              <a:gd name="connsiteX32" fmla="*/ 1702357 w 1855189"/>
              <a:gd name="connsiteY32" fmla="*/ 829790 h 2267047"/>
              <a:gd name="connsiteX33" fmla="*/ 1643090 w 1855189"/>
              <a:gd name="connsiteY33" fmla="*/ 448790 h 2267047"/>
              <a:gd name="connsiteX34" fmla="*/ 1473757 w 1855189"/>
              <a:gd name="connsiteY34" fmla="*/ 186323 h 2267047"/>
              <a:gd name="connsiteX35" fmla="*/ 1263148 w 1855189"/>
              <a:gd name="connsiteY35" fmla="*/ 45578 h 2267047"/>
              <a:gd name="connsiteX36" fmla="*/ 906490 w 1855189"/>
              <a:gd name="connsiteY36" fmla="*/ 57 h 2267047"/>
              <a:gd name="connsiteX37" fmla="*/ 697998 w 1855189"/>
              <a:gd name="connsiteY37" fmla="*/ 37833 h 2267047"/>
              <a:gd name="connsiteX0" fmla="*/ 697998 w 1855189"/>
              <a:gd name="connsiteY0" fmla="*/ 37833 h 2267047"/>
              <a:gd name="connsiteX1" fmla="*/ 529723 w 1855189"/>
              <a:gd name="connsiteY1" fmla="*/ 109063 h 2267047"/>
              <a:gd name="connsiteX2" fmla="*/ 358273 w 1855189"/>
              <a:gd name="connsiteY2" fmla="*/ 226538 h 2267047"/>
              <a:gd name="connsiteX3" fmla="*/ 193173 w 1855189"/>
              <a:gd name="connsiteY3" fmla="*/ 499588 h 2267047"/>
              <a:gd name="connsiteX4" fmla="*/ 142373 w 1855189"/>
              <a:gd name="connsiteY4" fmla="*/ 690089 h 2267047"/>
              <a:gd name="connsiteX5" fmla="*/ 142373 w 1855189"/>
              <a:gd name="connsiteY5" fmla="*/ 1058388 h 2267047"/>
              <a:gd name="connsiteX6" fmla="*/ 143432 w 1855189"/>
              <a:gd name="connsiteY6" fmla="*/ 1195973 h 2267047"/>
              <a:gd name="connsiteX7" fmla="*/ 108507 w 1855189"/>
              <a:gd name="connsiteY7" fmla="*/ 1200207 h 2267047"/>
              <a:gd name="connsiteX8" fmla="*/ 20665 w 1855189"/>
              <a:gd name="connsiteY8" fmla="*/ 1167398 h 2267047"/>
              <a:gd name="connsiteX9" fmla="*/ 557 w 1855189"/>
              <a:gd name="connsiteY9" fmla="*/ 1261590 h 2267047"/>
              <a:gd name="connsiteX10" fmla="*/ 34423 w 1855189"/>
              <a:gd name="connsiteY10" fmla="*/ 1447857 h 2267047"/>
              <a:gd name="connsiteX11" fmla="*/ 110623 w 1855189"/>
              <a:gd name="connsiteY11" fmla="*/ 1549457 h 2267047"/>
              <a:gd name="connsiteX12" fmla="*/ 144490 w 1855189"/>
              <a:gd name="connsiteY12" fmla="*/ 1642590 h 2267047"/>
              <a:gd name="connsiteX13" fmla="*/ 212223 w 1855189"/>
              <a:gd name="connsiteY13" fmla="*/ 1625657 h 2267047"/>
              <a:gd name="connsiteX14" fmla="*/ 220690 w 1855189"/>
              <a:gd name="connsiteY14" fmla="*/ 1566390 h 2267047"/>
              <a:gd name="connsiteX15" fmla="*/ 220690 w 1855189"/>
              <a:gd name="connsiteY15" fmla="*/ 1532523 h 2267047"/>
              <a:gd name="connsiteX16" fmla="*/ 347690 w 1855189"/>
              <a:gd name="connsiteY16" fmla="*/ 1761123 h 2267047"/>
              <a:gd name="connsiteX17" fmla="*/ 483157 w 1855189"/>
              <a:gd name="connsiteY17" fmla="*/ 1998190 h 2267047"/>
              <a:gd name="connsiteX18" fmla="*/ 906489 w 1855189"/>
              <a:gd name="connsiteY18" fmla="*/ 2260656 h 2267047"/>
              <a:gd name="connsiteX19" fmla="*/ 1304423 w 1855189"/>
              <a:gd name="connsiteY19" fmla="*/ 2159057 h 2267047"/>
              <a:gd name="connsiteX20" fmla="*/ 1566890 w 1855189"/>
              <a:gd name="connsiteY20" fmla="*/ 1862723 h 2267047"/>
              <a:gd name="connsiteX21" fmla="*/ 1685423 w 1855189"/>
              <a:gd name="connsiteY21" fmla="*/ 1524057 h 2267047"/>
              <a:gd name="connsiteX22" fmla="*/ 1676957 w 1855189"/>
              <a:gd name="connsiteY22" fmla="*/ 1456323 h 2267047"/>
              <a:gd name="connsiteX23" fmla="*/ 1736223 w 1855189"/>
              <a:gd name="connsiteY23" fmla="*/ 1549457 h 2267047"/>
              <a:gd name="connsiteX24" fmla="*/ 1787023 w 1855189"/>
              <a:gd name="connsiteY24" fmla="*/ 1524057 h 2267047"/>
              <a:gd name="connsiteX25" fmla="*/ 1803957 w 1855189"/>
              <a:gd name="connsiteY25" fmla="*/ 1405523 h 2267047"/>
              <a:gd name="connsiteX26" fmla="*/ 1812423 w 1855189"/>
              <a:gd name="connsiteY26" fmla="*/ 1303923 h 2267047"/>
              <a:gd name="connsiteX27" fmla="*/ 1854757 w 1855189"/>
              <a:gd name="connsiteY27" fmla="*/ 1210790 h 2267047"/>
              <a:gd name="connsiteX28" fmla="*/ 1829357 w 1855189"/>
              <a:gd name="connsiteY28" fmla="*/ 1092257 h 2267047"/>
              <a:gd name="connsiteX29" fmla="*/ 1753157 w 1855189"/>
              <a:gd name="connsiteY29" fmla="*/ 1117657 h 2267047"/>
              <a:gd name="connsiteX30" fmla="*/ 1693890 w 1855189"/>
              <a:gd name="connsiteY30" fmla="*/ 1202323 h 2267047"/>
              <a:gd name="connsiteX31" fmla="*/ 1685423 w 1855189"/>
              <a:gd name="connsiteY31" fmla="*/ 1236190 h 2267047"/>
              <a:gd name="connsiteX32" fmla="*/ 1702357 w 1855189"/>
              <a:gd name="connsiteY32" fmla="*/ 829790 h 2267047"/>
              <a:gd name="connsiteX33" fmla="*/ 1643090 w 1855189"/>
              <a:gd name="connsiteY33" fmla="*/ 448790 h 2267047"/>
              <a:gd name="connsiteX34" fmla="*/ 1473757 w 1855189"/>
              <a:gd name="connsiteY34" fmla="*/ 186323 h 2267047"/>
              <a:gd name="connsiteX35" fmla="*/ 1263148 w 1855189"/>
              <a:gd name="connsiteY35" fmla="*/ 45578 h 2267047"/>
              <a:gd name="connsiteX36" fmla="*/ 906490 w 1855189"/>
              <a:gd name="connsiteY36" fmla="*/ 57 h 2267047"/>
              <a:gd name="connsiteX37" fmla="*/ 697998 w 1855189"/>
              <a:gd name="connsiteY37" fmla="*/ 37833 h 2267047"/>
              <a:gd name="connsiteX0" fmla="*/ 697858 w 1855049"/>
              <a:gd name="connsiteY0" fmla="*/ 37833 h 2267047"/>
              <a:gd name="connsiteX1" fmla="*/ 529583 w 1855049"/>
              <a:gd name="connsiteY1" fmla="*/ 109063 h 2267047"/>
              <a:gd name="connsiteX2" fmla="*/ 358133 w 1855049"/>
              <a:gd name="connsiteY2" fmla="*/ 226538 h 2267047"/>
              <a:gd name="connsiteX3" fmla="*/ 193033 w 1855049"/>
              <a:gd name="connsiteY3" fmla="*/ 499588 h 2267047"/>
              <a:gd name="connsiteX4" fmla="*/ 142233 w 1855049"/>
              <a:gd name="connsiteY4" fmla="*/ 690089 h 2267047"/>
              <a:gd name="connsiteX5" fmla="*/ 142233 w 1855049"/>
              <a:gd name="connsiteY5" fmla="*/ 1058388 h 2267047"/>
              <a:gd name="connsiteX6" fmla="*/ 143292 w 1855049"/>
              <a:gd name="connsiteY6" fmla="*/ 1195973 h 2267047"/>
              <a:gd name="connsiteX7" fmla="*/ 91434 w 1855049"/>
              <a:gd name="connsiteY7" fmla="*/ 1145173 h 2267047"/>
              <a:gd name="connsiteX8" fmla="*/ 20525 w 1855049"/>
              <a:gd name="connsiteY8" fmla="*/ 1167398 h 2267047"/>
              <a:gd name="connsiteX9" fmla="*/ 417 w 1855049"/>
              <a:gd name="connsiteY9" fmla="*/ 1261590 h 2267047"/>
              <a:gd name="connsiteX10" fmla="*/ 34283 w 1855049"/>
              <a:gd name="connsiteY10" fmla="*/ 1447857 h 2267047"/>
              <a:gd name="connsiteX11" fmla="*/ 110483 w 1855049"/>
              <a:gd name="connsiteY11" fmla="*/ 1549457 h 2267047"/>
              <a:gd name="connsiteX12" fmla="*/ 144350 w 1855049"/>
              <a:gd name="connsiteY12" fmla="*/ 1642590 h 2267047"/>
              <a:gd name="connsiteX13" fmla="*/ 212083 w 1855049"/>
              <a:gd name="connsiteY13" fmla="*/ 1625657 h 2267047"/>
              <a:gd name="connsiteX14" fmla="*/ 220550 w 1855049"/>
              <a:gd name="connsiteY14" fmla="*/ 1566390 h 2267047"/>
              <a:gd name="connsiteX15" fmla="*/ 220550 w 1855049"/>
              <a:gd name="connsiteY15" fmla="*/ 1532523 h 2267047"/>
              <a:gd name="connsiteX16" fmla="*/ 347550 w 1855049"/>
              <a:gd name="connsiteY16" fmla="*/ 1761123 h 2267047"/>
              <a:gd name="connsiteX17" fmla="*/ 483017 w 1855049"/>
              <a:gd name="connsiteY17" fmla="*/ 1998190 h 2267047"/>
              <a:gd name="connsiteX18" fmla="*/ 906349 w 1855049"/>
              <a:gd name="connsiteY18" fmla="*/ 2260656 h 2267047"/>
              <a:gd name="connsiteX19" fmla="*/ 1304283 w 1855049"/>
              <a:gd name="connsiteY19" fmla="*/ 2159057 h 2267047"/>
              <a:gd name="connsiteX20" fmla="*/ 1566750 w 1855049"/>
              <a:gd name="connsiteY20" fmla="*/ 1862723 h 2267047"/>
              <a:gd name="connsiteX21" fmla="*/ 1685283 w 1855049"/>
              <a:gd name="connsiteY21" fmla="*/ 1524057 h 2267047"/>
              <a:gd name="connsiteX22" fmla="*/ 1676817 w 1855049"/>
              <a:gd name="connsiteY22" fmla="*/ 1456323 h 2267047"/>
              <a:gd name="connsiteX23" fmla="*/ 1736083 w 1855049"/>
              <a:gd name="connsiteY23" fmla="*/ 1549457 h 2267047"/>
              <a:gd name="connsiteX24" fmla="*/ 1786883 w 1855049"/>
              <a:gd name="connsiteY24" fmla="*/ 1524057 h 2267047"/>
              <a:gd name="connsiteX25" fmla="*/ 1803817 w 1855049"/>
              <a:gd name="connsiteY25" fmla="*/ 1405523 h 2267047"/>
              <a:gd name="connsiteX26" fmla="*/ 1812283 w 1855049"/>
              <a:gd name="connsiteY26" fmla="*/ 1303923 h 2267047"/>
              <a:gd name="connsiteX27" fmla="*/ 1854617 w 1855049"/>
              <a:gd name="connsiteY27" fmla="*/ 1210790 h 2267047"/>
              <a:gd name="connsiteX28" fmla="*/ 1829217 w 1855049"/>
              <a:gd name="connsiteY28" fmla="*/ 1092257 h 2267047"/>
              <a:gd name="connsiteX29" fmla="*/ 1753017 w 1855049"/>
              <a:gd name="connsiteY29" fmla="*/ 1117657 h 2267047"/>
              <a:gd name="connsiteX30" fmla="*/ 1693750 w 1855049"/>
              <a:gd name="connsiteY30" fmla="*/ 1202323 h 2267047"/>
              <a:gd name="connsiteX31" fmla="*/ 1685283 w 1855049"/>
              <a:gd name="connsiteY31" fmla="*/ 1236190 h 2267047"/>
              <a:gd name="connsiteX32" fmla="*/ 1702217 w 1855049"/>
              <a:gd name="connsiteY32" fmla="*/ 829790 h 2267047"/>
              <a:gd name="connsiteX33" fmla="*/ 1642950 w 1855049"/>
              <a:gd name="connsiteY33" fmla="*/ 448790 h 2267047"/>
              <a:gd name="connsiteX34" fmla="*/ 1473617 w 1855049"/>
              <a:gd name="connsiteY34" fmla="*/ 186323 h 2267047"/>
              <a:gd name="connsiteX35" fmla="*/ 1263008 w 1855049"/>
              <a:gd name="connsiteY35" fmla="*/ 45578 h 2267047"/>
              <a:gd name="connsiteX36" fmla="*/ 906350 w 1855049"/>
              <a:gd name="connsiteY36" fmla="*/ 57 h 2267047"/>
              <a:gd name="connsiteX37" fmla="*/ 697858 w 1855049"/>
              <a:gd name="connsiteY37" fmla="*/ 37833 h 2267047"/>
              <a:gd name="connsiteX0" fmla="*/ 699441 w 1856632"/>
              <a:gd name="connsiteY0" fmla="*/ 37833 h 2267047"/>
              <a:gd name="connsiteX1" fmla="*/ 531166 w 1856632"/>
              <a:gd name="connsiteY1" fmla="*/ 109063 h 2267047"/>
              <a:gd name="connsiteX2" fmla="*/ 359716 w 1856632"/>
              <a:gd name="connsiteY2" fmla="*/ 226538 h 2267047"/>
              <a:gd name="connsiteX3" fmla="*/ 194616 w 1856632"/>
              <a:gd name="connsiteY3" fmla="*/ 499588 h 2267047"/>
              <a:gd name="connsiteX4" fmla="*/ 143816 w 1856632"/>
              <a:gd name="connsiteY4" fmla="*/ 690089 h 2267047"/>
              <a:gd name="connsiteX5" fmla="*/ 143816 w 1856632"/>
              <a:gd name="connsiteY5" fmla="*/ 1058388 h 2267047"/>
              <a:gd name="connsiteX6" fmla="*/ 144875 w 1856632"/>
              <a:gd name="connsiteY6" fmla="*/ 1195973 h 2267047"/>
              <a:gd name="connsiteX7" fmla="*/ 93017 w 1856632"/>
              <a:gd name="connsiteY7" fmla="*/ 1145173 h 2267047"/>
              <a:gd name="connsiteX8" fmla="*/ 13642 w 1856632"/>
              <a:gd name="connsiteY8" fmla="*/ 1150465 h 2267047"/>
              <a:gd name="connsiteX9" fmla="*/ 2000 w 1856632"/>
              <a:gd name="connsiteY9" fmla="*/ 1261590 h 2267047"/>
              <a:gd name="connsiteX10" fmla="*/ 35866 w 1856632"/>
              <a:gd name="connsiteY10" fmla="*/ 1447857 h 2267047"/>
              <a:gd name="connsiteX11" fmla="*/ 112066 w 1856632"/>
              <a:gd name="connsiteY11" fmla="*/ 1549457 h 2267047"/>
              <a:gd name="connsiteX12" fmla="*/ 145933 w 1856632"/>
              <a:gd name="connsiteY12" fmla="*/ 1642590 h 2267047"/>
              <a:gd name="connsiteX13" fmla="*/ 213666 w 1856632"/>
              <a:gd name="connsiteY13" fmla="*/ 1625657 h 2267047"/>
              <a:gd name="connsiteX14" fmla="*/ 222133 w 1856632"/>
              <a:gd name="connsiteY14" fmla="*/ 1566390 h 2267047"/>
              <a:gd name="connsiteX15" fmla="*/ 222133 w 1856632"/>
              <a:gd name="connsiteY15" fmla="*/ 1532523 h 2267047"/>
              <a:gd name="connsiteX16" fmla="*/ 349133 w 1856632"/>
              <a:gd name="connsiteY16" fmla="*/ 1761123 h 2267047"/>
              <a:gd name="connsiteX17" fmla="*/ 484600 w 1856632"/>
              <a:gd name="connsiteY17" fmla="*/ 1998190 h 2267047"/>
              <a:gd name="connsiteX18" fmla="*/ 907932 w 1856632"/>
              <a:gd name="connsiteY18" fmla="*/ 2260656 h 2267047"/>
              <a:gd name="connsiteX19" fmla="*/ 1305866 w 1856632"/>
              <a:gd name="connsiteY19" fmla="*/ 2159057 h 2267047"/>
              <a:gd name="connsiteX20" fmla="*/ 1568333 w 1856632"/>
              <a:gd name="connsiteY20" fmla="*/ 1862723 h 2267047"/>
              <a:gd name="connsiteX21" fmla="*/ 1686866 w 1856632"/>
              <a:gd name="connsiteY21" fmla="*/ 1524057 h 2267047"/>
              <a:gd name="connsiteX22" fmla="*/ 1678400 w 1856632"/>
              <a:gd name="connsiteY22" fmla="*/ 1456323 h 2267047"/>
              <a:gd name="connsiteX23" fmla="*/ 1737666 w 1856632"/>
              <a:gd name="connsiteY23" fmla="*/ 1549457 h 2267047"/>
              <a:gd name="connsiteX24" fmla="*/ 1788466 w 1856632"/>
              <a:gd name="connsiteY24" fmla="*/ 1524057 h 2267047"/>
              <a:gd name="connsiteX25" fmla="*/ 1805400 w 1856632"/>
              <a:gd name="connsiteY25" fmla="*/ 1405523 h 2267047"/>
              <a:gd name="connsiteX26" fmla="*/ 1813866 w 1856632"/>
              <a:gd name="connsiteY26" fmla="*/ 1303923 h 2267047"/>
              <a:gd name="connsiteX27" fmla="*/ 1856200 w 1856632"/>
              <a:gd name="connsiteY27" fmla="*/ 1210790 h 2267047"/>
              <a:gd name="connsiteX28" fmla="*/ 1830800 w 1856632"/>
              <a:gd name="connsiteY28" fmla="*/ 1092257 h 2267047"/>
              <a:gd name="connsiteX29" fmla="*/ 1754600 w 1856632"/>
              <a:gd name="connsiteY29" fmla="*/ 1117657 h 2267047"/>
              <a:gd name="connsiteX30" fmla="*/ 1695333 w 1856632"/>
              <a:gd name="connsiteY30" fmla="*/ 1202323 h 2267047"/>
              <a:gd name="connsiteX31" fmla="*/ 1686866 w 1856632"/>
              <a:gd name="connsiteY31" fmla="*/ 1236190 h 2267047"/>
              <a:gd name="connsiteX32" fmla="*/ 1703800 w 1856632"/>
              <a:gd name="connsiteY32" fmla="*/ 829790 h 2267047"/>
              <a:gd name="connsiteX33" fmla="*/ 1644533 w 1856632"/>
              <a:gd name="connsiteY33" fmla="*/ 448790 h 2267047"/>
              <a:gd name="connsiteX34" fmla="*/ 1475200 w 1856632"/>
              <a:gd name="connsiteY34" fmla="*/ 186323 h 2267047"/>
              <a:gd name="connsiteX35" fmla="*/ 1264591 w 1856632"/>
              <a:gd name="connsiteY35" fmla="*/ 45578 h 2267047"/>
              <a:gd name="connsiteX36" fmla="*/ 907933 w 1856632"/>
              <a:gd name="connsiteY36" fmla="*/ 57 h 2267047"/>
              <a:gd name="connsiteX37" fmla="*/ 699441 w 1856632"/>
              <a:gd name="connsiteY37" fmla="*/ 37833 h 2267047"/>
              <a:gd name="connsiteX0" fmla="*/ 699128 w 1856319"/>
              <a:gd name="connsiteY0" fmla="*/ 37833 h 2267047"/>
              <a:gd name="connsiteX1" fmla="*/ 530853 w 1856319"/>
              <a:gd name="connsiteY1" fmla="*/ 109063 h 2267047"/>
              <a:gd name="connsiteX2" fmla="*/ 359403 w 1856319"/>
              <a:gd name="connsiteY2" fmla="*/ 226538 h 2267047"/>
              <a:gd name="connsiteX3" fmla="*/ 194303 w 1856319"/>
              <a:gd name="connsiteY3" fmla="*/ 499588 h 2267047"/>
              <a:gd name="connsiteX4" fmla="*/ 143503 w 1856319"/>
              <a:gd name="connsiteY4" fmla="*/ 690089 h 2267047"/>
              <a:gd name="connsiteX5" fmla="*/ 143503 w 1856319"/>
              <a:gd name="connsiteY5" fmla="*/ 1058388 h 2267047"/>
              <a:gd name="connsiteX6" fmla="*/ 144562 w 1856319"/>
              <a:gd name="connsiteY6" fmla="*/ 1195973 h 2267047"/>
              <a:gd name="connsiteX7" fmla="*/ 92704 w 1856319"/>
              <a:gd name="connsiteY7" fmla="*/ 1145173 h 2267047"/>
              <a:gd name="connsiteX8" fmla="*/ 13329 w 1856319"/>
              <a:gd name="connsiteY8" fmla="*/ 1150465 h 2267047"/>
              <a:gd name="connsiteX9" fmla="*/ 1687 w 1856319"/>
              <a:gd name="connsiteY9" fmla="*/ 1261590 h 2267047"/>
              <a:gd name="connsiteX10" fmla="*/ 31320 w 1856319"/>
              <a:gd name="connsiteY10" fmla="*/ 1405524 h 2267047"/>
              <a:gd name="connsiteX11" fmla="*/ 111753 w 1856319"/>
              <a:gd name="connsiteY11" fmla="*/ 1549457 h 2267047"/>
              <a:gd name="connsiteX12" fmla="*/ 145620 w 1856319"/>
              <a:gd name="connsiteY12" fmla="*/ 1642590 h 2267047"/>
              <a:gd name="connsiteX13" fmla="*/ 213353 w 1856319"/>
              <a:gd name="connsiteY13" fmla="*/ 1625657 h 2267047"/>
              <a:gd name="connsiteX14" fmla="*/ 221820 w 1856319"/>
              <a:gd name="connsiteY14" fmla="*/ 1566390 h 2267047"/>
              <a:gd name="connsiteX15" fmla="*/ 221820 w 1856319"/>
              <a:gd name="connsiteY15" fmla="*/ 1532523 h 2267047"/>
              <a:gd name="connsiteX16" fmla="*/ 348820 w 1856319"/>
              <a:gd name="connsiteY16" fmla="*/ 1761123 h 2267047"/>
              <a:gd name="connsiteX17" fmla="*/ 484287 w 1856319"/>
              <a:gd name="connsiteY17" fmla="*/ 1998190 h 2267047"/>
              <a:gd name="connsiteX18" fmla="*/ 907619 w 1856319"/>
              <a:gd name="connsiteY18" fmla="*/ 2260656 h 2267047"/>
              <a:gd name="connsiteX19" fmla="*/ 1305553 w 1856319"/>
              <a:gd name="connsiteY19" fmla="*/ 2159057 h 2267047"/>
              <a:gd name="connsiteX20" fmla="*/ 1568020 w 1856319"/>
              <a:gd name="connsiteY20" fmla="*/ 1862723 h 2267047"/>
              <a:gd name="connsiteX21" fmla="*/ 1686553 w 1856319"/>
              <a:gd name="connsiteY21" fmla="*/ 1524057 h 2267047"/>
              <a:gd name="connsiteX22" fmla="*/ 1678087 w 1856319"/>
              <a:gd name="connsiteY22" fmla="*/ 1456323 h 2267047"/>
              <a:gd name="connsiteX23" fmla="*/ 1737353 w 1856319"/>
              <a:gd name="connsiteY23" fmla="*/ 1549457 h 2267047"/>
              <a:gd name="connsiteX24" fmla="*/ 1788153 w 1856319"/>
              <a:gd name="connsiteY24" fmla="*/ 1524057 h 2267047"/>
              <a:gd name="connsiteX25" fmla="*/ 1805087 w 1856319"/>
              <a:gd name="connsiteY25" fmla="*/ 1405523 h 2267047"/>
              <a:gd name="connsiteX26" fmla="*/ 1813553 w 1856319"/>
              <a:gd name="connsiteY26" fmla="*/ 1303923 h 2267047"/>
              <a:gd name="connsiteX27" fmla="*/ 1855887 w 1856319"/>
              <a:gd name="connsiteY27" fmla="*/ 1210790 h 2267047"/>
              <a:gd name="connsiteX28" fmla="*/ 1830487 w 1856319"/>
              <a:gd name="connsiteY28" fmla="*/ 1092257 h 2267047"/>
              <a:gd name="connsiteX29" fmla="*/ 1754287 w 1856319"/>
              <a:gd name="connsiteY29" fmla="*/ 1117657 h 2267047"/>
              <a:gd name="connsiteX30" fmla="*/ 1695020 w 1856319"/>
              <a:gd name="connsiteY30" fmla="*/ 1202323 h 2267047"/>
              <a:gd name="connsiteX31" fmla="*/ 1686553 w 1856319"/>
              <a:gd name="connsiteY31" fmla="*/ 1236190 h 2267047"/>
              <a:gd name="connsiteX32" fmla="*/ 1703487 w 1856319"/>
              <a:gd name="connsiteY32" fmla="*/ 829790 h 2267047"/>
              <a:gd name="connsiteX33" fmla="*/ 1644220 w 1856319"/>
              <a:gd name="connsiteY33" fmla="*/ 448790 h 2267047"/>
              <a:gd name="connsiteX34" fmla="*/ 1474887 w 1856319"/>
              <a:gd name="connsiteY34" fmla="*/ 186323 h 2267047"/>
              <a:gd name="connsiteX35" fmla="*/ 1264278 w 1856319"/>
              <a:gd name="connsiteY35" fmla="*/ 45578 h 2267047"/>
              <a:gd name="connsiteX36" fmla="*/ 907620 w 1856319"/>
              <a:gd name="connsiteY36" fmla="*/ 57 h 2267047"/>
              <a:gd name="connsiteX37" fmla="*/ 699128 w 1856319"/>
              <a:gd name="connsiteY37" fmla="*/ 37833 h 2267047"/>
              <a:gd name="connsiteX0" fmla="*/ 699128 w 1856319"/>
              <a:gd name="connsiteY0" fmla="*/ 37833 h 2267047"/>
              <a:gd name="connsiteX1" fmla="*/ 530853 w 1856319"/>
              <a:gd name="connsiteY1" fmla="*/ 109063 h 2267047"/>
              <a:gd name="connsiteX2" fmla="*/ 359403 w 1856319"/>
              <a:gd name="connsiteY2" fmla="*/ 226538 h 2267047"/>
              <a:gd name="connsiteX3" fmla="*/ 194303 w 1856319"/>
              <a:gd name="connsiteY3" fmla="*/ 499588 h 2267047"/>
              <a:gd name="connsiteX4" fmla="*/ 143503 w 1856319"/>
              <a:gd name="connsiteY4" fmla="*/ 690089 h 2267047"/>
              <a:gd name="connsiteX5" fmla="*/ 143503 w 1856319"/>
              <a:gd name="connsiteY5" fmla="*/ 1058388 h 2267047"/>
              <a:gd name="connsiteX6" fmla="*/ 144562 w 1856319"/>
              <a:gd name="connsiteY6" fmla="*/ 1195973 h 2267047"/>
              <a:gd name="connsiteX7" fmla="*/ 92704 w 1856319"/>
              <a:gd name="connsiteY7" fmla="*/ 1145173 h 2267047"/>
              <a:gd name="connsiteX8" fmla="*/ 13329 w 1856319"/>
              <a:gd name="connsiteY8" fmla="*/ 1150465 h 2267047"/>
              <a:gd name="connsiteX9" fmla="*/ 1687 w 1856319"/>
              <a:gd name="connsiteY9" fmla="*/ 1261590 h 2267047"/>
              <a:gd name="connsiteX10" fmla="*/ 31320 w 1856319"/>
              <a:gd name="connsiteY10" fmla="*/ 1405524 h 2267047"/>
              <a:gd name="connsiteX11" fmla="*/ 99053 w 1856319"/>
              <a:gd name="connsiteY11" fmla="*/ 1511357 h 2267047"/>
              <a:gd name="connsiteX12" fmla="*/ 145620 w 1856319"/>
              <a:gd name="connsiteY12" fmla="*/ 1642590 h 2267047"/>
              <a:gd name="connsiteX13" fmla="*/ 213353 w 1856319"/>
              <a:gd name="connsiteY13" fmla="*/ 1625657 h 2267047"/>
              <a:gd name="connsiteX14" fmla="*/ 221820 w 1856319"/>
              <a:gd name="connsiteY14" fmla="*/ 1566390 h 2267047"/>
              <a:gd name="connsiteX15" fmla="*/ 221820 w 1856319"/>
              <a:gd name="connsiteY15" fmla="*/ 1532523 h 2267047"/>
              <a:gd name="connsiteX16" fmla="*/ 348820 w 1856319"/>
              <a:gd name="connsiteY16" fmla="*/ 1761123 h 2267047"/>
              <a:gd name="connsiteX17" fmla="*/ 484287 w 1856319"/>
              <a:gd name="connsiteY17" fmla="*/ 1998190 h 2267047"/>
              <a:gd name="connsiteX18" fmla="*/ 907619 w 1856319"/>
              <a:gd name="connsiteY18" fmla="*/ 2260656 h 2267047"/>
              <a:gd name="connsiteX19" fmla="*/ 1305553 w 1856319"/>
              <a:gd name="connsiteY19" fmla="*/ 2159057 h 2267047"/>
              <a:gd name="connsiteX20" fmla="*/ 1568020 w 1856319"/>
              <a:gd name="connsiteY20" fmla="*/ 1862723 h 2267047"/>
              <a:gd name="connsiteX21" fmla="*/ 1686553 w 1856319"/>
              <a:gd name="connsiteY21" fmla="*/ 1524057 h 2267047"/>
              <a:gd name="connsiteX22" fmla="*/ 1678087 w 1856319"/>
              <a:gd name="connsiteY22" fmla="*/ 1456323 h 2267047"/>
              <a:gd name="connsiteX23" fmla="*/ 1737353 w 1856319"/>
              <a:gd name="connsiteY23" fmla="*/ 1549457 h 2267047"/>
              <a:gd name="connsiteX24" fmla="*/ 1788153 w 1856319"/>
              <a:gd name="connsiteY24" fmla="*/ 1524057 h 2267047"/>
              <a:gd name="connsiteX25" fmla="*/ 1805087 w 1856319"/>
              <a:gd name="connsiteY25" fmla="*/ 1405523 h 2267047"/>
              <a:gd name="connsiteX26" fmla="*/ 1813553 w 1856319"/>
              <a:gd name="connsiteY26" fmla="*/ 1303923 h 2267047"/>
              <a:gd name="connsiteX27" fmla="*/ 1855887 w 1856319"/>
              <a:gd name="connsiteY27" fmla="*/ 1210790 h 2267047"/>
              <a:gd name="connsiteX28" fmla="*/ 1830487 w 1856319"/>
              <a:gd name="connsiteY28" fmla="*/ 1092257 h 2267047"/>
              <a:gd name="connsiteX29" fmla="*/ 1754287 w 1856319"/>
              <a:gd name="connsiteY29" fmla="*/ 1117657 h 2267047"/>
              <a:gd name="connsiteX30" fmla="*/ 1695020 w 1856319"/>
              <a:gd name="connsiteY30" fmla="*/ 1202323 h 2267047"/>
              <a:gd name="connsiteX31" fmla="*/ 1686553 w 1856319"/>
              <a:gd name="connsiteY31" fmla="*/ 1236190 h 2267047"/>
              <a:gd name="connsiteX32" fmla="*/ 1703487 w 1856319"/>
              <a:gd name="connsiteY32" fmla="*/ 829790 h 2267047"/>
              <a:gd name="connsiteX33" fmla="*/ 1644220 w 1856319"/>
              <a:gd name="connsiteY33" fmla="*/ 448790 h 2267047"/>
              <a:gd name="connsiteX34" fmla="*/ 1474887 w 1856319"/>
              <a:gd name="connsiteY34" fmla="*/ 186323 h 2267047"/>
              <a:gd name="connsiteX35" fmla="*/ 1264278 w 1856319"/>
              <a:gd name="connsiteY35" fmla="*/ 45578 h 2267047"/>
              <a:gd name="connsiteX36" fmla="*/ 907620 w 1856319"/>
              <a:gd name="connsiteY36" fmla="*/ 57 h 2267047"/>
              <a:gd name="connsiteX37" fmla="*/ 699128 w 1856319"/>
              <a:gd name="connsiteY37" fmla="*/ 37833 h 2267047"/>
              <a:gd name="connsiteX0" fmla="*/ 699128 w 1856319"/>
              <a:gd name="connsiteY0" fmla="*/ 37833 h 2267047"/>
              <a:gd name="connsiteX1" fmla="*/ 530853 w 1856319"/>
              <a:gd name="connsiteY1" fmla="*/ 109063 h 2267047"/>
              <a:gd name="connsiteX2" fmla="*/ 359403 w 1856319"/>
              <a:gd name="connsiteY2" fmla="*/ 226538 h 2267047"/>
              <a:gd name="connsiteX3" fmla="*/ 194303 w 1856319"/>
              <a:gd name="connsiteY3" fmla="*/ 499588 h 2267047"/>
              <a:gd name="connsiteX4" fmla="*/ 143503 w 1856319"/>
              <a:gd name="connsiteY4" fmla="*/ 690089 h 2267047"/>
              <a:gd name="connsiteX5" fmla="*/ 143503 w 1856319"/>
              <a:gd name="connsiteY5" fmla="*/ 1058388 h 2267047"/>
              <a:gd name="connsiteX6" fmla="*/ 144562 w 1856319"/>
              <a:gd name="connsiteY6" fmla="*/ 1195973 h 2267047"/>
              <a:gd name="connsiteX7" fmla="*/ 92704 w 1856319"/>
              <a:gd name="connsiteY7" fmla="*/ 1145173 h 2267047"/>
              <a:gd name="connsiteX8" fmla="*/ 13329 w 1856319"/>
              <a:gd name="connsiteY8" fmla="*/ 1150465 h 2267047"/>
              <a:gd name="connsiteX9" fmla="*/ 1687 w 1856319"/>
              <a:gd name="connsiteY9" fmla="*/ 1261590 h 2267047"/>
              <a:gd name="connsiteX10" fmla="*/ 31320 w 1856319"/>
              <a:gd name="connsiteY10" fmla="*/ 1405524 h 2267047"/>
              <a:gd name="connsiteX11" fmla="*/ 99053 w 1856319"/>
              <a:gd name="connsiteY11" fmla="*/ 1511357 h 2267047"/>
              <a:gd name="connsiteX12" fmla="*/ 149853 w 1856319"/>
              <a:gd name="connsiteY12" fmla="*/ 1608723 h 2267047"/>
              <a:gd name="connsiteX13" fmla="*/ 213353 w 1856319"/>
              <a:gd name="connsiteY13" fmla="*/ 1625657 h 2267047"/>
              <a:gd name="connsiteX14" fmla="*/ 221820 w 1856319"/>
              <a:gd name="connsiteY14" fmla="*/ 1566390 h 2267047"/>
              <a:gd name="connsiteX15" fmla="*/ 221820 w 1856319"/>
              <a:gd name="connsiteY15" fmla="*/ 1532523 h 2267047"/>
              <a:gd name="connsiteX16" fmla="*/ 348820 w 1856319"/>
              <a:gd name="connsiteY16" fmla="*/ 1761123 h 2267047"/>
              <a:gd name="connsiteX17" fmla="*/ 484287 w 1856319"/>
              <a:gd name="connsiteY17" fmla="*/ 1998190 h 2267047"/>
              <a:gd name="connsiteX18" fmla="*/ 907619 w 1856319"/>
              <a:gd name="connsiteY18" fmla="*/ 2260656 h 2267047"/>
              <a:gd name="connsiteX19" fmla="*/ 1305553 w 1856319"/>
              <a:gd name="connsiteY19" fmla="*/ 2159057 h 2267047"/>
              <a:gd name="connsiteX20" fmla="*/ 1568020 w 1856319"/>
              <a:gd name="connsiteY20" fmla="*/ 1862723 h 2267047"/>
              <a:gd name="connsiteX21" fmla="*/ 1686553 w 1856319"/>
              <a:gd name="connsiteY21" fmla="*/ 1524057 h 2267047"/>
              <a:gd name="connsiteX22" fmla="*/ 1678087 w 1856319"/>
              <a:gd name="connsiteY22" fmla="*/ 1456323 h 2267047"/>
              <a:gd name="connsiteX23" fmla="*/ 1737353 w 1856319"/>
              <a:gd name="connsiteY23" fmla="*/ 1549457 h 2267047"/>
              <a:gd name="connsiteX24" fmla="*/ 1788153 w 1856319"/>
              <a:gd name="connsiteY24" fmla="*/ 1524057 h 2267047"/>
              <a:gd name="connsiteX25" fmla="*/ 1805087 w 1856319"/>
              <a:gd name="connsiteY25" fmla="*/ 1405523 h 2267047"/>
              <a:gd name="connsiteX26" fmla="*/ 1813553 w 1856319"/>
              <a:gd name="connsiteY26" fmla="*/ 1303923 h 2267047"/>
              <a:gd name="connsiteX27" fmla="*/ 1855887 w 1856319"/>
              <a:gd name="connsiteY27" fmla="*/ 1210790 h 2267047"/>
              <a:gd name="connsiteX28" fmla="*/ 1830487 w 1856319"/>
              <a:gd name="connsiteY28" fmla="*/ 1092257 h 2267047"/>
              <a:gd name="connsiteX29" fmla="*/ 1754287 w 1856319"/>
              <a:gd name="connsiteY29" fmla="*/ 1117657 h 2267047"/>
              <a:gd name="connsiteX30" fmla="*/ 1695020 w 1856319"/>
              <a:gd name="connsiteY30" fmla="*/ 1202323 h 2267047"/>
              <a:gd name="connsiteX31" fmla="*/ 1686553 w 1856319"/>
              <a:gd name="connsiteY31" fmla="*/ 1236190 h 2267047"/>
              <a:gd name="connsiteX32" fmla="*/ 1703487 w 1856319"/>
              <a:gd name="connsiteY32" fmla="*/ 829790 h 2267047"/>
              <a:gd name="connsiteX33" fmla="*/ 1644220 w 1856319"/>
              <a:gd name="connsiteY33" fmla="*/ 448790 h 2267047"/>
              <a:gd name="connsiteX34" fmla="*/ 1474887 w 1856319"/>
              <a:gd name="connsiteY34" fmla="*/ 186323 h 2267047"/>
              <a:gd name="connsiteX35" fmla="*/ 1264278 w 1856319"/>
              <a:gd name="connsiteY35" fmla="*/ 45578 h 2267047"/>
              <a:gd name="connsiteX36" fmla="*/ 907620 w 1856319"/>
              <a:gd name="connsiteY36" fmla="*/ 57 h 2267047"/>
              <a:gd name="connsiteX37" fmla="*/ 699128 w 1856319"/>
              <a:gd name="connsiteY37" fmla="*/ 37833 h 2267047"/>
              <a:gd name="connsiteX0" fmla="*/ 699128 w 1856319"/>
              <a:gd name="connsiteY0" fmla="*/ 37833 h 2267047"/>
              <a:gd name="connsiteX1" fmla="*/ 530853 w 1856319"/>
              <a:gd name="connsiteY1" fmla="*/ 109063 h 2267047"/>
              <a:gd name="connsiteX2" fmla="*/ 359403 w 1856319"/>
              <a:gd name="connsiteY2" fmla="*/ 226538 h 2267047"/>
              <a:gd name="connsiteX3" fmla="*/ 194303 w 1856319"/>
              <a:gd name="connsiteY3" fmla="*/ 499588 h 2267047"/>
              <a:gd name="connsiteX4" fmla="*/ 143503 w 1856319"/>
              <a:gd name="connsiteY4" fmla="*/ 690089 h 2267047"/>
              <a:gd name="connsiteX5" fmla="*/ 143503 w 1856319"/>
              <a:gd name="connsiteY5" fmla="*/ 1058388 h 2267047"/>
              <a:gd name="connsiteX6" fmla="*/ 144562 w 1856319"/>
              <a:gd name="connsiteY6" fmla="*/ 1195973 h 2267047"/>
              <a:gd name="connsiteX7" fmla="*/ 92704 w 1856319"/>
              <a:gd name="connsiteY7" fmla="*/ 1145173 h 2267047"/>
              <a:gd name="connsiteX8" fmla="*/ 13329 w 1856319"/>
              <a:gd name="connsiteY8" fmla="*/ 1150465 h 2267047"/>
              <a:gd name="connsiteX9" fmla="*/ 1687 w 1856319"/>
              <a:gd name="connsiteY9" fmla="*/ 1261590 h 2267047"/>
              <a:gd name="connsiteX10" fmla="*/ 31320 w 1856319"/>
              <a:gd name="connsiteY10" fmla="*/ 1405524 h 2267047"/>
              <a:gd name="connsiteX11" fmla="*/ 99053 w 1856319"/>
              <a:gd name="connsiteY11" fmla="*/ 1511357 h 2267047"/>
              <a:gd name="connsiteX12" fmla="*/ 149853 w 1856319"/>
              <a:gd name="connsiteY12" fmla="*/ 1608723 h 2267047"/>
              <a:gd name="connsiteX13" fmla="*/ 213353 w 1856319"/>
              <a:gd name="connsiteY13" fmla="*/ 1625657 h 2267047"/>
              <a:gd name="connsiteX14" fmla="*/ 221820 w 1856319"/>
              <a:gd name="connsiteY14" fmla="*/ 1566390 h 2267047"/>
              <a:gd name="connsiteX15" fmla="*/ 221820 w 1856319"/>
              <a:gd name="connsiteY15" fmla="*/ 1532523 h 2267047"/>
              <a:gd name="connsiteX16" fmla="*/ 348820 w 1856319"/>
              <a:gd name="connsiteY16" fmla="*/ 1761123 h 2267047"/>
              <a:gd name="connsiteX17" fmla="*/ 484287 w 1856319"/>
              <a:gd name="connsiteY17" fmla="*/ 1998190 h 2267047"/>
              <a:gd name="connsiteX18" fmla="*/ 907619 w 1856319"/>
              <a:gd name="connsiteY18" fmla="*/ 2260656 h 2267047"/>
              <a:gd name="connsiteX19" fmla="*/ 1305553 w 1856319"/>
              <a:gd name="connsiteY19" fmla="*/ 2159057 h 2267047"/>
              <a:gd name="connsiteX20" fmla="*/ 1568020 w 1856319"/>
              <a:gd name="connsiteY20" fmla="*/ 1862723 h 2267047"/>
              <a:gd name="connsiteX21" fmla="*/ 1686553 w 1856319"/>
              <a:gd name="connsiteY21" fmla="*/ 1524057 h 2267047"/>
              <a:gd name="connsiteX22" fmla="*/ 1678087 w 1856319"/>
              <a:gd name="connsiteY22" fmla="*/ 1456323 h 2267047"/>
              <a:gd name="connsiteX23" fmla="*/ 1737353 w 1856319"/>
              <a:gd name="connsiteY23" fmla="*/ 1549457 h 2267047"/>
              <a:gd name="connsiteX24" fmla="*/ 1788153 w 1856319"/>
              <a:gd name="connsiteY24" fmla="*/ 1524057 h 2267047"/>
              <a:gd name="connsiteX25" fmla="*/ 1805087 w 1856319"/>
              <a:gd name="connsiteY25" fmla="*/ 1405523 h 2267047"/>
              <a:gd name="connsiteX26" fmla="*/ 1813553 w 1856319"/>
              <a:gd name="connsiteY26" fmla="*/ 1303923 h 2267047"/>
              <a:gd name="connsiteX27" fmla="*/ 1855887 w 1856319"/>
              <a:gd name="connsiteY27" fmla="*/ 1210790 h 2267047"/>
              <a:gd name="connsiteX28" fmla="*/ 1830487 w 1856319"/>
              <a:gd name="connsiteY28" fmla="*/ 1092257 h 2267047"/>
              <a:gd name="connsiteX29" fmla="*/ 1754287 w 1856319"/>
              <a:gd name="connsiteY29" fmla="*/ 1117657 h 2267047"/>
              <a:gd name="connsiteX30" fmla="*/ 1720420 w 1856319"/>
              <a:gd name="connsiteY30" fmla="*/ 1164223 h 2267047"/>
              <a:gd name="connsiteX31" fmla="*/ 1686553 w 1856319"/>
              <a:gd name="connsiteY31" fmla="*/ 1236190 h 2267047"/>
              <a:gd name="connsiteX32" fmla="*/ 1703487 w 1856319"/>
              <a:gd name="connsiteY32" fmla="*/ 829790 h 2267047"/>
              <a:gd name="connsiteX33" fmla="*/ 1644220 w 1856319"/>
              <a:gd name="connsiteY33" fmla="*/ 448790 h 2267047"/>
              <a:gd name="connsiteX34" fmla="*/ 1474887 w 1856319"/>
              <a:gd name="connsiteY34" fmla="*/ 186323 h 2267047"/>
              <a:gd name="connsiteX35" fmla="*/ 1264278 w 1856319"/>
              <a:gd name="connsiteY35" fmla="*/ 45578 h 2267047"/>
              <a:gd name="connsiteX36" fmla="*/ 907620 w 1856319"/>
              <a:gd name="connsiteY36" fmla="*/ 57 h 2267047"/>
              <a:gd name="connsiteX37" fmla="*/ 699128 w 1856319"/>
              <a:gd name="connsiteY37" fmla="*/ 37833 h 2267047"/>
              <a:gd name="connsiteX0" fmla="*/ 699128 w 1856319"/>
              <a:gd name="connsiteY0" fmla="*/ 38246 h 2267460"/>
              <a:gd name="connsiteX1" fmla="*/ 530853 w 1856319"/>
              <a:gd name="connsiteY1" fmla="*/ 109476 h 2267460"/>
              <a:gd name="connsiteX2" fmla="*/ 359403 w 1856319"/>
              <a:gd name="connsiteY2" fmla="*/ 226951 h 2267460"/>
              <a:gd name="connsiteX3" fmla="*/ 194303 w 1856319"/>
              <a:gd name="connsiteY3" fmla="*/ 500001 h 2267460"/>
              <a:gd name="connsiteX4" fmla="*/ 143503 w 1856319"/>
              <a:gd name="connsiteY4" fmla="*/ 690502 h 2267460"/>
              <a:gd name="connsiteX5" fmla="*/ 143503 w 1856319"/>
              <a:gd name="connsiteY5" fmla="*/ 1058801 h 2267460"/>
              <a:gd name="connsiteX6" fmla="*/ 144562 w 1856319"/>
              <a:gd name="connsiteY6" fmla="*/ 1196386 h 2267460"/>
              <a:gd name="connsiteX7" fmla="*/ 92704 w 1856319"/>
              <a:gd name="connsiteY7" fmla="*/ 1145586 h 2267460"/>
              <a:gd name="connsiteX8" fmla="*/ 13329 w 1856319"/>
              <a:gd name="connsiteY8" fmla="*/ 1150878 h 2267460"/>
              <a:gd name="connsiteX9" fmla="*/ 1687 w 1856319"/>
              <a:gd name="connsiteY9" fmla="*/ 1262003 h 2267460"/>
              <a:gd name="connsiteX10" fmla="*/ 31320 w 1856319"/>
              <a:gd name="connsiteY10" fmla="*/ 1405937 h 2267460"/>
              <a:gd name="connsiteX11" fmla="*/ 99053 w 1856319"/>
              <a:gd name="connsiteY11" fmla="*/ 1511770 h 2267460"/>
              <a:gd name="connsiteX12" fmla="*/ 149853 w 1856319"/>
              <a:gd name="connsiteY12" fmla="*/ 1609136 h 2267460"/>
              <a:gd name="connsiteX13" fmla="*/ 213353 w 1856319"/>
              <a:gd name="connsiteY13" fmla="*/ 1626070 h 2267460"/>
              <a:gd name="connsiteX14" fmla="*/ 221820 w 1856319"/>
              <a:gd name="connsiteY14" fmla="*/ 1566803 h 2267460"/>
              <a:gd name="connsiteX15" fmla="*/ 221820 w 1856319"/>
              <a:gd name="connsiteY15" fmla="*/ 1532936 h 2267460"/>
              <a:gd name="connsiteX16" fmla="*/ 348820 w 1856319"/>
              <a:gd name="connsiteY16" fmla="*/ 1761536 h 2267460"/>
              <a:gd name="connsiteX17" fmla="*/ 484287 w 1856319"/>
              <a:gd name="connsiteY17" fmla="*/ 1998603 h 2267460"/>
              <a:gd name="connsiteX18" fmla="*/ 907619 w 1856319"/>
              <a:gd name="connsiteY18" fmla="*/ 2261069 h 2267460"/>
              <a:gd name="connsiteX19" fmla="*/ 1305553 w 1856319"/>
              <a:gd name="connsiteY19" fmla="*/ 2159470 h 2267460"/>
              <a:gd name="connsiteX20" fmla="*/ 1568020 w 1856319"/>
              <a:gd name="connsiteY20" fmla="*/ 1863136 h 2267460"/>
              <a:gd name="connsiteX21" fmla="*/ 1686553 w 1856319"/>
              <a:gd name="connsiteY21" fmla="*/ 1524470 h 2267460"/>
              <a:gd name="connsiteX22" fmla="*/ 1678087 w 1856319"/>
              <a:gd name="connsiteY22" fmla="*/ 1456736 h 2267460"/>
              <a:gd name="connsiteX23" fmla="*/ 1737353 w 1856319"/>
              <a:gd name="connsiteY23" fmla="*/ 1549870 h 2267460"/>
              <a:gd name="connsiteX24" fmla="*/ 1788153 w 1856319"/>
              <a:gd name="connsiteY24" fmla="*/ 1524470 h 2267460"/>
              <a:gd name="connsiteX25" fmla="*/ 1805087 w 1856319"/>
              <a:gd name="connsiteY25" fmla="*/ 1405936 h 2267460"/>
              <a:gd name="connsiteX26" fmla="*/ 1813553 w 1856319"/>
              <a:gd name="connsiteY26" fmla="*/ 1304336 h 2267460"/>
              <a:gd name="connsiteX27" fmla="*/ 1855887 w 1856319"/>
              <a:gd name="connsiteY27" fmla="*/ 1211203 h 2267460"/>
              <a:gd name="connsiteX28" fmla="*/ 1830487 w 1856319"/>
              <a:gd name="connsiteY28" fmla="*/ 1092670 h 2267460"/>
              <a:gd name="connsiteX29" fmla="*/ 1754287 w 1856319"/>
              <a:gd name="connsiteY29" fmla="*/ 1118070 h 2267460"/>
              <a:gd name="connsiteX30" fmla="*/ 1720420 w 1856319"/>
              <a:gd name="connsiteY30" fmla="*/ 1164636 h 2267460"/>
              <a:gd name="connsiteX31" fmla="*/ 1686553 w 1856319"/>
              <a:gd name="connsiteY31" fmla="*/ 1236603 h 2267460"/>
              <a:gd name="connsiteX32" fmla="*/ 1703487 w 1856319"/>
              <a:gd name="connsiteY32" fmla="*/ 830203 h 2267460"/>
              <a:gd name="connsiteX33" fmla="*/ 1644220 w 1856319"/>
              <a:gd name="connsiteY33" fmla="*/ 449203 h 2267460"/>
              <a:gd name="connsiteX34" fmla="*/ 1474887 w 1856319"/>
              <a:gd name="connsiteY34" fmla="*/ 186736 h 2267460"/>
              <a:gd name="connsiteX35" fmla="*/ 1264278 w 1856319"/>
              <a:gd name="connsiteY35" fmla="*/ 62925 h 2267460"/>
              <a:gd name="connsiteX36" fmla="*/ 907620 w 1856319"/>
              <a:gd name="connsiteY36" fmla="*/ 470 h 2267460"/>
              <a:gd name="connsiteX37" fmla="*/ 699128 w 1856319"/>
              <a:gd name="connsiteY37" fmla="*/ 38246 h 2267460"/>
              <a:gd name="connsiteX0" fmla="*/ 699128 w 1856319"/>
              <a:gd name="connsiteY0" fmla="*/ 38246 h 2275272"/>
              <a:gd name="connsiteX1" fmla="*/ 530853 w 1856319"/>
              <a:gd name="connsiteY1" fmla="*/ 109476 h 2275272"/>
              <a:gd name="connsiteX2" fmla="*/ 359403 w 1856319"/>
              <a:gd name="connsiteY2" fmla="*/ 226951 h 2275272"/>
              <a:gd name="connsiteX3" fmla="*/ 194303 w 1856319"/>
              <a:gd name="connsiteY3" fmla="*/ 500001 h 2275272"/>
              <a:gd name="connsiteX4" fmla="*/ 143503 w 1856319"/>
              <a:gd name="connsiteY4" fmla="*/ 690502 h 2275272"/>
              <a:gd name="connsiteX5" fmla="*/ 143503 w 1856319"/>
              <a:gd name="connsiteY5" fmla="*/ 1058801 h 2275272"/>
              <a:gd name="connsiteX6" fmla="*/ 144562 w 1856319"/>
              <a:gd name="connsiteY6" fmla="*/ 1196386 h 2275272"/>
              <a:gd name="connsiteX7" fmla="*/ 92704 w 1856319"/>
              <a:gd name="connsiteY7" fmla="*/ 1145586 h 2275272"/>
              <a:gd name="connsiteX8" fmla="*/ 13329 w 1856319"/>
              <a:gd name="connsiteY8" fmla="*/ 1150878 h 2275272"/>
              <a:gd name="connsiteX9" fmla="*/ 1687 w 1856319"/>
              <a:gd name="connsiteY9" fmla="*/ 1262003 h 2275272"/>
              <a:gd name="connsiteX10" fmla="*/ 31320 w 1856319"/>
              <a:gd name="connsiteY10" fmla="*/ 1405937 h 2275272"/>
              <a:gd name="connsiteX11" fmla="*/ 99053 w 1856319"/>
              <a:gd name="connsiteY11" fmla="*/ 1511770 h 2275272"/>
              <a:gd name="connsiteX12" fmla="*/ 149853 w 1856319"/>
              <a:gd name="connsiteY12" fmla="*/ 1609136 h 2275272"/>
              <a:gd name="connsiteX13" fmla="*/ 213353 w 1856319"/>
              <a:gd name="connsiteY13" fmla="*/ 1626070 h 2275272"/>
              <a:gd name="connsiteX14" fmla="*/ 221820 w 1856319"/>
              <a:gd name="connsiteY14" fmla="*/ 1566803 h 2275272"/>
              <a:gd name="connsiteX15" fmla="*/ 221820 w 1856319"/>
              <a:gd name="connsiteY15" fmla="*/ 1532936 h 2275272"/>
              <a:gd name="connsiteX16" fmla="*/ 348820 w 1856319"/>
              <a:gd name="connsiteY16" fmla="*/ 1761536 h 2275272"/>
              <a:gd name="connsiteX17" fmla="*/ 484287 w 1856319"/>
              <a:gd name="connsiteY17" fmla="*/ 1998603 h 2275272"/>
              <a:gd name="connsiteX18" fmla="*/ 907619 w 1856319"/>
              <a:gd name="connsiteY18" fmla="*/ 2261069 h 2275272"/>
              <a:gd name="connsiteX19" fmla="*/ 1214113 w 1856319"/>
              <a:gd name="connsiteY19" fmla="*/ 2200110 h 2275272"/>
              <a:gd name="connsiteX20" fmla="*/ 1568020 w 1856319"/>
              <a:gd name="connsiteY20" fmla="*/ 1863136 h 2275272"/>
              <a:gd name="connsiteX21" fmla="*/ 1686553 w 1856319"/>
              <a:gd name="connsiteY21" fmla="*/ 1524470 h 2275272"/>
              <a:gd name="connsiteX22" fmla="*/ 1678087 w 1856319"/>
              <a:gd name="connsiteY22" fmla="*/ 1456736 h 2275272"/>
              <a:gd name="connsiteX23" fmla="*/ 1737353 w 1856319"/>
              <a:gd name="connsiteY23" fmla="*/ 1549870 h 2275272"/>
              <a:gd name="connsiteX24" fmla="*/ 1788153 w 1856319"/>
              <a:gd name="connsiteY24" fmla="*/ 1524470 h 2275272"/>
              <a:gd name="connsiteX25" fmla="*/ 1805087 w 1856319"/>
              <a:gd name="connsiteY25" fmla="*/ 1405936 h 2275272"/>
              <a:gd name="connsiteX26" fmla="*/ 1813553 w 1856319"/>
              <a:gd name="connsiteY26" fmla="*/ 1304336 h 2275272"/>
              <a:gd name="connsiteX27" fmla="*/ 1855887 w 1856319"/>
              <a:gd name="connsiteY27" fmla="*/ 1211203 h 2275272"/>
              <a:gd name="connsiteX28" fmla="*/ 1830487 w 1856319"/>
              <a:gd name="connsiteY28" fmla="*/ 1092670 h 2275272"/>
              <a:gd name="connsiteX29" fmla="*/ 1754287 w 1856319"/>
              <a:gd name="connsiteY29" fmla="*/ 1118070 h 2275272"/>
              <a:gd name="connsiteX30" fmla="*/ 1720420 w 1856319"/>
              <a:gd name="connsiteY30" fmla="*/ 1164636 h 2275272"/>
              <a:gd name="connsiteX31" fmla="*/ 1686553 w 1856319"/>
              <a:gd name="connsiteY31" fmla="*/ 1236603 h 2275272"/>
              <a:gd name="connsiteX32" fmla="*/ 1703487 w 1856319"/>
              <a:gd name="connsiteY32" fmla="*/ 830203 h 2275272"/>
              <a:gd name="connsiteX33" fmla="*/ 1644220 w 1856319"/>
              <a:gd name="connsiteY33" fmla="*/ 449203 h 2275272"/>
              <a:gd name="connsiteX34" fmla="*/ 1474887 w 1856319"/>
              <a:gd name="connsiteY34" fmla="*/ 186736 h 2275272"/>
              <a:gd name="connsiteX35" fmla="*/ 1264278 w 1856319"/>
              <a:gd name="connsiteY35" fmla="*/ 62925 h 2275272"/>
              <a:gd name="connsiteX36" fmla="*/ 907620 w 1856319"/>
              <a:gd name="connsiteY36" fmla="*/ 470 h 2275272"/>
              <a:gd name="connsiteX37" fmla="*/ 699128 w 1856319"/>
              <a:gd name="connsiteY37" fmla="*/ 38246 h 2275272"/>
              <a:gd name="connsiteX0" fmla="*/ 699128 w 1856319"/>
              <a:gd name="connsiteY0" fmla="*/ 38246 h 2275576"/>
              <a:gd name="connsiteX1" fmla="*/ 530853 w 1856319"/>
              <a:gd name="connsiteY1" fmla="*/ 109476 h 2275576"/>
              <a:gd name="connsiteX2" fmla="*/ 359403 w 1856319"/>
              <a:gd name="connsiteY2" fmla="*/ 226951 h 2275576"/>
              <a:gd name="connsiteX3" fmla="*/ 194303 w 1856319"/>
              <a:gd name="connsiteY3" fmla="*/ 500001 h 2275576"/>
              <a:gd name="connsiteX4" fmla="*/ 143503 w 1856319"/>
              <a:gd name="connsiteY4" fmla="*/ 690502 h 2275576"/>
              <a:gd name="connsiteX5" fmla="*/ 143503 w 1856319"/>
              <a:gd name="connsiteY5" fmla="*/ 1058801 h 2275576"/>
              <a:gd name="connsiteX6" fmla="*/ 144562 w 1856319"/>
              <a:gd name="connsiteY6" fmla="*/ 1196386 h 2275576"/>
              <a:gd name="connsiteX7" fmla="*/ 92704 w 1856319"/>
              <a:gd name="connsiteY7" fmla="*/ 1145586 h 2275576"/>
              <a:gd name="connsiteX8" fmla="*/ 13329 w 1856319"/>
              <a:gd name="connsiteY8" fmla="*/ 1150878 h 2275576"/>
              <a:gd name="connsiteX9" fmla="*/ 1687 w 1856319"/>
              <a:gd name="connsiteY9" fmla="*/ 1262003 h 2275576"/>
              <a:gd name="connsiteX10" fmla="*/ 31320 w 1856319"/>
              <a:gd name="connsiteY10" fmla="*/ 1405937 h 2275576"/>
              <a:gd name="connsiteX11" fmla="*/ 99053 w 1856319"/>
              <a:gd name="connsiteY11" fmla="*/ 1511770 h 2275576"/>
              <a:gd name="connsiteX12" fmla="*/ 149853 w 1856319"/>
              <a:gd name="connsiteY12" fmla="*/ 1609136 h 2275576"/>
              <a:gd name="connsiteX13" fmla="*/ 213353 w 1856319"/>
              <a:gd name="connsiteY13" fmla="*/ 1626070 h 2275576"/>
              <a:gd name="connsiteX14" fmla="*/ 221820 w 1856319"/>
              <a:gd name="connsiteY14" fmla="*/ 1566803 h 2275576"/>
              <a:gd name="connsiteX15" fmla="*/ 221820 w 1856319"/>
              <a:gd name="connsiteY15" fmla="*/ 1532936 h 2275576"/>
              <a:gd name="connsiteX16" fmla="*/ 348820 w 1856319"/>
              <a:gd name="connsiteY16" fmla="*/ 1761536 h 2275576"/>
              <a:gd name="connsiteX17" fmla="*/ 484287 w 1856319"/>
              <a:gd name="connsiteY17" fmla="*/ 1998603 h 2275576"/>
              <a:gd name="connsiteX18" fmla="*/ 907619 w 1856319"/>
              <a:gd name="connsiteY18" fmla="*/ 2261069 h 2275576"/>
              <a:gd name="connsiteX19" fmla="*/ 1214113 w 1856319"/>
              <a:gd name="connsiteY19" fmla="*/ 2200110 h 2275576"/>
              <a:gd name="connsiteX20" fmla="*/ 1568020 w 1856319"/>
              <a:gd name="connsiteY20" fmla="*/ 1852976 h 2275576"/>
              <a:gd name="connsiteX21" fmla="*/ 1686553 w 1856319"/>
              <a:gd name="connsiteY21" fmla="*/ 1524470 h 2275576"/>
              <a:gd name="connsiteX22" fmla="*/ 1678087 w 1856319"/>
              <a:gd name="connsiteY22" fmla="*/ 1456736 h 2275576"/>
              <a:gd name="connsiteX23" fmla="*/ 1737353 w 1856319"/>
              <a:gd name="connsiteY23" fmla="*/ 1549870 h 2275576"/>
              <a:gd name="connsiteX24" fmla="*/ 1788153 w 1856319"/>
              <a:gd name="connsiteY24" fmla="*/ 1524470 h 2275576"/>
              <a:gd name="connsiteX25" fmla="*/ 1805087 w 1856319"/>
              <a:gd name="connsiteY25" fmla="*/ 1405936 h 2275576"/>
              <a:gd name="connsiteX26" fmla="*/ 1813553 w 1856319"/>
              <a:gd name="connsiteY26" fmla="*/ 1304336 h 2275576"/>
              <a:gd name="connsiteX27" fmla="*/ 1855887 w 1856319"/>
              <a:gd name="connsiteY27" fmla="*/ 1211203 h 2275576"/>
              <a:gd name="connsiteX28" fmla="*/ 1830487 w 1856319"/>
              <a:gd name="connsiteY28" fmla="*/ 1092670 h 2275576"/>
              <a:gd name="connsiteX29" fmla="*/ 1754287 w 1856319"/>
              <a:gd name="connsiteY29" fmla="*/ 1118070 h 2275576"/>
              <a:gd name="connsiteX30" fmla="*/ 1720420 w 1856319"/>
              <a:gd name="connsiteY30" fmla="*/ 1164636 h 2275576"/>
              <a:gd name="connsiteX31" fmla="*/ 1686553 w 1856319"/>
              <a:gd name="connsiteY31" fmla="*/ 1236603 h 2275576"/>
              <a:gd name="connsiteX32" fmla="*/ 1703487 w 1856319"/>
              <a:gd name="connsiteY32" fmla="*/ 830203 h 2275576"/>
              <a:gd name="connsiteX33" fmla="*/ 1644220 w 1856319"/>
              <a:gd name="connsiteY33" fmla="*/ 449203 h 2275576"/>
              <a:gd name="connsiteX34" fmla="*/ 1474887 w 1856319"/>
              <a:gd name="connsiteY34" fmla="*/ 186736 h 2275576"/>
              <a:gd name="connsiteX35" fmla="*/ 1264278 w 1856319"/>
              <a:gd name="connsiteY35" fmla="*/ 62925 h 2275576"/>
              <a:gd name="connsiteX36" fmla="*/ 907620 w 1856319"/>
              <a:gd name="connsiteY36" fmla="*/ 470 h 2275576"/>
              <a:gd name="connsiteX37" fmla="*/ 699128 w 1856319"/>
              <a:gd name="connsiteY37" fmla="*/ 38246 h 2275576"/>
              <a:gd name="connsiteX0" fmla="*/ 699128 w 1856319"/>
              <a:gd name="connsiteY0" fmla="*/ 38246 h 2271864"/>
              <a:gd name="connsiteX1" fmla="*/ 530853 w 1856319"/>
              <a:gd name="connsiteY1" fmla="*/ 109476 h 2271864"/>
              <a:gd name="connsiteX2" fmla="*/ 359403 w 1856319"/>
              <a:gd name="connsiteY2" fmla="*/ 226951 h 2271864"/>
              <a:gd name="connsiteX3" fmla="*/ 194303 w 1856319"/>
              <a:gd name="connsiteY3" fmla="*/ 500001 h 2271864"/>
              <a:gd name="connsiteX4" fmla="*/ 143503 w 1856319"/>
              <a:gd name="connsiteY4" fmla="*/ 690502 h 2271864"/>
              <a:gd name="connsiteX5" fmla="*/ 143503 w 1856319"/>
              <a:gd name="connsiteY5" fmla="*/ 1058801 h 2271864"/>
              <a:gd name="connsiteX6" fmla="*/ 144562 w 1856319"/>
              <a:gd name="connsiteY6" fmla="*/ 1196386 h 2271864"/>
              <a:gd name="connsiteX7" fmla="*/ 92704 w 1856319"/>
              <a:gd name="connsiteY7" fmla="*/ 1145586 h 2271864"/>
              <a:gd name="connsiteX8" fmla="*/ 13329 w 1856319"/>
              <a:gd name="connsiteY8" fmla="*/ 1150878 h 2271864"/>
              <a:gd name="connsiteX9" fmla="*/ 1687 w 1856319"/>
              <a:gd name="connsiteY9" fmla="*/ 1262003 h 2271864"/>
              <a:gd name="connsiteX10" fmla="*/ 31320 w 1856319"/>
              <a:gd name="connsiteY10" fmla="*/ 1405937 h 2271864"/>
              <a:gd name="connsiteX11" fmla="*/ 99053 w 1856319"/>
              <a:gd name="connsiteY11" fmla="*/ 1511770 h 2271864"/>
              <a:gd name="connsiteX12" fmla="*/ 149853 w 1856319"/>
              <a:gd name="connsiteY12" fmla="*/ 1609136 h 2271864"/>
              <a:gd name="connsiteX13" fmla="*/ 213353 w 1856319"/>
              <a:gd name="connsiteY13" fmla="*/ 1626070 h 2271864"/>
              <a:gd name="connsiteX14" fmla="*/ 221820 w 1856319"/>
              <a:gd name="connsiteY14" fmla="*/ 1566803 h 2271864"/>
              <a:gd name="connsiteX15" fmla="*/ 221820 w 1856319"/>
              <a:gd name="connsiteY15" fmla="*/ 1532936 h 2271864"/>
              <a:gd name="connsiteX16" fmla="*/ 348820 w 1856319"/>
              <a:gd name="connsiteY16" fmla="*/ 1761536 h 2271864"/>
              <a:gd name="connsiteX17" fmla="*/ 484287 w 1856319"/>
              <a:gd name="connsiteY17" fmla="*/ 1998603 h 2271864"/>
              <a:gd name="connsiteX18" fmla="*/ 907619 w 1856319"/>
              <a:gd name="connsiteY18" fmla="*/ 2261069 h 2271864"/>
              <a:gd name="connsiteX19" fmla="*/ 1214113 w 1856319"/>
              <a:gd name="connsiteY19" fmla="*/ 2200110 h 2271864"/>
              <a:gd name="connsiteX20" fmla="*/ 1432553 w 1856319"/>
              <a:gd name="connsiteY20" fmla="*/ 2003681 h 2271864"/>
              <a:gd name="connsiteX21" fmla="*/ 1568020 w 1856319"/>
              <a:gd name="connsiteY21" fmla="*/ 1852976 h 2271864"/>
              <a:gd name="connsiteX22" fmla="*/ 1686553 w 1856319"/>
              <a:gd name="connsiteY22" fmla="*/ 1524470 h 2271864"/>
              <a:gd name="connsiteX23" fmla="*/ 1678087 w 1856319"/>
              <a:gd name="connsiteY23" fmla="*/ 1456736 h 2271864"/>
              <a:gd name="connsiteX24" fmla="*/ 1737353 w 1856319"/>
              <a:gd name="connsiteY24" fmla="*/ 1549870 h 2271864"/>
              <a:gd name="connsiteX25" fmla="*/ 1788153 w 1856319"/>
              <a:gd name="connsiteY25" fmla="*/ 1524470 h 2271864"/>
              <a:gd name="connsiteX26" fmla="*/ 1805087 w 1856319"/>
              <a:gd name="connsiteY26" fmla="*/ 1405936 h 2271864"/>
              <a:gd name="connsiteX27" fmla="*/ 1813553 w 1856319"/>
              <a:gd name="connsiteY27" fmla="*/ 1304336 h 2271864"/>
              <a:gd name="connsiteX28" fmla="*/ 1855887 w 1856319"/>
              <a:gd name="connsiteY28" fmla="*/ 1211203 h 2271864"/>
              <a:gd name="connsiteX29" fmla="*/ 1830487 w 1856319"/>
              <a:gd name="connsiteY29" fmla="*/ 1092670 h 2271864"/>
              <a:gd name="connsiteX30" fmla="*/ 1754287 w 1856319"/>
              <a:gd name="connsiteY30" fmla="*/ 1118070 h 2271864"/>
              <a:gd name="connsiteX31" fmla="*/ 1720420 w 1856319"/>
              <a:gd name="connsiteY31" fmla="*/ 1164636 h 2271864"/>
              <a:gd name="connsiteX32" fmla="*/ 1686553 w 1856319"/>
              <a:gd name="connsiteY32" fmla="*/ 1236603 h 2271864"/>
              <a:gd name="connsiteX33" fmla="*/ 1703487 w 1856319"/>
              <a:gd name="connsiteY33" fmla="*/ 830203 h 2271864"/>
              <a:gd name="connsiteX34" fmla="*/ 1644220 w 1856319"/>
              <a:gd name="connsiteY34" fmla="*/ 449203 h 2271864"/>
              <a:gd name="connsiteX35" fmla="*/ 1474887 w 1856319"/>
              <a:gd name="connsiteY35" fmla="*/ 186736 h 2271864"/>
              <a:gd name="connsiteX36" fmla="*/ 1264278 w 1856319"/>
              <a:gd name="connsiteY36" fmla="*/ 62925 h 2271864"/>
              <a:gd name="connsiteX37" fmla="*/ 907620 w 1856319"/>
              <a:gd name="connsiteY37" fmla="*/ 470 h 2271864"/>
              <a:gd name="connsiteX38" fmla="*/ 699128 w 1856319"/>
              <a:gd name="connsiteY38" fmla="*/ 38246 h 2271864"/>
              <a:gd name="connsiteX0" fmla="*/ 699128 w 1856319"/>
              <a:gd name="connsiteY0" fmla="*/ 38246 h 2271864"/>
              <a:gd name="connsiteX1" fmla="*/ 530853 w 1856319"/>
              <a:gd name="connsiteY1" fmla="*/ 109476 h 2271864"/>
              <a:gd name="connsiteX2" fmla="*/ 359403 w 1856319"/>
              <a:gd name="connsiteY2" fmla="*/ 226951 h 2271864"/>
              <a:gd name="connsiteX3" fmla="*/ 194303 w 1856319"/>
              <a:gd name="connsiteY3" fmla="*/ 500001 h 2271864"/>
              <a:gd name="connsiteX4" fmla="*/ 143503 w 1856319"/>
              <a:gd name="connsiteY4" fmla="*/ 690502 h 2271864"/>
              <a:gd name="connsiteX5" fmla="*/ 143503 w 1856319"/>
              <a:gd name="connsiteY5" fmla="*/ 1058801 h 2271864"/>
              <a:gd name="connsiteX6" fmla="*/ 144562 w 1856319"/>
              <a:gd name="connsiteY6" fmla="*/ 1196386 h 2271864"/>
              <a:gd name="connsiteX7" fmla="*/ 92704 w 1856319"/>
              <a:gd name="connsiteY7" fmla="*/ 1145586 h 2271864"/>
              <a:gd name="connsiteX8" fmla="*/ 13329 w 1856319"/>
              <a:gd name="connsiteY8" fmla="*/ 1150878 h 2271864"/>
              <a:gd name="connsiteX9" fmla="*/ 1687 w 1856319"/>
              <a:gd name="connsiteY9" fmla="*/ 1262003 h 2271864"/>
              <a:gd name="connsiteX10" fmla="*/ 31320 w 1856319"/>
              <a:gd name="connsiteY10" fmla="*/ 1405937 h 2271864"/>
              <a:gd name="connsiteX11" fmla="*/ 99053 w 1856319"/>
              <a:gd name="connsiteY11" fmla="*/ 1511770 h 2271864"/>
              <a:gd name="connsiteX12" fmla="*/ 149853 w 1856319"/>
              <a:gd name="connsiteY12" fmla="*/ 1609136 h 2271864"/>
              <a:gd name="connsiteX13" fmla="*/ 213353 w 1856319"/>
              <a:gd name="connsiteY13" fmla="*/ 1626070 h 2271864"/>
              <a:gd name="connsiteX14" fmla="*/ 221820 w 1856319"/>
              <a:gd name="connsiteY14" fmla="*/ 1566803 h 2271864"/>
              <a:gd name="connsiteX15" fmla="*/ 221820 w 1856319"/>
              <a:gd name="connsiteY15" fmla="*/ 1532936 h 2271864"/>
              <a:gd name="connsiteX16" fmla="*/ 348820 w 1856319"/>
              <a:gd name="connsiteY16" fmla="*/ 1761536 h 2271864"/>
              <a:gd name="connsiteX17" fmla="*/ 484287 w 1856319"/>
              <a:gd name="connsiteY17" fmla="*/ 1998603 h 2271864"/>
              <a:gd name="connsiteX18" fmla="*/ 907619 w 1856319"/>
              <a:gd name="connsiteY18" fmla="*/ 2261069 h 2271864"/>
              <a:gd name="connsiteX19" fmla="*/ 1214113 w 1856319"/>
              <a:gd name="connsiteY19" fmla="*/ 2200110 h 2271864"/>
              <a:gd name="connsiteX20" fmla="*/ 1432553 w 1856319"/>
              <a:gd name="connsiteY20" fmla="*/ 2003681 h 2271864"/>
              <a:gd name="connsiteX21" fmla="*/ 1568020 w 1856319"/>
              <a:gd name="connsiteY21" fmla="*/ 1852976 h 2271864"/>
              <a:gd name="connsiteX22" fmla="*/ 1645913 w 1856319"/>
              <a:gd name="connsiteY22" fmla="*/ 1754761 h 2271864"/>
              <a:gd name="connsiteX23" fmla="*/ 1686553 w 1856319"/>
              <a:gd name="connsiteY23" fmla="*/ 1524470 h 2271864"/>
              <a:gd name="connsiteX24" fmla="*/ 1678087 w 1856319"/>
              <a:gd name="connsiteY24" fmla="*/ 1456736 h 2271864"/>
              <a:gd name="connsiteX25" fmla="*/ 1737353 w 1856319"/>
              <a:gd name="connsiteY25" fmla="*/ 1549870 h 2271864"/>
              <a:gd name="connsiteX26" fmla="*/ 1788153 w 1856319"/>
              <a:gd name="connsiteY26" fmla="*/ 1524470 h 2271864"/>
              <a:gd name="connsiteX27" fmla="*/ 1805087 w 1856319"/>
              <a:gd name="connsiteY27" fmla="*/ 1405936 h 2271864"/>
              <a:gd name="connsiteX28" fmla="*/ 1813553 w 1856319"/>
              <a:gd name="connsiteY28" fmla="*/ 1304336 h 2271864"/>
              <a:gd name="connsiteX29" fmla="*/ 1855887 w 1856319"/>
              <a:gd name="connsiteY29" fmla="*/ 1211203 h 2271864"/>
              <a:gd name="connsiteX30" fmla="*/ 1830487 w 1856319"/>
              <a:gd name="connsiteY30" fmla="*/ 1092670 h 2271864"/>
              <a:gd name="connsiteX31" fmla="*/ 1754287 w 1856319"/>
              <a:gd name="connsiteY31" fmla="*/ 1118070 h 2271864"/>
              <a:gd name="connsiteX32" fmla="*/ 1720420 w 1856319"/>
              <a:gd name="connsiteY32" fmla="*/ 1164636 h 2271864"/>
              <a:gd name="connsiteX33" fmla="*/ 1686553 w 1856319"/>
              <a:gd name="connsiteY33" fmla="*/ 1236603 h 2271864"/>
              <a:gd name="connsiteX34" fmla="*/ 1703487 w 1856319"/>
              <a:gd name="connsiteY34" fmla="*/ 830203 h 2271864"/>
              <a:gd name="connsiteX35" fmla="*/ 1644220 w 1856319"/>
              <a:gd name="connsiteY35" fmla="*/ 449203 h 2271864"/>
              <a:gd name="connsiteX36" fmla="*/ 1474887 w 1856319"/>
              <a:gd name="connsiteY36" fmla="*/ 186736 h 2271864"/>
              <a:gd name="connsiteX37" fmla="*/ 1264278 w 1856319"/>
              <a:gd name="connsiteY37" fmla="*/ 62925 h 2271864"/>
              <a:gd name="connsiteX38" fmla="*/ 907620 w 1856319"/>
              <a:gd name="connsiteY38" fmla="*/ 470 h 2271864"/>
              <a:gd name="connsiteX39" fmla="*/ 699128 w 1856319"/>
              <a:gd name="connsiteY39" fmla="*/ 38246 h 2271864"/>
              <a:gd name="connsiteX0" fmla="*/ 699128 w 1856319"/>
              <a:gd name="connsiteY0" fmla="*/ 38246 h 2271864"/>
              <a:gd name="connsiteX1" fmla="*/ 530853 w 1856319"/>
              <a:gd name="connsiteY1" fmla="*/ 109476 h 2271864"/>
              <a:gd name="connsiteX2" fmla="*/ 359403 w 1856319"/>
              <a:gd name="connsiteY2" fmla="*/ 226951 h 2271864"/>
              <a:gd name="connsiteX3" fmla="*/ 194303 w 1856319"/>
              <a:gd name="connsiteY3" fmla="*/ 500001 h 2271864"/>
              <a:gd name="connsiteX4" fmla="*/ 143503 w 1856319"/>
              <a:gd name="connsiteY4" fmla="*/ 690502 h 2271864"/>
              <a:gd name="connsiteX5" fmla="*/ 143503 w 1856319"/>
              <a:gd name="connsiteY5" fmla="*/ 1058801 h 2271864"/>
              <a:gd name="connsiteX6" fmla="*/ 144562 w 1856319"/>
              <a:gd name="connsiteY6" fmla="*/ 1196386 h 2271864"/>
              <a:gd name="connsiteX7" fmla="*/ 92704 w 1856319"/>
              <a:gd name="connsiteY7" fmla="*/ 1145586 h 2271864"/>
              <a:gd name="connsiteX8" fmla="*/ 13329 w 1856319"/>
              <a:gd name="connsiteY8" fmla="*/ 1150878 h 2271864"/>
              <a:gd name="connsiteX9" fmla="*/ 1687 w 1856319"/>
              <a:gd name="connsiteY9" fmla="*/ 1262003 h 2271864"/>
              <a:gd name="connsiteX10" fmla="*/ 31320 w 1856319"/>
              <a:gd name="connsiteY10" fmla="*/ 1405937 h 2271864"/>
              <a:gd name="connsiteX11" fmla="*/ 99053 w 1856319"/>
              <a:gd name="connsiteY11" fmla="*/ 1511770 h 2271864"/>
              <a:gd name="connsiteX12" fmla="*/ 149853 w 1856319"/>
              <a:gd name="connsiteY12" fmla="*/ 1609136 h 2271864"/>
              <a:gd name="connsiteX13" fmla="*/ 213353 w 1856319"/>
              <a:gd name="connsiteY13" fmla="*/ 1626070 h 2271864"/>
              <a:gd name="connsiteX14" fmla="*/ 221820 w 1856319"/>
              <a:gd name="connsiteY14" fmla="*/ 1566803 h 2271864"/>
              <a:gd name="connsiteX15" fmla="*/ 221820 w 1856319"/>
              <a:gd name="connsiteY15" fmla="*/ 1532936 h 2271864"/>
              <a:gd name="connsiteX16" fmla="*/ 348820 w 1856319"/>
              <a:gd name="connsiteY16" fmla="*/ 1761536 h 2271864"/>
              <a:gd name="connsiteX17" fmla="*/ 484287 w 1856319"/>
              <a:gd name="connsiteY17" fmla="*/ 1998603 h 2271864"/>
              <a:gd name="connsiteX18" fmla="*/ 907619 w 1856319"/>
              <a:gd name="connsiteY18" fmla="*/ 2261069 h 2271864"/>
              <a:gd name="connsiteX19" fmla="*/ 1214113 w 1856319"/>
              <a:gd name="connsiteY19" fmla="*/ 2200110 h 2271864"/>
              <a:gd name="connsiteX20" fmla="*/ 1432553 w 1856319"/>
              <a:gd name="connsiteY20" fmla="*/ 2003681 h 2271864"/>
              <a:gd name="connsiteX21" fmla="*/ 1562940 w 1856319"/>
              <a:gd name="connsiteY21" fmla="*/ 1893616 h 2271864"/>
              <a:gd name="connsiteX22" fmla="*/ 1645913 w 1856319"/>
              <a:gd name="connsiteY22" fmla="*/ 1754761 h 2271864"/>
              <a:gd name="connsiteX23" fmla="*/ 1686553 w 1856319"/>
              <a:gd name="connsiteY23" fmla="*/ 1524470 h 2271864"/>
              <a:gd name="connsiteX24" fmla="*/ 1678087 w 1856319"/>
              <a:gd name="connsiteY24" fmla="*/ 1456736 h 2271864"/>
              <a:gd name="connsiteX25" fmla="*/ 1737353 w 1856319"/>
              <a:gd name="connsiteY25" fmla="*/ 1549870 h 2271864"/>
              <a:gd name="connsiteX26" fmla="*/ 1788153 w 1856319"/>
              <a:gd name="connsiteY26" fmla="*/ 1524470 h 2271864"/>
              <a:gd name="connsiteX27" fmla="*/ 1805087 w 1856319"/>
              <a:gd name="connsiteY27" fmla="*/ 1405936 h 2271864"/>
              <a:gd name="connsiteX28" fmla="*/ 1813553 w 1856319"/>
              <a:gd name="connsiteY28" fmla="*/ 1304336 h 2271864"/>
              <a:gd name="connsiteX29" fmla="*/ 1855887 w 1856319"/>
              <a:gd name="connsiteY29" fmla="*/ 1211203 h 2271864"/>
              <a:gd name="connsiteX30" fmla="*/ 1830487 w 1856319"/>
              <a:gd name="connsiteY30" fmla="*/ 1092670 h 2271864"/>
              <a:gd name="connsiteX31" fmla="*/ 1754287 w 1856319"/>
              <a:gd name="connsiteY31" fmla="*/ 1118070 h 2271864"/>
              <a:gd name="connsiteX32" fmla="*/ 1720420 w 1856319"/>
              <a:gd name="connsiteY32" fmla="*/ 1164636 h 2271864"/>
              <a:gd name="connsiteX33" fmla="*/ 1686553 w 1856319"/>
              <a:gd name="connsiteY33" fmla="*/ 1236603 h 2271864"/>
              <a:gd name="connsiteX34" fmla="*/ 1703487 w 1856319"/>
              <a:gd name="connsiteY34" fmla="*/ 830203 h 2271864"/>
              <a:gd name="connsiteX35" fmla="*/ 1644220 w 1856319"/>
              <a:gd name="connsiteY35" fmla="*/ 449203 h 2271864"/>
              <a:gd name="connsiteX36" fmla="*/ 1474887 w 1856319"/>
              <a:gd name="connsiteY36" fmla="*/ 186736 h 2271864"/>
              <a:gd name="connsiteX37" fmla="*/ 1264278 w 1856319"/>
              <a:gd name="connsiteY37" fmla="*/ 62925 h 2271864"/>
              <a:gd name="connsiteX38" fmla="*/ 907620 w 1856319"/>
              <a:gd name="connsiteY38" fmla="*/ 470 h 2271864"/>
              <a:gd name="connsiteX39" fmla="*/ 699128 w 1856319"/>
              <a:gd name="connsiteY39" fmla="*/ 38246 h 2271864"/>
              <a:gd name="connsiteX0" fmla="*/ 699128 w 1856319"/>
              <a:gd name="connsiteY0" fmla="*/ 38246 h 2271113"/>
              <a:gd name="connsiteX1" fmla="*/ 530853 w 1856319"/>
              <a:gd name="connsiteY1" fmla="*/ 109476 h 2271113"/>
              <a:gd name="connsiteX2" fmla="*/ 359403 w 1856319"/>
              <a:gd name="connsiteY2" fmla="*/ 226951 h 2271113"/>
              <a:gd name="connsiteX3" fmla="*/ 194303 w 1856319"/>
              <a:gd name="connsiteY3" fmla="*/ 500001 h 2271113"/>
              <a:gd name="connsiteX4" fmla="*/ 143503 w 1856319"/>
              <a:gd name="connsiteY4" fmla="*/ 690502 h 2271113"/>
              <a:gd name="connsiteX5" fmla="*/ 143503 w 1856319"/>
              <a:gd name="connsiteY5" fmla="*/ 1058801 h 2271113"/>
              <a:gd name="connsiteX6" fmla="*/ 144562 w 1856319"/>
              <a:gd name="connsiteY6" fmla="*/ 1196386 h 2271113"/>
              <a:gd name="connsiteX7" fmla="*/ 92704 w 1856319"/>
              <a:gd name="connsiteY7" fmla="*/ 1145586 h 2271113"/>
              <a:gd name="connsiteX8" fmla="*/ 13329 w 1856319"/>
              <a:gd name="connsiteY8" fmla="*/ 1150878 h 2271113"/>
              <a:gd name="connsiteX9" fmla="*/ 1687 w 1856319"/>
              <a:gd name="connsiteY9" fmla="*/ 1262003 h 2271113"/>
              <a:gd name="connsiteX10" fmla="*/ 31320 w 1856319"/>
              <a:gd name="connsiteY10" fmla="*/ 1405937 h 2271113"/>
              <a:gd name="connsiteX11" fmla="*/ 99053 w 1856319"/>
              <a:gd name="connsiteY11" fmla="*/ 1511770 h 2271113"/>
              <a:gd name="connsiteX12" fmla="*/ 149853 w 1856319"/>
              <a:gd name="connsiteY12" fmla="*/ 1609136 h 2271113"/>
              <a:gd name="connsiteX13" fmla="*/ 213353 w 1856319"/>
              <a:gd name="connsiteY13" fmla="*/ 1626070 h 2271113"/>
              <a:gd name="connsiteX14" fmla="*/ 221820 w 1856319"/>
              <a:gd name="connsiteY14" fmla="*/ 1566803 h 2271113"/>
              <a:gd name="connsiteX15" fmla="*/ 221820 w 1856319"/>
              <a:gd name="connsiteY15" fmla="*/ 1532936 h 2271113"/>
              <a:gd name="connsiteX16" fmla="*/ 348820 w 1856319"/>
              <a:gd name="connsiteY16" fmla="*/ 1761536 h 2271113"/>
              <a:gd name="connsiteX17" fmla="*/ 484287 w 1856319"/>
              <a:gd name="connsiteY17" fmla="*/ 1998603 h 2271113"/>
              <a:gd name="connsiteX18" fmla="*/ 907619 w 1856319"/>
              <a:gd name="connsiteY18" fmla="*/ 2261069 h 2271113"/>
              <a:gd name="connsiteX19" fmla="*/ 1214113 w 1856319"/>
              <a:gd name="connsiteY19" fmla="*/ 2200110 h 2271113"/>
              <a:gd name="connsiteX20" fmla="*/ 1402073 w 1856319"/>
              <a:gd name="connsiteY20" fmla="*/ 2044321 h 2271113"/>
              <a:gd name="connsiteX21" fmla="*/ 1562940 w 1856319"/>
              <a:gd name="connsiteY21" fmla="*/ 1893616 h 2271113"/>
              <a:gd name="connsiteX22" fmla="*/ 1645913 w 1856319"/>
              <a:gd name="connsiteY22" fmla="*/ 1754761 h 2271113"/>
              <a:gd name="connsiteX23" fmla="*/ 1686553 w 1856319"/>
              <a:gd name="connsiteY23" fmla="*/ 1524470 h 2271113"/>
              <a:gd name="connsiteX24" fmla="*/ 1678087 w 1856319"/>
              <a:gd name="connsiteY24" fmla="*/ 1456736 h 2271113"/>
              <a:gd name="connsiteX25" fmla="*/ 1737353 w 1856319"/>
              <a:gd name="connsiteY25" fmla="*/ 1549870 h 2271113"/>
              <a:gd name="connsiteX26" fmla="*/ 1788153 w 1856319"/>
              <a:gd name="connsiteY26" fmla="*/ 1524470 h 2271113"/>
              <a:gd name="connsiteX27" fmla="*/ 1805087 w 1856319"/>
              <a:gd name="connsiteY27" fmla="*/ 1405936 h 2271113"/>
              <a:gd name="connsiteX28" fmla="*/ 1813553 w 1856319"/>
              <a:gd name="connsiteY28" fmla="*/ 1304336 h 2271113"/>
              <a:gd name="connsiteX29" fmla="*/ 1855887 w 1856319"/>
              <a:gd name="connsiteY29" fmla="*/ 1211203 h 2271113"/>
              <a:gd name="connsiteX30" fmla="*/ 1830487 w 1856319"/>
              <a:gd name="connsiteY30" fmla="*/ 1092670 h 2271113"/>
              <a:gd name="connsiteX31" fmla="*/ 1754287 w 1856319"/>
              <a:gd name="connsiteY31" fmla="*/ 1118070 h 2271113"/>
              <a:gd name="connsiteX32" fmla="*/ 1720420 w 1856319"/>
              <a:gd name="connsiteY32" fmla="*/ 1164636 h 2271113"/>
              <a:gd name="connsiteX33" fmla="*/ 1686553 w 1856319"/>
              <a:gd name="connsiteY33" fmla="*/ 1236603 h 2271113"/>
              <a:gd name="connsiteX34" fmla="*/ 1703487 w 1856319"/>
              <a:gd name="connsiteY34" fmla="*/ 830203 h 2271113"/>
              <a:gd name="connsiteX35" fmla="*/ 1644220 w 1856319"/>
              <a:gd name="connsiteY35" fmla="*/ 449203 h 2271113"/>
              <a:gd name="connsiteX36" fmla="*/ 1474887 w 1856319"/>
              <a:gd name="connsiteY36" fmla="*/ 186736 h 2271113"/>
              <a:gd name="connsiteX37" fmla="*/ 1264278 w 1856319"/>
              <a:gd name="connsiteY37" fmla="*/ 62925 h 2271113"/>
              <a:gd name="connsiteX38" fmla="*/ 907620 w 1856319"/>
              <a:gd name="connsiteY38" fmla="*/ 470 h 2271113"/>
              <a:gd name="connsiteX39" fmla="*/ 699128 w 1856319"/>
              <a:gd name="connsiteY39" fmla="*/ 38246 h 2271113"/>
              <a:gd name="connsiteX0" fmla="*/ 699128 w 1856319"/>
              <a:gd name="connsiteY0" fmla="*/ 38246 h 2276895"/>
              <a:gd name="connsiteX1" fmla="*/ 530853 w 1856319"/>
              <a:gd name="connsiteY1" fmla="*/ 109476 h 2276895"/>
              <a:gd name="connsiteX2" fmla="*/ 359403 w 1856319"/>
              <a:gd name="connsiteY2" fmla="*/ 226951 h 2276895"/>
              <a:gd name="connsiteX3" fmla="*/ 194303 w 1856319"/>
              <a:gd name="connsiteY3" fmla="*/ 500001 h 2276895"/>
              <a:gd name="connsiteX4" fmla="*/ 143503 w 1856319"/>
              <a:gd name="connsiteY4" fmla="*/ 690502 h 2276895"/>
              <a:gd name="connsiteX5" fmla="*/ 143503 w 1856319"/>
              <a:gd name="connsiteY5" fmla="*/ 1058801 h 2276895"/>
              <a:gd name="connsiteX6" fmla="*/ 144562 w 1856319"/>
              <a:gd name="connsiteY6" fmla="*/ 1196386 h 2276895"/>
              <a:gd name="connsiteX7" fmla="*/ 92704 w 1856319"/>
              <a:gd name="connsiteY7" fmla="*/ 1145586 h 2276895"/>
              <a:gd name="connsiteX8" fmla="*/ 13329 w 1856319"/>
              <a:gd name="connsiteY8" fmla="*/ 1150878 h 2276895"/>
              <a:gd name="connsiteX9" fmla="*/ 1687 w 1856319"/>
              <a:gd name="connsiteY9" fmla="*/ 1262003 h 2276895"/>
              <a:gd name="connsiteX10" fmla="*/ 31320 w 1856319"/>
              <a:gd name="connsiteY10" fmla="*/ 1405937 h 2276895"/>
              <a:gd name="connsiteX11" fmla="*/ 99053 w 1856319"/>
              <a:gd name="connsiteY11" fmla="*/ 1511770 h 2276895"/>
              <a:gd name="connsiteX12" fmla="*/ 149853 w 1856319"/>
              <a:gd name="connsiteY12" fmla="*/ 1609136 h 2276895"/>
              <a:gd name="connsiteX13" fmla="*/ 213353 w 1856319"/>
              <a:gd name="connsiteY13" fmla="*/ 1626070 h 2276895"/>
              <a:gd name="connsiteX14" fmla="*/ 221820 w 1856319"/>
              <a:gd name="connsiteY14" fmla="*/ 1566803 h 2276895"/>
              <a:gd name="connsiteX15" fmla="*/ 221820 w 1856319"/>
              <a:gd name="connsiteY15" fmla="*/ 1532936 h 2276895"/>
              <a:gd name="connsiteX16" fmla="*/ 348820 w 1856319"/>
              <a:gd name="connsiteY16" fmla="*/ 1761536 h 2276895"/>
              <a:gd name="connsiteX17" fmla="*/ 484287 w 1856319"/>
              <a:gd name="connsiteY17" fmla="*/ 1998603 h 2276895"/>
              <a:gd name="connsiteX18" fmla="*/ 907619 w 1856319"/>
              <a:gd name="connsiteY18" fmla="*/ 2261069 h 2276895"/>
              <a:gd name="connsiteX19" fmla="*/ 1168393 w 1856319"/>
              <a:gd name="connsiteY19" fmla="*/ 2225510 h 2276895"/>
              <a:gd name="connsiteX20" fmla="*/ 1402073 w 1856319"/>
              <a:gd name="connsiteY20" fmla="*/ 2044321 h 2276895"/>
              <a:gd name="connsiteX21" fmla="*/ 1562940 w 1856319"/>
              <a:gd name="connsiteY21" fmla="*/ 1893616 h 2276895"/>
              <a:gd name="connsiteX22" fmla="*/ 1645913 w 1856319"/>
              <a:gd name="connsiteY22" fmla="*/ 1754761 h 2276895"/>
              <a:gd name="connsiteX23" fmla="*/ 1686553 w 1856319"/>
              <a:gd name="connsiteY23" fmla="*/ 1524470 h 2276895"/>
              <a:gd name="connsiteX24" fmla="*/ 1678087 w 1856319"/>
              <a:gd name="connsiteY24" fmla="*/ 1456736 h 2276895"/>
              <a:gd name="connsiteX25" fmla="*/ 1737353 w 1856319"/>
              <a:gd name="connsiteY25" fmla="*/ 1549870 h 2276895"/>
              <a:gd name="connsiteX26" fmla="*/ 1788153 w 1856319"/>
              <a:gd name="connsiteY26" fmla="*/ 1524470 h 2276895"/>
              <a:gd name="connsiteX27" fmla="*/ 1805087 w 1856319"/>
              <a:gd name="connsiteY27" fmla="*/ 1405936 h 2276895"/>
              <a:gd name="connsiteX28" fmla="*/ 1813553 w 1856319"/>
              <a:gd name="connsiteY28" fmla="*/ 1304336 h 2276895"/>
              <a:gd name="connsiteX29" fmla="*/ 1855887 w 1856319"/>
              <a:gd name="connsiteY29" fmla="*/ 1211203 h 2276895"/>
              <a:gd name="connsiteX30" fmla="*/ 1830487 w 1856319"/>
              <a:gd name="connsiteY30" fmla="*/ 1092670 h 2276895"/>
              <a:gd name="connsiteX31" fmla="*/ 1754287 w 1856319"/>
              <a:gd name="connsiteY31" fmla="*/ 1118070 h 2276895"/>
              <a:gd name="connsiteX32" fmla="*/ 1720420 w 1856319"/>
              <a:gd name="connsiteY32" fmla="*/ 1164636 h 2276895"/>
              <a:gd name="connsiteX33" fmla="*/ 1686553 w 1856319"/>
              <a:gd name="connsiteY33" fmla="*/ 1236603 h 2276895"/>
              <a:gd name="connsiteX34" fmla="*/ 1703487 w 1856319"/>
              <a:gd name="connsiteY34" fmla="*/ 830203 h 2276895"/>
              <a:gd name="connsiteX35" fmla="*/ 1644220 w 1856319"/>
              <a:gd name="connsiteY35" fmla="*/ 449203 h 2276895"/>
              <a:gd name="connsiteX36" fmla="*/ 1474887 w 1856319"/>
              <a:gd name="connsiteY36" fmla="*/ 186736 h 2276895"/>
              <a:gd name="connsiteX37" fmla="*/ 1264278 w 1856319"/>
              <a:gd name="connsiteY37" fmla="*/ 62925 h 2276895"/>
              <a:gd name="connsiteX38" fmla="*/ 907620 w 1856319"/>
              <a:gd name="connsiteY38" fmla="*/ 470 h 2276895"/>
              <a:gd name="connsiteX39" fmla="*/ 699128 w 1856319"/>
              <a:gd name="connsiteY39" fmla="*/ 38246 h 2276895"/>
              <a:gd name="connsiteX0" fmla="*/ 699128 w 1856319"/>
              <a:gd name="connsiteY0" fmla="*/ 38246 h 2276895"/>
              <a:gd name="connsiteX1" fmla="*/ 530853 w 1856319"/>
              <a:gd name="connsiteY1" fmla="*/ 109476 h 2276895"/>
              <a:gd name="connsiteX2" fmla="*/ 359403 w 1856319"/>
              <a:gd name="connsiteY2" fmla="*/ 226951 h 2276895"/>
              <a:gd name="connsiteX3" fmla="*/ 194303 w 1856319"/>
              <a:gd name="connsiteY3" fmla="*/ 500001 h 2276895"/>
              <a:gd name="connsiteX4" fmla="*/ 143503 w 1856319"/>
              <a:gd name="connsiteY4" fmla="*/ 690502 h 2276895"/>
              <a:gd name="connsiteX5" fmla="*/ 143503 w 1856319"/>
              <a:gd name="connsiteY5" fmla="*/ 1058801 h 2276895"/>
              <a:gd name="connsiteX6" fmla="*/ 144562 w 1856319"/>
              <a:gd name="connsiteY6" fmla="*/ 1196386 h 2276895"/>
              <a:gd name="connsiteX7" fmla="*/ 92704 w 1856319"/>
              <a:gd name="connsiteY7" fmla="*/ 1145586 h 2276895"/>
              <a:gd name="connsiteX8" fmla="*/ 13329 w 1856319"/>
              <a:gd name="connsiteY8" fmla="*/ 1150878 h 2276895"/>
              <a:gd name="connsiteX9" fmla="*/ 1687 w 1856319"/>
              <a:gd name="connsiteY9" fmla="*/ 1262003 h 2276895"/>
              <a:gd name="connsiteX10" fmla="*/ 31320 w 1856319"/>
              <a:gd name="connsiteY10" fmla="*/ 1405937 h 2276895"/>
              <a:gd name="connsiteX11" fmla="*/ 99053 w 1856319"/>
              <a:gd name="connsiteY11" fmla="*/ 1511770 h 2276895"/>
              <a:gd name="connsiteX12" fmla="*/ 149853 w 1856319"/>
              <a:gd name="connsiteY12" fmla="*/ 1609136 h 2276895"/>
              <a:gd name="connsiteX13" fmla="*/ 213353 w 1856319"/>
              <a:gd name="connsiteY13" fmla="*/ 1626070 h 2276895"/>
              <a:gd name="connsiteX14" fmla="*/ 221820 w 1856319"/>
              <a:gd name="connsiteY14" fmla="*/ 1566803 h 2276895"/>
              <a:gd name="connsiteX15" fmla="*/ 221820 w 1856319"/>
              <a:gd name="connsiteY15" fmla="*/ 1532936 h 2276895"/>
              <a:gd name="connsiteX16" fmla="*/ 348820 w 1856319"/>
              <a:gd name="connsiteY16" fmla="*/ 1761536 h 2276895"/>
              <a:gd name="connsiteX17" fmla="*/ 484287 w 1856319"/>
              <a:gd name="connsiteY17" fmla="*/ 1998603 h 2276895"/>
              <a:gd name="connsiteX18" fmla="*/ 907619 w 1856319"/>
              <a:gd name="connsiteY18" fmla="*/ 2261069 h 2276895"/>
              <a:gd name="connsiteX19" fmla="*/ 1168393 w 1856319"/>
              <a:gd name="connsiteY19" fmla="*/ 2225510 h 2276895"/>
              <a:gd name="connsiteX20" fmla="*/ 1402073 w 1856319"/>
              <a:gd name="connsiteY20" fmla="*/ 2044321 h 2276895"/>
              <a:gd name="connsiteX21" fmla="*/ 1562940 w 1856319"/>
              <a:gd name="connsiteY21" fmla="*/ 1893616 h 2276895"/>
              <a:gd name="connsiteX22" fmla="*/ 1645913 w 1856319"/>
              <a:gd name="connsiteY22" fmla="*/ 1754761 h 2276895"/>
              <a:gd name="connsiteX23" fmla="*/ 1686553 w 1856319"/>
              <a:gd name="connsiteY23" fmla="*/ 1524470 h 2276895"/>
              <a:gd name="connsiteX24" fmla="*/ 1678087 w 1856319"/>
              <a:gd name="connsiteY24" fmla="*/ 1456736 h 2276895"/>
              <a:gd name="connsiteX25" fmla="*/ 1737353 w 1856319"/>
              <a:gd name="connsiteY25" fmla="*/ 1549870 h 2276895"/>
              <a:gd name="connsiteX26" fmla="*/ 1788153 w 1856319"/>
              <a:gd name="connsiteY26" fmla="*/ 1524470 h 2276895"/>
              <a:gd name="connsiteX27" fmla="*/ 1805087 w 1856319"/>
              <a:gd name="connsiteY27" fmla="*/ 1405936 h 2276895"/>
              <a:gd name="connsiteX28" fmla="*/ 1813553 w 1856319"/>
              <a:gd name="connsiteY28" fmla="*/ 1304336 h 2276895"/>
              <a:gd name="connsiteX29" fmla="*/ 1855887 w 1856319"/>
              <a:gd name="connsiteY29" fmla="*/ 1211203 h 2276895"/>
              <a:gd name="connsiteX30" fmla="*/ 1830487 w 1856319"/>
              <a:gd name="connsiteY30" fmla="*/ 1092670 h 2276895"/>
              <a:gd name="connsiteX31" fmla="*/ 1754287 w 1856319"/>
              <a:gd name="connsiteY31" fmla="*/ 1118070 h 2276895"/>
              <a:gd name="connsiteX32" fmla="*/ 1720420 w 1856319"/>
              <a:gd name="connsiteY32" fmla="*/ 1164636 h 2276895"/>
              <a:gd name="connsiteX33" fmla="*/ 1686553 w 1856319"/>
              <a:gd name="connsiteY33" fmla="*/ 1236603 h 2276895"/>
              <a:gd name="connsiteX34" fmla="*/ 1703487 w 1856319"/>
              <a:gd name="connsiteY34" fmla="*/ 830203 h 2276895"/>
              <a:gd name="connsiteX35" fmla="*/ 1669620 w 1856319"/>
              <a:gd name="connsiteY35" fmla="*/ 505083 h 2276895"/>
              <a:gd name="connsiteX36" fmla="*/ 1474887 w 1856319"/>
              <a:gd name="connsiteY36" fmla="*/ 186736 h 2276895"/>
              <a:gd name="connsiteX37" fmla="*/ 1264278 w 1856319"/>
              <a:gd name="connsiteY37" fmla="*/ 62925 h 2276895"/>
              <a:gd name="connsiteX38" fmla="*/ 907620 w 1856319"/>
              <a:gd name="connsiteY38" fmla="*/ 470 h 2276895"/>
              <a:gd name="connsiteX39" fmla="*/ 699128 w 1856319"/>
              <a:gd name="connsiteY39" fmla="*/ 38246 h 2276895"/>
              <a:gd name="connsiteX0" fmla="*/ 699128 w 1857396"/>
              <a:gd name="connsiteY0" fmla="*/ 38246 h 2276895"/>
              <a:gd name="connsiteX1" fmla="*/ 530853 w 1857396"/>
              <a:gd name="connsiteY1" fmla="*/ 109476 h 2276895"/>
              <a:gd name="connsiteX2" fmla="*/ 359403 w 1857396"/>
              <a:gd name="connsiteY2" fmla="*/ 226951 h 2276895"/>
              <a:gd name="connsiteX3" fmla="*/ 194303 w 1857396"/>
              <a:gd name="connsiteY3" fmla="*/ 500001 h 2276895"/>
              <a:gd name="connsiteX4" fmla="*/ 143503 w 1857396"/>
              <a:gd name="connsiteY4" fmla="*/ 690502 h 2276895"/>
              <a:gd name="connsiteX5" fmla="*/ 143503 w 1857396"/>
              <a:gd name="connsiteY5" fmla="*/ 1058801 h 2276895"/>
              <a:gd name="connsiteX6" fmla="*/ 144562 w 1857396"/>
              <a:gd name="connsiteY6" fmla="*/ 1196386 h 2276895"/>
              <a:gd name="connsiteX7" fmla="*/ 92704 w 1857396"/>
              <a:gd name="connsiteY7" fmla="*/ 1145586 h 2276895"/>
              <a:gd name="connsiteX8" fmla="*/ 13329 w 1857396"/>
              <a:gd name="connsiteY8" fmla="*/ 1150878 h 2276895"/>
              <a:gd name="connsiteX9" fmla="*/ 1687 w 1857396"/>
              <a:gd name="connsiteY9" fmla="*/ 1262003 h 2276895"/>
              <a:gd name="connsiteX10" fmla="*/ 31320 w 1857396"/>
              <a:gd name="connsiteY10" fmla="*/ 1405937 h 2276895"/>
              <a:gd name="connsiteX11" fmla="*/ 99053 w 1857396"/>
              <a:gd name="connsiteY11" fmla="*/ 1511770 h 2276895"/>
              <a:gd name="connsiteX12" fmla="*/ 149853 w 1857396"/>
              <a:gd name="connsiteY12" fmla="*/ 1609136 h 2276895"/>
              <a:gd name="connsiteX13" fmla="*/ 213353 w 1857396"/>
              <a:gd name="connsiteY13" fmla="*/ 1626070 h 2276895"/>
              <a:gd name="connsiteX14" fmla="*/ 221820 w 1857396"/>
              <a:gd name="connsiteY14" fmla="*/ 1566803 h 2276895"/>
              <a:gd name="connsiteX15" fmla="*/ 221820 w 1857396"/>
              <a:gd name="connsiteY15" fmla="*/ 1532936 h 2276895"/>
              <a:gd name="connsiteX16" fmla="*/ 348820 w 1857396"/>
              <a:gd name="connsiteY16" fmla="*/ 1761536 h 2276895"/>
              <a:gd name="connsiteX17" fmla="*/ 484287 w 1857396"/>
              <a:gd name="connsiteY17" fmla="*/ 1998603 h 2276895"/>
              <a:gd name="connsiteX18" fmla="*/ 907619 w 1857396"/>
              <a:gd name="connsiteY18" fmla="*/ 2261069 h 2276895"/>
              <a:gd name="connsiteX19" fmla="*/ 1168393 w 1857396"/>
              <a:gd name="connsiteY19" fmla="*/ 2225510 h 2276895"/>
              <a:gd name="connsiteX20" fmla="*/ 1402073 w 1857396"/>
              <a:gd name="connsiteY20" fmla="*/ 2044321 h 2276895"/>
              <a:gd name="connsiteX21" fmla="*/ 1562940 w 1857396"/>
              <a:gd name="connsiteY21" fmla="*/ 1893616 h 2276895"/>
              <a:gd name="connsiteX22" fmla="*/ 1645913 w 1857396"/>
              <a:gd name="connsiteY22" fmla="*/ 1754761 h 2276895"/>
              <a:gd name="connsiteX23" fmla="*/ 1686553 w 1857396"/>
              <a:gd name="connsiteY23" fmla="*/ 1524470 h 2276895"/>
              <a:gd name="connsiteX24" fmla="*/ 1678087 w 1857396"/>
              <a:gd name="connsiteY24" fmla="*/ 1456736 h 2276895"/>
              <a:gd name="connsiteX25" fmla="*/ 1737353 w 1857396"/>
              <a:gd name="connsiteY25" fmla="*/ 1549870 h 2276895"/>
              <a:gd name="connsiteX26" fmla="*/ 1788153 w 1857396"/>
              <a:gd name="connsiteY26" fmla="*/ 1524470 h 2276895"/>
              <a:gd name="connsiteX27" fmla="*/ 1805087 w 1857396"/>
              <a:gd name="connsiteY27" fmla="*/ 1405936 h 2276895"/>
              <a:gd name="connsiteX28" fmla="*/ 1849113 w 1857396"/>
              <a:gd name="connsiteY28" fmla="*/ 1309416 h 2276895"/>
              <a:gd name="connsiteX29" fmla="*/ 1855887 w 1857396"/>
              <a:gd name="connsiteY29" fmla="*/ 1211203 h 2276895"/>
              <a:gd name="connsiteX30" fmla="*/ 1830487 w 1857396"/>
              <a:gd name="connsiteY30" fmla="*/ 1092670 h 2276895"/>
              <a:gd name="connsiteX31" fmla="*/ 1754287 w 1857396"/>
              <a:gd name="connsiteY31" fmla="*/ 1118070 h 2276895"/>
              <a:gd name="connsiteX32" fmla="*/ 1720420 w 1857396"/>
              <a:gd name="connsiteY32" fmla="*/ 1164636 h 2276895"/>
              <a:gd name="connsiteX33" fmla="*/ 1686553 w 1857396"/>
              <a:gd name="connsiteY33" fmla="*/ 1236603 h 2276895"/>
              <a:gd name="connsiteX34" fmla="*/ 1703487 w 1857396"/>
              <a:gd name="connsiteY34" fmla="*/ 830203 h 2276895"/>
              <a:gd name="connsiteX35" fmla="*/ 1669620 w 1857396"/>
              <a:gd name="connsiteY35" fmla="*/ 505083 h 2276895"/>
              <a:gd name="connsiteX36" fmla="*/ 1474887 w 1857396"/>
              <a:gd name="connsiteY36" fmla="*/ 186736 h 2276895"/>
              <a:gd name="connsiteX37" fmla="*/ 1264278 w 1857396"/>
              <a:gd name="connsiteY37" fmla="*/ 62925 h 2276895"/>
              <a:gd name="connsiteX38" fmla="*/ 907620 w 1857396"/>
              <a:gd name="connsiteY38" fmla="*/ 470 h 2276895"/>
              <a:gd name="connsiteX39" fmla="*/ 699128 w 1857396"/>
              <a:gd name="connsiteY39" fmla="*/ 38246 h 2276895"/>
              <a:gd name="connsiteX0" fmla="*/ 699128 w 1857234"/>
              <a:gd name="connsiteY0" fmla="*/ 38246 h 2276895"/>
              <a:gd name="connsiteX1" fmla="*/ 530853 w 1857234"/>
              <a:gd name="connsiteY1" fmla="*/ 109476 h 2276895"/>
              <a:gd name="connsiteX2" fmla="*/ 359403 w 1857234"/>
              <a:gd name="connsiteY2" fmla="*/ 226951 h 2276895"/>
              <a:gd name="connsiteX3" fmla="*/ 194303 w 1857234"/>
              <a:gd name="connsiteY3" fmla="*/ 500001 h 2276895"/>
              <a:gd name="connsiteX4" fmla="*/ 143503 w 1857234"/>
              <a:gd name="connsiteY4" fmla="*/ 690502 h 2276895"/>
              <a:gd name="connsiteX5" fmla="*/ 143503 w 1857234"/>
              <a:gd name="connsiteY5" fmla="*/ 1058801 h 2276895"/>
              <a:gd name="connsiteX6" fmla="*/ 144562 w 1857234"/>
              <a:gd name="connsiteY6" fmla="*/ 1196386 h 2276895"/>
              <a:gd name="connsiteX7" fmla="*/ 92704 w 1857234"/>
              <a:gd name="connsiteY7" fmla="*/ 1145586 h 2276895"/>
              <a:gd name="connsiteX8" fmla="*/ 13329 w 1857234"/>
              <a:gd name="connsiteY8" fmla="*/ 1150878 h 2276895"/>
              <a:gd name="connsiteX9" fmla="*/ 1687 w 1857234"/>
              <a:gd name="connsiteY9" fmla="*/ 1262003 h 2276895"/>
              <a:gd name="connsiteX10" fmla="*/ 31320 w 1857234"/>
              <a:gd name="connsiteY10" fmla="*/ 1405937 h 2276895"/>
              <a:gd name="connsiteX11" fmla="*/ 99053 w 1857234"/>
              <a:gd name="connsiteY11" fmla="*/ 1511770 h 2276895"/>
              <a:gd name="connsiteX12" fmla="*/ 149853 w 1857234"/>
              <a:gd name="connsiteY12" fmla="*/ 1609136 h 2276895"/>
              <a:gd name="connsiteX13" fmla="*/ 213353 w 1857234"/>
              <a:gd name="connsiteY13" fmla="*/ 1626070 h 2276895"/>
              <a:gd name="connsiteX14" fmla="*/ 221820 w 1857234"/>
              <a:gd name="connsiteY14" fmla="*/ 1566803 h 2276895"/>
              <a:gd name="connsiteX15" fmla="*/ 221820 w 1857234"/>
              <a:gd name="connsiteY15" fmla="*/ 1532936 h 2276895"/>
              <a:gd name="connsiteX16" fmla="*/ 348820 w 1857234"/>
              <a:gd name="connsiteY16" fmla="*/ 1761536 h 2276895"/>
              <a:gd name="connsiteX17" fmla="*/ 484287 w 1857234"/>
              <a:gd name="connsiteY17" fmla="*/ 1998603 h 2276895"/>
              <a:gd name="connsiteX18" fmla="*/ 907619 w 1857234"/>
              <a:gd name="connsiteY18" fmla="*/ 2261069 h 2276895"/>
              <a:gd name="connsiteX19" fmla="*/ 1168393 w 1857234"/>
              <a:gd name="connsiteY19" fmla="*/ 2225510 h 2276895"/>
              <a:gd name="connsiteX20" fmla="*/ 1402073 w 1857234"/>
              <a:gd name="connsiteY20" fmla="*/ 2044321 h 2276895"/>
              <a:gd name="connsiteX21" fmla="*/ 1562940 w 1857234"/>
              <a:gd name="connsiteY21" fmla="*/ 1893616 h 2276895"/>
              <a:gd name="connsiteX22" fmla="*/ 1645913 w 1857234"/>
              <a:gd name="connsiteY22" fmla="*/ 1754761 h 2276895"/>
              <a:gd name="connsiteX23" fmla="*/ 1686553 w 1857234"/>
              <a:gd name="connsiteY23" fmla="*/ 1524470 h 2276895"/>
              <a:gd name="connsiteX24" fmla="*/ 1678087 w 1857234"/>
              <a:gd name="connsiteY24" fmla="*/ 1456736 h 2276895"/>
              <a:gd name="connsiteX25" fmla="*/ 1737353 w 1857234"/>
              <a:gd name="connsiteY25" fmla="*/ 1549870 h 2276895"/>
              <a:gd name="connsiteX26" fmla="*/ 1788153 w 1857234"/>
              <a:gd name="connsiteY26" fmla="*/ 1524470 h 2276895"/>
              <a:gd name="connsiteX27" fmla="*/ 1810167 w 1857234"/>
              <a:gd name="connsiteY27" fmla="*/ 1405936 h 2276895"/>
              <a:gd name="connsiteX28" fmla="*/ 1849113 w 1857234"/>
              <a:gd name="connsiteY28" fmla="*/ 1309416 h 2276895"/>
              <a:gd name="connsiteX29" fmla="*/ 1855887 w 1857234"/>
              <a:gd name="connsiteY29" fmla="*/ 1211203 h 2276895"/>
              <a:gd name="connsiteX30" fmla="*/ 1830487 w 1857234"/>
              <a:gd name="connsiteY30" fmla="*/ 1092670 h 2276895"/>
              <a:gd name="connsiteX31" fmla="*/ 1754287 w 1857234"/>
              <a:gd name="connsiteY31" fmla="*/ 1118070 h 2276895"/>
              <a:gd name="connsiteX32" fmla="*/ 1720420 w 1857234"/>
              <a:gd name="connsiteY32" fmla="*/ 1164636 h 2276895"/>
              <a:gd name="connsiteX33" fmla="*/ 1686553 w 1857234"/>
              <a:gd name="connsiteY33" fmla="*/ 1236603 h 2276895"/>
              <a:gd name="connsiteX34" fmla="*/ 1703487 w 1857234"/>
              <a:gd name="connsiteY34" fmla="*/ 830203 h 2276895"/>
              <a:gd name="connsiteX35" fmla="*/ 1669620 w 1857234"/>
              <a:gd name="connsiteY35" fmla="*/ 505083 h 2276895"/>
              <a:gd name="connsiteX36" fmla="*/ 1474887 w 1857234"/>
              <a:gd name="connsiteY36" fmla="*/ 186736 h 2276895"/>
              <a:gd name="connsiteX37" fmla="*/ 1264278 w 1857234"/>
              <a:gd name="connsiteY37" fmla="*/ 62925 h 2276895"/>
              <a:gd name="connsiteX38" fmla="*/ 907620 w 1857234"/>
              <a:gd name="connsiteY38" fmla="*/ 470 h 2276895"/>
              <a:gd name="connsiteX39" fmla="*/ 699128 w 1857234"/>
              <a:gd name="connsiteY39" fmla="*/ 38246 h 2276895"/>
              <a:gd name="connsiteX0" fmla="*/ 699128 w 1857234"/>
              <a:gd name="connsiteY0" fmla="*/ 38246 h 2279038"/>
              <a:gd name="connsiteX1" fmla="*/ 530853 w 1857234"/>
              <a:gd name="connsiteY1" fmla="*/ 109476 h 2279038"/>
              <a:gd name="connsiteX2" fmla="*/ 359403 w 1857234"/>
              <a:gd name="connsiteY2" fmla="*/ 226951 h 2279038"/>
              <a:gd name="connsiteX3" fmla="*/ 194303 w 1857234"/>
              <a:gd name="connsiteY3" fmla="*/ 500001 h 2279038"/>
              <a:gd name="connsiteX4" fmla="*/ 143503 w 1857234"/>
              <a:gd name="connsiteY4" fmla="*/ 690502 h 2279038"/>
              <a:gd name="connsiteX5" fmla="*/ 143503 w 1857234"/>
              <a:gd name="connsiteY5" fmla="*/ 1058801 h 2279038"/>
              <a:gd name="connsiteX6" fmla="*/ 144562 w 1857234"/>
              <a:gd name="connsiteY6" fmla="*/ 1196386 h 2279038"/>
              <a:gd name="connsiteX7" fmla="*/ 92704 w 1857234"/>
              <a:gd name="connsiteY7" fmla="*/ 1145586 h 2279038"/>
              <a:gd name="connsiteX8" fmla="*/ 13329 w 1857234"/>
              <a:gd name="connsiteY8" fmla="*/ 1150878 h 2279038"/>
              <a:gd name="connsiteX9" fmla="*/ 1687 w 1857234"/>
              <a:gd name="connsiteY9" fmla="*/ 1262003 h 2279038"/>
              <a:gd name="connsiteX10" fmla="*/ 31320 w 1857234"/>
              <a:gd name="connsiteY10" fmla="*/ 1405937 h 2279038"/>
              <a:gd name="connsiteX11" fmla="*/ 99053 w 1857234"/>
              <a:gd name="connsiteY11" fmla="*/ 1511770 h 2279038"/>
              <a:gd name="connsiteX12" fmla="*/ 149853 w 1857234"/>
              <a:gd name="connsiteY12" fmla="*/ 1609136 h 2279038"/>
              <a:gd name="connsiteX13" fmla="*/ 213353 w 1857234"/>
              <a:gd name="connsiteY13" fmla="*/ 1626070 h 2279038"/>
              <a:gd name="connsiteX14" fmla="*/ 221820 w 1857234"/>
              <a:gd name="connsiteY14" fmla="*/ 1566803 h 2279038"/>
              <a:gd name="connsiteX15" fmla="*/ 221820 w 1857234"/>
              <a:gd name="connsiteY15" fmla="*/ 1532936 h 2279038"/>
              <a:gd name="connsiteX16" fmla="*/ 348820 w 1857234"/>
              <a:gd name="connsiteY16" fmla="*/ 1761536 h 2279038"/>
              <a:gd name="connsiteX17" fmla="*/ 484287 w 1857234"/>
              <a:gd name="connsiteY17" fmla="*/ 1998603 h 2279038"/>
              <a:gd name="connsiteX18" fmla="*/ 907619 w 1857234"/>
              <a:gd name="connsiteY18" fmla="*/ 2261069 h 2279038"/>
              <a:gd name="connsiteX19" fmla="*/ 1132832 w 1857234"/>
              <a:gd name="connsiteY19" fmla="*/ 2232550 h 2279038"/>
              <a:gd name="connsiteX20" fmla="*/ 1402073 w 1857234"/>
              <a:gd name="connsiteY20" fmla="*/ 2044321 h 2279038"/>
              <a:gd name="connsiteX21" fmla="*/ 1562940 w 1857234"/>
              <a:gd name="connsiteY21" fmla="*/ 1893616 h 2279038"/>
              <a:gd name="connsiteX22" fmla="*/ 1645913 w 1857234"/>
              <a:gd name="connsiteY22" fmla="*/ 1754761 h 2279038"/>
              <a:gd name="connsiteX23" fmla="*/ 1686553 w 1857234"/>
              <a:gd name="connsiteY23" fmla="*/ 1524470 h 2279038"/>
              <a:gd name="connsiteX24" fmla="*/ 1678087 w 1857234"/>
              <a:gd name="connsiteY24" fmla="*/ 1456736 h 2279038"/>
              <a:gd name="connsiteX25" fmla="*/ 1737353 w 1857234"/>
              <a:gd name="connsiteY25" fmla="*/ 1549870 h 2279038"/>
              <a:gd name="connsiteX26" fmla="*/ 1788153 w 1857234"/>
              <a:gd name="connsiteY26" fmla="*/ 1524470 h 2279038"/>
              <a:gd name="connsiteX27" fmla="*/ 1810167 w 1857234"/>
              <a:gd name="connsiteY27" fmla="*/ 1405936 h 2279038"/>
              <a:gd name="connsiteX28" fmla="*/ 1849113 w 1857234"/>
              <a:gd name="connsiteY28" fmla="*/ 1309416 h 2279038"/>
              <a:gd name="connsiteX29" fmla="*/ 1855887 w 1857234"/>
              <a:gd name="connsiteY29" fmla="*/ 1211203 h 2279038"/>
              <a:gd name="connsiteX30" fmla="*/ 1830487 w 1857234"/>
              <a:gd name="connsiteY30" fmla="*/ 1092670 h 2279038"/>
              <a:gd name="connsiteX31" fmla="*/ 1754287 w 1857234"/>
              <a:gd name="connsiteY31" fmla="*/ 1118070 h 2279038"/>
              <a:gd name="connsiteX32" fmla="*/ 1720420 w 1857234"/>
              <a:gd name="connsiteY32" fmla="*/ 1164636 h 2279038"/>
              <a:gd name="connsiteX33" fmla="*/ 1686553 w 1857234"/>
              <a:gd name="connsiteY33" fmla="*/ 1236603 h 2279038"/>
              <a:gd name="connsiteX34" fmla="*/ 1703487 w 1857234"/>
              <a:gd name="connsiteY34" fmla="*/ 830203 h 2279038"/>
              <a:gd name="connsiteX35" fmla="*/ 1669620 w 1857234"/>
              <a:gd name="connsiteY35" fmla="*/ 505083 h 2279038"/>
              <a:gd name="connsiteX36" fmla="*/ 1474887 w 1857234"/>
              <a:gd name="connsiteY36" fmla="*/ 186736 h 2279038"/>
              <a:gd name="connsiteX37" fmla="*/ 1264278 w 1857234"/>
              <a:gd name="connsiteY37" fmla="*/ 62925 h 2279038"/>
              <a:gd name="connsiteX38" fmla="*/ 907620 w 1857234"/>
              <a:gd name="connsiteY38" fmla="*/ 470 h 2279038"/>
              <a:gd name="connsiteX39" fmla="*/ 699128 w 1857234"/>
              <a:gd name="connsiteY39" fmla="*/ 38246 h 2279038"/>
              <a:gd name="connsiteX0" fmla="*/ 699128 w 1857234"/>
              <a:gd name="connsiteY0" fmla="*/ 38246 h 2263673"/>
              <a:gd name="connsiteX1" fmla="*/ 530853 w 1857234"/>
              <a:gd name="connsiteY1" fmla="*/ 109476 h 2263673"/>
              <a:gd name="connsiteX2" fmla="*/ 359403 w 1857234"/>
              <a:gd name="connsiteY2" fmla="*/ 226951 h 2263673"/>
              <a:gd name="connsiteX3" fmla="*/ 194303 w 1857234"/>
              <a:gd name="connsiteY3" fmla="*/ 500001 h 2263673"/>
              <a:gd name="connsiteX4" fmla="*/ 143503 w 1857234"/>
              <a:gd name="connsiteY4" fmla="*/ 690502 h 2263673"/>
              <a:gd name="connsiteX5" fmla="*/ 143503 w 1857234"/>
              <a:gd name="connsiteY5" fmla="*/ 1058801 h 2263673"/>
              <a:gd name="connsiteX6" fmla="*/ 144562 w 1857234"/>
              <a:gd name="connsiteY6" fmla="*/ 1196386 h 2263673"/>
              <a:gd name="connsiteX7" fmla="*/ 92704 w 1857234"/>
              <a:gd name="connsiteY7" fmla="*/ 1145586 h 2263673"/>
              <a:gd name="connsiteX8" fmla="*/ 13329 w 1857234"/>
              <a:gd name="connsiteY8" fmla="*/ 1150878 h 2263673"/>
              <a:gd name="connsiteX9" fmla="*/ 1687 w 1857234"/>
              <a:gd name="connsiteY9" fmla="*/ 1262003 h 2263673"/>
              <a:gd name="connsiteX10" fmla="*/ 31320 w 1857234"/>
              <a:gd name="connsiteY10" fmla="*/ 1405937 h 2263673"/>
              <a:gd name="connsiteX11" fmla="*/ 99053 w 1857234"/>
              <a:gd name="connsiteY11" fmla="*/ 1511770 h 2263673"/>
              <a:gd name="connsiteX12" fmla="*/ 149853 w 1857234"/>
              <a:gd name="connsiteY12" fmla="*/ 1609136 h 2263673"/>
              <a:gd name="connsiteX13" fmla="*/ 213353 w 1857234"/>
              <a:gd name="connsiteY13" fmla="*/ 1626070 h 2263673"/>
              <a:gd name="connsiteX14" fmla="*/ 221820 w 1857234"/>
              <a:gd name="connsiteY14" fmla="*/ 1566803 h 2263673"/>
              <a:gd name="connsiteX15" fmla="*/ 221820 w 1857234"/>
              <a:gd name="connsiteY15" fmla="*/ 1532936 h 2263673"/>
              <a:gd name="connsiteX16" fmla="*/ 348820 w 1857234"/>
              <a:gd name="connsiteY16" fmla="*/ 1761536 h 2263673"/>
              <a:gd name="connsiteX17" fmla="*/ 484287 w 1857234"/>
              <a:gd name="connsiteY17" fmla="*/ 1998603 h 2263673"/>
              <a:gd name="connsiteX18" fmla="*/ 868502 w 1857234"/>
              <a:gd name="connsiteY18" fmla="*/ 2239950 h 2263673"/>
              <a:gd name="connsiteX19" fmla="*/ 1132832 w 1857234"/>
              <a:gd name="connsiteY19" fmla="*/ 2232550 h 2263673"/>
              <a:gd name="connsiteX20" fmla="*/ 1402073 w 1857234"/>
              <a:gd name="connsiteY20" fmla="*/ 2044321 h 2263673"/>
              <a:gd name="connsiteX21" fmla="*/ 1562940 w 1857234"/>
              <a:gd name="connsiteY21" fmla="*/ 1893616 h 2263673"/>
              <a:gd name="connsiteX22" fmla="*/ 1645913 w 1857234"/>
              <a:gd name="connsiteY22" fmla="*/ 1754761 h 2263673"/>
              <a:gd name="connsiteX23" fmla="*/ 1686553 w 1857234"/>
              <a:gd name="connsiteY23" fmla="*/ 1524470 h 2263673"/>
              <a:gd name="connsiteX24" fmla="*/ 1678087 w 1857234"/>
              <a:gd name="connsiteY24" fmla="*/ 1456736 h 2263673"/>
              <a:gd name="connsiteX25" fmla="*/ 1737353 w 1857234"/>
              <a:gd name="connsiteY25" fmla="*/ 1549870 h 2263673"/>
              <a:gd name="connsiteX26" fmla="*/ 1788153 w 1857234"/>
              <a:gd name="connsiteY26" fmla="*/ 1524470 h 2263673"/>
              <a:gd name="connsiteX27" fmla="*/ 1810167 w 1857234"/>
              <a:gd name="connsiteY27" fmla="*/ 1405936 h 2263673"/>
              <a:gd name="connsiteX28" fmla="*/ 1849113 w 1857234"/>
              <a:gd name="connsiteY28" fmla="*/ 1309416 h 2263673"/>
              <a:gd name="connsiteX29" fmla="*/ 1855887 w 1857234"/>
              <a:gd name="connsiteY29" fmla="*/ 1211203 h 2263673"/>
              <a:gd name="connsiteX30" fmla="*/ 1830487 w 1857234"/>
              <a:gd name="connsiteY30" fmla="*/ 1092670 h 2263673"/>
              <a:gd name="connsiteX31" fmla="*/ 1754287 w 1857234"/>
              <a:gd name="connsiteY31" fmla="*/ 1118070 h 2263673"/>
              <a:gd name="connsiteX32" fmla="*/ 1720420 w 1857234"/>
              <a:gd name="connsiteY32" fmla="*/ 1164636 h 2263673"/>
              <a:gd name="connsiteX33" fmla="*/ 1686553 w 1857234"/>
              <a:gd name="connsiteY33" fmla="*/ 1236603 h 2263673"/>
              <a:gd name="connsiteX34" fmla="*/ 1703487 w 1857234"/>
              <a:gd name="connsiteY34" fmla="*/ 830203 h 2263673"/>
              <a:gd name="connsiteX35" fmla="*/ 1669620 w 1857234"/>
              <a:gd name="connsiteY35" fmla="*/ 505083 h 2263673"/>
              <a:gd name="connsiteX36" fmla="*/ 1474887 w 1857234"/>
              <a:gd name="connsiteY36" fmla="*/ 186736 h 2263673"/>
              <a:gd name="connsiteX37" fmla="*/ 1264278 w 1857234"/>
              <a:gd name="connsiteY37" fmla="*/ 62925 h 2263673"/>
              <a:gd name="connsiteX38" fmla="*/ 907620 w 1857234"/>
              <a:gd name="connsiteY38" fmla="*/ 470 h 2263673"/>
              <a:gd name="connsiteX39" fmla="*/ 699128 w 1857234"/>
              <a:gd name="connsiteY39" fmla="*/ 38246 h 2263673"/>
              <a:gd name="connsiteX0" fmla="*/ 699128 w 1857234"/>
              <a:gd name="connsiteY0" fmla="*/ 38246 h 2262944"/>
              <a:gd name="connsiteX1" fmla="*/ 530853 w 1857234"/>
              <a:gd name="connsiteY1" fmla="*/ 109476 h 2262944"/>
              <a:gd name="connsiteX2" fmla="*/ 359403 w 1857234"/>
              <a:gd name="connsiteY2" fmla="*/ 226951 h 2262944"/>
              <a:gd name="connsiteX3" fmla="*/ 194303 w 1857234"/>
              <a:gd name="connsiteY3" fmla="*/ 500001 h 2262944"/>
              <a:gd name="connsiteX4" fmla="*/ 143503 w 1857234"/>
              <a:gd name="connsiteY4" fmla="*/ 690502 h 2262944"/>
              <a:gd name="connsiteX5" fmla="*/ 143503 w 1857234"/>
              <a:gd name="connsiteY5" fmla="*/ 1058801 h 2262944"/>
              <a:gd name="connsiteX6" fmla="*/ 144562 w 1857234"/>
              <a:gd name="connsiteY6" fmla="*/ 1196386 h 2262944"/>
              <a:gd name="connsiteX7" fmla="*/ 92704 w 1857234"/>
              <a:gd name="connsiteY7" fmla="*/ 1145586 h 2262944"/>
              <a:gd name="connsiteX8" fmla="*/ 13329 w 1857234"/>
              <a:gd name="connsiteY8" fmla="*/ 1150878 h 2262944"/>
              <a:gd name="connsiteX9" fmla="*/ 1687 w 1857234"/>
              <a:gd name="connsiteY9" fmla="*/ 1262003 h 2262944"/>
              <a:gd name="connsiteX10" fmla="*/ 31320 w 1857234"/>
              <a:gd name="connsiteY10" fmla="*/ 1405937 h 2262944"/>
              <a:gd name="connsiteX11" fmla="*/ 99053 w 1857234"/>
              <a:gd name="connsiteY11" fmla="*/ 1511770 h 2262944"/>
              <a:gd name="connsiteX12" fmla="*/ 149853 w 1857234"/>
              <a:gd name="connsiteY12" fmla="*/ 1609136 h 2262944"/>
              <a:gd name="connsiteX13" fmla="*/ 213353 w 1857234"/>
              <a:gd name="connsiteY13" fmla="*/ 1626070 h 2262944"/>
              <a:gd name="connsiteX14" fmla="*/ 221820 w 1857234"/>
              <a:gd name="connsiteY14" fmla="*/ 1566803 h 2262944"/>
              <a:gd name="connsiteX15" fmla="*/ 221820 w 1857234"/>
              <a:gd name="connsiteY15" fmla="*/ 1532936 h 2262944"/>
              <a:gd name="connsiteX16" fmla="*/ 348820 w 1857234"/>
              <a:gd name="connsiteY16" fmla="*/ 1761536 h 2262944"/>
              <a:gd name="connsiteX17" fmla="*/ 484287 w 1857234"/>
              <a:gd name="connsiteY17" fmla="*/ 1998603 h 2262944"/>
              <a:gd name="connsiteX18" fmla="*/ 868502 w 1857234"/>
              <a:gd name="connsiteY18" fmla="*/ 2239950 h 2262944"/>
              <a:gd name="connsiteX19" fmla="*/ 1132832 w 1857234"/>
              <a:gd name="connsiteY19" fmla="*/ 2232550 h 2262944"/>
              <a:gd name="connsiteX20" fmla="*/ 1370068 w 1857234"/>
              <a:gd name="connsiteY20" fmla="*/ 2058400 h 2262944"/>
              <a:gd name="connsiteX21" fmla="*/ 1562940 w 1857234"/>
              <a:gd name="connsiteY21" fmla="*/ 1893616 h 2262944"/>
              <a:gd name="connsiteX22" fmla="*/ 1645913 w 1857234"/>
              <a:gd name="connsiteY22" fmla="*/ 1754761 h 2262944"/>
              <a:gd name="connsiteX23" fmla="*/ 1686553 w 1857234"/>
              <a:gd name="connsiteY23" fmla="*/ 1524470 h 2262944"/>
              <a:gd name="connsiteX24" fmla="*/ 1678087 w 1857234"/>
              <a:gd name="connsiteY24" fmla="*/ 1456736 h 2262944"/>
              <a:gd name="connsiteX25" fmla="*/ 1737353 w 1857234"/>
              <a:gd name="connsiteY25" fmla="*/ 1549870 h 2262944"/>
              <a:gd name="connsiteX26" fmla="*/ 1788153 w 1857234"/>
              <a:gd name="connsiteY26" fmla="*/ 1524470 h 2262944"/>
              <a:gd name="connsiteX27" fmla="*/ 1810167 w 1857234"/>
              <a:gd name="connsiteY27" fmla="*/ 1405936 h 2262944"/>
              <a:gd name="connsiteX28" fmla="*/ 1849113 w 1857234"/>
              <a:gd name="connsiteY28" fmla="*/ 1309416 h 2262944"/>
              <a:gd name="connsiteX29" fmla="*/ 1855887 w 1857234"/>
              <a:gd name="connsiteY29" fmla="*/ 1211203 h 2262944"/>
              <a:gd name="connsiteX30" fmla="*/ 1830487 w 1857234"/>
              <a:gd name="connsiteY30" fmla="*/ 1092670 h 2262944"/>
              <a:gd name="connsiteX31" fmla="*/ 1754287 w 1857234"/>
              <a:gd name="connsiteY31" fmla="*/ 1118070 h 2262944"/>
              <a:gd name="connsiteX32" fmla="*/ 1720420 w 1857234"/>
              <a:gd name="connsiteY32" fmla="*/ 1164636 h 2262944"/>
              <a:gd name="connsiteX33" fmla="*/ 1686553 w 1857234"/>
              <a:gd name="connsiteY33" fmla="*/ 1236603 h 2262944"/>
              <a:gd name="connsiteX34" fmla="*/ 1703487 w 1857234"/>
              <a:gd name="connsiteY34" fmla="*/ 830203 h 2262944"/>
              <a:gd name="connsiteX35" fmla="*/ 1669620 w 1857234"/>
              <a:gd name="connsiteY35" fmla="*/ 505083 h 2262944"/>
              <a:gd name="connsiteX36" fmla="*/ 1474887 w 1857234"/>
              <a:gd name="connsiteY36" fmla="*/ 186736 h 2262944"/>
              <a:gd name="connsiteX37" fmla="*/ 1264278 w 1857234"/>
              <a:gd name="connsiteY37" fmla="*/ 62925 h 2262944"/>
              <a:gd name="connsiteX38" fmla="*/ 907620 w 1857234"/>
              <a:gd name="connsiteY38" fmla="*/ 470 h 2262944"/>
              <a:gd name="connsiteX39" fmla="*/ 699128 w 1857234"/>
              <a:gd name="connsiteY39" fmla="*/ 38246 h 2262944"/>
              <a:gd name="connsiteX0" fmla="*/ 699128 w 1857234"/>
              <a:gd name="connsiteY0" fmla="*/ 38246 h 2262944"/>
              <a:gd name="connsiteX1" fmla="*/ 530853 w 1857234"/>
              <a:gd name="connsiteY1" fmla="*/ 109476 h 2262944"/>
              <a:gd name="connsiteX2" fmla="*/ 359403 w 1857234"/>
              <a:gd name="connsiteY2" fmla="*/ 226951 h 2262944"/>
              <a:gd name="connsiteX3" fmla="*/ 194303 w 1857234"/>
              <a:gd name="connsiteY3" fmla="*/ 500001 h 2262944"/>
              <a:gd name="connsiteX4" fmla="*/ 143503 w 1857234"/>
              <a:gd name="connsiteY4" fmla="*/ 690502 h 2262944"/>
              <a:gd name="connsiteX5" fmla="*/ 143503 w 1857234"/>
              <a:gd name="connsiteY5" fmla="*/ 1058801 h 2262944"/>
              <a:gd name="connsiteX6" fmla="*/ 144562 w 1857234"/>
              <a:gd name="connsiteY6" fmla="*/ 1196386 h 2262944"/>
              <a:gd name="connsiteX7" fmla="*/ 92704 w 1857234"/>
              <a:gd name="connsiteY7" fmla="*/ 1145586 h 2262944"/>
              <a:gd name="connsiteX8" fmla="*/ 13329 w 1857234"/>
              <a:gd name="connsiteY8" fmla="*/ 1150878 h 2262944"/>
              <a:gd name="connsiteX9" fmla="*/ 1687 w 1857234"/>
              <a:gd name="connsiteY9" fmla="*/ 1262003 h 2262944"/>
              <a:gd name="connsiteX10" fmla="*/ 31320 w 1857234"/>
              <a:gd name="connsiteY10" fmla="*/ 1405937 h 2262944"/>
              <a:gd name="connsiteX11" fmla="*/ 99053 w 1857234"/>
              <a:gd name="connsiteY11" fmla="*/ 1511770 h 2262944"/>
              <a:gd name="connsiteX12" fmla="*/ 149853 w 1857234"/>
              <a:gd name="connsiteY12" fmla="*/ 1609136 h 2262944"/>
              <a:gd name="connsiteX13" fmla="*/ 213353 w 1857234"/>
              <a:gd name="connsiteY13" fmla="*/ 1626070 h 2262944"/>
              <a:gd name="connsiteX14" fmla="*/ 221820 w 1857234"/>
              <a:gd name="connsiteY14" fmla="*/ 1566803 h 2262944"/>
              <a:gd name="connsiteX15" fmla="*/ 221820 w 1857234"/>
              <a:gd name="connsiteY15" fmla="*/ 1532936 h 2262944"/>
              <a:gd name="connsiteX16" fmla="*/ 348820 w 1857234"/>
              <a:gd name="connsiteY16" fmla="*/ 1761536 h 2262944"/>
              <a:gd name="connsiteX17" fmla="*/ 484287 w 1857234"/>
              <a:gd name="connsiteY17" fmla="*/ 1998603 h 2262944"/>
              <a:gd name="connsiteX18" fmla="*/ 868502 w 1857234"/>
              <a:gd name="connsiteY18" fmla="*/ 2239950 h 2262944"/>
              <a:gd name="connsiteX19" fmla="*/ 1132832 w 1857234"/>
              <a:gd name="connsiteY19" fmla="*/ 2232550 h 2262944"/>
              <a:gd name="connsiteX20" fmla="*/ 1370068 w 1857234"/>
              <a:gd name="connsiteY20" fmla="*/ 2058400 h 2262944"/>
              <a:gd name="connsiteX21" fmla="*/ 1538047 w 1857234"/>
              <a:gd name="connsiteY21" fmla="*/ 1897136 h 2262944"/>
              <a:gd name="connsiteX22" fmla="*/ 1645913 w 1857234"/>
              <a:gd name="connsiteY22" fmla="*/ 1754761 h 2262944"/>
              <a:gd name="connsiteX23" fmla="*/ 1686553 w 1857234"/>
              <a:gd name="connsiteY23" fmla="*/ 1524470 h 2262944"/>
              <a:gd name="connsiteX24" fmla="*/ 1678087 w 1857234"/>
              <a:gd name="connsiteY24" fmla="*/ 1456736 h 2262944"/>
              <a:gd name="connsiteX25" fmla="*/ 1737353 w 1857234"/>
              <a:gd name="connsiteY25" fmla="*/ 1549870 h 2262944"/>
              <a:gd name="connsiteX26" fmla="*/ 1788153 w 1857234"/>
              <a:gd name="connsiteY26" fmla="*/ 1524470 h 2262944"/>
              <a:gd name="connsiteX27" fmla="*/ 1810167 w 1857234"/>
              <a:gd name="connsiteY27" fmla="*/ 1405936 h 2262944"/>
              <a:gd name="connsiteX28" fmla="*/ 1849113 w 1857234"/>
              <a:gd name="connsiteY28" fmla="*/ 1309416 h 2262944"/>
              <a:gd name="connsiteX29" fmla="*/ 1855887 w 1857234"/>
              <a:gd name="connsiteY29" fmla="*/ 1211203 h 2262944"/>
              <a:gd name="connsiteX30" fmla="*/ 1830487 w 1857234"/>
              <a:gd name="connsiteY30" fmla="*/ 1092670 h 2262944"/>
              <a:gd name="connsiteX31" fmla="*/ 1754287 w 1857234"/>
              <a:gd name="connsiteY31" fmla="*/ 1118070 h 2262944"/>
              <a:gd name="connsiteX32" fmla="*/ 1720420 w 1857234"/>
              <a:gd name="connsiteY32" fmla="*/ 1164636 h 2262944"/>
              <a:gd name="connsiteX33" fmla="*/ 1686553 w 1857234"/>
              <a:gd name="connsiteY33" fmla="*/ 1236603 h 2262944"/>
              <a:gd name="connsiteX34" fmla="*/ 1703487 w 1857234"/>
              <a:gd name="connsiteY34" fmla="*/ 830203 h 2262944"/>
              <a:gd name="connsiteX35" fmla="*/ 1669620 w 1857234"/>
              <a:gd name="connsiteY35" fmla="*/ 505083 h 2262944"/>
              <a:gd name="connsiteX36" fmla="*/ 1474887 w 1857234"/>
              <a:gd name="connsiteY36" fmla="*/ 186736 h 2262944"/>
              <a:gd name="connsiteX37" fmla="*/ 1264278 w 1857234"/>
              <a:gd name="connsiteY37" fmla="*/ 62925 h 2262944"/>
              <a:gd name="connsiteX38" fmla="*/ 907620 w 1857234"/>
              <a:gd name="connsiteY38" fmla="*/ 470 h 2262944"/>
              <a:gd name="connsiteX39" fmla="*/ 699128 w 1857234"/>
              <a:gd name="connsiteY39" fmla="*/ 38246 h 2262944"/>
              <a:gd name="connsiteX0" fmla="*/ 699128 w 1857234"/>
              <a:gd name="connsiteY0" fmla="*/ 38246 h 2262944"/>
              <a:gd name="connsiteX1" fmla="*/ 530853 w 1857234"/>
              <a:gd name="connsiteY1" fmla="*/ 109476 h 2262944"/>
              <a:gd name="connsiteX2" fmla="*/ 359403 w 1857234"/>
              <a:gd name="connsiteY2" fmla="*/ 226951 h 2262944"/>
              <a:gd name="connsiteX3" fmla="*/ 194303 w 1857234"/>
              <a:gd name="connsiteY3" fmla="*/ 500001 h 2262944"/>
              <a:gd name="connsiteX4" fmla="*/ 143503 w 1857234"/>
              <a:gd name="connsiteY4" fmla="*/ 690502 h 2262944"/>
              <a:gd name="connsiteX5" fmla="*/ 143503 w 1857234"/>
              <a:gd name="connsiteY5" fmla="*/ 1058801 h 2262944"/>
              <a:gd name="connsiteX6" fmla="*/ 144562 w 1857234"/>
              <a:gd name="connsiteY6" fmla="*/ 1196386 h 2262944"/>
              <a:gd name="connsiteX7" fmla="*/ 92704 w 1857234"/>
              <a:gd name="connsiteY7" fmla="*/ 1145586 h 2262944"/>
              <a:gd name="connsiteX8" fmla="*/ 13329 w 1857234"/>
              <a:gd name="connsiteY8" fmla="*/ 1150878 h 2262944"/>
              <a:gd name="connsiteX9" fmla="*/ 1687 w 1857234"/>
              <a:gd name="connsiteY9" fmla="*/ 1262003 h 2262944"/>
              <a:gd name="connsiteX10" fmla="*/ 31320 w 1857234"/>
              <a:gd name="connsiteY10" fmla="*/ 1405937 h 2262944"/>
              <a:gd name="connsiteX11" fmla="*/ 99053 w 1857234"/>
              <a:gd name="connsiteY11" fmla="*/ 1511770 h 2262944"/>
              <a:gd name="connsiteX12" fmla="*/ 149853 w 1857234"/>
              <a:gd name="connsiteY12" fmla="*/ 1609136 h 2262944"/>
              <a:gd name="connsiteX13" fmla="*/ 213353 w 1857234"/>
              <a:gd name="connsiteY13" fmla="*/ 1626070 h 2262944"/>
              <a:gd name="connsiteX14" fmla="*/ 221820 w 1857234"/>
              <a:gd name="connsiteY14" fmla="*/ 1566803 h 2262944"/>
              <a:gd name="connsiteX15" fmla="*/ 221820 w 1857234"/>
              <a:gd name="connsiteY15" fmla="*/ 1532936 h 2262944"/>
              <a:gd name="connsiteX16" fmla="*/ 348820 w 1857234"/>
              <a:gd name="connsiteY16" fmla="*/ 1761536 h 2262944"/>
              <a:gd name="connsiteX17" fmla="*/ 484287 w 1857234"/>
              <a:gd name="connsiteY17" fmla="*/ 1998603 h 2262944"/>
              <a:gd name="connsiteX18" fmla="*/ 868502 w 1857234"/>
              <a:gd name="connsiteY18" fmla="*/ 2239950 h 2262944"/>
              <a:gd name="connsiteX19" fmla="*/ 1132832 w 1857234"/>
              <a:gd name="connsiteY19" fmla="*/ 2232550 h 2262944"/>
              <a:gd name="connsiteX20" fmla="*/ 1370068 w 1857234"/>
              <a:gd name="connsiteY20" fmla="*/ 2058400 h 2262944"/>
              <a:gd name="connsiteX21" fmla="*/ 1538047 w 1857234"/>
              <a:gd name="connsiteY21" fmla="*/ 1897136 h 2262944"/>
              <a:gd name="connsiteX22" fmla="*/ 1635245 w 1857234"/>
              <a:gd name="connsiteY22" fmla="*/ 1744202 h 2262944"/>
              <a:gd name="connsiteX23" fmla="*/ 1686553 w 1857234"/>
              <a:gd name="connsiteY23" fmla="*/ 1524470 h 2262944"/>
              <a:gd name="connsiteX24" fmla="*/ 1678087 w 1857234"/>
              <a:gd name="connsiteY24" fmla="*/ 1456736 h 2262944"/>
              <a:gd name="connsiteX25" fmla="*/ 1737353 w 1857234"/>
              <a:gd name="connsiteY25" fmla="*/ 1549870 h 2262944"/>
              <a:gd name="connsiteX26" fmla="*/ 1788153 w 1857234"/>
              <a:gd name="connsiteY26" fmla="*/ 1524470 h 2262944"/>
              <a:gd name="connsiteX27" fmla="*/ 1810167 w 1857234"/>
              <a:gd name="connsiteY27" fmla="*/ 1405936 h 2262944"/>
              <a:gd name="connsiteX28" fmla="*/ 1849113 w 1857234"/>
              <a:gd name="connsiteY28" fmla="*/ 1309416 h 2262944"/>
              <a:gd name="connsiteX29" fmla="*/ 1855887 w 1857234"/>
              <a:gd name="connsiteY29" fmla="*/ 1211203 h 2262944"/>
              <a:gd name="connsiteX30" fmla="*/ 1830487 w 1857234"/>
              <a:gd name="connsiteY30" fmla="*/ 1092670 h 2262944"/>
              <a:gd name="connsiteX31" fmla="*/ 1754287 w 1857234"/>
              <a:gd name="connsiteY31" fmla="*/ 1118070 h 2262944"/>
              <a:gd name="connsiteX32" fmla="*/ 1720420 w 1857234"/>
              <a:gd name="connsiteY32" fmla="*/ 1164636 h 2262944"/>
              <a:gd name="connsiteX33" fmla="*/ 1686553 w 1857234"/>
              <a:gd name="connsiteY33" fmla="*/ 1236603 h 2262944"/>
              <a:gd name="connsiteX34" fmla="*/ 1703487 w 1857234"/>
              <a:gd name="connsiteY34" fmla="*/ 830203 h 2262944"/>
              <a:gd name="connsiteX35" fmla="*/ 1669620 w 1857234"/>
              <a:gd name="connsiteY35" fmla="*/ 505083 h 2262944"/>
              <a:gd name="connsiteX36" fmla="*/ 1474887 w 1857234"/>
              <a:gd name="connsiteY36" fmla="*/ 186736 h 2262944"/>
              <a:gd name="connsiteX37" fmla="*/ 1264278 w 1857234"/>
              <a:gd name="connsiteY37" fmla="*/ 62925 h 2262944"/>
              <a:gd name="connsiteX38" fmla="*/ 907620 w 1857234"/>
              <a:gd name="connsiteY38" fmla="*/ 470 h 2262944"/>
              <a:gd name="connsiteX39" fmla="*/ 699128 w 1857234"/>
              <a:gd name="connsiteY39" fmla="*/ 38246 h 2262944"/>
              <a:gd name="connsiteX0" fmla="*/ 699128 w 1857234"/>
              <a:gd name="connsiteY0" fmla="*/ 38246 h 2263942"/>
              <a:gd name="connsiteX1" fmla="*/ 530853 w 1857234"/>
              <a:gd name="connsiteY1" fmla="*/ 109476 h 2263942"/>
              <a:gd name="connsiteX2" fmla="*/ 359403 w 1857234"/>
              <a:gd name="connsiteY2" fmla="*/ 226951 h 2263942"/>
              <a:gd name="connsiteX3" fmla="*/ 194303 w 1857234"/>
              <a:gd name="connsiteY3" fmla="*/ 500001 h 2263942"/>
              <a:gd name="connsiteX4" fmla="*/ 143503 w 1857234"/>
              <a:gd name="connsiteY4" fmla="*/ 690502 h 2263942"/>
              <a:gd name="connsiteX5" fmla="*/ 143503 w 1857234"/>
              <a:gd name="connsiteY5" fmla="*/ 1058801 h 2263942"/>
              <a:gd name="connsiteX6" fmla="*/ 144562 w 1857234"/>
              <a:gd name="connsiteY6" fmla="*/ 1196386 h 2263942"/>
              <a:gd name="connsiteX7" fmla="*/ 92704 w 1857234"/>
              <a:gd name="connsiteY7" fmla="*/ 1145586 h 2263942"/>
              <a:gd name="connsiteX8" fmla="*/ 13329 w 1857234"/>
              <a:gd name="connsiteY8" fmla="*/ 1150878 h 2263942"/>
              <a:gd name="connsiteX9" fmla="*/ 1687 w 1857234"/>
              <a:gd name="connsiteY9" fmla="*/ 1262003 h 2263942"/>
              <a:gd name="connsiteX10" fmla="*/ 31320 w 1857234"/>
              <a:gd name="connsiteY10" fmla="*/ 1405937 h 2263942"/>
              <a:gd name="connsiteX11" fmla="*/ 99053 w 1857234"/>
              <a:gd name="connsiteY11" fmla="*/ 1511770 h 2263942"/>
              <a:gd name="connsiteX12" fmla="*/ 149853 w 1857234"/>
              <a:gd name="connsiteY12" fmla="*/ 1609136 h 2263942"/>
              <a:gd name="connsiteX13" fmla="*/ 213353 w 1857234"/>
              <a:gd name="connsiteY13" fmla="*/ 1626070 h 2263942"/>
              <a:gd name="connsiteX14" fmla="*/ 221820 w 1857234"/>
              <a:gd name="connsiteY14" fmla="*/ 1566803 h 2263942"/>
              <a:gd name="connsiteX15" fmla="*/ 221820 w 1857234"/>
              <a:gd name="connsiteY15" fmla="*/ 1532936 h 2263942"/>
              <a:gd name="connsiteX16" fmla="*/ 348820 w 1857234"/>
              <a:gd name="connsiteY16" fmla="*/ 1761536 h 2263942"/>
              <a:gd name="connsiteX17" fmla="*/ 494956 w 1857234"/>
              <a:gd name="connsiteY17" fmla="*/ 1984524 h 2263942"/>
              <a:gd name="connsiteX18" fmla="*/ 868502 w 1857234"/>
              <a:gd name="connsiteY18" fmla="*/ 2239950 h 2263942"/>
              <a:gd name="connsiteX19" fmla="*/ 1132832 w 1857234"/>
              <a:gd name="connsiteY19" fmla="*/ 2232550 h 2263942"/>
              <a:gd name="connsiteX20" fmla="*/ 1370068 w 1857234"/>
              <a:gd name="connsiteY20" fmla="*/ 2058400 h 2263942"/>
              <a:gd name="connsiteX21" fmla="*/ 1538047 w 1857234"/>
              <a:gd name="connsiteY21" fmla="*/ 1897136 h 2263942"/>
              <a:gd name="connsiteX22" fmla="*/ 1635245 w 1857234"/>
              <a:gd name="connsiteY22" fmla="*/ 1744202 h 2263942"/>
              <a:gd name="connsiteX23" fmla="*/ 1686553 w 1857234"/>
              <a:gd name="connsiteY23" fmla="*/ 1524470 h 2263942"/>
              <a:gd name="connsiteX24" fmla="*/ 1678087 w 1857234"/>
              <a:gd name="connsiteY24" fmla="*/ 1456736 h 2263942"/>
              <a:gd name="connsiteX25" fmla="*/ 1737353 w 1857234"/>
              <a:gd name="connsiteY25" fmla="*/ 1549870 h 2263942"/>
              <a:gd name="connsiteX26" fmla="*/ 1788153 w 1857234"/>
              <a:gd name="connsiteY26" fmla="*/ 1524470 h 2263942"/>
              <a:gd name="connsiteX27" fmla="*/ 1810167 w 1857234"/>
              <a:gd name="connsiteY27" fmla="*/ 1405936 h 2263942"/>
              <a:gd name="connsiteX28" fmla="*/ 1849113 w 1857234"/>
              <a:gd name="connsiteY28" fmla="*/ 1309416 h 2263942"/>
              <a:gd name="connsiteX29" fmla="*/ 1855887 w 1857234"/>
              <a:gd name="connsiteY29" fmla="*/ 1211203 h 2263942"/>
              <a:gd name="connsiteX30" fmla="*/ 1830487 w 1857234"/>
              <a:gd name="connsiteY30" fmla="*/ 1092670 h 2263942"/>
              <a:gd name="connsiteX31" fmla="*/ 1754287 w 1857234"/>
              <a:gd name="connsiteY31" fmla="*/ 1118070 h 2263942"/>
              <a:gd name="connsiteX32" fmla="*/ 1720420 w 1857234"/>
              <a:gd name="connsiteY32" fmla="*/ 1164636 h 2263942"/>
              <a:gd name="connsiteX33" fmla="*/ 1686553 w 1857234"/>
              <a:gd name="connsiteY33" fmla="*/ 1236603 h 2263942"/>
              <a:gd name="connsiteX34" fmla="*/ 1703487 w 1857234"/>
              <a:gd name="connsiteY34" fmla="*/ 830203 h 2263942"/>
              <a:gd name="connsiteX35" fmla="*/ 1669620 w 1857234"/>
              <a:gd name="connsiteY35" fmla="*/ 505083 h 2263942"/>
              <a:gd name="connsiteX36" fmla="*/ 1474887 w 1857234"/>
              <a:gd name="connsiteY36" fmla="*/ 186736 h 2263942"/>
              <a:gd name="connsiteX37" fmla="*/ 1264278 w 1857234"/>
              <a:gd name="connsiteY37" fmla="*/ 62925 h 2263942"/>
              <a:gd name="connsiteX38" fmla="*/ 907620 w 1857234"/>
              <a:gd name="connsiteY38" fmla="*/ 470 h 2263942"/>
              <a:gd name="connsiteX39" fmla="*/ 699128 w 1857234"/>
              <a:gd name="connsiteY39" fmla="*/ 38246 h 2263942"/>
              <a:gd name="connsiteX0" fmla="*/ 699128 w 1857234"/>
              <a:gd name="connsiteY0" fmla="*/ 38246 h 2255841"/>
              <a:gd name="connsiteX1" fmla="*/ 530853 w 1857234"/>
              <a:gd name="connsiteY1" fmla="*/ 109476 h 2255841"/>
              <a:gd name="connsiteX2" fmla="*/ 359403 w 1857234"/>
              <a:gd name="connsiteY2" fmla="*/ 226951 h 2255841"/>
              <a:gd name="connsiteX3" fmla="*/ 194303 w 1857234"/>
              <a:gd name="connsiteY3" fmla="*/ 500001 h 2255841"/>
              <a:gd name="connsiteX4" fmla="*/ 143503 w 1857234"/>
              <a:gd name="connsiteY4" fmla="*/ 690502 h 2255841"/>
              <a:gd name="connsiteX5" fmla="*/ 143503 w 1857234"/>
              <a:gd name="connsiteY5" fmla="*/ 1058801 h 2255841"/>
              <a:gd name="connsiteX6" fmla="*/ 144562 w 1857234"/>
              <a:gd name="connsiteY6" fmla="*/ 1196386 h 2255841"/>
              <a:gd name="connsiteX7" fmla="*/ 92704 w 1857234"/>
              <a:gd name="connsiteY7" fmla="*/ 1145586 h 2255841"/>
              <a:gd name="connsiteX8" fmla="*/ 13329 w 1857234"/>
              <a:gd name="connsiteY8" fmla="*/ 1150878 h 2255841"/>
              <a:gd name="connsiteX9" fmla="*/ 1687 w 1857234"/>
              <a:gd name="connsiteY9" fmla="*/ 1262003 h 2255841"/>
              <a:gd name="connsiteX10" fmla="*/ 31320 w 1857234"/>
              <a:gd name="connsiteY10" fmla="*/ 1405937 h 2255841"/>
              <a:gd name="connsiteX11" fmla="*/ 99053 w 1857234"/>
              <a:gd name="connsiteY11" fmla="*/ 1511770 h 2255841"/>
              <a:gd name="connsiteX12" fmla="*/ 149853 w 1857234"/>
              <a:gd name="connsiteY12" fmla="*/ 1609136 h 2255841"/>
              <a:gd name="connsiteX13" fmla="*/ 213353 w 1857234"/>
              <a:gd name="connsiteY13" fmla="*/ 1626070 h 2255841"/>
              <a:gd name="connsiteX14" fmla="*/ 221820 w 1857234"/>
              <a:gd name="connsiteY14" fmla="*/ 1566803 h 2255841"/>
              <a:gd name="connsiteX15" fmla="*/ 221820 w 1857234"/>
              <a:gd name="connsiteY15" fmla="*/ 1532936 h 2255841"/>
              <a:gd name="connsiteX16" fmla="*/ 348820 w 1857234"/>
              <a:gd name="connsiteY16" fmla="*/ 1761536 h 2255841"/>
              <a:gd name="connsiteX17" fmla="*/ 494956 w 1857234"/>
              <a:gd name="connsiteY17" fmla="*/ 1984524 h 2255841"/>
              <a:gd name="connsiteX18" fmla="*/ 567865 w 1857234"/>
              <a:gd name="connsiteY18" fmla="*/ 2101798 h 2255841"/>
              <a:gd name="connsiteX19" fmla="*/ 868502 w 1857234"/>
              <a:gd name="connsiteY19" fmla="*/ 2239950 h 2255841"/>
              <a:gd name="connsiteX20" fmla="*/ 1132832 w 1857234"/>
              <a:gd name="connsiteY20" fmla="*/ 2232550 h 2255841"/>
              <a:gd name="connsiteX21" fmla="*/ 1370068 w 1857234"/>
              <a:gd name="connsiteY21" fmla="*/ 2058400 h 2255841"/>
              <a:gd name="connsiteX22" fmla="*/ 1538047 w 1857234"/>
              <a:gd name="connsiteY22" fmla="*/ 1897136 h 2255841"/>
              <a:gd name="connsiteX23" fmla="*/ 1635245 w 1857234"/>
              <a:gd name="connsiteY23" fmla="*/ 1744202 h 2255841"/>
              <a:gd name="connsiteX24" fmla="*/ 1686553 w 1857234"/>
              <a:gd name="connsiteY24" fmla="*/ 1524470 h 2255841"/>
              <a:gd name="connsiteX25" fmla="*/ 1678087 w 1857234"/>
              <a:gd name="connsiteY25" fmla="*/ 1456736 h 2255841"/>
              <a:gd name="connsiteX26" fmla="*/ 1737353 w 1857234"/>
              <a:gd name="connsiteY26" fmla="*/ 1549870 h 2255841"/>
              <a:gd name="connsiteX27" fmla="*/ 1788153 w 1857234"/>
              <a:gd name="connsiteY27" fmla="*/ 1524470 h 2255841"/>
              <a:gd name="connsiteX28" fmla="*/ 1810167 w 1857234"/>
              <a:gd name="connsiteY28" fmla="*/ 1405936 h 2255841"/>
              <a:gd name="connsiteX29" fmla="*/ 1849113 w 1857234"/>
              <a:gd name="connsiteY29" fmla="*/ 1309416 h 2255841"/>
              <a:gd name="connsiteX30" fmla="*/ 1855887 w 1857234"/>
              <a:gd name="connsiteY30" fmla="*/ 1211203 h 2255841"/>
              <a:gd name="connsiteX31" fmla="*/ 1830487 w 1857234"/>
              <a:gd name="connsiteY31" fmla="*/ 1092670 h 2255841"/>
              <a:gd name="connsiteX32" fmla="*/ 1754287 w 1857234"/>
              <a:gd name="connsiteY32" fmla="*/ 1118070 h 2255841"/>
              <a:gd name="connsiteX33" fmla="*/ 1720420 w 1857234"/>
              <a:gd name="connsiteY33" fmla="*/ 1164636 h 2255841"/>
              <a:gd name="connsiteX34" fmla="*/ 1686553 w 1857234"/>
              <a:gd name="connsiteY34" fmla="*/ 1236603 h 2255841"/>
              <a:gd name="connsiteX35" fmla="*/ 1703487 w 1857234"/>
              <a:gd name="connsiteY35" fmla="*/ 830203 h 2255841"/>
              <a:gd name="connsiteX36" fmla="*/ 1669620 w 1857234"/>
              <a:gd name="connsiteY36" fmla="*/ 505083 h 2255841"/>
              <a:gd name="connsiteX37" fmla="*/ 1474887 w 1857234"/>
              <a:gd name="connsiteY37" fmla="*/ 186736 h 2255841"/>
              <a:gd name="connsiteX38" fmla="*/ 1264278 w 1857234"/>
              <a:gd name="connsiteY38" fmla="*/ 62925 h 2255841"/>
              <a:gd name="connsiteX39" fmla="*/ 907620 w 1857234"/>
              <a:gd name="connsiteY39" fmla="*/ 470 h 2255841"/>
              <a:gd name="connsiteX40" fmla="*/ 699128 w 1857234"/>
              <a:gd name="connsiteY40" fmla="*/ 38246 h 2255841"/>
              <a:gd name="connsiteX0" fmla="*/ 699128 w 1857234"/>
              <a:gd name="connsiteY0" fmla="*/ 38246 h 2265321"/>
              <a:gd name="connsiteX1" fmla="*/ 530853 w 1857234"/>
              <a:gd name="connsiteY1" fmla="*/ 109476 h 2265321"/>
              <a:gd name="connsiteX2" fmla="*/ 359403 w 1857234"/>
              <a:gd name="connsiteY2" fmla="*/ 226951 h 2265321"/>
              <a:gd name="connsiteX3" fmla="*/ 194303 w 1857234"/>
              <a:gd name="connsiteY3" fmla="*/ 500001 h 2265321"/>
              <a:gd name="connsiteX4" fmla="*/ 143503 w 1857234"/>
              <a:gd name="connsiteY4" fmla="*/ 690502 h 2265321"/>
              <a:gd name="connsiteX5" fmla="*/ 143503 w 1857234"/>
              <a:gd name="connsiteY5" fmla="*/ 1058801 h 2265321"/>
              <a:gd name="connsiteX6" fmla="*/ 144562 w 1857234"/>
              <a:gd name="connsiteY6" fmla="*/ 1196386 h 2265321"/>
              <a:gd name="connsiteX7" fmla="*/ 92704 w 1857234"/>
              <a:gd name="connsiteY7" fmla="*/ 1145586 h 2265321"/>
              <a:gd name="connsiteX8" fmla="*/ 13329 w 1857234"/>
              <a:gd name="connsiteY8" fmla="*/ 1150878 h 2265321"/>
              <a:gd name="connsiteX9" fmla="*/ 1687 w 1857234"/>
              <a:gd name="connsiteY9" fmla="*/ 1262003 h 2265321"/>
              <a:gd name="connsiteX10" fmla="*/ 31320 w 1857234"/>
              <a:gd name="connsiteY10" fmla="*/ 1405937 h 2265321"/>
              <a:gd name="connsiteX11" fmla="*/ 99053 w 1857234"/>
              <a:gd name="connsiteY11" fmla="*/ 1511770 h 2265321"/>
              <a:gd name="connsiteX12" fmla="*/ 149853 w 1857234"/>
              <a:gd name="connsiteY12" fmla="*/ 1609136 h 2265321"/>
              <a:gd name="connsiteX13" fmla="*/ 213353 w 1857234"/>
              <a:gd name="connsiteY13" fmla="*/ 1626070 h 2265321"/>
              <a:gd name="connsiteX14" fmla="*/ 221820 w 1857234"/>
              <a:gd name="connsiteY14" fmla="*/ 1566803 h 2265321"/>
              <a:gd name="connsiteX15" fmla="*/ 221820 w 1857234"/>
              <a:gd name="connsiteY15" fmla="*/ 1532936 h 2265321"/>
              <a:gd name="connsiteX16" fmla="*/ 348820 w 1857234"/>
              <a:gd name="connsiteY16" fmla="*/ 1761536 h 2265321"/>
              <a:gd name="connsiteX17" fmla="*/ 494956 w 1857234"/>
              <a:gd name="connsiteY17" fmla="*/ 1984524 h 2265321"/>
              <a:gd name="connsiteX18" fmla="*/ 567865 w 1857234"/>
              <a:gd name="connsiteY18" fmla="*/ 2101798 h 2265321"/>
              <a:gd name="connsiteX19" fmla="*/ 849730 w 1857234"/>
              <a:gd name="connsiteY19" fmla="*/ 2253876 h 2265321"/>
              <a:gd name="connsiteX20" fmla="*/ 1132832 w 1857234"/>
              <a:gd name="connsiteY20" fmla="*/ 2232550 h 2265321"/>
              <a:gd name="connsiteX21" fmla="*/ 1370068 w 1857234"/>
              <a:gd name="connsiteY21" fmla="*/ 2058400 h 2265321"/>
              <a:gd name="connsiteX22" fmla="*/ 1538047 w 1857234"/>
              <a:gd name="connsiteY22" fmla="*/ 1897136 h 2265321"/>
              <a:gd name="connsiteX23" fmla="*/ 1635245 w 1857234"/>
              <a:gd name="connsiteY23" fmla="*/ 1744202 h 2265321"/>
              <a:gd name="connsiteX24" fmla="*/ 1686553 w 1857234"/>
              <a:gd name="connsiteY24" fmla="*/ 1524470 h 2265321"/>
              <a:gd name="connsiteX25" fmla="*/ 1678087 w 1857234"/>
              <a:gd name="connsiteY25" fmla="*/ 1456736 h 2265321"/>
              <a:gd name="connsiteX26" fmla="*/ 1737353 w 1857234"/>
              <a:gd name="connsiteY26" fmla="*/ 1549870 h 2265321"/>
              <a:gd name="connsiteX27" fmla="*/ 1788153 w 1857234"/>
              <a:gd name="connsiteY27" fmla="*/ 1524470 h 2265321"/>
              <a:gd name="connsiteX28" fmla="*/ 1810167 w 1857234"/>
              <a:gd name="connsiteY28" fmla="*/ 1405936 h 2265321"/>
              <a:gd name="connsiteX29" fmla="*/ 1849113 w 1857234"/>
              <a:gd name="connsiteY29" fmla="*/ 1309416 h 2265321"/>
              <a:gd name="connsiteX30" fmla="*/ 1855887 w 1857234"/>
              <a:gd name="connsiteY30" fmla="*/ 1211203 h 2265321"/>
              <a:gd name="connsiteX31" fmla="*/ 1830487 w 1857234"/>
              <a:gd name="connsiteY31" fmla="*/ 1092670 h 2265321"/>
              <a:gd name="connsiteX32" fmla="*/ 1754287 w 1857234"/>
              <a:gd name="connsiteY32" fmla="*/ 1118070 h 2265321"/>
              <a:gd name="connsiteX33" fmla="*/ 1720420 w 1857234"/>
              <a:gd name="connsiteY33" fmla="*/ 1164636 h 2265321"/>
              <a:gd name="connsiteX34" fmla="*/ 1686553 w 1857234"/>
              <a:gd name="connsiteY34" fmla="*/ 1236603 h 2265321"/>
              <a:gd name="connsiteX35" fmla="*/ 1703487 w 1857234"/>
              <a:gd name="connsiteY35" fmla="*/ 830203 h 2265321"/>
              <a:gd name="connsiteX36" fmla="*/ 1669620 w 1857234"/>
              <a:gd name="connsiteY36" fmla="*/ 505083 h 2265321"/>
              <a:gd name="connsiteX37" fmla="*/ 1474887 w 1857234"/>
              <a:gd name="connsiteY37" fmla="*/ 186736 h 2265321"/>
              <a:gd name="connsiteX38" fmla="*/ 1264278 w 1857234"/>
              <a:gd name="connsiteY38" fmla="*/ 62925 h 2265321"/>
              <a:gd name="connsiteX39" fmla="*/ 907620 w 1857234"/>
              <a:gd name="connsiteY39" fmla="*/ 470 h 2265321"/>
              <a:gd name="connsiteX40" fmla="*/ 699128 w 1857234"/>
              <a:gd name="connsiteY40" fmla="*/ 38246 h 2265321"/>
              <a:gd name="connsiteX0" fmla="*/ 699128 w 1857234"/>
              <a:gd name="connsiteY0" fmla="*/ 38246 h 2265321"/>
              <a:gd name="connsiteX1" fmla="*/ 530853 w 1857234"/>
              <a:gd name="connsiteY1" fmla="*/ 109476 h 2265321"/>
              <a:gd name="connsiteX2" fmla="*/ 359403 w 1857234"/>
              <a:gd name="connsiteY2" fmla="*/ 226951 h 2265321"/>
              <a:gd name="connsiteX3" fmla="*/ 194303 w 1857234"/>
              <a:gd name="connsiteY3" fmla="*/ 500001 h 2265321"/>
              <a:gd name="connsiteX4" fmla="*/ 143503 w 1857234"/>
              <a:gd name="connsiteY4" fmla="*/ 690502 h 2265321"/>
              <a:gd name="connsiteX5" fmla="*/ 143503 w 1857234"/>
              <a:gd name="connsiteY5" fmla="*/ 1058801 h 2265321"/>
              <a:gd name="connsiteX6" fmla="*/ 144562 w 1857234"/>
              <a:gd name="connsiteY6" fmla="*/ 1196386 h 2265321"/>
              <a:gd name="connsiteX7" fmla="*/ 92704 w 1857234"/>
              <a:gd name="connsiteY7" fmla="*/ 1145586 h 2265321"/>
              <a:gd name="connsiteX8" fmla="*/ 13329 w 1857234"/>
              <a:gd name="connsiteY8" fmla="*/ 1150878 h 2265321"/>
              <a:gd name="connsiteX9" fmla="*/ 1687 w 1857234"/>
              <a:gd name="connsiteY9" fmla="*/ 1262003 h 2265321"/>
              <a:gd name="connsiteX10" fmla="*/ 31320 w 1857234"/>
              <a:gd name="connsiteY10" fmla="*/ 1405937 h 2265321"/>
              <a:gd name="connsiteX11" fmla="*/ 99053 w 1857234"/>
              <a:gd name="connsiteY11" fmla="*/ 1511770 h 2265321"/>
              <a:gd name="connsiteX12" fmla="*/ 149853 w 1857234"/>
              <a:gd name="connsiteY12" fmla="*/ 1609136 h 2265321"/>
              <a:gd name="connsiteX13" fmla="*/ 213353 w 1857234"/>
              <a:gd name="connsiteY13" fmla="*/ 1626070 h 2265321"/>
              <a:gd name="connsiteX14" fmla="*/ 221820 w 1857234"/>
              <a:gd name="connsiteY14" fmla="*/ 1566803 h 2265321"/>
              <a:gd name="connsiteX15" fmla="*/ 221820 w 1857234"/>
              <a:gd name="connsiteY15" fmla="*/ 1532936 h 2265321"/>
              <a:gd name="connsiteX16" fmla="*/ 348820 w 1857234"/>
              <a:gd name="connsiteY16" fmla="*/ 1761536 h 2265321"/>
              <a:gd name="connsiteX17" fmla="*/ 424560 w 1857234"/>
              <a:gd name="connsiteY17" fmla="*/ 1933462 h 2265321"/>
              <a:gd name="connsiteX18" fmla="*/ 567865 w 1857234"/>
              <a:gd name="connsiteY18" fmla="*/ 2101798 h 2265321"/>
              <a:gd name="connsiteX19" fmla="*/ 849730 w 1857234"/>
              <a:gd name="connsiteY19" fmla="*/ 2253876 h 2265321"/>
              <a:gd name="connsiteX20" fmla="*/ 1132832 w 1857234"/>
              <a:gd name="connsiteY20" fmla="*/ 2232550 h 2265321"/>
              <a:gd name="connsiteX21" fmla="*/ 1370068 w 1857234"/>
              <a:gd name="connsiteY21" fmla="*/ 2058400 h 2265321"/>
              <a:gd name="connsiteX22" fmla="*/ 1538047 w 1857234"/>
              <a:gd name="connsiteY22" fmla="*/ 1897136 h 2265321"/>
              <a:gd name="connsiteX23" fmla="*/ 1635245 w 1857234"/>
              <a:gd name="connsiteY23" fmla="*/ 1744202 h 2265321"/>
              <a:gd name="connsiteX24" fmla="*/ 1686553 w 1857234"/>
              <a:gd name="connsiteY24" fmla="*/ 1524470 h 2265321"/>
              <a:gd name="connsiteX25" fmla="*/ 1678087 w 1857234"/>
              <a:gd name="connsiteY25" fmla="*/ 1456736 h 2265321"/>
              <a:gd name="connsiteX26" fmla="*/ 1737353 w 1857234"/>
              <a:gd name="connsiteY26" fmla="*/ 1549870 h 2265321"/>
              <a:gd name="connsiteX27" fmla="*/ 1788153 w 1857234"/>
              <a:gd name="connsiteY27" fmla="*/ 1524470 h 2265321"/>
              <a:gd name="connsiteX28" fmla="*/ 1810167 w 1857234"/>
              <a:gd name="connsiteY28" fmla="*/ 1405936 h 2265321"/>
              <a:gd name="connsiteX29" fmla="*/ 1849113 w 1857234"/>
              <a:gd name="connsiteY29" fmla="*/ 1309416 h 2265321"/>
              <a:gd name="connsiteX30" fmla="*/ 1855887 w 1857234"/>
              <a:gd name="connsiteY30" fmla="*/ 1211203 h 2265321"/>
              <a:gd name="connsiteX31" fmla="*/ 1830487 w 1857234"/>
              <a:gd name="connsiteY31" fmla="*/ 1092670 h 2265321"/>
              <a:gd name="connsiteX32" fmla="*/ 1754287 w 1857234"/>
              <a:gd name="connsiteY32" fmla="*/ 1118070 h 2265321"/>
              <a:gd name="connsiteX33" fmla="*/ 1720420 w 1857234"/>
              <a:gd name="connsiteY33" fmla="*/ 1164636 h 2265321"/>
              <a:gd name="connsiteX34" fmla="*/ 1686553 w 1857234"/>
              <a:gd name="connsiteY34" fmla="*/ 1236603 h 2265321"/>
              <a:gd name="connsiteX35" fmla="*/ 1703487 w 1857234"/>
              <a:gd name="connsiteY35" fmla="*/ 830203 h 2265321"/>
              <a:gd name="connsiteX36" fmla="*/ 1669620 w 1857234"/>
              <a:gd name="connsiteY36" fmla="*/ 505083 h 2265321"/>
              <a:gd name="connsiteX37" fmla="*/ 1474887 w 1857234"/>
              <a:gd name="connsiteY37" fmla="*/ 186736 h 2265321"/>
              <a:gd name="connsiteX38" fmla="*/ 1264278 w 1857234"/>
              <a:gd name="connsiteY38" fmla="*/ 62925 h 2265321"/>
              <a:gd name="connsiteX39" fmla="*/ 907620 w 1857234"/>
              <a:gd name="connsiteY39" fmla="*/ 470 h 2265321"/>
              <a:gd name="connsiteX40" fmla="*/ 699128 w 1857234"/>
              <a:gd name="connsiteY40" fmla="*/ 38246 h 2265321"/>
              <a:gd name="connsiteX0" fmla="*/ 699128 w 1857234"/>
              <a:gd name="connsiteY0" fmla="*/ 38246 h 2263952"/>
              <a:gd name="connsiteX1" fmla="*/ 530853 w 1857234"/>
              <a:gd name="connsiteY1" fmla="*/ 109476 h 2263952"/>
              <a:gd name="connsiteX2" fmla="*/ 359403 w 1857234"/>
              <a:gd name="connsiteY2" fmla="*/ 226951 h 2263952"/>
              <a:gd name="connsiteX3" fmla="*/ 194303 w 1857234"/>
              <a:gd name="connsiteY3" fmla="*/ 500001 h 2263952"/>
              <a:gd name="connsiteX4" fmla="*/ 143503 w 1857234"/>
              <a:gd name="connsiteY4" fmla="*/ 690502 h 2263952"/>
              <a:gd name="connsiteX5" fmla="*/ 143503 w 1857234"/>
              <a:gd name="connsiteY5" fmla="*/ 1058801 h 2263952"/>
              <a:gd name="connsiteX6" fmla="*/ 144562 w 1857234"/>
              <a:gd name="connsiteY6" fmla="*/ 1196386 h 2263952"/>
              <a:gd name="connsiteX7" fmla="*/ 92704 w 1857234"/>
              <a:gd name="connsiteY7" fmla="*/ 1145586 h 2263952"/>
              <a:gd name="connsiteX8" fmla="*/ 13329 w 1857234"/>
              <a:gd name="connsiteY8" fmla="*/ 1150878 h 2263952"/>
              <a:gd name="connsiteX9" fmla="*/ 1687 w 1857234"/>
              <a:gd name="connsiteY9" fmla="*/ 1262003 h 2263952"/>
              <a:gd name="connsiteX10" fmla="*/ 31320 w 1857234"/>
              <a:gd name="connsiteY10" fmla="*/ 1405937 h 2263952"/>
              <a:gd name="connsiteX11" fmla="*/ 99053 w 1857234"/>
              <a:gd name="connsiteY11" fmla="*/ 1511770 h 2263952"/>
              <a:gd name="connsiteX12" fmla="*/ 149853 w 1857234"/>
              <a:gd name="connsiteY12" fmla="*/ 1609136 h 2263952"/>
              <a:gd name="connsiteX13" fmla="*/ 213353 w 1857234"/>
              <a:gd name="connsiteY13" fmla="*/ 1626070 h 2263952"/>
              <a:gd name="connsiteX14" fmla="*/ 221820 w 1857234"/>
              <a:gd name="connsiteY14" fmla="*/ 1566803 h 2263952"/>
              <a:gd name="connsiteX15" fmla="*/ 221820 w 1857234"/>
              <a:gd name="connsiteY15" fmla="*/ 1532936 h 2263952"/>
              <a:gd name="connsiteX16" fmla="*/ 348820 w 1857234"/>
              <a:gd name="connsiteY16" fmla="*/ 1761536 h 2263952"/>
              <a:gd name="connsiteX17" fmla="*/ 424560 w 1857234"/>
              <a:gd name="connsiteY17" fmla="*/ 1933462 h 2263952"/>
              <a:gd name="connsiteX18" fmla="*/ 605410 w 1857234"/>
              <a:gd name="connsiteY18" fmla="*/ 2120367 h 2263952"/>
              <a:gd name="connsiteX19" fmla="*/ 849730 w 1857234"/>
              <a:gd name="connsiteY19" fmla="*/ 2253876 h 2263952"/>
              <a:gd name="connsiteX20" fmla="*/ 1132832 w 1857234"/>
              <a:gd name="connsiteY20" fmla="*/ 2232550 h 2263952"/>
              <a:gd name="connsiteX21" fmla="*/ 1370068 w 1857234"/>
              <a:gd name="connsiteY21" fmla="*/ 2058400 h 2263952"/>
              <a:gd name="connsiteX22" fmla="*/ 1538047 w 1857234"/>
              <a:gd name="connsiteY22" fmla="*/ 1897136 h 2263952"/>
              <a:gd name="connsiteX23" fmla="*/ 1635245 w 1857234"/>
              <a:gd name="connsiteY23" fmla="*/ 1744202 h 2263952"/>
              <a:gd name="connsiteX24" fmla="*/ 1686553 w 1857234"/>
              <a:gd name="connsiteY24" fmla="*/ 1524470 h 2263952"/>
              <a:gd name="connsiteX25" fmla="*/ 1678087 w 1857234"/>
              <a:gd name="connsiteY25" fmla="*/ 1456736 h 2263952"/>
              <a:gd name="connsiteX26" fmla="*/ 1737353 w 1857234"/>
              <a:gd name="connsiteY26" fmla="*/ 1549870 h 2263952"/>
              <a:gd name="connsiteX27" fmla="*/ 1788153 w 1857234"/>
              <a:gd name="connsiteY27" fmla="*/ 1524470 h 2263952"/>
              <a:gd name="connsiteX28" fmla="*/ 1810167 w 1857234"/>
              <a:gd name="connsiteY28" fmla="*/ 1405936 h 2263952"/>
              <a:gd name="connsiteX29" fmla="*/ 1849113 w 1857234"/>
              <a:gd name="connsiteY29" fmla="*/ 1309416 h 2263952"/>
              <a:gd name="connsiteX30" fmla="*/ 1855887 w 1857234"/>
              <a:gd name="connsiteY30" fmla="*/ 1211203 h 2263952"/>
              <a:gd name="connsiteX31" fmla="*/ 1830487 w 1857234"/>
              <a:gd name="connsiteY31" fmla="*/ 1092670 h 2263952"/>
              <a:gd name="connsiteX32" fmla="*/ 1754287 w 1857234"/>
              <a:gd name="connsiteY32" fmla="*/ 1118070 h 2263952"/>
              <a:gd name="connsiteX33" fmla="*/ 1720420 w 1857234"/>
              <a:gd name="connsiteY33" fmla="*/ 1164636 h 2263952"/>
              <a:gd name="connsiteX34" fmla="*/ 1686553 w 1857234"/>
              <a:gd name="connsiteY34" fmla="*/ 1236603 h 2263952"/>
              <a:gd name="connsiteX35" fmla="*/ 1703487 w 1857234"/>
              <a:gd name="connsiteY35" fmla="*/ 830203 h 2263952"/>
              <a:gd name="connsiteX36" fmla="*/ 1669620 w 1857234"/>
              <a:gd name="connsiteY36" fmla="*/ 505083 h 2263952"/>
              <a:gd name="connsiteX37" fmla="*/ 1474887 w 1857234"/>
              <a:gd name="connsiteY37" fmla="*/ 186736 h 2263952"/>
              <a:gd name="connsiteX38" fmla="*/ 1264278 w 1857234"/>
              <a:gd name="connsiteY38" fmla="*/ 62925 h 2263952"/>
              <a:gd name="connsiteX39" fmla="*/ 907620 w 1857234"/>
              <a:gd name="connsiteY39" fmla="*/ 470 h 2263952"/>
              <a:gd name="connsiteX40" fmla="*/ 699128 w 1857234"/>
              <a:gd name="connsiteY40" fmla="*/ 38246 h 2263952"/>
              <a:gd name="connsiteX0" fmla="*/ 699128 w 1857234"/>
              <a:gd name="connsiteY0" fmla="*/ 38246 h 2254628"/>
              <a:gd name="connsiteX1" fmla="*/ 530853 w 1857234"/>
              <a:gd name="connsiteY1" fmla="*/ 109476 h 2254628"/>
              <a:gd name="connsiteX2" fmla="*/ 359403 w 1857234"/>
              <a:gd name="connsiteY2" fmla="*/ 226951 h 2254628"/>
              <a:gd name="connsiteX3" fmla="*/ 194303 w 1857234"/>
              <a:gd name="connsiteY3" fmla="*/ 500001 h 2254628"/>
              <a:gd name="connsiteX4" fmla="*/ 143503 w 1857234"/>
              <a:gd name="connsiteY4" fmla="*/ 690502 h 2254628"/>
              <a:gd name="connsiteX5" fmla="*/ 143503 w 1857234"/>
              <a:gd name="connsiteY5" fmla="*/ 1058801 h 2254628"/>
              <a:gd name="connsiteX6" fmla="*/ 144562 w 1857234"/>
              <a:gd name="connsiteY6" fmla="*/ 1196386 h 2254628"/>
              <a:gd name="connsiteX7" fmla="*/ 92704 w 1857234"/>
              <a:gd name="connsiteY7" fmla="*/ 1145586 h 2254628"/>
              <a:gd name="connsiteX8" fmla="*/ 13329 w 1857234"/>
              <a:gd name="connsiteY8" fmla="*/ 1150878 h 2254628"/>
              <a:gd name="connsiteX9" fmla="*/ 1687 w 1857234"/>
              <a:gd name="connsiteY9" fmla="*/ 1262003 h 2254628"/>
              <a:gd name="connsiteX10" fmla="*/ 31320 w 1857234"/>
              <a:gd name="connsiteY10" fmla="*/ 1405937 h 2254628"/>
              <a:gd name="connsiteX11" fmla="*/ 99053 w 1857234"/>
              <a:gd name="connsiteY11" fmla="*/ 1511770 h 2254628"/>
              <a:gd name="connsiteX12" fmla="*/ 149853 w 1857234"/>
              <a:gd name="connsiteY12" fmla="*/ 1609136 h 2254628"/>
              <a:gd name="connsiteX13" fmla="*/ 213353 w 1857234"/>
              <a:gd name="connsiteY13" fmla="*/ 1626070 h 2254628"/>
              <a:gd name="connsiteX14" fmla="*/ 221820 w 1857234"/>
              <a:gd name="connsiteY14" fmla="*/ 1566803 h 2254628"/>
              <a:gd name="connsiteX15" fmla="*/ 221820 w 1857234"/>
              <a:gd name="connsiteY15" fmla="*/ 1532936 h 2254628"/>
              <a:gd name="connsiteX16" fmla="*/ 348820 w 1857234"/>
              <a:gd name="connsiteY16" fmla="*/ 1761536 h 2254628"/>
              <a:gd name="connsiteX17" fmla="*/ 424560 w 1857234"/>
              <a:gd name="connsiteY17" fmla="*/ 1933462 h 2254628"/>
              <a:gd name="connsiteX18" fmla="*/ 605410 w 1857234"/>
              <a:gd name="connsiteY18" fmla="*/ 2120367 h 2254628"/>
              <a:gd name="connsiteX19" fmla="*/ 868503 w 1857234"/>
              <a:gd name="connsiteY19" fmla="*/ 2239950 h 2254628"/>
              <a:gd name="connsiteX20" fmla="*/ 1132832 w 1857234"/>
              <a:gd name="connsiteY20" fmla="*/ 2232550 h 2254628"/>
              <a:gd name="connsiteX21" fmla="*/ 1370068 w 1857234"/>
              <a:gd name="connsiteY21" fmla="*/ 2058400 h 2254628"/>
              <a:gd name="connsiteX22" fmla="*/ 1538047 w 1857234"/>
              <a:gd name="connsiteY22" fmla="*/ 1897136 h 2254628"/>
              <a:gd name="connsiteX23" fmla="*/ 1635245 w 1857234"/>
              <a:gd name="connsiteY23" fmla="*/ 1744202 h 2254628"/>
              <a:gd name="connsiteX24" fmla="*/ 1686553 w 1857234"/>
              <a:gd name="connsiteY24" fmla="*/ 1524470 h 2254628"/>
              <a:gd name="connsiteX25" fmla="*/ 1678087 w 1857234"/>
              <a:gd name="connsiteY25" fmla="*/ 1456736 h 2254628"/>
              <a:gd name="connsiteX26" fmla="*/ 1737353 w 1857234"/>
              <a:gd name="connsiteY26" fmla="*/ 1549870 h 2254628"/>
              <a:gd name="connsiteX27" fmla="*/ 1788153 w 1857234"/>
              <a:gd name="connsiteY27" fmla="*/ 1524470 h 2254628"/>
              <a:gd name="connsiteX28" fmla="*/ 1810167 w 1857234"/>
              <a:gd name="connsiteY28" fmla="*/ 1405936 h 2254628"/>
              <a:gd name="connsiteX29" fmla="*/ 1849113 w 1857234"/>
              <a:gd name="connsiteY29" fmla="*/ 1309416 h 2254628"/>
              <a:gd name="connsiteX30" fmla="*/ 1855887 w 1857234"/>
              <a:gd name="connsiteY30" fmla="*/ 1211203 h 2254628"/>
              <a:gd name="connsiteX31" fmla="*/ 1830487 w 1857234"/>
              <a:gd name="connsiteY31" fmla="*/ 1092670 h 2254628"/>
              <a:gd name="connsiteX32" fmla="*/ 1754287 w 1857234"/>
              <a:gd name="connsiteY32" fmla="*/ 1118070 h 2254628"/>
              <a:gd name="connsiteX33" fmla="*/ 1720420 w 1857234"/>
              <a:gd name="connsiteY33" fmla="*/ 1164636 h 2254628"/>
              <a:gd name="connsiteX34" fmla="*/ 1686553 w 1857234"/>
              <a:gd name="connsiteY34" fmla="*/ 1236603 h 2254628"/>
              <a:gd name="connsiteX35" fmla="*/ 1703487 w 1857234"/>
              <a:gd name="connsiteY35" fmla="*/ 830203 h 2254628"/>
              <a:gd name="connsiteX36" fmla="*/ 1669620 w 1857234"/>
              <a:gd name="connsiteY36" fmla="*/ 505083 h 2254628"/>
              <a:gd name="connsiteX37" fmla="*/ 1474887 w 1857234"/>
              <a:gd name="connsiteY37" fmla="*/ 186736 h 2254628"/>
              <a:gd name="connsiteX38" fmla="*/ 1264278 w 1857234"/>
              <a:gd name="connsiteY38" fmla="*/ 62925 h 2254628"/>
              <a:gd name="connsiteX39" fmla="*/ 907620 w 1857234"/>
              <a:gd name="connsiteY39" fmla="*/ 470 h 2254628"/>
              <a:gd name="connsiteX40" fmla="*/ 699128 w 1857234"/>
              <a:gd name="connsiteY40" fmla="*/ 38246 h 2254628"/>
              <a:gd name="connsiteX0" fmla="*/ 699128 w 1857234"/>
              <a:gd name="connsiteY0" fmla="*/ 38246 h 2254628"/>
              <a:gd name="connsiteX1" fmla="*/ 530853 w 1857234"/>
              <a:gd name="connsiteY1" fmla="*/ 109476 h 2254628"/>
              <a:gd name="connsiteX2" fmla="*/ 359403 w 1857234"/>
              <a:gd name="connsiteY2" fmla="*/ 226951 h 2254628"/>
              <a:gd name="connsiteX3" fmla="*/ 194303 w 1857234"/>
              <a:gd name="connsiteY3" fmla="*/ 500001 h 2254628"/>
              <a:gd name="connsiteX4" fmla="*/ 143503 w 1857234"/>
              <a:gd name="connsiteY4" fmla="*/ 690502 h 2254628"/>
              <a:gd name="connsiteX5" fmla="*/ 143503 w 1857234"/>
              <a:gd name="connsiteY5" fmla="*/ 1058801 h 2254628"/>
              <a:gd name="connsiteX6" fmla="*/ 144562 w 1857234"/>
              <a:gd name="connsiteY6" fmla="*/ 1196386 h 2254628"/>
              <a:gd name="connsiteX7" fmla="*/ 92704 w 1857234"/>
              <a:gd name="connsiteY7" fmla="*/ 1145586 h 2254628"/>
              <a:gd name="connsiteX8" fmla="*/ 13329 w 1857234"/>
              <a:gd name="connsiteY8" fmla="*/ 1150878 h 2254628"/>
              <a:gd name="connsiteX9" fmla="*/ 1687 w 1857234"/>
              <a:gd name="connsiteY9" fmla="*/ 1262003 h 2254628"/>
              <a:gd name="connsiteX10" fmla="*/ 31320 w 1857234"/>
              <a:gd name="connsiteY10" fmla="*/ 1405937 h 2254628"/>
              <a:gd name="connsiteX11" fmla="*/ 99053 w 1857234"/>
              <a:gd name="connsiteY11" fmla="*/ 1511770 h 2254628"/>
              <a:gd name="connsiteX12" fmla="*/ 149853 w 1857234"/>
              <a:gd name="connsiteY12" fmla="*/ 1609136 h 2254628"/>
              <a:gd name="connsiteX13" fmla="*/ 213353 w 1857234"/>
              <a:gd name="connsiteY13" fmla="*/ 1626070 h 2254628"/>
              <a:gd name="connsiteX14" fmla="*/ 221820 w 1857234"/>
              <a:gd name="connsiteY14" fmla="*/ 1566803 h 2254628"/>
              <a:gd name="connsiteX15" fmla="*/ 221820 w 1857234"/>
              <a:gd name="connsiteY15" fmla="*/ 1532936 h 2254628"/>
              <a:gd name="connsiteX16" fmla="*/ 334741 w 1857234"/>
              <a:gd name="connsiteY16" fmla="*/ 1789388 h 2254628"/>
              <a:gd name="connsiteX17" fmla="*/ 424560 w 1857234"/>
              <a:gd name="connsiteY17" fmla="*/ 1933462 h 2254628"/>
              <a:gd name="connsiteX18" fmla="*/ 605410 w 1857234"/>
              <a:gd name="connsiteY18" fmla="*/ 2120367 h 2254628"/>
              <a:gd name="connsiteX19" fmla="*/ 868503 w 1857234"/>
              <a:gd name="connsiteY19" fmla="*/ 2239950 h 2254628"/>
              <a:gd name="connsiteX20" fmla="*/ 1132832 w 1857234"/>
              <a:gd name="connsiteY20" fmla="*/ 2232550 h 2254628"/>
              <a:gd name="connsiteX21" fmla="*/ 1370068 w 1857234"/>
              <a:gd name="connsiteY21" fmla="*/ 2058400 h 2254628"/>
              <a:gd name="connsiteX22" fmla="*/ 1538047 w 1857234"/>
              <a:gd name="connsiteY22" fmla="*/ 1897136 h 2254628"/>
              <a:gd name="connsiteX23" fmla="*/ 1635245 w 1857234"/>
              <a:gd name="connsiteY23" fmla="*/ 1744202 h 2254628"/>
              <a:gd name="connsiteX24" fmla="*/ 1686553 w 1857234"/>
              <a:gd name="connsiteY24" fmla="*/ 1524470 h 2254628"/>
              <a:gd name="connsiteX25" fmla="*/ 1678087 w 1857234"/>
              <a:gd name="connsiteY25" fmla="*/ 1456736 h 2254628"/>
              <a:gd name="connsiteX26" fmla="*/ 1737353 w 1857234"/>
              <a:gd name="connsiteY26" fmla="*/ 1549870 h 2254628"/>
              <a:gd name="connsiteX27" fmla="*/ 1788153 w 1857234"/>
              <a:gd name="connsiteY27" fmla="*/ 1524470 h 2254628"/>
              <a:gd name="connsiteX28" fmla="*/ 1810167 w 1857234"/>
              <a:gd name="connsiteY28" fmla="*/ 1405936 h 2254628"/>
              <a:gd name="connsiteX29" fmla="*/ 1849113 w 1857234"/>
              <a:gd name="connsiteY29" fmla="*/ 1309416 h 2254628"/>
              <a:gd name="connsiteX30" fmla="*/ 1855887 w 1857234"/>
              <a:gd name="connsiteY30" fmla="*/ 1211203 h 2254628"/>
              <a:gd name="connsiteX31" fmla="*/ 1830487 w 1857234"/>
              <a:gd name="connsiteY31" fmla="*/ 1092670 h 2254628"/>
              <a:gd name="connsiteX32" fmla="*/ 1754287 w 1857234"/>
              <a:gd name="connsiteY32" fmla="*/ 1118070 h 2254628"/>
              <a:gd name="connsiteX33" fmla="*/ 1720420 w 1857234"/>
              <a:gd name="connsiteY33" fmla="*/ 1164636 h 2254628"/>
              <a:gd name="connsiteX34" fmla="*/ 1686553 w 1857234"/>
              <a:gd name="connsiteY34" fmla="*/ 1236603 h 2254628"/>
              <a:gd name="connsiteX35" fmla="*/ 1703487 w 1857234"/>
              <a:gd name="connsiteY35" fmla="*/ 830203 h 2254628"/>
              <a:gd name="connsiteX36" fmla="*/ 1669620 w 1857234"/>
              <a:gd name="connsiteY36" fmla="*/ 505083 h 2254628"/>
              <a:gd name="connsiteX37" fmla="*/ 1474887 w 1857234"/>
              <a:gd name="connsiteY37" fmla="*/ 186736 h 2254628"/>
              <a:gd name="connsiteX38" fmla="*/ 1264278 w 1857234"/>
              <a:gd name="connsiteY38" fmla="*/ 62925 h 2254628"/>
              <a:gd name="connsiteX39" fmla="*/ 907620 w 1857234"/>
              <a:gd name="connsiteY39" fmla="*/ 470 h 2254628"/>
              <a:gd name="connsiteX40" fmla="*/ 699128 w 1857234"/>
              <a:gd name="connsiteY40" fmla="*/ 38246 h 2254628"/>
              <a:gd name="connsiteX0" fmla="*/ 699128 w 1857234"/>
              <a:gd name="connsiteY0" fmla="*/ 38246 h 2254628"/>
              <a:gd name="connsiteX1" fmla="*/ 530853 w 1857234"/>
              <a:gd name="connsiteY1" fmla="*/ 109476 h 2254628"/>
              <a:gd name="connsiteX2" fmla="*/ 359403 w 1857234"/>
              <a:gd name="connsiteY2" fmla="*/ 226951 h 2254628"/>
              <a:gd name="connsiteX3" fmla="*/ 194303 w 1857234"/>
              <a:gd name="connsiteY3" fmla="*/ 500001 h 2254628"/>
              <a:gd name="connsiteX4" fmla="*/ 143503 w 1857234"/>
              <a:gd name="connsiteY4" fmla="*/ 690502 h 2254628"/>
              <a:gd name="connsiteX5" fmla="*/ 143503 w 1857234"/>
              <a:gd name="connsiteY5" fmla="*/ 1058801 h 2254628"/>
              <a:gd name="connsiteX6" fmla="*/ 144562 w 1857234"/>
              <a:gd name="connsiteY6" fmla="*/ 1196386 h 2254628"/>
              <a:gd name="connsiteX7" fmla="*/ 92704 w 1857234"/>
              <a:gd name="connsiteY7" fmla="*/ 1145586 h 2254628"/>
              <a:gd name="connsiteX8" fmla="*/ 13329 w 1857234"/>
              <a:gd name="connsiteY8" fmla="*/ 1150878 h 2254628"/>
              <a:gd name="connsiteX9" fmla="*/ 1687 w 1857234"/>
              <a:gd name="connsiteY9" fmla="*/ 1262003 h 2254628"/>
              <a:gd name="connsiteX10" fmla="*/ 31320 w 1857234"/>
              <a:gd name="connsiteY10" fmla="*/ 1405937 h 2254628"/>
              <a:gd name="connsiteX11" fmla="*/ 99053 w 1857234"/>
              <a:gd name="connsiteY11" fmla="*/ 1511770 h 2254628"/>
              <a:gd name="connsiteX12" fmla="*/ 149853 w 1857234"/>
              <a:gd name="connsiteY12" fmla="*/ 1609136 h 2254628"/>
              <a:gd name="connsiteX13" fmla="*/ 213353 w 1857234"/>
              <a:gd name="connsiteY13" fmla="*/ 1626070 h 2254628"/>
              <a:gd name="connsiteX14" fmla="*/ 221820 w 1857234"/>
              <a:gd name="connsiteY14" fmla="*/ 1566803 h 2254628"/>
              <a:gd name="connsiteX15" fmla="*/ 221820 w 1857234"/>
              <a:gd name="connsiteY15" fmla="*/ 1532936 h 2254628"/>
              <a:gd name="connsiteX16" fmla="*/ 334741 w 1857234"/>
              <a:gd name="connsiteY16" fmla="*/ 1789388 h 2254628"/>
              <a:gd name="connsiteX17" fmla="*/ 448026 w 1857234"/>
              <a:gd name="connsiteY17" fmla="*/ 1942746 h 2254628"/>
              <a:gd name="connsiteX18" fmla="*/ 605410 w 1857234"/>
              <a:gd name="connsiteY18" fmla="*/ 2120367 h 2254628"/>
              <a:gd name="connsiteX19" fmla="*/ 868503 w 1857234"/>
              <a:gd name="connsiteY19" fmla="*/ 2239950 h 2254628"/>
              <a:gd name="connsiteX20" fmla="*/ 1132832 w 1857234"/>
              <a:gd name="connsiteY20" fmla="*/ 2232550 h 2254628"/>
              <a:gd name="connsiteX21" fmla="*/ 1370068 w 1857234"/>
              <a:gd name="connsiteY21" fmla="*/ 2058400 h 2254628"/>
              <a:gd name="connsiteX22" fmla="*/ 1538047 w 1857234"/>
              <a:gd name="connsiteY22" fmla="*/ 1897136 h 2254628"/>
              <a:gd name="connsiteX23" fmla="*/ 1635245 w 1857234"/>
              <a:gd name="connsiteY23" fmla="*/ 1744202 h 2254628"/>
              <a:gd name="connsiteX24" fmla="*/ 1686553 w 1857234"/>
              <a:gd name="connsiteY24" fmla="*/ 1524470 h 2254628"/>
              <a:gd name="connsiteX25" fmla="*/ 1678087 w 1857234"/>
              <a:gd name="connsiteY25" fmla="*/ 1456736 h 2254628"/>
              <a:gd name="connsiteX26" fmla="*/ 1737353 w 1857234"/>
              <a:gd name="connsiteY26" fmla="*/ 1549870 h 2254628"/>
              <a:gd name="connsiteX27" fmla="*/ 1788153 w 1857234"/>
              <a:gd name="connsiteY27" fmla="*/ 1524470 h 2254628"/>
              <a:gd name="connsiteX28" fmla="*/ 1810167 w 1857234"/>
              <a:gd name="connsiteY28" fmla="*/ 1405936 h 2254628"/>
              <a:gd name="connsiteX29" fmla="*/ 1849113 w 1857234"/>
              <a:gd name="connsiteY29" fmla="*/ 1309416 h 2254628"/>
              <a:gd name="connsiteX30" fmla="*/ 1855887 w 1857234"/>
              <a:gd name="connsiteY30" fmla="*/ 1211203 h 2254628"/>
              <a:gd name="connsiteX31" fmla="*/ 1830487 w 1857234"/>
              <a:gd name="connsiteY31" fmla="*/ 1092670 h 2254628"/>
              <a:gd name="connsiteX32" fmla="*/ 1754287 w 1857234"/>
              <a:gd name="connsiteY32" fmla="*/ 1118070 h 2254628"/>
              <a:gd name="connsiteX33" fmla="*/ 1720420 w 1857234"/>
              <a:gd name="connsiteY33" fmla="*/ 1164636 h 2254628"/>
              <a:gd name="connsiteX34" fmla="*/ 1686553 w 1857234"/>
              <a:gd name="connsiteY34" fmla="*/ 1236603 h 2254628"/>
              <a:gd name="connsiteX35" fmla="*/ 1703487 w 1857234"/>
              <a:gd name="connsiteY35" fmla="*/ 830203 h 2254628"/>
              <a:gd name="connsiteX36" fmla="*/ 1669620 w 1857234"/>
              <a:gd name="connsiteY36" fmla="*/ 505083 h 2254628"/>
              <a:gd name="connsiteX37" fmla="*/ 1474887 w 1857234"/>
              <a:gd name="connsiteY37" fmla="*/ 186736 h 2254628"/>
              <a:gd name="connsiteX38" fmla="*/ 1264278 w 1857234"/>
              <a:gd name="connsiteY38" fmla="*/ 62925 h 2254628"/>
              <a:gd name="connsiteX39" fmla="*/ 907620 w 1857234"/>
              <a:gd name="connsiteY39" fmla="*/ 470 h 2254628"/>
              <a:gd name="connsiteX40" fmla="*/ 699128 w 1857234"/>
              <a:gd name="connsiteY40" fmla="*/ 38246 h 2254628"/>
              <a:gd name="connsiteX0" fmla="*/ 699128 w 1857234"/>
              <a:gd name="connsiteY0" fmla="*/ 38246 h 2254628"/>
              <a:gd name="connsiteX1" fmla="*/ 530853 w 1857234"/>
              <a:gd name="connsiteY1" fmla="*/ 109476 h 2254628"/>
              <a:gd name="connsiteX2" fmla="*/ 359403 w 1857234"/>
              <a:gd name="connsiteY2" fmla="*/ 226951 h 2254628"/>
              <a:gd name="connsiteX3" fmla="*/ 194303 w 1857234"/>
              <a:gd name="connsiteY3" fmla="*/ 500001 h 2254628"/>
              <a:gd name="connsiteX4" fmla="*/ 143503 w 1857234"/>
              <a:gd name="connsiteY4" fmla="*/ 690502 h 2254628"/>
              <a:gd name="connsiteX5" fmla="*/ 143503 w 1857234"/>
              <a:gd name="connsiteY5" fmla="*/ 1058801 h 2254628"/>
              <a:gd name="connsiteX6" fmla="*/ 144562 w 1857234"/>
              <a:gd name="connsiteY6" fmla="*/ 1196386 h 2254628"/>
              <a:gd name="connsiteX7" fmla="*/ 92704 w 1857234"/>
              <a:gd name="connsiteY7" fmla="*/ 1145586 h 2254628"/>
              <a:gd name="connsiteX8" fmla="*/ 13329 w 1857234"/>
              <a:gd name="connsiteY8" fmla="*/ 1150878 h 2254628"/>
              <a:gd name="connsiteX9" fmla="*/ 1687 w 1857234"/>
              <a:gd name="connsiteY9" fmla="*/ 1262003 h 2254628"/>
              <a:gd name="connsiteX10" fmla="*/ 31320 w 1857234"/>
              <a:gd name="connsiteY10" fmla="*/ 1405937 h 2254628"/>
              <a:gd name="connsiteX11" fmla="*/ 99053 w 1857234"/>
              <a:gd name="connsiteY11" fmla="*/ 1511770 h 2254628"/>
              <a:gd name="connsiteX12" fmla="*/ 149853 w 1857234"/>
              <a:gd name="connsiteY12" fmla="*/ 1609136 h 2254628"/>
              <a:gd name="connsiteX13" fmla="*/ 213353 w 1857234"/>
              <a:gd name="connsiteY13" fmla="*/ 1626070 h 2254628"/>
              <a:gd name="connsiteX14" fmla="*/ 221820 w 1857234"/>
              <a:gd name="connsiteY14" fmla="*/ 1566803 h 2254628"/>
              <a:gd name="connsiteX15" fmla="*/ 221820 w 1857234"/>
              <a:gd name="connsiteY15" fmla="*/ 1532936 h 2254628"/>
              <a:gd name="connsiteX16" fmla="*/ 334741 w 1857234"/>
              <a:gd name="connsiteY16" fmla="*/ 1789388 h 2254628"/>
              <a:gd name="connsiteX17" fmla="*/ 448026 w 1857234"/>
              <a:gd name="connsiteY17" fmla="*/ 1942746 h 2254628"/>
              <a:gd name="connsiteX18" fmla="*/ 619489 w 1857234"/>
              <a:gd name="connsiteY18" fmla="*/ 2120367 h 2254628"/>
              <a:gd name="connsiteX19" fmla="*/ 868503 w 1857234"/>
              <a:gd name="connsiteY19" fmla="*/ 2239950 h 2254628"/>
              <a:gd name="connsiteX20" fmla="*/ 1132832 w 1857234"/>
              <a:gd name="connsiteY20" fmla="*/ 2232550 h 2254628"/>
              <a:gd name="connsiteX21" fmla="*/ 1370068 w 1857234"/>
              <a:gd name="connsiteY21" fmla="*/ 2058400 h 2254628"/>
              <a:gd name="connsiteX22" fmla="*/ 1538047 w 1857234"/>
              <a:gd name="connsiteY22" fmla="*/ 1897136 h 2254628"/>
              <a:gd name="connsiteX23" fmla="*/ 1635245 w 1857234"/>
              <a:gd name="connsiteY23" fmla="*/ 1744202 h 2254628"/>
              <a:gd name="connsiteX24" fmla="*/ 1686553 w 1857234"/>
              <a:gd name="connsiteY24" fmla="*/ 1524470 h 2254628"/>
              <a:gd name="connsiteX25" fmla="*/ 1678087 w 1857234"/>
              <a:gd name="connsiteY25" fmla="*/ 1456736 h 2254628"/>
              <a:gd name="connsiteX26" fmla="*/ 1737353 w 1857234"/>
              <a:gd name="connsiteY26" fmla="*/ 1549870 h 2254628"/>
              <a:gd name="connsiteX27" fmla="*/ 1788153 w 1857234"/>
              <a:gd name="connsiteY27" fmla="*/ 1524470 h 2254628"/>
              <a:gd name="connsiteX28" fmla="*/ 1810167 w 1857234"/>
              <a:gd name="connsiteY28" fmla="*/ 1405936 h 2254628"/>
              <a:gd name="connsiteX29" fmla="*/ 1849113 w 1857234"/>
              <a:gd name="connsiteY29" fmla="*/ 1309416 h 2254628"/>
              <a:gd name="connsiteX30" fmla="*/ 1855887 w 1857234"/>
              <a:gd name="connsiteY30" fmla="*/ 1211203 h 2254628"/>
              <a:gd name="connsiteX31" fmla="*/ 1830487 w 1857234"/>
              <a:gd name="connsiteY31" fmla="*/ 1092670 h 2254628"/>
              <a:gd name="connsiteX32" fmla="*/ 1754287 w 1857234"/>
              <a:gd name="connsiteY32" fmla="*/ 1118070 h 2254628"/>
              <a:gd name="connsiteX33" fmla="*/ 1720420 w 1857234"/>
              <a:gd name="connsiteY33" fmla="*/ 1164636 h 2254628"/>
              <a:gd name="connsiteX34" fmla="*/ 1686553 w 1857234"/>
              <a:gd name="connsiteY34" fmla="*/ 1236603 h 2254628"/>
              <a:gd name="connsiteX35" fmla="*/ 1703487 w 1857234"/>
              <a:gd name="connsiteY35" fmla="*/ 830203 h 2254628"/>
              <a:gd name="connsiteX36" fmla="*/ 1669620 w 1857234"/>
              <a:gd name="connsiteY36" fmla="*/ 505083 h 2254628"/>
              <a:gd name="connsiteX37" fmla="*/ 1474887 w 1857234"/>
              <a:gd name="connsiteY37" fmla="*/ 186736 h 2254628"/>
              <a:gd name="connsiteX38" fmla="*/ 1264278 w 1857234"/>
              <a:gd name="connsiteY38" fmla="*/ 62925 h 2254628"/>
              <a:gd name="connsiteX39" fmla="*/ 907620 w 1857234"/>
              <a:gd name="connsiteY39" fmla="*/ 470 h 2254628"/>
              <a:gd name="connsiteX40" fmla="*/ 699128 w 1857234"/>
              <a:gd name="connsiteY40" fmla="*/ 38246 h 2254628"/>
              <a:gd name="connsiteX0" fmla="*/ 699128 w 1857234"/>
              <a:gd name="connsiteY0" fmla="*/ 38246 h 2257482"/>
              <a:gd name="connsiteX1" fmla="*/ 530853 w 1857234"/>
              <a:gd name="connsiteY1" fmla="*/ 109476 h 2257482"/>
              <a:gd name="connsiteX2" fmla="*/ 359403 w 1857234"/>
              <a:gd name="connsiteY2" fmla="*/ 226951 h 2257482"/>
              <a:gd name="connsiteX3" fmla="*/ 194303 w 1857234"/>
              <a:gd name="connsiteY3" fmla="*/ 500001 h 2257482"/>
              <a:gd name="connsiteX4" fmla="*/ 143503 w 1857234"/>
              <a:gd name="connsiteY4" fmla="*/ 690502 h 2257482"/>
              <a:gd name="connsiteX5" fmla="*/ 143503 w 1857234"/>
              <a:gd name="connsiteY5" fmla="*/ 1058801 h 2257482"/>
              <a:gd name="connsiteX6" fmla="*/ 144562 w 1857234"/>
              <a:gd name="connsiteY6" fmla="*/ 1196386 h 2257482"/>
              <a:gd name="connsiteX7" fmla="*/ 92704 w 1857234"/>
              <a:gd name="connsiteY7" fmla="*/ 1145586 h 2257482"/>
              <a:gd name="connsiteX8" fmla="*/ 13329 w 1857234"/>
              <a:gd name="connsiteY8" fmla="*/ 1150878 h 2257482"/>
              <a:gd name="connsiteX9" fmla="*/ 1687 w 1857234"/>
              <a:gd name="connsiteY9" fmla="*/ 1262003 h 2257482"/>
              <a:gd name="connsiteX10" fmla="*/ 31320 w 1857234"/>
              <a:gd name="connsiteY10" fmla="*/ 1405937 h 2257482"/>
              <a:gd name="connsiteX11" fmla="*/ 99053 w 1857234"/>
              <a:gd name="connsiteY11" fmla="*/ 1511770 h 2257482"/>
              <a:gd name="connsiteX12" fmla="*/ 149853 w 1857234"/>
              <a:gd name="connsiteY12" fmla="*/ 1609136 h 2257482"/>
              <a:gd name="connsiteX13" fmla="*/ 213353 w 1857234"/>
              <a:gd name="connsiteY13" fmla="*/ 1626070 h 2257482"/>
              <a:gd name="connsiteX14" fmla="*/ 221820 w 1857234"/>
              <a:gd name="connsiteY14" fmla="*/ 1566803 h 2257482"/>
              <a:gd name="connsiteX15" fmla="*/ 221820 w 1857234"/>
              <a:gd name="connsiteY15" fmla="*/ 1532936 h 2257482"/>
              <a:gd name="connsiteX16" fmla="*/ 334741 w 1857234"/>
              <a:gd name="connsiteY16" fmla="*/ 1789388 h 2257482"/>
              <a:gd name="connsiteX17" fmla="*/ 448026 w 1857234"/>
              <a:gd name="connsiteY17" fmla="*/ 1942746 h 2257482"/>
              <a:gd name="connsiteX18" fmla="*/ 619489 w 1857234"/>
              <a:gd name="connsiteY18" fmla="*/ 2120367 h 2257482"/>
              <a:gd name="connsiteX19" fmla="*/ 868503 w 1857234"/>
              <a:gd name="connsiteY19" fmla="*/ 2244593 h 2257482"/>
              <a:gd name="connsiteX20" fmla="*/ 1132832 w 1857234"/>
              <a:gd name="connsiteY20" fmla="*/ 2232550 h 2257482"/>
              <a:gd name="connsiteX21" fmla="*/ 1370068 w 1857234"/>
              <a:gd name="connsiteY21" fmla="*/ 2058400 h 2257482"/>
              <a:gd name="connsiteX22" fmla="*/ 1538047 w 1857234"/>
              <a:gd name="connsiteY22" fmla="*/ 1897136 h 2257482"/>
              <a:gd name="connsiteX23" fmla="*/ 1635245 w 1857234"/>
              <a:gd name="connsiteY23" fmla="*/ 1744202 h 2257482"/>
              <a:gd name="connsiteX24" fmla="*/ 1686553 w 1857234"/>
              <a:gd name="connsiteY24" fmla="*/ 1524470 h 2257482"/>
              <a:gd name="connsiteX25" fmla="*/ 1678087 w 1857234"/>
              <a:gd name="connsiteY25" fmla="*/ 1456736 h 2257482"/>
              <a:gd name="connsiteX26" fmla="*/ 1737353 w 1857234"/>
              <a:gd name="connsiteY26" fmla="*/ 1549870 h 2257482"/>
              <a:gd name="connsiteX27" fmla="*/ 1788153 w 1857234"/>
              <a:gd name="connsiteY27" fmla="*/ 1524470 h 2257482"/>
              <a:gd name="connsiteX28" fmla="*/ 1810167 w 1857234"/>
              <a:gd name="connsiteY28" fmla="*/ 1405936 h 2257482"/>
              <a:gd name="connsiteX29" fmla="*/ 1849113 w 1857234"/>
              <a:gd name="connsiteY29" fmla="*/ 1309416 h 2257482"/>
              <a:gd name="connsiteX30" fmla="*/ 1855887 w 1857234"/>
              <a:gd name="connsiteY30" fmla="*/ 1211203 h 2257482"/>
              <a:gd name="connsiteX31" fmla="*/ 1830487 w 1857234"/>
              <a:gd name="connsiteY31" fmla="*/ 1092670 h 2257482"/>
              <a:gd name="connsiteX32" fmla="*/ 1754287 w 1857234"/>
              <a:gd name="connsiteY32" fmla="*/ 1118070 h 2257482"/>
              <a:gd name="connsiteX33" fmla="*/ 1720420 w 1857234"/>
              <a:gd name="connsiteY33" fmla="*/ 1164636 h 2257482"/>
              <a:gd name="connsiteX34" fmla="*/ 1686553 w 1857234"/>
              <a:gd name="connsiteY34" fmla="*/ 1236603 h 2257482"/>
              <a:gd name="connsiteX35" fmla="*/ 1703487 w 1857234"/>
              <a:gd name="connsiteY35" fmla="*/ 830203 h 2257482"/>
              <a:gd name="connsiteX36" fmla="*/ 1669620 w 1857234"/>
              <a:gd name="connsiteY36" fmla="*/ 505083 h 2257482"/>
              <a:gd name="connsiteX37" fmla="*/ 1474887 w 1857234"/>
              <a:gd name="connsiteY37" fmla="*/ 186736 h 2257482"/>
              <a:gd name="connsiteX38" fmla="*/ 1264278 w 1857234"/>
              <a:gd name="connsiteY38" fmla="*/ 62925 h 2257482"/>
              <a:gd name="connsiteX39" fmla="*/ 907620 w 1857234"/>
              <a:gd name="connsiteY39" fmla="*/ 470 h 2257482"/>
              <a:gd name="connsiteX40" fmla="*/ 699128 w 1857234"/>
              <a:gd name="connsiteY40" fmla="*/ 38246 h 2257482"/>
              <a:gd name="connsiteX0" fmla="*/ 699128 w 1857234"/>
              <a:gd name="connsiteY0" fmla="*/ 38246 h 2278914"/>
              <a:gd name="connsiteX1" fmla="*/ 530853 w 1857234"/>
              <a:gd name="connsiteY1" fmla="*/ 109476 h 2278914"/>
              <a:gd name="connsiteX2" fmla="*/ 359403 w 1857234"/>
              <a:gd name="connsiteY2" fmla="*/ 226951 h 2278914"/>
              <a:gd name="connsiteX3" fmla="*/ 194303 w 1857234"/>
              <a:gd name="connsiteY3" fmla="*/ 500001 h 2278914"/>
              <a:gd name="connsiteX4" fmla="*/ 143503 w 1857234"/>
              <a:gd name="connsiteY4" fmla="*/ 690502 h 2278914"/>
              <a:gd name="connsiteX5" fmla="*/ 143503 w 1857234"/>
              <a:gd name="connsiteY5" fmla="*/ 1058801 h 2278914"/>
              <a:gd name="connsiteX6" fmla="*/ 144562 w 1857234"/>
              <a:gd name="connsiteY6" fmla="*/ 1196386 h 2278914"/>
              <a:gd name="connsiteX7" fmla="*/ 92704 w 1857234"/>
              <a:gd name="connsiteY7" fmla="*/ 1145586 h 2278914"/>
              <a:gd name="connsiteX8" fmla="*/ 13329 w 1857234"/>
              <a:gd name="connsiteY8" fmla="*/ 1150878 h 2278914"/>
              <a:gd name="connsiteX9" fmla="*/ 1687 w 1857234"/>
              <a:gd name="connsiteY9" fmla="*/ 1262003 h 2278914"/>
              <a:gd name="connsiteX10" fmla="*/ 31320 w 1857234"/>
              <a:gd name="connsiteY10" fmla="*/ 1405937 h 2278914"/>
              <a:gd name="connsiteX11" fmla="*/ 99053 w 1857234"/>
              <a:gd name="connsiteY11" fmla="*/ 1511770 h 2278914"/>
              <a:gd name="connsiteX12" fmla="*/ 149853 w 1857234"/>
              <a:gd name="connsiteY12" fmla="*/ 1609136 h 2278914"/>
              <a:gd name="connsiteX13" fmla="*/ 213353 w 1857234"/>
              <a:gd name="connsiteY13" fmla="*/ 1626070 h 2278914"/>
              <a:gd name="connsiteX14" fmla="*/ 221820 w 1857234"/>
              <a:gd name="connsiteY14" fmla="*/ 1566803 h 2278914"/>
              <a:gd name="connsiteX15" fmla="*/ 221820 w 1857234"/>
              <a:gd name="connsiteY15" fmla="*/ 1532936 h 2278914"/>
              <a:gd name="connsiteX16" fmla="*/ 334741 w 1857234"/>
              <a:gd name="connsiteY16" fmla="*/ 1789388 h 2278914"/>
              <a:gd name="connsiteX17" fmla="*/ 448026 w 1857234"/>
              <a:gd name="connsiteY17" fmla="*/ 1942746 h 2278914"/>
              <a:gd name="connsiteX18" fmla="*/ 619489 w 1857234"/>
              <a:gd name="connsiteY18" fmla="*/ 2120367 h 2278914"/>
              <a:gd name="connsiteX19" fmla="*/ 868503 w 1857234"/>
              <a:gd name="connsiteY19" fmla="*/ 2244593 h 2278914"/>
              <a:gd name="connsiteX20" fmla="*/ 1062435 w 1857234"/>
              <a:gd name="connsiteY20" fmla="*/ 2265044 h 2278914"/>
              <a:gd name="connsiteX21" fmla="*/ 1370068 w 1857234"/>
              <a:gd name="connsiteY21" fmla="*/ 2058400 h 2278914"/>
              <a:gd name="connsiteX22" fmla="*/ 1538047 w 1857234"/>
              <a:gd name="connsiteY22" fmla="*/ 1897136 h 2278914"/>
              <a:gd name="connsiteX23" fmla="*/ 1635245 w 1857234"/>
              <a:gd name="connsiteY23" fmla="*/ 1744202 h 2278914"/>
              <a:gd name="connsiteX24" fmla="*/ 1686553 w 1857234"/>
              <a:gd name="connsiteY24" fmla="*/ 1524470 h 2278914"/>
              <a:gd name="connsiteX25" fmla="*/ 1678087 w 1857234"/>
              <a:gd name="connsiteY25" fmla="*/ 1456736 h 2278914"/>
              <a:gd name="connsiteX26" fmla="*/ 1737353 w 1857234"/>
              <a:gd name="connsiteY26" fmla="*/ 1549870 h 2278914"/>
              <a:gd name="connsiteX27" fmla="*/ 1788153 w 1857234"/>
              <a:gd name="connsiteY27" fmla="*/ 1524470 h 2278914"/>
              <a:gd name="connsiteX28" fmla="*/ 1810167 w 1857234"/>
              <a:gd name="connsiteY28" fmla="*/ 1405936 h 2278914"/>
              <a:gd name="connsiteX29" fmla="*/ 1849113 w 1857234"/>
              <a:gd name="connsiteY29" fmla="*/ 1309416 h 2278914"/>
              <a:gd name="connsiteX30" fmla="*/ 1855887 w 1857234"/>
              <a:gd name="connsiteY30" fmla="*/ 1211203 h 2278914"/>
              <a:gd name="connsiteX31" fmla="*/ 1830487 w 1857234"/>
              <a:gd name="connsiteY31" fmla="*/ 1092670 h 2278914"/>
              <a:gd name="connsiteX32" fmla="*/ 1754287 w 1857234"/>
              <a:gd name="connsiteY32" fmla="*/ 1118070 h 2278914"/>
              <a:gd name="connsiteX33" fmla="*/ 1720420 w 1857234"/>
              <a:gd name="connsiteY33" fmla="*/ 1164636 h 2278914"/>
              <a:gd name="connsiteX34" fmla="*/ 1686553 w 1857234"/>
              <a:gd name="connsiteY34" fmla="*/ 1236603 h 2278914"/>
              <a:gd name="connsiteX35" fmla="*/ 1703487 w 1857234"/>
              <a:gd name="connsiteY35" fmla="*/ 830203 h 2278914"/>
              <a:gd name="connsiteX36" fmla="*/ 1669620 w 1857234"/>
              <a:gd name="connsiteY36" fmla="*/ 505083 h 2278914"/>
              <a:gd name="connsiteX37" fmla="*/ 1474887 w 1857234"/>
              <a:gd name="connsiteY37" fmla="*/ 186736 h 2278914"/>
              <a:gd name="connsiteX38" fmla="*/ 1264278 w 1857234"/>
              <a:gd name="connsiteY38" fmla="*/ 62925 h 2278914"/>
              <a:gd name="connsiteX39" fmla="*/ 907620 w 1857234"/>
              <a:gd name="connsiteY39" fmla="*/ 470 h 2278914"/>
              <a:gd name="connsiteX40" fmla="*/ 699128 w 1857234"/>
              <a:gd name="connsiteY40" fmla="*/ 38246 h 2278914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38047 w 1857234"/>
              <a:gd name="connsiteY22" fmla="*/ 1897136 h 2275138"/>
              <a:gd name="connsiteX23" fmla="*/ 1635245 w 1857234"/>
              <a:gd name="connsiteY23" fmla="*/ 1744202 h 2275138"/>
              <a:gd name="connsiteX24" fmla="*/ 1686553 w 1857234"/>
              <a:gd name="connsiteY24" fmla="*/ 1524470 h 2275138"/>
              <a:gd name="connsiteX25" fmla="*/ 1678087 w 1857234"/>
              <a:gd name="connsiteY25" fmla="*/ 1456736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5245 w 1857234"/>
              <a:gd name="connsiteY23" fmla="*/ 1744202 h 2275138"/>
              <a:gd name="connsiteX24" fmla="*/ 1686553 w 1857234"/>
              <a:gd name="connsiteY24" fmla="*/ 1524470 h 2275138"/>
              <a:gd name="connsiteX25" fmla="*/ 1678087 w 1857234"/>
              <a:gd name="connsiteY25" fmla="*/ 1456736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86553 w 1857234"/>
              <a:gd name="connsiteY24" fmla="*/ 1524470 h 2275138"/>
              <a:gd name="connsiteX25" fmla="*/ 1678087 w 1857234"/>
              <a:gd name="connsiteY25" fmla="*/ 1456736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63088 w 1857234"/>
              <a:gd name="connsiteY24" fmla="*/ 1524470 h 2275138"/>
              <a:gd name="connsiteX25" fmla="*/ 1678087 w 1857234"/>
              <a:gd name="connsiteY25" fmla="*/ 1456736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67781 w 1857234"/>
              <a:gd name="connsiteY24" fmla="*/ 1594101 h 2275138"/>
              <a:gd name="connsiteX25" fmla="*/ 1678087 w 1857234"/>
              <a:gd name="connsiteY25" fmla="*/ 1456736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34741 w 1857234"/>
              <a:gd name="connsiteY16" fmla="*/ 178938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67781 w 1857234"/>
              <a:gd name="connsiteY24" fmla="*/ 1594101 h 2275138"/>
              <a:gd name="connsiteX25" fmla="*/ 1678087 w 1857234"/>
              <a:gd name="connsiteY25" fmla="*/ 1484588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11275 w 1857234"/>
              <a:gd name="connsiteY16" fmla="*/ 176617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67781 w 1857234"/>
              <a:gd name="connsiteY24" fmla="*/ 1594101 h 2275138"/>
              <a:gd name="connsiteX25" fmla="*/ 1678087 w 1857234"/>
              <a:gd name="connsiteY25" fmla="*/ 1484588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138"/>
              <a:gd name="connsiteX1" fmla="*/ 530853 w 1857234"/>
              <a:gd name="connsiteY1" fmla="*/ 109476 h 2275138"/>
              <a:gd name="connsiteX2" fmla="*/ 359403 w 1857234"/>
              <a:gd name="connsiteY2" fmla="*/ 226951 h 2275138"/>
              <a:gd name="connsiteX3" fmla="*/ 194303 w 1857234"/>
              <a:gd name="connsiteY3" fmla="*/ 500001 h 2275138"/>
              <a:gd name="connsiteX4" fmla="*/ 143503 w 1857234"/>
              <a:gd name="connsiteY4" fmla="*/ 690502 h 2275138"/>
              <a:gd name="connsiteX5" fmla="*/ 143503 w 1857234"/>
              <a:gd name="connsiteY5" fmla="*/ 1058801 h 2275138"/>
              <a:gd name="connsiteX6" fmla="*/ 144562 w 1857234"/>
              <a:gd name="connsiteY6" fmla="*/ 1196386 h 2275138"/>
              <a:gd name="connsiteX7" fmla="*/ 92704 w 1857234"/>
              <a:gd name="connsiteY7" fmla="*/ 1145586 h 2275138"/>
              <a:gd name="connsiteX8" fmla="*/ 13329 w 1857234"/>
              <a:gd name="connsiteY8" fmla="*/ 1150878 h 2275138"/>
              <a:gd name="connsiteX9" fmla="*/ 1687 w 1857234"/>
              <a:gd name="connsiteY9" fmla="*/ 1262003 h 2275138"/>
              <a:gd name="connsiteX10" fmla="*/ 31320 w 1857234"/>
              <a:gd name="connsiteY10" fmla="*/ 1405937 h 2275138"/>
              <a:gd name="connsiteX11" fmla="*/ 99053 w 1857234"/>
              <a:gd name="connsiteY11" fmla="*/ 1511770 h 2275138"/>
              <a:gd name="connsiteX12" fmla="*/ 149853 w 1857234"/>
              <a:gd name="connsiteY12" fmla="*/ 1609136 h 2275138"/>
              <a:gd name="connsiteX13" fmla="*/ 213353 w 1857234"/>
              <a:gd name="connsiteY13" fmla="*/ 1626070 h 2275138"/>
              <a:gd name="connsiteX14" fmla="*/ 221820 w 1857234"/>
              <a:gd name="connsiteY14" fmla="*/ 1566803 h 2275138"/>
              <a:gd name="connsiteX15" fmla="*/ 221820 w 1857234"/>
              <a:gd name="connsiteY15" fmla="*/ 1532936 h 2275138"/>
              <a:gd name="connsiteX16" fmla="*/ 311275 w 1857234"/>
              <a:gd name="connsiteY16" fmla="*/ 1766178 h 2275138"/>
              <a:gd name="connsiteX17" fmla="*/ 448026 w 1857234"/>
              <a:gd name="connsiteY17" fmla="*/ 1942746 h 2275138"/>
              <a:gd name="connsiteX18" fmla="*/ 619489 w 1857234"/>
              <a:gd name="connsiteY18" fmla="*/ 2120367 h 2275138"/>
              <a:gd name="connsiteX19" fmla="*/ 868503 w 1857234"/>
              <a:gd name="connsiteY19" fmla="*/ 2244593 h 2275138"/>
              <a:gd name="connsiteX20" fmla="*/ 1062435 w 1857234"/>
              <a:gd name="connsiteY20" fmla="*/ 2265044 h 2275138"/>
              <a:gd name="connsiteX21" fmla="*/ 1304365 w 1857234"/>
              <a:gd name="connsiteY21" fmla="*/ 2109462 h 2275138"/>
              <a:gd name="connsiteX22" fmla="*/ 1519275 w 1857234"/>
              <a:gd name="connsiteY22" fmla="*/ 1901778 h 2275138"/>
              <a:gd name="connsiteX23" fmla="*/ 1630552 w 1857234"/>
              <a:gd name="connsiteY23" fmla="*/ 1734918 h 2275138"/>
              <a:gd name="connsiteX24" fmla="*/ 1667781 w 1857234"/>
              <a:gd name="connsiteY24" fmla="*/ 1594101 h 2275138"/>
              <a:gd name="connsiteX25" fmla="*/ 1678087 w 1857234"/>
              <a:gd name="connsiteY25" fmla="*/ 1484588 h 2275138"/>
              <a:gd name="connsiteX26" fmla="*/ 1737353 w 1857234"/>
              <a:gd name="connsiteY26" fmla="*/ 1549870 h 2275138"/>
              <a:gd name="connsiteX27" fmla="*/ 1788153 w 1857234"/>
              <a:gd name="connsiteY27" fmla="*/ 1524470 h 2275138"/>
              <a:gd name="connsiteX28" fmla="*/ 1810167 w 1857234"/>
              <a:gd name="connsiteY28" fmla="*/ 1405936 h 2275138"/>
              <a:gd name="connsiteX29" fmla="*/ 1849113 w 1857234"/>
              <a:gd name="connsiteY29" fmla="*/ 1309416 h 2275138"/>
              <a:gd name="connsiteX30" fmla="*/ 1855887 w 1857234"/>
              <a:gd name="connsiteY30" fmla="*/ 1211203 h 2275138"/>
              <a:gd name="connsiteX31" fmla="*/ 1830487 w 1857234"/>
              <a:gd name="connsiteY31" fmla="*/ 1092670 h 2275138"/>
              <a:gd name="connsiteX32" fmla="*/ 1754287 w 1857234"/>
              <a:gd name="connsiteY32" fmla="*/ 1118070 h 2275138"/>
              <a:gd name="connsiteX33" fmla="*/ 1720420 w 1857234"/>
              <a:gd name="connsiteY33" fmla="*/ 1164636 h 2275138"/>
              <a:gd name="connsiteX34" fmla="*/ 1686553 w 1857234"/>
              <a:gd name="connsiteY34" fmla="*/ 1236603 h 2275138"/>
              <a:gd name="connsiteX35" fmla="*/ 1703487 w 1857234"/>
              <a:gd name="connsiteY35" fmla="*/ 830203 h 2275138"/>
              <a:gd name="connsiteX36" fmla="*/ 1669620 w 1857234"/>
              <a:gd name="connsiteY36" fmla="*/ 505083 h 2275138"/>
              <a:gd name="connsiteX37" fmla="*/ 1474887 w 1857234"/>
              <a:gd name="connsiteY37" fmla="*/ 186736 h 2275138"/>
              <a:gd name="connsiteX38" fmla="*/ 1264278 w 1857234"/>
              <a:gd name="connsiteY38" fmla="*/ 62925 h 2275138"/>
              <a:gd name="connsiteX39" fmla="*/ 907620 w 1857234"/>
              <a:gd name="connsiteY39" fmla="*/ 470 h 2275138"/>
              <a:gd name="connsiteX40" fmla="*/ 699128 w 1857234"/>
              <a:gd name="connsiteY40" fmla="*/ 38246 h 2275138"/>
              <a:gd name="connsiteX0" fmla="*/ 699128 w 1857234"/>
              <a:gd name="connsiteY0" fmla="*/ 38246 h 2275297"/>
              <a:gd name="connsiteX1" fmla="*/ 530853 w 1857234"/>
              <a:gd name="connsiteY1" fmla="*/ 109476 h 2275297"/>
              <a:gd name="connsiteX2" fmla="*/ 359403 w 1857234"/>
              <a:gd name="connsiteY2" fmla="*/ 226951 h 2275297"/>
              <a:gd name="connsiteX3" fmla="*/ 194303 w 1857234"/>
              <a:gd name="connsiteY3" fmla="*/ 500001 h 2275297"/>
              <a:gd name="connsiteX4" fmla="*/ 143503 w 1857234"/>
              <a:gd name="connsiteY4" fmla="*/ 690502 h 2275297"/>
              <a:gd name="connsiteX5" fmla="*/ 143503 w 1857234"/>
              <a:gd name="connsiteY5" fmla="*/ 1058801 h 2275297"/>
              <a:gd name="connsiteX6" fmla="*/ 144562 w 1857234"/>
              <a:gd name="connsiteY6" fmla="*/ 1196386 h 2275297"/>
              <a:gd name="connsiteX7" fmla="*/ 92704 w 1857234"/>
              <a:gd name="connsiteY7" fmla="*/ 1145586 h 2275297"/>
              <a:gd name="connsiteX8" fmla="*/ 13329 w 1857234"/>
              <a:gd name="connsiteY8" fmla="*/ 1150878 h 2275297"/>
              <a:gd name="connsiteX9" fmla="*/ 1687 w 1857234"/>
              <a:gd name="connsiteY9" fmla="*/ 1262003 h 2275297"/>
              <a:gd name="connsiteX10" fmla="*/ 31320 w 1857234"/>
              <a:gd name="connsiteY10" fmla="*/ 1405937 h 2275297"/>
              <a:gd name="connsiteX11" fmla="*/ 99053 w 1857234"/>
              <a:gd name="connsiteY11" fmla="*/ 1511770 h 2275297"/>
              <a:gd name="connsiteX12" fmla="*/ 149853 w 1857234"/>
              <a:gd name="connsiteY12" fmla="*/ 1609136 h 2275297"/>
              <a:gd name="connsiteX13" fmla="*/ 213353 w 1857234"/>
              <a:gd name="connsiteY13" fmla="*/ 1626070 h 2275297"/>
              <a:gd name="connsiteX14" fmla="*/ 221820 w 1857234"/>
              <a:gd name="connsiteY14" fmla="*/ 1566803 h 2275297"/>
              <a:gd name="connsiteX15" fmla="*/ 221820 w 1857234"/>
              <a:gd name="connsiteY15" fmla="*/ 1532936 h 2275297"/>
              <a:gd name="connsiteX16" fmla="*/ 311275 w 1857234"/>
              <a:gd name="connsiteY16" fmla="*/ 1766178 h 2275297"/>
              <a:gd name="connsiteX17" fmla="*/ 448026 w 1857234"/>
              <a:gd name="connsiteY17" fmla="*/ 1942746 h 2275297"/>
              <a:gd name="connsiteX18" fmla="*/ 642954 w 1857234"/>
              <a:gd name="connsiteY18" fmla="*/ 2115725 h 2275297"/>
              <a:gd name="connsiteX19" fmla="*/ 868503 w 1857234"/>
              <a:gd name="connsiteY19" fmla="*/ 2244593 h 2275297"/>
              <a:gd name="connsiteX20" fmla="*/ 1062435 w 1857234"/>
              <a:gd name="connsiteY20" fmla="*/ 2265044 h 2275297"/>
              <a:gd name="connsiteX21" fmla="*/ 1304365 w 1857234"/>
              <a:gd name="connsiteY21" fmla="*/ 2109462 h 2275297"/>
              <a:gd name="connsiteX22" fmla="*/ 1519275 w 1857234"/>
              <a:gd name="connsiteY22" fmla="*/ 1901778 h 2275297"/>
              <a:gd name="connsiteX23" fmla="*/ 1630552 w 1857234"/>
              <a:gd name="connsiteY23" fmla="*/ 1734918 h 2275297"/>
              <a:gd name="connsiteX24" fmla="*/ 1667781 w 1857234"/>
              <a:gd name="connsiteY24" fmla="*/ 1594101 h 2275297"/>
              <a:gd name="connsiteX25" fmla="*/ 1678087 w 1857234"/>
              <a:gd name="connsiteY25" fmla="*/ 1484588 h 2275297"/>
              <a:gd name="connsiteX26" fmla="*/ 1737353 w 1857234"/>
              <a:gd name="connsiteY26" fmla="*/ 1549870 h 2275297"/>
              <a:gd name="connsiteX27" fmla="*/ 1788153 w 1857234"/>
              <a:gd name="connsiteY27" fmla="*/ 1524470 h 2275297"/>
              <a:gd name="connsiteX28" fmla="*/ 1810167 w 1857234"/>
              <a:gd name="connsiteY28" fmla="*/ 1405936 h 2275297"/>
              <a:gd name="connsiteX29" fmla="*/ 1849113 w 1857234"/>
              <a:gd name="connsiteY29" fmla="*/ 1309416 h 2275297"/>
              <a:gd name="connsiteX30" fmla="*/ 1855887 w 1857234"/>
              <a:gd name="connsiteY30" fmla="*/ 1211203 h 2275297"/>
              <a:gd name="connsiteX31" fmla="*/ 1830487 w 1857234"/>
              <a:gd name="connsiteY31" fmla="*/ 1092670 h 2275297"/>
              <a:gd name="connsiteX32" fmla="*/ 1754287 w 1857234"/>
              <a:gd name="connsiteY32" fmla="*/ 1118070 h 2275297"/>
              <a:gd name="connsiteX33" fmla="*/ 1720420 w 1857234"/>
              <a:gd name="connsiteY33" fmla="*/ 1164636 h 2275297"/>
              <a:gd name="connsiteX34" fmla="*/ 1686553 w 1857234"/>
              <a:gd name="connsiteY34" fmla="*/ 1236603 h 2275297"/>
              <a:gd name="connsiteX35" fmla="*/ 1703487 w 1857234"/>
              <a:gd name="connsiteY35" fmla="*/ 830203 h 2275297"/>
              <a:gd name="connsiteX36" fmla="*/ 1669620 w 1857234"/>
              <a:gd name="connsiteY36" fmla="*/ 505083 h 2275297"/>
              <a:gd name="connsiteX37" fmla="*/ 1474887 w 1857234"/>
              <a:gd name="connsiteY37" fmla="*/ 186736 h 2275297"/>
              <a:gd name="connsiteX38" fmla="*/ 1264278 w 1857234"/>
              <a:gd name="connsiteY38" fmla="*/ 62925 h 2275297"/>
              <a:gd name="connsiteX39" fmla="*/ 907620 w 1857234"/>
              <a:gd name="connsiteY39" fmla="*/ 470 h 2275297"/>
              <a:gd name="connsiteX40" fmla="*/ 699128 w 1857234"/>
              <a:gd name="connsiteY40" fmla="*/ 38246 h 2275297"/>
              <a:gd name="connsiteX0" fmla="*/ 699128 w 1857234"/>
              <a:gd name="connsiteY0" fmla="*/ 38246 h 2275297"/>
              <a:gd name="connsiteX1" fmla="*/ 530853 w 1857234"/>
              <a:gd name="connsiteY1" fmla="*/ 109476 h 2275297"/>
              <a:gd name="connsiteX2" fmla="*/ 359403 w 1857234"/>
              <a:gd name="connsiteY2" fmla="*/ 226951 h 2275297"/>
              <a:gd name="connsiteX3" fmla="*/ 194303 w 1857234"/>
              <a:gd name="connsiteY3" fmla="*/ 500001 h 2275297"/>
              <a:gd name="connsiteX4" fmla="*/ 143503 w 1857234"/>
              <a:gd name="connsiteY4" fmla="*/ 690502 h 2275297"/>
              <a:gd name="connsiteX5" fmla="*/ 143503 w 1857234"/>
              <a:gd name="connsiteY5" fmla="*/ 1058801 h 2275297"/>
              <a:gd name="connsiteX6" fmla="*/ 144562 w 1857234"/>
              <a:gd name="connsiteY6" fmla="*/ 1196386 h 2275297"/>
              <a:gd name="connsiteX7" fmla="*/ 92704 w 1857234"/>
              <a:gd name="connsiteY7" fmla="*/ 1145586 h 2275297"/>
              <a:gd name="connsiteX8" fmla="*/ 13329 w 1857234"/>
              <a:gd name="connsiteY8" fmla="*/ 1150878 h 2275297"/>
              <a:gd name="connsiteX9" fmla="*/ 1687 w 1857234"/>
              <a:gd name="connsiteY9" fmla="*/ 1262003 h 2275297"/>
              <a:gd name="connsiteX10" fmla="*/ 31320 w 1857234"/>
              <a:gd name="connsiteY10" fmla="*/ 1405937 h 2275297"/>
              <a:gd name="connsiteX11" fmla="*/ 99053 w 1857234"/>
              <a:gd name="connsiteY11" fmla="*/ 1511770 h 2275297"/>
              <a:gd name="connsiteX12" fmla="*/ 149853 w 1857234"/>
              <a:gd name="connsiteY12" fmla="*/ 1609136 h 2275297"/>
              <a:gd name="connsiteX13" fmla="*/ 213353 w 1857234"/>
              <a:gd name="connsiteY13" fmla="*/ 1626070 h 2275297"/>
              <a:gd name="connsiteX14" fmla="*/ 221820 w 1857234"/>
              <a:gd name="connsiteY14" fmla="*/ 1566803 h 2275297"/>
              <a:gd name="connsiteX15" fmla="*/ 221820 w 1857234"/>
              <a:gd name="connsiteY15" fmla="*/ 1532936 h 2275297"/>
              <a:gd name="connsiteX16" fmla="*/ 311275 w 1857234"/>
              <a:gd name="connsiteY16" fmla="*/ 1766178 h 2275297"/>
              <a:gd name="connsiteX17" fmla="*/ 448026 w 1857234"/>
              <a:gd name="connsiteY17" fmla="*/ 1942746 h 2275297"/>
              <a:gd name="connsiteX18" fmla="*/ 642954 w 1857234"/>
              <a:gd name="connsiteY18" fmla="*/ 2115725 h 2275297"/>
              <a:gd name="connsiteX19" fmla="*/ 868503 w 1857234"/>
              <a:gd name="connsiteY19" fmla="*/ 2244593 h 2275297"/>
              <a:gd name="connsiteX20" fmla="*/ 1062435 w 1857234"/>
              <a:gd name="connsiteY20" fmla="*/ 2265044 h 2275297"/>
              <a:gd name="connsiteX21" fmla="*/ 1304365 w 1857234"/>
              <a:gd name="connsiteY21" fmla="*/ 2109462 h 2275297"/>
              <a:gd name="connsiteX22" fmla="*/ 1519275 w 1857234"/>
              <a:gd name="connsiteY22" fmla="*/ 1901778 h 2275297"/>
              <a:gd name="connsiteX23" fmla="*/ 1630552 w 1857234"/>
              <a:gd name="connsiteY23" fmla="*/ 1734918 h 2275297"/>
              <a:gd name="connsiteX24" fmla="*/ 1667781 w 1857234"/>
              <a:gd name="connsiteY24" fmla="*/ 1594101 h 2275297"/>
              <a:gd name="connsiteX25" fmla="*/ 1678087 w 1857234"/>
              <a:gd name="connsiteY25" fmla="*/ 1484588 h 2275297"/>
              <a:gd name="connsiteX26" fmla="*/ 1737353 w 1857234"/>
              <a:gd name="connsiteY26" fmla="*/ 1549870 h 2275297"/>
              <a:gd name="connsiteX27" fmla="*/ 1788153 w 1857234"/>
              <a:gd name="connsiteY27" fmla="*/ 1524470 h 2275297"/>
              <a:gd name="connsiteX28" fmla="*/ 1810167 w 1857234"/>
              <a:gd name="connsiteY28" fmla="*/ 1405936 h 2275297"/>
              <a:gd name="connsiteX29" fmla="*/ 1849113 w 1857234"/>
              <a:gd name="connsiteY29" fmla="*/ 1309416 h 2275297"/>
              <a:gd name="connsiteX30" fmla="*/ 1855887 w 1857234"/>
              <a:gd name="connsiteY30" fmla="*/ 1211203 h 2275297"/>
              <a:gd name="connsiteX31" fmla="*/ 1830487 w 1857234"/>
              <a:gd name="connsiteY31" fmla="*/ 1092670 h 2275297"/>
              <a:gd name="connsiteX32" fmla="*/ 1754287 w 1857234"/>
              <a:gd name="connsiteY32" fmla="*/ 1118070 h 2275297"/>
              <a:gd name="connsiteX33" fmla="*/ 1720420 w 1857234"/>
              <a:gd name="connsiteY33" fmla="*/ 1164636 h 2275297"/>
              <a:gd name="connsiteX34" fmla="*/ 1686553 w 1857234"/>
              <a:gd name="connsiteY34" fmla="*/ 1236603 h 2275297"/>
              <a:gd name="connsiteX35" fmla="*/ 1703487 w 1857234"/>
              <a:gd name="connsiteY35" fmla="*/ 830203 h 2275297"/>
              <a:gd name="connsiteX36" fmla="*/ 1669620 w 1857234"/>
              <a:gd name="connsiteY36" fmla="*/ 505083 h 2275297"/>
              <a:gd name="connsiteX37" fmla="*/ 1474887 w 1857234"/>
              <a:gd name="connsiteY37" fmla="*/ 186736 h 2275297"/>
              <a:gd name="connsiteX38" fmla="*/ 1264278 w 1857234"/>
              <a:gd name="connsiteY38" fmla="*/ 62925 h 2275297"/>
              <a:gd name="connsiteX39" fmla="*/ 907620 w 1857234"/>
              <a:gd name="connsiteY39" fmla="*/ 470 h 2275297"/>
              <a:gd name="connsiteX40" fmla="*/ 699128 w 1857234"/>
              <a:gd name="connsiteY40" fmla="*/ 38246 h 2275297"/>
              <a:gd name="connsiteX0" fmla="*/ 699128 w 1857234"/>
              <a:gd name="connsiteY0" fmla="*/ 38246 h 2275298"/>
              <a:gd name="connsiteX1" fmla="*/ 530853 w 1857234"/>
              <a:gd name="connsiteY1" fmla="*/ 109476 h 2275298"/>
              <a:gd name="connsiteX2" fmla="*/ 359403 w 1857234"/>
              <a:gd name="connsiteY2" fmla="*/ 226951 h 2275298"/>
              <a:gd name="connsiteX3" fmla="*/ 194303 w 1857234"/>
              <a:gd name="connsiteY3" fmla="*/ 500001 h 2275298"/>
              <a:gd name="connsiteX4" fmla="*/ 143503 w 1857234"/>
              <a:gd name="connsiteY4" fmla="*/ 690502 h 2275298"/>
              <a:gd name="connsiteX5" fmla="*/ 143503 w 1857234"/>
              <a:gd name="connsiteY5" fmla="*/ 1058801 h 2275298"/>
              <a:gd name="connsiteX6" fmla="*/ 144562 w 1857234"/>
              <a:gd name="connsiteY6" fmla="*/ 1196386 h 2275298"/>
              <a:gd name="connsiteX7" fmla="*/ 92704 w 1857234"/>
              <a:gd name="connsiteY7" fmla="*/ 1145586 h 2275298"/>
              <a:gd name="connsiteX8" fmla="*/ 13329 w 1857234"/>
              <a:gd name="connsiteY8" fmla="*/ 1150878 h 2275298"/>
              <a:gd name="connsiteX9" fmla="*/ 1687 w 1857234"/>
              <a:gd name="connsiteY9" fmla="*/ 1262003 h 2275298"/>
              <a:gd name="connsiteX10" fmla="*/ 31320 w 1857234"/>
              <a:gd name="connsiteY10" fmla="*/ 1405937 h 2275298"/>
              <a:gd name="connsiteX11" fmla="*/ 99053 w 1857234"/>
              <a:gd name="connsiteY11" fmla="*/ 1511770 h 2275298"/>
              <a:gd name="connsiteX12" fmla="*/ 149853 w 1857234"/>
              <a:gd name="connsiteY12" fmla="*/ 1609136 h 2275298"/>
              <a:gd name="connsiteX13" fmla="*/ 213353 w 1857234"/>
              <a:gd name="connsiteY13" fmla="*/ 1626070 h 2275298"/>
              <a:gd name="connsiteX14" fmla="*/ 221820 w 1857234"/>
              <a:gd name="connsiteY14" fmla="*/ 1566803 h 2275298"/>
              <a:gd name="connsiteX15" fmla="*/ 221820 w 1857234"/>
              <a:gd name="connsiteY15" fmla="*/ 1532936 h 2275298"/>
              <a:gd name="connsiteX16" fmla="*/ 311275 w 1857234"/>
              <a:gd name="connsiteY16" fmla="*/ 1766178 h 2275298"/>
              <a:gd name="connsiteX17" fmla="*/ 448026 w 1857234"/>
              <a:gd name="connsiteY17" fmla="*/ 1942746 h 2275298"/>
              <a:gd name="connsiteX18" fmla="*/ 642954 w 1857234"/>
              <a:gd name="connsiteY18" fmla="*/ 2115725 h 2275298"/>
              <a:gd name="connsiteX19" fmla="*/ 868503 w 1857234"/>
              <a:gd name="connsiteY19" fmla="*/ 2244593 h 2275298"/>
              <a:gd name="connsiteX20" fmla="*/ 1015504 w 1857234"/>
              <a:gd name="connsiteY20" fmla="*/ 2265044 h 2275298"/>
              <a:gd name="connsiteX21" fmla="*/ 1304365 w 1857234"/>
              <a:gd name="connsiteY21" fmla="*/ 2109462 h 2275298"/>
              <a:gd name="connsiteX22" fmla="*/ 1519275 w 1857234"/>
              <a:gd name="connsiteY22" fmla="*/ 1901778 h 2275298"/>
              <a:gd name="connsiteX23" fmla="*/ 1630552 w 1857234"/>
              <a:gd name="connsiteY23" fmla="*/ 1734918 h 2275298"/>
              <a:gd name="connsiteX24" fmla="*/ 1667781 w 1857234"/>
              <a:gd name="connsiteY24" fmla="*/ 1594101 h 2275298"/>
              <a:gd name="connsiteX25" fmla="*/ 1678087 w 1857234"/>
              <a:gd name="connsiteY25" fmla="*/ 1484588 h 2275298"/>
              <a:gd name="connsiteX26" fmla="*/ 1737353 w 1857234"/>
              <a:gd name="connsiteY26" fmla="*/ 1549870 h 2275298"/>
              <a:gd name="connsiteX27" fmla="*/ 1788153 w 1857234"/>
              <a:gd name="connsiteY27" fmla="*/ 1524470 h 2275298"/>
              <a:gd name="connsiteX28" fmla="*/ 1810167 w 1857234"/>
              <a:gd name="connsiteY28" fmla="*/ 1405936 h 2275298"/>
              <a:gd name="connsiteX29" fmla="*/ 1849113 w 1857234"/>
              <a:gd name="connsiteY29" fmla="*/ 1309416 h 2275298"/>
              <a:gd name="connsiteX30" fmla="*/ 1855887 w 1857234"/>
              <a:gd name="connsiteY30" fmla="*/ 1211203 h 2275298"/>
              <a:gd name="connsiteX31" fmla="*/ 1830487 w 1857234"/>
              <a:gd name="connsiteY31" fmla="*/ 1092670 h 2275298"/>
              <a:gd name="connsiteX32" fmla="*/ 1754287 w 1857234"/>
              <a:gd name="connsiteY32" fmla="*/ 1118070 h 2275298"/>
              <a:gd name="connsiteX33" fmla="*/ 1720420 w 1857234"/>
              <a:gd name="connsiteY33" fmla="*/ 1164636 h 2275298"/>
              <a:gd name="connsiteX34" fmla="*/ 1686553 w 1857234"/>
              <a:gd name="connsiteY34" fmla="*/ 1236603 h 2275298"/>
              <a:gd name="connsiteX35" fmla="*/ 1703487 w 1857234"/>
              <a:gd name="connsiteY35" fmla="*/ 830203 h 2275298"/>
              <a:gd name="connsiteX36" fmla="*/ 1669620 w 1857234"/>
              <a:gd name="connsiteY36" fmla="*/ 505083 h 2275298"/>
              <a:gd name="connsiteX37" fmla="*/ 1474887 w 1857234"/>
              <a:gd name="connsiteY37" fmla="*/ 186736 h 2275298"/>
              <a:gd name="connsiteX38" fmla="*/ 1264278 w 1857234"/>
              <a:gd name="connsiteY38" fmla="*/ 62925 h 2275298"/>
              <a:gd name="connsiteX39" fmla="*/ 907620 w 1857234"/>
              <a:gd name="connsiteY39" fmla="*/ 470 h 2275298"/>
              <a:gd name="connsiteX40" fmla="*/ 699128 w 1857234"/>
              <a:gd name="connsiteY40" fmla="*/ 38246 h 2275298"/>
              <a:gd name="connsiteX0" fmla="*/ 699128 w 1857234"/>
              <a:gd name="connsiteY0" fmla="*/ 38246 h 2277359"/>
              <a:gd name="connsiteX1" fmla="*/ 530853 w 1857234"/>
              <a:gd name="connsiteY1" fmla="*/ 109476 h 2277359"/>
              <a:gd name="connsiteX2" fmla="*/ 359403 w 1857234"/>
              <a:gd name="connsiteY2" fmla="*/ 226951 h 2277359"/>
              <a:gd name="connsiteX3" fmla="*/ 194303 w 1857234"/>
              <a:gd name="connsiteY3" fmla="*/ 500001 h 2277359"/>
              <a:gd name="connsiteX4" fmla="*/ 143503 w 1857234"/>
              <a:gd name="connsiteY4" fmla="*/ 690502 h 2277359"/>
              <a:gd name="connsiteX5" fmla="*/ 143503 w 1857234"/>
              <a:gd name="connsiteY5" fmla="*/ 1058801 h 2277359"/>
              <a:gd name="connsiteX6" fmla="*/ 144562 w 1857234"/>
              <a:gd name="connsiteY6" fmla="*/ 1196386 h 2277359"/>
              <a:gd name="connsiteX7" fmla="*/ 92704 w 1857234"/>
              <a:gd name="connsiteY7" fmla="*/ 1145586 h 2277359"/>
              <a:gd name="connsiteX8" fmla="*/ 13329 w 1857234"/>
              <a:gd name="connsiteY8" fmla="*/ 1150878 h 2277359"/>
              <a:gd name="connsiteX9" fmla="*/ 1687 w 1857234"/>
              <a:gd name="connsiteY9" fmla="*/ 1262003 h 2277359"/>
              <a:gd name="connsiteX10" fmla="*/ 31320 w 1857234"/>
              <a:gd name="connsiteY10" fmla="*/ 1405937 h 2277359"/>
              <a:gd name="connsiteX11" fmla="*/ 99053 w 1857234"/>
              <a:gd name="connsiteY11" fmla="*/ 1511770 h 2277359"/>
              <a:gd name="connsiteX12" fmla="*/ 149853 w 1857234"/>
              <a:gd name="connsiteY12" fmla="*/ 1609136 h 2277359"/>
              <a:gd name="connsiteX13" fmla="*/ 213353 w 1857234"/>
              <a:gd name="connsiteY13" fmla="*/ 1626070 h 2277359"/>
              <a:gd name="connsiteX14" fmla="*/ 221820 w 1857234"/>
              <a:gd name="connsiteY14" fmla="*/ 1566803 h 2277359"/>
              <a:gd name="connsiteX15" fmla="*/ 221820 w 1857234"/>
              <a:gd name="connsiteY15" fmla="*/ 1532936 h 2277359"/>
              <a:gd name="connsiteX16" fmla="*/ 311275 w 1857234"/>
              <a:gd name="connsiteY16" fmla="*/ 1766178 h 2277359"/>
              <a:gd name="connsiteX17" fmla="*/ 448026 w 1857234"/>
              <a:gd name="connsiteY17" fmla="*/ 1942746 h 2277359"/>
              <a:gd name="connsiteX18" fmla="*/ 642954 w 1857234"/>
              <a:gd name="connsiteY18" fmla="*/ 2115725 h 2277359"/>
              <a:gd name="connsiteX19" fmla="*/ 868503 w 1857234"/>
              <a:gd name="connsiteY19" fmla="*/ 2244593 h 2277359"/>
              <a:gd name="connsiteX20" fmla="*/ 1015504 w 1857234"/>
              <a:gd name="connsiteY20" fmla="*/ 2265044 h 2277359"/>
              <a:gd name="connsiteX21" fmla="*/ 1304365 w 1857234"/>
              <a:gd name="connsiteY21" fmla="*/ 2109462 h 2277359"/>
              <a:gd name="connsiteX22" fmla="*/ 1519275 w 1857234"/>
              <a:gd name="connsiteY22" fmla="*/ 1901778 h 2277359"/>
              <a:gd name="connsiteX23" fmla="*/ 1630552 w 1857234"/>
              <a:gd name="connsiteY23" fmla="*/ 1734918 h 2277359"/>
              <a:gd name="connsiteX24" fmla="*/ 1667781 w 1857234"/>
              <a:gd name="connsiteY24" fmla="*/ 1594101 h 2277359"/>
              <a:gd name="connsiteX25" fmla="*/ 1678087 w 1857234"/>
              <a:gd name="connsiteY25" fmla="*/ 1484588 h 2277359"/>
              <a:gd name="connsiteX26" fmla="*/ 1737353 w 1857234"/>
              <a:gd name="connsiteY26" fmla="*/ 1549870 h 2277359"/>
              <a:gd name="connsiteX27" fmla="*/ 1788153 w 1857234"/>
              <a:gd name="connsiteY27" fmla="*/ 1524470 h 2277359"/>
              <a:gd name="connsiteX28" fmla="*/ 1810167 w 1857234"/>
              <a:gd name="connsiteY28" fmla="*/ 1405936 h 2277359"/>
              <a:gd name="connsiteX29" fmla="*/ 1849113 w 1857234"/>
              <a:gd name="connsiteY29" fmla="*/ 1309416 h 2277359"/>
              <a:gd name="connsiteX30" fmla="*/ 1855887 w 1857234"/>
              <a:gd name="connsiteY30" fmla="*/ 1211203 h 2277359"/>
              <a:gd name="connsiteX31" fmla="*/ 1830487 w 1857234"/>
              <a:gd name="connsiteY31" fmla="*/ 1092670 h 2277359"/>
              <a:gd name="connsiteX32" fmla="*/ 1754287 w 1857234"/>
              <a:gd name="connsiteY32" fmla="*/ 1118070 h 2277359"/>
              <a:gd name="connsiteX33" fmla="*/ 1720420 w 1857234"/>
              <a:gd name="connsiteY33" fmla="*/ 1164636 h 2277359"/>
              <a:gd name="connsiteX34" fmla="*/ 1686553 w 1857234"/>
              <a:gd name="connsiteY34" fmla="*/ 1236603 h 2277359"/>
              <a:gd name="connsiteX35" fmla="*/ 1703487 w 1857234"/>
              <a:gd name="connsiteY35" fmla="*/ 830203 h 2277359"/>
              <a:gd name="connsiteX36" fmla="*/ 1669620 w 1857234"/>
              <a:gd name="connsiteY36" fmla="*/ 505083 h 2277359"/>
              <a:gd name="connsiteX37" fmla="*/ 1474887 w 1857234"/>
              <a:gd name="connsiteY37" fmla="*/ 186736 h 2277359"/>
              <a:gd name="connsiteX38" fmla="*/ 1264278 w 1857234"/>
              <a:gd name="connsiteY38" fmla="*/ 62925 h 2277359"/>
              <a:gd name="connsiteX39" fmla="*/ 907620 w 1857234"/>
              <a:gd name="connsiteY39" fmla="*/ 470 h 2277359"/>
              <a:gd name="connsiteX40" fmla="*/ 699128 w 1857234"/>
              <a:gd name="connsiteY40" fmla="*/ 38246 h 2277359"/>
              <a:gd name="connsiteX0" fmla="*/ 699128 w 1857234"/>
              <a:gd name="connsiteY0" fmla="*/ 38246 h 2277359"/>
              <a:gd name="connsiteX1" fmla="*/ 530853 w 1857234"/>
              <a:gd name="connsiteY1" fmla="*/ 109476 h 2277359"/>
              <a:gd name="connsiteX2" fmla="*/ 359403 w 1857234"/>
              <a:gd name="connsiteY2" fmla="*/ 226951 h 2277359"/>
              <a:gd name="connsiteX3" fmla="*/ 194303 w 1857234"/>
              <a:gd name="connsiteY3" fmla="*/ 500001 h 2277359"/>
              <a:gd name="connsiteX4" fmla="*/ 143503 w 1857234"/>
              <a:gd name="connsiteY4" fmla="*/ 690502 h 2277359"/>
              <a:gd name="connsiteX5" fmla="*/ 143503 w 1857234"/>
              <a:gd name="connsiteY5" fmla="*/ 1058801 h 2277359"/>
              <a:gd name="connsiteX6" fmla="*/ 144562 w 1857234"/>
              <a:gd name="connsiteY6" fmla="*/ 1196386 h 2277359"/>
              <a:gd name="connsiteX7" fmla="*/ 92704 w 1857234"/>
              <a:gd name="connsiteY7" fmla="*/ 1145586 h 2277359"/>
              <a:gd name="connsiteX8" fmla="*/ 13329 w 1857234"/>
              <a:gd name="connsiteY8" fmla="*/ 1150878 h 2277359"/>
              <a:gd name="connsiteX9" fmla="*/ 1687 w 1857234"/>
              <a:gd name="connsiteY9" fmla="*/ 1262003 h 2277359"/>
              <a:gd name="connsiteX10" fmla="*/ 31320 w 1857234"/>
              <a:gd name="connsiteY10" fmla="*/ 1405937 h 2277359"/>
              <a:gd name="connsiteX11" fmla="*/ 99053 w 1857234"/>
              <a:gd name="connsiteY11" fmla="*/ 1511770 h 2277359"/>
              <a:gd name="connsiteX12" fmla="*/ 149853 w 1857234"/>
              <a:gd name="connsiteY12" fmla="*/ 1609136 h 2277359"/>
              <a:gd name="connsiteX13" fmla="*/ 213353 w 1857234"/>
              <a:gd name="connsiteY13" fmla="*/ 1626070 h 2277359"/>
              <a:gd name="connsiteX14" fmla="*/ 221820 w 1857234"/>
              <a:gd name="connsiteY14" fmla="*/ 1566803 h 2277359"/>
              <a:gd name="connsiteX15" fmla="*/ 221820 w 1857234"/>
              <a:gd name="connsiteY15" fmla="*/ 1532936 h 2277359"/>
              <a:gd name="connsiteX16" fmla="*/ 311275 w 1857234"/>
              <a:gd name="connsiteY16" fmla="*/ 1766178 h 2277359"/>
              <a:gd name="connsiteX17" fmla="*/ 448026 w 1857234"/>
              <a:gd name="connsiteY17" fmla="*/ 1942746 h 2277359"/>
              <a:gd name="connsiteX18" fmla="*/ 642954 w 1857234"/>
              <a:gd name="connsiteY18" fmla="*/ 2115725 h 2277359"/>
              <a:gd name="connsiteX19" fmla="*/ 868503 w 1857234"/>
              <a:gd name="connsiteY19" fmla="*/ 2244593 h 2277359"/>
              <a:gd name="connsiteX20" fmla="*/ 1015504 w 1857234"/>
              <a:gd name="connsiteY20" fmla="*/ 2265044 h 2277359"/>
              <a:gd name="connsiteX21" fmla="*/ 1304365 w 1857234"/>
              <a:gd name="connsiteY21" fmla="*/ 2109462 h 2277359"/>
              <a:gd name="connsiteX22" fmla="*/ 1519275 w 1857234"/>
              <a:gd name="connsiteY22" fmla="*/ 1901778 h 2277359"/>
              <a:gd name="connsiteX23" fmla="*/ 1630552 w 1857234"/>
              <a:gd name="connsiteY23" fmla="*/ 1734918 h 2277359"/>
              <a:gd name="connsiteX24" fmla="*/ 1667781 w 1857234"/>
              <a:gd name="connsiteY24" fmla="*/ 1594101 h 2277359"/>
              <a:gd name="connsiteX25" fmla="*/ 1678087 w 1857234"/>
              <a:gd name="connsiteY25" fmla="*/ 1484588 h 2277359"/>
              <a:gd name="connsiteX26" fmla="*/ 1737353 w 1857234"/>
              <a:gd name="connsiteY26" fmla="*/ 1549870 h 2277359"/>
              <a:gd name="connsiteX27" fmla="*/ 1788153 w 1857234"/>
              <a:gd name="connsiteY27" fmla="*/ 1524470 h 2277359"/>
              <a:gd name="connsiteX28" fmla="*/ 1810167 w 1857234"/>
              <a:gd name="connsiteY28" fmla="*/ 1405936 h 2277359"/>
              <a:gd name="connsiteX29" fmla="*/ 1849113 w 1857234"/>
              <a:gd name="connsiteY29" fmla="*/ 1309416 h 2277359"/>
              <a:gd name="connsiteX30" fmla="*/ 1855887 w 1857234"/>
              <a:gd name="connsiteY30" fmla="*/ 1211203 h 2277359"/>
              <a:gd name="connsiteX31" fmla="*/ 1830487 w 1857234"/>
              <a:gd name="connsiteY31" fmla="*/ 1092670 h 2277359"/>
              <a:gd name="connsiteX32" fmla="*/ 1754287 w 1857234"/>
              <a:gd name="connsiteY32" fmla="*/ 1118070 h 2277359"/>
              <a:gd name="connsiteX33" fmla="*/ 1720420 w 1857234"/>
              <a:gd name="connsiteY33" fmla="*/ 1164636 h 2277359"/>
              <a:gd name="connsiteX34" fmla="*/ 1686553 w 1857234"/>
              <a:gd name="connsiteY34" fmla="*/ 1236603 h 2277359"/>
              <a:gd name="connsiteX35" fmla="*/ 1703487 w 1857234"/>
              <a:gd name="connsiteY35" fmla="*/ 830203 h 2277359"/>
              <a:gd name="connsiteX36" fmla="*/ 1669620 w 1857234"/>
              <a:gd name="connsiteY36" fmla="*/ 505083 h 2277359"/>
              <a:gd name="connsiteX37" fmla="*/ 1474887 w 1857234"/>
              <a:gd name="connsiteY37" fmla="*/ 186736 h 2277359"/>
              <a:gd name="connsiteX38" fmla="*/ 1264278 w 1857234"/>
              <a:gd name="connsiteY38" fmla="*/ 62925 h 2277359"/>
              <a:gd name="connsiteX39" fmla="*/ 907620 w 1857234"/>
              <a:gd name="connsiteY39" fmla="*/ 470 h 2277359"/>
              <a:gd name="connsiteX40" fmla="*/ 699128 w 1857234"/>
              <a:gd name="connsiteY40" fmla="*/ 38246 h 2277359"/>
              <a:gd name="connsiteX0" fmla="*/ 699128 w 1857234"/>
              <a:gd name="connsiteY0" fmla="*/ 38246 h 2283078"/>
              <a:gd name="connsiteX1" fmla="*/ 530853 w 1857234"/>
              <a:gd name="connsiteY1" fmla="*/ 109476 h 2283078"/>
              <a:gd name="connsiteX2" fmla="*/ 359403 w 1857234"/>
              <a:gd name="connsiteY2" fmla="*/ 226951 h 2283078"/>
              <a:gd name="connsiteX3" fmla="*/ 194303 w 1857234"/>
              <a:gd name="connsiteY3" fmla="*/ 500001 h 2283078"/>
              <a:gd name="connsiteX4" fmla="*/ 143503 w 1857234"/>
              <a:gd name="connsiteY4" fmla="*/ 690502 h 2283078"/>
              <a:gd name="connsiteX5" fmla="*/ 143503 w 1857234"/>
              <a:gd name="connsiteY5" fmla="*/ 1058801 h 2283078"/>
              <a:gd name="connsiteX6" fmla="*/ 144562 w 1857234"/>
              <a:gd name="connsiteY6" fmla="*/ 1196386 h 2283078"/>
              <a:gd name="connsiteX7" fmla="*/ 92704 w 1857234"/>
              <a:gd name="connsiteY7" fmla="*/ 1145586 h 2283078"/>
              <a:gd name="connsiteX8" fmla="*/ 13329 w 1857234"/>
              <a:gd name="connsiteY8" fmla="*/ 1150878 h 2283078"/>
              <a:gd name="connsiteX9" fmla="*/ 1687 w 1857234"/>
              <a:gd name="connsiteY9" fmla="*/ 1262003 h 2283078"/>
              <a:gd name="connsiteX10" fmla="*/ 31320 w 1857234"/>
              <a:gd name="connsiteY10" fmla="*/ 1405937 h 2283078"/>
              <a:gd name="connsiteX11" fmla="*/ 99053 w 1857234"/>
              <a:gd name="connsiteY11" fmla="*/ 1511770 h 2283078"/>
              <a:gd name="connsiteX12" fmla="*/ 149853 w 1857234"/>
              <a:gd name="connsiteY12" fmla="*/ 1609136 h 2283078"/>
              <a:gd name="connsiteX13" fmla="*/ 213353 w 1857234"/>
              <a:gd name="connsiteY13" fmla="*/ 1626070 h 2283078"/>
              <a:gd name="connsiteX14" fmla="*/ 221820 w 1857234"/>
              <a:gd name="connsiteY14" fmla="*/ 1566803 h 2283078"/>
              <a:gd name="connsiteX15" fmla="*/ 221820 w 1857234"/>
              <a:gd name="connsiteY15" fmla="*/ 1532936 h 2283078"/>
              <a:gd name="connsiteX16" fmla="*/ 311275 w 1857234"/>
              <a:gd name="connsiteY16" fmla="*/ 1766178 h 2283078"/>
              <a:gd name="connsiteX17" fmla="*/ 448026 w 1857234"/>
              <a:gd name="connsiteY17" fmla="*/ 1942746 h 2283078"/>
              <a:gd name="connsiteX18" fmla="*/ 642954 w 1857234"/>
              <a:gd name="connsiteY18" fmla="*/ 2115725 h 2283078"/>
              <a:gd name="connsiteX19" fmla="*/ 817318 w 1857234"/>
              <a:gd name="connsiteY19" fmla="*/ 2263161 h 2283078"/>
              <a:gd name="connsiteX20" fmla="*/ 1015504 w 1857234"/>
              <a:gd name="connsiteY20" fmla="*/ 2265044 h 2283078"/>
              <a:gd name="connsiteX21" fmla="*/ 1304365 w 1857234"/>
              <a:gd name="connsiteY21" fmla="*/ 2109462 h 2283078"/>
              <a:gd name="connsiteX22" fmla="*/ 1519275 w 1857234"/>
              <a:gd name="connsiteY22" fmla="*/ 1901778 h 2283078"/>
              <a:gd name="connsiteX23" fmla="*/ 1630552 w 1857234"/>
              <a:gd name="connsiteY23" fmla="*/ 1734918 h 2283078"/>
              <a:gd name="connsiteX24" fmla="*/ 1667781 w 1857234"/>
              <a:gd name="connsiteY24" fmla="*/ 1594101 h 2283078"/>
              <a:gd name="connsiteX25" fmla="*/ 1678087 w 1857234"/>
              <a:gd name="connsiteY25" fmla="*/ 1484588 h 2283078"/>
              <a:gd name="connsiteX26" fmla="*/ 1737353 w 1857234"/>
              <a:gd name="connsiteY26" fmla="*/ 1549870 h 2283078"/>
              <a:gd name="connsiteX27" fmla="*/ 1788153 w 1857234"/>
              <a:gd name="connsiteY27" fmla="*/ 1524470 h 2283078"/>
              <a:gd name="connsiteX28" fmla="*/ 1810167 w 1857234"/>
              <a:gd name="connsiteY28" fmla="*/ 1405936 h 2283078"/>
              <a:gd name="connsiteX29" fmla="*/ 1849113 w 1857234"/>
              <a:gd name="connsiteY29" fmla="*/ 1309416 h 2283078"/>
              <a:gd name="connsiteX30" fmla="*/ 1855887 w 1857234"/>
              <a:gd name="connsiteY30" fmla="*/ 1211203 h 2283078"/>
              <a:gd name="connsiteX31" fmla="*/ 1830487 w 1857234"/>
              <a:gd name="connsiteY31" fmla="*/ 1092670 h 2283078"/>
              <a:gd name="connsiteX32" fmla="*/ 1754287 w 1857234"/>
              <a:gd name="connsiteY32" fmla="*/ 1118070 h 2283078"/>
              <a:gd name="connsiteX33" fmla="*/ 1720420 w 1857234"/>
              <a:gd name="connsiteY33" fmla="*/ 1164636 h 2283078"/>
              <a:gd name="connsiteX34" fmla="*/ 1686553 w 1857234"/>
              <a:gd name="connsiteY34" fmla="*/ 1236603 h 2283078"/>
              <a:gd name="connsiteX35" fmla="*/ 1703487 w 1857234"/>
              <a:gd name="connsiteY35" fmla="*/ 830203 h 2283078"/>
              <a:gd name="connsiteX36" fmla="*/ 1669620 w 1857234"/>
              <a:gd name="connsiteY36" fmla="*/ 505083 h 2283078"/>
              <a:gd name="connsiteX37" fmla="*/ 1474887 w 1857234"/>
              <a:gd name="connsiteY37" fmla="*/ 186736 h 2283078"/>
              <a:gd name="connsiteX38" fmla="*/ 1264278 w 1857234"/>
              <a:gd name="connsiteY38" fmla="*/ 62925 h 2283078"/>
              <a:gd name="connsiteX39" fmla="*/ 907620 w 1857234"/>
              <a:gd name="connsiteY39" fmla="*/ 470 h 2283078"/>
              <a:gd name="connsiteX40" fmla="*/ 699128 w 1857234"/>
              <a:gd name="connsiteY40" fmla="*/ 38246 h 2283078"/>
              <a:gd name="connsiteX0" fmla="*/ 699128 w 1857234"/>
              <a:gd name="connsiteY0" fmla="*/ 38246 h 2280460"/>
              <a:gd name="connsiteX1" fmla="*/ 530853 w 1857234"/>
              <a:gd name="connsiteY1" fmla="*/ 109476 h 2280460"/>
              <a:gd name="connsiteX2" fmla="*/ 359403 w 1857234"/>
              <a:gd name="connsiteY2" fmla="*/ 226951 h 2280460"/>
              <a:gd name="connsiteX3" fmla="*/ 194303 w 1857234"/>
              <a:gd name="connsiteY3" fmla="*/ 500001 h 2280460"/>
              <a:gd name="connsiteX4" fmla="*/ 143503 w 1857234"/>
              <a:gd name="connsiteY4" fmla="*/ 690502 h 2280460"/>
              <a:gd name="connsiteX5" fmla="*/ 143503 w 1857234"/>
              <a:gd name="connsiteY5" fmla="*/ 1058801 h 2280460"/>
              <a:gd name="connsiteX6" fmla="*/ 144562 w 1857234"/>
              <a:gd name="connsiteY6" fmla="*/ 1196386 h 2280460"/>
              <a:gd name="connsiteX7" fmla="*/ 92704 w 1857234"/>
              <a:gd name="connsiteY7" fmla="*/ 1145586 h 2280460"/>
              <a:gd name="connsiteX8" fmla="*/ 13329 w 1857234"/>
              <a:gd name="connsiteY8" fmla="*/ 1150878 h 2280460"/>
              <a:gd name="connsiteX9" fmla="*/ 1687 w 1857234"/>
              <a:gd name="connsiteY9" fmla="*/ 1262003 h 2280460"/>
              <a:gd name="connsiteX10" fmla="*/ 31320 w 1857234"/>
              <a:gd name="connsiteY10" fmla="*/ 1405937 h 2280460"/>
              <a:gd name="connsiteX11" fmla="*/ 99053 w 1857234"/>
              <a:gd name="connsiteY11" fmla="*/ 1511770 h 2280460"/>
              <a:gd name="connsiteX12" fmla="*/ 149853 w 1857234"/>
              <a:gd name="connsiteY12" fmla="*/ 1609136 h 2280460"/>
              <a:gd name="connsiteX13" fmla="*/ 213353 w 1857234"/>
              <a:gd name="connsiteY13" fmla="*/ 1626070 h 2280460"/>
              <a:gd name="connsiteX14" fmla="*/ 221820 w 1857234"/>
              <a:gd name="connsiteY14" fmla="*/ 1566803 h 2280460"/>
              <a:gd name="connsiteX15" fmla="*/ 221820 w 1857234"/>
              <a:gd name="connsiteY15" fmla="*/ 1532936 h 2280460"/>
              <a:gd name="connsiteX16" fmla="*/ 311275 w 1857234"/>
              <a:gd name="connsiteY16" fmla="*/ 1766178 h 2280460"/>
              <a:gd name="connsiteX17" fmla="*/ 448026 w 1857234"/>
              <a:gd name="connsiteY17" fmla="*/ 1942746 h 2280460"/>
              <a:gd name="connsiteX18" fmla="*/ 642954 w 1857234"/>
              <a:gd name="connsiteY18" fmla="*/ 2115725 h 2280460"/>
              <a:gd name="connsiteX19" fmla="*/ 817318 w 1857234"/>
              <a:gd name="connsiteY19" fmla="*/ 2263161 h 2280460"/>
              <a:gd name="connsiteX20" fmla="*/ 1085302 w 1857234"/>
              <a:gd name="connsiteY20" fmla="*/ 2260402 h 2280460"/>
              <a:gd name="connsiteX21" fmla="*/ 1304365 w 1857234"/>
              <a:gd name="connsiteY21" fmla="*/ 2109462 h 2280460"/>
              <a:gd name="connsiteX22" fmla="*/ 1519275 w 1857234"/>
              <a:gd name="connsiteY22" fmla="*/ 1901778 h 2280460"/>
              <a:gd name="connsiteX23" fmla="*/ 1630552 w 1857234"/>
              <a:gd name="connsiteY23" fmla="*/ 1734918 h 2280460"/>
              <a:gd name="connsiteX24" fmla="*/ 1667781 w 1857234"/>
              <a:gd name="connsiteY24" fmla="*/ 1594101 h 2280460"/>
              <a:gd name="connsiteX25" fmla="*/ 1678087 w 1857234"/>
              <a:gd name="connsiteY25" fmla="*/ 1484588 h 2280460"/>
              <a:gd name="connsiteX26" fmla="*/ 1737353 w 1857234"/>
              <a:gd name="connsiteY26" fmla="*/ 1549870 h 2280460"/>
              <a:gd name="connsiteX27" fmla="*/ 1788153 w 1857234"/>
              <a:gd name="connsiteY27" fmla="*/ 1524470 h 2280460"/>
              <a:gd name="connsiteX28" fmla="*/ 1810167 w 1857234"/>
              <a:gd name="connsiteY28" fmla="*/ 1405936 h 2280460"/>
              <a:gd name="connsiteX29" fmla="*/ 1849113 w 1857234"/>
              <a:gd name="connsiteY29" fmla="*/ 1309416 h 2280460"/>
              <a:gd name="connsiteX30" fmla="*/ 1855887 w 1857234"/>
              <a:gd name="connsiteY30" fmla="*/ 1211203 h 2280460"/>
              <a:gd name="connsiteX31" fmla="*/ 1830487 w 1857234"/>
              <a:gd name="connsiteY31" fmla="*/ 1092670 h 2280460"/>
              <a:gd name="connsiteX32" fmla="*/ 1754287 w 1857234"/>
              <a:gd name="connsiteY32" fmla="*/ 1118070 h 2280460"/>
              <a:gd name="connsiteX33" fmla="*/ 1720420 w 1857234"/>
              <a:gd name="connsiteY33" fmla="*/ 1164636 h 2280460"/>
              <a:gd name="connsiteX34" fmla="*/ 1686553 w 1857234"/>
              <a:gd name="connsiteY34" fmla="*/ 1236603 h 2280460"/>
              <a:gd name="connsiteX35" fmla="*/ 1703487 w 1857234"/>
              <a:gd name="connsiteY35" fmla="*/ 830203 h 2280460"/>
              <a:gd name="connsiteX36" fmla="*/ 1669620 w 1857234"/>
              <a:gd name="connsiteY36" fmla="*/ 505083 h 2280460"/>
              <a:gd name="connsiteX37" fmla="*/ 1474887 w 1857234"/>
              <a:gd name="connsiteY37" fmla="*/ 186736 h 2280460"/>
              <a:gd name="connsiteX38" fmla="*/ 1264278 w 1857234"/>
              <a:gd name="connsiteY38" fmla="*/ 62925 h 2280460"/>
              <a:gd name="connsiteX39" fmla="*/ 907620 w 1857234"/>
              <a:gd name="connsiteY39" fmla="*/ 470 h 2280460"/>
              <a:gd name="connsiteX40" fmla="*/ 699128 w 1857234"/>
              <a:gd name="connsiteY40" fmla="*/ 38246 h 2280460"/>
              <a:gd name="connsiteX0" fmla="*/ 699128 w 1857234"/>
              <a:gd name="connsiteY0" fmla="*/ 38246 h 2273485"/>
              <a:gd name="connsiteX1" fmla="*/ 530853 w 1857234"/>
              <a:gd name="connsiteY1" fmla="*/ 109476 h 2273485"/>
              <a:gd name="connsiteX2" fmla="*/ 359403 w 1857234"/>
              <a:gd name="connsiteY2" fmla="*/ 226951 h 2273485"/>
              <a:gd name="connsiteX3" fmla="*/ 194303 w 1857234"/>
              <a:gd name="connsiteY3" fmla="*/ 500001 h 2273485"/>
              <a:gd name="connsiteX4" fmla="*/ 143503 w 1857234"/>
              <a:gd name="connsiteY4" fmla="*/ 690502 h 2273485"/>
              <a:gd name="connsiteX5" fmla="*/ 143503 w 1857234"/>
              <a:gd name="connsiteY5" fmla="*/ 1058801 h 2273485"/>
              <a:gd name="connsiteX6" fmla="*/ 144562 w 1857234"/>
              <a:gd name="connsiteY6" fmla="*/ 1196386 h 2273485"/>
              <a:gd name="connsiteX7" fmla="*/ 92704 w 1857234"/>
              <a:gd name="connsiteY7" fmla="*/ 1145586 h 2273485"/>
              <a:gd name="connsiteX8" fmla="*/ 13329 w 1857234"/>
              <a:gd name="connsiteY8" fmla="*/ 1150878 h 2273485"/>
              <a:gd name="connsiteX9" fmla="*/ 1687 w 1857234"/>
              <a:gd name="connsiteY9" fmla="*/ 1262003 h 2273485"/>
              <a:gd name="connsiteX10" fmla="*/ 31320 w 1857234"/>
              <a:gd name="connsiteY10" fmla="*/ 1405937 h 2273485"/>
              <a:gd name="connsiteX11" fmla="*/ 99053 w 1857234"/>
              <a:gd name="connsiteY11" fmla="*/ 1511770 h 2273485"/>
              <a:gd name="connsiteX12" fmla="*/ 149853 w 1857234"/>
              <a:gd name="connsiteY12" fmla="*/ 1609136 h 2273485"/>
              <a:gd name="connsiteX13" fmla="*/ 213353 w 1857234"/>
              <a:gd name="connsiteY13" fmla="*/ 1626070 h 2273485"/>
              <a:gd name="connsiteX14" fmla="*/ 221820 w 1857234"/>
              <a:gd name="connsiteY14" fmla="*/ 1566803 h 2273485"/>
              <a:gd name="connsiteX15" fmla="*/ 221820 w 1857234"/>
              <a:gd name="connsiteY15" fmla="*/ 1532936 h 2273485"/>
              <a:gd name="connsiteX16" fmla="*/ 311275 w 1857234"/>
              <a:gd name="connsiteY16" fmla="*/ 1766178 h 2273485"/>
              <a:gd name="connsiteX17" fmla="*/ 448026 w 1857234"/>
              <a:gd name="connsiteY17" fmla="*/ 1942746 h 2273485"/>
              <a:gd name="connsiteX18" fmla="*/ 642954 w 1857234"/>
              <a:gd name="connsiteY18" fmla="*/ 2115725 h 2273485"/>
              <a:gd name="connsiteX19" fmla="*/ 817318 w 1857234"/>
              <a:gd name="connsiteY19" fmla="*/ 2249235 h 2273485"/>
              <a:gd name="connsiteX20" fmla="*/ 1085302 w 1857234"/>
              <a:gd name="connsiteY20" fmla="*/ 2260402 h 2273485"/>
              <a:gd name="connsiteX21" fmla="*/ 1304365 w 1857234"/>
              <a:gd name="connsiteY21" fmla="*/ 2109462 h 2273485"/>
              <a:gd name="connsiteX22" fmla="*/ 1519275 w 1857234"/>
              <a:gd name="connsiteY22" fmla="*/ 1901778 h 2273485"/>
              <a:gd name="connsiteX23" fmla="*/ 1630552 w 1857234"/>
              <a:gd name="connsiteY23" fmla="*/ 1734918 h 2273485"/>
              <a:gd name="connsiteX24" fmla="*/ 1667781 w 1857234"/>
              <a:gd name="connsiteY24" fmla="*/ 1594101 h 2273485"/>
              <a:gd name="connsiteX25" fmla="*/ 1678087 w 1857234"/>
              <a:gd name="connsiteY25" fmla="*/ 1484588 h 2273485"/>
              <a:gd name="connsiteX26" fmla="*/ 1737353 w 1857234"/>
              <a:gd name="connsiteY26" fmla="*/ 1549870 h 2273485"/>
              <a:gd name="connsiteX27" fmla="*/ 1788153 w 1857234"/>
              <a:gd name="connsiteY27" fmla="*/ 1524470 h 2273485"/>
              <a:gd name="connsiteX28" fmla="*/ 1810167 w 1857234"/>
              <a:gd name="connsiteY28" fmla="*/ 1405936 h 2273485"/>
              <a:gd name="connsiteX29" fmla="*/ 1849113 w 1857234"/>
              <a:gd name="connsiteY29" fmla="*/ 1309416 h 2273485"/>
              <a:gd name="connsiteX30" fmla="*/ 1855887 w 1857234"/>
              <a:gd name="connsiteY30" fmla="*/ 1211203 h 2273485"/>
              <a:gd name="connsiteX31" fmla="*/ 1830487 w 1857234"/>
              <a:gd name="connsiteY31" fmla="*/ 1092670 h 2273485"/>
              <a:gd name="connsiteX32" fmla="*/ 1754287 w 1857234"/>
              <a:gd name="connsiteY32" fmla="*/ 1118070 h 2273485"/>
              <a:gd name="connsiteX33" fmla="*/ 1720420 w 1857234"/>
              <a:gd name="connsiteY33" fmla="*/ 1164636 h 2273485"/>
              <a:gd name="connsiteX34" fmla="*/ 1686553 w 1857234"/>
              <a:gd name="connsiteY34" fmla="*/ 1236603 h 2273485"/>
              <a:gd name="connsiteX35" fmla="*/ 1703487 w 1857234"/>
              <a:gd name="connsiteY35" fmla="*/ 830203 h 2273485"/>
              <a:gd name="connsiteX36" fmla="*/ 1669620 w 1857234"/>
              <a:gd name="connsiteY36" fmla="*/ 505083 h 2273485"/>
              <a:gd name="connsiteX37" fmla="*/ 1474887 w 1857234"/>
              <a:gd name="connsiteY37" fmla="*/ 186736 h 2273485"/>
              <a:gd name="connsiteX38" fmla="*/ 1264278 w 1857234"/>
              <a:gd name="connsiteY38" fmla="*/ 62925 h 2273485"/>
              <a:gd name="connsiteX39" fmla="*/ 907620 w 1857234"/>
              <a:gd name="connsiteY39" fmla="*/ 470 h 2273485"/>
              <a:gd name="connsiteX40" fmla="*/ 699128 w 1857234"/>
              <a:gd name="connsiteY40" fmla="*/ 38246 h 2273485"/>
              <a:gd name="connsiteX0" fmla="*/ 699128 w 1857234"/>
              <a:gd name="connsiteY0" fmla="*/ 38246 h 2264613"/>
              <a:gd name="connsiteX1" fmla="*/ 530853 w 1857234"/>
              <a:gd name="connsiteY1" fmla="*/ 109476 h 2264613"/>
              <a:gd name="connsiteX2" fmla="*/ 359403 w 1857234"/>
              <a:gd name="connsiteY2" fmla="*/ 226951 h 2264613"/>
              <a:gd name="connsiteX3" fmla="*/ 194303 w 1857234"/>
              <a:gd name="connsiteY3" fmla="*/ 500001 h 2264613"/>
              <a:gd name="connsiteX4" fmla="*/ 143503 w 1857234"/>
              <a:gd name="connsiteY4" fmla="*/ 690502 h 2264613"/>
              <a:gd name="connsiteX5" fmla="*/ 143503 w 1857234"/>
              <a:gd name="connsiteY5" fmla="*/ 1058801 h 2264613"/>
              <a:gd name="connsiteX6" fmla="*/ 144562 w 1857234"/>
              <a:gd name="connsiteY6" fmla="*/ 1196386 h 2264613"/>
              <a:gd name="connsiteX7" fmla="*/ 92704 w 1857234"/>
              <a:gd name="connsiteY7" fmla="*/ 1145586 h 2264613"/>
              <a:gd name="connsiteX8" fmla="*/ 13329 w 1857234"/>
              <a:gd name="connsiteY8" fmla="*/ 1150878 h 2264613"/>
              <a:gd name="connsiteX9" fmla="*/ 1687 w 1857234"/>
              <a:gd name="connsiteY9" fmla="*/ 1262003 h 2264613"/>
              <a:gd name="connsiteX10" fmla="*/ 31320 w 1857234"/>
              <a:gd name="connsiteY10" fmla="*/ 1405937 h 2264613"/>
              <a:gd name="connsiteX11" fmla="*/ 99053 w 1857234"/>
              <a:gd name="connsiteY11" fmla="*/ 1511770 h 2264613"/>
              <a:gd name="connsiteX12" fmla="*/ 149853 w 1857234"/>
              <a:gd name="connsiteY12" fmla="*/ 1609136 h 2264613"/>
              <a:gd name="connsiteX13" fmla="*/ 213353 w 1857234"/>
              <a:gd name="connsiteY13" fmla="*/ 1626070 h 2264613"/>
              <a:gd name="connsiteX14" fmla="*/ 221820 w 1857234"/>
              <a:gd name="connsiteY14" fmla="*/ 1566803 h 2264613"/>
              <a:gd name="connsiteX15" fmla="*/ 221820 w 1857234"/>
              <a:gd name="connsiteY15" fmla="*/ 1532936 h 2264613"/>
              <a:gd name="connsiteX16" fmla="*/ 311275 w 1857234"/>
              <a:gd name="connsiteY16" fmla="*/ 1766178 h 2264613"/>
              <a:gd name="connsiteX17" fmla="*/ 448026 w 1857234"/>
              <a:gd name="connsiteY17" fmla="*/ 1942746 h 2264613"/>
              <a:gd name="connsiteX18" fmla="*/ 642954 w 1857234"/>
              <a:gd name="connsiteY18" fmla="*/ 2115725 h 2264613"/>
              <a:gd name="connsiteX19" fmla="*/ 817318 w 1857234"/>
              <a:gd name="connsiteY19" fmla="*/ 2249235 h 2264613"/>
              <a:gd name="connsiteX20" fmla="*/ 1085302 w 1857234"/>
              <a:gd name="connsiteY20" fmla="*/ 2260402 h 2264613"/>
              <a:gd name="connsiteX21" fmla="*/ 1135990 w 1857234"/>
              <a:gd name="connsiteY21" fmla="*/ 2237196 h 2264613"/>
              <a:gd name="connsiteX22" fmla="*/ 1304365 w 1857234"/>
              <a:gd name="connsiteY22" fmla="*/ 2109462 h 2264613"/>
              <a:gd name="connsiteX23" fmla="*/ 1519275 w 1857234"/>
              <a:gd name="connsiteY23" fmla="*/ 1901778 h 2264613"/>
              <a:gd name="connsiteX24" fmla="*/ 1630552 w 1857234"/>
              <a:gd name="connsiteY24" fmla="*/ 1734918 h 2264613"/>
              <a:gd name="connsiteX25" fmla="*/ 1667781 w 1857234"/>
              <a:gd name="connsiteY25" fmla="*/ 1594101 h 2264613"/>
              <a:gd name="connsiteX26" fmla="*/ 1678087 w 1857234"/>
              <a:gd name="connsiteY26" fmla="*/ 1484588 h 2264613"/>
              <a:gd name="connsiteX27" fmla="*/ 1737353 w 1857234"/>
              <a:gd name="connsiteY27" fmla="*/ 1549870 h 2264613"/>
              <a:gd name="connsiteX28" fmla="*/ 1788153 w 1857234"/>
              <a:gd name="connsiteY28" fmla="*/ 1524470 h 2264613"/>
              <a:gd name="connsiteX29" fmla="*/ 1810167 w 1857234"/>
              <a:gd name="connsiteY29" fmla="*/ 1405936 h 2264613"/>
              <a:gd name="connsiteX30" fmla="*/ 1849113 w 1857234"/>
              <a:gd name="connsiteY30" fmla="*/ 1309416 h 2264613"/>
              <a:gd name="connsiteX31" fmla="*/ 1855887 w 1857234"/>
              <a:gd name="connsiteY31" fmla="*/ 1211203 h 2264613"/>
              <a:gd name="connsiteX32" fmla="*/ 1830487 w 1857234"/>
              <a:gd name="connsiteY32" fmla="*/ 1092670 h 2264613"/>
              <a:gd name="connsiteX33" fmla="*/ 1754287 w 1857234"/>
              <a:gd name="connsiteY33" fmla="*/ 1118070 h 2264613"/>
              <a:gd name="connsiteX34" fmla="*/ 1720420 w 1857234"/>
              <a:gd name="connsiteY34" fmla="*/ 1164636 h 2264613"/>
              <a:gd name="connsiteX35" fmla="*/ 1686553 w 1857234"/>
              <a:gd name="connsiteY35" fmla="*/ 1236603 h 2264613"/>
              <a:gd name="connsiteX36" fmla="*/ 1703487 w 1857234"/>
              <a:gd name="connsiteY36" fmla="*/ 830203 h 2264613"/>
              <a:gd name="connsiteX37" fmla="*/ 1669620 w 1857234"/>
              <a:gd name="connsiteY37" fmla="*/ 505083 h 2264613"/>
              <a:gd name="connsiteX38" fmla="*/ 1474887 w 1857234"/>
              <a:gd name="connsiteY38" fmla="*/ 186736 h 2264613"/>
              <a:gd name="connsiteX39" fmla="*/ 1264278 w 1857234"/>
              <a:gd name="connsiteY39" fmla="*/ 62925 h 2264613"/>
              <a:gd name="connsiteX40" fmla="*/ 907620 w 1857234"/>
              <a:gd name="connsiteY40" fmla="*/ 470 h 2264613"/>
              <a:gd name="connsiteX41" fmla="*/ 699128 w 1857234"/>
              <a:gd name="connsiteY41" fmla="*/ 38246 h 2264613"/>
              <a:gd name="connsiteX0" fmla="*/ 699128 w 1857234"/>
              <a:gd name="connsiteY0" fmla="*/ 38246 h 2260791"/>
              <a:gd name="connsiteX1" fmla="*/ 530853 w 1857234"/>
              <a:gd name="connsiteY1" fmla="*/ 109476 h 2260791"/>
              <a:gd name="connsiteX2" fmla="*/ 359403 w 1857234"/>
              <a:gd name="connsiteY2" fmla="*/ 226951 h 2260791"/>
              <a:gd name="connsiteX3" fmla="*/ 194303 w 1857234"/>
              <a:gd name="connsiteY3" fmla="*/ 500001 h 2260791"/>
              <a:gd name="connsiteX4" fmla="*/ 143503 w 1857234"/>
              <a:gd name="connsiteY4" fmla="*/ 690502 h 2260791"/>
              <a:gd name="connsiteX5" fmla="*/ 143503 w 1857234"/>
              <a:gd name="connsiteY5" fmla="*/ 1058801 h 2260791"/>
              <a:gd name="connsiteX6" fmla="*/ 144562 w 1857234"/>
              <a:gd name="connsiteY6" fmla="*/ 1196386 h 2260791"/>
              <a:gd name="connsiteX7" fmla="*/ 92704 w 1857234"/>
              <a:gd name="connsiteY7" fmla="*/ 1145586 h 2260791"/>
              <a:gd name="connsiteX8" fmla="*/ 13329 w 1857234"/>
              <a:gd name="connsiteY8" fmla="*/ 1150878 h 2260791"/>
              <a:gd name="connsiteX9" fmla="*/ 1687 w 1857234"/>
              <a:gd name="connsiteY9" fmla="*/ 1262003 h 2260791"/>
              <a:gd name="connsiteX10" fmla="*/ 31320 w 1857234"/>
              <a:gd name="connsiteY10" fmla="*/ 1405937 h 2260791"/>
              <a:gd name="connsiteX11" fmla="*/ 99053 w 1857234"/>
              <a:gd name="connsiteY11" fmla="*/ 1511770 h 2260791"/>
              <a:gd name="connsiteX12" fmla="*/ 149853 w 1857234"/>
              <a:gd name="connsiteY12" fmla="*/ 1609136 h 2260791"/>
              <a:gd name="connsiteX13" fmla="*/ 213353 w 1857234"/>
              <a:gd name="connsiteY13" fmla="*/ 1626070 h 2260791"/>
              <a:gd name="connsiteX14" fmla="*/ 221820 w 1857234"/>
              <a:gd name="connsiteY14" fmla="*/ 1566803 h 2260791"/>
              <a:gd name="connsiteX15" fmla="*/ 221820 w 1857234"/>
              <a:gd name="connsiteY15" fmla="*/ 1532936 h 2260791"/>
              <a:gd name="connsiteX16" fmla="*/ 311275 w 1857234"/>
              <a:gd name="connsiteY16" fmla="*/ 1766178 h 2260791"/>
              <a:gd name="connsiteX17" fmla="*/ 448026 w 1857234"/>
              <a:gd name="connsiteY17" fmla="*/ 1942746 h 2260791"/>
              <a:gd name="connsiteX18" fmla="*/ 642954 w 1857234"/>
              <a:gd name="connsiteY18" fmla="*/ 2115725 h 2260791"/>
              <a:gd name="connsiteX19" fmla="*/ 812665 w 1857234"/>
              <a:gd name="connsiteY19" fmla="*/ 2239951 h 2260791"/>
              <a:gd name="connsiteX20" fmla="*/ 1085302 w 1857234"/>
              <a:gd name="connsiteY20" fmla="*/ 2260402 h 2260791"/>
              <a:gd name="connsiteX21" fmla="*/ 1135990 w 1857234"/>
              <a:gd name="connsiteY21" fmla="*/ 2237196 h 2260791"/>
              <a:gd name="connsiteX22" fmla="*/ 1304365 w 1857234"/>
              <a:gd name="connsiteY22" fmla="*/ 2109462 h 2260791"/>
              <a:gd name="connsiteX23" fmla="*/ 1519275 w 1857234"/>
              <a:gd name="connsiteY23" fmla="*/ 1901778 h 2260791"/>
              <a:gd name="connsiteX24" fmla="*/ 1630552 w 1857234"/>
              <a:gd name="connsiteY24" fmla="*/ 1734918 h 2260791"/>
              <a:gd name="connsiteX25" fmla="*/ 1667781 w 1857234"/>
              <a:gd name="connsiteY25" fmla="*/ 1594101 h 2260791"/>
              <a:gd name="connsiteX26" fmla="*/ 1678087 w 1857234"/>
              <a:gd name="connsiteY26" fmla="*/ 1484588 h 2260791"/>
              <a:gd name="connsiteX27" fmla="*/ 1737353 w 1857234"/>
              <a:gd name="connsiteY27" fmla="*/ 1549870 h 2260791"/>
              <a:gd name="connsiteX28" fmla="*/ 1788153 w 1857234"/>
              <a:gd name="connsiteY28" fmla="*/ 1524470 h 2260791"/>
              <a:gd name="connsiteX29" fmla="*/ 1810167 w 1857234"/>
              <a:gd name="connsiteY29" fmla="*/ 1405936 h 2260791"/>
              <a:gd name="connsiteX30" fmla="*/ 1849113 w 1857234"/>
              <a:gd name="connsiteY30" fmla="*/ 1309416 h 2260791"/>
              <a:gd name="connsiteX31" fmla="*/ 1855887 w 1857234"/>
              <a:gd name="connsiteY31" fmla="*/ 1211203 h 2260791"/>
              <a:gd name="connsiteX32" fmla="*/ 1830487 w 1857234"/>
              <a:gd name="connsiteY32" fmla="*/ 1092670 h 2260791"/>
              <a:gd name="connsiteX33" fmla="*/ 1754287 w 1857234"/>
              <a:gd name="connsiteY33" fmla="*/ 1118070 h 2260791"/>
              <a:gd name="connsiteX34" fmla="*/ 1720420 w 1857234"/>
              <a:gd name="connsiteY34" fmla="*/ 1164636 h 2260791"/>
              <a:gd name="connsiteX35" fmla="*/ 1686553 w 1857234"/>
              <a:gd name="connsiteY35" fmla="*/ 1236603 h 2260791"/>
              <a:gd name="connsiteX36" fmla="*/ 1703487 w 1857234"/>
              <a:gd name="connsiteY36" fmla="*/ 830203 h 2260791"/>
              <a:gd name="connsiteX37" fmla="*/ 1669620 w 1857234"/>
              <a:gd name="connsiteY37" fmla="*/ 505083 h 2260791"/>
              <a:gd name="connsiteX38" fmla="*/ 1474887 w 1857234"/>
              <a:gd name="connsiteY38" fmla="*/ 186736 h 2260791"/>
              <a:gd name="connsiteX39" fmla="*/ 1264278 w 1857234"/>
              <a:gd name="connsiteY39" fmla="*/ 62925 h 2260791"/>
              <a:gd name="connsiteX40" fmla="*/ 907620 w 1857234"/>
              <a:gd name="connsiteY40" fmla="*/ 470 h 2260791"/>
              <a:gd name="connsiteX41" fmla="*/ 699128 w 1857234"/>
              <a:gd name="connsiteY41" fmla="*/ 38246 h 2260791"/>
              <a:gd name="connsiteX0" fmla="*/ 699128 w 1857234"/>
              <a:gd name="connsiteY0" fmla="*/ 38246 h 2249919"/>
              <a:gd name="connsiteX1" fmla="*/ 530853 w 1857234"/>
              <a:gd name="connsiteY1" fmla="*/ 109476 h 2249919"/>
              <a:gd name="connsiteX2" fmla="*/ 359403 w 1857234"/>
              <a:gd name="connsiteY2" fmla="*/ 226951 h 2249919"/>
              <a:gd name="connsiteX3" fmla="*/ 194303 w 1857234"/>
              <a:gd name="connsiteY3" fmla="*/ 500001 h 2249919"/>
              <a:gd name="connsiteX4" fmla="*/ 143503 w 1857234"/>
              <a:gd name="connsiteY4" fmla="*/ 690502 h 2249919"/>
              <a:gd name="connsiteX5" fmla="*/ 143503 w 1857234"/>
              <a:gd name="connsiteY5" fmla="*/ 1058801 h 2249919"/>
              <a:gd name="connsiteX6" fmla="*/ 144562 w 1857234"/>
              <a:gd name="connsiteY6" fmla="*/ 1196386 h 2249919"/>
              <a:gd name="connsiteX7" fmla="*/ 92704 w 1857234"/>
              <a:gd name="connsiteY7" fmla="*/ 1145586 h 2249919"/>
              <a:gd name="connsiteX8" fmla="*/ 13329 w 1857234"/>
              <a:gd name="connsiteY8" fmla="*/ 1150878 h 2249919"/>
              <a:gd name="connsiteX9" fmla="*/ 1687 w 1857234"/>
              <a:gd name="connsiteY9" fmla="*/ 1262003 h 2249919"/>
              <a:gd name="connsiteX10" fmla="*/ 31320 w 1857234"/>
              <a:gd name="connsiteY10" fmla="*/ 1405937 h 2249919"/>
              <a:gd name="connsiteX11" fmla="*/ 99053 w 1857234"/>
              <a:gd name="connsiteY11" fmla="*/ 1511770 h 2249919"/>
              <a:gd name="connsiteX12" fmla="*/ 149853 w 1857234"/>
              <a:gd name="connsiteY12" fmla="*/ 1609136 h 2249919"/>
              <a:gd name="connsiteX13" fmla="*/ 213353 w 1857234"/>
              <a:gd name="connsiteY13" fmla="*/ 1626070 h 2249919"/>
              <a:gd name="connsiteX14" fmla="*/ 221820 w 1857234"/>
              <a:gd name="connsiteY14" fmla="*/ 1566803 h 2249919"/>
              <a:gd name="connsiteX15" fmla="*/ 221820 w 1857234"/>
              <a:gd name="connsiteY15" fmla="*/ 1532936 h 2249919"/>
              <a:gd name="connsiteX16" fmla="*/ 311275 w 1857234"/>
              <a:gd name="connsiteY16" fmla="*/ 1766178 h 2249919"/>
              <a:gd name="connsiteX17" fmla="*/ 448026 w 1857234"/>
              <a:gd name="connsiteY17" fmla="*/ 1942746 h 2249919"/>
              <a:gd name="connsiteX18" fmla="*/ 642954 w 1857234"/>
              <a:gd name="connsiteY18" fmla="*/ 2115725 h 2249919"/>
              <a:gd name="connsiteX19" fmla="*/ 812665 w 1857234"/>
              <a:gd name="connsiteY19" fmla="*/ 2239951 h 2249919"/>
              <a:gd name="connsiteX20" fmla="*/ 1108568 w 1857234"/>
              <a:gd name="connsiteY20" fmla="*/ 2241834 h 2249919"/>
              <a:gd name="connsiteX21" fmla="*/ 1135990 w 1857234"/>
              <a:gd name="connsiteY21" fmla="*/ 2237196 h 2249919"/>
              <a:gd name="connsiteX22" fmla="*/ 1304365 w 1857234"/>
              <a:gd name="connsiteY22" fmla="*/ 2109462 h 2249919"/>
              <a:gd name="connsiteX23" fmla="*/ 1519275 w 1857234"/>
              <a:gd name="connsiteY23" fmla="*/ 1901778 h 2249919"/>
              <a:gd name="connsiteX24" fmla="*/ 1630552 w 1857234"/>
              <a:gd name="connsiteY24" fmla="*/ 1734918 h 2249919"/>
              <a:gd name="connsiteX25" fmla="*/ 1667781 w 1857234"/>
              <a:gd name="connsiteY25" fmla="*/ 1594101 h 2249919"/>
              <a:gd name="connsiteX26" fmla="*/ 1678087 w 1857234"/>
              <a:gd name="connsiteY26" fmla="*/ 1484588 h 2249919"/>
              <a:gd name="connsiteX27" fmla="*/ 1737353 w 1857234"/>
              <a:gd name="connsiteY27" fmla="*/ 1549870 h 2249919"/>
              <a:gd name="connsiteX28" fmla="*/ 1788153 w 1857234"/>
              <a:gd name="connsiteY28" fmla="*/ 1524470 h 2249919"/>
              <a:gd name="connsiteX29" fmla="*/ 1810167 w 1857234"/>
              <a:gd name="connsiteY29" fmla="*/ 1405936 h 2249919"/>
              <a:gd name="connsiteX30" fmla="*/ 1849113 w 1857234"/>
              <a:gd name="connsiteY30" fmla="*/ 1309416 h 2249919"/>
              <a:gd name="connsiteX31" fmla="*/ 1855887 w 1857234"/>
              <a:gd name="connsiteY31" fmla="*/ 1211203 h 2249919"/>
              <a:gd name="connsiteX32" fmla="*/ 1830487 w 1857234"/>
              <a:gd name="connsiteY32" fmla="*/ 1092670 h 2249919"/>
              <a:gd name="connsiteX33" fmla="*/ 1754287 w 1857234"/>
              <a:gd name="connsiteY33" fmla="*/ 1118070 h 2249919"/>
              <a:gd name="connsiteX34" fmla="*/ 1720420 w 1857234"/>
              <a:gd name="connsiteY34" fmla="*/ 1164636 h 2249919"/>
              <a:gd name="connsiteX35" fmla="*/ 1686553 w 1857234"/>
              <a:gd name="connsiteY35" fmla="*/ 1236603 h 2249919"/>
              <a:gd name="connsiteX36" fmla="*/ 1703487 w 1857234"/>
              <a:gd name="connsiteY36" fmla="*/ 830203 h 2249919"/>
              <a:gd name="connsiteX37" fmla="*/ 1669620 w 1857234"/>
              <a:gd name="connsiteY37" fmla="*/ 505083 h 2249919"/>
              <a:gd name="connsiteX38" fmla="*/ 1474887 w 1857234"/>
              <a:gd name="connsiteY38" fmla="*/ 186736 h 2249919"/>
              <a:gd name="connsiteX39" fmla="*/ 1264278 w 1857234"/>
              <a:gd name="connsiteY39" fmla="*/ 62925 h 2249919"/>
              <a:gd name="connsiteX40" fmla="*/ 907620 w 1857234"/>
              <a:gd name="connsiteY40" fmla="*/ 470 h 2249919"/>
              <a:gd name="connsiteX41" fmla="*/ 699128 w 1857234"/>
              <a:gd name="connsiteY41" fmla="*/ 38246 h 2249919"/>
              <a:gd name="connsiteX0" fmla="*/ 699128 w 1857234"/>
              <a:gd name="connsiteY0" fmla="*/ 38246 h 2260616"/>
              <a:gd name="connsiteX1" fmla="*/ 530853 w 1857234"/>
              <a:gd name="connsiteY1" fmla="*/ 109476 h 2260616"/>
              <a:gd name="connsiteX2" fmla="*/ 359403 w 1857234"/>
              <a:gd name="connsiteY2" fmla="*/ 226951 h 2260616"/>
              <a:gd name="connsiteX3" fmla="*/ 194303 w 1857234"/>
              <a:gd name="connsiteY3" fmla="*/ 500001 h 2260616"/>
              <a:gd name="connsiteX4" fmla="*/ 143503 w 1857234"/>
              <a:gd name="connsiteY4" fmla="*/ 690502 h 2260616"/>
              <a:gd name="connsiteX5" fmla="*/ 143503 w 1857234"/>
              <a:gd name="connsiteY5" fmla="*/ 1058801 h 2260616"/>
              <a:gd name="connsiteX6" fmla="*/ 144562 w 1857234"/>
              <a:gd name="connsiteY6" fmla="*/ 1196386 h 2260616"/>
              <a:gd name="connsiteX7" fmla="*/ 92704 w 1857234"/>
              <a:gd name="connsiteY7" fmla="*/ 1145586 h 2260616"/>
              <a:gd name="connsiteX8" fmla="*/ 13329 w 1857234"/>
              <a:gd name="connsiteY8" fmla="*/ 1150878 h 2260616"/>
              <a:gd name="connsiteX9" fmla="*/ 1687 w 1857234"/>
              <a:gd name="connsiteY9" fmla="*/ 1262003 h 2260616"/>
              <a:gd name="connsiteX10" fmla="*/ 31320 w 1857234"/>
              <a:gd name="connsiteY10" fmla="*/ 1405937 h 2260616"/>
              <a:gd name="connsiteX11" fmla="*/ 99053 w 1857234"/>
              <a:gd name="connsiteY11" fmla="*/ 1511770 h 2260616"/>
              <a:gd name="connsiteX12" fmla="*/ 149853 w 1857234"/>
              <a:gd name="connsiteY12" fmla="*/ 1609136 h 2260616"/>
              <a:gd name="connsiteX13" fmla="*/ 213353 w 1857234"/>
              <a:gd name="connsiteY13" fmla="*/ 1626070 h 2260616"/>
              <a:gd name="connsiteX14" fmla="*/ 221820 w 1857234"/>
              <a:gd name="connsiteY14" fmla="*/ 1566803 h 2260616"/>
              <a:gd name="connsiteX15" fmla="*/ 221820 w 1857234"/>
              <a:gd name="connsiteY15" fmla="*/ 1532936 h 2260616"/>
              <a:gd name="connsiteX16" fmla="*/ 311275 w 1857234"/>
              <a:gd name="connsiteY16" fmla="*/ 1766178 h 2260616"/>
              <a:gd name="connsiteX17" fmla="*/ 448026 w 1857234"/>
              <a:gd name="connsiteY17" fmla="*/ 1942746 h 2260616"/>
              <a:gd name="connsiteX18" fmla="*/ 642954 w 1857234"/>
              <a:gd name="connsiteY18" fmla="*/ 2115725 h 2260616"/>
              <a:gd name="connsiteX19" fmla="*/ 812665 w 1857234"/>
              <a:gd name="connsiteY19" fmla="*/ 2239951 h 2260616"/>
              <a:gd name="connsiteX20" fmla="*/ 1108568 w 1857234"/>
              <a:gd name="connsiteY20" fmla="*/ 2241834 h 2260616"/>
              <a:gd name="connsiteX21" fmla="*/ 1163909 w 1857234"/>
              <a:gd name="connsiteY21" fmla="*/ 2251122 h 2260616"/>
              <a:gd name="connsiteX22" fmla="*/ 1304365 w 1857234"/>
              <a:gd name="connsiteY22" fmla="*/ 2109462 h 2260616"/>
              <a:gd name="connsiteX23" fmla="*/ 1519275 w 1857234"/>
              <a:gd name="connsiteY23" fmla="*/ 1901778 h 2260616"/>
              <a:gd name="connsiteX24" fmla="*/ 1630552 w 1857234"/>
              <a:gd name="connsiteY24" fmla="*/ 1734918 h 2260616"/>
              <a:gd name="connsiteX25" fmla="*/ 1667781 w 1857234"/>
              <a:gd name="connsiteY25" fmla="*/ 1594101 h 2260616"/>
              <a:gd name="connsiteX26" fmla="*/ 1678087 w 1857234"/>
              <a:gd name="connsiteY26" fmla="*/ 1484588 h 2260616"/>
              <a:gd name="connsiteX27" fmla="*/ 1737353 w 1857234"/>
              <a:gd name="connsiteY27" fmla="*/ 1549870 h 2260616"/>
              <a:gd name="connsiteX28" fmla="*/ 1788153 w 1857234"/>
              <a:gd name="connsiteY28" fmla="*/ 1524470 h 2260616"/>
              <a:gd name="connsiteX29" fmla="*/ 1810167 w 1857234"/>
              <a:gd name="connsiteY29" fmla="*/ 1405936 h 2260616"/>
              <a:gd name="connsiteX30" fmla="*/ 1849113 w 1857234"/>
              <a:gd name="connsiteY30" fmla="*/ 1309416 h 2260616"/>
              <a:gd name="connsiteX31" fmla="*/ 1855887 w 1857234"/>
              <a:gd name="connsiteY31" fmla="*/ 1211203 h 2260616"/>
              <a:gd name="connsiteX32" fmla="*/ 1830487 w 1857234"/>
              <a:gd name="connsiteY32" fmla="*/ 1092670 h 2260616"/>
              <a:gd name="connsiteX33" fmla="*/ 1754287 w 1857234"/>
              <a:gd name="connsiteY33" fmla="*/ 1118070 h 2260616"/>
              <a:gd name="connsiteX34" fmla="*/ 1720420 w 1857234"/>
              <a:gd name="connsiteY34" fmla="*/ 1164636 h 2260616"/>
              <a:gd name="connsiteX35" fmla="*/ 1686553 w 1857234"/>
              <a:gd name="connsiteY35" fmla="*/ 1236603 h 2260616"/>
              <a:gd name="connsiteX36" fmla="*/ 1703487 w 1857234"/>
              <a:gd name="connsiteY36" fmla="*/ 830203 h 2260616"/>
              <a:gd name="connsiteX37" fmla="*/ 1669620 w 1857234"/>
              <a:gd name="connsiteY37" fmla="*/ 505083 h 2260616"/>
              <a:gd name="connsiteX38" fmla="*/ 1474887 w 1857234"/>
              <a:gd name="connsiteY38" fmla="*/ 186736 h 2260616"/>
              <a:gd name="connsiteX39" fmla="*/ 1264278 w 1857234"/>
              <a:gd name="connsiteY39" fmla="*/ 62925 h 2260616"/>
              <a:gd name="connsiteX40" fmla="*/ 907620 w 1857234"/>
              <a:gd name="connsiteY40" fmla="*/ 470 h 2260616"/>
              <a:gd name="connsiteX41" fmla="*/ 699128 w 1857234"/>
              <a:gd name="connsiteY41" fmla="*/ 38246 h 2260616"/>
              <a:gd name="connsiteX0" fmla="*/ 699128 w 1857234"/>
              <a:gd name="connsiteY0" fmla="*/ 38246 h 2252593"/>
              <a:gd name="connsiteX1" fmla="*/ 530853 w 1857234"/>
              <a:gd name="connsiteY1" fmla="*/ 109476 h 2252593"/>
              <a:gd name="connsiteX2" fmla="*/ 359403 w 1857234"/>
              <a:gd name="connsiteY2" fmla="*/ 226951 h 2252593"/>
              <a:gd name="connsiteX3" fmla="*/ 194303 w 1857234"/>
              <a:gd name="connsiteY3" fmla="*/ 500001 h 2252593"/>
              <a:gd name="connsiteX4" fmla="*/ 143503 w 1857234"/>
              <a:gd name="connsiteY4" fmla="*/ 690502 h 2252593"/>
              <a:gd name="connsiteX5" fmla="*/ 143503 w 1857234"/>
              <a:gd name="connsiteY5" fmla="*/ 1058801 h 2252593"/>
              <a:gd name="connsiteX6" fmla="*/ 144562 w 1857234"/>
              <a:gd name="connsiteY6" fmla="*/ 1196386 h 2252593"/>
              <a:gd name="connsiteX7" fmla="*/ 92704 w 1857234"/>
              <a:gd name="connsiteY7" fmla="*/ 1145586 h 2252593"/>
              <a:gd name="connsiteX8" fmla="*/ 13329 w 1857234"/>
              <a:gd name="connsiteY8" fmla="*/ 1150878 h 2252593"/>
              <a:gd name="connsiteX9" fmla="*/ 1687 w 1857234"/>
              <a:gd name="connsiteY9" fmla="*/ 1262003 h 2252593"/>
              <a:gd name="connsiteX10" fmla="*/ 31320 w 1857234"/>
              <a:gd name="connsiteY10" fmla="*/ 1405937 h 2252593"/>
              <a:gd name="connsiteX11" fmla="*/ 99053 w 1857234"/>
              <a:gd name="connsiteY11" fmla="*/ 1511770 h 2252593"/>
              <a:gd name="connsiteX12" fmla="*/ 149853 w 1857234"/>
              <a:gd name="connsiteY12" fmla="*/ 1609136 h 2252593"/>
              <a:gd name="connsiteX13" fmla="*/ 213353 w 1857234"/>
              <a:gd name="connsiteY13" fmla="*/ 1626070 h 2252593"/>
              <a:gd name="connsiteX14" fmla="*/ 221820 w 1857234"/>
              <a:gd name="connsiteY14" fmla="*/ 1566803 h 2252593"/>
              <a:gd name="connsiteX15" fmla="*/ 221820 w 1857234"/>
              <a:gd name="connsiteY15" fmla="*/ 1532936 h 2252593"/>
              <a:gd name="connsiteX16" fmla="*/ 311275 w 1857234"/>
              <a:gd name="connsiteY16" fmla="*/ 1766178 h 2252593"/>
              <a:gd name="connsiteX17" fmla="*/ 448026 w 1857234"/>
              <a:gd name="connsiteY17" fmla="*/ 1942746 h 2252593"/>
              <a:gd name="connsiteX18" fmla="*/ 642954 w 1857234"/>
              <a:gd name="connsiteY18" fmla="*/ 2115725 h 2252593"/>
              <a:gd name="connsiteX19" fmla="*/ 812665 w 1857234"/>
              <a:gd name="connsiteY19" fmla="*/ 2239951 h 2252593"/>
              <a:gd name="connsiteX20" fmla="*/ 1108568 w 1857234"/>
              <a:gd name="connsiteY20" fmla="*/ 2241834 h 2252593"/>
              <a:gd name="connsiteX21" fmla="*/ 1219747 w 1857234"/>
              <a:gd name="connsiteY21" fmla="*/ 2181492 h 2252593"/>
              <a:gd name="connsiteX22" fmla="*/ 1304365 w 1857234"/>
              <a:gd name="connsiteY22" fmla="*/ 2109462 h 2252593"/>
              <a:gd name="connsiteX23" fmla="*/ 1519275 w 1857234"/>
              <a:gd name="connsiteY23" fmla="*/ 1901778 h 2252593"/>
              <a:gd name="connsiteX24" fmla="*/ 1630552 w 1857234"/>
              <a:gd name="connsiteY24" fmla="*/ 1734918 h 2252593"/>
              <a:gd name="connsiteX25" fmla="*/ 1667781 w 1857234"/>
              <a:gd name="connsiteY25" fmla="*/ 1594101 h 2252593"/>
              <a:gd name="connsiteX26" fmla="*/ 1678087 w 1857234"/>
              <a:gd name="connsiteY26" fmla="*/ 1484588 h 2252593"/>
              <a:gd name="connsiteX27" fmla="*/ 1737353 w 1857234"/>
              <a:gd name="connsiteY27" fmla="*/ 1549870 h 2252593"/>
              <a:gd name="connsiteX28" fmla="*/ 1788153 w 1857234"/>
              <a:gd name="connsiteY28" fmla="*/ 1524470 h 2252593"/>
              <a:gd name="connsiteX29" fmla="*/ 1810167 w 1857234"/>
              <a:gd name="connsiteY29" fmla="*/ 1405936 h 2252593"/>
              <a:gd name="connsiteX30" fmla="*/ 1849113 w 1857234"/>
              <a:gd name="connsiteY30" fmla="*/ 1309416 h 2252593"/>
              <a:gd name="connsiteX31" fmla="*/ 1855887 w 1857234"/>
              <a:gd name="connsiteY31" fmla="*/ 1211203 h 2252593"/>
              <a:gd name="connsiteX32" fmla="*/ 1830487 w 1857234"/>
              <a:gd name="connsiteY32" fmla="*/ 1092670 h 2252593"/>
              <a:gd name="connsiteX33" fmla="*/ 1754287 w 1857234"/>
              <a:gd name="connsiteY33" fmla="*/ 1118070 h 2252593"/>
              <a:gd name="connsiteX34" fmla="*/ 1720420 w 1857234"/>
              <a:gd name="connsiteY34" fmla="*/ 1164636 h 2252593"/>
              <a:gd name="connsiteX35" fmla="*/ 1686553 w 1857234"/>
              <a:gd name="connsiteY35" fmla="*/ 1236603 h 2252593"/>
              <a:gd name="connsiteX36" fmla="*/ 1703487 w 1857234"/>
              <a:gd name="connsiteY36" fmla="*/ 830203 h 2252593"/>
              <a:gd name="connsiteX37" fmla="*/ 1669620 w 1857234"/>
              <a:gd name="connsiteY37" fmla="*/ 505083 h 2252593"/>
              <a:gd name="connsiteX38" fmla="*/ 1474887 w 1857234"/>
              <a:gd name="connsiteY38" fmla="*/ 186736 h 2252593"/>
              <a:gd name="connsiteX39" fmla="*/ 1264278 w 1857234"/>
              <a:gd name="connsiteY39" fmla="*/ 62925 h 2252593"/>
              <a:gd name="connsiteX40" fmla="*/ 907620 w 1857234"/>
              <a:gd name="connsiteY40" fmla="*/ 470 h 2252593"/>
              <a:gd name="connsiteX41" fmla="*/ 699128 w 1857234"/>
              <a:gd name="connsiteY41" fmla="*/ 38246 h 2252593"/>
              <a:gd name="connsiteX0" fmla="*/ 699128 w 1857234"/>
              <a:gd name="connsiteY0" fmla="*/ 38246 h 2264838"/>
              <a:gd name="connsiteX1" fmla="*/ 530853 w 1857234"/>
              <a:gd name="connsiteY1" fmla="*/ 109476 h 2264838"/>
              <a:gd name="connsiteX2" fmla="*/ 359403 w 1857234"/>
              <a:gd name="connsiteY2" fmla="*/ 226951 h 2264838"/>
              <a:gd name="connsiteX3" fmla="*/ 194303 w 1857234"/>
              <a:gd name="connsiteY3" fmla="*/ 500001 h 2264838"/>
              <a:gd name="connsiteX4" fmla="*/ 143503 w 1857234"/>
              <a:gd name="connsiteY4" fmla="*/ 690502 h 2264838"/>
              <a:gd name="connsiteX5" fmla="*/ 143503 w 1857234"/>
              <a:gd name="connsiteY5" fmla="*/ 1058801 h 2264838"/>
              <a:gd name="connsiteX6" fmla="*/ 144562 w 1857234"/>
              <a:gd name="connsiteY6" fmla="*/ 1196386 h 2264838"/>
              <a:gd name="connsiteX7" fmla="*/ 92704 w 1857234"/>
              <a:gd name="connsiteY7" fmla="*/ 1145586 h 2264838"/>
              <a:gd name="connsiteX8" fmla="*/ 13329 w 1857234"/>
              <a:gd name="connsiteY8" fmla="*/ 1150878 h 2264838"/>
              <a:gd name="connsiteX9" fmla="*/ 1687 w 1857234"/>
              <a:gd name="connsiteY9" fmla="*/ 1262003 h 2264838"/>
              <a:gd name="connsiteX10" fmla="*/ 31320 w 1857234"/>
              <a:gd name="connsiteY10" fmla="*/ 1405937 h 2264838"/>
              <a:gd name="connsiteX11" fmla="*/ 99053 w 1857234"/>
              <a:gd name="connsiteY11" fmla="*/ 1511770 h 2264838"/>
              <a:gd name="connsiteX12" fmla="*/ 149853 w 1857234"/>
              <a:gd name="connsiteY12" fmla="*/ 1609136 h 2264838"/>
              <a:gd name="connsiteX13" fmla="*/ 213353 w 1857234"/>
              <a:gd name="connsiteY13" fmla="*/ 1626070 h 2264838"/>
              <a:gd name="connsiteX14" fmla="*/ 221820 w 1857234"/>
              <a:gd name="connsiteY14" fmla="*/ 1566803 h 2264838"/>
              <a:gd name="connsiteX15" fmla="*/ 221820 w 1857234"/>
              <a:gd name="connsiteY15" fmla="*/ 1532936 h 2264838"/>
              <a:gd name="connsiteX16" fmla="*/ 311275 w 1857234"/>
              <a:gd name="connsiteY16" fmla="*/ 1766178 h 2264838"/>
              <a:gd name="connsiteX17" fmla="*/ 448026 w 1857234"/>
              <a:gd name="connsiteY17" fmla="*/ 1942746 h 2264838"/>
              <a:gd name="connsiteX18" fmla="*/ 642954 w 1857234"/>
              <a:gd name="connsiteY18" fmla="*/ 2115725 h 2264838"/>
              <a:gd name="connsiteX19" fmla="*/ 812665 w 1857234"/>
              <a:gd name="connsiteY19" fmla="*/ 2239951 h 2264838"/>
              <a:gd name="connsiteX20" fmla="*/ 1108568 w 1857234"/>
              <a:gd name="connsiteY20" fmla="*/ 2260402 h 2264838"/>
              <a:gd name="connsiteX21" fmla="*/ 1219747 w 1857234"/>
              <a:gd name="connsiteY21" fmla="*/ 2181492 h 2264838"/>
              <a:gd name="connsiteX22" fmla="*/ 1304365 w 1857234"/>
              <a:gd name="connsiteY22" fmla="*/ 2109462 h 2264838"/>
              <a:gd name="connsiteX23" fmla="*/ 1519275 w 1857234"/>
              <a:gd name="connsiteY23" fmla="*/ 1901778 h 2264838"/>
              <a:gd name="connsiteX24" fmla="*/ 1630552 w 1857234"/>
              <a:gd name="connsiteY24" fmla="*/ 1734918 h 2264838"/>
              <a:gd name="connsiteX25" fmla="*/ 1667781 w 1857234"/>
              <a:gd name="connsiteY25" fmla="*/ 1594101 h 2264838"/>
              <a:gd name="connsiteX26" fmla="*/ 1678087 w 1857234"/>
              <a:gd name="connsiteY26" fmla="*/ 1484588 h 2264838"/>
              <a:gd name="connsiteX27" fmla="*/ 1737353 w 1857234"/>
              <a:gd name="connsiteY27" fmla="*/ 1549870 h 2264838"/>
              <a:gd name="connsiteX28" fmla="*/ 1788153 w 1857234"/>
              <a:gd name="connsiteY28" fmla="*/ 1524470 h 2264838"/>
              <a:gd name="connsiteX29" fmla="*/ 1810167 w 1857234"/>
              <a:gd name="connsiteY29" fmla="*/ 1405936 h 2264838"/>
              <a:gd name="connsiteX30" fmla="*/ 1849113 w 1857234"/>
              <a:gd name="connsiteY30" fmla="*/ 1309416 h 2264838"/>
              <a:gd name="connsiteX31" fmla="*/ 1855887 w 1857234"/>
              <a:gd name="connsiteY31" fmla="*/ 1211203 h 2264838"/>
              <a:gd name="connsiteX32" fmla="*/ 1830487 w 1857234"/>
              <a:gd name="connsiteY32" fmla="*/ 1092670 h 2264838"/>
              <a:gd name="connsiteX33" fmla="*/ 1754287 w 1857234"/>
              <a:gd name="connsiteY33" fmla="*/ 1118070 h 2264838"/>
              <a:gd name="connsiteX34" fmla="*/ 1720420 w 1857234"/>
              <a:gd name="connsiteY34" fmla="*/ 1164636 h 2264838"/>
              <a:gd name="connsiteX35" fmla="*/ 1686553 w 1857234"/>
              <a:gd name="connsiteY35" fmla="*/ 1236603 h 2264838"/>
              <a:gd name="connsiteX36" fmla="*/ 1703487 w 1857234"/>
              <a:gd name="connsiteY36" fmla="*/ 830203 h 2264838"/>
              <a:gd name="connsiteX37" fmla="*/ 1669620 w 1857234"/>
              <a:gd name="connsiteY37" fmla="*/ 505083 h 2264838"/>
              <a:gd name="connsiteX38" fmla="*/ 1474887 w 1857234"/>
              <a:gd name="connsiteY38" fmla="*/ 186736 h 2264838"/>
              <a:gd name="connsiteX39" fmla="*/ 1264278 w 1857234"/>
              <a:gd name="connsiteY39" fmla="*/ 62925 h 2264838"/>
              <a:gd name="connsiteX40" fmla="*/ 907620 w 1857234"/>
              <a:gd name="connsiteY40" fmla="*/ 470 h 2264838"/>
              <a:gd name="connsiteX41" fmla="*/ 699128 w 1857234"/>
              <a:gd name="connsiteY41" fmla="*/ 38246 h 2264838"/>
              <a:gd name="connsiteX0" fmla="*/ 699128 w 1857234"/>
              <a:gd name="connsiteY0" fmla="*/ 38246 h 2264838"/>
              <a:gd name="connsiteX1" fmla="*/ 530853 w 1857234"/>
              <a:gd name="connsiteY1" fmla="*/ 109476 h 2264838"/>
              <a:gd name="connsiteX2" fmla="*/ 359403 w 1857234"/>
              <a:gd name="connsiteY2" fmla="*/ 226951 h 2264838"/>
              <a:gd name="connsiteX3" fmla="*/ 194303 w 1857234"/>
              <a:gd name="connsiteY3" fmla="*/ 500001 h 2264838"/>
              <a:gd name="connsiteX4" fmla="*/ 143503 w 1857234"/>
              <a:gd name="connsiteY4" fmla="*/ 690502 h 2264838"/>
              <a:gd name="connsiteX5" fmla="*/ 143503 w 1857234"/>
              <a:gd name="connsiteY5" fmla="*/ 1058801 h 2264838"/>
              <a:gd name="connsiteX6" fmla="*/ 144562 w 1857234"/>
              <a:gd name="connsiteY6" fmla="*/ 1196386 h 2264838"/>
              <a:gd name="connsiteX7" fmla="*/ 92704 w 1857234"/>
              <a:gd name="connsiteY7" fmla="*/ 1145586 h 2264838"/>
              <a:gd name="connsiteX8" fmla="*/ 13329 w 1857234"/>
              <a:gd name="connsiteY8" fmla="*/ 1150878 h 2264838"/>
              <a:gd name="connsiteX9" fmla="*/ 1687 w 1857234"/>
              <a:gd name="connsiteY9" fmla="*/ 1262003 h 2264838"/>
              <a:gd name="connsiteX10" fmla="*/ 31320 w 1857234"/>
              <a:gd name="connsiteY10" fmla="*/ 1405937 h 2264838"/>
              <a:gd name="connsiteX11" fmla="*/ 99053 w 1857234"/>
              <a:gd name="connsiteY11" fmla="*/ 1511770 h 2264838"/>
              <a:gd name="connsiteX12" fmla="*/ 149853 w 1857234"/>
              <a:gd name="connsiteY12" fmla="*/ 1609136 h 2264838"/>
              <a:gd name="connsiteX13" fmla="*/ 213353 w 1857234"/>
              <a:gd name="connsiteY13" fmla="*/ 1626070 h 2264838"/>
              <a:gd name="connsiteX14" fmla="*/ 221820 w 1857234"/>
              <a:gd name="connsiteY14" fmla="*/ 1566803 h 2264838"/>
              <a:gd name="connsiteX15" fmla="*/ 221820 w 1857234"/>
              <a:gd name="connsiteY15" fmla="*/ 1532936 h 2264838"/>
              <a:gd name="connsiteX16" fmla="*/ 311275 w 1857234"/>
              <a:gd name="connsiteY16" fmla="*/ 1766178 h 2264838"/>
              <a:gd name="connsiteX17" fmla="*/ 448026 w 1857234"/>
              <a:gd name="connsiteY17" fmla="*/ 1942746 h 2264838"/>
              <a:gd name="connsiteX18" fmla="*/ 642954 w 1857234"/>
              <a:gd name="connsiteY18" fmla="*/ 2115725 h 2264838"/>
              <a:gd name="connsiteX19" fmla="*/ 812665 w 1857234"/>
              <a:gd name="connsiteY19" fmla="*/ 2239951 h 2264838"/>
              <a:gd name="connsiteX20" fmla="*/ 1141140 w 1857234"/>
              <a:gd name="connsiteY20" fmla="*/ 2260402 h 2264838"/>
              <a:gd name="connsiteX21" fmla="*/ 1219747 w 1857234"/>
              <a:gd name="connsiteY21" fmla="*/ 2181492 h 2264838"/>
              <a:gd name="connsiteX22" fmla="*/ 1304365 w 1857234"/>
              <a:gd name="connsiteY22" fmla="*/ 2109462 h 2264838"/>
              <a:gd name="connsiteX23" fmla="*/ 1519275 w 1857234"/>
              <a:gd name="connsiteY23" fmla="*/ 1901778 h 2264838"/>
              <a:gd name="connsiteX24" fmla="*/ 1630552 w 1857234"/>
              <a:gd name="connsiteY24" fmla="*/ 1734918 h 2264838"/>
              <a:gd name="connsiteX25" fmla="*/ 1667781 w 1857234"/>
              <a:gd name="connsiteY25" fmla="*/ 1594101 h 2264838"/>
              <a:gd name="connsiteX26" fmla="*/ 1678087 w 1857234"/>
              <a:gd name="connsiteY26" fmla="*/ 1484588 h 2264838"/>
              <a:gd name="connsiteX27" fmla="*/ 1737353 w 1857234"/>
              <a:gd name="connsiteY27" fmla="*/ 1549870 h 2264838"/>
              <a:gd name="connsiteX28" fmla="*/ 1788153 w 1857234"/>
              <a:gd name="connsiteY28" fmla="*/ 1524470 h 2264838"/>
              <a:gd name="connsiteX29" fmla="*/ 1810167 w 1857234"/>
              <a:gd name="connsiteY29" fmla="*/ 1405936 h 2264838"/>
              <a:gd name="connsiteX30" fmla="*/ 1849113 w 1857234"/>
              <a:gd name="connsiteY30" fmla="*/ 1309416 h 2264838"/>
              <a:gd name="connsiteX31" fmla="*/ 1855887 w 1857234"/>
              <a:gd name="connsiteY31" fmla="*/ 1211203 h 2264838"/>
              <a:gd name="connsiteX32" fmla="*/ 1830487 w 1857234"/>
              <a:gd name="connsiteY32" fmla="*/ 1092670 h 2264838"/>
              <a:gd name="connsiteX33" fmla="*/ 1754287 w 1857234"/>
              <a:gd name="connsiteY33" fmla="*/ 1118070 h 2264838"/>
              <a:gd name="connsiteX34" fmla="*/ 1720420 w 1857234"/>
              <a:gd name="connsiteY34" fmla="*/ 1164636 h 2264838"/>
              <a:gd name="connsiteX35" fmla="*/ 1686553 w 1857234"/>
              <a:gd name="connsiteY35" fmla="*/ 1236603 h 2264838"/>
              <a:gd name="connsiteX36" fmla="*/ 1703487 w 1857234"/>
              <a:gd name="connsiteY36" fmla="*/ 830203 h 2264838"/>
              <a:gd name="connsiteX37" fmla="*/ 1669620 w 1857234"/>
              <a:gd name="connsiteY37" fmla="*/ 505083 h 2264838"/>
              <a:gd name="connsiteX38" fmla="*/ 1474887 w 1857234"/>
              <a:gd name="connsiteY38" fmla="*/ 186736 h 2264838"/>
              <a:gd name="connsiteX39" fmla="*/ 1264278 w 1857234"/>
              <a:gd name="connsiteY39" fmla="*/ 62925 h 2264838"/>
              <a:gd name="connsiteX40" fmla="*/ 907620 w 1857234"/>
              <a:gd name="connsiteY40" fmla="*/ 470 h 2264838"/>
              <a:gd name="connsiteX41" fmla="*/ 699128 w 1857234"/>
              <a:gd name="connsiteY41" fmla="*/ 38246 h 2264838"/>
              <a:gd name="connsiteX0" fmla="*/ 699128 w 1857234"/>
              <a:gd name="connsiteY0" fmla="*/ 38246 h 2264838"/>
              <a:gd name="connsiteX1" fmla="*/ 530853 w 1857234"/>
              <a:gd name="connsiteY1" fmla="*/ 109476 h 2264838"/>
              <a:gd name="connsiteX2" fmla="*/ 359403 w 1857234"/>
              <a:gd name="connsiteY2" fmla="*/ 226951 h 2264838"/>
              <a:gd name="connsiteX3" fmla="*/ 194303 w 1857234"/>
              <a:gd name="connsiteY3" fmla="*/ 500001 h 2264838"/>
              <a:gd name="connsiteX4" fmla="*/ 143503 w 1857234"/>
              <a:gd name="connsiteY4" fmla="*/ 690502 h 2264838"/>
              <a:gd name="connsiteX5" fmla="*/ 143503 w 1857234"/>
              <a:gd name="connsiteY5" fmla="*/ 1058801 h 2264838"/>
              <a:gd name="connsiteX6" fmla="*/ 144562 w 1857234"/>
              <a:gd name="connsiteY6" fmla="*/ 1196386 h 2264838"/>
              <a:gd name="connsiteX7" fmla="*/ 92704 w 1857234"/>
              <a:gd name="connsiteY7" fmla="*/ 1145586 h 2264838"/>
              <a:gd name="connsiteX8" fmla="*/ 13329 w 1857234"/>
              <a:gd name="connsiteY8" fmla="*/ 1150878 h 2264838"/>
              <a:gd name="connsiteX9" fmla="*/ 1687 w 1857234"/>
              <a:gd name="connsiteY9" fmla="*/ 1262003 h 2264838"/>
              <a:gd name="connsiteX10" fmla="*/ 31320 w 1857234"/>
              <a:gd name="connsiteY10" fmla="*/ 1405937 h 2264838"/>
              <a:gd name="connsiteX11" fmla="*/ 99053 w 1857234"/>
              <a:gd name="connsiteY11" fmla="*/ 1511770 h 2264838"/>
              <a:gd name="connsiteX12" fmla="*/ 149853 w 1857234"/>
              <a:gd name="connsiteY12" fmla="*/ 1609136 h 2264838"/>
              <a:gd name="connsiteX13" fmla="*/ 213353 w 1857234"/>
              <a:gd name="connsiteY13" fmla="*/ 1626070 h 2264838"/>
              <a:gd name="connsiteX14" fmla="*/ 221820 w 1857234"/>
              <a:gd name="connsiteY14" fmla="*/ 1566803 h 2264838"/>
              <a:gd name="connsiteX15" fmla="*/ 221820 w 1857234"/>
              <a:gd name="connsiteY15" fmla="*/ 1532936 h 2264838"/>
              <a:gd name="connsiteX16" fmla="*/ 311275 w 1857234"/>
              <a:gd name="connsiteY16" fmla="*/ 1766178 h 2264838"/>
              <a:gd name="connsiteX17" fmla="*/ 448026 w 1857234"/>
              <a:gd name="connsiteY17" fmla="*/ 1942746 h 2264838"/>
              <a:gd name="connsiteX18" fmla="*/ 642954 w 1857234"/>
              <a:gd name="connsiteY18" fmla="*/ 2115725 h 2264838"/>
              <a:gd name="connsiteX19" fmla="*/ 812665 w 1857234"/>
              <a:gd name="connsiteY19" fmla="*/ 2239951 h 2264838"/>
              <a:gd name="connsiteX20" fmla="*/ 1131834 w 1857234"/>
              <a:gd name="connsiteY20" fmla="*/ 2260402 h 2264838"/>
              <a:gd name="connsiteX21" fmla="*/ 1219747 w 1857234"/>
              <a:gd name="connsiteY21" fmla="*/ 2181492 h 2264838"/>
              <a:gd name="connsiteX22" fmla="*/ 1304365 w 1857234"/>
              <a:gd name="connsiteY22" fmla="*/ 2109462 h 2264838"/>
              <a:gd name="connsiteX23" fmla="*/ 1519275 w 1857234"/>
              <a:gd name="connsiteY23" fmla="*/ 1901778 h 2264838"/>
              <a:gd name="connsiteX24" fmla="*/ 1630552 w 1857234"/>
              <a:gd name="connsiteY24" fmla="*/ 1734918 h 2264838"/>
              <a:gd name="connsiteX25" fmla="*/ 1667781 w 1857234"/>
              <a:gd name="connsiteY25" fmla="*/ 1594101 h 2264838"/>
              <a:gd name="connsiteX26" fmla="*/ 1678087 w 1857234"/>
              <a:gd name="connsiteY26" fmla="*/ 1484588 h 2264838"/>
              <a:gd name="connsiteX27" fmla="*/ 1737353 w 1857234"/>
              <a:gd name="connsiteY27" fmla="*/ 1549870 h 2264838"/>
              <a:gd name="connsiteX28" fmla="*/ 1788153 w 1857234"/>
              <a:gd name="connsiteY28" fmla="*/ 1524470 h 2264838"/>
              <a:gd name="connsiteX29" fmla="*/ 1810167 w 1857234"/>
              <a:gd name="connsiteY29" fmla="*/ 1405936 h 2264838"/>
              <a:gd name="connsiteX30" fmla="*/ 1849113 w 1857234"/>
              <a:gd name="connsiteY30" fmla="*/ 1309416 h 2264838"/>
              <a:gd name="connsiteX31" fmla="*/ 1855887 w 1857234"/>
              <a:gd name="connsiteY31" fmla="*/ 1211203 h 2264838"/>
              <a:gd name="connsiteX32" fmla="*/ 1830487 w 1857234"/>
              <a:gd name="connsiteY32" fmla="*/ 1092670 h 2264838"/>
              <a:gd name="connsiteX33" fmla="*/ 1754287 w 1857234"/>
              <a:gd name="connsiteY33" fmla="*/ 1118070 h 2264838"/>
              <a:gd name="connsiteX34" fmla="*/ 1720420 w 1857234"/>
              <a:gd name="connsiteY34" fmla="*/ 1164636 h 2264838"/>
              <a:gd name="connsiteX35" fmla="*/ 1686553 w 1857234"/>
              <a:gd name="connsiteY35" fmla="*/ 1236603 h 2264838"/>
              <a:gd name="connsiteX36" fmla="*/ 1703487 w 1857234"/>
              <a:gd name="connsiteY36" fmla="*/ 830203 h 2264838"/>
              <a:gd name="connsiteX37" fmla="*/ 1669620 w 1857234"/>
              <a:gd name="connsiteY37" fmla="*/ 505083 h 2264838"/>
              <a:gd name="connsiteX38" fmla="*/ 1474887 w 1857234"/>
              <a:gd name="connsiteY38" fmla="*/ 186736 h 2264838"/>
              <a:gd name="connsiteX39" fmla="*/ 1264278 w 1857234"/>
              <a:gd name="connsiteY39" fmla="*/ 62925 h 2264838"/>
              <a:gd name="connsiteX40" fmla="*/ 907620 w 1857234"/>
              <a:gd name="connsiteY40" fmla="*/ 470 h 2264838"/>
              <a:gd name="connsiteX41" fmla="*/ 699128 w 1857234"/>
              <a:gd name="connsiteY41" fmla="*/ 38246 h 2264838"/>
              <a:gd name="connsiteX0" fmla="*/ 699128 w 1857234"/>
              <a:gd name="connsiteY0" fmla="*/ 38246 h 2264838"/>
              <a:gd name="connsiteX1" fmla="*/ 530853 w 1857234"/>
              <a:gd name="connsiteY1" fmla="*/ 109476 h 2264838"/>
              <a:gd name="connsiteX2" fmla="*/ 359403 w 1857234"/>
              <a:gd name="connsiteY2" fmla="*/ 226951 h 2264838"/>
              <a:gd name="connsiteX3" fmla="*/ 194303 w 1857234"/>
              <a:gd name="connsiteY3" fmla="*/ 500001 h 2264838"/>
              <a:gd name="connsiteX4" fmla="*/ 143503 w 1857234"/>
              <a:gd name="connsiteY4" fmla="*/ 690502 h 2264838"/>
              <a:gd name="connsiteX5" fmla="*/ 143503 w 1857234"/>
              <a:gd name="connsiteY5" fmla="*/ 1058801 h 2264838"/>
              <a:gd name="connsiteX6" fmla="*/ 144562 w 1857234"/>
              <a:gd name="connsiteY6" fmla="*/ 1196386 h 2264838"/>
              <a:gd name="connsiteX7" fmla="*/ 92704 w 1857234"/>
              <a:gd name="connsiteY7" fmla="*/ 1145586 h 2264838"/>
              <a:gd name="connsiteX8" fmla="*/ 13329 w 1857234"/>
              <a:gd name="connsiteY8" fmla="*/ 1150878 h 2264838"/>
              <a:gd name="connsiteX9" fmla="*/ 1687 w 1857234"/>
              <a:gd name="connsiteY9" fmla="*/ 1262003 h 2264838"/>
              <a:gd name="connsiteX10" fmla="*/ 31320 w 1857234"/>
              <a:gd name="connsiteY10" fmla="*/ 1405937 h 2264838"/>
              <a:gd name="connsiteX11" fmla="*/ 99053 w 1857234"/>
              <a:gd name="connsiteY11" fmla="*/ 1511770 h 2264838"/>
              <a:gd name="connsiteX12" fmla="*/ 149853 w 1857234"/>
              <a:gd name="connsiteY12" fmla="*/ 1609136 h 2264838"/>
              <a:gd name="connsiteX13" fmla="*/ 213353 w 1857234"/>
              <a:gd name="connsiteY13" fmla="*/ 1626070 h 2264838"/>
              <a:gd name="connsiteX14" fmla="*/ 221820 w 1857234"/>
              <a:gd name="connsiteY14" fmla="*/ 1566803 h 2264838"/>
              <a:gd name="connsiteX15" fmla="*/ 221820 w 1857234"/>
              <a:gd name="connsiteY15" fmla="*/ 1532936 h 2264838"/>
              <a:gd name="connsiteX16" fmla="*/ 301968 w 1857234"/>
              <a:gd name="connsiteY16" fmla="*/ 1803314 h 2264838"/>
              <a:gd name="connsiteX17" fmla="*/ 448026 w 1857234"/>
              <a:gd name="connsiteY17" fmla="*/ 1942746 h 2264838"/>
              <a:gd name="connsiteX18" fmla="*/ 642954 w 1857234"/>
              <a:gd name="connsiteY18" fmla="*/ 2115725 h 2264838"/>
              <a:gd name="connsiteX19" fmla="*/ 812665 w 1857234"/>
              <a:gd name="connsiteY19" fmla="*/ 2239951 h 2264838"/>
              <a:gd name="connsiteX20" fmla="*/ 1131834 w 1857234"/>
              <a:gd name="connsiteY20" fmla="*/ 2260402 h 2264838"/>
              <a:gd name="connsiteX21" fmla="*/ 1219747 w 1857234"/>
              <a:gd name="connsiteY21" fmla="*/ 2181492 h 2264838"/>
              <a:gd name="connsiteX22" fmla="*/ 1304365 w 1857234"/>
              <a:gd name="connsiteY22" fmla="*/ 2109462 h 2264838"/>
              <a:gd name="connsiteX23" fmla="*/ 1519275 w 1857234"/>
              <a:gd name="connsiteY23" fmla="*/ 1901778 h 2264838"/>
              <a:gd name="connsiteX24" fmla="*/ 1630552 w 1857234"/>
              <a:gd name="connsiteY24" fmla="*/ 1734918 h 2264838"/>
              <a:gd name="connsiteX25" fmla="*/ 1667781 w 1857234"/>
              <a:gd name="connsiteY25" fmla="*/ 1594101 h 2264838"/>
              <a:gd name="connsiteX26" fmla="*/ 1678087 w 1857234"/>
              <a:gd name="connsiteY26" fmla="*/ 1484588 h 2264838"/>
              <a:gd name="connsiteX27" fmla="*/ 1737353 w 1857234"/>
              <a:gd name="connsiteY27" fmla="*/ 1549870 h 2264838"/>
              <a:gd name="connsiteX28" fmla="*/ 1788153 w 1857234"/>
              <a:gd name="connsiteY28" fmla="*/ 1524470 h 2264838"/>
              <a:gd name="connsiteX29" fmla="*/ 1810167 w 1857234"/>
              <a:gd name="connsiteY29" fmla="*/ 1405936 h 2264838"/>
              <a:gd name="connsiteX30" fmla="*/ 1849113 w 1857234"/>
              <a:gd name="connsiteY30" fmla="*/ 1309416 h 2264838"/>
              <a:gd name="connsiteX31" fmla="*/ 1855887 w 1857234"/>
              <a:gd name="connsiteY31" fmla="*/ 1211203 h 2264838"/>
              <a:gd name="connsiteX32" fmla="*/ 1830487 w 1857234"/>
              <a:gd name="connsiteY32" fmla="*/ 1092670 h 2264838"/>
              <a:gd name="connsiteX33" fmla="*/ 1754287 w 1857234"/>
              <a:gd name="connsiteY33" fmla="*/ 1118070 h 2264838"/>
              <a:gd name="connsiteX34" fmla="*/ 1720420 w 1857234"/>
              <a:gd name="connsiteY34" fmla="*/ 1164636 h 2264838"/>
              <a:gd name="connsiteX35" fmla="*/ 1686553 w 1857234"/>
              <a:gd name="connsiteY35" fmla="*/ 1236603 h 2264838"/>
              <a:gd name="connsiteX36" fmla="*/ 1703487 w 1857234"/>
              <a:gd name="connsiteY36" fmla="*/ 830203 h 2264838"/>
              <a:gd name="connsiteX37" fmla="*/ 1669620 w 1857234"/>
              <a:gd name="connsiteY37" fmla="*/ 505083 h 2264838"/>
              <a:gd name="connsiteX38" fmla="*/ 1474887 w 1857234"/>
              <a:gd name="connsiteY38" fmla="*/ 186736 h 2264838"/>
              <a:gd name="connsiteX39" fmla="*/ 1264278 w 1857234"/>
              <a:gd name="connsiteY39" fmla="*/ 62925 h 2264838"/>
              <a:gd name="connsiteX40" fmla="*/ 907620 w 1857234"/>
              <a:gd name="connsiteY40" fmla="*/ 470 h 2264838"/>
              <a:gd name="connsiteX41" fmla="*/ 699128 w 1857234"/>
              <a:gd name="connsiteY41" fmla="*/ 38246 h 2264838"/>
              <a:gd name="connsiteX0" fmla="*/ 699128 w 1857234"/>
              <a:gd name="connsiteY0" fmla="*/ 38246 h 2264838"/>
              <a:gd name="connsiteX1" fmla="*/ 530853 w 1857234"/>
              <a:gd name="connsiteY1" fmla="*/ 109476 h 2264838"/>
              <a:gd name="connsiteX2" fmla="*/ 359403 w 1857234"/>
              <a:gd name="connsiteY2" fmla="*/ 226951 h 2264838"/>
              <a:gd name="connsiteX3" fmla="*/ 194303 w 1857234"/>
              <a:gd name="connsiteY3" fmla="*/ 500001 h 2264838"/>
              <a:gd name="connsiteX4" fmla="*/ 143503 w 1857234"/>
              <a:gd name="connsiteY4" fmla="*/ 690502 h 2264838"/>
              <a:gd name="connsiteX5" fmla="*/ 143503 w 1857234"/>
              <a:gd name="connsiteY5" fmla="*/ 1058801 h 2264838"/>
              <a:gd name="connsiteX6" fmla="*/ 144562 w 1857234"/>
              <a:gd name="connsiteY6" fmla="*/ 1196386 h 2264838"/>
              <a:gd name="connsiteX7" fmla="*/ 92704 w 1857234"/>
              <a:gd name="connsiteY7" fmla="*/ 1145586 h 2264838"/>
              <a:gd name="connsiteX8" fmla="*/ 13329 w 1857234"/>
              <a:gd name="connsiteY8" fmla="*/ 1150878 h 2264838"/>
              <a:gd name="connsiteX9" fmla="*/ 1687 w 1857234"/>
              <a:gd name="connsiteY9" fmla="*/ 1262003 h 2264838"/>
              <a:gd name="connsiteX10" fmla="*/ 31320 w 1857234"/>
              <a:gd name="connsiteY10" fmla="*/ 1405937 h 2264838"/>
              <a:gd name="connsiteX11" fmla="*/ 99053 w 1857234"/>
              <a:gd name="connsiteY11" fmla="*/ 1511770 h 2264838"/>
              <a:gd name="connsiteX12" fmla="*/ 149853 w 1857234"/>
              <a:gd name="connsiteY12" fmla="*/ 1609136 h 2264838"/>
              <a:gd name="connsiteX13" fmla="*/ 213353 w 1857234"/>
              <a:gd name="connsiteY13" fmla="*/ 1626070 h 2264838"/>
              <a:gd name="connsiteX14" fmla="*/ 221820 w 1857234"/>
              <a:gd name="connsiteY14" fmla="*/ 1566803 h 2264838"/>
              <a:gd name="connsiteX15" fmla="*/ 221820 w 1857234"/>
              <a:gd name="connsiteY15" fmla="*/ 1532936 h 2264838"/>
              <a:gd name="connsiteX16" fmla="*/ 301968 w 1857234"/>
              <a:gd name="connsiteY16" fmla="*/ 1803314 h 2264838"/>
              <a:gd name="connsiteX17" fmla="*/ 443372 w 1857234"/>
              <a:gd name="connsiteY17" fmla="*/ 1961314 h 2264838"/>
              <a:gd name="connsiteX18" fmla="*/ 642954 w 1857234"/>
              <a:gd name="connsiteY18" fmla="*/ 2115725 h 2264838"/>
              <a:gd name="connsiteX19" fmla="*/ 812665 w 1857234"/>
              <a:gd name="connsiteY19" fmla="*/ 2239951 h 2264838"/>
              <a:gd name="connsiteX20" fmla="*/ 1131834 w 1857234"/>
              <a:gd name="connsiteY20" fmla="*/ 2260402 h 2264838"/>
              <a:gd name="connsiteX21" fmla="*/ 1219747 w 1857234"/>
              <a:gd name="connsiteY21" fmla="*/ 2181492 h 2264838"/>
              <a:gd name="connsiteX22" fmla="*/ 1304365 w 1857234"/>
              <a:gd name="connsiteY22" fmla="*/ 2109462 h 2264838"/>
              <a:gd name="connsiteX23" fmla="*/ 1519275 w 1857234"/>
              <a:gd name="connsiteY23" fmla="*/ 1901778 h 2264838"/>
              <a:gd name="connsiteX24" fmla="*/ 1630552 w 1857234"/>
              <a:gd name="connsiteY24" fmla="*/ 1734918 h 2264838"/>
              <a:gd name="connsiteX25" fmla="*/ 1667781 w 1857234"/>
              <a:gd name="connsiteY25" fmla="*/ 1594101 h 2264838"/>
              <a:gd name="connsiteX26" fmla="*/ 1678087 w 1857234"/>
              <a:gd name="connsiteY26" fmla="*/ 1484588 h 2264838"/>
              <a:gd name="connsiteX27" fmla="*/ 1737353 w 1857234"/>
              <a:gd name="connsiteY27" fmla="*/ 1549870 h 2264838"/>
              <a:gd name="connsiteX28" fmla="*/ 1788153 w 1857234"/>
              <a:gd name="connsiteY28" fmla="*/ 1524470 h 2264838"/>
              <a:gd name="connsiteX29" fmla="*/ 1810167 w 1857234"/>
              <a:gd name="connsiteY29" fmla="*/ 1405936 h 2264838"/>
              <a:gd name="connsiteX30" fmla="*/ 1849113 w 1857234"/>
              <a:gd name="connsiteY30" fmla="*/ 1309416 h 2264838"/>
              <a:gd name="connsiteX31" fmla="*/ 1855887 w 1857234"/>
              <a:gd name="connsiteY31" fmla="*/ 1211203 h 2264838"/>
              <a:gd name="connsiteX32" fmla="*/ 1830487 w 1857234"/>
              <a:gd name="connsiteY32" fmla="*/ 1092670 h 2264838"/>
              <a:gd name="connsiteX33" fmla="*/ 1754287 w 1857234"/>
              <a:gd name="connsiteY33" fmla="*/ 1118070 h 2264838"/>
              <a:gd name="connsiteX34" fmla="*/ 1720420 w 1857234"/>
              <a:gd name="connsiteY34" fmla="*/ 1164636 h 2264838"/>
              <a:gd name="connsiteX35" fmla="*/ 1686553 w 1857234"/>
              <a:gd name="connsiteY35" fmla="*/ 1236603 h 2264838"/>
              <a:gd name="connsiteX36" fmla="*/ 1703487 w 1857234"/>
              <a:gd name="connsiteY36" fmla="*/ 830203 h 2264838"/>
              <a:gd name="connsiteX37" fmla="*/ 1669620 w 1857234"/>
              <a:gd name="connsiteY37" fmla="*/ 505083 h 2264838"/>
              <a:gd name="connsiteX38" fmla="*/ 1474887 w 1857234"/>
              <a:gd name="connsiteY38" fmla="*/ 186736 h 2264838"/>
              <a:gd name="connsiteX39" fmla="*/ 1264278 w 1857234"/>
              <a:gd name="connsiteY39" fmla="*/ 62925 h 2264838"/>
              <a:gd name="connsiteX40" fmla="*/ 907620 w 1857234"/>
              <a:gd name="connsiteY40" fmla="*/ 470 h 2264838"/>
              <a:gd name="connsiteX41" fmla="*/ 699128 w 1857234"/>
              <a:gd name="connsiteY41" fmla="*/ 38246 h 2264838"/>
              <a:gd name="connsiteX0" fmla="*/ 699128 w 1857234"/>
              <a:gd name="connsiteY0" fmla="*/ 38246 h 2264173"/>
              <a:gd name="connsiteX1" fmla="*/ 530853 w 1857234"/>
              <a:gd name="connsiteY1" fmla="*/ 109476 h 2264173"/>
              <a:gd name="connsiteX2" fmla="*/ 359403 w 1857234"/>
              <a:gd name="connsiteY2" fmla="*/ 226951 h 2264173"/>
              <a:gd name="connsiteX3" fmla="*/ 194303 w 1857234"/>
              <a:gd name="connsiteY3" fmla="*/ 500001 h 2264173"/>
              <a:gd name="connsiteX4" fmla="*/ 143503 w 1857234"/>
              <a:gd name="connsiteY4" fmla="*/ 690502 h 2264173"/>
              <a:gd name="connsiteX5" fmla="*/ 143503 w 1857234"/>
              <a:gd name="connsiteY5" fmla="*/ 1058801 h 2264173"/>
              <a:gd name="connsiteX6" fmla="*/ 144562 w 1857234"/>
              <a:gd name="connsiteY6" fmla="*/ 1196386 h 2264173"/>
              <a:gd name="connsiteX7" fmla="*/ 92704 w 1857234"/>
              <a:gd name="connsiteY7" fmla="*/ 1145586 h 2264173"/>
              <a:gd name="connsiteX8" fmla="*/ 13329 w 1857234"/>
              <a:gd name="connsiteY8" fmla="*/ 1150878 h 2264173"/>
              <a:gd name="connsiteX9" fmla="*/ 1687 w 1857234"/>
              <a:gd name="connsiteY9" fmla="*/ 1262003 h 2264173"/>
              <a:gd name="connsiteX10" fmla="*/ 31320 w 1857234"/>
              <a:gd name="connsiteY10" fmla="*/ 1405937 h 2264173"/>
              <a:gd name="connsiteX11" fmla="*/ 99053 w 1857234"/>
              <a:gd name="connsiteY11" fmla="*/ 1511770 h 2264173"/>
              <a:gd name="connsiteX12" fmla="*/ 149853 w 1857234"/>
              <a:gd name="connsiteY12" fmla="*/ 1609136 h 2264173"/>
              <a:gd name="connsiteX13" fmla="*/ 213353 w 1857234"/>
              <a:gd name="connsiteY13" fmla="*/ 1626070 h 2264173"/>
              <a:gd name="connsiteX14" fmla="*/ 221820 w 1857234"/>
              <a:gd name="connsiteY14" fmla="*/ 1566803 h 2264173"/>
              <a:gd name="connsiteX15" fmla="*/ 221820 w 1857234"/>
              <a:gd name="connsiteY15" fmla="*/ 1532936 h 2264173"/>
              <a:gd name="connsiteX16" fmla="*/ 301968 w 1857234"/>
              <a:gd name="connsiteY16" fmla="*/ 1803314 h 2264173"/>
              <a:gd name="connsiteX17" fmla="*/ 443372 w 1857234"/>
              <a:gd name="connsiteY17" fmla="*/ 1961314 h 2264173"/>
              <a:gd name="connsiteX18" fmla="*/ 647608 w 1857234"/>
              <a:gd name="connsiteY18" fmla="*/ 2138936 h 2264173"/>
              <a:gd name="connsiteX19" fmla="*/ 812665 w 1857234"/>
              <a:gd name="connsiteY19" fmla="*/ 2239951 h 2264173"/>
              <a:gd name="connsiteX20" fmla="*/ 1131834 w 1857234"/>
              <a:gd name="connsiteY20" fmla="*/ 2260402 h 2264173"/>
              <a:gd name="connsiteX21" fmla="*/ 1219747 w 1857234"/>
              <a:gd name="connsiteY21" fmla="*/ 2181492 h 2264173"/>
              <a:gd name="connsiteX22" fmla="*/ 1304365 w 1857234"/>
              <a:gd name="connsiteY22" fmla="*/ 2109462 h 2264173"/>
              <a:gd name="connsiteX23" fmla="*/ 1519275 w 1857234"/>
              <a:gd name="connsiteY23" fmla="*/ 1901778 h 2264173"/>
              <a:gd name="connsiteX24" fmla="*/ 1630552 w 1857234"/>
              <a:gd name="connsiteY24" fmla="*/ 1734918 h 2264173"/>
              <a:gd name="connsiteX25" fmla="*/ 1667781 w 1857234"/>
              <a:gd name="connsiteY25" fmla="*/ 1594101 h 2264173"/>
              <a:gd name="connsiteX26" fmla="*/ 1678087 w 1857234"/>
              <a:gd name="connsiteY26" fmla="*/ 1484588 h 2264173"/>
              <a:gd name="connsiteX27" fmla="*/ 1737353 w 1857234"/>
              <a:gd name="connsiteY27" fmla="*/ 1549870 h 2264173"/>
              <a:gd name="connsiteX28" fmla="*/ 1788153 w 1857234"/>
              <a:gd name="connsiteY28" fmla="*/ 1524470 h 2264173"/>
              <a:gd name="connsiteX29" fmla="*/ 1810167 w 1857234"/>
              <a:gd name="connsiteY29" fmla="*/ 1405936 h 2264173"/>
              <a:gd name="connsiteX30" fmla="*/ 1849113 w 1857234"/>
              <a:gd name="connsiteY30" fmla="*/ 1309416 h 2264173"/>
              <a:gd name="connsiteX31" fmla="*/ 1855887 w 1857234"/>
              <a:gd name="connsiteY31" fmla="*/ 1211203 h 2264173"/>
              <a:gd name="connsiteX32" fmla="*/ 1830487 w 1857234"/>
              <a:gd name="connsiteY32" fmla="*/ 1092670 h 2264173"/>
              <a:gd name="connsiteX33" fmla="*/ 1754287 w 1857234"/>
              <a:gd name="connsiteY33" fmla="*/ 1118070 h 2264173"/>
              <a:gd name="connsiteX34" fmla="*/ 1720420 w 1857234"/>
              <a:gd name="connsiteY34" fmla="*/ 1164636 h 2264173"/>
              <a:gd name="connsiteX35" fmla="*/ 1686553 w 1857234"/>
              <a:gd name="connsiteY35" fmla="*/ 1236603 h 2264173"/>
              <a:gd name="connsiteX36" fmla="*/ 1703487 w 1857234"/>
              <a:gd name="connsiteY36" fmla="*/ 830203 h 2264173"/>
              <a:gd name="connsiteX37" fmla="*/ 1669620 w 1857234"/>
              <a:gd name="connsiteY37" fmla="*/ 505083 h 2264173"/>
              <a:gd name="connsiteX38" fmla="*/ 1474887 w 1857234"/>
              <a:gd name="connsiteY38" fmla="*/ 186736 h 2264173"/>
              <a:gd name="connsiteX39" fmla="*/ 1264278 w 1857234"/>
              <a:gd name="connsiteY39" fmla="*/ 62925 h 2264173"/>
              <a:gd name="connsiteX40" fmla="*/ 907620 w 1857234"/>
              <a:gd name="connsiteY40" fmla="*/ 470 h 2264173"/>
              <a:gd name="connsiteX41" fmla="*/ 699128 w 1857234"/>
              <a:gd name="connsiteY41" fmla="*/ 38246 h 2264173"/>
              <a:gd name="connsiteX0" fmla="*/ 699128 w 1857234"/>
              <a:gd name="connsiteY0" fmla="*/ 38246 h 2264173"/>
              <a:gd name="connsiteX1" fmla="*/ 530853 w 1857234"/>
              <a:gd name="connsiteY1" fmla="*/ 109476 h 2264173"/>
              <a:gd name="connsiteX2" fmla="*/ 359403 w 1857234"/>
              <a:gd name="connsiteY2" fmla="*/ 226951 h 2264173"/>
              <a:gd name="connsiteX3" fmla="*/ 194303 w 1857234"/>
              <a:gd name="connsiteY3" fmla="*/ 500001 h 2264173"/>
              <a:gd name="connsiteX4" fmla="*/ 143503 w 1857234"/>
              <a:gd name="connsiteY4" fmla="*/ 690502 h 2264173"/>
              <a:gd name="connsiteX5" fmla="*/ 143503 w 1857234"/>
              <a:gd name="connsiteY5" fmla="*/ 1058801 h 2264173"/>
              <a:gd name="connsiteX6" fmla="*/ 144562 w 1857234"/>
              <a:gd name="connsiteY6" fmla="*/ 1196386 h 2264173"/>
              <a:gd name="connsiteX7" fmla="*/ 92704 w 1857234"/>
              <a:gd name="connsiteY7" fmla="*/ 1145586 h 2264173"/>
              <a:gd name="connsiteX8" fmla="*/ 13329 w 1857234"/>
              <a:gd name="connsiteY8" fmla="*/ 1150878 h 2264173"/>
              <a:gd name="connsiteX9" fmla="*/ 1687 w 1857234"/>
              <a:gd name="connsiteY9" fmla="*/ 1262003 h 2264173"/>
              <a:gd name="connsiteX10" fmla="*/ 31320 w 1857234"/>
              <a:gd name="connsiteY10" fmla="*/ 1405937 h 2264173"/>
              <a:gd name="connsiteX11" fmla="*/ 99053 w 1857234"/>
              <a:gd name="connsiteY11" fmla="*/ 1511770 h 2264173"/>
              <a:gd name="connsiteX12" fmla="*/ 149853 w 1857234"/>
              <a:gd name="connsiteY12" fmla="*/ 1609136 h 2264173"/>
              <a:gd name="connsiteX13" fmla="*/ 213353 w 1857234"/>
              <a:gd name="connsiteY13" fmla="*/ 1626070 h 2264173"/>
              <a:gd name="connsiteX14" fmla="*/ 221820 w 1857234"/>
              <a:gd name="connsiteY14" fmla="*/ 1566803 h 2264173"/>
              <a:gd name="connsiteX15" fmla="*/ 221820 w 1857234"/>
              <a:gd name="connsiteY15" fmla="*/ 1532936 h 2264173"/>
              <a:gd name="connsiteX16" fmla="*/ 301968 w 1857234"/>
              <a:gd name="connsiteY16" fmla="*/ 1803314 h 2264173"/>
              <a:gd name="connsiteX17" fmla="*/ 443372 w 1857234"/>
              <a:gd name="connsiteY17" fmla="*/ 1961314 h 2264173"/>
              <a:gd name="connsiteX18" fmla="*/ 647608 w 1857234"/>
              <a:gd name="connsiteY18" fmla="*/ 2138936 h 2264173"/>
              <a:gd name="connsiteX19" fmla="*/ 812665 w 1857234"/>
              <a:gd name="connsiteY19" fmla="*/ 2239951 h 2264173"/>
              <a:gd name="connsiteX20" fmla="*/ 1131834 w 1857234"/>
              <a:gd name="connsiteY20" fmla="*/ 2260402 h 2264173"/>
              <a:gd name="connsiteX21" fmla="*/ 1219747 w 1857234"/>
              <a:gd name="connsiteY21" fmla="*/ 2181492 h 2264173"/>
              <a:gd name="connsiteX22" fmla="*/ 1304365 w 1857234"/>
              <a:gd name="connsiteY22" fmla="*/ 2109462 h 2264173"/>
              <a:gd name="connsiteX23" fmla="*/ 1519275 w 1857234"/>
              <a:gd name="connsiteY23" fmla="*/ 1901778 h 2264173"/>
              <a:gd name="connsiteX24" fmla="*/ 1649165 w 1857234"/>
              <a:gd name="connsiteY24" fmla="*/ 1767412 h 2264173"/>
              <a:gd name="connsiteX25" fmla="*/ 1667781 w 1857234"/>
              <a:gd name="connsiteY25" fmla="*/ 1594101 h 2264173"/>
              <a:gd name="connsiteX26" fmla="*/ 1678087 w 1857234"/>
              <a:gd name="connsiteY26" fmla="*/ 1484588 h 2264173"/>
              <a:gd name="connsiteX27" fmla="*/ 1737353 w 1857234"/>
              <a:gd name="connsiteY27" fmla="*/ 1549870 h 2264173"/>
              <a:gd name="connsiteX28" fmla="*/ 1788153 w 1857234"/>
              <a:gd name="connsiteY28" fmla="*/ 1524470 h 2264173"/>
              <a:gd name="connsiteX29" fmla="*/ 1810167 w 1857234"/>
              <a:gd name="connsiteY29" fmla="*/ 1405936 h 2264173"/>
              <a:gd name="connsiteX30" fmla="*/ 1849113 w 1857234"/>
              <a:gd name="connsiteY30" fmla="*/ 1309416 h 2264173"/>
              <a:gd name="connsiteX31" fmla="*/ 1855887 w 1857234"/>
              <a:gd name="connsiteY31" fmla="*/ 1211203 h 2264173"/>
              <a:gd name="connsiteX32" fmla="*/ 1830487 w 1857234"/>
              <a:gd name="connsiteY32" fmla="*/ 1092670 h 2264173"/>
              <a:gd name="connsiteX33" fmla="*/ 1754287 w 1857234"/>
              <a:gd name="connsiteY33" fmla="*/ 1118070 h 2264173"/>
              <a:gd name="connsiteX34" fmla="*/ 1720420 w 1857234"/>
              <a:gd name="connsiteY34" fmla="*/ 1164636 h 2264173"/>
              <a:gd name="connsiteX35" fmla="*/ 1686553 w 1857234"/>
              <a:gd name="connsiteY35" fmla="*/ 1236603 h 2264173"/>
              <a:gd name="connsiteX36" fmla="*/ 1703487 w 1857234"/>
              <a:gd name="connsiteY36" fmla="*/ 830203 h 2264173"/>
              <a:gd name="connsiteX37" fmla="*/ 1669620 w 1857234"/>
              <a:gd name="connsiteY37" fmla="*/ 505083 h 2264173"/>
              <a:gd name="connsiteX38" fmla="*/ 1474887 w 1857234"/>
              <a:gd name="connsiteY38" fmla="*/ 186736 h 2264173"/>
              <a:gd name="connsiteX39" fmla="*/ 1264278 w 1857234"/>
              <a:gd name="connsiteY39" fmla="*/ 62925 h 2264173"/>
              <a:gd name="connsiteX40" fmla="*/ 907620 w 1857234"/>
              <a:gd name="connsiteY40" fmla="*/ 470 h 2264173"/>
              <a:gd name="connsiteX41" fmla="*/ 699128 w 1857234"/>
              <a:gd name="connsiteY41" fmla="*/ 38246 h 2264173"/>
              <a:gd name="connsiteX0" fmla="*/ 699128 w 1857234"/>
              <a:gd name="connsiteY0" fmla="*/ 38246 h 2263842"/>
              <a:gd name="connsiteX1" fmla="*/ 530853 w 1857234"/>
              <a:gd name="connsiteY1" fmla="*/ 109476 h 2263842"/>
              <a:gd name="connsiteX2" fmla="*/ 359403 w 1857234"/>
              <a:gd name="connsiteY2" fmla="*/ 226951 h 2263842"/>
              <a:gd name="connsiteX3" fmla="*/ 194303 w 1857234"/>
              <a:gd name="connsiteY3" fmla="*/ 500001 h 2263842"/>
              <a:gd name="connsiteX4" fmla="*/ 143503 w 1857234"/>
              <a:gd name="connsiteY4" fmla="*/ 690502 h 2263842"/>
              <a:gd name="connsiteX5" fmla="*/ 143503 w 1857234"/>
              <a:gd name="connsiteY5" fmla="*/ 1058801 h 2263842"/>
              <a:gd name="connsiteX6" fmla="*/ 144562 w 1857234"/>
              <a:gd name="connsiteY6" fmla="*/ 1196386 h 2263842"/>
              <a:gd name="connsiteX7" fmla="*/ 92704 w 1857234"/>
              <a:gd name="connsiteY7" fmla="*/ 1145586 h 2263842"/>
              <a:gd name="connsiteX8" fmla="*/ 13329 w 1857234"/>
              <a:gd name="connsiteY8" fmla="*/ 1150878 h 2263842"/>
              <a:gd name="connsiteX9" fmla="*/ 1687 w 1857234"/>
              <a:gd name="connsiteY9" fmla="*/ 1262003 h 2263842"/>
              <a:gd name="connsiteX10" fmla="*/ 31320 w 1857234"/>
              <a:gd name="connsiteY10" fmla="*/ 1405937 h 2263842"/>
              <a:gd name="connsiteX11" fmla="*/ 99053 w 1857234"/>
              <a:gd name="connsiteY11" fmla="*/ 1511770 h 2263842"/>
              <a:gd name="connsiteX12" fmla="*/ 149853 w 1857234"/>
              <a:gd name="connsiteY12" fmla="*/ 1609136 h 2263842"/>
              <a:gd name="connsiteX13" fmla="*/ 213353 w 1857234"/>
              <a:gd name="connsiteY13" fmla="*/ 1626070 h 2263842"/>
              <a:gd name="connsiteX14" fmla="*/ 221820 w 1857234"/>
              <a:gd name="connsiteY14" fmla="*/ 1566803 h 2263842"/>
              <a:gd name="connsiteX15" fmla="*/ 221820 w 1857234"/>
              <a:gd name="connsiteY15" fmla="*/ 1532936 h 2263842"/>
              <a:gd name="connsiteX16" fmla="*/ 301968 w 1857234"/>
              <a:gd name="connsiteY16" fmla="*/ 1803314 h 2263842"/>
              <a:gd name="connsiteX17" fmla="*/ 443372 w 1857234"/>
              <a:gd name="connsiteY17" fmla="*/ 1961314 h 2263842"/>
              <a:gd name="connsiteX18" fmla="*/ 647608 w 1857234"/>
              <a:gd name="connsiteY18" fmla="*/ 2138936 h 2263842"/>
              <a:gd name="connsiteX19" fmla="*/ 812665 w 1857234"/>
              <a:gd name="connsiteY19" fmla="*/ 2239951 h 2263842"/>
              <a:gd name="connsiteX20" fmla="*/ 1131834 w 1857234"/>
              <a:gd name="connsiteY20" fmla="*/ 2260402 h 2263842"/>
              <a:gd name="connsiteX21" fmla="*/ 1252319 w 1857234"/>
              <a:gd name="connsiteY21" fmla="*/ 2186134 h 2263842"/>
              <a:gd name="connsiteX22" fmla="*/ 1304365 w 1857234"/>
              <a:gd name="connsiteY22" fmla="*/ 2109462 h 2263842"/>
              <a:gd name="connsiteX23" fmla="*/ 1519275 w 1857234"/>
              <a:gd name="connsiteY23" fmla="*/ 1901778 h 2263842"/>
              <a:gd name="connsiteX24" fmla="*/ 1649165 w 1857234"/>
              <a:gd name="connsiteY24" fmla="*/ 1767412 h 2263842"/>
              <a:gd name="connsiteX25" fmla="*/ 1667781 w 1857234"/>
              <a:gd name="connsiteY25" fmla="*/ 1594101 h 2263842"/>
              <a:gd name="connsiteX26" fmla="*/ 1678087 w 1857234"/>
              <a:gd name="connsiteY26" fmla="*/ 1484588 h 2263842"/>
              <a:gd name="connsiteX27" fmla="*/ 1737353 w 1857234"/>
              <a:gd name="connsiteY27" fmla="*/ 1549870 h 2263842"/>
              <a:gd name="connsiteX28" fmla="*/ 1788153 w 1857234"/>
              <a:gd name="connsiteY28" fmla="*/ 1524470 h 2263842"/>
              <a:gd name="connsiteX29" fmla="*/ 1810167 w 1857234"/>
              <a:gd name="connsiteY29" fmla="*/ 1405936 h 2263842"/>
              <a:gd name="connsiteX30" fmla="*/ 1849113 w 1857234"/>
              <a:gd name="connsiteY30" fmla="*/ 1309416 h 2263842"/>
              <a:gd name="connsiteX31" fmla="*/ 1855887 w 1857234"/>
              <a:gd name="connsiteY31" fmla="*/ 1211203 h 2263842"/>
              <a:gd name="connsiteX32" fmla="*/ 1830487 w 1857234"/>
              <a:gd name="connsiteY32" fmla="*/ 1092670 h 2263842"/>
              <a:gd name="connsiteX33" fmla="*/ 1754287 w 1857234"/>
              <a:gd name="connsiteY33" fmla="*/ 1118070 h 2263842"/>
              <a:gd name="connsiteX34" fmla="*/ 1720420 w 1857234"/>
              <a:gd name="connsiteY34" fmla="*/ 1164636 h 2263842"/>
              <a:gd name="connsiteX35" fmla="*/ 1686553 w 1857234"/>
              <a:gd name="connsiteY35" fmla="*/ 1236603 h 2263842"/>
              <a:gd name="connsiteX36" fmla="*/ 1703487 w 1857234"/>
              <a:gd name="connsiteY36" fmla="*/ 830203 h 2263842"/>
              <a:gd name="connsiteX37" fmla="*/ 1669620 w 1857234"/>
              <a:gd name="connsiteY37" fmla="*/ 505083 h 2263842"/>
              <a:gd name="connsiteX38" fmla="*/ 1474887 w 1857234"/>
              <a:gd name="connsiteY38" fmla="*/ 186736 h 2263842"/>
              <a:gd name="connsiteX39" fmla="*/ 1264278 w 1857234"/>
              <a:gd name="connsiteY39" fmla="*/ 62925 h 2263842"/>
              <a:gd name="connsiteX40" fmla="*/ 907620 w 1857234"/>
              <a:gd name="connsiteY40" fmla="*/ 470 h 2263842"/>
              <a:gd name="connsiteX41" fmla="*/ 699128 w 1857234"/>
              <a:gd name="connsiteY41" fmla="*/ 38246 h 2263842"/>
              <a:gd name="connsiteX0" fmla="*/ 699128 w 1857234"/>
              <a:gd name="connsiteY0" fmla="*/ 38246 h 2263842"/>
              <a:gd name="connsiteX1" fmla="*/ 530853 w 1857234"/>
              <a:gd name="connsiteY1" fmla="*/ 109476 h 2263842"/>
              <a:gd name="connsiteX2" fmla="*/ 359403 w 1857234"/>
              <a:gd name="connsiteY2" fmla="*/ 226951 h 2263842"/>
              <a:gd name="connsiteX3" fmla="*/ 194303 w 1857234"/>
              <a:gd name="connsiteY3" fmla="*/ 500001 h 2263842"/>
              <a:gd name="connsiteX4" fmla="*/ 143503 w 1857234"/>
              <a:gd name="connsiteY4" fmla="*/ 690502 h 2263842"/>
              <a:gd name="connsiteX5" fmla="*/ 143503 w 1857234"/>
              <a:gd name="connsiteY5" fmla="*/ 1058801 h 2263842"/>
              <a:gd name="connsiteX6" fmla="*/ 144562 w 1857234"/>
              <a:gd name="connsiteY6" fmla="*/ 1196386 h 2263842"/>
              <a:gd name="connsiteX7" fmla="*/ 92704 w 1857234"/>
              <a:gd name="connsiteY7" fmla="*/ 1145586 h 2263842"/>
              <a:gd name="connsiteX8" fmla="*/ 13329 w 1857234"/>
              <a:gd name="connsiteY8" fmla="*/ 1150878 h 2263842"/>
              <a:gd name="connsiteX9" fmla="*/ 1687 w 1857234"/>
              <a:gd name="connsiteY9" fmla="*/ 1262003 h 2263842"/>
              <a:gd name="connsiteX10" fmla="*/ 31320 w 1857234"/>
              <a:gd name="connsiteY10" fmla="*/ 1405937 h 2263842"/>
              <a:gd name="connsiteX11" fmla="*/ 99053 w 1857234"/>
              <a:gd name="connsiteY11" fmla="*/ 1511770 h 2263842"/>
              <a:gd name="connsiteX12" fmla="*/ 149853 w 1857234"/>
              <a:gd name="connsiteY12" fmla="*/ 1609136 h 2263842"/>
              <a:gd name="connsiteX13" fmla="*/ 213353 w 1857234"/>
              <a:gd name="connsiteY13" fmla="*/ 1626070 h 2263842"/>
              <a:gd name="connsiteX14" fmla="*/ 221820 w 1857234"/>
              <a:gd name="connsiteY14" fmla="*/ 1566803 h 2263842"/>
              <a:gd name="connsiteX15" fmla="*/ 221820 w 1857234"/>
              <a:gd name="connsiteY15" fmla="*/ 1532936 h 2263842"/>
              <a:gd name="connsiteX16" fmla="*/ 301968 w 1857234"/>
              <a:gd name="connsiteY16" fmla="*/ 1803314 h 2263842"/>
              <a:gd name="connsiteX17" fmla="*/ 443372 w 1857234"/>
              <a:gd name="connsiteY17" fmla="*/ 1961314 h 2263842"/>
              <a:gd name="connsiteX18" fmla="*/ 647608 w 1857234"/>
              <a:gd name="connsiteY18" fmla="*/ 2138936 h 2263842"/>
              <a:gd name="connsiteX19" fmla="*/ 812665 w 1857234"/>
              <a:gd name="connsiteY19" fmla="*/ 2239951 h 2263842"/>
              <a:gd name="connsiteX20" fmla="*/ 1131834 w 1857234"/>
              <a:gd name="connsiteY20" fmla="*/ 2260402 h 2263842"/>
              <a:gd name="connsiteX21" fmla="*/ 1252319 w 1857234"/>
              <a:gd name="connsiteY21" fmla="*/ 2186134 h 2263842"/>
              <a:gd name="connsiteX22" fmla="*/ 1324044 w 1857234"/>
              <a:gd name="connsiteY22" fmla="*/ 2095439 h 2263842"/>
              <a:gd name="connsiteX23" fmla="*/ 1519275 w 1857234"/>
              <a:gd name="connsiteY23" fmla="*/ 1901778 h 2263842"/>
              <a:gd name="connsiteX24" fmla="*/ 1649165 w 1857234"/>
              <a:gd name="connsiteY24" fmla="*/ 1767412 h 2263842"/>
              <a:gd name="connsiteX25" fmla="*/ 1667781 w 1857234"/>
              <a:gd name="connsiteY25" fmla="*/ 1594101 h 2263842"/>
              <a:gd name="connsiteX26" fmla="*/ 1678087 w 1857234"/>
              <a:gd name="connsiteY26" fmla="*/ 1484588 h 2263842"/>
              <a:gd name="connsiteX27" fmla="*/ 1737353 w 1857234"/>
              <a:gd name="connsiteY27" fmla="*/ 1549870 h 2263842"/>
              <a:gd name="connsiteX28" fmla="*/ 1788153 w 1857234"/>
              <a:gd name="connsiteY28" fmla="*/ 1524470 h 2263842"/>
              <a:gd name="connsiteX29" fmla="*/ 1810167 w 1857234"/>
              <a:gd name="connsiteY29" fmla="*/ 1405936 h 2263842"/>
              <a:gd name="connsiteX30" fmla="*/ 1849113 w 1857234"/>
              <a:gd name="connsiteY30" fmla="*/ 1309416 h 2263842"/>
              <a:gd name="connsiteX31" fmla="*/ 1855887 w 1857234"/>
              <a:gd name="connsiteY31" fmla="*/ 1211203 h 2263842"/>
              <a:gd name="connsiteX32" fmla="*/ 1830487 w 1857234"/>
              <a:gd name="connsiteY32" fmla="*/ 1092670 h 2263842"/>
              <a:gd name="connsiteX33" fmla="*/ 1754287 w 1857234"/>
              <a:gd name="connsiteY33" fmla="*/ 1118070 h 2263842"/>
              <a:gd name="connsiteX34" fmla="*/ 1720420 w 1857234"/>
              <a:gd name="connsiteY34" fmla="*/ 1164636 h 2263842"/>
              <a:gd name="connsiteX35" fmla="*/ 1686553 w 1857234"/>
              <a:gd name="connsiteY35" fmla="*/ 1236603 h 2263842"/>
              <a:gd name="connsiteX36" fmla="*/ 1703487 w 1857234"/>
              <a:gd name="connsiteY36" fmla="*/ 830203 h 2263842"/>
              <a:gd name="connsiteX37" fmla="*/ 1669620 w 1857234"/>
              <a:gd name="connsiteY37" fmla="*/ 505083 h 2263842"/>
              <a:gd name="connsiteX38" fmla="*/ 1474887 w 1857234"/>
              <a:gd name="connsiteY38" fmla="*/ 186736 h 2263842"/>
              <a:gd name="connsiteX39" fmla="*/ 1264278 w 1857234"/>
              <a:gd name="connsiteY39" fmla="*/ 62925 h 2263842"/>
              <a:gd name="connsiteX40" fmla="*/ 907620 w 1857234"/>
              <a:gd name="connsiteY40" fmla="*/ 470 h 2263842"/>
              <a:gd name="connsiteX41" fmla="*/ 699128 w 1857234"/>
              <a:gd name="connsiteY41" fmla="*/ 38246 h 2263842"/>
              <a:gd name="connsiteX0" fmla="*/ 699128 w 1857234"/>
              <a:gd name="connsiteY0" fmla="*/ 38246 h 2263842"/>
              <a:gd name="connsiteX1" fmla="*/ 530853 w 1857234"/>
              <a:gd name="connsiteY1" fmla="*/ 109476 h 2263842"/>
              <a:gd name="connsiteX2" fmla="*/ 359403 w 1857234"/>
              <a:gd name="connsiteY2" fmla="*/ 226951 h 2263842"/>
              <a:gd name="connsiteX3" fmla="*/ 194303 w 1857234"/>
              <a:gd name="connsiteY3" fmla="*/ 500001 h 2263842"/>
              <a:gd name="connsiteX4" fmla="*/ 143503 w 1857234"/>
              <a:gd name="connsiteY4" fmla="*/ 690502 h 2263842"/>
              <a:gd name="connsiteX5" fmla="*/ 143503 w 1857234"/>
              <a:gd name="connsiteY5" fmla="*/ 1058801 h 2263842"/>
              <a:gd name="connsiteX6" fmla="*/ 144562 w 1857234"/>
              <a:gd name="connsiteY6" fmla="*/ 1196386 h 2263842"/>
              <a:gd name="connsiteX7" fmla="*/ 92704 w 1857234"/>
              <a:gd name="connsiteY7" fmla="*/ 1145586 h 2263842"/>
              <a:gd name="connsiteX8" fmla="*/ 13329 w 1857234"/>
              <a:gd name="connsiteY8" fmla="*/ 1150878 h 2263842"/>
              <a:gd name="connsiteX9" fmla="*/ 1687 w 1857234"/>
              <a:gd name="connsiteY9" fmla="*/ 1262003 h 2263842"/>
              <a:gd name="connsiteX10" fmla="*/ 31320 w 1857234"/>
              <a:gd name="connsiteY10" fmla="*/ 1405937 h 2263842"/>
              <a:gd name="connsiteX11" fmla="*/ 99053 w 1857234"/>
              <a:gd name="connsiteY11" fmla="*/ 1511770 h 2263842"/>
              <a:gd name="connsiteX12" fmla="*/ 149853 w 1857234"/>
              <a:gd name="connsiteY12" fmla="*/ 1609136 h 2263842"/>
              <a:gd name="connsiteX13" fmla="*/ 213353 w 1857234"/>
              <a:gd name="connsiteY13" fmla="*/ 1626070 h 2263842"/>
              <a:gd name="connsiteX14" fmla="*/ 221820 w 1857234"/>
              <a:gd name="connsiteY14" fmla="*/ 1566803 h 2263842"/>
              <a:gd name="connsiteX15" fmla="*/ 221820 w 1857234"/>
              <a:gd name="connsiteY15" fmla="*/ 1532936 h 2263842"/>
              <a:gd name="connsiteX16" fmla="*/ 301968 w 1857234"/>
              <a:gd name="connsiteY16" fmla="*/ 1803314 h 2263842"/>
              <a:gd name="connsiteX17" fmla="*/ 443372 w 1857234"/>
              <a:gd name="connsiteY17" fmla="*/ 1961314 h 2263842"/>
              <a:gd name="connsiteX18" fmla="*/ 647608 w 1857234"/>
              <a:gd name="connsiteY18" fmla="*/ 2138936 h 2263842"/>
              <a:gd name="connsiteX19" fmla="*/ 812665 w 1857234"/>
              <a:gd name="connsiteY19" fmla="*/ 2239951 h 2263842"/>
              <a:gd name="connsiteX20" fmla="*/ 1131834 w 1857234"/>
              <a:gd name="connsiteY20" fmla="*/ 2260402 h 2263842"/>
              <a:gd name="connsiteX21" fmla="*/ 1252319 w 1857234"/>
              <a:gd name="connsiteY21" fmla="*/ 2186134 h 2263842"/>
              <a:gd name="connsiteX22" fmla="*/ 1377459 w 1857234"/>
              <a:gd name="connsiteY22" fmla="*/ 2070198 h 2263842"/>
              <a:gd name="connsiteX23" fmla="*/ 1519275 w 1857234"/>
              <a:gd name="connsiteY23" fmla="*/ 1901778 h 2263842"/>
              <a:gd name="connsiteX24" fmla="*/ 1649165 w 1857234"/>
              <a:gd name="connsiteY24" fmla="*/ 1767412 h 2263842"/>
              <a:gd name="connsiteX25" fmla="*/ 1667781 w 1857234"/>
              <a:gd name="connsiteY25" fmla="*/ 1594101 h 2263842"/>
              <a:gd name="connsiteX26" fmla="*/ 1678087 w 1857234"/>
              <a:gd name="connsiteY26" fmla="*/ 1484588 h 2263842"/>
              <a:gd name="connsiteX27" fmla="*/ 1737353 w 1857234"/>
              <a:gd name="connsiteY27" fmla="*/ 1549870 h 2263842"/>
              <a:gd name="connsiteX28" fmla="*/ 1788153 w 1857234"/>
              <a:gd name="connsiteY28" fmla="*/ 1524470 h 2263842"/>
              <a:gd name="connsiteX29" fmla="*/ 1810167 w 1857234"/>
              <a:gd name="connsiteY29" fmla="*/ 1405936 h 2263842"/>
              <a:gd name="connsiteX30" fmla="*/ 1849113 w 1857234"/>
              <a:gd name="connsiteY30" fmla="*/ 1309416 h 2263842"/>
              <a:gd name="connsiteX31" fmla="*/ 1855887 w 1857234"/>
              <a:gd name="connsiteY31" fmla="*/ 1211203 h 2263842"/>
              <a:gd name="connsiteX32" fmla="*/ 1830487 w 1857234"/>
              <a:gd name="connsiteY32" fmla="*/ 1092670 h 2263842"/>
              <a:gd name="connsiteX33" fmla="*/ 1754287 w 1857234"/>
              <a:gd name="connsiteY33" fmla="*/ 1118070 h 2263842"/>
              <a:gd name="connsiteX34" fmla="*/ 1720420 w 1857234"/>
              <a:gd name="connsiteY34" fmla="*/ 1164636 h 2263842"/>
              <a:gd name="connsiteX35" fmla="*/ 1686553 w 1857234"/>
              <a:gd name="connsiteY35" fmla="*/ 1236603 h 2263842"/>
              <a:gd name="connsiteX36" fmla="*/ 1703487 w 1857234"/>
              <a:gd name="connsiteY36" fmla="*/ 830203 h 2263842"/>
              <a:gd name="connsiteX37" fmla="*/ 1669620 w 1857234"/>
              <a:gd name="connsiteY37" fmla="*/ 505083 h 2263842"/>
              <a:gd name="connsiteX38" fmla="*/ 1474887 w 1857234"/>
              <a:gd name="connsiteY38" fmla="*/ 186736 h 2263842"/>
              <a:gd name="connsiteX39" fmla="*/ 1264278 w 1857234"/>
              <a:gd name="connsiteY39" fmla="*/ 62925 h 2263842"/>
              <a:gd name="connsiteX40" fmla="*/ 907620 w 1857234"/>
              <a:gd name="connsiteY40" fmla="*/ 470 h 2263842"/>
              <a:gd name="connsiteX41" fmla="*/ 699128 w 1857234"/>
              <a:gd name="connsiteY41" fmla="*/ 38246 h 2263842"/>
              <a:gd name="connsiteX0" fmla="*/ 699128 w 1857234"/>
              <a:gd name="connsiteY0" fmla="*/ 38246 h 2263842"/>
              <a:gd name="connsiteX1" fmla="*/ 530853 w 1857234"/>
              <a:gd name="connsiteY1" fmla="*/ 109476 h 2263842"/>
              <a:gd name="connsiteX2" fmla="*/ 359403 w 1857234"/>
              <a:gd name="connsiteY2" fmla="*/ 226951 h 2263842"/>
              <a:gd name="connsiteX3" fmla="*/ 194303 w 1857234"/>
              <a:gd name="connsiteY3" fmla="*/ 500001 h 2263842"/>
              <a:gd name="connsiteX4" fmla="*/ 143503 w 1857234"/>
              <a:gd name="connsiteY4" fmla="*/ 690502 h 2263842"/>
              <a:gd name="connsiteX5" fmla="*/ 143503 w 1857234"/>
              <a:gd name="connsiteY5" fmla="*/ 1058801 h 2263842"/>
              <a:gd name="connsiteX6" fmla="*/ 144562 w 1857234"/>
              <a:gd name="connsiteY6" fmla="*/ 1196386 h 2263842"/>
              <a:gd name="connsiteX7" fmla="*/ 92704 w 1857234"/>
              <a:gd name="connsiteY7" fmla="*/ 1145586 h 2263842"/>
              <a:gd name="connsiteX8" fmla="*/ 13329 w 1857234"/>
              <a:gd name="connsiteY8" fmla="*/ 1150878 h 2263842"/>
              <a:gd name="connsiteX9" fmla="*/ 1687 w 1857234"/>
              <a:gd name="connsiteY9" fmla="*/ 1262003 h 2263842"/>
              <a:gd name="connsiteX10" fmla="*/ 31320 w 1857234"/>
              <a:gd name="connsiteY10" fmla="*/ 1405937 h 2263842"/>
              <a:gd name="connsiteX11" fmla="*/ 99053 w 1857234"/>
              <a:gd name="connsiteY11" fmla="*/ 1511770 h 2263842"/>
              <a:gd name="connsiteX12" fmla="*/ 149853 w 1857234"/>
              <a:gd name="connsiteY12" fmla="*/ 1609136 h 2263842"/>
              <a:gd name="connsiteX13" fmla="*/ 213353 w 1857234"/>
              <a:gd name="connsiteY13" fmla="*/ 1626070 h 2263842"/>
              <a:gd name="connsiteX14" fmla="*/ 221820 w 1857234"/>
              <a:gd name="connsiteY14" fmla="*/ 1566803 h 2263842"/>
              <a:gd name="connsiteX15" fmla="*/ 221820 w 1857234"/>
              <a:gd name="connsiteY15" fmla="*/ 1532936 h 2263842"/>
              <a:gd name="connsiteX16" fmla="*/ 301968 w 1857234"/>
              <a:gd name="connsiteY16" fmla="*/ 1803314 h 2263842"/>
              <a:gd name="connsiteX17" fmla="*/ 443372 w 1857234"/>
              <a:gd name="connsiteY17" fmla="*/ 1961314 h 2263842"/>
              <a:gd name="connsiteX18" fmla="*/ 647608 w 1857234"/>
              <a:gd name="connsiteY18" fmla="*/ 2138936 h 2263842"/>
              <a:gd name="connsiteX19" fmla="*/ 812665 w 1857234"/>
              <a:gd name="connsiteY19" fmla="*/ 2239951 h 2263842"/>
              <a:gd name="connsiteX20" fmla="*/ 1131834 w 1857234"/>
              <a:gd name="connsiteY20" fmla="*/ 2260402 h 2263842"/>
              <a:gd name="connsiteX21" fmla="*/ 1252319 w 1857234"/>
              <a:gd name="connsiteY21" fmla="*/ 2186134 h 2263842"/>
              <a:gd name="connsiteX22" fmla="*/ 1377459 w 1857234"/>
              <a:gd name="connsiteY22" fmla="*/ 2070198 h 2263842"/>
              <a:gd name="connsiteX23" fmla="*/ 1538954 w 1857234"/>
              <a:gd name="connsiteY23" fmla="*/ 1904583 h 2263842"/>
              <a:gd name="connsiteX24" fmla="*/ 1649165 w 1857234"/>
              <a:gd name="connsiteY24" fmla="*/ 1767412 h 2263842"/>
              <a:gd name="connsiteX25" fmla="*/ 1667781 w 1857234"/>
              <a:gd name="connsiteY25" fmla="*/ 1594101 h 2263842"/>
              <a:gd name="connsiteX26" fmla="*/ 1678087 w 1857234"/>
              <a:gd name="connsiteY26" fmla="*/ 1484588 h 2263842"/>
              <a:gd name="connsiteX27" fmla="*/ 1737353 w 1857234"/>
              <a:gd name="connsiteY27" fmla="*/ 1549870 h 2263842"/>
              <a:gd name="connsiteX28" fmla="*/ 1788153 w 1857234"/>
              <a:gd name="connsiteY28" fmla="*/ 1524470 h 2263842"/>
              <a:gd name="connsiteX29" fmla="*/ 1810167 w 1857234"/>
              <a:gd name="connsiteY29" fmla="*/ 1405936 h 2263842"/>
              <a:gd name="connsiteX30" fmla="*/ 1849113 w 1857234"/>
              <a:gd name="connsiteY30" fmla="*/ 1309416 h 2263842"/>
              <a:gd name="connsiteX31" fmla="*/ 1855887 w 1857234"/>
              <a:gd name="connsiteY31" fmla="*/ 1211203 h 2263842"/>
              <a:gd name="connsiteX32" fmla="*/ 1830487 w 1857234"/>
              <a:gd name="connsiteY32" fmla="*/ 1092670 h 2263842"/>
              <a:gd name="connsiteX33" fmla="*/ 1754287 w 1857234"/>
              <a:gd name="connsiteY33" fmla="*/ 1118070 h 2263842"/>
              <a:gd name="connsiteX34" fmla="*/ 1720420 w 1857234"/>
              <a:gd name="connsiteY34" fmla="*/ 1164636 h 2263842"/>
              <a:gd name="connsiteX35" fmla="*/ 1686553 w 1857234"/>
              <a:gd name="connsiteY35" fmla="*/ 1236603 h 2263842"/>
              <a:gd name="connsiteX36" fmla="*/ 1703487 w 1857234"/>
              <a:gd name="connsiteY36" fmla="*/ 830203 h 2263842"/>
              <a:gd name="connsiteX37" fmla="*/ 1669620 w 1857234"/>
              <a:gd name="connsiteY37" fmla="*/ 505083 h 2263842"/>
              <a:gd name="connsiteX38" fmla="*/ 1474887 w 1857234"/>
              <a:gd name="connsiteY38" fmla="*/ 186736 h 2263842"/>
              <a:gd name="connsiteX39" fmla="*/ 1264278 w 1857234"/>
              <a:gd name="connsiteY39" fmla="*/ 62925 h 2263842"/>
              <a:gd name="connsiteX40" fmla="*/ 907620 w 1857234"/>
              <a:gd name="connsiteY40" fmla="*/ 470 h 2263842"/>
              <a:gd name="connsiteX41" fmla="*/ 699128 w 1857234"/>
              <a:gd name="connsiteY41" fmla="*/ 38246 h 2263842"/>
              <a:gd name="connsiteX0" fmla="*/ 699128 w 1857234"/>
              <a:gd name="connsiteY0" fmla="*/ 38246 h 2261482"/>
              <a:gd name="connsiteX1" fmla="*/ 530853 w 1857234"/>
              <a:gd name="connsiteY1" fmla="*/ 109476 h 2261482"/>
              <a:gd name="connsiteX2" fmla="*/ 359403 w 1857234"/>
              <a:gd name="connsiteY2" fmla="*/ 226951 h 2261482"/>
              <a:gd name="connsiteX3" fmla="*/ 194303 w 1857234"/>
              <a:gd name="connsiteY3" fmla="*/ 500001 h 2261482"/>
              <a:gd name="connsiteX4" fmla="*/ 143503 w 1857234"/>
              <a:gd name="connsiteY4" fmla="*/ 690502 h 2261482"/>
              <a:gd name="connsiteX5" fmla="*/ 143503 w 1857234"/>
              <a:gd name="connsiteY5" fmla="*/ 1058801 h 2261482"/>
              <a:gd name="connsiteX6" fmla="*/ 144562 w 1857234"/>
              <a:gd name="connsiteY6" fmla="*/ 1196386 h 2261482"/>
              <a:gd name="connsiteX7" fmla="*/ 92704 w 1857234"/>
              <a:gd name="connsiteY7" fmla="*/ 1145586 h 2261482"/>
              <a:gd name="connsiteX8" fmla="*/ 13329 w 1857234"/>
              <a:gd name="connsiteY8" fmla="*/ 1150878 h 2261482"/>
              <a:gd name="connsiteX9" fmla="*/ 1687 w 1857234"/>
              <a:gd name="connsiteY9" fmla="*/ 1262003 h 2261482"/>
              <a:gd name="connsiteX10" fmla="*/ 31320 w 1857234"/>
              <a:gd name="connsiteY10" fmla="*/ 1405937 h 2261482"/>
              <a:gd name="connsiteX11" fmla="*/ 99053 w 1857234"/>
              <a:gd name="connsiteY11" fmla="*/ 1511770 h 2261482"/>
              <a:gd name="connsiteX12" fmla="*/ 149853 w 1857234"/>
              <a:gd name="connsiteY12" fmla="*/ 1609136 h 2261482"/>
              <a:gd name="connsiteX13" fmla="*/ 213353 w 1857234"/>
              <a:gd name="connsiteY13" fmla="*/ 1626070 h 2261482"/>
              <a:gd name="connsiteX14" fmla="*/ 221820 w 1857234"/>
              <a:gd name="connsiteY14" fmla="*/ 1566803 h 2261482"/>
              <a:gd name="connsiteX15" fmla="*/ 221820 w 1857234"/>
              <a:gd name="connsiteY15" fmla="*/ 1532936 h 2261482"/>
              <a:gd name="connsiteX16" fmla="*/ 301968 w 1857234"/>
              <a:gd name="connsiteY16" fmla="*/ 1803314 h 2261482"/>
              <a:gd name="connsiteX17" fmla="*/ 443372 w 1857234"/>
              <a:gd name="connsiteY17" fmla="*/ 1961314 h 2261482"/>
              <a:gd name="connsiteX18" fmla="*/ 647608 w 1857234"/>
              <a:gd name="connsiteY18" fmla="*/ 2138936 h 2261482"/>
              <a:gd name="connsiteX19" fmla="*/ 812665 w 1857234"/>
              <a:gd name="connsiteY19" fmla="*/ 2239951 h 2261482"/>
              <a:gd name="connsiteX20" fmla="*/ 1095287 w 1857234"/>
              <a:gd name="connsiteY20" fmla="*/ 2257597 h 2261482"/>
              <a:gd name="connsiteX21" fmla="*/ 1252319 w 1857234"/>
              <a:gd name="connsiteY21" fmla="*/ 2186134 h 2261482"/>
              <a:gd name="connsiteX22" fmla="*/ 1377459 w 1857234"/>
              <a:gd name="connsiteY22" fmla="*/ 2070198 h 2261482"/>
              <a:gd name="connsiteX23" fmla="*/ 1538954 w 1857234"/>
              <a:gd name="connsiteY23" fmla="*/ 1904583 h 2261482"/>
              <a:gd name="connsiteX24" fmla="*/ 1649165 w 1857234"/>
              <a:gd name="connsiteY24" fmla="*/ 1767412 h 2261482"/>
              <a:gd name="connsiteX25" fmla="*/ 1667781 w 1857234"/>
              <a:gd name="connsiteY25" fmla="*/ 1594101 h 2261482"/>
              <a:gd name="connsiteX26" fmla="*/ 1678087 w 1857234"/>
              <a:gd name="connsiteY26" fmla="*/ 1484588 h 2261482"/>
              <a:gd name="connsiteX27" fmla="*/ 1737353 w 1857234"/>
              <a:gd name="connsiteY27" fmla="*/ 1549870 h 2261482"/>
              <a:gd name="connsiteX28" fmla="*/ 1788153 w 1857234"/>
              <a:gd name="connsiteY28" fmla="*/ 1524470 h 2261482"/>
              <a:gd name="connsiteX29" fmla="*/ 1810167 w 1857234"/>
              <a:gd name="connsiteY29" fmla="*/ 1405936 h 2261482"/>
              <a:gd name="connsiteX30" fmla="*/ 1849113 w 1857234"/>
              <a:gd name="connsiteY30" fmla="*/ 1309416 h 2261482"/>
              <a:gd name="connsiteX31" fmla="*/ 1855887 w 1857234"/>
              <a:gd name="connsiteY31" fmla="*/ 1211203 h 2261482"/>
              <a:gd name="connsiteX32" fmla="*/ 1830487 w 1857234"/>
              <a:gd name="connsiteY32" fmla="*/ 1092670 h 2261482"/>
              <a:gd name="connsiteX33" fmla="*/ 1754287 w 1857234"/>
              <a:gd name="connsiteY33" fmla="*/ 1118070 h 2261482"/>
              <a:gd name="connsiteX34" fmla="*/ 1720420 w 1857234"/>
              <a:gd name="connsiteY34" fmla="*/ 1164636 h 2261482"/>
              <a:gd name="connsiteX35" fmla="*/ 1686553 w 1857234"/>
              <a:gd name="connsiteY35" fmla="*/ 1236603 h 2261482"/>
              <a:gd name="connsiteX36" fmla="*/ 1703487 w 1857234"/>
              <a:gd name="connsiteY36" fmla="*/ 830203 h 2261482"/>
              <a:gd name="connsiteX37" fmla="*/ 1669620 w 1857234"/>
              <a:gd name="connsiteY37" fmla="*/ 505083 h 2261482"/>
              <a:gd name="connsiteX38" fmla="*/ 1474887 w 1857234"/>
              <a:gd name="connsiteY38" fmla="*/ 186736 h 2261482"/>
              <a:gd name="connsiteX39" fmla="*/ 1264278 w 1857234"/>
              <a:gd name="connsiteY39" fmla="*/ 62925 h 2261482"/>
              <a:gd name="connsiteX40" fmla="*/ 907620 w 1857234"/>
              <a:gd name="connsiteY40" fmla="*/ 470 h 2261482"/>
              <a:gd name="connsiteX41" fmla="*/ 699128 w 1857234"/>
              <a:gd name="connsiteY41" fmla="*/ 38246 h 2261482"/>
              <a:gd name="connsiteX0" fmla="*/ 699128 w 1857234"/>
              <a:gd name="connsiteY0" fmla="*/ 38246 h 2262304"/>
              <a:gd name="connsiteX1" fmla="*/ 530853 w 1857234"/>
              <a:gd name="connsiteY1" fmla="*/ 109476 h 2262304"/>
              <a:gd name="connsiteX2" fmla="*/ 359403 w 1857234"/>
              <a:gd name="connsiteY2" fmla="*/ 226951 h 2262304"/>
              <a:gd name="connsiteX3" fmla="*/ 194303 w 1857234"/>
              <a:gd name="connsiteY3" fmla="*/ 500001 h 2262304"/>
              <a:gd name="connsiteX4" fmla="*/ 143503 w 1857234"/>
              <a:gd name="connsiteY4" fmla="*/ 690502 h 2262304"/>
              <a:gd name="connsiteX5" fmla="*/ 143503 w 1857234"/>
              <a:gd name="connsiteY5" fmla="*/ 1058801 h 2262304"/>
              <a:gd name="connsiteX6" fmla="*/ 144562 w 1857234"/>
              <a:gd name="connsiteY6" fmla="*/ 1196386 h 2262304"/>
              <a:gd name="connsiteX7" fmla="*/ 92704 w 1857234"/>
              <a:gd name="connsiteY7" fmla="*/ 1145586 h 2262304"/>
              <a:gd name="connsiteX8" fmla="*/ 13329 w 1857234"/>
              <a:gd name="connsiteY8" fmla="*/ 1150878 h 2262304"/>
              <a:gd name="connsiteX9" fmla="*/ 1687 w 1857234"/>
              <a:gd name="connsiteY9" fmla="*/ 1262003 h 2262304"/>
              <a:gd name="connsiteX10" fmla="*/ 31320 w 1857234"/>
              <a:gd name="connsiteY10" fmla="*/ 1405937 h 2262304"/>
              <a:gd name="connsiteX11" fmla="*/ 99053 w 1857234"/>
              <a:gd name="connsiteY11" fmla="*/ 1511770 h 2262304"/>
              <a:gd name="connsiteX12" fmla="*/ 149853 w 1857234"/>
              <a:gd name="connsiteY12" fmla="*/ 1609136 h 2262304"/>
              <a:gd name="connsiteX13" fmla="*/ 213353 w 1857234"/>
              <a:gd name="connsiteY13" fmla="*/ 1626070 h 2262304"/>
              <a:gd name="connsiteX14" fmla="*/ 221820 w 1857234"/>
              <a:gd name="connsiteY14" fmla="*/ 1566803 h 2262304"/>
              <a:gd name="connsiteX15" fmla="*/ 221820 w 1857234"/>
              <a:gd name="connsiteY15" fmla="*/ 1532936 h 2262304"/>
              <a:gd name="connsiteX16" fmla="*/ 301968 w 1857234"/>
              <a:gd name="connsiteY16" fmla="*/ 1803314 h 2262304"/>
              <a:gd name="connsiteX17" fmla="*/ 443372 w 1857234"/>
              <a:gd name="connsiteY17" fmla="*/ 1961314 h 2262304"/>
              <a:gd name="connsiteX18" fmla="*/ 647608 w 1857234"/>
              <a:gd name="connsiteY18" fmla="*/ 2138936 h 2262304"/>
              <a:gd name="connsiteX19" fmla="*/ 812665 w 1857234"/>
              <a:gd name="connsiteY19" fmla="*/ 2239951 h 2262304"/>
              <a:gd name="connsiteX20" fmla="*/ 1095287 w 1857234"/>
              <a:gd name="connsiteY20" fmla="*/ 2257597 h 2262304"/>
              <a:gd name="connsiteX21" fmla="*/ 1252319 w 1857234"/>
              <a:gd name="connsiteY21" fmla="*/ 2174916 h 2262304"/>
              <a:gd name="connsiteX22" fmla="*/ 1377459 w 1857234"/>
              <a:gd name="connsiteY22" fmla="*/ 2070198 h 2262304"/>
              <a:gd name="connsiteX23" fmla="*/ 1538954 w 1857234"/>
              <a:gd name="connsiteY23" fmla="*/ 1904583 h 2262304"/>
              <a:gd name="connsiteX24" fmla="*/ 1649165 w 1857234"/>
              <a:gd name="connsiteY24" fmla="*/ 1767412 h 2262304"/>
              <a:gd name="connsiteX25" fmla="*/ 1667781 w 1857234"/>
              <a:gd name="connsiteY25" fmla="*/ 1594101 h 2262304"/>
              <a:gd name="connsiteX26" fmla="*/ 1678087 w 1857234"/>
              <a:gd name="connsiteY26" fmla="*/ 1484588 h 2262304"/>
              <a:gd name="connsiteX27" fmla="*/ 1737353 w 1857234"/>
              <a:gd name="connsiteY27" fmla="*/ 1549870 h 2262304"/>
              <a:gd name="connsiteX28" fmla="*/ 1788153 w 1857234"/>
              <a:gd name="connsiteY28" fmla="*/ 1524470 h 2262304"/>
              <a:gd name="connsiteX29" fmla="*/ 1810167 w 1857234"/>
              <a:gd name="connsiteY29" fmla="*/ 1405936 h 2262304"/>
              <a:gd name="connsiteX30" fmla="*/ 1849113 w 1857234"/>
              <a:gd name="connsiteY30" fmla="*/ 1309416 h 2262304"/>
              <a:gd name="connsiteX31" fmla="*/ 1855887 w 1857234"/>
              <a:gd name="connsiteY31" fmla="*/ 1211203 h 2262304"/>
              <a:gd name="connsiteX32" fmla="*/ 1830487 w 1857234"/>
              <a:gd name="connsiteY32" fmla="*/ 1092670 h 2262304"/>
              <a:gd name="connsiteX33" fmla="*/ 1754287 w 1857234"/>
              <a:gd name="connsiteY33" fmla="*/ 1118070 h 2262304"/>
              <a:gd name="connsiteX34" fmla="*/ 1720420 w 1857234"/>
              <a:gd name="connsiteY34" fmla="*/ 1164636 h 2262304"/>
              <a:gd name="connsiteX35" fmla="*/ 1686553 w 1857234"/>
              <a:gd name="connsiteY35" fmla="*/ 1236603 h 2262304"/>
              <a:gd name="connsiteX36" fmla="*/ 1703487 w 1857234"/>
              <a:gd name="connsiteY36" fmla="*/ 830203 h 2262304"/>
              <a:gd name="connsiteX37" fmla="*/ 1669620 w 1857234"/>
              <a:gd name="connsiteY37" fmla="*/ 505083 h 2262304"/>
              <a:gd name="connsiteX38" fmla="*/ 1474887 w 1857234"/>
              <a:gd name="connsiteY38" fmla="*/ 186736 h 2262304"/>
              <a:gd name="connsiteX39" fmla="*/ 1264278 w 1857234"/>
              <a:gd name="connsiteY39" fmla="*/ 62925 h 2262304"/>
              <a:gd name="connsiteX40" fmla="*/ 907620 w 1857234"/>
              <a:gd name="connsiteY40" fmla="*/ 470 h 2262304"/>
              <a:gd name="connsiteX41" fmla="*/ 699128 w 1857234"/>
              <a:gd name="connsiteY41" fmla="*/ 38246 h 2262304"/>
              <a:gd name="connsiteX0" fmla="*/ 699128 w 1857234"/>
              <a:gd name="connsiteY0" fmla="*/ 38246 h 2249517"/>
              <a:gd name="connsiteX1" fmla="*/ 530853 w 1857234"/>
              <a:gd name="connsiteY1" fmla="*/ 109476 h 2249517"/>
              <a:gd name="connsiteX2" fmla="*/ 359403 w 1857234"/>
              <a:gd name="connsiteY2" fmla="*/ 226951 h 2249517"/>
              <a:gd name="connsiteX3" fmla="*/ 194303 w 1857234"/>
              <a:gd name="connsiteY3" fmla="*/ 500001 h 2249517"/>
              <a:gd name="connsiteX4" fmla="*/ 143503 w 1857234"/>
              <a:gd name="connsiteY4" fmla="*/ 690502 h 2249517"/>
              <a:gd name="connsiteX5" fmla="*/ 143503 w 1857234"/>
              <a:gd name="connsiteY5" fmla="*/ 1058801 h 2249517"/>
              <a:gd name="connsiteX6" fmla="*/ 144562 w 1857234"/>
              <a:gd name="connsiteY6" fmla="*/ 1196386 h 2249517"/>
              <a:gd name="connsiteX7" fmla="*/ 92704 w 1857234"/>
              <a:gd name="connsiteY7" fmla="*/ 1145586 h 2249517"/>
              <a:gd name="connsiteX8" fmla="*/ 13329 w 1857234"/>
              <a:gd name="connsiteY8" fmla="*/ 1150878 h 2249517"/>
              <a:gd name="connsiteX9" fmla="*/ 1687 w 1857234"/>
              <a:gd name="connsiteY9" fmla="*/ 1262003 h 2249517"/>
              <a:gd name="connsiteX10" fmla="*/ 31320 w 1857234"/>
              <a:gd name="connsiteY10" fmla="*/ 1405937 h 2249517"/>
              <a:gd name="connsiteX11" fmla="*/ 99053 w 1857234"/>
              <a:gd name="connsiteY11" fmla="*/ 1511770 h 2249517"/>
              <a:gd name="connsiteX12" fmla="*/ 149853 w 1857234"/>
              <a:gd name="connsiteY12" fmla="*/ 1609136 h 2249517"/>
              <a:gd name="connsiteX13" fmla="*/ 213353 w 1857234"/>
              <a:gd name="connsiteY13" fmla="*/ 1626070 h 2249517"/>
              <a:gd name="connsiteX14" fmla="*/ 221820 w 1857234"/>
              <a:gd name="connsiteY14" fmla="*/ 1566803 h 2249517"/>
              <a:gd name="connsiteX15" fmla="*/ 221820 w 1857234"/>
              <a:gd name="connsiteY15" fmla="*/ 1532936 h 2249517"/>
              <a:gd name="connsiteX16" fmla="*/ 301968 w 1857234"/>
              <a:gd name="connsiteY16" fmla="*/ 1803314 h 2249517"/>
              <a:gd name="connsiteX17" fmla="*/ 443372 w 1857234"/>
              <a:gd name="connsiteY17" fmla="*/ 1961314 h 2249517"/>
              <a:gd name="connsiteX18" fmla="*/ 647608 w 1857234"/>
              <a:gd name="connsiteY18" fmla="*/ 2138936 h 2249517"/>
              <a:gd name="connsiteX19" fmla="*/ 812665 w 1857234"/>
              <a:gd name="connsiteY19" fmla="*/ 2239951 h 2249517"/>
              <a:gd name="connsiteX20" fmla="*/ 1112155 w 1857234"/>
              <a:gd name="connsiteY20" fmla="*/ 2237965 h 2249517"/>
              <a:gd name="connsiteX21" fmla="*/ 1252319 w 1857234"/>
              <a:gd name="connsiteY21" fmla="*/ 2174916 h 2249517"/>
              <a:gd name="connsiteX22" fmla="*/ 1377459 w 1857234"/>
              <a:gd name="connsiteY22" fmla="*/ 2070198 h 2249517"/>
              <a:gd name="connsiteX23" fmla="*/ 1538954 w 1857234"/>
              <a:gd name="connsiteY23" fmla="*/ 1904583 h 2249517"/>
              <a:gd name="connsiteX24" fmla="*/ 1649165 w 1857234"/>
              <a:gd name="connsiteY24" fmla="*/ 1767412 h 2249517"/>
              <a:gd name="connsiteX25" fmla="*/ 1667781 w 1857234"/>
              <a:gd name="connsiteY25" fmla="*/ 1594101 h 2249517"/>
              <a:gd name="connsiteX26" fmla="*/ 1678087 w 1857234"/>
              <a:gd name="connsiteY26" fmla="*/ 1484588 h 2249517"/>
              <a:gd name="connsiteX27" fmla="*/ 1737353 w 1857234"/>
              <a:gd name="connsiteY27" fmla="*/ 1549870 h 2249517"/>
              <a:gd name="connsiteX28" fmla="*/ 1788153 w 1857234"/>
              <a:gd name="connsiteY28" fmla="*/ 1524470 h 2249517"/>
              <a:gd name="connsiteX29" fmla="*/ 1810167 w 1857234"/>
              <a:gd name="connsiteY29" fmla="*/ 1405936 h 2249517"/>
              <a:gd name="connsiteX30" fmla="*/ 1849113 w 1857234"/>
              <a:gd name="connsiteY30" fmla="*/ 1309416 h 2249517"/>
              <a:gd name="connsiteX31" fmla="*/ 1855887 w 1857234"/>
              <a:gd name="connsiteY31" fmla="*/ 1211203 h 2249517"/>
              <a:gd name="connsiteX32" fmla="*/ 1830487 w 1857234"/>
              <a:gd name="connsiteY32" fmla="*/ 1092670 h 2249517"/>
              <a:gd name="connsiteX33" fmla="*/ 1754287 w 1857234"/>
              <a:gd name="connsiteY33" fmla="*/ 1118070 h 2249517"/>
              <a:gd name="connsiteX34" fmla="*/ 1720420 w 1857234"/>
              <a:gd name="connsiteY34" fmla="*/ 1164636 h 2249517"/>
              <a:gd name="connsiteX35" fmla="*/ 1686553 w 1857234"/>
              <a:gd name="connsiteY35" fmla="*/ 1236603 h 2249517"/>
              <a:gd name="connsiteX36" fmla="*/ 1703487 w 1857234"/>
              <a:gd name="connsiteY36" fmla="*/ 830203 h 2249517"/>
              <a:gd name="connsiteX37" fmla="*/ 1669620 w 1857234"/>
              <a:gd name="connsiteY37" fmla="*/ 505083 h 2249517"/>
              <a:gd name="connsiteX38" fmla="*/ 1474887 w 1857234"/>
              <a:gd name="connsiteY38" fmla="*/ 186736 h 2249517"/>
              <a:gd name="connsiteX39" fmla="*/ 1264278 w 1857234"/>
              <a:gd name="connsiteY39" fmla="*/ 62925 h 2249517"/>
              <a:gd name="connsiteX40" fmla="*/ 907620 w 1857234"/>
              <a:gd name="connsiteY40" fmla="*/ 470 h 2249517"/>
              <a:gd name="connsiteX41" fmla="*/ 699128 w 1857234"/>
              <a:gd name="connsiteY41" fmla="*/ 38246 h 2249517"/>
              <a:gd name="connsiteX0" fmla="*/ 699128 w 1857234"/>
              <a:gd name="connsiteY0" fmla="*/ 38246 h 2249517"/>
              <a:gd name="connsiteX1" fmla="*/ 530853 w 1857234"/>
              <a:gd name="connsiteY1" fmla="*/ 109476 h 2249517"/>
              <a:gd name="connsiteX2" fmla="*/ 359403 w 1857234"/>
              <a:gd name="connsiteY2" fmla="*/ 226951 h 2249517"/>
              <a:gd name="connsiteX3" fmla="*/ 194303 w 1857234"/>
              <a:gd name="connsiteY3" fmla="*/ 500001 h 2249517"/>
              <a:gd name="connsiteX4" fmla="*/ 143503 w 1857234"/>
              <a:gd name="connsiteY4" fmla="*/ 690502 h 2249517"/>
              <a:gd name="connsiteX5" fmla="*/ 143503 w 1857234"/>
              <a:gd name="connsiteY5" fmla="*/ 1058801 h 2249517"/>
              <a:gd name="connsiteX6" fmla="*/ 144562 w 1857234"/>
              <a:gd name="connsiteY6" fmla="*/ 1196386 h 2249517"/>
              <a:gd name="connsiteX7" fmla="*/ 92704 w 1857234"/>
              <a:gd name="connsiteY7" fmla="*/ 1145586 h 2249517"/>
              <a:gd name="connsiteX8" fmla="*/ 13329 w 1857234"/>
              <a:gd name="connsiteY8" fmla="*/ 1150878 h 2249517"/>
              <a:gd name="connsiteX9" fmla="*/ 1687 w 1857234"/>
              <a:gd name="connsiteY9" fmla="*/ 1262003 h 2249517"/>
              <a:gd name="connsiteX10" fmla="*/ 31320 w 1857234"/>
              <a:gd name="connsiteY10" fmla="*/ 1405937 h 2249517"/>
              <a:gd name="connsiteX11" fmla="*/ 99053 w 1857234"/>
              <a:gd name="connsiteY11" fmla="*/ 1511770 h 2249517"/>
              <a:gd name="connsiteX12" fmla="*/ 149853 w 1857234"/>
              <a:gd name="connsiteY12" fmla="*/ 1609136 h 2249517"/>
              <a:gd name="connsiteX13" fmla="*/ 213353 w 1857234"/>
              <a:gd name="connsiteY13" fmla="*/ 1626070 h 2249517"/>
              <a:gd name="connsiteX14" fmla="*/ 221820 w 1857234"/>
              <a:gd name="connsiteY14" fmla="*/ 1566803 h 2249517"/>
              <a:gd name="connsiteX15" fmla="*/ 221820 w 1857234"/>
              <a:gd name="connsiteY15" fmla="*/ 1532936 h 2249517"/>
              <a:gd name="connsiteX16" fmla="*/ 301968 w 1857234"/>
              <a:gd name="connsiteY16" fmla="*/ 1803314 h 2249517"/>
              <a:gd name="connsiteX17" fmla="*/ 443372 w 1857234"/>
              <a:gd name="connsiteY17" fmla="*/ 1961314 h 2249517"/>
              <a:gd name="connsiteX18" fmla="*/ 647608 w 1857234"/>
              <a:gd name="connsiteY18" fmla="*/ 2138936 h 2249517"/>
              <a:gd name="connsiteX19" fmla="*/ 812665 w 1857234"/>
              <a:gd name="connsiteY19" fmla="*/ 2239951 h 2249517"/>
              <a:gd name="connsiteX20" fmla="*/ 1112155 w 1857234"/>
              <a:gd name="connsiteY20" fmla="*/ 2237965 h 2249517"/>
              <a:gd name="connsiteX21" fmla="*/ 1252319 w 1857234"/>
              <a:gd name="connsiteY21" fmla="*/ 2174916 h 2249517"/>
              <a:gd name="connsiteX22" fmla="*/ 1377459 w 1857234"/>
              <a:gd name="connsiteY22" fmla="*/ 2070198 h 2249517"/>
              <a:gd name="connsiteX23" fmla="*/ 1538954 w 1857234"/>
              <a:gd name="connsiteY23" fmla="*/ 1904583 h 2249517"/>
              <a:gd name="connsiteX24" fmla="*/ 1649165 w 1857234"/>
              <a:gd name="connsiteY24" fmla="*/ 1767412 h 2249517"/>
              <a:gd name="connsiteX25" fmla="*/ 1667781 w 1857234"/>
              <a:gd name="connsiteY25" fmla="*/ 1594101 h 2249517"/>
              <a:gd name="connsiteX26" fmla="*/ 1678087 w 1857234"/>
              <a:gd name="connsiteY26" fmla="*/ 1484588 h 2249517"/>
              <a:gd name="connsiteX27" fmla="*/ 1737353 w 1857234"/>
              <a:gd name="connsiteY27" fmla="*/ 1549870 h 2249517"/>
              <a:gd name="connsiteX28" fmla="*/ 1788153 w 1857234"/>
              <a:gd name="connsiteY28" fmla="*/ 1524470 h 2249517"/>
              <a:gd name="connsiteX29" fmla="*/ 1810167 w 1857234"/>
              <a:gd name="connsiteY29" fmla="*/ 1405936 h 2249517"/>
              <a:gd name="connsiteX30" fmla="*/ 1849113 w 1857234"/>
              <a:gd name="connsiteY30" fmla="*/ 1309416 h 2249517"/>
              <a:gd name="connsiteX31" fmla="*/ 1855887 w 1857234"/>
              <a:gd name="connsiteY31" fmla="*/ 1211203 h 2249517"/>
              <a:gd name="connsiteX32" fmla="*/ 1830487 w 1857234"/>
              <a:gd name="connsiteY32" fmla="*/ 1092670 h 2249517"/>
              <a:gd name="connsiteX33" fmla="*/ 1754287 w 1857234"/>
              <a:gd name="connsiteY33" fmla="*/ 1118070 h 2249517"/>
              <a:gd name="connsiteX34" fmla="*/ 1720420 w 1857234"/>
              <a:gd name="connsiteY34" fmla="*/ 1164636 h 2249517"/>
              <a:gd name="connsiteX35" fmla="*/ 1686553 w 1857234"/>
              <a:gd name="connsiteY35" fmla="*/ 1236603 h 2249517"/>
              <a:gd name="connsiteX36" fmla="*/ 1703487 w 1857234"/>
              <a:gd name="connsiteY36" fmla="*/ 830203 h 2249517"/>
              <a:gd name="connsiteX37" fmla="*/ 1669620 w 1857234"/>
              <a:gd name="connsiteY37" fmla="*/ 505083 h 2249517"/>
              <a:gd name="connsiteX38" fmla="*/ 1474887 w 1857234"/>
              <a:gd name="connsiteY38" fmla="*/ 186736 h 2249517"/>
              <a:gd name="connsiteX39" fmla="*/ 1264278 w 1857234"/>
              <a:gd name="connsiteY39" fmla="*/ 62925 h 2249517"/>
              <a:gd name="connsiteX40" fmla="*/ 907620 w 1857234"/>
              <a:gd name="connsiteY40" fmla="*/ 470 h 2249517"/>
              <a:gd name="connsiteX41" fmla="*/ 699128 w 1857234"/>
              <a:gd name="connsiteY41" fmla="*/ 38246 h 2249517"/>
              <a:gd name="connsiteX0" fmla="*/ 699128 w 1857234"/>
              <a:gd name="connsiteY0" fmla="*/ 38246 h 2250445"/>
              <a:gd name="connsiteX1" fmla="*/ 530853 w 1857234"/>
              <a:gd name="connsiteY1" fmla="*/ 109476 h 2250445"/>
              <a:gd name="connsiteX2" fmla="*/ 359403 w 1857234"/>
              <a:gd name="connsiteY2" fmla="*/ 226951 h 2250445"/>
              <a:gd name="connsiteX3" fmla="*/ 194303 w 1857234"/>
              <a:gd name="connsiteY3" fmla="*/ 500001 h 2250445"/>
              <a:gd name="connsiteX4" fmla="*/ 143503 w 1857234"/>
              <a:gd name="connsiteY4" fmla="*/ 690502 h 2250445"/>
              <a:gd name="connsiteX5" fmla="*/ 143503 w 1857234"/>
              <a:gd name="connsiteY5" fmla="*/ 1058801 h 2250445"/>
              <a:gd name="connsiteX6" fmla="*/ 144562 w 1857234"/>
              <a:gd name="connsiteY6" fmla="*/ 1196386 h 2250445"/>
              <a:gd name="connsiteX7" fmla="*/ 92704 w 1857234"/>
              <a:gd name="connsiteY7" fmla="*/ 1145586 h 2250445"/>
              <a:gd name="connsiteX8" fmla="*/ 13329 w 1857234"/>
              <a:gd name="connsiteY8" fmla="*/ 1150878 h 2250445"/>
              <a:gd name="connsiteX9" fmla="*/ 1687 w 1857234"/>
              <a:gd name="connsiteY9" fmla="*/ 1262003 h 2250445"/>
              <a:gd name="connsiteX10" fmla="*/ 31320 w 1857234"/>
              <a:gd name="connsiteY10" fmla="*/ 1405937 h 2250445"/>
              <a:gd name="connsiteX11" fmla="*/ 99053 w 1857234"/>
              <a:gd name="connsiteY11" fmla="*/ 1511770 h 2250445"/>
              <a:gd name="connsiteX12" fmla="*/ 149853 w 1857234"/>
              <a:gd name="connsiteY12" fmla="*/ 1609136 h 2250445"/>
              <a:gd name="connsiteX13" fmla="*/ 213353 w 1857234"/>
              <a:gd name="connsiteY13" fmla="*/ 1626070 h 2250445"/>
              <a:gd name="connsiteX14" fmla="*/ 221820 w 1857234"/>
              <a:gd name="connsiteY14" fmla="*/ 1566803 h 2250445"/>
              <a:gd name="connsiteX15" fmla="*/ 221820 w 1857234"/>
              <a:gd name="connsiteY15" fmla="*/ 1532936 h 2250445"/>
              <a:gd name="connsiteX16" fmla="*/ 301968 w 1857234"/>
              <a:gd name="connsiteY16" fmla="*/ 1803314 h 2250445"/>
              <a:gd name="connsiteX17" fmla="*/ 443372 w 1857234"/>
              <a:gd name="connsiteY17" fmla="*/ 1961314 h 2250445"/>
              <a:gd name="connsiteX18" fmla="*/ 647608 w 1857234"/>
              <a:gd name="connsiteY18" fmla="*/ 2138936 h 2250445"/>
              <a:gd name="connsiteX19" fmla="*/ 812665 w 1857234"/>
              <a:gd name="connsiteY19" fmla="*/ 2239951 h 2250445"/>
              <a:gd name="connsiteX20" fmla="*/ 864941 w 1857234"/>
              <a:gd name="connsiteY20" fmla="*/ 2247060 h 2250445"/>
              <a:gd name="connsiteX21" fmla="*/ 1112155 w 1857234"/>
              <a:gd name="connsiteY21" fmla="*/ 2237965 h 2250445"/>
              <a:gd name="connsiteX22" fmla="*/ 1252319 w 1857234"/>
              <a:gd name="connsiteY22" fmla="*/ 2174916 h 2250445"/>
              <a:gd name="connsiteX23" fmla="*/ 1377459 w 1857234"/>
              <a:gd name="connsiteY23" fmla="*/ 2070198 h 2250445"/>
              <a:gd name="connsiteX24" fmla="*/ 1538954 w 1857234"/>
              <a:gd name="connsiteY24" fmla="*/ 1904583 h 2250445"/>
              <a:gd name="connsiteX25" fmla="*/ 1649165 w 1857234"/>
              <a:gd name="connsiteY25" fmla="*/ 1767412 h 2250445"/>
              <a:gd name="connsiteX26" fmla="*/ 1667781 w 1857234"/>
              <a:gd name="connsiteY26" fmla="*/ 1594101 h 2250445"/>
              <a:gd name="connsiteX27" fmla="*/ 1678087 w 1857234"/>
              <a:gd name="connsiteY27" fmla="*/ 1484588 h 2250445"/>
              <a:gd name="connsiteX28" fmla="*/ 1737353 w 1857234"/>
              <a:gd name="connsiteY28" fmla="*/ 1549870 h 2250445"/>
              <a:gd name="connsiteX29" fmla="*/ 1788153 w 1857234"/>
              <a:gd name="connsiteY29" fmla="*/ 1524470 h 2250445"/>
              <a:gd name="connsiteX30" fmla="*/ 1810167 w 1857234"/>
              <a:gd name="connsiteY30" fmla="*/ 1405936 h 2250445"/>
              <a:gd name="connsiteX31" fmla="*/ 1849113 w 1857234"/>
              <a:gd name="connsiteY31" fmla="*/ 1309416 h 2250445"/>
              <a:gd name="connsiteX32" fmla="*/ 1855887 w 1857234"/>
              <a:gd name="connsiteY32" fmla="*/ 1211203 h 2250445"/>
              <a:gd name="connsiteX33" fmla="*/ 1830487 w 1857234"/>
              <a:gd name="connsiteY33" fmla="*/ 1092670 h 2250445"/>
              <a:gd name="connsiteX34" fmla="*/ 1754287 w 1857234"/>
              <a:gd name="connsiteY34" fmla="*/ 1118070 h 2250445"/>
              <a:gd name="connsiteX35" fmla="*/ 1720420 w 1857234"/>
              <a:gd name="connsiteY35" fmla="*/ 1164636 h 2250445"/>
              <a:gd name="connsiteX36" fmla="*/ 1686553 w 1857234"/>
              <a:gd name="connsiteY36" fmla="*/ 1236603 h 2250445"/>
              <a:gd name="connsiteX37" fmla="*/ 1703487 w 1857234"/>
              <a:gd name="connsiteY37" fmla="*/ 830203 h 2250445"/>
              <a:gd name="connsiteX38" fmla="*/ 1669620 w 1857234"/>
              <a:gd name="connsiteY38" fmla="*/ 505083 h 2250445"/>
              <a:gd name="connsiteX39" fmla="*/ 1474887 w 1857234"/>
              <a:gd name="connsiteY39" fmla="*/ 186736 h 2250445"/>
              <a:gd name="connsiteX40" fmla="*/ 1264278 w 1857234"/>
              <a:gd name="connsiteY40" fmla="*/ 62925 h 2250445"/>
              <a:gd name="connsiteX41" fmla="*/ 907620 w 1857234"/>
              <a:gd name="connsiteY41" fmla="*/ 470 h 2250445"/>
              <a:gd name="connsiteX42" fmla="*/ 699128 w 1857234"/>
              <a:gd name="connsiteY42" fmla="*/ 38246 h 2250445"/>
              <a:gd name="connsiteX0" fmla="*/ 699128 w 1857234"/>
              <a:gd name="connsiteY0" fmla="*/ 38246 h 2253795"/>
              <a:gd name="connsiteX1" fmla="*/ 530853 w 1857234"/>
              <a:gd name="connsiteY1" fmla="*/ 109476 h 2253795"/>
              <a:gd name="connsiteX2" fmla="*/ 359403 w 1857234"/>
              <a:gd name="connsiteY2" fmla="*/ 226951 h 2253795"/>
              <a:gd name="connsiteX3" fmla="*/ 194303 w 1857234"/>
              <a:gd name="connsiteY3" fmla="*/ 500001 h 2253795"/>
              <a:gd name="connsiteX4" fmla="*/ 143503 w 1857234"/>
              <a:gd name="connsiteY4" fmla="*/ 690502 h 2253795"/>
              <a:gd name="connsiteX5" fmla="*/ 143503 w 1857234"/>
              <a:gd name="connsiteY5" fmla="*/ 1058801 h 2253795"/>
              <a:gd name="connsiteX6" fmla="*/ 144562 w 1857234"/>
              <a:gd name="connsiteY6" fmla="*/ 1196386 h 2253795"/>
              <a:gd name="connsiteX7" fmla="*/ 92704 w 1857234"/>
              <a:gd name="connsiteY7" fmla="*/ 1145586 h 2253795"/>
              <a:gd name="connsiteX8" fmla="*/ 13329 w 1857234"/>
              <a:gd name="connsiteY8" fmla="*/ 1150878 h 2253795"/>
              <a:gd name="connsiteX9" fmla="*/ 1687 w 1857234"/>
              <a:gd name="connsiteY9" fmla="*/ 1262003 h 2253795"/>
              <a:gd name="connsiteX10" fmla="*/ 31320 w 1857234"/>
              <a:gd name="connsiteY10" fmla="*/ 1405937 h 2253795"/>
              <a:gd name="connsiteX11" fmla="*/ 99053 w 1857234"/>
              <a:gd name="connsiteY11" fmla="*/ 1511770 h 2253795"/>
              <a:gd name="connsiteX12" fmla="*/ 149853 w 1857234"/>
              <a:gd name="connsiteY12" fmla="*/ 1609136 h 2253795"/>
              <a:gd name="connsiteX13" fmla="*/ 213353 w 1857234"/>
              <a:gd name="connsiteY13" fmla="*/ 1626070 h 2253795"/>
              <a:gd name="connsiteX14" fmla="*/ 221820 w 1857234"/>
              <a:gd name="connsiteY14" fmla="*/ 1566803 h 2253795"/>
              <a:gd name="connsiteX15" fmla="*/ 221820 w 1857234"/>
              <a:gd name="connsiteY15" fmla="*/ 1532936 h 2253795"/>
              <a:gd name="connsiteX16" fmla="*/ 301968 w 1857234"/>
              <a:gd name="connsiteY16" fmla="*/ 1803314 h 2253795"/>
              <a:gd name="connsiteX17" fmla="*/ 443372 w 1857234"/>
              <a:gd name="connsiteY17" fmla="*/ 1961314 h 2253795"/>
              <a:gd name="connsiteX18" fmla="*/ 647608 w 1857234"/>
              <a:gd name="connsiteY18" fmla="*/ 2138936 h 2253795"/>
              <a:gd name="connsiteX19" fmla="*/ 812665 w 1857234"/>
              <a:gd name="connsiteY19" fmla="*/ 2239951 h 2253795"/>
              <a:gd name="connsiteX20" fmla="*/ 890243 w 1857234"/>
              <a:gd name="connsiteY20" fmla="*/ 2252669 h 2253795"/>
              <a:gd name="connsiteX21" fmla="*/ 1112155 w 1857234"/>
              <a:gd name="connsiteY21" fmla="*/ 2237965 h 2253795"/>
              <a:gd name="connsiteX22" fmla="*/ 1252319 w 1857234"/>
              <a:gd name="connsiteY22" fmla="*/ 2174916 h 2253795"/>
              <a:gd name="connsiteX23" fmla="*/ 1377459 w 1857234"/>
              <a:gd name="connsiteY23" fmla="*/ 2070198 h 2253795"/>
              <a:gd name="connsiteX24" fmla="*/ 1538954 w 1857234"/>
              <a:gd name="connsiteY24" fmla="*/ 1904583 h 2253795"/>
              <a:gd name="connsiteX25" fmla="*/ 1649165 w 1857234"/>
              <a:gd name="connsiteY25" fmla="*/ 1767412 h 2253795"/>
              <a:gd name="connsiteX26" fmla="*/ 1667781 w 1857234"/>
              <a:gd name="connsiteY26" fmla="*/ 1594101 h 2253795"/>
              <a:gd name="connsiteX27" fmla="*/ 1678087 w 1857234"/>
              <a:gd name="connsiteY27" fmla="*/ 1484588 h 2253795"/>
              <a:gd name="connsiteX28" fmla="*/ 1737353 w 1857234"/>
              <a:gd name="connsiteY28" fmla="*/ 1549870 h 2253795"/>
              <a:gd name="connsiteX29" fmla="*/ 1788153 w 1857234"/>
              <a:gd name="connsiteY29" fmla="*/ 1524470 h 2253795"/>
              <a:gd name="connsiteX30" fmla="*/ 1810167 w 1857234"/>
              <a:gd name="connsiteY30" fmla="*/ 1405936 h 2253795"/>
              <a:gd name="connsiteX31" fmla="*/ 1849113 w 1857234"/>
              <a:gd name="connsiteY31" fmla="*/ 1309416 h 2253795"/>
              <a:gd name="connsiteX32" fmla="*/ 1855887 w 1857234"/>
              <a:gd name="connsiteY32" fmla="*/ 1211203 h 2253795"/>
              <a:gd name="connsiteX33" fmla="*/ 1830487 w 1857234"/>
              <a:gd name="connsiteY33" fmla="*/ 1092670 h 2253795"/>
              <a:gd name="connsiteX34" fmla="*/ 1754287 w 1857234"/>
              <a:gd name="connsiteY34" fmla="*/ 1118070 h 2253795"/>
              <a:gd name="connsiteX35" fmla="*/ 1720420 w 1857234"/>
              <a:gd name="connsiteY35" fmla="*/ 1164636 h 2253795"/>
              <a:gd name="connsiteX36" fmla="*/ 1686553 w 1857234"/>
              <a:gd name="connsiteY36" fmla="*/ 1236603 h 2253795"/>
              <a:gd name="connsiteX37" fmla="*/ 1703487 w 1857234"/>
              <a:gd name="connsiteY37" fmla="*/ 830203 h 2253795"/>
              <a:gd name="connsiteX38" fmla="*/ 1669620 w 1857234"/>
              <a:gd name="connsiteY38" fmla="*/ 505083 h 2253795"/>
              <a:gd name="connsiteX39" fmla="*/ 1474887 w 1857234"/>
              <a:gd name="connsiteY39" fmla="*/ 186736 h 2253795"/>
              <a:gd name="connsiteX40" fmla="*/ 1264278 w 1857234"/>
              <a:gd name="connsiteY40" fmla="*/ 62925 h 2253795"/>
              <a:gd name="connsiteX41" fmla="*/ 907620 w 1857234"/>
              <a:gd name="connsiteY41" fmla="*/ 470 h 2253795"/>
              <a:gd name="connsiteX42" fmla="*/ 699128 w 1857234"/>
              <a:gd name="connsiteY42" fmla="*/ 38246 h 2253795"/>
              <a:gd name="connsiteX0" fmla="*/ 699128 w 1857234"/>
              <a:gd name="connsiteY0" fmla="*/ 38246 h 2261125"/>
              <a:gd name="connsiteX1" fmla="*/ 530853 w 1857234"/>
              <a:gd name="connsiteY1" fmla="*/ 109476 h 2261125"/>
              <a:gd name="connsiteX2" fmla="*/ 359403 w 1857234"/>
              <a:gd name="connsiteY2" fmla="*/ 226951 h 2261125"/>
              <a:gd name="connsiteX3" fmla="*/ 194303 w 1857234"/>
              <a:gd name="connsiteY3" fmla="*/ 500001 h 2261125"/>
              <a:gd name="connsiteX4" fmla="*/ 143503 w 1857234"/>
              <a:gd name="connsiteY4" fmla="*/ 690502 h 2261125"/>
              <a:gd name="connsiteX5" fmla="*/ 143503 w 1857234"/>
              <a:gd name="connsiteY5" fmla="*/ 1058801 h 2261125"/>
              <a:gd name="connsiteX6" fmla="*/ 144562 w 1857234"/>
              <a:gd name="connsiteY6" fmla="*/ 1196386 h 2261125"/>
              <a:gd name="connsiteX7" fmla="*/ 92704 w 1857234"/>
              <a:gd name="connsiteY7" fmla="*/ 1145586 h 2261125"/>
              <a:gd name="connsiteX8" fmla="*/ 13329 w 1857234"/>
              <a:gd name="connsiteY8" fmla="*/ 1150878 h 2261125"/>
              <a:gd name="connsiteX9" fmla="*/ 1687 w 1857234"/>
              <a:gd name="connsiteY9" fmla="*/ 1262003 h 2261125"/>
              <a:gd name="connsiteX10" fmla="*/ 31320 w 1857234"/>
              <a:gd name="connsiteY10" fmla="*/ 1405937 h 2261125"/>
              <a:gd name="connsiteX11" fmla="*/ 99053 w 1857234"/>
              <a:gd name="connsiteY11" fmla="*/ 1511770 h 2261125"/>
              <a:gd name="connsiteX12" fmla="*/ 149853 w 1857234"/>
              <a:gd name="connsiteY12" fmla="*/ 1609136 h 2261125"/>
              <a:gd name="connsiteX13" fmla="*/ 213353 w 1857234"/>
              <a:gd name="connsiteY13" fmla="*/ 1626070 h 2261125"/>
              <a:gd name="connsiteX14" fmla="*/ 221820 w 1857234"/>
              <a:gd name="connsiteY14" fmla="*/ 1566803 h 2261125"/>
              <a:gd name="connsiteX15" fmla="*/ 221820 w 1857234"/>
              <a:gd name="connsiteY15" fmla="*/ 1532936 h 2261125"/>
              <a:gd name="connsiteX16" fmla="*/ 301968 w 1857234"/>
              <a:gd name="connsiteY16" fmla="*/ 1803314 h 2261125"/>
              <a:gd name="connsiteX17" fmla="*/ 443372 w 1857234"/>
              <a:gd name="connsiteY17" fmla="*/ 1961314 h 2261125"/>
              <a:gd name="connsiteX18" fmla="*/ 647608 w 1857234"/>
              <a:gd name="connsiteY18" fmla="*/ 2138936 h 2261125"/>
              <a:gd name="connsiteX19" fmla="*/ 812665 w 1857234"/>
              <a:gd name="connsiteY19" fmla="*/ 2239951 h 2261125"/>
              <a:gd name="connsiteX20" fmla="*/ 960526 w 1857234"/>
              <a:gd name="connsiteY20" fmla="*/ 2261083 h 2261125"/>
              <a:gd name="connsiteX21" fmla="*/ 1112155 w 1857234"/>
              <a:gd name="connsiteY21" fmla="*/ 2237965 h 2261125"/>
              <a:gd name="connsiteX22" fmla="*/ 1252319 w 1857234"/>
              <a:gd name="connsiteY22" fmla="*/ 2174916 h 2261125"/>
              <a:gd name="connsiteX23" fmla="*/ 1377459 w 1857234"/>
              <a:gd name="connsiteY23" fmla="*/ 2070198 h 2261125"/>
              <a:gd name="connsiteX24" fmla="*/ 1538954 w 1857234"/>
              <a:gd name="connsiteY24" fmla="*/ 1904583 h 2261125"/>
              <a:gd name="connsiteX25" fmla="*/ 1649165 w 1857234"/>
              <a:gd name="connsiteY25" fmla="*/ 1767412 h 2261125"/>
              <a:gd name="connsiteX26" fmla="*/ 1667781 w 1857234"/>
              <a:gd name="connsiteY26" fmla="*/ 1594101 h 2261125"/>
              <a:gd name="connsiteX27" fmla="*/ 1678087 w 1857234"/>
              <a:gd name="connsiteY27" fmla="*/ 1484588 h 2261125"/>
              <a:gd name="connsiteX28" fmla="*/ 1737353 w 1857234"/>
              <a:gd name="connsiteY28" fmla="*/ 1549870 h 2261125"/>
              <a:gd name="connsiteX29" fmla="*/ 1788153 w 1857234"/>
              <a:gd name="connsiteY29" fmla="*/ 1524470 h 2261125"/>
              <a:gd name="connsiteX30" fmla="*/ 1810167 w 1857234"/>
              <a:gd name="connsiteY30" fmla="*/ 1405936 h 2261125"/>
              <a:gd name="connsiteX31" fmla="*/ 1849113 w 1857234"/>
              <a:gd name="connsiteY31" fmla="*/ 1309416 h 2261125"/>
              <a:gd name="connsiteX32" fmla="*/ 1855887 w 1857234"/>
              <a:gd name="connsiteY32" fmla="*/ 1211203 h 2261125"/>
              <a:gd name="connsiteX33" fmla="*/ 1830487 w 1857234"/>
              <a:gd name="connsiteY33" fmla="*/ 1092670 h 2261125"/>
              <a:gd name="connsiteX34" fmla="*/ 1754287 w 1857234"/>
              <a:gd name="connsiteY34" fmla="*/ 1118070 h 2261125"/>
              <a:gd name="connsiteX35" fmla="*/ 1720420 w 1857234"/>
              <a:gd name="connsiteY35" fmla="*/ 1164636 h 2261125"/>
              <a:gd name="connsiteX36" fmla="*/ 1686553 w 1857234"/>
              <a:gd name="connsiteY36" fmla="*/ 1236603 h 2261125"/>
              <a:gd name="connsiteX37" fmla="*/ 1703487 w 1857234"/>
              <a:gd name="connsiteY37" fmla="*/ 830203 h 2261125"/>
              <a:gd name="connsiteX38" fmla="*/ 1669620 w 1857234"/>
              <a:gd name="connsiteY38" fmla="*/ 505083 h 2261125"/>
              <a:gd name="connsiteX39" fmla="*/ 1474887 w 1857234"/>
              <a:gd name="connsiteY39" fmla="*/ 186736 h 2261125"/>
              <a:gd name="connsiteX40" fmla="*/ 1264278 w 1857234"/>
              <a:gd name="connsiteY40" fmla="*/ 62925 h 2261125"/>
              <a:gd name="connsiteX41" fmla="*/ 907620 w 1857234"/>
              <a:gd name="connsiteY41" fmla="*/ 470 h 2261125"/>
              <a:gd name="connsiteX42" fmla="*/ 699128 w 1857234"/>
              <a:gd name="connsiteY42" fmla="*/ 38246 h 2261125"/>
              <a:gd name="connsiteX0" fmla="*/ 699128 w 1857234"/>
              <a:gd name="connsiteY0" fmla="*/ 38246 h 2261125"/>
              <a:gd name="connsiteX1" fmla="*/ 530853 w 1857234"/>
              <a:gd name="connsiteY1" fmla="*/ 109476 h 2261125"/>
              <a:gd name="connsiteX2" fmla="*/ 359403 w 1857234"/>
              <a:gd name="connsiteY2" fmla="*/ 226951 h 2261125"/>
              <a:gd name="connsiteX3" fmla="*/ 194303 w 1857234"/>
              <a:gd name="connsiteY3" fmla="*/ 500001 h 2261125"/>
              <a:gd name="connsiteX4" fmla="*/ 143503 w 1857234"/>
              <a:gd name="connsiteY4" fmla="*/ 690502 h 2261125"/>
              <a:gd name="connsiteX5" fmla="*/ 143503 w 1857234"/>
              <a:gd name="connsiteY5" fmla="*/ 1058801 h 2261125"/>
              <a:gd name="connsiteX6" fmla="*/ 144562 w 1857234"/>
              <a:gd name="connsiteY6" fmla="*/ 1196386 h 2261125"/>
              <a:gd name="connsiteX7" fmla="*/ 92704 w 1857234"/>
              <a:gd name="connsiteY7" fmla="*/ 1145586 h 2261125"/>
              <a:gd name="connsiteX8" fmla="*/ 13329 w 1857234"/>
              <a:gd name="connsiteY8" fmla="*/ 1150878 h 2261125"/>
              <a:gd name="connsiteX9" fmla="*/ 1687 w 1857234"/>
              <a:gd name="connsiteY9" fmla="*/ 1262003 h 2261125"/>
              <a:gd name="connsiteX10" fmla="*/ 31320 w 1857234"/>
              <a:gd name="connsiteY10" fmla="*/ 1405937 h 2261125"/>
              <a:gd name="connsiteX11" fmla="*/ 99053 w 1857234"/>
              <a:gd name="connsiteY11" fmla="*/ 1511770 h 2261125"/>
              <a:gd name="connsiteX12" fmla="*/ 149853 w 1857234"/>
              <a:gd name="connsiteY12" fmla="*/ 1609136 h 2261125"/>
              <a:gd name="connsiteX13" fmla="*/ 213353 w 1857234"/>
              <a:gd name="connsiteY13" fmla="*/ 1626070 h 2261125"/>
              <a:gd name="connsiteX14" fmla="*/ 221820 w 1857234"/>
              <a:gd name="connsiteY14" fmla="*/ 1566803 h 2261125"/>
              <a:gd name="connsiteX15" fmla="*/ 221820 w 1857234"/>
              <a:gd name="connsiteY15" fmla="*/ 1532936 h 2261125"/>
              <a:gd name="connsiteX16" fmla="*/ 301968 w 1857234"/>
              <a:gd name="connsiteY16" fmla="*/ 1803314 h 2261125"/>
              <a:gd name="connsiteX17" fmla="*/ 443372 w 1857234"/>
              <a:gd name="connsiteY17" fmla="*/ 1961314 h 2261125"/>
              <a:gd name="connsiteX18" fmla="*/ 647608 w 1857234"/>
              <a:gd name="connsiteY18" fmla="*/ 2138936 h 2261125"/>
              <a:gd name="connsiteX19" fmla="*/ 812665 w 1857234"/>
              <a:gd name="connsiteY19" fmla="*/ 2239951 h 2261125"/>
              <a:gd name="connsiteX20" fmla="*/ 960526 w 1857234"/>
              <a:gd name="connsiteY20" fmla="*/ 2261083 h 2261125"/>
              <a:gd name="connsiteX21" fmla="*/ 1112155 w 1857234"/>
              <a:gd name="connsiteY21" fmla="*/ 2237965 h 2261125"/>
              <a:gd name="connsiteX22" fmla="*/ 1252319 w 1857234"/>
              <a:gd name="connsiteY22" fmla="*/ 2174916 h 2261125"/>
              <a:gd name="connsiteX23" fmla="*/ 1377459 w 1857234"/>
              <a:gd name="connsiteY23" fmla="*/ 2070198 h 2261125"/>
              <a:gd name="connsiteX24" fmla="*/ 1538954 w 1857234"/>
              <a:gd name="connsiteY24" fmla="*/ 1904583 h 2261125"/>
              <a:gd name="connsiteX25" fmla="*/ 1649165 w 1857234"/>
              <a:gd name="connsiteY25" fmla="*/ 1767412 h 2261125"/>
              <a:gd name="connsiteX26" fmla="*/ 1667781 w 1857234"/>
              <a:gd name="connsiteY26" fmla="*/ 1594101 h 2261125"/>
              <a:gd name="connsiteX27" fmla="*/ 1678087 w 1857234"/>
              <a:gd name="connsiteY27" fmla="*/ 1484588 h 2261125"/>
              <a:gd name="connsiteX28" fmla="*/ 1737353 w 1857234"/>
              <a:gd name="connsiteY28" fmla="*/ 1549870 h 2261125"/>
              <a:gd name="connsiteX29" fmla="*/ 1788153 w 1857234"/>
              <a:gd name="connsiteY29" fmla="*/ 1524470 h 2261125"/>
              <a:gd name="connsiteX30" fmla="*/ 1810167 w 1857234"/>
              <a:gd name="connsiteY30" fmla="*/ 1405936 h 2261125"/>
              <a:gd name="connsiteX31" fmla="*/ 1849113 w 1857234"/>
              <a:gd name="connsiteY31" fmla="*/ 1309416 h 2261125"/>
              <a:gd name="connsiteX32" fmla="*/ 1855887 w 1857234"/>
              <a:gd name="connsiteY32" fmla="*/ 1211203 h 2261125"/>
              <a:gd name="connsiteX33" fmla="*/ 1830487 w 1857234"/>
              <a:gd name="connsiteY33" fmla="*/ 1092670 h 2261125"/>
              <a:gd name="connsiteX34" fmla="*/ 1754287 w 1857234"/>
              <a:gd name="connsiteY34" fmla="*/ 1118070 h 2261125"/>
              <a:gd name="connsiteX35" fmla="*/ 1720420 w 1857234"/>
              <a:gd name="connsiteY35" fmla="*/ 1164636 h 2261125"/>
              <a:gd name="connsiteX36" fmla="*/ 1686553 w 1857234"/>
              <a:gd name="connsiteY36" fmla="*/ 1236603 h 2261125"/>
              <a:gd name="connsiteX37" fmla="*/ 1703487 w 1857234"/>
              <a:gd name="connsiteY37" fmla="*/ 830203 h 2261125"/>
              <a:gd name="connsiteX38" fmla="*/ 1669620 w 1857234"/>
              <a:gd name="connsiteY38" fmla="*/ 505083 h 2261125"/>
              <a:gd name="connsiteX39" fmla="*/ 1474887 w 1857234"/>
              <a:gd name="connsiteY39" fmla="*/ 186736 h 2261125"/>
              <a:gd name="connsiteX40" fmla="*/ 1264278 w 1857234"/>
              <a:gd name="connsiteY40" fmla="*/ 62925 h 2261125"/>
              <a:gd name="connsiteX41" fmla="*/ 907620 w 1857234"/>
              <a:gd name="connsiteY41" fmla="*/ 470 h 2261125"/>
              <a:gd name="connsiteX42" fmla="*/ 699128 w 1857234"/>
              <a:gd name="connsiteY42" fmla="*/ 38246 h 2261125"/>
              <a:gd name="connsiteX0" fmla="*/ 699128 w 1857234"/>
              <a:gd name="connsiteY0" fmla="*/ 38246 h 2261125"/>
              <a:gd name="connsiteX1" fmla="*/ 530853 w 1857234"/>
              <a:gd name="connsiteY1" fmla="*/ 109476 h 2261125"/>
              <a:gd name="connsiteX2" fmla="*/ 359403 w 1857234"/>
              <a:gd name="connsiteY2" fmla="*/ 226951 h 2261125"/>
              <a:gd name="connsiteX3" fmla="*/ 194303 w 1857234"/>
              <a:gd name="connsiteY3" fmla="*/ 500001 h 2261125"/>
              <a:gd name="connsiteX4" fmla="*/ 143503 w 1857234"/>
              <a:gd name="connsiteY4" fmla="*/ 690502 h 2261125"/>
              <a:gd name="connsiteX5" fmla="*/ 143503 w 1857234"/>
              <a:gd name="connsiteY5" fmla="*/ 1058801 h 2261125"/>
              <a:gd name="connsiteX6" fmla="*/ 144562 w 1857234"/>
              <a:gd name="connsiteY6" fmla="*/ 1196386 h 2261125"/>
              <a:gd name="connsiteX7" fmla="*/ 92704 w 1857234"/>
              <a:gd name="connsiteY7" fmla="*/ 1145586 h 2261125"/>
              <a:gd name="connsiteX8" fmla="*/ 13329 w 1857234"/>
              <a:gd name="connsiteY8" fmla="*/ 1150878 h 2261125"/>
              <a:gd name="connsiteX9" fmla="*/ 1687 w 1857234"/>
              <a:gd name="connsiteY9" fmla="*/ 1262003 h 2261125"/>
              <a:gd name="connsiteX10" fmla="*/ 31320 w 1857234"/>
              <a:gd name="connsiteY10" fmla="*/ 1405937 h 2261125"/>
              <a:gd name="connsiteX11" fmla="*/ 99053 w 1857234"/>
              <a:gd name="connsiteY11" fmla="*/ 1511770 h 2261125"/>
              <a:gd name="connsiteX12" fmla="*/ 149853 w 1857234"/>
              <a:gd name="connsiteY12" fmla="*/ 1609136 h 2261125"/>
              <a:gd name="connsiteX13" fmla="*/ 213353 w 1857234"/>
              <a:gd name="connsiteY13" fmla="*/ 1626070 h 2261125"/>
              <a:gd name="connsiteX14" fmla="*/ 221820 w 1857234"/>
              <a:gd name="connsiteY14" fmla="*/ 1566803 h 2261125"/>
              <a:gd name="connsiteX15" fmla="*/ 221820 w 1857234"/>
              <a:gd name="connsiteY15" fmla="*/ 1532936 h 2261125"/>
              <a:gd name="connsiteX16" fmla="*/ 301968 w 1857234"/>
              <a:gd name="connsiteY16" fmla="*/ 1803314 h 2261125"/>
              <a:gd name="connsiteX17" fmla="*/ 443372 w 1857234"/>
              <a:gd name="connsiteY17" fmla="*/ 1961314 h 2261125"/>
              <a:gd name="connsiteX18" fmla="*/ 647608 w 1857234"/>
              <a:gd name="connsiteY18" fmla="*/ 2138936 h 2261125"/>
              <a:gd name="connsiteX19" fmla="*/ 812665 w 1857234"/>
              <a:gd name="connsiteY19" fmla="*/ 2239951 h 2261125"/>
              <a:gd name="connsiteX20" fmla="*/ 960526 w 1857234"/>
              <a:gd name="connsiteY20" fmla="*/ 2261083 h 2261125"/>
              <a:gd name="connsiteX21" fmla="*/ 1123400 w 1857234"/>
              <a:gd name="connsiteY21" fmla="*/ 2246379 h 2261125"/>
              <a:gd name="connsiteX22" fmla="*/ 1252319 w 1857234"/>
              <a:gd name="connsiteY22" fmla="*/ 2174916 h 2261125"/>
              <a:gd name="connsiteX23" fmla="*/ 1377459 w 1857234"/>
              <a:gd name="connsiteY23" fmla="*/ 2070198 h 2261125"/>
              <a:gd name="connsiteX24" fmla="*/ 1538954 w 1857234"/>
              <a:gd name="connsiteY24" fmla="*/ 1904583 h 2261125"/>
              <a:gd name="connsiteX25" fmla="*/ 1649165 w 1857234"/>
              <a:gd name="connsiteY25" fmla="*/ 1767412 h 2261125"/>
              <a:gd name="connsiteX26" fmla="*/ 1667781 w 1857234"/>
              <a:gd name="connsiteY26" fmla="*/ 1594101 h 2261125"/>
              <a:gd name="connsiteX27" fmla="*/ 1678087 w 1857234"/>
              <a:gd name="connsiteY27" fmla="*/ 1484588 h 2261125"/>
              <a:gd name="connsiteX28" fmla="*/ 1737353 w 1857234"/>
              <a:gd name="connsiteY28" fmla="*/ 1549870 h 2261125"/>
              <a:gd name="connsiteX29" fmla="*/ 1788153 w 1857234"/>
              <a:gd name="connsiteY29" fmla="*/ 1524470 h 2261125"/>
              <a:gd name="connsiteX30" fmla="*/ 1810167 w 1857234"/>
              <a:gd name="connsiteY30" fmla="*/ 1405936 h 2261125"/>
              <a:gd name="connsiteX31" fmla="*/ 1849113 w 1857234"/>
              <a:gd name="connsiteY31" fmla="*/ 1309416 h 2261125"/>
              <a:gd name="connsiteX32" fmla="*/ 1855887 w 1857234"/>
              <a:gd name="connsiteY32" fmla="*/ 1211203 h 2261125"/>
              <a:gd name="connsiteX33" fmla="*/ 1830487 w 1857234"/>
              <a:gd name="connsiteY33" fmla="*/ 1092670 h 2261125"/>
              <a:gd name="connsiteX34" fmla="*/ 1754287 w 1857234"/>
              <a:gd name="connsiteY34" fmla="*/ 1118070 h 2261125"/>
              <a:gd name="connsiteX35" fmla="*/ 1720420 w 1857234"/>
              <a:gd name="connsiteY35" fmla="*/ 1164636 h 2261125"/>
              <a:gd name="connsiteX36" fmla="*/ 1686553 w 1857234"/>
              <a:gd name="connsiteY36" fmla="*/ 1236603 h 2261125"/>
              <a:gd name="connsiteX37" fmla="*/ 1703487 w 1857234"/>
              <a:gd name="connsiteY37" fmla="*/ 830203 h 2261125"/>
              <a:gd name="connsiteX38" fmla="*/ 1669620 w 1857234"/>
              <a:gd name="connsiteY38" fmla="*/ 505083 h 2261125"/>
              <a:gd name="connsiteX39" fmla="*/ 1474887 w 1857234"/>
              <a:gd name="connsiteY39" fmla="*/ 186736 h 2261125"/>
              <a:gd name="connsiteX40" fmla="*/ 1264278 w 1857234"/>
              <a:gd name="connsiteY40" fmla="*/ 62925 h 2261125"/>
              <a:gd name="connsiteX41" fmla="*/ 907620 w 1857234"/>
              <a:gd name="connsiteY41" fmla="*/ 470 h 2261125"/>
              <a:gd name="connsiteX42" fmla="*/ 699128 w 1857234"/>
              <a:gd name="connsiteY42" fmla="*/ 38246 h 2261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857234" h="2261125">
                <a:moveTo>
                  <a:pt x="699128" y="38246"/>
                </a:moveTo>
                <a:cubicBezTo>
                  <a:pt x="636334" y="56414"/>
                  <a:pt x="587474" y="78025"/>
                  <a:pt x="530853" y="109476"/>
                </a:cubicBezTo>
                <a:cubicBezTo>
                  <a:pt x="474232" y="140927"/>
                  <a:pt x="415495" y="161864"/>
                  <a:pt x="359403" y="226951"/>
                </a:cubicBezTo>
                <a:cubicBezTo>
                  <a:pt x="303311" y="292038"/>
                  <a:pt x="230286" y="422743"/>
                  <a:pt x="194303" y="500001"/>
                </a:cubicBezTo>
                <a:cubicBezTo>
                  <a:pt x="158320" y="577259"/>
                  <a:pt x="137506" y="617653"/>
                  <a:pt x="143503" y="690502"/>
                </a:cubicBezTo>
                <a:cubicBezTo>
                  <a:pt x="149500" y="763351"/>
                  <a:pt x="143327" y="974487"/>
                  <a:pt x="143503" y="1058801"/>
                </a:cubicBezTo>
                <a:cubicBezTo>
                  <a:pt x="143679" y="1143115"/>
                  <a:pt x="153028" y="1181922"/>
                  <a:pt x="144562" y="1196386"/>
                </a:cubicBezTo>
                <a:cubicBezTo>
                  <a:pt x="136096" y="1210850"/>
                  <a:pt x="114576" y="1153171"/>
                  <a:pt x="92704" y="1145586"/>
                </a:cubicBezTo>
                <a:cubicBezTo>
                  <a:pt x="70832" y="1138001"/>
                  <a:pt x="28498" y="1131475"/>
                  <a:pt x="13329" y="1150878"/>
                </a:cubicBezTo>
                <a:cubicBezTo>
                  <a:pt x="-1840" y="1170281"/>
                  <a:pt x="-1311" y="1219493"/>
                  <a:pt x="1687" y="1262003"/>
                </a:cubicBezTo>
                <a:cubicBezTo>
                  <a:pt x="4685" y="1304513"/>
                  <a:pt x="15092" y="1364309"/>
                  <a:pt x="31320" y="1405937"/>
                </a:cubicBezTo>
                <a:cubicBezTo>
                  <a:pt x="47548" y="1447565"/>
                  <a:pt x="79298" y="1477904"/>
                  <a:pt x="99053" y="1511770"/>
                </a:cubicBezTo>
                <a:cubicBezTo>
                  <a:pt x="118808" y="1545636"/>
                  <a:pt x="130803" y="1590086"/>
                  <a:pt x="149853" y="1609136"/>
                </a:cubicBezTo>
                <a:cubicBezTo>
                  <a:pt x="168903" y="1628186"/>
                  <a:pt x="201359" y="1633125"/>
                  <a:pt x="213353" y="1626070"/>
                </a:cubicBezTo>
                <a:cubicBezTo>
                  <a:pt x="225347" y="1619015"/>
                  <a:pt x="221820" y="1566803"/>
                  <a:pt x="221820" y="1566803"/>
                </a:cubicBezTo>
                <a:cubicBezTo>
                  <a:pt x="223231" y="1551281"/>
                  <a:pt x="208462" y="1493518"/>
                  <a:pt x="221820" y="1532936"/>
                </a:cubicBezTo>
                <a:cubicBezTo>
                  <a:pt x="235178" y="1572355"/>
                  <a:pt x="265043" y="1731918"/>
                  <a:pt x="301968" y="1803314"/>
                </a:cubicBezTo>
                <a:cubicBezTo>
                  <a:pt x="338893" y="1874710"/>
                  <a:pt x="385765" y="1905377"/>
                  <a:pt x="443372" y="1961314"/>
                </a:cubicBezTo>
                <a:cubicBezTo>
                  <a:pt x="500979" y="2017251"/>
                  <a:pt x="585350" y="2096365"/>
                  <a:pt x="647608" y="2138936"/>
                </a:cubicBezTo>
                <a:cubicBezTo>
                  <a:pt x="709866" y="2181507"/>
                  <a:pt x="760512" y="2219593"/>
                  <a:pt x="812665" y="2239951"/>
                </a:cubicBezTo>
                <a:cubicBezTo>
                  <a:pt x="864818" y="2260309"/>
                  <a:pt x="910611" y="2261414"/>
                  <a:pt x="960526" y="2261083"/>
                </a:cubicBezTo>
                <a:cubicBezTo>
                  <a:pt x="1044177" y="2257948"/>
                  <a:pt x="1074768" y="2260740"/>
                  <a:pt x="1123400" y="2246379"/>
                </a:cubicBezTo>
                <a:cubicBezTo>
                  <a:pt x="1172032" y="2232018"/>
                  <a:pt x="1215809" y="2200073"/>
                  <a:pt x="1252319" y="2174916"/>
                </a:cubicBezTo>
                <a:cubicBezTo>
                  <a:pt x="1288829" y="2149759"/>
                  <a:pt x="1313578" y="2126101"/>
                  <a:pt x="1377459" y="2070198"/>
                </a:cubicBezTo>
                <a:cubicBezTo>
                  <a:pt x="1441340" y="2014295"/>
                  <a:pt x="1493670" y="1955047"/>
                  <a:pt x="1538954" y="1904583"/>
                </a:cubicBezTo>
                <a:cubicBezTo>
                  <a:pt x="1584238" y="1854119"/>
                  <a:pt x="1629409" y="1822163"/>
                  <a:pt x="1649165" y="1767412"/>
                </a:cubicBezTo>
                <a:cubicBezTo>
                  <a:pt x="1668921" y="1712661"/>
                  <a:pt x="1662961" y="1641238"/>
                  <a:pt x="1667781" y="1594101"/>
                </a:cubicBezTo>
                <a:cubicBezTo>
                  <a:pt x="1672601" y="1546964"/>
                  <a:pt x="1666492" y="1491960"/>
                  <a:pt x="1678087" y="1484588"/>
                </a:cubicBezTo>
                <a:cubicBezTo>
                  <a:pt x="1689682" y="1477216"/>
                  <a:pt x="1719009" y="1543223"/>
                  <a:pt x="1737353" y="1549870"/>
                </a:cubicBezTo>
                <a:cubicBezTo>
                  <a:pt x="1755697" y="1556517"/>
                  <a:pt x="1776017" y="1548459"/>
                  <a:pt x="1788153" y="1524470"/>
                </a:cubicBezTo>
                <a:cubicBezTo>
                  <a:pt x="1800289" y="1500481"/>
                  <a:pt x="1800007" y="1441778"/>
                  <a:pt x="1810167" y="1405936"/>
                </a:cubicBezTo>
                <a:cubicBezTo>
                  <a:pt x="1820327" y="1370094"/>
                  <a:pt x="1841493" y="1341871"/>
                  <a:pt x="1849113" y="1309416"/>
                </a:cubicBezTo>
                <a:cubicBezTo>
                  <a:pt x="1856733" y="1276961"/>
                  <a:pt x="1858991" y="1247327"/>
                  <a:pt x="1855887" y="1211203"/>
                </a:cubicBezTo>
                <a:cubicBezTo>
                  <a:pt x="1852783" y="1175079"/>
                  <a:pt x="1847420" y="1108192"/>
                  <a:pt x="1830487" y="1092670"/>
                </a:cubicBezTo>
                <a:cubicBezTo>
                  <a:pt x="1813554" y="1077148"/>
                  <a:pt x="1772632" y="1106076"/>
                  <a:pt x="1754287" y="1118070"/>
                </a:cubicBezTo>
                <a:cubicBezTo>
                  <a:pt x="1735943" y="1130064"/>
                  <a:pt x="1731709" y="1144881"/>
                  <a:pt x="1720420" y="1164636"/>
                </a:cubicBezTo>
                <a:cubicBezTo>
                  <a:pt x="1709131" y="1184391"/>
                  <a:pt x="1689375" y="1292342"/>
                  <a:pt x="1686553" y="1236603"/>
                </a:cubicBezTo>
                <a:cubicBezTo>
                  <a:pt x="1683731" y="1180864"/>
                  <a:pt x="1706309" y="952123"/>
                  <a:pt x="1703487" y="830203"/>
                </a:cubicBezTo>
                <a:cubicBezTo>
                  <a:pt x="1700665" y="708283"/>
                  <a:pt x="1707720" y="612328"/>
                  <a:pt x="1669620" y="505083"/>
                </a:cubicBezTo>
                <a:cubicBezTo>
                  <a:pt x="1631520" y="397839"/>
                  <a:pt x="1542444" y="260429"/>
                  <a:pt x="1474887" y="186736"/>
                </a:cubicBezTo>
                <a:cubicBezTo>
                  <a:pt x="1407330" y="113043"/>
                  <a:pt x="1358822" y="93969"/>
                  <a:pt x="1264278" y="62925"/>
                </a:cubicBezTo>
                <a:cubicBezTo>
                  <a:pt x="1169734" y="31881"/>
                  <a:pt x="1001812" y="4583"/>
                  <a:pt x="907620" y="470"/>
                </a:cubicBezTo>
                <a:cubicBezTo>
                  <a:pt x="813428" y="-3643"/>
                  <a:pt x="761922" y="20078"/>
                  <a:pt x="699128" y="38246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4AFCEDC-086A-4DAE-810D-C8F1186F535A}"/>
              </a:ext>
            </a:extLst>
          </p:cNvPr>
          <p:cNvGrpSpPr/>
          <p:nvPr/>
        </p:nvGrpSpPr>
        <p:grpSpPr>
          <a:xfrm>
            <a:off x="2678445" y="2359426"/>
            <a:ext cx="1042380" cy="811008"/>
            <a:chOff x="1817287" y="2345741"/>
            <a:chExt cx="1042380" cy="811008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BC903AA-11B9-45BA-BE99-5886D24D100E}"/>
                </a:ext>
              </a:extLst>
            </p:cNvPr>
            <p:cNvSpPr/>
            <p:nvPr/>
          </p:nvSpPr>
          <p:spPr>
            <a:xfrm rot="454907">
              <a:off x="1817287" y="2345741"/>
              <a:ext cx="1042380" cy="272859"/>
            </a:xfrm>
            <a:custGeom>
              <a:avLst/>
              <a:gdLst>
                <a:gd name="connsiteX0" fmla="*/ 1577 w 380133"/>
                <a:gd name="connsiteY0" fmla="*/ 100504 h 105028"/>
                <a:gd name="connsiteX1" fmla="*/ 108257 w 380133"/>
                <a:gd name="connsiteY1" fmla="*/ 9064 h 105028"/>
                <a:gd name="connsiteX2" fmla="*/ 204777 w 380133"/>
                <a:gd name="connsiteY2" fmla="*/ 9064 h 105028"/>
                <a:gd name="connsiteX3" fmla="*/ 352097 w 380133"/>
                <a:gd name="connsiteY3" fmla="*/ 59864 h 105028"/>
                <a:gd name="connsiteX4" fmla="*/ 372417 w 380133"/>
                <a:gd name="connsiteY4" fmla="*/ 80184 h 105028"/>
                <a:gd name="connsiteX5" fmla="*/ 260657 w 380133"/>
                <a:gd name="connsiteY5" fmla="*/ 64944 h 105028"/>
                <a:gd name="connsiteX6" fmla="*/ 179377 w 380133"/>
                <a:gd name="connsiteY6" fmla="*/ 34464 h 105028"/>
                <a:gd name="connsiteX7" fmla="*/ 52377 w 380133"/>
                <a:gd name="connsiteY7" fmla="*/ 85264 h 105028"/>
                <a:gd name="connsiteX8" fmla="*/ 1577 w 380133"/>
                <a:gd name="connsiteY8" fmla="*/ 100504 h 105028"/>
                <a:gd name="connsiteX0" fmla="*/ 1558 w 380114"/>
                <a:gd name="connsiteY0" fmla="*/ 100504 h 104508"/>
                <a:gd name="connsiteX1" fmla="*/ 108238 w 380114"/>
                <a:gd name="connsiteY1" fmla="*/ 9064 h 104508"/>
                <a:gd name="connsiteX2" fmla="*/ 204758 w 380114"/>
                <a:gd name="connsiteY2" fmla="*/ 9064 h 104508"/>
                <a:gd name="connsiteX3" fmla="*/ 352078 w 380114"/>
                <a:gd name="connsiteY3" fmla="*/ 59864 h 104508"/>
                <a:gd name="connsiteX4" fmla="*/ 372398 w 380114"/>
                <a:gd name="connsiteY4" fmla="*/ 80184 h 104508"/>
                <a:gd name="connsiteX5" fmla="*/ 260638 w 380114"/>
                <a:gd name="connsiteY5" fmla="*/ 64944 h 104508"/>
                <a:gd name="connsiteX6" fmla="*/ 155692 w 380114"/>
                <a:gd name="connsiteY6" fmla="*/ 58570 h 104508"/>
                <a:gd name="connsiteX7" fmla="*/ 52358 w 380114"/>
                <a:gd name="connsiteY7" fmla="*/ 85264 h 104508"/>
                <a:gd name="connsiteX8" fmla="*/ 1558 w 380114"/>
                <a:gd name="connsiteY8" fmla="*/ 100504 h 1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0114" h="104508">
                  <a:moveTo>
                    <a:pt x="1558" y="100504"/>
                  </a:moveTo>
                  <a:cubicBezTo>
                    <a:pt x="10871" y="87804"/>
                    <a:pt x="74371" y="24304"/>
                    <a:pt x="108238" y="9064"/>
                  </a:cubicBezTo>
                  <a:cubicBezTo>
                    <a:pt x="142105" y="-6176"/>
                    <a:pt x="164118" y="597"/>
                    <a:pt x="204758" y="9064"/>
                  </a:cubicBezTo>
                  <a:cubicBezTo>
                    <a:pt x="245398" y="17531"/>
                    <a:pt x="324138" y="48011"/>
                    <a:pt x="352078" y="59864"/>
                  </a:cubicBezTo>
                  <a:cubicBezTo>
                    <a:pt x="380018" y="71717"/>
                    <a:pt x="387638" y="79337"/>
                    <a:pt x="372398" y="80184"/>
                  </a:cubicBezTo>
                  <a:cubicBezTo>
                    <a:pt x="357158" y="81031"/>
                    <a:pt x="296756" y="68546"/>
                    <a:pt x="260638" y="64944"/>
                  </a:cubicBezTo>
                  <a:cubicBezTo>
                    <a:pt x="224520" y="61342"/>
                    <a:pt x="190405" y="55183"/>
                    <a:pt x="155692" y="58570"/>
                  </a:cubicBezTo>
                  <a:cubicBezTo>
                    <a:pt x="120979" y="61957"/>
                    <a:pt x="78047" y="78275"/>
                    <a:pt x="52358" y="85264"/>
                  </a:cubicBezTo>
                  <a:cubicBezTo>
                    <a:pt x="26669" y="92253"/>
                    <a:pt x="-7755" y="113204"/>
                    <a:pt x="1558" y="10050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41E7D00B-8AA5-4EC1-AAFA-FB675F6B3AE8}"/>
                </a:ext>
              </a:extLst>
            </p:cNvPr>
            <p:cNvSpPr/>
            <p:nvPr/>
          </p:nvSpPr>
          <p:spPr>
            <a:xfrm rot="230838">
              <a:off x="1922275" y="2774802"/>
              <a:ext cx="706787" cy="180669"/>
            </a:xfrm>
            <a:custGeom>
              <a:avLst/>
              <a:gdLst>
                <a:gd name="connsiteX0" fmla="*/ 285750 w 285750"/>
                <a:gd name="connsiteY0" fmla="*/ 65818 h 84868"/>
                <a:gd name="connsiteX1" fmla="*/ 219075 w 285750"/>
                <a:gd name="connsiteY1" fmla="*/ 18193 h 84868"/>
                <a:gd name="connsiteX2" fmla="*/ 122238 w 285750"/>
                <a:gd name="connsiteY2" fmla="*/ 3906 h 84868"/>
                <a:gd name="connsiteX3" fmla="*/ 0 w 285750"/>
                <a:gd name="connsiteY3" fmla="*/ 84868 h 84868"/>
                <a:gd name="connsiteX0" fmla="*/ 285750 w 285750"/>
                <a:gd name="connsiteY0" fmla="*/ 54112 h 73162"/>
                <a:gd name="connsiteX1" fmla="*/ 219075 w 285750"/>
                <a:gd name="connsiteY1" fmla="*/ 6487 h 73162"/>
                <a:gd name="connsiteX2" fmla="*/ 106957 w 285750"/>
                <a:gd name="connsiteY2" fmla="*/ 7664 h 73162"/>
                <a:gd name="connsiteX3" fmla="*/ 0 w 285750"/>
                <a:gd name="connsiteY3" fmla="*/ 73162 h 73162"/>
                <a:gd name="connsiteX0" fmla="*/ 285750 w 285750"/>
                <a:gd name="connsiteY0" fmla="*/ 54112 h 73162"/>
                <a:gd name="connsiteX1" fmla="*/ 219075 w 285750"/>
                <a:gd name="connsiteY1" fmla="*/ 6487 h 73162"/>
                <a:gd name="connsiteX2" fmla="*/ 106957 w 285750"/>
                <a:gd name="connsiteY2" fmla="*/ 7664 h 73162"/>
                <a:gd name="connsiteX3" fmla="*/ 0 w 285750"/>
                <a:gd name="connsiteY3" fmla="*/ 73162 h 7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0" h="73162">
                  <a:moveTo>
                    <a:pt x="285750" y="54112"/>
                  </a:moveTo>
                  <a:cubicBezTo>
                    <a:pt x="266038" y="35459"/>
                    <a:pt x="248874" y="14228"/>
                    <a:pt x="219075" y="6487"/>
                  </a:cubicBezTo>
                  <a:cubicBezTo>
                    <a:pt x="189276" y="-1254"/>
                    <a:pt x="143469" y="-3448"/>
                    <a:pt x="106957" y="7664"/>
                  </a:cubicBezTo>
                  <a:cubicBezTo>
                    <a:pt x="70445" y="18776"/>
                    <a:pt x="42863" y="38237"/>
                    <a:pt x="0" y="73162"/>
                  </a:cubicBezTo>
                </a:path>
              </a:pathLst>
            </a:custGeom>
            <a:noFill/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BDE361D-AFCF-4F4B-9E00-10F37B944436}"/>
                </a:ext>
              </a:extLst>
            </p:cNvPr>
            <p:cNvSpPr/>
            <p:nvPr/>
          </p:nvSpPr>
          <p:spPr>
            <a:xfrm rot="171542">
              <a:off x="1939546" y="2848866"/>
              <a:ext cx="715280" cy="307883"/>
            </a:xfrm>
            <a:custGeom>
              <a:avLst/>
              <a:gdLst>
                <a:gd name="connsiteX0" fmla="*/ 96 w 293337"/>
                <a:gd name="connsiteY0" fmla="*/ 72084 h 113549"/>
                <a:gd name="connsiteX1" fmla="*/ 55659 w 293337"/>
                <a:gd name="connsiteY1" fmla="*/ 35571 h 113549"/>
                <a:gd name="connsiteX2" fmla="*/ 123921 w 293337"/>
                <a:gd name="connsiteY2" fmla="*/ 2234 h 113549"/>
                <a:gd name="connsiteX3" fmla="*/ 217584 w 293337"/>
                <a:gd name="connsiteY3" fmla="*/ 6996 h 113549"/>
                <a:gd name="connsiteX4" fmla="*/ 274734 w 293337"/>
                <a:gd name="connsiteY4" fmla="*/ 38746 h 113549"/>
                <a:gd name="connsiteX5" fmla="*/ 285846 w 293337"/>
                <a:gd name="connsiteY5" fmla="*/ 48271 h 113549"/>
                <a:gd name="connsiteX6" fmla="*/ 289021 w 293337"/>
                <a:gd name="connsiteY6" fmla="*/ 49859 h 113549"/>
                <a:gd name="connsiteX7" fmla="*/ 223934 w 293337"/>
                <a:gd name="connsiteY7" fmla="*/ 102246 h 113549"/>
                <a:gd name="connsiteX8" fmla="*/ 127096 w 293337"/>
                <a:gd name="connsiteY8" fmla="*/ 113359 h 113549"/>
                <a:gd name="connsiteX9" fmla="*/ 44546 w 293337"/>
                <a:gd name="connsiteY9" fmla="*/ 97484 h 113549"/>
                <a:gd name="connsiteX10" fmla="*/ 96 w 293337"/>
                <a:gd name="connsiteY10" fmla="*/ 72084 h 113549"/>
                <a:gd name="connsiteX0" fmla="*/ 96 w 300145"/>
                <a:gd name="connsiteY0" fmla="*/ 72084 h 113464"/>
                <a:gd name="connsiteX1" fmla="*/ 55659 w 300145"/>
                <a:gd name="connsiteY1" fmla="*/ 35571 h 113464"/>
                <a:gd name="connsiteX2" fmla="*/ 123921 w 300145"/>
                <a:gd name="connsiteY2" fmla="*/ 2234 h 113464"/>
                <a:gd name="connsiteX3" fmla="*/ 217584 w 300145"/>
                <a:gd name="connsiteY3" fmla="*/ 6996 h 113464"/>
                <a:gd name="connsiteX4" fmla="*/ 274734 w 300145"/>
                <a:gd name="connsiteY4" fmla="*/ 38746 h 113464"/>
                <a:gd name="connsiteX5" fmla="*/ 285846 w 300145"/>
                <a:gd name="connsiteY5" fmla="*/ 48271 h 113464"/>
                <a:gd name="connsiteX6" fmla="*/ 296959 w 300145"/>
                <a:gd name="connsiteY6" fmla="*/ 64146 h 113464"/>
                <a:gd name="connsiteX7" fmla="*/ 223934 w 300145"/>
                <a:gd name="connsiteY7" fmla="*/ 102246 h 113464"/>
                <a:gd name="connsiteX8" fmla="*/ 127096 w 300145"/>
                <a:gd name="connsiteY8" fmla="*/ 113359 h 113464"/>
                <a:gd name="connsiteX9" fmla="*/ 44546 w 300145"/>
                <a:gd name="connsiteY9" fmla="*/ 97484 h 113464"/>
                <a:gd name="connsiteX10" fmla="*/ 96 w 300145"/>
                <a:gd name="connsiteY10" fmla="*/ 72084 h 113464"/>
                <a:gd name="connsiteX0" fmla="*/ 711 w 300760"/>
                <a:gd name="connsiteY0" fmla="*/ 72084 h 113464"/>
                <a:gd name="connsiteX1" fmla="*/ 56274 w 300760"/>
                <a:gd name="connsiteY1" fmla="*/ 35571 h 113464"/>
                <a:gd name="connsiteX2" fmla="*/ 124536 w 300760"/>
                <a:gd name="connsiteY2" fmla="*/ 2234 h 113464"/>
                <a:gd name="connsiteX3" fmla="*/ 218199 w 300760"/>
                <a:gd name="connsiteY3" fmla="*/ 6996 h 113464"/>
                <a:gd name="connsiteX4" fmla="*/ 275349 w 300760"/>
                <a:gd name="connsiteY4" fmla="*/ 38746 h 113464"/>
                <a:gd name="connsiteX5" fmla="*/ 286461 w 300760"/>
                <a:gd name="connsiteY5" fmla="*/ 48271 h 113464"/>
                <a:gd name="connsiteX6" fmla="*/ 297574 w 300760"/>
                <a:gd name="connsiteY6" fmla="*/ 64146 h 113464"/>
                <a:gd name="connsiteX7" fmla="*/ 224549 w 300760"/>
                <a:gd name="connsiteY7" fmla="*/ 102246 h 113464"/>
                <a:gd name="connsiteX8" fmla="*/ 127711 w 300760"/>
                <a:gd name="connsiteY8" fmla="*/ 113359 h 113464"/>
                <a:gd name="connsiteX9" fmla="*/ 45161 w 300760"/>
                <a:gd name="connsiteY9" fmla="*/ 97484 h 113464"/>
                <a:gd name="connsiteX10" fmla="*/ 26111 w 300760"/>
                <a:gd name="connsiteY10" fmla="*/ 87959 h 113464"/>
                <a:gd name="connsiteX11" fmla="*/ 711 w 300760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44830 w 300429"/>
                <a:gd name="connsiteY9" fmla="*/ 97484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67055 w 300429"/>
                <a:gd name="connsiteY9" fmla="*/ 100659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67055 w 300429"/>
                <a:gd name="connsiteY9" fmla="*/ 100659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1609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298047"/>
                <a:gd name="connsiteY0" fmla="*/ 72084 h 118178"/>
                <a:gd name="connsiteX1" fmla="*/ 55943 w 298047"/>
                <a:gd name="connsiteY1" fmla="*/ 35571 h 118178"/>
                <a:gd name="connsiteX2" fmla="*/ 124205 w 298047"/>
                <a:gd name="connsiteY2" fmla="*/ 2234 h 118178"/>
                <a:gd name="connsiteX3" fmla="*/ 217868 w 298047"/>
                <a:gd name="connsiteY3" fmla="*/ 6996 h 118178"/>
                <a:gd name="connsiteX4" fmla="*/ 275018 w 298047"/>
                <a:gd name="connsiteY4" fmla="*/ 38746 h 118178"/>
                <a:gd name="connsiteX5" fmla="*/ 263905 w 298047"/>
                <a:gd name="connsiteY5" fmla="*/ 33983 h 118178"/>
                <a:gd name="connsiteX6" fmla="*/ 297243 w 298047"/>
                <a:gd name="connsiteY6" fmla="*/ 64146 h 118178"/>
                <a:gd name="connsiteX7" fmla="*/ 224218 w 298047"/>
                <a:gd name="connsiteY7" fmla="*/ 102246 h 118178"/>
                <a:gd name="connsiteX8" fmla="*/ 152780 w 298047"/>
                <a:gd name="connsiteY8" fmla="*/ 118122 h 118178"/>
                <a:gd name="connsiteX9" fmla="*/ 67055 w 298047"/>
                <a:gd name="connsiteY9" fmla="*/ 100659 h 118178"/>
                <a:gd name="connsiteX10" fmla="*/ 32130 w 298047"/>
                <a:gd name="connsiteY10" fmla="*/ 89546 h 118178"/>
                <a:gd name="connsiteX11" fmla="*/ 380 w 298047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6683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6683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298047"/>
                <a:gd name="connsiteY0" fmla="*/ 72084 h 118178"/>
                <a:gd name="connsiteX1" fmla="*/ 55943 w 298047"/>
                <a:gd name="connsiteY1" fmla="*/ 35571 h 118178"/>
                <a:gd name="connsiteX2" fmla="*/ 124205 w 298047"/>
                <a:gd name="connsiteY2" fmla="*/ 2234 h 118178"/>
                <a:gd name="connsiteX3" fmla="*/ 217868 w 298047"/>
                <a:gd name="connsiteY3" fmla="*/ 6996 h 118178"/>
                <a:gd name="connsiteX4" fmla="*/ 275018 w 298047"/>
                <a:gd name="connsiteY4" fmla="*/ 38746 h 118178"/>
                <a:gd name="connsiteX5" fmla="*/ 263905 w 298047"/>
                <a:gd name="connsiteY5" fmla="*/ 29220 h 118178"/>
                <a:gd name="connsiteX6" fmla="*/ 297243 w 298047"/>
                <a:gd name="connsiteY6" fmla="*/ 64146 h 118178"/>
                <a:gd name="connsiteX7" fmla="*/ 224218 w 298047"/>
                <a:gd name="connsiteY7" fmla="*/ 102246 h 118178"/>
                <a:gd name="connsiteX8" fmla="*/ 152780 w 298047"/>
                <a:gd name="connsiteY8" fmla="*/ 118122 h 118178"/>
                <a:gd name="connsiteX9" fmla="*/ 67055 w 298047"/>
                <a:gd name="connsiteY9" fmla="*/ 100659 h 118178"/>
                <a:gd name="connsiteX10" fmla="*/ 32130 w 298047"/>
                <a:gd name="connsiteY10" fmla="*/ 89546 h 118178"/>
                <a:gd name="connsiteX11" fmla="*/ 380 w 298047"/>
                <a:gd name="connsiteY11" fmla="*/ 72084 h 118178"/>
                <a:gd name="connsiteX0" fmla="*/ 380 w 297469"/>
                <a:gd name="connsiteY0" fmla="*/ 72084 h 118178"/>
                <a:gd name="connsiteX1" fmla="*/ 55943 w 297469"/>
                <a:gd name="connsiteY1" fmla="*/ 35571 h 118178"/>
                <a:gd name="connsiteX2" fmla="*/ 124205 w 297469"/>
                <a:gd name="connsiteY2" fmla="*/ 2234 h 118178"/>
                <a:gd name="connsiteX3" fmla="*/ 217868 w 297469"/>
                <a:gd name="connsiteY3" fmla="*/ 6996 h 118178"/>
                <a:gd name="connsiteX4" fmla="*/ 275018 w 297469"/>
                <a:gd name="connsiteY4" fmla="*/ 38746 h 118178"/>
                <a:gd name="connsiteX5" fmla="*/ 248030 w 297469"/>
                <a:gd name="connsiteY5" fmla="*/ 19695 h 118178"/>
                <a:gd name="connsiteX6" fmla="*/ 297243 w 297469"/>
                <a:gd name="connsiteY6" fmla="*/ 64146 h 118178"/>
                <a:gd name="connsiteX7" fmla="*/ 224218 w 297469"/>
                <a:gd name="connsiteY7" fmla="*/ 102246 h 118178"/>
                <a:gd name="connsiteX8" fmla="*/ 152780 w 297469"/>
                <a:gd name="connsiteY8" fmla="*/ 118122 h 118178"/>
                <a:gd name="connsiteX9" fmla="*/ 67055 w 297469"/>
                <a:gd name="connsiteY9" fmla="*/ 100659 h 118178"/>
                <a:gd name="connsiteX10" fmla="*/ 32130 w 297469"/>
                <a:gd name="connsiteY10" fmla="*/ 89546 h 118178"/>
                <a:gd name="connsiteX11" fmla="*/ 380 w 297469"/>
                <a:gd name="connsiteY11" fmla="*/ 72084 h 118178"/>
                <a:gd name="connsiteX0" fmla="*/ 380 w 297467"/>
                <a:gd name="connsiteY0" fmla="*/ 72142 h 118236"/>
                <a:gd name="connsiteX1" fmla="*/ 55943 w 297467"/>
                <a:gd name="connsiteY1" fmla="*/ 35629 h 118236"/>
                <a:gd name="connsiteX2" fmla="*/ 124205 w 297467"/>
                <a:gd name="connsiteY2" fmla="*/ 2292 h 118236"/>
                <a:gd name="connsiteX3" fmla="*/ 217868 w 297467"/>
                <a:gd name="connsiteY3" fmla="*/ 7054 h 118236"/>
                <a:gd name="connsiteX4" fmla="*/ 278193 w 297467"/>
                <a:gd name="connsiteY4" fmla="*/ 40391 h 118236"/>
                <a:gd name="connsiteX5" fmla="*/ 248030 w 297467"/>
                <a:gd name="connsiteY5" fmla="*/ 19753 h 118236"/>
                <a:gd name="connsiteX6" fmla="*/ 297243 w 297467"/>
                <a:gd name="connsiteY6" fmla="*/ 64204 h 118236"/>
                <a:gd name="connsiteX7" fmla="*/ 224218 w 297467"/>
                <a:gd name="connsiteY7" fmla="*/ 102304 h 118236"/>
                <a:gd name="connsiteX8" fmla="*/ 152780 w 297467"/>
                <a:gd name="connsiteY8" fmla="*/ 118180 h 118236"/>
                <a:gd name="connsiteX9" fmla="*/ 67055 w 297467"/>
                <a:gd name="connsiteY9" fmla="*/ 100717 h 118236"/>
                <a:gd name="connsiteX10" fmla="*/ 32130 w 297467"/>
                <a:gd name="connsiteY10" fmla="*/ 89604 h 118236"/>
                <a:gd name="connsiteX11" fmla="*/ 380 w 297467"/>
                <a:gd name="connsiteY11" fmla="*/ 72142 h 118236"/>
                <a:gd name="connsiteX0" fmla="*/ 380 w 297467"/>
                <a:gd name="connsiteY0" fmla="*/ 72142 h 118236"/>
                <a:gd name="connsiteX1" fmla="*/ 55943 w 297467"/>
                <a:gd name="connsiteY1" fmla="*/ 35629 h 118236"/>
                <a:gd name="connsiteX2" fmla="*/ 124205 w 297467"/>
                <a:gd name="connsiteY2" fmla="*/ 2292 h 118236"/>
                <a:gd name="connsiteX3" fmla="*/ 217868 w 297467"/>
                <a:gd name="connsiteY3" fmla="*/ 7054 h 118236"/>
                <a:gd name="connsiteX4" fmla="*/ 278193 w 297467"/>
                <a:gd name="connsiteY4" fmla="*/ 40391 h 118236"/>
                <a:gd name="connsiteX5" fmla="*/ 248030 w 297467"/>
                <a:gd name="connsiteY5" fmla="*/ 19753 h 118236"/>
                <a:gd name="connsiteX6" fmla="*/ 297243 w 297467"/>
                <a:gd name="connsiteY6" fmla="*/ 64204 h 118236"/>
                <a:gd name="connsiteX7" fmla="*/ 224218 w 297467"/>
                <a:gd name="connsiteY7" fmla="*/ 102304 h 118236"/>
                <a:gd name="connsiteX8" fmla="*/ 152780 w 297467"/>
                <a:gd name="connsiteY8" fmla="*/ 118180 h 118236"/>
                <a:gd name="connsiteX9" fmla="*/ 67055 w 297467"/>
                <a:gd name="connsiteY9" fmla="*/ 100717 h 118236"/>
                <a:gd name="connsiteX10" fmla="*/ 32130 w 297467"/>
                <a:gd name="connsiteY10" fmla="*/ 89604 h 118236"/>
                <a:gd name="connsiteX11" fmla="*/ 380 w 297467"/>
                <a:gd name="connsiteY11" fmla="*/ 72142 h 118236"/>
                <a:gd name="connsiteX0" fmla="*/ 380 w 297467"/>
                <a:gd name="connsiteY0" fmla="*/ 76481 h 122575"/>
                <a:gd name="connsiteX1" fmla="*/ 55943 w 297467"/>
                <a:gd name="connsiteY1" fmla="*/ 39968 h 122575"/>
                <a:gd name="connsiteX2" fmla="*/ 124205 w 297467"/>
                <a:gd name="connsiteY2" fmla="*/ 6631 h 122575"/>
                <a:gd name="connsiteX3" fmla="*/ 170243 w 297467"/>
                <a:gd name="connsiteY3" fmla="*/ 281 h 122575"/>
                <a:gd name="connsiteX4" fmla="*/ 217868 w 297467"/>
                <a:gd name="connsiteY4" fmla="*/ 11393 h 122575"/>
                <a:gd name="connsiteX5" fmla="*/ 278193 w 297467"/>
                <a:gd name="connsiteY5" fmla="*/ 44730 h 122575"/>
                <a:gd name="connsiteX6" fmla="*/ 248030 w 297467"/>
                <a:gd name="connsiteY6" fmla="*/ 24092 h 122575"/>
                <a:gd name="connsiteX7" fmla="*/ 297243 w 297467"/>
                <a:gd name="connsiteY7" fmla="*/ 68543 h 122575"/>
                <a:gd name="connsiteX8" fmla="*/ 224218 w 297467"/>
                <a:gd name="connsiteY8" fmla="*/ 106643 h 122575"/>
                <a:gd name="connsiteX9" fmla="*/ 152780 w 297467"/>
                <a:gd name="connsiteY9" fmla="*/ 122519 h 122575"/>
                <a:gd name="connsiteX10" fmla="*/ 67055 w 297467"/>
                <a:gd name="connsiteY10" fmla="*/ 105056 h 122575"/>
                <a:gd name="connsiteX11" fmla="*/ 32130 w 297467"/>
                <a:gd name="connsiteY11" fmla="*/ 93943 h 122575"/>
                <a:gd name="connsiteX12" fmla="*/ 380 w 297467"/>
                <a:gd name="connsiteY12" fmla="*/ 76481 h 122575"/>
                <a:gd name="connsiteX0" fmla="*/ 380 w 297467"/>
                <a:gd name="connsiteY0" fmla="*/ 76293 h 122387"/>
                <a:gd name="connsiteX1" fmla="*/ 55943 w 297467"/>
                <a:gd name="connsiteY1" fmla="*/ 39780 h 122387"/>
                <a:gd name="connsiteX2" fmla="*/ 79755 w 297467"/>
                <a:gd name="connsiteY2" fmla="*/ 15969 h 122387"/>
                <a:gd name="connsiteX3" fmla="*/ 124205 w 297467"/>
                <a:gd name="connsiteY3" fmla="*/ 6443 h 122387"/>
                <a:gd name="connsiteX4" fmla="*/ 170243 w 297467"/>
                <a:gd name="connsiteY4" fmla="*/ 93 h 122387"/>
                <a:gd name="connsiteX5" fmla="*/ 217868 w 297467"/>
                <a:gd name="connsiteY5" fmla="*/ 11205 h 122387"/>
                <a:gd name="connsiteX6" fmla="*/ 278193 w 297467"/>
                <a:gd name="connsiteY6" fmla="*/ 44542 h 122387"/>
                <a:gd name="connsiteX7" fmla="*/ 248030 w 297467"/>
                <a:gd name="connsiteY7" fmla="*/ 23904 h 122387"/>
                <a:gd name="connsiteX8" fmla="*/ 297243 w 297467"/>
                <a:gd name="connsiteY8" fmla="*/ 68355 h 122387"/>
                <a:gd name="connsiteX9" fmla="*/ 224218 w 297467"/>
                <a:gd name="connsiteY9" fmla="*/ 106455 h 122387"/>
                <a:gd name="connsiteX10" fmla="*/ 152780 w 297467"/>
                <a:gd name="connsiteY10" fmla="*/ 122331 h 122387"/>
                <a:gd name="connsiteX11" fmla="*/ 67055 w 297467"/>
                <a:gd name="connsiteY11" fmla="*/ 104868 h 122387"/>
                <a:gd name="connsiteX12" fmla="*/ 32130 w 297467"/>
                <a:gd name="connsiteY12" fmla="*/ 93755 h 122387"/>
                <a:gd name="connsiteX13" fmla="*/ 380 w 297467"/>
                <a:gd name="connsiteY13" fmla="*/ 76293 h 122387"/>
                <a:gd name="connsiteX0" fmla="*/ 380 w 297467"/>
                <a:gd name="connsiteY0" fmla="*/ 76293 h 122387"/>
                <a:gd name="connsiteX1" fmla="*/ 55943 w 297467"/>
                <a:gd name="connsiteY1" fmla="*/ 39780 h 122387"/>
                <a:gd name="connsiteX2" fmla="*/ 79755 w 297467"/>
                <a:gd name="connsiteY2" fmla="*/ 15969 h 122387"/>
                <a:gd name="connsiteX3" fmla="*/ 124205 w 297467"/>
                <a:gd name="connsiteY3" fmla="*/ 6443 h 122387"/>
                <a:gd name="connsiteX4" fmla="*/ 170243 w 297467"/>
                <a:gd name="connsiteY4" fmla="*/ 93 h 122387"/>
                <a:gd name="connsiteX5" fmla="*/ 217868 w 297467"/>
                <a:gd name="connsiteY5" fmla="*/ 11205 h 122387"/>
                <a:gd name="connsiteX6" fmla="*/ 278193 w 297467"/>
                <a:gd name="connsiteY6" fmla="*/ 44542 h 122387"/>
                <a:gd name="connsiteX7" fmla="*/ 248030 w 297467"/>
                <a:gd name="connsiteY7" fmla="*/ 23904 h 122387"/>
                <a:gd name="connsiteX8" fmla="*/ 297243 w 297467"/>
                <a:gd name="connsiteY8" fmla="*/ 68355 h 122387"/>
                <a:gd name="connsiteX9" fmla="*/ 224218 w 297467"/>
                <a:gd name="connsiteY9" fmla="*/ 106455 h 122387"/>
                <a:gd name="connsiteX10" fmla="*/ 152780 w 297467"/>
                <a:gd name="connsiteY10" fmla="*/ 122331 h 122387"/>
                <a:gd name="connsiteX11" fmla="*/ 67055 w 297467"/>
                <a:gd name="connsiteY11" fmla="*/ 104868 h 122387"/>
                <a:gd name="connsiteX12" fmla="*/ 32130 w 297467"/>
                <a:gd name="connsiteY12" fmla="*/ 93755 h 122387"/>
                <a:gd name="connsiteX13" fmla="*/ 380 w 297467"/>
                <a:gd name="connsiteY13" fmla="*/ 76293 h 122387"/>
                <a:gd name="connsiteX0" fmla="*/ 380 w 297467"/>
                <a:gd name="connsiteY0" fmla="*/ 77573 h 123667"/>
                <a:gd name="connsiteX1" fmla="*/ 55943 w 297467"/>
                <a:gd name="connsiteY1" fmla="*/ 41060 h 123667"/>
                <a:gd name="connsiteX2" fmla="*/ 79755 w 297467"/>
                <a:gd name="connsiteY2" fmla="*/ 17249 h 123667"/>
                <a:gd name="connsiteX3" fmla="*/ 122617 w 297467"/>
                <a:gd name="connsiteY3" fmla="*/ 1373 h 123667"/>
                <a:gd name="connsiteX4" fmla="*/ 170243 w 297467"/>
                <a:gd name="connsiteY4" fmla="*/ 1373 h 123667"/>
                <a:gd name="connsiteX5" fmla="*/ 217868 w 297467"/>
                <a:gd name="connsiteY5" fmla="*/ 12485 h 123667"/>
                <a:gd name="connsiteX6" fmla="*/ 278193 w 297467"/>
                <a:gd name="connsiteY6" fmla="*/ 45822 h 123667"/>
                <a:gd name="connsiteX7" fmla="*/ 248030 w 297467"/>
                <a:gd name="connsiteY7" fmla="*/ 25184 h 123667"/>
                <a:gd name="connsiteX8" fmla="*/ 297243 w 297467"/>
                <a:gd name="connsiteY8" fmla="*/ 69635 h 123667"/>
                <a:gd name="connsiteX9" fmla="*/ 224218 w 297467"/>
                <a:gd name="connsiteY9" fmla="*/ 107735 h 123667"/>
                <a:gd name="connsiteX10" fmla="*/ 152780 w 297467"/>
                <a:gd name="connsiteY10" fmla="*/ 123611 h 123667"/>
                <a:gd name="connsiteX11" fmla="*/ 67055 w 297467"/>
                <a:gd name="connsiteY11" fmla="*/ 106148 h 123667"/>
                <a:gd name="connsiteX12" fmla="*/ 32130 w 297467"/>
                <a:gd name="connsiteY12" fmla="*/ 95035 h 123667"/>
                <a:gd name="connsiteX13" fmla="*/ 380 w 297467"/>
                <a:gd name="connsiteY13" fmla="*/ 77573 h 123667"/>
                <a:gd name="connsiteX0" fmla="*/ 336 w 297423"/>
                <a:gd name="connsiteY0" fmla="*/ 77573 h 123667"/>
                <a:gd name="connsiteX1" fmla="*/ 54312 w 297423"/>
                <a:gd name="connsiteY1" fmla="*/ 37885 h 123667"/>
                <a:gd name="connsiteX2" fmla="*/ 79711 w 297423"/>
                <a:gd name="connsiteY2" fmla="*/ 17249 h 123667"/>
                <a:gd name="connsiteX3" fmla="*/ 122573 w 297423"/>
                <a:gd name="connsiteY3" fmla="*/ 1373 h 123667"/>
                <a:gd name="connsiteX4" fmla="*/ 170199 w 297423"/>
                <a:gd name="connsiteY4" fmla="*/ 1373 h 123667"/>
                <a:gd name="connsiteX5" fmla="*/ 217824 w 297423"/>
                <a:gd name="connsiteY5" fmla="*/ 12485 h 123667"/>
                <a:gd name="connsiteX6" fmla="*/ 278149 w 297423"/>
                <a:gd name="connsiteY6" fmla="*/ 45822 h 123667"/>
                <a:gd name="connsiteX7" fmla="*/ 247986 w 297423"/>
                <a:gd name="connsiteY7" fmla="*/ 25184 h 123667"/>
                <a:gd name="connsiteX8" fmla="*/ 297199 w 297423"/>
                <a:gd name="connsiteY8" fmla="*/ 69635 h 123667"/>
                <a:gd name="connsiteX9" fmla="*/ 224174 w 297423"/>
                <a:gd name="connsiteY9" fmla="*/ 107735 h 123667"/>
                <a:gd name="connsiteX10" fmla="*/ 152736 w 297423"/>
                <a:gd name="connsiteY10" fmla="*/ 123611 h 123667"/>
                <a:gd name="connsiteX11" fmla="*/ 67011 w 297423"/>
                <a:gd name="connsiteY11" fmla="*/ 106148 h 123667"/>
                <a:gd name="connsiteX12" fmla="*/ 32086 w 297423"/>
                <a:gd name="connsiteY12" fmla="*/ 95035 h 123667"/>
                <a:gd name="connsiteX13" fmla="*/ 336 w 297423"/>
                <a:gd name="connsiteY13" fmla="*/ 77573 h 123667"/>
                <a:gd name="connsiteX0" fmla="*/ 336 w 297423"/>
                <a:gd name="connsiteY0" fmla="*/ 77573 h 123667"/>
                <a:gd name="connsiteX1" fmla="*/ 54312 w 297423"/>
                <a:gd name="connsiteY1" fmla="*/ 37885 h 123667"/>
                <a:gd name="connsiteX2" fmla="*/ 79711 w 297423"/>
                <a:gd name="connsiteY2" fmla="*/ 17249 h 123667"/>
                <a:gd name="connsiteX3" fmla="*/ 122573 w 297423"/>
                <a:gd name="connsiteY3" fmla="*/ 1373 h 123667"/>
                <a:gd name="connsiteX4" fmla="*/ 170199 w 297423"/>
                <a:gd name="connsiteY4" fmla="*/ 1373 h 123667"/>
                <a:gd name="connsiteX5" fmla="*/ 217824 w 297423"/>
                <a:gd name="connsiteY5" fmla="*/ 12485 h 123667"/>
                <a:gd name="connsiteX6" fmla="*/ 278149 w 297423"/>
                <a:gd name="connsiteY6" fmla="*/ 45822 h 123667"/>
                <a:gd name="connsiteX7" fmla="*/ 247986 w 297423"/>
                <a:gd name="connsiteY7" fmla="*/ 25184 h 123667"/>
                <a:gd name="connsiteX8" fmla="*/ 297199 w 297423"/>
                <a:gd name="connsiteY8" fmla="*/ 69635 h 123667"/>
                <a:gd name="connsiteX9" fmla="*/ 224174 w 297423"/>
                <a:gd name="connsiteY9" fmla="*/ 107735 h 123667"/>
                <a:gd name="connsiteX10" fmla="*/ 152736 w 297423"/>
                <a:gd name="connsiteY10" fmla="*/ 123611 h 123667"/>
                <a:gd name="connsiteX11" fmla="*/ 67011 w 297423"/>
                <a:gd name="connsiteY11" fmla="*/ 106148 h 123667"/>
                <a:gd name="connsiteX12" fmla="*/ 32086 w 297423"/>
                <a:gd name="connsiteY12" fmla="*/ 95035 h 123667"/>
                <a:gd name="connsiteX13" fmla="*/ 336 w 297423"/>
                <a:gd name="connsiteY13" fmla="*/ 77573 h 123667"/>
                <a:gd name="connsiteX0" fmla="*/ 336 w 297423"/>
                <a:gd name="connsiteY0" fmla="*/ 78504 h 124598"/>
                <a:gd name="connsiteX1" fmla="*/ 54312 w 297423"/>
                <a:gd name="connsiteY1" fmla="*/ 38816 h 124598"/>
                <a:gd name="connsiteX2" fmla="*/ 57486 w 297423"/>
                <a:gd name="connsiteY2" fmla="*/ 30880 h 124598"/>
                <a:gd name="connsiteX3" fmla="*/ 122573 w 297423"/>
                <a:gd name="connsiteY3" fmla="*/ 2304 h 124598"/>
                <a:gd name="connsiteX4" fmla="*/ 170199 w 297423"/>
                <a:gd name="connsiteY4" fmla="*/ 2304 h 124598"/>
                <a:gd name="connsiteX5" fmla="*/ 217824 w 297423"/>
                <a:gd name="connsiteY5" fmla="*/ 13416 h 124598"/>
                <a:gd name="connsiteX6" fmla="*/ 278149 w 297423"/>
                <a:gd name="connsiteY6" fmla="*/ 46753 h 124598"/>
                <a:gd name="connsiteX7" fmla="*/ 247986 w 297423"/>
                <a:gd name="connsiteY7" fmla="*/ 26115 h 124598"/>
                <a:gd name="connsiteX8" fmla="*/ 297199 w 297423"/>
                <a:gd name="connsiteY8" fmla="*/ 70566 h 124598"/>
                <a:gd name="connsiteX9" fmla="*/ 224174 w 297423"/>
                <a:gd name="connsiteY9" fmla="*/ 108666 h 124598"/>
                <a:gd name="connsiteX10" fmla="*/ 152736 w 297423"/>
                <a:gd name="connsiteY10" fmla="*/ 124542 h 124598"/>
                <a:gd name="connsiteX11" fmla="*/ 67011 w 297423"/>
                <a:gd name="connsiteY11" fmla="*/ 107079 h 124598"/>
                <a:gd name="connsiteX12" fmla="*/ 32086 w 297423"/>
                <a:gd name="connsiteY12" fmla="*/ 95966 h 124598"/>
                <a:gd name="connsiteX13" fmla="*/ 336 w 297423"/>
                <a:gd name="connsiteY13" fmla="*/ 78504 h 124598"/>
                <a:gd name="connsiteX0" fmla="*/ 336 w 297423"/>
                <a:gd name="connsiteY0" fmla="*/ 80615 h 126709"/>
                <a:gd name="connsiteX1" fmla="*/ 54312 w 297423"/>
                <a:gd name="connsiteY1" fmla="*/ 40927 h 126709"/>
                <a:gd name="connsiteX2" fmla="*/ 57486 w 297423"/>
                <a:gd name="connsiteY2" fmla="*/ 32991 h 126709"/>
                <a:gd name="connsiteX3" fmla="*/ 122573 w 297423"/>
                <a:gd name="connsiteY3" fmla="*/ 4415 h 126709"/>
                <a:gd name="connsiteX4" fmla="*/ 170199 w 297423"/>
                <a:gd name="connsiteY4" fmla="*/ 4415 h 126709"/>
                <a:gd name="connsiteX5" fmla="*/ 217824 w 297423"/>
                <a:gd name="connsiteY5" fmla="*/ 15527 h 126709"/>
                <a:gd name="connsiteX6" fmla="*/ 278149 w 297423"/>
                <a:gd name="connsiteY6" fmla="*/ 48864 h 126709"/>
                <a:gd name="connsiteX7" fmla="*/ 247986 w 297423"/>
                <a:gd name="connsiteY7" fmla="*/ 28226 h 126709"/>
                <a:gd name="connsiteX8" fmla="*/ 297199 w 297423"/>
                <a:gd name="connsiteY8" fmla="*/ 72677 h 126709"/>
                <a:gd name="connsiteX9" fmla="*/ 224174 w 297423"/>
                <a:gd name="connsiteY9" fmla="*/ 110777 h 126709"/>
                <a:gd name="connsiteX10" fmla="*/ 152736 w 297423"/>
                <a:gd name="connsiteY10" fmla="*/ 126653 h 126709"/>
                <a:gd name="connsiteX11" fmla="*/ 67011 w 297423"/>
                <a:gd name="connsiteY11" fmla="*/ 109190 h 126709"/>
                <a:gd name="connsiteX12" fmla="*/ 32086 w 297423"/>
                <a:gd name="connsiteY12" fmla="*/ 98077 h 126709"/>
                <a:gd name="connsiteX13" fmla="*/ 336 w 297423"/>
                <a:gd name="connsiteY13" fmla="*/ 80615 h 126709"/>
                <a:gd name="connsiteX0" fmla="*/ 336 w 297423"/>
                <a:gd name="connsiteY0" fmla="*/ 81014 h 127108"/>
                <a:gd name="connsiteX1" fmla="*/ 54312 w 297423"/>
                <a:gd name="connsiteY1" fmla="*/ 41326 h 127108"/>
                <a:gd name="connsiteX2" fmla="*/ 57486 w 297423"/>
                <a:gd name="connsiteY2" fmla="*/ 33390 h 127108"/>
                <a:gd name="connsiteX3" fmla="*/ 122573 w 297423"/>
                <a:gd name="connsiteY3" fmla="*/ 4814 h 127108"/>
                <a:gd name="connsiteX4" fmla="*/ 170199 w 297423"/>
                <a:gd name="connsiteY4" fmla="*/ 4814 h 127108"/>
                <a:gd name="connsiteX5" fmla="*/ 217824 w 297423"/>
                <a:gd name="connsiteY5" fmla="*/ 15926 h 127108"/>
                <a:gd name="connsiteX6" fmla="*/ 278149 w 297423"/>
                <a:gd name="connsiteY6" fmla="*/ 49263 h 127108"/>
                <a:gd name="connsiteX7" fmla="*/ 247986 w 297423"/>
                <a:gd name="connsiteY7" fmla="*/ 28625 h 127108"/>
                <a:gd name="connsiteX8" fmla="*/ 297199 w 297423"/>
                <a:gd name="connsiteY8" fmla="*/ 73076 h 127108"/>
                <a:gd name="connsiteX9" fmla="*/ 224174 w 297423"/>
                <a:gd name="connsiteY9" fmla="*/ 111176 h 127108"/>
                <a:gd name="connsiteX10" fmla="*/ 152736 w 297423"/>
                <a:gd name="connsiteY10" fmla="*/ 127052 h 127108"/>
                <a:gd name="connsiteX11" fmla="*/ 67011 w 297423"/>
                <a:gd name="connsiteY11" fmla="*/ 109589 h 127108"/>
                <a:gd name="connsiteX12" fmla="*/ 32086 w 297423"/>
                <a:gd name="connsiteY12" fmla="*/ 98476 h 127108"/>
                <a:gd name="connsiteX13" fmla="*/ 336 w 297423"/>
                <a:gd name="connsiteY13" fmla="*/ 81014 h 127108"/>
                <a:gd name="connsiteX0" fmla="*/ 336 w 297423"/>
                <a:gd name="connsiteY0" fmla="*/ 78190 h 124284"/>
                <a:gd name="connsiteX1" fmla="*/ 54312 w 297423"/>
                <a:gd name="connsiteY1" fmla="*/ 38502 h 124284"/>
                <a:gd name="connsiteX2" fmla="*/ 79711 w 297423"/>
                <a:gd name="connsiteY2" fmla="*/ 19453 h 124284"/>
                <a:gd name="connsiteX3" fmla="*/ 122573 w 297423"/>
                <a:gd name="connsiteY3" fmla="*/ 1990 h 124284"/>
                <a:gd name="connsiteX4" fmla="*/ 170199 w 297423"/>
                <a:gd name="connsiteY4" fmla="*/ 1990 h 124284"/>
                <a:gd name="connsiteX5" fmla="*/ 217824 w 297423"/>
                <a:gd name="connsiteY5" fmla="*/ 13102 h 124284"/>
                <a:gd name="connsiteX6" fmla="*/ 278149 w 297423"/>
                <a:gd name="connsiteY6" fmla="*/ 46439 h 124284"/>
                <a:gd name="connsiteX7" fmla="*/ 247986 w 297423"/>
                <a:gd name="connsiteY7" fmla="*/ 25801 h 124284"/>
                <a:gd name="connsiteX8" fmla="*/ 297199 w 297423"/>
                <a:gd name="connsiteY8" fmla="*/ 70252 h 124284"/>
                <a:gd name="connsiteX9" fmla="*/ 224174 w 297423"/>
                <a:gd name="connsiteY9" fmla="*/ 108352 h 124284"/>
                <a:gd name="connsiteX10" fmla="*/ 152736 w 297423"/>
                <a:gd name="connsiteY10" fmla="*/ 124228 h 124284"/>
                <a:gd name="connsiteX11" fmla="*/ 67011 w 297423"/>
                <a:gd name="connsiteY11" fmla="*/ 106765 h 124284"/>
                <a:gd name="connsiteX12" fmla="*/ 32086 w 297423"/>
                <a:gd name="connsiteY12" fmla="*/ 95652 h 124284"/>
                <a:gd name="connsiteX13" fmla="*/ 336 w 297423"/>
                <a:gd name="connsiteY13" fmla="*/ 78190 h 124284"/>
                <a:gd name="connsiteX0" fmla="*/ 94 w 297181"/>
                <a:gd name="connsiteY0" fmla="*/ 78190 h 124284"/>
                <a:gd name="connsiteX1" fmla="*/ 42958 w 297181"/>
                <a:gd name="connsiteY1" fmla="*/ 40089 h 124284"/>
                <a:gd name="connsiteX2" fmla="*/ 79469 w 297181"/>
                <a:gd name="connsiteY2" fmla="*/ 19453 h 124284"/>
                <a:gd name="connsiteX3" fmla="*/ 122331 w 297181"/>
                <a:gd name="connsiteY3" fmla="*/ 1990 h 124284"/>
                <a:gd name="connsiteX4" fmla="*/ 169957 w 297181"/>
                <a:gd name="connsiteY4" fmla="*/ 1990 h 124284"/>
                <a:gd name="connsiteX5" fmla="*/ 217582 w 297181"/>
                <a:gd name="connsiteY5" fmla="*/ 13102 h 124284"/>
                <a:gd name="connsiteX6" fmla="*/ 277907 w 297181"/>
                <a:gd name="connsiteY6" fmla="*/ 46439 h 124284"/>
                <a:gd name="connsiteX7" fmla="*/ 247744 w 297181"/>
                <a:gd name="connsiteY7" fmla="*/ 25801 h 124284"/>
                <a:gd name="connsiteX8" fmla="*/ 296957 w 297181"/>
                <a:gd name="connsiteY8" fmla="*/ 70252 h 124284"/>
                <a:gd name="connsiteX9" fmla="*/ 223932 w 297181"/>
                <a:gd name="connsiteY9" fmla="*/ 108352 h 124284"/>
                <a:gd name="connsiteX10" fmla="*/ 152494 w 297181"/>
                <a:gd name="connsiteY10" fmla="*/ 124228 h 124284"/>
                <a:gd name="connsiteX11" fmla="*/ 66769 w 297181"/>
                <a:gd name="connsiteY11" fmla="*/ 106765 h 124284"/>
                <a:gd name="connsiteX12" fmla="*/ 31844 w 297181"/>
                <a:gd name="connsiteY12" fmla="*/ 95652 h 124284"/>
                <a:gd name="connsiteX13" fmla="*/ 94 w 297181"/>
                <a:gd name="connsiteY13" fmla="*/ 78190 h 124284"/>
                <a:gd name="connsiteX0" fmla="*/ 94 w 297181"/>
                <a:gd name="connsiteY0" fmla="*/ 79199 h 125293"/>
                <a:gd name="connsiteX1" fmla="*/ 42958 w 297181"/>
                <a:gd name="connsiteY1" fmla="*/ 41098 h 125293"/>
                <a:gd name="connsiteX2" fmla="*/ 79469 w 297181"/>
                <a:gd name="connsiteY2" fmla="*/ 20462 h 125293"/>
                <a:gd name="connsiteX3" fmla="*/ 135031 w 297181"/>
                <a:gd name="connsiteY3" fmla="*/ 1412 h 125293"/>
                <a:gd name="connsiteX4" fmla="*/ 169957 w 297181"/>
                <a:gd name="connsiteY4" fmla="*/ 2999 h 125293"/>
                <a:gd name="connsiteX5" fmla="*/ 217582 w 297181"/>
                <a:gd name="connsiteY5" fmla="*/ 14111 h 125293"/>
                <a:gd name="connsiteX6" fmla="*/ 277907 w 297181"/>
                <a:gd name="connsiteY6" fmla="*/ 47448 h 125293"/>
                <a:gd name="connsiteX7" fmla="*/ 247744 w 297181"/>
                <a:gd name="connsiteY7" fmla="*/ 26810 h 125293"/>
                <a:gd name="connsiteX8" fmla="*/ 296957 w 297181"/>
                <a:gd name="connsiteY8" fmla="*/ 71261 h 125293"/>
                <a:gd name="connsiteX9" fmla="*/ 223932 w 297181"/>
                <a:gd name="connsiteY9" fmla="*/ 109361 h 125293"/>
                <a:gd name="connsiteX10" fmla="*/ 152494 w 297181"/>
                <a:gd name="connsiteY10" fmla="*/ 125237 h 125293"/>
                <a:gd name="connsiteX11" fmla="*/ 66769 w 297181"/>
                <a:gd name="connsiteY11" fmla="*/ 107774 h 125293"/>
                <a:gd name="connsiteX12" fmla="*/ 31844 w 297181"/>
                <a:gd name="connsiteY12" fmla="*/ 96661 h 125293"/>
                <a:gd name="connsiteX13" fmla="*/ 94 w 297181"/>
                <a:gd name="connsiteY13" fmla="*/ 79199 h 125293"/>
                <a:gd name="connsiteX0" fmla="*/ 94 w 297181"/>
                <a:gd name="connsiteY0" fmla="*/ 79200 h 125294"/>
                <a:gd name="connsiteX1" fmla="*/ 42958 w 297181"/>
                <a:gd name="connsiteY1" fmla="*/ 41099 h 125294"/>
                <a:gd name="connsiteX2" fmla="*/ 79469 w 297181"/>
                <a:gd name="connsiteY2" fmla="*/ 20463 h 125294"/>
                <a:gd name="connsiteX3" fmla="*/ 135031 w 297181"/>
                <a:gd name="connsiteY3" fmla="*/ 1413 h 125294"/>
                <a:gd name="connsiteX4" fmla="*/ 182657 w 297181"/>
                <a:gd name="connsiteY4" fmla="*/ 3000 h 125294"/>
                <a:gd name="connsiteX5" fmla="*/ 217582 w 297181"/>
                <a:gd name="connsiteY5" fmla="*/ 14112 h 125294"/>
                <a:gd name="connsiteX6" fmla="*/ 277907 w 297181"/>
                <a:gd name="connsiteY6" fmla="*/ 47449 h 125294"/>
                <a:gd name="connsiteX7" fmla="*/ 247744 w 297181"/>
                <a:gd name="connsiteY7" fmla="*/ 26811 h 125294"/>
                <a:gd name="connsiteX8" fmla="*/ 296957 w 297181"/>
                <a:gd name="connsiteY8" fmla="*/ 71262 h 125294"/>
                <a:gd name="connsiteX9" fmla="*/ 223932 w 297181"/>
                <a:gd name="connsiteY9" fmla="*/ 109362 h 125294"/>
                <a:gd name="connsiteX10" fmla="*/ 152494 w 297181"/>
                <a:gd name="connsiteY10" fmla="*/ 125238 h 125294"/>
                <a:gd name="connsiteX11" fmla="*/ 66769 w 297181"/>
                <a:gd name="connsiteY11" fmla="*/ 107775 h 125294"/>
                <a:gd name="connsiteX12" fmla="*/ 31844 w 297181"/>
                <a:gd name="connsiteY12" fmla="*/ 96662 h 125294"/>
                <a:gd name="connsiteX13" fmla="*/ 94 w 297181"/>
                <a:gd name="connsiteY13" fmla="*/ 79200 h 125294"/>
                <a:gd name="connsiteX0" fmla="*/ 94 w 297181"/>
                <a:gd name="connsiteY0" fmla="*/ 79200 h 125294"/>
                <a:gd name="connsiteX1" fmla="*/ 42958 w 297181"/>
                <a:gd name="connsiteY1" fmla="*/ 41099 h 125294"/>
                <a:gd name="connsiteX2" fmla="*/ 79469 w 297181"/>
                <a:gd name="connsiteY2" fmla="*/ 20463 h 125294"/>
                <a:gd name="connsiteX3" fmla="*/ 135031 w 297181"/>
                <a:gd name="connsiteY3" fmla="*/ 1413 h 125294"/>
                <a:gd name="connsiteX4" fmla="*/ 182657 w 297181"/>
                <a:gd name="connsiteY4" fmla="*/ 3000 h 125294"/>
                <a:gd name="connsiteX5" fmla="*/ 222345 w 297181"/>
                <a:gd name="connsiteY5" fmla="*/ 14112 h 125294"/>
                <a:gd name="connsiteX6" fmla="*/ 277907 w 297181"/>
                <a:gd name="connsiteY6" fmla="*/ 47449 h 125294"/>
                <a:gd name="connsiteX7" fmla="*/ 247744 w 297181"/>
                <a:gd name="connsiteY7" fmla="*/ 26811 h 125294"/>
                <a:gd name="connsiteX8" fmla="*/ 296957 w 297181"/>
                <a:gd name="connsiteY8" fmla="*/ 71262 h 125294"/>
                <a:gd name="connsiteX9" fmla="*/ 223932 w 297181"/>
                <a:gd name="connsiteY9" fmla="*/ 109362 h 125294"/>
                <a:gd name="connsiteX10" fmla="*/ 152494 w 297181"/>
                <a:gd name="connsiteY10" fmla="*/ 125238 h 125294"/>
                <a:gd name="connsiteX11" fmla="*/ 66769 w 297181"/>
                <a:gd name="connsiteY11" fmla="*/ 107775 h 125294"/>
                <a:gd name="connsiteX12" fmla="*/ 31844 w 297181"/>
                <a:gd name="connsiteY12" fmla="*/ 96662 h 125294"/>
                <a:gd name="connsiteX13" fmla="*/ 94 w 297181"/>
                <a:gd name="connsiteY13" fmla="*/ 79200 h 125294"/>
                <a:gd name="connsiteX0" fmla="*/ 28 w 297115"/>
                <a:gd name="connsiteY0" fmla="*/ 79200 h 125294"/>
                <a:gd name="connsiteX1" fmla="*/ 42892 w 297115"/>
                <a:gd name="connsiteY1" fmla="*/ 41099 h 125294"/>
                <a:gd name="connsiteX2" fmla="*/ 79403 w 297115"/>
                <a:gd name="connsiteY2" fmla="*/ 20463 h 125294"/>
                <a:gd name="connsiteX3" fmla="*/ 134965 w 297115"/>
                <a:gd name="connsiteY3" fmla="*/ 1413 h 125294"/>
                <a:gd name="connsiteX4" fmla="*/ 182591 w 297115"/>
                <a:gd name="connsiteY4" fmla="*/ 3000 h 125294"/>
                <a:gd name="connsiteX5" fmla="*/ 222279 w 297115"/>
                <a:gd name="connsiteY5" fmla="*/ 14112 h 125294"/>
                <a:gd name="connsiteX6" fmla="*/ 277841 w 297115"/>
                <a:gd name="connsiteY6" fmla="*/ 47449 h 125294"/>
                <a:gd name="connsiteX7" fmla="*/ 247678 w 297115"/>
                <a:gd name="connsiteY7" fmla="*/ 26811 h 125294"/>
                <a:gd name="connsiteX8" fmla="*/ 296891 w 297115"/>
                <a:gd name="connsiteY8" fmla="*/ 71262 h 125294"/>
                <a:gd name="connsiteX9" fmla="*/ 223866 w 297115"/>
                <a:gd name="connsiteY9" fmla="*/ 109362 h 125294"/>
                <a:gd name="connsiteX10" fmla="*/ 152428 w 297115"/>
                <a:gd name="connsiteY10" fmla="*/ 125238 h 125294"/>
                <a:gd name="connsiteX11" fmla="*/ 66703 w 297115"/>
                <a:gd name="connsiteY11" fmla="*/ 107775 h 125294"/>
                <a:gd name="connsiteX12" fmla="*/ 36541 w 297115"/>
                <a:gd name="connsiteY12" fmla="*/ 90312 h 125294"/>
                <a:gd name="connsiteX13" fmla="*/ 28 w 297115"/>
                <a:gd name="connsiteY13" fmla="*/ 79200 h 125294"/>
                <a:gd name="connsiteX0" fmla="*/ 345 w 297432"/>
                <a:gd name="connsiteY0" fmla="*/ 79200 h 125294"/>
                <a:gd name="connsiteX1" fmla="*/ 43209 w 297432"/>
                <a:gd name="connsiteY1" fmla="*/ 41099 h 125294"/>
                <a:gd name="connsiteX2" fmla="*/ 79720 w 297432"/>
                <a:gd name="connsiteY2" fmla="*/ 20463 h 125294"/>
                <a:gd name="connsiteX3" fmla="*/ 135282 w 297432"/>
                <a:gd name="connsiteY3" fmla="*/ 1413 h 125294"/>
                <a:gd name="connsiteX4" fmla="*/ 182908 w 297432"/>
                <a:gd name="connsiteY4" fmla="*/ 3000 h 125294"/>
                <a:gd name="connsiteX5" fmla="*/ 222596 w 297432"/>
                <a:gd name="connsiteY5" fmla="*/ 14112 h 125294"/>
                <a:gd name="connsiteX6" fmla="*/ 278158 w 297432"/>
                <a:gd name="connsiteY6" fmla="*/ 47449 h 125294"/>
                <a:gd name="connsiteX7" fmla="*/ 247995 w 297432"/>
                <a:gd name="connsiteY7" fmla="*/ 26811 h 125294"/>
                <a:gd name="connsiteX8" fmla="*/ 297208 w 297432"/>
                <a:gd name="connsiteY8" fmla="*/ 71262 h 125294"/>
                <a:gd name="connsiteX9" fmla="*/ 224183 w 297432"/>
                <a:gd name="connsiteY9" fmla="*/ 109362 h 125294"/>
                <a:gd name="connsiteX10" fmla="*/ 152745 w 297432"/>
                <a:gd name="connsiteY10" fmla="*/ 125238 h 125294"/>
                <a:gd name="connsiteX11" fmla="*/ 67020 w 297432"/>
                <a:gd name="connsiteY11" fmla="*/ 107775 h 125294"/>
                <a:gd name="connsiteX12" fmla="*/ 24158 w 297432"/>
                <a:gd name="connsiteY12" fmla="*/ 88724 h 125294"/>
                <a:gd name="connsiteX13" fmla="*/ 345 w 297432"/>
                <a:gd name="connsiteY13" fmla="*/ 79200 h 125294"/>
                <a:gd name="connsiteX0" fmla="*/ 345 w 297432"/>
                <a:gd name="connsiteY0" fmla="*/ 79200 h 125294"/>
                <a:gd name="connsiteX1" fmla="*/ 43209 w 297432"/>
                <a:gd name="connsiteY1" fmla="*/ 41099 h 125294"/>
                <a:gd name="connsiteX2" fmla="*/ 79720 w 297432"/>
                <a:gd name="connsiteY2" fmla="*/ 20463 h 125294"/>
                <a:gd name="connsiteX3" fmla="*/ 135282 w 297432"/>
                <a:gd name="connsiteY3" fmla="*/ 1413 h 125294"/>
                <a:gd name="connsiteX4" fmla="*/ 182908 w 297432"/>
                <a:gd name="connsiteY4" fmla="*/ 3000 h 125294"/>
                <a:gd name="connsiteX5" fmla="*/ 222596 w 297432"/>
                <a:gd name="connsiteY5" fmla="*/ 14112 h 125294"/>
                <a:gd name="connsiteX6" fmla="*/ 278158 w 297432"/>
                <a:gd name="connsiteY6" fmla="*/ 47449 h 125294"/>
                <a:gd name="connsiteX7" fmla="*/ 247995 w 297432"/>
                <a:gd name="connsiteY7" fmla="*/ 26811 h 125294"/>
                <a:gd name="connsiteX8" fmla="*/ 297208 w 297432"/>
                <a:gd name="connsiteY8" fmla="*/ 71262 h 125294"/>
                <a:gd name="connsiteX9" fmla="*/ 224183 w 297432"/>
                <a:gd name="connsiteY9" fmla="*/ 109362 h 125294"/>
                <a:gd name="connsiteX10" fmla="*/ 152745 w 297432"/>
                <a:gd name="connsiteY10" fmla="*/ 125238 h 125294"/>
                <a:gd name="connsiteX11" fmla="*/ 82895 w 297432"/>
                <a:gd name="connsiteY11" fmla="*/ 112538 h 125294"/>
                <a:gd name="connsiteX12" fmla="*/ 24158 w 297432"/>
                <a:gd name="connsiteY12" fmla="*/ 88724 h 125294"/>
                <a:gd name="connsiteX13" fmla="*/ 345 w 297432"/>
                <a:gd name="connsiteY13" fmla="*/ 79200 h 125294"/>
                <a:gd name="connsiteX0" fmla="*/ 345 w 297432"/>
                <a:gd name="connsiteY0" fmla="*/ 79200 h 123717"/>
                <a:gd name="connsiteX1" fmla="*/ 43209 w 297432"/>
                <a:gd name="connsiteY1" fmla="*/ 41099 h 123717"/>
                <a:gd name="connsiteX2" fmla="*/ 79720 w 297432"/>
                <a:gd name="connsiteY2" fmla="*/ 20463 h 123717"/>
                <a:gd name="connsiteX3" fmla="*/ 135282 w 297432"/>
                <a:gd name="connsiteY3" fmla="*/ 1413 h 123717"/>
                <a:gd name="connsiteX4" fmla="*/ 182908 w 297432"/>
                <a:gd name="connsiteY4" fmla="*/ 3000 h 123717"/>
                <a:gd name="connsiteX5" fmla="*/ 222596 w 297432"/>
                <a:gd name="connsiteY5" fmla="*/ 14112 h 123717"/>
                <a:gd name="connsiteX6" fmla="*/ 278158 w 297432"/>
                <a:gd name="connsiteY6" fmla="*/ 47449 h 123717"/>
                <a:gd name="connsiteX7" fmla="*/ 247995 w 297432"/>
                <a:gd name="connsiteY7" fmla="*/ 26811 h 123717"/>
                <a:gd name="connsiteX8" fmla="*/ 297208 w 297432"/>
                <a:gd name="connsiteY8" fmla="*/ 71262 h 123717"/>
                <a:gd name="connsiteX9" fmla="*/ 224183 w 297432"/>
                <a:gd name="connsiteY9" fmla="*/ 109362 h 123717"/>
                <a:gd name="connsiteX10" fmla="*/ 168620 w 297432"/>
                <a:gd name="connsiteY10" fmla="*/ 123650 h 123717"/>
                <a:gd name="connsiteX11" fmla="*/ 82895 w 297432"/>
                <a:gd name="connsiteY11" fmla="*/ 112538 h 123717"/>
                <a:gd name="connsiteX12" fmla="*/ 24158 w 297432"/>
                <a:gd name="connsiteY12" fmla="*/ 88724 h 123717"/>
                <a:gd name="connsiteX13" fmla="*/ 345 w 297432"/>
                <a:gd name="connsiteY13" fmla="*/ 79200 h 123717"/>
                <a:gd name="connsiteX0" fmla="*/ 345 w 297292"/>
                <a:gd name="connsiteY0" fmla="*/ 79200 h 123690"/>
                <a:gd name="connsiteX1" fmla="*/ 43209 w 297292"/>
                <a:gd name="connsiteY1" fmla="*/ 41099 h 123690"/>
                <a:gd name="connsiteX2" fmla="*/ 79720 w 297292"/>
                <a:gd name="connsiteY2" fmla="*/ 20463 h 123690"/>
                <a:gd name="connsiteX3" fmla="*/ 135282 w 297292"/>
                <a:gd name="connsiteY3" fmla="*/ 1413 h 123690"/>
                <a:gd name="connsiteX4" fmla="*/ 182908 w 297292"/>
                <a:gd name="connsiteY4" fmla="*/ 3000 h 123690"/>
                <a:gd name="connsiteX5" fmla="*/ 222596 w 297292"/>
                <a:gd name="connsiteY5" fmla="*/ 14112 h 123690"/>
                <a:gd name="connsiteX6" fmla="*/ 278158 w 297292"/>
                <a:gd name="connsiteY6" fmla="*/ 47449 h 123690"/>
                <a:gd name="connsiteX7" fmla="*/ 247995 w 297292"/>
                <a:gd name="connsiteY7" fmla="*/ 26811 h 123690"/>
                <a:gd name="connsiteX8" fmla="*/ 297208 w 297292"/>
                <a:gd name="connsiteY8" fmla="*/ 71262 h 123690"/>
                <a:gd name="connsiteX9" fmla="*/ 233708 w 297292"/>
                <a:gd name="connsiteY9" fmla="*/ 104600 h 123690"/>
                <a:gd name="connsiteX10" fmla="*/ 168620 w 297292"/>
                <a:gd name="connsiteY10" fmla="*/ 123650 h 123690"/>
                <a:gd name="connsiteX11" fmla="*/ 82895 w 297292"/>
                <a:gd name="connsiteY11" fmla="*/ 112538 h 123690"/>
                <a:gd name="connsiteX12" fmla="*/ 24158 w 297292"/>
                <a:gd name="connsiteY12" fmla="*/ 88724 h 123690"/>
                <a:gd name="connsiteX13" fmla="*/ 345 w 297292"/>
                <a:gd name="connsiteY13" fmla="*/ 79200 h 123690"/>
                <a:gd name="connsiteX0" fmla="*/ 345 w 298292"/>
                <a:gd name="connsiteY0" fmla="*/ 79200 h 123686"/>
                <a:gd name="connsiteX1" fmla="*/ 43209 w 298292"/>
                <a:gd name="connsiteY1" fmla="*/ 41099 h 123686"/>
                <a:gd name="connsiteX2" fmla="*/ 79720 w 298292"/>
                <a:gd name="connsiteY2" fmla="*/ 20463 h 123686"/>
                <a:gd name="connsiteX3" fmla="*/ 135282 w 298292"/>
                <a:gd name="connsiteY3" fmla="*/ 1413 h 123686"/>
                <a:gd name="connsiteX4" fmla="*/ 182908 w 298292"/>
                <a:gd name="connsiteY4" fmla="*/ 3000 h 123686"/>
                <a:gd name="connsiteX5" fmla="*/ 222596 w 298292"/>
                <a:gd name="connsiteY5" fmla="*/ 14112 h 123686"/>
                <a:gd name="connsiteX6" fmla="*/ 278158 w 298292"/>
                <a:gd name="connsiteY6" fmla="*/ 47449 h 123686"/>
                <a:gd name="connsiteX7" fmla="*/ 247995 w 298292"/>
                <a:gd name="connsiteY7" fmla="*/ 26811 h 123686"/>
                <a:gd name="connsiteX8" fmla="*/ 297208 w 298292"/>
                <a:gd name="connsiteY8" fmla="*/ 71262 h 123686"/>
                <a:gd name="connsiteX9" fmla="*/ 278158 w 298292"/>
                <a:gd name="connsiteY9" fmla="*/ 79204 h 123686"/>
                <a:gd name="connsiteX10" fmla="*/ 233708 w 298292"/>
                <a:gd name="connsiteY10" fmla="*/ 104600 h 123686"/>
                <a:gd name="connsiteX11" fmla="*/ 168620 w 298292"/>
                <a:gd name="connsiteY11" fmla="*/ 123650 h 123686"/>
                <a:gd name="connsiteX12" fmla="*/ 82895 w 298292"/>
                <a:gd name="connsiteY12" fmla="*/ 112538 h 123686"/>
                <a:gd name="connsiteX13" fmla="*/ 24158 w 298292"/>
                <a:gd name="connsiteY13" fmla="*/ 88724 h 123686"/>
                <a:gd name="connsiteX14" fmla="*/ 345 w 298292"/>
                <a:gd name="connsiteY14" fmla="*/ 79200 h 123686"/>
                <a:gd name="connsiteX0" fmla="*/ 345 w 298292"/>
                <a:gd name="connsiteY0" fmla="*/ 79200 h 123686"/>
                <a:gd name="connsiteX1" fmla="*/ 43209 w 298292"/>
                <a:gd name="connsiteY1" fmla="*/ 41099 h 123686"/>
                <a:gd name="connsiteX2" fmla="*/ 79720 w 298292"/>
                <a:gd name="connsiteY2" fmla="*/ 20463 h 123686"/>
                <a:gd name="connsiteX3" fmla="*/ 135282 w 298292"/>
                <a:gd name="connsiteY3" fmla="*/ 1413 h 123686"/>
                <a:gd name="connsiteX4" fmla="*/ 182908 w 298292"/>
                <a:gd name="connsiteY4" fmla="*/ 3000 h 123686"/>
                <a:gd name="connsiteX5" fmla="*/ 222596 w 298292"/>
                <a:gd name="connsiteY5" fmla="*/ 14112 h 123686"/>
                <a:gd name="connsiteX6" fmla="*/ 225771 w 298292"/>
                <a:gd name="connsiteY6" fmla="*/ 15699 h 123686"/>
                <a:gd name="connsiteX7" fmla="*/ 247995 w 298292"/>
                <a:gd name="connsiteY7" fmla="*/ 26811 h 123686"/>
                <a:gd name="connsiteX8" fmla="*/ 297208 w 298292"/>
                <a:gd name="connsiteY8" fmla="*/ 71262 h 123686"/>
                <a:gd name="connsiteX9" fmla="*/ 278158 w 298292"/>
                <a:gd name="connsiteY9" fmla="*/ 79204 h 123686"/>
                <a:gd name="connsiteX10" fmla="*/ 233708 w 298292"/>
                <a:gd name="connsiteY10" fmla="*/ 104600 h 123686"/>
                <a:gd name="connsiteX11" fmla="*/ 168620 w 298292"/>
                <a:gd name="connsiteY11" fmla="*/ 123650 h 123686"/>
                <a:gd name="connsiteX12" fmla="*/ 82895 w 298292"/>
                <a:gd name="connsiteY12" fmla="*/ 112538 h 123686"/>
                <a:gd name="connsiteX13" fmla="*/ 24158 w 298292"/>
                <a:gd name="connsiteY13" fmla="*/ 88724 h 123686"/>
                <a:gd name="connsiteX14" fmla="*/ 345 w 298292"/>
                <a:gd name="connsiteY14" fmla="*/ 79200 h 123686"/>
                <a:gd name="connsiteX0" fmla="*/ 345 w 297711"/>
                <a:gd name="connsiteY0" fmla="*/ 79200 h 123686"/>
                <a:gd name="connsiteX1" fmla="*/ 43209 w 297711"/>
                <a:gd name="connsiteY1" fmla="*/ 41099 h 123686"/>
                <a:gd name="connsiteX2" fmla="*/ 79720 w 297711"/>
                <a:gd name="connsiteY2" fmla="*/ 20463 h 123686"/>
                <a:gd name="connsiteX3" fmla="*/ 135282 w 297711"/>
                <a:gd name="connsiteY3" fmla="*/ 1413 h 123686"/>
                <a:gd name="connsiteX4" fmla="*/ 182908 w 297711"/>
                <a:gd name="connsiteY4" fmla="*/ 3000 h 123686"/>
                <a:gd name="connsiteX5" fmla="*/ 222596 w 297711"/>
                <a:gd name="connsiteY5" fmla="*/ 14112 h 123686"/>
                <a:gd name="connsiteX6" fmla="*/ 225771 w 297711"/>
                <a:gd name="connsiteY6" fmla="*/ 15699 h 123686"/>
                <a:gd name="connsiteX7" fmla="*/ 286095 w 297711"/>
                <a:gd name="connsiteY7" fmla="*/ 47448 h 123686"/>
                <a:gd name="connsiteX8" fmla="*/ 297208 w 297711"/>
                <a:gd name="connsiteY8" fmla="*/ 71262 h 123686"/>
                <a:gd name="connsiteX9" fmla="*/ 278158 w 297711"/>
                <a:gd name="connsiteY9" fmla="*/ 79204 h 123686"/>
                <a:gd name="connsiteX10" fmla="*/ 233708 w 297711"/>
                <a:gd name="connsiteY10" fmla="*/ 104600 h 123686"/>
                <a:gd name="connsiteX11" fmla="*/ 168620 w 297711"/>
                <a:gd name="connsiteY11" fmla="*/ 123650 h 123686"/>
                <a:gd name="connsiteX12" fmla="*/ 82895 w 297711"/>
                <a:gd name="connsiteY12" fmla="*/ 112538 h 123686"/>
                <a:gd name="connsiteX13" fmla="*/ 24158 w 297711"/>
                <a:gd name="connsiteY13" fmla="*/ 88724 h 123686"/>
                <a:gd name="connsiteX14" fmla="*/ 345 w 297711"/>
                <a:gd name="connsiteY14" fmla="*/ 79200 h 123686"/>
                <a:gd name="connsiteX0" fmla="*/ 345 w 297980"/>
                <a:gd name="connsiteY0" fmla="*/ 79200 h 123686"/>
                <a:gd name="connsiteX1" fmla="*/ 43209 w 297980"/>
                <a:gd name="connsiteY1" fmla="*/ 41099 h 123686"/>
                <a:gd name="connsiteX2" fmla="*/ 79720 w 297980"/>
                <a:gd name="connsiteY2" fmla="*/ 20463 h 123686"/>
                <a:gd name="connsiteX3" fmla="*/ 135282 w 297980"/>
                <a:gd name="connsiteY3" fmla="*/ 1413 h 123686"/>
                <a:gd name="connsiteX4" fmla="*/ 182908 w 297980"/>
                <a:gd name="connsiteY4" fmla="*/ 3000 h 123686"/>
                <a:gd name="connsiteX5" fmla="*/ 222596 w 297980"/>
                <a:gd name="connsiteY5" fmla="*/ 14112 h 123686"/>
                <a:gd name="connsiteX6" fmla="*/ 225771 w 297980"/>
                <a:gd name="connsiteY6" fmla="*/ 15699 h 123686"/>
                <a:gd name="connsiteX7" fmla="*/ 286095 w 297980"/>
                <a:gd name="connsiteY7" fmla="*/ 47448 h 123686"/>
                <a:gd name="connsiteX8" fmla="*/ 297208 w 297980"/>
                <a:gd name="connsiteY8" fmla="*/ 71262 h 123686"/>
                <a:gd name="connsiteX9" fmla="*/ 278158 w 297980"/>
                <a:gd name="connsiteY9" fmla="*/ 79204 h 123686"/>
                <a:gd name="connsiteX10" fmla="*/ 233708 w 297980"/>
                <a:gd name="connsiteY10" fmla="*/ 104600 h 123686"/>
                <a:gd name="connsiteX11" fmla="*/ 168620 w 297980"/>
                <a:gd name="connsiteY11" fmla="*/ 123650 h 123686"/>
                <a:gd name="connsiteX12" fmla="*/ 82895 w 297980"/>
                <a:gd name="connsiteY12" fmla="*/ 112538 h 123686"/>
                <a:gd name="connsiteX13" fmla="*/ 24158 w 297980"/>
                <a:gd name="connsiteY13" fmla="*/ 88724 h 123686"/>
                <a:gd name="connsiteX14" fmla="*/ 345 w 297980"/>
                <a:gd name="connsiteY14" fmla="*/ 79200 h 123686"/>
                <a:gd name="connsiteX0" fmla="*/ 345 w 297469"/>
                <a:gd name="connsiteY0" fmla="*/ 79200 h 123686"/>
                <a:gd name="connsiteX1" fmla="*/ 43209 w 297469"/>
                <a:gd name="connsiteY1" fmla="*/ 41099 h 123686"/>
                <a:gd name="connsiteX2" fmla="*/ 79720 w 297469"/>
                <a:gd name="connsiteY2" fmla="*/ 20463 h 123686"/>
                <a:gd name="connsiteX3" fmla="*/ 135282 w 297469"/>
                <a:gd name="connsiteY3" fmla="*/ 1413 h 123686"/>
                <a:gd name="connsiteX4" fmla="*/ 182908 w 297469"/>
                <a:gd name="connsiteY4" fmla="*/ 3000 h 123686"/>
                <a:gd name="connsiteX5" fmla="*/ 222596 w 297469"/>
                <a:gd name="connsiteY5" fmla="*/ 14112 h 123686"/>
                <a:gd name="connsiteX6" fmla="*/ 244821 w 297469"/>
                <a:gd name="connsiteY6" fmla="*/ 22049 h 123686"/>
                <a:gd name="connsiteX7" fmla="*/ 286095 w 297469"/>
                <a:gd name="connsiteY7" fmla="*/ 47448 h 123686"/>
                <a:gd name="connsiteX8" fmla="*/ 297208 w 297469"/>
                <a:gd name="connsiteY8" fmla="*/ 71262 h 123686"/>
                <a:gd name="connsiteX9" fmla="*/ 278158 w 297469"/>
                <a:gd name="connsiteY9" fmla="*/ 79204 h 123686"/>
                <a:gd name="connsiteX10" fmla="*/ 233708 w 297469"/>
                <a:gd name="connsiteY10" fmla="*/ 104600 h 123686"/>
                <a:gd name="connsiteX11" fmla="*/ 168620 w 297469"/>
                <a:gd name="connsiteY11" fmla="*/ 123650 h 123686"/>
                <a:gd name="connsiteX12" fmla="*/ 82895 w 297469"/>
                <a:gd name="connsiteY12" fmla="*/ 112538 h 123686"/>
                <a:gd name="connsiteX13" fmla="*/ 24158 w 297469"/>
                <a:gd name="connsiteY13" fmla="*/ 88724 h 123686"/>
                <a:gd name="connsiteX14" fmla="*/ 345 w 297469"/>
                <a:gd name="connsiteY14" fmla="*/ 79200 h 123686"/>
                <a:gd name="connsiteX0" fmla="*/ 345 w 297469"/>
                <a:gd name="connsiteY0" fmla="*/ 79200 h 123686"/>
                <a:gd name="connsiteX1" fmla="*/ 43209 w 297469"/>
                <a:gd name="connsiteY1" fmla="*/ 41099 h 123686"/>
                <a:gd name="connsiteX2" fmla="*/ 79720 w 297469"/>
                <a:gd name="connsiteY2" fmla="*/ 20463 h 123686"/>
                <a:gd name="connsiteX3" fmla="*/ 135282 w 297469"/>
                <a:gd name="connsiteY3" fmla="*/ 1413 h 123686"/>
                <a:gd name="connsiteX4" fmla="*/ 182908 w 297469"/>
                <a:gd name="connsiteY4" fmla="*/ 3000 h 123686"/>
                <a:gd name="connsiteX5" fmla="*/ 214659 w 297469"/>
                <a:gd name="connsiteY5" fmla="*/ 9350 h 123686"/>
                <a:gd name="connsiteX6" fmla="*/ 244821 w 297469"/>
                <a:gd name="connsiteY6" fmla="*/ 22049 h 123686"/>
                <a:gd name="connsiteX7" fmla="*/ 286095 w 297469"/>
                <a:gd name="connsiteY7" fmla="*/ 47448 h 123686"/>
                <a:gd name="connsiteX8" fmla="*/ 297208 w 297469"/>
                <a:gd name="connsiteY8" fmla="*/ 71262 h 123686"/>
                <a:gd name="connsiteX9" fmla="*/ 278158 w 297469"/>
                <a:gd name="connsiteY9" fmla="*/ 79204 h 123686"/>
                <a:gd name="connsiteX10" fmla="*/ 233708 w 297469"/>
                <a:gd name="connsiteY10" fmla="*/ 104600 h 123686"/>
                <a:gd name="connsiteX11" fmla="*/ 168620 w 297469"/>
                <a:gd name="connsiteY11" fmla="*/ 123650 h 123686"/>
                <a:gd name="connsiteX12" fmla="*/ 82895 w 297469"/>
                <a:gd name="connsiteY12" fmla="*/ 112538 h 123686"/>
                <a:gd name="connsiteX13" fmla="*/ 24158 w 297469"/>
                <a:gd name="connsiteY13" fmla="*/ 88724 h 123686"/>
                <a:gd name="connsiteX14" fmla="*/ 345 w 297469"/>
                <a:gd name="connsiteY14" fmla="*/ 79200 h 123686"/>
                <a:gd name="connsiteX0" fmla="*/ 345 w 302119"/>
                <a:gd name="connsiteY0" fmla="*/ 79200 h 123686"/>
                <a:gd name="connsiteX1" fmla="*/ 43209 w 302119"/>
                <a:gd name="connsiteY1" fmla="*/ 41099 h 123686"/>
                <a:gd name="connsiteX2" fmla="*/ 79720 w 302119"/>
                <a:gd name="connsiteY2" fmla="*/ 20463 h 123686"/>
                <a:gd name="connsiteX3" fmla="*/ 135282 w 302119"/>
                <a:gd name="connsiteY3" fmla="*/ 1413 h 123686"/>
                <a:gd name="connsiteX4" fmla="*/ 182908 w 302119"/>
                <a:gd name="connsiteY4" fmla="*/ 3000 h 123686"/>
                <a:gd name="connsiteX5" fmla="*/ 214659 w 302119"/>
                <a:gd name="connsiteY5" fmla="*/ 9350 h 123686"/>
                <a:gd name="connsiteX6" fmla="*/ 244821 w 302119"/>
                <a:gd name="connsiteY6" fmla="*/ 22049 h 123686"/>
                <a:gd name="connsiteX7" fmla="*/ 286095 w 302119"/>
                <a:gd name="connsiteY7" fmla="*/ 47448 h 123686"/>
                <a:gd name="connsiteX8" fmla="*/ 301971 w 302119"/>
                <a:gd name="connsiteY8" fmla="*/ 77612 h 123686"/>
                <a:gd name="connsiteX9" fmla="*/ 278158 w 302119"/>
                <a:gd name="connsiteY9" fmla="*/ 79204 h 123686"/>
                <a:gd name="connsiteX10" fmla="*/ 233708 w 302119"/>
                <a:gd name="connsiteY10" fmla="*/ 104600 h 123686"/>
                <a:gd name="connsiteX11" fmla="*/ 168620 w 302119"/>
                <a:gd name="connsiteY11" fmla="*/ 123650 h 123686"/>
                <a:gd name="connsiteX12" fmla="*/ 82895 w 302119"/>
                <a:gd name="connsiteY12" fmla="*/ 112538 h 123686"/>
                <a:gd name="connsiteX13" fmla="*/ 24158 w 302119"/>
                <a:gd name="connsiteY13" fmla="*/ 88724 h 123686"/>
                <a:gd name="connsiteX14" fmla="*/ 345 w 302119"/>
                <a:gd name="connsiteY14" fmla="*/ 79200 h 123686"/>
                <a:gd name="connsiteX0" fmla="*/ 345 w 302119"/>
                <a:gd name="connsiteY0" fmla="*/ 79200 h 123686"/>
                <a:gd name="connsiteX1" fmla="*/ 43209 w 302119"/>
                <a:gd name="connsiteY1" fmla="*/ 41099 h 123686"/>
                <a:gd name="connsiteX2" fmla="*/ 79720 w 302119"/>
                <a:gd name="connsiteY2" fmla="*/ 20463 h 123686"/>
                <a:gd name="connsiteX3" fmla="*/ 135282 w 302119"/>
                <a:gd name="connsiteY3" fmla="*/ 1413 h 123686"/>
                <a:gd name="connsiteX4" fmla="*/ 182908 w 302119"/>
                <a:gd name="connsiteY4" fmla="*/ 3000 h 123686"/>
                <a:gd name="connsiteX5" fmla="*/ 222597 w 302119"/>
                <a:gd name="connsiteY5" fmla="*/ 10937 h 123686"/>
                <a:gd name="connsiteX6" fmla="*/ 244821 w 302119"/>
                <a:gd name="connsiteY6" fmla="*/ 22049 h 123686"/>
                <a:gd name="connsiteX7" fmla="*/ 286095 w 302119"/>
                <a:gd name="connsiteY7" fmla="*/ 47448 h 123686"/>
                <a:gd name="connsiteX8" fmla="*/ 301971 w 302119"/>
                <a:gd name="connsiteY8" fmla="*/ 77612 h 123686"/>
                <a:gd name="connsiteX9" fmla="*/ 278158 w 302119"/>
                <a:gd name="connsiteY9" fmla="*/ 79204 h 123686"/>
                <a:gd name="connsiteX10" fmla="*/ 233708 w 302119"/>
                <a:gd name="connsiteY10" fmla="*/ 104600 h 123686"/>
                <a:gd name="connsiteX11" fmla="*/ 168620 w 302119"/>
                <a:gd name="connsiteY11" fmla="*/ 123650 h 123686"/>
                <a:gd name="connsiteX12" fmla="*/ 82895 w 302119"/>
                <a:gd name="connsiteY12" fmla="*/ 112538 h 123686"/>
                <a:gd name="connsiteX13" fmla="*/ 24158 w 302119"/>
                <a:gd name="connsiteY13" fmla="*/ 88724 h 123686"/>
                <a:gd name="connsiteX14" fmla="*/ 345 w 302119"/>
                <a:gd name="connsiteY14" fmla="*/ 79200 h 123686"/>
                <a:gd name="connsiteX0" fmla="*/ 345 w 302119"/>
                <a:gd name="connsiteY0" fmla="*/ 83370 h 127856"/>
                <a:gd name="connsiteX1" fmla="*/ 43209 w 302119"/>
                <a:gd name="connsiteY1" fmla="*/ 45269 h 127856"/>
                <a:gd name="connsiteX2" fmla="*/ 79720 w 302119"/>
                <a:gd name="connsiteY2" fmla="*/ 24633 h 127856"/>
                <a:gd name="connsiteX3" fmla="*/ 135282 w 302119"/>
                <a:gd name="connsiteY3" fmla="*/ 5583 h 127856"/>
                <a:gd name="connsiteX4" fmla="*/ 178146 w 302119"/>
                <a:gd name="connsiteY4" fmla="*/ 820 h 127856"/>
                <a:gd name="connsiteX5" fmla="*/ 222597 w 302119"/>
                <a:gd name="connsiteY5" fmla="*/ 15107 h 127856"/>
                <a:gd name="connsiteX6" fmla="*/ 244821 w 302119"/>
                <a:gd name="connsiteY6" fmla="*/ 26219 h 127856"/>
                <a:gd name="connsiteX7" fmla="*/ 286095 w 302119"/>
                <a:gd name="connsiteY7" fmla="*/ 51618 h 127856"/>
                <a:gd name="connsiteX8" fmla="*/ 301971 w 302119"/>
                <a:gd name="connsiteY8" fmla="*/ 81782 h 127856"/>
                <a:gd name="connsiteX9" fmla="*/ 278158 w 302119"/>
                <a:gd name="connsiteY9" fmla="*/ 83374 h 127856"/>
                <a:gd name="connsiteX10" fmla="*/ 233708 w 302119"/>
                <a:gd name="connsiteY10" fmla="*/ 108770 h 127856"/>
                <a:gd name="connsiteX11" fmla="*/ 168620 w 302119"/>
                <a:gd name="connsiteY11" fmla="*/ 127820 h 127856"/>
                <a:gd name="connsiteX12" fmla="*/ 82895 w 302119"/>
                <a:gd name="connsiteY12" fmla="*/ 116708 h 127856"/>
                <a:gd name="connsiteX13" fmla="*/ 24158 w 302119"/>
                <a:gd name="connsiteY13" fmla="*/ 92894 h 127856"/>
                <a:gd name="connsiteX14" fmla="*/ 345 w 302119"/>
                <a:gd name="connsiteY14" fmla="*/ 83370 h 127856"/>
                <a:gd name="connsiteX0" fmla="*/ 345 w 302119"/>
                <a:gd name="connsiteY0" fmla="*/ 83370 h 127856"/>
                <a:gd name="connsiteX1" fmla="*/ 43209 w 302119"/>
                <a:gd name="connsiteY1" fmla="*/ 45269 h 127856"/>
                <a:gd name="connsiteX2" fmla="*/ 79720 w 302119"/>
                <a:gd name="connsiteY2" fmla="*/ 24633 h 127856"/>
                <a:gd name="connsiteX3" fmla="*/ 135282 w 302119"/>
                <a:gd name="connsiteY3" fmla="*/ 5583 h 127856"/>
                <a:gd name="connsiteX4" fmla="*/ 178146 w 302119"/>
                <a:gd name="connsiteY4" fmla="*/ 820 h 127856"/>
                <a:gd name="connsiteX5" fmla="*/ 227360 w 302119"/>
                <a:gd name="connsiteY5" fmla="*/ 10344 h 127856"/>
                <a:gd name="connsiteX6" fmla="*/ 244821 w 302119"/>
                <a:gd name="connsiteY6" fmla="*/ 26219 h 127856"/>
                <a:gd name="connsiteX7" fmla="*/ 286095 w 302119"/>
                <a:gd name="connsiteY7" fmla="*/ 51618 h 127856"/>
                <a:gd name="connsiteX8" fmla="*/ 301971 w 302119"/>
                <a:gd name="connsiteY8" fmla="*/ 81782 h 127856"/>
                <a:gd name="connsiteX9" fmla="*/ 278158 w 302119"/>
                <a:gd name="connsiteY9" fmla="*/ 83374 h 127856"/>
                <a:gd name="connsiteX10" fmla="*/ 233708 w 302119"/>
                <a:gd name="connsiteY10" fmla="*/ 108770 h 127856"/>
                <a:gd name="connsiteX11" fmla="*/ 168620 w 302119"/>
                <a:gd name="connsiteY11" fmla="*/ 127820 h 127856"/>
                <a:gd name="connsiteX12" fmla="*/ 82895 w 302119"/>
                <a:gd name="connsiteY12" fmla="*/ 116708 h 127856"/>
                <a:gd name="connsiteX13" fmla="*/ 24158 w 302119"/>
                <a:gd name="connsiteY13" fmla="*/ 92894 h 127856"/>
                <a:gd name="connsiteX14" fmla="*/ 345 w 302119"/>
                <a:gd name="connsiteY14" fmla="*/ 83370 h 127856"/>
                <a:gd name="connsiteX0" fmla="*/ 345 w 302108"/>
                <a:gd name="connsiteY0" fmla="*/ 83370 h 127856"/>
                <a:gd name="connsiteX1" fmla="*/ 43209 w 302108"/>
                <a:gd name="connsiteY1" fmla="*/ 45269 h 127856"/>
                <a:gd name="connsiteX2" fmla="*/ 79720 w 302108"/>
                <a:gd name="connsiteY2" fmla="*/ 24633 h 127856"/>
                <a:gd name="connsiteX3" fmla="*/ 135282 w 302108"/>
                <a:gd name="connsiteY3" fmla="*/ 5583 h 127856"/>
                <a:gd name="connsiteX4" fmla="*/ 178146 w 302108"/>
                <a:gd name="connsiteY4" fmla="*/ 820 h 127856"/>
                <a:gd name="connsiteX5" fmla="*/ 227360 w 302108"/>
                <a:gd name="connsiteY5" fmla="*/ 10344 h 127856"/>
                <a:gd name="connsiteX6" fmla="*/ 249583 w 302108"/>
                <a:gd name="connsiteY6" fmla="*/ 26219 h 127856"/>
                <a:gd name="connsiteX7" fmla="*/ 286095 w 302108"/>
                <a:gd name="connsiteY7" fmla="*/ 51618 h 127856"/>
                <a:gd name="connsiteX8" fmla="*/ 301971 w 302108"/>
                <a:gd name="connsiteY8" fmla="*/ 81782 h 127856"/>
                <a:gd name="connsiteX9" fmla="*/ 278158 w 302108"/>
                <a:gd name="connsiteY9" fmla="*/ 83374 h 127856"/>
                <a:gd name="connsiteX10" fmla="*/ 233708 w 302108"/>
                <a:gd name="connsiteY10" fmla="*/ 108770 h 127856"/>
                <a:gd name="connsiteX11" fmla="*/ 168620 w 302108"/>
                <a:gd name="connsiteY11" fmla="*/ 127820 h 127856"/>
                <a:gd name="connsiteX12" fmla="*/ 82895 w 302108"/>
                <a:gd name="connsiteY12" fmla="*/ 116708 h 127856"/>
                <a:gd name="connsiteX13" fmla="*/ 24158 w 302108"/>
                <a:gd name="connsiteY13" fmla="*/ 92894 h 127856"/>
                <a:gd name="connsiteX14" fmla="*/ 345 w 302108"/>
                <a:gd name="connsiteY14" fmla="*/ 83370 h 127856"/>
                <a:gd name="connsiteX0" fmla="*/ 345 w 300542"/>
                <a:gd name="connsiteY0" fmla="*/ 83370 h 127856"/>
                <a:gd name="connsiteX1" fmla="*/ 43209 w 300542"/>
                <a:gd name="connsiteY1" fmla="*/ 45269 h 127856"/>
                <a:gd name="connsiteX2" fmla="*/ 79720 w 300542"/>
                <a:gd name="connsiteY2" fmla="*/ 24633 h 127856"/>
                <a:gd name="connsiteX3" fmla="*/ 135282 w 300542"/>
                <a:gd name="connsiteY3" fmla="*/ 5583 h 127856"/>
                <a:gd name="connsiteX4" fmla="*/ 178146 w 300542"/>
                <a:gd name="connsiteY4" fmla="*/ 820 h 127856"/>
                <a:gd name="connsiteX5" fmla="*/ 227360 w 300542"/>
                <a:gd name="connsiteY5" fmla="*/ 10344 h 127856"/>
                <a:gd name="connsiteX6" fmla="*/ 249583 w 300542"/>
                <a:gd name="connsiteY6" fmla="*/ 26219 h 127856"/>
                <a:gd name="connsiteX7" fmla="*/ 286095 w 300542"/>
                <a:gd name="connsiteY7" fmla="*/ 51618 h 127856"/>
                <a:gd name="connsiteX8" fmla="*/ 300384 w 300542"/>
                <a:gd name="connsiteY8" fmla="*/ 77020 h 127856"/>
                <a:gd name="connsiteX9" fmla="*/ 278158 w 300542"/>
                <a:gd name="connsiteY9" fmla="*/ 83374 h 127856"/>
                <a:gd name="connsiteX10" fmla="*/ 233708 w 300542"/>
                <a:gd name="connsiteY10" fmla="*/ 108770 h 127856"/>
                <a:gd name="connsiteX11" fmla="*/ 168620 w 300542"/>
                <a:gd name="connsiteY11" fmla="*/ 127820 h 127856"/>
                <a:gd name="connsiteX12" fmla="*/ 82895 w 300542"/>
                <a:gd name="connsiteY12" fmla="*/ 116708 h 127856"/>
                <a:gd name="connsiteX13" fmla="*/ 24158 w 300542"/>
                <a:gd name="connsiteY13" fmla="*/ 92894 h 127856"/>
                <a:gd name="connsiteX14" fmla="*/ 345 w 300542"/>
                <a:gd name="connsiteY14" fmla="*/ 83370 h 127856"/>
                <a:gd name="connsiteX0" fmla="*/ 345 w 300429"/>
                <a:gd name="connsiteY0" fmla="*/ 83370 h 127856"/>
                <a:gd name="connsiteX1" fmla="*/ 43209 w 300429"/>
                <a:gd name="connsiteY1" fmla="*/ 45269 h 127856"/>
                <a:gd name="connsiteX2" fmla="*/ 79720 w 300429"/>
                <a:gd name="connsiteY2" fmla="*/ 24633 h 127856"/>
                <a:gd name="connsiteX3" fmla="*/ 135282 w 300429"/>
                <a:gd name="connsiteY3" fmla="*/ 5583 h 127856"/>
                <a:gd name="connsiteX4" fmla="*/ 178146 w 300429"/>
                <a:gd name="connsiteY4" fmla="*/ 820 h 127856"/>
                <a:gd name="connsiteX5" fmla="*/ 227360 w 300429"/>
                <a:gd name="connsiteY5" fmla="*/ 10344 h 127856"/>
                <a:gd name="connsiteX6" fmla="*/ 249583 w 300429"/>
                <a:gd name="connsiteY6" fmla="*/ 26219 h 127856"/>
                <a:gd name="connsiteX7" fmla="*/ 282920 w 300429"/>
                <a:gd name="connsiteY7" fmla="*/ 46856 h 127856"/>
                <a:gd name="connsiteX8" fmla="*/ 300384 w 300429"/>
                <a:gd name="connsiteY8" fmla="*/ 77020 h 127856"/>
                <a:gd name="connsiteX9" fmla="*/ 278158 w 300429"/>
                <a:gd name="connsiteY9" fmla="*/ 83374 h 127856"/>
                <a:gd name="connsiteX10" fmla="*/ 233708 w 300429"/>
                <a:gd name="connsiteY10" fmla="*/ 108770 h 127856"/>
                <a:gd name="connsiteX11" fmla="*/ 168620 w 300429"/>
                <a:gd name="connsiteY11" fmla="*/ 127820 h 127856"/>
                <a:gd name="connsiteX12" fmla="*/ 82895 w 300429"/>
                <a:gd name="connsiteY12" fmla="*/ 116708 h 127856"/>
                <a:gd name="connsiteX13" fmla="*/ 24158 w 300429"/>
                <a:gd name="connsiteY13" fmla="*/ 92894 h 127856"/>
                <a:gd name="connsiteX14" fmla="*/ 345 w 300429"/>
                <a:gd name="connsiteY14" fmla="*/ 83370 h 127856"/>
                <a:gd name="connsiteX0" fmla="*/ 345 w 300429"/>
                <a:gd name="connsiteY0" fmla="*/ 83370 h 127856"/>
                <a:gd name="connsiteX1" fmla="*/ 43209 w 300429"/>
                <a:gd name="connsiteY1" fmla="*/ 45269 h 127856"/>
                <a:gd name="connsiteX2" fmla="*/ 79720 w 300429"/>
                <a:gd name="connsiteY2" fmla="*/ 24633 h 127856"/>
                <a:gd name="connsiteX3" fmla="*/ 135282 w 300429"/>
                <a:gd name="connsiteY3" fmla="*/ 5583 h 127856"/>
                <a:gd name="connsiteX4" fmla="*/ 178146 w 300429"/>
                <a:gd name="connsiteY4" fmla="*/ 820 h 127856"/>
                <a:gd name="connsiteX5" fmla="*/ 227360 w 300429"/>
                <a:gd name="connsiteY5" fmla="*/ 10344 h 127856"/>
                <a:gd name="connsiteX6" fmla="*/ 249583 w 300429"/>
                <a:gd name="connsiteY6" fmla="*/ 23044 h 127856"/>
                <a:gd name="connsiteX7" fmla="*/ 282920 w 300429"/>
                <a:gd name="connsiteY7" fmla="*/ 46856 h 127856"/>
                <a:gd name="connsiteX8" fmla="*/ 300384 w 300429"/>
                <a:gd name="connsiteY8" fmla="*/ 77020 h 127856"/>
                <a:gd name="connsiteX9" fmla="*/ 278158 w 300429"/>
                <a:gd name="connsiteY9" fmla="*/ 83374 h 127856"/>
                <a:gd name="connsiteX10" fmla="*/ 233708 w 300429"/>
                <a:gd name="connsiteY10" fmla="*/ 108770 h 127856"/>
                <a:gd name="connsiteX11" fmla="*/ 168620 w 300429"/>
                <a:gd name="connsiteY11" fmla="*/ 127820 h 127856"/>
                <a:gd name="connsiteX12" fmla="*/ 82895 w 300429"/>
                <a:gd name="connsiteY12" fmla="*/ 116708 h 127856"/>
                <a:gd name="connsiteX13" fmla="*/ 24158 w 300429"/>
                <a:gd name="connsiteY13" fmla="*/ 92894 h 127856"/>
                <a:gd name="connsiteX14" fmla="*/ 345 w 300429"/>
                <a:gd name="connsiteY14" fmla="*/ 83370 h 127856"/>
                <a:gd name="connsiteX0" fmla="*/ 345 w 300429"/>
                <a:gd name="connsiteY0" fmla="*/ 83250 h 127736"/>
                <a:gd name="connsiteX1" fmla="*/ 43209 w 300429"/>
                <a:gd name="connsiteY1" fmla="*/ 45149 h 127736"/>
                <a:gd name="connsiteX2" fmla="*/ 81307 w 300429"/>
                <a:gd name="connsiteY2" fmla="*/ 18163 h 127736"/>
                <a:gd name="connsiteX3" fmla="*/ 135282 w 300429"/>
                <a:gd name="connsiteY3" fmla="*/ 5463 h 127736"/>
                <a:gd name="connsiteX4" fmla="*/ 178146 w 300429"/>
                <a:gd name="connsiteY4" fmla="*/ 700 h 127736"/>
                <a:gd name="connsiteX5" fmla="*/ 227360 w 300429"/>
                <a:gd name="connsiteY5" fmla="*/ 10224 h 127736"/>
                <a:gd name="connsiteX6" fmla="*/ 249583 w 300429"/>
                <a:gd name="connsiteY6" fmla="*/ 22924 h 127736"/>
                <a:gd name="connsiteX7" fmla="*/ 282920 w 300429"/>
                <a:gd name="connsiteY7" fmla="*/ 46736 h 127736"/>
                <a:gd name="connsiteX8" fmla="*/ 300384 w 300429"/>
                <a:gd name="connsiteY8" fmla="*/ 76900 h 127736"/>
                <a:gd name="connsiteX9" fmla="*/ 278158 w 300429"/>
                <a:gd name="connsiteY9" fmla="*/ 83254 h 127736"/>
                <a:gd name="connsiteX10" fmla="*/ 233708 w 300429"/>
                <a:gd name="connsiteY10" fmla="*/ 108650 h 127736"/>
                <a:gd name="connsiteX11" fmla="*/ 168620 w 300429"/>
                <a:gd name="connsiteY11" fmla="*/ 127700 h 127736"/>
                <a:gd name="connsiteX12" fmla="*/ 82895 w 300429"/>
                <a:gd name="connsiteY12" fmla="*/ 116588 h 127736"/>
                <a:gd name="connsiteX13" fmla="*/ 24158 w 300429"/>
                <a:gd name="connsiteY13" fmla="*/ 92774 h 127736"/>
                <a:gd name="connsiteX14" fmla="*/ 345 w 300429"/>
                <a:gd name="connsiteY14" fmla="*/ 83250 h 127736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509 h 127995"/>
                <a:gd name="connsiteX1" fmla="*/ 43209 w 300429"/>
                <a:gd name="connsiteY1" fmla="*/ 45408 h 127995"/>
                <a:gd name="connsiteX2" fmla="*/ 81307 w 300429"/>
                <a:gd name="connsiteY2" fmla="*/ 18422 h 127995"/>
                <a:gd name="connsiteX3" fmla="*/ 135282 w 300429"/>
                <a:gd name="connsiteY3" fmla="*/ 2547 h 127995"/>
                <a:gd name="connsiteX4" fmla="*/ 178146 w 300429"/>
                <a:gd name="connsiteY4" fmla="*/ 959 h 127995"/>
                <a:gd name="connsiteX5" fmla="*/ 227360 w 300429"/>
                <a:gd name="connsiteY5" fmla="*/ 10483 h 127995"/>
                <a:gd name="connsiteX6" fmla="*/ 249583 w 300429"/>
                <a:gd name="connsiteY6" fmla="*/ 23183 h 127995"/>
                <a:gd name="connsiteX7" fmla="*/ 282920 w 300429"/>
                <a:gd name="connsiteY7" fmla="*/ 46995 h 127995"/>
                <a:gd name="connsiteX8" fmla="*/ 300384 w 300429"/>
                <a:gd name="connsiteY8" fmla="*/ 77159 h 127995"/>
                <a:gd name="connsiteX9" fmla="*/ 278158 w 300429"/>
                <a:gd name="connsiteY9" fmla="*/ 83513 h 127995"/>
                <a:gd name="connsiteX10" fmla="*/ 233708 w 300429"/>
                <a:gd name="connsiteY10" fmla="*/ 108909 h 127995"/>
                <a:gd name="connsiteX11" fmla="*/ 168620 w 300429"/>
                <a:gd name="connsiteY11" fmla="*/ 127959 h 127995"/>
                <a:gd name="connsiteX12" fmla="*/ 82895 w 300429"/>
                <a:gd name="connsiteY12" fmla="*/ 116847 h 127995"/>
                <a:gd name="connsiteX13" fmla="*/ 24158 w 300429"/>
                <a:gd name="connsiteY13" fmla="*/ 93033 h 127995"/>
                <a:gd name="connsiteX14" fmla="*/ 345 w 300429"/>
                <a:gd name="connsiteY14" fmla="*/ 83509 h 127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0429" h="127995">
                  <a:moveTo>
                    <a:pt x="345" y="83509"/>
                  </a:moveTo>
                  <a:cubicBezTo>
                    <a:pt x="3520" y="75572"/>
                    <a:pt x="29715" y="56256"/>
                    <a:pt x="43209" y="45408"/>
                  </a:cubicBezTo>
                  <a:cubicBezTo>
                    <a:pt x="56703" y="34560"/>
                    <a:pt x="42942" y="41440"/>
                    <a:pt x="81307" y="18422"/>
                  </a:cubicBezTo>
                  <a:cubicBezTo>
                    <a:pt x="124434" y="-3009"/>
                    <a:pt x="122317" y="3869"/>
                    <a:pt x="135282" y="2547"/>
                  </a:cubicBezTo>
                  <a:cubicBezTo>
                    <a:pt x="148247" y="1225"/>
                    <a:pt x="126024" y="-1423"/>
                    <a:pt x="178146" y="959"/>
                  </a:cubicBezTo>
                  <a:cubicBezTo>
                    <a:pt x="193756" y="1753"/>
                    <a:pt x="215454" y="6779"/>
                    <a:pt x="227360" y="10483"/>
                  </a:cubicBezTo>
                  <a:cubicBezTo>
                    <a:pt x="239266" y="14187"/>
                    <a:pt x="240323" y="17098"/>
                    <a:pt x="249583" y="23183"/>
                  </a:cubicBezTo>
                  <a:cubicBezTo>
                    <a:pt x="258843" y="29268"/>
                    <a:pt x="274453" y="37999"/>
                    <a:pt x="282920" y="46995"/>
                  </a:cubicBezTo>
                  <a:cubicBezTo>
                    <a:pt x="291387" y="55991"/>
                    <a:pt x="301178" y="71073"/>
                    <a:pt x="300384" y="77159"/>
                  </a:cubicBezTo>
                  <a:cubicBezTo>
                    <a:pt x="299590" y="83245"/>
                    <a:pt x="288741" y="77957"/>
                    <a:pt x="278158" y="83513"/>
                  </a:cubicBezTo>
                  <a:cubicBezTo>
                    <a:pt x="267575" y="89069"/>
                    <a:pt x="251964" y="101501"/>
                    <a:pt x="233708" y="108909"/>
                  </a:cubicBezTo>
                  <a:cubicBezTo>
                    <a:pt x="215452" y="116317"/>
                    <a:pt x="198518" y="128753"/>
                    <a:pt x="168620" y="127959"/>
                  </a:cubicBezTo>
                  <a:cubicBezTo>
                    <a:pt x="138722" y="127165"/>
                    <a:pt x="106972" y="122668"/>
                    <a:pt x="82895" y="116847"/>
                  </a:cubicBezTo>
                  <a:cubicBezTo>
                    <a:pt x="58818" y="111026"/>
                    <a:pt x="31566" y="97266"/>
                    <a:pt x="24158" y="93033"/>
                  </a:cubicBezTo>
                  <a:cubicBezTo>
                    <a:pt x="16750" y="88800"/>
                    <a:pt x="-2830" y="91447"/>
                    <a:pt x="345" y="83509"/>
                  </a:cubicBez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4081DED-4BE3-409D-A99F-9908F5866870}"/>
                </a:ext>
              </a:extLst>
            </p:cNvPr>
            <p:cNvSpPr/>
            <p:nvPr/>
          </p:nvSpPr>
          <p:spPr>
            <a:xfrm rot="227284">
              <a:off x="2177061" y="2876778"/>
              <a:ext cx="272201" cy="244928"/>
            </a:xfrm>
            <a:custGeom>
              <a:avLst/>
              <a:gdLst>
                <a:gd name="connsiteX0" fmla="*/ 13527 w 147543"/>
                <a:gd name="connsiteY0" fmla="*/ 8840 h 124154"/>
                <a:gd name="connsiteX1" fmla="*/ 827 w 147543"/>
                <a:gd name="connsiteY1" fmla="*/ 58053 h 124154"/>
                <a:gd name="connsiteX2" fmla="*/ 19877 w 147543"/>
                <a:gd name="connsiteY2" fmla="*/ 118378 h 124154"/>
                <a:gd name="connsiteX3" fmla="*/ 78615 w 147543"/>
                <a:gd name="connsiteY3" fmla="*/ 121553 h 124154"/>
                <a:gd name="connsiteX4" fmla="*/ 126240 w 147543"/>
                <a:gd name="connsiteY4" fmla="*/ 116790 h 124154"/>
                <a:gd name="connsiteX5" fmla="*/ 143702 w 147543"/>
                <a:gd name="connsiteY5" fmla="*/ 91390 h 124154"/>
                <a:gd name="connsiteX6" fmla="*/ 146877 w 147543"/>
                <a:gd name="connsiteY6" fmla="*/ 37415 h 124154"/>
                <a:gd name="connsiteX7" fmla="*/ 134177 w 147543"/>
                <a:gd name="connsiteY7" fmla="*/ 8840 h 124154"/>
                <a:gd name="connsiteX8" fmla="*/ 99252 w 147543"/>
                <a:gd name="connsiteY8" fmla="*/ 903 h 124154"/>
                <a:gd name="connsiteX9" fmla="*/ 13527 w 147543"/>
                <a:gd name="connsiteY9" fmla="*/ 8840 h 124154"/>
                <a:gd name="connsiteX0" fmla="*/ 13527 w 147543"/>
                <a:gd name="connsiteY0" fmla="*/ 8840 h 137082"/>
                <a:gd name="connsiteX1" fmla="*/ 827 w 147543"/>
                <a:gd name="connsiteY1" fmla="*/ 58053 h 137082"/>
                <a:gd name="connsiteX2" fmla="*/ 19877 w 147543"/>
                <a:gd name="connsiteY2" fmla="*/ 118378 h 137082"/>
                <a:gd name="connsiteX3" fmla="*/ 84762 w 147543"/>
                <a:gd name="connsiteY3" fmla="*/ 137074 h 137082"/>
                <a:gd name="connsiteX4" fmla="*/ 126240 w 147543"/>
                <a:gd name="connsiteY4" fmla="*/ 116790 h 137082"/>
                <a:gd name="connsiteX5" fmla="*/ 143702 w 147543"/>
                <a:gd name="connsiteY5" fmla="*/ 91390 h 137082"/>
                <a:gd name="connsiteX6" fmla="*/ 146877 w 147543"/>
                <a:gd name="connsiteY6" fmla="*/ 37415 h 137082"/>
                <a:gd name="connsiteX7" fmla="*/ 134177 w 147543"/>
                <a:gd name="connsiteY7" fmla="*/ 8840 h 137082"/>
                <a:gd name="connsiteX8" fmla="*/ 99252 w 147543"/>
                <a:gd name="connsiteY8" fmla="*/ 903 h 137082"/>
                <a:gd name="connsiteX9" fmla="*/ 13527 w 147543"/>
                <a:gd name="connsiteY9" fmla="*/ 8840 h 137082"/>
                <a:gd name="connsiteX0" fmla="*/ 13527 w 147543"/>
                <a:gd name="connsiteY0" fmla="*/ 4221 h 141776"/>
                <a:gd name="connsiteX1" fmla="*/ 827 w 147543"/>
                <a:gd name="connsiteY1" fmla="*/ 62747 h 141776"/>
                <a:gd name="connsiteX2" fmla="*/ 19877 w 147543"/>
                <a:gd name="connsiteY2" fmla="*/ 123072 h 141776"/>
                <a:gd name="connsiteX3" fmla="*/ 84762 w 147543"/>
                <a:gd name="connsiteY3" fmla="*/ 141768 h 141776"/>
                <a:gd name="connsiteX4" fmla="*/ 126240 w 147543"/>
                <a:gd name="connsiteY4" fmla="*/ 121484 h 141776"/>
                <a:gd name="connsiteX5" fmla="*/ 143702 w 147543"/>
                <a:gd name="connsiteY5" fmla="*/ 96084 h 141776"/>
                <a:gd name="connsiteX6" fmla="*/ 146877 w 147543"/>
                <a:gd name="connsiteY6" fmla="*/ 42109 h 141776"/>
                <a:gd name="connsiteX7" fmla="*/ 134177 w 147543"/>
                <a:gd name="connsiteY7" fmla="*/ 13534 h 141776"/>
                <a:gd name="connsiteX8" fmla="*/ 99252 w 147543"/>
                <a:gd name="connsiteY8" fmla="*/ 5597 h 141776"/>
                <a:gd name="connsiteX9" fmla="*/ 13527 w 147543"/>
                <a:gd name="connsiteY9" fmla="*/ 4221 h 141776"/>
                <a:gd name="connsiteX0" fmla="*/ 21951 w 146745"/>
                <a:gd name="connsiteY0" fmla="*/ 11110 h 136249"/>
                <a:gd name="connsiteX1" fmla="*/ 29 w 146745"/>
                <a:gd name="connsiteY1" fmla="*/ 57220 h 136249"/>
                <a:gd name="connsiteX2" fmla="*/ 19079 w 146745"/>
                <a:gd name="connsiteY2" fmla="*/ 117545 h 136249"/>
                <a:gd name="connsiteX3" fmla="*/ 83964 w 146745"/>
                <a:gd name="connsiteY3" fmla="*/ 136241 h 136249"/>
                <a:gd name="connsiteX4" fmla="*/ 125442 w 146745"/>
                <a:gd name="connsiteY4" fmla="*/ 115957 h 136249"/>
                <a:gd name="connsiteX5" fmla="*/ 142904 w 146745"/>
                <a:gd name="connsiteY5" fmla="*/ 90557 h 136249"/>
                <a:gd name="connsiteX6" fmla="*/ 146079 w 146745"/>
                <a:gd name="connsiteY6" fmla="*/ 36582 h 136249"/>
                <a:gd name="connsiteX7" fmla="*/ 133379 w 146745"/>
                <a:gd name="connsiteY7" fmla="*/ 8007 h 136249"/>
                <a:gd name="connsiteX8" fmla="*/ 98454 w 146745"/>
                <a:gd name="connsiteY8" fmla="*/ 70 h 136249"/>
                <a:gd name="connsiteX9" fmla="*/ 21951 w 146745"/>
                <a:gd name="connsiteY9" fmla="*/ 11110 h 136249"/>
                <a:gd name="connsiteX0" fmla="*/ 18850 w 146718"/>
                <a:gd name="connsiteY0" fmla="*/ 5021 h 139471"/>
                <a:gd name="connsiteX1" fmla="*/ 2 w 146718"/>
                <a:gd name="connsiteY1" fmla="*/ 60442 h 139471"/>
                <a:gd name="connsiteX2" fmla="*/ 19052 w 146718"/>
                <a:gd name="connsiteY2" fmla="*/ 120767 h 139471"/>
                <a:gd name="connsiteX3" fmla="*/ 83937 w 146718"/>
                <a:gd name="connsiteY3" fmla="*/ 139463 h 139471"/>
                <a:gd name="connsiteX4" fmla="*/ 125415 w 146718"/>
                <a:gd name="connsiteY4" fmla="*/ 119179 h 139471"/>
                <a:gd name="connsiteX5" fmla="*/ 142877 w 146718"/>
                <a:gd name="connsiteY5" fmla="*/ 93779 h 139471"/>
                <a:gd name="connsiteX6" fmla="*/ 146052 w 146718"/>
                <a:gd name="connsiteY6" fmla="*/ 39804 h 139471"/>
                <a:gd name="connsiteX7" fmla="*/ 133352 w 146718"/>
                <a:gd name="connsiteY7" fmla="*/ 11229 h 139471"/>
                <a:gd name="connsiteX8" fmla="*/ 98427 w 146718"/>
                <a:gd name="connsiteY8" fmla="*/ 3292 h 139471"/>
                <a:gd name="connsiteX9" fmla="*/ 18850 w 146718"/>
                <a:gd name="connsiteY9" fmla="*/ 5021 h 139471"/>
                <a:gd name="connsiteX0" fmla="*/ 18848 w 146493"/>
                <a:gd name="connsiteY0" fmla="*/ 4734 h 139184"/>
                <a:gd name="connsiteX1" fmla="*/ 0 w 146493"/>
                <a:gd name="connsiteY1" fmla="*/ 60155 h 139184"/>
                <a:gd name="connsiteX2" fmla="*/ 19050 w 146493"/>
                <a:gd name="connsiteY2" fmla="*/ 120480 h 139184"/>
                <a:gd name="connsiteX3" fmla="*/ 83935 w 146493"/>
                <a:gd name="connsiteY3" fmla="*/ 139176 h 139184"/>
                <a:gd name="connsiteX4" fmla="*/ 125413 w 146493"/>
                <a:gd name="connsiteY4" fmla="*/ 118892 h 139184"/>
                <a:gd name="connsiteX5" fmla="*/ 142875 w 146493"/>
                <a:gd name="connsiteY5" fmla="*/ 93492 h 139184"/>
                <a:gd name="connsiteX6" fmla="*/ 146050 w 146493"/>
                <a:gd name="connsiteY6" fmla="*/ 39517 h 139184"/>
                <a:gd name="connsiteX7" fmla="*/ 136423 w 146493"/>
                <a:gd name="connsiteY7" fmla="*/ 4734 h 139184"/>
                <a:gd name="connsiteX8" fmla="*/ 98425 w 146493"/>
                <a:gd name="connsiteY8" fmla="*/ 3005 h 139184"/>
                <a:gd name="connsiteX9" fmla="*/ 18848 w 146493"/>
                <a:gd name="connsiteY9" fmla="*/ 4734 h 139184"/>
                <a:gd name="connsiteX0" fmla="*/ 18848 w 146493"/>
                <a:gd name="connsiteY0" fmla="*/ 4734 h 139786"/>
                <a:gd name="connsiteX1" fmla="*/ 0 w 146493"/>
                <a:gd name="connsiteY1" fmla="*/ 60155 h 139786"/>
                <a:gd name="connsiteX2" fmla="*/ 19050 w 146493"/>
                <a:gd name="connsiteY2" fmla="*/ 120480 h 139786"/>
                <a:gd name="connsiteX3" fmla="*/ 83935 w 146493"/>
                <a:gd name="connsiteY3" fmla="*/ 139176 h 139786"/>
                <a:gd name="connsiteX4" fmla="*/ 125413 w 146493"/>
                <a:gd name="connsiteY4" fmla="*/ 131307 h 139786"/>
                <a:gd name="connsiteX5" fmla="*/ 142875 w 146493"/>
                <a:gd name="connsiteY5" fmla="*/ 93492 h 139786"/>
                <a:gd name="connsiteX6" fmla="*/ 146050 w 146493"/>
                <a:gd name="connsiteY6" fmla="*/ 39517 h 139786"/>
                <a:gd name="connsiteX7" fmla="*/ 136423 w 146493"/>
                <a:gd name="connsiteY7" fmla="*/ 4734 h 139786"/>
                <a:gd name="connsiteX8" fmla="*/ 98425 w 146493"/>
                <a:gd name="connsiteY8" fmla="*/ 3005 h 139786"/>
                <a:gd name="connsiteX9" fmla="*/ 18848 w 146493"/>
                <a:gd name="connsiteY9" fmla="*/ 4734 h 139786"/>
                <a:gd name="connsiteX0" fmla="*/ 21485 w 149130"/>
                <a:gd name="connsiteY0" fmla="*/ 4734 h 139569"/>
                <a:gd name="connsiteX1" fmla="*/ 2637 w 149130"/>
                <a:gd name="connsiteY1" fmla="*/ 60155 h 139569"/>
                <a:gd name="connsiteX2" fmla="*/ 9393 w 149130"/>
                <a:gd name="connsiteY2" fmla="*/ 129793 h 139569"/>
                <a:gd name="connsiteX3" fmla="*/ 86572 w 149130"/>
                <a:gd name="connsiteY3" fmla="*/ 139176 h 139569"/>
                <a:gd name="connsiteX4" fmla="*/ 128050 w 149130"/>
                <a:gd name="connsiteY4" fmla="*/ 131307 h 139569"/>
                <a:gd name="connsiteX5" fmla="*/ 145512 w 149130"/>
                <a:gd name="connsiteY5" fmla="*/ 93492 h 139569"/>
                <a:gd name="connsiteX6" fmla="*/ 148687 w 149130"/>
                <a:gd name="connsiteY6" fmla="*/ 39517 h 139569"/>
                <a:gd name="connsiteX7" fmla="*/ 139060 w 149130"/>
                <a:gd name="connsiteY7" fmla="*/ 4734 h 139569"/>
                <a:gd name="connsiteX8" fmla="*/ 101062 w 149130"/>
                <a:gd name="connsiteY8" fmla="*/ 3005 h 139569"/>
                <a:gd name="connsiteX9" fmla="*/ 21485 w 149130"/>
                <a:gd name="connsiteY9" fmla="*/ 4734 h 139569"/>
                <a:gd name="connsiteX0" fmla="*/ 25946 w 153591"/>
                <a:gd name="connsiteY0" fmla="*/ 4734 h 139569"/>
                <a:gd name="connsiteX1" fmla="*/ 951 w 153591"/>
                <a:gd name="connsiteY1" fmla="*/ 60155 h 139569"/>
                <a:gd name="connsiteX2" fmla="*/ 13854 w 153591"/>
                <a:gd name="connsiteY2" fmla="*/ 129793 h 139569"/>
                <a:gd name="connsiteX3" fmla="*/ 91033 w 153591"/>
                <a:gd name="connsiteY3" fmla="*/ 139176 h 139569"/>
                <a:gd name="connsiteX4" fmla="*/ 132511 w 153591"/>
                <a:gd name="connsiteY4" fmla="*/ 131307 h 139569"/>
                <a:gd name="connsiteX5" fmla="*/ 149973 w 153591"/>
                <a:gd name="connsiteY5" fmla="*/ 93492 h 139569"/>
                <a:gd name="connsiteX6" fmla="*/ 153148 w 153591"/>
                <a:gd name="connsiteY6" fmla="*/ 39517 h 139569"/>
                <a:gd name="connsiteX7" fmla="*/ 143521 w 153591"/>
                <a:gd name="connsiteY7" fmla="*/ 4734 h 139569"/>
                <a:gd name="connsiteX8" fmla="*/ 105523 w 153591"/>
                <a:gd name="connsiteY8" fmla="*/ 3005 h 139569"/>
                <a:gd name="connsiteX9" fmla="*/ 25946 w 153591"/>
                <a:gd name="connsiteY9" fmla="*/ 4734 h 139569"/>
                <a:gd name="connsiteX0" fmla="*/ 25948 w 156424"/>
                <a:gd name="connsiteY0" fmla="*/ 4734 h 139569"/>
                <a:gd name="connsiteX1" fmla="*/ 953 w 156424"/>
                <a:gd name="connsiteY1" fmla="*/ 60155 h 139569"/>
                <a:gd name="connsiteX2" fmla="*/ 13856 w 156424"/>
                <a:gd name="connsiteY2" fmla="*/ 129793 h 139569"/>
                <a:gd name="connsiteX3" fmla="*/ 91035 w 156424"/>
                <a:gd name="connsiteY3" fmla="*/ 139176 h 139569"/>
                <a:gd name="connsiteX4" fmla="*/ 132513 w 156424"/>
                <a:gd name="connsiteY4" fmla="*/ 131307 h 139569"/>
                <a:gd name="connsiteX5" fmla="*/ 149975 w 156424"/>
                <a:gd name="connsiteY5" fmla="*/ 93492 h 139569"/>
                <a:gd name="connsiteX6" fmla="*/ 156222 w 156424"/>
                <a:gd name="connsiteY6" fmla="*/ 58139 h 139569"/>
                <a:gd name="connsiteX7" fmla="*/ 143523 w 156424"/>
                <a:gd name="connsiteY7" fmla="*/ 4734 h 139569"/>
                <a:gd name="connsiteX8" fmla="*/ 105525 w 156424"/>
                <a:gd name="connsiteY8" fmla="*/ 3005 h 139569"/>
                <a:gd name="connsiteX9" fmla="*/ 25948 w 156424"/>
                <a:gd name="connsiteY9" fmla="*/ 4734 h 139569"/>
                <a:gd name="connsiteX0" fmla="*/ 26319 w 156795"/>
                <a:gd name="connsiteY0" fmla="*/ 4734 h 139491"/>
                <a:gd name="connsiteX1" fmla="*/ 1324 w 156795"/>
                <a:gd name="connsiteY1" fmla="*/ 60155 h 139491"/>
                <a:gd name="connsiteX2" fmla="*/ 12923 w 156795"/>
                <a:gd name="connsiteY2" fmla="*/ 125021 h 139491"/>
                <a:gd name="connsiteX3" fmla="*/ 91406 w 156795"/>
                <a:gd name="connsiteY3" fmla="*/ 139176 h 139491"/>
                <a:gd name="connsiteX4" fmla="*/ 132884 w 156795"/>
                <a:gd name="connsiteY4" fmla="*/ 131307 h 139491"/>
                <a:gd name="connsiteX5" fmla="*/ 150346 w 156795"/>
                <a:gd name="connsiteY5" fmla="*/ 93492 h 139491"/>
                <a:gd name="connsiteX6" fmla="*/ 156593 w 156795"/>
                <a:gd name="connsiteY6" fmla="*/ 58139 h 139491"/>
                <a:gd name="connsiteX7" fmla="*/ 143894 w 156795"/>
                <a:gd name="connsiteY7" fmla="*/ 4734 h 139491"/>
                <a:gd name="connsiteX8" fmla="*/ 105896 w 156795"/>
                <a:gd name="connsiteY8" fmla="*/ 3005 h 139491"/>
                <a:gd name="connsiteX9" fmla="*/ 26319 w 156795"/>
                <a:gd name="connsiteY9" fmla="*/ 4734 h 139491"/>
                <a:gd name="connsiteX0" fmla="*/ 25999 w 156475"/>
                <a:gd name="connsiteY0" fmla="*/ 4734 h 139491"/>
                <a:gd name="connsiteX1" fmla="*/ 1004 w 156475"/>
                <a:gd name="connsiteY1" fmla="*/ 60155 h 139491"/>
                <a:gd name="connsiteX2" fmla="*/ 12603 w 156475"/>
                <a:gd name="connsiteY2" fmla="*/ 125021 h 139491"/>
                <a:gd name="connsiteX3" fmla="*/ 80658 w 156475"/>
                <a:gd name="connsiteY3" fmla="*/ 139176 h 139491"/>
                <a:gd name="connsiteX4" fmla="*/ 132564 w 156475"/>
                <a:gd name="connsiteY4" fmla="*/ 131307 h 139491"/>
                <a:gd name="connsiteX5" fmla="*/ 150026 w 156475"/>
                <a:gd name="connsiteY5" fmla="*/ 93492 h 139491"/>
                <a:gd name="connsiteX6" fmla="*/ 156273 w 156475"/>
                <a:gd name="connsiteY6" fmla="*/ 58139 h 139491"/>
                <a:gd name="connsiteX7" fmla="*/ 143574 w 156475"/>
                <a:gd name="connsiteY7" fmla="*/ 4734 h 139491"/>
                <a:gd name="connsiteX8" fmla="*/ 105576 w 156475"/>
                <a:gd name="connsiteY8" fmla="*/ 3005 h 139491"/>
                <a:gd name="connsiteX9" fmla="*/ 25999 w 156475"/>
                <a:gd name="connsiteY9" fmla="*/ 4734 h 139491"/>
                <a:gd name="connsiteX0" fmla="*/ 25999 w 156466"/>
                <a:gd name="connsiteY0" fmla="*/ 4734 h 139208"/>
                <a:gd name="connsiteX1" fmla="*/ 1004 w 156466"/>
                <a:gd name="connsiteY1" fmla="*/ 60155 h 139208"/>
                <a:gd name="connsiteX2" fmla="*/ 12603 w 156466"/>
                <a:gd name="connsiteY2" fmla="*/ 125021 h 139208"/>
                <a:gd name="connsiteX3" fmla="*/ 80658 w 156466"/>
                <a:gd name="connsiteY3" fmla="*/ 139176 h 139208"/>
                <a:gd name="connsiteX4" fmla="*/ 133867 w 156466"/>
                <a:gd name="connsiteY4" fmla="*/ 127728 h 139208"/>
                <a:gd name="connsiteX5" fmla="*/ 150026 w 156466"/>
                <a:gd name="connsiteY5" fmla="*/ 93492 h 139208"/>
                <a:gd name="connsiteX6" fmla="*/ 156273 w 156466"/>
                <a:gd name="connsiteY6" fmla="*/ 58139 h 139208"/>
                <a:gd name="connsiteX7" fmla="*/ 143574 w 156466"/>
                <a:gd name="connsiteY7" fmla="*/ 4734 h 139208"/>
                <a:gd name="connsiteX8" fmla="*/ 105576 w 156466"/>
                <a:gd name="connsiteY8" fmla="*/ 3005 h 139208"/>
                <a:gd name="connsiteX9" fmla="*/ 25999 w 156466"/>
                <a:gd name="connsiteY9" fmla="*/ 4734 h 139208"/>
                <a:gd name="connsiteX0" fmla="*/ 25999 w 156466"/>
                <a:gd name="connsiteY0" fmla="*/ 10093 h 144567"/>
                <a:gd name="connsiteX1" fmla="*/ 1004 w 156466"/>
                <a:gd name="connsiteY1" fmla="*/ 65514 h 144567"/>
                <a:gd name="connsiteX2" fmla="*/ 12603 w 156466"/>
                <a:gd name="connsiteY2" fmla="*/ 130380 h 144567"/>
                <a:gd name="connsiteX3" fmla="*/ 80658 w 156466"/>
                <a:gd name="connsiteY3" fmla="*/ 144535 h 144567"/>
                <a:gd name="connsiteX4" fmla="*/ 133867 w 156466"/>
                <a:gd name="connsiteY4" fmla="*/ 133087 h 144567"/>
                <a:gd name="connsiteX5" fmla="*/ 150026 w 156466"/>
                <a:gd name="connsiteY5" fmla="*/ 98851 h 144567"/>
                <a:gd name="connsiteX6" fmla="*/ 156273 w 156466"/>
                <a:gd name="connsiteY6" fmla="*/ 63498 h 144567"/>
                <a:gd name="connsiteX7" fmla="*/ 143574 w 156466"/>
                <a:gd name="connsiteY7" fmla="*/ 10093 h 144567"/>
                <a:gd name="connsiteX8" fmla="*/ 89934 w 156466"/>
                <a:gd name="connsiteY8" fmla="*/ 14 h 144567"/>
                <a:gd name="connsiteX9" fmla="*/ 25999 w 156466"/>
                <a:gd name="connsiteY9" fmla="*/ 10093 h 144567"/>
                <a:gd name="connsiteX0" fmla="*/ 25999 w 156530"/>
                <a:gd name="connsiteY0" fmla="*/ 10232 h 144706"/>
                <a:gd name="connsiteX1" fmla="*/ 1004 w 156530"/>
                <a:gd name="connsiteY1" fmla="*/ 65653 h 144706"/>
                <a:gd name="connsiteX2" fmla="*/ 12603 w 156530"/>
                <a:gd name="connsiteY2" fmla="*/ 130519 h 144706"/>
                <a:gd name="connsiteX3" fmla="*/ 80658 w 156530"/>
                <a:gd name="connsiteY3" fmla="*/ 144674 h 144706"/>
                <a:gd name="connsiteX4" fmla="*/ 133867 w 156530"/>
                <a:gd name="connsiteY4" fmla="*/ 133226 h 144706"/>
                <a:gd name="connsiteX5" fmla="*/ 150026 w 156530"/>
                <a:gd name="connsiteY5" fmla="*/ 98990 h 144706"/>
                <a:gd name="connsiteX6" fmla="*/ 156273 w 156530"/>
                <a:gd name="connsiteY6" fmla="*/ 63637 h 144706"/>
                <a:gd name="connsiteX7" fmla="*/ 142270 w 156530"/>
                <a:gd name="connsiteY7" fmla="*/ 12618 h 144706"/>
                <a:gd name="connsiteX8" fmla="*/ 89934 w 156530"/>
                <a:gd name="connsiteY8" fmla="*/ 153 h 144706"/>
                <a:gd name="connsiteX9" fmla="*/ 25999 w 156530"/>
                <a:gd name="connsiteY9" fmla="*/ 10232 h 144706"/>
                <a:gd name="connsiteX0" fmla="*/ 25999 w 156530"/>
                <a:gd name="connsiteY0" fmla="*/ 10232 h 144706"/>
                <a:gd name="connsiteX1" fmla="*/ 1004 w 156530"/>
                <a:gd name="connsiteY1" fmla="*/ 65653 h 144706"/>
                <a:gd name="connsiteX2" fmla="*/ 12603 w 156530"/>
                <a:gd name="connsiteY2" fmla="*/ 130519 h 144706"/>
                <a:gd name="connsiteX3" fmla="*/ 80658 w 156530"/>
                <a:gd name="connsiteY3" fmla="*/ 144674 h 144706"/>
                <a:gd name="connsiteX4" fmla="*/ 133867 w 156530"/>
                <a:gd name="connsiteY4" fmla="*/ 133226 h 144706"/>
                <a:gd name="connsiteX5" fmla="*/ 150026 w 156530"/>
                <a:gd name="connsiteY5" fmla="*/ 98990 h 144706"/>
                <a:gd name="connsiteX6" fmla="*/ 156273 w 156530"/>
                <a:gd name="connsiteY6" fmla="*/ 63637 h 144706"/>
                <a:gd name="connsiteX7" fmla="*/ 142270 w 156530"/>
                <a:gd name="connsiteY7" fmla="*/ 12618 h 144706"/>
                <a:gd name="connsiteX8" fmla="*/ 89934 w 156530"/>
                <a:gd name="connsiteY8" fmla="*/ 153 h 144706"/>
                <a:gd name="connsiteX9" fmla="*/ 25999 w 156530"/>
                <a:gd name="connsiteY9" fmla="*/ 10232 h 144706"/>
                <a:gd name="connsiteX0" fmla="*/ 25999 w 156961"/>
                <a:gd name="connsiteY0" fmla="*/ 10232 h 144702"/>
                <a:gd name="connsiteX1" fmla="*/ 1004 w 156961"/>
                <a:gd name="connsiteY1" fmla="*/ 65653 h 144702"/>
                <a:gd name="connsiteX2" fmla="*/ 12603 w 156961"/>
                <a:gd name="connsiteY2" fmla="*/ 130519 h 144702"/>
                <a:gd name="connsiteX3" fmla="*/ 80658 w 156961"/>
                <a:gd name="connsiteY3" fmla="*/ 144674 h 144702"/>
                <a:gd name="connsiteX4" fmla="*/ 133867 w 156961"/>
                <a:gd name="connsiteY4" fmla="*/ 133226 h 144702"/>
                <a:gd name="connsiteX5" fmla="*/ 152633 w 156961"/>
                <a:gd name="connsiteY5" fmla="*/ 102569 h 144702"/>
                <a:gd name="connsiteX6" fmla="*/ 156273 w 156961"/>
                <a:gd name="connsiteY6" fmla="*/ 63637 h 144702"/>
                <a:gd name="connsiteX7" fmla="*/ 142270 w 156961"/>
                <a:gd name="connsiteY7" fmla="*/ 12618 h 144702"/>
                <a:gd name="connsiteX8" fmla="*/ 89934 w 156961"/>
                <a:gd name="connsiteY8" fmla="*/ 153 h 144702"/>
                <a:gd name="connsiteX9" fmla="*/ 25999 w 156961"/>
                <a:gd name="connsiteY9" fmla="*/ 10232 h 144702"/>
                <a:gd name="connsiteX0" fmla="*/ 25999 w 157373"/>
                <a:gd name="connsiteY0" fmla="*/ 10232 h 144706"/>
                <a:gd name="connsiteX1" fmla="*/ 1004 w 157373"/>
                <a:gd name="connsiteY1" fmla="*/ 65653 h 144706"/>
                <a:gd name="connsiteX2" fmla="*/ 12603 w 157373"/>
                <a:gd name="connsiteY2" fmla="*/ 130519 h 144706"/>
                <a:gd name="connsiteX3" fmla="*/ 80658 w 157373"/>
                <a:gd name="connsiteY3" fmla="*/ 144674 h 144706"/>
                <a:gd name="connsiteX4" fmla="*/ 133867 w 157373"/>
                <a:gd name="connsiteY4" fmla="*/ 133226 h 144706"/>
                <a:gd name="connsiteX5" fmla="*/ 153937 w 157373"/>
                <a:gd name="connsiteY5" fmla="*/ 98990 h 144706"/>
                <a:gd name="connsiteX6" fmla="*/ 156273 w 157373"/>
                <a:gd name="connsiteY6" fmla="*/ 63637 h 144706"/>
                <a:gd name="connsiteX7" fmla="*/ 142270 w 157373"/>
                <a:gd name="connsiteY7" fmla="*/ 12618 h 144706"/>
                <a:gd name="connsiteX8" fmla="*/ 89934 w 157373"/>
                <a:gd name="connsiteY8" fmla="*/ 153 h 144706"/>
                <a:gd name="connsiteX9" fmla="*/ 25999 w 157373"/>
                <a:gd name="connsiteY9" fmla="*/ 10232 h 144706"/>
                <a:gd name="connsiteX0" fmla="*/ 25999 w 157688"/>
                <a:gd name="connsiteY0" fmla="*/ 10232 h 144706"/>
                <a:gd name="connsiteX1" fmla="*/ 1004 w 157688"/>
                <a:gd name="connsiteY1" fmla="*/ 65653 h 144706"/>
                <a:gd name="connsiteX2" fmla="*/ 12603 w 157688"/>
                <a:gd name="connsiteY2" fmla="*/ 130519 h 144706"/>
                <a:gd name="connsiteX3" fmla="*/ 80658 w 157688"/>
                <a:gd name="connsiteY3" fmla="*/ 144674 h 144706"/>
                <a:gd name="connsiteX4" fmla="*/ 127350 w 157688"/>
                <a:gd name="connsiteY4" fmla="*/ 133226 h 144706"/>
                <a:gd name="connsiteX5" fmla="*/ 153937 w 157688"/>
                <a:gd name="connsiteY5" fmla="*/ 98990 h 144706"/>
                <a:gd name="connsiteX6" fmla="*/ 156273 w 157688"/>
                <a:gd name="connsiteY6" fmla="*/ 63637 h 144706"/>
                <a:gd name="connsiteX7" fmla="*/ 142270 w 157688"/>
                <a:gd name="connsiteY7" fmla="*/ 12618 h 144706"/>
                <a:gd name="connsiteX8" fmla="*/ 89934 w 157688"/>
                <a:gd name="connsiteY8" fmla="*/ 153 h 144706"/>
                <a:gd name="connsiteX9" fmla="*/ 25999 w 157688"/>
                <a:gd name="connsiteY9" fmla="*/ 10232 h 144706"/>
                <a:gd name="connsiteX0" fmla="*/ 25999 w 157688"/>
                <a:gd name="connsiteY0" fmla="*/ 10232 h 144966"/>
                <a:gd name="connsiteX1" fmla="*/ 1004 w 157688"/>
                <a:gd name="connsiteY1" fmla="*/ 65653 h 144966"/>
                <a:gd name="connsiteX2" fmla="*/ 12603 w 157688"/>
                <a:gd name="connsiteY2" fmla="*/ 123361 h 144966"/>
                <a:gd name="connsiteX3" fmla="*/ 80658 w 157688"/>
                <a:gd name="connsiteY3" fmla="*/ 144674 h 144966"/>
                <a:gd name="connsiteX4" fmla="*/ 127350 w 157688"/>
                <a:gd name="connsiteY4" fmla="*/ 133226 h 144966"/>
                <a:gd name="connsiteX5" fmla="*/ 153937 w 157688"/>
                <a:gd name="connsiteY5" fmla="*/ 98990 h 144966"/>
                <a:gd name="connsiteX6" fmla="*/ 156273 w 157688"/>
                <a:gd name="connsiteY6" fmla="*/ 63637 h 144966"/>
                <a:gd name="connsiteX7" fmla="*/ 142270 w 157688"/>
                <a:gd name="connsiteY7" fmla="*/ 12618 h 144966"/>
                <a:gd name="connsiteX8" fmla="*/ 89934 w 157688"/>
                <a:gd name="connsiteY8" fmla="*/ 153 h 144966"/>
                <a:gd name="connsiteX9" fmla="*/ 25999 w 157688"/>
                <a:gd name="connsiteY9" fmla="*/ 10232 h 144966"/>
                <a:gd name="connsiteX0" fmla="*/ 25999 w 157688"/>
                <a:gd name="connsiteY0" fmla="*/ 10232 h 144966"/>
                <a:gd name="connsiteX1" fmla="*/ 1004 w 157688"/>
                <a:gd name="connsiteY1" fmla="*/ 65653 h 144966"/>
                <a:gd name="connsiteX2" fmla="*/ 12603 w 157688"/>
                <a:gd name="connsiteY2" fmla="*/ 123361 h 144966"/>
                <a:gd name="connsiteX3" fmla="*/ 80658 w 157688"/>
                <a:gd name="connsiteY3" fmla="*/ 144674 h 144966"/>
                <a:gd name="connsiteX4" fmla="*/ 127350 w 157688"/>
                <a:gd name="connsiteY4" fmla="*/ 133226 h 144966"/>
                <a:gd name="connsiteX5" fmla="*/ 153937 w 157688"/>
                <a:gd name="connsiteY5" fmla="*/ 98990 h 144966"/>
                <a:gd name="connsiteX6" fmla="*/ 156273 w 157688"/>
                <a:gd name="connsiteY6" fmla="*/ 63637 h 144966"/>
                <a:gd name="connsiteX7" fmla="*/ 142270 w 157688"/>
                <a:gd name="connsiteY7" fmla="*/ 12618 h 144966"/>
                <a:gd name="connsiteX8" fmla="*/ 89934 w 157688"/>
                <a:gd name="connsiteY8" fmla="*/ 153 h 144966"/>
                <a:gd name="connsiteX9" fmla="*/ 25999 w 157688"/>
                <a:gd name="connsiteY9" fmla="*/ 10232 h 144966"/>
                <a:gd name="connsiteX0" fmla="*/ 25932 w 157621"/>
                <a:gd name="connsiteY0" fmla="*/ 10232 h 140513"/>
                <a:gd name="connsiteX1" fmla="*/ 937 w 157621"/>
                <a:gd name="connsiteY1" fmla="*/ 65653 h 140513"/>
                <a:gd name="connsiteX2" fmla="*/ 12536 w 157621"/>
                <a:gd name="connsiteY2" fmla="*/ 123361 h 140513"/>
                <a:gd name="connsiteX3" fmla="*/ 77984 w 157621"/>
                <a:gd name="connsiteY3" fmla="*/ 139903 h 140513"/>
                <a:gd name="connsiteX4" fmla="*/ 127283 w 157621"/>
                <a:gd name="connsiteY4" fmla="*/ 133226 h 140513"/>
                <a:gd name="connsiteX5" fmla="*/ 153870 w 157621"/>
                <a:gd name="connsiteY5" fmla="*/ 98990 h 140513"/>
                <a:gd name="connsiteX6" fmla="*/ 156206 w 157621"/>
                <a:gd name="connsiteY6" fmla="*/ 63637 h 140513"/>
                <a:gd name="connsiteX7" fmla="*/ 142203 w 157621"/>
                <a:gd name="connsiteY7" fmla="*/ 12618 h 140513"/>
                <a:gd name="connsiteX8" fmla="*/ 89867 w 157621"/>
                <a:gd name="connsiteY8" fmla="*/ 153 h 140513"/>
                <a:gd name="connsiteX9" fmla="*/ 25932 w 157621"/>
                <a:gd name="connsiteY9" fmla="*/ 10232 h 140513"/>
                <a:gd name="connsiteX0" fmla="*/ 25932 w 157621"/>
                <a:gd name="connsiteY0" fmla="*/ 10232 h 140152"/>
                <a:gd name="connsiteX1" fmla="*/ 937 w 157621"/>
                <a:gd name="connsiteY1" fmla="*/ 65653 h 140152"/>
                <a:gd name="connsiteX2" fmla="*/ 12536 w 157621"/>
                <a:gd name="connsiteY2" fmla="*/ 123361 h 140152"/>
                <a:gd name="connsiteX3" fmla="*/ 77984 w 157621"/>
                <a:gd name="connsiteY3" fmla="*/ 139903 h 140152"/>
                <a:gd name="connsiteX4" fmla="*/ 127283 w 157621"/>
                <a:gd name="connsiteY4" fmla="*/ 130841 h 140152"/>
                <a:gd name="connsiteX5" fmla="*/ 153870 w 157621"/>
                <a:gd name="connsiteY5" fmla="*/ 98990 h 140152"/>
                <a:gd name="connsiteX6" fmla="*/ 156206 w 157621"/>
                <a:gd name="connsiteY6" fmla="*/ 63637 h 140152"/>
                <a:gd name="connsiteX7" fmla="*/ 142203 w 157621"/>
                <a:gd name="connsiteY7" fmla="*/ 12618 h 140152"/>
                <a:gd name="connsiteX8" fmla="*/ 89867 w 157621"/>
                <a:gd name="connsiteY8" fmla="*/ 153 h 140152"/>
                <a:gd name="connsiteX9" fmla="*/ 25932 w 157621"/>
                <a:gd name="connsiteY9" fmla="*/ 10232 h 140152"/>
                <a:gd name="connsiteX0" fmla="*/ 25932 w 157620"/>
                <a:gd name="connsiteY0" fmla="*/ 10232 h 140152"/>
                <a:gd name="connsiteX1" fmla="*/ 937 w 157620"/>
                <a:gd name="connsiteY1" fmla="*/ 65653 h 140152"/>
                <a:gd name="connsiteX2" fmla="*/ 12536 w 157620"/>
                <a:gd name="connsiteY2" fmla="*/ 123361 h 140152"/>
                <a:gd name="connsiteX3" fmla="*/ 77984 w 157620"/>
                <a:gd name="connsiteY3" fmla="*/ 139903 h 140152"/>
                <a:gd name="connsiteX4" fmla="*/ 127283 w 157620"/>
                <a:gd name="connsiteY4" fmla="*/ 130841 h 140152"/>
                <a:gd name="connsiteX5" fmla="*/ 153870 w 157620"/>
                <a:gd name="connsiteY5" fmla="*/ 98990 h 140152"/>
                <a:gd name="connsiteX6" fmla="*/ 156206 w 157620"/>
                <a:gd name="connsiteY6" fmla="*/ 60059 h 140152"/>
                <a:gd name="connsiteX7" fmla="*/ 142203 w 157620"/>
                <a:gd name="connsiteY7" fmla="*/ 12618 h 140152"/>
                <a:gd name="connsiteX8" fmla="*/ 89867 w 157620"/>
                <a:gd name="connsiteY8" fmla="*/ 153 h 140152"/>
                <a:gd name="connsiteX9" fmla="*/ 25932 w 157620"/>
                <a:gd name="connsiteY9" fmla="*/ 10232 h 140152"/>
                <a:gd name="connsiteX0" fmla="*/ 25932 w 159605"/>
                <a:gd name="connsiteY0" fmla="*/ 10232 h 140152"/>
                <a:gd name="connsiteX1" fmla="*/ 937 w 159605"/>
                <a:gd name="connsiteY1" fmla="*/ 65653 h 140152"/>
                <a:gd name="connsiteX2" fmla="*/ 12536 w 159605"/>
                <a:gd name="connsiteY2" fmla="*/ 123361 h 140152"/>
                <a:gd name="connsiteX3" fmla="*/ 77984 w 159605"/>
                <a:gd name="connsiteY3" fmla="*/ 139903 h 140152"/>
                <a:gd name="connsiteX4" fmla="*/ 127283 w 159605"/>
                <a:gd name="connsiteY4" fmla="*/ 130841 h 140152"/>
                <a:gd name="connsiteX5" fmla="*/ 153870 w 159605"/>
                <a:gd name="connsiteY5" fmla="*/ 98990 h 140152"/>
                <a:gd name="connsiteX6" fmla="*/ 158813 w 159605"/>
                <a:gd name="connsiteY6" fmla="*/ 60059 h 140152"/>
                <a:gd name="connsiteX7" fmla="*/ 142203 w 159605"/>
                <a:gd name="connsiteY7" fmla="*/ 12618 h 140152"/>
                <a:gd name="connsiteX8" fmla="*/ 89867 w 159605"/>
                <a:gd name="connsiteY8" fmla="*/ 153 h 140152"/>
                <a:gd name="connsiteX9" fmla="*/ 25932 w 159605"/>
                <a:gd name="connsiteY9" fmla="*/ 10232 h 140152"/>
                <a:gd name="connsiteX0" fmla="*/ 25932 w 158846"/>
                <a:gd name="connsiteY0" fmla="*/ 10232 h 140152"/>
                <a:gd name="connsiteX1" fmla="*/ 937 w 158846"/>
                <a:gd name="connsiteY1" fmla="*/ 65653 h 140152"/>
                <a:gd name="connsiteX2" fmla="*/ 12536 w 158846"/>
                <a:gd name="connsiteY2" fmla="*/ 123361 h 140152"/>
                <a:gd name="connsiteX3" fmla="*/ 77984 w 158846"/>
                <a:gd name="connsiteY3" fmla="*/ 139903 h 140152"/>
                <a:gd name="connsiteX4" fmla="*/ 127283 w 158846"/>
                <a:gd name="connsiteY4" fmla="*/ 130841 h 140152"/>
                <a:gd name="connsiteX5" fmla="*/ 153870 w 158846"/>
                <a:gd name="connsiteY5" fmla="*/ 98990 h 140152"/>
                <a:gd name="connsiteX6" fmla="*/ 158813 w 158846"/>
                <a:gd name="connsiteY6" fmla="*/ 60059 h 140152"/>
                <a:gd name="connsiteX7" fmla="*/ 142203 w 158846"/>
                <a:gd name="connsiteY7" fmla="*/ 12618 h 140152"/>
                <a:gd name="connsiteX8" fmla="*/ 89867 w 158846"/>
                <a:gd name="connsiteY8" fmla="*/ 153 h 140152"/>
                <a:gd name="connsiteX9" fmla="*/ 25932 w 158846"/>
                <a:gd name="connsiteY9" fmla="*/ 10232 h 140152"/>
                <a:gd name="connsiteX0" fmla="*/ 29469 w 162383"/>
                <a:gd name="connsiteY0" fmla="*/ 10152 h 140072"/>
                <a:gd name="connsiteX1" fmla="*/ 563 w 162383"/>
                <a:gd name="connsiteY1" fmla="*/ 57223 h 140072"/>
                <a:gd name="connsiteX2" fmla="*/ 16073 w 162383"/>
                <a:gd name="connsiteY2" fmla="*/ 123281 h 140072"/>
                <a:gd name="connsiteX3" fmla="*/ 81521 w 162383"/>
                <a:gd name="connsiteY3" fmla="*/ 139823 h 140072"/>
                <a:gd name="connsiteX4" fmla="*/ 130820 w 162383"/>
                <a:gd name="connsiteY4" fmla="*/ 130761 h 140072"/>
                <a:gd name="connsiteX5" fmla="*/ 157407 w 162383"/>
                <a:gd name="connsiteY5" fmla="*/ 98910 h 140072"/>
                <a:gd name="connsiteX6" fmla="*/ 162350 w 162383"/>
                <a:gd name="connsiteY6" fmla="*/ 59979 h 140072"/>
                <a:gd name="connsiteX7" fmla="*/ 145740 w 162383"/>
                <a:gd name="connsiteY7" fmla="*/ 12538 h 140072"/>
                <a:gd name="connsiteX8" fmla="*/ 93404 w 162383"/>
                <a:gd name="connsiteY8" fmla="*/ 73 h 140072"/>
                <a:gd name="connsiteX9" fmla="*/ 29469 w 162383"/>
                <a:gd name="connsiteY9" fmla="*/ 10152 h 140072"/>
                <a:gd name="connsiteX0" fmla="*/ 29319 w 162233"/>
                <a:gd name="connsiteY0" fmla="*/ 10152 h 140334"/>
                <a:gd name="connsiteX1" fmla="*/ 413 w 162233"/>
                <a:gd name="connsiteY1" fmla="*/ 57223 h 140334"/>
                <a:gd name="connsiteX2" fmla="*/ 17227 w 162233"/>
                <a:gd name="connsiteY2" fmla="*/ 118510 h 140334"/>
                <a:gd name="connsiteX3" fmla="*/ 81371 w 162233"/>
                <a:gd name="connsiteY3" fmla="*/ 139823 h 140334"/>
                <a:gd name="connsiteX4" fmla="*/ 130670 w 162233"/>
                <a:gd name="connsiteY4" fmla="*/ 130761 h 140334"/>
                <a:gd name="connsiteX5" fmla="*/ 157257 w 162233"/>
                <a:gd name="connsiteY5" fmla="*/ 98910 h 140334"/>
                <a:gd name="connsiteX6" fmla="*/ 162200 w 162233"/>
                <a:gd name="connsiteY6" fmla="*/ 59979 h 140334"/>
                <a:gd name="connsiteX7" fmla="*/ 145590 w 162233"/>
                <a:gd name="connsiteY7" fmla="*/ 12538 h 140334"/>
                <a:gd name="connsiteX8" fmla="*/ 93254 w 162233"/>
                <a:gd name="connsiteY8" fmla="*/ 73 h 140334"/>
                <a:gd name="connsiteX9" fmla="*/ 29319 w 162233"/>
                <a:gd name="connsiteY9" fmla="*/ 10152 h 140334"/>
                <a:gd name="connsiteX0" fmla="*/ 29319 w 167435"/>
                <a:gd name="connsiteY0" fmla="*/ 10152 h 140334"/>
                <a:gd name="connsiteX1" fmla="*/ 413 w 167435"/>
                <a:gd name="connsiteY1" fmla="*/ 57223 h 140334"/>
                <a:gd name="connsiteX2" fmla="*/ 17227 w 167435"/>
                <a:gd name="connsiteY2" fmla="*/ 118510 h 140334"/>
                <a:gd name="connsiteX3" fmla="*/ 81371 w 167435"/>
                <a:gd name="connsiteY3" fmla="*/ 139823 h 140334"/>
                <a:gd name="connsiteX4" fmla="*/ 130670 w 167435"/>
                <a:gd name="connsiteY4" fmla="*/ 130761 h 140334"/>
                <a:gd name="connsiteX5" fmla="*/ 157257 w 167435"/>
                <a:gd name="connsiteY5" fmla="*/ 98910 h 140334"/>
                <a:gd name="connsiteX6" fmla="*/ 167414 w 167435"/>
                <a:gd name="connsiteY6" fmla="*/ 58786 h 140334"/>
                <a:gd name="connsiteX7" fmla="*/ 145590 w 167435"/>
                <a:gd name="connsiteY7" fmla="*/ 12538 h 140334"/>
                <a:gd name="connsiteX8" fmla="*/ 93254 w 167435"/>
                <a:gd name="connsiteY8" fmla="*/ 73 h 140334"/>
                <a:gd name="connsiteX9" fmla="*/ 29319 w 167435"/>
                <a:gd name="connsiteY9" fmla="*/ 10152 h 140334"/>
                <a:gd name="connsiteX0" fmla="*/ 29319 w 167678"/>
                <a:gd name="connsiteY0" fmla="*/ 10152 h 140294"/>
                <a:gd name="connsiteX1" fmla="*/ 413 w 167678"/>
                <a:gd name="connsiteY1" fmla="*/ 57223 h 140294"/>
                <a:gd name="connsiteX2" fmla="*/ 17227 w 167678"/>
                <a:gd name="connsiteY2" fmla="*/ 118510 h 140294"/>
                <a:gd name="connsiteX3" fmla="*/ 81371 w 167678"/>
                <a:gd name="connsiteY3" fmla="*/ 139823 h 140294"/>
                <a:gd name="connsiteX4" fmla="*/ 130670 w 167678"/>
                <a:gd name="connsiteY4" fmla="*/ 130761 h 140294"/>
                <a:gd name="connsiteX5" fmla="*/ 155953 w 167678"/>
                <a:gd name="connsiteY5" fmla="*/ 102489 h 140294"/>
                <a:gd name="connsiteX6" fmla="*/ 167414 w 167678"/>
                <a:gd name="connsiteY6" fmla="*/ 58786 h 140294"/>
                <a:gd name="connsiteX7" fmla="*/ 145590 w 167678"/>
                <a:gd name="connsiteY7" fmla="*/ 12538 h 140294"/>
                <a:gd name="connsiteX8" fmla="*/ 93254 w 167678"/>
                <a:gd name="connsiteY8" fmla="*/ 73 h 140294"/>
                <a:gd name="connsiteX9" fmla="*/ 29319 w 167678"/>
                <a:gd name="connsiteY9" fmla="*/ 10152 h 140294"/>
                <a:gd name="connsiteX0" fmla="*/ 29319 w 167678"/>
                <a:gd name="connsiteY0" fmla="*/ 10540 h 140682"/>
                <a:gd name="connsiteX1" fmla="*/ 413 w 167678"/>
                <a:gd name="connsiteY1" fmla="*/ 57611 h 140682"/>
                <a:gd name="connsiteX2" fmla="*/ 17227 w 167678"/>
                <a:gd name="connsiteY2" fmla="*/ 118898 h 140682"/>
                <a:gd name="connsiteX3" fmla="*/ 81371 w 167678"/>
                <a:gd name="connsiteY3" fmla="*/ 140211 h 140682"/>
                <a:gd name="connsiteX4" fmla="*/ 130670 w 167678"/>
                <a:gd name="connsiteY4" fmla="*/ 131149 h 140682"/>
                <a:gd name="connsiteX5" fmla="*/ 155953 w 167678"/>
                <a:gd name="connsiteY5" fmla="*/ 102877 h 140682"/>
                <a:gd name="connsiteX6" fmla="*/ 167414 w 167678"/>
                <a:gd name="connsiteY6" fmla="*/ 59174 h 140682"/>
                <a:gd name="connsiteX7" fmla="*/ 145590 w 167678"/>
                <a:gd name="connsiteY7" fmla="*/ 12926 h 140682"/>
                <a:gd name="connsiteX8" fmla="*/ 93254 w 167678"/>
                <a:gd name="connsiteY8" fmla="*/ 461 h 140682"/>
                <a:gd name="connsiteX9" fmla="*/ 64636 w 167678"/>
                <a:gd name="connsiteY9" fmla="*/ 3421 h 140682"/>
                <a:gd name="connsiteX10" fmla="*/ 29319 w 167678"/>
                <a:gd name="connsiteY10" fmla="*/ 10540 h 140682"/>
                <a:gd name="connsiteX0" fmla="*/ 29319 w 167678"/>
                <a:gd name="connsiteY0" fmla="*/ 10540 h 140682"/>
                <a:gd name="connsiteX1" fmla="*/ 413 w 167678"/>
                <a:gd name="connsiteY1" fmla="*/ 57611 h 140682"/>
                <a:gd name="connsiteX2" fmla="*/ 17227 w 167678"/>
                <a:gd name="connsiteY2" fmla="*/ 118898 h 140682"/>
                <a:gd name="connsiteX3" fmla="*/ 81371 w 167678"/>
                <a:gd name="connsiteY3" fmla="*/ 140211 h 140682"/>
                <a:gd name="connsiteX4" fmla="*/ 130670 w 167678"/>
                <a:gd name="connsiteY4" fmla="*/ 131149 h 140682"/>
                <a:gd name="connsiteX5" fmla="*/ 155953 w 167678"/>
                <a:gd name="connsiteY5" fmla="*/ 102877 h 140682"/>
                <a:gd name="connsiteX6" fmla="*/ 167414 w 167678"/>
                <a:gd name="connsiteY6" fmla="*/ 59174 h 140682"/>
                <a:gd name="connsiteX7" fmla="*/ 145590 w 167678"/>
                <a:gd name="connsiteY7" fmla="*/ 12926 h 140682"/>
                <a:gd name="connsiteX8" fmla="*/ 102379 w 167678"/>
                <a:gd name="connsiteY8" fmla="*/ 461 h 140682"/>
                <a:gd name="connsiteX9" fmla="*/ 64636 w 167678"/>
                <a:gd name="connsiteY9" fmla="*/ 3421 h 140682"/>
                <a:gd name="connsiteX10" fmla="*/ 29319 w 167678"/>
                <a:gd name="connsiteY10" fmla="*/ 10540 h 140682"/>
                <a:gd name="connsiteX0" fmla="*/ 29319 w 167678"/>
                <a:gd name="connsiteY0" fmla="*/ 9523 h 139665"/>
                <a:gd name="connsiteX1" fmla="*/ 413 w 167678"/>
                <a:gd name="connsiteY1" fmla="*/ 56594 h 139665"/>
                <a:gd name="connsiteX2" fmla="*/ 17227 w 167678"/>
                <a:gd name="connsiteY2" fmla="*/ 117881 h 139665"/>
                <a:gd name="connsiteX3" fmla="*/ 81371 w 167678"/>
                <a:gd name="connsiteY3" fmla="*/ 139194 h 139665"/>
                <a:gd name="connsiteX4" fmla="*/ 130670 w 167678"/>
                <a:gd name="connsiteY4" fmla="*/ 130132 h 139665"/>
                <a:gd name="connsiteX5" fmla="*/ 155953 w 167678"/>
                <a:gd name="connsiteY5" fmla="*/ 101860 h 139665"/>
                <a:gd name="connsiteX6" fmla="*/ 167414 w 167678"/>
                <a:gd name="connsiteY6" fmla="*/ 58157 h 139665"/>
                <a:gd name="connsiteX7" fmla="*/ 145590 w 167678"/>
                <a:gd name="connsiteY7" fmla="*/ 11909 h 139665"/>
                <a:gd name="connsiteX8" fmla="*/ 110200 w 167678"/>
                <a:gd name="connsiteY8" fmla="*/ 637 h 139665"/>
                <a:gd name="connsiteX9" fmla="*/ 64636 w 167678"/>
                <a:gd name="connsiteY9" fmla="*/ 2404 h 139665"/>
                <a:gd name="connsiteX10" fmla="*/ 29319 w 167678"/>
                <a:gd name="connsiteY10" fmla="*/ 9523 h 139665"/>
                <a:gd name="connsiteX0" fmla="*/ 29319 w 167678"/>
                <a:gd name="connsiteY0" fmla="*/ 9436 h 139578"/>
                <a:gd name="connsiteX1" fmla="*/ 413 w 167678"/>
                <a:gd name="connsiteY1" fmla="*/ 56507 h 139578"/>
                <a:gd name="connsiteX2" fmla="*/ 17227 w 167678"/>
                <a:gd name="connsiteY2" fmla="*/ 117794 h 139578"/>
                <a:gd name="connsiteX3" fmla="*/ 81371 w 167678"/>
                <a:gd name="connsiteY3" fmla="*/ 139107 h 139578"/>
                <a:gd name="connsiteX4" fmla="*/ 130670 w 167678"/>
                <a:gd name="connsiteY4" fmla="*/ 130045 h 139578"/>
                <a:gd name="connsiteX5" fmla="*/ 155953 w 167678"/>
                <a:gd name="connsiteY5" fmla="*/ 101773 h 139578"/>
                <a:gd name="connsiteX6" fmla="*/ 167414 w 167678"/>
                <a:gd name="connsiteY6" fmla="*/ 58070 h 139578"/>
                <a:gd name="connsiteX7" fmla="*/ 145590 w 167678"/>
                <a:gd name="connsiteY7" fmla="*/ 10629 h 139578"/>
                <a:gd name="connsiteX8" fmla="*/ 110200 w 167678"/>
                <a:gd name="connsiteY8" fmla="*/ 550 h 139578"/>
                <a:gd name="connsiteX9" fmla="*/ 64636 w 167678"/>
                <a:gd name="connsiteY9" fmla="*/ 2317 h 139578"/>
                <a:gd name="connsiteX10" fmla="*/ 29319 w 167678"/>
                <a:gd name="connsiteY10" fmla="*/ 9436 h 139578"/>
                <a:gd name="connsiteX0" fmla="*/ 29319 w 167678"/>
                <a:gd name="connsiteY0" fmla="*/ 9854 h 139996"/>
                <a:gd name="connsiteX1" fmla="*/ 413 w 167678"/>
                <a:gd name="connsiteY1" fmla="*/ 56925 h 139996"/>
                <a:gd name="connsiteX2" fmla="*/ 17227 w 167678"/>
                <a:gd name="connsiteY2" fmla="*/ 118212 h 139996"/>
                <a:gd name="connsiteX3" fmla="*/ 81371 w 167678"/>
                <a:gd name="connsiteY3" fmla="*/ 139525 h 139996"/>
                <a:gd name="connsiteX4" fmla="*/ 130670 w 167678"/>
                <a:gd name="connsiteY4" fmla="*/ 130463 h 139996"/>
                <a:gd name="connsiteX5" fmla="*/ 155953 w 167678"/>
                <a:gd name="connsiteY5" fmla="*/ 102191 h 139996"/>
                <a:gd name="connsiteX6" fmla="*/ 167414 w 167678"/>
                <a:gd name="connsiteY6" fmla="*/ 58488 h 139996"/>
                <a:gd name="connsiteX7" fmla="*/ 145590 w 167678"/>
                <a:gd name="connsiteY7" fmla="*/ 11047 h 139996"/>
                <a:gd name="connsiteX8" fmla="*/ 110200 w 167678"/>
                <a:gd name="connsiteY8" fmla="*/ 968 h 139996"/>
                <a:gd name="connsiteX9" fmla="*/ 59422 w 167678"/>
                <a:gd name="connsiteY9" fmla="*/ 1542 h 139996"/>
                <a:gd name="connsiteX10" fmla="*/ 29319 w 167678"/>
                <a:gd name="connsiteY10" fmla="*/ 9854 h 139996"/>
                <a:gd name="connsiteX0" fmla="*/ 29203 w 167562"/>
                <a:gd name="connsiteY0" fmla="*/ 9854 h 140203"/>
                <a:gd name="connsiteX1" fmla="*/ 297 w 167562"/>
                <a:gd name="connsiteY1" fmla="*/ 56925 h 140203"/>
                <a:gd name="connsiteX2" fmla="*/ 18415 w 167562"/>
                <a:gd name="connsiteY2" fmla="*/ 114633 h 140203"/>
                <a:gd name="connsiteX3" fmla="*/ 81255 w 167562"/>
                <a:gd name="connsiteY3" fmla="*/ 139525 h 140203"/>
                <a:gd name="connsiteX4" fmla="*/ 130554 w 167562"/>
                <a:gd name="connsiteY4" fmla="*/ 130463 h 140203"/>
                <a:gd name="connsiteX5" fmla="*/ 155837 w 167562"/>
                <a:gd name="connsiteY5" fmla="*/ 102191 h 140203"/>
                <a:gd name="connsiteX6" fmla="*/ 167298 w 167562"/>
                <a:gd name="connsiteY6" fmla="*/ 58488 h 140203"/>
                <a:gd name="connsiteX7" fmla="*/ 145474 w 167562"/>
                <a:gd name="connsiteY7" fmla="*/ 11047 h 140203"/>
                <a:gd name="connsiteX8" fmla="*/ 110084 w 167562"/>
                <a:gd name="connsiteY8" fmla="*/ 968 h 140203"/>
                <a:gd name="connsiteX9" fmla="*/ 59306 w 167562"/>
                <a:gd name="connsiteY9" fmla="*/ 1542 h 140203"/>
                <a:gd name="connsiteX10" fmla="*/ 29203 w 167562"/>
                <a:gd name="connsiteY10" fmla="*/ 9854 h 140203"/>
                <a:gd name="connsiteX0" fmla="*/ 29165 w 167524"/>
                <a:gd name="connsiteY0" fmla="*/ 9854 h 138033"/>
                <a:gd name="connsiteX1" fmla="*/ 259 w 167524"/>
                <a:gd name="connsiteY1" fmla="*/ 56925 h 138033"/>
                <a:gd name="connsiteX2" fmla="*/ 18377 w 167524"/>
                <a:gd name="connsiteY2" fmla="*/ 114633 h 138033"/>
                <a:gd name="connsiteX3" fmla="*/ 73396 w 167524"/>
                <a:gd name="connsiteY3" fmla="*/ 137139 h 138033"/>
                <a:gd name="connsiteX4" fmla="*/ 130516 w 167524"/>
                <a:gd name="connsiteY4" fmla="*/ 130463 h 138033"/>
                <a:gd name="connsiteX5" fmla="*/ 155799 w 167524"/>
                <a:gd name="connsiteY5" fmla="*/ 102191 h 138033"/>
                <a:gd name="connsiteX6" fmla="*/ 167260 w 167524"/>
                <a:gd name="connsiteY6" fmla="*/ 58488 h 138033"/>
                <a:gd name="connsiteX7" fmla="*/ 145436 w 167524"/>
                <a:gd name="connsiteY7" fmla="*/ 11047 h 138033"/>
                <a:gd name="connsiteX8" fmla="*/ 110046 w 167524"/>
                <a:gd name="connsiteY8" fmla="*/ 968 h 138033"/>
                <a:gd name="connsiteX9" fmla="*/ 59268 w 167524"/>
                <a:gd name="connsiteY9" fmla="*/ 1542 h 138033"/>
                <a:gd name="connsiteX10" fmla="*/ 29165 w 167524"/>
                <a:gd name="connsiteY10" fmla="*/ 9854 h 138033"/>
                <a:gd name="connsiteX0" fmla="*/ 29165 w 167524"/>
                <a:gd name="connsiteY0" fmla="*/ 9854 h 138033"/>
                <a:gd name="connsiteX1" fmla="*/ 259 w 167524"/>
                <a:gd name="connsiteY1" fmla="*/ 56925 h 138033"/>
                <a:gd name="connsiteX2" fmla="*/ 18377 w 167524"/>
                <a:gd name="connsiteY2" fmla="*/ 114633 h 138033"/>
                <a:gd name="connsiteX3" fmla="*/ 73396 w 167524"/>
                <a:gd name="connsiteY3" fmla="*/ 137139 h 138033"/>
                <a:gd name="connsiteX4" fmla="*/ 130516 w 167524"/>
                <a:gd name="connsiteY4" fmla="*/ 130463 h 138033"/>
                <a:gd name="connsiteX5" fmla="*/ 155799 w 167524"/>
                <a:gd name="connsiteY5" fmla="*/ 102191 h 138033"/>
                <a:gd name="connsiteX6" fmla="*/ 167260 w 167524"/>
                <a:gd name="connsiteY6" fmla="*/ 58488 h 138033"/>
                <a:gd name="connsiteX7" fmla="*/ 145436 w 167524"/>
                <a:gd name="connsiteY7" fmla="*/ 11047 h 138033"/>
                <a:gd name="connsiteX8" fmla="*/ 110046 w 167524"/>
                <a:gd name="connsiteY8" fmla="*/ 968 h 138033"/>
                <a:gd name="connsiteX9" fmla="*/ 59268 w 167524"/>
                <a:gd name="connsiteY9" fmla="*/ 1542 h 138033"/>
                <a:gd name="connsiteX10" fmla="*/ 29165 w 167524"/>
                <a:gd name="connsiteY10" fmla="*/ 9854 h 138033"/>
                <a:gd name="connsiteX0" fmla="*/ 29165 w 167633"/>
                <a:gd name="connsiteY0" fmla="*/ 9854 h 138033"/>
                <a:gd name="connsiteX1" fmla="*/ 259 w 167633"/>
                <a:gd name="connsiteY1" fmla="*/ 56925 h 138033"/>
                <a:gd name="connsiteX2" fmla="*/ 18377 w 167633"/>
                <a:gd name="connsiteY2" fmla="*/ 114633 h 138033"/>
                <a:gd name="connsiteX3" fmla="*/ 73396 w 167633"/>
                <a:gd name="connsiteY3" fmla="*/ 137139 h 138033"/>
                <a:gd name="connsiteX4" fmla="*/ 130516 w 167633"/>
                <a:gd name="connsiteY4" fmla="*/ 130463 h 138033"/>
                <a:gd name="connsiteX5" fmla="*/ 157102 w 167633"/>
                <a:gd name="connsiteY5" fmla="*/ 102191 h 138033"/>
                <a:gd name="connsiteX6" fmla="*/ 167260 w 167633"/>
                <a:gd name="connsiteY6" fmla="*/ 58488 h 138033"/>
                <a:gd name="connsiteX7" fmla="*/ 145436 w 167633"/>
                <a:gd name="connsiteY7" fmla="*/ 11047 h 138033"/>
                <a:gd name="connsiteX8" fmla="*/ 110046 w 167633"/>
                <a:gd name="connsiteY8" fmla="*/ 968 h 138033"/>
                <a:gd name="connsiteX9" fmla="*/ 59268 w 167633"/>
                <a:gd name="connsiteY9" fmla="*/ 1542 h 138033"/>
                <a:gd name="connsiteX10" fmla="*/ 29165 w 167633"/>
                <a:gd name="connsiteY10" fmla="*/ 9854 h 13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33" h="138033">
                  <a:moveTo>
                    <a:pt x="29165" y="9854"/>
                  </a:moveTo>
                  <a:cubicBezTo>
                    <a:pt x="19330" y="19084"/>
                    <a:pt x="2057" y="39462"/>
                    <a:pt x="259" y="56925"/>
                  </a:cubicBezTo>
                  <a:cubicBezTo>
                    <a:pt x="-1539" y="74388"/>
                    <a:pt x="6188" y="101264"/>
                    <a:pt x="18377" y="114633"/>
                  </a:cubicBezTo>
                  <a:cubicBezTo>
                    <a:pt x="30567" y="128002"/>
                    <a:pt x="54706" y="134501"/>
                    <a:pt x="73396" y="137139"/>
                  </a:cubicBezTo>
                  <a:cubicBezTo>
                    <a:pt x="92086" y="139777"/>
                    <a:pt x="116565" y="136288"/>
                    <a:pt x="130516" y="130463"/>
                  </a:cubicBezTo>
                  <a:cubicBezTo>
                    <a:pt x="144467" y="124638"/>
                    <a:pt x="150978" y="114187"/>
                    <a:pt x="157102" y="102191"/>
                  </a:cubicBezTo>
                  <a:cubicBezTo>
                    <a:pt x="163226" y="90195"/>
                    <a:pt x="169204" y="73679"/>
                    <a:pt x="167260" y="58488"/>
                  </a:cubicBezTo>
                  <a:cubicBezTo>
                    <a:pt x="165316" y="43297"/>
                    <a:pt x="153373" y="17132"/>
                    <a:pt x="145436" y="11047"/>
                  </a:cubicBezTo>
                  <a:cubicBezTo>
                    <a:pt x="137499" y="4962"/>
                    <a:pt x="124407" y="2552"/>
                    <a:pt x="110046" y="968"/>
                  </a:cubicBezTo>
                  <a:cubicBezTo>
                    <a:pt x="95685" y="-616"/>
                    <a:pt x="69924" y="-138"/>
                    <a:pt x="59268" y="1542"/>
                  </a:cubicBezTo>
                  <a:cubicBezTo>
                    <a:pt x="48612" y="3222"/>
                    <a:pt x="39000" y="624"/>
                    <a:pt x="29165" y="985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57150">
              <a:gradFill flip="none" rotWithShape="1">
                <a:gsLst>
                  <a:gs pos="81000">
                    <a:srgbClr val="321704"/>
                  </a:gs>
                  <a:gs pos="50000">
                    <a:schemeClr val="accent2">
                      <a:lumMod val="50000"/>
                    </a:schemeClr>
                  </a:gs>
                  <a:gs pos="21000">
                    <a:schemeClr val="accent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F33BE19-C4E2-4837-A7DE-5E8C6603857F}"/>
                </a:ext>
              </a:extLst>
            </p:cNvPr>
            <p:cNvSpPr/>
            <p:nvPr/>
          </p:nvSpPr>
          <p:spPr>
            <a:xfrm>
              <a:off x="2290837" y="2978304"/>
              <a:ext cx="47641" cy="4596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711E35E-E021-4DE8-81DD-13F4D8BDFC90}"/>
                </a:ext>
              </a:extLst>
            </p:cNvPr>
            <p:cNvSpPr/>
            <p:nvPr/>
          </p:nvSpPr>
          <p:spPr>
            <a:xfrm>
              <a:off x="2314657" y="2924795"/>
              <a:ext cx="47641" cy="45961"/>
            </a:xfrm>
            <a:prstGeom prst="ellipse">
              <a:avLst/>
            </a:prstGeom>
            <a:gradFill>
              <a:gsLst>
                <a:gs pos="81000">
                  <a:schemeClr val="accent1">
                    <a:lumMod val="40000"/>
                    <a:lumOff val="60000"/>
                  </a:schemeClr>
                </a:gs>
                <a:gs pos="50000">
                  <a:schemeClr val="accent1">
                    <a:lumMod val="20000"/>
                    <a:lumOff val="80000"/>
                  </a:schemeClr>
                </a:gs>
                <a:gs pos="21000">
                  <a:schemeClr val="bg1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1E06E0E-7ECD-46EE-B65F-0FFB75E304D2}"/>
              </a:ext>
            </a:extLst>
          </p:cNvPr>
          <p:cNvGrpSpPr/>
          <p:nvPr/>
        </p:nvGrpSpPr>
        <p:grpSpPr>
          <a:xfrm>
            <a:off x="4266768" y="2376301"/>
            <a:ext cx="1036646" cy="816381"/>
            <a:chOff x="3517993" y="2378465"/>
            <a:chExt cx="1036646" cy="816381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F0244BE-E231-40B7-B0BE-65AA930FCDF3}"/>
                </a:ext>
              </a:extLst>
            </p:cNvPr>
            <p:cNvSpPr/>
            <p:nvPr/>
          </p:nvSpPr>
          <p:spPr>
            <a:xfrm rot="21289200" flipH="1">
              <a:off x="3517993" y="2378465"/>
              <a:ext cx="1036646" cy="281935"/>
            </a:xfrm>
            <a:custGeom>
              <a:avLst/>
              <a:gdLst>
                <a:gd name="connsiteX0" fmla="*/ 1577 w 380133"/>
                <a:gd name="connsiteY0" fmla="*/ 100504 h 105028"/>
                <a:gd name="connsiteX1" fmla="*/ 108257 w 380133"/>
                <a:gd name="connsiteY1" fmla="*/ 9064 h 105028"/>
                <a:gd name="connsiteX2" fmla="*/ 204777 w 380133"/>
                <a:gd name="connsiteY2" fmla="*/ 9064 h 105028"/>
                <a:gd name="connsiteX3" fmla="*/ 352097 w 380133"/>
                <a:gd name="connsiteY3" fmla="*/ 59864 h 105028"/>
                <a:gd name="connsiteX4" fmla="*/ 372417 w 380133"/>
                <a:gd name="connsiteY4" fmla="*/ 80184 h 105028"/>
                <a:gd name="connsiteX5" fmla="*/ 260657 w 380133"/>
                <a:gd name="connsiteY5" fmla="*/ 64944 h 105028"/>
                <a:gd name="connsiteX6" fmla="*/ 179377 w 380133"/>
                <a:gd name="connsiteY6" fmla="*/ 34464 h 105028"/>
                <a:gd name="connsiteX7" fmla="*/ 52377 w 380133"/>
                <a:gd name="connsiteY7" fmla="*/ 85264 h 105028"/>
                <a:gd name="connsiteX8" fmla="*/ 1577 w 380133"/>
                <a:gd name="connsiteY8" fmla="*/ 100504 h 105028"/>
                <a:gd name="connsiteX0" fmla="*/ 1558 w 380114"/>
                <a:gd name="connsiteY0" fmla="*/ 100504 h 104508"/>
                <a:gd name="connsiteX1" fmla="*/ 108238 w 380114"/>
                <a:gd name="connsiteY1" fmla="*/ 9064 h 104508"/>
                <a:gd name="connsiteX2" fmla="*/ 204758 w 380114"/>
                <a:gd name="connsiteY2" fmla="*/ 9064 h 104508"/>
                <a:gd name="connsiteX3" fmla="*/ 352078 w 380114"/>
                <a:gd name="connsiteY3" fmla="*/ 59864 h 104508"/>
                <a:gd name="connsiteX4" fmla="*/ 372398 w 380114"/>
                <a:gd name="connsiteY4" fmla="*/ 80184 h 104508"/>
                <a:gd name="connsiteX5" fmla="*/ 260638 w 380114"/>
                <a:gd name="connsiteY5" fmla="*/ 64944 h 104508"/>
                <a:gd name="connsiteX6" fmla="*/ 155692 w 380114"/>
                <a:gd name="connsiteY6" fmla="*/ 58570 h 104508"/>
                <a:gd name="connsiteX7" fmla="*/ 52358 w 380114"/>
                <a:gd name="connsiteY7" fmla="*/ 85264 h 104508"/>
                <a:gd name="connsiteX8" fmla="*/ 1558 w 380114"/>
                <a:gd name="connsiteY8" fmla="*/ 100504 h 1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0114" h="104508">
                  <a:moveTo>
                    <a:pt x="1558" y="100504"/>
                  </a:moveTo>
                  <a:cubicBezTo>
                    <a:pt x="10871" y="87804"/>
                    <a:pt x="74371" y="24304"/>
                    <a:pt x="108238" y="9064"/>
                  </a:cubicBezTo>
                  <a:cubicBezTo>
                    <a:pt x="142105" y="-6176"/>
                    <a:pt x="164118" y="597"/>
                    <a:pt x="204758" y="9064"/>
                  </a:cubicBezTo>
                  <a:cubicBezTo>
                    <a:pt x="245398" y="17531"/>
                    <a:pt x="324138" y="48011"/>
                    <a:pt x="352078" y="59864"/>
                  </a:cubicBezTo>
                  <a:cubicBezTo>
                    <a:pt x="380018" y="71717"/>
                    <a:pt x="387638" y="79337"/>
                    <a:pt x="372398" y="80184"/>
                  </a:cubicBezTo>
                  <a:cubicBezTo>
                    <a:pt x="357158" y="81031"/>
                    <a:pt x="296756" y="68546"/>
                    <a:pt x="260638" y="64944"/>
                  </a:cubicBezTo>
                  <a:cubicBezTo>
                    <a:pt x="224520" y="61342"/>
                    <a:pt x="190405" y="55183"/>
                    <a:pt x="155692" y="58570"/>
                  </a:cubicBezTo>
                  <a:cubicBezTo>
                    <a:pt x="120979" y="61957"/>
                    <a:pt x="78047" y="78275"/>
                    <a:pt x="52358" y="85264"/>
                  </a:cubicBezTo>
                  <a:cubicBezTo>
                    <a:pt x="26669" y="92253"/>
                    <a:pt x="-7755" y="113204"/>
                    <a:pt x="1558" y="10050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6A51A35-6A26-440E-A844-E209DB54C330}"/>
                </a:ext>
              </a:extLst>
            </p:cNvPr>
            <p:cNvSpPr/>
            <p:nvPr/>
          </p:nvSpPr>
          <p:spPr>
            <a:xfrm rot="21084791" flipH="1">
              <a:off x="3703457" y="2812899"/>
              <a:ext cx="706787" cy="180669"/>
            </a:xfrm>
            <a:custGeom>
              <a:avLst/>
              <a:gdLst>
                <a:gd name="connsiteX0" fmla="*/ 285750 w 285750"/>
                <a:gd name="connsiteY0" fmla="*/ 65818 h 84868"/>
                <a:gd name="connsiteX1" fmla="*/ 219075 w 285750"/>
                <a:gd name="connsiteY1" fmla="*/ 18193 h 84868"/>
                <a:gd name="connsiteX2" fmla="*/ 122238 w 285750"/>
                <a:gd name="connsiteY2" fmla="*/ 3906 h 84868"/>
                <a:gd name="connsiteX3" fmla="*/ 0 w 285750"/>
                <a:gd name="connsiteY3" fmla="*/ 84868 h 84868"/>
                <a:gd name="connsiteX0" fmla="*/ 285750 w 285750"/>
                <a:gd name="connsiteY0" fmla="*/ 54112 h 73162"/>
                <a:gd name="connsiteX1" fmla="*/ 219075 w 285750"/>
                <a:gd name="connsiteY1" fmla="*/ 6487 h 73162"/>
                <a:gd name="connsiteX2" fmla="*/ 106957 w 285750"/>
                <a:gd name="connsiteY2" fmla="*/ 7664 h 73162"/>
                <a:gd name="connsiteX3" fmla="*/ 0 w 285750"/>
                <a:gd name="connsiteY3" fmla="*/ 73162 h 73162"/>
                <a:gd name="connsiteX0" fmla="*/ 285750 w 285750"/>
                <a:gd name="connsiteY0" fmla="*/ 54112 h 73162"/>
                <a:gd name="connsiteX1" fmla="*/ 219075 w 285750"/>
                <a:gd name="connsiteY1" fmla="*/ 6487 h 73162"/>
                <a:gd name="connsiteX2" fmla="*/ 106957 w 285750"/>
                <a:gd name="connsiteY2" fmla="*/ 7664 h 73162"/>
                <a:gd name="connsiteX3" fmla="*/ 0 w 285750"/>
                <a:gd name="connsiteY3" fmla="*/ 73162 h 7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0" h="73162">
                  <a:moveTo>
                    <a:pt x="285750" y="54112"/>
                  </a:moveTo>
                  <a:cubicBezTo>
                    <a:pt x="266038" y="35459"/>
                    <a:pt x="248874" y="14228"/>
                    <a:pt x="219075" y="6487"/>
                  </a:cubicBezTo>
                  <a:cubicBezTo>
                    <a:pt x="189276" y="-1254"/>
                    <a:pt x="143469" y="-3448"/>
                    <a:pt x="106957" y="7664"/>
                  </a:cubicBezTo>
                  <a:cubicBezTo>
                    <a:pt x="70445" y="18776"/>
                    <a:pt x="42863" y="38237"/>
                    <a:pt x="0" y="73162"/>
                  </a:cubicBezTo>
                </a:path>
              </a:pathLst>
            </a:custGeom>
            <a:noFill/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1939B30-BCD5-48B9-AEE5-88B4595713EF}"/>
                </a:ext>
              </a:extLst>
            </p:cNvPr>
            <p:cNvSpPr/>
            <p:nvPr/>
          </p:nvSpPr>
          <p:spPr>
            <a:xfrm rot="21437140" flipH="1">
              <a:off x="3720728" y="2886963"/>
              <a:ext cx="715280" cy="307883"/>
            </a:xfrm>
            <a:custGeom>
              <a:avLst/>
              <a:gdLst>
                <a:gd name="connsiteX0" fmla="*/ 96 w 293337"/>
                <a:gd name="connsiteY0" fmla="*/ 72084 h 113549"/>
                <a:gd name="connsiteX1" fmla="*/ 55659 w 293337"/>
                <a:gd name="connsiteY1" fmla="*/ 35571 h 113549"/>
                <a:gd name="connsiteX2" fmla="*/ 123921 w 293337"/>
                <a:gd name="connsiteY2" fmla="*/ 2234 h 113549"/>
                <a:gd name="connsiteX3" fmla="*/ 217584 w 293337"/>
                <a:gd name="connsiteY3" fmla="*/ 6996 h 113549"/>
                <a:gd name="connsiteX4" fmla="*/ 274734 w 293337"/>
                <a:gd name="connsiteY4" fmla="*/ 38746 h 113549"/>
                <a:gd name="connsiteX5" fmla="*/ 285846 w 293337"/>
                <a:gd name="connsiteY5" fmla="*/ 48271 h 113549"/>
                <a:gd name="connsiteX6" fmla="*/ 289021 w 293337"/>
                <a:gd name="connsiteY6" fmla="*/ 49859 h 113549"/>
                <a:gd name="connsiteX7" fmla="*/ 223934 w 293337"/>
                <a:gd name="connsiteY7" fmla="*/ 102246 h 113549"/>
                <a:gd name="connsiteX8" fmla="*/ 127096 w 293337"/>
                <a:gd name="connsiteY8" fmla="*/ 113359 h 113549"/>
                <a:gd name="connsiteX9" fmla="*/ 44546 w 293337"/>
                <a:gd name="connsiteY9" fmla="*/ 97484 h 113549"/>
                <a:gd name="connsiteX10" fmla="*/ 96 w 293337"/>
                <a:gd name="connsiteY10" fmla="*/ 72084 h 113549"/>
                <a:gd name="connsiteX0" fmla="*/ 96 w 300145"/>
                <a:gd name="connsiteY0" fmla="*/ 72084 h 113464"/>
                <a:gd name="connsiteX1" fmla="*/ 55659 w 300145"/>
                <a:gd name="connsiteY1" fmla="*/ 35571 h 113464"/>
                <a:gd name="connsiteX2" fmla="*/ 123921 w 300145"/>
                <a:gd name="connsiteY2" fmla="*/ 2234 h 113464"/>
                <a:gd name="connsiteX3" fmla="*/ 217584 w 300145"/>
                <a:gd name="connsiteY3" fmla="*/ 6996 h 113464"/>
                <a:gd name="connsiteX4" fmla="*/ 274734 w 300145"/>
                <a:gd name="connsiteY4" fmla="*/ 38746 h 113464"/>
                <a:gd name="connsiteX5" fmla="*/ 285846 w 300145"/>
                <a:gd name="connsiteY5" fmla="*/ 48271 h 113464"/>
                <a:gd name="connsiteX6" fmla="*/ 296959 w 300145"/>
                <a:gd name="connsiteY6" fmla="*/ 64146 h 113464"/>
                <a:gd name="connsiteX7" fmla="*/ 223934 w 300145"/>
                <a:gd name="connsiteY7" fmla="*/ 102246 h 113464"/>
                <a:gd name="connsiteX8" fmla="*/ 127096 w 300145"/>
                <a:gd name="connsiteY8" fmla="*/ 113359 h 113464"/>
                <a:gd name="connsiteX9" fmla="*/ 44546 w 300145"/>
                <a:gd name="connsiteY9" fmla="*/ 97484 h 113464"/>
                <a:gd name="connsiteX10" fmla="*/ 96 w 300145"/>
                <a:gd name="connsiteY10" fmla="*/ 72084 h 113464"/>
                <a:gd name="connsiteX0" fmla="*/ 711 w 300760"/>
                <a:gd name="connsiteY0" fmla="*/ 72084 h 113464"/>
                <a:gd name="connsiteX1" fmla="*/ 56274 w 300760"/>
                <a:gd name="connsiteY1" fmla="*/ 35571 h 113464"/>
                <a:gd name="connsiteX2" fmla="*/ 124536 w 300760"/>
                <a:gd name="connsiteY2" fmla="*/ 2234 h 113464"/>
                <a:gd name="connsiteX3" fmla="*/ 218199 w 300760"/>
                <a:gd name="connsiteY3" fmla="*/ 6996 h 113464"/>
                <a:gd name="connsiteX4" fmla="*/ 275349 w 300760"/>
                <a:gd name="connsiteY4" fmla="*/ 38746 h 113464"/>
                <a:gd name="connsiteX5" fmla="*/ 286461 w 300760"/>
                <a:gd name="connsiteY5" fmla="*/ 48271 h 113464"/>
                <a:gd name="connsiteX6" fmla="*/ 297574 w 300760"/>
                <a:gd name="connsiteY6" fmla="*/ 64146 h 113464"/>
                <a:gd name="connsiteX7" fmla="*/ 224549 w 300760"/>
                <a:gd name="connsiteY7" fmla="*/ 102246 h 113464"/>
                <a:gd name="connsiteX8" fmla="*/ 127711 w 300760"/>
                <a:gd name="connsiteY8" fmla="*/ 113359 h 113464"/>
                <a:gd name="connsiteX9" fmla="*/ 45161 w 300760"/>
                <a:gd name="connsiteY9" fmla="*/ 97484 h 113464"/>
                <a:gd name="connsiteX10" fmla="*/ 26111 w 300760"/>
                <a:gd name="connsiteY10" fmla="*/ 87959 h 113464"/>
                <a:gd name="connsiteX11" fmla="*/ 711 w 300760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44830 w 300429"/>
                <a:gd name="connsiteY9" fmla="*/ 97484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67055 w 300429"/>
                <a:gd name="connsiteY9" fmla="*/ 100659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3464"/>
                <a:gd name="connsiteX1" fmla="*/ 55943 w 300429"/>
                <a:gd name="connsiteY1" fmla="*/ 35571 h 113464"/>
                <a:gd name="connsiteX2" fmla="*/ 124205 w 300429"/>
                <a:gd name="connsiteY2" fmla="*/ 2234 h 113464"/>
                <a:gd name="connsiteX3" fmla="*/ 217868 w 300429"/>
                <a:gd name="connsiteY3" fmla="*/ 6996 h 113464"/>
                <a:gd name="connsiteX4" fmla="*/ 275018 w 300429"/>
                <a:gd name="connsiteY4" fmla="*/ 38746 h 113464"/>
                <a:gd name="connsiteX5" fmla="*/ 286130 w 300429"/>
                <a:gd name="connsiteY5" fmla="*/ 48271 h 113464"/>
                <a:gd name="connsiteX6" fmla="*/ 297243 w 300429"/>
                <a:gd name="connsiteY6" fmla="*/ 64146 h 113464"/>
                <a:gd name="connsiteX7" fmla="*/ 224218 w 300429"/>
                <a:gd name="connsiteY7" fmla="*/ 102246 h 113464"/>
                <a:gd name="connsiteX8" fmla="*/ 127380 w 300429"/>
                <a:gd name="connsiteY8" fmla="*/ 113359 h 113464"/>
                <a:gd name="connsiteX9" fmla="*/ 67055 w 300429"/>
                <a:gd name="connsiteY9" fmla="*/ 100659 h 113464"/>
                <a:gd name="connsiteX10" fmla="*/ 32130 w 300429"/>
                <a:gd name="connsiteY10" fmla="*/ 81609 h 113464"/>
                <a:gd name="connsiteX11" fmla="*/ 380 w 300429"/>
                <a:gd name="connsiteY11" fmla="*/ 72084 h 113464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1609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8271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298047"/>
                <a:gd name="connsiteY0" fmla="*/ 72084 h 118178"/>
                <a:gd name="connsiteX1" fmla="*/ 55943 w 298047"/>
                <a:gd name="connsiteY1" fmla="*/ 35571 h 118178"/>
                <a:gd name="connsiteX2" fmla="*/ 124205 w 298047"/>
                <a:gd name="connsiteY2" fmla="*/ 2234 h 118178"/>
                <a:gd name="connsiteX3" fmla="*/ 217868 w 298047"/>
                <a:gd name="connsiteY3" fmla="*/ 6996 h 118178"/>
                <a:gd name="connsiteX4" fmla="*/ 275018 w 298047"/>
                <a:gd name="connsiteY4" fmla="*/ 38746 h 118178"/>
                <a:gd name="connsiteX5" fmla="*/ 263905 w 298047"/>
                <a:gd name="connsiteY5" fmla="*/ 33983 h 118178"/>
                <a:gd name="connsiteX6" fmla="*/ 297243 w 298047"/>
                <a:gd name="connsiteY6" fmla="*/ 64146 h 118178"/>
                <a:gd name="connsiteX7" fmla="*/ 224218 w 298047"/>
                <a:gd name="connsiteY7" fmla="*/ 102246 h 118178"/>
                <a:gd name="connsiteX8" fmla="*/ 152780 w 298047"/>
                <a:gd name="connsiteY8" fmla="*/ 118122 h 118178"/>
                <a:gd name="connsiteX9" fmla="*/ 67055 w 298047"/>
                <a:gd name="connsiteY9" fmla="*/ 100659 h 118178"/>
                <a:gd name="connsiteX10" fmla="*/ 32130 w 298047"/>
                <a:gd name="connsiteY10" fmla="*/ 89546 h 118178"/>
                <a:gd name="connsiteX11" fmla="*/ 380 w 298047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6683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300429"/>
                <a:gd name="connsiteY0" fmla="*/ 72084 h 118178"/>
                <a:gd name="connsiteX1" fmla="*/ 55943 w 300429"/>
                <a:gd name="connsiteY1" fmla="*/ 35571 h 118178"/>
                <a:gd name="connsiteX2" fmla="*/ 124205 w 300429"/>
                <a:gd name="connsiteY2" fmla="*/ 2234 h 118178"/>
                <a:gd name="connsiteX3" fmla="*/ 217868 w 300429"/>
                <a:gd name="connsiteY3" fmla="*/ 6996 h 118178"/>
                <a:gd name="connsiteX4" fmla="*/ 275018 w 300429"/>
                <a:gd name="connsiteY4" fmla="*/ 38746 h 118178"/>
                <a:gd name="connsiteX5" fmla="*/ 286130 w 300429"/>
                <a:gd name="connsiteY5" fmla="*/ 46683 h 118178"/>
                <a:gd name="connsiteX6" fmla="*/ 297243 w 300429"/>
                <a:gd name="connsiteY6" fmla="*/ 64146 h 118178"/>
                <a:gd name="connsiteX7" fmla="*/ 224218 w 300429"/>
                <a:gd name="connsiteY7" fmla="*/ 102246 h 118178"/>
                <a:gd name="connsiteX8" fmla="*/ 152780 w 300429"/>
                <a:gd name="connsiteY8" fmla="*/ 118122 h 118178"/>
                <a:gd name="connsiteX9" fmla="*/ 67055 w 300429"/>
                <a:gd name="connsiteY9" fmla="*/ 100659 h 118178"/>
                <a:gd name="connsiteX10" fmla="*/ 32130 w 300429"/>
                <a:gd name="connsiteY10" fmla="*/ 89546 h 118178"/>
                <a:gd name="connsiteX11" fmla="*/ 380 w 300429"/>
                <a:gd name="connsiteY11" fmla="*/ 72084 h 118178"/>
                <a:gd name="connsiteX0" fmla="*/ 380 w 298047"/>
                <a:gd name="connsiteY0" fmla="*/ 72084 h 118178"/>
                <a:gd name="connsiteX1" fmla="*/ 55943 w 298047"/>
                <a:gd name="connsiteY1" fmla="*/ 35571 h 118178"/>
                <a:gd name="connsiteX2" fmla="*/ 124205 w 298047"/>
                <a:gd name="connsiteY2" fmla="*/ 2234 h 118178"/>
                <a:gd name="connsiteX3" fmla="*/ 217868 w 298047"/>
                <a:gd name="connsiteY3" fmla="*/ 6996 h 118178"/>
                <a:gd name="connsiteX4" fmla="*/ 275018 w 298047"/>
                <a:gd name="connsiteY4" fmla="*/ 38746 h 118178"/>
                <a:gd name="connsiteX5" fmla="*/ 263905 w 298047"/>
                <a:gd name="connsiteY5" fmla="*/ 29220 h 118178"/>
                <a:gd name="connsiteX6" fmla="*/ 297243 w 298047"/>
                <a:gd name="connsiteY6" fmla="*/ 64146 h 118178"/>
                <a:gd name="connsiteX7" fmla="*/ 224218 w 298047"/>
                <a:gd name="connsiteY7" fmla="*/ 102246 h 118178"/>
                <a:gd name="connsiteX8" fmla="*/ 152780 w 298047"/>
                <a:gd name="connsiteY8" fmla="*/ 118122 h 118178"/>
                <a:gd name="connsiteX9" fmla="*/ 67055 w 298047"/>
                <a:gd name="connsiteY9" fmla="*/ 100659 h 118178"/>
                <a:gd name="connsiteX10" fmla="*/ 32130 w 298047"/>
                <a:gd name="connsiteY10" fmla="*/ 89546 h 118178"/>
                <a:gd name="connsiteX11" fmla="*/ 380 w 298047"/>
                <a:gd name="connsiteY11" fmla="*/ 72084 h 118178"/>
                <a:gd name="connsiteX0" fmla="*/ 380 w 297469"/>
                <a:gd name="connsiteY0" fmla="*/ 72084 h 118178"/>
                <a:gd name="connsiteX1" fmla="*/ 55943 w 297469"/>
                <a:gd name="connsiteY1" fmla="*/ 35571 h 118178"/>
                <a:gd name="connsiteX2" fmla="*/ 124205 w 297469"/>
                <a:gd name="connsiteY2" fmla="*/ 2234 h 118178"/>
                <a:gd name="connsiteX3" fmla="*/ 217868 w 297469"/>
                <a:gd name="connsiteY3" fmla="*/ 6996 h 118178"/>
                <a:gd name="connsiteX4" fmla="*/ 275018 w 297469"/>
                <a:gd name="connsiteY4" fmla="*/ 38746 h 118178"/>
                <a:gd name="connsiteX5" fmla="*/ 248030 w 297469"/>
                <a:gd name="connsiteY5" fmla="*/ 19695 h 118178"/>
                <a:gd name="connsiteX6" fmla="*/ 297243 w 297469"/>
                <a:gd name="connsiteY6" fmla="*/ 64146 h 118178"/>
                <a:gd name="connsiteX7" fmla="*/ 224218 w 297469"/>
                <a:gd name="connsiteY7" fmla="*/ 102246 h 118178"/>
                <a:gd name="connsiteX8" fmla="*/ 152780 w 297469"/>
                <a:gd name="connsiteY8" fmla="*/ 118122 h 118178"/>
                <a:gd name="connsiteX9" fmla="*/ 67055 w 297469"/>
                <a:gd name="connsiteY9" fmla="*/ 100659 h 118178"/>
                <a:gd name="connsiteX10" fmla="*/ 32130 w 297469"/>
                <a:gd name="connsiteY10" fmla="*/ 89546 h 118178"/>
                <a:gd name="connsiteX11" fmla="*/ 380 w 297469"/>
                <a:gd name="connsiteY11" fmla="*/ 72084 h 118178"/>
                <a:gd name="connsiteX0" fmla="*/ 380 w 297467"/>
                <a:gd name="connsiteY0" fmla="*/ 72142 h 118236"/>
                <a:gd name="connsiteX1" fmla="*/ 55943 w 297467"/>
                <a:gd name="connsiteY1" fmla="*/ 35629 h 118236"/>
                <a:gd name="connsiteX2" fmla="*/ 124205 w 297467"/>
                <a:gd name="connsiteY2" fmla="*/ 2292 h 118236"/>
                <a:gd name="connsiteX3" fmla="*/ 217868 w 297467"/>
                <a:gd name="connsiteY3" fmla="*/ 7054 h 118236"/>
                <a:gd name="connsiteX4" fmla="*/ 278193 w 297467"/>
                <a:gd name="connsiteY4" fmla="*/ 40391 h 118236"/>
                <a:gd name="connsiteX5" fmla="*/ 248030 w 297467"/>
                <a:gd name="connsiteY5" fmla="*/ 19753 h 118236"/>
                <a:gd name="connsiteX6" fmla="*/ 297243 w 297467"/>
                <a:gd name="connsiteY6" fmla="*/ 64204 h 118236"/>
                <a:gd name="connsiteX7" fmla="*/ 224218 w 297467"/>
                <a:gd name="connsiteY7" fmla="*/ 102304 h 118236"/>
                <a:gd name="connsiteX8" fmla="*/ 152780 w 297467"/>
                <a:gd name="connsiteY8" fmla="*/ 118180 h 118236"/>
                <a:gd name="connsiteX9" fmla="*/ 67055 w 297467"/>
                <a:gd name="connsiteY9" fmla="*/ 100717 h 118236"/>
                <a:gd name="connsiteX10" fmla="*/ 32130 w 297467"/>
                <a:gd name="connsiteY10" fmla="*/ 89604 h 118236"/>
                <a:gd name="connsiteX11" fmla="*/ 380 w 297467"/>
                <a:gd name="connsiteY11" fmla="*/ 72142 h 118236"/>
                <a:gd name="connsiteX0" fmla="*/ 380 w 297467"/>
                <a:gd name="connsiteY0" fmla="*/ 72142 h 118236"/>
                <a:gd name="connsiteX1" fmla="*/ 55943 w 297467"/>
                <a:gd name="connsiteY1" fmla="*/ 35629 h 118236"/>
                <a:gd name="connsiteX2" fmla="*/ 124205 w 297467"/>
                <a:gd name="connsiteY2" fmla="*/ 2292 h 118236"/>
                <a:gd name="connsiteX3" fmla="*/ 217868 w 297467"/>
                <a:gd name="connsiteY3" fmla="*/ 7054 h 118236"/>
                <a:gd name="connsiteX4" fmla="*/ 278193 w 297467"/>
                <a:gd name="connsiteY4" fmla="*/ 40391 h 118236"/>
                <a:gd name="connsiteX5" fmla="*/ 248030 w 297467"/>
                <a:gd name="connsiteY5" fmla="*/ 19753 h 118236"/>
                <a:gd name="connsiteX6" fmla="*/ 297243 w 297467"/>
                <a:gd name="connsiteY6" fmla="*/ 64204 h 118236"/>
                <a:gd name="connsiteX7" fmla="*/ 224218 w 297467"/>
                <a:gd name="connsiteY7" fmla="*/ 102304 h 118236"/>
                <a:gd name="connsiteX8" fmla="*/ 152780 w 297467"/>
                <a:gd name="connsiteY8" fmla="*/ 118180 h 118236"/>
                <a:gd name="connsiteX9" fmla="*/ 67055 w 297467"/>
                <a:gd name="connsiteY9" fmla="*/ 100717 h 118236"/>
                <a:gd name="connsiteX10" fmla="*/ 32130 w 297467"/>
                <a:gd name="connsiteY10" fmla="*/ 89604 h 118236"/>
                <a:gd name="connsiteX11" fmla="*/ 380 w 297467"/>
                <a:gd name="connsiteY11" fmla="*/ 72142 h 118236"/>
                <a:gd name="connsiteX0" fmla="*/ 380 w 297467"/>
                <a:gd name="connsiteY0" fmla="*/ 76481 h 122575"/>
                <a:gd name="connsiteX1" fmla="*/ 55943 w 297467"/>
                <a:gd name="connsiteY1" fmla="*/ 39968 h 122575"/>
                <a:gd name="connsiteX2" fmla="*/ 124205 w 297467"/>
                <a:gd name="connsiteY2" fmla="*/ 6631 h 122575"/>
                <a:gd name="connsiteX3" fmla="*/ 170243 w 297467"/>
                <a:gd name="connsiteY3" fmla="*/ 281 h 122575"/>
                <a:gd name="connsiteX4" fmla="*/ 217868 w 297467"/>
                <a:gd name="connsiteY4" fmla="*/ 11393 h 122575"/>
                <a:gd name="connsiteX5" fmla="*/ 278193 w 297467"/>
                <a:gd name="connsiteY5" fmla="*/ 44730 h 122575"/>
                <a:gd name="connsiteX6" fmla="*/ 248030 w 297467"/>
                <a:gd name="connsiteY6" fmla="*/ 24092 h 122575"/>
                <a:gd name="connsiteX7" fmla="*/ 297243 w 297467"/>
                <a:gd name="connsiteY7" fmla="*/ 68543 h 122575"/>
                <a:gd name="connsiteX8" fmla="*/ 224218 w 297467"/>
                <a:gd name="connsiteY8" fmla="*/ 106643 h 122575"/>
                <a:gd name="connsiteX9" fmla="*/ 152780 w 297467"/>
                <a:gd name="connsiteY9" fmla="*/ 122519 h 122575"/>
                <a:gd name="connsiteX10" fmla="*/ 67055 w 297467"/>
                <a:gd name="connsiteY10" fmla="*/ 105056 h 122575"/>
                <a:gd name="connsiteX11" fmla="*/ 32130 w 297467"/>
                <a:gd name="connsiteY11" fmla="*/ 93943 h 122575"/>
                <a:gd name="connsiteX12" fmla="*/ 380 w 297467"/>
                <a:gd name="connsiteY12" fmla="*/ 76481 h 122575"/>
                <a:gd name="connsiteX0" fmla="*/ 380 w 297467"/>
                <a:gd name="connsiteY0" fmla="*/ 76293 h 122387"/>
                <a:gd name="connsiteX1" fmla="*/ 55943 w 297467"/>
                <a:gd name="connsiteY1" fmla="*/ 39780 h 122387"/>
                <a:gd name="connsiteX2" fmla="*/ 79755 w 297467"/>
                <a:gd name="connsiteY2" fmla="*/ 15969 h 122387"/>
                <a:gd name="connsiteX3" fmla="*/ 124205 w 297467"/>
                <a:gd name="connsiteY3" fmla="*/ 6443 h 122387"/>
                <a:gd name="connsiteX4" fmla="*/ 170243 w 297467"/>
                <a:gd name="connsiteY4" fmla="*/ 93 h 122387"/>
                <a:gd name="connsiteX5" fmla="*/ 217868 w 297467"/>
                <a:gd name="connsiteY5" fmla="*/ 11205 h 122387"/>
                <a:gd name="connsiteX6" fmla="*/ 278193 w 297467"/>
                <a:gd name="connsiteY6" fmla="*/ 44542 h 122387"/>
                <a:gd name="connsiteX7" fmla="*/ 248030 w 297467"/>
                <a:gd name="connsiteY7" fmla="*/ 23904 h 122387"/>
                <a:gd name="connsiteX8" fmla="*/ 297243 w 297467"/>
                <a:gd name="connsiteY8" fmla="*/ 68355 h 122387"/>
                <a:gd name="connsiteX9" fmla="*/ 224218 w 297467"/>
                <a:gd name="connsiteY9" fmla="*/ 106455 h 122387"/>
                <a:gd name="connsiteX10" fmla="*/ 152780 w 297467"/>
                <a:gd name="connsiteY10" fmla="*/ 122331 h 122387"/>
                <a:gd name="connsiteX11" fmla="*/ 67055 w 297467"/>
                <a:gd name="connsiteY11" fmla="*/ 104868 h 122387"/>
                <a:gd name="connsiteX12" fmla="*/ 32130 w 297467"/>
                <a:gd name="connsiteY12" fmla="*/ 93755 h 122387"/>
                <a:gd name="connsiteX13" fmla="*/ 380 w 297467"/>
                <a:gd name="connsiteY13" fmla="*/ 76293 h 122387"/>
                <a:gd name="connsiteX0" fmla="*/ 380 w 297467"/>
                <a:gd name="connsiteY0" fmla="*/ 76293 h 122387"/>
                <a:gd name="connsiteX1" fmla="*/ 55943 w 297467"/>
                <a:gd name="connsiteY1" fmla="*/ 39780 h 122387"/>
                <a:gd name="connsiteX2" fmla="*/ 79755 w 297467"/>
                <a:gd name="connsiteY2" fmla="*/ 15969 h 122387"/>
                <a:gd name="connsiteX3" fmla="*/ 124205 w 297467"/>
                <a:gd name="connsiteY3" fmla="*/ 6443 h 122387"/>
                <a:gd name="connsiteX4" fmla="*/ 170243 w 297467"/>
                <a:gd name="connsiteY4" fmla="*/ 93 h 122387"/>
                <a:gd name="connsiteX5" fmla="*/ 217868 w 297467"/>
                <a:gd name="connsiteY5" fmla="*/ 11205 h 122387"/>
                <a:gd name="connsiteX6" fmla="*/ 278193 w 297467"/>
                <a:gd name="connsiteY6" fmla="*/ 44542 h 122387"/>
                <a:gd name="connsiteX7" fmla="*/ 248030 w 297467"/>
                <a:gd name="connsiteY7" fmla="*/ 23904 h 122387"/>
                <a:gd name="connsiteX8" fmla="*/ 297243 w 297467"/>
                <a:gd name="connsiteY8" fmla="*/ 68355 h 122387"/>
                <a:gd name="connsiteX9" fmla="*/ 224218 w 297467"/>
                <a:gd name="connsiteY9" fmla="*/ 106455 h 122387"/>
                <a:gd name="connsiteX10" fmla="*/ 152780 w 297467"/>
                <a:gd name="connsiteY10" fmla="*/ 122331 h 122387"/>
                <a:gd name="connsiteX11" fmla="*/ 67055 w 297467"/>
                <a:gd name="connsiteY11" fmla="*/ 104868 h 122387"/>
                <a:gd name="connsiteX12" fmla="*/ 32130 w 297467"/>
                <a:gd name="connsiteY12" fmla="*/ 93755 h 122387"/>
                <a:gd name="connsiteX13" fmla="*/ 380 w 297467"/>
                <a:gd name="connsiteY13" fmla="*/ 76293 h 122387"/>
                <a:gd name="connsiteX0" fmla="*/ 380 w 297467"/>
                <a:gd name="connsiteY0" fmla="*/ 77573 h 123667"/>
                <a:gd name="connsiteX1" fmla="*/ 55943 w 297467"/>
                <a:gd name="connsiteY1" fmla="*/ 41060 h 123667"/>
                <a:gd name="connsiteX2" fmla="*/ 79755 w 297467"/>
                <a:gd name="connsiteY2" fmla="*/ 17249 h 123667"/>
                <a:gd name="connsiteX3" fmla="*/ 122617 w 297467"/>
                <a:gd name="connsiteY3" fmla="*/ 1373 h 123667"/>
                <a:gd name="connsiteX4" fmla="*/ 170243 w 297467"/>
                <a:gd name="connsiteY4" fmla="*/ 1373 h 123667"/>
                <a:gd name="connsiteX5" fmla="*/ 217868 w 297467"/>
                <a:gd name="connsiteY5" fmla="*/ 12485 h 123667"/>
                <a:gd name="connsiteX6" fmla="*/ 278193 w 297467"/>
                <a:gd name="connsiteY6" fmla="*/ 45822 h 123667"/>
                <a:gd name="connsiteX7" fmla="*/ 248030 w 297467"/>
                <a:gd name="connsiteY7" fmla="*/ 25184 h 123667"/>
                <a:gd name="connsiteX8" fmla="*/ 297243 w 297467"/>
                <a:gd name="connsiteY8" fmla="*/ 69635 h 123667"/>
                <a:gd name="connsiteX9" fmla="*/ 224218 w 297467"/>
                <a:gd name="connsiteY9" fmla="*/ 107735 h 123667"/>
                <a:gd name="connsiteX10" fmla="*/ 152780 w 297467"/>
                <a:gd name="connsiteY10" fmla="*/ 123611 h 123667"/>
                <a:gd name="connsiteX11" fmla="*/ 67055 w 297467"/>
                <a:gd name="connsiteY11" fmla="*/ 106148 h 123667"/>
                <a:gd name="connsiteX12" fmla="*/ 32130 w 297467"/>
                <a:gd name="connsiteY12" fmla="*/ 95035 h 123667"/>
                <a:gd name="connsiteX13" fmla="*/ 380 w 297467"/>
                <a:gd name="connsiteY13" fmla="*/ 77573 h 123667"/>
                <a:gd name="connsiteX0" fmla="*/ 336 w 297423"/>
                <a:gd name="connsiteY0" fmla="*/ 77573 h 123667"/>
                <a:gd name="connsiteX1" fmla="*/ 54312 w 297423"/>
                <a:gd name="connsiteY1" fmla="*/ 37885 h 123667"/>
                <a:gd name="connsiteX2" fmla="*/ 79711 w 297423"/>
                <a:gd name="connsiteY2" fmla="*/ 17249 h 123667"/>
                <a:gd name="connsiteX3" fmla="*/ 122573 w 297423"/>
                <a:gd name="connsiteY3" fmla="*/ 1373 h 123667"/>
                <a:gd name="connsiteX4" fmla="*/ 170199 w 297423"/>
                <a:gd name="connsiteY4" fmla="*/ 1373 h 123667"/>
                <a:gd name="connsiteX5" fmla="*/ 217824 w 297423"/>
                <a:gd name="connsiteY5" fmla="*/ 12485 h 123667"/>
                <a:gd name="connsiteX6" fmla="*/ 278149 w 297423"/>
                <a:gd name="connsiteY6" fmla="*/ 45822 h 123667"/>
                <a:gd name="connsiteX7" fmla="*/ 247986 w 297423"/>
                <a:gd name="connsiteY7" fmla="*/ 25184 h 123667"/>
                <a:gd name="connsiteX8" fmla="*/ 297199 w 297423"/>
                <a:gd name="connsiteY8" fmla="*/ 69635 h 123667"/>
                <a:gd name="connsiteX9" fmla="*/ 224174 w 297423"/>
                <a:gd name="connsiteY9" fmla="*/ 107735 h 123667"/>
                <a:gd name="connsiteX10" fmla="*/ 152736 w 297423"/>
                <a:gd name="connsiteY10" fmla="*/ 123611 h 123667"/>
                <a:gd name="connsiteX11" fmla="*/ 67011 w 297423"/>
                <a:gd name="connsiteY11" fmla="*/ 106148 h 123667"/>
                <a:gd name="connsiteX12" fmla="*/ 32086 w 297423"/>
                <a:gd name="connsiteY12" fmla="*/ 95035 h 123667"/>
                <a:gd name="connsiteX13" fmla="*/ 336 w 297423"/>
                <a:gd name="connsiteY13" fmla="*/ 77573 h 123667"/>
                <a:gd name="connsiteX0" fmla="*/ 336 w 297423"/>
                <a:gd name="connsiteY0" fmla="*/ 77573 h 123667"/>
                <a:gd name="connsiteX1" fmla="*/ 54312 w 297423"/>
                <a:gd name="connsiteY1" fmla="*/ 37885 h 123667"/>
                <a:gd name="connsiteX2" fmla="*/ 79711 w 297423"/>
                <a:gd name="connsiteY2" fmla="*/ 17249 h 123667"/>
                <a:gd name="connsiteX3" fmla="*/ 122573 w 297423"/>
                <a:gd name="connsiteY3" fmla="*/ 1373 h 123667"/>
                <a:gd name="connsiteX4" fmla="*/ 170199 w 297423"/>
                <a:gd name="connsiteY4" fmla="*/ 1373 h 123667"/>
                <a:gd name="connsiteX5" fmla="*/ 217824 w 297423"/>
                <a:gd name="connsiteY5" fmla="*/ 12485 h 123667"/>
                <a:gd name="connsiteX6" fmla="*/ 278149 w 297423"/>
                <a:gd name="connsiteY6" fmla="*/ 45822 h 123667"/>
                <a:gd name="connsiteX7" fmla="*/ 247986 w 297423"/>
                <a:gd name="connsiteY7" fmla="*/ 25184 h 123667"/>
                <a:gd name="connsiteX8" fmla="*/ 297199 w 297423"/>
                <a:gd name="connsiteY8" fmla="*/ 69635 h 123667"/>
                <a:gd name="connsiteX9" fmla="*/ 224174 w 297423"/>
                <a:gd name="connsiteY9" fmla="*/ 107735 h 123667"/>
                <a:gd name="connsiteX10" fmla="*/ 152736 w 297423"/>
                <a:gd name="connsiteY10" fmla="*/ 123611 h 123667"/>
                <a:gd name="connsiteX11" fmla="*/ 67011 w 297423"/>
                <a:gd name="connsiteY11" fmla="*/ 106148 h 123667"/>
                <a:gd name="connsiteX12" fmla="*/ 32086 w 297423"/>
                <a:gd name="connsiteY12" fmla="*/ 95035 h 123667"/>
                <a:gd name="connsiteX13" fmla="*/ 336 w 297423"/>
                <a:gd name="connsiteY13" fmla="*/ 77573 h 123667"/>
                <a:gd name="connsiteX0" fmla="*/ 336 w 297423"/>
                <a:gd name="connsiteY0" fmla="*/ 78504 h 124598"/>
                <a:gd name="connsiteX1" fmla="*/ 54312 w 297423"/>
                <a:gd name="connsiteY1" fmla="*/ 38816 h 124598"/>
                <a:gd name="connsiteX2" fmla="*/ 57486 w 297423"/>
                <a:gd name="connsiteY2" fmla="*/ 30880 h 124598"/>
                <a:gd name="connsiteX3" fmla="*/ 122573 w 297423"/>
                <a:gd name="connsiteY3" fmla="*/ 2304 h 124598"/>
                <a:gd name="connsiteX4" fmla="*/ 170199 w 297423"/>
                <a:gd name="connsiteY4" fmla="*/ 2304 h 124598"/>
                <a:gd name="connsiteX5" fmla="*/ 217824 w 297423"/>
                <a:gd name="connsiteY5" fmla="*/ 13416 h 124598"/>
                <a:gd name="connsiteX6" fmla="*/ 278149 w 297423"/>
                <a:gd name="connsiteY6" fmla="*/ 46753 h 124598"/>
                <a:gd name="connsiteX7" fmla="*/ 247986 w 297423"/>
                <a:gd name="connsiteY7" fmla="*/ 26115 h 124598"/>
                <a:gd name="connsiteX8" fmla="*/ 297199 w 297423"/>
                <a:gd name="connsiteY8" fmla="*/ 70566 h 124598"/>
                <a:gd name="connsiteX9" fmla="*/ 224174 w 297423"/>
                <a:gd name="connsiteY9" fmla="*/ 108666 h 124598"/>
                <a:gd name="connsiteX10" fmla="*/ 152736 w 297423"/>
                <a:gd name="connsiteY10" fmla="*/ 124542 h 124598"/>
                <a:gd name="connsiteX11" fmla="*/ 67011 w 297423"/>
                <a:gd name="connsiteY11" fmla="*/ 107079 h 124598"/>
                <a:gd name="connsiteX12" fmla="*/ 32086 w 297423"/>
                <a:gd name="connsiteY12" fmla="*/ 95966 h 124598"/>
                <a:gd name="connsiteX13" fmla="*/ 336 w 297423"/>
                <a:gd name="connsiteY13" fmla="*/ 78504 h 124598"/>
                <a:gd name="connsiteX0" fmla="*/ 336 w 297423"/>
                <a:gd name="connsiteY0" fmla="*/ 80615 h 126709"/>
                <a:gd name="connsiteX1" fmla="*/ 54312 w 297423"/>
                <a:gd name="connsiteY1" fmla="*/ 40927 h 126709"/>
                <a:gd name="connsiteX2" fmla="*/ 57486 w 297423"/>
                <a:gd name="connsiteY2" fmla="*/ 32991 h 126709"/>
                <a:gd name="connsiteX3" fmla="*/ 122573 w 297423"/>
                <a:gd name="connsiteY3" fmla="*/ 4415 h 126709"/>
                <a:gd name="connsiteX4" fmla="*/ 170199 w 297423"/>
                <a:gd name="connsiteY4" fmla="*/ 4415 h 126709"/>
                <a:gd name="connsiteX5" fmla="*/ 217824 w 297423"/>
                <a:gd name="connsiteY5" fmla="*/ 15527 h 126709"/>
                <a:gd name="connsiteX6" fmla="*/ 278149 w 297423"/>
                <a:gd name="connsiteY6" fmla="*/ 48864 h 126709"/>
                <a:gd name="connsiteX7" fmla="*/ 247986 w 297423"/>
                <a:gd name="connsiteY7" fmla="*/ 28226 h 126709"/>
                <a:gd name="connsiteX8" fmla="*/ 297199 w 297423"/>
                <a:gd name="connsiteY8" fmla="*/ 72677 h 126709"/>
                <a:gd name="connsiteX9" fmla="*/ 224174 w 297423"/>
                <a:gd name="connsiteY9" fmla="*/ 110777 h 126709"/>
                <a:gd name="connsiteX10" fmla="*/ 152736 w 297423"/>
                <a:gd name="connsiteY10" fmla="*/ 126653 h 126709"/>
                <a:gd name="connsiteX11" fmla="*/ 67011 w 297423"/>
                <a:gd name="connsiteY11" fmla="*/ 109190 h 126709"/>
                <a:gd name="connsiteX12" fmla="*/ 32086 w 297423"/>
                <a:gd name="connsiteY12" fmla="*/ 98077 h 126709"/>
                <a:gd name="connsiteX13" fmla="*/ 336 w 297423"/>
                <a:gd name="connsiteY13" fmla="*/ 80615 h 126709"/>
                <a:gd name="connsiteX0" fmla="*/ 336 w 297423"/>
                <a:gd name="connsiteY0" fmla="*/ 81014 h 127108"/>
                <a:gd name="connsiteX1" fmla="*/ 54312 w 297423"/>
                <a:gd name="connsiteY1" fmla="*/ 41326 h 127108"/>
                <a:gd name="connsiteX2" fmla="*/ 57486 w 297423"/>
                <a:gd name="connsiteY2" fmla="*/ 33390 h 127108"/>
                <a:gd name="connsiteX3" fmla="*/ 122573 w 297423"/>
                <a:gd name="connsiteY3" fmla="*/ 4814 h 127108"/>
                <a:gd name="connsiteX4" fmla="*/ 170199 w 297423"/>
                <a:gd name="connsiteY4" fmla="*/ 4814 h 127108"/>
                <a:gd name="connsiteX5" fmla="*/ 217824 w 297423"/>
                <a:gd name="connsiteY5" fmla="*/ 15926 h 127108"/>
                <a:gd name="connsiteX6" fmla="*/ 278149 w 297423"/>
                <a:gd name="connsiteY6" fmla="*/ 49263 h 127108"/>
                <a:gd name="connsiteX7" fmla="*/ 247986 w 297423"/>
                <a:gd name="connsiteY7" fmla="*/ 28625 h 127108"/>
                <a:gd name="connsiteX8" fmla="*/ 297199 w 297423"/>
                <a:gd name="connsiteY8" fmla="*/ 73076 h 127108"/>
                <a:gd name="connsiteX9" fmla="*/ 224174 w 297423"/>
                <a:gd name="connsiteY9" fmla="*/ 111176 h 127108"/>
                <a:gd name="connsiteX10" fmla="*/ 152736 w 297423"/>
                <a:gd name="connsiteY10" fmla="*/ 127052 h 127108"/>
                <a:gd name="connsiteX11" fmla="*/ 67011 w 297423"/>
                <a:gd name="connsiteY11" fmla="*/ 109589 h 127108"/>
                <a:gd name="connsiteX12" fmla="*/ 32086 w 297423"/>
                <a:gd name="connsiteY12" fmla="*/ 98476 h 127108"/>
                <a:gd name="connsiteX13" fmla="*/ 336 w 297423"/>
                <a:gd name="connsiteY13" fmla="*/ 81014 h 127108"/>
                <a:gd name="connsiteX0" fmla="*/ 336 w 297423"/>
                <a:gd name="connsiteY0" fmla="*/ 78190 h 124284"/>
                <a:gd name="connsiteX1" fmla="*/ 54312 w 297423"/>
                <a:gd name="connsiteY1" fmla="*/ 38502 h 124284"/>
                <a:gd name="connsiteX2" fmla="*/ 79711 w 297423"/>
                <a:gd name="connsiteY2" fmla="*/ 19453 h 124284"/>
                <a:gd name="connsiteX3" fmla="*/ 122573 w 297423"/>
                <a:gd name="connsiteY3" fmla="*/ 1990 h 124284"/>
                <a:gd name="connsiteX4" fmla="*/ 170199 w 297423"/>
                <a:gd name="connsiteY4" fmla="*/ 1990 h 124284"/>
                <a:gd name="connsiteX5" fmla="*/ 217824 w 297423"/>
                <a:gd name="connsiteY5" fmla="*/ 13102 h 124284"/>
                <a:gd name="connsiteX6" fmla="*/ 278149 w 297423"/>
                <a:gd name="connsiteY6" fmla="*/ 46439 h 124284"/>
                <a:gd name="connsiteX7" fmla="*/ 247986 w 297423"/>
                <a:gd name="connsiteY7" fmla="*/ 25801 h 124284"/>
                <a:gd name="connsiteX8" fmla="*/ 297199 w 297423"/>
                <a:gd name="connsiteY8" fmla="*/ 70252 h 124284"/>
                <a:gd name="connsiteX9" fmla="*/ 224174 w 297423"/>
                <a:gd name="connsiteY9" fmla="*/ 108352 h 124284"/>
                <a:gd name="connsiteX10" fmla="*/ 152736 w 297423"/>
                <a:gd name="connsiteY10" fmla="*/ 124228 h 124284"/>
                <a:gd name="connsiteX11" fmla="*/ 67011 w 297423"/>
                <a:gd name="connsiteY11" fmla="*/ 106765 h 124284"/>
                <a:gd name="connsiteX12" fmla="*/ 32086 w 297423"/>
                <a:gd name="connsiteY12" fmla="*/ 95652 h 124284"/>
                <a:gd name="connsiteX13" fmla="*/ 336 w 297423"/>
                <a:gd name="connsiteY13" fmla="*/ 78190 h 124284"/>
                <a:gd name="connsiteX0" fmla="*/ 94 w 297181"/>
                <a:gd name="connsiteY0" fmla="*/ 78190 h 124284"/>
                <a:gd name="connsiteX1" fmla="*/ 42958 w 297181"/>
                <a:gd name="connsiteY1" fmla="*/ 40089 h 124284"/>
                <a:gd name="connsiteX2" fmla="*/ 79469 w 297181"/>
                <a:gd name="connsiteY2" fmla="*/ 19453 h 124284"/>
                <a:gd name="connsiteX3" fmla="*/ 122331 w 297181"/>
                <a:gd name="connsiteY3" fmla="*/ 1990 h 124284"/>
                <a:gd name="connsiteX4" fmla="*/ 169957 w 297181"/>
                <a:gd name="connsiteY4" fmla="*/ 1990 h 124284"/>
                <a:gd name="connsiteX5" fmla="*/ 217582 w 297181"/>
                <a:gd name="connsiteY5" fmla="*/ 13102 h 124284"/>
                <a:gd name="connsiteX6" fmla="*/ 277907 w 297181"/>
                <a:gd name="connsiteY6" fmla="*/ 46439 h 124284"/>
                <a:gd name="connsiteX7" fmla="*/ 247744 w 297181"/>
                <a:gd name="connsiteY7" fmla="*/ 25801 h 124284"/>
                <a:gd name="connsiteX8" fmla="*/ 296957 w 297181"/>
                <a:gd name="connsiteY8" fmla="*/ 70252 h 124284"/>
                <a:gd name="connsiteX9" fmla="*/ 223932 w 297181"/>
                <a:gd name="connsiteY9" fmla="*/ 108352 h 124284"/>
                <a:gd name="connsiteX10" fmla="*/ 152494 w 297181"/>
                <a:gd name="connsiteY10" fmla="*/ 124228 h 124284"/>
                <a:gd name="connsiteX11" fmla="*/ 66769 w 297181"/>
                <a:gd name="connsiteY11" fmla="*/ 106765 h 124284"/>
                <a:gd name="connsiteX12" fmla="*/ 31844 w 297181"/>
                <a:gd name="connsiteY12" fmla="*/ 95652 h 124284"/>
                <a:gd name="connsiteX13" fmla="*/ 94 w 297181"/>
                <a:gd name="connsiteY13" fmla="*/ 78190 h 124284"/>
                <a:gd name="connsiteX0" fmla="*/ 94 w 297181"/>
                <a:gd name="connsiteY0" fmla="*/ 79199 h 125293"/>
                <a:gd name="connsiteX1" fmla="*/ 42958 w 297181"/>
                <a:gd name="connsiteY1" fmla="*/ 41098 h 125293"/>
                <a:gd name="connsiteX2" fmla="*/ 79469 w 297181"/>
                <a:gd name="connsiteY2" fmla="*/ 20462 h 125293"/>
                <a:gd name="connsiteX3" fmla="*/ 135031 w 297181"/>
                <a:gd name="connsiteY3" fmla="*/ 1412 h 125293"/>
                <a:gd name="connsiteX4" fmla="*/ 169957 w 297181"/>
                <a:gd name="connsiteY4" fmla="*/ 2999 h 125293"/>
                <a:gd name="connsiteX5" fmla="*/ 217582 w 297181"/>
                <a:gd name="connsiteY5" fmla="*/ 14111 h 125293"/>
                <a:gd name="connsiteX6" fmla="*/ 277907 w 297181"/>
                <a:gd name="connsiteY6" fmla="*/ 47448 h 125293"/>
                <a:gd name="connsiteX7" fmla="*/ 247744 w 297181"/>
                <a:gd name="connsiteY7" fmla="*/ 26810 h 125293"/>
                <a:gd name="connsiteX8" fmla="*/ 296957 w 297181"/>
                <a:gd name="connsiteY8" fmla="*/ 71261 h 125293"/>
                <a:gd name="connsiteX9" fmla="*/ 223932 w 297181"/>
                <a:gd name="connsiteY9" fmla="*/ 109361 h 125293"/>
                <a:gd name="connsiteX10" fmla="*/ 152494 w 297181"/>
                <a:gd name="connsiteY10" fmla="*/ 125237 h 125293"/>
                <a:gd name="connsiteX11" fmla="*/ 66769 w 297181"/>
                <a:gd name="connsiteY11" fmla="*/ 107774 h 125293"/>
                <a:gd name="connsiteX12" fmla="*/ 31844 w 297181"/>
                <a:gd name="connsiteY12" fmla="*/ 96661 h 125293"/>
                <a:gd name="connsiteX13" fmla="*/ 94 w 297181"/>
                <a:gd name="connsiteY13" fmla="*/ 79199 h 125293"/>
                <a:gd name="connsiteX0" fmla="*/ 94 w 297181"/>
                <a:gd name="connsiteY0" fmla="*/ 79200 h 125294"/>
                <a:gd name="connsiteX1" fmla="*/ 42958 w 297181"/>
                <a:gd name="connsiteY1" fmla="*/ 41099 h 125294"/>
                <a:gd name="connsiteX2" fmla="*/ 79469 w 297181"/>
                <a:gd name="connsiteY2" fmla="*/ 20463 h 125294"/>
                <a:gd name="connsiteX3" fmla="*/ 135031 w 297181"/>
                <a:gd name="connsiteY3" fmla="*/ 1413 h 125294"/>
                <a:gd name="connsiteX4" fmla="*/ 182657 w 297181"/>
                <a:gd name="connsiteY4" fmla="*/ 3000 h 125294"/>
                <a:gd name="connsiteX5" fmla="*/ 217582 w 297181"/>
                <a:gd name="connsiteY5" fmla="*/ 14112 h 125294"/>
                <a:gd name="connsiteX6" fmla="*/ 277907 w 297181"/>
                <a:gd name="connsiteY6" fmla="*/ 47449 h 125294"/>
                <a:gd name="connsiteX7" fmla="*/ 247744 w 297181"/>
                <a:gd name="connsiteY7" fmla="*/ 26811 h 125294"/>
                <a:gd name="connsiteX8" fmla="*/ 296957 w 297181"/>
                <a:gd name="connsiteY8" fmla="*/ 71262 h 125294"/>
                <a:gd name="connsiteX9" fmla="*/ 223932 w 297181"/>
                <a:gd name="connsiteY9" fmla="*/ 109362 h 125294"/>
                <a:gd name="connsiteX10" fmla="*/ 152494 w 297181"/>
                <a:gd name="connsiteY10" fmla="*/ 125238 h 125294"/>
                <a:gd name="connsiteX11" fmla="*/ 66769 w 297181"/>
                <a:gd name="connsiteY11" fmla="*/ 107775 h 125294"/>
                <a:gd name="connsiteX12" fmla="*/ 31844 w 297181"/>
                <a:gd name="connsiteY12" fmla="*/ 96662 h 125294"/>
                <a:gd name="connsiteX13" fmla="*/ 94 w 297181"/>
                <a:gd name="connsiteY13" fmla="*/ 79200 h 125294"/>
                <a:gd name="connsiteX0" fmla="*/ 94 w 297181"/>
                <a:gd name="connsiteY0" fmla="*/ 79200 h 125294"/>
                <a:gd name="connsiteX1" fmla="*/ 42958 w 297181"/>
                <a:gd name="connsiteY1" fmla="*/ 41099 h 125294"/>
                <a:gd name="connsiteX2" fmla="*/ 79469 w 297181"/>
                <a:gd name="connsiteY2" fmla="*/ 20463 h 125294"/>
                <a:gd name="connsiteX3" fmla="*/ 135031 w 297181"/>
                <a:gd name="connsiteY3" fmla="*/ 1413 h 125294"/>
                <a:gd name="connsiteX4" fmla="*/ 182657 w 297181"/>
                <a:gd name="connsiteY4" fmla="*/ 3000 h 125294"/>
                <a:gd name="connsiteX5" fmla="*/ 222345 w 297181"/>
                <a:gd name="connsiteY5" fmla="*/ 14112 h 125294"/>
                <a:gd name="connsiteX6" fmla="*/ 277907 w 297181"/>
                <a:gd name="connsiteY6" fmla="*/ 47449 h 125294"/>
                <a:gd name="connsiteX7" fmla="*/ 247744 w 297181"/>
                <a:gd name="connsiteY7" fmla="*/ 26811 h 125294"/>
                <a:gd name="connsiteX8" fmla="*/ 296957 w 297181"/>
                <a:gd name="connsiteY8" fmla="*/ 71262 h 125294"/>
                <a:gd name="connsiteX9" fmla="*/ 223932 w 297181"/>
                <a:gd name="connsiteY9" fmla="*/ 109362 h 125294"/>
                <a:gd name="connsiteX10" fmla="*/ 152494 w 297181"/>
                <a:gd name="connsiteY10" fmla="*/ 125238 h 125294"/>
                <a:gd name="connsiteX11" fmla="*/ 66769 w 297181"/>
                <a:gd name="connsiteY11" fmla="*/ 107775 h 125294"/>
                <a:gd name="connsiteX12" fmla="*/ 31844 w 297181"/>
                <a:gd name="connsiteY12" fmla="*/ 96662 h 125294"/>
                <a:gd name="connsiteX13" fmla="*/ 94 w 297181"/>
                <a:gd name="connsiteY13" fmla="*/ 79200 h 125294"/>
                <a:gd name="connsiteX0" fmla="*/ 28 w 297115"/>
                <a:gd name="connsiteY0" fmla="*/ 79200 h 125294"/>
                <a:gd name="connsiteX1" fmla="*/ 42892 w 297115"/>
                <a:gd name="connsiteY1" fmla="*/ 41099 h 125294"/>
                <a:gd name="connsiteX2" fmla="*/ 79403 w 297115"/>
                <a:gd name="connsiteY2" fmla="*/ 20463 h 125294"/>
                <a:gd name="connsiteX3" fmla="*/ 134965 w 297115"/>
                <a:gd name="connsiteY3" fmla="*/ 1413 h 125294"/>
                <a:gd name="connsiteX4" fmla="*/ 182591 w 297115"/>
                <a:gd name="connsiteY4" fmla="*/ 3000 h 125294"/>
                <a:gd name="connsiteX5" fmla="*/ 222279 w 297115"/>
                <a:gd name="connsiteY5" fmla="*/ 14112 h 125294"/>
                <a:gd name="connsiteX6" fmla="*/ 277841 w 297115"/>
                <a:gd name="connsiteY6" fmla="*/ 47449 h 125294"/>
                <a:gd name="connsiteX7" fmla="*/ 247678 w 297115"/>
                <a:gd name="connsiteY7" fmla="*/ 26811 h 125294"/>
                <a:gd name="connsiteX8" fmla="*/ 296891 w 297115"/>
                <a:gd name="connsiteY8" fmla="*/ 71262 h 125294"/>
                <a:gd name="connsiteX9" fmla="*/ 223866 w 297115"/>
                <a:gd name="connsiteY9" fmla="*/ 109362 h 125294"/>
                <a:gd name="connsiteX10" fmla="*/ 152428 w 297115"/>
                <a:gd name="connsiteY10" fmla="*/ 125238 h 125294"/>
                <a:gd name="connsiteX11" fmla="*/ 66703 w 297115"/>
                <a:gd name="connsiteY11" fmla="*/ 107775 h 125294"/>
                <a:gd name="connsiteX12" fmla="*/ 36541 w 297115"/>
                <a:gd name="connsiteY12" fmla="*/ 90312 h 125294"/>
                <a:gd name="connsiteX13" fmla="*/ 28 w 297115"/>
                <a:gd name="connsiteY13" fmla="*/ 79200 h 125294"/>
                <a:gd name="connsiteX0" fmla="*/ 345 w 297432"/>
                <a:gd name="connsiteY0" fmla="*/ 79200 h 125294"/>
                <a:gd name="connsiteX1" fmla="*/ 43209 w 297432"/>
                <a:gd name="connsiteY1" fmla="*/ 41099 h 125294"/>
                <a:gd name="connsiteX2" fmla="*/ 79720 w 297432"/>
                <a:gd name="connsiteY2" fmla="*/ 20463 h 125294"/>
                <a:gd name="connsiteX3" fmla="*/ 135282 w 297432"/>
                <a:gd name="connsiteY3" fmla="*/ 1413 h 125294"/>
                <a:gd name="connsiteX4" fmla="*/ 182908 w 297432"/>
                <a:gd name="connsiteY4" fmla="*/ 3000 h 125294"/>
                <a:gd name="connsiteX5" fmla="*/ 222596 w 297432"/>
                <a:gd name="connsiteY5" fmla="*/ 14112 h 125294"/>
                <a:gd name="connsiteX6" fmla="*/ 278158 w 297432"/>
                <a:gd name="connsiteY6" fmla="*/ 47449 h 125294"/>
                <a:gd name="connsiteX7" fmla="*/ 247995 w 297432"/>
                <a:gd name="connsiteY7" fmla="*/ 26811 h 125294"/>
                <a:gd name="connsiteX8" fmla="*/ 297208 w 297432"/>
                <a:gd name="connsiteY8" fmla="*/ 71262 h 125294"/>
                <a:gd name="connsiteX9" fmla="*/ 224183 w 297432"/>
                <a:gd name="connsiteY9" fmla="*/ 109362 h 125294"/>
                <a:gd name="connsiteX10" fmla="*/ 152745 w 297432"/>
                <a:gd name="connsiteY10" fmla="*/ 125238 h 125294"/>
                <a:gd name="connsiteX11" fmla="*/ 67020 w 297432"/>
                <a:gd name="connsiteY11" fmla="*/ 107775 h 125294"/>
                <a:gd name="connsiteX12" fmla="*/ 24158 w 297432"/>
                <a:gd name="connsiteY12" fmla="*/ 88724 h 125294"/>
                <a:gd name="connsiteX13" fmla="*/ 345 w 297432"/>
                <a:gd name="connsiteY13" fmla="*/ 79200 h 125294"/>
                <a:gd name="connsiteX0" fmla="*/ 345 w 297432"/>
                <a:gd name="connsiteY0" fmla="*/ 79200 h 125294"/>
                <a:gd name="connsiteX1" fmla="*/ 43209 w 297432"/>
                <a:gd name="connsiteY1" fmla="*/ 41099 h 125294"/>
                <a:gd name="connsiteX2" fmla="*/ 79720 w 297432"/>
                <a:gd name="connsiteY2" fmla="*/ 20463 h 125294"/>
                <a:gd name="connsiteX3" fmla="*/ 135282 w 297432"/>
                <a:gd name="connsiteY3" fmla="*/ 1413 h 125294"/>
                <a:gd name="connsiteX4" fmla="*/ 182908 w 297432"/>
                <a:gd name="connsiteY4" fmla="*/ 3000 h 125294"/>
                <a:gd name="connsiteX5" fmla="*/ 222596 w 297432"/>
                <a:gd name="connsiteY5" fmla="*/ 14112 h 125294"/>
                <a:gd name="connsiteX6" fmla="*/ 278158 w 297432"/>
                <a:gd name="connsiteY6" fmla="*/ 47449 h 125294"/>
                <a:gd name="connsiteX7" fmla="*/ 247995 w 297432"/>
                <a:gd name="connsiteY7" fmla="*/ 26811 h 125294"/>
                <a:gd name="connsiteX8" fmla="*/ 297208 w 297432"/>
                <a:gd name="connsiteY8" fmla="*/ 71262 h 125294"/>
                <a:gd name="connsiteX9" fmla="*/ 224183 w 297432"/>
                <a:gd name="connsiteY9" fmla="*/ 109362 h 125294"/>
                <a:gd name="connsiteX10" fmla="*/ 152745 w 297432"/>
                <a:gd name="connsiteY10" fmla="*/ 125238 h 125294"/>
                <a:gd name="connsiteX11" fmla="*/ 82895 w 297432"/>
                <a:gd name="connsiteY11" fmla="*/ 112538 h 125294"/>
                <a:gd name="connsiteX12" fmla="*/ 24158 w 297432"/>
                <a:gd name="connsiteY12" fmla="*/ 88724 h 125294"/>
                <a:gd name="connsiteX13" fmla="*/ 345 w 297432"/>
                <a:gd name="connsiteY13" fmla="*/ 79200 h 125294"/>
                <a:gd name="connsiteX0" fmla="*/ 345 w 297432"/>
                <a:gd name="connsiteY0" fmla="*/ 79200 h 123717"/>
                <a:gd name="connsiteX1" fmla="*/ 43209 w 297432"/>
                <a:gd name="connsiteY1" fmla="*/ 41099 h 123717"/>
                <a:gd name="connsiteX2" fmla="*/ 79720 w 297432"/>
                <a:gd name="connsiteY2" fmla="*/ 20463 h 123717"/>
                <a:gd name="connsiteX3" fmla="*/ 135282 w 297432"/>
                <a:gd name="connsiteY3" fmla="*/ 1413 h 123717"/>
                <a:gd name="connsiteX4" fmla="*/ 182908 w 297432"/>
                <a:gd name="connsiteY4" fmla="*/ 3000 h 123717"/>
                <a:gd name="connsiteX5" fmla="*/ 222596 w 297432"/>
                <a:gd name="connsiteY5" fmla="*/ 14112 h 123717"/>
                <a:gd name="connsiteX6" fmla="*/ 278158 w 297432"/>
                <a:gd name="connsiteY6" fmla="*/ 47449 h 123717"/>
                <a:gd name="connsiteX7" fmla="*/ 247995 w 297432"/>
                <a:gd name="connsiteY7" fmla="*/ 26811 h 123717"/>
                <a:gd name="connsiteX8" fmla="*/ 297208 w 297432"/>
                <a:gd name="connsiteY8" fmla="*/ 71262 h 123717"/>
                <a:gd name="connsiteX9" fmla="*/ 224183 w 297432"/>
                <a:gd name="connsiteY9" fmla="*/ 109362 h 123717"/>
                <a:gd name="connsiteX10" fmla="*/ 168620 w 297432"/>
                <a:gd name="connsiteY10" fmla="*/ 123650 h 123717"/>
                <a:gd name="connsiteX11" fmla="*/ 82895 w 297432"/>
                <a:gd name="connsiteY11" fmla="*/ 112538 h 123717"/>
                <a:gd name="connsiteX12" fmla="*/ 24158 w 297432"/>
                <a:gd name="connsiteY12" fmla="*/ 88724 h 123717"/>
                <a:gd name="connsiteX13" fmla="*/ 345 w 297432"/>
                <a:gd name="connsiteY13" fmla="*/ 79200 h 123717"/>
                <a:gd name="connsiteX0" fmla="*/ 345 w 297292"/>
                <a:gd name="connsiteY0" fmla="*/ 79200 h 123690"/>
                <a:gd name="connsiteX1" fmla="*/ 43209 w 297292"/>
                <a:gd name="connsiteY1" fmla="*/ 41099 h 123690"/>
                <a:gd name="connsiteX2" fmla="*/ 79720 w 297292"/>
                <a:gd name="connsiteY2" fmla="*/ 20463 h 123690"/>
                <a:gd name="connsiteX3" fmla="*/ 135282 w 297292"/>
                <a:gd name="connsiteY3" fmla="*/ 1413 h 123690"/>
                <a:gd name="connsiteX4" fmla="*/ 182908 w 297292"/>
                <a:gd name="connsiteY4" fmla="*/ 3000 h 123690"/>
                <a:gd name="connsiteX5" fmla="*/ 222596 w 297292"/>
                <a:gd name="connsiteY5" fmla="*/ 14112 h 123690"/>
                <a:gd name="connsiteX6" fmla="*/ 278158 w 297292"/>
                <a:gd name="connsiteY6" fmla="*/ 47449 h 123690"/>
                <a:gd name="connsiteX7" fmla="*/ 247995 w 297292"/>
                <a:gd name="connsiteY7" fmla="*/ 26811 h 123690"/>
                <a:gd name="connsiteX8" fmla="*/ 297208 w 297292"/>
                <a:gd name="connsiteY8" fmla="*/ 71262 h 123690"/>
                <a:gd name="connsiteX9" fmla="*/ 233708 w 297292"/>
                <a:gd name="connsiteY9" fmla="*/ 104600 h 123690"/>
                <a:gd name="connsiteX10" fmla="*/ 168620 w 297292"/>
                <a:gd name="connsiteY10" fmla="*/ 123650 h 123690"/>
                <a:gd name="connsiteX11" fmla="*/ 82895 w 297292"/>
                <a:gd name="connsiteY11" fmla="*/ 112538 h 123690"/>
                <a:gd name="connsiteX12" fmla="*/ 24158 w 297292"/>
                <a:gd name="connsiteY12" fmla="*/ 88724 h 123690"/>
                <a:gd name="connsiteX13" fmla="*/ 345 w 297292"/>
                <a:gd name="connsiteY13" fmla="*/ 79200 h 123690"/>
                <a:gd name="connsiteX0" fmla="*/ 345 w 298292"/>
                <a:gd name="connsiteY0" fmla="*/ 79200 h 123686"/>
                <a:gd name="connsiteX1" fmla="*/ 43209 w 298292"/>
                <a:gd name="connsiteY1" fmla="*/ 41099 h 123686"/>
                <a:gd name="connsiteX2" fmla="*/ 79720 w 298292"/>
                <a:gd name="connsiteY2" fmla="*/ 20463 h 123686"/>
                <a:gd name="connsiteX3" fmla="*/ 135282 w 298292"/>
                <a:gd name="connsiteY3" fmla="*/ 1413 h 123686"/>
                <a:gd name="connsiteX4" fmla="*/ 182908 w 298292"/>
                <a:gd name="connsiteY4" fmla="*/ 3000 h 123686"/>
                <a:gd name="connsiteX5" fmla="*/ 222596 w 298292"/>
                <a:gd name="connsiteY5" fmla="*/ 14112 h 123686"/>
                <a:gd name="connsiteX6" fmla="*/ 278158 w 298292"/>
                <a:gd name="connsiteY6" fmla="*/ 47449 h 123686"/>
                <a:gd name="connsiteX7" fmla="*/ 247995 w 298292"/>
                <a:gd name="connsiteY7" fmla="*/ 26811 h 123686"/>
                <a:gd name="connsiteX8" fmla="*/ 297208 w 298292"/>
                <a:gd name="connsiteY8" fmla="*/ 71262 h 123686"/>
                <a:gd name="connsiteX9" fmla="*/ 278158 w 298292"/>
                <a:gd name="connsiteY9" fmla="*/ 79204 h 123686"/>
                <a:gd name="connsiteX10" fmla="*/ 233708 w 298292"/>
                <a:gd name="connsiteY10" fmla="*/ 104600 h 123686"/>
                <a:gd name="connsiteX11" fmla="*/ 168620 w 298292"/>
                <a:gd name="connsiteY11" fmla="*/ 123650 h 123686"/>
                <a:gd name="connsiteX12" fmla="*/ 82895 w 298292"/>
                <a:gd name="connsiteY12" fmla="*/ 112538 h 123686"/>
                <a:gd name="connsiteX13" fmla="*/ 24158 w 298292"/>
                <a:gd name="connsiteY13" fmla="*/ 88724 h 123686"/>
                <a:gd name="connsiteX14" fmla="*/ 345 w 298292"/>
                <a:gd name="connsiteY14" fmla="*/ 79200 h 123686"/>
                <a:gd name="connsiteX0" fmla="*/ 345 w 298292"/>
                <a:gd name="connsiteY0" fmla="*/ 79200 h 123686"/>
                <a:gd name="connsiteX1" fmla="*/ 43209 w 298292"/>
                <a:gd name="connsiteY1" fmla="*/ 41099 h 123686"/>
                <a:gd name="connsiteX2" fmla="*/ 79720 w 298292"/>
                <a:gd name="connsiteY2" fmla="*/ 20463 h 123686"/>
                <a:gd name="connsiteX3" fmla="*/ 135282 w 298292"/>
                <a:gd name="connsiteY3" fmla="*/ 1413 h 123686"/>
                <a:gd name="connsiteX4" fmla="*/ 182908 w 298292"/>
                <a:gd name="connsiteY4" fmla="*/ 3000 h 123686"/>
                <a:gd name="connsiteX5" fmla="*/ 222596 w 298292"/>
                <a:gd name="connsiteY5" fmla="*/ 14112 h 123686"/>
                <a:gd name="connsiteX6" fmla="*/ 225771 w 298292"/>
                <a:gd name="connsiteY6" fmla="*/ 15699 h 123686"/>
                <a:gd name="connsiteX7" fmla="*/ 247995 w 298292"/>
                <a:gd name="connsiteY7" fmla="*/ 26811 h 123686"/>
                <a:gd name="connsiteX8" fmla="*/ 297208 w 298292"/>
                <a:gd name="connsiteY8" fmla="*/ 71262 h 123686"/>
                <a:gd name="connsiteX9" fmla="*/ 278158 w 298292"/>
                <a:gd name="connsiteY9" fmla="*/ 79204 h 123686"/>
                <a:gd name="connsiteX10" fmla="*/ 233708 w 298292"/>
                <a:gd name="connsiteY10" fmla="*/ 104600 h 123686"/>
                <a:gd name="connsiteX11" fmla="*/ 168620 w 298292"/>
                <a:gd name="connsiteY11" fmla="*/ 123650 h 123686"/>
                <a:gd name="connsiteX12" fmla="*/ 82895 w 298292"/>
                <a:gd name="connsiteY12" fmla="*/ 112538 h 123686"/>
                <a:gd name="connsiteX13" fmla="*/ 24158 w 298292"/>
                <a:gd name="connsiteY13" fmla="*/ 88724 h 123686"/>
                <a:gd name="connsiteX14" fmla="*/ 345 w 298292"/>
                <a:gd name="connsiteY14" fmla="*/ 79200 h 123686"/>
                <a:gd name="connsiteX0" fmla="*/ 345 w 297711"/>
                <a:gd name="connsiteY0" fmla="*/ 79200 h 123686"/>
                <a:gd name="connsiteX1" fmla="*/ 43209 w 297711"/>
                <a:gd name="connsiteY1" fmla="*/ 41099 h 123686"/>
                <a:gd name="connsiteX2" fmla="*/ 79720 w 297711"/>
                <a:gd name="connsiteY2" fmla="*/ 20463 h 123686"/>
                <a:gd name="connsiteX3" fmla="*/ 135282 w 297711"/>
                <a:gd name="connsiteY3" fmla="*/ 1413 h 123686"/>
                <a:gd name="connsiteX4" fmla="*/ 182908 w 297711"/>
                <a:gd name="connsiteY4" fmla="*/ 3000 h 123686"/>
                <a:gd name="connsiteX5" fmla="*/ 222596 w 297711"/>
                <a:gd name="connsiteY5" fmla="*/ 14112 h 123686"/>
                <a:gd name="connsiteX6" fmla="*/ 225771 w 297711"/>
                <a:gd name="connsiteY6" fmla="*/ 15699 h 123686"/>
                <a:gd name="connsiteX7" fmla="*/ 286095 w 297711"/>
                <a:gd name="connsiteY7" fmla="*/ 47448 h 123686"/>
                <a:gd name="connsiteX8" fmla="*/ 297208 w 297711"/>
                <a:gd name="connsiteY8" fmla="*/ 71262 h 123686"/>
                <a:gd name="connsiteX9" fmla="*/ 278158 w 297711"/>
                <a:gd name="connsiteY9" fmla="*/ 79204 h 123686"/>
                <a:gd name="connsiteX10" fmla="*/ 233708 w 297711"/>
                <a:gd name="connsiteY10" fmla="*/ 104600 h 123686"/>
                <a:gd name="connsiteX11" fmla="*/ 168620 w 297711"/>
                <a:gd name="connsiteY11" fmla="*/ 123650 h 123686"/>
                <a:gd name="connsiteX12" fmla="*/ 82895 w 297711"/>
                <a:gd name="connsiteY12" fmla="*/ 112538 h 123686"/>
                <a:gd name="connsiteX13" fmla="*/ 24158 w 297711"/>
                <a:gd name="connsiteY13" fmla="*/ 88724 h 123686"/>
                <a:gd name="connsiteX14" fmla="*/ 345 w 297711"/>
                <a:gd name="connsiteY14" fmla="*/ 79200 h 123686"/>
                <a:gd name="connsiteX0" fmla="*/ 345 w 297980"/>
                <a:gd name="connsiteY0" fmla="*/ 79200 h 123686"/>
                <a:gd name="connsiteX1" fmla="*/ 43209 w 297980"/>
                <a:gd name="connsiteY1" fmla="*/ 41099 h 123686"/>
                <a:gd name="connsiteX2" fmla="*/ 79720 w 297980"/>
                <a:gd name="connsiteY2" fmla="*/ 20463 h 123686"/>
                <a:gd name="connsiteX3" fmla="*/ 135282 w 297980"/>
                <a:gd name="connsiteY3" fmla="*/ 1413 h 123686"/>
                <a:gd name="connsiteX4" fmla="*/ 182908 w 297980"/>
                <a:gd name="connsiteY4" fmla="*/ 3000 h 123686"/>
                <a:gd name="connsiteX5" fmla="*/ 222596 w 297980"/>
                <a:gd name="connsiteY5" fmla="*/ 14112 h 123686"/>
                <a:gd name="connsiteX6" fmla="*/ 225771 w 297980"/>
                <a:gd name="connsiteY6" fmla="*/ 15699 h 123686"/>
                <a:gd name="connsiteX7" fmla="*/ 286095 w 297980"/>
                <a:gd name="connsiteY7" fmla="*/ 47448 h 123686"/>
                <a:gd name="connsiteX8" fmla="*/ 297208 w 297980"/>
                <a:gd name="connsiteY8" fmla="*/ 71262 h 123686"/>
                <a:gd name="connsiteX9" fmla="*/ 278158 w 297980"/>
                <a:gd name="connsiteY9" fmla="*/ 79204 h 123686"/>
                <a:gd name="connsiteX10" fmla="*/ 233708 w 297980"/>
                <a:gd name="connsiteY10" fmla="*/ 104600 h 123686"/>
                <a:gd name="connsiteX11" fmla="*/ 168620 w 297980"/>
                <a:gd name="connsiteY11" fmla="*/ 123650 h 123686"/>
                <a:gd name="connsiteX12" fmla="*/ 82895 w 297980"/>
                <a:gd name="connsiteY12" fmla="*/ 112538 h 123686"/>
                <a:gd name="connsiteX13" fmla="*/ 24158 w 297980"/>
                <a:gd name="connsiteY13" fmla="*/ 88724 h 123686"/>
                <a:gd name="connsiteX14" fmla="*/ 345 w 297980"/>
                <a:gd name="connsiteY14" fmla="*/ 79200 h 123686"/>
                <a:gd name="connsiteX0" fmla="*/ 345 w 297469"/>
                <a:gd name="connsiteY0" fmla="*/ 79200 h 123686"/>
                <a:gd name="connsiteX1" fmla="*/ 43209 w 297469"/>
                <a:gd name="connsiteY1" fmla="*/ 41099 h 123686"/>
                <a:gd name="connsiteX2" fmla="*/ 79720 w 297469"/>
                <a:gd name="connsiteY2" fmla="*/ 20463 h 123686"/>
                <a:gd name="connsiteX3" fmla="*/ 135282 w 297469"/>
                <a:gd name="connsiteY3" fmla="*/ 1413 h 123686"/>
                <a:gd name="connsiteX4" fmla="*/ 182908 w 297469"/>
                <a:gd name="connsiteY4" fmla="*/ 3000 h 123686"/>
                <a:gd name="connsiteX5" fmla="*/ 222596 w 297469"/>
                <a:gd name="connsiteY5" fmla="*/ 14112 h 123686"/>
                <a:gd name="connsiteX6" fmla="*/ 244821 w 297469"/>
                <a:gd name="connsiteY6" fmla="*/ 22049 h 123686"/>
                <a:gd name="connsiteX7" fmla="*/ 286095 w 297469"/>
                <a:gd name="connsiteY7" fmla="*/ 47448 h 123686"/>
                <a:gd name="connsiteX8" fmla="*/ 297208 w 297469"/>
                <a:gd name="connsiteY8" fmla="*/ 71262 h 123686"/>
                <a:gd name="connsiteX9" fmla="*/ 278158 w 297469"/>
                <a:gd name="connsiteY9" fmla="*/ 79204 h 123686"/>
                <a:gd name="connsiteX10" fmla="*/ 233708 w 297469"/>
                <a:gd name="connsiteY10" fmla="*/ 104600 h 123686"/>
                <a:gd name="connsiteX11" fmla="*/ 168620 w 297469"/>
                <a:gd name="connsiteY11" fmla="*/ 123650 h 123686"/>
                <a:gd name="connsiteX12" fmla="*/ 82895 w 297469"/>
                <a:gd name="connsiteY12" fmla="*/ 112538 h 123686"/>
                <a:gd name="connsiteX13" fmla="*/ 24158 w 297469"/>
                <a:gd name="connsiteY13" fmla="*/ 88724 h 123686"/>
                <a:gd name="connsiteX14" fmla="*/ 345 w 297469"/>
                <a:gd name="connsiteY14" fmla="*/ 79200 h 123686"/>
                <a:gd name="connsiteX0" fmla="*/ 345 w 297469"/>
                <a:gd name="connsiteY0" fmla="*/ 79200 h 123686"/>
                <a:gd name="connsiteX1" fmla="*/ 43209 w 297469"/>
                <a:gd name="connsiteY1" fmla="*/ 41099 h 123686"/>
                <a:gd name="connsiteX2" fmla="*/ 79720 w 297469"/>
                <a:gd name="connsiteY2" fmla="*/ 20463 h 123686"/>
                <a:gd name="connsiteX3" fmla="*/ 135282 w 297469"/>
                <a:gd name="connsiteY3" fmla="*/ 1413 h 123686"/>
                <a:gd name="connsiteX4" fmla="*/ 182908 w 297469"/>
                <a:gd name="connsiteY4" fmla="*/ 3000 h 123686"/>
                <a:gd name="connsiteX5" fmla="*/ 214659 w 297469"/>
                <a:gd name="connsiteY5" fmla="*/ 9350 h 123686"/>
                <a:gd name="connsiteX6" fmla="*/ 244821 w 297469"/>
                <a:gd name="connsiteY6" fmla="*/ 22049 h 123686"/>
                <a:gd name="connsiteX7" fmla="*/ 286095 w 297469"/>
                <a:gd name="connsiteY7" fmla="*/ 47448 h 123686"/>
                <a:gd name="connsiteX8" fmla="*/ 297208 w 297469"/>
                <a:gd name="connsiteY8" fmla="*/ 71262 h 123686"/>
                <a:gd name="connsiteX9" fmla="*/ 278158 w 297469"/>
                <a:gd name="connsiteY9" fmla="*/ 79204 h 123686"/>
                <a:gd name="connsiteX10" fmla="*/ 233708 w 297469"/>
                <a:gd name="connsiteY10" fmla="*/ 104600 h 123686"/>
                <a:gd name="connsiteX11" fmla="*/ 168620 w 297469"/>
                <a:gd name="connsiteY11" fmla="*/ 123650 h 123686"/>
                <a:gd name="connsiteX12" fmla="*/ 82895 w 297469"/>
                <a:gd name="connsiteY12" fmla="*/ 112538 h 123686"/>
                <a:gd name="connsiteX13" fmla="*/ 24158 w 297469"/>
                <a:gd name="connsiteY13" fmla="*/ 88724 h 123686"/>
                <a:gd name="connsiteX14" fmla="*/ 345 w 297469"/>
                <a:gd name="connsiteY14" fmla="*/ 79200 h 123686"/>
                <a:gd name="connsiteX0" fmla="*/ 345 w 302119"/>
                <a:gd name="connsiteY0" fmla="*/ 79200 h 123686"/>
                <a:gd name="connsiteX1" fmla="*/ 43209 w 302119"/>
                <a:gd name="connsiteY1" fmla="*/ 41099 h 123686"/>
                <a:gd name="connsiteX2" fmla="*/ 79720 w 302119"/>
                <a:gd name="connsiteY2" fmla="*/ 20463 h 123686"/>
                <a:gd name="connsiteX3" fmla="*/ 135282 w 302119"/>
                <a:gd name="connsiteY3" fmla="*/ 1413 h 123686"/>
                <a:gd name="connsiteX4" fmla="*/ 182908 w 302119"/>
                <a:gd name="connsiteY4" fmla="*/ 3000 h 123686"/>
                <a:gd name="connsiteX5" fmla="*/ 214659 w 302119"/>
                <a:gd name="connsiteY5" fmla="*/ 9350 h 123686"/>
                <a:gd name="connsiteX6" fmla="*/ 244821 w 302119"/>
                <a:gd name="connsiteY6" fmla="*/ 22049 h 123686"/>
                <a:gd name="connsiteX7" fmla="*/ 286095 w 302119"/>
                <a:gd name="connsiteY7" fmla="*/ 47448 h 123686"/>
                <a:gd name="connsiteX8" fmla="*/ 301971 w 302119"/>
                <a:gd name="connsiteY8" fmla="*/ 77612 h 123686"/>
                <a:gd name="connsiteX9" fmla="*/ 278158 w 302119"/>
                <a:gd name="connsiteY9" fmla="*/ 79204 h 123686"/>
                <a:gd name="connsiteX10" fmla="*/ 233708 w 302119"/>
                <a:gd name="connsiteY10" fmla="*/ 104600 h 123686"/>
                <a:gd name="connsiteX11" fmla="*/ 168620 w 302119"/>
                <a:gd name="connsiteY11" fmla="*/ 123650 h 123686"/>
                <a:gd name="connsiteX12" fmla="*/ 82895 w 302119"/>
                <a:gd name="connsiteY12" fmla="*/ 112538 h 123686"/>
                <a:gd name="connsiteX13" fmla="*/ 24158 w 302119"/>
                <a:gd name="connsiteY13" fmla="*/ 88724 h 123686"/>
                <a:gd name="connsiteX14" fmla="*/ 345 w 302119"/>
                <a:gd name="connsiteY14" fmla="*/ 79200 h 123686"/>
                <a:gd name="connsiteX0" fmla="*/ 345 w 302119"/>
                <a:gd name="connsiteY0" fmla="*/ 79200 h 123686"/>
                <a:gd name="connsiteX1" fmla="*/ 43209 w 302119"/>
                <a:gd name="connsiteY1" fmla="*/ 41099 h 123686"/>
                <a:gd name="connsiteX2" fmla="*/ 79720 w 302119"/>
                <a:gd name="connsiteY2" fmla="*/ 20463 h 123686"/>
                <a:gd name="connsiteX3" fmla="*/ 135282 w 302119"/>
                <a:gd name="connsiteY3" fmla="*/ 1413 h 123686"/>
                <a:gd name="connsiteX4" fmla="*/ 182908 w 302119"/>
                <a:gd name="connsiteY4" fmla="*/ 3000 h 123686"/>
                <a:gd name="connsiteX5" fmla="*/ 222597 w 302119"/>
                <a:gd name="connsiteY5" fmla="*/ 10937 h 123686"/>
                <a:gd name="connsiteX6" fmla="*/ 244821 w 302119"/>
                <a:gd name="connsiteY6" fmla="*/ 22049 h 123686"/>
                <a:gd name="connsiteX7" fmla="*/ 286095 w 302119"/>
                <a:gd name="connsiteY7" fmla="*/ 47448 h 123686"/>
                <a:gd name="connsiteX8" fmla="*/ 301971 w 302119"/>
                <a:gd name="connsiteY8" fmla="*/ 77612 h 123686"/>
                <a:gd name="connsiteX9" fmla="*/ 278158 w 302119"/>
                <a:gd name="connsiteY9" fmla="*/ 79204 h 123686"/>
                <a:gd name="connsiteX10" fmla="*/ 233708 w 302119"/>
                <a:gd name="connsiteY10" fmla="*/ 104600 h 123686"/>
                <a:gd name="connsiteX11" fmla="*/ 168620 w 302119"/>
                <a:gd name="connsiteY11" fmla="*/ 123650 h 123686"/>
                <a:gd name="connsiteX12" fmla="*/ 82895 w 302119"/>
                <a:gd name="connsiteY12" fmla="*/ 112538 h 123686"/>
                <a:gd name="connsiteX13" fmla="*/ 24158 w 302119"/>
                <a:gd name="connsiteY13" fmla="*/ 88724 h 123686"/>
                <a:gd name="connsiteX14" fmla="*/ 345 w 302119"/>
                <a:gd name="connsiteY14" fmla="*/ 79200 h 123686"/>
                <a:gd name="connsiteX0" fmla="*/ 345 w 302119"/>
                <a:gd name="connsiteY0" fmla="*/ 83370 h 127856"/>
                <a:gd name="connsiteX1" fmla="*/ 43209 w 302119"/>
                <a:gd name="connsiteY1" fmla="*/ 45269 h 127856"/>
                <a:gd name="connsiteX2" fmla="*/ 79720 w 302119"/>
                <a:gd name="connsiteY2" fmla="*/ 24633 h 127856"/>
                <a:gd name="connsiteX3" fmla="*/ 135282 w 302119"/>
                <a:gd name="connsiteY3" fmla="*/ 5583 h 127856"/>
                <a:gd name="connsiteX4" fmla="*/ 178146 w 302119"/>
                <a:gd name="connsiteY4" fmla="*/ 820 h 127856"/>
                <a:gd name="connsiteX5" fmla="*/ 222597 w 302119"/>
                <a:gd name="connsiteY5" fmla="*/ 15107 h 127856"/>
                <a:gd name="connsiteX6" fmla="*/ 244821 w 302119"/>
                <a:gd name="connsiteY6" fmla="*/ 26219 h 127856"/>
                <a:gd name="connsiteX7" fmla="*/ 286095 w 302119"/>
                <a:gd name="connsiteY7" fmla="*/ 51618 h 127856"/>
                <a:gd name="connsiteX8" fmla="*/ 301971 w 302119"/>
                <a:gd name="connsiteY8" fmla="*/ 81782 h 127856"/>
                <a:gd name="connsiteX9" fmla="*/ 278158 w 302119"/>
                <a:gd name="connsiteY9" fmla="*/ 83374 h 127856"/>
                <a:gd name="connsiteX10" fmla="*/ 233708 w 302119"/>
                <a:gd name="connsiteY10" fmla="*/ 108770 h 127856"/>
                <a:gd name="connsiteX11" fmla="*/ 168620 w 302119"/>
                <a:gd name="connsiteY11" fmla="*/ 127820 h 127856"/>
                <a:gd name="connsiteX12" fmla="*/ 82895 w 302119"/>
                <a:gd name="connsiteY12" fmla="*/ 116708 h 127856"/>
                <a:gd name="connsiteX13" fmla="*/ 24158 w 302119"/>
                <a:gd name="connsiteY13" fmla="*/ 92894 h 127856"/>
                <a:gd name="connsiteX14" fmla="*/ 345 w 302119"/>
                <a:gd name="connsiteY14" fmla="*/ 83370 h 127856"/>
                <a:gd name="connsiteX0" fmla="*/ 345 w 302119"/>
                <a:gd name="connsiteY0" fmla="*/ 83370 h 127856"/>
                <a:gd name="connsiteX1" fmla="*/ 43209 w 302119"/>
                <a:gd name="connsiteY1" fmla="*/ 45269 h 127856"/>
                <a:gd name="connsiteX2" fmla="*/ 79720 w 302119"/>
                <a:gd name="connsiteY2" fmla="*/ 24633 h 127856"/>
                <a:gd name="connsiteX3" fmla="*/ 135282 w 302119"/>
                <a:gd name="connsiteY3" fmla="*/ 5583 h 127856"/>
                <a:gd name="connsiteX4" fmla="*/ 178146 w 302119"/>
                <a:gd name="connsiteY4" fmla="*/ 820 h 127856"/>
                <a:gd name="connsiteX5" fmla="*/ 227360 w 302119"/>
                <a:gd name="connsiteY5" fmla="*/ 10344 h 127856"/>
                <a:gd name="connsiteX6" fmla="*/ 244821 w 302119"/>
                <a:gd name="connsiteY6" fmla="*/ 26219 h 127856"/>
                <a:gd name="connsiteX7" fmla="*/ 286095 w 302119"/>
                <a:gd name="connsiteY7" fmla="*/ 51618 h 127856"/>
                <a:gd name="connsiteX8" fmla="*/ 301971 w 302119"/>
                <a:gd name="connsiteY8" fmla="*/ 81782 h 127856"/>
                <a:gd name="connsiteX9" fmla="*/ 278158 w 302119"/>
                <a:gd name="connsiteY9" fmla="*/ 83374 h 127856"/>
                <a:gd name="connsiteX10" fmla="*/ 233708 w 302119"/>
                <a:gd name="connsiteY10" fmla="*/ 108770 h 127856"/>
                <a:gd name="connsiteX11" fmla="*/ 168620 w 302119"/>
                <a:gd name="connsiteY11" fmla="*/ 127820 h 127856"/>
                <a:gd name="connsiteX12" fmla="*/ 82895 w 302119"/>
                <a:gd name="connsiteY12" fmla="*/ 116708 h 127856"/>
                <a:gd name="connsiteX13" fmla="*/ 24158 w 302119"/>
                <a:gd name="connsiteY13" fmla="*/ 92894 h 127856"/>
                <a:gd name="connsiteX14" fmla="*/ 345 w 302119"/>
                <a:gd name="connsiteY14" fmla="*/ 83370 h 127856"/>
                <a:gd name="connsiteX0" fmla="*/ 345 w 302108"/>
                <a:gd name="connsiteY0" fmla="*/ 83370 h 127856"/>
                <a:gd name="connsiteX1" fmla="*/ 43209 w 302108"/>
                <a:gd name="connsiteY1" fmla="*/ 45269 h 127856"/>
                <a:gd name="connsiteX2" fmla="*/ 79720 w 302108"/>
                <a:gd name="connsiteY2" fmla="*/ 24633 h 127856"/>
                <a:gd name="connsiteX3" fmla="*/ 135282 w 302108"/>
                <a:gd name="connsiteY3" fmla="*/ 5583 h 127856"/>
                <a:gd name="connsiteX4" fmla="*/ 178146 w 302108"/>
                <a:gd name="connsiteY4" fmla="*/ 820 h 127856"/>
                <a:gd name="connsiteX5" fmla="*/ 227360 w 302108"/>
                <a:gd name="connsiteY5" fmla="*/ 10344 h 127856"/>
                <a:gd name="connsiteX6" fmla="*/ 249583 w 302108"/>
                <a:gd name="connsiteY6" fmla="*/ 26219 h 127856"/>
                <a:gd name="connsiteX7" fmla="*/ 286095 w 302108"/>
                <a:gd name="connsiteY7" fmla="*/ 51618 h 127856"/>
                <a:gd name="connsiteX8" fmla="*/ 301971 w 302108"/>
                <a:gd name="connsiteY8" fmla="*/ 81782 h 127856"/>
                <a:gd name="connsiteX9" fmla="*/ 278158 w 302108"/>
                <a:gd name="connsiteY9" fmla="*/ 83374 h 127856"/>
                <a:gd name="connsiteX10" fmla="*/ 233708 w 302108"/>
                <a:gd name="connsiteY10" fmla="*/ 108770 h 127856"/>
                <a:gd name="connsiteX11" fmla="*/ 168620 w 302108"/>
                <a:gd name="connsiteY11" fmla="*/ 127820 h 127856"/>
                <a:gd name="connsiteX12" fmla="*/ 82895 w 302108"/>
                <a:gd name="connsiteY12" fmla="*/ 116708 h 127856"/>
                <a:gd name="connsiteX13" fmla="*/ 24158 w 302108"/>
                <a:gd name="connsiteY13" fmla="*/ 92894 h 127856"/>
                <a:gd name="connsiteX14" fmla="*/ 345 w 302108"/>
                <a:gd name="connsiteY14" fmla="*/ 83370 h 127856"/>
                <a:gd name="connsiteX0" fmla="*/ 345 w 300542"/>
                <a:gd name="connsiteY0" fmla="*/ 83370 h 127856"/>
                <a:gd name="connsiteX1" fmla="*/ 43209 w 300542"/>
                <a:gd name="connsiteY1" fmla="*/ 45269 h 127856"/>
                <a:gd name="connsiteX2" fmla="*/ 79720 w 300542"/>
                <a:gd name="connsiteY2" fmla="*/ 24633 h 127856"/>
                <a:gd name="connsiteX3" fmla="*/ 135282 w 300542"/>
                <a:gd name="connsiteY3" fmla="*/ 5583 h 127856"/>
                <a:gd name="connsiteX4" fmla="*/ 178146 w 300542"/>
                <a:gd name="connsiteY4" fmla="*/ 820 h 127856"/>
                <a:gd name="connsiteX5" fmla="*/ 227360 w 300542"/>
                <a:gd name="connsiteY5" fmla="*/ 10344 h 127856"/>
                <a:gd name="connsiteX6" fmla="*/ 249583 w 300542"/>
                <a:gd name="connsiteY6" fmla="*/ 26219 h 127856"/>
                <a:gd name="connsiteX7" fmla="*/ 286095 w 300542"/>
                <a:gd name="connsiteY7" fmla="*/ 51618 h 127856"/>
                <a:gd name="connsiteX8" fmla="*/ 300384 w 300542"/>
                <a:gd name="connsiteY8" fmla="*/ 77020 h 127856"/>
                <a:gd name="connsiteX9" fmla="*/ 278158 w 300542"/>
                <a:gd name="connsiteY9" fmla="*/ 83374 h 127856"/>
                <a:gd name="connsiteX10" fmla="*/ 233708 w 300542"/>
                <a:gd name="connsiteY10" fmla="*/ 108770 h 127856"/>
                <a:gd name="connsiteX11" fmla="*/ 168620 w 300542"/>
                <a:gd name="connsiteY11" fmla="*/ 127820 h 127856"/>
                <a:gd name="connsiteX12" fmla="*/ 82895 w 300542"/>
                <a:gd name="connsiteY12" fmla="*/ 116708 h 127856"/>
                <a:gd name="connsiteX13" fmla="*/ 24158 w 300542"/>
                <a:gd name="connsiteY13" fmla="*/ 92894 h 127856"/>
                <a:gd name="connsiteX14" fmla="*/ 345 w 300542"/>
                <a:gd name="connsiteY14" fmla="*/ 83370 h 127856"/>
                <a:gd name="connsiteX0" fmla="*/ 345 w 300429"/>
                <a:gd name="connsiteY0" fmla="*/ 83370 h 127856"/>
                <a:gd name="connsiteX1" fmla="*/ 43209 w 300429"/>
                <a:gd name="connsiteY1" fmla="*/ 45269 h 127856"/>
                <a:gd name="connsiteX2" fmla="*/ 79720 w 300429"/>
                <a:gd name="connsiteY2" fmla="*/ 24633 h 127856"/>
                <a:gd name="connsiteX3" fmla="*/ 135282 w 300429"/>
                <a:gd name="connsiteY3" fmla="*/ 5583 h 127856"/>
                <a:gd name="connsiteX4" fmla="*/ 178146 w 300429"/>
                <a:gd name="connsiteY4" fmla="*/ 820 h 127856"/>
                <a:gd name="connsiteX5" fmla="*/ 227360 w 300429"/>
                <a:gd name="connsiteY5" fmla="*/ 10344 h 127856"/>
                <a:gd name="connsiteX6" fmla="*/ 249583 w 300429"/>
                <a:gd name="connsiteY6" fmla="*/ 26219 h 127856"/>
                <a:gd name="connsiteX7" fmla="*/ 282920 w 300429"/>
                <a:gd name="connsiteY7" fmla="*/ 46856 h 127856"/>
                <a:gd name="connsiteX8" fmla="*/ 300384 w 300429"/>
                <a:gd name="connsiteY8" fmla="*/ 77020 h 127856"/>
                <a:gd name="connsiteX9" fmla="*/ 278158 w 300429"/>
                <a:gd name="connsiteY9" fmla="*/ 83374 h 127856"/>
                <a:gd name="connsiteX10" fmla="*/ 233708 w 300429"/>
                <a:gd name="connsiteY10" fmla="*/ 108770 h 127856"/>
                <a:gd name="connsiteX11" fmla="*/ 168620 w 300429"/>
                <a:gd name="connsiteY11" fmla="*/ 127820 h 127856"/>
                <a:gd name="connsiteX12" fmla="*/ 82895 w 300429"/>
                <a:gd name="connsiteY12" fmla="*/ 116708 h 127856"/>
                <a:gd name="connsiteX13" fmla="*/ 24158 w 300429"/>
                <a:gd name="connsiteY13" fmla="*/ 92894 h 127856"/>
                <a:gd name="connsiteX14" fmla="*/ 345 w 300429"/>
                <a:gd name="connsiteY14" fmla="*/ 83370 h 127856"/>
                <a:gd name="connsiteX0" fmla="*/ 345 w 300429"/>
                <a:gd name="connsiteY0" fmla="*/ 83370 h 127856"/>
                <a:gd name="connsiteX1" fmla="*/ 43209 w 300429"/>
                <a:gd name="connsiteY1" fmla="*/ 45269 h 127856"/>
                <a:gd name="connsiteX2" fmla="*/ 79720 w 300429"/>
                <a:gd name="connsiteY2" fmla="*/ 24633 h 127856"/>
                <a:gd name="connsiteX3" fmla="*/ 135282 w 300429"/>
                <a:gd name="connsiteY3" fmla="*/ 5583 h 127856"/>
                <a:gd name="connsiteX4" fmla="*/ 178146 w 300429"/>
                <a:gd name="connsiteY4" fmla="*/ 820 h 127856"/>
                <a:gd name="connsiteX5" fmla="*/ 227360 w 300429"/>
                <a:gd name="connsiteY5" fmla="*/ 10344 h 127856"/>
                <a:gd name="connsiteX6" fmla="*/ 249583 w 300429"/>
                <a:gd name="connsiteY6" fmla="*/ 23044 h 127856"/>
                <a:gd name="connsiteX7" fmla="*/ 282920 w 300429"/>
                <a:gd name="connsiteY7" fmla="*/ 46856 h 127856"/>
                <a:gd name="connsiteX8" fmla="*/ 300384 w 300429"/>
                <a:gd name="connsiteY8" fmla="*/ 77020 h 127856"/>
                <a:gd name="connsiteX9" fmla="*/ 278158 w 300429"/>
                <a:gd name="connsiteY9" fmla="*/ 83374 h 127856"/>
                <a:gd name="connsiteX10" fmla="*/ 233708 w 300429"/>
                <a:gd name="connsiteY10" fmla="*/ 108770 h 127856"/>
                <a:gd name="connsiteX11" fmla="*/ 168620 w 300429"/>
                <a:gd name="connsiteY11" fmla="*/ 127820 h 127856"/>
                <a:gd name="connsiteX12" fmla="*/ 82895 w 300429"/>
                <a:gd name="connsiteY12" fmla="*/ 116708 h 127856"/>
                <a:gd name="connsiteX13" fmla="*/ 24158 w 300429"/>
                <a:gd name="connsiteY13" fmla="*/ 92894 h 127856"/>
                <a:gd name="connsiteX14" fmla="*/ 345 w 300429"/>
                <a:gd name="connsiteY14" fmla="*/ 83370 h 127856"/>
                <a:gd name="connsiteX0" fmla="*/ 345 w 300429"/>
                <a:gd name="connsiteY0" fmla="*/ 83250 h 127736"/>
                <a:gd name="connsiteX1" fmla="*/ 43209 w 300429"/>
                <a:gd name="connsiteY1" fmla="*/ 45149 h 127736"/>
                <a:gd name="connsiteX2" fmla="*/ 81307 w 300429"/>
                <a:gd name="connsiteY2" fmla="*/ 18163 h 127736"/>
                <a:gd name="connsiteX3" fmla="*/ 135282 w 300429"/>
                <a:gd name="connsiteY3" fmla="*/ 5463 h 127736"/>
                <a:gd name="connsiteX4" fmla="*/ 178146 w 300429"/>
                <a:gd name="connsiteY4" fmla="*/ 700 h 127736"/>
                <a:gd name="connsiteX5" fmla="*/ 227360 w 300429"/>
                <a:gd name="connsiteY5" fmla="*/ 10224 h 127736"/>
                <a:gd name="connsiteX6" fmla="*/ 249583 w 300429"/>
                <a:gd name="connsiteY6" fmla="*/ 22924 h 127736"/>
                <a:gd name="connsiteX7" fmla="*/ 282920 w 300429"/>
                <a:gd name="connsiteY7" fmla="*/ 46736 h 127736"/>
                <a:gd name="connsiteX8" fmla="*/ 300384 w 300429"/>
                <a:gd name="connsiteY8" fmla="*/ 76900 h 127736"/>
                <a:gd name="connsiteX9" fmla="*/ 278158 w 300429"/>
                <a:gd name="connsiteY9" fmla="*/ 83254 h 127736"/>
                <a:gd name="connsiteX10" fmla="*/ 233708 w 300429"/>
                <a:gd name="connsiteY10" fmla="*/ 108650 h 127736"/>
                <a:gd name="connsiteX11" fmla="*/ 168620 w 300429"/>
                <a:gd name="connsiteY11" fmla="*/ 127700 h 127736"/>
                <a:gd name="connsiteX12" fmla="*/ 82895 w 300429"/>
                <a:gd name="connsiteY12" fmla="*/ 116588 h 127736"/>
                <a:gd name="connsiteX13" fmla="*/ 24158 w 300429"/>
                <a:gd name="connsiteY13" fmla="*/ 92774 h 127736"/>
                <a:gd name="connsiteX14" fmla="*/ 345 w 300429"/>
                <a:gd name="connsiteY14" fmla="*/ 83250 h 127736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861 h 128347"/>
                <a:gd name="connsiteX1" fmla="*/ 43209 w 300429"/>
                <a:gd name="connsiteY1" fmla="*/ 45760 h 128347"/>
                <a:gd name="connsiteX2" fmla="*/ 81307 w 300429"/>
                <a:gd name="connsiteY2" fmla="*/ 18774 h 128347"/>
                <a:gd name="connsiteX3" fmla="*/ 135282 w 300429"/>
                <a:gd name="connsiteY3" fmla="*/ 2899 h 128347"/>
                <a:gd name="connsiteX4" fmla="*/ 178146 w 300429"/>
                <a:gd name="connsiteY4" fmla="*/ 1311 h 128347"/>
                <a:gd name="connsiteX5" fmla="*/ 227360 w 300429"/>
                <a:gd name="connsiteY5" fmla="*/ 10835 h 128347"/>
                <a:gd name="connsiteX6" fmla="*/ 249583 w 300429"/>
                <a:gd name="connsiteY6" fmla="*/ 23535 h 128347"/>
                <a:gd name="connsiteX7" fmla="*/ 282920 w 300429"/>
                <a:gd name="connsiteY7" fmla="*/ 47347 h 128347"/>
                <a:gd name="connsiteX8" fmla="*/ 300384 w 300429"/>
                <a:gd name="connsiteY8" fmla="*/ 77511 h 128347"/>
                <a:gd name="connsiteX9" fmla="*/ 278158 w 300429"/>
                <a:gd name="connsiteY9" fmla="*/ 83865 h 128347"/>
                <a:gd name="connsiteX10" fmla="*/ 233708 w 300429"/>
                <a:gd name="connsiteY10" fmla="*/ 109261 h 128347"/>
                <a:gd name="connsiteX11" fmla="*/ 168620 w 300429"/>
                <a:gd name="connsiteY11" fmla="*/ 128311 h 128347"/>
                <a:gd name="connsiteX12" fmla="*/ 82895 w 300429"/>
                <a:gd name="connsiteY12" fmla="*/ 117199 h 128347"/>
                <a:gd name="connsiteX13" fmla="*/ 24158 w 300429"/>
                <a:gd name="connsiteY13" fmla="*/ 93385 h 128347"/>
                <a:gd name="connsiteX14" fmla="*/ 345 w 300429"/>
                <a:gd name="connsiteY14" fmla="*/ 83861 h 128347"/>
                <a:gd name="connsiteX0" fmla="*/ 345 w 300429"/>
                <a:gd name="connsiteY0" fmla="*/ 83509 h 127995"/>
                <a:gd name="connsiteX1" fmla="*/ 43209 w 300429"/>
                <a:gd name="connsiteY1" fmla="*/ 45408 h 127995"/>
                <a:gd name="connsiteX2" fmla="*/ 81307 w 300429"/>
                <a:gd name="connsiteY2" fmla="*/ 18422 h 127995"/>
                <a:gd name="connsiteX3" fmla="*/ 135282 w 300429"/>
                <a:gd name="connsiteY3" fmla="*/ 2547 h 127995"/>
                <a:gd name="connsiteX4" fmla="*/ 178146 w 300429"/>
                <a:gd name="connsiteY4" fmla="*/ 959 h 127995"/>
                <a:gd name="connsiteX5" fmla="*/ 227360 w 300429"/>
                <a:gd name="connsiteY5" fmla="*/ 10483 h 127995"/>
                <a:gd name="connsiteX6" fmla="*/ 249583 w 300429"/>
                <a:gd name="connsiteY6" fmla="*/ 23183 h 127995"/>
                <a:gd name="connsiteX7" fmla="*/ 282920 w 300429"/>
                <a:gd name="connsiteY7" fmla="*/ 46995 h 127995"/>
                <a:gd name="connsiteX8" fmla="*/ 300384 w 300429"/>
                <a:gd name="connsiteY8" fmla="*/ 77159 h 127995"/>
                <a:gd name="connsiteX9" fmla="*/ 278158 w 300429"/>
                <a:gd name="connsiteY9" fmla="*/ 83513 h 127995"/>
                <a:gd name="connsiteX10" fmla="*/ 233708 w 300429"/>
                <a:gd name="connsiteY10" fmla="*/ 108909 h 127995"/>
                <a:gd name="connsiteX11" fmla="*/ 168620 w 300429"/>
                <a:gd name="connsiteY11" fmla="*/ 127959 h 127995"/>
                <a:gd name="connsiteX12" fmla="*/ 82895 w 300429"/>
                <a:gd name="connsiteY12" fmla="*/ 116847 h 127995"/>
                <a:gd name="connsiteX13" fmla="*/ 24158 w 300429"/>
                <a:gd name="connsiteY13" fmla="*/ 93033 h 127995"/>
                <a:gd name="connsiteX14" fmla="*/ 345 w 300429"/>
                <a:gd name="connsiteY14" fmla="*/ 83509 h 127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0429" h="127995">
                  <a:moveTo>
                    <a:pt x="345" y="83509"/>
                  </a:moveTo>
                  <a:cubicBezTo>
                    <a:pt x="3520" y="75572"/>
                    <a:pt x="29715" y="56256"/>
                    <a:pt x="43209" y="45408"/>
                  </a:cubicBezTo>
                  <a:cubicBezTo>
                    <a:pt x="56703" y="34560"/>
                    <a:pt x="42942" y="41440"/>
                    <a:pt x="81307" y="18422"/>
                  </a:cubicBezTo>
                  <a:cubicBezTo>
                    <a:pt x="124434" y="-3009"/>
                    <a:pt x="122317" y="3869"/>
                    <a:pt x="135282" y="2547"/>
                  </a:cubicBezTo>
                  <a:cubicBezTo>
                    <a:pt x="148247" y="1225"/>
                    <a:pt x="126024" y="-1423"/>
                    <a:pt x="178146" y="959"/>
                  </a:cubicBezTo>
                  <a:cubicBezTo>
                    <a:pt x="193756" y="1753"/>
                    <a:pt x="215454" y="6779"/>
                    <a:pt x="227360" y="10483"/>
                  </a:cubicBezTo>
                  <a:cubicBezTo>
                    <a:pt x="239266" y="14187"/>
                    <a:pt x="240323" y="17098"/>
                    <a:pt x="249583" y="23183"/>
                  </a:cubicBezTo>
                  <a:cubicBezTo>
                    <a:pt x="258843" y="29268"/>
                    <a:pt x="274453" y="37999"/>
                    <a:pt x="282920" y="46995"/>
                  </a:cubicBezTo>
                  <a:cubicBezTo>
                    <a:pt x="291387" y="55991"/>
                    <a:pt x="301178" y="71073"/>
                    <a:pt x="300384" y="77159"/>
                  </a:cubicBezTo>
                  <a:cubicBezTo>
                    <a:pt x="299590" y="83245"/>
                    <a:pt x="288741" y="77957"/>
                    <a:pt x="278158" y="83513"/>
                  </a:cubicBezTo>
                  <a:cubicBezTo>
                    <a:pt x="267575" y="89069"/>
                    <a:pt x="251964" y="101501"/>
                    <a:pt x="233708" y="108909"/>
                  </a:cubicBezTo>
                  <a:cubicBezTo>
                    <a:pt x="215452" y="116317"/>
                    <a:pt x="198518" y="128753"/>
                    <a:pt x="168620" y="127959"/>
                  </a:cubicBezTo>
                  <a:cubicBezTo>
                    <a:pt x="138722" y="127165"/>
                    <a:pt x="106972" y="122668"/>
                    <a:pt x="82895" y="116847"/>
                  </a:cubicBezTo>
                  <a:cubicBezTo>
                    <a:pt x="58818" y="111026"/>
                    <a:pt x="31566" y="97266"/>
                    <a:pt x="24158" y="93033"/>
                  </a:cubicBezTo>
                  <a:cubicBezTo>
                    <a:pt x="16750" y="88800"/>
                    <a:pt x="-2830" y="91447"/>
                    <a:pt x="345" y="83509"/>
                  </a:cubicBez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FCF7254-4DDF-4B16-9120-1A96E114B5A4}"/>
                </a:ext>
              </a:extLst>
            </p:cNvPr>
            <p:cNvSpPr/>
            <p:nvPr/>
          </p:nvSpPr>
          <p:spPr>
            <a:xfrm flipH="1">
              <a:off x="3935918" y="2911732"/>
              <a:ext cx="272201" cy="244928"/>
            </a:xfrm>
            <a:custGeom>
              <a:avLst/>
              <a:gdLst>
                <a:gd name="connsiteX0" fmla="*/ 13527 w 147543"/>
                <a:gd name="connsiteY0" fmla="*/ 8840 h 124154"/>
                <a:gd name="connsiteX1" fmla="*/ 827 w 147543"/>
                <a:gd name="connsiteY1" fmla="*/ 58053 h 124154"/>
                <a:gd name="connsiteX2" fmla="*/ 19877 w 147543"/>
                <a:gd name="connsiteY2" fmla="*/ 118378 h 124154"/>
                <a:gd name="connsiteX3" fmla="*/ 78615 w 147543"/>
                <a:gd name="connsiteY3" fmla="*/ 121553 h 124154"/>
                <a:gd name="connsiteX4" fmla="*/ 126240 w 147543"/>
                <a:gd name="connsiteY4" fmla="*/ 116790 h 124154"/>
                <a:gd name="connsiteX5" fmla="*/ 143702 w 147543"/>
                <a:gd name="connsiteY5" fmla="*/ 91390 h 124154"/>
                <a:gd name="connsiteX6" fmla="*/ 146877 w 147543"/>
                <a:gd name="connsiteY6" fmla="*/ 37415 h 124154"/>
                <a:gd name="connsiteX7" fmla="*/ 134177 w 147543"/>
                <a:gd name="connsiteY7" fmla="*/ 8840 h 124154"/>
                <a:gd name="connsiteX8" fmla="*/ 99252 w 147543"/>
                <a:gd name="connsiteY8" fmla="*/ 903 h 124154"/>
                <a:gd name="connsiteX9" fmla="*/ 13527 w 147543"/>
                <a:gd name="connsiteY9" fmla="*/ 8840 h 124154"/>
                <a:gd name="connsiteX0" fmla="*/ 13527 w 147543"/>
                <a:gd name="connsiteY0" fmla="*/ 8840 h 137082"/>
                <a:gd name="connsiteX1" fmla="*/ 827 w 147543"/>
                <a:gd name="connsiteY1" fmla="*/ 58053 h 137082"/>
                <a:gd name="connsiteX2" fmla="*/ 19877 w 147543"/>
                <a:gd name="connsiteY2" fmla="*/ 118378 h 137082"/>
                <a:gd name="connsiteX3" fmla="*/ 84762 w 147543"/>
                <a:gd name="connsiteY3" fmla="*/ 137074 h 137082"/>
                <a:gd name="connsiteX4" fmla="*/ 126240 w 147543"/>
                <a:gd name="connsiteY4" fmla="*/ 116790 h 137082"/>
                <a:gd name="connsiteX5" fmla="*/ 143702 w 147543"/>
                <a:gd name="connsiteY5" fmla="*/ 91390 h 137082"/>
                <a:gd name="connsiteX6" fmla="*/ 146877 w 147543"/>
                <a:gd name="connsiteY6" fmla="*/ 37415 h 137082"/>
                <a:gd name="connsiteX7" fmla="*/ 134177 w 147543"/>
                <a:gd name="connsiteY7" fmla="*/ 8840 h 137082"/>
                <a:gd name="connsiteX8" fmla="*/ 99252 w 147543"/>
                <a:gd name="connsiteY8" fmla="*/ 903 h 137082"/>
                <a:gd name="connsiteX9" fmla="*/ 13527 w 147543"/>
                <a:gd name="connsiteY9" fmla="*/ 8840 h 137082"/>
                <a:gd name="connsiteX0" fmla="*/ 13527 w 147543"/>
                <a:gd name="connsiteY0" fmla="*/ 4221 h 141776"/>
                <a:gd name="connsiteX1" fmla="*/ 827 w 147543"/>
                <a:gd name="connsiteY1" fmla="*/ 62747 h 141776"/>
                <a:gd name="connsiteX2" fmla="*/ 19877 w 147543"/>
                <a:gd name="connsiteY2" fmla="*/ 123072 h 141776"/>
                <a:gd name="connsiteX3" fmla="*/ 84762 w 147543"/>
                <a:gd name="connsiteY3" fmla="*/ 141768 h 141776"/>
                <a:gd name="connsiteX4" fmla="*/ 126240 w 147543"/>
                <a:gd name="connsiteY4" fmla="*/ 121484 h 141776"/>
                <a:gd name="connsiteX5" fmla="*/ 143702 w 147543"/>
                <a:gd name="connsiteY5" fmla="*/ 96084 h 141776"/>
                <a:gd name="connsiteX6" fmla="*/ 146877 w 147543"/>
                <a:gd name="connsiteY6" fmla="*/ 42109 h 141776"/>
                <a:gd name="connsiteX7" fmla="*/ 134177 w 147543"/>
                <a:gd name="connsiteY7" fmla="*/ 13534 h 141776"/>
                <a:gd name="connsiteX8" fmla="*/ 99252 w 147543"/>
                <a:gd name="connsiteY8" fmla="*/ 5597 h 141776"/>
                <a:gd name="connsiteX9" fmla="*/ 13527 w 147543"/>
                <a:gd name="connsiteY9" fmla="*/ 4221 h 141776"/>
                <a:gd name="connsiteX0" fmla="*/ 21951 w 146745"/>
                <a:gd name="connsiteY0" fmla="*/ 11110 h 136249"/>
                <a:gd name="connsiteX1" fmla="*/ 29 w 146745"/>
                <a:gd name="connsiteY1" fmla="*/ 57220 h 136249"/>
                <a:gd name="connsiteX2" fmla="*/ 19079 w 146745"/>
                <a:gd name="connsiteY2" fmla="*/ 117545 h 136249"/>
                <a:gd name="connsiteX3" fmla="*/ 83964 w 146745"/>
                <a:gd name="connsiteY3" fmla="*/ 136241 h 136249"/>
                <a:gd name="connsiteX4" fmla="*/ 125442 w 146745"/>
                <a:gd name="connsiteY4" fmla="*/ 115957 h 136249"/>
                <a:gd name="connsiteX5" fmla="*/ 142904 w 146745"/>
                <a:gd name="connsiteY5" fmla="*/ 90557 h 136249"/>
                <a:gd name="connsiteX6" fmla="*/ 146079 w 146745"/>
                <a:gd name="connsiteY6" fmla="*/ 36582 h 136249"/>
                <a:gd name="connsiteX7" fmla="*/ 133379 w 146745"/>
                <a:gd name="connsiteY7" fmla="*/ 8007 h 136249"/>
                <a:gd name="connsiteX8" fmla="*/ 98454 w 146745"/>
                <a:gd name="connsiteY8" fmla="*/ 70 h 136249"/>
                <a:gd name="connsiteX9" fmla="*/ 21951 w 146745"/>
                <a:gd name="connsiteY9" fmla="*/ 11110 h 136249"/>
                <a:gd name="connsiteX0" fmla="*/ 18850 w 146718"/>
                <a:gd name="connsiteY0" fmla="*/ 5021 h 139471"/>
                <a:gd name="connsiteX1" fmla="*/ 2 w 146718"/>
                <a:gd name="connsiteY1" fmla="*/ 60442 h 139471"/>
                <a:gd name="connsiteX2" fmla="*/ 19052 w 146718"/>
                <a:gd name="connsiteY2" fmla="*/ 120767 h 139471"/>
                <a:gd name="connsiteX3" fmla="*/ 83937 w 146718"/>
                <a:gd name="connsiteY3" fmla="*/ 139463 h 139471"/>
                <a:gd name="connsiteX4" fmla="*/ 125415 w 146718"/>
                <a:gd name="connsiteY4" fmla="*/ 119179 h 139471"/>
                <a:gd name="connsiteX5" fmla="*/ 142877 w 146718"/>
                <a:gd name="connsiteY5" fmla="*/ 93779 h 139471"/>
                <a:gd name="connsiteX6" fmla="*/ 146052 w 146718"/>
                <a:gd name="connsiteY6" fmla="*/ 39804 h 139471"/>
                <a:gd name="connsiteX7" fmla="*/ 133352 w 146718"/>
                <a:gd name="connsiteY7" fmla="*/ 11229 h 139471"/>
                <a:gd name="connsiteX8" fmla="*/ 98427 w 146718"/>
                <a:gd name="connsiteY8" fmla="*/ 3292 h 139471"/>
                <a:gd name="connsiteX9" fmla="*/ 18850 w 146718"/>
                <a:gd name="connsiteY9" fmla="*/ 5021 h 139471"/>
                <a:gd name="connsiteX0" fmla="*/ 18848 w 146493"/>
                <a:gd name="connsiteY0" fmla="*/ 4734 h 139184"/>
                <a:gd name="connsiteX1" fmla="*/ 0 w 146493"/>
                <a:gd name="connsiteY1" fmla="*/ 60155 h 139184"/>
                <a:gd name="connsiteX2" fmla="*/ 19050 w 146493"/>
                <a:gd name="connsiteY2" fmla="*/ 120480 h 139184"/>
                <a:gd name="connsiteX3" fmla="*/ 83935 w 146493"/>
                <a:gd name="connsiteY3" fmla="*/ 139176 h 139184"/>
                <a:gd name="connsiteX4" fmla="*/ 125413 w 146493"/>
                <a:gd name="connsiteY4" fmla="*/ 118892 h 139184"/>
                <a:gd name="connsiteX5" fmla="*/ 142875 w 146493"/>
                <a:gd name="connsiteY5" fmla="*/ 93492 h 139184"/>
                <a:gd name="connsiteX6" fmla="*/ 146050 w 146493"/>
                <a:gd name="connsiteY6" fmla="*/ 39517 h 139184"/>
                <a:gd name="connsiteX7" fmla="*/ 136423 w 146493"/>
                <a:gd name="connsiteY7" fmla="*/ 4734 h 139184"/>
                <a:gd name="connsiteX8" fmla="*/ 98425 w 146493"/>
                <a:gd name="connsiteY8" fmla="*/ 3005 h 139184"/>
                <a:gd name="connsiteX9" fmla="*/ 18848 w 146493"/>
                <a:gd name="connsiteY9" fmla="*/ 4734 h 139184"/>
                <a:gd name="connsiteX0" fmla="*/ 18848 w 146493"/>
                <a:gd name="connsiteY0" fmla="*/ 4734 h 139786"/>
                <a:gd name="connsiteX1" fmla="*/ 0 w 146493"/>
                <a:gd name="connsiteY1" fmla="*/ 60155 h 139786"/>
                <a:gd name="connsiteX2" fmla="*/ 19050 w 146493"/>
                <a:gd name="connsiteY2" fmla="*/ 120480 h 139786"/>
                <a:gd name="connsiteX3" fmla="*/ 83935 w 146493"/>
                <a:gd name="connsiteY3" fmla="*/ 139176 h 139786"/>
                <a:gd name="connsiteX4" fmla="*/ 125413 w 146493"/>
                <a:gd name="connsiteY4" fmla="*/ 131307 h 139786"/>
                <a:gd name="connsiteX5" fmla="*/ 142875 w 146493"/>
                <a:gd name="connsiteY5" fmla="*/ 93492 h 139786"/>
                <a:gd name="connsiteX6" fmla="*/ 146050 w 146493"/>
                <a:gd name="connsiteY6" fmla="*/ 39517 h 139786"/>
                <a:gd name="connsiteX7" fmla="*/ 136423 w 146493"/>
                <a:gd name="connsiteY7" fmla="*/ 4734 h 139786"/>
                <a:gd name="connsiteX8" fmla="*/ 98425 w 146493"/>
                <a:gd name="connsiteY8" fmla="*/ 3005 h 139786"/>
                <a:gd name="connsiteX9" fmla="*/ 18848 w 146493"/>
                <a:gd name="connsiteY9" fmla="*/ 4734 h 139786"/>
                <a:gd name="connsiteX0" fmla="*/ 21485 w 149130"/>
                <a:gd name="connsiteY0" fmla="*/ 4734 h 139569"/>
                <a:gd name="connsiteX1" fmla="*/ 2637 w 149130"/>
                <a:gd name="connsiteY1" fmla="*/ 60155 h 139569"/>
                <a:gd name="connsiteX2" fmla="*/ 9393 w 149130"/>
                <a:gd name="connsiteY2" fmla="*/ 129793 h 139569"/>
                <a:gd name="connsiteX3" fmla="*/ 86572 w 149130"/>
                <a:gd name="connsiteY3" fmla="*/ 139176 h 139569"/>
                <a:gd name="connsiteX4" fmla="*/ 128050 w 149130"/>
                <a:gd name="connsiteY4" fmla="*/ 131307 h 139569"/>
                <a:gd name="connsiteX5" fmla="*/ 145512 w 149130"/>
                <a:gd name="connsiteY5" fmla="*/ 93492 h 139569"/>
                <a:gd name="connsiteX6" fmla="*/ 148687 w 149130"/>
                <a:gd name="connsiteY6" fmla="*/ 39517 h 139569"/>
                <a:gd name="connsiteX7" fmla="*/ 139060 w 149130"/>
                <a:gd name="connsiteY7" fmla="*/ 4734 h 139569"/>
                <a:gd name="connsiteX8" fmla="*/ 101062 w 149130"/>
                <a:gd name="connsiteY8" fmla="*/ 3005 h 139569"/>
                <a:gd name="connsiteX9" fmla="*/ 21485 w 149130"/>
                <a:gd name="connsiteY9" fmla="*/ 4734 h 139569"/>
                <a:gd name="connsiteX0" fmla="*/ 25946 w 153591"/>
                <a:gd name="connsiteY0" fmla="*/ 4734 h 139569"/>
                <a:gd name="connsiteX1" fmla="*/ 951 w 153591"/>
                <a:gd name="connsiteY1" fmla="*/ 60155 h 139569"/>
                <a:gd name="connsiteX2" fmla="*/ 13854 w 153591"/>
                <a:gd name="connsiteY2" fmla="*/ 129793 h 139569"/>
                <a:gd name="connsiteX3" fmla="*/ 91033 w 153591"/>
                <a:gd name="connsiteY3" fmla="*/ 139176 h 139569"/>
                <a:gd name="connsiteX4" fmla="*/ 132511 w 153591"/>
                <a:gd name="connsiteY4" fmla="*/ 131307 h 139569"/>
                <a:gd name="connsiteX5" fmla="*/ 149973 w 153591"/>
                <a:gd name="connsiteY5" fmla="*/ 93492 h 139569"/>
                <a:gd name="connsiteX6" fmla="*/ 153148 w 153591"/>
                <a:gd name="connsiteY6" fmla="*/ 39517 h 139569"/>
                <a:gd name="connsiteX7" fmla="*/ 143521 w 153591"/>
                <a:gd name="connsiteY7" fmla="*/ 4734 h 139569"/>
                <a:gd name="connsiteX8" fmla="*/ 105523 w 153591"/>
                <a:gd name="connsiteY8" fmla="*/ 3005 h 139569"/>
                <a:gd name="connsiteX9" fmla="*/ 25946 w 153591"/>
                <a:gd name="connsiteY9" fmla="*/ 4734 h 139569"/>
                <a:gd name="connsiteX0" fmla="*/ 25948 w 156424"/>
                <a:gd name="connsiteY0" fmla="*/ 4734 h 139569"/>
                <a:gd name="connsiteX1" fmla="*/ 953 w 156424"/>
                <a:gd name="connsiteY1" fmla="*/ 60155 h 139569"/>
                <a:gd name="connsiteX2" fmla="*/ 13856 w 156424"/>
                <a:gd name="connsiteY2" fmla="*/ 129793 h 139569"/>
                <a:gd name="connsiteX3" fmla="*/ 91035 w 156424"/>
                <a:gd name="connsiteY3" fmla="*/ 139176 h 139569"/>
                <a:gd name="connsiteX4" fmla="*/ 132513 w 156424"/>
                <a:gd name="connsiteY4" fmla="*/ 131307 h 139569"/>
                <a:gd name="connsiteX5" fmla="*/ 149975 w 156424"/>
                <a:gd name="connsiteY5" fmla="*/ 93492 h 139569"/>
                <a:gd name="connsiteX6" fmla="*/ 156222 w 156424"/>
                <a:gd name="connsiteY6" fmla="*/ 58139 h 139569"/>
                <a:gd name="connsiteX7" fmla="*/ 143523 w 156424"/>
                <a:gd name="connsiteY7" fmla="*/ 4734 h 139569"/>
                <a:gd name="connsiteX8" fmla="*/ 105525 w 156424"/>
                <a:gd name="connsiteY8" fmla="*/ 3005 h 139569"/>
                <a:gd name="connsiteX9" fmla="*/ 25948 w 156424"/>
                <a:gd name="connsiteY9" fmla="*/ 4734 h 139569"/>
                <a:gd name="connsiteX0" fmla="*/ 26319 w 156795"/>
                <a:gd name="connsiteY0" fmla="*/ 4734 h 139491"/>
                <a:gd name="connsiteX1" fmla="*/ 1324 w 156795"/>
                <a:gd name="connsiteY1" fmla="*/ 60155 h 139491"/>
                <a:gd name="connsiteX2" fmla="*/ 12923 w 156795"/>
                <a:gd name="connsiteY2" fmla="*/ 125021 h 139491"/>
                <a:gd name="connsiteX3" fmla="*/ 91406 w 156795"/>
                <a:gd name="connsiteY3" fmla="*/ 139176 h 139491"/>
                <a:gd name="connsiteX4" fmla="*/ 132884 w 156795"/>
                <a:gd name="connsiteY4" fmla="*/ 131307 h 139491"/>
                <a:gd name="connsiteX5" fmla="*/ 150346 w 156795"/>
                <a:gd name="connsiteY5" fmla="*/ 93492 h 139491"/>
                <a:gd name="connsiteX6" fmla="*/ 156593 w 156795"/>
                <a:gd name="connsiteY6" fmla="*/ 58139 h 139491"/>
                <a:gd name="connsiteX7" fmla="*/ 143894 w 156795"/>
                <a:gd name="connsiteY7" fmla="*/ 4734 h 139491"/>
                <a:gd name="connsiteX8" fmla="*/ 105896 w 156795"/>
                <a:gd name="connsiteY8" fmla="*/ 3005 h 139491"/>
                <a:gd name="connsiteX9" fmla="*/ 26319 w 156795"/>
                <a:gd name="connsiteY9" fmla="*/ 4734 h 139491"/>
                <a:gd name="connsiteX0" fmla="*/ 25999 w 156475"/>
                <a:gd name="connsiteY0" fmla="*/ 4734 h 139491"/>
                <a:gd name="connsiteX1" fmla="*/ 1004 w 156475"/>
                <a:gd name="connsiteY1" fmla="*/ 60155 h 139491"/>
                <a:gd name="connsiteX2" fmla="*/ 12603 w 156475"/>
                <a:gd name="connsiteY2" fmla="*/ 125021 h 139491"/>
                <a:gd name="connsiteX3" fmla="*/ 80658 w 156475"/>
                <a:gd name="connsiteY3" fmla="*/ 139176 h 139491"/>
                <a:gd name="connsiteX4" fmla="*/ 132564 w 156475"/>
                <a:gd name="connsiteY4" fmla="*/ 131307 h 139491"/>
                <a:gd name="connsiteX5" fmla="*/ 150026 w 156475"/>
                <a:gd name="connsiteY5" fmla="*/ 93492 h 139491"/>
                <a:gd name="connsiteX6" fmla="*/ 156273 w 156475"/>
                <a:gd name="connsiteY6" fmla="*/ 58139 h 139491"/>
                <a:gd name="connsiteX7" fmla="*/ 143574 w 156475"/>
                <a:gd name="connsiteY7" fmla="*/ 4734 h 139491"/>
                <a:gd name="connsiteX8" fmla="*/ 105576 w 156475"/>
                <a:gd name="connsiteY8" fmla="*/ 3005 h 139491"/>
                <a:gd name="connsiteX9" fmla="*/ 25999 w 156475"/>
                <a:gd name="connsiteY9" fmla="*/ 4734 h 139491"/>
                <a:gd name="connsiteX0" fmla="*/ 25999 w 156466"/>
                <a:gd name="connsiteY0" fmla="*/ 4734 h 139208"/>
                <a:gd name="connsiteX1" fmla="*/ 1004 w 156466"/>
                <a:gd name="connsiteY1" fmla="*/ 60155 h 139208"/>
                <a:gd name="connsiteX2" fmla="*/ 12603 w 156466"/>
                <a:gd name="connsiteY2" fmla="*/ 125021 h 139208"/>
                <a:gd name="connsiteX3" fmla="*/ 80658 w 156466"/>
                <a:gd name="connsiteY3" fmla="*/ 139176 h 139208"/>
                <a:gd name="connsiteX4" fmla="*/ 133867 w 156466"/>
                <a:gd name="connsiteY4" fmla="*/ 127728 h 139208"/>
                <a:gd name="connsiteX5" fmla="*/ 150026 w 156466"/>
                <a:gd name="connsiteY5" fmla="*/ 93492 h 139208"/>
                <a:gd name="connsiteX6" fmla="*/ 156273 w 156466"/>
                <a:gd name="connsiteY6" fmla="*/ 58139 h 139208"/>
                <a:gd name="connsiteX7" fmla="*/ 143574 w 156466"/>
                <a:gd name="connsiteY7" fmla="*/ 4734 h 139208"/>
                <a:gd name="connsiteX8" fmla="*/ 105576 w 156466"/>
                <a:gd name="connsiteY8" fmla="*/ 3005 h 139208"/>
                <a:gd name="connsiteX9" fmla="*/ 25999 w 156466"/>
                <a:gd name="connsiteY9" fmla="*/ 4734 h 139208"/>
                <a:gd name="connsiteX0" fmla="*/ 25999 w 156466"/>
                <a:gd name="connsiteY0" fmla="*/ 10093 h 144567"/>
                <a:gd name="connsiteX1" fmla="*/ 1004 w 156466"/>
                <a:gd name="connsiteY1" fmla="*/ 65514 h 144567"/>
                <a:gd name="connsiteX2" fmla="*/ 12603 w 156466"/>
                <a:gd name="connsiteY2" fmla="*/ 130380 h 144567"/>
                <a:gd name="connsiteX3" fmla="*/ 80658 w 156466"/>
                <a:gd name="connsiteY3" fmla="*/ 144535 h 144567"/>
                <a:gd name="connsiteX4" fmla="*/ 133867 w 156466"/>
                <a:gd name="connsiteY4" fmla="*/ 133087 h 144567"/>
                <a:gd name="connsiteX5" fmla="*/ 150026 w 156466"/>
                <a:gd name="connsiteY5" fmla="*/ 98851 h 144567"/>
                <a:gd name="connsiteX6" fmla="*/ 156273 w 156466"/>
                <a:gd name="connsiteY6" fmla="*/ 63498 h 144567"/>
                <a:gd name="connsiteX7" fmla="*/ 143574 w 156466"/>
                <a:gd name="connsiteY7" fmla="*/ 10093 h 144567"/>
                <a:gd name="connsiteX8" fmla="*/ 89934 w 156466"/>
                <a:gd name="connsiteY8" fmla="*/ 14 h 144567"/>
                <a:gd name="connsiteX9" fmla="*/ 25999 w 156466"/>
                <a:gd name="connsiteY9" fmla="*/ 10093 h 144567"/>
                <a:gd name="connsiteX0" fmla="*/ 25999 w 156530"/>
                <a:gd name="connsiteY0" fmla="*/ 10232 h 144706"/>
                <a:gd name="connsiteX1" fmla="*/ 1004 w 156530"/>
                <a:gd name="connsiteY1" fmla="*/ 65653 h 144706"/>
                <a:gd name="connsiteX2" fmla="*/ 12603 w 156530"/>
                <a:gd name="connsiteY2" fmla="*/ 130519 h 144706"/>
                <a:gd name="connsiteX3" fmla="*/ 80658 w 156530"/>
                <a:gd name="connsiteY3" fmla="*/ 144674 h 144706"/>
                <a:gd name="connsiteX4" fmla="*/ 133867 w 156530"/>
                <a:gd name="connsiteY4" fmla="*/ 133226 h 144706"/>
                <a:gd name="connsiteX5" fmla="*/ 150026 w 156530"/>
                <a:gd name="connsiteY5" fmla="*/ 98990 h 144706"/>
                <a:gd name="connsiteX6" fmla="*/ 156273 w 156530"/>
                <a:gd name="connsiteY6" fmla="*/ 63637 h 144706"/>
                <a:gd name="connsiteX7" fmla="*/ 142270 w 156530"/>
                <a:gd name="connsiteY7" fmla="*/ 12618 h 144706"/>
                <a:gd name="connsiteX8" fmla="*/ 89934 w 156530"/>
                <a:gd name="connsiteY8" fmla="*/ 153 h 144706"/>
                <a:gd name="connsiteX9" fmla="*/ 25999 w 156530"/>
                <a:gd name="connsiteY9" fmla="*/ 10232 h 144706"/>
                <a:gd name="connsiteX0" fmla="*/ 25999 w 156530"/>
                <a:gd name="connsiteY0" fmla="*/ 10232 h 144706"/>
                <a:gd name="connsiteX1" fmla="*/ 1004 w 156530"/>
                <a:gd name="connsiteY1" fmla="*/ 65653 h 144706"/>
                <a:gd name="connsiteX2" fmla="*/ 12603 w 156530"/>
                <a:gd name="connsiteY2" fmla="*/ 130519 h 144706"/>
                <a:gd name="connsiteX3" fmla="*/ 80658 w 156530"/>
                <a:gd name="connsiteY3" fmla="*/ 144674 h 144706"/>
                <a:gd name="connsiteX4" fmla="*/ 133867 w 156530"/>
                <a:gd name="connsiteY4" fmla="*/ 133226 h 144706"/>
                <a:gd name="connsiteX5" fmla="*/ 150026 w 156530"/>
                <a:gd name="connsiteY5" fmla="*/ 98990 h 144706"/>
                <a:gd name="connsiteX6" fmla="*/ 156273 w 156530"/>
                <a:gd name="connsiteY6" fmla="*/ 63637 h 144706"/>
                <a:gd name="connsiteX7" fmla="*/ 142270 w 156530"/>
                <a:gd name="connsiteY7" fmla="*/ 12618 h 144706"/>
                <a:gd name="connsiteX8" fmla="*/ 89934 w 156530"/>
                <a:gd name="connsiteY8" fmla="*/ 153 h 144706"/>
                <a:gd name="connsiteX9" fmla="*/ 25999 w 156530"/>
                <a:gd name="connsiteY9" fmla="*/ 10232 h 144706"/>
                <a:gd name="connsiteX0" fmla="*/ 25999 w 156961"/>
                <a:gd name="connsiteY0" fmla="*/ 10232 h 144702"/>
                <a:gd name="connsiteX1" fmla="*/ 1004 w 156961"/>
                <a:gd name="connsiteY1" fmla="*/ 65653 h 144702"/>
                <a:gd name="connsiteX2" fmla="*/ 12603 w 156961"/>
                <a:gd name="connsiteY2" fmla="*/ 130519 h 144702"/>
                <a:gd name="connsiteX3" fmla="*/ 80658 w 156961"/>
                <a:gd name="connsiteY3" fmla="*/ 144674 h 144702"/>
                <a:gd name="connsiteX4" fmla="*/ 133867 w 156961"/>
                <a:gd name="connsiteY4" fmla="*/ 133226 h 144702"/>
                <a:gd name="connsiteX5" fmla="*/ 152633 w 156961"/>
                <a:gd name="connsiteY5" fmla="*/ 102569 h 144702"/>
                <a:gd name="connsiteX6" fmla="*/ 156273 w 156961"/>
                <a:gd name="connsiteY6" fmla="*/ 63637 h 144702"/>
                <a:gd name="connsiteX7" fmla="*/ 142270 w 156961"/>
                <a:gd name="connsiteY7" fmla="*/ 12618 h 144702"/>
                <a:gd name="connsiteX8" fmla="*/ 89934 w 156961"/>
                <a:gd name="connsiteY8" fmla="*/ 153 h 144702"/>
                <a:gd name="connsiteX9" fmla="*/ 25999 w 156961"/>
                <a:gd name="connsiteY9" fmla="*/ 10232 h 144702"/>
                <a:gd name="connsiteX0" fmla="*/ 25999 w 157373"/>
                <a:gd name="connsiteY0" fmla="*/ 10232 h 144706"/>
                <a:gd name="connsiteX1" fmla="*/ 1004 w 157373"/>
                <a:gd name="connsiteY1" fmla="*/ 65653 h 144706"/>
                <a:gd name="connsiteX2" fmla="*/ 12603 w 157373"/>
                <a:gd name="connsiteY2" fmla="*/ 130519 h 144706"/>
                <a:gd name="connsiteX3" fmla="*/ 80658 w 157373"/>
                <a:gd name="connsiteY3" fmla="*/ 144674 h 144706"/>
                <a:gd name="connsiteX4" fmla="*/ 133867 w 157373"/>
                <a:gd name="connsiteY4" fmla="*/ 133226 h 144706"/>
                <a:gd name="connsiteX5" fmla="*/ 153937 w 157373"/>
                <a:gd name="connsiteY5" fmla="*/ 98990 h 144706"/>
                <a:gd name="connsiteX6" fmla="*/ 156273 w 157373"/>
                <a:gd name="connsiteY6" fmla="*/ 63637 h 144706"/>
                <a:gd name="connsiteX7" fmla="*/ 142270 w 157373"/>
                <a:gd name="connsiteY7" fmla="*/ 12618 h 144706"/>
                <a:gd name="connsiteX8" fmla="*/ 89934 w 157373"/>
                <a:gd name="connsiteY8" fmla="*/ 153 h 144706"/>
                <a:gd name="connsiteX9" fmla="*/ 25999 w 157373"/>
                <a:gd name="connsiteY9" fmla="*/ 10232 h 144706"/>
                <a:gd name="connsiteX0" fmla="*/ 25999 w 157688"/>
                <a:gd name="connsiteY0" fmla="*/ 10232 h 144706"/>
                <a:gd name="connsiteX1" fmla="*/ 1004 w 157688"/>
                <a:gd name="connsiteY1" fmla="*/ 65653 h 144706"/>
                <a:gd name="connsiteX2" fmla="*/ 12603 w 157688"/>
                <a:gd name="connsiteY2" fmla="*/ 130519 h 144706"/>
                <a:gd name="connsiteX3" fmla="*/ 80658 w 157688"/>
                <a:gd name="connsiteY3" fmla="*/ 144674 h 144706"/>
                <a:gd name="connsiteX4" fmla="*/ 127350 w 157688"/>
                <a:gd name="connsiteY4" fmla="*/ 133226 h 144706"/>
                <a:gd name="connsiteX5" fmla="*/ 153937 w 157688"/>
                <a:gd name="connsiteY5" fmla="*/ 98990 h 144706"/>
                <a:gd name="connsiteX6" fmla="*/ 156273 w 157688"/>
                <a:gd name="connsiteY6" fmla="*/ 63637 h 144706"/>
                <a:gd name="connsiteX7" fmla="*/ 142270 w 157688"/>
                <a:gd name="connsiteY7" fmla="*/ 12618 h 144706"/>
                <a:gd name="connsiteX8" fmla="*/ 89934 w 157688"/>
                <a:gd name="connsiteY8" fmla="*/ 153 h 144706"/>
                <a:gd name="connsiteX9" fmla="*/ 25999 w 157688"/>
                <a:gd name="connsiteY9" fmla="*/ 10232 h 144706"/>
                <a:gd name="connsiteX0" fmla="*/ 25999 w 157688"/>
                <a:gd name="connsiteY0" fmla="*/ 10232 h 144966"/>
                <a:gd name="connsiteX1" fmla="*/ 1004 w 157688"/>
                <a:gd name="connsiteY1" fmla="*/ 65653 h 144966"/>
                <a:gd name="connsiteX2" fmla="*/ 12603 w 157688"/>
                <a:gd name="connsiteY2" fmla="*/ 123361 h 144966"/>
                <a:gd name="connsiteX3" fmla="*/ 80658 w 157688"/>
                <a:gd name="connsiteY3" fmla="*/ 144674 h 144966"/>
                <a:gd name="connsiteX4" fmla="*/ 127350 w 157688"/>
                <a:gd name="connsiteY4" fmla="*/ 133226 h 144966"/>
                <a:gd name="connsiteX5" fmla="*/ 153937 w 157688"/>
                <a:gd name="connsiteY5" fmla="*/ 98990 h 144966"/>
                <a:gd name="connsiteX6" fmla="*/ 156273 w 157688"/>
                <a:gd name="connsiteY6" fmla="*/ 63637 h 144966"/>
                <a:gd name="connsiteX7" fmla="*/ 142270 w 157688"/>
                <a:gd name="connsiteY7" fmla="*/ 12618 h 144966"/>
                <a:gd name="connsiteX8" fmla="*/ 89934 w 157688"/>
                <a:gd name="connsiteY8" fmla="*/ 153 h 144966"/>
                <a:gd name="connsiteX9" fmla="*/ 25999 w 157688"/>
                <a:gd name="connsiteY9" fmla="*/ 10232 h 144966"/>
                <a:gd name="connsiteX0" fmla="*/ 25999 w 157688"/>
                <a:gd name="connsiteY0" fmla="*/ 10232 h 144966"/>
                <a:gd name="connsiteX1" fmla="*/ 1004 w 157688"/>
                <a:gd name="connsiteY1" fmla="*/ 65653 h 144966"/>
                <a:gd name="connsiteX2" fmla="*/ 12603 w 157688"/>
                <a:gd name="connsiteY2" fmla="*/ 123361 h 144966"/>
                <a:gd name="connsiteX3" fmla="*/ 80658 w 157688"/>
                <a:gd name="connsiteY3" fmla="*/ 144674 h 144966"/>
                <a:gd name="connsiteX4" fmla="*/ 127350 w 157688"/>
                <a:gd name="connsiteY4" fmla="*/ 133226 h 144966"/>
                <a:gd name="connsiteX5" fmla="*/ 153937 w 157688"/>
                <a:gd name="connsiteY5" fmla="*/ 98990 h 144966"/>
                <a:gd name="connsiteX6" fmla="*/ 156273 w 157688"/>
                <a:gd name="connsiteY6" fmla="*/ 63637 h 144966"/>
                <a:gd name="connsiteX7" fmla="*/ 142270 w 157688"/>
                <a:gd name="connsiteY7" fmla="*/ 12618 h 144966"/>
                <a:gd name="connsiteX8" fmla="*/ 89934 w 157688"/>
                <a:gd name="connsiteY8" fmla="*/ 153 h 144966"/>
                <a:gd name="connsiteX9" fmla="*/ 25999 w 157688"/>
                <a:gd name="connsiteY9" fmla="*/ 10232 h 144966"/>
                <a:gd name="connsiteX0" fmla="*/ 25932 w 157621"/>
                <a:gd name="connsiteY0" fmla="*/ 10232 h 140513"/>
                <a:gd name="connsiteX1" fmla="*/ 937 w 157621"/>
                <a:gd name="connsiteY1" fmla="*/ 65653 h 140513"/>
                <a:gd name="connsiteX2" fmla="*/ 12536 w 157621"/>
                <a:gd name="connsiteY2" fmla="*/ 123361 h 140513"/>
                <a:gd name="connsiteX3" fmla="*/ 77984 w 157621"/>
                <a:gd name="connsiteY3" fmla="*/ 139903 h 140513"/>
                <a:gd name="connsiteX4" fmla="*/ 127283 w 157621"/>
                <a:gd name="connsiteY4" fmla="*/ 133226 h 140513"/>
                <a:gd name="connsiteX5" fmla="*/ 153870 w 157621"/>
                <a:gd name="connsiteY5" fmla="*/ 98990 h 140513"/>
                <a:gd name="connsiteX6" fmla="*/ 156206 w 157621"/>
                <a:gd name="connsiteY6" fmla="*/ 63637 h 140513"/>
                <a:gd name="connsiteX7" fmla="*/ 142203 w 157621"/>
                <a:gd name="connsiteY7" fmla="*/ 12618 h 140513"/>
                <a:gd name="connsiteX8" fmla="*/ 89867 w 157621"/>
                <a:gd name="connsiteY8" fmla="*/ 153 h 140513"/>
                <a:gd name="connsiteX9" fmla="*/ 25932 w 157621"/>
                <a:gd name="connsiteY9" fmla="*/ 10232 h 140513"/>
                <a:gd name="connsiteX0" fmla="*/ 25932 w 157621"/>
                <a:gd name="connsiteY0" fmla="*/ 10232 h 140152"/>
                <a:gd name="connsiteX1" fmla="*/ 937 w 157621"/>
                <a:gd name="connsiteY1" fmla="*/ 65653 h 140152"/>
                <a:gd name="connsiteX2" fmla="*/ 12536 w 157621"/>
                <a:gd name="connsiteY2" fmla="*/ 123361 h 140152"/>
                <a:gd name="connsiteX3" fmla="*/ 77984 w 157621"/>
                <a:gd name="connsiteY3" fmla="*/ 139903 h 140152"/>
                <a:gd name="connsiteX4" fmla="*/ 127283 w 157621"/>
                <a:gd name="connsiteY4" fmla="*/ 130841 h 140152"/>
                <a:gd name="connsiteX5" fmla="*/ 153870 w 157621"/>
                <a:gd name="connsiteY5" fmla="*/ 98990 h 140152"/>
                <a:gd name="connsiteX6" fmla="*/ 156206 w 157621"/>
                <a:gd name="connsiteY6" fmla="*/ 63637 h 140152"/>
                <a:gd name="connsiteX7" fmla="*/ 142203 w 157621"/>
                <a:gd name="connsiteY7" fmla="*/ 12618 h 140152"/>
                <a:gd name="connsiteX8" fmla="*/ 89867 w 157621"/>
                <a:gd name="connsiteY8" fmla="*/ 153 h 140152"/>
                <a:gd name="connsiteX9" fmla="*/ 25932 w 157621"/>
                <a:gd name="connsiteY9" fmla="*/ 10232 h 140152"/>
                <a:gd name="connsiteX0" fmla="*/ 25932 w 157620"/>
                <a:gd name="connsiteY0" fmla="*/ 10232 h 140152"/>
                <a:gd name="connsiteX1" fmla="*/ 937 w 157620"/>
                <a:gd name="connsiteY1" fmla="*/ 65653 h 140152"/>
                <a:gd name="connsiteX2" fmla="*/ 12536 w 157620"/>
                <a:gd name="connsiteY2" fmla="*/ 123361 h 140152"/>
                <a:gd name="connsiteX3" fmla="*/ 77984 w 157620"/>
                <a:gd name="connsiteY3" fmla="*/ 139903 h 140152"/>
                <a:gd name="connsiteX4" fmla="*/ 127283 w 157620"/>
                <a:gd name="connsiteY4" fmla="*/ 130841 h 140152"/>
                <a:gd name="connsiteX5" fmla="*/ 153870 w 157620"/>
                <a:gd name="connsiteY5" fmla="*/ 98990 h 140152"/>
                <a:gd name="connsiteX6" fmla="*/ 156206 w 157620"/>
                <a:gd name="connsiteY6" fmla="*/ 60059 h 140152"/>
                <a:gd name="connsiteX7" fmla="*/ 142203 w 157620"/>
                <a:gd name="connsiteY7" fmla="*/ 12618 h 140152"/>
                <a:gd name="connsiteX8" fmla="*/ 89867 w 157620"/>
                <a:gd name="connsiteY8" fmla="*/ 153 h 140152"/>
                <a:gd name="connsiteX9" fmla="*/ 25932 w 157620"/>
                <a:gd name="connsiteY9" fmla="*/ 10232 h 140152"/>
                <a:gd name="connsiteX0" fmla="*/ 25932 w 159605"/>
                <a:gd name="connsiteY0" fmla="*/ 10232 h 140152"/>
                <a:gd name="connsiteX1" fmla="*/ 937 w 159605"/>
                <a:gd name="connsiteY1" fmla="*/ 65653 h 140152"/>
                <a:gd name="connsiteX2" fmla="*/ 12536 w 159605"/>
                <a:gd name="connsiteY2" fmla="*/ 123361 h 140152"/>
                <a:gd name="connsiteX3" fmla="*/ 77984 w 159605"/>
                <a:gd name="connsiteY3" fmla="*/ 139903 h 140152"/>
                <a:gd name="connsiteX4" fmla="*/ 127283 w 159605"/>
                <a:gd name="connsiteY4" fmla="*/ 130841 h 140152"/>
                <a:gd name="connsiteX5" fmla="*/ 153870 w 159605"/>
                <a:gd name="connsiteY5" fmla="*/ 98990 h 140152"/>
                <a:gd name="connsiteX6" fmla="*/ 158813 w 159605"/>
                <a:gd name="connsiteY6" fmla="*/ 60059 h 140152"/>
                <a:gd name="connsiteX7" fmla="*/ 142203 w 159605"/>
                <a:gd name="connsiteY7" fmla="*/ 12618 h 140152"/>
                <a:gd name="connsiteX8" fmla="*/ 89867 w 159605"/>
                <a:gd name="connsiteY8" fmla="*/ 153 h 140152"/>
                <a:gd name="connsiteX9" fmla="*/ 25932 w 159605"/>
                <a:gd name="connsiteY9" fmla="*/ 10232 h 140152"/>
                <a:gd name="connsiteX0" fmla="*/ 25932 w 158846"/>
                <a:gd name="connsiteY0" fmla="*/ 10232 h 140152"/>
                <a:gd name="connsiteX1" fmla="*/ 937 w 158846"/>
                <a:gd name="connsiteY1" fmla="*/ 65653 h 140152"/>
                <a:gd name="connsiteX2" fmla="*/ 12536 w 158846"/>
                <a:gd name="connsiteY2" fmla="*/ 123361 h 140152"/>
                <a:gd name="connsiteX3" fmla="*/ 77984 w 158846"/>
                <a:gd name="connsiteY3" fmla="*/ 139903 h 140152"/>
                <a:gd name="connsiteX4" fmla="*/ 127283 w 158846"/>
                <a:gd name="connsiteY4" fmla="*/ 130841 h 140152"/>
                <a:gd name="connsiteX5" fmla="*/ 153870 w 158846"/>
                <a:gd name="connsiteY5" fmla="*/ 98990 h 140152"/>
                <a:gd name="connsiteX6" fmla="*/ 158813 w 158846"/>
                <a:gd name="connsiteY6" fmla="*/ 60059 h 140152"/>
                <a:gd name="connsiteX7" fmla="*/ 142203 w 158846"/>
                <a:gd name="connsiteY7" fmla="*/ 12618 h 140152"/>
                <a:gd name="connsiteX8" fmla="*/ 89867 w 158846"/>
                <a:gd name="connsiteY8" fmla="*/ 153 h 140152"/>
                <a:gd name="connsiteX9" fmla="*/ 25932 w 158846"/>
                <a:gd name="connsiteY9" fmla="*/ 10232 h 140152"/>
                <a:gd name="connsiteX0" fmla="*/ 29469 w 162383"/>
                <a:gd name="connsiteY0" fmla="*/ 10152 h 140072"/>
                <a:gd name="connsiteX1" fmla="*/ 563 w 162383"/>
                <a:gd name="connsiteY1" fmla="*/ 57223 h 140072"/>
                <a:gd name="connsiteX2" fmla="*/ 16073 w 162383"/>
                <a:gd name="connsiteY2" fmla="*/ 123281 h 140072"/>
                <a:gd name="connsiteX3" fmla="*/ 81521 w 162383"/>
                <a:gd name="connsiteY3" fmla="*/ 139823 h 140072"/>
                <a:gd name="connsiteX4" fmla="*/ 130820 w 162383"/>
                <a:gd name="connsiteY4" fmla="*/ 130761 h 140072"/>
                <a:gd name="connsiteX5" fmla="*/ 157407 w 162383"/>
                <a:gd name="connsiteY5" fmla="*/ 98910 h 140072"/>
                <a:gd name="connsiteX6" fmla="*/ 162350 w 162383"/>
                <a:gd name="connsiteY6" fmla="*/ 59979 h 140072"/>
                <a:gd name="connsiteX7" fmla="*/ 145740 w 162383"/>
                <a:gd name="connsiteY7" fmla="*/ 12538 h 140072"/>
                <a:gd name="connsiteX8" fmla="*/ 93404 w 162383"/>
                <a:gd name="connsiteY8" fmla="*/ 73 h 140072"/>
                <a:gd name="connsiteX9" fmla="*/ 29469 w 162383"/>
                <a:gd name="connsiteY9" fmla="*/ 10152 h 140072"/>
                <a:gd name="connsiteX0" fmla="*/ 29319 w 162233"/>
                <a:gd name="connsiteY0" fmla="*/ 10152 h 140334"/>
                <a:gd name="connsiteX1" fmla="*/ 413 w 162233"/>
                <a:gd name="connsiteY1" fmla="*/ 57223 h 140334"/>
                <a:gd name="connsiteX2" fmla="*/ 17227 w 162233"/>
                <a:gd name="connsiteY2" fmla="*/ 118510 h 140334"/>
                <a:gd name="connsiteX3" fmla="*/ 81371 w 162233"/>
                <a:gd name="connsiteY3" fmla="*/ 139823 h 140334"/>
                <a:gd name="connsiteX4" fmla="*/ 130670 w 162233"/>
                <a:gd name="connsiteY4" fmla="*/ 130761 h 140334"/>
                <a:gd name="connsiteX5" fmla="*/ 157257 w 162233"/>
                <a:gd name="connsiteY5" fmla="*/ 98910 h 140334"/>
                <a:gd name="connsiteX6" fmla="*/ 162200 w 162233"/>
                <a:gd name="connsiteY6" fmla="*/ 59979 h 140334"/>
                <a:gd name="connsiteX7" fmla="*/ 145590 w 162233"/>
                <a:gd name="connsiteY7" fmla="*/ 12538 h 140334"/>
                <a:gd name="connsiteX8" fmla="*/ 93254 w 162233"/>
                <a:gd name="connsiteY8" fmla="*/ 73 h 140334"/>
                <a:gd name="connsiteX9" fmla="*/ 29319 w 162233"/>
                <a:gd name="connsiteY9" fmla="*/ 10152 h 140334"/>
                <a:gd name="connsiteX0" fmla="*/ 29319 w 167435"/>
                <a:gd name="connsiteY0" fmla="*/ 10152 h 140334"/>
                <a:gd name="connsiteX1" fmla="*/ 413 w 167435"/>
                <a:gd name="connsiteY1" fmla="*/ 57223 h 140334"/>
                <a:gd name="connsiteX2" fmla="*/ 17227 w 167435"/>
                <a:gd name="connsiteY2" fmla="*/ 118510 h 140334"/>
                <a:gd name="connsiteX3" fmla="*/ 81371 w 167435"/>
                <a:gd name="connsiteY3" fmla="*/ 139823 h 140334"/>
                <a:gd name="connsiteX4" fmla="*/ 130670 w 167435"/>
                <a:gd name="connsiteY4" fmla="*/ 130761 h 140334"/>
                <a:gd name="connsiteX5" fmla="*/ 157257 w 167435"/>
                <a:gd name="connsiteY5" fmla="*/ 98910 h 140334"/>
                <a:gd name="connsiteX6" fmla="*/ 167414 w 167435"/>
                <a:gd name="connsiteY6" fmla="*/ 58786 h 140334"/>
                <a:gd name="connsiteX7" fmla="*/ 145590 w 167435"/>
                <a:gd name="connsiteY7" fmla="*/ 12538 h 140334"/>
                <a:gd name="connsiteX8" fmla="*/ 93254 w 167435"/>
                <a:gd name="connsiteY8" fmla="*/ 73 h 140334"/>
                <a:gd name="connsiteX9" fmla="*/ 29319 w 167435"/>
                <a:gd name="connsiteY9" fmla="*/ 10152 h 140334"/>
                <a:gd name="connsiteX0" fmla="*/ 29319 w 167678"/>
                <a:gd name="connsiteY0" fmla="*/ 10152 h 140294"/>
                <a:gd name="connsiteX1" fmla="*/ 413 w 167678"/>
                <a:gd name="connsiteY1" fmla="*/ 57223 h 140294"/>
                <a:gd name="connsiteX2" fmla="*/ 17227 w 167678"/>
                <a:gd name="connsiteY2" fmla="*/ 118510 h 140294"/>
                <a:gd name="connsiteX3" fmla="*/ 81371 w 167678"/>
                <a:gd name="connsiteY3" fmla="*/ 139823 h 140294"/>
                <a:gd name="connsiteX4" fmla="*/ 130670 w 167678"/>
                <a:gd name="connsiteY4" fmla="*/ 130761 h 140294"/>
                <a:gd name="connsiteX5" fmla="*/ 155953 w 167678"/>
                <a:gd name="connsiteY5" fmla="*/ 102489 h 140294"/>
                <a:gd name="connsiteX6" fmla="*/ 167414 w 167678"/>
                <a:gd name="connsiteY6" fmla="*/ 58786 h 140294"/>
                <a:gd name="connsiteX7" fmla="*/ 145590 w 167678"/>
                <a:gd name="connsiteY7" fmla="*/ 12538 h 140294"/>
                <a:gd name="connsiteX8" fmla="*/ 93254 w 167678"/>
                <a:gd name="connsiteY8" fmla="*/ 73 h 140294"/>
                <a:gd name="connsiteX9" fmla="*/ 29319 w 167678"/>
                <a:gd name="connsiteY9" fmla="*/ 10152 h 140294"/>
                <a:gd name="connsiteX0" fmla="*/ 29319 w 167678"/>
                <a:gd name="connsiteY0" fmla="*/ 10540 h 140682"/>
                <a:gd name="connsiteX1" fmla="*/ 413 w 167678"/>
                <a:gd name="connsiteY1" fmla="*/ 57611 h 140682"/>
                <a:gd name="connsiteX2" fmla="*/ 17227 w 167678"/>
                <a:gd name="connsiteY2" fmla="*/ 118898 h 140682"/>
                <a:gd name="connsiteX3" fmla="*/ 81371 w 167678"/>
                <a:gd name="connsiteY3" fmla="*/ 140211 h 140682"/>
                <a:gd name="connsiteX4" fmla="*/ 130670 w 167678"/>
                <a:gd name="connsiteY4" fmla="*/ 131149 h 140682"/>
                <a:gd name="connsiteX5" fmla="*/ 155953 w 167678"/>
                <a:gd name="connsiteY5" fmla="*/ 102877 h 140682"/>
                <a:gd name="connsiteX6" fmla="*/ 167414 w 167678"/>
                <a:gd name="connsiteY6" fmla="*/ 59174 h 140682"/>
                <a:gd name="connsiteX7" fmla="*/ 145590 w 167678"/>
                <a:gd name="connsiteY7" fmla="*/ 12926 h 140682"/>
                <a:gd name="connsiteX8" fmla="*/ 93254 w 167678"/>
                <a:gd name="connsiteY8" fmla="*/ 461 h 140682"/>
                <a:gd name="connsiteX9" fmla="*/ 64636 w 167678"/>
                <a:gd name="connsiteY9" fmla="*/ 3421 h 140682"/>
                <a:gd name="connsiteX10" fmla="*/ 29319 w 167678"/>
                <a:gd name="connsiteY10" fmla="*/ 10540 h 140682"/>
                <a:gd name="connsiteX0" fmla="*/ 29319 w 167678"/>
                <a:gd name="connsiteY0" fmla="*/ 10540 h 140682"/>
                <a:gd name="connsiteX1" fmla="*/ 413 w 167678"/>
                <a:gd name="connsiteY1" fmla="*/ 57611 h 140682"/>
                <a:gd name="connsiteX2" fmla="*/ 17227 w 167678"/>
                <a:gd name="connsiteY2" fmla="*/ 118898 h 140682"/>
                <a:gd name="connsiteX3" fmla="*/ 81371 w 167678"/>
                <a:gd name="connsiteY3" fmla="*/ 140211 h 140682"/>
                <a:gd name="connsiteX4" fmla="*/ 130670 w 167678"/>
                <a:gd name="connsiteY4" fmla="*/ 131149 h 140682"/>
                <a:gd name="connsiteX5" fmla="*/ 155953 w 167678"/>
                <a:gd name="connsiteY5" fmla="*/ 102877 h 140682"/>
                <a:gd name="connsiteX6" fmla="*/ 167414 w 167678"/>
                <a:gd name="connsiteY6" fmla="*/ 59174 h 140682"/>
                <a:gd name="connsiteX7" fmla="*/ 145590 w 167678"/>
                <a:gd name="connsiteY7" fmla="*/ 12926 h 140682"/>
                <a:gd name="connsiteX8" fmla="*/ 102379 w 167678"/>
                <a:gd name="connsiteY8" fmla="*/ 461 h 140682"/>
                <a:gd name="connsiteX9" fmla="*/ 64636 w 167678"/>
                <a:gd name="connsiteY9" fmla="*/ 3421 h 140682"/>
                <a:gd name="connsiteX10" fmla="*/ 29319 w 167678"/>
                <a:gd name="connsiteY10" fmla="*/ 10540 h 140682"/>
                <a:gd name="connsiteX0" fmla="*/ 29319 w 167678"/>
                <a:gd name="connsiteY0" fmla="*/ 9523 h 139665"/>
                <a:gd name="connsiteX1" fmla="*/ 413 w 167678"/>
                <a:gd name="connsiteY1" fmla="*/ 56594 h 139665"/>
                <a:gd name="connsiteX2" fmla="*/ 17227 w 167678"/>
                <a:gd name="connsiteY2" fmla="*/ 117881 h 139665"/>
                <a:gd name="connsiteX3" fmla="*/ 81371 w 167678"/>
                <a:gd name="connsiteY3" fmla="*/ 139194 h 139665"/>
                <a:gd name="connsiteX4" fmla="*/ 130670 w 167678"/>
                <a:gd name="connsiteY4" fmla="*/ 130132 h 139665"/>
                <a:gd name="connsiteX5" fmla="*/ 155953 w 167678"/>
                <a:gd name="connsiteY5" fmla="*/ 101860 h 139665"/>
                <a:gd name="connsiteX6" fmla="*/ 167414 w 167678"/>
                <a:gd name="connsiteY6" fmla="*/ 58157 h 139665"/>
                <a:gd name="connsiteX7" fmla="*/ 145590 w 167678"/>
                <a:gd name="connsiteY7" fmla="*/ 11909 h 139665"/>
                <a:gd name="connsiteX8" fmla="*/ 110200 w 167678"/>
                <a:gd name="connsiteY8" fmla="*/ 637 h 139665"/>
                <a:gd name="connsiteX9" fmla="*/ 64636 w 167678"/>
                <a:gd name="connsiteY9" fmla="*/ 2404 h 139665"/>
                <a:gd name="connsiteX10" fmla="*/ 29319 w 167678"/>
                <a:gd name="connsiteY10" fmla="*/ 9523 h 139665"/>
                <a:gd name="connsiteX0" fmla="*/ 29319 w 167678"/>
                <a:gd name="connsiteY0" fmla="*/ 9436 h 139578"/>
                <a:gd name="connsiteX1" fmla="*/ 413 w 167678"/>
                <a:gd name="connsiteY1" fmla="*/ 56507 h 139578"/>
                <a:gd name="connsiteX2" fmla="*/ 17227 w 167678"/>
                <a:gd name="connsiteY2" fmla="*/ 117794 h 139578"/>
                <a:gd name="connsiteX3" fmla="*/ 81371 w 167678"/>
                <a:gd name="connsiteY3" fmla="*/ 139107 h 139578"/>
                <a:gd name="connsiteX4" fmla="*/ 130670 w 167678"/>
                <a:gd name="connsiteY4" fmla="*/ 130045 h 139578"/>
                <a:gd name="connsiteX5" fmla="*/ 155953 w 167678"/>
                <a:gd name="connsiteY5" fmla="*/ 101773 h 139578"/>
                <a:gd name="connsiteX6" fmla="*/ 167414 w 167678"/>
                <a:gd name="connsiteY6" fmla="*/ 58070 h 139578"/>
                <a:gd name="connsiteX7" fmla="*/ 145590 w 167678"/>
                <a:gd name="connsiteY7" fmla="*/ 10629 h 139578"/>
                <a:gd name="connsiteX8" fmla="*/ 110200 w 167678"/>
                <a:gd name="connsiteY8" fmla="*/ 550 h 139578"/>
                <a:gd name="connsiteX9" fmla="*/ 64636 w 167678"/>
                <a:gd name="connsiteY9" fmla="*/ 2317 h 139578"/>
                <a:gd name="connsiteX10" fmla="*/ 29319 w 167678"/>
                <a:gd name="connsiteY10" fmla="*/ 9436 h 139578"/>
                <a:gd name="connsiteX0" fmla="*/ 29319 w 167678"/>
                <a:gd name="connsiteY0" fmla="*/ 9854 h 139996"/>
                <a:gd name="connsiteX1" fmla="*/ 413 w 167678"/>
                <a:gd name="connsiteY1" fmla="*/ 56925 h 139996"/>
                <a:gd name="connsiteX2" fmla="*/ 17227 w 167678"/>
                <a:gd name="connsiteY2" fmla="*/ 118212 h 139996"/>
                <a:gd name="connsiteX3" fmla="*/ 81371 w 167678"/>
                <a:gd name="connsiteY3" fmla="*/ 139525 h 139996"/>
                <a:gd name="connsiteX4" fmla="*/ 130670 w 167678"/>
                <a:gd name="connsiteY4" fmla="*/ 130463 h 139996"/>
                <a:gd name="connsiteX5" fmla="*/ 155953 w 167678"/>
                <a:gd name="connsiteY5" fmla="*/ 102191 h 139996"/>
                <a:gd name="connsiteX6" fmla="*/ 167414 w 167678"/>
                <a:gd name="connsiteY6" fmla="*/ 58488 h 139996"/>
                <a:gd name="connsiteX7" fmla="*/ 145590 w 167678"/>
                <a:gd name="connsiteY7" fmla="*/ 11047 h 139996"/>
                <a:gd name="connsiteX8" fmla="*/ 110200 w 167678"/>
                <a:gd name="connsiteY8" fmla="*/ 968 h 139996"/>
                <a:gd name="connsiteX9" fmla="*/ 59422 w 167678"/>
                <a:gd name="connsiteY9" fmla="*/ 1542 h 139996"/>
                <a:gd name="connsiteX10" fmla="*/ 29319 w 167678"/>
                <a:gd name="connsiteY10" fmla="*/ 9854 h 139996"/>
                <a:gd name="connsiteX0" fmla="*/ 29203 w 167562"/>
                <a:gd name="connsiteY0" fmla="*/ 9854 h 140203"/>
                <a:gd name="connsiteX1" fmla="*/ 297 w 167562"/>
                <a:gd name="connsiteY1" fmla="*/ 56925 h 140203"/>
                <a:gd name="connsiteX2" fmla="*/ 18415 w 167562"/>
                <a:gd name="connsiteY2" fmla="*/ 114633 h 140203"/>
                <a:gd name="connsiteX3" fmla="*/ 81255 w 167562"/>
                <a:gd name="connsiteY3" fmla="*/ 139525 h 140203"/>
                <a:gd name="connsiteX4" fmla="*/ 130554 w 167562"/>
                <a:gd name="connsiteY4" fmla="*/ 130463 h 140203"/>
                <a:gd name="connsiteX5" fmla="*/ 155837 w 167562"/>
                <a:gd name="connsiteY5" fmla="*/ 102191 h 140203"/>
                <a:gd name="connsiteX6" fmla="*/ 167298 w 167562"/>
                <a:gd name="connsiteY6" fmla="*/ 58488 h 140203"/>
                <a:gd name="connsiteX7" fmla="*/ 145474 w 167562"/>
                <a:gd name="connsiteY7" fmla="*/ 11047 h 140203"/>
                <a:gd name="connsiteX8" fmla="*/ 110084 w 167562"/>
                <a:gd name="connsiteY8" fmla="*/ 968 h 140203"/>
                <a:gd name="connsiteX9" fmla="*/ 59306 w 167562"/>
                <a:gd name="connsiteY9" fmla="*/ 1542 h 140203"/>
                <a:gd name="connsiteX10" fmla="*/ 29203 w 167562"/>
                <a:gd name="connsiteY10" fmla="*/ 9854 h 140203"/>
                <a:gd name="connsiteX0" fmla="*/ 29165 w 167524"/>
                <a:gd name="connsiteY0" fmla="*/ 9854 h 138033"/>
                <a:gd name="connsiteX1" fmla="*/ 259 w 167524"/>
                <a:gd name="connsiteY1" fmla="*/ 56925 h 138033"/>
                <a:gd name="connsiteX2" fmla="*/ 18377 w 167524"/>
                <a:gd name="connsiteY2" fmla="*/ 114633 h 138033"/>
                <a:gd name="connsiteX3" fmla="*/ 73396 w 167524"/>
                <a:gd name="connsiteY3" fmla="*/ 137139 h 138033"/>
                <a:gd name="connsiteX4" fmla="*/ 130516 w 167524"/>
                <a:gd name="connsiteY4" fmla="*/ 130463 h 138033"/>
                <a:gd name="connsiteX5" fmla="*/ 155799 w 167524"/>
                <a:gd name="connsiteY5" fmla="*/ 102191 h 138033"/>
                <a:gd name="connsiteX6" fmla="*/ 167260 w 167524"/>
                <a:gd name="connsiteY6" fmla="*/ 58488 h 138033"/>
                <a:gd name="connsiteX7" fmla="*/ 145436 w 167524"/>
                <a:gd name="connsiteY7" fmla="*/ 11047 h 138033"/>
                <a:gd name="connsiteX8" fmla="*/ 110046 w 167524"/>
                <a:gd name="connsiteY8" fmla="*/ 968 h 138033"/>
                <a:gd name="connsiteX9" fmla="*/ 59268 w 167524"/>
                <a:gd name="connsiteY9" fmla="*/ 1542 h 138033"/>
                <a:gd name="connsiteX10" fmla="*/ 29165 w 167524"/>
                <a:gd name="connsiteY10" fmla="*/ 9854 h 138033"/>
                <a:gd name="connsiteX0" fmla="*/ 29165 w 167524"/>
                <a:gd name="connsiteY0" fmla="*/ 9854 h 138033"/>
                <a:gd name="connsiteX1" fmla="*/ 259 w 167524"/>
                <a:gd name="connsiteY1" fmla="*/ 56925 h 138033"/>
                <a:gd name="connsiteX2" fmla="*/ 18377 w 167524"/>
                <a:gd name="connsiteY2" fmla="*/ 114633 h 138033"/>
                <a:gd name="connsiteX3" fmla="*/ 73396 w 167524"/>
                <a:gd name="connsiteY3" fmla="*/ 137139 h 138033"/>
                <a:gd name="connsiteX4" fmla="*/ 130516 w 167524"/>
                <a:gd name="connsiteY4" fmla="*/ 130463 h 138033"/>
                <a:gd name="connsiteX5" fmla="*/ 155799 w 167524"/>
                <a:gd name="connsiteY5" fmla="*/ 102191 h 138033"/>
                <a:gd name="connsiteX6" fmla="*/ 167260 w 167524"/>
                <a:gd name="connsiteY6" fmla="*/ 58488 h 138033"/>
                <a:gd name="connsiteX7" fmla="*/ 145436 w 167524"/>
                <a:gd name="connsiteY7" fmla="*/ 11047 h 138033"/>
                <a:gd name="connsiteX8" fmla="*/ 110046 w 167524"/>
                <a:gd name="connsiteY8" fmla="*/ 968 h 138033"/>
                <a:gd name="connsiteX9" fmla="*/ 59268 w 167524"/>
                <a:gd name="connsiteY9" fmla="*/ 1542 h 138033"/>
                <a:gd name="connsiteX10" fmla="*/ 29165 w 167524"/>
                <a:gd name="connsiteY10" fmla="*/ 9854 h 138033"/>
                <a:gd name="connsiteX0" fmla="*/ 29165 w 167633"/>
                <a:gd name="connsiteY0" fmla="*/ 9854 h 138033"/>
                <a:gd name="connsiteX1" fmla="*/ 259 w 167633"/>
                <a:gd name="connsiteY1" fmla="*/ 56925 h 138033"/>
                <a:gd name="connsiteX2" fmla="*/ 18377 w 167633"/>
                <a:gd name="connsiteY2" fmla="*/ 114633 h 138033"/>
                <a:gd name="connsiteX3" fmla="*/ 73396 w 167633"/>
                <a:gd name="connsiteY3" fmla="*/ 137139 h 138033"/>
                <a:gd name="connsiteX4" fmla="*/ 130516 w 167633"/>
                <a:gd name="connsiteY4" fmla="*/ 130463 h 138033"/>
                <a:gd name="connsiteX5" fmla="*/ 157102 w 167633"/>
                <a:gd name="connsiteY5" fmla="*/ 102191 h 138033"/>
                <a:gd name="connsiteX6" fmla="*/ 167260 w 167633"/>
                <a:gd name="connsiteY6" fmla="*/ 58488 h 138033"/>
                <a:gd name="connsiteX7" fmla="*/ 145436 w 167633"/>
                <a:gd name="connsiteY7" fmla="*/ 11047 h 138033"/>
                <a:gd name="connsiteX8" fmla="*/ 110046 w 167633"/>
                <a:gd name="connsiteY8" fmla="*/ 968 h 138033"/>
                <a:gd name="connsiteX9" fmla="*/ 59268 w 167633"/>
                <a:gd name="connsiteY9" fmla="*/ 1542 h 138033"/>
                <a:gd name="connsiteX10" fmla="*/ 29165 w 167633"/>
                <a:gd name="connsiteY10" fmla="*/ 9854 h 13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33" h="138033">
                  <a:moveTo>
                    <a:pt x="29165" y="9854"/>
                  </a:moveTo>
                  <a:cubicBezTo>
                    <a:pt x="19330" y="19084"/>
                    <a:pt x="2057" y="39462"/>
                    <a:pt x="259" y="56925"/>
                  </a:cubicBezTo>
                  <a:cubicBezTo>
                    <a:pt x="-1539" y="74388"/>
                    <a:pt x="6188" y="101264"/>
                    <a:pt x="18377" y="114633"/>
                  </a:cubicBezTo>
                  <a:cubicBezTo>
                    <a:pt x="30567" y="128002"/>
                    <a:pt x="54706" y="134501"/>
                    <a:pt x="73396" y="137139"/>
                  </a:cubicBezTo>
                  <a:cubicBezTo>
                    <a:pt x="92086" y="139777"/>
                    <a:pt x="116565" y="136288"/>
                    <a:pt x="130516" y="130463"/>
                  </a:cubicBezTo>
                  <a:cubicBezTo>
                    <a:pt x="144467" y="124638"/>
                    <a:pt x="150978" y="114187"/>
                    <a:pt x="157102" y="102191"/>
                  </a:cubicBezTo>
                  <a:cubicBezTo>
                    <a:pt x="163226" y="90195"/>
                    <a:pt x="169204" y="73679"/>
                    <a:pt x="167260" y="58488"/>
                  </a:cubicBezTo>
                  <a:cubicBezTo>
                    <a:pt x="165316" y="43297"/>
                    <a:pt x="153373" y="17132"/>
                    <a:pt x="145436" y="11047"/>
                  </a:cubicBezTo>
                  <a:cubicBezTo>
                    <a:pt x="137499" y="4962"/>
                    <a:pt x="124407" y="2552"/>
                    <a:pt x="110046" y="968"/>
                  </a:cubicBezTo>
                  <a:cubicBezTo>
                    <a:pt x="95685" y="-616"/>
                    <a:pt x="69924" y="-138"/>
                    <a:pt x="59268" y="1542"/>
                  </a:cubicBezTo>
                  <a:cubicBezTo>
                    <a:pt x="48612" y="3222"/>
                    <a:pt x="39000" y="624"/>
                    <a:pt x="29165" y="985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57150">
              <a:gradFill flip="none" rotWithShape="1">
                <a:gsLst>
                  <a:gs pos="81000">
                    <a:srgbClr val="321704"/>
                  </a:gs>
                  <a:gs pos="50000">
                    <a:schemeClr val="accent2">
                      <a:lumMod val="50000"/>
                    </a:schemeClr>
                  </a:gs>
                  <a:gs pos="21000">
                    <a:schemeClr val="accent2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97A9C65-F48E-451A-B47C-F6530BFE5AE4}"/>
                </a:ext>
              </a:extLst>
            </p:cNvPr>
            <p:cNvSpPr/>
            <p:nvPr/>
          </p:nvSpPr>
          <p:spPr>
            <a:xfrm flipH="1">
              <a:off x="4046619" y="3016401"/>
              <a:ext cx="47641" cy="4596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CFC0AF5-29A7-48F0-B6ED-12C2861B850B}"/>
                </a:ext>
              </a:extLst>
            </p:cNvPr>
            <p:cNvSpPr/>
            <p:nvPr/>
          </p:nvSpPr>
          <p:spPr>
            <a:xfrm flipH="1">
              <a:off x="4095839" y="2962892"/>
              <a:ext cx="47641" cy="45961"/>
            </a:xfrm>
            <a:prstGeom prst="ellipse">
              <a:avLst/>
            </a:prstGeom>
            <a:gradFill>
              <a:gsLst>
                <a:gs pos="81000">
                  <a:schemeClr val="accent1">
                    <a:lumMod val="40000"/>
                    <a:lumOff val="60000"/>
                  </a:schemeClr>
                </a:gs>
                <a:gs pos="50000">
                  <a:schemeClr val="accent1">
                    <a:lumMod val="20000"/>
                    <a:lumOff val="80000"/>
                  </a:schemeClr>
                </a:gs>
                <a:gs pos="21000">
                  <a:schemeClr val="bg1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0BEA9054-02CE-48EF-BDE7-A26CC3FC8C34}"/>
              </a:ext>
            </a:extLst>
          </p:cNvPr>
          <p:cNvSpPr/>
          <p:nvPr/>
        </p:nvSpPr>
        <p:spPr>
          <a:xfrm>
            <a:off x="1930195" y="348833"/>
            <a:ext cx="3899338" cy="2821090"/>
          </a:xfrm>
          <a:custGeom>
            <a:avLst/>
            <a:gdLst>
              <a:gd name="connsiteX0" fmla="*/ 140679 w 3772635"/>
              <a:gd name="connsiteY0" fmla="*/ 2890354 h 3029576"/>
              <a:gd name="connsiteX1" fmla="*/ 256293 w 3772635"/>
              <a:gd name="connsiteY1" fmla="*/ 2837802 h 3029576"/>
              <a:gd name="connsiteX2" fmla="*/ 287824 w 3772635"/>
              <a:gd name="connsiteY2" fmla="*/ 2301774 h 3029576"/>
              <a:gd name="connsiteX3" fmla="*/ 350886 w 3772635"/>
              <a:gd name="connsiteY3" fmla="*/ 1692174 h 3029576"/>
              <a:gd name="connsiteX4" fmla="*/ 739769 w 3772635"/>
              <a:gd name="connsiteY4" fmla="*/ 1376864 h 3029576"/>
              <a:gd name="connsiteX5" fmla="*/ 886914 w 3772635"/>
              <a:gd name="connsiteY5" fmla="*/ 1082574 h 3029576"/>
              <a:gd name="connsiteX6" fmla="*/ 1275796 w 3772635"/>
              <a:gd name="connsiteY6" fmla="*/ 725223 h 3029576"/>
              <a:gd name="connsiteX7" fmla="*/ 1328348 w 3772635"/>
              <a:gd name="connsiteY7" fmla="*/ 578078 h 3029576"/>
              <a:gd name="connsiteX8" fmla="*/ 1422941 w 3772635"/>
              <a:gd name="connsiteY8" fmla="*/ 777774 h 3029576"/>
              <a:gd name="connsiteX9" fmla="*/ 1738252 w 3772635"/>
              <a:gd name="connsiteY9" fmla="*/ 935429 h 3029576"/>
              <a:gd name="connsiteX10" fmla="*/ 2169176 w 3772635"/>
              <a:gd name="connsiteY10" fmla="*/ 1114105 h 3029576"/>
              <a:gd name="connsiteX11" fmla="*/ 2295300 w 3772635"/>
              <a:gd name="connsiteY11" fmla="*/ 1103595 h 3029576"/>
              <a:gd name="connsiteX12" fmla="*/ 2589589 w 3772635"/>
              <a:gd name="connsiteY12" fmla="*/ 1313802 h 3029576"/>
              <a:gd name="connsiteX13" fmla="*/ 2915410 w 3772635"/>
              <a:gd name="connsiteY13" fmla="*/ 1587071 h 3029576"/>
              <a:gd name="connsiteX14" fmla="*/ 3251741 w 3772635"/>
              <a:gd name="connsiteY14" fmla="*/ 1692174 h 3029576"/>
              <a:gd name="connsiteX15" fmla="*/ 3556541 w 3772635"/>
              <a:gd name="connsiteY15" fmla="*/ 2165140 h 3029576"/>
              <a:gd name="connsiteX16" fmla="*/ 3609093 w 3772635"/>
              <a:gd name="connsiteY16" fmla="*/ 2627595 h 3029576"/>
              <a:gd name="connsiteX17" fmla="*/ 3588072 w 3772635"/>
              <a:gd name="connsiteY17" fmla="*/ 2900864 h 3029576"/>
              <a:gd name="connsiteX18" fmla="*/ 3630114 w 3772635"/>
              <a:gd name="connsiteY18" fmla="*/ 3016478 h 3029576"/>
              <a:gd name="connsiteX19" fmla="*/ 3724707 w 3772635"/>
              <a:gd name="connsiteY19" fmla="*/ 2606574 h 3029576"/>
              <a:gd name="connsiteX20" fmla="*/ 3766748 w 3772635"/>
              <a:gd name="connsiteY20" fmla="*/ 1923402 h 3029576"/>
              <a:gd name="connsiteX21" fmla="*/ 3598583 w 3772635"/>
              <a:gd name="connsiteY21" fmla="*/ 777774 h 3029576"/>
              <a:gd name="connsiteX22" fmla="*/ 2715714 w 3772635"/>
              <a:gd name="connsiteY22" fmla="*/ 126133 h 3029576"/>
              <a:gd name="connsiteX23" fmla="*/ 1937948 w 3772635"/>
              <a:gd name="connsiteY23" fmla="*/ 9 h 3029576"/>
              <a:gd name="connsiteX24" fmla="*/ 1181203 w 3772635"/>
              <a:gd name="connsiteY24" fmla="*/ 126133 h 3029576"/>
              <a:gd name="connsiteX25" fmla="*/ 1076100 w 3772635"/>
              <a:gd name="connsiteY25" fmla="*/ 52560 h 3029576"/>
              <a:gd name="connsiteX26" fmla="*/ 1044569 w 3772635"/>
              <a:gd name="connsiteY26" fmla="*/ 189195 h 3029576"/>
              <a:gd name="connsiteX27" fmla="*/ 960486 w 3772635"/>
              <a:gd name="connsiteY27" fmla="*/ 136643 h 3029576"/>
              <a:gd name="connsiteX28" fmla="*/ 960486 w 3772635"/>
              <a:gd name="connsiteY28" fmla="*/ 241747 h 3029576"/>
              <a:gd name="connsiteX29" fmla="*/ 781810 w 3772635"/>
              <a:gd name="connsiteY29" fmla="*/ 388892 h 3029576"/>
              <a:gd name="connsiteX30" fmla="*/ 466500 w 3772635"/>
              <a:gd name="connsiteY30" fmla="*/ 578078 h 3029576"/>
              <a:gd name="connsiteX31" fmla="*/ 67107 w 3772635"/>
              <a:gd name="connsiteY31" fmla="*/ 1240229 h 3029576"/>
              <a:gd name="connsiteX32" fmla="*/ 4045 w 3772635"/>
              <a:gd name="connsiteY32" fmla="*/ 2091567 h 3029576"/>
              <a:gd name="connsiteX33" fmla="*/ 140679 w 3772635"/>
              <a:gd name="connsiteY33" fmla="*/ 2890354 h 3029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772635" h="3029576">
                <a:moveTo>
                  <a:pt x="140679" y="2890354"/>
                </a:moveTo>
                <a:cubicBezTo>
                  <a:pt x="182720" y="3014726"/>
                  <a:pt x="231769" y="2935899"/>
                  <a:pt x="256293" y="2837802"/>
                </a:cubicBezTo>
                <a:cubicBezTo>
                  <a:pt x="280817" y="2739705"/>
                  <a:pt x="272059" y="2492712"/>
                  <a:pt x="287824" y="2301774"/>
                </a:cubicBezTo>
                <a:cubicBezTo>
                  <a:pt x="303589" y="2110836"/>
                  <a:pt x="275562" y="1846326"/>
                  <a:pt x="350886" y="1692174"/>
                </a:cubicBezTo>
                <a:cubicBezTo>
                  <a:pt x="426210" y="1538022"/>
                  <a:pt x="650431" y="1478464"/>
                  <a:pt x="739769" y="1376864"/>
                </a:cubicBezTo>
                <a:cubicBezTo>
                  <a:pt x="829107" y="1275264"/>
                  <a:pt x="797576" y="1191181"/>
                  <a:pt x="886914" y="1082574"/>
                </a:cubicBezTo>
                <a:cubicBezTo>
                  <a:pt x="976252" y="973967"/>
                  <a:pt x="1202224" y="809306"/>
                  <a:pt x="1275796" y="725223"/>
                </a:cubicBezTo>
                <a:cubicBezTo>
                  <a:pt x="1349368" y="641140"/>
                  <a:pt x="1303824" y="569320"/>
                  <a:pt x="1328348" y="578078"/>
                </a:cubicBezTo>
                <a:cubicBezTo>
                  <a:pt x="1352872" y="586836"/>
                  <a:pt x="1354624" y="718215"/>
                  <a:pt x="1422941" y="777774"/>
                </a:cubicBezTo>
                <a:cubicBezTo>
                  <a:pt x="1491258" y="837332"/>
                  <a:pt x="1613880" y="879374"/>
                  <a:pt x="1738252" y="935429"/>
                </a:cubicBezTo>
                <a:cubicBezTo>
                  <a:pt x="1862624" y="991484"/>
                  <a:pt x="2076335" y="1086077"/>
                  <a:pt x="2169176" y="1114105"/>
                </a:cubicBezTo>
                <a:cubicBezTo>
                  <a:pt x="2262017" y="1142133"/>
                  <a:pt x="2225231" y="1070312"/>
                  <a:pt x="2295300" y="1103595"/>
                </a:cubicBezTo>
                <a:cubicBezTo>
                  <a:pt x="2365369" y="1136878"/>
                  <a:pt x="2486237" y="1233223"/>
                  <a:pt x="2589589" y="1313802"/>
                </a:cubicBezTo>
                <a:cubicBezTo>
                  <a:pt x="2692941" y="1394381"/>
                  <a:pt x="2805051" y="1524009"/>
                  <a:pt x="2915410" y="1587071"/>
                </a:cubicBezTo>
                <a:cubicBezTo>
                  <a:pt x="3025769" y="1650133"/>
                  <a:pt x="3144886" y="1595829"/>
                  <a:pt x="3251741" y="1692174"/>
                </a:cubicBezTo>
                <a:cubicBezTo>
                  <a:pt x="3358596" y="1788519"/>
                  <a:pt x="3496982" y="2009236"/>
                  <a:pt x="3556541" y="2165140"/>
                </a:cubicBezTo>
                <a:cubicBezTo>
                  <a:pt x="3616100" y="2321043"/>
                  <a:pt x="3603838" y="2504974"/>
                  <a:pt x="3609093" y="2627595"/>
                </a:cubicBezTo>
                <a:cubicBezTo>
                  <a:pt x="3614348" y="2750216"/>
                  <a:pt x="3584569" y="2836050"/>
                  <a:pt x="3588072" y="2900864"/>
                </a:cubicBezTo>
                <a:cubicBezTo>
                  <a:pt x="3591575" y="2965678"/>
                  <a:pt x="3607342" y="3065526"/>
                  <a:pt x="3630114" y="3016478"/>
                </a:cubicBezTo>
                <a:cubicBezTo>
                  <a:pt x="3652886" y="2967430"/>
                  <a:pt x="3701935" y="2788753"/>
                  <a:pt x="3724707" y="2606574"/>
                </a:cubicBezTo>
                <a:cubicBezTo>
                  <a:pt x="3747479" y="2424395"/>
                  <a:pt x="3787769" y="2228202"/>
                  <a:pt x="3766748" y="1923402"/>
                </a:cubicBezTo>
                <a:cubicBezTo>
                  <a:pt x="3745727" y="1618602"/>
                  <a:pt x="3773755" y="1077319"/>
                  <a:pt x="3598583" y="777774"/>
                </a:cubicBezTo>
                <a:cubicBezTo>
                  <a:pt x="3423411" y="478229"/>
                  <a:pt x="2992486" y="255760"/>
                  <a:pt x="2715714" y="126133"/>
                </a:cubicBezTo>
                <a:cubicBezTo>
                  <a:pt x="2438942" y="-3494"/>
                  <a:pt x="2193700" y="9"/>
                  <a:pt x="1937948" y="9"/>
                </a:cubicBezTo>
                <a:cubicBezTo>
                  <a:pt x="1682196" y="9"/>
                  <a:pt x="1324844" y="117375"/>
                  <a:pt x="1181203" y="126133"/>
                </a:cubicBezTo>
                <a:cubicBezTo>
                  <a:pt x="1037562" y="134891"/>
                  <a:pt x="1098872" y="42050"/>
                  <a:pt x="1076100" y="52560"/>
                </a:cubicBezTo>
                <a:cubicBezTo>
                  <a:pt x="1053328" y="63070"/>
                  <a:pt x="1063838" y="175181"/>
                  <a:pt x="1044569" y="189195"/>
                </a:cubicBezTo>
                <a:cubicBezTo>
                  <a:pt x="1025300" y="203209"/>
                  <a:pt x="974500" y="127884"/>
                  <a:pt x="960486" y="136643"/>
                </a:cubicBezTo>
                <a:cubicBezTo>
                  <a:pt x="946472" y="145402"/>
                  <a:pt x="990265" y="199705"/>
                  <a:pt x="960486" y="241747"/>
                </a:cubicBezTo>
                <a:cubicBezTo>
                  <a:pt x="930707" y="283788"/>
                  <a:pt x="864141" y="332837"/>
                  <a:pt x="781810" y="388892"/>
                </a:cubicBezTo>
                <a:cubicBezTo>
                  <a:pt x="699479" y="444947"/>
                  <a:pt x="585617" y="436189"/>
                  <a:pt x="466500" y="578078"/>
                </a:cubicBezTo>
                <a:cubicBezTo>
                  <a:pt x="347383" y="719967"/>
                  <a:pt x="144183" y="987981"/>
                  <a:pt x="67107" y="1240229"/>
                </a:cubicBezTo>
                <a:cubicBezTo>
                  <a:pt x="-9969" y="1492477"/>
                  <a:pt x="-2962" y="1816546"/>
                  <a:pt x="4045" y="2091567"/>
                </a:cubicBezTo>
                <a:cubicBezTo>
                  <a:pt x="11052" y="2366588"/>
                  <a:pt x="98638" y="2765982"/>
                  <a:pt x="140679" y="289035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9C177D86-684F-4383-8B78-441FD0A97F77}"/>
                  </a:ext>
                </a:extLst>
              </p14:cNvPr>
              <p14:cNvContentPartPr/>
              <p14:nvPr/>
            </p14:nvContentPartPr>
            <p14:xfrm>
              <a:off x="2053013" y="3560782"/>
              <a:ext cx="73920" cy="739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9C177D86-684F-4383-8B78-441FD0A97F7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48707" y="3556476"/>
                <a:ext cx="81814" cy="818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78CBD16D-5E19-475C-B58F-2A216EE1323F}"/>
                  </a:ext>
                </a:extLst>
              </p14:cNvPr>
              <p14:cNvContentPartPr/>
              <p14:nvPr/>
            </p14:nvContentPartPr>
            <p14:xfrm>
              <a:off x="4659653" y="4632862"/>
              <a:ext cx="240" cy="2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78CBD16D-5E19-475C-B58F-2A216EE1323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56773" y="4629982"/>
                <a:ext cx="5520" cy="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A5C14399-2B04-473A-A92C-520481F22180}"/>
                  </a:ext>
                </a:extLst>
              </p14:cNvPr>
              <p14:cNvContentPartPr/>
              <p14:nvPr/>
            </p14:nvContentPartPr>
            <p14:xfrm>
              <a:off x="2883413" y="4990222"/>
              <a:ext cx="4320" cy="2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A5C14399-2B04-473A-A92C-520481F2218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880685" y="4987342"/>
                <a:ext cx="9322" cy="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023A701-2025-40AC-9804-C4B38939ED1E}"/>
                  </a:ext>
                </a:extLst>
              </p14:cNvPr>
              <p14:cNvContentPartPr/>
              <p14:nvPr/>
            </p14:nvContentPartPr>
            <p14:xfrm>
              <a:off x="5471119" y="3791245"/>
              <a:ext cx="240" cy="2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023A701-2025-40AC-9804-C4B38939ED1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68239" y="3788365"/>
                <a:ext cx="5520" cy="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65808D91-9D7E-45B0-AD87-4140E241471F}"/>
                  </a:ext>
                </a:extLst>
              </p14:cNvPr>
              <p14:cNvContentPartPr/>
              <p14:nvPr/>
            </p14:nvContentPartPr>
            <p14:xfrm>
              <a:off x="5891599" y="3223645"/>
              <a:ext cx="240" cy="2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65808D91-9D7E-45B0-AD87-4140E241471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88719" y="3220765"/>
                <a:ext cx="5520" cy="5520"/>
              </a:xfrm>
              <a:prstGeom prst="rect">
                <a:avLst/>
              </a:prstGeom>
            </p:spPr>
          </p:pic>
        </mc:Fallback>
      </mc:AlternateContent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75E399F1-022E-4AEB-82FC-4BA87FD75339}"/>
              </a:ext>
            </a:extLst>
          </p:cNvPr>
          <p:cNvSpPr/>
          <p:nvPr/>
        </p:nvSpPr>
        <p:spPr>
          <a:xfrm>
            <a:off x="3879864" y="4184618"/>
            <a:ext cx="266467" cy="384494"/>
          </a:xfrm>
          <a:custGeom>
            <a:avLst/>
            <a:gdLst>
              <a:gd name="connsiteX0" fmla="*/ 8665 w 151422"/>
              <a:gd name="connsiteY0" fmla="*/ 19082 h 323971"/>
              <a:gd name="connsiteX1" fmla="*/ 27715 w 151422"/>
              <a:gd name="connsiteY1" fmla="*/ 184182 h 323971"/>
              <a:gd name="connsiteX2" fmla="*/ 2315 w 151422"/>
              <a:gd name="connsiteY2" fmla="*/ 266732 h 323971"/>
              <a:gd name="connsiteX3" fmla="*/ 97565 w 151422"/>
              <a:gd name="connsiteY3" fmla="*/ 323882 h 323971"/>
              <a:gd name="connsiteX4" fmla="*/ 142015 w 151422"/>
              <a:gd name="connsiteY4" fmla="*/ 254032 h 323971"/>
              <a:gd name="connsiteX5" fmla="*/ 148365 w 151422"/>
              <a:gd name="connsiteY5" fmla="*/ 165132 h 323971"/>
              <a:gd name="connsiteX6" fmla="*/ 103915 w 151422"/>
              <a:gd name="connsiteY6" fmla="*/ 165132 h 323971"/>
              <a:gd name="connsiteX7" fmla="*/ 122965 w 151422"/>
              <a:gd name="connsiteY7" fmla="*/ 19082 h 323971"/>
              <a:gd name="connsiteX8" fmla="*/ 8665 w 151422"/>
              <a:gd name="connsiteY8" fmla="*/ 19082 h 323971"/>
              <a:gd name="connsiteX0" fmla="*/ 8665 w 149776"/>
              <a:gd name="connsiteY0" fmla="*/ 19273 h 324162"/>
              <a:gd name="connsiteX1" fmla="*/ 27715 w 149776"/>
              <a:gd name="connsiteY1" fmla="*/ 184373 h 324162"/>
              <a:gd name="connsiteX2" fmla="*/ 2315 w 149776"/>
              <a:gd name="connsiteY2" fmla="*/ 266923 h 324162"/>
              <a:gd name="connsiteX3" fmla="*/ 97565 w 149776"/>
              <a:gd name="connsiteY3" fmla="*/ 324073 h 324162"/>
              <a:gd name="connsiteX4" fmla="*/ 142015 w 149776"/>
              <a:gd name="connsiteY4" fmla="*/ 254223 h 324162"/>
              <a:gd name="connsiteX5" fmla="*/ 148365 w 149776"/>
              <a:gd name="connsiteY5" fmla="*/ 165323 h 324162"/>
              <a:gd name="connsiteX6" fmla="*/ 126140 w 149776"/>
              <a:gd name="connsiteY6" fmla="*/ 162148 h 324162"/>
              <a:gd name="connsiteX7" fmla="*/ 122965 w 149776"/>
              <a:gd name="connsiteY7" fmla="*/ 19273 h 324162"/>
              <a:gd name="connsiteX8" fmla="*/ 8665 w 149776"/>
              <a:gd name="connsiteY8" fmla="*/ 19273 h 324162"/>
              <a:gd name="connsiteX0" fmla="*/ 8665 w 172412"/>
              <a:gd name="connsiteY0" fmla="*/ 19273 h 324162"/>
              <a:gd name="connsiteX1" fmla="*/ 27715 w 172412"/>
              <a:gd name="connsiteY1" fmla="*/ 184373 h 324162"/>
              <a:gd name="connsiteX2" fmla="*/ 2315 w 172412"/>
              <a:gd name="connsiteY2" fmla="*/ 266923 h 324162"/>
              <a:gd name="connsiteX3" fmla="*/ 97565 w 172412"/>
              <a:gd name="connsiteY3" fmla="*/ 324073 h 324162"/>
              <a:gd name="connsiteX4" fmla="*/ 142015 w 172412"/>
              <a:gd name="connsiteY4" fmla="*/ 254223 h 324162"/>
              <a:gd name="connsiteX5" fmla="*/ 172178 w 172412"/>
              <a:gd name="connsiteY5" fmla="*/ 230411 h 324162"/>
              <a:gd name="connsiteX6" fmla="*/ 126140 w 172412"/>
              <a:gd name="connsiteY6" fmla="*/ 162148 h 324162"/>
              <a:gd name="connsiteX7" fmla="*/ 122965 w 172412"/>
              <a:gd name="connsiteY7" fmla="*/ 19273 h 324162"/>
              <a:gd name="connsiteX8" fmla="*/ 8665 w 172412"/>
              <a:gd name="connsiteY8" fmla="*/ 19273 h 324162"/>
              <a:gd name="connsiteX0" fmla="*/ 8665 w 173404"/>
              <a:gd name="connsiteY0" fmla="*/ 19273 h 324085"/>
              <a:gd name="connsiteX1" fmla="*/ 27715 w 173404"/>
              <a:gd name="connsiteY1" fmla="*/ 184373 h 324085"/>
              <a:gd name="connsiteX2" fmla="*/ 2315 w 173404"/>
              <a:gd name="connsiteY2" fmla="*/ 266923 h 324085"/>
              <a:gd name="connsiteX3" fmla="*/ 97565 w 173404"/>
              <a:gd name="connsiteY3" fmla="*/ 324073 h 324085"/>
              <a:gd name="connsiteX4" fmla="*/ 154715 w 173404"/>
              <a:gd name="connsiteY4" fmla="*/ 271685 h 324085"/>
              <a:gd name="connsiteX5" fmla="*/ 172178 w 173404"/>
              <a:gd name="connsiteY5" fmla="*/ 230411 h 324085"/>
              <a:gd name="connsiteX6" fmla="*/ 126140 w 173404"/>
              <a:gd name="connsiteY6" fmla="*/ 162148 h 324085"/>
              <a:gd name="connsiteX7" fmla="*/ 122965 w 173404"/>
              <a:gd name="connsiteY7" fmla="*/ 19273 h 324085"/>
              <a:gd name="connsiteX8" fmla="*/ 8665 w 173404"/>
              <a:gd name="connsiteY8" fmla="*/ 19273 h 324085"/>
              <a:gd name="connsiteX0" fmla="*/ 8190 w 173062"/>
              <a:gd name="connsiteY0" fmla="*/ 19273 h 328847"/>
              <a:gd name="connsiteX1" fmla="*/ 27240 w 173062"/>
              <a:gd name="connsiteY1" fmla="*/ 184373 h 328847"/>
              <a:gd name="connsiteX2" fmla="*/ 1840 w 173062"/>
              <a:gd name="connsiteY2" fmla="*/ 266923 h 328847"/>
              <a:gd name="connsiteX3" fmla="*/ 87565 w 173062"/>
              <a:gd name="connsiteY3" fmla="*/ 328836 h 328847"/>
              <a:gd name="connsiteX4" fmla="*/ 154240 w 173062"/>
              <a:gd name="connsiteY4" fmla="*/ 271685 h 328847"/>
              <a:gd name="connsiteX5" fmla="*/ 171703 w 173062"/>
              <a:gd name="connsiteY5" fmla="*/ 230411 h 328847"/>
              <a:gd name="connsiteX6" fmla="*/ 125665 w 173062"/>
              <a:gd name="connsiteY6" fmla="*/ 162148 h 328847"/>
              <a:gd name="connsiteX7" fmla="*/ 122490 w 173062"/>
              <a:gd name="connsiteY7" fmla="*/ 19273 h 328847"/>
              <a:gd name="connsiteX8" fmla="*/ 8190 w 173062"/>
              <a:gd name="connsiteY8" fmla="*/ 19273 h 328847"/>
              <a:gd name="connsiteX0" fmla="*/ 8190 w 172630"/>
              <a:gd name="connsiteY0" fmla="*/ 19273 h 328989"/>
              <a:gd name="connsiteX1" fmla="*/ 27240 w 172630"/>
              <a:gd name="connsiteY1" fmla="*/ 184373 h 328989"/>
              <a:gd name="connsiteX2" fmla="*/ 1840 w 172630"/>
              <a:gd name="connsiteY2" fmla="*/ 266923 h 328989"/>
              <a:gd name="connsiteX3" fmla="*/ 87565 w 172630"/>
              <a:gd name="connsiteY3" fmla="*/ 328836 h 328989"/>
              <a:gd name="connsiteX4" fmla="*/ 151065 w 172630"/>
              <a:gd name="connsiteY4" fmla="*/ 282797 h 328989"/>
              <a:gd name="connsiteX5" fmla="*/ 171703 w 172630"/>
              <a:gd name="connsiteY5" fmla="*/ 230411 h 328989"/>
              <a:gd name="connsiteX6" fmla="*/ 125665 w 172630"/>
              <a:gd name="connsiteY6" fmla="*/ 162148 h 328989"/>
              <a:gd name="connsiteX7" fmla="*/ 122490 w 172630"/>
              <a:gd name="connsiteY7" fmla="*/ 19273 h 328989"/>
              <a:gd name="connsiteX8" fmla="*/ 8190 w 172630"/>
              <a:gd name="connsiteY8" fmla="*/ 19273 h 328989"/>
              <a:gd name="connsiteX0" fmla="*/ 8190 w 164001"/>
              <a:gd name="connsiteY0" fmla="*/ 19273 h 328979"/>
              <a:gd name="connsiteX1" fmla="*/ 27240 w 164001"/>
              <a:gd name="connsiteY1" fmla="*/ 184373 h 328979"/>
              <a:gd name="connsiteX2" fmla="*/ 1840 w 164001"/>
              <a:gd name="connsiteY2" fmla="*/ 266923 h 328979"/>
              <a:gd name="connsiteX3" fmla="*/ 87565 w 164001"/>
              <a:gd name="connsiteY3" fmla="*/ 328836 h 328979"/>
              <a:gd name="connsiteX4" fmla="*/ 151065 w 164001"/>
              <a:gd name="connsiteY4" fmla="*/ 282797 h 328979"/>
              <a:gd name="connsiteX5" fmla="*/ 162178 w 164001"/>
              <a:gd name="connsiteY5" fmla="*/ 244698 h 328979"/>
              <a:gd name="connsiteX6" fmla="*/ 125665 w 164001"/>
              <a:gd name="connsiteY6" fmla="*/ 162148 h 328979"/>
              <a:gd name="connsiteX7" fmla="*/ 122490 w 164001"/>
              <a:gd name="connsiteY7" fmla="*/ 19273 h 328979"/>
              <a:gd name="connsiteX8" fmla="*/ 8190 w 164001"/>
              <a:gd name="connsiteY8" fmla="*/ 19273 h 328979"/>
              <a:gd name="connsiteX0" fmla="*/ 8190 w 164117"/>
              <a:gd name="connsiteY0" fmla="*/ 20836 h 330542"/>
              <a:gd name="connsiteX1" fmla="*/ 27240 w 164117"/>
              <a:gd name="connsiteY1" fmla="*/ 185936 h 330542"/>
              <a:gd name="connsiteX2" fmla="*/ 1840 w 164117"/>
              <a:gd name="connsiteY2" fmla="*/ 268486 h 330542"/>
              <a:gd name="connsiteX3" fmla="*/ 87565 w 164117"/>
              <a:gd name="connsiteY3" fmla="*/ 330399 h 330542"/>
              <a:gd name="connsiteX4" fmla="*/ 151065 w 164117"/>
              <a:gd name="connsiteY4" fmla="*/ 284360 h 330542"/>
              <a:gd name="connsiteX5" fmla="*/ 162178 w 164117"/>
              <a:gd name="connsiteY5" fmla="*/ 246261 h 330542"/>
              <a:gd name="connsiteX6" fmla="*/ 124078 w 164117"/>
              <a:gd name="connsiteY6" fmla="*/ 189111 h 330542"/>
              <a:gd name="connsiteX7" fmla="*/ 122490 w 164117"/>
              <a:gd name="connsiteY7" fmla="*/ 20836 h 330542"/>
              <a:gd name="connsiteX8" fmla="*/ 8190 w 164117"/>
              <a:gd name="connsiteY8" fmla="*/ 20836 h 330542"/>
              <a:gd name="connsiteX0" fmla="*/ 8190 w 164117"/>
              <a:gd name="connsiteY0" fmla="*/ 6507 h 316213"/>
              <a:gd name="connsiteX1" fmla="*/ 27240 w 164117"/>
              <a:gd name="connsiteY1" fmla="*/ 171607 h 316213"/>
              <a:gd name="connsiteX2" fmla="*/ 1840 w 164117"/>
              <a:gd name="connsiteY2" fmla="*/ 254157 h 316213"/>
              <a:gd name="connsiteX3" fmla="*/ 87565 w 164117"/>
              <a:gd name="connsiteY3" fmla="*/ 316070 h 316213"/>
              <a:gd name="connsiteX4" fmla="*/ 151065 w 164117"/>
              <a:gd name="connsiteY4" fmla="*/ 270031 h 316213"/>
              <a:gd name="connsiteX5" fmla="*/ 162178 w 164117"/>
              <a:gd name="connsiteY5" fmla="*/ 231932 h 316213"/>
              <a:gd name="connsiteX6" fmla="*/ 124078 w 164117"/>
              <a:gd name="connsiteY6" fmla="*/ 174782 h 316213"/>
              <a:gd name="connsiteX7" fmla="*/ 122490 w 164117"/>
              <a:gd name="connsiteY7" fmla="*/ 6507 h 316213"/>
              <a:gd name="connsiteX8" fmla="*/ 74865 w 164117"/>
              <a:gd name="connsiteY8" fmla="*/ 31908 h 316213"/>
              <a:gd name="connsiteX9" fmla="*/ 8190 w 164117"/>
              <a:gd name="connsiteY9" fmla="*/ 6507 h 316213"/>
              <a:gd name="connsiteX0" fmla="*/ 8190 w 164117"/>
              <a:gd name="connsiteY0" fmla="*/ 6307 h 316013"/>
              <a:gd name="connsiteX1" fmla="*/ 27240 w 164117"/>
              <a:gd name="connsiteY1" fmla="*/ 171407 h 316013"/>
              <a:gd name="connsiteX2" fmla="*/ 1840 w 164117"/>
              <a:gd name="connsiteY2" fmla="*/ 253957 h 316013"/>
              <a:gd name="connsiteX3" fmla="*/ 87565 w 164117"/>
              <a:gd name="connsiteY3" fmla="*/ 315870 h 316013"/>
              <a:gd name="connsiteX4" fmla="*/ 151065 w 164117"/>
              <a:gd name="connsiteY4" fmla="*/ 269831 h 316013"/>
              <a:gd name="connsiteX5" fmla="*/ 162178 w 164117"/>
              <a:gd name="connsiteY5" fmla="*/ 231732 h 316013"/>
              <a:gd name="connsiteX6" fmla="*/ 124078 w 164117"/>
              <a:gd name="connsiteY6" fmla="*/ 174582 h 316013"/>
              <a:gd name="connsiteX7" fmla="*/ 143128 w 164117"/>
              <a:gd name="connsiteY7" fmla="*/ 23769 h 316013"/>
              <a:gd name="connsiteX8" fmla="*/ 74865 w 164117"/>
              <a:gd name="connsiteY8" fmla="*/ 31708 h 316013"/>
              <a:gd name="connsiteX9" fmla="*/ 8190 w 164117"/>
              <a:gd name="connsiteY9" fmla="*/ 6307 h 316013"/>
              <a:gd name="connsiteX0" fmla="*/ 9787 w 164127"/>
              <a:gd name="connsiteY0" fmla="*/ 8349 h 302180"/>
              <a:gd name="connsiteX1" fmla="*/ 27250 w 164127"/>
              <a:gd name="connsiteY1" fmla="*/ 157574 h 302180"/>
              <a:gd name="connsiteX2" fmla="*/ 1850 w 164127"/>
              <a:gd name="connsiteY2" fmla="*/ 240124 h 302180"/>
              <a:gd name="connsiteX3" fmla="*/ 87575 w 164127"/>
              <a:gd name="connsiteY3" fmla="*/ 302037 h 302180"/>
              <a:gd name="connsiteX4" fmla="*/ 151075 w 164127"/>
              <a:gd name="connsiteY4" fmla="*/ 255998 h 302180"/>
              <a:gd name="connsiteX5" fmla="*/ 162188 w 164127"/>
              <a:gd name="connsiteY5" fmla="*/ 217899 h 302180"/>
              <a:gd name="connsiteX6" fmla="*/ 124088 w 164127"/>
              <a:gd name="connsiteY6" fmla="*/ 160749 h 302180"/>
              <a:gd name="connsiteX7" fmla="*/ 143138 w 164127"/>
              <a:gd name="connsiteY7" fmla="*/ 9936 h 302180"/>
              <a:gd name="connsiteX8" fmla="*/ 74875 w 164127"/>
              <a:gd name="connsiteY8" fmla="*/ 17875 h 302180"/>
              <a:gd name="connsiteX9" fmla="*/ 9787 w 164127"/>
              <a:gd name="connsiteY9" fmla="*/ 8349 h 302180"/>
              <a:gd name="connsiteX0" fmla="*/ 9387 w 163727"/>
              <a:gd name="connsiteY0" fmla="*/ 8349 h 302180"/>
              <a:gd name="connsiteX1" fmla="*/ 31612 w 163727"/>
              <a:gd name="connsiteY1" fmla="*/ 157574 h 302180"/>
              <a:gd name="connsiteX2" fmla="*/ 1450 w 163727"/>
              <a:gd name="connsiteY2" fmla="*/ 240124 h 302180"/>
              <a:gd name="connsiteX3" fmla="*/ 87175 w 163727"/>
              <a:gd name="connsiteY3" fmla="*/ 302037 h 302180"/>
              <a:gd name="connsiteX4" fmla="*/ 150675 w 163727"/>
              <a:gd name="connsiteY4" fmla="*/ 255998 h 302180"/>
              <a:gd name="connsiteX5" fmla="*/ 161788 w 163727"/>
              <a:gd name="connsiteY5" fmla="*/ 217899 h 302180"/>
              <a:gd name="connsiteX6" fmla="*/ 123688 w 163727"/>
              <a:gd name="connsiteY6" fmla="*/ 160749 h 302180"/>
              <a:gd name="connsiteX7" fmla="*/ 142738 w 163727"/>
              <a:gd name="connsiteY7" fmla="*/ 9936 h 302180"/>
              <a:gd name="connsiteX8" fmla="*/ 74475 w 163727"/>
              <a:gd name="connsiteY8" fmla="*/ 17875 h 302180"/>
              <a:gd name="connsiteX9" fmla="*/ 9387 w 163727"/>
              <a:gd name="connsiteY9" fmla="*/ 8349 h 302180"/>
              <a:gd name="connsiteX0" fmla="*/ 9387 w 163842"/>
              <a:gd name="connsiteY0" fmla="*/ 8349 h 302180"/>
              <a:gd name="connsiteX1" fmla="*/ 31612 w 163842"/>
              <a:gd name="connsiteY1" fmla="*/ 157574 h 302180"/>
              <a:gd name="connsiteX2" fmla="*/ 1450 w 163842"/>
              <a:gd name="connsiteY2" fmla="*/ 240124 h 302180"/>
              <a:gd name="connsiteX3" fmla="*/ 87175 w 163842"/>
              <a:gd name="connsiteY3" fmla="*/ 302037 h 302180"/>
              <a:gd name="connsiteX4" fmla="*/ 150675 w 163842"/>
              <a:gd name="connsiteY4" fmla="*/ 255998 h 302180"/>
              <a:gd name="connsiteX5" fmla="*/ 161788 w 163842"/>
              <a:gd name="connsiteY5" fmla="*/ 217899 h 302180"/>
              <a:gd name="connsiteX6" fmla="*/ 122101 w 163842"/>
              <a:gd name="connsiteY6" fmla="*/ 159162 h 302180"/>
              <a:gd name="connsiteX7" fmla="*/ 142738 w 163842"/>
              <a:gd name="connsiteY7" fmla="*/ 9936 h 302180"/>
              <a:gd name="connsiteX8" fmla="*/ 74475 w 163842"/>
              <a:gd name="connsiteY8" fmla="*/ 17875 h 302180"/>
              <a:gd name="connsiteX9" fmla="*/ 9387 w 163842"/>
              <a:gd name="connsiteY9" fmla="*/ 8349 h 302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3842" h="302180">
                <a:moveTo>
                  <a:pt x="9387" y="8349"/>
                </a:moveTo>
                <a:cubicBezTo>
                  <a:pt x="2243" y="31632"/>
                  <a:pt x="32935" y="118945"/>
                  <a:pt x="31612" y="157574"/>
                </a:cubicBezTo>
                <a:cubicBezTo>
                  <a:pt x="30289" y="196203"/>
                  <a:pt x="-7810" y="216047"/>
                  <a:pt x="1450" y="240124"/>
                </a:cubicBezTo>
                <a:cubicBezTo>
                  <a:pt x="10710" y="264201"/>
                  <a:pt x="62304" y="299391"/>
                  <a:pt x="87175" y="302037"/>
                </a:cubicBezTo>
                <a:cubicBezTo>
                  <a:pt x="112046" y="304683"/>
                  <a:pt x="138240" y="270021"/>
                  <a:pt x="150675" y="255998"/>
                </a:cubicBezTo>
                <a:cubicBezTo>
                  <a:pt x="163110" y="241975"/>
                  <a:pt x="166550" y="234038"/>
                  <a:pt x="161788" y="217899"/>
                </a:cubicBezTo>
                <a:cubicBezTo>
                  <a:pt x="157026" y="201760"/>
                  <a:pt x="126334" y="183504"/>
                  <a:pt x="122101" y="159162"/>
                </a:cubicBezTo>
                <a:cubicBezTo>
                  <a:pt x="117868" y="134820"/>
                  <a:pt x="150676" y="33484"/>
                  <a:pt x="142738" y="9936"/>
                </a:cubicBezTo>
                <a:cubicBezTo>
                  <a:pt x="134800" y="-13612"/>
                  <a:pt x="93525" y="17875"/>
                  <a:pt x="74475" y="17875"/>
                </a:cubicBezTo>
                <a:cubicBezTo>
                  <a:pt x="55425" y="17875"/>
                  <a:pt x="16531" y="-14934"/>
                  <a:pt x="9387" y="8349"/>
                </a:cubicBezTo>
                <a:close/>
              </a:path>
            </a:pathLst>
          </a:custGeom>
          <a:gradFill flip="none" rotWithShape="1">
            <a:gsLst>
              <a:gs pos="72000">
                <a:srgbClr val="F9D1B5"/>
              </a:gs>
              <a:gs pos="96000">
                <a:srgbClr val="FCE4D4"/>
              </a:gs>
              <a:gs pos="5000">
                <a:schemeClr val="accent2">
                  <a:lumMod val="20000"/>
                  <a:lumOff val="80000"/>
                </a:schemeClr>
              </a:gs>
              <a:gs pos="50000">
                <a:srgbClr val="F6C3A0"/>
              </a:gs>
              <a:gs pos="24000">
                <a:srgbClr val="FAD6BE"/>
              </a:gs>
            </a:gsLst>
            <a:lin ang="0" scaled="1"/>
            <a:tileRect/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9CAEEF18-DA54-4867-9762-B7CD7621123B}"/>
              </a:ext>
            </a:extLst>
          </p:cNvPr>
          <p:cNvSpPr/>
          <p:nvPr/>
        </p:nvSpPr>
        <p:spPr>
          <a:xfrm>
            <a:off x="2107896" y="3062978"/>
            <a:ext cx="3566668" cy="1385355"/>
          </a:xfrm>
          <a:custGeom>
            <a:avLst/>
            <a:gdLst>
              <a:gd name="connsiteX0" fmla="*/ 40966 w 418984"/>
              <a:gd name="connsiteY0" fmla="*/ 5687 h 234184"/>
              <a:gd name="connsiteX1" fmla="*/ 10486 w 418984"/>
              <a:gd name="connsiteY1" fmla="*/ 61567 h 234184"/>
              <a:gd name="connsiteX2" fmla="*/ 71446 w 418984"/>
              <a:gd name="connsiteY2" fmla="*/ 203807 h 234184"/>
              <a:gd name="connsiteX3" fmla="*/ 361006 w 418984"/>
              <a:gd name="connsiteY3" fmla="*/ 219047 h 234184"/>
              <a:gd name="connsiteX4" fmla="*/ 391486 w 418984"/>
              <a:gd name="connsiteY4" fmla="*/ 26007 h 234184"/>
              <a:gd name="connsiteX5" fmla="*/ 40966 w 418984"/>
              <a:gd name="connsiteY5" fmla="*/ 5687 h 234184"/>
              <a:gd name="connsiteX0" fmla="*/ 44014 w 422032"/>
              <a:gd name="connsiteY0" fmla="*/ 10041 h 236237"/>
              <a:gd name="connsiteX1" fmla="*/ 8454 w 422032"/>
              <a:gd name="connsiteY1" fmla="*/ 126881 h 236237"/>
              <a:gd name="connsiteX2" fmla="*/ 74494 w 422032"/>
              <a:gd name="connsiteY2" fmla="*/ 208161 h 236237"/>
              <a:gd name="connsiteX3" fmla="*/ 364054 w 422032"/>
              <a:gd name="connsiteY3" fmla="*/ 223401 h 236237"/>
              <a:gd name="connsiteX4" fmla="*/ 394534 w 422032"/>
              <a:gd name="connsiteY4" fmla="*/ 30361 h 236237"/>
              <a:gd name="connsiteX5" fmla="*/ 44014 w 422032"/>
              <a:gd name="connsiteY5" fmla="*/ 10041 h 236237"/>
              <a:gd name="connsiteX0" fmla="*/ 34056 w 439715"/>
              <a:gd name="connsiteY0" fmla="*/ 24664 h 220380"/>
              <a:gd name="connsiteX1" fmla="*/ 23896 w 439715"/>
              <a:gd name="connsiteY1" fmla="*/ 111024 h 220380"/>
              <a:gd name="connsiteX2" fmla="*/ 89936 w 439715"/>
              <a:gd name="connsiteY2" fmla="*/ 192304 h 220380"/>
              <a:gd name="connsiteX3" fmla="*/ 379496 w 439715"/>
              <a:gd name="connsiteY3" fmla="*/ 207544 h 220380"/>
              <a:gd name="connsiteX4" fmla="*/ 409976 w 439715"/>
              <a:gd name="connsiteY4" fmla="*/ 14504 h 220380"/>
              <a:gd name="connsiteX5" fmla="*/ 34056 w 439715"/>
              <a:gd name="connsiteY5" fmla="*/ 24664 h 220380"/>
              <a:gd name="connsiteX0" fmla="*/ 32598 w 425214"/>
              <a:gd name="connsiteY0" fmla="*/ 11127 h 206843"/>
              <a:gd name="connsiteX1" fmla="*/ 22438 w 425214"/>
              <a:gd name="connsiteY1" fmla="*/ 97487 h 206843"/>
              <a:gd name="connsiteX2" fmla="*/ 88478 w 425214"/>
              <a:gd name="connsiteY2" fmla="*/ 178767 h 206843"/>
              <a:gd name="connsiteX3" fmla="*/ 378038 w 425214"/>
              <a:gd name="connsiteY3" fmla="*/ 194007 h 206843"/>
              <a:gd name="connsiteX4" fmla="*/ 388198 w 425214"/>
              <a:gd name="connsiteY4" fmla="*/ 21287 h 206843"/>
              <a:gd name="connsiteX5" fmla="*/ 32598 w 425214"/>
              <a:gd name="connsiteY5" fmla="*/ 11127 h 206843"/>
              <a:gd name="connsiteX0" fmla="*/ 32598 w 425214"/>
              <a:gd name="connsiteY0" fmla="*/ 9638 h 187769"/>
              <a:gd name="connsiteX1" fmla="*/ 22438 w 425214"/>
              <a:gd name="connsiteY1" fmla="*/ 95998 h 187769"/>
              <a:gd name="connsiteX2" fmla="*/ 88478 w 425214"/>
              <a:gd name="connsiteY2" fmla="*/ 177278 h 187769"/>
              <a:gd name="connsiteX3" fmla="*/ 378038 w 425214"/>
              <a:gd name="connsiteY3" fmla="*/ 167118 h 187769"/>
              <a:gd name="connsiteX4" fmla="*/ 388198 w 425214"/>
              <a:gd name="connsiteY4" fmla="*/ 19798 h 187769"/>
              <a:gd name="connsiteX5" fmla="*/ 32598 w 425214"/>
              <a:gd name="connsiteY5" fmla="*/ 9638 h 187769"/>
              <a:gd name="connsiteX0" fmla="*/ 32598 w 418787"/>
              <a:gd name="connsiteY0" fmla="*/ 5431 h 179390"/>
              <a:gd name="connsiteX1" fmla="*/ 22438 w 418787"/>
              <a:gd name="connsiteY1" fmla="*/ 91791 h 179390"/>
              <a:gd name="connsiteX2" fmla="*/ 88478 w 418787"/>
              <a:gd name="connsiteY2" fmla="*/ 173071 h 179390"/>
              <a:gd name="connsiteX3" fmla="*/ 378038 w 418787"/>
              <a:gd name="connsiteY3" fmla="*/ 162911 h 179390"/>
              <a:gd name="connsiteX4" fmla="*/ 398697 w 418787"/>
              <a:gd name="connsiteY4" fmla="*/ 69672 h 179390"/>
              <a:gd name="connsiteX5" fmla="*/ 388198 w 418787"/>
              <a:gd name="connsiteY5" fmla="*/ 15591 h 179390"/>
              <a:gd name="connsiteX6" fmla="*/ 32598 w 418787"/>
              <a:gd name="connsiteY6" fmla="*/ 5431 h 179390"/>
              <a:gd name="connsiteX0" fmla="*/ 25048 w 411237"/>
              <a:gd name="connsiteY0" fmla="*/ 6554 h 179393"/>
              <a:gd name="connsiteX1" fmla="*/ 35208 w 411237"/>
              <a:gd name="connsiteY1" fmla="*/ 108154 h 179393"/>
              <a:gd name="connsiteX2" fmla="*/ 80928 w 411237"/>
              <a:gd name="connsiteY2" fmla="*/ 174194 h 179393"/>
              <a:gd name="connsiteX3" fmla="*/ 370488 w 411237"/>
              <a:gd name="connsiteY3" fmla="*/ 164034 h 179393"/>
              <a:gd name="connsiteX4" fmla="*/ 391147 w 411237"/>
              <a:gd name="connsiteY4" fmla="*/ 70795 h 179393"/>
              <a:gd name="connsiteX5" fmla="*/ 380648 w 411237"/>
              <a:gd name="connsiteY5" fmla="*/ 16714 h 179393"/>
              <a:gd name="connsiteX6" fmla="*/ 25048 w 411237"/>
              <a:gd name="connsiteY6" fmla="*/ 6554 h 179393"/>
              <a:gd name="connsiteX0" fmla="*/ 37839 w 380430"/>
              <a:gd name="connsiteY0" fmla="*/ 7696 h 175455"/>
              <a:gd name="connsiteX1" fmla="*/ 7359 w 380430"/>
              <a:gd name="connsiteY1" fmla="*/ 104216 h 175455"/>
              <a:gd name="connsiteX2" fmla="*/ 53079 w 380430"/>
              <a:gd name="connsiteY2" fmla="*/ 170256 h 175455"/>
              <a:gd name="connsiteX3" fmla="*/ 342639 w 380430"/>
              <a:gd name="connsiteY3" fmla="*/ 160096 h 175455"/>
              <a:gd name="connsiteX4" fmla="*/ 363298 w 380430"/>
              <a:gd name="connsiteY4" fmla="*/ 66857 h 175455"/>
              <a:gd name="connsiteX5" fmla="*/ 352799 w 380430"/>
              <a:gd name="connsiteY5" fmla="*/ 12776 h 175455"/>
              <a:gd name="connsiteX6" fmla="*/ 37839 w 380430"/>
              <a:gd name="connsiteY6" fmla="*/ 7696 h 175455"/>
              <a:gd name="connsiteX0" fmla="*/ 33567 w 387056"/>
              <a:gd name="connsiteY0" fmla="*/ 21841 h 164200"/>
              <a:gd name="connsiteX1" fmla="*/ 13247 w 387056"/>
              <a:gd name="connsiteY1" fmla="*/ 92961 h 164200"/>
              <a:gd name="connsiteX2" fmla="*/ 58967 w 387056"/>
              <a:gd name="connsiteY2" fmla="*/ 159001 h 164200"/>
              <a:gd name="connsiteX3" fmla="*/ 348527 w 387056"/>
              <a:gd name="connsiteY3" fmla="*/ 148841 h 164200"/>
              <a:gd name="connsiteX4" fmla="*/ 369186 w 387056"/>
              <a:gd name="connsiteY4" fmla="*/ 55602 h 164200"/>
              <a:gd name="connsiteX5" fmla="*/ 358687 w 387056"/>
              <a:gd name="connsiteY5" fmla="*/ 1521 h 164200"/>
              <a:gd name="connsiteX6" fmla="*/ 33567 w 387056"/>
              <a:gd name="connsiteY6" fmla="*/ 21841 h 164200"/>
              <a:gd name="connsiteX0" fmla="*/ 39105 w 392594"/>
              <a:gd name="connsiteY0" fmla="*/ 22271 h 162773"/>
              <a:gd name="connsiteX1" fmla="*/ 8625 w 392594"/>
              <a:gd name="connsiteY1" fmla="*/ 118791 h 162773"/>
              <a:gd name="connsiteX2" fmla="*/ 64505 w 392594"/>
              <a:gd name="connsiteY2" fmla="*/ 159431 h 162773"/>
              <a:gd name="connsiteX3" fmla="*/ 354065 w 392594"/>
              <a:gd name="connsiteY3" fmla="*/ 149271 h 162773"/>
              <a:gd name="connsiteX4" fmla="*/ 374724 w 392594"/>
              <a:gd name="connsiteY4" fmla="*/ 56032 h 162773"/>
              <a:gd name="connsiteX5" fmla="*/ 364225 w 392594"/>
              <a:gd name="connsiteY5" fmla="*/ 1951 h 162773"/>
              <a:gd name="connsiteX6" fmla="*/ 39105 w 392594"/>
              <a:gd name="connsiteY6" fmla="*/ 22271 h 162773"/>
              <a:gd name="connsiteX0" fmla="*/ 37149 w 390638"/>
              <a:gd name="connsiteY0" fmla="*/ 22271 h 179042"/>
              <a:gd name="connsiteX1" fmla="*/ 6669 w 390638"/>
              <a:gd name="connsiteY1" fmla="*/ 118791 h 179042"/>
              <a:gd name="connsiteX2" fmla="*/ 62549 w 390638"/>
              <a:gd name="connsiteY2" fmla="*/ 159431 h 179042"/>
              <a:gd name="connsiteX3" fmla="*/ 352109 w 390638"/>
              <a:gd name="connsiteY3" fmla="*/ 149271 h 179042"/>
              <a:gd name="connsiteX4" fmla="*/ 372768 w 390638"/>
              <a:gd name="connsiteY4" fmla="*/ 56032 h 179042"/>
              <a:gd name="connsiteX5" fmla="*/ 362269 w 390638"/>
              <a:gd name="connsiteY5" fmla="*/ 1951 h 179042"/>
              <a:gd name="connsiteX6" fmla="*/ 37149 w 390638"/>
              <a:gd name="connsiteY6" fmla="*/ 22271 h 179042"/>
              <a:gd name="connsiteX0" fmla="*/ 37149 w 390638"/>
              <a:gd name="connsiteY0" fmla="*/ 22271 h 162773"/>
              <a:gd name="connsiteX1" fmla="*/ 6669 w 390638"/>
              <a:gd name="connsiteY1" fmla="*/ 118791 h 162773"/>
              <a:gd name="connsiteX2" fmla="*/ 62549 w 390638"/>
              <a:gd name="connsiteY2" fmla="*/ 159431 h 162773"/>
              <a:gd name="connsiteX3" fmla="*/ 352109 w 390638"/>
              <a:gd name="connsiteY3" fmla="*/ 149271 h 162773"/>
              <a:gd name="connsiteX4" fmla="*/ 372768 w 390638"/>
              <a:gd name="connsiteY4" fmla="*/ 56032 h 162773"/>
              <a:gd name="connsiteX5" fmla="*/ 362269 w 390638"/>
              <a:gd name="connsiteY5" fmla="*/ 1951 h 162773"/>
              <a:gd name="connsiteX6" fmla="*/ 37149 w 390638"/>
              <a:gd name="connsiteY6" fmla="*/ 22271 h 162773"/>
              <a:gd name="connsiteX0" fmla="*/ 43109 w 396598"/>
              <a:gd name="connsiteY0" fmla="*/ 47914 h 188416"/>
              <a:gd name="connsiteX1" fmla="*/ 12629 w 396598"/>
              <a:gd name="connsiteY1" fmla="*/ 144434 h 188416"/>
              <a:gd name="connsiteX2" fmla="*/ 68509 w 396598"/>
              <a:gd name="connsiteY2" fmla="*/ 185074 h 188416"/>
              <a:gd name="connsiteX3" fmla="*/ 358069 w 396598"/>
              <a:gd name="connsiteY3" fmla="*/ 174914 h 188416"/>
              <a:gd name="connsiteX4" fmla="*/ 378728 w 396598"/>
              <a:gd name="connsiteY4" fmla="*/ 81675 h 188416"/>
              <a:gd name="connsiteX5" fmla="*/ 368229 w 396598"/>
              <a:gd name="connsiteY5" fmla="*/ 27594 h 188416"/>
              <a:gd name="connsiteX6" fmla="*/ 43109 w 396598"/>
              <a:gd name="connsiteY6" fmla="*/ 47914 h 188416"/>
              <a:gd name="connsiteX0" fmla="*/ 43109 w 396598"/>
              <a:gd name="connsiteY0" fmla="*/ 39273 h 179775"/>
              <a:gd name="connsiteX1" fmla="*/ 12629 w 396598"/>
              <a:gd name="connsiteY1" fmla="*/ 135793 h 179775"/>
              <a:gd name="connsiteX2" fmla="*/ 68509 w 396598"/>
              <a:gd name="connsiteY2" fmla="*/ 176433 h 179775"/>
              <a:gd name="connsiteX3" fmla="*/ 358069 w 396598"/>
              <a:gd name="connsiteY3" fmla="*/ 166273 h 179775"/>
              <a:gd name="connsiteX4" fmla="*/ 378728 w 396598"/>
              <a:gd name="connsiteY4" fmla="*/ 73034 h 179775"/>
              <a:gd name="connsiteX5" fmla="*/ 368229 w 396598"/>
              <a:gd name="connsiteY5" fmla="*/ 18953 h 179775"/>
              <a:gd name="connsiteX6" fmla="*/ 43109 w 396598"/>
              <a:gd name="connsiteY6" fmla="*/ 39273 h 179775"/>
              <a:gd name="connsiteX0" fmla="*/ 41071 w 394560"/>
              <a:gd name="connsiteY0" fmla="*/ 21773 h 162275"/>
              <a:gd name="connsiteX1" fmla="*/ 10591 w 394560"/>
              <a:gd name="connsiteY1" fmla="*/ 118293 h 162275"/>
              <a:gd name="connsiteX2" fmla="*/ 66471 w 394560"/>
              <a:gd name="connsiteY2" fmla="*/ 158933 h 162275"/>
              <a:gd name="connsiteX3" fmla="*/ 356031 w 394560"/>
              <a:gd name="connsiteY3" fmla="*/ 148773 h 162275"/>
              <a:gd name="connsiteX4" fmla="*/ 376690 w 394560"/>
              <a:gd name="connsiteY4" fmla="*/ 55534 h 162275"/>
              <a:gd name="connsiteX5" fmla="*/ 366191 w 394560"/>
              <a:gd name="connsiteY5" fmla="*/ 1453 h 162275"/>
              <a:gd name="connsiteX6" fmla="*/ 41071 w 394560"/>
              <a:gd name="connsiteY6" fmla="*/ 21773 h 162275"/>
              <a:gd name="connsiteX0" fmla="*/ 41071 w 394560"/>
              <a:gd name="connsiteY0" fmla="*/ 21773 h 173506"/>
              <a:gd name="connsiteX1" fmla="*/ 10591 w 394560"/>
              <a:gd name="connsiteY1" fmla="*/ 118293 h 173506"/>
              <a:gd name="connsiteX2" fmla="*/ 66471 w 394560"/>
              <a:gd name="connsiteY2" fmla="*/ 158933 h 173506"/>
              <a:gd name="connsiteX3" fmla="*/ 356031 w 394560"/>
              <a:gd name="connsiteY3" fmla="*/ 148773 h 173506"/>
              <a:gd name="connsiteX4" fmla="*/ 376690 w 394560"/>
              <a:gd name="connsiteY4" fmla="*/ 55534 h 173506"/>
              <a:gd name="connsiteX5" fmla="*/ 366191 w 394560"/>
              <a:gd name="connsiteY5" fmla="*/ 1453 h 173506"/>
              <a:gd name="connsiteX6" fmla="*/ 41071 w 394560"/>
              <a:gd name="connsiteY6" fmla="*/ 21773 h 173506"/>
              <a:gd name="connsiteX0" fmla="*/ 55454 w 408943"/>
              <a:gd name="connsiteY0" fmla="*/ 21763 h 164555"/>
              <a:gd name="connsiteX1" fmla="*/ 25 w 408943"/>
              <a:gd name="connsiteY1" fmla="*/ 86982 h 164555"/>
              <a:gd name="connsiteX2" fmla="*/ 80854 w 408943"/>
              <a:gd name="connsiteY2" fmla="*/ 158923 h 164555"/>
              <a:gd name="connsiteX3" fmla="*/ 370414 w 408943"/>
              <a:gd name="connsiteY3" fmla="*/ 148763 h 164555"/>
              <a:gd name="connsiteX4" fmla="*/ 391073 w 408943"/>
              <a:gd name="connsiteY4" fmla="*/ 55524 h 164555"/>
              <a:gd name="connsiteX5" fmla="*/ 380574 w 408943"/>
              <a:gd name="connsiteY5" fmla="*/ 1443 h 164555"/>
              <a:gd name="connsiteX6" fmla="*/ 55454 w 408943"/>
              <a:gd name="connsiteY6" fmla="*/ 21763 h 164555"/>
              <a:gd name="connsiteX0" fmla="*/ 55454 w 401499"/>
              <a:gd name="connsiteY0" fmla="*/ 14981 h 157773"/>
              <a:gd name="connsiteX1" fmla="*/ 25 w 401499"/>
              <a:gd name="connsiteY1" fmla="*/ 80200 h 157773"/>
              <a:gd name="connsiteX2" fmla="*/ 80854 w 401499"/>
              <a:gd name="connsiteY2" fmla="*/ 152141 h 157773"/>
              <a:gd name="connsiteX3" fmla="*/ 370414 w 401499"/>
              <a:gd name="connsiteY3" fmla="*/ 141981 h 157773"/>
              <a:gd name="connsiteX4" fmla="*/ 391073 w 401499"/>
              <a:gd name="connsiteY4" fmla="*/ 48742 h 157773"/>
              <a:gd name="connsiteX5" fmla="*/ 319161 w 401499"/>
              <a:gd name="connsiteY5" fmla="*/ 2216 h 157773"/>
              <a:gd name="connsiteX6" fmla="*/ 55454 w 401499"/>
              <a:gd name="connsiteY6" fmla="*/ 14981 h 157773"/>
              <a:gd name="connsiteX0" fmla="*/ 55454 w 404924"/>
              <a:gd name="connsiteY0" fmla="*/ 15057 h 157849"/>
              <a:gd name="connsiteX1" fmla="*/ 25 w 404924"/>
              <a:gd name="connsiteY1" fmla="*/ 80276 h 157849"/>
              <a:gd name="connsiteX2" fmla="*/ 80854 w 404924"/>
              <a:gd name="connsiteY2" fmla="*/ 152217 h 157849"/>
              <a:gd name="connsiteX3" fmla="*/ 370414 w 404924"/>
              <a:gd name="connsiteY3" fmla="*/ 142057 h 157849"/>
              <a:gd name="connsiteX4" fmla="*/ 398749 w 404924"/>
              <a:gd name="connsiteY4" fmla="*/ 49897 h 157849"/>
              <a:gd name="connsiteX5" fmla="*/ 319161 w 404924"/>
              <a:gd name="connsiteY5" fmla="*/ 2292 h 157849"/>
              <a:gd name="connsiteX6" fmla="*/ 55454 w 404924"/>
              <a:gd name="connsiteY6" fmla="*/ 15057 h 157849"/>
              <a:gd name="connsiteX0" fmla="*/ 55454 w 405896"/>
              <a:gd name="connsiteY0" fmla="*/ 16463 h 159255"/>
              <a:gd name="connsiteX1" fmla="*/ 25 w 405896"/>
              <a:gd name="connsiteY1" fmla="*/ 81682 h 159255"/>
              <a:gd name="connsiteX2" fmla="*/ 80854 w 405896"/>
              <a:gd name="connsiteY2" fmla="*/ 153623 h 159255"/>
              <a:gd name="connsiteX3" fmla="*/ 370414 w 405896"/>
              <a:gd name="connsiteY3" fmla="*/ 143463 h 159255"/>
              <a:gd name="connsiteX4" fmla="*/ 400668 w 405896"/>
              <a:gd name="connsiteY4" fmla="*/ 70731 h 159255"/>
              <a:gd name="connsiteX5" fmla="*/ 319161 w 405896"/>
              <a:gd name="connsiteY5" fmla="*/ 3698 h 159255"/>
              <a:gd name="connsiteX6" fmla="*/ 55454 w 405896"/>
              <a:gd name="connsiteY6" fmla="*/ 16463 h 159255"/>
              <a:gd name="connsiteX0" fmla="*/ 55448 w 400740"/>
              <a:gd name="connsiteY0" fmla="*/ 16463 h 158858"/>
              <a:gd name="connsiteX1" fmla="*/ 19 w 400740"/>
              <a:gd name="connsiteY1" fmla="*/ 81682 h 158858"/>
              <a:gd name="connsiteX2" fmla="*/ 80848 w 400740"/>
              <a:gd name="connsiteY2" fmla="*/ 153623 h 158858"/>
              <a:gd name="connsiteX3" fmla="*/ 316672 w 400740"/>
              <a:gd name="connsiteY3" fmla="*/ 142384 h 158858"/>
              <a:gd name="connsiteX4" fmla="*/ 400662 w 400740"/>
              <a:gd name="connsiteY4" fmla="*/ 70731 h 158858"/>
              <a:gd name="connsiteX5" fmla="*/ 319155 w 400740"/>
              <a:gd name="connsiteY5" fmla="*/ 3698 h 158858"/>
              <a:gd name="connsiteX6" fmla="*/ 55448 w 400740"/>
              <a:gd name="connsiteY6" fmla="*/ 16463 h 158858"/>
              <a:gd name="connsiteX0" fmla="*/ 55449 w 400741"/>
              <a:gd name="connsiteY0" fmla="*/ 16463 h 158858"/>
              <a:gd name="connsiteX1" fmla="*/ 20 w 400741"/>
              <a:gd name="connsiteY1" fmla="*/ 81682 h 158858"/>
              <a:gd name="connsiteX2" fmla="*/ 80849 w 400741"/>
              <a:gd name="connsiteY2" fmla="*/ 153623 h 158858"/>
              <a:gd name="connsiteX3" fmla="*/ 341622 w 400741"/>
              <a:gd name="connsiteY3" fmla="*/ 142384 h 158858"/>
              <a:gd name="connsiteX4" fmla="*/ 400663 w 400741"/>
              <a:gd name="connsiteY4" fmla="*/ 70731 h 158858"/>
              <a:gd name="connsiteX5" fmla="*/ 319156 w 400741"/>
              <a:gd name="connsiteY5" fmla="*/ 3698 h 158858"/>
              <a:gd name="connsiteX6" fmla="*/ 55449 w 400741"/>
              <a:gd name="connsiteY6" fmla="*/ 16463 h 158858"/>
              <a:gd name="connsiteX0" fmla="*/ 74632 w 419924"/>
              <a:gd name="connsiteY0" fmla="*/ 16494 h 158809"/>
              <a:gd name="connsiteX1" fmla="*/ 12 w 419924"/>
              <a:gd name="connsiteY1" fmla="*/ 82792 h 158809"/>
              <a:gd name="connsiteX2" fmla="*/ 100032 w 419924"/>
              <a:gd name="connsiteY2" fmla="*/ 153654 h 158809"/>
              <a:gd name="connsiteX3" fmla="*/ 360805 w 419924"/>
              <a:gd name="connsiteY3" fmla="*/ 142415 h 158809"/>
              <a:gd name="connsiteX4" fmla="*/ 419846 w 419924"/>
              <a:gd name="connsiteY4" fmla="*/ 70762 h 158809"/>
              <a:gd name="connsiteX5" fmla="*/ 338339 w 419924"/>
              <a:gd name="connsiteY5" fmla="*/ 3729 h 158809"/>
              <a:gd name="connsiteX6" fmla="*/ 74632 w 419924"/>
              <a:gd name="connsiteY6" fmla="*/ 16494 h 158809"/>
              <a:gd name="connsiteX0" fmla="*/ 74632 w 421839"/>
              <a:gd name="connsiteY0" fmla="*/ 17520 h 159835"/>
              <a:gd name="connsiteX1" fmla="*/ 12 w 421839"/>
              <a:gd name="connsiteY1" fmla="*/ 83818 h 159835"/>
              <a:gd name="connsiteX2" fmla="*/ 100032 w 421839"/>
              <a:gd name="connsiteY2" fmla="*/ 154680 h 159835"/>
              <a:gd name="connsiteX3" fmla="*/ 360805 w 421839"/>
              <a:gd name="connsiteY3" fmla="*/ 143441 h 159835"/>
              <a:gd name="connsiteX4" fmla="*/ 421765 w 421839"/>
              <a:gd name="connsiteY4" fmla="*/ 85820 h 159835"/>
              <a:gd name="connsiteX5" fmla="*/ 338339 w 421839"/>
              <a:gd name="connsiteY5" fmla="*/ 4755 h 159835"/>
              <a:gd name="connsiteX6" fmla="*/ 74632 w 421839"/>
              <a:gd name="connsiteY6" fmla="*/ 17520 h 159835"/>
              <a:gd name="connsiteX0" fmla="*/ 74632 w 421874"/>
              <a:gd name="connsiteY0" fmla="*/ 10985 h 153300"/>
              <a:gd name="connsiteX1" fmla="*/ 12 w 421874"/>
              <a:gd name="connsiteY1" fmla="*/ 77283 h 153300"/>
              <a:gd name="connsiteX2" fmla="*/ 100032 w 421874"/>
              <a:gd name="connsiteY2" fmla="*/ 148145 h 153300"/>
              <a:gd name="connsiteX3" fmla="*/ 360805 w 421874"/>
              <a:gd name="connsiteY3" fmla="*/ 136906 h 153300"/>
              <a:gd name="connsiteX4" fmla="*/ 421765 w 421874"/>
              <a:gd name="connsiteY4" fmla="*/ 79285 h 153300"/>
              <a:gd name="connsiteX5" fmla="*/ 347935 w 421874"/>
              <a:gd name="connsiteY5" fmla="*/ 6855 h 153300"/>
              <a:gd name="connsiteX6" fmla="*/ 74632 w 421874"/>
              <a:gd name="connsiteY6" fmla="*/ 10985 h 153300"/>
              <a:gd name="connsiteX0" fmla="*/ 74632 w 418056"/>
              <a:gd name="connsiteY0" fmla="*/ 9999 h 152314"/>
              <a:gd name="connsiteX1" fmla="*/ 12 w 418056"/>
              <a:gd name="connsiteY1" fmla="*/ 76297 h 152314"/>
              <a:gd name="connsiteX2" fmla="*/ 100032 w 418056"/>
              <a:gd name="connsiteY2" fmla="*/ 147159 h 152314"/>
              <a:gd name="connsiteX3" fmla="*/ 360805 w 418056"/>
              <a:gd name="connsiteY3" fmla="*/ 135920 h 152314"/>
              <a:gd name="connsiteX4" fmla="*/ 417927 w 418056"/>
              <a:gd name="connsiteY4" fmla="*/ 64267 h 152314"/>
              <a:gd name="connsiteX5" fmla="*/ 347935 w 418056"/>
              <a:gd name="connsiteY5" fmla="*/ 5869 h 152314"/>
              <a:gd name="connsiteX6" fmla="*/ 74632 w 418056"/>
              <a:gd name="connsiteY6" fmla="*/ 9999 h 152314"/>
              <a:gd name="connsiteX0" fmla="*/ 74632 w 418056"/>
              <a:gd name="connsiteY0" fmla="*/ 9999 h 152314"/>
              <a:gd name="connsiteX1" fmla="*/ 12 w 418056"/>
              <a:gd name="connsiteY1" fmla="*/ 76297 h 152314"/>
              <a:gd name="connsiteX2" fmla="*/ 100032 w 418056"/>
              <a:gd name="connsiteY2" fmla="*/ 147159 h 152314"/>
              <a:gd name="connsiteX3" fmla="*/ 360805 w 418056"/>
              <a:gd name="connsiteY3" fmla="*/ 135920 h 152314"/>
              <a:gd name="connsiteX4" fmla="*/ 417927 w 418056"/>
              <a:gd name="connsiteY4" fmla="*/ 64267 h 152314"/>
              <a:gd name="connsiteX5" fmla="*/ 347935 w 418056"/>
              <a:gd name="connsiteY5" fmla="*/ 5869 h 152314"/>
              <a:gd name="connsiteX6" fmla="*/ 74632 w 418056"/>
              <a:gd name="connsiteY6" fmla="*/ 9999 h 152314"/>
              <a:gd name="connsiteX0" fmla="*/ 74632 w 417927"/>
              <a:gd name="connsiteY0" fmla="*/ 9999 h 152314"/>
              <a:gd name="connsiteX1" fmla="*/ 12 w 417927"/>
              <a:gd name="connsiteY1" fmla="*/ 76297 h 152314"/>
              <a:gd name="connsiteX2" fmla="*/ 100032 w 417927"/>
              <a:gd name="connsiteY2" fmla="*/ 147159 h 152314"/>
              <a:gd name="connsiteX3" fmla="*/ 360805 w 417927"/>
              <a:gd name="connsiteY3" fmla="*/ 135920 h 152314"/>
              <a:gd name="connsiteX4" fmla="*/ 417927 w 417927"/>
              <a:gd name="connsiteY4" fmla="*/ 64267 h 152314"/>
              <a:gd name="connsiteX5" fmla="*/ 347935 w 417927"/>
              <a:gd name="connsiteY5" fmla="*/ 5869 h 152314"/>
              <a:gd name="connsiteX6" fmla="*/ 74632 w 417927"/>
              <a:gd name="connsiteY6" fmla="*/ 9999 h 152314"/>
              <a:gd name="connsiteX0" fmla="*/ 74632 w 418382"/>
              <a:gd name="connsiteY0" fmla="*/ 9999 h 152314"/>
              <a:gd name="connsiteX1" fmla="*/ 12 w 418382"/>
              <a:gd name="connsiteY1" fmla="*/ 76297 h 152314"/>
              <a:gd name="connsiteX2" fmla="*/ 100032 w 418382"/>
              <a:gd name="connsiteY2" fmla="*/ 147159 h 152314"/>
              <a:gd name="connsiteX3" fmla="*/ 360805 w 418382"/>
              <a:gd name="connsiteY3" fmla="*/ 135920 h 152314"/>
              <a:gd name="connsiteX4" fmla="*/ 417927 w 418382"/>
              <a:gd name="connsiteY4" fmla="*/ 64267 h 152314"/>
              <a:gd name="connsiteX5" fmla="*/ 347935 w 418382"/>
              <a:gd name="connsiteY5" fmla="*/ 5869 h 152314"/>
              <a:gd name="connsiteX6" fmla="*/ 74632 w 418382"/>
              <a:gd name="connsiteY6" fmla="*/ 9999 h 152314"/>
              <a:gd name="connsiteX0" fmla="*/ 74628 w 418067"/>
              <a:gd name="connsiteY0" fmla="*/ 9999 h 204693"/>
              <a:gd name="connsiteX1" fmla="*/ 8 w 418067"/>
              <a:gd name="connsiteY1" fmla="*/ 76297 h 204693"/>
              <a:gd name="connsiteX2" fmla="*/ 100028 w 418067"/>
              <a:gd name="connsiteY2" fmla="*/ 147159 h 204693"/>
              <a:gd name="connsiteX3" fmla="*/ 196524 w 418067"/>
              <a:gd name="connsiteY3" fmla="*/ 204627 h 204693"/>
              <a:gd name="connsiteX4" fmla="*/ 360801 w 418067"/>
              <a:gd name="connsiteY4" fmla="*/ 135920 h 204693"/>
              <a:gd name="connsiteX5" fmla="*/ 417923 w 418067"/>
              <a:gd name="connsiteY5" fmla="*/ 64267 h 204693"/>
              <a:gd name="connsiteX6" fmla="*/ 347931 w 418067"/>
              <a:gd name="connsiteY6" fmla="*/ 5869 h 204693"/>
              <a:gd name="connsiteX7" fmla="*/ 74628 w 418067"/>
              <a:gd name="connsiteY7" fmla="*/ 9999 h 204693"/>
              <a:gd name="connsiteX0" fmla="*/ 74851 w 418290"/>
              <a:gd name="connsiteY0" fmla="*/ 9999 h 205352"/>
              <a:gd name="connsiteX1" fmla="*/ 231 w 418290"/>
              <a:gd name="connsiteY1" fmla="*/ 76297 h 205352"/>
              <a:gd name="connsiteX2" fmla="*/ 90558 w 418290"/>
              <a:gd name="connsiteY2" fmla="*/ 184864 h 205352"/>
              <a:gd name="connsiteX3" fmla="*/ 196747 w 418290"/>
              <a:gd name="connsiteY3" fmla="*/ 204627 h 205352"/>
              <a:gd name="connsiteX4" fmla="*/ 361024 w 418290"/>
              <a:gd name="connsiteY4" fmla="*/ 135920 h 205352"/>
              <a:gd name="connsiteX5" fmla="*/ 418146 w 418290"/>
              <a:gd name="connsiteY5" fmla="*/ 64267 h 205352"/>
              <a:gd name="connsiteX6" fmla="*/ 348154 w 418290"/>
              <a:gd name="connsiteY6" fmla="*/ 5869 h 205352"/>
              <a:gd name="connsiteX7" fmla="*/ 74851 w 418290"/>
              <a:gd name="connsiteY7" fmla="*/ 9999 h 205352"/>
              <a:gd name="connsiteX0" fmla="*/ 74851 w 418220"/>
              <a:gd name="connsiteY0" fmla="*/ 9999 h 212003"/>
              <a:gd name="connsiteX1" fmla="*/ 231 w 418220"/>
              <a:gd name="connsiteY1" fmla="*/ 76297 h 212003"/>
              <a:gd name="connsiteX2" fmla="*/ 90558 w 418220"/>
              <a:gd name="connsiteY2" fmla="*/ 184864 h 212003"/>
              <a:gd name="connsiteX3" fmla="*/ 196747 w 418220"/>
              <a:gd name="connsiteY3" fmla="*/ 204627 h 212003"/>
              <a:gd name="connsiteX4" fmla="*/ 338407 w 418220"/>
              <a:gd name="connsiteY4" fmla="*/ 206618 h 212003"/>
              <a:gd name="connsiteX5" fmla="*/ 418146 w 418220"/>
              <a:gd name="connsiteY5" fmla="*/ 64267 h 212003"/>
              <a:gd name="connsiteX6" fmla="*/ 348154 w 418220"/>
              <a:gd name="connsiteY6" fmla="*/ 5869 h 212003"/>
              <a:gd name="connsiteX7" fmla="*/ 74851 w 418220"/>
              <a:gd name="connsiteY7" fmla="*/ 9999 h 212003"/>
              <a:gd name="connsiteX0" fmla="*/ 74851 w 418218"/>
              <a:gd name="connsiteY0" fmla="*/ 9999 h 208422"/>
              <a:gd name="connsiteX1" fmla="*/ 231 w 418218"/>
              <a:gd name="connsiteY1" fmla="*/ 76297 h 208422"/>
              <a:gd name="connsiteX2" fmla="*/ 90558 w 418218"/>
              <a:gd name="connsiteY2" fmla="*/ 184864 h 208422"/>
              <a:gd name="connsiteX3" fmla="*/ 196747 w 418218"/>
              <a:gd name="connsiteY3" fmla="*/ 204627 h 208422"/>
              <a:gd name="connsiteX4" fmla="*/ 336792 w 418218"/>
              <a:gd name="connsiteY4" fmla="*/ 201905 h 208422"/>
              <a:gd name="connsiteX5" fmla="*/ 418146 w 418218"/>
              <a:gd name="connsiteY5" fmla="*/ 64267 h 208422"/>
              <a:gd name="connsiteX6" fmla="*/ 348154 w 418218"/>
              <a:gd name="connsiteY6" fmla="*/ 5869 h 208422"/>
              <a:gd name="connsiteX7" fmla="*/ 74851 w 418218"/>
              <a:gd name="connsiteY7" fmla="*/ 9999 h 208422"/>
              <a:gd name="connsiteX0" fmla="*/ 63693 w 407060"/>
              <a:gd name="connsiteY0" fmla="*/ 9999 h 208422"/>
              <a:gd name="connsiteX1" fmla="*/ 381 w 407060"/>
              <a:gd name="connsiteY1" fmla="*/ 76297 h 208422"/>
              <a:gd name="connsiteX2" fmla="*/ 79400 w 407060"/>
              <a:gd name="connsiteY2" fmla="*/ 184864 h 208422"/>
              <a:gd name="connsiteX3" fmla="*/ 185589 w 407060"/>
              <a:gd name="connsiteY3" fmla="*/ 204627 h 208422"/>
              <a:gd name="connsiteX4" fmla="*/ 325634 w 407060"/>
              <a:gd name="connsiteY4" fmla="*/ 201905 h 208422"/>
              <a:gd name="connsiteX5" fmla="*/ 406988 w 407060"/>
              <a:gd name="connsiteY5" fmla="*/ 64267 h 208422"/>
              <a:gd name="connsiteX6" fmla="*/ 336996 w 407060"/>
              <a:gd name="connsiteY6" fmla="*/ 5869 h 208422"/>
              <a:gd name="connsiteX7" fmla="*/ 63693 w 407060"/>
              <a:gd name="connsiteY7" fmla="*/ 9999 h 208422"/>
              <a:gd name="connsiteX0" fmla="*/ 44438 w 412037"/>
              <a:gd name="connsiteY0" fmla="*/ 2218 h 247773"/>
              <a:gd name="connsiteX1" fmla="*/ 5358 w 412037"/>
              <a:gd name="connsiteY1" fmla="*/ 115648 h 247773"/>
              <a:gd name="connsiteX2" fmla="*/ 84377 w 412037"/>
              <a:gd name="connsiteY2" fmla="*/ 224215 h 247773"/>
              <a:gd name="connsiteX3" fmla="*/ 190566 w 412037"/>
              <a:gd name="connsiteY3" fmla="*/ 243978 h 247773"/>
              <a:gd name="connsiteX4" fmla="*/ 330611 w 412037"/>
              <a:gd name="connsiteY4" fmla="*/ 241256 h 247773"/>
              <a:gd name="connsiteX5" fmla="*/ 411965 w 412037"/>
              <a:gd name="connsiteY5" fmla="*/ 103618 h 247773"/>
              <a:gd name="connsiteX6" fmla="*/ 341973 w 412037"/>
              <a:gd name="connsiteY6" fmla="*/ 45220 h 247773"/>
              <a:gd name="connsiteX7" fmla="*/ 44438 w 412037"/>
              <a:gd name="connsiteY7" fmla="*/ 2218 h 247773"/>
              <a:gd name="connsiteX0" fmla="*/ 44858 w 412457"/>
              <a:gd name="connsiteY0" fmla="*/ 2991 h 248546"/>
              <a:gd name="connsiteX1" fmla="*/ 5778 w 412457"/>
              <a:gd name="connsiteY1" fmla="*/ 116421 h 248546"/>
              <a:gd name="connsiteX2" fmla="*/ 84797 w 412457"/>
              <a:gd name="connsiteY2" fmla="*/ 224988 h 248546"/>
              <a:gd name="connsiteX3" fmla="*/ 190986 w 412457"/>
              <a:gd name="connsiteY3" fmla="*/ 244751 h 248546"/>
              <a:gd name="connsiteX4" fmla="*/ 331031 w 412457"/>
              <a:gd name="connsiteY4" fmla="*/ 242029 h 248546"/>
              <a:gd name="connsiteX5" fmla="*/ 412385 w 412457"/>
              <a:gd name="connsiteY5" fmla="*/ 104391 h 248546"/>
              <a:gd name="connsiteX6" fmla="*/ 342393 w 412457"/>
              <a:gd name="connsiteY6" fmla="*/ 45993 h 248546"/>
              <a:gd name="connsiteX7" fmla="*/ 44858 w 412457"/>
              <a:gd name="connsiteY7" fmla="*/ 2991 h 248546"/>
              <a:gd name="connsiteX0" fmla="*/ 40504 w 408103"/>
              <a:gd name="connsiteY0" fmla="*/ 119 h 245674"/>
              <a:gd name="connsiteX1" fmla="*/ 1424 w 408103"/>
              <a:gd name="connsiteY1" fmla="*/ 113549 h 245674"/>
              <a:gd name="connsiteX2" fmla="*/ 80443 w 408103"/>
              <a:gd name="connsiteY2" fmla="*/ 222116 h 245674"/>
              <a:gd name="connsiteX3" fmla="*/ 186632 w 408103"/>
              <a:gd name="connsiteY3" fmla="*/ 241879 h 245674"/>
              <a:gd name="connsiteX4" fmla="*/ 326677 w 408103"/>
              <a:gd name="connsiteY4" fmla="*/ 239157 h 245674"/>
              <a:gd name="connsiteX5" fmla="*/ 408031 w 408103"/>
              <a:gd name="connsiteY5" fmla="*/ 101519 h 245674"/>
              <a:gd name="connsiteX6" fmla="*/ 338039 w 408103"/>
              <a:gd name="connsiteY6" fmla="*/ 43121 h 245674"/>
              <a:gd name="connsiteX7" fmla="*/ 172093 w 408103"/>
              <a:gd name="connsiteY7" fmla="*/ 91057 h 245674"/>
              <a:gd name="connsiteX8" fmla="*/ 40504 w 408103"/>
              <a:gd name="connsiteY8" fmla="*/ 119 h 245674"/>
              <a:gd name="connsiteX0" fmla="*/ 40504 w 408103"/>
              <a:gd name="connsiteY0" fmla="*/ 118 h 245673"/>
              <a:gd name="connsiteX1" fmla="*/ 1424 w 408103"/>
              <a:gd name="connsiteY1" fmla="*/ 113548 h 245673"/>
              <a:gd name="connsiteX2" fmla="*/ 80443 w 408103"/>
              <a:gd name="connsiteY2" fmla="*/ 222115 h 245673"/>
              <a:gd name="connsiteX3" fmla="*/ 186632 w 408103"/>
              <a:gd name="connsiteY3" fmla="*/ 241878 h 245673"/>
              <a:gd name="connsiteX4" fmla="*/ 326677 w 408103"/>
              <a:gd name="connsiteY4" fmla="*/ 239156 h 245673"/>
              <a:gd name="connsiteX5" fmla="*/ 408031 w 408103"/>
              <a:gd name="connsiteY5" fmla="*/ 101518 h 245673"/>
              <a:gd name="connsiteX6" fmla="*/ 338039 w 408103"/>
              <a:gd name="connsiteY6" fmla="*/ 43120 h 245673"/>
              <a:gd name="connsiteX7" fmla="*/ 269021 w 408103"/>
              <a:gd name="connsiteY7" fmla="*/ 81629 h 245673"/>
              <a:gd name="connsiteX8" fmla="*/ 172093 w 408103"/>
              <a:gd name="connsiteY8" fmla="*/ 91056 h 245673"/>
              <a:gd name="connsiteX9" fmla="*/ 40504 w 408103"/>
              <a:gd name="connsiteY9" fmla="*/ 118 h 245673"/>
              <a:gd name="connsiteX0" fmla="*/ 40504 w 408103"/>
              <a:gd name="connsiteY0" fmla="*/ 118 h 245673"/>
              <a:gd name="connsiteX1" fmla="*/ 1424 w 408103"/>
              <a:gd name="connsiteY1" fmla="*/ 113548 h 245673"/>
              <a:gd name="connsiteX2" fmla="*/ 80443 w 408103"/>
              <a:gd name="connsiteY2" fmla="*/ 222115 h 245673"/>
              <a:gd name="connsiteX3" fmla="*/ 186632 w 408103"/>
              <a:gd name="connsiteY3" fmla="*/ 241878 h 245673"/>
              <a:gd name="connsiteX4" fmla="*/ 326677 w 408103"/>
              <a:gd name="connsiteY4" fmla="*/ 239156 h 245673"/>
              <a:gd name="connsiteX5" fmla="*/ 408031 w 408103"/>
              <a:gd name="connsiteY5" fmla="*/ 101518 h 245673"/>
              <a:gd name="connsiteX6" fmla="*/ 355809 w 408103"/>
              <a:gd name="connsiteY6" fmla="*/ 33693 h 245673"/>
              <a:gd name="connsiteX7" fmla="*/ 269021 w 408103"/>
              <a:gd name="connsiteY7" fmla="*/ 81629 h 245673"/>
              <a:gd name="connsiteX8" fmla="*/ 172093 w 408103"/>
              <a:gd name="connsiteY8" fmla="*/ 91056 h 245673"/>
              <a:gd name="connsiteX9" fmla="*/ 40504 w 408103"/>
              <a:gd name="connsiteY9" fmla="*/ 118 h 245673"/>
              <a:gd name="connsiteX0" fmla="*/ 40504 w 408103"/>
              <a:gd name="connsiteY0" fmla="*/ 118 h 245673"/>
              <a:gd name="connsiteX1" fmla="*/ 1424 w 408103"/>
              <a:gd name="connsiteY1" fmla="*/ 113548 h 245673"/>
              <a:gd name="connsiteX2" fmla="*/ 80443 w 408103"/>
              <a:gd name="connsiteY2" fmla="*/ 222115 h 245673"/>
              <a:gd name="connsiteX3" fmla="*/ 186632 w 408103"/>
              <a:gd name="connsiteY3" fmla="*/ 241878 h 245673"/>
              <a:gd name="connsiteX4" fmla="*/ 326677 w 408103"/>
              <a:gd name="connsiteY4" fmla="*/ 239156 h 245673"/>
              <a:gd name="connsiteX5" fmla="*/ 408031 w 408103"/>
              <a:gd name="connsiteY5" fmla="*/ 101518 h 245673"/>
              <a:gd name="connsiteX6" fmla="*/ 355809 w 408103"/>
              <a:gd name="connsiteY6" fmla="*/ 33693 h 245673"/>
              <a:gd name="connsiteX7" fmla="*/ 269021 w 408103"/>
              <a:gd name="connsiteY7" fmla="*/ 81629 h 245673"/>
              <a:gd name="connsiteX8" fmla="*/ 172093 w 408103"/>
              <a:gd name="connsiteY8" fmla="*/ 91056 h 245673"/>
              <a:gd name="connsiteX9" fmla="*/ 40504 w 408103"/>
              <a:gd name="connsiteY9" fmla="*/ 118 h 245673"/>
              <a:gd name="connsiteX0" fmla="*/ 40504 w 400039"/>
              <a:gd name="connsiteY0" fmla="*/ 118 h 245673"/>
              <a:gd name="connsiteX1" fmla="*/ 1424 w 400039"/>
              <a:gd name="connsiteY1" fmla="*/ 113548 h 245673"/>
              <a:gd name="connsiteX2" fmla="*/ 80443 w 400039"/>
              <a:gd name="connsiteY2" fmla="*/ 222115 h 245673"/>
              <a:gd name="connsiteX3" fmla="*/ 186632 w 400039"/>
              <a:gd name="connsiteY3" fmla="*/ 241878 h 245673"/>
              <a:gd name="connsiteX4" fmla="*/ 326677 w 400039"/>
              <a:gd name="connsiteY4" fmla="*/ 239156 h 245673"/>
              <a:gd name="connsiteX5" fmla="*/ 399953 w 400039"/>
              <a:gd name="connsiteY5" fmla="*/ 134510 h 245673"/>
              <a:gd name="connsiteX6" fmla="*/ 355809 w 400039"/>
              <a:gd name="connsiteY6" fmla="*/ 33693 h 245673"/>
              <a:gd name="connsiteX7" fmla="*/ 269021 w 400039"/>
              <a:gd name="connsiteY7" fmla="*/ 81629 h 245673"/>
              <a:gd name="connsiteX8" fmla="*/ 172093 w 400039"/>
              <a:gd name="connsiteY8" fmla="*/ 91056 h 245673"/>
              <a:gd name="connsiteX9" fmla="*/ 40504 w 400039"/>
              <a:gd name="connsiteY9" fmla="*/ 118 h 245673"/>
              <a:gd name="connsiteX0" fmla="*/ 40504 w 385549"/>
              <a:gd name="connsiteY0" fmla="*/ 118 h 245673"/>
              <a:gd name="connsiteX1" fmla="*/ 1424 w 385549"/>
              <a:gd name="connsiteY1" fmla="*/ 113548 h 245673"/>
              <a:gd name="connsiteX2" fmla="*/ 80443 w 385549"/>
              <a:gd name="connsiteY2" fmla="*/ 222115 h 245673"/>
              <a:gd name="connsiteX3" fmla="*/ 186632 w 385549"/>
              <a:gd name="connsiteY3" fmla="*/ 241878 h 245673"/>
              <a:gd name="connsiteX4" fmla="*/ 326677 w 385549"/>
              <a:gd name="connsiteY4" fmla="*/ 239156 h 245673"/>
              <a:gd name="connsiteX5" fmla="*/ 385414 w 385549"/>
              <a:gd name="connsiteY5" fmla="*/ 143937 h 245673"/>
              <a:gd name="connsiteX6" fmla="*/ 355809 w 385549"/>
              <a:gd name="connsiteY6" fmla="*/ 33693 h 245673"/>
              <a:gd name="connsiteX7" fmla="*/ 269021 w 385549"/>
              <a:gd name="connsiteY7" fmla="*/ 81629 h 245673"/>
              <a:gd name="connsiteX8" fmla="*/ 172093 w 385549"/>
              <a:gd name="connsiteY8" fmla="*/ 91056 h 245673"/>
              <a:gd name="connsiteX9" fmla="*/ 40504 w 385549"/>
              <a:gd name="connsiteY9" fmla="*/ 118 h 245673"/>
              <a:gd name="connsiteX0" fmla="*/ 40504 w 385549"/>
              <a:gd name="connsiteY0" fmla="*/ 118 h 245673"/>
              <a:gd name="connsiteX1" fmla="*/ 1424 w 385549"/>
              <a:gd name="connsiteY1" fmla="*/ 113548 h 245673"/>
              <a:gd name="connsiteX2" fmla="*/ 80443 w 385549"/>
              <a:gd name="connsiteY2" fmla="*/ 222115 h 245673"/>
              <a:gd name="connsiteX3" fmla="*/ 186632 w 385549"/>
              <a:gd name="connsiteY3" fmla="*/ 241878 h 245673"/>
              <a:gd name="connsiteX4" fmla="*/ 326677 w 385549"/>
              <a:gd name="connsiteY4" fmla="*/ 239156 h 245673"/>
              <a:gd name="connsiteX5" fmla="*/ 385414 w 385549"/>
              <a:gd name="connsiteY5" fmla="*/ 143937 h 245673"/>
              <a:gd name="connsiteX6" fmla="*/ 355809 w 385549"/>
              <a:gd name="connsiteY6" fmla="*/ 33693 h 245673"/>
              <a:gd name="connsiteX7" fmla="*/ 269021 w 385549"/>
              <a:gd name="connsiteY7" fmla="*/ 81629 h 245673"/>
              <a:gd name="connsiteX8" fmla="*/ 172093 w 385549"/>
              <a:gd name="connsiteY8" fmla="*/ 91056 h 245673"/>
              <a:gd name="connsiteX9" fmla="*/ 40504 w 385549"/>
              <a:gd name="connsiteY9" fmla="*/ 118 h 245673"/>
              <a:gd name="connsiteX0" fmla="*/ 40504 w 379132"/>
              <a:gd name="connsiteY0" fmla="*/ 118 h 245673"/>
              <a:gd name="connsiteX1" fmla="*/ 1424 w 379132"/>
              <a:gd name="connsiteY1" fmla="*/ 113548 h 245673"/>
              <a:gd name="connsiteX2" fmla="*/ 80443 w 379132"/>
              <a:gd name="connsiteY2" fmla="*/ 222115 h 245673"/>
              <a:gd name="connsiteX3" fmla="*/ 186632 w 379132"/>
              <a:gd name="connsiteY3" fmla="*/ 241878 h 245673"/>
              <a:gd name="connsiteX4" fmla="*/ 326677 w 379132"/>
              <a:gd name="connsiteY4" fmla="*/ 239156 h 245673"/>
              <a:gd name="connsiteX5" fmla="*/ 378952 w 379132"/>
              <a:gd name="connsiteY5" fmla="*/ 148650 h 245673"/>
              <a:gd name="connsiteX6" fmla="*/ 355809 w 379132"/>
              <a:gd name="connsiteY6" fmla="*/ 33693 h 245673"/>
              <a:gd name="connsiteX7" fmla="*/ 269021 w 379132"/>
              <a:gd name="connsiteY7" fmla="*/ 81629 h 245673"/>
              <a:gd name="connsiteX8" fmla="*/ 172093 w 379132"/>
              <a:gd name="connsiteY8" fmla="*/ 91056 h 245673"/>
              <a:gd name="connsiteX9" fmla="*/ 40504 w 379132"/>
              <a:gd name="connsiteY9" fmla="*/ 118 h 245673"/>
              <a:gd name="connsiteX0" fmla="*/ 40504 w 379132"/>
              <a:gd name="connsiteY0" fmla="*/ 118 h 245673"/>
              <a:gd name="connsiteX1" fmla="*/ 1424 w 379132"/>
              <a:gd name="connsiteY1" fmla="*/ 113548 h 245673"/>
              <a:gd name="connsiteX2" fmla="*/ 80443 w 379132"/>
              <a:gd name="connsiteY2" fmla="*/ 222115 h 245673"/>
              <a:gd name="connsiteX3" fmla="*/ 186632 w 379132"/>
              <a:gd name="connsiteY3" fmla="*/ 241878 h 245673"/>
              <a:gd name="connsiteX4" fmla="*/ 326677 w 379132"/>
              <a:gd name="connsiteY4" fmla="*/ 239156 h 245673"/>
              <a:gd name="connsiteX5" fmla="*/ 378952 w 379132"/>
              <a:gd name="connsiteY5" fmla="*/ 148650 h 245673"/>
              <a:gd name="connsiteX6" fmla="*/ 357424 w 379132"/>
              <a:gd name="connsiteY6" fmla="*/ 57260 h 245673"/>
              <a:gd name="connsiteX7" fmla="*/ 269021 w 379132"/>
              <a:gd name="connsiteY7" fmla="*/ 81629 h 245673"/>
              <a:gd name="connsiteX8" fmla="*/ 172093 w 379132"/>
              <a:gd name="connsiteY8" fmla="*/ 91056 h 245673"/>
              <a:gd name="connsiteX9" fmla="*/ 40504 w 379132"/>
              <a:gd name="connsiteY9" fmla="*/ 118 h 245673"/>
              <a:gd name="connsiteX0" fmla="*/ 39954 w 378582"/>
              <a:gd name="connsiteY0" fmla="*/ 1686 h 247241"/>
              <a:gd name="connsiteX1" fmla="*/ 874 w 378582"/>
              <a:gd name="connsiteY1" fmla="*/ 115116 h 247241"/>
              <a:gd name="connsiteX2" fmla="*/ 79893 w 378582"/>
              <a:gd name="connsiteY2" fmla="*/ 223683 h 247241"/>
              <a:gd name="connsiteX3" fmla="*/ 186082 w 378582"/>
              <a:gd name="connsiteY3" fmla="*/ 243446 h 247241"/>
              <a:gd name="connsiteX4" fmla="*/ 326127 w 378582"/>
              <a:gd name="connsiteY4" fmla="*/ 240724 h 247241"/>
              <a:gd name="connsiteX5" fmla="*/ 378402 w 378582"/>
              <a:gd name="connsiteY5" fmla="*/ 150218 h 247241"/>
              <a:gd name="connsiteX6" fmla="*/ 356874 w 378582"/>
              <a:gd name="connsiteY6" fmla="*/ 58828 h 247241"/>
              <a:gd name="connsiteX7" fmla="*/ 268471 w 378582"/>
              <a:gd name="connsiteY7" fmla="*/ 83197 h 247241"/>
              <a:gd name="connsiteX8" fmla="*/ 171543 w 378582"/>
              <a:gd name="connsiteY8" fmla="*/ 92624 h 247241"/>
              <a:gd name="connsiteX9" fmla="*/ 76231 w 378582"/>
              <a:gd name="connsiteY9" fmla="*/ 50204 h 247241"/>
              <a:gd name="connsiteX10" fmla="*/ 39954 w 378582"/>
              <a:gd name="connsiteY10" fmla="*/ 1686 h 247241"/>
              <a:gd name="connsiteX0" fmla="*/ 39954 w 378582"/>
              <a:gd name="connsiteY0" fmla="*/ 1686 h 244171"/>
              <a:gd name="connsiteX1" fmla="*/ 874 w 378582"/>
              <a:gd name="connsiteY1" fmla="*/ 115116 h 244171"/>
              <a:gd name="connsiteX2" fmla="*/ 79893 w 378582"/>
              <a:gd name="connsiteY2" fmla="*/ 223683 h 244171"/>
              <a:gd name="connsiteX3" fmla="*/ 186082 w 378582"/>
              <a:gd name="connsiteY3" fmla="*/ 243446 h 244171"/>
              <a:gd name="connsiteX4" fmla="*/ 326127 w 378582"/>
              <a:gd name="connsiteY4" fmla="*/ 198306 h 244171"/>
              <a:gd name="connsiteX5" fmla="*/ 378402 w 378582"/>
              <a:gd name="connsiteY5" fmla="*/ 150218 h 244171"/>
              <a:gd name="connsiteX6" fmla="*/ 356874 w 378582"/>
              <a:gd name="connsiteY6" fmla="*/ 58828 h 244171"/>
              <a:gd name="connsiteX7" fmla="*/ 268471 w 378582"/>
              <a:gd name="connsiteY7" fmla="*/ 83197 h 244171"/>
              <a:gd name="connsiteX8" fmla="*/ 171543 w 378582"/>
              <a:gd name="connsiteY8" fmla="*/ 92624 h 244171"/>
              <a:gd name="connsiteX9" fmla="*/ 76231 w 378582"/>
              <a:gd name="connsiteY9" fmla="*/ 50204 h 244171"/>
              <a:gd name="connsiteX10" fmla="*/ 39954 w 378582"/>
              <a:gd name="connsiteY10" fmla="*/ 1686 h 244171"/>
              <a:gd name="connsiteX0" fmla="*/ 39954 w 378598"/>
              <a:gd name="connsiteY0" fmla="*/ 1686 h 244171"/>
              <a:gd name="connsiteX1" fmla="*/ 874 w 378598"/>
              <a:gd name="connsiteY1" fmla="*/ 115116 h 244171"/>
              <a:gd name="connsiteX2" fmla="*/ 79893 w 378598"/>
              <a:gd name="connsiteY2" fmla="*/ 223683 h 244171"/>
              <a:gd name="connsiteX3" fmla="*/ 186082 w 378598"/>
              <a:gd name="connsiteY3" fmla="*/ 243446 h 244171"/>
              <a:gd name="connsiteX4" fmla="*/ 327742 w 378598"/>
              <a:gd name="connsiteY4" fmla="*/ 221873 h 244171"/>
              <a:gd name="connsiteX5" fmla="*/ 378402 w 378598"/>
              <a:gd name="connsiteY5" fmla="*/ 150218 h 244171"/>
              <a:gd name="connsiteX6" fmla="*/ 356874 w 378598"/>
              <a:gd name="connsiteY6" fmla="*/ 58828 h 244171"/>
              <a:gd name="connsiteX7" fmla="*/ 268471 w 378598"/>
              <a:gd name="connsiteY7" fmla="*/ 83197 h 244171"/>
              <a:gd name="connsiteX8" fmla="*/ 171543 w 378598"/>
              <a:gd name="connsiteY8" fmla="*/ 92624 h 244171"/>
              <a:gd name="connsiteX9" fmla="*/ 76231 w 378598"/>
              <a:gd name="connsiteY9" fmla="*/ 50204 h 244171"/>
              <a:gd name="connsiteX10" fmla="*/ 39954 w 378598"/>
              <a:gd name="connsiteY10" fmla="*/ 1686 h 244171"/>
              <a:gd name="connsiteX0" fmla="*/ 39954 w 378582"/>
              <a:gd name="connsiteY0" fmla="*/ 1686 h 244171"/>
              <a:gd name="connsiteX1" fmla="*/ 874 w 378582"/>
              <a:gd name="connsiteY1" fmla="*/ 115116 h 244171"/>
              <a:gd name="connsiteX2" fmla="*/ 79893 w 378582"/>
              <a:gd name="connsiteY2" fmla="*/ 223683 h 244171"/>
              <a:gd name="connsiteX3" fmla="*/ 186082 w 378582"/>
              <a:gd name="connsiteY3" fmla="*/ 243446 h 244171"/>
              <a:gd name="connsiteX4" fmla="*/ 326126 w 378582"/>
              <a:gd name="connsiteY4" fmla="*/ 231300 h 244171"/>
              <a:gd name="connsiteX5" fmla="*/ 378402 w 378582"/>
              <a:gd name="connsiteY5" fmla="*/ 150218 h 244171"/>
              <a:gd name="connsiteX6" fmla="*/ 356874 w 378582"/>
              <a:gd name="connsiteY6" fmla="*/ 58828 h 244171"/>
              <a:gd name="connsiteX7" fmla="*/ 268471 w 378582"/>
              <a:gd name="connsiteY7" fmla="*/ 83197 h 244171"/>
              <a:gd name="connsiteX8" fmla="*/ 171543 w 378582"/>
              <a:gd name="connsiteY8" fmla="*/ 92624 h 244171"/>
              <a:gd name="connsiteX9" fmla="*/ 76231 w 378582"/>
              <a:gd name="connsiteY9" fmla="*/ 50204 h 244171"/>
              <a:gd name="connsiteX10" fmla="*/ 39954 w 378582"/>
              <a:gd name="connsiteY10" fmla="*/ 1686 h 244171"/>
              <a:gd name="connsiteX0" fmla="*/ 39954 w 372204"/>
              <a:gd name="connsiteY0" fmla="*/ 1686 h 244171"/>
              <a:gd name="connsiteX1" fmla="*/ 874 w 372204"/>
              <a:gd name="connsiteY1" fmla="*/ 115116 h 244171"/>
              <a:gd name="connsiteX2" fmla="*/ 79893 w 372204"/>
              <a:gd name="connsiteY2" fmla="*/ 223683 h 244171"/>
              <a:gd name="connsiteX3" fmla="*/ 186082 w 372204"/>
              <a:gd name="connsiteY3" fmla="*/ 243446 h 244171"/>
              <a:gd name="connsiteX4" fmla="*/ 326126 w 372204"/>
              <a:gd name="connsiteY4" fmla="*/ 231300 h 244171"/>
              <a:gd name="connsiteX5" fmla="*/ 371940 w 372204"/>
              <a:gd name="connsiteY5" fmla="*/ 169071 h 244171"/>
              <a:gd name="connsiteX6" fmla="*/ 356874 w 372204"/>
              <a:gd name="connsiteY6" fmla="*/ 58828 h 244171"/>
              <a:gd name="connsiteX7" fmla="*/ 268471 w 372204"/>
              <a:gd name="connsiteY7" fmla="*/ 83197 h 244171"/>
              <a:gd name="connsiteX8" fmla="*/ 171543 w 372204"/>
              <a:gd name="connsiteY8" fmla="*/ 92624 h 244171"/>
              <a:gd name="connsiteX9" fmla="*/ 76231 w 372204"/>
              <a:gd name="connsiteY9" fmla="*/ 50204 h 244171"/>
              <a:gd name="connsiteX10" fmla="*/ 39954 w 372204"/>
              <a:gd name="connsiteY10" fmla="*/ 1686 h 244171"/>
              <a:gd name="connsiteX0" fmla="*/ 30494 w 362744"/>
              <a:gd name="connsiteY0" fmla="*/ 2546 h 244760"/>
              <a:gd name="connsiteX1" fmla="*/ 1107 w 362744"/>
              <a:gd name="connsiteY1" fmla="*/ 134829 h 244760"/>
              <a:gd name="connsiteX2" fmla="*/ 70433 w 362744"/>
              <a:gd name="connsiteY2" fmla="*/ 224543 h 244760"/>
              <a:gd name="connsiteX3" fmla="*/ 176622 w 362744"/>
              <a:gd name="connsiteY3" fmla="*/ 244306 h 244760"/>
              <a:gd name="connsiteX4" fmla="*/ 316666 w 362744"/>
              <a:gd name="connsiteY4" fmla="*/ 232160 h 244760"/>
              <a:gd name="connsiteX5" fmla="*/ 362480 w 362744"/>
              <a:gd name="connsiteY5" fmla="*/ 169931 h 244760"/>
              <a:gd name="connsiteX6" fmla="*/ 347414 w 362744"/>
              <a:gd name="connsiteY6" fmla="*/ 59688 h 244760"/>
              <a:gd name="connsiteX7" fmla="*/ 259011 w 362744"/>
              <a:gd name="connsiteY7" fmla="*/ 84057 h 244760"/>
              <a:gd name="connsiteX8" fmla="*/ 162083 w 362744"/>
              <a:gd name="connsiteY8" fmla="*/ 93484 h 244760"/>
              <a:gd name="connsiteX9" fmla="*/ 66771 w 362744"/>
              <a:gd name="connsiteY9" fmla="*/ 51064 h 244760"/>
              <a:gd name="connsiteX10" fmla="*/ 30494 w 362744"/>
              <a:gd name="connsiteY10" fmla="*/ 2546 h 244760"/>
              <a:gd name="connsiteX0" fmla="*/ 29015 w 362881"/>
              <a:gd name="connsiteY0" fmla="*/ 3746 h 227108"/>
              <a:gd name="connsiteX1" fmla="*/ 1244 w 362881"/>
              <a:gd name="connsiteY1" fmla="*/ 117176 h 227108"/>
              <a:gd name="connsiteX2" fmla="*/ 70570 w 362881"/>
              <a:gd name="connsiteY2" fmla="*/ 206890 h 227108"/>
              <a:gd name="connsiteX3" fmla="*/ 176759 w 362881"/>
              <a:gd name="connsiteY3" fmla="*/ 226653 h 227108"/>
              <a:gd name="connsiteX4" fmla="*/ 316803 w 362881"/>
              <a:gd name="connsiteY4" fmla="*/ 214507 h 227108"/>
              <a:gd name="connsiteX5" fmla="*/ 362617 w 362881"/>
              <a:gd name="connsiteY5" fmla="*/ 152278 h 227108"/>
              <a:gd name="connsiteX6" fmla="*/ 347551 w 362881"/>
              <a:gd name="connsiteY6" fmla="*/ 42035 h 227108"/>
              <a:gd name="connsiteX7" fmla="*/ 259148 w 362881"/>
              <a:gd name="connsiteY7" fmla="*/ 66404 h 227108"/>
              <a:gd name="connsiteX8" fmla="*/ 162220 w 362881"/>
              <a:gd name="connsiteY8" fmla="*/ 75831 h 227108"/>
              <a:gd name="connsiteX9" fmla="*/ 66908 w 362881"/>
              <a:gd name="connsiteY9" fmla="*/ 33411 h 227108"/>
              <a:gd name="connsiteX10" fmla="*/ 29015 w 362881"/>
              <a:gd name="connsiteY10" fmla="*/ 3746 h 227108"/>
              <a:gd name="connsiteX0" fmla="*/ 29015 w 362881"/>
              <a:gd name="connsiteY0" fmla="*/ 2354 h 249282"/>
              <a:gd name="connsiteX1" fmla="*/ 1244 w 362881"/>
              <a:gd name="connsiteY1" fmla="*/ 139350 h 249282"/>
              <a:gd name="connsiteX2" fmla="*/ 70570 w 362881"/>
              <a:gd name="connsiteY2" fmla="*/ 229064 h 249282"/>
              <a:gd name="connsiteX3" fmla="*/ 176759 w 362881"/>
              <a:gd name="connsiteY3" fmla="*/ 248827 h 249282"/>
              <a:gd name="connsiteX4" fmla="*/ 316803 w 362881"/>
              <a:gd name="connsiteY4" fmla="*/ 236681 h 249282"/>
              <a:gd name="connsiteX5" fmla="*/ 362617 w 362881"/>
              <a:gd name="connsiteY5" fmla="*/ 174452 h 249282"/>
              <a:gd name="connsiteX6" fmla="*/ 347551 w 362881"/>
              <a:gd name="connsiteY6" fmla="*/ 64209 h 249282"/>
              <a:gd name="connsiteX7" fmla="*/ 259148 w 362881"/>
              <a:gd name="connsiteY7" fmla="*/ 88578 h 249282"/>
              <a:gd name="connsiteX8" fmla="*/ 162220 w 362881"/>
              <a:gd name="connsiteY8" fmla="*/ 98005 h 249282"/>
              <a:gd name="connsiteX9" fmla="*/ 66908 w 362881"/>
              <a:gd name="connsiteY9" fmla="*/ 55585 h 249282"/>
              <a:gd name="connsiteX10" fmla="*/ 29015 w 362881"/>
              <a:gd name="connsiteY10" fmla="*/ 2354 h 249282"/>
              <a:gd name="connsiteX0" fmla="*/ 29413 w 363279"/>
              <a:gd name="connsiteY0" fmla="*/ 2354 h 249854"/>
              <a:gd name="connsiteX1" fmla="*/ 1642 w 363279"/>
              <a:gd name="connsiteY1" fmla="*/ 139350 h 249854"/>
              <a:gd name="connsiteX2" fmla="*/ 79045 w 363279"/>
              <a:gd name="connsiteY2" fmla="*/ 233778 h 249854"/>
              <a:gd name="connsiteX3" fmla="*/ 177157 w 363279"/>
              <a:gd name="connsiteY3" fmla="*/ 248827 h 249854"/>
              <a:gd name="connsiteX4" fmla="*/ 317201 w 363279"/>
              <a:gd name="connsiteY4" fmla="*/ 236681 h 249854"/>
              <a:gd name="connsiteX5" fmla="*/ 363015 w 363279"/>
              <a:gd name="connsiteY5" fmla="*/ 174452 h 249854"/>
              <a:gd name="connsiteX6" fmla="*/ 347949 w 363279"/>
              <a:gd name="connsiteY6" fmla="*/ 64209 h 249854"/>
              <a:gd name="connsiteX7" fmla="*/ 259546 w 363279"/>
              <a:gd name="connsiteY7" fmla="*/ 88578 h 249854"/>
              <a:gd name="connsiteX8" fmla="*/ 162618 w 363279"/>
              <a:gd name="connsiteY8" fmla="*/ 98005 h 249854"/>
              <a:gd name="connsiteX9" fmla="*/ 67306 w 363279"/>
              <a:gd name="connsiteY9" fmla="*/ 55585 h 249854"/>
              <a:gd name="connsiteX10" fmla="*/ 29413 w 363279"/>
              <a:gd name="connsiteY10" fmla="*/ 2354 h 249854"/>
              <a:gd name="connsiteX0" fmla="*/ 29413 w 363279"/>
              <a:gd name="connsiteY0" fmla="*/ 2354 h 249854"/>
              <a:gd name="connsiteX1" fmla="*/ 1642 w 363279"/>
              <a:gd name="connsiteY1" fmla="*/ 139350 h 249854"/>
              <a:gd name="connsiteX2" fmla="*/ 79045 w 363279"/>
              <a:gd name="connsiteY2" fmla="*/ 233778 h 249854"/>
              <a:gd name="connsiteX3" fmla="*/ 177157 w 363279"/>
              <a:gd name="connsiteY3" fmla="*/ 248827 h 249854"/>
              <a:gd name="connsiteX4" fmla="*/ 317201 w 363279"/>
              <a:gd name="connsiteY4" fmla="*/ 236681 h 249854"/>
              <a:gd name="connsiteX5" fmla="*/ 363015 w 363279"/>
              <a:gd name="connsiteY5" fmla="*/ 174452 h 249854"/>
              <a:gd name="connsiteX6" fmla="*/ 347949 w 363279"/>
              <a:gd name="connsiteY6" fmla="*/ 64209 h 249854"/>
              <a:gd name="connsiteX7" fmla="*/ 259546 w 363279"/>
              <a:gd name="connsiteY7" fmla="*/ 88578 h 249854"/>
              <a:gd name="connsiteX8" fmla="*/ 162618 w 363279"/>
              <a:gd name="connsiteY8" fmla="*/ 98005 h 249854"/>
              <a:gd name="connsiteX9" fmla="*/ 106078 w 363279"/>
              <a:gd name="connsiteY9" fmla="*/ 79151 h 249854"/>
              <a:gd name="connsiteX10" fmla="*/ 67306 w 363279"/>
              <a:gd name="connsiteY10" fmla="*/ 55585 h 249854"/>
              <a:gd name="connsiteX11" fmla="*/ 29413 w 363279"/>
              <a:gd name="connsiteY11" fmla="*/ 2354 h 249854"/>
              <a:gd name="connsiteX0" fmla="*/ 29413 w 363279"/>
              <a:gd name="connsiteY0" fmla="*/ 2354 h 249854"/>
              <a:gd name="connsiteX1" fmla="*/ 1642 w 363279"/>
              <a:gd name="connsiteY1" fmla="*/ 139350 h 249854"/>
              <a:gd name="connsiteX2" fmla="*/ 79045 w 363279"/>
              <a:gd name="connsiteY2" fmla="*/ 233778 h 249854"/>
              <a:gd name="connsiteX3" fmla="*/ 177157 w 363279"/>
              <a:gd name="connsiteY3" fmla="*/ 248827 h 249854"/>
              <a:gd name="connsiteX4" fmla="*/ 317201 w 363279"/>
              <a:gd name="connsiteY4" fmla="*/ 236681 h 249854"/>
              <a:gd name="connsiteX5" fmla="*/ 363015 w 363279"/>
              <a:gd name="connsiteY5" fmla="*/ 174452 h 249854"/>
              <a:gd name="connsiteX6" fmla="*/ 347949 w 363279"/>
              <a:gd name="connsiteY6" fmla="*/ 64209 h 249854"/>
              <a:gd name="connsiteX7" fmla="*/ 259546 w 363279"/>
              <a:gd name="connsiteY7" fmla="*/ 88578 h 249854"/>
              <a:gd name="connsiteX8" fmla="*/ 162618 w 363279"/>
              <a:gd name="connsiteY8" fmla="*/ 98005 h 249854"/>
              <a:gd name="connsiteX9" fmla="*/ 107693 w 363279"/>
              <a:gd name="connsiteY9" fmla="*/ 83864 h 249854"/>
              <a:gd name="connsiteX10" fmla="*/ 67306 w 363279"/>
              <a:gd name="connsiteY10" fmla="*/ 55585 h 249854"/>
              <a:gd name="connsiteX11" fmla="*/ 29413 w 363279"/>
              <a:gd name="connsiteY11" fmla="*/ 2354 h 249854"/>
              <a:gd name="connsiteX0" fmla="*/ 29413 w 363279"/>
              <a:gd name="connsiteY0" fmla="*/ 2354 h 249854"/>
              <a:gd name="connsiteX1" fmla="*/ 1642 w 363279"/>
              <a:gd name="connsiteY1" fmla="*/ 139350 h 249854"/>
              <a:gd name="connsiteX2" fmla="*/ 79045 w 363279"/>
              <a:gd name="connsiteY2" fmla="*/ 233778 h 249854"/>
              <a:gd name="connsiteX3" fmla="*/ 177157 w 363279"/>
              <a:gd name="connsiteY3" fmla="*/ 248827 h 249854"/>
              <a:gd name="connsiteX4" fmla="*/ 317201 w 363279"/>
              <a:gd name="connsiteY4" fmla="*/ 236681 h 249854"/>
              <a:gd name="connsiteX5" fmla="*/ 363015 w 363279"/>
              <a:gd name="connsiteY5" fmla="*/ 174452 h 249854"/>
              <a:gd name="connsiteX6" fmla="*/ 347949 w 363279"/>
              <a:gd name="connsiteY6" fmla="*/ 64209 h 249854"/>
              <a:gd name="connsiteX7" fmla="*/ 319319 w 363279"/>
              <a:gd name="connsiteY7" fmla="*/ 69724 h 249854"/>
              <a:gd name="connsiteX8" fmla="*/ 259546 w 363279"/>
              <a:gd name="connsiteY8" fmla="*/ 88578 h 249854"/>
              <a:gd name="connsiteX9" fmla="*/ 162618 w 363279"/>
              <a:gd name="connsiteY9" fmla="*/ 98005 h 249854"/>
              <a:gd name="connsiteX10" fmla="*/ 107693 w 363279"/>
              <a:gd name="connsiteY10" fmla="*/ 83864 h 249854"/>
              <a:gd name="connsiteX11" fmla="*/ 67306 w 363279"/>
              <a:gd name="connsiteY11" fmla="*/ 55585 h 249854"/>
              <a:gd name="connsiteX12" fmla="*/ 29413 w 363279"/>
              <a:gd name="connsiteY12" fmla="*/ 2354 h 249854"/>
              <a:gd name="connsiteX0" fmla="*/ 29413 w 363279"/>
              <a:gd name="connsiteY0" fmla="*/ 2354 h 249854"/>
              <a:gd name="connsiteX1" fmla="*/ 1642 w 363279"/>
              <a:gd name="connsiteY1" fmla="*/ 139350 h 249854"/>
              <a:gd name="connsiteX2" fmla="*/ 79045 w 363279"/>
              <a:gd name="connsiteY2" fmla="*/ 233778 h 249854"/>
              <a:gd name="connsiteX3" fmla="*/ 177157 w 363279"/>
              <a:gd name="connsiteY3" fmla="*/ 248827 h 249854"/>
              <a:gd name="connsiteX4" fmla="*/ 317201 w 363279"/>
              <a:gd name="connsiteY4" fmla="*/ 236681 h 249854"/>
              <a:gd name="connsiteX5" fmla="*/ 363015 w 363279"/>
              <a:gd name="connsiteY5" fmla="*/ 174452 h 249854"/>
              <a:gd name="connsiteX6" fmla="*/ 347949 w 363279"/>
              <a:gd name="connsiteY6" fmla="*/ 64209 h 249854"/>
              <a:gd name="connsiteX7" fmla="*/ 314473 w 363279"/>
              <a:gd name="connsiteY7" fmla="*/ 46159 h 249854"/>
              <a:gd name="connsiteX8" fmla="*/ 259546 w 363279"/>
              <a:gd name="connsiteY8" fmla="*/ 88578 h 249854"/>
              <a:gd name="connsiteX9" fmla="*/ 162618 w 363279"/>
              <a:gd name="connsiteY9" fmla="*/ 98005 h 249854"/>
              <a:gd name="connsiteX10" fmla="*/ 107693 w 363279"/>
              <a:gd name="connsiteY10" fmla="*/ 83864 h 249854"/>
              <a:gd name="connsiteX11" fmla="*/ 67306 w 363279"/>
              <a:gd name="connsiteY11" fmla="*/ 55585 h 249854"/>
              <a:gd name="connsiteX12" fmla="*/ 29413 w 363279"/>
              <a:gd name="connsiteY12" fmla="*/ 2354 h 249854"/>
              <a:gd name="connsiteX0" fmla="*/ 29413 w 417272"/>
              <a:gd name="connsiteY0" fmla="*/ 22483 h 269983"/>
              <a:gd name="connsiteX1" fmla="*/ 1642 w 417272"/>
              <a:gd name="connsiteY1" fmla="*/ 159479 h 269983"/>
              <a:gd name="connsiteX2" fmla="*/ 79045 w 417272"/>
              <a:gd name="connsiteY2" fmla="*/ 253907 h 269983"/>
              <a:gd name="connsiteX3" fmla="*/ 177157 w 417272"/>
              <a:gd name="connsiteY3" fmla="*/ 268956 h 269983"/>
              <a:gd name="connsiteX4" fmla="*/ 317201 w 417272"/>
              <a:gd name="connsiteY4" fmla="*/ 256810 h 269983"/>
              <a:gd name="connsiteX5" fmla="*/ 363015 w 417272"/>
              <a:gd name="connsiteY5" fmla="*/ 194581 h 269983"/>
              <a:gd name="connsiteX6" fmla="*/ 416606 w 417272"/>
              <a:gd name="connsiteY6" fmla="*/ 4214 h 269983"/>
              <a:gd name="connsiteX7" fmla="*/ 314473 w 417272"/>
              <a:gd name="connsiteY7" fmla="*/ 66288 h 269983"/>
              <a:gd name="connsiteX8" fmla="*/ 259546 w 417272"/>
              <a:gd name="connsiteY8" fmla="*/ 108707 h 269983"/>
              <a:gd name="connsiteX9" fmla="*/ 162618 w 417272"/>
              <a:gd name="connsiteY9" fmla="*/ 118134 h 269983"/>
              <a:gd name="connsiteX10" fmla="*/ 107693 w 417272"/>
              <a:gd name="connsiteY10" fmla="*/ 103993 h 269983"/>
              <a:gd name="connsiteX11" fmla="*/ 67306 w 417272"/>
              <a:gd name="connsiteY11" fmla="*/ 75714 h 269983"/>
              <a:gd name="connsiteX12" fmla="*/ 29413 w 417272"/>
              <a:gd name="connsiteY12" fmla="*/ 22483 h 269983"/>
              <a:gd name="connsiteX0" fmla="*/ 29413 w 447865"/>
              <a:gd name="connsiteY0" fmla="*/ 27105 h 297738"/>
              <a:gd name="connsiteX1" fmla="*/ 1642 w 447865"/>
              <a:gd name="connsiteY1" fmla="*/ 164101 h 297738"/>
              <a:gd name="connsiteX2" fmla="*/ 79045 w 447865"/>
              <a:gd name="connsiteY2" fmla="*/ 258529 h 297738"/>
              <a:gd name="connsiteX3" fmla="*/ 177157 w 447865"/>
              <a:gd name="connsiteY3" fmla="*/ 273578 h 297738"/>
              <a:gd name="connsiteX4" fmla="*/ 317201 w 447865"/>
              <a:gd name="connsiteY4" fmla="*/ 261432 h 297738"/>
              <a:gd name="connsiteX5" fmla="*/ 447827 w 447865"/>
              <a:gd name="connsiteY5" fmla="*/ 281684 h 297738"/>
              <a:gd name="connsiteX6" fmla="*/ 416606 w 447865"/>
              <a:gd name="connsiteY6" fmla="*/ 8836 h 297738"/>
              <a:gd name="connsiteX7" fmla="*/ 314473 w 447865"/>
              <a:gd name="connsiteY7" fmla="*/ 70910 h 297738"/>
              <a:gd name="connsiteX8" fmla="*/ 259546 w 447865"/>
              <a:gd name="connsiteY8" fmla="*/ 113329 h 297738"/>
              <a:gd name="connsiteX9" fmla="*/ 162618 w 447865"/>
              <a:gd name="connsiteY9" fmla="*/ 122756 h 297738"/>
              <a:gd name="connsiteX10" fmla="*/ 107693 w 447865"/>
              <a:gd name="connsiteY10" fmla="*/ 108615 h 297738"/>
              <a:gd name="connsiteX11" fmla="*/ 67306 w 447865"/>
              <a:gd name="connsiteY11" fmla="*/ 80336 h 297738"/>
              <a:gd name="connsiteX12" fmla="*/ 29413 w 447865"/>
              <a:gd name="connsiteY12" fmla="*/ 27105 h 297738"/>
              <a:gd name="connsiteX0" fmla="*/ 29413 w 516923"/>
              <a:gd name="connsiteY0" fmla="*/ 35917 h 306550"/>
              <a:gd name="connsiteX1" fmla="*/ 1642 w 516923"/>
              <a:gd name="connsiteY1" fmla="*/ 172913 h 306550"/>
              <a:gd name="connsiteX2" fmla="*/ 79045 w 516923"/>
              <a:gd name="connsiteY2" fmla="*/ 267341 h 306550"/>
              <a:gd name="connsiteX3" fmla="*/ 177157 w 516923"/>
              <a:gd name="connsiteY3" fmla="*/ 282390 h 306550"/>
              <a:gd name="connsiteX4" fmla="*/ 317201 w 516923"/>
              <a:gd name="connsiteY4" fmla="*/ 270244 h 306550"/>
              <a:gd name="connsiteX5" fmla="*/ 447827 w 516923"/>
              <a:gd name="connsiteY5" fmla="*/ 290496 h 306550"/>
              <a:gd name="connsiteX6" fmla="*/ 513534 w 516923"/>
              <a:gd name="connsiteY6" fmla="*/ 8221 h 306550"/>
              <a:gd name="connsiteX7" fmla="*/ 314473 w 516923"/>
              <a:gd name="connsiteY7" fmla="*/ 79722 h 306550"/>
              <a:gd name="connsiteX8" fmla="*/ 259546 w 516923"/>
              <a:gd name="connsiteY8" fmla="*/ 122141 h 306550"/>
              <a:gd name="connsiteX9" fmla="*/ 162618 w 516923"/>
              <a:gd name="connsiteY9" fmla="*/ 131568 h 306550"/>
              <a:gd name="connsiteX10" fmla="*/ 107693 w 516923"/>
              <a:gd name="connsiteY10" fmla="*/ 117427 h 306550"/>
              <a:gd name="connsiteX11" fmla="*/ 67306 w 516923"/>
              <a:gd name="connsiteY11" fmla="*/ 89148 h 306550"/>
              <a:gd name="connsiteX12" fmla="*/ 29413 w 516923"/>
              <a:gd name="connsiteY12" fmla="*/ 35917 h 306550"/>
              <a:gd name="connsiteX0" fmla="*/ 29413 w 514550"/>
              <a:gd name="connsiteY0" fmla="*/ 68096 h 338729"/>
              <a:gd name="connsiteX1" fmla="*/ 1642 w 514550"/>
              <a:gd name="connsiteY1" fmla="*/ 205092 h 338729"/>
              <a:gd name="connsiteX2" fmla="*/ 79045 w 514550"/>
              <a:gd name="connsiteY2" fmla="*/ 299520 h 338729"/>
              <a:gd name="connsiteX3" fmla="*/ 177157 w 514550"/>
              <a:gd name="connsiteY3" fmla="*/ 314569 h 338729"/>
              <a:gd name="connsiteX4" fmla="*/ 317201 w 514550"/>
              <a:gd name="connsiteY4" fmla="*/ 302423 h 338729"/>
              <a:gd name="connsiteX5" fmla="*/ 447827 w 514550"/>
              <a:gd name="connsiteY5" fmla="*/ 322675 h 338729"/>
              <a:gd name="connsiteX6" fmla="*/ 513534 w 514550"/>
              <a:gd name="connsiteY6" fmla="*/ 40400 h 338729"/>
              <a:gd name="connsiteX7" fmla="*/ 381283 w 514550"/>
              <a:gd name="connsiteY7" fmla="*/ 9221 h 338729"/>
              <a:gd name="connsiteX8" fmla="*/ 314473 w 514550"/>
              <a:gd name="connsiteY8" fmla="*/ 111901 h 338729"/>
              <a:gd name="connsiteX9" fmla="*/ 259546 w 514550"/>
              <a:gd name="connsiteY9" fmla="*/ 154320 h 338729"/>
              <a:gd name="connsiteX10" fmla="*/ 162618 w 514550"/>
              <a:gd name="connsiteY10" fmla="*/ 163747 h 338729"/>
              <a:gd name="connsiteX11" fmla="*/ 107693 w 514550"/>
              <a:gd name="connsiteY11" fmla="*/ 149606 h 338729"/>
              <a:gd name="connsiteX12" fmla="*/ 67306 w 514550"/>
              <a:gd name="connsiteY12" fmla="*/ 121327 h 338729"/>
              <a:gd name="connsiteX13" fmla="*/ 29413 w 514550"/>
              <a:gd name="connsiteY13" fmla="*/ 68096 h 338729"/>
              <a:gd name="connsiteX0" fmla="*/ 29413 w 552214"/>
              <a:gd name="connsiteY0" fmla="*/ 83015 h 353648"/>
              <a:gd name="connsiteX1" fmla="*/ 1642 w 552214"/>
              <a:gd name="connsiteY1" fmla="*/ 220011 h 353648"/>
              <a:gd name="connsiteX2" fmla="*/ 79045 w 552214"/>
              <a:gd name="connsiteY2" fmla="*/ 314439 h 353648"/>
              <a:gd name="connsiteX3" fmla="*/ 177157 w 552214"/>
              <a:gd name="connsiteY3" fmla="*/ 329488 h 353648"/>
              <a:gd name="connsiteX4" fmla="*/ 317201 w 552214"/>
              <a:gd name="connsiteY4" fmla="*/ 317342 h 353648"/>
              <a:gd name="connsiteX5" fmla="*/ 447827 w 552214"/>
              <a:gd name="connsiteY5" fmla="*/ 337594 h 353648"/>
              <a:gd name="connsiteX6" fmla="*/ 551498 w 552214"/>
              <a:gd name="connsiteY6" fmla="*/ 27040 h 353648"/>
              <a:gd name="connsiteX7" fmla="*/ 381283 w 552214"/>
              <a:gd name="connsiteY7" fmla="*/ 24140 h 353648"/>
              <a:gd name="connsiteX8" fmla="*/ 314473 w 552214"/>
              <a:gd name="connsiteY8" fmla="*/ 126820 h 353648"/>
              <a:gd name="connsiteX9" fmla="*/ 259546 w 552214"/>
              <a:gd name="connsiteY9" fmla="*/ 169239 h 353648"/>
              <a:gd name="connsiteX10" fmla="*/ 162618 w 552214"/>
              <a:gd name="connsiteY10" fmla="*/ 178666 h 353648"/>
              <a:gd name="connsiteX11" fmla="*/ 107693 w 552214"/>
              <a:gd name="connsiteY11" fmla="*/ 164525 h 353648"/>
              <a:gd name="connsiteX12" fmla="*/ 67306 w 552214"/>
              <a:gd name="connsiteY12" fmla="*/ 136246 h 353648"/>
              <a:gd name="connsiteX13" fmla="*/ 29413 w 552214"/>
              <a:gd name="connsiteY13" fmla="*/ 83015 h 353648"/>
              <a:gd name="connsiteX0" fmla="*/ 29413 w 561002"/>
              <a:gd name="connsiteY0" fmla="*/ 83186 h 355848"/>
              <a:gd name="connsiteX1" fmla="*/ 1642 w 561002"/>
              <a:gd name="connsiteY1" fmla="*/ 220182 h 355848"/>
              <a:gd name="connsiteX2" fmla="*/ 79045 w 561002"/>
              <a:gd name="connsiteY2" fmla="*/ 314610 h 355848"/>
              <a:gd name="connsiteX3" fmla="*/ 177157 w 561002"/>
              <a:gd name="connsiteY3" fmla="*/ 329659 h 355848"/>
              <a:gd name="connsiteX4" fmla="*/ 317201 w 561002"/>
              <a:gd name="connsiteY4" fmla="*/ 317513 h 355848"/>
              <a:gd name="connsiteX5" fmla="*/ 544755 w 561002"/>
              <a:gd name="connsiteY5" fmla="*/ 340123 h 355848"/>
              <a:gd name="connsiteX6" fmla="*/ 551498 w 561002"/>
              <a:gd name="connsiteY6" fmla="*/ 27211 h 355848"/>
              <a:gd name="connsiteX7" fmla="*/ 381283 w 561002"/>
              <a:gd name="connsiteY7" fmla="*/ 24311 h 355848"/>
              <a:gd name="connsiteX8" fmla="*/ 314473 w 561002"/>
              <a:gd name="connsiteY8" fmla="*/ 126991 h 355848"/>
              <a:gd name="connsiteX9" fmla="*/ 259546 w 561002"/>
              <a:gd name="connsiteY9" fmla="*/ 169410 h 355848"/>
              <a:gd name="connsiteX10" fmla="*/ 162618 w 561002"/>
              <a:gd name="connsiteY10" fmla="*/ 178837 h 355848"/>
              <a:gd name="connsiteX11" fmla="*/ 107693 w 561002"/>
              <a:gd name="connsiteY11" fmla="*/ 164696 h 355848"/>
              <a:gd name="connsiteX12" fmla="*/ 67306 w 561002"/>
              <a:gd name="connsiteY12" fmla="*/ 136417 h 355848"/>
              <a:gd name="connsiteX13" fmla="*/ 29413 w 561002"/>
              <a:gd name="connsiteY13" fmla="*/ 83186 h 355848"/>
              <a:gd name="connsiteX0" fmla="*/ 29413 w 561002"/>
              <a:gd name="connsiteY0" fmla="*/ 83187 h 356850"/>
              <a:gd name="connsiteX1" fmla="*/ 1642 w 561002"/>
              <a:gd name="connsiteY1" fmla="*/ 220183 h 356850"/>
              <a:gd name="connsiteX2" fmla="*/ 79045 w 561002"/>
              <a:gd name="connsiteY2" fmla="*/ 314611 h 356850"/>
              <a:gd name="connsiteX3" fmla="*/ 177157 w 561002"/>
              <a:gd name="connsiteY3" fmla="*/ 329660 h 356850"/>
              <a:gd name="connsiteX4" fmla="*/ 317201 w 561002"/>
              <a:gd name="connsiteY4" fmla="*/ 317514 h 356850"/>
              <a:gd name="connsiteX5" fmla="*/ 544755 w 561002"/>
              <a:gd name="connsiteY5" fmla="*/ 340124 h 356850"/>
              <a:gd name="connsiteX6" fmla="*/ 551498 w 561002"/>
              <a:gd name="connsiteY6" fmla="*/ 27212 h 356850"/>
              <a:gd name="connsiteX7" fmla="*/ 381283 w 561002"/>
              <a:gd name="connsiteY7" fmla="*/ 24312 h 356850"/>
              <a:gd name="connsiteX8" fmla="*/ 314473 w 561002"/>
              <a:gd name="connsiteY8" fmla="*/ 126992 h 356850"/>
              <a:gd name="connsiteX9" fmla="*/ 259546 w 561002"/>
              <a:gd name="connsiteY9" fmla="*/ 169411 h 356850"/>
              <a:gd name="connsiteX10" fmla="*/ 162618 w 561002"/>
              <a:gd name="connsiteY10" fmla="*/ 178838 h 356850"/>
              <a:gd name="connsiteX11" fmla="*/ 107693 w 561002"/>
              <a:gd name="connsiteY11" fmla="*/ 164697 h 356850"/>
              <a:gd name="connsiteX12" fmla="*/ 67306 w 561002"/>
              <a:gd name="connsiteY12" fmla="*/ 136418 h 356850"/>
              <a:gd name="connsiteX13" fmla="*/ 29413 w 561002"/>
              <a:gd name="connsiteY13" fmla="*/ 83187 h 356850"/>
              <a:gd name="connsiteX0" fmla="*/ 29413 w 565969"/>
              <a:gd name="connsiteY0" fmla="*/ 83187 h 356850"/>
              <a:gd name="connsiteX1" fmla="*/ 1642 w 565969"/>
              <a:gd name="connsiteY1" fmla="*/ 220183 h 356850"/>
              <a:gd name="connsiteX2" fmla="*/ 79045 w 565969"/>
              <a:gd name="connsiteY2" fmla="*/ 314611 h 356850"/>
              <a:gd name="connsiteX3" fmla="*/ 177157 w 565969"/>
              <a:gd name="connsiteY3" fmla="*/ 329660 h 356850"/>
              <a:gd name="connsiteX4" fmla="*/ 317201 w 565969"/>
              <a:gd name="connsiteY4" fmla="*/ 317514 h 356850"/>
              <a:gd name="connsiteX5" fmla="*/ 544755 w 565969"/>
              <a:gd name="connsiteY5" fmla="*/ 340124 h 356850"/>
              <a:gd name="connsiteX6" fmla="*/ 551498 w 565969"/>
              <a:gd name="connsiteY6" fmla="*/ 27212 h 356850"/>
              <a:gd name="connsiteX7" fmla="*/ 381283 w 565969"/>
              <a:gd name="connsiteY7" fmla="*/ 24312 h 356850"/>
              <a:gd name="connsiteX8" fmla="*/ 314473 w 565969"/>
              <a:gd name="connsiteY8" fmla="*/ 126992 h 356850"/>
              <a:gd name="connsiteX9" fmla="*/ 259546 w 565969"/>
              <a:gd name="connsiteY9" fmla="*/ 169411 h 356850"/>
              <a:gd name="connsiteX10" fmla="*/ 162618 w 565969"/>
              <a:gd name="connsiteY10" fmla="*/ 178838 h 356850"/>
              <a:gd name="connsiteX11" fmla="*/ 107693 w 565969"/>
              <a:gd name="connsiteY11" fmla="*/ 164697 h 356850"/>
              <a:gd name="connsiteX12" fmla="*/ 67306 w 565969"/>
              <a:gd name="connsiteY12" fmla="*/ 136418 h 356850"/>
              <a:gd name="connsiteX13" fmla="*/ 29413 w 565969"/>
              <a:gd name="connsiteY13" fmla="*/ 83187 h 356850"/>
              <a:gd name="connsiteX0" fmla="*/ 29413 w 574092"/>
              <a:gd name="connsiteY0" fmla="*/ 81136 h 331717"/>
              <a:gd name="connsiteX1" fmla="*/ 1642 w 574092"/>
              <a:gd name="connsiteY1" fmla="*/ 218132 h 331717"/>
              <a:gd name="connsiteX2" fmla="*/ 79045 w 574092"/>
              <a:gd name="connsiteY2" fmla="*/ 312560 h 331717"/>
              <a:gd name="connsiteX3" fmla="*/ 177157 w 574092"/>
              <a:gd name="connsiteY3" fmla="*/ 327609 h 331717"/>
              <a:gd name="connsiteX4" fmla="*/ 317201 w 574092"/>
              <a:gd name="connsiteY4" fmla="*/ 315463 h 331717"/>
              <a:gd name="connsiteX5" fmla="*/ 560910 w 574092"/>
              <a:gd name="connsiteY5" fmla="*/ 309794 h 331717"/>
              <a:gd name="connsiteX6" fmla="*/ 551498 w 574092"/>
              <a:gd name="connsiteY6" fmla="*/ 25161 h 331717"/>
              <a:gd name="connsiteX7" fmla="*/ 381283 w 574092"/>
              <a:gd name="connsiteY7" fmla="*/ 22261 h 331717"/>
              <a:gd name="connsiteX8" fmla="*/ 314473 w 574092"/>
              <a:gd name="connsiteY8" fmla="*/ 124941 h 331717"/>
              <a:gd name="connsiteX9" fmla="*/ 259546 w 574092"/>
              <a:gd name="connsiteY9" fmla="*/ 167360 h 331717"/>
              <a:gd name="connsiteX10" fmla="*/ 162618 w 574092"/>
              <a:gd name="connsiteY10" fmla="*/ 176787 h 331717"/>
              <a:gd name="connsiteX11" fmla="*/ 107693 w 574092"/>
              <a:gd name="connsiteY11" fmla="*/ 162646 h 331717"/>
              <a:gd name="connsiteX12" fmla="*/ 67306 w 574092"/>
              <a:gd name="connsiteY12" fmla="*/ 134367 h 331717"/>
              <a:gd name="connsiteX13" fmla="*/ 29413 w 574092"/>
              <a:gd name="connsiteY13" fmla="*/ 81136 h 331717"/>
              <a:gd name="connsiteX0" fmla="*/ 29413 w 574092"/>
              <a:gd name="connsiteY0" fmla="*/ 81136 h 354560"/>
              <a:gd name="connsiteX1" fmla="*/ 1642 w 574092"/>
              <a:gd name="connsiteY1" fmla="*/ 218132 h 354560"/>
              <a:gd name="connsiteX2" fmla="*/ 79045 w 574092"/>
              <a:gd name="connsiteY2" fmla="*/ 312560 h 354560"/>
              <a:gd name="connsiteX3" fmla="*/ 177157 w 574092"/>
              <a:gd name="connsiteY3" fmla="*/ 327609 h 354560"/>
              <a:gd name="connsiteX4" fmla="*/ 317201 w 574092"/>
              <a:gd name="connsiteY4" fmla="*/ 315463 h 354560"/>
              <a:gd name="connsiteX5" fmla="*/ 398245 w 574092"/>
              <a:gd name="connsiteY5" fmla="*/ 354542 h 354560"/>
              <a:gd name="connsiteX6" fmla="*/ 560910 w 574092"/>
              <a:gd name="connsiteY6" fmla="*/ 309794 h 354560"/>
              <a:gd name="connsiteX7" fmla="*/ 551498 w 574092"/>
              <a:gd name="connsiteY7" fmla="*/ 25161 h 354560"/>
              <a:gd name="connsiteX8" fmla="*/ 381283 w 574092"/>
              <a:gd name="connsiteY8" fmla="*/ 22261 h 354560"/>
              <a:gd name="connsiteX9" fmla="*/ 314473 w 574092"/>
              <a:gd name="connsiteY9" fmla="*/ 124941 h 354560"/>
              <a:gd name="connsiteX10" fmla="*/ 259546 w 574092"/>
              <a:gd name="connsiteY10" fmla="*/ 167360 h 354560"/>
              <a:gd name="connsiteX11" fmla="*/ 162618 w 574092"/>
              <a:gd name="connsiteY11" fmla="*/ 176787 h 354560"/>
              <a:gd name="connsiteX12" fmla="*/ 107693 w 574092"/>
              <a:gd name="connsiteY12" fmla="*/ 162646 h 354560"/>
              <a:gd name="connsiteX13" fmla="*/ 67306 w 574092"/>
              <a:gd name="connsiteY13" fmla="*/ 134367 h 354560"/>
              <a:gd name="connsiteX14" fmla="*/ 29413 w 574092"/>
              <a:gd name="connsiteY14" fmla="*/ 81136 h 354560"/>
              <a:gd name="connsiteX0" fmla="*/ 29413 w 574092"/>
              <a:gd name="connsiteY0" fmla="*/ 81136 h 354560"/>
              <a:gd name="connsiteX1" fmla="*/ 1642 w 574092"/>
              <a:gd name="connsiteY1" fmla="*/ 218132 h 354560"/>
              <a:gd name="connsiteX2" fmla="*/ 79045 w 574092"/>
              <a:gd name="connsiteY2" fmla="*/ 312560 h 354560"/>
              <a:gd name="connsiteX3" fmla="*/ 177157 w 574092"/>
              <a:gd name="connsiteY3" fmla="*/ 327609 h 354560"/>
              <a:gd name="connsiteX4" fmla="*/ 333355 w 574092"/>
              <a:gd name="connsiteY4" fmla="*/ 315463 h 354560"/>
              <a:gd name="connsiteX5" fmla="*/ 398245 w 574092"/>
              <a:gd name="connsiteY5" fmla="*/ 354542 h 354560"/>
              <a:gd name="connsiteX6" fmla="*/ 560910 w 574092"/>
              <a:gd name="connsiteY6" fmla="*/ 309794 h 354560"/>
              <a:gd name="connsiteX7" fmla="*/ 551498 w 574092"/>
              <a:gd name="connsiteY7" fmla="*/ 25161 h 354560"/>
              <a:gd name="connsiteX8" fmla="*/ 381283 w 574092"/>
              <a:gd name="connsiteY8" fmla="*/ 22261 h 354560"/>
              <a:gd name="connsiteX9" fmla="*/ 314473 w 574092"/>
              <a:gd name="connsiteY9" fmla="*/ 124941 h 354560"/>
              <a:gd name="connsiteX10" fmla="*/ 259546 w 574092"/>
              <a:gd name="connsiteY10" fmla="*/ 167360 h 354560"/>
              <a:gd name="connsiteX11" fmla="*/ 162618 w 574092"/>
              <a:gd name="connsiteY11" fmla="*/ 176787 h 354560"/>
              <a:gd name="connsiteX12" fmla="*/ 107693 w 574092"/>
              <a:gd name="connsiteY12" fmla="*/ 162646 h 354560"/>
              <a:gd name="connsiteX13" fmla="*/ 67306 w 574092"/>
              <a:gd name="connsiteY13" fmla="*/ 134367 h 354560"/>
              <a:gd name="connsiteX14" fmla="*/ 29413 w 574092"/>
              <a:gd name="connsiteY14" fmla="*/ 81136 h 354560"/>
              <a:gd name="connsiteX0" fmla="*/ 29413 w 574092"/>
              <a:gd name="connsiteY0" fmla="*/ 81136 h 359271"/>
              <a:gd name="connsiteX1" fmla="*/ 1642 w 574092"/>
              <a:gd name="connsiteY1" fmla="*/ 218132 h 359271"/>
              <a:gd name="connsiteX2" fmla="*/ 79045 w 574092"/>
              <a:gd name="connsiteY2" fmla="*/ 312560 h 359271"/>
              <a:gd name="connsiteX3" fmla="*/ 177157 w 574092"/>
              <a:gd name="connsiteY3" fmla="*/ 327609 h 359271"/>
              <a:gd name="connsiteX4" fmla="*/ 333355 w 574092"/>
              <a:gd name="connsiteY4" fmla="*/ 315463 h 359271"/>
              <a:gd name="connsiteX5" fmla="*/ 395822 w 574092"/>
              <a:gd name="connsiteY5" fmla="*/ 359255 h 359271"/>
              <a:gd name="connsiteX6" fmla="*/ 560910 w 574092"/>
              <a:gd name="connsiteY6" fmla="*/ 309794 h 359271"/>
              <a:gd name="connsiteX7" fmla="*/ 551498 w 574092"/>
              <a:gd name="connsiteY7" fmla="*/ 25161 h 359271"/>
              <a:gd name="connsiteX8" fmla="*/ 381283 w 574092"/>
              <a:gd name="connsiteY8" fmla="*/ 22261 h 359271"/>
              <a:gd name="connsiteX9" fmla="*/ 314473 w 574092"/>
              <a:gd name="connsiteY9" fmla="*/ 124941 h 359271"/>
              <a:gd name="connsiteX10" fmla="*/ 259546 w 574092"/>
              <a:gd name="connsiteY10" fmla="*/ 167360 h 359271"/>
              <a:gd name="connsiteX11" fmla="*/ 162618 w 574092"/>
              <a:gd name="connsiteY11" fmla="*/ 176787 h 359271"/>
              <a:gd name="connsiteX12" fmla="*/ 107693 w 574092"/>
              <a:gd name="connsiteY12" fmla="*/ 162646 h 359271"/>
              <a:gd name="connsiteX13" fmla="*/ 67306 w 574092"/>
              <a:gd name="connsiteY13" fmla="*/ 134367 h 359271"/>
              <a:gd name="connsiteX14" fmla="*/ 29413 w 574092"/>
              <a:gd name="connsiteY14" fmla="*/ 81136 h 359271"/>
              <a:gd name="connsiteX0" fmla="*/ 765 w 706991"/>
              <a:gd name="connsiteY0" fmla="*/ 8081 h 359271"/>
              <a:gd name="connsiteX1" fmla="*/ 134541 w 706991"/>
              <a:gd name="connsiteY1" fmla="*/ 218132 h 359271"/>
              <a:gd name="connsiteX2" fmla="*/ 211944 w 706991"/>
              <a:gd name="connsiteY2" fmla="*/ 312560 h 359271"/>
              <a:gd name="connsiteX3" fmla="*/ 310056 w 706991"/>
              <a:gd name="connsiteY3" fmla="*/ 327609 h 359271"/>
              <a:gd name="connsiteX4" fmla="*/ 466254 w 706991"/>
              <a:gd name="connsiteY4" fmla="*/ 315463 h 359271"/>
              <a:gd name="connsiteX5" fmla="*/ 528721 w 706991"/>
              <a:gd name="connsiteY5" fmla="*/ 359255 h 359271"/>
              <a:gd name="connsiteX6" fmla="*/ 693809 w 706991"/>
              <a:gd name="connsiteY6" fmla="*/ 309794 h 359271"/>
              <a:gd name="connsiteX7" fmla="*/ 684397 w 706991"/>
              <a:gd name="connsiteY7" fmla="*/ 25161 h 359271"/>
              <a:gd name="connsiteX8" fmla="*/ 514182 w 706991"/>
              <a:gd name="connsiteY8" fmla="*/ 22261 h 359271"/>
              <a:gd name="connsiteX9" fmla="*/ 447372 w 706991"/>
              <a:gd name="connsiteY9" fmla="*/ 124941 h 359271"/>
              <a:gd name="connsiteX10" fmla="*/ 392445 w 706991"/>
              <a:gd name="connsiteY10" fmla="*/ 167360 h 359271"/>
              <a:gd name="connsiteX11" fmla="*/ 295517 w 706991"/>
              <a:gd name="connsiteY11" fmla="*/ 176787 h 359271"/>
              <a:gd name="connsiteX12" fmla="*/ 240592 w 706991"/>
              <a:gd name="connsiteY12" fmla="*/ 162646 h 359271"/>
              <a:gd name="connsiteX13" fmla="*/ 200205 w 706991"/>
              <a:gd name="connsiteY13" fmla="*/ 134367 h 359271"/>
              <a:gd name="connsiteX14" fmla="*/ 765 w 706991"/>
              <a:gd name="connsiteY14" fmla="*/ 8081 h 359271"/>
              <a:gd name="connsiteX0" fmla="*/ 95 w 706321"/>
              <a:gd name="connsiteY0" fmla="*/ 8081 h 359271"/>
              <a:gd name="connsiteX1" fmla="*/ 133871 w 706321"/>
              <a:gd name="connsiteY1" fmla="*/ 218132 h 359271"/>
              <a:gd name="connsiteX2" fmla="*/ 211274 w 706321"/>
              <a:gd name="connsiteY2" fmla="*/ 312560 h 359271"/>
              <a:gd name="connsiteX3" fmla="*/ 309386 w 706321"/>
              <a:gd name="connsiteY3" fmla="*/ 327609 h 359271"/>
              <a:gd name="connsiteX4" fmla="*/ 465584 w 706321"/>
              <a:gd name="connsiteY4" fmla="*/ 315463 h 359271"/>
              <a:gd name="connsiteX5" fmla="*/ 528051 w 706321"/>
              <a:gd name="connsiteY5" fmla="*/ 359255 h 359271"/>
              <a:gd name="connsiteX6" fmla="*/ 693139 w 706321"/>
              <a:gd name="connsiteY6" fmla="*/ 309794 h 359271"/>
              <a:gd name="connsiteX7" fmla="*/ 683727 w 706321"/>
              <a:gd name="connsiteY7" fmla="*/ 25161 h 359271"/>
              <a:gd name="connsiteX8" fmla="*/ 513512 w 706321"/>
              <a:gd name="connsiteY8" fmla="*/ 22261 h 359271"/>
              <a:gd name="connsiteX9" fmla="*/ 446702 w 706321"/>
              <a:gd name="connsiteY9" fmla="*/ 124941 h 359271"/>
              <a:gd name="connsiteX10" fmla="*/ 391775 w 706321"/>
              <a:gd name="connsiteY10" fmla="*/ 167360 h 359271"/>
              <a:gd name="connsiteX11" fmla="*/ 294847 w 706321"/>
              <a:gd name="connsiteY11" fmla="*/ 176787 h 359271"/>
              <a:gd name="connsiteX12" fmla="*/ 239922 w 706321"/>
              <a:gd name="connsiteY12" fmla="*/ 162646 h 359271"/>
              <a:gd name="connsiteX13" fmla="*/ 199535 w 706321"/>
              <a:gd name="connsiteY13" fmla="*/ 134367 h 359271"/>
              <a:gd name="connsiteX14" fmla="*/ 155687 w 706321"/>
              <a:gd name="connsiteY14" fmla="*/ 67036 h 359271"/>
              <a:gd name="connsiteX15" fmla="*/ 95 w 706321"/>
              <a:gd name="connsiteY15" fmla="*/ 8081 h 359271"/>
              <a:gd name="connsiteX0" fmla="*/ 29071 w 735297"/>
              <a:gd name="connsiteY0" fmla="*/ 9948 h 361138"/>
              <a:gd name="connsiteX1" fmla="*/ 19879 w 735297"/>
              <a:gd name="connsiteY1" fmla="*/ 288340 h 361138"/>
              <a:gd name="connsiteX2" fmla="*/ 240250 w 735297"/>
              <a:gd name="connsiteY2" fmla="*/ 314427 h 361138"/>
              <a:gd name="connsiteX3" fmla="*/ 338362 w 735297"/>
              <a:gd name="connsiteY3" fmla="*/ 329476 h 361138"/>
              <a:gd name="connsiteX4" fmla="*/ 494560 w 735297"/>
              <a:gd name="connsiteY4" fmla="*/ 317330 h 361138"/>
              <a:gd name="connsiteX5" fmla="*/ 557027 w 735297"/>
              <a:gd name="connsiteY5" fmla="*/ 361122 h 361138"/>
              <a:gd name="connsiteX6" fmla="*/ 722115 w 735297"/>
              <a:gd name="connsiteY6" fmla="*/ 311661 h 361138"/>
              <a:gd name="connsiteX7" fmla="*/ 712703 w 735297"/>
              <a:gd name="connsiteY7" fmla="*/ 27028 h 361138"/>
              <a:gd name="connsiteX8" fmla="*/ 542488 w 735297"/>
              <a:gd name="connsiteY8" fmla="*/ 24128 h 361138"/>
              <a:gd name="connsiteX9" fmla="*/ 475678 w 735297"/>
              <a:gd name="connsiteY9" fmla="*/ 126808 h 361138"/>
              <a:gd name="connsiteX10" fmla="*/ 420751 w 735297"/>
              <a:gd name="connsiteY10" fmla="*/ 169227 h 361138"/>
              <a:gd name="connsiteX11" fmla="*/ 323823 w 735297"/>
              <a:gd name="connsiteY11" fmla="*/ 178654 h 361138"/>
              <a:gd name="connsiteX12" fmla="*/ 268898 w 735297"/>
              <a:gd name="connsiteY12" fmla="*/ 164513 h 361138"/>
              <a:gd name="connsiteX13" fmla="*/ 228511 w 735297"/>
              <a:gd name="connsiteY13" fmla="*/ 136234 h 361138"/>
              <a:gd name="connsiteX14" fmla="*/ 184663 w 735297"/>
              <a:gd name="connsiteY14" fmla="*/ 68903 h 361138"/>
              <a:gd name="connsiteX15" fmla="*/ 29071 w 735297"/>
              <a:gd name="connsiteY15" fmla="*/ 9948 h 361138"/>
              <a:gd name="connsiteX0" fmla="*/ 9222 w 781682"/>
              <a:gd name="connsiteY0" fmla="*/ 9309 h 367569"/>
              <a:gd name="connsiteX1" fmla="*/ 66264 w 781682"/>
              <a:gd name="connsiteY1" fmla="*/ 294771 h 367569"/>
              <a:gd name="connsiteX2" fmla="*/ 286635 w 781682"/>
              <a:gd name="connsiteY2" fmla="*/ 320858 h 367569"/>
              <a:gd name="connsiteX3" fmla="*/ 384747 w 781682"/>
              <a:gd name="connsiteY3" fmla="*/ 335907 h 367569"/>
              <a:gd name="connsiteX4" fmla="*/ 540945 w 781682"/>
              <a:gd name="connsiteY4" fmla="*/ 323761 h 367569"/>
              <a:gd name="connsiteX5" fmla="*/ 603412 w 781682"/>
              <a:gd name="connsiteY5" fmla="*/ 367553 h 367569"/>
              <a:gd name="connsiteX6" fmla="*/ 768500 w 781682"/>
              <a:gd name="connsiteY6" fmla="*/ 318092 h 367569"/>
              <a:gd name="connsiteX7" fmla="*/ 759088 w 781682"/>
              <a:gd name="connsiteY7" fmla="*/ 33459 h 367569"/>
              <a:gd name="connsiteX8" fmla="*/ 588873 w 781682"/>
              <a:gd name="connsiteY8" fmla="*/ 30559 h 367569"/>
              <a:gd name="connsiteX9" fmla="*/ 522063 w 781682"/>
              <a:gd name="connsiteY9" fmla="*/ 133239 h 367569"/>
              <a:gd name="connsiteX10" fmla="*/ 467136 w 781682"/>
              <a:gd name="connsiteY10" fmla="*/ 175658 h 367569"/>
              <a:gd name="connsiteX11" fmla="*/ 370208 w 781682"/>
              <a:gd name="connsiteY11" fmla="*/ 185085 h 367569"/>
              <a:gd name="connsiteX12" fmla="*/ 315283 w 781682"/>
              <a:gd name="connsiteY12" fmla="*/ 170944 h 367569"/>
              <a:gd name="connsiteX13" fmla="*/ 274896 w 781682"/>
              <a:gd name="connsiteY13" fmla="*/ 142665 h 367569"/>
              <a:gd name="connsiteX14" fmla="*/ 231048 w 781682"/>
              <a:gd name="connsiteY14" fmla="*/ 75334 h 367569"/>
              <a:gd name="connsiteX15" fmla="*/ 9222 w 781682"/>
              <a:gd name="connsiteY15" fmla="*/ 9309 h 367569"/>
              <a:gd name="connsiteX0" fmla="*/ 17240 w 789700"/>
              <a:gd name="connsiteY0" fmla="*/ 10604 h 368864"/>
              <a:gd name="connsiteX1" fmla="*/ 46011 w 789700"/>
              <a:gd name="connsiteY1" fmla="*/ 317276 h 368864"/>
              <a:gd name="connsiteX2" fmla="*/ 294653 w 789700"/>
              <a:gd name="connsiteY2" fmla="*/ 322153 h 368864"/>
              <a:gd name="connsiteX3" fmla="*/ 392765 w 789700"/>
              <a:gd name="connsiteY3" fmla="*/ 337202 h 368864"/>
              <a:gd name="connsiteX4" fmla="*/ 548963 w 789700"/>
              <a:gd name="connsiteY4" fmla="*/ 325056 h 368864"/>
              <a:gd name="connsiteX5" fmla="*/ 611430 w 789700"/>
              <a:gd name="connsiteY5" fmla="*/ 368848 h 368864"/>
              <a:gd name="connsiteX6" fmla="*/ 776518 w 789700"/>
              <a:gd name="connsiteY6" fmla="*/ 319387 h 368864"/>
              <a:gd name="connsiteX7" fmla="*/ 767106 w 789700"/>
              <a:gd name="connsiteY7" fmla="*/ 34754 h 368864"/>
              <a:gd name="connsiteX8" fmla="*/ 596891 w 789700"/>
              <a:gd name="connsiteY8" fmla="*/ 31854 h 368864"/>
              <a:gd name="connsiteX9" fmla="*/ 530081 w 789700"/>
              <a:gd name="connsiteY9" fmla="*/ 134534 h 368864"/>
              <a:gd name="connsiteX10" fmla="*/ 475154 w 789700"/>
              <a:gd name="connsiteY10" fmla="*/ 176953 h 368864"/>
              <a:gd name="connsiteX11" fmla="*/ 378226 w 789700"/>
              <a:gd name="connsiteY11" fmla="*/ 186380 h 368864"/>
              <a:gd name="connsiteX12" fmla="*/ 323301 w 789700"/>
              <a:gd name="connsiteY12" fmla="*/ 172239 h 368864"/>
              <a:gd name="connsiteX13" fmla="*/ 282914 w 789700"/>
              <a:gd name="connsiteY13" fmla="*/ 143960 h 368864"/>
              <a:gd name="connsiteX14" fmla="*/ 239066 w 789700"/>
              <a:gd name="connsiteY14" fmla="*/ 76629 h 368864"/>
              <a:gd name="connsiteX15" fmla="*/ 17240 w 789700"/>
              <a:gd name="connsiteY15" fmla="*/ 10604 h 368864"/>
              <a:gd name="connsiteX0" fmla="*/ 15267 w 787727"/>
              <a:gd name="connsiteY0" fmla="*/ 10604 h 368864"/>
              <a:gd name="connsiteX1" fmla="*/ 44038 w 787727"/>
              <a:gd name="connsiteY1" fmla="*/ 317276 h 368864"/>
              <a:gd name="connsiteX2" fmla="*/ 242747 w 787727"/>
              <a:gd name="connsiteY2" fmla="*/ 345283 h 368864"/>
              <a:gd name="connsiteX3" fmla="*/ 292680 w 787727"/>
              <a:gd name="connsiteY3" fmla="*/ 322153 h 368864"/>
              <a:gd name="connsiteX4" fmla="*/ 390792 w 787727"/>
              <a:gd name="connsiteY4" fmla="*/ 337202 h 368864"/>
              <a:gd name="connsiteX5" fmla="*/ 546990 w 787727"/>
              <a:gd name="connsiteY5" fmla="*/ 325056 h 368864"/>
              <a:gd name="connsiteX6" fmla="*/ 609457 w 787727"/>
              <a:gd name="connsiteY6" fmla="*/ 368848 h 368864"/>
              <a:gd name="connsiteX7" fmla="*/ 774545 w 787727"/>
              <a:gd name="connsiteY7" fmla="*/ 319387 h 368864"/>
              <a:gd name="connsiteX8" fmla="*/ 765133 w 787727"/>
              <a:gd name="connsiteY8" fmla="*/ 34754 h 368864"/>
              <a:gd name="connsiteX9" fmla="*/ 594918 w 787727"/>
              <a:gd name="connsiteY9" fmla="*/ 31854 h 368864"/>
              <a:gd name="connsiteX10" fmla="*/ 528108 w 787727"/>
              <a:gd name="connsiteY10" fmla="*/ 134534 h 368864"/>
              <a:gd name="connsiteX11" fmla="*/ 473181 w 787727"/>
              <a:gd name="connsiteY11" fmla="*/ 176953 h 368864"/>
              <a:gd name="connsiteX12" fmla="*/ 376253 w 787727"/>
              <a:gd name="connsiteY12" fmla="*/ 186380 h 368864"/>
              <a:gd name="connsiteX13" fmla="*/ 321328 w 787727"/>
              <a:gd name="connsiteY13" fmla="*/ 172239 h 368864"/>
              <a:gd name="connsiteX14" fmla="*/ 280941 w 787727"/>
              <a:gd name="connsiteY14" fmla="*/ 143960 h 368864"/>
              <a:gd name="connsiteX15" fmla="*/ 237093 w 787727"/>
              <a:gd name="connsiteY15" fmla="*/ 76629 h 368864"/>
              <a:gd name="connsiteX16" fmla="*/ 15267 w 787727"/>
              <a:gd name="connsiteY16" fmla="*/ 10604 h 368864"/>
              <a:gd name="connsiteX0" fmla="*/ 15267 w 787727"/>
              <a:gd name="connsiteY0" fmla="*/ 10604 h 368864"/>
              <a:gd name="connsiteX1" fmla="*/ 44038 w 787727"/>
              <a:gd name="connsiteY1" fmla="*/ 317276 h 368864"/>
              <a:gd name="connsiteX2" fmla="*/ 242747 w 787727"/>
              <a:gd name="connsiteY2" fmla="*/ 345283 h 368864"/>
              <a:gd name="connsiteX3" fmla="*/ 290257 w 787727"/>
              <a:gd name="connsiteY3" fmla="*/ 308013 h 368864"/>
              <a:gd name="connsiteX4" fmla="*/ 390792 w 787727"/>
              <a:gd name="connsiteY4" fmla="*/ 337202 h 368864"/>
              <a:gd name="connsiteX5" fmla="*/ 546990 w 787727"/>
              <a:gd name="connsiteY5" fmla="*/ 325056 h 368864"/>
              <a:gd name="connsiteX6" fmla="*/ 609457 w 787727"/>
              <a:gd name="connsiteY6" fmla="*/ 368848 h 368864"/>
              <a:gd name="connsiteX7" fmla="*/ 774545 w 787727"/>
              <a:gd name="connsiteY7" fmla="*/ 319387 h 368864"/>
              <a:gd name="connsiteX8" fmla="*/ 765133 w 787727"/>
              <a:gd name="connsiteY8" fmla="*/ 34754 h 368864"/>
              <a:gd name="connsiteX9" fmla="*/ 594918 w 787727"/>
              <a:gd name="connsiteY9" fmla="*/ 31854 h 368864"/>
              <a:gd name="connsiteX10" fmla="*/ 528108 w 787727"/>
              <a:gd name="connsiteY10" fmla="*/ 134534 h 368864"/>
              <a:gd name="connsiteX11" fmla="*/ 473181 w 787727"/>
              <a:gd name="connsiteY11" fmla="*/ 176953 h 368864"/>
              <a:gd name="connsiteX12" fmla="*/ 376253 w 787727"/>
              <a:gd name="connsiteY12" fmla="*/ 186380 h 368864"/>
              <a:gd name="connsiteX13" fmla="*/ 321328 w 787727"/>
              <a:gd name="connsiteY13" fmla="*/ 172239 h 368864"/>
              <a:gd name="connsiteX14" fmla="*/ 280941 w 787727"/>
              <a:gd name="connsiteY14" fmla="*/ 143960 h 368864"/>
              <a:gd name="connsiteX15" fmla="*/ 237093 w 787727"/>
              <a:gd name="connsiteY15" fmla="*/ 76629 h 368864"/>
              <a:gd name="connsiteX16" fmla="*/ 15267 w 787727"/>
              <a:gd name="connsiteY16" fmla="*/ 10604 h 368864"/>
              <a:gd name="connsiteX0" fmla="*/ 13513 w 785973"/>
              <a:gd name="connsiteY0" fmla="*/ 10604 h 382995"/>
              <a:gd name="connsiteX1" fmla="*/ 42284 w 785973"/>
              <a:gd name="connsiteY1" fmla="*/ 317276 h 382995"/>
              <a:gd name="connsiteX2" fmla="*/ 189298 w 785973"/>
              <a:gd name="connsiteY2" fmla="*/ 382988 h 382995"/>
              <a:gd name="connsiteX3" fmla="*/ 288503 w 785973"/>
              <a:gd name="connsiteY3" fmla="*/ 308013 h 382995"/>
              <a:gd name="connsiteX4" fmla="*/ 389038 w 785973"/>
              <a:gd name="connsiteY4" fmla="*/ 337202 h 382995"/>
              <a:gd name="connsiteX5" fmla="*/ 545236 w 785973"/>
              <a:gd name="connsiteY5" fmla="*/ 325056 h 382995"/>
              <a:gd name="connsiteX6" fmla="*/ 607703 w 785973"/>
              <a:gd name="connsiteY6" fmla="*/ 368848 h 382995"/>
              <a:gd name="connsiteX7" fmla="*/ 772791 w 785973"/>
              <a:gd name="connsiteY7" fmla="*/ 319387 h 382995"/>
              <a:gd name="connsiteX8" fmla="*/ 763379 w 785973"/>
              <a:gd name="connsiteY8" fmla="*/ 34754 h 382995"/>
              <a:gd name="connsiteX9" fmla="*/ 593164 w 785973"/>
              <a:gd name="connsiteY9" fmla="*/ 31854 h 382995"/>
              <a:gd name="connsiteX10" fmla="*/ 526354 w 785973"/>
              <a:gd name="connsiteY10" fmla="*/ 134534 h 382995"/>
              <a:gd name="connsiteX11" fmla="*/ 471427 w 785973"/>
              <a:gd name="connsiteY11" fmla="*/ 176953 h 382995"/>
              <a:gd name="connsiteX12" fmla="*/ 374499 w 785973"/>
              <a:gd name="connsiteY12" fmla="*/ 186380 h 382995"/>
              <a:gd name="connsiteX13" fmla="*/ 319574 w 785973"/>
              <a:gd name="connsiteY13" fmla="*/ 172239 h 382995"/>
              <a:gd name="connsiteX14" fmla="*/ 279187 w 785973"/>
              <a:gd name="connsiteY14" fmla="*/ 143960 h 382995"/>
              <a:gd name="connsiteX15" fmla="*/ 235339 w 785973"/>
              <a:gd name="connsiteY15" fmla="*/ 76629 h 382995"/>
              <a:gd name="connsiteX16" fmla="*/ 13513 w 785973"/>
              <a:gd name="connsiteY16" fmla="*/ 10604 h 382995"/>
              <a:gd name="connsiteX0" fmla="*/ 39888 w 812348"/>
              <a:gd name="connsiteY0" fmla="*/ 9453 h 381844"/>
              <a:gd name="connsiteX1" fmla="*/ 16157 w 812348"/>
              <a:gd name="connsiteY1" fmla="*/ 297272 h 381844"/>
              <a:gd name="connsiteX2" fmla="*/ 215673 w 812348"/>
              <a:gd name="connsiteY2" fmla="*/ 381837 h 381844"/>
              <a:gd name="connsiteX3" fmla="*/ 314878 w 812348"/>
              <a:gd name="connsiteY3" fmla="*/ 306862 h 381844"/>
              <a:gd name="connsiteX4" fmla="*/ 415413 w 812348"/>
              <a:gd name="connsiteY4" fmla="*/ 336051 h 381844"/>
              <a:gd name="connsiteX5" fmla="*/ 571611 w 812348"/>
              <a:gd name="connsiteY5" fmla="*/ 323905 h 381844"/>
              <a:gd name="connsiteX6" fmla="*/ 634078 w 812348"/>
              <a:gd name="connsiteY6" fmla="*/ 367697 h 381844"/>
              <a:gd name="connsiteX7" fmla="*/ 799166 w 812348"/>
              <a:gd name="connsiteY7" fmla="*/ 318236 h 381844"/>
              <a:gd name="connsiteX8" fmla="*/ 789754 w 812348"/>
              <a:gd name="connsiteY8" fmla="*/ 33603 h 381844"/>
              <a:gd name="connsiteX9" fmla="*/ 619539 w 812348"/>
              <a:gd name="connsiteY9" fmla="*/ 30703 h 381844"/>
              <a:gd name="connsiteX10" fmla="*/ 552729 w 812348"/>
              <a:gd name="connsiteY10" fmla="*/ 133383 h 381844"/>
              <a:gd name="connsiteX11" fmla="*/ 497802 w 812348"/>
              <a:gd name="connsiteY11" fmla="*/ 175802 h 381844"/>
              <a:gd name="connsiteX12" fmla="*/ 400874 w 812348"/>
              <a:gd name="connsiteY12" fmla="*/ 185229 h 381844"/>
              <a:gd name="connsiteX13" fmla="*/ 345949 w 812348"/>
              <a:gd name="connsiteY13" fmla="*/ 171088 h 381844"/>
              <a:gd name="connsiteX14" fmla="*/ 305562 w 812348"/>
              <a:gd name="connsiteY14" fmla="*/ 142809 h 381844"/>
              <a:gd name="connsiteX15" fmla="*/ 261714 w 812348"/>
              <a:gd name="connsiteY15" fmla="*/ 75478 h 381844"/>
              <a:gd name="connsiteX16" fmla="*/ 39888 w 812348"/>
              <a:gd name="connsiteY16" fmla="*/ 9453 h 381844"/>
              <a:gd name="connsiteX0" fmla="*/ 37033 w 814339"/>
              <a:gd name="connsiteY0" fmla="*/ 9255 h 384001"/>
              <a:gd name="connsiteX1" fmla="*/ 18148 w 814339"/>
              <a:gd name="connsiteY1" fmla="*/ 299429 h 384001"/>
              <a:gd name="connsiteX2" fmla="*/ 217664 w 814339"/>
              <a:gd name="connsiteY2" fmla="*/ 383994 h 384001"/>
              <a:gd name="connsiteX3" fmla="*/ 316869 w 814339"/>
              <a:gd name="connsiteY3" fmla="*/ 309019 h 384001"/>
              <a:gd name="connsiteX4" fmla="*/ 417404 w 814339"/>
              <a:gd name="connsiteY4" fmla="*/ 338208 h 384001"/>
              <a:gd name="connsiteX5" fmla="*/ 573602 w 814339"/>
              <a:gd name="connsiteY5" fmla="*/ 326062 h 384001"/>
              <a:gd name="connsiteX6" fmla="*/ 636069 w 814339"/>
              <a:gd name="connsiteY6" fmla="*/ 369854 h 384001"/>
              <a:gd name="connsiteX7" fmla="*/ 801157 w 814339"/>
              <a:gd name="connsiteY7" fmla="*/ 320393 h 384001"/>
              <a:gd name="connsiteX8" fmla="*/ 791745 w 814339"/>
              <a:gd name="connsiteY8" fmla="*/ 35760 h 384001"/>
              <a:gd name="connsiteX9" fmla="*/ 621530 w 814339"/>
              <a:gd name="connsiteY9" fmla="*/ 32860 h 384001"/>
              <a:gd name="connsiteX10" fmla="*/ 554720 w 814339"/>
              <a:gd name="connsiteY10" fmla="*/ 135540 h 384001"/>
              <a:gd name="connsiteX11" fmla="*/ 499793 w 814339"/>
              <a:gd name="connsiteY11" fmla="*/ 177959 h 384001"/>
              <a:gd name="connsiteX12" fmla="*/ 402865 w 814339"/>
              <a:gd name="connsiteY12" fmla="*/ 187386 h 384001"/>
              <a:gd name="connsiteX13" fmla="*/ 347940 w 814339"/>
              <a:gd name="connsiteY13" fmla="*/ 173245 h 384001"/>
              <a:gd name="connsiteX14" fmla="*/ 307553 w 814339"/>
              <a:gd name="connsiteY14" fmla="*/ 144966 h 384001"/>
              <a:gd name="connsiteX15" fmla="*/ 263705 w 814339"/>
              <a:gd name="connsiteY15" fmla="*/ 77635 h 384001"/>
              <a:gd name="connsiteX16" fmla="*/ 37033 w 814339"/>
              <a:gd name="connsiteY16" fmla="*/ 9255 h 384001"/>
              <a:gd name="connsiteX0" fmla="*/ 35407 w 812713"/>
              <a:gd name="connsiteY0" fmla="*/ 15363 h 390109"/>
              <a:gd name="connsiteX1" fmla="*/ 16522 w 812713"/>
              <a:gd name="connsiteY1" fmla="*/ 305537 h 390109"/>
              <a:gd name="connsiteX2" fmla="*/ 216038 w 812713"/>
              <a:gd name="connsiteY2" fmla="*/ 390102 h 390109"/>
              <a:gd name="connsiteX3" fmla="*/ 315243 w 812713"/>
              <a:gd name="connsiteY3" fmla="*/ 315127 h 390109"/>
              <a:gd name="connsiteX4" fmla="*/ 415778 w 812713"/>
              <a:gd name="connsiteY4" fmla="*/ 344316 h 390109"/>
              <a:gd name="connsiteX5" fmla="*/ 571976 w 812713"/>
              <a:gd name="connsiteY5" fmla="*/ 332170 h 390109"/>
              <a:gd name="connsiteX6" fmla="*/ 634443 w 812713"/>
              <a:gd name="connsiteY6" fmla="*/ 375962 h 390109"/>
              <a:gd name="connsiteX7" fmla="*/ 799531 w 812713"/>
              <a:gd name="connsiteY7" fmla="*/ 326501 h 390109"/>
              <a:gd name="connsiteX8" fmla="*/ 790119 w 812713"/>
              <a:gd name="connsiteY8" fmla="*/ 41868 h 390109"/>
              <a:gd name="connsiteX9" fmla="*/ 619904 w 812713"/>
              <a:gd name="connsiteY9" fmla="*/ 38968 h 390109"/>
              <a:gd name="connsiteX10" fmla="*/ 553094 w 812713"/>
              <a:gd name="connsiteY10" fmla="*/ 141648 h 390109"/>
              <a:gd name="connsiteX11" fmla="*/ 498167 w 812713"/>
              <a:gd name="connsiteY11" fmla="*/ 184067 h 390109"/>
              <a:gd name="connsiteX12" fmla="*/ 401239 w 812713"/>
              <a:gd name="connsiteY12" fmla="*/ 193494 h 390109"/>
              <a:gd name="connsiteX13" fmla="*/ 346314 w 812713"/>
              <a:gd name="connsiteY13" fmla="*/ 179353 h 390109"/>
              <a:gd name="connsiteX14" fmla="*/ 305927 w 812713"/>
              <a:gd name="connsiteY14" fmla="*/ 151074 h 390109"/>
              <a:gd name="connsiteX15" fmla="*/ 227346 w 812713"/>
              <a:gd name="connsiteY15" fmla="*/ 50750 h 390109"/>
              <a:gd name="connsiteX16" fmla="*/ 35407 w 812713"/>
              <a:gd name="connsiteY16" fmla="*/ 15363 h 390109"/>
              <a:gd name="connsiteX0" fmla="*/ 35407 w 812713"/>
              <a:gd name="connsiteY0" fmla="*/ 15363 h 390109"/>
              <a:gd name="connsiteX1" fmla="*/ 16522 w 812713"/>
              <a:gd name="connsiteY1" fmla="*/ 305537 h 390109"/>
              <a:gd name="connsiteX2" fmla="*/ 216038 w 812713"/>
              <a:gd name="connsiteY2" fmla="*/ 390102 h 390109"/>
              <a:gd name="connsiteX3" fmla="*/ 315243 w 812713"/>
              <a:gd name="connsiteY3" fmla="*/ 315127 h 390109"/>
              <a:gd name="connsiteX4" fmla="*/ 415778 w 812713"/>
              <a:gd name="connsiteY4" fmla="*/ 344316 h 390109"/>
              <a:gd name="connsiteX5" fmla="*/ 571976 w 812713"/>
              <a:gd name="connsiteY5" fmla="*/ 332170 h 390109"/>
              <a:gd name="connsiteX6" fmla="*/ 634443 w 812713"/>
              <a:gd name="connsiteY6" fmla="*/ 375962 h 390109"/>
              <a:gd name="connsiteX7" fmla="*/ 799531 w 812713"/>
              <a:gd name="connsiteY7" fmla="*/ 326501 h 390109"/>
              <a:gd name="connsiteX8" fmla="*/ 790119 w 812713"/>
              <a:gd name="connsiteY8" fmla="*/ 41868 h 390109"/>
              <a:gd name="connsiteX9" fmla="*/ 619904 w 812713"/>
              <a:gd name="connsiteY9" fmla="*/ 38968 h 390109"/>
              <a:gd name="connsiteX10" fmla="*/ 557941 w 812713"/>
              <a:gd name="connsiteY10" fmla="*/ 141648 h 390109"/>
              <a:gd name="connsiteX11" fmla="*/ 498167 w 812713"/>
              <a:gd name="connsiteY11" fmla="*/ 184067 h 390109"/>
              <a:gd name="connsiteX12" fmla="*/ 401239 w 812713"/>
              <a:gd name="connsiteY12" fmla="*/ 193494 h 390109"/>
              <a:gd name="connsiteX13" fmla="*/ 346314 w 812713"/>
              <a:gd name="connsiteY13" fmla="*/ 179353 h 390109"/>
              <a:gd name="connsiteX14" fmla="*/ 305927 w 812713"/>
              <a:gd name="connsiteY14" fmla="*/ 151074 h 390109"/>
              <a:gd name="connsiteX15" fmla="*/ 227346 w 812713"/>
              <a:gd name="connsiteY15" fmla="*/ 50750 h 390109"/>
              <a:gd name="connsiteX16" fmla="*/ 35407 w 812713"/>
              <a:gd name="connsiteY16" fmla="*/ 15363 h 390109"/>
              <a:gd name="connsiteX0" fmla="*/ 35407 w 841454"/>
              <a:gd name="connsiteY0" fmla="*/ 15363 h 390109"/>
              <a:gd name="connsiteX1" fmla="*/ 16522 w 841454"/>
              <a:gd name="connsiteY1" fmla="*/ 305537 h 390109"/>
              <a:gd name="connsiteX2" fmla="*/ 216038 w 841454"/>
              <a:gd name="connsiteY2" fmla="*/ 390102 h 390109"/>
              <a:gd name="connsiteX3" fmla="*/ 315243 w 841454"/>
              <a:gd name="connsiteY3" fmla="*/ 315127 h 390109"/>
              <a:gd name="connsiteX4" fmla="*/ 415778 w 841454"/>
              <a:gd name="connsiteY4" fmla="*/ 344316 h 390109"/>
              <a:gd name="connsiteX5" fmla="*/ 571976 w 841454"/>
              <a:gd name="connsiteY5" fmla="*/ 332170 h 390109"/>
              <a:gd name="connsiteX6" fmla="*/ 634443 w 841454"/>
              <a:gd name="connsiteY6" fmla="*/ 375962 h 390109"/>
              <a:gd name="connsiteX7" fmla="*/ 799531 w 841454"/>
              <a:gd name="connsiteY7" fmla="*/ 326501 h 390109"/>
              <a:gd name="connsiteX8" fmla="*/ 831313 w 841454"/>
              <a:gd name="connsiteY8" fmla="*/ 34798 h 390109"/>
              <a:gd name="connsiteX9" fmla="*/ 619904 w 841454"/>
              <a:gd name="connsiteY9" fmla="*/ 38968 h 390109"/>
              <a:gd name="connsiteX10" fmla="*/ 557941 w 841454"/>
              <a:gd name="connsiteY10" fmla="*/ 141648 h 390109"/>
              <a:gd name="connsiteX11" fmla="*/ 498167 w 841454"/>
              <a:gd name="connsiteY11" fmla="*/ 184067 h 390109"/>
              <a:gd name="connsiteX12" fmla="*/ 401239 w 841454"/>
              <a:gd name="connsiteY12" fmla="*/ 193494 h 390109"/>
              <a:gd name="connsiteX13" fmla="*/ 346314 w 841454"/>
              <a:gd name="connsiteY13" fmla="*/ 179353 h 390109"/>
              <a:gd name="connsiteX14" fmla="*/ 305927 w 841454"/>
              <a:gd name="connsiteY14" fmla="*/ 151074 h 390109"/>
              <a:gd name="connsiteX15" fmla="*/ 227346 w 841454"/>
              <a:gd name="connsiteY15" fmla="*/ 50750 h 390109"/>
              <a:gd name="connsiteX16" fmla="*/ 35407 w 841454"/>
              <a:gd name="connsiteY16" fmla="*/ 15363 h 390109"/>
              <a:gd name="connsiteX0" fmla="*/ 35407 w 859248"/>
              <a:gd name="connsiteY0" fmla="*/ 15363 h 390109"/>
              <a:gd name="connsiteX1" fmla="*/ 16522 w 859248"/>
              <a:gd name="connsiteY1" fmla="*/ 305537 h 390109"/>
              <a:gd name="connsiteX2" fmla="*/ 216038 w 859248"/>
              <a:gd name="connsiteY2" fmla="*/ 390102 h 390109"/>
              <a:gd name="connsiteX3" fmla="*/ 315243 w 859248"/>
              <a:gd name="connsiteY3" fmla="*/ 315127 h 390109"/>
              <a:gd name="connsiteX4" fmla="*/ 415778 w 859248"/>
              <a:gd name="connsiteY4" fmla="*/ 344316 h 390109"/>
              <a:gd name="connsiteX5" fmla="*/ 571976 w 859248"/>
              <a:gd name="connsiteY5" fmla="*/ 332170 h 390109"/>
              <a:gd name="connsiteX6" fmla="*/ 634443 w 859248"/>
              <a:gd name="connsiteY6" fmla="*/ 375962 h 390109"/>
              <a:gd name="connsiteX7" fmla="*/ 845572 w 859248"/>
              <a:gd name="connsiteY7" fmla="*/ 330035 h 390109"/>
              <a:gd name="connsiteX8" fmla="*/ 831313 w 859248"/>
              <a:gd name="connsiteY8" fmla="*/ 34798 h 390109"/>
              <a:gd name="connsiteX9" fmla="*/ 619904 w 859248"/>
              <a:gd name="connsiteY9" fmla="*/ 38968 h 390109"/>
              <a:gd name="connsiteX10" fmla="*/ 557941 w 859248"/>
              <a:gd name="connsiteY10" fmla="*/ 141648 h 390109"/>
              <a:gd name="connsiteX11" fmla="*/ 498167 w 859248"/>
              <a:gd name="connsiteY11" fmla="*/ 184067 h 390109"/>
              <a:gd name="connsiteX12" fmla="*/ 401239 w 859248"/>
              <a:gd name="connsiteY12" fmla="*/ 193494 h 390109"/>
              <a:gd name="connsiteX13" fmla="*/ 346314 w 859248"/>
              <a:gd name="connsiteY13" fmla="*/ 179353 h 390109"/>
              <a:gd name="connsiteX14" fmla="*/ 305927 w 859248"/>
              <a:gd name="connsiteY14" fmla="*/ 151074 h 390109"/>
              <a:gd name="connsiteX15" fmla="*/ 227346 w 859248"/>
              <a:gd name="connsiteY15" fmla="*/ 50750 h 390109"/>
              <a:gd name="connsiteX16" fmla="*/ 35407 w 859248"/>
              <a:gd name="connsiteY16" fmla="*/ 15363 h 390109"/>
              <a:gd name="connsiteX0" fmla="*/ 35407 w 859248"/>
              <a:gd name="connsiteY0" fmla="*/ 15363 h 390109"/>
              <a:gd name="connsiteX1" fmla="*/ 16522 w 859248"/>
              <a:gd name="connsiteY1" fmla="*/ 305537 h 390109"/>
              <a:gd name="connsiteX2" fmla="*/ 216038 w 859248"/>
              <a:gd name="connsiteY2" fmla="*/ 390102 h 390109"/>
              <a:gd name="connsiteX3" fmla="*/ 315243 w 859248"/>
              <a:gd name="connsiteY3" fmla="*/ 315127 h 390109"/>
              <a:gd name="connsiteX4" fmla="*/ 415778 w 859248"/>
              <a:gd name="connsiteY4" fmla="*/ 344316 h 390109"/>
              <a:gd name="connsiteX5" fmla="*/ 571976 w 859248"/>
              <a:gd name="connsiteY5" fmla="*/ 332170 h 390109"/>
              <a:gd name="connsiteX6" fmla="*/ 624750 w 859248"/>
              <a:gd name="connsiteY6" fmla="*/ 379496 h 390109"/>
              <a:gd name="connsiteX7" fmla="*/ 845572 w 859248"/>
              <a:gd name="connsiteY7" fmla="*/ 330035 h 390109"/>
              <a:gd name="connsiteX8" fmla="*/ 831313 w 859248"/>
              <a:gd name="connsiteY8" fmla="*/ 34798 h 390109"/>
              <a:gd name="connsiteX9" fmla="*/ 619904 w 859248"/>
              <a:gd name="connsiteY9" fmla="*/ 38968 h 390109"/>
              <a:gd name="connsiteX10" fmla="*/ 557941 w 859248"/>
              <a:gd name="connsiteY10" fmla="*/ 141648 h 390109"/>
              <a:gd name="connsiteX11" fmla="*/ 498167 w 859248"/>
              <a:gd name="connsiteY11" fmla="*/ 184067 h 390109"/>
              <a:gd name="connsiteX12" fmla="*/ 401239 w 859248"/>
              <a:gd name="connsiteY12" fmla="*/ 193494 h 390109"/>
              <a:gd name="connsiteX13" fmla="*/ 346314 w 859248"/>
              <a:gd name="connsiteY13" fmla="*/ 179353 h 390109"/>
              <a:gd name="connsiteX14" fmla="*/ 305927 w 859248"/>
              <a:gd name="connsiteY14" fmla="*/ 151074 h 390109"/>
              <a:gd name="connsiteX15" fmla="*/ 227346 w 859248"/>
              <a:gd name="connsiteY15" fmla="*/ 50750 h 390109"/>
              <a:gd name="connsiteX16" fmla="*/ 35407 w 859248"/>
              <a:gd name="connsiteY16" fmla="*/ 15363 h 390109"/>
              <a:gd name="connsiteX0" fmla="*/ 35407 w 859248"/>
              <a:gd name="connsiteY0" fmla="*/ 15363 h 390109"/>
              <a:gd name="connsiteX1" fmla="*/ 16522 w 859248"/>
              <a:gd name="connsiteY1" fmla="*/ 305537 h 390109"/>
              <a:gd name="connsiteX2" fmla="*/ 216038 w 859248"/>
              <a:gd name="connsiteY2" fmla="*/ 390102 h 390109"/>
              <a:gd name="connsiteX3" fmla="*/ 315243 w 859248"/>
              <a:gd name="connsiteY3" fmla="*/ 315127 h 390109"/>
              <a:gd name="connsiteX4" fmla="*/ 415778 w 859248"/>
              <a:gd name="connsiteY4" fmla="*/ 344316 h 390109"/>
              <a:gd name="connsiteX5" fmla="*/ 571976 w 859248"/>
              <a:gd name="connsiteY5" fmla="*/ 332170 h 390109"/>
              <a:gd name="connsiteX6" fmla="*/ 624750 w 859248"/>
              <a:gd name="connsiteY6" fmla="*/ 379496 h 390109"/>
              <a:gd name="connsiteX7" fmla="*/ 845572 w 859248"/>
              <a:gd name="connsiteY7" fmla="*/ 330035 h 390109"/>
              <a:gd name="connsiteX8" fmla="*/ 831313 w 859248"/>
              <a:gd name="connsiteY8" fmla="*/ 34798 h 390109"/>
              <a:gd name="connsiteX9" fmla="*/ 619904 w 859248"/>
              <a:gd name="connsiteY9" fmla="*/ 38968 h 390109"/>
              <a:gd name="connsiteX10" fmla="*/ 557941 w 859248"/>
              <a:gd name="connsiteY10" fmla="*/ 141648 h 390109"/>
              <a:gd name="connsiteX11" fmla="*/ 498167 w 859248"/>
              <a:gd name="connsiteY11" fmla="*/ 184067 h 390109"/>
              <a:gd name="connsiteX12" fmla="*/ 401239 w 859248"/>
              <a:gd name="connsiteY12" fmla="*/ 193494 h 390109"/>
              <a:gd name="connsiteX13" fmla="*/ 346314 w 859248"/>
              <a:gd name="connsiteY13" fmla="*/ 179353 h 390109"/>
              <a:gd name="connsiteX14" fmla="*/ 305927 w 859248"/>
              <a:gd name="connsiteY14" fmla="*/ 151074 h 390109"/>
              <a:gd name="connsiteX15" fmla="*/ 227346 w 859248"/>
              <a:gd name="connsiteY15" fmla="*/ 50750 h 390109"/>
              <a:gd name="connsiteX16" fmla="*/ 35407 w 859248"/>
              <a:gd name="connsiteY16" fmla="*/ 15363 h 390109"/>
              <a:gd name="connsiteX0" fmla="*/ 35407 w 859248"/>
              <a:gd name="connsiteY0" fmla="*/ 15363 h 390109"/>
              <a:gd name="connsiteX1" fmla="*/ 16522 w 859248"/>
              <a:gd name="connsiteY1" fmla="*/ 305537 h 390109"/>
              <a:gd name="connsiteX2" fmla="*/ 216038 w 859248"/>
              <a:gd name="connsiteY2" fmla="*/ 390102 h 390109"/>
              <a:gd name="connsiteX3" fmla="*/ 315243 w 859248"/>
              <a:gd name="connsiteY3" fmla="*/ 315127 h 390109"/>
              <a:gd name="connsiteX4" fmla="*/ 415778 w 859248"/>
              <a:gd name="connsiteY4" fmla="*/ 344316 h 390109"/>
              <a:gd name="connsiteX5" fmla="*/ 571976 w 859248"/>
              <a:gd name="connsiteY5" fmla="*/ 332170 h 390109"/>
              <a:gd name="connsiteX6" fmla="*/ 633231 w 859248"/>
              <a:gd name="connsiteY6" fmla="*/ 375962 h 390109"/>
              <a:gd name="connsiteX7" fmla="*/ 845572 w 859248"/>
              <a:gd name="connsiteY7" fmla="*/ 330035 h 390109"/>
              <a:gd name="connsiteX8" fmla="*/ 831313 w 859248"/>
              <a:gd name="connsiteY8" fmla="*/ 34798 h 390109"/>
              <a:gd name="connsiteX9" fmla="*/ 619904 w 859248"/>
              <a:gd name="connsiteY9" fmla="*/ 38968 h 390109"/>
              <a:gd name="connsiteX10" fmla="*/ 557941 w 859248"/>
              <a:gd name="connsiteY10" fmla="*/ 141648 h 390109"/>
              <a:gd name="connsiteX11" fmla="*/ 498167 w 859248"/>
              <a:gd name="connsiteY11" fmla="*/ 184067 h 390109"/>
              <a:gd name="connsiteX12" fmla="*/ 401239 w 859248"/>
              <a:gd name="connsiteY12" fmla="*/ 193494 h 390109"/>
              <a:gd name="connsiteX13" fmla="*/ 346314 w 859248"/>
              <a:gd name="connsiteY13" fmla="*/ 179353 h 390109"/>
              <a:gd name="connsiteX14" fmla="*/ 305927 w 859248"/>
              <a:gd name="connsiteY14" fmla="*/ 151074 h 390109"/>
              <a:gd name="connsiteX15" fmla="*/ 227346 w 859248"/>
              <a:gd name="connsiteY15" fmla="*/ 50750 h 390109"/>
              <a:gd name="connsiteX16" fmla="*/ 35407 w 859248"/>
              <a:gd name="connsiteY16" fmla="*/ 15363 h 390109"/>
              <a:gd name="connsiteX0" fmla="*/ 35407 w 859248"/>
              <a:gd name="connsiteY0" fmla="*/ 15363 h 390110"/>
              <a:gd name="connsiteX1" fmla="*/ 16522 w 859248"/>
              <a:gd name="connsiteY1" fmla="*/ 305537 h 390110"/>
              <a:gd name="connsiteX2" fmla="*/ 216038 w 859248"/>
              <a:gd name="connsiteY2" fmla="*/ 390102 h 390110"/>
              <a:gd name="connsiteX3" fmla="*/ 309790 w 859248"/>
              <a:gd name="connsiteY3" fmla="*/ 325732 h 390110"/>
              <a:gd name="connsiteX4" fmla="*/ 415778 w 859248"/>
              <a:gd name="connsiteY4" fmla="*/ 344316 h 390110"/>
              <a:gd name="connsiteX5" fmla="*/ 571976 w 859248"/>
              <a:gd name="connsiteY5" fmla="*/ 332170 h 390110"/>
              <a:gd name="connsiteX6" fmla="*/ 633231 w 859248"/>
              <a:gd name="connsiteY6" fmla="*/ 375962 h 390110"/>
              <a:gd name="connsiteX7" fmla="*/ 845572 w 859248"/>
              <a:gd name="connsiteY7" fmla="*/ 330035 h 390110"/>
              <a:gd name="connsiteX8" fmla="*/ 831313 w 859248"/>
              <a:gd name="connsiteY8" fmla="*/ 34798 h 390110"/>
              <a:gd name="connsiteX9" fmla="*/ 619904 w 859248"/>
              <a:gd name="connsiteY9" fmla="*/ 38968 h 390110"/>
              <a:gd name="connsiteX10" fmla="*/ 557941 w 859248"/>
              <a:gd name="connsiteY10" fmla="*/ 141648 h 390110"/>
              <a:gd name="connsiteX11" fmla="*/ 498167 w 859248"/>
              <a:gd name="connsiteY11" fmla="*/ 184067 h 390110"/>
              <a:gd name="connsiteX12" fmla="*/ 401239 w 859248"/>
              <a:gd name="connsiteY12" fmla="*/ 193494 h 390110"/>
              <a:gd name="connsiteX13" fmla="*/ 346314 w 859248"/>
              <a:gd name="connsiteY13" fmla="*/ 179353 h 390110"/>
              <a:gd name="connsiteX14" fmla="*/ 305927 w 859248"/>
              <a:gd name="connsiteY14" fmla="*/ 151074 h 390110"/>
              <a:gd name="connsiteX15" fmla="*/ 227346 w 859248"/>
              <a:gd name="connsiteY15" fmla="*/ 50750 h 390110"/>
              <a:gd name="connsiteX16" fmla="*/ 35407 w 859248"/>
              <a:gd name="connsiteY16" fmla="*/ 15363 h 390110"/>
              <a:gd name="connsiteX0" fmla="*/ 35407 w 859248"/>
              <a:gd name="connsiteY0" fmla="*/ 15363 h 390110"/>
              <a:gd name="connsiteX1" fmla="*/ 16522 w 859248"/>
              <a:gd name="connsiteY1" fmla="*/ 305537 h 390110"/>
              <a:gd name="connsiteX2" fmla="*/ 216038 w 859248"/>
              <a:gd name="connsiteY2" fmla="*/ 390102 h 390110"/>
              <a:gd name="connsiteX3" fmla="*/ 309790 w 859248"/>
              <a:gd name="connsiteY3" fmla="*/ 325732 h 390110"/>
              <a:gd name="connsiteX4" fmla="*/ 415778 w 859248"/>
              <a:gd name="connsiteY4" fmla="*/ 337247 h 390110"/>
              <a:gd name="connsiteX5" fmla="*/ 571976 w 859248"/>
              <a:gd name="connsiteY5" fmla="*/ 332170 h 390110"/>
              <a:gd name="connsiteX6" fmla="*/ 633231 w 859248"/>
              <a:gd name="connsiteY6" fmla="*/ 375962 h 390110"/>
              <a:gd name="connsiteX7" fmla="*/ 845572 w 859248"/>
              <a:gd name="connsiteY7" fmla="*/ 330035 h 390110"/>
              <a:gd name="connsiteX8" fmla="*/ 831313 w 859248"/>
              <a:gd name="connsiteY8" fmla="*/ 34798 h 390110"/>
              <a:gd name="connsiteX9" fmla="*/ 619904 w 859248"/>
              <a:gd name="connsiteY9" fmla="*/ 38968 h 390110"/>
              <a:gd name="connsiteX10" fmla="*/ 557941 w 859248"/>
              <a:gd name="connsiteY10" fmla="*/ 141648 h 390110"/>
              <a:gd name="connsiteX11" fmla="*/ 498167 w 859248"/>
              <a:gd name="connsiteY11" fmla="*/ 184067 h 390110"/>
              <a:gd name="connsiteX12" fmla="*/ 401239 w 859248"/>
              <a:gd name="connsiteY12" fmla="*/ 193494 h 390110"/>
              <a:gd name="connsiteX13" fmla="*/ 346314 w 859248"/>
              <a:gd name="connsiteY13" fmla="*/ 179353 h 390110"/>
              <a:gd name="connsiteX14" fmla="*/ 305927 w 859248"/>
              <a:gd name="connsiteY14" fmla="*/ 151074 h 390110"/>
              <a:gd name="connsiteX15" fmla="*/ 227346 w 859248"/>
              <a:gd name="connsiteY15" fmla="*/ 50750 h 390110"/>
              <a:gd name="connsiteX16" fmla="*/ 35407 w 859248"/>
              <a:gd name="connsiteY16" fmla="*/ 15363 h 390110"/>
              <a:gd name="connsiteX0" fmla="*/ 35407 w 859248"/>
              <a:gd name="connsiteY0" fmla="*/ 15363 h 390110"/>
              <a:gd name="connsiteX1" fmla="*/ 16522 w 859248"/>
              <a:gd name="connsiteY1" fmla="*/ 305537 h 390110"/>
              <a:gd name="connsiteX2" fmla="*/ 216038 w 859248"/>
              <a:gd name="connsiteY2" fmla="*/ 390102 h 390110"/>
              <a:gd name="connsiteX3" fmla="*/ 309790 w 859248"/>
              <a:gd name="connsiteY3" fmla="*/ 325732 h 390110"/>
              <a:gd name="connsiteX4" fmla="*/ 415778 w 859248"/>
              <a:gd name="connsiteY4" fmla="*/ 337247 h 390110"/>
              <a:gd name="connsiteX5" fmla="*/ 571976 w 859248"/>
              <a:gd name="connsiteY5" fmla="*/ 332170 h 390110"/>
              <a:gd name="connsiteX6" fmla="*/ 633231 w 859248"/>
              <a:gd name="connsiteY6" fmla="*/ 375962 h 390110"/>
              <a:gd name="connsiteX7" fmla="*/ 845572 w 859248"/>
              <a:gd name="connsiteY7" fmla="*/ 330035 h 390110"/>
              <a:gd name="connsiteX8" fmla="*/ 831313 w 859248"/>
              <a:gd name="connsiteY8" fmla="*/ 34798 h 390110"/>
              <a:gd name="connsiteX9" fmla="*/ 619904 w 859248"/>
              <a:gd name="connsiteY9" fmla="*/ 38968 h 390110"/>
              <a:gd name="connsiteX10" fmla="*/ 557941 w 859248"/>
              <a:gd name="connsiteY10" fmla="*/ 141648 h 390110"/>
              <a:gd name="connsiteX11" fmla="*/ 498167 w 859248"/>
              <a:gd name="connsiteY11" fmla="*/ 184067 h 390110"/>
              <a:gd name="connsiteX12" fmla="*/ 401239 w 859248"/>
              <a:gd name="connsiteY12" fmla="*/ 193494 h 390110"/>
              <a:gd name="connsiteX13" fmla="*/ 346314 w 859248"/>
              <a:gd name="connsiteY13" fmla="*/ 179353 h 390110"/>
              <a:gd name="connsiteX14" fmla="*/ 299869 w 859248"/>
              <a:gd name="connsiteY14" fmla="*/ 136934 h 390110"/>
              <a:gd name="connsiteX15" fmla="*/ 227346 w 859248"/>
              <a:gd name="connsiteY15" fmla="*/ 50750 h 390110"/>
              <a:gd name="connsiteX16" fmla="*/ 35407 w 859248"/>
              <a:gd name="connsiteY16" fmla="*/ 15363 h 390110"/>
              <a:gd name="connsiteX0" fmla="*/ 35407 w 859248"/>
              <a:gd name="connsiteY0" fmla="*/ 15363 h 390110"/>
              <a:gd name="connsiteX1" fmla="*/ 16522 w 859248"/>
              <a:gd name="connsiteY1" fmla="*/ 305537 h 390110"/>
              <a:gd name="connsiteX2" fmla="*/ 216038 w 859248"/>
              <a:gd name="connsiteY2" fmla="*/ 390102 h 390110"/>
              <a:gd name="connsiteX3" fmla="*/ 309790 w 859248"/>
              <a:gd name="connsiteY3" fmla="*/ 325732 h 390110"/>
              <a:gd name="connsiteX4" fmla="*/ 415778 w 859248"/>
              <a:gd name="connsiteY4" fmla="*/ 337247 h 390110"/>
              <a:gd name="connsiteX5" fmla="*/ 571976 w 859248"/>
              <a:gd name="connsiteY5" fmla="*/ 332170 h 390110"/>
              <a:gd name="connsiteX6" fmla="*/ 633231 w 859248"/>
              <a:gd name="connsiteY6" fmla="*/ 375962 h 390110"/>
              <a:gd name="connsiteX7" fmla="*/ 845572 w 859248"/>
              <a:gd name="connsiteY7" fmla="*/ 330035 h 390110"/>
              <a:gd name="connsiteX8" fmla="*/ 831313 w 859248"/>
              <a:gd name="connsiteY8" fmla="*/ 34798 h 390110"/>
              <a:gd name="connsiteX9" fmla="*/ 619904 w 859248"/>
              <a:gd name="connsiteY9" fmla="*/ 38968 h 390110"/>
              <a:gd name="connsiteX10" fmla="*/ 557941 w 859248"/>
              <a:gd name="connsiteY10" fmla="*/ 141648 h 390110"/>
              <a:gd name="connsiteX11" fmla="*/ 498167 w 859248"/>
              <a:gd name="connsiteY11" fmla="*/ 184067 h 390110"/>
              <a:gd name="connsiteX12" fmla="*/ 401239 w 859248"/>
              <a:gd name="connsiteY12" fmla="*/ 193494 h 390110"/>
              <a:gd name="connsiteX13" fmla="*/ 346314 w 859248"/>
              <a:gd name="connsiteY13" fmla="*/ 179353 h 390110"/>
              <a:gd name="connsiteX14" fmla="*/ 299869 w 859248"/>
              <a:gd name="connsiteY14" fmla="*/ 136934 h 390110"/>
              <a:gd name="connsiteX15" fmla="*/ 227346 w 859248"/>
              <a:gd name="connsiteY15" fmla="*/ 50750 h 390110"/>
              <a:gd name="connsiteX16" fmla="*/ 35407 w 859248"/>
              <a:gd name="connsiteY16" fmla="*/ 15363 h 390110"/>
              <a:gd name="connsiteX0" fmla="*/ 35407 w 859248"/>
              <a:gd name="connsiteY0" fmla="*/ 43787 h 418534"/>
              <a:gd name="connsiteX1" fmla="*/ 16522 w 859248"/>
              <a:gd name="connsiteY1" fmla="*/ 333961 h 418534"/>
              <a:gd name="connsiteX2" fmla="*/ 216038 w 859248"/>
              <a:gd name="connsiteY2" fmla="*/ 418526 h 418534"/>
              <a:gd name="connsiteX3" fmla="*/ 309790 w 859248"/>
              <a:gd name="connsiteY3" fmla="*/ 354156 h 418534"/>
              <a:gd name="connsiteX4" fmla="*/ 415778 w 859248"/>
              <a:gd name="connsiteY4" fmla="*/ 365671 h 418534"/>
              <a:gd name="connsiteX5" fmla="*/ 571976 w 859248"/>
              <a:gd name="connsiteY5" fmla="*/ 360594 h 418534"/>
              <a:gd name="connsiteX6" fmla="*/ 633231 w 859248"/>
              <a:gd name="connsiteY6" fmla="*/ 404386 h 418534"/>
              <a:gd name="connsiteX7" fmla="*/ 845572 w 859248"/>
              <a:gd name="connsiteY7" fmla="*/ 358459 h 418534"/>
              <a:gd name="connsiteX8" fmla="*/ 831313 w 859248"/>
              <a:gd name="connsiteY8" fmla="*/ 63222 h 418534"/>
              <a:gd name="connsiteX9" fmla="*/ 619904 w 859248"/>
              <a:gd name="connsiteY9" fmla="*/ 67392 h 418534"/>
              <a:gd name="connsiteX10" fmla="*/ 557941 w 859248"/>
              <a:gd name="connsiteY10" fmla="*/ 170072 h 418534"/>
              <a:gd name="connsiteX11" fmla="*/ 498167 w 859248"/>
              <a:gd name="connsiteY11" fmla="*/ 212491 h 418534"/>
              <a:gd name="connsiteX12" fmla="*/ 401239 w 859248"/>
              <a:gd name="connsiteY12" fmla="*/ 221918 h 418534"/>
              <a:gd name="connsiteX13" fmla="*/ 345102 w 859248"/>
              <a:gd name="connsiteY13" fmla="*/ 2752 h 418534"/>
              <a:gd name="connsiteX14" fmla="*/ 299869 w 859248"/>
              <a:gd name="connsiteY14" fmla="*/ 165358 h 418534"/>
              <a:gd name="connsiteX15" fmla="*/ 227346 w 859248"/>
              <a:gd name="connsiteY15" fmla="*/ 79174 h 418534"/>
              <a:gd name="connsiteX16" fmla="*/ 35407 w 859248"/>
              <a:gd name="connsiteY16" fmla="*/ 43787 h 418534"/>
              <a:gd name="connsiteX0" fmla="*/ 35407 w 859248"/>
              <a:gd name="connsiteY0" fmla="*/ 41035 h 415782"/>
              <a:gd name="connsiteX1" fmla="*/ 16522 w 859248"/>
              <a:gd name="connsiteY1" fmla="*/ 331209 h 415782"/>
              <a:gd name="connsiteX2" fmla="*/ 216038 w 859248"/>
              <a:gd name="connsiteY2" fmla="*/ 415774 h 415782"/>
              <a:gd name="connsiteX3" fmla="*/ 309790 w 859248"/>
              <a:gd name="connsiteY3" fmla="*/ 351404 h 415782"/>
              <a:gd name="connsiteX4" fmla="*/ 415778 w 859248"/>
              <a:gd name="connsiteY4" fmla="*/ 362919 h 415782"/>
              <a:gd name="connsiteX5" fmla="*/ 571976 w 859248"/>
              <a:gd name="connsiteY5" fmla="*/ 357842 h 415782"/>
              <a:gd name="connsiteX6" fmla="*/ 633231 w 859248"/>
              <a:gd name="connsiteY6" fmla="*/ 401634 h 415782"/>
              <a:gd name="connsiteX7" fmla="*/ 845572 w 859248"/>
              <a:gd name="connsiteY7" fmla="*/ 355707 h 415782"/>
              <a:gd name="connsiteX8" fmla="*/ 831313 w 859248"/>
              <a:gd name="connsiteY8" fmla="*/ 60470 h 415782"/>
              <a:gd name="connsiteX9" fmla="*/ 619904 w 859248"/>
              <a:gd name="connsiteY9" fmla="*/ 64640 h 415782"/>
              <a:gd name="connsiteX10" fmla="*/ 557941 w 859248"/>
              <a:gd name="connsiteY10" fmla="*/ 167320 h 415782"/>
              <a:gd name="connsiteX11" fmla="*/ 498167 w 859248"/>
              <a:gd name="connsiteY11" fmla="*/ 209739 h 415782"/>
              <a:gd name="connsiteX12" fmla="*/ 401239 w 859248"/>
              <a:gd name="connsiteY12" fmla="*/ 219166 h 415782"/>
              <a:gd name="connsiteX13" fmla="*/ 345102 w 859248"/>
              <a:gd name="connsiteY13" fmla="*/ 0 h 415782"/>
              <a:gd name="connsiteX14" fmla="*/ 299869 w 859248"/>
              <a:gd name="connsiteY14" fmla="*/ 162606 h 415782"/>
              <a:gd name="connsiteX15" fmla="*/ 227346 w 859248"/>
              <a:gd name="connsiteY15" fmla="*/ 76422 h 415782"/>
              <a:gd name="connsiteX16" fmla="*/ 35407 w 859248"/>
              <a:gd name="connsiteY16" fmla="*/ 41035 h 415782"/>
              <a:gd name="connsiteX0" fmla="*/ 35407 w 859248"/>
              <a:gd name="connsiteY0" fmla="*/ 55970 h 430717"/>
              <a:gd name="connsiteX1" fmla="*/ 16522 w 859248"/>
              <a:gd name="connsiteY1" fmla="*/ 346144 h 430717"/>
              <a:gd name="connsiteX2" fmla="*/ 216038 w 859248"/>
              <a:gd name="connsiteY2" fmla="*/ 430709 h 430717"/>
              <a:gd name="connsiteX3" fmla="*/ 309790 w 859248"/>
              <a:gd name="connsiteY3" fmla="*/ 366339 h 430717"/>
              <a:gd name="connsiteX4" fmla="*/ 415778 w 859248"/>
              <a:gd name="connsiteY4" fmla="*/ 377854 h 430717"/>
              <a:gd name="connsiteX5" fmla="*/ 571976 w 859248"/>
              <a:gd name="connsiteY5" fmla="*/ 372777 h 430717"/>
              <a:gd name="connsiteX6" fmla="*/ 633231 w 859248"/>
              <a:gd name="connsiteY6" fmla="*/ 416569 h 430717"/>
              <a:gd name="connsiteX7" fmla="*/ 845572 w 859248"/>
              <a:gd name="connsiteY7" fmla="*/ 370642 h 430717"/>
              <a:gd name="connsiteX8" fmla="*/ 831313 w 859248"/>
              <a:gd name="connsiteY8" fmla="*/ 75405 h 430717"/>
              <a:gd name="connsiteX9" fmla="*/ 619904 w 859248"/>
              <a:gd name="connsiteY9" fmla="*/ 79575 h 430717"/>
              <a:gd name="connsiteX10" fmla="*/ 557941 w 859248"/>
              <a:gd name="connsiteY10" fmla="*/ 182255 h 430717"/>
              <a:gd name="connsiteX11" fmla="*/ 498167 w 859248"/>
              <a:gd name="connsiteY11" fmla="*/ 224674 h 430717"/>
              <a:gd name="connsiteX12" fmla="*/ 401239 w 859248"/>
              <a:gd name="connsiteY12" fmla="*/ 234101 h 430717"/>
              <a:gd name="connsiteX13" fmla="*/ 345102 w 859248"/>
              <a:gd name="connsiteY13" fmla="*/ 14935 h 430717"/>
              <a:gd name="connsiteX14" fmla="*/ 299702 w 859248"/>
              <a:gd name="connsiteY14" fmla="*/ 27553 h 430717"/>
              <a:gd name="connsiteX15" fmla="*/ 299869 w 859248"/>
              <a:gd name="connsiteY15" fmla="*/ 177541 h 430717"/>
              <a:gd name="connsiteX16" fmla="*/ 227346 w 859248"/>
              <a:gd name="connsiteY16" fmla="*/ 91357 h 430717"/>
              <a:gd name="connsiteX17" fmla="*/ 35407 w 859248"/>
              <a:gd name="connsiteY17" fmla="*/ 55970 h 430717"/>
              <a:gd name="connsiteX0" fmla="*/ 35407 w 859248"/>
              <a:gd name="connsiteY0" fmla="*/ 66324 h 441071"/>
              <a:gd name="connsiteX1" fmla="*/ 16522 w 859248"/>
              <a:gd name="connsiteY1" fmla="*/ 356498 h 441071"/>
              <a:gd name="connsiteX2" fmla="*/ 216038 w 859248"/>
              <a:gd name="connsiteY2" fmla="*/ 441063 h 441071"/>
              <a:gd name="connsiteX3" fmla="*/ 309790 w 859248"/>
              <a:gd name="connsiteY3" fmla="*/ 376693 h 441071"/>
              <a:gd name="connsiteX4" fmla="*/ 415778 w 859248"/>
              <a:gd name="connsiteY4" fmla="*/ 388208 h 441071"/>
              <a:gd name="connsiteX5" fmla="*/ 571976 w 859248"/>
              <a:gd name="connsiteY5" fmla="*/ 383131 h 441071"/>
              <a:gd name="connsiteX6" fmla="*/ 633231 w 859248"/>
              <a:gd name="connsiteY6" fmla="*/ 426923 h 441071"/>
              <a:gd name="connsiteX7" fmla="*/ 845572 w 859248"/>
              <a:gd name="connsiteY7" fmla="*/ 380996 h 441071"/>
              <a:gd name="connsiteX8" fmla="*/ 831313 w 859248"/>
              <a:gd name="connsiteY8" fmla="*/ 85759 h 441071"/>
              <a:gd name="connsiteX9" fmla="*/ 619904 w 859248"/>
              <a:gd name="connsiteY9" fmla="*/ 89929 h 441071"/>
              <a:gd name="connsiteX10" fmla="*/ 557941 w 859248"/>
              <a:gd name="connsiteY10" fmla="*/ 192609 h 441071"/>
              <a:gd name="connsiteX11" fmla="*/ 498167 w 859248"/>
              <a:gd name="connsiteY11" fmla="*/ 235028 h 441071"/>
              <a:gd name="connsiteX12" fmla="*/ 401239 w 859248"/>
              <a:gd name="connsiteY12" fmla="*/ 244455 h 441071"/>
              <a:gd name="connsiteX13" fmla="*/ 351160 w 859248"/>
              <a:gd name="connsiteY13" fmla="*/ 11149 h 441071"/>
              <a:gd name="connsiteX14" fmla="*/ 299702 w 859248"/>
              <a:gd name="connsiteY14" fmla="*/ 37907 h 441071"/>
              <a:gd name="connsiteX15" fmla="*/ 299869 w 859248"/>
              <a:gd name="connsiteY15" fmla="*/ 187895 h 441071"/>
              <a:gd name="connsiteX16" fmla="*/ 227346 w 859248"/>
              <a:gd name="connsiteY16" fmla="*/ 101711 h 441071"/>
              <a:gd name="connsiteX17" fmla="*/ 35407 w 859248"/>
              <a:gd name="connsiteY17" fmla="*/ 66324 h 441071"/>
              <a:gd name="connsiteX0" fmla="*/ 35407 w 859248"/>
              <a:gd name="connsiteY0" fmla="*/ 74393 h 449140"/>
              <a:gd name="connsiteX1" fmla="*/ 16522 w 859248"/>
              <a:gd name="connsiteY1" fmla="*/ 364567 h 449140"/>
              <a:gd name="connsiteX2" fmla="*/ 216038 w 859248"/>
              <a:gd name="connsiteY2" fmla="*/ 449132 h 449140"/>
              <a:gd name="connsiteX3" fmla="*/ 309790 w 859248"/>
              <a:gd name="connsiteY3" fmla="*/ 384762 h 449140"/>
              <a:gd name="connsiteX4" fmla="*/ 415778 w 859248"/>
              <a:gd name="connsiteY4" fmla="*/ 396277 h 449140"/>
              <a:gd name="connsiteX5" fmla="*/ 571976 w 859248"/>
              <a:gd name="connsiteY5" fmla="*/ 391200 h 449140"/>
              <a:gd name="connsiteX6" fmla="*/ 633231 w 859248"/>
              <a:gd name="connsiteY6" fmla="*/ 434992 h 449140"/>
              <a:gd name="connsiteX7" fmla="*/ 845572 w 859248"/>
              <a:gd name="connsiteY7" fmla="*/ 389065 h 449140"/>
              <a:gd name="connsiteX8" fmla="*/ 831313 w 859248"/>
              <a:gd name="connsiteY8" fmla="*/ 93828 h 449140"/>
              <a:gd name="connsiteX9" fmla="*/ 619904 w 859248"/>
              <a:gd name="connsiteY9" fmla="*/ 97998 h 449140"/>
              <a:gd name="connsiteX10" fmla="*/ 557941 w 859248"/>
              <a:gd name="connsiteY10" fmla="*/ 200678 h 449140"/>
              <a:gd name="connsiteX11" fmla="*/ 498167 w 859248"/>
              <a:gd name="connsiteY11" fmla="*/ 243097 h 449140"/>
              <a:gd name="connsiteX12" fmla="*/ 401239 w 859248"/>
              <a:gd name="connsiteY12" fmla="*/ 252524 h 449140"/>
              <a:gd name="connsiteX13" fmla="*/ 351160 w 859248"/>
              <a:gd name="connsiteY13" fmla="*/ 19218 h 449140"/>
              <a:gd name="connsiteX14" fmla="*/ 306972 w 859248"/>
              <a:gd name="connsiteY14" fmla="*/ 21231 h 449140"/>
              <a:gd name="connsiteX15" fmla="*/ 299869 w 859248"/>
              <a:gd name="connsiteY15" fmla="*/ 195964 h 449140"/>
              <a:gd name="connsiteX16" fmla="*/ 227346 w 859248"/>
              <a:gd name="connsiteY16" fmla="*/ 109780 h 449140"/>
              <a:gd name="connsiteX17" fmla="*/ 35407 w 859248"/>
              <a:gd name="connsiteY17" fmla="*/ 74393 h 449140"/>
              <a:gd name="connsiteX0" fmla="*/ 35407 w 859248"/>
              <a:gd name="connsiteY0" fmla="*/ 75214 h 449961"/>
              <a:gd name="connsiteX1" fmla="*/ 16522 w 859248"/>
              <a:gd name="connsiteY1" fmla="*/ 365388 h 449961"/>
              <a:gd name="connsiteX2" fmla="*/ 216038 w 859248"/>
              <a:gd name="connsiteY2" fmla="*/ 449953 h 449961"/>
              <a:gd name="connsiteX3" fmla="*/ 309790 w 859248"/>
              <a:gd name="connsiteY3" fmla="*/ 385583 h 449961"/>
              <a:gd name="connsiteX4" fmla="*/ 415778 w 859248"/>
              <a:gd name="connsiteY4" fmla="*/ 397098 h 449961"/>
              <a:gd name="connsiteX5" fmla="*/ 571976 w 859248"/>
              <a:gd name="connsiteY5" fmla="*/ 392021 h 449961"/>
              <a:gd name="connsiteX6" fmla="*/ 633231 w 859248"/>
              <a:gd name="connsiteY6" fmla="*/ 435813 h 449961"/>
              <a:gd name="connsiteX7" fmla="*/ 845572 w 859248"/>
              <a:gd name="connsiteY7" fmla="*/ 389886 h 449961"/>
              <a:gd name="connsiteX8" fmla="*/ 831313 w 859248"/>
              <a:gd name="connsiteY8" fmla="*/ 94649 h 449961"/>
              <a:gd name="connsiteX9" fmla="*/ 619904 w 859248"/>
              <a:gd name="connsiteY9" fmla="*/ 98819 h 449961"/>
              <a:gd name="connsiteX10" fmla="*/ 557941 w 859248"/>
              <a:gd name="connsiteY10" fmla="*/ 201499 h 449961"/>
              <a:gd name="connsiteX11" fmla="*/ 498167 w 859248"/>
              <a:gd name="connsiteY11" fmla="*/ 243918 h 449961"/>
              <a:gd name="connsiteX12" fmla="*/ 401239 w 859248"/>
              <a:gd name="connsiteY12" fmla="*/ 253345 h 449961"/>
              <a:gd name="connsiteX13" fmla="*/ 363916 w 859248"/>
              <a:gd name="connsiteY13" fmla="*/ 244753 h 449961"/>
              <a:gd name="connsiteX14" fmla="*/ 351160 w 859248"/>
              <a:gd name="connsiteY14" fmla="*/ 20039 h 449961"/>
              <a:gd name="connsiteX15" fmla="*/ 306972 w 859248"/>
              <a:gd name="connsiteY15" fmla="*/ 22052 h 449961"/>
              <a:gd name="connsiteX16" fmla="*/ 299869 w 859248"/>
              <a:gd name="connsiteY16" fmla="*/ 196785 h 449961"/>
              <a:gd name="connsiteX17" fmla="*/ 227346 w 859248"/>
              <a:gd name="connsiteY17" fmla="*/ 110601 h 449961"/>
              <a:gd name="connsiteX18" fmla="*/ 35407 w 859248"/>
              <a:gd name="connsiteY18" fmla="*/ 75214 h 449961"/>
              <a:gd name="connsiteX0" fmla="*/ 35407 w 859248"/>
              <a:gd name="connsiteY0" fmla="*/ 75214 h 449961"/>
              <a:gd name="connsiteX1" fmla="*/ 16522 w 859248"/>
              <a:gd name="connsiteY1" fmla="*/ 365388 h 449961"/>
              <a:gd name="connsiteX2" fmla="*/ 216038 w 859248"/>
              <a:gd name="connsiteY2" fmla="*/ 449953 h 449961"/>
              <a:gd name="connsiteX3" fmla="*/ 309790 w 859248"/>
              <a:gd name="connsiteY3" fmla="*/ 385583 h 449961"/>
              <a:gd name="connsiteX4" fmla="*/ 415778 w 859248"/>
              <a:gd name="connsiteY4" fmla="*/ 397098 h 449961"/>
              <a:gd name="connsiteX5" fmla="*/ 571976 w 859248"/>
              <a:gd name="connsiteY5" fmla="*/ 392021 h 449961"/>
              <a:gd name="connsiteX6" fmla="*/ 633231 w 859248"/>
              <a:gd name="connsiteY6" fmla="*/ 435813 h 449961"/>
              <a:gd name="connsiteX7" fmla="*/ 845572 w 859248"/>
              <a:gd name="connsiteY7" fmla="*/ 389886 h 449961"/>
              <a:gd name="connsiteX8" fmla="*/ 831313 w 859248"/>
              <a:gd name="connsiteY8" fmla="*/ 94649 h 449961"/>
              <a:gd name="connsiteX9" fmla="*/ 619904 w 859248"/>
              <a:gd name="connsiteY9" fmla="*/ 98819 h 449961"/>
              <a:gd name="connsiteX10" fmla="*/ 557941 w 859248"/>
              <a:gd name="connsiteY10" fmla="*/ 201499 h 449961"/>
              <a:gd name="connsiteX11" fmla="*/ 498167 w 859248"/>
              <a:gd name="connsiteY11" fmla="*/ 243918 h 449961"/>
              <a:gd name="connsiteX12" fmla="*/ 401239 w 859248"/>
              <a:gd name="connsiteY12" fmla="*/ 256879 h 449961"/>
              <a:gd name="connsiteX13" fmla="*/ 363916 w 859248"/>
              <a:gd name="connsiteY13" fmla="*/ 244753 h 449961"/>
              <a:gd name="connsiteX14" fmla="*/ 351160 w 859248"/>
              <a:gd name="connsiteY14" fmla="*/ 20039 h 449961"/>
              <a:gd name="connsiteX15" fmla="*/ 306972 w 859248"/>
              <a:gd name="connsiteY15" fmla="*/ 22052 h 449961"/>
              <a:gd name="connsiteX16" fmla="*/ 299869 w 859248"/>
              <a:gd name="connsiteY16" fmla="*/ 196785 h 449961"/>
              <a:gd name="connsiteX17" fmla="*/ 227346 w 859248"/>
              <a:gd name="connsiteY17" fmla="*/ 110601 h 449961"/>
              <a:gd name="connsiteX18" fmla="*/ 35407 w 859248"/>
              <a:gd name="connsiteY18" fmla="*/ 75214 h 449961"/>
              <a:gd name="connsiteX0" fmla="*/ 35407 w 859248"/>
              <a:gd name="connsiteY0" fmla="*/ 75214 h 449961"/>
              <a:gd name="connsiteX1" fmla="*/ 16522 w 859248"/>
              <a:gd name="connsiteY1" fmla="*/ 365388 h 449961"/>
              <a:gd name="connsiteX2" fmla="*/ 216038 w 859248"/>
              <a:gd name="connsiteY2" fmla="*/ 449953 h 449961"/>
              <a:gd name="connsiteX3" fmla="*/ 309790 w 859248"/>
              <a:gd name="connsiteY3" fmla="*/ 385583 h 449961"/>
              <a:gd name="connsiteX4" fmla="*/ 415778 w 859248"/>
              <a:gd name="connsiteY4" fmla="*/ 397098 h 449961"/>
              <a:gd name="connsiteX5" fmla="*/ 571976 w 859248"/>
              <a:gd name="connsiteY5" fmla="*/ 392021 h 449961"/>
              <a:gd name="connsiteX6" fmla="*/ 633231 w 859248"/>
              <a:gd name="connsiteY6" fmla="*/ 435813 h 449961"/>
              <a:gd name="connsiteX7" fmla="*/ 845572 w 859248"/>
              <a:gd name="connsiteY7" fmla="*/ 389886 h 449961"/>
              <a:gd name="connsiteX8" fmla="*/ 831313 w 859248"/>
              <a:gd name="connsiteY8" fmla="*/ 94649 h 449961"/>
              <a:gd name="connsiteX9" fmla="*/ 619904 w 859248"/>
              <a:gd name="connsiteY9" fmla="*/ 98819 h 449961"/>
              <a:gd name="connsiteX10" fmla="*/ 557941 w 859248"/>
              <a:gd name="connsiteY10" fmla="*/ 201499 h 449961"/>
              <a:gd name="connsiteX11" fmla="*/ 498167 w 859248"/>
              <a:gd name="connsiteY11" fmla="*/ 243918 h 449961"/>
              <a:gd name="connsiteX12" fmla="*/ 401239 w 859248"/>
              <a:gd name="connsiteY12" fmla="*/ 256879 h 449961"/>
              <a:gd name="connsiteX13" fmla="*/ 363916 w 859248"/>
              <a:gd name="connsiteY13" fmla="*/ 244753 h 449961"/>
              <a:gd name="connsiteX14" fmla="*/ 351160 w 859248"/>
              <a:gd name="connsiteY14" fmla="*/ 20039 h 449961"/>
              <a:gd name="connsiteX15" fmla="*/ 306972 w 859248"/>
              <a:gd name="connsiteY15" fmla="*/ 22052 h 449961"/>
              <a:gd name="connsiteX16" fmla="*/ 299869 w 859248"/>
              <a:gd name="connsiteY16" fmla="*/ 196785 h 449961"/>
              <a:gd name="connsiteX17" fmla="*/ 227346 w 859248"/>
              <a:gd name="connsiteY17" fmla="*/ 110601 h 449961"/>
              <a:gd name="connsiteX18" fmla="*/ 35407 w 859248"/>
              <a:gd name="connsiteY18" fmla="*/ 75214 h 449961"/>
              <a:gd name="connsiteX0" fmla="*/ 35407 w 859248"/>
              <a:gd name="connsiteY0" fmla="*/ 75214 h 449961"/>
              <a:gd name="connsiteX1" fmla="*/ 16522 w 859248"/>
              <a:gd name="connsiteY1" fmla="*/ 365388 h 449961"/>
              <a:gd name="connsiteX2" fmla="*/ 216038 w 859248"/>
              <a:gd name="connsiteY2" fmla="*/ 449953 h 449961"/>
              <a:gd name="connsiteX3" fmla="*/ 309790 w 859248"/>
              <a:gd name="connsiteY3" fmla="*/ 385583 h 449961"/>
              <a:gd name="connsiteX4" fmla="*/ 415778 w 859248"/>
              <a:gd name="connsiteY4" fmla="*/ 397098 h 449961"/>
              <a:gd name="connsiteX5" fmla="*/ 571976 w 859248"/>
              <a:gd name="connsiteY5" fmla="*/ 392021 h 449961"/>
              <a:gd name="connsiteX6" fmla="*/ 633231 w 859248"/>
              <a:gd name="connsiteY6" fmla="*/ 435813 h 449961"/>
              <a:gd name="connsiteX7" fmla="*/ 845572 w 859248"/>
              <a:gd name="connsiteY7" fmla="*/ 389886 h 449961"/>
              <a:gd name="connsiteX8" fmla="*/ 831313 w 859248"/>
              <a:gd name="connsiteY8" fmla="*/ 94649 h 449961"/>
              <a:gd name="connsiteX9" fmla="*/ 619904 w 859248"/>
              <a:gd name="connsiteY9" fmla="*/ 98819 h 449961"/>
              <a:gd name="connsiteX10" fmla="*/ 557941 w 859248"/>
              <a:gd name="connsiteY10" fmla="*/ 201499 h 449961"/>
              <a:gd name="connsiteX11" fmla="*/ 496955 w 859248"/>
              <a:gd name="connsiteY11" fmla="*/ 261592 h 449961"/>
              <a:gd name="connsiteX12" fmla="*/ 401239 w 859248"/>
              <a:gd name="connsiteY12" fmla="*/ 256879 h 449961"/>
              <a:gd name="connsiteX13" fmla="*/ 363916 w 859248"/>
              <a:gd name="connsiteY13" fmla="*/ 244753 h 449961"/>
              <a:gd name="connsiteX14" fmla="*/ 351160 w 859248"/>
              <a:gd name="connsiteY14" fmla="*/ 20039 h 449961"/>
              <a:gd name="connsiteX15" fmla="*/ 306972 w 859248"/>
              <a:gd name="connsiteY15" fmla="*/ 22052 h 449961"/>
              <a:gd name="connsiteX16" fmla="*/ 299869 w 859248"/>
              <a:gd name="connsiteY16" fmla="*/ 196785 h 449961"/>
              <a:gd name="connsiteX17" fmla="*/ 227346 w 859248"/>
              <a:gd name="connsiteY17" fmla="*/ 110601 h 449961"/>
              <a:gd name="connsiteX18" fmla="*/ 35407 w 859248"/>
              <a:gd name="connsiteY18" fmla="*/ 75214 h 449961"/>
              <a:gd name="connsiteX0" fmla="*/ 35407 w 859248"/>
              <a:gd name="connsiteY0" fmla="*/ 75214 h 449961"/>
              <a:gd name="connsiteX1" fmla="*/ 16522 w 859248"/>
              <a:gd name="connsiteY1" fmla="*/ 365388 h 449961"/>
              <a:gd name="connsiteX2" fmla="*/ 216038 w 859248"/>
              <a:gd name="connsiteY2" fmla="*/ 449953 h 449961"/>
              <a:gd name="connsiteX3" fmla="*/ 309790 w 859248"/>
              <a:gd name="connsiteY3" fmla="*/ 385583 h 449961"/>
              <a:gd name="connsiteX4" fmla="*/ 415778 w 859248"/>
              <a:gd name="connsiteY4" fmla="*/ 397098 h 449961"/>
              <a:gd name="connsiteX5" fmla="*/ 571976 w 859248"/>
              <a:gd name="connsiteY5" fmla="*/ 392021 h 449961"/>
              <a:gd name="connsiteX6" fmla="*/ 633231 w 859248"/>
              <a:gd name="connsiteY6" fmla="*/ 435813 h 449961"/>
              <a:gd name="connsiteX7" fmla="*/ 845572 w 859248"/>
              <a:gd name="connsiteY7" fmla="*/ 389886 h 449961"/>
              <a:gd name="connsiteX8" fmla="*/ 831313 w 859248"/>
              <a:gd name="connsiteY8" fmla="*/ 94649 h 449961"/>
              <a:gd name="connsiteX9" fmla="*/ 619904 w 859248"/>
              <a:gd name="connsiteY9" fmla="*/ 98819 h 449961"/>
              <a:gd name="connsiteX10" fmla="*/ 557941 w 859248"/>
              <a:gd name="connsiteY10" fmla="*/ 201499 h 449961"/>
              <a:gd name="connsiteX11" fmla="*/ 496955 w 859248"/>
              <a:gd name="connsiteY11" fmla="*/ 261592 h 449961"/>
              <a:gd name="connsiteX12" fmla="*/ 400027 w 859248"/>
              <a:gd name="connsiteY12" fmla="*/ 271019 h 449961"/>
              <a:gd name="connsiteX13" fmla="*/ 363916 w 859248"/>
              <a:gd name="connsiteY13" fmla="*/ 244753 h 449961"/>
              <a:gd name="connsiteX14" fmla="*/ 351160 w 859248"/>
              <a:gd name="connsiteY14" fmla="*/ 20039 h 449961"/>
              <a:gd name="connsiteX15" fmla="*/ 306972 w 859248"/>
              <a:gd name="connsiteY15" fmla="*/ 22052 h 449961"/>
              <a:gd name="connsiteX16" fmla="*/ 299869 w 859248"/>
              <a:gd name="connsiteY16" fmla="*/ 196785 h 449961"/>
              <a:gd name="connsiteX17" fmla="*/ 227346 w 859248"/>
              <a:gd name="connsiteY17" fmla="*/ 110601 h 449961"/>
              <a:gd name="connsiteX18" fmla="*/ 35407 w 859248"/>
              <a:gd name="connsiteY18" fmla="*/ 75214 h 449961"/>
              <a:gd name="connsiteX0" fmla="*/ 35407 w 859248"/>
              <a:gd name="connsiteY0" fmla="*/ 75214 h 449961"/>
              <a:gd name="connsiteX1" fmla="*/ 16522 w 859248"/>
              <a:gd name="connsiteY1" fmla="*/ 365388 h 449961"/>
              <a:gd name="connsiteX2" fmla="*/ 216038 w 859248"/>
              <a:gd name="connsiteY2" fmla="*/ 449953 h 449961"/>
              <a:gd name="connsiteX3" fmla="*/ 309790 w 859248"/>
              <a:gd name="connsiteY3" fmla="*/ 385583 h 449961"/>
              <a:gd name="connsiteX4" fmla="*/ 415778 w 859248"/>
              <a:gd name="connsiteY4" fmla="*/ 397098 h 449961"/>
              <a:gd name="connsiteX5" fmla="*/ 571976 w 859248"/>
              <a:gd name="connsiteY5" fmla="*/ 392021 h 449961"/>
              <a:gd name="connsiteX6" fmla="*/ 633231 w 859248"/>
              <a:gd name="connsiteY6" fmla="*/ 435813 h 449961"/>
              <a:gd name="connsiteX7" fmla="*/ 845572 w 859248"/>
              <a:gd name="connsiteY7" fmla="*/ 389886 h 449961"/>
              <a:gd name="connsiteX8" fmla="*/ 831313 w 859248"/>
              <a:gd name="connsiteY8" fmla="*/ 94649 h 449961"/>
              <a:gd name="connsiteX9" fmla="*/ 619904 w 859248"/>
              <a:gd name="connsiteY9" fmla="*/ 98819 h 449961"/>
              <a:gd name="connsiteX10" fmla="*/ 557941 w 859248"/>
              <a:gd name="connsiteY10" fmla="*/ 201499 h 449961"/>
              <a:gd name="connsiteX11" fmla="*/ 516578 w 859248"/>
              <a:gd name="connsiteY11" fmla="*/ 14983 h 449961"/>
              <a:gd name="connsiteX12" fmla="*/ 496955 w 859248"/>
              <a:gd name="connsiteY12" fmla="*/ 261592 h 449961"/>
              <a:gd name="connsiteX13" fmla="*/ 400027 w 859248"/>
              <a:gd name="connsiteY13" fmla="*/ 271019 h 449961"/>
              <a:gd name="connsiteX14" fmla="*/ 363916 w 859248"/>
              <a:gd name="connsiteY14" fmla="*/ 244753 h 449961"/>
              <a:gd name="connsiteX15" fmla="*/ 351160 w 859248"/>
              <a:gd name="connsiteY15" fmla="*/ 20039 h 449961"/>
              <a:gd name="connsiteX16" fmla="*/ 306972 w 859248"/>
              <a:gd name="connsiteY16" fmla="*/ 22052 h 449961"/>
              <a:gd name="connsiteX17" fmla="*/ 299869 w 859248"/>
              <a:gd name="connsiteY17" fmla="*/ 196785 h 449961"/>
              <a:gd name="connsiteX18" fmla="*/ 227346 w 859248"/>
              <a:gd name="connsiteY18" fmla="*/ 110601 h 449961"/>
              <a:gd name="connsiteX19" fmla="*/ 35407 w 859248"/>
              <a:gd name="connsiteY19" fmla="*/ 75214 h 449961"/>
              <a:gd name="connsiteX0" fmla="*/ 35407 w 859248"/>
              <a:gd name="connsiteY0" fmla="*/ 75214 h 449961"/>
              <a:gd name="connsiteX1" fmla="*/ 16522 w 859248"/>
              <a:gd name="connsiteY1" fmla="*/ 365388 h 449961"/>
              <a:gd name="connsiteX2" fmla="*/ 216038 w 859248"/>
              <a:gd name="connsiteY2" fmla="*/ 449953 h 449961"/>
              <a:gd name="connsiteX3" fmla="*/ 309790 w 859248"/>
              <a:gd name="connsiteY3" fmla="*/ 385583 h 449961"/>
              <a:gd name="connsiteX4" fmla="*/ 415778 w 859248"/>
              <a:gd name="connsiteY4" fmla="*/ 397098 h 449961"/>
              <a:gd name="connsiteX5" fmla="*/ 571976 w 859248"/>
              <a:gd name="connsiteY5" fmla="*/ 392021 h 449961"/>
              <a:gd name="connsiteX6" fmla="*/ 633231 w 859248"/>
              <a:gd name="connsiteY6" fmla="*/ 435813 h 449961"/>
              <a:gd name="connsiteX7" fmla="*/ 845572 w 859248"/>
              <a:gd name="connsiteY7" fmla="*/ 389886 h 449961"/>
              <a:gd name="connsiteX8" fmla="*/ 831313 w 859248"/>
              <a:gd name="connsiteY8" fmla="*/ 94649 h 449961"/>
              <a:gd name="connsiteX9" fmla="*/ 619904 w 859248"/>
              <a:gd name="connsiteY9" fmla="*/ 98819 h 449961"/>
              <a:gd name="connsiteX10" fmla="*/ 557941 w 859248"/>
              <a:gd name="connsiteY10" fmla="*/ 201499 h 449961"/>
              <a:gd name="connsiteX11" fmla="*/ 516578 w 859248"/>
              <a:gd name="connsiteY11" fmla="*/ 14983 h 449961"/>
              <a:gd name="connsiteX12" fmla="*/ 504225 w 859248"/>
              <a:gd name="connsiteY12" fmla="*/ 247453 h 449961"/>
              <a:gd name="connsiteX13" fmla="*/ 400027 w 859248"/>
              <a:gd name="connsiteY13" fmla="*/ 271019 h 449961"/>
              <a:gd name="connsiteX14" fmla="*/ 363916 w 859248"/>
              <a:gd name="connsiteY14" fmla="*/ 244753 h 449961"/>
              <a:gd name="connsiteX15" fmla="*/ 351160 w 859248"/>
              <a:gd name="connsiteY15" fmla="*/ 20039 h 449961"/>
              <a:gd name="connsiteX16" fmla="*/ 306972 w 859248"/>
              <a:gd name="connsiteY16" fmla="*/ 22052 h 449961"/>
              <a:gd name="connsiteX17" fmla="*/ 299869 w 859248"/>
              <a:gd name="connsiteY17" fmla="*/ 196785 h 449961"/>
              <a:gd name="connsiteX18" fmla="*/ 227346 w 859248"/>
              <a:gd name="connsiteY18" fmla="*/ 110601 h 449961"/>
              <a:gd name="connsiteX19" fmla="*/ 35407 w 859248"/>
              <a:gd name="connsiteY19" fmla="*/ 75214 h 449961"/>
              <a:gd name="connsiteX0" fmla="*/ 35407 w 859248"/>
              <a:gd name="connsiteY0" fmla="*/ 75214 h 449961"/>
              <a:gd name="connsiteX1" fmla="*/ 16522 w 859248"/>
              <a:gd name="connsiteY1" fmla="*/ 365388 h 449961"/>
              <a:gd name="connsiteX2" fmla="*/ 216038 w 859248"/>
              <a:gd name="connsiteY2" fmla="*/ 449953 h 449961"/>
              <a:gd name="connsiteX3" fmla="*/ 309790 w 859248"/>
              <a:gd name="connsiteY3" fmla="*/ 385583 h 449961"/>
              <a:gd name="connsiteX4" fmla="*/ 415778 w 859248"/>
              <a:gd name="connsiteY4" fmla="*/ 397098 h 449961"/>
              <a:gd name="connsiteX5" fmla="*/ 571976 w 859248"/>
              <a:gd name="connsiteY5" fmla="*/ 392021 h 449961"/>
              <a:gd name="connsiteX6" fmla="*/ 633231 w 859248"/>
              <a:gd name="connsiteY6" fmla="*/ 435813 h 449961"/>
              <a:gd name="connsiteX7" fmla="*/ 845572 w 859248"/>
              <a:gd name="connsiteY7" fmla="*/ 389886 h 449961"/>
              <a:gd name="connsiteX8" fmla="*/ 831313 w 859248"/>
              <a:gd name="connsiteY8" fmla="*/ 94649 h 449961"/>
              <a:gd name="connsiteX9" fmla="*/ 619904 w 859248"/>
              <a:gd name="connsiteY9" fmla="*/ 98819 h 449961"/>
              <a:gd name="connsiteX10" fmla="*/ 557941 w 859248"/>
              <a:gd name="connsiteY10" fmla="*/ 201499 h 449961"/>
              <a:gd name="connsiteX11" fmla="*/ 561407 w 859248"/>
              <a:gd name="connsiteY11" fmla="*/ 36192 h 449961"/>
              <a:gd name="connsiteX12" fmla="*/ 516578 w 859248"/>
              <a:gd name="connsiteY12" fmla="*/ 14983 h 449961"/>
              <a:gd name="connsiteX13" fmla="*/ 504225 w 859248"/>
              <a:gd name="connsiteY13" fmla="*/ 247453 h 449961"/>
              <a:gd name="connsiteX14" fmla="*/ 400027 w 859248"/>
              <a:gd name="connsiteY14" fmla="*/ 271019 h 449961"/>
              <a:gd name="connsiteX15" fmla="*/ 363916 w 859248"/>
              <a:gd name="connsiteY15" fmla="*/ 244753 h 449961"/>
              <a:gd name="connsiteX16" fmla="*/ 351160 w 859248"/>
              <a:gd name="connsiteY16" fmla="*/ 20039 h 449961"/>
              <a:gd name="connsiteX17" fmla="*/ 306972 w 859248"/>
              <a:gd name="connsiteY17" fmla="*/ 22052 h 449961"/>
              <a:gd name="connsiteX18" fmla="*/ 299869 w 859248"/>
              <a:gd name="connsiteY18" fmla="*/ 196785 h 449961"/>
              <a:gd name="connsiteX19" fmla="*/ 227346 w 859248"/>
              <a:gd name="connsiteY19" fmla="*/ 110601 h 449961"/>
              <a:gd name="connsiteX20" fmla="*/ 35407 w 859248"/>
              <a:gd name="connsiteY20" fmla="*/ 75214 h 449961"/>
              <a:gd name="connsiteX0" fmla="*/ 35407 w 859248"/>
              <a:gd name="connsiteY0" fmla="*/ 75214 h 449961"/>
              <a:gd name="connsiteX1" fmla="*/ 16522 w 859248"/>
              <a:gd name="connsiteY1" fmla="*/ 365388 h 449961"/>
              <a:gd name="connsiteX2" fmla="*/ 216038 w 859248"/>
              <a:gd name="connsiteY2" fmla="*/ 449953 h 449961"/>
              <a:gd name="connsiteX3" fmla="*/ 309790 w 859248"/>
              <a:gd name="connsiteY3" fmla="*/ 385583 h 449961"/>
              <a:gd name="connsiteX4" fmla="*/ 415778 w 859248"/>
              <a:gd name="connsiteY4" fmla="*/ 397098 h 449961"/>
              <a:gd name="connsiteX5" fmla="*/ 571976 w 859248"/>
              <a:gd name="connsiteY5" fmla="*/ 392021 h 449961"/>
              <a:gd name="connsiteX6" fmla="*/ 633231 w 859248"/>
              <a:gd name="connsiteY6" fmla="*/ 435813 h 449961"/>
              <a:gd name="connsiteX7" fmla="*/ 845572 w 859248"/>
              <a:gd name="connsiteY7" fmla="*/ 389886 h 449961"/>
              <a:gd name="connsiteX8" fmla="*/ 831313 w 859248"/>
              <a:gd name="connsiteY8" fmla="*/ 94649 h 449961"/>
              <a:gd name="connsiteX9" fmla="*/ 619904 w 859248"/>
              <a:gd name="connsiteY9" fmla="*/ 98819 h 449961"/>
              <a:gd name="connsiteX10" fmla="*/ 559153 w 859248"/>
              <a:gd name="connsiteY10" fmla="*/ 240383 h 449961"/>
              <a:gd name="connsiteX11" fmla="*/ 561407 w 859248"/>
              <a:gd name="connsiteY11" fmla="*/ 36192 h 449961"/>
              <a:gd name="connsiteX12" fmla="*/ 516578 w 859248"/>
              <a:gd name="connsiteY12" fmla="*/ 14983 h 449961"/>
              <a:gd name="connsiteX13" fmla="*/ 504225 w 859248"/>
              <a:gd name="connsiteY13" fmla="*/ 247453 h 449961"/>
              <a:gd name="connsiteX14" fmla="*/ 400027 w 859248"/>
              <a:gd name="connsiteY14" fmla="*/ 271019 h 449961"/>
              <a:gd name="connsiteX15" fmla="*/ 363916 w 859248"/>
              <a:gd name="connsiteY15" fmla="*/ 244753 h 449961"/>
              <a:gd name="connsiteX16" fmla="*/ 351160 w 859248"/>
              <a:gd name="connsiteY16" fmla="*/ 20039 h 449961"/>
              <a:gd name="connsiteX17" fmla="*/ 306972 w 859248"/>
              <a:gd name="connsiteY17" fmla="*/ 22052 h 449961"/>
              <a:gd name="connsiteX18" fmla="*/ 299869 w 859248"/>
              <a:gd name="connsiteY18" fmla="*/ 196785 h 449961"/>
              <a:gd name="connsiteX19" fmla="*/ 227346 w 859248"/>
              <a:gd name="connsiteY19" fmla="*/ 110601 h 449961"/>
              <a:gd name="connsiteX20" fmla="*/ 35407 w 859248"/>
              <a:gd name="connsiteY20" fmla="*/ 75214 h 449961"/>
              <a:gd name="connsiteX0" fmla="*/ 35407 w 859248"/>
              <a:gd name="connsiteY0" fmla="*/ 75214 h 449961"/>
              <a:gd name="connsiteX1" fmla="*/ 16522 w 859248"/>
              <a:gd name="connsiteY1" fmla="*/ 365388 h 449961"/>
              <a:gd name="connsiteX2" fmla="*/ 216038 w 859248"/>
              <a:gd name="connsiteY2" fmla="*/ 449953 h 449961"/>
              <a:gd name="connsiteX3" fmla="*/ 309790 w 859248"/>
              <a:gd name="connsiteY3" fmla="*/ 385583 h 449961"/>
              <a:gd name="connsiteX4" fmla="*/ 415778 w 859248"/>
              <a:gd name="connsiteY4" fmla="*/ 397098 h 449961"/>
              <a:gd name="connsiteX5" fmla="*/ 571976 w 859248"/>
              <a:gd name="connsiteY5" fmla="*/ 392021 h 449961"/>
              <a:gd name="connsiteX6" fmla="*/ 633231 w 859248"/>
              <a:gd name="connsiteY6" fmla="*/ 435813 h 449961"/>
              <a:gd name="connsiteX7" fmla="*/ 845572 w 859248"/>
              <a:gd name="connsiteY7" fmla="*/ 389886 h 449961"/>
              <a:gd name="connsiteX8" fmla="*/ 831313 w 859248"/>
              <a:gd name="connsiteY8" fmla="*/ 94649 h 449961"/>
              <a:gd name="connsiteX9" fmla="*/ 619904 w 859248"/>
              <a:gd name="connsiteY9" fmla="*/ 98819 h 449961"/>
              <a:gd name="connsiteX10" fmla="*/ 590485 w 859248"/>
              <a:gd name="connsiteY10" fmla="*/ 241218 h 449961"/>
              <a:gd name="connsiteX11" fmla="*/ 559153 w 859248"/>
              <a:gd name="connsiteY11" fmla="*/ 240383 h 449961"/>
              <a:gd name="connsiteX12" fmla="*/ 561407 w 859248"/>
              <a:gd name="connsiteY12" fmla="*/ 36192 h 449961"/>
              <a:gd name="connsiteX13" fmla="*/ 516578 w 859248"/>
              <a:gd name="connsiteY13" fmla="*/ 14983 h 449961"/>
              <a:gd name="connsiteX14" fmla="*/ 504225 w 859248"/>
              <a:gd name="connsiteY14" fmla="*/ 247453 h 449961"/>
              <a:gd name="connsiteX15" fmla="*/ 400027 w 859248"/>
              <a:gd name="connsiteY15" fmla="*/ 271019 h 449961"/>
              <a:gd name="connsiteX16" fmla="*/ 363916 w 859248"/>
              <a:gd name="connsiteY16" fmla="*/ 244753 h 449961"/>
              <a:gd name="connsiteX17" fmla="*/ 351160 w 859248"/>
              <a:gd name="connsiteY17" fmla="*/ 20039 h 449961"/>
              <a:gd name="connsiteX18" fmla="*/ 306972 w 859248"/>
              <a:gd name="connsiteY18" fmla="*/ 22052 h 449961"/>
              <a:gd name="connsiteX19" fmla="*/ 299869 w 859248"/>
              <a:gd name="connsiteY19" fmla="*/ 196785 h 449961"/>
              <a:gd name="connsiteX20" fmla="*/ 227346 w 859248"/>
              <a:gd name="connsiteY20" fmla="*/ 110601 h 449961"/>
              <a:gd name="connsiteX21" fmla="*/ 35407 w 859248"/>
              <a:gd name="connsiteY21" fmla="*/ 75214 h 449961"/>
              <a:gd name="connsiteX0" fmla="*/ 35407 w 857707"/>
              <a:gd name="connsiteY0" fmla="*/ 75214 h 449961"/>
              <a:gd name="connsiteX1" fmla="*/ 16522 w 857707"/>
              <a:gd name="connsiteY1" fmla="*/ 365388 h 449961"/>
              <a:gd name="connsiteX2" fmla="*/ 216038 w 857707"/>
              <a:gd name="connsiteY2" fmla="*/ 449953 h 449961"/>
              <a:gd name="connsiteX3" fmla="*/ 309790 w 857707"/>
              <a:gd name="connsiteY3" fmla="*/ 385583 h 449961"/>
              <a:gd name="connsiteX4" fmla="*/ 415778 w 857707"/>
              <a:gd name="connsiteY4" fmla="*/ 397098 h 449961"/>
              <a:gd name="connsiteX5" fmla="*/ 571976 w 857707"/>
              <a:gd name="connsiteY5" fmla="*/ 392021 h 449961"/>
              <a:gd name="connsiteX6" fmla="*/ 633231 w 857707"/>
              <a:gd name="connsiteY6" fmla="*/ 435813 h 449961"/>
              <a:gd name="connsiteX7" fmla="*/ 845572 w 857707"/>
              <a:gd name="connsiteY7" fmla="*/ 389886 h 449961"/>
              <a:gd name="connsiteX8" fmla="*/ 831313 w 857707"/>
              <a:gd name="connsiteY8" fmla="*/ 94649 h 449961"/>
              <a:gd name="connsiteX9" fmla="*/ 647771 w 857707"/>
              <a:gd name="connsiteY9" fmla="*/ 88214 h 449961"/>
              <a:gd name="connsiteX10" fmla="*/ 590485 w 857707"/>
              <a:gd name="connsiteY10" fmla="*/ 241218 h 449961"/>
              <a:gd name="connsiteX11" fmla="*/ 559153 w 857707"/>
              <a:gd name="connsiteY11" fmla="*/ 240383 h 449961"/>
              <a:gd name="connsiteX12" fmla="*/ 561407 w 857707"/>
              <a:gd name="connsiteY12" fmla="*/ 36192 h 449961"/>
              <a:gd name="connsiteX13" fmla="*/ 516578 w 857707"/>
              <a:gd name="connsiteY13" fmla="*/ 14983 h 449961"/>
              <a:gd name="connsiteX14" fmla="*/ 504225 w 857707"/>
              <a:gd name="connsiteY14" fmla="*/ 247453 h 449961"/>
              <a:gd name="connsiteX15" fmla="*/ 400027 w 857707"/>
              <a:gd name="connsiteY15" fmla="*/ 271019 h 449961"/>
              <a:gd name="connsiteX16" fmla="*/ 363916 w 857707"/>
              <a:gd name="connsiteY16" fmla="*/ 244753 h 449961"/>
              <a:gd name="connsiteX17" fmla="*/ 351160 w 857707"/>
              <a:gd name="connsiteY17" fmla="*/ 20039 h 449961"/>
              <a:gd name="connsiteX18" fmla="*/ 306972 w 857707"/>
              <a:gd name="connsiteY18" fmla="*/ 22052 h 449961"/>
              <a:gd name="connsiteX19" fmla="*/ 299869 w 857707"/>
              <a:gd name="connsiteY19" fmla="*/ 196785 h 449961"/>
              <a:gd name="connsiteX20" fmla="*/ 227346 w 857707"/>
              <a:gd name="connsiteY20" fmla="*/ 110601 h 449961"/>
              <a:gd name="connsiteX21" fmla="*/ 35407 w 857707"/>
              <a:gd name="connsiteY21" fmla="*/ 75214 h 449961"/>
              <a:gd name="connsiteX0" fmla="*/ 35407 w 857707"/>
              <a:gd name="connsiteY0" fmla="*/ 75214 h 449961"/>
              <a:gd name="connsiteX1" fmla="*/ 16522 w 857707"/>
              <a:gd name="connsiteY1" fmla="*/ 365388 h 449961"/>
              <a:gd name="connsiteX2" fmla="*/ 216038 w 857707"/>
              <a:gd name="connsiteY2" fmla="*/ 449953 h 449961"/>
              <a:gd name="connsiteX3" fmla="*/ 309790 w 857707"/>
              <a:gd name="connsiteY3" fmla="*/ 385583 h 449961"/>
              <a:gd name="connsiteX4" fmla="*/ 415778 w 857707"/>
              <a:gd name="connsiteY4" fmla="*/ 397098 h 449961"/>
              <a:gd name="connsiteX5" fmla="*/ 588938 w 857707"/>
              <a:gd name="connsiteY5" fmla="*/ 381416 h 449961"/>
              <a:gd name="connsiteX6" fmla="*/ 633231 w 857707"/>
              <a:gd name="connsiteY6" fmla="*/ 435813 h 449961"/>
              <a:gd name="connsiteX7" fmla="*/ 845572 w 857707"/>
              <a:gd name="connsiteY7" fmla="*/ 389886 h 449961"/>
              <a:gd name="connsiteX8" fmla="*/ 831313 w 857707"/>
              <a:gd name="connsiteY8" fmla="*/ 94649 h 449961"/>
              <a:gd name="connsiteX9" fmla="*/ 647771 w 857707"/>
              <a:gd name="connsiteY9" fmla="*/ 88214 h 449961"/>
              <a:gd name="connsiteX10" fmla="*/ 590485 w 857707"/>
              <a:gd name="connsiteY10" fmla="*/ 241218 h 449961"/>
              <a:gd name="connsiteX11" fmla="*/ 559153 w 857707"/>
              <a:gd name="connsiteY11" fmla="*/ 240383 h 449961"/>
              <a:gd name="connsiteX12" fmla="*/ 561407 w 857707"/>
              <a:gd name="connsiteY12" fmla="*/ 36192 h 449961"/>
              <a:gd name="connsiteX13" fmla="*/ 516578 w 857707"/>
              <a:gd name="connsiteY13" fmla="*/ 14983 h 449961"/>
              <a:gd name="connsiteX14" fmla="*/ 504225 w 857707"/>
              <a:gd name="connsiteY14" fmla="*/ 247453 h 449961"/>
              <a:gd name="connsiteX15" fmla="*/ 400027 w 857707"/>
              <a:gd name="connsiteY15" fmla="*/ 271019 h 449961"/>
              <a:gd name="connsiteX16" fmla="*/ 363916 w 857707"/>
              <a:gd name="connsiteY16" fmla="*/ 244753 h 449961"/>
              <a:gd name="connsiteX17" fmla="*/ 351160 w 857707"/>
              <a:gd name="connsiteY17" fmla="*/ 20039 h 449961"/>
              <a:gd name="connsiteX18" fmla="*/ 306972 w 857707"/>
              <a:gd name="connsiteY18" fmla="*/ 22052 h 449961"/>
              <a:gd name="connsiteX19" fmla="*/ 299869 w 857707"/>
              <a:gd name="connsiteY19" fmla="*/ 196785 h 449961"/>
              <a:gd name="connsiteX20" fmla="*/ 227346 w 857707"/>
              <a:gd name="connsiteY20" fmla="*/ 110601 h 449961"/>
              <a:gd name="connsiteX21" fmla="*/ 35407 w 857707"/>
              <a:gd name="connsiteY21" fmla="*/ 75214 h 449961"/>
              <a:gd name="connsiteX0" fmla="*/ 35407 w 857707"/>
              <a:gd name="connsiteY0" fmla="*/ 75214 h 449961"/>
              <a:gd name="connsiteX1" fmla="*/ 16522 w 857707"/>
              <a:gd name="connsiteY1" fmla="*/ 365388 h 449961"/>
              <a:gd name="connsiteX2" fmla="*/ 216038 w 857707"/>
              <a:gd name="connsiteY2" fmla="*/ 449953 h 449961"/>
              <a:gd name="connsiteX3" fmla="*/ 309790 w 857707"/>
              <a:gd name="connsiteY3" fmla="*/ 385583 h 449961"/>
              <a:gd name="connsiteX4" fmla="*/ 416990 w 857707"/>
              <a:gd name="connsiteY4" fmla="*/ 393564 h 449961"/>
              <a:gd name="connsiteX5" fmla="*/ 588938 w 857707"/>
              <a:gd name="connsiteY5" fmla="*/ 381416 h 449961"/>
              <a:gd name="connsiteX6" fmla="*/ 633231 w 857707"/>
              <a:gd name="connsiteY6" fmla="*/ 435813 h 449961"/>
              <a:gd name="connsiteX7" fmla="*/ 845572 w 857707"/>
              <a:gd name="connsiteY7" fmla="*/ 389886 h 449961"/>
              <a:gd name="connsiteX8" fmla="*/ 831313 w 857707"/>
              <a:gd name="connsiteY8" fmla="*/ 94649 h 449961"/>
              <a:gd name="connsiteX9" fmla="*/ 647771 w 857707"/>
              <a:gd name="connsiteY9" fmla="*/ 88214 h 449961"/>
              <a:gd name="connsiteX10" fmla="*/ 590485 w 857707"/>
              <a:gd name="connsiteY10" fmla="*/ 241218 h 449961"/>
              <a:gd name="connsiteX11" fmla="*/ 559153 w 857707"/>
              <a:gd name="connsiteY11" fmla="*/ 240383 h 449961"/>
              <a:gd name="connsiteX12" fmla="*/ 561407 w 857707"/>
              <a:gd name="connsiteY12" fmla="*/ 36192 h 449961"/>
              <a:gd name="connsiteX13" fmla="*/ 516578 w 857707"/>
              <a:gd name="connsiteY13" fmla="*/ 14983 h 449961"/>
              <a:gd name="connsiteX14" fmla="*/ 504225 w 857707"/>
              <a:gd name="connsiteY14" fmla="*/ 247453 h 449961"/>
              <a:gd name="connsiteX15" fmla="*/ 400027 w 857707"/>
              <a:gd name="connsiteY15" fmla="*/ 271019 h 449961"/>
              <a:gd name="connsiteX16" fmla="*/ 363916 w 857707"/>
              <a:gd name="connsiteY16" fmla="*/ 244753 h 449961"/>
              <a:gd name="connsiteX17" fmla="*/ 351160 w 857707"/>
              <a:gd name="connsiteY17" fmla="*/ 20039 h 449961"/>
              <a:gd name="connsiteX18" fmla="*/ 306972 w 857707"/>
              <a:gd name="connsiteY18" fmla="*/ 22052 h 449961"/>
              <a:gd name="connsiteX19" fmla="*/ 299869 w 857707"/>
              <a:gd name="connsiteY19" fmla="*/ 196785 h 449961"/>
              <a:gd name="connsiteX20" fmla="*/ 227346 w 857707"/>
              <a:gd name="connsiteY20" fmla="*/ 110601 h 449961"/>
              <a:gd name="connsiteX21" fmla="*/ 35407 w 857707"/>
              <a:gd name="connsiteY21" fmla="*/ 75214 h 449961"/>
              <a:gd name="connsiteX0" fmla="*/ 35407 w 857707"/>
              <a:gd name="connsiteY0" fmla="*/ 75214 h 449961"/>
              <a:gd name="connsiteX1" fmla="*/ 16522 w 857707"/>
              <a:gd name="connsiteY1" fmla="*/ 365388 h 449961"/>
              <a:gd name="connsiteX2" fmla="*/ 216038 w 857707"/>
              <a:gd name="connsiteY2" fmla="*/ 449953 h 449961"/>
              <a:gd name="connsiteX3" fmla="*/ 309790 w 857707"/>
              <a:gd name="connsiteY3" fmla="*/ 385583 h 449961"/>
              <a:gd name="connsiteX4" fmla="*/ 416990 w 857707"/>
              <a:gd name="connsiteY4" fmla="*/ 393564 h 449961"/>
              <a:gd name="connsiteX5" fmla="*/ 588938 w 857707"/>
              <a:gd name="connsiteY5" fmla="*/ 381416 h 449961"/>
              <a:gd name="connsiteX6" fmla="*/ 652617 w 857707"/>
              <a:gd name="connsiteY6" fmla="*/ 449953 h 449961"/>
              <a:gd name="connsiteX7" fmla="*/ 845572 w 857707"/>
              <a:gd name="connsiteY7" fmla="*/ 389886 h 449961"/>
              <a:gd name="connsiteX8" fmla="*/ 831313 w 857707"/>
              <a:gd name="connsiteY8" fmla="*/ 94649 h 449961"/>
              <a:gd name="connsiteX9" fmla="*/ 647771 w 857707"/>
              <a:gd name="connsiteY9" fmla="*/ 88214 h 449961"/>
              <a:gd name="connsiteX10" fmla="*/ 590485 w 857707"/>
              <a:gd name="connsiteY10" fmla="*/ 241218 h 449961"/>
              <a:gd name="connsiteX11" fmla="*/ 559153 w 857707"/>
              <a:gd name="connsiteY11" fmla="*/ 240383 h 449961"/>
              <a:gd name="connsiteX12" fmla="*/ 561407 w 857707"/>
              <a:gd name="connsiteY12" fmla="*/ 36192 h 449961"/>
              <a:gd name="connsiteX13" fmla="*/ 516578 w 857707"/>
              <a:gd name="connsiteY13" fmla="*/ 14983 h 449961"/>
              <a:gd name="connsiteX14" fmla="*/ 504225 w 857707"/>
              <a:gd name="connsiteY14" fmla="*/ 247453 h 449961"/>
              <a:gd name="connsiteX15" fmla="*/ 400027 w 857707"/>
              <a:gd name="connsiteY15" fmla="*/ 271019 h 449961"/>
              <a:gd name="connsiteX16" fmla="*/ 363916 w 857707"/>
              <a:gd name="connsiteY16" fmla="*/ 244753 h 449961"/>
              <a:gd name="connsiteX17" fmla="*/ 351160 w 857707"/>
              <a:gd name="connsiteY17" fmla="*/ 20039 h 449961"/>
              <a:gd name="connsiteX18" fmla="*/ 306972 w 857707"/>
              <a:gd name="connsiteY18" fmla="*/ 22052 h 449961"/>
              <a:gd name="connsiteX19" fmla="*/ 299869 w 857707"/>
              <a:gd name="connsiteY19" fmla="*/ 196785 h 449961"/>
              <a:gd name="connsiteX20" fmla="*/ 227346 w 857707"/>
              <a:gd name="connsiteY20" fmla="*/ 110601 h 449961"/>
              <a:gd name="connsiteX21" fmla="*/ 35407 w 857707"/>
              <a:gd name="connsiteY21" fmla="*/ 75214 h 449961"/>
              <a:gd name="connsiteX0" fmla="*/ 35407 w 861872"/>
              <a:gd name="connsiteY0" fmla="*/ 75214 h 461713"/>
              <a:gd name="connsiteX1" fmla="*/ 16522 w 861872"/>
              <a:gd name="connsiteY1" fmla="*/ 365388 h 461713"/>
              <a:gd name="connsiteX2" fmla="*/ 216038 w 861872"/>
              <a:gd name="connsiteY2" fmla="*/ 449953 h 461713"/>
              <a:gd name="connsiteX3" fmla="*/ 309790 w 861872"/>
              <a:gd name="connsiteY3" fmla="*/ 385583 h 461713"/>
              <a:gd name="connsiteX4" fmla="*/ 416990 w 861872"/>
              <a:gd name="connsiteY4" fmla="*/ 393564 h 461713"/>
              <a:gd name="connsiteX5" fmla="*/ 588938 w 861872"/>
              <a:gd name="connsiteY5" fmla="*/ 381416 h 461713"/>
              <a:gd name="connsiteX6" fmla="*/ 652617 w 861872"/>
              <a:gd name="connsiteY6" fmla="*/ 449953 h 461713"/>
              <a:gd name="connsiteX7" fmla="*/ 851630 w 861872"/>
              <a:gd name="connsiteY7" fmla="*/ 435840 h 461713"/>
              <a:gd name="connsiteX8" fmla="*/ 831313 w 861872"/>
              <a:gd name="connsiteY8" fmla="*/ 94649 h 461713"/>
              <a:gd name="connsiteX9" fmla="*/ 647771 w 861872"/>
              <a:gd name="connsiteY9" fmla="*/ 88214 h 461713"/>
              <a:gd name="connsiteX10" fmla="*/ 590485 w 861872"/>
              <a:gd name="connsiteY10" fmla="*/ 241218 h 461713"/>
              <a:gd name="connsiteX11" fmla="*/ 559153 w 861872"/>
              <a:gd name="connsiteY11" fmla="*/ 240383 h 461713"/>
              <a:gd name="connsiteX12" fmla="*/ 561407 w 861872"/>
              <a:gd name="connsiteY12" fmla="*/ 36192 h 461713"/>
              <a:gd name="connsiteX13" fmla="*/ 516578 w 861872"/>
              <a:gd name="connsiteY13" fmla="*/ 14983 h 461713"/>
              <a:gd name="connsiteX14" fmla="*/ 504225 w 861872"/>
              <a:gd name="connsiteY14" fmla="*/ 247453 h 461713"/>
              <a:gd name="connsiteX15" fmla="*/ 400027 w 861872"/>
              <a:gd name="connsiteY15" fmla="*/ 271019 h 461713"/>
              <a:gd name="connsiteX16" fmla="*/ 363916 w 861872"/>
              <a:gd name="connsiteY16" fmla="*/ 244753 h 461713"/>
              <a:gd name="connsiteX17" fmla="*/ 351160 w 861872"/>
              <a:gd name="connsiteY17" fmla="*/ 20039 h 461713"/>
              <a:gd name="connsiteX18" fmla="*/ 306972 w 861872"/>
              <a:gd name="connsiteY18" fmla="*/ 22052 h 461713"/>
              <a:gd name="connsiteX19" fmla="*/ 299869 w 861872"/>
              <a:gd name="connsiteY19" fmla="*/ 196785 h 461713"/>
              <a:gd name="connsiteX20" fmla="*/ 227346 w 861872"/>
              <a:gd name="connsiteY20" fmla="*/ 110601 h 461713"/>
              <a:gd name="connsiteX21" fmla="*/ 35407 w 861872"/>
              <a:gd name="connsiteY21" fmla="*/ 75214 h 461713"/>
              <a:gd name="connsiteX0" fmla="*/ 35407 w 864599"/>
              <a:gd name="connsiteY0" fmla="*/ 75214 h 461713"/>
              <a:gd name="connsiteX1" fmla="*/ 16522 w 864599"/>
              <a:gd name="connsiteY1" fmla="*/ 365388 h 461713"/>
              <a:gd name="connsiteX2" fmla="*/ 216038 w 864599"/>
              <a:gd name="connsiteY2" fmla="*/ 449953 h 461713"/>
              <a:gd name="connsiteX3" fmla="*/ 309790 w 864599"/>
              <a:gd name="connsiteY3" fmla="*/ 385583 h 461713"/>
              <a:gd name="connsiteX4" fmla="*/ 416990 w 864599"/>
              <a:gd name="connsiteY4" fmla="*/ 393564 h 461713"/>
              <a:gd name="connsiteX5" fmla="*/ 588938 w 864599"/>
              <a:gd name="connsiteY5" fmla="*/ 381416 h 461713"/>
              <a:gd name="connsiteX6" fmla="*/ 652617 w 864599"/>
              <a:gd name="connsiteY6" fmla="*/ 449953 h 461713"/>
              <a:gd name="connsiteX7" fmla="*/ 851630 w 864599"/>
              <a:gd name="connsiteY7" fmla="*/ 435840 h 461713"/>
              <a:gd name="connsiteX8" fmla="*/ 838583 w 864599"/>
              <a:gd name="connsiteY8" fmla="*/ 73440 h 461713"/>
              <a:gd name="connsiteX9" fmla="*/ 647771 w 864599"/>
              <a:gd name="connsiteY9" fmla="*/ 88214 h 461713"/>
              <a:gd name="connsiteX10" fmla="*/ 590485 w 864599"/>
              <a:gd name="connsiteY10" fmla="*/ 241218 h 461713"/>
              <a:gd name="connsiteX11" fmla="*/ 559153 w 864599"/>
              <a:gd name="connsiteY11" fmla="*/ 240383 h 461713"/>
              <a:gd name="connsiteX12" fmla="*/ 561407 w 864599"/>
              <a:gd name="connsiteY12" fmla="*/ 36192 h 461713"/>
              <a:gd name="connsiteX13" fmla="*/ 516578 w 864599"/>
              <a:gd name="connsiteY13" fmla="*/ 14983 h 461713"/>
              <a:gd name="connsiteX14" fmla="*/ 504225 w 864599"/>
              <a:gd name="connsiteY14" fmla="*/ 247453 h 461713"/>
              <a:gd name="connsiteX15" fmla="*/ 400027 w 864599"/>
              <a:gd name="connsiteY15" fmla="*/ 271019 h 461713"/>
              <a:gd name="connsiteX16" fmla="*/ 363916 w 864599"/>
              <a:gd name="connsiteY16" fmla="*/ 244753 h 461713"/>
              <a:gd name="connsiteX17" fmla="*/ 351160 w 864599"/>
              <a:gd name="connsiteY17" fmla="*/ 20039 h 461713"/>
              <a:gd name="connsiteX18" fmla="*/ 306972 w 864599"/>
              <a:gd name="connsiteY18" fmla="*/ 22052 h 461713"/>
              <a:gd name="connsiteX19" fmla="*/ 299869 w 864599"/>
              <a:gd name="connsiteY19" fmla="*/ 196785 h 461713"/>
              <a:gd name="connsiteX20" fmla="*/ 227346 w 864599"/>
              <a:gd name="connsiteY20" fmla="*/ 110601 h 461713"/>
              <a:gd name="connsiteX21" fmla="*/ 35407 w 864599"/>
              <a:gd name="connsiteY21" fmla="*/ 75214 h 461713"/>
              <a:gd name="connsiteX0" fmla="*/ 35407 w 864599"/>
              <a:gd name="connsiteY0" fmla="*/ 75214 h 461713"/>
              <a:gd name="connsiteX1" fmla="*/ 16522 w 864599"/>
              <a:gd name="connsiteY1" fmla="*/ 365388 h 461713"/>
              <a:gd name="connsiteX2" fmla="*/ 216038 w 864599"/>
              <a:gd name="connsiteY2" fmla="*/ 449953 h 461713"/>
              <a:gd name="connsiteX3" fmla="*/ 309790 w 864599"/>
              <a:gd name="connsiteY3" fmla="*/ 385583 h 461713"/>
              <a:gd name="connsiteX4" fmla="*/ 416990 w 864599"/>
              <a:gd name="connsiteY4" fmla="*/ 393564 h 461713"/>
              <a:gd name="connsiteX5" fmla="*/ 588938 w 864599"/>
              <a:gd name="connsiteY5" fmla="*/ 381416 h 461713"/>
              <a:gd name="connsiteX6" fmla="*/ 652617 w 864599"/>
              <a:gd name="connsiteY6" fmla="*/ 449953 h 461713"/>
              <a:gd name="connsiteX7" fmla="*/ 851630 w 864599"/>
              <a:gd name="connsiteY7" fmla="*/ 435840 h 461713"/>
              <a:gd name="connsiteX8" fmla="*/ 838583 w 864599"/>
              <a:gd name="connsiteY8" fmla="*/ 73440 h 461713"/>
              <a:gd name="connsiteX9" fmla="*/ 647771 w 864599"/>
              <a:gd name="connsiteY9" fmla="*/ 88214 h 461713"/>
              <a:gd name="connsiteX10" fmla="*/ 594120 w 864599"/>
              <a:gd name="connsiteY10" fmla="*/ 216474 h 461713"/>
              <a:gd name="connsiteX11" fmla="*/ 559153 w 864599"/>
              <a:gd name="connsiteY11" fmla="*/ 240383 h 461713"/>
              <a:gd name="connsiteX12" fmla="*/ 561407 w 864599"/>
              <a:gd name="connsiteY12" fmla="*/ 36192 h 461713"/>
              <a:gd name="connsiteX13" fmla="*/ 516578 w 864599"/>
              <a:gd name="connsiteY13" fmla="*/ 14983 h 461713"/>
              <a:gd name="connsiteX14" fmla="*/ 504225 w 864599"/>
              <a:gd name="connsiteY14" fmla="*/ 247453 h 461713"/>
              <a:gd name="connsiteX15" fmla="*/ 400027 w 864599"/>
              <a:gd name="connsiteY15" fmla="*/ 271019 h 461713"/>
              <a:gd name="connsiteX16" fmla="*/ 363916 w 864599"/>
              <a:gd name="connsiteY16" fmla="*/ 244753 h 461713"/>
              <a:gd name="connsiteX17" fmla="*/ 351160 w 864599"/>
              <a:gd name="connsiteY17" fmla="*/ 20039 h 461713"/>
              <a:gd name="connsiteX18" fmla="*/ 306972 w 864599"/>
              <a:gd name="connsiteY18" fmla="*/ 22052 h 461713"/>
              <a:gd name="connsiteX19" fmla="*/ 299869 w 864599"/>
              <a:gd name="connsiteY19" fmla="*/ 196785 h 461713"/>
              <a:gd name="connsiteX20" fmla="*/ 227346 w 864599"/>
              <a:gd name="connsiteY20" fmla="*/ 110601 h 461713"/>
              <a:gd name="connsiteX21" fmla="*/ 35407 w 864599"/>
              <a:gd name="connsiteY21" fmla="*/ 75214 h 461713"/>
              <a:gd name="connsiteX0" fmla="*/ 35407 w 864599"/>
              <a:gd name="connsiteY0" fmla="*/ 75214 h 461713"/>
              <a:gd name="connsiteX1" fmla="*/ 16522 w 864599"/>
              <a:gd name="connsiteY1" fmla="*/ 365388 h 461713"/>
              <a:gd name="connsiteX2" fmla="*/ 216038 w 864599"/>
              <a:gd name="connsiteY2" fmla="*/ 449953 h 461713"/>
              <a:gd name="connsiteX3" fmla="*/ 309790 w 864599"/>
              <a:gd name="connsiteY3" fmla="*/ 385583 h 461713"/>
              <a:gd name="connsiteX4" fmla="*/ 416990 w 864599"/>
              <a:gd name="connsiteY4" fmla="*/ 393564 h 461713"/>
              <a:gd name="connsiteX5" fmla="*/ 588938 w 864599"/>
              <a:gd name="connsiteY5" fmla="*/ 381416 h 461713"/>
              <a:gd name="connsiteX6" fmla="*/ 652617 w 864599"/>
              <a:gd name="connsiteY6" fmla="*/ 449953 h 461713"/>
              <a:gd name="connsiteX7" fmla="*/ 851630 w 864599"/>
              <a:gd name="connsiteY7" fmla="*/ 435840 h 461713"/>
              <a:gd name="connsiteX8" fmla="*/ 838583 w 864599"/>
              <a:gd name="connsiteY8" fmla="*/ 73440 h 461713"/>
              <a:gd name="connsiteX9" fmla="*/ 647771 w 864599"/>
              <a:gd name="connsiteY9" fmla="*/ 88214 h 461713"/>
              <a:gd name="connsiteX10" fmla="*/ 594120 w 864599"/>
              <a:gd name="connsiteY10" fmla="*/ 216474 h 461713"/>
              <a:gd name="connsiteX11" fmla="*/ 559153 w 864599"/>
              <a:gd name="connsiteY11" fmla="*/ 222708 h 461713"/>
              <a:gd name="connsiteX12" fmla="*/ 561407 w 864599"/>
              <a:gd name="connsiteY12" fmla="*/ 36192 h 461713"/>
              <a:gd name="connsiteX13" fmla="*/ 516578 w 864599"/>
              <a:gd name="connsiteY13" fmla="*/ 14983 h 461713"/>
              <a:gd name="connsiteX14" fmla="*/ 504225 w 864599"/>
              <a:gd name="connsiteY14" fmla="*/ 247453 h 461713"/>
              <a:gd name="connsiteX15" fmla="*/ 400027 w 864599"/>
              <a:gd name="connsiteY15" fmla="*/ 271019 h 461713"/>
              <a:gd name="connsiteX16" fmla="*/ 363916 w 864599"/>
              <a:gd name="connsiteY16" fmla="*/ 244753 h 461713"/>
              <a:gd name="connsiteX17" fmla="*/ 351160 w 864599"/>
              <a:gd name="connsiteY17" fmla="*/ 20039 h 461713"/>
              <a:gd name="connsiteX18" fmla="*/ 306972 w 864599"/>
              <a:gd name="connsiteY18" fmla="*/ 22052 h 461713"/>
              <a:gd name="connsiteX19" fmla="*/ 299869 w 864599"/>
              <a:gd name="connsiteY19" fmla="*/ 196785 h 461713"/>
              <a:gd name="connsiteX20" fmla="*/ 227346 w 864599"/>
              <a:gd name="connsiteY20" fmla="*/ 110601 h 461713"/>
              <a:gd name="connsiteX21" fmla="*/ 35407 w 864599"/>
              <a:gd name="connsiteY21" fmla="*/ 75214 h 461713"/>
              <a:gd name="connsiteX0" fmla="*/ 35407 w 863606"/>
              <a:gd name="connsiteY0" fmla="*/ 75214 h 461713"/>
              <a:gd name="connsiteX1" fmla="*/ 16522 w 863606"/>
              <a:gd name="connsiteY1" fmla="*/ 365388 h 461713"/>
              <a:gd name="connsiteX2" fmla="*/ 216038 w 863606"/>
              <a:gd name="connsiteY2" fmla="*/ 449953 h 461713"/>
              <a:gd name="connsiteX3" fmla="*/ 309790 w 863606"/>
              <a:gd name="connsiteY3" fmla="*/ 385583 h 461713"/>
              <a:gd name="connsiteX4" fmla="*/ 416990 w 863606"/>
              <a:gd name="connsiteY4" fmla="*/ 393564 h 461713"/>
              <a:gd name="connsiteX5" fmla="*/ 588938 w 863606"/>
              <a:gd name="connsiteY5" fmla="*/ 381416 h 461713"/>
              <a:gd name="connsiteX6" fmla="*/ 652617 w 863606"/>
              <a:gd name="connsiteY6" fmla="*/ 449953 h 461713"/>
              <a:gd name="connsiteX7" fmla="*/ 851630 w 863606"/>
              <a:gd name="connsiteY7" fmla="*/ 435840 h 461713"/>
              <a:gd name="connsiteX8" fmla="*/ 838583 w 863606"/>
              <a:gd name="connsiteY8" fmla="*/ 73440 h 461713"/>
              <a:gd name="connsiteX9" fmla="*/ 665945 w 863606"/>
              <a:gd name="connsiteY9" fmla="*/ 67004 h 461713"/>
              <a:gd name="connsiteX10" fmla="*/ 594120 w 863606"/>
              <a:gd name="connsiteY10" fmla="*/ 216474 h 461713"/>
              <a:gd name="connsiteX11" fmla="*/ 559153 w 863606"/>
              <a:gd name="connsiteY11" fmla="*/ 222708 h 461713"/>
              <a:gd name="connsiteX12" fmla="*/ 561407 w 863606"/>
              <a:gd name="connsiteY12" fmla="*/ 36192 h 461713"/>
              <a:gd name="connsiteX13" fmla="*/ 516578 w 863606"/>
              <a:gd name="connsiteY13" fmla="*/ 14983 h 461713"/>
              <a:gd name="connsiteX14" fmla="*/ 504225 w 863606"/>
              <a:gd name="connsiteY14" fmla="*/ 247453 h 461713"/>
              <a:gd name="connsiteX15" fmla="*/ 400027 w 863606"/>
              <a:gd name="connsiteY15" fmla="*/ 271019 h 461713"/>
              <a:gd name="connsiteX16" fmla="*/ 363916 w 863606"/>
              <a:gd name="connsiteY16" fmla="*/ 244753 h 461713"/>
              <a:gd name="connsiteX17" fmla="*/ 351160 w 863606"/>
              <a:gd name="connsiteY17" fmla="*/ 20039 h 461713"/>
              <a:gd name="connsiteX18" fmla="*/ 306972 w 863606"/>
              <a:gd name="connsiteY18" fmla="*/ 22052 h 461713"/>
              <a:gd name="connsiteX19" fmla="*/ 299869 w 863606"/>
              <a:gd name="connsiteY19" fmla="*/ 196785 h 461713"/>
              <a:gd name="connsiteX20" fmla="*/ 227346 w 863606"/>
              <a:gd name="connsiteY20" fmla="*/ 110601 h 461713"/>
              <a:gd name="connsiteX21" fmla="*/ 35407 w 863606"/>
              <a:gd name="connsiteY21" fmla="*/ 75214 h 461713"/>
              <a:gd name="connsiteX0" fmla="*/ 35407 w 859202"/>
              <a:gd name="connsiteY0" fmla="*/ 75214 h 459529"/>
              <a:gd name="connsiteX1" fmla="*/ 16522 w 859202"/>
              <a:gd name="connsiteY1" fmla="*/ 365388 h 459529"/>
              <a:gd name="connsiteX2" fmla="*/ 216038 w 859202"/>
              <a:gd name="connsiteY2" fmla="*/ 449953 h 459529"/>
              <a:gd name="connsiteX3" fmla="*/ 309790 w 859202"/>
              <a:gd name="connsiteY3" fmla="*/ 385583 h 459529"/>
              <a:gd name="connsiteX4" fmla="*/ 416990 w 859202"/>
              <a:gd name="connsiteY4" fmla="*/ 393564 h 459529"/>
              <a:gd name="connsiteX5" fmla="*/ 588938 w 859202"/>
              <a:gd name="connsiteY5" fmla="*/ 381416 h 459529"/>
              <a:gd name="connsiteX6" fmla="*/ 652617 w 859202"/>
              <a:gd name="connsiteY6" fmla="*/ 449953 h 459529"/>
              <a:gd name="connsiteX7" fmla="*/ 844360 w 859202"/>
              <a:gd name="connsiteY7" fmla="*/ 432305 h 459529"/>
              <a:gd name="connsiteX8" fmla="*/ 838583 w 859202"/>
              <a:gd name="connsiteY8" fmla="*/ 73440 h 459529"/>
              <a:gd name="connsiteX9" fmla="*/ 665945 w 859202"/>
              <a:gd name="connsiteY9" fmla="*/ 67004 h 459529"/>
              <a:gd name="connsiteX10" fmla="*/ 594120 w 859202"/>
              <a:gd name="connsiteY10" fmla="*/ 216474 h 459529"/>
              <a:gd name="connsiteX11" fmla="*/ 559153 w 859202"/>
              <a:gd name="connsiteY11" fmla="*/ 222708 h 459529"/>
              <a:gd name="connsiteX12" fmla="*/ 561407 w 859202"/>
              <a:gd name="connsiteY12" fmla="*/ 36192 h 459529"/>
              <a:gd name="connsiteX13" fmla="*/ 516578 w 859202"/>
              <a:gd name="connsiteY13" fmla="*/ 14983 h 459529"/>
              <a:gd name="connsiteX14" fmla="*/ 504225 w 859202"/>
              <a:gd name="connsiteY14" fmla="*/ 247453 h 459529"/>
              <a:gd name="connsiteX15" fmla="*/ 400027 w 859202"/>
              <a:gd name="connsiteY15" fmla="*/ 271019 h 459529"/>
              <a:gd name="connsiteX16" fmla="*/ 363916 w 859202"/>
              <a:gd name="connsiteY16" fmla="*/ 244753 h 459529"/>
              <a:gd name="connsiteX17" fmla="*/ 351160 w 859202"/>
              <a:gd name="connsiteY17" fmla="*/ 20039 h 459529"/>
              <a:gd name="connsiteX18" fmla="*/ 306972 w 859202"/>
              <a:gd name="connsiteY18" fmla="*/ 22052 h 459529"/>
              <a:gd name="connsiteX19" fmla="*/ 299869 w 859202"/>
              <a:gd name="connsiteY19" fmla="*/ 196785 h 459529"/>
              <a:gd name="connsiteX20" fmla="*/ 227346 w 859202"/>
              <a:gd name="connsiteY20" fmla="*/ 110601 h 459529"/>
              <a:gd name="connsiteX21" fmla="*/ 35407 w 859202"/>
              <a:gd name="connsiteY21" fmla="*/ 75214 h 459529"/>
              <a:gd name="connsiteX0" fmla="*/ 35407 w 859202"/>
              <a:gd name="connsiteY0" fmla="*/ 75214 h 459529"/>
              <a:gd name="connsiteX1" fmla="*/ 16522 w 859202"/>
              <a:gd name="connsiteY1" fmla="*/ 365388 h 459529"/>
              <a:gd name="connsiteX2" fmla="*/ 216038 w 859202"/>
              <a:gd name="connsiteY2" fmla="*/ 449953 h 459529"/>
              <a:gd name="connsiteX3" fmla="*/ 292828 w 859202"/>
              <a:gd name="connsiteY3" fmla="*/ 385583 h 459529"/>
              <a:gd name="connsiteX4" fmla="*/ 416990 w 859202"/>
              <a:gd name="connsiteY4" fmla="*/ 393564 h 459529"/>
              <a:gd name="connsiteX5" fmla="*/ 588938 w 859202"/>
              <a:gd name="connsiteY5" fmla="*/ 381416 h 459529"/>
              <a:gd name="connsiteX6" fmla="*/ 652617 w 859202"/>
              <a:gd name="connsiteY6" fmla="*/ 449953 h 459529"/>
              <a:gd name="connsiteX7" fmla="*/ 844360 w 859202"/>
              <a:gd name="connsiteY7" fmla="*/ 432305 h 459529"/>
              <a:gd name="connsiteX8" fmla="*/ 838583 w 859202"/>
              <a:gd name="connsiteY8" fmla="*/ 73440 h 459529"/>
              <a:gd name="connsiteX9" fmla="*/ 665945 w 859202"/>
              <a:gd name="connsiteY9" fmla="*/ 67004 h 459529"/>
              <a:gd name="connsiteX10" fmla="*/ 594120 w 859202"/>
              <a:gd name="connsiteY10" fmla="*/ 216474 h 459529"/>
              <a:gd name="connsiteX11" fmla="*/ 559153 w 859202"/>
              <a:gd name="connsiteY11" fmla="*/ 222708 h 459529"/>
              <a:gd name="connsiteX12" fmla="*/ 561407 w 859202"/>
              <a:gd name="connsiteY12" fmla="*/ 36192 h 459529"/>
              <a:gd name="connsiteX13" fmla="*/ 516578 w 859202"/>
              <a:gd name="connsiteY13" fmla="*/ 14983 h 459529"/>
              <a:gd name="connsiteX14" fmla="*/ 504225 w 859202"/>
              <a:gd name="connsiteY14" fmla="*/ 247453 h 459529"/>
              <a:gd name="connsiteX15" fmla="*/ 400027 w 859202"/>
              <a:gd name="connsiteY15" fmla="*/ 271019 h 459529"/>
              <a:gd name="connsiteX16" fmla="*/ 363916 w 859202"/>
              <a:gd name="connsiteY16" fmla="*/ 244753 h 459529"/>
              <a:gd name="connsiteX17" fmla="*/ 351160 w 859202"/>
              <a:gd name="connsiteY17" fmla="*/ 20039 h 459529"/>
              <a:gd name="connsiteX18" fmla="*/ 306972 w 859202"/>
              <a:gd name="connsiteY18" fmla="*/ 22052 h 459529"/>
              <a:gd name="connsiteX19" fmla="*/ 299869 w 859202"/>
              <a:gd name="connsiteY19" fmla="*/ 196785 h 459529"/>
              <a:gd name="connsiteX20" fmla="*/ 227346 w 859202"/>
              <a:gd name="connsiteY20" fmla="*/ 110601 h 459529"/>
              <a:gd name="connsiteX21" fmla="*/ 35407 w 859202"/>
              <a:gd name="connsiteY21" fmla="*/ 75214 h 459529"/>
              <a:gd name="connsiteX0" fmla="*/ 36292 w 860087"/>
              <a:gd name="connsiteY0" fmla="*/ 75214 h 459529"/>
              <a:gd name="connsiteX1" fmla="*/ 17407 w 860087"/>
              <a:gd name="connsiteY1" fmla="*/ 365388 h 459529"/>
              <a:gd name="connsiteX2" fmla="*/ 229039 w 860087"/>
              <a:gd name="connsiteY2" fmla="*/ 457023 h 459529"/>
              <a:gd name="connsiteX3" fmla="*/ 293713 w 860087"/>
              <a:gd name="connsiteY3" fmla="*/ 385583 h 459529"/>
              <a:gd name="connsiteX4" fmla="*/ 417875 w 860087"/>
              <a:gd name="connsiteY4" fmla="*/ 393564 h 459529"/>
              <a:gd name="connsiteX5" fmla="*/ 589823 w 860087"/>
              <a:gd name="connsiteY5" fmla="*/ 381416 h 459529"/>
              <a:gd name="connsiteX6" fmla="*/ 653502 w 860087"/>
              <a:gd name="connsiteY6" fmla="*/ 449953 h 459529"/>
              <a:gd name="connsiteX7" fmla="*/ 845245 w 860087"/>
              <a:gd name="connsiteY7" fmla="*/ 432305 h 459529"/>
              <a:gd name="connsiteX8" fmla="*/ 839468 w 860087"/>
              <a:gd name="connsiteY8" fmla="*/ 73440 h 459529"/>
              <a:gd name="connsiteX9" fmla="*/ 666830 w 860087"/>
              <a:gd name="connsiteY9" fmla="*/ 67004 h 459529"/>
              <a:gd name="connsiteX10" fmla="*/ 595005 w 860087"/>
              <a:gd name="connsiteY10" fmla="*/ 216474 h 459529"/>
              <a:gd name="connsiteX11" fmla="*/ 560038 w 860087"/>
              <a:gd name="connsiteY11" fmla="*/ 222708 h 459529"/>
              <a:gd name="connsiteX12" fmla="*/ 562292 w 860087"/>
              <a:gd name="connsiteY12" fmla="*/ 36192 h 459529"/>
              <a:gd name="connsiteX13" fmla="*/ 517463 w 860087"/>
              <a:gd name="connsiteY13" fmla="*/ 14983 h 459529"/>
              <a:gd name="connsiteX14" fmla="*/ 505110 w 860087"/>
              <a:gd name="connsiteY14" fmla="*/ 247453 h 459529"/>
              <a:gd name="connsiteX15" fmla="*/ 400912 w 860087"/>
              <a:gd name="connsiteY15" fmla="*/ 271019 h 459529"/>
              <a:gd name="connsiteX16" fmla="*/ 364801 w 860087"/>
              <a:gd name="connsiteY16" fmla="*/ 244753 h 459529"/>
              <a:gd name="connsiteX17" fmla="*/ 352045 w 860087"/>
              <a:gd name="connsiteY17" fmla="*/ 20039 h 459529"/>
              <a:gd name="connsiteX18" fmla="*/ 307857 w 860087"/>
              <a:gd name="connsiteY18" fmla="*/ 22052 h 459529"/>
              <a:gd name="connsiteX19" fmla="*/ 300754 w 860087"/>
              <a:gd name="connsiteY19" fmla="*/ 196785 h 459529"/>
              <a:gd name="connsiteX20" fmla="*/ 228231 w 860087"/>
              <a:gd name="connsiteY20" fmla="*/ 110601 h 459529"/>
              <a:gd name="connsiteX21" fmla="*/ 36292 w 860087"/>
              <a:gd name="connsiteY21" fmla="*/ 75214 h 459529"/>
              <a:gd name="connsiteX0" fmla="*/ 36292 w 860087"/>
              <a:gd name="connsiteY0" fmla="*/ 75214 h 459529"/>
              <a:gd name="connsiteX1" fmla="*/ 17407 w 860087"/>
              <a:gd name="connsiteY1" fmla="*/ 365388 h 459529"/>
              <a:gd name="connsiteX2" fmla="*/ 229039 w 860087"/>
              <a:gd name="connsiteY2" fmla="*/ 457023 h 459529"/>
              <a:gd name="connsiteX3" fmla="*/ 293713 w 860087"/>
              <a:gd name="connsiteY3" fmla="*/ 385583 h 459529"/>
              <a:gd name="connsiteX4" fmla="*/ 417875 w 860087"/>
              <a:gd name="connsiteY4" fmla="*/ 393564 h 459529"/>
              <a:gd name="connsiteX5" fmla="*/ 589823 w 860087"/>
              <a:gd name="connsiteY5" fmla="*/ 381416 h 459529"/>
              <a:gd name="connsiteX6" fmla="*/ 653502 w 860087"/>
              <a:gd name="connsiteY6" fmla="*/ 449953 h 459529"/>
              <a:gd name="connsiteX7" fmla="*/ 845245 w 860087"/>
              <a:gd name="connsiteY7" fmla="*/ 432305 h 459529"/>
              <a:gd name="connsiteX8" fmla="*/ 839468 w 860087"/>
              <a:gd name="connsiteY8" fmla="*/ 73440 h 459529"/>
              <a:gd name="connsiteX9" fmla="*/ 666830 w 860087"/>
              <a:gd name="connsiteY9" fmla="*/ 67004 h 459529"/>
              <a:gd name="connsiteX10" fmla="*/ 595005 w 860087"/>
              <a:gd name="connsiteY10" fmla="*/ 216474 h 459529"/>
              <a:gd name="connsiteX11" fmla="*/ 560038 w 860087"/>
              <a:gd name="connsiteY11" fmla="*/ 222708 h 459529"/>
              <a:gd name="connsiteX12" fmla="*/ 562292 w 860087"/>
              <a:gd name="connsiteY12" fmla="*/ 36192 h 459529"/>
              <a:gd name="connsiteX13" fmla="*/ 517463 w 860087"/>
              <a:gd name="connsiteY13" fmla="*/ 14983 h 459529"/>
              <a:gd name="connsiteX14" fmla="*/ 505110 w 860087"/>
              <a:gd name="connsiteY14" fmla="*/ 247453 h 459529"/>
              <a:gd name="connsiteX15" fmla="*/ 400912 w 860087"/>
              <a:gd name="connsiteY15" fmla="*/ 271019 h 459529"/>
              <a:gd name="connsiteX16" fmla="*/ 364801 w 860087"/>
              <a:gd name="connsiteY16" fmla="*/ 244753 h 459529"/>
              <a:gd name="connsiteX17" fmla="*/ 352045 w 860087"/>
              <a:gd name="connsiteY17" fmla="*/ 20039 h 459529"/>
              <a:gd name="connsiteX18" fmla="*/ 307857 w 860087"/>
              <a:gd name="connsiteY18" fmla="*/ 22052 h 459529"/>
              <a:gd name="connsiteX19" fmla="*/ 295908 w 860087"/>
              <a:gd name="connsiteY19" fmla="*/ 239204 h 459529"/>
              <a:gd name="connsiteX20" fmla="*/ 228231 w 860087"/>
              <a:gd name="connsiteY20" fmla="*/ 110601 h 459529"/>
              <a:gd name="connsiteX21" fmla="*/ 36292 w 860087"/>
              <a:gd name="connsiteY21" fmla="*/ 75214 h 459529"/>
              <a:gd name="connsiteX0" fmla="*/ 36292 w 860087"/>
              <a:gd name="connsiteY0" fmla="*/ 75214 h 459529"/>
              <a:gd name="connsiteX1" fmla="*/ 17407 w 860087"/>
              <a:gd name="connsiteY1" fmla="*/ 365388 h 459529"/>
              <a:gd name="connsiteX2" fmla="*/ 229039 w 860087"/>
              <a:gd name="connsiteY2" fmla="*/ 457023 h 459529"/>
              <a:gd name="connsiteX3" fmla="*/ 293713 w 860087"/>
              <a:gd name="connsiteY3" fmla="*/ 385583 h 459529"/>
              <a:gd name="connsiteX4" fmla="*/ 417875 w 860087"/>
              <a:gd name="connsiteY4" fmla="*/ 393564 h 459529"/>
              <a:gd name="connsiteX5" fmla="*/ 589823 w 860087"/>
              <a:gd name="connsiteY5" fmla="*/ 381416 h 459529"/>
              <a:gd name="connsiteX6" fmla="*/ 653502 w 860087"/>
              <a:gd name="connsiteY6" fmla="*/ 449953 h 459529"/>
              <a:gd name="connsiteX7" fmla="*/ 845245 w 860087"/>
              <a:gd name="connsiteY7" fmla="*/ 432305 h 459529"/>
              <a:gd name="connsiteX8" fmla="*/ 839468 w 860087"/>
              <a:gd name="connsiteY8" fmla="*/ 73440 h 459529"/>
              <a:gd name="connsiteX9" fmla="*/ 666830 w 860087"/>
              <a:gd name="connsiteY9" fmla="*/ 67004 h 459529"/>
              <a:gd name="connsiteX10" fmla="*/ 595005 w 860087"/>
              <a:gd name="connsiteY10" fmla="*/ 216474 h 459529"/>
              <a:gd name="connsiteX11" fmla="*/ 560038 w 860087"/>
              <a:gd name="connsiteY11" fmla="*/ 222708 h 459529"/>
              <a:gd name="connsiteX12" fmla="*/ 562292 w 860087"/>
              <a:gd name="connsiteY12" fmla="*/ 36192 h 459529"/>
              <a:gd name="connsiteX13" fmla="*/ 517463 w 860087"/>
              <a:gd name="connsiteY13" fmla="*/ 14983 h 459529"/>
              <a:gd name="connsiteX14" fmla="*/ 505110 w 860087"/>
              <a:gd name="connsiteY14" fmla="*/ 247453 h 459529"/>
              <a:gd name="connsiteX15" fmla="*/ 400912 w 860087"/>
              <a:gd name="connsiteY15" fmla="*/ 271019 h 459529"/>
              <a:gd name="connsiteX16" fmla="*/ 364801 w 860087"/>
              <a:gd name="connsiteY16" fmla="*/ 244753 h 459529"/>
              <a:gd name="connsiteX17" fmla="*/ 352045 w 860087"/>
              <a:gd name="connsiteY17" fmla="*/ 20039 h 459529"/>
              <a:gd name="connsiteX18" fmla="*/ 307857 w 860087"/>
              <a:gd name="connsiteY18" fmla="*/ 22052 h 459529"/>
              <a:gd name="connsiteX19" fmla="*/ 295908 w 860087"/>
              <a:gd name="connsiteY19" fmla="*/ 239204 h 459529"/>
              <a:gd name="connsiteX20" fmla="*/ 228231 w 860087"/>
              <a:gd name="connsiteY20" fmla="*/ 110601 h 459529"/>
              <a:gd name="connsiteX21" fmla="*/ 36292 w 860087"/>
              <a:gd name="connsiteY21" fmla="*/ 75214 h 459529"/>
              <a:gd name="connsiteX0" fmla="*/ 36292 w 860087"/>
              <a:gd name="connsiteY0" fmla="*/ 75214 h 459529"/>
              <a:gd name="connsiteX1" fmla="*/ 17407 w 860087"/>
              <a:gd name="connsiteY1" fmla="*/ 365388 h 459529"/>
              <a:gd name="connsiteX2" fmla="*/ 229039 w 860087"/>
              <a:gd name="connsiteY2" fmla="*/ 457023 h 459529"/>
              <a:gd name="connsiteX3" fmla="*/ 293713 w 860087"/>
              <a:gd name="connsiteY3" fmla="*/ 385583 h 459529"/>
              <a:gd name="connsiteX4" fmla="*/ 417875 w 860087"/>
              <a:gd name="connsiteY4" fmla="*/ 393564 h 459529"/>
              <a:gd name="connsiteX5" fmla="*/ 589823 w 860087"/>
              <a:gd name="connsiteY5" fmla="*/ 381416 h 459529"/>
              <a:gd name="connsiteX6" fmla="*/ 653502 w 860087"/>
              <a:gd name="connsiteY6" fmla="*/ 449953 h 459529"/>
              <a:gd name="connsiteX7" fmla="*/ 845245 w 860087"/>
              <a:gd name="connsiteY7" fmla="*/ 432305 h 459529"/>
              <a:gd name="connsiteX8" fmla="*/ 839468 w 860087"/>
              <a:gd name="connsiteY8" fmla="*/ 73440 h 459529"/>
              <a:gd name="connsiteX9" fmla="*/ 666830 w 860087"/>
              <a:gd name="connsiteY9" fmla="*/ 67004 h 459529"/>
              <a:gd name="connsiteX10" fmla="*/ 595005 w 860087"/>
              <a:gd name="connsiteY10" fmla="*/ 216474 h 459529"/>
              <a:gd name="connsiteX11" fmla="*/ 560038 w 860087"/>
              <a:gd name="connsiteY11" fmla="*/ 222708 h 459529"/>
              <a:gd name="connsiteX12" fmla="*/ 562292 w 860087"/>
              <a:gd name="connsiteY12" fmla="*/ 36192 h 459529"/>
              <a:gd name="connsiteX13" fmla="*/ 517463 w 860087"/>
              <a:gd name="connsiteY13" fmla="*/ 14983 h 459529"/>
              <a:gd name="connsiteX14" fmla="*/ 505110 w 860087"/>
              <a:gd name="connsiteY14" fmla="*/ 247453 h 459529"/>
              <a:gd name="connsiteX15" fmla="*/ 399700 w 860087"/>
              <a:gd name="connsiteY15" fmla="*/ 260414 h 459529"/>
              <a:gd name="connsiteX16" fmla="*/ 364801 w 860087"/>
              <a:gd name="connsiteY16" fmla="*/ 244753 h 459529"/>
              <a:gd name="connsiteX17" fmla="*/ 352045 w 860087"/>
              <a:gd name="connsiteY17" fmla="*/ 20039 h 459529"/>
              <a:gd name="connsiteX18" fmla="*/ 307857 w 860087"/>
              <a:gd name="connsiteY18" fmla="*/ 22052 h 459529"/>
              <a:gd name="connsiteX19" fmla="*/ 295908 w 860087"/>
              <a:gd name="connsiteY19" fmla="*/ 239204 h 459529"/>
              <a:gd name="connsiteX20" fmla="*/ 228231 w 860087"/>
              <a:gd name="connsiteY20" fmla="*/ 110601 h 459529"/>
              <a:gd name="connsiteX21" fmla="*/ 36292 w 860087"/>
              <a:gd name="connsiteY21" fmla="*/ 75214 h 459529"/>
              <a:gd name="connsiteX0" fmla="*/ 36292 w 860087"/>
              <a:gd name="connsiteY0" fmla="*/ 75214 h 459529"/>
              <a:gd name="connsiteX1" fmla="*/ 17407 w 860087"/>
              <a:gd name="connsiteY1" fmla="*/ 365388 h 459529"/>
              <a:gd name="connsiteX2" fmla="*/ 229039 w 860087"/>
              <a:gd name="connsiteY2" fmla="*/ 457023 h 459529"/>
              <a:gd name="connsiteX3" fmla="*/ 293713 w 860087"/>
              <a:gd name="connsiteY3" fmla="*/ 385583 h 459529"/>
              <a:gd name="connsiteX4" fmla="*/ 417875 w 860087"/>
              <a:gd name="connsiteY4" fmla="*/ 393564 h 459529"/>
              <a:gd name="connsiteX5" fmla="*/ 589823 w 860087"/>
              <a:gd name="connsiteY5" fmla="*/ 381416 h 459529"/>
              <a:gd name="connsiteX6" fmla="*/ 653502 w 860087"/>
              <a:gd name="connsiteY6" fmla="*/ 449953 h 459529"/>
              <a:gd name="connsiteX7" fmla="*/ 845245 w 860087"/>
              <a:gd name="connsiteY7" fmla="*/ 432305 h 459529"/>
              <a:gd name="connsiteX8" fmla="*/ 839468 w 860087"/>
              <a:gd name="connsiteY8" fmla="*/ 73440 h 459529"/>
              <a:gd name="connsiteX9" fmla="*/ 666830 w 860087"/>
              <a:gd name="connsiteY9" fmla="*/ 67004 h 459529"/>
              <a:gd name="connsiteX10" fmla="*/ 595005 w 860087"/>
              <a:gd name="connsiteY10" fmla="*/ 216474 h 459529"/>
              <a:gd name="connsiteX11" fmla="*/ 560038 w 860087"/>
              <a:gd name="connsiteY11" fmla="*/ 222708 h 459529"/>
              <a:gd name="connsiteX12" fmla="*/ 562292 w 860087"/>
              <a:gd name="connsiteY12" fmla="*/ 36192 h 459529"/>
              <a:gd name="connsiteX13" fmla="*/ 517463 w 860087"/>
              <a:gd name="connsiteY13" fmla="*/ 14983 h 459529"/>
              <a:gd name="connsiteX14" fmla="*/ 505110 w 860087"/>
              <a:gd name="connsiteY14" fmla="*/ 247453 h 459529"/>
              <a:gd name="connsiteX15" fmla="*/ 399700 w 860087"/>
              <a:gd name="connsiteY15" fmla="*/ 260414 h 459529"/>
              <a:gd name="connsiteX16" fmla="*/ 367224 w 860087"/>
              <a:gd name="connsiteY16" fmla="*/ 234148 h 459529"/>
              <a:gd name="connsiteX17" fmla="*/ 352045 w 860087"/>
              <a:gd name="connsiteY17" fmla="*/ 20039 h 459529"/>
              <a:gd name="connsiteX18" fmla="*/ 307857 w 860087"/>
              <a:gd name="connsiteY18" fmla="*/ 22052 h 459529"/>
              <a:gd name="connsiteX19" fmla="*/ 295908 w 860087"/>
              <a:gd name="connsiteY19" fmla="*/ 239204 h 459529"/>
              <a:gd name="connsiteX20" fmla="*/ 228231 w 860087"/>
              <a:gd name="connsiteY20" fmla="*/ 110601 h 459529"/>
              <a:gd name="connsiteX21" fmla="*/ 36292 w 860087"/>
              <a:gd name="connsiteY21" fmla="*/ 75214 h 459529"/>
              <a:gd name="connsiteX0" fmla="*/ 36292 w 860087"/>
              <a:gd name="connsiteY0" fmla="*/ 75214 h 459529"/>
              <a:gd name="connsiteX1" fmla="*/ 17407 w 860087"/>
              <a:gd name="connsiteY1" fmla="*/ 365388 h 459529"/>
              <a:gd name="connsiteX2" fmla="*/ 229039 w 860087"/>
              <a:gd name="connsiteY2" fmla="*/ 457023 h 459529"/>
              <a:gd name="connsiteX3" fmla="*/ 293713 w 860087"/>
              <a:gd name="connsiteY3" fmla="*/ 385583 h 459529"/>
              <a:gd name="connsiteX4" fmla="*/ 417875 w 860087"/>
              <a:gd name="connsiteY4" fmla="*/ 393564 h 459529"/>
              <a:gd name="connsiteX5" fmla="*/ 589823 w 860087"/>
              <a:gd name="connsiteY5" fmla="*/ 381416 h 459529"/>
              <a:gd name="connsiteX6" fmla="*/ 653502 w 860087"/>
              <a:gd name="connsiteY6" fmla="*/ 449953 h 459529"/>
              <a:gd name="connsiteX7" fmla="*/ 845245 w 860087"/>
              <a:gd name="connsiteY7" fmla="*/ 432305 h 459529"/>
              <a:gd name="connsiteX8" fmla="*/ 839468 w 860087"/>
              <a:gd name="connsiteY8" fmla="*/ 73440 h 459529"/>
              <a:gd name="connsiteX9" fmla="*/ 666830 w 860087"/>
              <a:gd name="connsiteY9" fmla="*/ 67004 h 459529"/>
              <a:gd name="connsiteX10" fmla="*/ 595005 w 860087"/>
              <a:gd name="connsiteY10" fmla="*/ 216474 h 459529"/>
              <a:gd name="connsiteX11" fmla="*/ 560038 w 860087"/>
              <a:gd name="connsiteY11" fmla="*/ 222708 h 459529"/>
              <a:gd name="connsiteX12" fmla="*/ 562292 w 860087"/>
              <a:gd name="connsiteY12" fmla="*/ 36192 h 459529"/>
              <a:gd name="connsiteX13" fmla="*/ 517463 w 860087"/>
              <a:gd name="connsiteY13" fmla="*/ 14983 h 459529"/>
              <a:gd name="connsiteX14" fmla="*/ 507533 w 860087"/>
              <a:gd name="connsiteY14" fmla="*/ 233313 h 459529"/>
              <a:gd name="connsiteX15" fmla="*/ 399700 w 860087"/>
              <a:gd name="connsiteY15" fmla="*/ 260414 h 459529"/>
              <a:gd name="connsiteX16" fmla="*/ 367224 w 860087"/>
              <a:gd name="connsiteY16" fmla="*/ 234148 h 459529"/>
              <a:gd name="connsiteX17" fmla="*/ 352045 w 860087"/>
              <a:gd name="connsiteY17" fmla="*/ 20039 h 459529"/>
              <a:gd name="connsiteX18" fmla="*/ 307857 w 860087"/>
              <a:gd name="connsiteY18" fmla="*/ 22052 h 459529"/>
              <a:gd name="connsiteX19" fmla="*/ 295908 w 860087"/>
              <a:gd name="connsiteY19" fmla="*/ 239204 h 459529"/>
              <a:gd name="connsiteX20" fmla="*/ 228231 w 860087"/>
              <a:gd name="connsiteY20" fmla="*/ 110601 h 459529"/>
              <a:gd name="connsiteX21" fmla="*/ 36292 w 860087"/>
              <a:gd name="connsiteY21" fmla="*/ 75214 h 459529"/>
              <a:gd name="connsiteX0" fmla="*/ 36292 w 860087"/>
              <a:gd name="connsiteY0" fmla="*/ 75214 h 459529"/>
              <a:gd name="connsiteX1" fmla="*/ 17407 w 860087"/>
              <a:gd name="connsiteY1" fmla="*/ 365388 h 459529"/>
              <a:gd name="connsiteX2" fmla="*/ 229039 w 860087"/>
              <a:gd name="connsiteY2" fmla="*/ 457023 h 459529"/>
              <a:gd name="connsiteX3" fmla="*/ 293713 w 860087"/>
              <a:gd name="connsiteY3" fmla="*/ 385583 h 459529"/>
              <a:gd name="connsiteX4" fmla="*/ 417875 w 860087"/>
              <a:gd name="connsiteY4" fmla="*/ 393564 h 459529"/>
              <a:gd name="connsiteX5" fmla="*/ 589823 w 860087"/>
              <a:gd name="connsiteY5" fmla="*/ 381416 h 459529"/>
              <a:gd name="connsiteX6" fmla="*/ 653502 w 860087"/>
              <a:gd name="connsiteY6" fmla="*/ 449953 h 459529"/>
              <a:gd name="connsiteX7" fmla="*/ 845245 w 860087"/>
              <a:gd name="connsiteY7" fmla="*/ 432305 h 459529"/>
              <a:gd name="connsiteX8" fmla="*/ 839468 w 860087"/>
              <a:gd name="connsiteY8" fmla="*/ 73440 h 459529"/>
              <a:gd name="connsiteX9" fmla="*/ 666830 w 860087"/>
              <a:gd name="connsiteY9" fmla="*/ 67004 h 459529"/>
              <a:gd name="connsiteX10" fmla="*/ 595005 w 860087"/>
              <a:gd name="connsiteY10" fmla="*/ 216474 h 459529"/>
              <a:gd name="connsiteX11" fmla="*/ 560038 w 860087"/>
              <a:gd name="connsiteY11" fmla="*/ 222708 h 459529"/>
              <a:gd name="connsiteX12" fmla="*/ 562292 w 860087"/>
              <a:gd name="connsiteY12" fmla="*/ 36192 h 459529"/>
              <a:gd name="connsiteX13" fmla="*/ 507770 w 860087"/>
              <a:gd name="connsiteY13" fmla="*/ 14983 h 459529"/>
              <a:gd name="connsiteX14" fmla="*/ 507533 w 860087"/>
              <a:gd name="connsiteY14" fmla="*/ 233313 h 459529"/>
              <a:gd name="connsiteX15" fmla="*/ 399700 w 860087"/>
              <a:gd name="connsiteY15" fmla="*/ 260414 h 459529"/>
              <a:gd name="connsiteX16" fmla="*/ 367224 w 860087"/>
              <a:gd name="connsiteY16" fmla="*/ 234148 h 459529"/>
              <a:gd name="connsiteX17" fmla="*/ 352045 w 860087"/>
              <a:gd name="connsiteY17" fmla="*/ 20039 h 459529"/>
              <a:gd name="connsiteX18" fmla="*/ 307857 w 860087"/>
              <a:gd name="connsiteY18" fmla="*/ 22052 h 459529"/>
              <a:gd name="connsiteX19" fmla="*/ 295908 w 860087"/>
              <a:gd name="connsiteY19" fmla="*/ 239204 h 459529"/>
              <a:gd name="connsiteX20" fmla="*/ 228231 w 860087"/>
              <a:gd name="connsiteY20" fmla="*/ 110601 h 459529"/>
              <a:gd name="connsiteX21" fmla="*/ 36292 w 860087"/>
              <a:gd name="connsiteY21" fmla="*/ 75214 h 459529"/>
              <a:gd name="connsiteX0" fmla="*/ 36292 w 860087"/>
              <a:gd name="connsiteY0" fmla="*/ 75214 h 459529"/>
              <a:gd name="connsiteX1" fmla="*/ 17407 w 860087"/>
              <a:gd name="connsiteY1" fmla="*/ 365388 h 459529"/>
              <a:gd name="connsiteX2" fmla="*/ 229039 w 860087"/>
              <a:gd name="connsiteY2" fmla="*/ 457023 h 459529"/>
              <a:gd name="connsiteX3" fmla="*/ 293713 w 860087"/>
              <a:gd name="connsiteY3" fmla="*/ 385583 h 459529"/>
              <a:gd name="connsiteX4" fmla="*/ 417875 w 860087"/>
              <a:gd name="connsiteY4" fmla="*/ 393564 h 459529"/>
              <a:gd name="connsiteX5" fmla="*/ 589823 w 860087"/>
              <a:gd name="connsiteY5" fmla="*/ 381416 h 459529"/>
              <a:gd name="connsiteX6" fmla="*/ 653502 w 860087"/>
              <a:gd name="connsiteY6" fmla="*/ 449953 h 459529"/>
              <a:gd name="connsiteX7" fmla="*/ 845245 w 860087"/>
              <a:gd name="connsiteY7" fmla="*/ 432305 h 459529"/>
              <a:gd name="connsiteX8" fmla="*/ 839468 w 860087"/>
              <a:gd name="connsiteY8" fmla="*/ 73440 h 459529"/>
              <a:gd name="connsiteX9" fmla="*/ 666830 w 860087"/>
              <a:gd name="connsiteY9" fmla="*/ 67004 h 459529"/>
              <a:gd name="connsiteX10" fmla="*/ 595005 w 860087"/>
              <a:gd name="connsiteY10" fmla="*/ 216474 h 459529"/>
              <a:gd name="connsiteX11" fmla="*/ 560038 w 860087"/>
              <a:gd name="connsiteY11" fmla="*/ 222708 h 459529"/>
              <a:gd name="connsiteX12" fmla="*/ 562292 w 860087"/>
              <a:gd name="connsiteY12" fmla="*/ 36192 h 459529"/>
              <a:gd name="connsiteX13" fmla="*/ 507770 w 860087"/>
              <a:gd name="connsiteY13" fmla="*/ 14983 h 459529"/>
              <a:gd name="connsiteX14" fmla="*/ 500263 w 860087"/>
              <a:gd name="connsiteY14" fmla="*/ 233313 h 459529"/>
              <a:gd name="connsiteX15" fmla="*/ 399700 w 860087"/>
              <a:gd name="connsiteY15" fmla="*/ 260414 h 459529"/>
              <a:gd name="connsiteX16" fmla="*/ 367224 w 860087"/>
              <a:gd name="connsiteY16" fmla="*/ 234148 h 459529"/>
              <a:gd name="connsiteX17" fmla="*/ 352045 w 860087"/>
              <a:gd name="connsiteY17" fmla="*/ 20039 h 459529"/>
              <a:gd name="connsiteX18" fmla="*/ 307857 w 860087"/>
              <a:gd name="connsiteY18" fmla="*/ 22052 h 459529"/>
              <a:gd name="connsiteX19" fmla="*/ 295908 w 860087"/>
              <a:gd name="connsiteY19" fmla="*/ 239204 h 459529"/>
              <a:gd name="connsiteX20" fmla="*/ 228231 w 860087"/>
              <a:gd name="connsiteY20" fmla="*/ 110601 h 459529"/>
              <a:gd name="connsiteX21" fmla="*/ 36292 w 860087"/>
              <a:gd name="connsiteY21" fmla="*/ 75214 h 459529"/>
              <a:gd name="connsiteX0" fmla="*/ 36292 w 860087"/>
              <a:gd name="connsiteY0" fmla="*/ 75214 h 459529"/>
              <a:gd name="connsiteX1" fmla="*/ 17407 w 860087"/>
              <a:gd name="connsiteY1" fmla="*/ 365388 h 459529"/>
              <a:gd name="connsiteX2" fmla="*/ 229039 w 860087"/>
              <a:gd name="connsiteY2" fmla="*/ 457023 h 459529"/>
              <a:gd name="connsiteX3" fmla="*/ 293713 w 860087"/>
              <a:gd name="connsiteY3" fmla="*/ 385583 h 459529"/>
              <a:gd name="connsiteX4" fmla="*/ 417875 w 860087"/>
              <a:gd name="connsiteY4" fmla="*/ 393564 h 459529"/>
              <a:gd name="connsiteX5" fmla="*/ 589823 w 860087"/>
              <a:gd name="connsiteY5" fmla="*/ 381416 h 459529"/>
              <a:gd name="connsiteX6" fmla="*/ 653502 w 860087"/>
              <a:gd name="connsiteY6" fmla="*/ 449953 h 459529"/>
              <a:gd name="connsiteX7" fmla="*/ 845245 w 860087"/>
              <a:gd name="connsiteY7" fmla="*/ 432305 h 459529"/>
              <a:gd name="connsiteX8" fmla="*/ 839468 w 860087"/>
              <a:gd name="connsiteY8" fmla="*/ 73440 h 459529"/>
              <a:gd name="connsiteX9" fmla="*/ 666830 w 860087"/>
              <a:gd name="connsiteY9" fmla="*/ 67004 h 459529"/>
              <a:gd name="connsiteX10" fmla="*/ 595005 w 860087"/>
              <a:gd name="connsiteY10" fmla="*/ 216474 h 459529"/>
              <a:gd name="connsiteX11" fmla="*/ 569731 w 860087"/>
              <a:gd name="connsiteY11" fmla="*/ 226243 h 459529"/>
              <a:gd name="connsiteX12" fmla="*/ 562292 w 860087"/>
              <a:gd name="connsiteY12" fmla="*/ 36192 h 459529"/>
              <a:gd name="connsiteX13" fmla="*/ 507770 w 860087"/>
              <a:gd name="connsiteY13" fmla="*/ 14983 h 459529"/>
              <a:gd name="connsiteX14" fmla="*/ 500263 w 860087"/>
              <a:gd name="connsiteY14" fmla="*/ 233313 h 459529"/>
              <a:gd name="connsiteX15" fmla="*/ 399700 w 860087"/>
              <a:gd name="connsiteY15" fmla="*/ 260414 h 459529"/>
              <a:gd name="connsiteX16" fmla="*/ 367224 w 860087"/>
              <a:gd name="connsiteY16" fmla="*/ 234148 h 459529"/>
              <a:gd name="connsiteX17" fmla="*/ 352045 w 860087"/>
              <a:gd name="connsiteY17" fmla="*/ 20039 h 459529"/>
              <a:gd name="connsiteX18" fmla="*/ 307857 w 860087"/>
              <a:gd name="connsiteY18" fmla="*/ 22052 h 459529"/>
              <a:gd name="connsiteX19" fmla="*/ 295908 w 860087"/>
              <a:gd name="connsiteY19" fmla="*/ 239204 h 459529"/>
              <a:gd name="connsiteX20" fmla="*/ 228231 w 860087"/>
              <a:gd name="connsiteY20" fmla="*/ 110601 h 459529"/>
              <a:gd name="connsiteX21" fmla="*/ 36292 w 860087"/>
              <a:gd name="connsiteY21" fmla="*/ 75214 h 459529"/>
              <a:gd name="connsiteX0" fmla="*/ 36292 w 860087"/>
              <a:gd name="connsiteY0" fmla="*/ 75214 h 459529"/>
              <a:gd name="connsiteX1" fmla="*/ 17407 w 860087"/>
              <a:gd name="connsiteY1" fmla="*/ 365388 h 459529"/>
              <a:gd name="connsiteX2" fmla="*/ 229039 w 860087"/>
              <a:gd name="connsiteY2" fmla="*/ 457023 h 459529"/>
              <a:gd name="connsiteX3" fmla="*/ 293713 w 860087"/>
              <a:gd name="connsiteY3" fmla="*/ 385583 h 459529"/>
              <a:gd name="connsiteX4" fmla="*/ 417875 w 860087"/>
              <a:gd name="connsiteY4" fmla="*/ 393564 h 459529"/>
              <a:gd name="connsiteX5" fmla="*/ 589823 w 860087"/>
              <a:gd name="connsiteY5" fmla="*/ 381416 h 459529"/>
              <a:gd name="connsiteX6" fmla="*/ 653502 w 860087"/>
              <a:gd name="connsiteY6" fmla="*/ 449953 h 459529"/>
              <a:gd name="connsiteX7" fmla="*/ 845245 w 860087"/>
              <a:gd name="connsiteY7" fmla="*/ 432305 h 459529"/>
              <a:gd name="connsiteX8" fmla="*/ 839468 w 860087"/>
              <a:gd name="connsiteY8" fmla="*/ 73440 h 459529"/>
              <a:gd name="connsiteX9" fmla="*/ 666830 w 860087"/>
              <a:gd name="connsiteY9" fmla="*/ 67004 h 459529"/>
              <a:gd name="connsiteX10" fmla="*/ 595005 w 860087"/>
              <a:gd name="connsiteY10" fmla="*/ 216474 h 459529"/>
              <a:gd name="connsiteX11" fmla="*/ 569731 w 860087"/>
              <a:gd name="connsiteY11" fmla="*/ 226243 h 459529"/>
              <a:gd name="connsiteX12" fmla="*/ 564715 w 860087"/>
              <a:gd name="connsiteY12" fmla="*/ 22052 h 459529"/>
              <a:gd name="connsiteX13" fmla="*/ 507770 w 860087"/>
              <a:gd name="connsiteY13" fmla="*/ 14983 h 459529"/>
              <a:gd name="connsiteX14" fmla="*/ 500263 w 860087"/>
              <a:gd name="connsiteY14" fmla="*/ 233313 h 459529"/>
              <a:gd name="connsiteX15" fmla="*/ 399700 w 860087"/>
              <a:gd name="connsiteY15" fmla="*/ 260414 h 459529"/>
              <a:gd name="connsiteX16" fmla="*/ 367224 w 860087"/>
              <a:gd name="connsiteY16" fmla="*/ 234148 h 459529"/>
              <a:gd name="connsiteX17" fmla="*/ 352045 w 860087"/>
              <a:gd name="connsiteY17" fmla="*/ 20039 h 459529"/>
              <a:gd name="connsiteX18" fmla="*/ 307857 w 860087"/>
              <a:gd name="connsiteY18" fmla="*/ 22052 h 459529"/>
              <a:gd name="connsiteX19" fmla="*/ 295908 w 860087"/>
              <a:gd name="connsiteY19" fmla="*/ 239204 h 459529"/>
              <a:gd name="connsiteX20" fmla="*/ 228231 w 860087"/>
              <a:gd name="connsiteY20" fmla="*/ 110601 h 459529"/>
              <a:gd name="connsiteX21" fmla="*/ 36292 w 860087"/>
              <a:gd name="connsiteY21" fmla="*/ 75214 h 459529"/>
              <a:gd name="connsiteX0" fmla="*/ 36292 w 860087"/>
              <a:gd name="connsiteY0" fmla="*/ 75214 h 459529"/>
              <a:gd name="connsiteX1" fmla="*/ 17407 w 860087"/>
              <a:gd name="connsiteY1" fmla="*/ 365388 h 459529"/>
              <a:gd name="connsiteX2" fmla="*/ 229039 w 860087"/>
              <a:gd name="connsiteY2" fmla="*/ 457023 h 459529"/>
              <a:gd name="connsiteX3" fmla="*/ 293713 w 860087"/>
              <a:gd name="connsiteY3" fmla="*/ 385583 h 459529"/>
              <a:gd name="connsiteX4" fmla="*/ 417875 w 860087"/>
              <a:gd name="connsiteY4" fmla="*/ 393564 h 459529"/>
              <a:gd name="connsiteX5" fmla="*/ 589823 w 860087"/>
              <a:gd name="connsiteY5" fmla="*/ 381416 h 459529"/>
              <a:gd name="connsiteX6" fmla="*/ 653502 w 860087"/>
              <a:gd name="connsiteY6" fmla="*/ 449953 h 459529"/>
              <a:gd name="connsiteX7" fmla="*/ 845245 w 860087"/>
              <a:gd name="connsiteY7" fmla="*/ 432305 h 459529"/>
              <a:gd name="connsiteX8" fmla="*/ 839468 w 860087"/>
              <a:gd name="connsiteY8" fmla="*/ 73440 h 459529"/>
              <a:gd name="connsiteX9" fmla="*/ 666830 w 860087"/>
              <a:gd name="connsiteY9" fmla="*/ 67004 h 459529"/>
              <a:gd name="connsiteX10" fmla="*/ 595005 w 860087"/>
              <a:gd name="connsiteY10" fmla="*/ 216474 h 459529"/>
              <a:gd name="connsiteX11" fmla="*/ 569731 w 860087"/>
              <a:gd name="connsiteY11" fmla="*/ 226243 h 459529"/>
              <a:gd name="connsiteX12" fmla="*/ 564715 w 860087"/>
              <a:gd name="connsiteY12" fmla="*/ 22052 h 459529"/>
              <a:gd name="connsiteX13" fmla="*/ 507770 w 860087"/>
              <a:gd name="connsiteY13" fmla="*/ 14983 h 459529"/>
              <a:gd name="connsiteX14" fmla="*/ 500263 w 860087"/>
              <a:gd name="connsiteY14" fmla="*/ 236848 h 459529"/>
              <a:gd name="connsiteX15" fmla="*/ 399700 w 860087"/>
              <a:gd name="connsiteY15" fmla="*/ 260414 h 459529"/>
              <a:gd name="connsiteX16" fmla="*/ 367224 w 860087"/>
              <a:gd name="connsiteY16" fmla="*/ 234148 h 459529"/>
              <a:gd name="connsiteX17" fmla="*/ 352045 w 860087"/>
              <a:gd name="connsiteY17" fmla="*/ 20039 h 459529"/>
              <a:gd name="connsiteX18" fmla="*/ 307857 w 860087"/>
              <a:gd name="connsiteY18" fmla="*/ 22052 h 459529"/>
              <a:gd name="connsiteX19" fmla="*/ 295908 w 860087"/>
              <a:gd name="connsiteY19" fmla="*/ 239204 h 459529"/>
              <a:gd name="connsiteX20" fmla="*/ 228231 w 860087"/>
              <a:gd name="connsiteY20" fmla="*/ 110601 h 459529"/>
              <a:gd name="connsiteX21" fmla="*/ 36292 w 860087"/>
              <a:gd name="connsiteY21" fmla="*/ 75214 h 459529"/>
              <a:gd name="connsiteX0" fmla="*/ 36292 w 860087"/>
              <a:gd name="connsiteY0" fmla="*/ 75214 h 459529"/>
              <a:gd name="connsiteX1" fmla="*/ 17407 w 860087"/>
              <a:gd name="connsiteY1" fmla="*/ 365388 h 459529"/>
              <a:gd name="connsiteX2" fmla="*/ 229039 w 860087"/>
              <a:gd name="connsiteY2" fmla="*/ 457023 h 459529"/>
              <a:gd name="connsiteX3" fmla="*/ 293713 w 860087"/>
              <a:gd name="connsiteY3" fmla="*/ 385583 h 459529"/>
              <a:gd name="connsiteX4" fmla="*/ 417875 w 860087"/>
              <a:gd name="connsiteY4" fmla="*/ 393564 h 459529"/>
              <a:gd name="connsiteX5" fmla="*/ 589823 w 860087"/>
              <a:gd name="connsiteY5" fmla="*/ 381416 h 459529"/>
              <a:gd name="connsiteX6" fmla="*/ 653502 w 860087"/>
              <a:gd name="connsiteY6" fmla="*/ 449953 h 459529"/>
              <a:gd name="connsiteX7" fmla="*/ 845245 w 860087"/>
              <a:gd name="connsiteY7" fmla="*/ 432305 h 459529"/>
              <a:gd name="connsiteX8" fmla="*/ 839468 w 860087"/>
              <a:gd name="connsiteY8" fmla="*/ 73440 h 459529"/>
              <a:gd name="connsiteX9" fmla="*/ 666830 w 860087"/>
              <a:gd name="connsiteY9" fmla="*/ 67004 h 459529"/>
              <a:gd name="connsiteX10" fmla="*/ 595005 w 860087"/>
              <a:gd name="connsiteY10" fmla="*/ 216474 h 459529"/>
              <a:gd name="connsiteX11" fmla="*/ 569731 w 860087"/>
              <a:gd name="connsiteY11" fmla="*/ 226243 h 459529"/>
              <a:gd name="connsiteX12" fmla="*/ 564715 w 860087"/>
              <a:gd name="connsiteY12" fmla="*/ 22052 h 459529"/>
              <a:gd name="connsiteX13" fmla="*/ 507770 w 860087"/>
              <a:gd name="connsiteY13" fmla="*/ 14983 h 459529"/>
              <a:gd name="connsiteX14" fmla="*/ 500263 w 860087"/>
              <a:gd name="connsiteY14" fmla="*/ 236848 h 459529"/>
              <a:gd name="connsiteX15" fmla="*/ 399700 w 860087"/>
              <a:gd name="connsiteY15" fmla="*/ 260414 h 459529"/>
              <a:gd name="connsiteX16" fmla="*/ 367224 w 860087"/>
              <a:gd name="connsiteY16" fmla="*/ 234148 h 459529"/>
              <a:gd name="connsiteX17" fmla="*/ 352045 w 860087"/>
              <a:gd name="connsiteY17" fmla="*/ 20039 h 459529"/>
              <a:gd name="connsiteX18" fmla="*/ 307857 w 860087"/>
              <a:gd name="connsiteY18" fmla="*/ 22052 h 459529"/>
              <a:gd name="connsiteX19" fmla="*/ 295908 w 860087"/>
              <a:gd name="connsiteY19" fmla="*/ 239204 h 459529"/>
              <a:gd name="connsiteX20" fmla="*/ 228231 w 860087"/>
              <a:gd name="connsiteY20" fmla="*/ 110601 h 459529"/>
              <a:gd name="connsiteX21" fmla="*/ 36292 w 860087"/>
              <a:gd name="connsiteY21" fmla="*/ 75214 h 459529"/>
              <a:gd name="connsiteX0" fmla="*/ 25145 w 848940"/>
              <a:gd name="connsiteY0" fmla="*/ 75214 h 459529"/>
              <a:gd name="connsiteX1" fmla="*/ 23222 w 848940"/>
              <a:gd name="connsiteY1" fmla="*/ 390133 h 459529"/>
              <a:gd name="connsiteX2" fmla="*/ 217892 w 848940"/>
              <a:gd name="connsiteY2" fmla="*/ 457023 h 459529"/>
              <a:gd name="connsiteX3" fmla="*/ 282566 w 848940"/>
              <a:gd name="connsiteY3" fmla="*/ 385583 h 459529"/>
              <a:gd name="connsiteX4" fmla="*/ 406728 w 848940"/>
              <a:gd name="connsiteY4" fmla="*/ 393564 h 459529"/>
              <a:gd name="connsiteX5" fmla="*/ 578676 w 848940"/>
              <a:gd name="connsiteY5" fmla="*/ 381416 h 459529"/>
              <a:gd name="connsiteX6" fmla="*/ 642355 w 848940"/>
              <a:gd name="connsiteY6" fmla="*/ 449953 h 459529"/>
              <a:gd name="connsiteX7" fmla="*/ 834098 w 848940"/>
              <a:gd name="connsiteY7" fmla="*/ 432305 h 459529"/>
              <a:gd name="connsiteX8" fmla="*/ 828321 w 848940"/>
              <a:gd name="connsiteY8" fmla="*/ 73440 h 459529"/>
              <a:gd name="connsiteX9" fmla="*/ 655683 w 848940"/>
              <a:gd name="connsiteY9" fmla="*/ 67004 h 459529"/>
              <a:gd name="connsiteX10" fmla="*/ 583858 w 848940"/>
              <a:gd name="connsiteY10" fmla="*/ 216474 h 459529"/>
              <a:gd name="connsiteX11" fmla="*/ 558584 w 848940"/>
              <a:gd name="connsiteY11" fmla="*/ 226243 h 459529"/>
              <a:gd name="connsiteX12" fmla="*/ 553568 w 848940"/>
              <a:gd name="connsiteY12" fmla="*/ 22052 h 459529"/>
              <a:gd name="connsiteX13" fmla="*/ 496623 w 848940"/>
              <a:gd name="connsiteY13" fmla="*/ 14983 h 459529"/>
              <a:gd name="connsiteX14" fmla="*/ 489116 w 848940"/>
              <a:gd name="connsiteY14" fmla="*/ 236848 h 459529"/>
              <a:gd name="connsiteX15" fmla="*/ 388553 w 848940"/>
              <a:gd name="connsiteY15" fmla="*/ 260414 h 459529"/>
              <a:gd name="connsiteX16" fmla="*/ 356077 w 848940"/>
              <a:gd name="connsiteY16" fmla="*/ 234148 h 459529"/>
              <a:gd name="connsiteX17" fmla="*/ 340898 w 848940"/>
              <a:gd name="connsiteY17" fmla="*/ 20039 h 459529"/>
              <a:gd name="connsiteX18" fmla="*/ 296710 w 848940"/>
              <a:gd name="connsiteY18" fmla="*/ 22052 h 459529"/>
              <a:gd name="connsiteX19" fmla="*/ 284761 w 848940"/>
              <a:gd name="connsiteY19" fmla="*/ 239204 h 459529"/>
              <a:gd name="connsiteX20" fmla="*/ 217084 w 848940"/>
              <a:gd name="connsiteY20" fmla="*/ 110601 h 459529"/>
              <a:gd name="connsiteX21" fmla="*/ 25145 w 848940"/>
              <a:gd name="connsiteY21" fmla="*/ 75214 h 459529"/>
              <a:gd name="connsiteX0" fmla="*/ 26281 w 847653"/>
              <a:gd name="connsiteY0" fmla="*/ 71680 h 459529"/>
              <a:gd name="connsiteX1" fmla="*/ 21935 w 847653"/>
              <a:gd name="connsiteY1" fmla="*/ 390133 h 459529"/>
              <a:gd name="connsiteX2" fmla="*/ 216605 w 847653"/>
              <a:gd name="connsiteY2" fmla="*/ 457023 h 459529"/>
              <a:gd name="connsiteX3" fmla="*/ 281279 w 847653"/>
              <a:gd name="connsiteY3" fmla="*/ 385583 h 459529"/>
              <a:gd name="connsiteX4" fmla="*/ 405441 w 847653"/>
              <a:gd name="connsiteY4" fmla="*/ 393564 h 459529"/>
              <a:gd name="connsiteX5" fmla="*/ 577389 w 847653"/>
              <a:gd name="connsiteY5" fmla="*/ 381416 h 459529"/>
              <a:gd name="connsiteX6" fmla="*/ 641068 w 847653"/>
              <a:gd name="connsiteY6" fmla="*/ 449953 h 459529"/>
              <a:gd name="connsiteX7" fmla="*/ 832811 w 847653"/>
              <a:gd name="connsiteY7" fmla="*/ 432305 h 459529"/>
              <a:gd name="connsiteX8" fmla="*/ 827034 w 847653"/>
              <a:gd name="connsiteY8" fmla="*/ 73440 h 459529"/>
              <a:gd name="connsiteX9" fmla="*/ 654396 w 847653"/>
              <a:gd name="connsiteY9" fmla="*/ 67004 h 459529"/>
              <a:gd name="connsiteX10" fmla="*/ 582571 w 847653"/>
              <a:gd name="connsiteY10" fmla="*/ 216474 h 459529"/>
              <a:gd name="connsiteX11" fmla="*/ 557297 w 847653"/>
              <a:gd name="connsiteY11" fmla="*/ 226243 h 459529"/>
              <a:gd name="connsiteX12" fmla="*/ 552281 w 847653"/>
              <a:gd name="connsiteY12" fmla="*/ 22052 h 459529"/>
              <a:gd name="connsiteX13" fmla="*/ 495336 w 847653"/>
              <a:gd name="connsiteY13" fmla="*/ 14983 h 459529"/>
              <a:gd name="connsiteX14" fmla="*/ 487829 w 847653"/>
              <a:gd name="connsiteY14" fmla="*/ 236848 h 459529"/>
              <a:gd name="connsiteX15" fmla="*/ 387266 w 847653"/>
              <a:gd name="connsiteY15" fmla="*/ 260414 h 459529"/>
              <a:gd name="connsiteX16" fmla="*/ 354790 w 847653"/>
              <a:gd name="connsiteY16" fmla="*/ 234148 h 459529"/>
              <a:gd name="connsiteX17" fmla="*/ 339611 w 847653"/>
              <a:gd name="connsiteY17" fmla="*/ 20039 h 459529"/>
              <a:gd name="connsiteX18" fmla="*/ 295423 w 847653"/>
              <a:gd name="connsiteY18" fmla="*/ 22052 h 459529"/>
              <a:gd name="connsiteX19" fmla="*/ 283474 w 847653"/>
              <a:gd name="connsiteY19" fmla="*/ 239204 h 459529"/>
              <a:gd name="connsiteX20" fmla="*/ 215797 w 847653"/>
              <a:gd name="connsiteY20" fmla="*/ 110601 h 459529"/>
              <a:gd name="connsiteX21" fmla="*/ 26281 w 847653"/>
              <a:gd name="connsiteY21" fmla="*/ 71680 h 459529"/>
              <a:gd name="connsiteX0" fmla="*/ 74967 w 896339"/>
              <a:gd name="connsiteY0" fmla="*/ 82384 h 470233"/>
              <a:gd name="connsiteX1" fmla="*/ 14 w 896339"/>
              <a:gd name="connsiteY1" fmla="*/ 15082 h 470233"/>
              <a:gd name="connsiteX2" fmla="*/ 70621 w 896339"/>
              <a:gd name="connsiteY2" fmla="*/ 400837 h 470233"/>
              <a:gd name="connsiteX3" fmla="*/ 265291 w 896339"/>
              <a:gd name="connsiteY3" fmla="*/ 467727 h 470233"/>
              <a:gd name="connsiteX4" fmla="*/ 329965 w 896339"/>
              <a:gd name="connsiteY4" fmla="*/ 396287 h 470233"/>
              <a:gd name="connsiteX5" fmla="*/ 454127 w 896339"/>
              <a:gd name="connsiteY5" fmla="*/ 404268 h 470233"/>
              <a:gd name="connsiteX6" fmla="*/ 626075 w 896339"/>
              <a:gd name="connsiteY6" fmla="*/ 392120 h 470233"/>
              <a:gd name="connsiteX7" fmla="*/ 689754 w 896339"/>
              <a:gd name="connsiteY7" fmla="*/ 460657 h 470233"/>
              <a:gd name="connsiteX8" fmla="*/ 881497 w 896339"/>
              <a:gd name="connsiteY8" fmla="*/ 443009 h 470233"/>
              <a:gd name="connsiteX9" fmla="*/ 875720 w 896339"/>
              <a:gd name="connsiteY9" fmla="*/ 84144 h 470233"/>
              <a:gd name="connsiteX10" fmla="*/ 703082 w 896339"/>
              <a:gd name="connsiteY10" fmla="*/ 77708 h 470233"/>
              <a:gd name="connsiteX11" fmla="*/ 631257 w 896339"/>
              <a:gd name="connsiteY11" fmla="*/ 227178 h 470233"/>
              <a:gd name="connsiteX12" fmla="*/ 605983 w 896339"/>
              <a:gd name="connsiteY12" fmla="*/ 236947 h 470233"/>
              <a:gd name="connsiteX13" fmla="*/ 600967 w 896339"/>
              <a:gd name="connsiteY13" fmla="*/ 32756 h 470233"/>
              <a:gd name="connsiteX14" fmla="*/ 544022 w 896339"/>
              <a:gd name="connsiteY14" fmla="*/ 25687 h 470233"/>
              <a:gd name="connsiteX15" fmla="*/ 536515 w 896339"/>
              <a:gd name="connsiteY15" fmla="*/ 247552 h 470233"/>
              <a:gd name="connsiteX16" fmla="*/ 435952 w 896339"/>
              <a:gd name="connsiteY16" fmla="*/ 271118 h 470233"/>
              <a:gd name="connsiteX17" fmla="*/ 403476 w 896339"/>
              <a:gd name="connsiteY17" fmla="*/ 244852 h 470233"/>
              <a:gd name="connsiteX18" fmla="*/ 388297 w 896339"/>
              <a:gd name="connsiteY18" fmla="*/ 30743 h 470233"/>
              <a:gd name="connsiteX19" fmla="*/ 344109 w 896339"/>
              <a:gd name="connsiteY19" fmla="*/ 32756 h 470233"/>
              <a:gd name="connsiteX20" fmla="*/ 332160 w 896339"/>
              <a:gd name="connsiteY20" fmla="*/ 249908 h 470233"/>
              <a:gd name="connsiteX21" fmla="*/ 264483 w 896339"/>
              <a:gd name="connsiteY21" fmla="*/ 121305 h 470233"/>
              <a:gd name="connsiteX22" fmla="*/ 74967 w 896339"/>
              <a:gd name="connsiteY22" fmla="*/ 82384 h 470233"/>
              <a:gd name="connsiteX0" fmla="*/ 169263 w 990635"/>
              <a:gd name="connsiteY0" fmla="*/ 371713 h 770204"/>
              <a:gd name="connsiteX1" fmla="*/ 94310 w 990635"/>
              <a:gd name="connsiteY1" fmla="*/ 304411 h 770204"/>
              <a:gd name="connsiteX2" fmla="*/ 1017 w 990635"/>
              <a:gd name="connsiteY2" fmla="*/ 7476 h 770204"/>
              <a:gd name="connsiteX3" fmla="*/ 164917 w 990635"/>
              <a:gd name="connsiteY3" fmla="*/ 690166 h 770204"/>
              <a:gd name="connsiteX4" fmla="*/ 359587 w 990635"/>
              <a:gd name="connsiteY4" fmla="*/ 757056 h 770204"/>
              <a:gd name="connsiteX5" fmla="*/ 424261 w 990635"/>
              <a:gd name="connsiteY5" fmla="*/ 685616 h 770204"/>
              <a:gd name="connsiteX6" fmla="*/ 548423 w 990635"/>
              <a:gd name="connsiteY6" fmla="*/ 693597 h 770204"/>
              <a:gd name="connsiteX7" fmla="*/ 720371 w 990635"/>
              <a:gd name="connsiteY7" fmla="*/ 681449 h 770204"/>
              <a:gd name="connsiteX8" fmla="*/ 784050 w 990635"/>
              <a:gd name="connsiteY8" fmla="*/ 749986 h 770204"/>
              <a:gd name="connsiteX9" fmla="*/ 975793 w 990635"/>
              <a:gd name="connsiteY9" fmla="*/ 732338 h 770204"/>
              <a:gd name="connsiteX10" fmla="*/ 970016 w 990635"/>
              <a:gd name="connsiteY10" fmla="*/ 373473 h 770204"/>
              <a:gd name="connsiteX11" fmla="*/ 797378 w 990635"/>
              <a:gd name="connsiteY11" fmla="*/ 367037 h 770204"/>
              <a:gd name="connsiteX12" fmla="*/ 725553 w 990635"/>
              <a:gd name="connsiteY12" fmla="*/ 516507 h 770204"/>
              <a:gd name="connsiteX13" fmla="*/ 700279 w 990635"/>
              <a:gd name="connsiteY13" fmla="*/ 526276 h 770204"/>
              <a:gd name="connsiteX14" fmla="*/ 695263 w 990635"/>
              <a:gd name="connsiteY14" fmla="*/ 322085 h 770204"/>
              <a:gd name="connsiteX15" fmla="*/ 638318 w 990635"/>
              <a:gd name="connsiteY15" fmla="*/ 315016 h 770204"/>
              <a:gd name="connsiteX16" fmla="*/ 630811 w 990635"/>
              <a:gd name="connsiteY16" fmla="*/ 536881 h 770204"/>
              <a:gd name="connsiteX17" fmla="*/ 530248 w 990635"/>
              <a:gd name="connsiteY17" fmla="*/ 560447 h 770204"/>
              <a:gd name="connsiteX18" fmla="*/ 497772 w 990635"/>
              <a:gd name="connsiteY18" fmla="*/ 534181 h 770204"/>
              <a:gd name="connsiteX19" fmla="*/ 482593 w 990635"/>
              <a:gd name="connsiteY19" fmla="*/ 320072 h 770204"/>
              <a:gd name="connsiteX20" fmla="*/ 438405 w 990635"/>
              <a:gd name="connsiteY20" fmla="*/ 322085 h 770204"/>
              <a:gd name="connsiteX21" fmla="*/ 426456 w 990635"/>
              <a:gd name="connsiteY21" fmla="*/ 539237 h 770204"/>
              <a:gd name="connsiteX22" fmla="*/ 358779 w 990635"/>
              <a:gd name="connsiteY22" fmla="*/ 410634 h 770204"/>
              <a:gd name="connsiteX23" fmla="*/ 169263 w 990635"/>
              <a:gd name="connsiteY23" fmla="*/ 371713 h 770204"/>
              <a:gd name="connsiteX0" fmla="*/ 314311 w 1135683"/>
              <a:gd name="connsiteY0" fmla="*/ 828626 h 1257011"/>
              <a:gd name="connsiteX1" fmla="*/ 239358 w 1135683"/>
              <a:gd name="connsiteY1" fmla="*/ 761324 h 1257011"/>
              <a:gd name="connsiteX2" fmla="*/ 146065 w 1135683"/>
              <a:gd name="connsiteY2" fmla="*/ 464389 h 1257011"/>
              <a:gd name="connsiteX3" fmla="*/ 3096 w 1135683"/>
              <a:gd name="connsiteY3" fmla="*/ 15452 h 1257011"/>
              <a:gd name="connsiteX4" fmla="*/ 309965 w 1135683"/>
              <a:gd name="connsiteY4" fmla="*/ 1147079 h 1257011"/>
              <a:gd name="connsiteX5" fmla="*/ 504635 w 1135683"/>
              <a:gd name="connsiteY5" fmla="*/ 1213969 h 1257011"/>
              <a:gd name="connsiteX6" fmla="*/ 569309 w 1135683"/>
              <a:gd name="connsiteY6" fmla="*/ 1142529 h 1257011"/>
              <a:gd name="connsiteX7" fmla="*/ 693471 w 1135683"/>
              <a:gd name="connsiteY7" fmla="*/ 1150510 h 1257011"/>
              <a:gd name="connsiteX8" fmla="*/ 865419 w 1135683"/>
              <a:gd name="connsiteY8" fmla="*/ 1138362 h 1257011"/>
              <a:gd name="connsiteX9" fmla="*/ 929098 w 1135683"/>
              <a:gd name="connsiteY9" fmla="*/ 1206899 h 1257011"/>
              <a:gd name="connsiteX10" fmla="*/ 1120841 w 1135683"/>
              <a:gd name="connsiteY10" fmla="*/ 1189251 h 1257011"/>
              <a:gd name="connsiteX11" fmla="*/ 1115064 w 1135683"/>
              <a:gd name="connsiteY11" fmla="*/ 830386 h 1257011"/>
              <a:gd name="connsiteX12" fmla="*/ 942426 w 1135683"/>
              <a:gd name="connsiteY12" fmla="*/ 823950 h 1257011"/>
              <a:gd name="connsiteX13" fmla="*/ 870601 w 1135683"/>
              <a:gd name="connsiteY13" fmla="*/ 973420 h 1257011"/>
              <a:gd name="connsiteX14" fmla="*/ 845327 w 1135683"/>
              <a:gd name="connsiteY14" fmla="*/ 983189 h 1257011"/>
              <a:gd name="connsiteX15" fmla="*/ 840311 w 1135683"/>
              <a:gd name="connsiteY15" fmla="*/ 778998 h 1257011"/>
              <a:gd name="connsiteX16" fmla="*/ 783366 w 1135683"/>
              <a:gd name="connsiteY16" fmla="*/ 771929 h 1257011"/>
              <a:gd name="connsiteX17" fmla="*/ 775859 w 1135683"/>
              <a:gd name="connsiteY17" fmla="*/ 993794 h 1257011"/>
              <a:gd name="connsiteX18" fmla="*/ 675296 w 1135683"/>
              <a:gd name="connsiteY18" fmla="*/ 1017360 h 1257011"/>
              <a:gd name="connsiteX19" fmla="*/ 642820 w 1135683"/>
              <a:gd name="connsiteY19" fmla="*/ 991094 h 1257011"/>
              <a:gd name="connsiteX20" fmla="*/ 627641 w 1135683"/>
              <a:gd name="connsiteY20" fmla="*/ 776985 h 1257011"/>
              <a:gd name="connsiteX21" fmla="*/ 583453 w 1135683"/>
              <a:gd name="connsiteY21" fmla="*/ 778998 h 1257011"/>
              <a:gd name="connsiteX22" fmla="*/ 571504 w 1135683"/>
              <a:gd name="connsiteY22" fmla="*/ 996150 h 1257011"/>
              <a:gd name="connsiteX23" fmla="*/ 503827 w 1135683"/>
              <a:gd name="connsiteY23" fmla="*/ 867547 h 1257011"/>
              <a:gd name="connsiteX24" fmla="*/ 314311 w 1135683"/>
              <a:gd name="connsiteY24" fmla="*/ 828626 h 1257011"/>
              <a:gd name="connsiteX0" fmla="*/ 308361 w 1129733"/>
              <a:gd name="connsiteY0" fmla="*/ 1127595 h 1577552"/>
              <a:gd name="connsiteX1" fmla="*/ 233408 w 1129733"/>
              <a:gd name="connsiteY1" fmla="*/ 1060293 h 1577552"/>
              <a:gd name="connsiteX2" fmla="*/ 140115 w 1129733"/>
              <a:gd name="connsiteY2" fmla="*/ 763358 h 1577552"/>
              <a:gd name="connsiteX3" fmla="*/ 3204 w 1129733"/>
              <a:gd name="connsiteY3" fmla="*/ 10417 h 1577552"/>
              <a:gd name="connsiteX4" fmla="*/ 304015 w 1129733"/>
              <a:gd name="connsiteY4" fmla="*/ 1446048 h 1577552"/>
              <a:gd name="connsiteX5" fmla="*/ 498685 w 1129733"/>
              <a:gd name="connsiteY5" fmla="*/ 1512938 h 1577552"/>
              <a:gd name="connsiteX6" fmla="*/ 563359 w 1129733"/>
              <a:gd name="connsiteY6" fmla="*/ 1441498 h 1577552"/>
              <a:gd name="connsiteX7" fmla="*/ 687521 w 1129733"/>
              <a:gd name="connsiteY7" fmla="*/ 1449479 h 1577552"/>
              <a:gd name="connsiteX8" fmla="*/ 859469 w 1129733"/>
              <a:gd name="connsiteY8" fmla="*/ 1437331 h 1577552"/>
              <a:gd name="connsiteX9" fmla="*/ 923148 w 1129733"/>
              <a:gd name="connsiteY9" fmla="*/ 1505868 h 1577552"/>
              <a:gd name="connsiteX10" fmla="*/ 1114891 w 1129733"/>
              <a:gd name="connsiteY10" fmla="*/ 1488220 h 1577552"/>
              <a:gd name="connsiteX11" fmla="*/ 1109114 w 1129733"/>
              <a:gd name="connsiteY11" fmla="*/ 1129355 h 1577552"/>
              <a:gd name="connsiteX12" fmla="*/ 936476 w 1129733"/>
              <a:gd name="connsiteY12" fmla="*/ 1122919 h 1577552"/>
              <a:gd name="connsiteX13" fmla="*/ 864651 w 1129733"/>
              <a:gd name="connsiteY13" fmla="*/ 1272389 h 1577552"/>
              <a:gd name="connsiteX14" fmla="*/ 839377 w 1129733"/>
              <a:gd name="connsiteY14" fmla="*/ 1282158 h 1577552"/>
              <a:gd name="connsiteX15" fmla="*/ 834361 w 1129733"/>
              <a:gd name="connsiteY15" fmla="*/ 1077967 h 1577552"/>
              <a:gd name="connsiteX16" fmla="*/ 777416 w 1129733"/>
              <a:gd name="connsiteY16" fmla="*/ 1070898 h 1577552"/>
              <a:gd name="connsiteX17" fmla="*/ 769909 w 1129733"/>
              <a:gd name="connsiteY17" fmla="*/ 1292763 h 1577552"/>
              <a:gd name="connsiteX18" fmla="*/ 669346 w 1129733"/>
              <a:gd name="connsiteY18" fmla="*/ 1316329 h 1577552"/>
              <a:gd name="connsiteX19" fmla="*/ 636870 w 1129733"/>
              <a:gd name="connsiteY19" fmla="*/ 1290063 h 1577552"/>
              <a:gd name="connsiteX20" fmla="*/ 621691 w 1129733"/>
              <a:gd name="connsiteY20" fmla="*/ 1075954 h 1577552"/>
              <a:gd name="connsiteX21" fmla="*/ 577503 w 1129733"/>
              <a:gd name="connsiteY21" fmla="*/ 1077967 h 1577552"/>
              <a:gd name="connsiteX22" fmla="*/ 565554 w 1129733"/>
              <a:gd name="connsiteY22" fmla="*/ 1295119 h 1577552"/>
              <a:gd name="connsiteX23" fmla="*/ 497877 w 1129733"/>
              <a:gd name="connsiteY23" fmla="*/ 1166516 h 1577552"/>
              <a:gd name="connsiteX24" fmla="*/ 308361 w 1129733"/>
              <a:gd name="connsiteY24" fmla="*/ 1127595 h 1577552"/>
              <a:gd name="connsiteX0" fmla="*/ 308024 w 1129396"/>
              <a:gd name="connsiteY0" fmla="*/ 1128267 h 1578226"/>
              <a:gd name="connsiteX1" fmla="*/ 233071 w 1129396"/>
              <a:gd name="connsiteY1" fmla="*/ 1060965 h 1578226"/>
              <a:gd name="connsiteX2" fmla="*/ 160375 w 1129396"/>
              <a:gd name="connsiteY2" fmla="*/ 707471 h 1578226"/>
              <a:gd name="connsiteX3" fmla="*/ 2867 w 1129396"/>
              <a:gd name="connsiteY3" fmla="*/ 11089 h 1578226"/>
              <a:gd name="connsiteX4" fmla="*/ 303678 w 1129396"/>
              <a:gd name="connsiteY4" fmla="*/ 1446720 h 1578226"/>
              <a:gd name="connsiteX5" fmla="*/ 498348 w 1129396"/>
              <a:gd name="connsiteY5" fmla="*/ 1513610 h 1578226"/>
              <a:gd name="connsiteX6" fmla="*/ 563022 w 1129396"/>
              <a:gd name="connsiteY6" fmla="*/ 1442170 h 1578226"/>
              <a:gd name="connsiteX7" fmla="*/ 687184 w 1129396"/>
              <a:gd name="connsiteY7" fmla="*/ 1450151 h 1578226"/>
              <a:gd name="connsiteX8" fmla="*/ 859132 w 1129396"/>
              <a:gd name="connsiteY8" fmla="*/ 1438003 h 1578226"/>
              <a:gd name="connsiteX9" fmla="*/ 922811 w 1129396"/>
              <a:gd name="connsiteY9" fmla="*/ 1506540 h 1578226"/>
              <a:gd name="connsiteX10" fmla="*/ 1114554 w 1129396"/>
              <a:gd name="connsiteY10" fmla="*/ 1488892 h 1578226"/>
              <a:gd name="connsiteX11" fmla="*/ 1108777 w 1129396"/>
              <a:gd name="connsiteY11" fmla="*/ 1130027 h 1578226"/>
              <a:gd name="connsiteX12" fmla="*/ 936139 w 1129396"/>
              <a:gd name="connsiteY12" fmla="*/ 1123591 h 1578226"/>
              <a:gd name="connsiteX13" fmla="*/ 864314 w 1129396"/>
              <a:gd name="connsiteY13" fmla="*/ 1273061 h 1578226"/>
              <a:gd name="connsiteX14" fmla="*/ 839040 w 1129396"/>
              <a:gd name="connsiteY14" fmla="*/ 1282830 h 1578226"/>
              <a:gd name="connsiteX15" fmla="*/ 834024 w 1129396"/>
              <a:gd name="connsiteY15" fmla="*/ 1078639 h 1578226"/>
              <a:gd name="connsiteX16" fmla="*/ 777079 w 1129396"/>
              <a:gd name="connsiteY16" fmla="*/ 1071570 h 1578226"/>
              <a:gd name="connsiteX17" fmla="*/ 769572 w 1129396"/>
              <a:gd name="connsiteY17" fmla="*/ 1293435 h 1578226"/>
              <a:gd name="connsiteX18" fmla="*/ 669009 w 1129396"/>
              <a:gd name="connsiteY18" fmla="*/ 1317001 h 1578226"/>
              <a:gd name="connsiteX19" fmla="*/ 636533 w 1129396"/>
              <a:gd name="connsiteY19" fmla="*/ 1290735 h 1578226"/>
              <a:gd name="connsiteX20" fmla="*/ 621354 w 1129396"/>
              <a:gd name="connsiteY20" fmla="*/ 1076626 h 1578226"/>
              <a:gd name="connsiteX21" fmla="*/ 577166 w 1129396"/>
              <a:gd name="connsiteY21" fmla="*/ 1078639 h 1578226"/>
              <a:gd name="connsiteX22" fmla="*/ 565217 w 1129396"/>
              <a:gd name="connsiteY22" fmla="*/ 1295791 h 1578226"/>
              <a:gd name="connsiteX23" fmla="*/ 497540 w 1129396"/>
              <a:gd name="connsiteY23" fmla="*/ 1167188 h 1578226"/>
              <a:gd name="connsiteX24" fmla="*/ 308024 w 1129396"/>
              <a:gd name="connsiteY24" fmla="*/ 1128267 h 1578226"/>
              <a:gd name="connsiteX0" fmla="*/ 308024 w 1129396"/>
              <a:gd name="connsiteY0" fmla="*/ 1128268 h 1578226"/>
              <a:gd name="connsiteX1" fmla="*/ 268207 w 1129396"/>
              <a:gd name="connsiteY1" fmla="*/ 1209434 h 1578226"/>
              <a:gd name="connsiteX2" fmla="*/ 160375 w 1129396"/>
              <a:gd name="connsiteY2" fmla="*/ 707472 h 1578226"/>
              <a:gd name="connsiteX3" fmla="*/ 2867 w 1129396"/>
              <a:gd name="connsiteY3" fmla="*/ 11090 h 1578226"/>
              <a:gd name="connsiteX4" fmla="*/ 303678 w 1129396"/>
              <a:gd name="connsiteY4" fmla="*/ 1446721 h 1578226"/>
              <a:gd name="connsiteX5" fmla="*/ 498348 w 1129396"/>
              <a:gd name="connsiteY5" fmla="*/ 1513611 h 1578226"/>
              <a:gd name="connsiteX6" fmla="*/ 563022 w 1129396"/>
              <a:gd name="connsiteY6" fmla="*/ 1442171 h 1578226"/>
              <a:gd name="connsiteX7" fmla="*/ 687184 w 1129396"/>
              <a:gd name="connsiteY7" fmla="*/ 1450152 h 1578226"/>
              <a:gd name="connsiteX8" fmla="*/ 859132 w 1129396"/>
              <a:gd name="connsiteY8" fmla="*/ 1438004 h 1578226"/>
              <a:gd name="connsiteX9" fmla="*/ 922811 w 1129396"/>
              <a:gd name="connsiteY9" fmla="*/ 1506541 h 1578226"/>
              <a:gd name="connsiteX10" fmla="*/ 1114554 w 1129396"/>
              <a:gd name="connsiteY10" fmla="*/ 1488893 h 1578226"/>
              <a:gd name="connsiteX11" fmla="*/ 1108777 w 1129396"/>
              <a:gd name="connsiteY11" fmla="*/ 1130028 h 1578226"/>
              <a:gd name="connsiteX12" fmla="*/ 936139 w 1129396"/>
              <a:gd name="connsiteY12" fmla="*/ 1123592 h 1578226"/>
              <a:gd name="connsiteX13" fmla="*/ 864314 w 1129396"/>
              <a:gd name="connsiteY13" fmla="*/ 1273062 h 1578226"/>
              <a:gd name="connsiteX14" fmla="*/ 839040 w 1129396"/>
              <a:gd name="connsiteY14" fmla="*/ 1282831 h 1578226"/>
              <a:gd name="connsiteX15" fmla="*/ 834024 w 1129396"/>
              <a:gd name="connsiteY15" fmla="*/ 1078640 h 1578226"/>
              <a:gd name="connsiteX16" fmla="*/ 777079 w 1129396"/>
              <a:gd name="connsiteY16" fmla="*/ 1071571 h 1578226"/>
              <a:gd name="connsiteX17" fmla="*/ 769572 w 1129396"/>
              <a:gd name="connsiteY17" fmla="*/ 1293436 h 1578226"/>
              <a:gd name="connsiteX18" fmla="*/ 669009 w 1129396"/>
              <a:gd name="connsiteY18" fmla="*/ 1317002 h 1578226"/>
              <a:gd name="connsiteX19" fmla="*/ 636533 w 1129396"/>
              <a:gd name="connsiteY19" fmla="*/ 1290736 h 1578226"/>
              <a:gd name="connsiteX20" fmla="*/ 621354 w 1129396"/>
              <a:gd name="connsiteY20" fmla="*/ 1076627 h 1578226"/>
              <a:gd name="connsiteX21" fmla="*/ 577166 w 1129396"/>
              <a:gd name="connsiteY21" fmla="*/ 1078640 h 1578226"/>
              <a:gd name="connsiteX22" fmla="*/ 565217 w 1129396"/>
              <a:gd name="connsiteY22" fmla="*/ 1295792 h 1578226"/>
              <a:gd name="connsiteX23" fmla="*/ 497540 w 1129396"/>
              <a:gd name="connsiteY23" fmla="*/ 1167189 h 1578226"/>
              <a:gd name="connsiteX24" fmla="*/ 308024 w 1129396"/>
              <a:gd name="connsiteY24" fmla="*/ 1128268 h 1578226"/>
              <a:gd name="connsiteX0" fmla="*/ 323775 w 1129396"/>
              <a:gd name="connsiteY0" fmla="*/ 1110593 h 1578226"/>
              <a:gd name="connsiteX1" fmla="*/ 268207 w 1129396"/>
              <a:gd name="connsiteY1" fmla="*/ 1209434 h 1578226"/>
              <a:gd name="connsiteX2" fmla="*/ 160375 w 1129396"/>
              <a:gd name="connsiteY2" fmla="*/ 707472 h 1578226"/>
              <a:gd name="connsiteX3" fmla="*/ 2867 w 1129396"/>
              <a:gd name="connsiteY3" fmla="*/ 11090 h 1578226"/>
              <a:gd name="connsiteX4" fmla="*/ 303678 w 1129396"/>
              <a:gd name="connsiteY4" fmla="*/ 1446721 h 1578226"/>
              <a:gd name="connsiteX5" fmla="*/ 498348 w 1129396"/>
              <a:gd name="connsiteY5" fmla="*/ 1513611 h 1578226"/>
              <a:gd name="connsiteX6" fmla="*/ 563022 w 1129396"/>
              <a:gd name="connsiteY6" fmla="*/ 1442171 h 1578226"/>
              <a:gd name="connsiteX7" fmla="*/ 687184 w 1129396"/>
              <a:gd name="connsiteY7" fmla="*/ 1450152 h 1578226"/>
              <a:gd name="connsiteX8" fmla="*/ 859132 w 1129396"/>
              <a:gd name="connsiteY8" fmla="*/ 1438004 h 1578226"/>
              <a:gd name="connsiteX9" fmla="*/ 922811 w 1129396"/>
              <a:gd name="connsiteY9" fmla="*/ 1506541 h 1578226"/>
              <a:gd name="connsiteX10" fmla="*/ 1114554 w 1129396"/>
              <a:gd name="connsiteY10" fmla="*/ 1488893 h 1578226"/>
              <a:gd name="connsiteX11" fmla="*/ 1108777 w 1129396"/>
              <a:gd name="connsiteY11" fmla="*/ 1130028 h 1578226"/>
              <a:gd name="connsiteX12" fmla="*/ 936139 w 1129396"/>
              <a:gd name="connsiteY12" fmla="*/ 1123592 h 1578226"/>
              <a:gd name="connsiteX13" fmla="*/ 864314 w 1129396"/>
              <a:gd name="connsiteY13" fmla="*/ 1273062 h 1578226"/>
              <a:gd name="connsiteX14" fmla="*/ 839040 w 1129396"/>
              <a:gd name="connsiteY14" fmla="*/ 1282831 h 1578226"/>
              <a:gd name="connsiteX15" fmla="*/ 834024 w 1129396"/>
              <a:gd name="connsiteY15" fmla="*/ 1078640 h 1578226"/>
              <a:gd name="connsiteX16" fmla="*/ 777079 w 1129396"/>
              <a:gd name="connsiteY16" fmla="*/ 1071571 h 1578226"/>
              <a:gd name="connsiteX17" fmla="*/ 769572 w 1129396"/>
              <a:gd name="connsiteY17" fmla="*/ 1293436 h 1578226"/>
              <a:gd name="connsiteX18" fmla="*/ 669009 w 1129396"/>
              <a:gd name="connsiteY18" fmla="*/ 1317002 h 1578226"/>
              <a:gd name="connsiteX19" fmla="*/ 636533 w 1129396"/>
              <a:gd name="connsiteY19" fmla="*/ 1290736 h 1578226"/>
              <a:gd name="connsiteX20" fmla="*/ 621354 w 1129396"/>
              <a:gd name="connsiteY20" fmla="*/ 1076627 h 1578226"/>
              <a:gd name="connsiteX21" fmla="*/ 577166 w 1129396"/>
              <a:gd name="connsiteY21" fmla="*/ 1078640 h 1578226"/>
              <a:gd name="connsiteX22" fmla="*/ 565217 w 1129396"/>
              <a:gd name="connsiteY22" fmla="*/ 1295792 h 1578226"/>
              <a:gd name="connsiteX23" fmla="*/ 497540 w 1129396"/>
              <a:gd name="connsiteY23" fmla="*/ 1167189 h 1578226"/>
              <a:gd name="connsiteX24" fmla="*/ 323775 w 1129396"/>
              <a:gd name="connsiteY24" fmla="*/ 1110593 h 1578226"/>
              <a:gd name="connsiteX0" fmla="*/ 323775 w 1129396"/>
              <a:gd name="connsiteY0" fmla="*/ 1110593 h 1578226"/>
              <a:gd name="connsiteX1" fmla="*/ 282746 w 1129396"/>
              <a:gd name="connsiteY1" fmla="*/ 1248318 h 1578226"/>
              <a:gd name="connsiteX2" fmla="*/ 160375 w 1129396"/>
              <a:gd name="connsiteY2" fmla="*/ 707472 h 1578226"/>
              <a:gd name="connsiteX3" fmla="*/ 2867 w 1129396"/>
              <a:gd name="connsiteY3" fmla="*/ 11090 h 1578226"/>
              <a:gd name="connsiteX4" fmla="*/ 303678 w 1129396"/>
              <a:gd name="connsiteY4" fmla="*/ 1446721 h 1578226"/>
              <a:gd name="connsiteX5" fmla="*/ 498348 w 1129396"/>
              <a:gd name="connsiteY5" fmla="*/ 1513611 h 1578226"/>
              <a:gd name="connsiteX6" fmla="*/ 563022 w 1129396"/>
              <a:gd name="connsiteY6" fmla="*/ 1442171 h 1578226"/>
              <a:gd name="connsiteX7" fmla="*/ 687184 w 1129396"/>
              <a:gd name="connsiteY7" fmla="*/ 1450152 h 1578226"/>
              <a:gd name="connsiteX8" fmla="*/ 859132 w 1129396"/>
              <a:gd name="connsiteY8" fmla="*/ 1438004 h 1578226"/>
              <a:gd name="connsiteX9" fmla="*/ 922811 w 1129396"/>
              <a:gd name="connsiteY9" fmla="*/ 1506541 h 1578226"/>
              <a:gd name="connsiteX10" fmla="*/ 1114554 w 1129396"/>
              <a:gd name="connsiteY10" fmla="*/ 1488893 h 1578226"/>
              <a:gd name="connsiteX11" fmla="*/ 1108777 w 1129396"/>
              <a:gd name="connsiteY11" fmla="*/ 1130028 h 1578226"/>
              <a:gd name="connsiteX12" fmla="*/ 936139 w 1129396"/>
              <a:gd name="connsiteY12" fmla="*/ 1123592 h 1578226"/>
              <a:gd name="connsiteX13" fmla="*/ 864314 w 1129396"/>
              <a:gd name="connsiteY13" fmla="*/ 1273062 h 1578226"/>
              <a:gd name="connsiteX14" fmla="*/ 839040 w 1129396"/>
              <a:gd name="connsiteY14" fmla="*/ 1282831 h 1578226"/>
              <a:gd name="connsiteX15" fmla="*/ 834024 w 1129396"/>
              <a:gd name="connsiteY15" fmla="*/ 1078640 h 1578226"/>
              <a:gd name="connsiteX16" fmla="*/ 777079 w 1129396"/>
              <a:gd name="connsiteY16" fmla="*/ 1071571 h 1578226"/>
              <a:gd name="connsiteX17" fmla="*/ 769572 w 1129396"/>
              <a:gd name="connsiteY17" fmla="*/ 1293436 h 1578226"/>
              <a:gd name="connsiteX18" fmla="*/ 669009 w 1129396"/>
              <a:gd name="connsiteY18" fmla="*/ 1317002 h 1578226"/>
              <a:gd name="connsiteX19" fmla="*/ 636533 w 1129396"/>
              <a:gd name="connsiteY19" fmla="*/ 1290736 h 1578226"/>
              <a:gd name="connsiteX20" fmla="*/ 621354 w 1129396"/>
              <a:gd name="connsiteY20" fmla="*/ 1076627 h 1578226"/>
              <a:gd name="connsiteX21" fmla="*/ 577166 w 1129396"/>
              <a:gd name="connsiteY21" fmla="*/ 1078640 h 1578226"/>
              <a:gd name="connsiteX22" fmla="*/ 565217 w 1129396"/>
              <a:gd name="connsiteY22" fmla="*/ 1295792 h 1578226"/>
              <a:gd name="connsiteX23" fmla="*/ 497540 w 1129396"/>
              <a:gd name="connsiteY23" fmla="*/ 1167189 h 1578226"/>
              <a:gd name="connsiteX24" fmla="*/ 323775 w 1129396"/>
              <a:gd name="connsiteY24" fmla="*/ 1110593 h 1578226"/>
              <a:gd name="connsiteX0" fmla="*/ 323775 w 1129396"/>
              <a:gd name="connsiteY0" fmla="*/ 1110593 h 1554184"/>
              <a:gd name="connsiteX1" fmla="*/ 282746 w 1129396"/>
              <a:gd name="connsiteY1" fmla="*/ 1248318 h 1554184"/>
              <a:gd name="connsiteX2" fmla="*/ 160375 w 1129396"/>
              <a:gd name="connsiteY2" fmla="*/ 707472 h 1554184"/>
              <a:gd name="connsiteX3" fmla="*/ 2867 w 1129396"/>
              <a:gd name="connsiteY3" fmla="*/ 11090 h 1554184"/>
              <a:gd name="connsiteX4" fmla="*/ 53755 w 1129396"/>
              <a:gd name="connsiteY4" fmla="*/ 350446 h 1554184"/>
              <a:gd name="connsiteX5" fmla="*/ 303678 w 1129396"/>
              <a:gd name="connsiteY5" fmla="*/ 1446721 h 1554184"/>
              <a:gd name="connsiteX6" fmla="*/ 498348 w 1129396"/>
              <a:gd name="connsiteY6" fmla="*/ 1513611 h 1554184"/>
              <a:gd name="connsiteX7" fmla="*/ 563022 w 1129396"/>
              <a:gd name="connsiteY7" fmla="*/ 1442171 h 1554184"/>
              <a:gd name="connsiteX8" fmla="*/ 687184 w 1129396"/>
              <a:gd name="connsiteY8" fmla="*/ 1450152 h 1554184"/>
              <a:gd name="connsiteX9" fmla="*/ 859132 w 1129396"/>
              <a:gd name="connsiteY9" fmla="*/ 1438004 h 1554184"/>
              <a:gd name="connsiteX10" fmla="*/ 922811 w 1129396"/>
              <a:gd name="connsiteY10" fmla="*/ 1506541 h 1554184"/>
              <a:gd name="connsiteX11" fmla="*/ 1114554 w 1129396"/>
              <a:gd name="connsiteY11" fmla="*/ 1488893 h 1554184"/>
              <a:gd name="connsiteX12" fmla="*/ 1108777 w 1129396"/>
              <a:gd name="connsiteY12" fmla="*/ 1130028 h 1554184"/>
              <a:gd name="connsiteX13" fmla="*/ 936139 w 1129396"/>
              <a:gd name="connsiteY13" fmla="*/ 1123592 h 1554184"/>
              <a:gd name="connsiteX14" fmla="*/ 864314 w 1129396"/>
              <a:gd name="connsiteY14" fmla="*/ 1273062 h 1554184"/>
              <a:gd name="connsiteX15" fmla="*/ 839040 w 1129396"/>
              <a:gd name="connsiteY15" fmla="*/ 1282831 h 1554184"/>
              <a:gd name="connsiteX16" fmla="*/ 834024 w 1129396"/>
              <a:gd name="connsiteY16" fmla="*/ 1078640 h 1554184"/>
              <a:gd name="connsiteX17" fmla="*/ 777079 w 1129396"/>
              <a:gd name="connsiteY17" fmla="*/ 1071571 h 1554184"/>
              <a:gd name="connsiteX18" fmla="*/ 769572 w 1129396"/>
              <a:gd name="connsiteY18" fmla="*/ 1293436 h 1554184"/>
              <a:gd name="connsiteX19" fmla="*/ 669009 w 1129396"/>
              <a:gd name="connsiteY19" fmla="*/ 1317002 h 1554184"/>
              <a:gd name="connsiteX20" fmla="*/ 636533 w 1129396"/>
              <a:gd name="connsiteY20" fmla="*/ 1290736 h 1554184"/>
              <a:gd name="connsiteX21" fmla="*/ 621354 w 1129396"/>
              <a:gd name="connsiteY21" fmla="*/ 1076627 h 1554184"/>
              <a:gd name="connsiteX22" fmla="*/ 577166 w 1129396"/>
              <a:gd name="connsiteY22" fmla="*/ 1078640 h 1554184"/>
              <a:gd name="connsiteX23" fmla="*/ 565217 w 1129396"/>
              <a:gd name="connsiteY23" fmla="*/ 1295792 h 1554184"/>
              <a:gd name="connsiteX24" fmla="*/ 497540 w 1129396"/>
              <a:gd name="connsiteY24" fmla="*/ 1167189 h 1554184"/>
              <a:gd name="connsiteX25" fmla="*/ 323775 w 1129396"/>
              <a:gd name="connsiteY25" fmla="*/ 1110593 h 1554184"/>
              <a:gd name="connsiteX0" fmla="*/ 323775 w 1129396"/>
              <a:gd name="connsiteY0" fmla="*/ 1110593 h 1519795"/>
              <a:gd name="connsiteX1" fmla="*/ 282746 w 1129396"/>
              <a:gd name="connsiteY1" fmla="*/ 1248318 h 1519795"/>
              <a:gd name="connsiteX2" fmla="*/ 160375 w 1129396"/>
              <a:gd name="connsiteY2" fmla="*/ 707472 h 1519795"/>
              <a:gd name="connsiteX3" fmla="*/ 2867 w 1129396"/>
              <a:gd name="connsiteY3" fmla="*/ 11090 h 1519795"/>
              <a:gd name="connsiteX4" fmla="*/ 53755 w 1129396"/>
              <a:gd name="connsiteY4" fmla="*/ 350446 h 1519795"/>
              <a:gd name="connsiteX5" fmla="*/ 183396 w 1129396"/>
              <a:gd name="connsiteY5" fmla="*/ 887757 h 1519795"/>
              <a:gd name="connsiteX6" fmla="*/ 303678 w 1129396"/>
              <a:gd name="connsiteY6" fmla="*/ 1446721 h 1519795"/>
              <a:gd name="connsiteX7" fmla="*/ 498348 w 1129396"/>
              <a:gd name="connsiteY7" fmla="*/ 1513611 h 1519795"/>
              <a:gd name="connsiteX8" fmla="*/ 563022 w 1129396"/>
              <a:gd name="connsiteY8" fmla="*/ 1442171 h 1519795"/>
              <a:gd name="connsiteX9" fmla="*/ 687184 w 1129396"/>
              <a:gd name="connsiteY9" fmla="*/ 1450152 h 1519795"/>
              <a:gd name="connsiteX10" fmla="*/ 859132 w 1129396"/>
              <a:gd name="connsiteY10" fmla="*/ 1438004 h 1519795"/>
              <a:gd name="connsiteX11" fmla="*/ 922811 w 1129396"/>
              <a:gd name="connsiteY11" fmla="*/ 1506541 h 1519795"/>
              <a:gd name="connsiteX12" fmla="*/ 1114554 w 1129396"/>
              <a:gd name="connsiteY12" fmla="*/ 1488893 h 1519795"/>
              <a:gd name="connsiteX13" fmla="*/ 1108777 w 1129396"/>
              <a:gd name="connsiteY13" fmla="*/ 1130028 h 1519795"/>
              <a:gd name="connsiteX14" fmla="*/ 936139 w 1129396"/>
              <a:gd name="connsiteY14" fmla="*/ 1123592 h 1519795"/>
              <a:gd name="connsiteX15" fmla="*/ 864314 w 1129396"/>
              <a:gd name="connsiteY15" fmla="*/ 1273062 h 1519795"/>
              <a:gd name="connsiteX16" fmla="*/ 839040 w 1129396"/>
              <a:gd name="connsiteY16" fmla="*/ 1282831 h 1519795"/>
              <a:gd name="connsiteX17" fmla="*/ 834024 w 1129396"/>
              <a:gd name="connsiteY17" fmla="*/ 1078640 h 1519795"/>
              <a:gd name="connsiteX18" fmla="*/ 777079 w 1129396"/>
              <a:gd name="connsiteY18" fmla="*/ 1071571 h 1519795"/>
              <a:gd name="connsiteX19" fmla="*/ 769572 w 1129396"/>
              <a:gd name="connsiteY19" fmla="*/ 1293436 h 1519795"/>
              <a:gd name="connsiteX20" fmla="*/ 669009 w 1129396"/>
              <a:gd name="connsiteY20" fmla="*/ 1317002 h 1519795"/>
              <a:gd name="connsiteX21" fmla="*/ 636533 w 1129396"/>
              <a:gd name="connsiteY21" fmla="*/ 1290736 h 1519795"/>
              <a:gd name="connsiteX22" fmla="*/ 621354 w 1129396"/>
              <a:gd name="connsiteY22" fmla="*/ 1076627 h 1519795"/>
              <a:gd name="connsiteX23" fmla="*/ 577166 w 1129396"/>
              <a:gd name="connsiteY23" fmla="*/ 1078640 h 1519795"/>
              <a:gd name="connsiteX24" fmla="*/ 565217 w 1129396"/>
              <a:gd name="connsiteY24" fmla="*/ 1295792 h 1519795"/>
              <a:gd name="connsiteX25" fmla="*/ 497540 w 1129396"/>
              <a:gd name="connsiteY25" fmla="*/ 1167189 h 1519795"/>
              <a:gd name="connsiteX26" fmla="*/ 323775 w 1129396"/>
              <a:gd name="connsiteY26" fmla="*/ 1110593 h 1519795"/>
              <a:gd name="connsiteX0" fmla="*/ 323775 w 1129396"/>
              <a:gd name="connsiteY0" fmla="*/ 1110593 h 1519795"/>
              <a:gd name="connsiteX1" fmla="*/ 282746 w 1129396"/>
              <a:gd name="connsiteY1" fmla="*/ 1248318 h 1519795"/>
              <a:gd name="connsiteX2" fmla="*/ 211262 w 1129396"/>
              <a:gd name="connsiteY2" fmla="*/ 891291 h 1519795"/>
              <a:gd name="connsiteX3" fmla="*/ 160375 w 1129396"/>
              <a:gd name="connsiteY3" fmla="*/ 707472 h 1519795"/>
              <a:gd name="connsiteX4" fmla="*/ 2867 w 1129396"/>
              <a:gd name="connsiteY4" fmla="*/ 11090 h 1519795"/>
              <a:gd name="connsiteX5" fmla="*/ 53755 w 1129396"/>
              <a:gd name="connsiteY5" fmla="*/ 350446 h 1519795"/>
              <a:gd name="connsiteX6" fmla="*/ 183396 w 1129396"/>
              <a:gd name="connsiteY6" fmla="*/ 887757 h 1519795"/>
              <a:gd name="connsiteX7" fmla="*/ 303678 w 1129396"/>
              <a:gd name="connsiteY7" fmla="*/ 1446721 h 1519795"/>
              <a:gd name="connsiteX8" fmla="*/ 498348 w 1129396"/>
              <a:gd name="connsiteY8" fmla="*/ 1513611 h 1519795"/>
              <a:gd name="connsiteX9" fmla="*/ 563022 w 1129396"/>
              <a:gd name="connsiteY9" fmla="*/ 1442171 h 1519795"/>
              <a:gd name="connsiteX10" fmla="*/ 687184 w 1129396"/>
              <a:gd name="connsiteY10" fmla="*/ 1450152 h 1519795"/>
              <a:gd name="connsiteX11" fmla="*/ 859132 w 1129396"/>
              <a:gd name="connsiteY11" fmla="*/ 1438004 h 1519795"/>
              <a:gd name="connsiteX12" fmla="*/ 922811 w 1129396"/>
              <a:gd name="connsiteY12" fmla="*/ 1506541 h 1519795"/>
              <a:gd name="connsiteX13" fmla="*/ 1114554 w 1129396"/>
              <a:gd name="connsiteY13" fmla="*/ 1488893 h 1519795"/>
              <a:gd name="connsiteX14" fmla="*/ 1108777 w 1129396"/>
              <a:gd name="connsiteY14" fmla="*/ 1130028 h 1519795"/>
              <a:gd name="connsiteX15" fmla="*/ 936139 w 1129396"/>
              <a:gd name="connsiteY15" fmla="*/ 1123592 h 1519795"/>
              <a:gd name="connsiteX16" fmla="*/ 864314 w 1129396"/>
              <a:gd name="connsiteY16" fmla="*/ 1273062 h 1519795"/>
              <a:gd name="connsiteX17" fmla="*/ 839040 w 1129396"/>
              <a:gd name="connsiteY17" fmla="*/ 1282831 h 1519795"/>
              <a:gd name="connsiteX18" fmla="*/ 834024 w 1129396"/>
              <a:gd name="connsiteY18" fmla="*/ 1078640 h 1519795"/>
              <a:gd name="connsiteX19" fmla="*/ 777079 w 1129396"/>
              <a:gd name="connsiteY19" fmla="*/ 1071571 h 1519795"/>
              <a:gd name="connsiteX20" fmla="*/ 769572 w 1129396"/>
              <a:gd name="connsiteY20" fmla="*/ 1293436 h 1519795"/>
              <a:gd name="connsiteX21" fmla="*/ 669009 w 1129396"/>
              <a:gd name="connsiteY21" fmla="*/ 1317002 h 1519795"/>
              <a:gd name="connsiteX22" fmla="*/ 636533 w 1129396"/>
              <a:gd name="connsiteY22" fmla="*/ 1290736 h 1519795"/>
              <a:gd name="connsiteX23" fmla="*/ 621354 w 1129396"/>
              <a:gd name="connsiteY23" fmla="*/ 1076627 h 1519795"/>
              <a:gd name="connsiteX24" fmla="*/ 577166 w 1129396"/>
              <a:gd name="connsiteY24" fmla="*/ 1078640 h 1519795"/>
              <a:gd name="connsiteX25" fmla="*/ 565217 w 1129396"/>
              <a:gd name="connsiteY25" fmla="*/ 1295792 h 1519795"/>
              <a:gd name="connsiteX26" fmla="*/ 497540 w 1129396"/>
              <a:gd name="connsiteY26" fmla="*/ 1167189 h 1519795"/>
              <a:gd name="connsiteX27" fmla="*/ 323775 w 1129396"/>
              <a:gd name="connsiteY27" fmla="*/ 1110593 h 1519795"/>
              <a:gd name="connsiteX0" fmla="*/ 323846 w 1129467"/>
              <a:gd name="connsiteY0" fmla="*/ 1111307 h 1520509"/>
              <a:gd name="connsiteX1" fmla="*/ 282817 w 1129467"/>
              <a:gd name="connsiteY1" fmla="*/ 1249032 h 1520509"/>
              <a:gd name="connsiteX2" fmla="*/ 211333 w 1129467"/>
              <a:gd name="connsiteY2" fmla="*/ 892005 h 1520509"/>
              <a:gd name="connsiteX3" fmla="*/ 155600 w 1129467"/>
              <a:gd name="connsiteY3" fmla="*/ 655162 h 1520509"/>
              <a:gd name="connsiteX4" fmla="*/ 2938 w 1129467"/>
              <a:gd name="connsiteY4" fmla="*/ 11804 h 1520509"/>
              <a:gd name="connsiteX5" fmla="*/ 53826 w 1129467"/>
              <a:gd name="connsiteY5" fmla="*/ 351160 h 1520509"/>
              <a:gd name="connsiteX6" fmla="*/ 183467 w 1129467"/>
              <a:gd name="connsiteY6" fmla="*/ 888471 h 1520509"/>
              <a:gd name="connsiteX7" fmla="*/ 303749 w 1129467"/>
              <a:gd name="connsiteY7" fmla="*/ 1447435 h 1520509"/>
              <a:gd name="connsiteX8" fmla="*/ 498419 w 1129467"/>
              <a:gd name="connsiteY8" fmla="*/ 1514325 h 1520509"/>
              <a:gd name="connsiteX9" fmla="*/ 563093 w 1129467"/>
              <a:gd name="connsiteY9" fmla="*/ 1442885 h 1520509"/>
              <a:gd name="connsiteX10" fmla="*/ 687255 w 1129467"/>
              <a:gd name="connsiteY10" fmla="*/ 1450866 h 1520509"/>
              <a:gd name="connsiteX11" fmla="*/ 859203 w 1129467"/>
              <a:gd name="connsiteY11" fmla="*/ 1438718 h 1520509"/>
              <a:gd name="connsiteX12" fmla="*/ 922882 w 1129467"/>
              <a:gd name="connsiteY12" fmla="*/ 1507255 h 1520509"/>
              <a:gd name="connsiteX13" fmla="*/ 1114625 w 1129467"/>
              <a:gd name="connsiteY13" fmla="*/ 1489607 h 1520509"/>
              <a:gd name="connsiteX14" fmla="*/ 1108848 w 1129467"/>
              <a:gd name="connsiteY14" fmla="*/ 1130742 h 1520509"/>
              <a:gd name="connsiteX15" fmla="*/ 936210 w 1129467"/>
              <a:gd name="connsiteY15" fmla="*/ 1124306 h 1520509"/>
              <a:gd name="connsiteX16" fmla="*/ 864385 w 1129467"/>
              <a:gd name="connsiteY16" fmla="*/ 1273776 h 1520509"/>
              <a:gd name="connsiteX17" fmla="*/ 839111 w 1129467"/>
              <a:gd name="connsiteY17" fmla="*/ 1283545 h 1520509"/>
              <a:gd name="connsiteX18" fmla="*/ 834095 w 1129467"/>
              <a:gd name="connsiteY18" fmla="*/ 1079354 h 1520509"/>
              <a:gd name="connsiteX19" fmla="*/ 777150 w 1129467"/>
              <a:gd name="connsiteY19" fmla="*/ 1072285 h 1520509"/>
              <a:gd name="connsiteX20" fmla="*/ 769643 w 1129467"/>
              <a:gd name="connsiteY20" fmla="*/ 1294150 h 1520509"/>
              <a:gd name="connsiteX21" fmla="*/ 669080 w 1129467"/>
              <a:gd name="connsiteY21" fmla="*/ 1317716 h 1520509"/>
              <a:gd name="connsiteX22" fmla="*/ 636604 w 1129467"/>
              <a:gd name="connsiteY22" fmla="*/ 1291450 h 1520509"/>
              <a:gd name="connsiteX23" fmla="*/ 621425 w 1129467"/>
              <a:gd name="connsiteY23" fmla="*/ 1077341 h 1520509"/>
              <a:gd name="connsiteX24" fmla="*/ 577237 w 1129467"/>
              <a:gd name="connsiteY24" fmla="*/ 1079354 h 1520509"/>
              <a:gd name="connsiteX25" fmla="*/ 565288 w 1129467"/>
              <a:gd name="connsiteY25" fmla="*/ 1296506 h 1520509"/>
              <a:gd name="connsiteX26" fmla="*/ 497611 w 1129467"/>
              <a:gd name="connsiteY26" fmla="*/ 1167903 h 1520509"/>
              <a:gd name="connsiteX27" fmla="*/ 323846 w 1129467"/>
              <a:gd name="connsiteY27" fmla="*/ 1111307 h 1520509"/>
              <a:gd name="connsiteX0" fmla="*/ 340643 w 1146264"/>
              <a:gd name="connsiteY0" fmla="*/ 1139382 h 1548584"/>
              <a:gd name="connsiteX1" fmla="*/ 299614 w 1146264"/>
              <a:gd name="connsiteY1" fmla="*/ 1277107 h 1548584"/>
              <a:gd name="connsiteX2" fmla="*/ 228130 w 1146264"/>
              <a:gd name="connsiteY2" fmla="*/ 920080 h 1548584"/>
              <a:gd name="connsiteX3" fmla="*/ 172397 w 1146264"/>
              <a:gd name="connsiteY3" fmla="*/ 683237 h 1548584"/>
              <a:gd name="connsiteX4" fmla="*/ 19735 w 1146264"/>
              <a:gd name="connsiteY4" fmla="*/ 39879 h 1548584"/>
              <a:gd name="connsiteX5" fmla="*/ 5196 w 1146264"/>
              <a:gd name="connsiteY5" fmla="*/ 75232 h 1548584"/>
              <a:gd name="connsiteX6" fmla="*/ 70623 w 1146264"/>
              <a:gd name="connsiteY6" fmla="*/ 379235 h 1548584"/>
              <a:gd name="connsiteX7" fmla="*/ 200264 w 1146264"/>
              <a:gd name="connsiteY7" fmla="*/ 916546 h 1548584"/>
              <a:gd name="connsiteX8" fmla="*/ 320546 w 1146264"/>
              <a:gd name="connsiteY8" fmla="*/ 1475510 h 1548584"/>
              <a:gd name="connsiteX9" fmla="*/ 515216 w 1146264"/>
              <a:gd name="connsiteY9" fmla="*/ 1542400 h 1548584"/>
              <a:gd name="connsiteX10" fmla="*/ 579890 w 1146264"/>
              <a:gd name="connsiteY10" fmla="*/ 1470960 h 1548584"/>
              <a:gd name="connsiteX11" fmla="*/ 704052 w 1146264"/>
              <a:gd name="connsiteY11" fmla="*/ 1478941 h 1548584"/>
              <a:gd name="connsiteX12" fmla="*/ 876000 w 1146264"/>
              <a:gd name="connsiteY12" fmla="*/ 1466793 h 1548584"/>
              <a:gd name="connsiteX13" fmla="*/ 939679 w 1146264"/>
              <a:gd name="connsiteY13" fmla="*/ 1535330 h 1548584"/>
              <a:gd name="connsiteX14" fmla="*/ 1131422 w 1146264"/>
              <a:gd name="connsiteY14" fmla="*/ 1517682 h 1548584"/>
              <a:gd name="connsiteX15" fmla="*/ 1125645 w 1146264"/>
              <a:gd name="connsiteY15" fmla="*/ 1158817 h 1548584"/>
              <a:gd name="connsiteX16" fmla="*/ 953007 w 1146264"/>
              <a:gd name="connsiteY16" fmla="*/ 1152381 h 1548584"/>
              <a:gd name="connsiteX17" fmla="*/ 881182 w 1146264"/>
              <a:gd name="connsiteY17" fmla="*/ 1301851 h 1548584"/>
              <a:gd name="connsiteX18" fmla="*/ 855908 w 1146264"/>
              <a:gd name="connsiteY18" fmla="*/ 1311620 h 1548584"/>
              <a:gd name="connsiteX19" fmla="*/ 850892 w 1146264"/>
              <a:gd name="connsiteY19" fmla="*/ 1107429 h 1548584"/>
              <a:gd name="connsiteX20" fmla="*/ 793947 w 1146264"/>
              <a:gd name="connsiteY20" fmla="*/ 1100360 h 1548584"/>
              <a:gd name="connsiteX21" fmla="*/ 786440 w 1146264"/>
              <a:gd name="connsiteY21" fmla="*/ 1322225 h 1548584"/>
              <a:gd name="connsiteX22" fmla="*/ 685877 w 1146264"/>
              <a:gd name="connsiteY22" fmla="*/ 1345791 h 1548584"/>
              <a:gd name="connsiteX23" fmla="*/ 653401 w 1146264"/>
              <a:gd name="connsiteY23" fmla="*/ 1319525 h 1548584"/>
              <a:gd name="connsiteX24" fmla="*/ 638222 w 1146264"/>
              <a:gd name="connsiteY24" fmla="*/ 1105416 h 1548584"/>
              <a:gd name="connsiteX25" fmla="*/ 594034 w 1146264"/>
              <a:gd name="connsiteY25" fmla="*/ 1107429 h 1548584"/>
              <a:gd name="connsiteX26" fmla="*/ 582085 w 1146264"/>
              <a:gd name="connsiteY26" fmla="*/ 1324581 h 1548584"/>
              <a:gd name="connsiteX27" fmla="*/ 514408 w 1146264"/>
              <a:gd name="connsiteY27" fmla="*/ 1195978 h 1548584"/>
              <a:gd name="connsiteX28" fmla="*/ 340643 w 1146264"/>
              <a:gd name="connsiteY28" fmla="*/ 1139382 h 1548584"/>
              <a:gd name="connsiteX0" fmla="*/ 340643 w 1146264"/>
              <a:gd name="connsiteY0" fmla="*/ 1139382 h 1544907"/>
              <a:gd name="connsiteX1" fmla="*/ 299614 w 1146264"/>
              <a:gd name="connsiteY1" fmla="*/ 1277107 h 1544907"/>
              <a:gd name="connsiteX2" fmla="*/ 228130 w 1146264"/>
              <a:gd name="connsiteY2" fmla="*/ 920080 h 1544907"/>
              <a:gd name="connsiteX3" fmla="*/ 172397 w 1146264"/>
              <a:gd name="connsiteY3" fmla="*/ 683237 h 1544907"/>
              <a:gd name="connsiteX4" fmla="*/ 19735 w 1146264"/>
              <a:gd name="connsiteY4" fmla="*/ 39879 h 1544907"/>
              <a:gd name="connsiteX5" fmla="*/ 5196 w 1146264"/>
              <a:gd name="connsiteY5" fmla="*/ 75232 h 1544907"/>
              <a:gd name="connsiteX6" fmla="*/ 70623 w 1146264"/>
              <a:gd name="connsiteY6" fmla="*/ 379235 h 1544907"/>
              <a:gd name="connsiteX7" fmla="*/ 200264 w 1146264"/>
              <a:gd name="connsiteY7" fmla="*/ 916546 h 1544907"/>
              <a:gd name="connsiteX8" fmla="*/ 283864 w 1146264"/>
              <a:gd name="connsiteY8" fmla="*/ 1361948 h 1544907"/>
              <a:gd name="connsiteX9" fmla="*/ 320546 w 1146264"/>
              <a:gd name="connsiteY9" fmla="*/ 1475510 h 1544907"/>
              <a:gd name="connsiteX10" fmla="*/ 515216 w 1146264"/>
              <a:gd name="connsiteY10" fmla="*/ 1542400 h 1544907"/>
              <a:gd name="connsiteX11" fmla="*/ 579890 w 1146264"/>
              <a:gd name="connsiteY11" fmla="*/ 1470960 h 1544907"/>
              <a:gd name="connsiteX12" fmla="*/ 704052 w 1146264"/>
              <a:gd name="connsiteY12" fmla="*/ 1478941 h 1544907"/>
              <a:gd name="connsiteX13" fmla="*/ 876000 w 1146264"/>
              <a:gd name="connsiteY13" fmla="*/ 1466793 h 1544907"/>
              <a:gd name="connsiteX14" fmla="*/ 939679 w 1146264"/>
              <a:gd name="connsiteY14" fmla="*/ 1535330 h 1544907"/>
              <a:gd name="connsiteX15" fmla="*/ 1131422 w 1146264"/>
              <a:gd name="connsiteY15" fmla="*/ 1517682 h 1544907"/>
              <a:gd name="connsiteX16" fmla="*/ 1125645 w 1146264"/>
              <a:gd name="connsiteY16" fmla="*/ 1158817 h 1544907"/>
              <a:gd name="connsiteX17" fmla="*/ 953007 w 1146264"/>
              <a:gd name="connsiteY17" fmla="*/ 1152381 h 1544907"/>
              <a:gd name="connsiteX18" fmla="*/ 881182 w 1146264"/>
              <a:gd name="connsiteY18" fmla="*/ 1301851 h 1544907"/>
              <a:gd name="connsiteX19" fmla="*/ 855908 w 1146264"/>
              <a:gd name="connsiteY19" fmla="*/ 1311620 h 1544907"/>
              <a:gd name="connsiteX20" fmla="*/ 850892 w 1146264"/>
              <a:gd name="connsiteY20" fmla="*/ 1107429 h 1544907"/>
              <a:gd name="connsiteX21" fmla="*/ 793947 w 1146264"/>
              <a:gd name="connsiteY21" fmla="*/ 1100360 h 1544907"/>
              <a:gd name="connsiteX22" fmla="*/ 786440 w 1146264"/>
              <a:gd name="connsiteY22" fmla="*/ 1322225 h 1544907"/>
              <a:gd name="connsiteX23" fmla="*/ 685877 w 1146264"/>
              <a:gd name="connsiteY23" fmla="*/ 1345791 h 1544907"/>
              <a:gd name="connsiteX24" fmla="*/ 653401 w 1146264"/>
              <a:gd name="connsiteY24" fmla="*/ 1319525 h 1544907"/>
              <a:gd name="connsiteX25" fmla="*/ 638222 w 1146264"/>
              <a:gd name="connsiteY25" fmla="*/ 1105416 h 1544907"/>
              <a:gd name="connsiteX26" fmla="*/ 594034 w 1146264"/>
              <a:gd name="connsiteY26" fmla="*/ 1107429 h 1544907"/>
              <a:gd name="connsiteX27" fmla="*/ 582085 w 1146264"/>
              <a:gd name="connsiteY27" fmla="*/ 1324581 h 1544907"/>
              <a:gd name="connsiteX28" fmla="*/ 514408 w 1146264"/>
              <a:gd name="connsiteY28" fmla="*/ 1195978 h 1544907"/>
              <a:gd name="connsiteX29" fmla="*/ 340643 w 1146264"/>
              <a:gd name="connsiteY29" fmla="*/ 1139382 h 1544907"/>
              <a:gd name="connsiteX0" fmla="*/ 340643 w 1146264"/>
              <a:gd name="connsiteY0" fmla="*/ 1139382 h 1544906"/>
              <a:gd name="connsiteX1" fmla="*/ 299614 w 1146264"/>
              <a:gd name="connsiteY1" fmla="*/ 1277107 h 1544906"/>
              <a:gd name="connsiteX2" fmla="*/ 228130 w 1146264"/>
              <a:gd name="connsiteY2" fmla="*/ 920080 h 1544906"/>
              <a:gd name="connsiteX3" fmla="*/ 172397 w 1146264"/>
              <a:gd name="connsiteY3" fmla="*/ 683237 h 1544906"/>
              <a:gd name="connsiteX4" fmla="*/ 19735 w 1146264"/>
              <a:gd name="connsiteY4" fmla="*/ 39879 h 1544906"/>
              <a:gd name="connsiteX5" fmla="*/ 5196 w 1146264"/>
              <a:gd name="connsiteY5" fmla="*/ 75232 h 1544906"/>
              <a:gd name="connsiteX6" fmla="*/ 70623 w 1146264"/>
              <a:gd name="connsiteY6" fmla="*/ 379235 h 1544906"/>
              <a:gd name="connsiteX7" fmla="*/ 200264 w 1146264"/>
              <a:gd name="connsiteY7" fmla="*/ 916546 h 1544906"/>
              <a:gd name="connsiteX8" fmla="*/ 283864 w 1146264"/>
              <a:gd name="connsiteY8" fmla="*/ 1361948 h 1544906"/>
              <a:gd name="connsiteX9" fmla="*/ 341143 w 1146264"/>
              <a:gd name="connsiteY9" fmla="*/ 1503789 h 1544906"/>
              <a:gd name="connsiteX10" fmla="*/ 515216 w 1146264"/>
              <a:gd name="connsiteY10" fmla="*/ 1542400 h 1544906"/>
              <a:gd name="connsiteX11" fmla="*/ 579890 w 1146264"/>
              <a:gd name="connsiteY11" fmla="*/ 1470960 h 1544906"/>
              <a:gd name="connsiteX12" fmla="*/ 704052 w 1146264"/>
              <a:gd name="connsiteY12" fmla="*/ 1478941 h 1544906"/>
              <a:gd name="connsiteX13" fmla="*/ 876000 w 1146264"/>
              <a:gd name="connsiteY13" fmla="*/ 1466793 h 1544906"/>
              <a:gd name="connsiteX14" fmla="*/ 939679 w 1146264"/>
              <a:gd name="connsiteY14" fmla="*/ 1535330 h 1544906"/>
              <a:gd name="connsiteX15" fmla="*/ 1131422 w 1146264"/>
              <a:gd name="connsiteY15" fmla="*/ 1517682 h 1544906"/>
              <a:gd name="connsiteX16" fmla="*/ 1125645 w 1146264"/>
              <a:gd name="connsiteY16" fmla="*/ 1158817 h 1544906"/>
              <a:gd name="connsiteX17" fmla="*/ 953007 w 1146264"/>
              <a:gd name="connsiteY17" fmla="*/ 1152381 h 1544906"/>
              <a:gd name="connsiteX18" fmla="*/ 881182 w 1146264"/>
              <a:gd name="connsiteY18" fmla="*/ 1301851 h 1544906"/>
              <a:gd name="connsiteX19" fmla="*/ 855908 w 1146264"/>
              <a:gd name="connsiteY19" fmla="*/ 1311620 h 1544906"/>
              <a:gd name="connsiteX20" fmla="*/ 850892 w 1146264"/>
              <a:gd name="connsiteY20" fmla="*/ 1107429 h 1544906"/>
              <a:gd name="connsiteX21" fmla="*/ 793947 w 1146264"/>
              <a:gd name="connsiteY21" fmla="*/ 1100360 h 1544906"/>
              <a:gd name="connsiteX22" fmla="*/ 786440 w 1146264"/>
              <a:gd name="connsiteY22" fmla="*/ 1322225 h 1544906"/>
              <a:gd name="connsiteX23" fmla="*/ 685877 w 1146264"/>
              <a:gd name="connsiteY23" fmla="*/ 1345791 h 1544906"/>
              <a:gd name="connsiteX24" fmla="*/ 653401 w 1146264"/>
              <a:gd name="connsiteY24" fmla="*/ 1319525 h 1544906"/>
              <a:gd name="connsiteX25" fmla="*/ 638222 w 1146264"/>
              <a:gd name="connsiteY25" fmla="*/ 1105416 h 1544906"/>
              <a:gd name="connsiteX26" fmla="*/ 594034 w 1146264"/>
              <a:gd name="connsiteY26" fmla="*/ 1107429 h 1544906"/>
              <a:gd name="connsiteX27" fmla="*/ 582085 w 1146264"/>
              <a:gd name="connsiteY27" fmla="*/ 1324581 h 1544906"/>
              <a:gd name="connsiteX28" fmla="*/ 514408 w 1146264"/>
              <a:gd name="connsiteY28" fmla="*/ 1195978 h 1544906"/>
              <a:gd name="connsiteX29" fmla="*/ 340643 w 1146264"/>
              <a:gd name="connsiteY29" fmla="*/ 1139382 h 1544906"/>
              <a:gd name="connsiteX0" fmla="*/ 340643 w 1146264"/>
              <a:gd name="connsiteY0" fmla="*/ 1139382 h 1544906"/>
              <a:gd name="connsiteX1" fmla="*/ 299614 w 1146264"/>
              <a:gd name="connsiteY1" fmla="*/ 1277107 h 1544906"/>
              <a:gd name="connsiteX2" fmla="*/ 228130 w 1146264"/>
              <a:gd name="connsiteY2" fmla="*/ 920080 h 1544906"/>
              <a:gd name="connsiteX3" fmla="*/ 172397 w 1146264"/>
              <a:gd name="connsiteY3" fmla="*/ 683237 h 1544906"/>
              <a:gd name="connsiteX4" fmla="*/ 19735 w 1146264"/>
              <a:gd name="connsiteY4" fmla="*/ 39879 h 1544906"/>
              <a:gd name="connsiteX5" fmla="*/ 5196 w 1146264"/>
              <a:gd name="connsiteY5" fmla="*/ 75232 h 1544906"/>
              <a:gd name="connsiteX6" fmla="*/ 70623 w 1146264"/>
              <a:gd name="connsiteY6" fmla="*/ 379235 h 1544906"/>
              <a:gd name="connsiteX7" fmla="*/ 200264 w 1146264"/>
              <a:gd name="connsiteY7" fmla="*/ 916546 h 1544906"/>
              <a:gd name="connsiteX8" fmla="*/ 285076 w 1146264"/>
              <a:gd name="connsiteY8" fmla="*/ 1358413 h 1544906"/>
              <a:gd name="connsiteX9" fmla="*/ 341143 w 1146264"/>
              <a:gd name="connsiteY9" fmla="*/ 1503789 h 1544906"/>
              <a:gd name="connsiteX10" fmla="*/ 515216 w 1146264"/>
              <a:gd name="connsiteY10" fmla="*/ 1542400 h 1544906"/>
              <a:gd name="connsiteX11" fmla="*/ 579890 w 1146264"/>
              <a:gd name="connsiteY11" fmla="*/ 1470960 h 1544906"/>
              <a:gd name="connsiteX12" fmla="*/ 704052 w 1146264"/>
              <a:gd name="connsiteY12" fmla="*/ 1478941 h 1544906"/>
              <a:gd name="connsiteX13" fmla="*/ 876000 w 1146264"/>
              <a:gd name="connsiteY13" fmla="*/ 1466793 h 1544906"/>
              <a:gd name="connsiteX14" fmla="*/ 939679 w 1146264"/>
              <a:gd name="connsiteY14" fmla="*/ 1535330 h 1544906"/>
              <a:gd name="connsiteX15" fmla="*/ 1131422 w 1146264"/>
              <a:gd name="connsiteY15" fmla="*/ 1517682 h 1544906"/>
              <a:gd name="connsiteX16" fmla="*/ 1125645 w 1146264"/>
              <a:gd name="connsiteY16" fmla="*/ 1158817 h 1544906"/>
              <a:gd name="connsiteX17" fmla="*/ 953007 w 1146264"/>
              <a:gd name="connsiteY17" fmla="*/ 1152381 h 1544906"/>
              <a:gd name="connsiteX18" fmla="*/ 881182 w 1146264"/>
              <a:gd name="connsiteY18" fmla="*/ 1301851 h 1544906"/>
              <a:gd name="connsiteX19" fmla="*/ 855908 w 1146264"/>
              <a:gd name="connsiteY19" fmla="*/ 1311620 h 1544906"/>
              <a:gd name="connsiteX20" fmla="*/ 850892 w 1146264"/>
              <a:gd name="connsiteY20" fmla="*/ 1107429 h 1544906"/>
              <a:gd name="connsiteX21" fmla="*/ 793947 w 1146264"/>
              <a:gd name="connsiteY21" fmla="*/ 1100360 h 1544906"/>
              <a:gd name="connsiteX22" fmla="*/ 786440 w 1146264"/>
              <a:gd name="connsiteY22" fmla="*/ 1322225 h 1544906"/>
              <a:gd name="connsiteX23" fmla="*/ 685877 w 1146264"/>
              <a:gd name="connsiteY23" fmla="*/ 1345791 h 1544906"/>
              <a:gd name="connsiteX24" fmla="*/ 653401 w 1146264"/>
              <a:gd name="connsiteY24" fmla="*/ 1319525 h 1544906"/>
              <a:gd name="connsiteX25" fmla="*/ 638222 w 1146264"/>
              <a:gd name="connsiteY25" fmla="*/ 1105416 h 1544906"/>
              <a:gd name="connsiteX26" fmla="*/ 594034 w 1146264"/>
              <a:gd name="connsiteY26" fmla="*/ 1107429 h 1544906"/>
              <a:gd name="connsiteX27" fmla="*/ 582085 w 1146264"/>
              <a:gd name="connsiteY27" fmla="*/ 1324581 h 1544906"/>
              <a:gd name="connsiteX28" fmla="*/ 514408 w 1146264"/>
              <a:gd name="connsiteY28" fmla="*/ 1195978 h 1544906"/>
              <a:gd name="connsiteX29" fmla="*/ 340643 w 1146264"/>
              <a:gd name="connsiteY29" fmla="*/ 1139382 h 1544906"/>
              <a:gd name="connsiteX0" fmla="*/ 340643 w 1146264"/>
              <a:gd name="connsiteY0" fmla="*/ 1139382 h 1544906"/>
              <a:gd name="connsiteX1" fmla="*/ 299614 w 1146264"/>
              <a:gd name="connsiteY1" fmla="*/ 1277107 h 1544906"/>
              <a:gd name="connsiteX2" fmla="*/ 228130 w 1146264"/>
              <a:gd name="connsiteY2" fmla="*/ 920080 h 1544906"/>
              <a:gd name="connsiteX3" fmla="*/ 172397 w 1146264"/>
              <a:gd name="connsiteY3" fmla="*/ 683237 h 1544906"/>
              <a:gd name="connsiteX4" fmla="*/ 19735 w 1146264"/>
              <a:gd name="connsiteY4" fmla="*/ 39879 h 1544906"/>
              <a:gd name="connsiteX5" fmla="*/ 5196 w 1146264"/>
              <a:gd name="connsiteY5" fmla="*/ 75232 h 1544906"/>
              <a:gd name="connsiteX6" fmla="*/ 100913 w 1146264"/>
              <a:gd name="connsiteY6" fmla="*/ 471143 h 1544906"/>
              <a:gd name="connsiteX7" fmla="*/ 200264 w 1146264"/>
              <a:gd name="connsiteY7" fmla="*/ 916546 h 1544906"/>
              <a:gd name="connsiteX8" fmla="*/ 285076 w 1146264"/>
              <a:gd name="connsiteY8" fmla="*/ 1358413 h 1544906"/>
              <a:gd name="connsiteX9" fmla="*/ 341143 w 1146264"/>
              <a:gd name="connsiteY9" fmla="*/ 1503789 h 1544906"/>
              <a:gd name="connsiteX10" fmla="*/ 515216 w 1146264"/>
              <a:gd name="connsiteY10" fmla="*/ 1542400 h 1544906"/>
              <a:gd name="connsiteX11" fmla="*/ 579890 w 1146264"/>
              <a:gd name="connsiteY11" fmla="*/ 1470960 h 1544906"/>
              <a:gd name="connsiteX12" fmla="*/ 704052 w 1146264"/>
              <a:gd name="connsiteY12" fmla="*/ 1478941 h 1544906"/>
              <a:gd name="connsiteX13" fmla="*/ 876000 w 1146264"/>
              <a:gd name="connsiteY13" fmla="*/ 1466793 h 1544906"/>
              <a:gd name="connsiteX14" fmla="*/ 939679 w 1146264"/>
              <a:gd name="connsiteY14" fmla="*/ 1535330 h 1544906"/>
              <a:gd name="connsiteX15" fmla="*/ 1131422 w 1146264"/>
              <a:gd name="connsiteY15" fmla="*/ 1517682 h 1544906"/>
              <a:gd name="connsiteX16" fmla="*/ 1125645 w 1146264"/>
              <a:gd name="connsiteY16" fmla="*/ 1158817 h 1544906"/>
              <a:gd name="connsiteX17" fmla="*/ 953007 w 1146264"/>
              <a:gd name="connsiteY17" fmla="*/ 1152381 h 1544906"/>
              <a:gd name="connsiteX18" fmla="*/ 881182 w 1146264"/>
              <a:gd name="connsiteY18" fmla="*/ 1301851 h 1544906"/>
              <a:gd name="connsiteX19" fmla="*/ 855908 w 1146264"/>
              <a:gd name="connsiteY19" fmla="*/ 1311620 h 1544906"/>
              <a:gd name="connsiteX20" fmla="*/ 850892 w 1146264"/>
              <a:gd name="connsiteY20" fmla="*/ 1107429 h 1544906"/>
              <a:gd name="connsiteX21" fmla="*/ 793947 w 1146264"/>
              <a:gd name="connsiteY21" fmla="*/ 1100360 h 1544906"/>
              <a:gd name="connsiteX22" fmla="*/ 786440 w 1146264"/>
              <a:gd name="connsiteY22" fmla="*/ 1322225 h 1544906"/>
              <a:gd name="connsiteX23" fmla="*/ 685877 w 1146264"/>
              <a:gd name="connsiteY23" fmla="*/ 1345791 h 1544906"/>
              <a:gd name="connsiteX24" fmla="*/ 653401 w 1146264"/>
              <a:gd name="connsiteY24" fmla="*/ 1319525 h 1544906"/>
              <a:gd name="connsiteX25" fmla="*/ 638222 w 1146264"/>
              <a:gd name="connsiteY25" fmla="*/ 1105416 h 1544906"/>
              <a:gd name="connsiteX26" fmla="*/ 594034 w 1146264"/>
              <a:gd name="connsiteY26" fmla="*/ 1107429 h 1544906"/>
              <a:gd name="connsiteX27" fmla="*/ 582085 w 1146264"/>
              <a:gd name="connsiteY27" fmla="*/ 1324581 h 1544906"/>
              <a:gd name="connsiteX28" fmla="*/ 514408 w 1146264"/>
              <a:gd name="connsiteY28" fmla="*/ 1195978 h 1544906"/>
              <a:gd name="connsiteX29" fmla="*/ 340643 w 1146264"/>
              <a:gd name="connsiteY29" fmla="*/ 1139382 h 1544906"/>
              <a:gd name="connsiteX0" fmla="*/ 340643 w 1146264"/>
              <a:gd name="connsiteY0" fmla="*/ 1139382 h 1544906"/>
              <a:gd name="connsiteX1" fmla="*/ 299614 w 1146264"/>
              <a:gd name="connsiteY1" fmla="*/ 1277107 h 1544906"/>
              <a:gd name="connsiteX2" fmla="*/ 228130 w 1146264"/>
              <a:gd name="connsiteY2" fmla="*/ 920080 h 1544906"/>
              <a:gd name="connsiteX3" fmla="*/ 172397 w 1146264"/>
              <a:gd name="connsiteY3" fmla="*/ 683237 h 1544906"/>
              <a:gd name="connsiteX4" fmla="*/ 19735 w 1146264"/>
              <a:gd name="connsiteY4" fmla="*/ 39879 h 1544906"/>
              <a:gd name="connsiteX5" fmla="*/ 5196 w 1146264"/>
              <a:gd name="connsiteY5" fmla="*/ 75232 h 1544906"/>
              <a:gd name="connsiteX6" fmla="*/ 96067 w 1146264"/>
              <a:gd name="connsiteY6" fmla="*/ 481748 h 1544906"/>
              <a:gd name="connsiteX7" fmla="*/ 200264 w 1146264"/>
              <a:gd name="connsiteY7" fmla="*/ 916546 h 1544906"/>
              <a:gd name="connsiteX8" fmla="*/ 285076 w 1146264"/>
              <a:gd name="connsiteY8" fmla="*/ 1358413 h 1544906"/>
              <a:gd name="connsiteX9" fmla="*/ 341143 w 1146264"/>
              <a:gd name="connsiteY9" fmla="*/ 1503789 h 1544906"/>
              <a:gd name="connsiteX10" fmla="*/ 515216 w 1146264"/>
              <a:gd name="connsiteY10" fmla="*/ 1542400 h 1544906"/>
              <a:gd name="connsiteX11" fmla="*/ 579890 w 1146264"/>
              <a:gd name="connsiteY11" fmla="*/ 1470960 h 1544906"/>
              <a:gd name="connsiteX12" fmla="*/ 704052 w 1146264"/>
              <a:gd name="connsiteY12" fmla="*/ 1478941 h 1544906"/>
              <a:gd name="connsiteX13" fmla="*/ 876000 w 1146264"/>
              <a:gd name="connsiteY13" fmla="*/ 1466793 h 1544906"/>
              <a:gd name="connsiteX14" fmla="*/ 939679 w 1146264"/>
              <a:gd name="connsiteY14" fmla="*/ 1535330 h 1544906"/>
              <a:gd name="connsiteX15" fmla="*/ 1131422 w 1146264"/>
              <a:gd name="connsiteY15" fmla="*/ 1517682 h 1544906"/>
              <a:gd name="connsiteX16" fmla="*/ 1125645 w 1146264"/>
              <a:gd name="connsiteY16" fmla="*/ 1158817 h 1544906"/>
              <a:gd name="connsiteX17" fmla="*/ 953007 w 1146264"/>
              <a:gd name="connsiteY17" fmla="*/ 1152381 h 1544906"/>
              <a:gd name="connsiteX18" fmla="*/ 881182 w 1146264"/>
              <a:gd name="connsiteY18" fmla="*/ 1301851 h 1544906"/>
              <a:gd name="connsiteX19" fmla="*/ 855908 w 1146264"/>
              <a:gd name="connsiteY19" fmla="*/ 1311620 h 1544906"/>
              <a:gd name="connsiteX20" fmla="*/ 850892 w 1146264"/>
              <a:gd name="connsiteY20" fmla="*/ 1107429 h 1544906"/>
              <a:gd name="connsiteX21" fmla="*/ 793947 w 1146264"/>
              <a:gd name="connsiteY21" fmla="*/ 1100360 h 1544906"/>
              <a:gd name="connsiteX22" fmla="*/ 786440 w 1146264"/>
              <a:gd name="connsiteY22" fmla="*/ 1322225 h 1544906"/>
              <a:gd name="connsiteX23" fmla="*/ 685877 w 1146264"/>
              <a:gd name="connsiteY23" fmla="*/ 1345791 h 1544906"/>
              <a:gd name="connsiteX24" fmla="*/ 653401 w 1146264"/>
              <a:gd name="connsiteY24" fmla="*/ 1319525 h 1544906"/>
              <a:gd name="connsiteX25" fmla="*/ 638222 w 1146264"/>
              <a:gd name="connsiteY25" fmla="*/ 1105416 h 1544906"/>
              <a:gd name="connsiteX26" fmla="*/ 594034 w 1146264"/>
              <a:gd name="connsiteY26" fmla="*/ 1107429 h 1544906"/>
              <a:gd name="connsiteX27" fmla="*/ 582085 w 1146264"/>
              <a:gd name="connsiteY27" fmla="*/ 1324581 h 1544906"/>
              <a:gd name="connsiteX28" fmla="*/ 514408 w 1146264"/>
              <a:gd name="connsiteY28" fmla="*/ 1195978 h 1544906"/>
              <a:gd name="connsiteX29" fmla="*/ 340643 w 1146264"/>
              <a:gd name="connsiteY29" fmla="*/ 1139382 h 1544906"/>
              <a:gd name="connsiteX0" fmla="*/ 340643 w 1146264"/>
              <a:gd name="connsiteY0" fmla="*/ 1139382 h 1544906"/>
              <a:gd name="connsiteX1" fmla="*/ 299614 w 1146264"/>
              <a:gd name="connsiteY1" fmla="*/ 1277107 h 1544906"/>
              <a:gd name="connsiteX2" fmla="*/ 228130 w 1146264"/>
              <a:gd name="connsiteY2" fmla="*/ 920080 h 1544906"/>
              <a:gd name="connsiteX3" fmla="*/ 172397 w 1146264"/>
              <a:gd name="connsiteY3" fmla="*/ 683237 h 1544906"/>
              <a:gd name="connsiteX4" fmla="*/ 103336 w 1146264"/>
              <a:gd name="connsiteY4" fmla="*/ 396912 h 1544906"/>
              <a:gd name="connsiteX5" fmla="*/ 19735 w 1146264"/>
              <a:gd name="connsiteY5" fmla="*/ 39879 h 1544906"/>
              <a:gd name="connsiteX6" fmla="*/ 5196 w 1146264"/>
              <a:gd name="connsiteY6" fmla="*/ 75232 h 1544906"/>
              <a:gd name="connsiteX7" fmla="*/ 96067 w 1146264"/>
              <a:gd name="connsiteY7" fmla="*/ 481748 h 1544906"/>
              <a:gd name="connsiteX8" fmla="*/ 200264 w 1146264"/>
              <a:gd name="connsiteY8" fmla="*/ 916546 h 1544906"/>
              <a:gd name="connsiteX9" fmla="*/ 285076 w 1146264"/>
              <a:gd name="connsiteY9" fmla="*/ 1358413 h 1544906"/>
              <a:gd name="connsiteX10" fmla="*/ 341143 w 1146264"/>
              <a:gd name="connsiteY10" fmla="*/ 1503789 h 1544906"/>
              <a:gd name="connsiteX11" fmla="*/ 515216 w 1146264"/>
              <a:gd name="connsiteY11" fmla="*/ 1542400 h 1544906"/>
              <a:gd name="connsiteX12" fmla="*/ 579890 w 1146264"/>
              <a:gd name="connsiteY12" fmla="*/ 1470960 h 1544906"/>
              <a:gd name="connsiteX13" fmla="*/ 704052 w 1146264"/>
              <a:gd name="connsiteY13" fmla="*/ 1478941 h 1544906"/>
              <a:gd name="connsiteX14" fmla="*/ 876000 w 1146264"/>
              <a:gd name="connsiteY14" fmla="*/ 1466793 h 1544906"/>
              <a:gd name="connsiteX15" fmla="*/ 939679 w 1146264"/>
              <a:gd name="connsiteY15" fmla="*/ 1535330 h 1544906"/>
              <a:gd name="connsiteX16" fmla="*/ 1131422 w 1146264"/>
              <a:gd name="connsiteY16" fmla="*/ 1517682 h 1544906"/>
              <a:gd name="connsiteX17" fmla="*/ 1125645 w 1146264"/>
              <a:gd name="connsiteY17" fmla="*/ 1158817 h 1544906"/>
              <a:gd name="connsiteX18" fmla="*/ 953007 w 1146264"/>
              <a:gd name="connsiteY18" fmla="*/ 1152381 h 1544906"/>
              <a:gd name="connsiteX19" fmla="*/ 881182 w 1146264"/>
              <a:gd name="connsiteY19" fmla="*/ 1301851 h 1544906"/>
              <a:gd name="connsiteX20" fmla="*/ 855908 w 1146264"/>
              <a:gd name="connsiteY20" fmla="*/ 1311620 h 1544906"/>
              <a:gd name="connsiteX21" fmla="*/ 850892 w 1146264"/>
              <a:gd name="connsiteY21" fmla="*/ 1107429 h 1544906"/>
              <a:gd name="connsiteX22" fmla="*/ 793947 w 1146264"/>
              <a:gd name="connsiteY22" fmla="*/ 1100360 h 1544906"/>
              <a:gd name="connsiteX23" fmla="*/ 786440 w 1146264"/>
              <a:gd name="connsiteY23" fmla="*/ 1322225 h 1544906"/>
              <a:gd name="connsiteX24" fmla="*/ 685877 w 1146264"/>
              <a:gd name="connsiteY24" fmla="*/ 1345791 h 1544906"/>
              <a:gd name="connsiteX25" fmla="*/ 653401 w 1146264"/>
              <a:gd name="connsiteY25" fmla="*/ 1319525 h 1544906"/>
              <a:gd name="connsiteX26" fmla="*/ 638222 w 1146264"/>
              <a:gd name="connsiteY26" fmla="*/ 1105416 h 1544906"/>
              <a:gd name="connsiteX27" fmla="*/ 594034 w 1146264"/>
              <a:gd name="connsiteY27" fmla="*/ 1107429 h 1544906"/>
              <a:gd name="connsiteX28" fmla="*/ 582085 w 1146264"/>
              <a:gd name="connsiteY28" fmla="*/ 1324581 h 1544906"/>
              <a:gd name="connsiteX29" fmla="*/ 514408 w 1146264"/>
              <a:gd name="connsiteY29" fmla="*/ 1195978 h 1544906"/>
              <a:gd name="connsiteX30" fmla="*/ 340643 w 1146264"/>
              <a:gd name="connsiteY30" fmla="*/ 1139382 h 1544906"/>
              <a:gd name="connsiteX0" fmla="*/ 340643 w 1146264"/>
              <a:gd name="connsiteY0" fmla="*/ 1139382 h 1544906"/>
              <a:gd name="connsiteX1" fmla="*/ 299614 w 1146264"/>
              <a:gd name="connsiteY1" fmla="*/ 1277107 h 1544906"/>
              <a:gd name="connsiteX2" fmla="*/ 228130 w 1146264"/>
              <a:gd name="connsiteY2" fmla="*/ 920080 h 1544906"/>
              <a:gd name="connsiteX3" fmla="*/ 172397 w 1146264"/>
              <a:gd name="connsiteY3" fmla="*/ 683237 h 1544906"/>
              <a:gd name="connsiteX4" fmla="*/ 103336 w 1146264"/>
              <a:gd name="connsiteY4" fmla="*/ 396912 h 1544906"/>
              <a:gd name="connsiteX5" fmla="*/ 19735 w 1146264"/>
              <a:gd name="connsiteY5" fmla="*/ 39879 h 1544906"/>
              <a:gd name="connsiteX6" fmla="*/ 5196 w 1146264"/>
              <a:gd name="connsiteY6" fmla="*/ 75232 h 1544906"/>
              <a:gd name="connsiteX7" fmla="*/ 96067 w 1146264"/>
              <a:gd name="connsiteY7" fmla="*/ 481748 h 1544906"/>
              <a:gd name="connsiteX8" fmla="*/ 200264 w 1146264"/>
              <a:gd name="connsiteY8" fmla="*/ 916546 h 1544906"/>
              <a:gd name="connsiteX9" fmla="*/ 286288 w 1146264"/>
              <a:gd name="connsiteY9" fmla="*/ 1347808 h 1544906"/>
              <a:gd name="connsiteX10" fmla="*/ 341143 w 1146264"/>
              <a:gd name="connsiteY10" fmla="*/ 1503789 h 1544906"/>
              <a:gd name="connsiteX11" fmla="*/ 515216 w 1146264"/>
              <a:gd name="connsiteY11" fmla="*/ 1542400 h 1544906"/>
              <a:gd name="connsiteX12" fmla="*/ 579890 w 1146264"/>
              <a:gd name="connsiteY12" fmla="*/ 1470960 h 1544906"/>
              <a:gd name="connsiteX13" fmla="*/ 704052 w 1146264"/>
              <a:gd name="connsiteY13" fmla="*/ 1478941 h 1544906"/>
              <a:gd name="connsiteX14" fmla="*/ 876000 w 1146264"/>
              <a:gd name="connsiteY14" fmla="*/ 1466793 h 1544906"/>
              <a:gd name="connsiteX15" fmla="*/ 939679 w 1146264"/>
              <a:gd name="connsiteY15" fmla="*/ 1535330 h 1544906"/>
              <a:gd name="connsiteX16" fmla="*/ 1131422 w 1146264"/>
              <a:gd name="connsiteY16" fmla="*/ 1517682 h 1544906"/>
              <a:gd name="connsiteX17" fmla="*/ 1125645 w 1146264"/>
              <a:gd name="connsiteY17" fmla="*/ 1158817 h 1544906"/>
              <a:gd name="connsiteX18" fmla="*/ 953007 w 1146264"/>
              <a:gd name="connsiteY18" fmla="*/ 1152381 h 1544906"/>
              <a:gd name="connsiteX19" fmla="*/ 881182 w 1146264"/>
              <a:gd name="connsiteY19" fmla="*/ 1301851 h 1544906"/>
              <a:gd name="connsiteX20" fmla="*/ 855908 w 1146264"/>
              <a:gd name="connsiteY20" fmla="*/ 1311620 h 1544906"/>
              <a:gd name="connsiteX21" fmla="*/ 850892 w 1146264"/>
              <a:gd name="connsiteY21" fmla="*/ 1107429 h 1544906"/>
              <a:gd name="connsiteX22" fmla="*/ 793947 w 1146264"/>
              <a:gd name="connsiteY22" fmla="*/ 1100360 h 1544906"/>
              <a:gd name="connsiteX23" fmla="*/ 786440 w 1146264"/>
              <a:gd name="connsiteY23" fmla="*/ 1322225 h 1544906"/>
              <a:gd name="connsiteX24" fmla="*/ 685877 w 1146264"/>
              <a:gd name="connsiteY24" fmla="*/ 1345791 h 1544906"/>
              <a:gd name="connsiteX25" fmla="*/ 653401 w 1146264"/>
              <a:gd name="connsiteY25" fmla="*/ 1319525 h 1544906"/>
              <a:gd name="connsiteX26" fmla="*/ 638222 w 1146264"/>
              <a:gd name="connsiteY26" fmla="*/ 1105416 h 1544906"/>
              <a:gd name="connsiteX27" fmla="*/ 594034 w 1146264"/>
              <a:gd name="connsiteY27" fmla="*/ 1107429 h 1544906"/>
              <a:gd name="connsiteX28" fmla="*/ 582085 w 1146264"/>
              <a:gd name="connsiteY28" fmla="*/ 1324581 h 1544906"/>
              <a:gd name="connsiteX29" fmla="*/ 514408 w 1146264"/>
              <a:gd name="connsiteY29" fmla="*/ 1195978 h 1544906"/>
              <a:gd name="connsiteX30" fmla="*/ 340643 w 1146264"/>
              <a:gd name="connsiteY30" fmla="*/ 1139382 h 1544906"/>
              <a:gd name="connsiteX0" fmla="*/ 340643 w 1146264"/>
              <a:gd name="connsiteY0" fmla="*/ 1139382 h 1544906"/>
              <a:gd name="connsiteX1" fmla="*/ 299614 w 1146264"/>
              <a:gd name="connsiteY1" fmla="*/ 1277107 h 1544906"/>
              <a:gd name="connsiteX2" fmla="*/ 228130 w 1146264"/>
              <a:gd name="connsiteY2" fmla="*/ 920080 h 1544906"/>
              <a:gd name="connsiteX3" fmla="*/ 172397 w 1146264"/>
              <a:gd name="connsiteY3" fmla="*/ 683237 h 1544906"/>
              <a:gd name="connsiteX4" fmla="*/ 103336 w 1146264"/>
              <a:gd name="connsiteY4" fmla="*/ 396912 h 1544906"/>
              <a:gd name="connsiteX5" fmla="*/ 19735 w 1146264"/>
              <a:gd name="connsiteY5" fmla="*/ 39879 h 1544906"/>
              <a:gd name="connsiteX6" fmla="*/ 5196 w 1146264"/>
              <a:gd name="connsiteY6" fmla="*/ 75232 h 1544906"/>
              <a:gd name="connsiteX7" fmla="*/ 96067 w 1146264"/>
              <a:gd name="connsiteY7" fmla="*/ 481748 h 1544906"/>
              <a:gd name="connsiteX8" fmla="*/ 200264 w 1146264"/>
              <a:gd name="connsiteY8" fmla="*/ 916546 h 1544906"/>
              <a:gd name="connsiteX9" fmla="*/ 235400 w 1146264"/>
              <a:gd name="connsiteY9" fmla="*/ 1199343 h 1544906"/>
              <a:gd name="connsiteX10" fmla="*/ 286288 w 1146264"/>
              <a:gd name="connsiteY10" fmla="*/ 1347808 h 1544906"/>
              <a:gd name="connsiteX11" fmla="*/ 341143 w 1146264"/>
              <a:gd name="connsiteY11" fmla="*/ 1503789 h 1544906"/>
              <a:gd name="connsiteX12" fmla="*/ 515216 w 1146264"/>
              <a:gd name="connsiteY12" fmla="*/ 1542400 h 1544906"/>
              <a:gd name="connsiteX13" fmla="*/ 579890 w 1146264"/>
              <a:gd name="connsiteY13" fmla="*/ 1470960 h 1544906"/>
              <a:gd name="connsiteX14" fmla="*/ 704052 w 1146264"/>
              <a:gd name="connsiteY14" fmla="*/ 1478941 h 1544906"/>
              <a:gd name="connsiteX15" fmla="*/ 876000 w 1146264"/>
              <a:gd name="connsiteY15" fmla="*/ 1466793 h 1544906"/>
              <a:gd name="connsiteX16" fmla="*/ 939679 w 1146264"/>
              <a:gd name="connsiteY16" fmla="*/ 1535330 h 1544906"/>
              <a:gd name="connsiteX17" fmla="*/ 1131422 w 1146264"/>
              <a:gd name="connsiteY17" fmla="*/ 1517682 h 1544906"/>
              <a:gd name="connsiteX18" fmla="*/ 1125645 w 1146264"/>
              <a:gd name="connsiteY18" fmla="*/ 1158817 h 1544906"/>
              <a:gd name="connsiteX19" fmla="*/ 953007 w 1146264"/>
              <a:gd name="connsiteY19" fmla="*/ 1152381 h 1544906"/>
              <a:gd name="connsiteX20" fmla="*/ 881182 w 1146264"/>
              <a:gd name="connsiteY20" fmla="*/ 1301851 h 1544906"/>
              <a:gd name="connsiteX21" fmla="*/ 855908 w 1146264"/>
              <a:gd name="connsiteY21" fmla="*/ 1311620 h 1544906"/>
              <a:gd name="connsiteX22" fmla="*/ 850892 w 1146264"/>
              <a:gd name="connsiteY22" fmla="*/ 1107429 h 1544906"/>
              <a:gd name="connsiteX23" fmla="*/ 793947 w 1146264"/>
              <a:gd name="connsiteY23" fmla="*/ 1100360 h 1544906"/>
              <a:gd name="connsiteX24" fmla="*/ 786440 w 1146264"/>
              <a:gd name="connsiteY24" fmla="*/ 1322225 h 1544906"/>
              <a:gd name="connsiteX25" fmla="*/ 685877 w 1146264"/>
              <a:gd name="connsiteY25" fmla="*/ 1345791 h 1544906"/>
              <a:gd name="connsiteX26" fmla="*/ 653401 w 1146264"/>
              <a:gd name="connsiteY26" fmla="*/ 1319525 h 1544906"/>
              <a:gd name="connsiteX27" fmla="*/ 638222 w 1146264"/>
              <a:gd name="connsiteY27" fmla="*/ 1105416 h 1544906"/>
              <a:gd name="connsiteX28" fmla="*/ 594034 w 1146264"/>
              <a:gd name="connsiteY28" fmla="*/ 1107429 h 1544906"/>
              <a:gd name="connsiteX29" fmla="*/ 582085 w 1146264"/>
              <a:gd name="connsiteY29" fmla="*/ 1324581 h 1544906"/>
              <a:gd name="connsiteX30" fmla="*/ 514408 w 1146264"/>
              <a:gd name="connsiteY30" fmla="*/ 1195978 h 1544906"/>
              <a:gd name="connsiteX31" fmla="*/ 340643 w 1146264"/>
              <a:gd name="connsiteY31" fmla="*/ 1139382 h 1544906"/>
              <a:gd name="connsiteX0" fmla="*/ 340643 w 1146264"/>
              <a:gd name="connsiteY0" fmla="*/ 1139382 h 1544906"/>
              <a:gd name="connsiteX1" fmla="*/ 299614 w 1146264"/>
              <a:gd name="connsiteY1" fmla="*/ 1277107 h 1544906"/>
              <a:gd name="connsiteX2" fmla="*/ 228130 w 1146264"/>
              <a:gd name="connsiteY2" fmla="*/ 920080 h 1544906"/>
              <a:gd name="connsiteX3" fmla="*/ 172397 w 1146264"/>
              <a:gd name="connsiteY3" fmla="*/ 683237 h 1544906"/>
              <a:gd name="connsiteX4" fmla="*/ 103336 w 1146264"/>
              <a:gd name="connsiteY4" fmla="*/ 396912 h 1544906"/>
              <a:gd name="connsiteX5" fmla="*/ 19735 w 1146264"/>
              <a:gd name="connsiteY5" fmla="*/ 39879 h 1544906"/>
              <a:gd name="connsiteX6" fmla="*/ 5196 w 1146264"/>
              <a:gd name="connsiteY6" fmla="*/ 75232 h 1544906"/>
              <a:gd name="connsiteX7" fmla="*/ 96067 w 1146264"/>
              <a:gd name="connsiteY7" fmla="*/ 481748 h 1544906"/>
              <a:gd name="connsiteX8" fmla="*/ 173609 w 1146264"/>
              <a:gd name="connsiteY8" fmla="*/ 909477 h 1544906"/>
              <a:gd name="connsiteX9" fmla="*/ 235400 w 1146264"/>
              <a:gd name="connsiteY9" fmla="*/ 1199343 h 1544906"/>
              <a:gd name="connsiteX10" fmla="*/ 286288 w 1146264"/>
              <a:gd name="connsiteY10" fmla="*/ 1347808 h 1544906"/>
              <a:gd name="connsiteX11" fmla="*/ 341143 w 1146264"/>
              <a:gd name="connsiteY11" fmla="*/ 1503789 h 1544906"/>
              <a:gd name="connsiteX12" fmla="*/ 515216 w 1146264"/>
              <a:gd name="connsiteY12" fmla="*/ 1542400 h 1544906"/>
              <a:gd name="connsiteX13" fmla="*/ 579890 w 1146264"/>
              <a:gd name="connsiteY13" fmla="*/ 1470960 h 1544906"/>
              <a:gd name="connsiteX14" fmla="*/ 704052 w 1146264"/>
              <a:gd name="connsiteY14" fmla="*/ 1478941 h 1544906"/>
              <a:gd name="connsiteX15" fmla="*/ 876000 w 1146264"/>
              <a:gd name="connsiteY15" fmla="*/ 1466793 h 1544906"/>
              <a:gd name="connsiteX16" fmla="*/ 939679 w 1146264"/>
              <a:gd name="connsiteY16" fmla="*/ 1535330 h 1544906"/>
              <a:gd name="connsiteX17" fmla="*/ 1131422 w 1146264"/>
              <a:gd name="connsiteY17" fmla="*/ 1517682 h 1544906"/>
              <a:gd name="connsiteX18" fmla="*/ 1125645 w 1146264"/>
              <a:gd name="connsiteY18" fmla="*/ 1158817 h 1544906"/>
              <a:gd name="connsiteX19" fmla="*/ 953007 w 1146264"/>
              <a:gd name="connsiteY19" fmla="*/ 1152381 h 1544906"/>
              <a:gd name="connsiteX20" fmla="*/ 881182 w 1146264"/>
              <a:gd name="connsiteY20" fmla="*/ 1301851 h 1544906"/>
              <a:gd name="connsiteX21" fmla="*/ 855908 w 1146264"/>
              <a:gd name="connsiteY21" fmla="*/ 1311620 h 1544906"/>
              <a:gd name="connsiteX22" fmla="*/ 850892 w 1146264"/>
              <a:gd name="connsiteY22" fmla="*/ 1107429 h 1544906"/>
              <a:gd name="connsiteX23" fmla="*/ 793947 w 1146264"/>
              <a:gd name="connsiteY23" fmla="*/ 1100360 h 1544906"/>
              <a:gd name="connsiteX24" fmla="*/ 786440 w 1146264"/>
              <a:gd name="connsiteY24" fmla="*/ 1322225 h 1544906"/>
              <a:gd name="connsiteX25" fmla="*/ 685877 w 1146264"/>
              <a:gd name="connsiteY25" fmla="*/ 1345791 h 1544906"/>
              <a:gd name="connsiteX26" fmla="*/ 653401 w 1146264"/>
              <a:gd name="connsiteY26" fmla="*/ 1319525 h 1544906"/>
              <a:gd name="connsiteX27" fmla="*/ 638222 w 1146264"/>
              <a:gd name="connsiteY27" fmla="*/ 1105416 h 1544906"/>
              <a:gd name="connsiteX28" fmla="*/ 594034 w 1146264"/>
              <a:gd name="connsiteY28" fmla="*/ 1107429 h 1544906"/>
              <a:gd name="connsiteX29" fmla="*/ 582085 w 1146264"/>
              <a:gd name="connsiteY29" fmla="*/ 1324581 h 1544906"/>
              <a:gd name="connsiteX30" fmla="*/ 514408 w 1146264"/>
              <a:gd name="connsiteY30" fmla="*/ 1195978 h 1544906"/>
              <a:gd name="connsiteX31" fmla="*/ 340643 w 1146264"/>
              <a:gd name="connsiteY31" fmla="*/ 1139382 h 1544906"/>
              <a:gd name="connsiteX0" fmla="*/ 340643 w 1146264"/>
              <a:gd name="connsiteY0" fmla="*/ 1139382 h 1544906"/>
              <a:gd name="connsiteX1" fmla="*/ 299614 w 1146264"/>
              <a:gd name="connsiteY1" fmla="*/ 1277107 h 1544906"/>
              <a:gd name="connsiteX2" fmla="*/ 228130 w 1146264"/>
              <a:gd name="connsiteY2" fmla="*/ 920080 h 1544906"/>
              <a:gd name="connsiteX3" fmla="*/ 172397 w 1146264"/>
              <a:gd name="connsiteY3" fmla="*/ 683237 h 1544906"/>
              <a:gd name="connsiteX4" fmla="*/ 103336 w 1146264"/>
              <a:gd name="connsiteY4" fmla="*/ 396912 h 1544906"/>
              <a:gd name="connsiteX5" fmla="*/ 19735 w 1146264"/>
              <a:gd name="connsiteY5" fmla="*/ 39879 h 1544906"/>
              <a:gd name="connsiteX6" fmla="*/ 5196 w 1146264"/>
              <a:gd name="connsiteY6" fmla="*/ 75232 h 1544906"/>
              <a:gd name="connsiteX7" fmla="*/ 96067 w 1146264"/>
              <a:gd name="connsiteY7" fmla="*/ 481748 h 1544906"/>
              <a:gd name="connsiteX8" fmla="*/ 183302 w 1146264"/>
              <a:gd name="connsiteY8" fmla="*/ 877662 h 1544906"/>
              <a:gd name="connsiteX9" fmla="*/ 235400 w 1146264"/>
              <a:gd name="connsiteY9" fmla="*/ 1199343 h 1544906"/>
              <a:gd name="connsiteX10" fmla="*/ 286288 w 1146264"/>
              <a:gd name="connsiteY10" fmla="*/ 1347808 h 1544906"/>
              <a:gd name="connsiteX11" fmla="*/ 341143 w 1146264"/>
              <a:gd name="connsiteY11" fmla="*/ 1503789 h 1544906"/>
              <a:gd name="connsiteX12" fmla="*/ 515216 w 1146264"/>
              <a:gd name="connsiteY12" fmla="*/ 1542400 h 1544906"/>
              <a:gd name="connsiteX13" fmla="*/ 579890 w 1146264"/>
              <a:gd name="connsiteY13" fmla="*/ 1470960 h 1544906"/>
              <a:gd name="connsiteX14" fmla="*/ 704052 w 1146264"/>
              <a:gd name="connsiteY14" fmla="*/ 1478941 h 1544906"/>
              <a:gd name="connsiteX15" fmla="*/ 876000 w 1146264"/>
              <a:gd name="connsiteY15" fmla="*/ 1466793 h 1544906"/>
              <a:gd name="connsiteX16" fmla="*/ 939679 w 1146264"/>
              <a:gd name="connsiteY16" fmla="*/ 1535330 h 1544906"/>
              <a:gd name="connsiteX17" fmla="*/ 1131422 w 1146264"/>
              <a:gd name="connsiteY17" fmla="*/ 1517682 h 1544906"/>
              <a:gd name="connsiteX18" fmla="*/ 1125645 w 1146264"/>
              <a:gd name="connsiteY18" fmla="*/ 1158817 h 1544906"/>
              <a:gd name="connsiteX19" fmla="*/ 953007 w 1146264"/>
              <a:gd name="connsiteY19" fmla="*/ 1152381 h 1544906"/>
              <a:gd name="connsiteX20" fmla="*/ 881182 w 1146264"/>
              <a:gd name="connsiteY20" fmla="*/ 1301851 h 1544906"/>
              <a:gd name="connsiteX21" fmla="*/ 855908 w 1146264"/>
              <a:gd name="connsiteY21" fmla="*/ 1311620 h 1544906"/>
              <a:gd name="connsiteX22" fmla="*/ 850892 w 1146264"/>
              <a:gd name="connsiteY22" fmla="*/ 1107429 h 1544906"/>
              <a:gd name="connsiteX23" fmla="*/ 793947 w 1146264"/>
              <a:gd name="connsiteY23" fmla="*/ 1100360 h 1544906"/>
              <a:gd name="connsiteX24" fmla="*/ 786440 w 1146264"/>
              <a:gd name="connsiteY24" fmla="*/ 1322225 h 1544906"/>
              <a:gd name="connsiteX25" fmla="*/ 685877 w 1146264"/>
              <a:gd name="connsiteY25" fmla="*/ 1345791 h 1544906"/>
              <a:gd name="connsiteX26" fmla="*/ 653401 w 1146264"/>
              <a:gd name="connsiteY26" fmla="*/ 1319525 h 1544906"/>
              <a:gd name="connsiteX27" fmla="*/ 638222 w 1146264"/>
              <a:gd name="connsiteY27" fmla="*/ 1105416 h 1544906"/>
              <a:gd name="connsiteX28" fmla="*/ 594034 w 1146264"/>
              <a:gd name="connsiteY28" fmla="*/ 1107429 h 1544906"/>
              <a:gd name="connsiteX29" fmla="*/ 582085 w 1146264"/>
              <a:gd name="connsiteY29" fmla="*/ 1324581 h 1544906"/>
              <a:gd name="connsiteX30" fmla="*/ 514408 w 1146264"/>
              <a:gd name="connsiteY30" fmla="*/ 1195978 h 1544906"/>
              <a:gd name="connsiteX31" fmla="*/ 340643 w 1146264"/>
              <a:gd name="connsiteY31" fmla="*/ 1139382 h 1544906"/>
              <a:gd name="connsiteX0" fmla="*/ 340643 w 1146264"/>
              <a:gd name="connsiteY0" fmla="*/ 1139382 h 1544906"/>
              <a:gd name="connsiteX1" fmla="*/ 299614 w 1146264"/>
              <a:gd name="connsiteY1" fmla="*/ 1277107 h 1544906"/>
              <a:gd name="connsiteX2" fmla="*/ 262056 w 1146264"/>
              <a:gd name="connsiteY2" fmla="*/ 1174598 h 1544906"/>
              <a:gd name="connsiteX3" fmla="*/ 228130 w 1146264"/>
              <a:gd name="connsiteY3" fmla="*/ 920080 h 1544906"/>
              <a:gd name="connsiteX4" fmla="*/ 172397 w 1146264"/>
              <a:gd name="connsiteY4" fmla="*/ 683237 h 1544906"/>
              <a:gd name="connsiteX5" fmla="*/ 103336 w 1146264"/>
              <a:gd name="connsiteY5" fmla="*/ 396912 h 1544906"/>
              <a:gd name="connsiteX6" fmla="*/ 19735 w 1146264"/>
              <a:gd name="connsiteY6" fmla="*/ 39879 h 1544906"/>
              <a:gd name="connsiteX7" fmla="*/ 5196 w 1146264"/>
              <a:gd name="connsiteY7" fmla="*/ 75232 h 1544906"/>
              <a:gd name="connsiteX8" fmla="*/ 96067 w 1146264"/>
              <a:gd name="connsiteY8" fmla="*/ 481748 h 1544906"/>
              <a:gd name="connsiteX9" fmla="*/ 183302 w 1146264"/>
              <a:gd name="connsiteY9" fmla="*/ 877662 h 1544906"/>
              <a:gd name="connsiteX10" fmla="*/ 235400 w 1146264"/>
              <a:gd name="connsiteY10" fmla="*/ 1199343 h 1544906"/>
              <a:gd name="connsiteX11" fmla="*/ 286288 w 1146264"/>
              <a:gd name="connsiteY11" fmla="*/ 1347808 h 1544906"/>
              <a:gd name="connsiteX12" fmla="*/ 341143 w 1146264"/>
              <a:gd name="connsiteY12" fmla="*/ 1503789 h 1544906"/>
              <a:gd name="connsiteX13" fmla="*/ 515216 w 1146264"/>
              <a:gd name="connsiteY13" fmla="*/ 1542400 h 1544906"/>
              <a:gd name="connsiteX14" fmla="*/ 579890 w 1146264"/>
              <a:gd name="connsiteY14" fmla="*/ 1470960 h 1544906"/>
              <a:gd name="connsiteX15" fmla="*/ 704052 w 1146264"/>
              <a:gd name="connsiteY15" fmla="*/ 1478941 h 1544906"/>
              <a:gd name="connsiteX16" fmla="*/ 876000 w 1146264"/>
              <a:gd name="connsiteY16" fmla="*/ 1466793 h 1544906"/>
              <a:gd name="connsiteX17" fmla="*/ 939679 w 1146264"/>
              <a:gd name="connsiteY17" fmla="*/ 1535330 h 1544906"/>
              <a:gd name="connsiteX18" fmla="*/ 1131422 w 1146264"/>
              <a:gd name="connsiteY18" fmla="*/ 1517682 h 1544906"/>
              <a:gd name="connsiteX19" fmla="*/ 1125645 w 1146264"/>
              <a:gd name="connsiteY19" fmla="*/ 1158817 h 1544906"/>
              <a:gd name="connsiteX20" fmla="*/ 953007 w 1146264"/>
              <a:gd name="connsiteY20" fmla="*/ 1152381 h 1544906"/>
              <a:gd name="connsiteX21" fmla="*/ 881182 w 1146264"/>
              <a:gd name="connsiteY21" fmla="*/ 1301851 h 1544906"/>
              <a:gd name="connsiteX22" fmla="*/ 855908 w 1146264"/>
              <a:gd name="connsiteY22" fmla="*/ 1311620 h 1544906"/>
              <a:gd name="connsiteX23" fmla="*/ 850892 w 1146264"/>
              <a:gd name="connsiteY23" fmla="*/ 1107429 h 1544906"/>
              <a:gd name="connsiteX24" fmla="*/ 793947 w 1146264"/>
              <a:gd name="connsiteY24" fmla="*/ 1100360 h 1544906"/>
              <a:gd name="connsiteX25" fmla="*/ 786440 w 1146264"/>
              <a:gd name="connsiteY25" fmla="*/ 1322225 h 1544906"/>
              <a:gd name="connsiteX26" fmla="*/ 685877 w 1146264"/>
              <a:gd name="connsiteY26" fmla="*/ 1345791 h 1544906"/>
              <a:gd name="connsiteX27" fmla="*/ 653401 w 1146264"/>
              <a:gd name="connsiteY27" fmla="*/ 1319525 h 1544906"/>
              <a:gd name="connsiteX28" fmla="*/ 638222 w 1146264"/>
              <a:gd name="connsiteY28" fmla="*/ 1105416 h 1544906"/>
              <a:gd name="connsiteX29" fmla="*/ 594034 w 1146264"/>
              <a:gd name="connsiteY29" fmla="*/ 1107429 h 1544906"/>
              <a:gd name="connsiteX30" fmla="*/ 582085 w 1146264"/>
              <a:gd name="connsiteY30" fmla="*/ 1324581 h 1544906"/>
              <a:gd name="connsiteX31" fmla="*/ 514408 w 1146264"/>
              <a:gd name="connsiteY31" fmla="*/ 1195978 h 1544906"/>
              <a:gd name="connsiteX32" fmla="*/ 340643 w 1146264"/>
              <a:gd name="connsiteY32" fmla="*/ 1139382 h 1544906"/>
              <a:gd name="connsiteX0" fmla="*/ 340643 w 1146264"/>
              <a:gd name="connsiteY0" fmla="*/ 1139382 h 1544906"/>
              <a:gd name="connsiteX1" fmla="*/ 299614 w 1146264"/>
              <a:gd name="connsiteY1" fmla="*/ 1277107 h 1544906"/>
              <a:gd name="connsiteX2" fmla="*/ 253575 w 1146264"/>
              <a:gd name="connsiteY2" fmla="*/ 1149854 h 1544906"/>
              <a:gd name="connsiteX3" fmla="*/ 228130 w 1146264"/>
              <a:gd name="connsiteY3" fmla="*/ 920080 h 1544906"/>
              <a:gd name="connsiteX4" fmla="*/ 172397 w 1146264"/>
              <a:gd name="connsiteY4" fmla="*/ 683237 h 1544906"/>
              <a:gd name="connsiteX5" fmla="*/ 103336 w 1146264"/>
              <a:gd name="connsiteY5" fmla="*/ 396912 h 1544906"/>
              <a:gd name="connsiteX6" fmla="*/ 19735 w 1146264"/>
              <a:gd name="connsiteY6" fmla="*/ 39879 h 1544906"/>
              <a:gd name="connsiteX7" fmla="*/ 5196 w 1146264"/>
              <a:gd name="connsiteY7" fmla="*/ 75232 h 1544906"/>
              <a:gd name="connsiteX8" fmla="*/ 96067 w 1146264"/>
              <a:gd name="connsiteY8" fmla="*/ 481748 h 1544906"/>
              <a:gd name="connsiteX9" fmla="*/ 183302 w 1146264"/>
              <a:gd name="connsiteY9" fmla="*/ 877662 h 1544906"/>
              <a:gd name="connsiteX10" fmla="*/ 235400 w 1146264"/>
              <a:gd name="connsiteY10" fmla="*/ 1199343 h 1544906"/>
              <a:gd name="connsiteX11" fmla="*/ 286288 w 1146264"/>
              <a:gd name="connsiteY11" fmla="*/ 1347808 h 1544906"/>
              <a:gd name="connsiteX12" fmla="*/ 341143 w 1146264"/>
              <a:gd name="connsiteY12" fmla="*/ 1503789 h 1544906"/>
              <a:gd name="connsiteX13" fmla="*/ 515216 w 1146264"/>
              <a:gd name="connsiteY13" fmla="*/ 1542400 h 1544906"/>
              <a:gd name="connsiteX14" fmla="*/ 579890 w 1146264"/>
              <a:gd name="connsiteY14" fmla="*/ 1470960 h 1544906"/>
              <a:gd name="connsiteX15" fmla="*/ 704052 w 1146264"/>
              <a:gd name="connsiteY15" fmla="*/ 1478941 h 1544906"/>
              <a:gd name="connsiteX16" fmla="*/ 876000 w 1146264"/>
              <a:gd name="connsiteY16" fmla="*/ 1466793 h 1544906"/>
              <a:gd name="connsiteX17" fmla="*/ 939679 w 1146264"/>
              <a:gd name="connsiteY17" fmla="*/ 1535330 h 1544906"/>
              <a:gd name="connsiteX18" fmla="*/ 1131422 w 1146264"/>
              <a:gd name="connsiteY18" fmla="*/ 1517682 h 1544906"/>
              <a:gd name="connsiteX19" fmla="*/ 1125645 w 1146264"/>
              <a:gd name="connsiteY19" fmla="*/ 1158817 h 1544906"/>
              <a:gd name="connsiteX20" fmla="*/ 953007 w 1146264"/>
              <a:gd name="connsiteY20" fmla="*/ 1152381 h 1544906"/>
              <a:gd name="connsiteX21" fmla="*/ 881182 w 1146264"/>
              <a:gd name="connsiteY21" fmla="*/ 1301851 h 1544906"/>
              <a:gd name="connsiteX22" fmla="*/ 855908 w 1146264"/>
              <a:gd name="connsiteY22" fmla="*/ 1311620 h 1544906"/>
              <a:gd name="connsiteX23" fmla="*/ 850892 w 1146264"/>
              <a:gd name="connsiteY23" fmla="*/ 1107429 h 1544906"/>
              <a:gd name="connsiteX24" fmla="*/ 793947 w 1146264"/>
              <a:gd name="connsiteY24" fmla="*/ 1100360 h 1544906"/>
              <a:gd name="connsiteX25" fmla="*/ 786440 w 1146264"/>
              <a:gd name="connsiteY25" fmla="*/ 1322225 h 1544906"/>
              <a:gd name="connsiteX26" fmla="*/ 685877 w 1146264"/>
              <a:gd name="connsiteY26" fmla="*/ 1345791 h 1544906"/>
              <a:gd name="connsiteX27" fmla="*/ 653401 w 1146264"/>
              <a:gd name="connsiteY27" fmla="*/ 1319525 h 1544906"/>
              <a:gd name="connsiteX28" fmla="*/ 638222 w 1146264"/>
              <a:gd name="connsiteY28" fmla="*/ 1105416 h 1544906"/>
              <a:gd name="connsiteX29" fmla="*/ 594034 w 1146264"/>
              <a:gd name="connsiteY29" fmla="*/ 1107429 h 1544906"/>
              <a:gd name="connsiteX30" fmla="*/ 582085 w 1146264"/>
              <a:gd name="connsiteY30" fmla="*/ 1324581 h 1544906"/>
              <a:gd name="connsiteX31" fmla="*/ 514408 w 1146264"/>
              <a:gd name="connsiteY31" fmla="*/ 1195978 h 1544906"/>
              <a:gd name="connsiteX32" fmla="*/ 340643 w 1146264"/>
              <a:gd name="connsiteY32" fmla="*/ 1139382 h 1544906"/>
              <a:gd name="connsiteX0" fmla="*/ 340643 w 1146264"/>
              <a:gd name="connsiteY0" fmla="*/ 1139382 h 1544906"/>
              <a:gd name="connsiteX1" fmla="*/ 298402 w 1146264"/>
              <a:gd name="connsiteY1" fmla="*/ 1259432 h 1544906"/>
              <a:gd name="connsiteX2" fmla="*/ 253575 w 1146264"/>
              <a:gd name="connsiteY2" fmla="*/ 1149854 h 1544906"/>
              <a:gd name="connsiteX3" fmla="*/ 228130 w 1146264"/>
              <a:gd name="connsiteY3" fmla="*/ 920080 h 1544906"/>
              <a:gd name="connsiteX4" fmla="*/ 172397 w 1146264"/>
              <a:gd name="connsiteY4" fmla="*/ 683237 h 1544906"/>
              <a:gd name="connsiteX5" fmla="*/ 103336 w 1146264"/>
              <a:gd name="connsiteY5" fmla="*/ 396912 h 1544906"/>
              <a:gd name="connsiteX6" fmla="*/ 19735 w 1146264"/>
              <a:gd name="connsiteY6" fmla="*/ 39879 h 1544906"/>
              <a:gd name="connsiteX7" fmla="*/ 5196 w 1146264"/>
              <a:gd name="connsiteY7" fmla="*/ 75232 h 1544906"/>
              <a:gd name="connsiteX8" fmla="*/ 96067 w 1146264"/>
              <a:gd name="connsiteY8" fmla="*/ 481748 h 1544906"/>
              <a:gd name="connsiteX9" fmla="*/ 183302 w 1146264"/>
              <a:gd name="connsiteY9" fmla="*/ 877662 h 1544906"/>
              <a:gd name="connsiteX10" fmla="*/ 235400 w 1146264"/>
              <a:gd name="connsiteY10" fmla="*/ 1199343 h 1544906"/>
              <a:gd name="connsiteX11" fmla="*/ 286288 w 1146264"/>
              <a:gd name="connsiteY11" fmla="*/ 1347808 h 1544906"/>
              <a:gd name="connsiteX12" fmla="*/ 341143 w 1146264"/>
              <a:gd name="connsiteY12" fmla="*/ 1503789 h 1544906"/>
              <a:gd name="connsiteX13" fmla="*/ 515216 w 1146264"/>
              <a:gd name="connsiteY13" fmla="*/ 1542400 h 1544906"/>
              <a:gd name="connsiteX14" fmla="*/ 579890 w 1146264"/>
              <a:gd name="connsiteY14" fmla="*/ 1470960 h 1544906"/>
              <a:gd name="connsiteX15" fmla="*/ 704052 w 1146264"/>
              <a:gd name="connsiteY15" fmla="*/ 1478941 h 1544906"/>
              <a:gd name="connsiteX16" fmla="*/ 876000 w 1146264"/>
              <a:gd name="connsiteY16" fmla="*/ 1466793 h 1544906"/>
              <a:gd name="connsiteX17" fmla="*/ 939679 w 1146264"/>
              <a:gd name="connsiteY17" fmla="*/ 1535330 h 1544906"/>
              <a:gd name="connsiteX18" fmla="*/ 1131422 w 1146264"/>
              <a:gd name="connsiteY18" fmla="*/ 1517682 h 1544906"/>
              <a:gd name="connsiteX19" fmla="*/ 1125645 w 1146264"/>
              <a:gd name="connsiteY19" fmla="*/ 1158817 h 1544906"/>
              <a:gd name="connsiteX20" fmla="*/ 953007 w 1146264"/>
              <a:gd name="connsiteY20" fmla="*/ 1152381 h 1544906"/>
              <a:gd name="connsiteX21" fmla="*/ 881182 w 1146264"/>
              <a:gd name="connsiteY21" fmla="*/ 1301851 h 1544906"/>
              <a:gd name="connsiteX22" fmla="*/ 855908 w 1146264"/>
              <a:gd name="connsiteY22" fmla="*/ 1311620 h 1544906"/>
              <a:gd name="connsiteX23" fmla="*/ 850892 w 1146264"/>
              <a:gd name="connsiteY23" fmla="*/ 1107429 h 1544906"/>
              <a:gd name="connsiteX24" fmla="*/ 793947 w 1146264"/>
              <a:gd name="connsiteY24" fmla="*/ 1100360 h 1544906"/>
              <a:gd name="connsiteX25" fmla="*/ 786440 w 1146264"/>
              <a:gd name="connsiteY25" fmla="*/ 1322225 h 1544906"/>
              <a:gd name="connsiteX26" fmla="*/ 685877 w 1146264"/>
              <a:gd name="connsiteY26" fmla="*/ 1345791 h 1544906"/>
              <a:gd name="connsiteX27" fmla="*/ 653401 w 1146264"/>
              <a:gd name="connsiteY27" fmla="*/ 1319525 h 1544906"/>
              <a:gd name="connsiteX28" fmla="*/ 638222 w 1146264"/>
              <a:gd name="connsiteY28" fmla="*/ 1105416 h 1544906"/>
              <a:gd name="connsiteX29" fmla="*/ 594034 w 1146264"/>
              <a:gd name="connsiteY29" fmla="*/ 1107429 h 1544906"/>
              <a:gd name="connsiteX30" fmla="*/ 582085 w 1146264"/>
              <a:gd name="connsiteY30" fmla="*/ 1324581 h 1544906"/>
              <a:gd name="connsiteX31" fmla="*/ 514408 w 1146264"/>
              <a:gd name="connsiteY31" fmla="*/ 1195978 h 1544906"/>
              <a:gd name="connsiteX32" fmla="*/ 340643 w 1146264"/>
              <a:gd name="connsiteY32" fmla="*/ 1139382 h 1544906"/>
              <a:gd name="connsiteX0" fmla="*/ 340643 w 1146264"/>
              <a:gd name="connsiteY0" fmla="*/ 1139382 h 1544906"/>
              <a:gd name="connsiteX1" fmla="*/ 298402 w 1146264"/>
              <a:gd name="connsiteY1" fmla="*/ 1259432 h 1544906"/>
              <a:gd name="connsiteX2" fmla="*/ 253575 w 1146264"/>
              <a:gd name="connsiteY2" fmla="*/ 1149854 h 1544906"/>
              <a:gd name="connsiteX3" fmla="*/ 219649 w 1146264"/>
              <a:gd name="connsiteY3" fmla="*/ 870591 h 1544906"/>
              <a:gd name="connsiteX4" fmla="*/ 172397 w 1146264"/>
              <a:gd name="connsiteY4" fmla="*/ 683237 h 1544906"/>
              <a:gd name="connsiteX5" fmla="*/ 103336 w 1146264"/>
              <a:gd name="connsiteY5" fmla="*/ 396912 h 1544906"/>
              <a:gd name="connsiteX6" fmla="*/ 19735 w 1146264"/>
              <a:gd name="connsiteY6" fmla="*/ 39879 h 1544906"/>
              <a:gd name="connsiteX7" fmla="*/ 5196 w 1146264"/>
              <a:gd name="connsiteY7" fmla="*/ 75232 h 1544906"/>
              <a:gd name="connsiteX8" fmla="*/ 96067 w 1146264"/>
              <a:gd name="connsiteY8" fmla="*/ 481748 h 1544906"/>
              <a:gd name="connsiteX9" fmla="*/ 183302 w 1146264"/>
              <a:gd name="connsiteY9" fmla="*/ 877662 h 1544906"/>
              <a:gd name="connsiteX10" fmla="*/ 235400 w 1146264"/>
              <a:gd name="connsiteY10" fmla="*/ 1199343 h 1544906"/>
              <a:gd name="connsiteX11" fmla="*/ 286288 w 1146264"/>
              <a:gd name="connsiteY11" fmla="*/ 1347808 h 1544906"/>
              <a:gd name="connsiteX12" fmla="*/ 341143 w 1146264"/>
              <a:gd name="connsiteY12" fmla="*/ 1503789 h 1544906"/>
              <a:gd name="connsiteX13" fmla="*/ 515216 w 1146264"/>
              <a:gd name="connsiteY13" fmla="*/ 1542400 h 1544906"/>
              <a:gd name="connsiteX14" fmla="*/ 579890 w 1146264"/>
              <a:gd name="connsiteY14" fmla="*/ 1470960 h 1544906"/>
              <a:gd name="connsiteX15" fmla="*/ 704052 w 1146264"/>
              <a:gd name="connsiteY15" fmla="*/ 1478941 h 1544906"/>
              <a:gd name="connsiteX16" fmla="*/ 876000 w 1146264"/>
              <a:gd name="connsiteY16" fmla="*/ 1466793 h 1544906"/>
              <a:gd name="connsiteX17" fmla="*/ 939679 w 1146264"/>
              <a:gd name="connsiteY17" fmla="*/ 1535330 h 1544906"/>
              <a:gd name="connsiteX18" fmla="*/ 1131422 w 1146264"/>
              <a:gd name="connsiteY18" fmla="*/ 1517682 h 1544906"/>
              <a:gd name="connsiteX19" fmla="*/ 1125645 w 1146264"/>
              <a:gd name="connsiteY19" fmla="*/ 1158817 h 1544906"/>
              <a:gd name="connsiteX20" fmla="*/ 953007 w 1146264"/>
              <a:gd name="connsiteY20" fmla="*/ 1152381 h 1544906"/>
              <a:gd name="connsiteX21" fmla="*/ 881182 w 1146264"/>
              <a:gd name="connsiteY21" fmla="*/ 1301851 h 1544906"/>
              <a:gd name="connsiteX22" fmla="*/ 855908 w 1146264"/>
              <a:gd name="connsiteY22" fmla="*/ 1311620 h 1544906"/>
              <a:gd name="connsiteX23" fmla="*/ 850892 w 1146264"/>
              <a:gd name="connsiteY23" fmla="*/ 1107429 h 1544906"/>
              <a:gd name="connsiteX24" fmla="*/ 793947 w 1146264"/>
              <a:gd name="connsiteY24" fmla="*/ 1100360 h 1544906"/>
              <a:gd name="connsiteX25" fmla="*/ 786440 w 1146264"/>
              <a:gd name="connsiteY25" fmla="*/ 1322225 h 1544906"/>
              <a:gd name="connsiteX26" fmla="*/ 685877 w 1146264"/>
              <a:gd name="connsiteY26" fmla="*/ 1345791 h 1544906"/>
              <a:gd name="connsiteX27" fmla="*/ 653401 w 1146264"/>
              <a:gd name="connsiteY27" fmla="*/ 1319525 h 1544906"/>
              <a:gd name="connsiteX28" fmla="*/ 638222 w 1146264"/>
              <a:gd name="connsiteY28" fmla="*/ 1105416 h 1544906"/>
              <a:gd name="connsiteX29" fmla="*/ 594034 w 1146264"/>
              <a:gd name="connsiteY29" fmla="*/ 1107429 h 1544906"/>
              <a:gd name="connsiteX30" fmla="*/ 582085 w 1146264"/>
              <a:gd name="connsiteY30" fmla="*/ 1324581 h 1544906"/>
              <a:gd name="connsiteX31" fmla="*/ 514408 w 1146264"/>
              <a:gd name="connsiteY31" fmla="*/ 1195978 h 1544906"/>
              <a:gd name="connsiteX32" fmla="*/ 340643 w 1146264"/>
              <a:gd name="connsiteY32" fmla="*/ 1139382 h 1544906"/>
              <a:gd name="connsiteX0" fmla="*/ 340643 w 1146264"/>
              <a:gd name="connsiteY0" fmla="*/ 1139382 h 1544906"/>
              <a:gd name="connsiteX1" fmla="*/ 298402 w 1146264"/>
              <a:gd name="connsiteY1" fmla="*/ 1259432 h 1544906"/>
              <a:gd name="connsiteX2" fmla="*/ 253575 w 1146264"/>
              <a:gd name="connsiteY2" fmla="*/ 1149854 h 1544906"/>
              <a:gd name="connsiteX3" fmla="*/ 211168 w 1146264"/>
              <a:gd name="connsiteY3" fmla="*/ 867056 h 1544906"/>
              <a:gd name="connsiteX4" fmla="*/ 172397 w 1146264"/>
              <a:gd name="connsiteY4" fmla="*/ 683237 h 1544906"/>
              <a:gd name="connsiteX5" fmla="*/ 103336 w 1146264"/>
              <a:gd name="connsiteY5" fmla="*/ 396912 h 1544906"/>
              <a:gd name="connsiteX6" fmla="*/ 19735 w 1146264"/>
              <a:gd name="connsiteY6" fmla="*/ 39879 h 1544906"/>
              <a:gd name="connsiteX7" fmla="*/ 5196 w 1146264"/>
              <a:gd name="connsiteY7" fmla="*/ 75232 h 1544906"/>
              <a:gd name="connsiteX8" fmla="*/ 96067 w 1146264"/>
              <a:gd name="connsiteY8" fmla="*/ 481748 h 1544906"/>
              <a:gd name="connsiteX9" fmla="*/ 183302 w 1146264"/>
              <a:gd name="connsiteY9" fmla="*/ 877662 h 1544906"/>
              <a:gd name="connsiteX10" fmla="*/ 235400 w 1146264"/>
              <a:gd name="connsiteY10" fmla="*/ 1199343 h 1544906"/>
              <a:gd name="connsiteX11" fmla="*/ 286288 w 1146264"/>
              <a:gd name="connsiteY11" fmla="*/ 1347808 h 1544906"/>
              <a:gd name="connsiteX12" fmla="*/ 341143 w 1146264"/>
              <a:gd name="connsiteY12" fmla="*/ 1503789 h 1544906"/>
              <a:gd name="connsiteX13" fmla="*/ 515216 w 1146264"/>
              <a:gd name="connsiteY13" fmla="*/ 1542400 h 1544906"/>
              <a:gd name="connsiteX14" fmla="*/ 579890 w 1146264"/>
              <a:gd name="connsiteY14" fmla="*/ 1470960 h 1544906"/>
              <a:gd name="connsiteX15" fmla="*/ 704052 w 1146264"/>
              <a:gd name="connsiteY15" fmla="*/ 1478941 h 1544906"/>
              <a:gd name="connsiteX16" fmla="*/ 876000 w 1146264"/>
              <a:gd name="connsiteY16" fmla="*/ 1466793 h 1544906"/>
              <a:gd name="connsiteX17" fmla="*/ 939679 w 1146264"/>
              <a:gd name="connsiteY17" fmla="*/ 1535330 h 1544906"/>
              <a:gd name="connsiteX18" fmla="*/ 1131422 w 1146264"/>
              <a:gd name="connsiteY18" fmla="*/ 1517682 h 1544906"/>
              <a:gd name="connsiteX19" fmla="*/ 1125645 w 1146264"/>
              <a:gd name="connsiteY19" fmla="*/ 1158817 h 1544906"/>
              <a:gd name="connsiteX20" fmla="*/ 953007 w 1146264"/>
              <a:gd name="connsiteY20" fmla="*/ 1152381 h 1544906"/>
              <a:gd name="connsiteX21" fmla="*/ 881182 w 1146264"/>
              <a:gd name="connsiteY21" fmla="*/ 1301851 h 1544906"/>
              <a:gd name="connsiteX22" fmla="*/ 855908 w 1146264"/>
              <a:gd name="connsiteY22" fmla="*/ 1311620 h 1544906"/>
              <a:gd name="connsiteX23" fmla="*/ 850892 w 1146264"/>
              <a:gd name="connsiteY23" fmla="*/ 1107429 h 1544906"/>
              <a:gd name="connsiteX24" fmla="*/ 793947 w 1146264"/>
              <a:gd name="connsiteY24" fmla="*/ 1100360 h 1544906"/>
              <a:gd name="connsiteX25" fmla="*/ 786440 w 1146264"/>
              <a:gd name="connsiteY25" fmla="*/ 1322225 h 1544906"/>
              <a:gd name="connsiteX26" fmla="*/ 685877 w 1146264"/>
              <a:gd name="connsiteY26" fmla="*/ 1345791 h 1544906"/>
              <a:gd name="connsiteX27" fmla="*/ 653401 w 1146264"/>
              <a:gd name="connsiteY27" fmla="*/ 1319525 h 1544906"/>
              <a:gd name="connsiteX28" fmla="*/ 638222 w 1146264"/>
              <a:gd name="connsiteY28" fmla="*/ 1105416 h 1544906"/>
              <a:gd name="connsiteX29" fmla="*/ 594034 w 1146264"/>
              <a:gd name="connsiteY29" fmla="*/ 1107429 h 1544906"/>
              <a:gd name="connsiteX30" fmla="*/ 582085 w 1146264"/>
              <a:gd name="connsiteY30" fmla="*/ 1324581 h 1544906"/>
              <a:gd name="connsiteX31" fmla="*/ 514408 w 1146264"/>
              <a:gd name="connsiteY31" fmla="*/ 1195978 h 1544906"/>
              <a:gd name="connsiteX32" fmla="*/ 340643 w 1146264"/>
              <a:gd name="connsiteY32" fmla="*/ 1139382 h 1544906"/>
              <a:gd name="connsiteX0" fmla="*/ 340643 w 1146264"/>
              <a:gd name="connsiteY0" fmla="*/ 1139382 h 1544906"/>
              <a:gd name="connsiteX1" fmla="*/ 298402 w 1146264"/>
              <a:gd name="connsiteY1" fmla="*/ 1259432 h 1544906"/>
              <a:gd name="connsiteX2" fmla="*/ 253575 w 1146264"/>
              <a:gd name="connsiteY2" fmla="*/ 1149854 h 1544906"/>
              <a:gd name="connsiteX3" fmla="*/ 211168 w 1146264"/>
              <a:gd name="connsiteY3" fmla="*/ 867056 h 1544906"/>
              <a:gd name="connsiteX4" fmla="*/ 165127 w 1146264"/>
              <a:gd name="connsiteY4" fmla="*/ 676167 h 1544906"/>
              <a:gd name="connsiteX5" fmla="*/ 103336 w 1146264"/>
              <a:gd name="connsiteY5" fmla="*/ 396912 h 1544906"/>
              <a:gd name="connsiteX6" fmla="*/ 19735 w 1146264"/>
              <a:gd name="connsiteY6" fmla="*/ 39879 h 1544906"/>
              <a:gd name="connsiteX7" fmla="*/ 5196 w 1146264"/>
              <a:gd name="connsiteY7" fmla="*/ 75232 h 1544906"/>
              <a:gd name="connsiteX8" fmla="*/ 96067 w 1146264"/>
              <a:gd name="connsiteY8" fmla="*/ 481748 h 1544906"/>
              <a:gd name="connsiteX9" fmla="*/ 183302 w 1146264"/>
              <a:gd name="connsiteY9" fmla="*/ 877662 h 1544906"/>
              <a:gd name="connsiteX10" fmla="*/ 235400 w 1146264"/>
              <a:gd name="connsiteY10" fmla="*/ 1199343 h 1544906"/>
              <a:gd name="connsiteX11" fmla="*/ 286288 w 1146264"/>
              <a:gd name="connsiteY11" fmla="*/ 1347808 h 1544906"/>
              <a:gd name="connsiteX12" fmla="*/ 341143 w 1146264"/>
              <a:gd name="connsiteY12" fmla="*/ 1503789 h 1544906"/>
              <a:gd name="connsiteX13" fmla="*/ 515216 w 1146264"/>
              <a:gd name="connsiteY13" fmla="*/ 1542400 h 1544906"/>
              <a:gd name="connsiteX14" fmla="*/ 579890 w 1146264"/>
              <a:gd name="connsiteY14" fmla="*/ 1470960 h 1544906"/>
              <a:gd name="connsiteX15" fmla="*/ 704052 w 1146264"/>
              <a:gd name="connsiteY15" fmla="*/ 1478941 h 1544906"/>
              <a:gd name="connsiteX16" fmla="*/ 876000 w 1146264"/>
              <a:gd name="connsiteY16" fmla="*/ 1466793 h 1544906"/>
              <a:gd name="connsiteX17" fmla="*/ 939679 w 1146264"/>
              <a:gd name="connsiteY17" fmla="*/ 1535330 h 1544906"/>
              <a:gd name="connsiteX18" fmla="*/ 1131422 w 1146264"/>
              <a:gd name="connsiteY18" fmla="*/ 1517682 h 1544906"/>
              <a:gd name="connsiteX19" fmla="*/ 1125645 w 1146264"/>
              <a:gd name="connsiteY19" fmla="*/ 1158817 h 1544906"/>
              <a:gd name="connsiteX20" fmla="*/ 953007 w 1146264"/>
              <a:gd name="connsiteY20" fmla="*/ 1152381 h 1544906"/>
              <a:gd name="connsiteX21" fmla="*/ 881182 w 1146264"/>
              <a:gd name="connsiteY21" fmla="*/ 1301851 h 1544906"/>
              <a:gd name="connsiteX22" fmla="*/ 855908 w 1146264"/>
              <a:gd name="connsiteY22" fmla="*/ 1311620 h 1544906"/>
              <a:gd name="connsiteX23" fmla="*/ 850892 w 1146264"/>
              <a:gd name="connsiteY23" fmla="*/ 1107429 h 1544906"/>
              <a:gd name="connsiteX24" fmla="*/ 793947 w 1146264"/>
              <a:gd name="connsiteY24" fmla="*/ 1100360 h 1544906"/>
              <a:gd name="connsiteX25" fmla="*/ 786440 w 1146264"/>
              <a:gd name="connsiteY25" fmla="*/ 1322225 h 1544906"/>
              <a:gd name="connsiteX26" fmla="*/ 685877 w 1146264"/>
              <a:gd name="connsiteY26" fmla="*/ 1345791 h 1544906"/>
              <a:gd name="connsiteX27" fmla="*/ 653401 w 1146264"/>
              <a:gd name="connsiteY27" fmla="*/ 1319525 h 1544906"/>
              <a:gd name="connsiteX28" fmla="*/ 638222 w 1146264"/>
              <a:gd name="connsiteY28" fmla="*/ 1105416 h 1544906"/>
              <a:gd name="connsiteX29" fmla="*/ 594034 w 1146264"/>
              <a:gd name="connsiteY29" fmla="*/ 1107429 h 1544906"/>
              <a:gd name="connsiteX30" fmla="*/ 582085 w 1146264"/>
              <a:gd name="connsiteY30" fmla="*/ 1324581 h 1544906"/>
              <a:gd name="connsiteX31" fmla="*/ 514408 w 1146264"/>
              <a:gd name="connsiteY31" fmla="*/ 1195978 h 1544906"/>
              <a:gd name="connsiteX32" fmla="*/ 340643 w 1146264"/>
              <a:gd name="connsiteY32" fmla="*/ 1139382 h 1544906"/>
              <a:gd name="connsiteX0" fmla="*/ 340643 w 1204695"/>
              <a:gd name="connsiteY0" fmla="*/ 1139382 h 1544906"/>
              <a:gd name="connsiteX1" fmla="*/ 298402 w 1204695"/>
              <a:gd name="connsiteY1" fmla="*/ 1259432 h 1544906"/>
              <a:gd name="connsiteX2" fmla="*/ 253575 w 1204695"/>
              <a:gd name="connsiteY2" fmla="*/ 1149854 h 1544906"/>
              <a:gd name="connsiteX3" fmla="*/ 211168 w 1204695"/>
              <a:gd name="connsiteY3" fmla="*/ 867056 h 1544906"/>
              <a:gd name="connsiteX4" fmla="*/ 165127 w 1204695"/>
              <a:gd name="connsiteY4" fmla="*/ 676167 h 1544906"/>
              <a:gd name="connsiteX5" fmla="*/ 103336 w 1204695"/>
              <a:gd name="connsiteY5" fmla="*/ 396912 h 1544906"/>
              <a:gd name="connsiteX6" fmla="*/ 19735 w 1204695"/>
              <a:gd name="connsiteY6" fmla="*/ 39879 h 1544906"/>
              <a:gd name="connsiteX7" fmla="*/ 5196 w 1204695"/>
              <a:gd name="connsiteY7" fmla="*/ 75232 h 1544906"/>
              <a:gd name="connsiteX8" fmla="*/ 96067 w 1204695"/>
              <a:gd name="connsiteY8" fmla="*/ 481748 h 1544906"/>
              <a:gd name="connsiteX9" fmla="*/ 183302 w 1204695"/>
              <a:gd name="connsiteY9" fmla="*/ 877662 h 1544906"/>
              <a:gd name="connsiteX10" fmla="*/ 235400 w 1204695"/>
              <a:gd name="connsiteY10" fmla="*/ 1199343 h 1544906"/>
              <a:gd name="connsiteX11" fmla="*/ 286288 w 1204695"/>
              <a:gd name="connsiteY11" fmla="*/ 1347808 h 1544906"/>
              <a:gd name="connsiteX12" fmla="*/ 341143 w 1204695"/>
              <a:gd name="connsiteY12" fmla="*/ 1503789 h 1544906"/>
              <a:gd name="connsiteX13" fmla="*/ 515216 w 1204695"/>
              <a:gd name="connsiteY13" fmla="*/ 1542400 h 1544906"/>
              <a:gd name="connsiteX14" fmla="*/ 579890 w 1204695"/>
              <a:gd name="connsiteY14" fmla="*/ 1470960 h 1544906"/>
              <a:gd name="connsiteX15" fmla="*/ 704052 w 1204695"/>
              <a:gd name="connsiteY15" fmla="*/ 1478941 h 1544906"/>
              <a:gd name="connsiteX16" fmla="*/ 876000 w 1204695"/>
              <a:gd name="connsiteY16" fmla="*/ 1466793 h 1544906"/>
              <a:gd name="connsiteX17" fmla="*/ 939679 w 1204695"/>
              <a:gd name="connsiteY17" fmla="*/ 1535330 h 1544906"/>
              <a:gd name="connsiteX18" fmla="*/ 1131422 w 1204695"/>
              <a:gd name="connsiteY18" fmla="*/ 1517682 h 1544906"/>
              <a:gd name="connsiteX19" fmla="*/ 1204679 w 1204695"/>
              <a:gd name="connsiteY19" fmla="*/ 997851 h 1544906"/>
              <a:gd name="connsiteX20" fmla="*/ 1125645 w 1204695"/>
              <a:gd name="connsiteY20" fmla="*/ 1158817 h 1544906"/>
              <a:gd name="connsiteX21" fmla="*/ 953007 w 1204695"/>
              <a:gd name="connsiteY21" fmla="*/ 1152381 h 1544906"/>
              <a:gd name="connsiteX22" fmla="*/ 881182 w 1204695"/>
              <a:gd name="connsiteY22" fmla="*/ 1301851 h 1544906"/>
              <a:gd name="connsiteX23" fmla="*/ 855908 w 1204695"/>
              <a:gd name="connsiteY23" fmla="*/ 1311620 h 1544906"/>
              <a:gd name="connsiteX24" fmla="*/ 850892 w 1204695"/>
              <a:gd name="connsiteY24" fmla="*/ 1107429 h 1544906"/>
              <a:gd name="connsiteX25" fmla="*/ 793947 w 1204695"/>
              <a:gd name="connsiteY25" fmla="*/ 1100360 h 1544906"/>
              <a:gd name="connsiteX26" fmla="*/ 786440 w 1204695"/>
              <a:gd name="connsiteY26" fmla="*/ 1322225 h 1544906"/>
              <a:gd name="connsiteX27" fmla="*/ 685877 w 1204695"/>
              <a:gd name="connsiteY27" fmla="*/ 1345791 h 1544906"/>
              <a:gd name="connsiteX28" fmla="*/ 653401 w 1204695"/>
              <a:gd name="connsiteY28" fmla="*/ 1319525 h 1544906"/>
              <a:gd name="connsiteX29" fmla="*/ 638222 w 1204695"/>
              <a:gd name="connsiteY29" fmla="*/ 1105416 h 1544906"/>
              <a:gd name="connsiteX30" fmla="*/ 594034 w 1204695"/>
              <a:gd name="connsiteY30" fmla="*/ 1107429 h 1544906"/>
              <a:gd name="connsiteX31" fmla="*/ 582085 w 1204695"/>
              <a:gd name="connsiteY31" fmla="*/ 1324581 h 1544906"/>
              <a:gd name="connsiteX32" fmla="*/ 514408 w 1204695"/>
              <a:gd name="connsiteY32" fmla="*/ 1195978 h 1544906"/>
              <a:gd name="connsiteX33" fmla="*/ 340643 w 1204695"/>
              <a:gd name="connsiteY33" fmla="*/ 1139382 h 1544906"/>
              <a:gd name="connsiteX0" fmla="*/ 340643 w 1291874"/>
              <a:gd name="connsiteY0" fmla="*/ 1139382 h 1544906"/>
              <a:gd name="connsiteX1" fmla="*/ 298402 w 1291874"/>
              <a:gd name="connsiteY1" fmla="*/ 1259432 h 1544906"/>
              <a:gd name="connsiteX2" fmla="*/ 253575 w 1291874"/>
              <a:gd name="connsiteY2" fmla="*/ 1149854 h 1544906"/>
              <a:gd name="connsiteX3" fmla="*/ 211168 w 1291874"/>
              <a:gd name="connsiteY3" fmla="*/ 867056 h 1544906"/>
              <a:gd name="connsiteX4" fmla="*/ 165127 w 1291874"/>
              <a:gd name="connsiteY4" fmla="*/ 676167 h 1544906"/>
              <a:gd name="connsiteX5" fmla="*/ 103336 w 1291874"/>
              <a:gd name="connsiteY5" fmla="*/ 396912 h 1544906"/>
              <a:gd name="connsiteX6" fmla="*/ 19735 w 1291874"/>
              <a:gd name="connsiteY6" fmla="*/ 39879 h 1544906"/>
              <a:gd name="connsiteX7" fmla="*/ 5196 w 1291874"/>
              <a:gd name="connsiteY7" fmla="*/ 75232 h 1544906"/>
              <a:gd name="connsiteX8" fmla="*/ 96067 w 1291874"/>
              <a:gd name="connsiteY8" fmla="*/ 481748 h 1544906"/>
              <a:gd name="connsiteX9" fmla="*/ 183302 w 1291874"/>
              <a:gd name="connsiteY9" fmla="*/ 877662 h 1544906"/>
              <a:gd name="connsiteX10" fmla="*/ 235400 w 1291874"/>
              <a:gd name="connsiteY10" fmla="*/ 1199343 h 1544906"/>
              <a:gd name="connsiteX11" fmla="*/ 286288 w 1291874"/>
              <a:gd name="connsiteY11" fmla="*/ 1347808 h 1544906"/>
              <a:gd name="connsiteX12" fmla="*/ 341143 w 1291874"/>
              <a:gd name="connsiteY12" fmla="*/ 1503789 h 1544906"/>
              <a:gd name="connsiteX13" fmla="*/ 515216 w 1291874"/>
              <a:gd name="connsiteY13" fmla="*/ 1542400 h 1544906"/>
              <a:gd name="connsiteX14" fmla="*/ 579890 w 1291874"/>
              <a:gd name="connsiteY14" fmla="*/ 1470960 h 1544906"/>
              <a:gd name="connsiteX15" fmla="*/ 704052 w 1291874"/>
              <a:gd name="connsiteY15" fmla="*/ 1478941 h 1544906"/>
              <a:gd name="connsiteX16" fmla="*/ 876000 w 1291874"/>
              <a:gd name="connsiteY16" fmla="*/ 1466793 h 1544906"/>
              <a:gd name="connsiteX17" fmla="*/ 939679 w 1291874"/>
              <a:gd name="connsiteY17" fmla="*/ 1535330 h 1544906"/>
              <a:gd name="connsiteX18" fmla="*/ 1131422 w 1291874"/>
              <a:gd name="connsiteY18" fmla="*/ 1517682 h 1544906"/>
              <a:gd name="connsiteX19" fmla="*/ 1290702 w 1291874"/>
              <a:gd name="connsiteY19" fmla="*/ 389842 h 1544906"/>
              <a:gd name="connsiteX20" fmla="*/ 1204679 w 1291874"/>
              <a:gd name="connsiteY20" fmla="*/ 997851 h 1544906"/>
              <a:gd name="connsiteX21" fmla="*/ 1125645 w 1291874"/>
              <a:gd name="connsiteY21" fmla="*/ 1158817 h 1544906"/>
              <a:gd name="connsiteX22" fmla="*/ 953007 w 1291874"/>
              <a:gd name="connsiteY22" fmla="*/ 1152381 h 1544906"/>
              <a:gd name="connsiteX23" fmla="*/ 881182 w 1291874"/>
              <a:gd name="connsiteY23" fmla="*/ 1301851 h 1544906"/>
              <a:gd name="connsiteX24" fmla="*/ 855908 w 1291874"/>
              <a:gd name="connsiteY24" fmla="*/ 1311620 h 1544906"/>
              <a:gd name="connsiteX25" fmla="*/ 850892 w 1291874"/>
              <a:gd name="connsiteY25" fmla="*/ 1107429 h 1544906"/>
              <a:gd name="connsiteX26" fmla="*/ 793947 w 1291874"/>
              <a:gd name="connsiteY26" fmla="*/ 1100360 h 1544906"/>
              <a:gd name="connsiteX27" fmla="*/ 786440 w 1291874"/>
              <a:gd name="connsiteY27" fmla="*/ 1322225 h 1544906"/>
              <a:gd name="connsiteX28" fmla="*/ 685877 w 1291874"/>
              <a:gd name="connsiteY28" fmla="*/ 1345791 h 1544906"/>
              <a:gd name="connsiteX29" fmla="*/ 653401 w 1291874"/>
              <a:gd name="connsiteY29" fmla="*/ 1319525 h 1544906"/>
              <a:gd name="connsiteX30" fmla="*/ 638222 w 1291874"/>
              <a:gd name="connsiteY30" fmla="*/ 1105416 h 1544906"/>
              <a:gd name="connsiteX31" fmla="*/ 594034 w 1291874"/>
              <a:gd name="connsiteY31" fmla="*/ 1107429 h 1544906"/>
              <a:gd name="connsiteX32" fmla="*/ 582085 w 1291874"/>
              <a:gd name="connsiteY32" fmla="*/ 1324581 h 1544906"/>
              <a:gd name="connsiteX33" fmla="*/ 514408 w 1291874"/>
              <a:gd name="connsiteY33" fmla="*/ 1195978 h 1544906"/>
              <a:gd name="connsiteX34" fmla="*/ 340643 w 1291874"/>
              <a:gd name="connsiteY34" fmla="*/ 1139382 h 1544906"/>
              <a:gd name="connsiteX0" fmla="*/ 340643 w 1354019"/>
              <a:gd name="connsiteY0" fmla="*/ 1139382 h 1544906"/>
              <a:gd name="connsiteX1" fmla="*/ 298402 w 1354019"/>
              <a:gd name="connsiteY1" fmla="*/ 1259432 h 1544906"/>
              <a:gd name="connsiteX2" fmla="*/ 253575 w 1354019"/>
              <a:gd name="connsiteY2" fmla="*/ 1149854 h 1544906"/>
              <a:gd name="connsiteX3" fmla="*/ 211168 w 1354019"/>
              <a:gd name="connsiteY3" fmla="*/ 867056 h 1544906"/>
              <a:gd name="connsiteX4" fmla="*/ 165127 w 1354019"/>
              <a:gd name="connsiteY4" fmla="*/ 676167 h 1544906"/>
              <a:gd name="connsiteX5" fmla="*/ 103336 w 1354019"/>
              <a:gd name="connsiteY5" fmla="*/ 396912 h 1544906"/>
              <a:gd name="connsiteX6" fmla="*/ 19735 w 1354019"/>
              <a:gd name="connsiteY6" fmla="*/ 39879 h 1544906"/>
              <a:gd name="connsiteX7" fmla="*/ 5196 w 1354019"/>
              <a:gd name="connsiteY7" fmla="*/ 75232 h 1544906"/>
              <a:gd name="connsiteX8" fmla="*/ 96067 w 1354019"/>
              <a:gd name="connsiteY8" fmla="*/ 481748 h 1544906"/>
              <a:gd name="connsiteX9" fmla="*/ 183302 w 1354019"/>
              <a:gd name="connsiteY9" fmla="*/ 877662 h 1544906"/>
              <a:gd name="connsiteX10" fmla="*/ 235400 w 1354019"/>
              <a:gd name="connsiteY10" fmla="*/ 1199343 h 1544906"/>
              <a:gd name="connsiteX11" fmla="*/ 286288 w 1354019"/>
              <a:gd name="connsiteY11" fmla="*/ 1347808 h 1544906"/>
              <a:gd name="connsiteX12" fmla="*/ 341143 w 1354019"/>
              <a:gd name="connsiteY12" fmla="*/ 1503789 h 1544906"/>
              <a:gd name="connsiteX13" fmla="*/ 515216 w 1354019"/>
              <a:gd name="connsiteY13" fmla="*/ 1542400 h 1544906"/>
              <a:gd name="connsiteX14" fmla="*/ 579890 w 1354019"/>
              <a:gd name="connsiteY14" fmla="*/ 1470960 h 1544906"/>
              <a:gd name="connsiteX15" fmla="*/ 704052 w 1354019"/>
              <a:gd name="connsiteY15" fmla="*/ 1478941 h 1544906"/>
              <a:gd name="connsiteX16" fmla="*/ 876000 w 1354019"/>
              <a:gd name="connsiteY16" fmla="*/ 1466793 h 1544906"/>
              <a:gd name="connsiteX17" fmla="*/ 939679 w 1354019"/>
              <a:gd name="connsiteY17" fmla="*/ 1535330 h 1544906"/>
              <a:gd name="connsiteX18" fmla="*/ 1131422 w 1354019"/>
              <a:gd name="connsiteY18" fmla="*/ 1517682 h 1544906"/>
              <a:gd name="connsiteX19" fmla="*/ 1348859 w 1354019"/>
              <a:gd name="connsiteY19" fmla="*/ 135326 h 1544906"/>
              <a:gd name="connsiteX20" fmla="*/ 1290702 w 1354019"/>
              <a:gd name="connsiteY20" fmla="*/ 389842 h 1544906"/>
              <a:gd name="connsiteX21" fmla="*/ 1204679 w 1354019"/>
              <a:gd name="connsiteY21" fmla="*/ 997851 h 1544906"/>
              <a:gd name="connsiteX22" fmla="*/ 1125645 w 1354019"/>
              <a:gd name="connsiteY22" fmla="*/ 1158817 h 1544906"/>
              <a:gd name="connsiteX23" fmla="*/ 953007 w 1354019"/>
              <a:gd name="connsiteY23" fmla="*/ 1152381 h 1544906"/>
              <a:gd name="connsiteX24" fmla="*/ 881182 w 1354019"/>
              <a:gd name="connsiteY24" fmla="*/ 1301851 h 1544906"/>
              <a:gd name="connsiteX25" fmla="*/ 855908 w 1354019"/>
              <a:gd name="connsiteY25" fmla="*/ 1311620 h 1544906"/>
              <a:gd name="connsiteX26" fmla="*/ 850892 w 1354019"/>
              <a:gd name="connsiteY26" fmla="*/ 1107429 h 1544906"/>
              <a:gd name="connsiteX27" fmla="*/ 793947 w 1354019"/>
              <a:gd name="connsiteY27" fmla="*/ 1100360 h 1544906"/>
              <a:gd name="connsiteX28" fmla="*/ 786440 w 1354019"/>
              <a:gd name="connsiteY28" fmla="*/ 1322225 h 1544906"/>
              <a:gd name="connsiteX29" fmla="*/ 685877 w 1354019"/>
              <a:gd name="connsiteY29" fmla="*/ 1345791 h 1544906"/>
              <a:gd name="connsiteX30" fmla="*/ 653401 w 1354019"/>
              <a:gd name="connsiteY30" fmla="*/ 1319525 h 1544906"/>
              <a:gd name="connsiteX31" fmla="*/ 638222 w 1354019"/>
              <a:gd name="connsiteY31" fmla="*/ 1105416 h 1544906"/>
              <a:gd name="connsiteX32" fmla="*/ 594034 w 1354019"/>
              <a:gd name="connsiteY32" fmla="*/ 1107429 h 1544906"/>
              <a:gd name="connsiteX33" fmla="*/ 582085 w 1354019"/>
              <a:gd name="connsiteY33" fmla="*/ 1324581 h 1544906"/>
              <a:gd name="connsiteX34" fmla="*/ 514408 w 1354019"/>
              <a:gd name="connsiteY34" fmla="*/ 1195978 h 1544906"/>
              <a:gd name="connsiteX35" fmla="*/ 340643 w 1354019"/>
              <a:gd name="connsiteY35" fmla="*/ 1139382 h 1544906"/>
              <a:gd name="connsiteX0" fmla="*/ 340643 w 1371116"/>
              <a:gd name="connsiteY0" fmla="*/ 1139382 h 1544906"/>
              <a:gd name="connsiteX1" fmla="*/ 298402 w 1371116"/>
              <a:gd name="connsiteY1" fmla="*/ 1259432 h 1544906"/>
              <a:gd name="connsiteX2" fmla="*/ 253575 w 1371116"/>
              <a:gd name="connsiteY2" fmla="*/ 1149854 h 1544906"/>
              <a:gd name="connsiteX3" fmla="*/ 211168 w 1371116"/>
              <a:gd name="connsiteY3" fmla="*/ 867056 h 1544906"/>
              <a:gd name="connsiteX4" fmla="*/ 165127 w 1371116"/>
              <a:gd name="connsiteY4" fmla="*/ 676167 h 1544906"/>
              <a:gd name="connsiteX5" fmla="*/ 103336 w 1371116"/>
              <a:gd name="connsiteY5" fmla="*/ 396912 h 1544906"/>
              <a:gd name="connsiteX6" fmla="*/ 19735 w 1371116"/>
              <a:gd name="connsiteY6" fmla="*/ 39879 h 1544906"/>
              <a:gd name="connsiteX7" fmla="*/ 5196 w 1371116"/>
              <a:gd name="connsiteY7" fmla="*/ 75232 h 1544906"/>
              <a:gd name="connsiteX8" fmla="*/ 96067 w 1371116"/>
              <a:gd name="connsiteY8" fmla="*/ 481748 h 1544906"/>
              <a:gd name="connsiteX9" fmla="*/ 183302 w 1371116"/>
              <a:gd name="connsiteY9" fmla="*/ 877662 h 1544906"/>
              <a:gd name="connsiteX10" fmla="*/ 235400 w 1371116"/>
              <a:gd name="connsiteY10" fmla="*/ 1199343 h 1544906"/>
              <a:gd name="connsiteX11" fmla="*/ 286288 w 1371116"/>
              <a:gd name="connsiteY11" fmla="*/ 1347808 h 1544906"/>
              <a:gd name="connsiteX12" fmla="*/ 341143 w 1371116"/>
              <a:gd name="connsiteY12" fmla="*/ 1503789 h 1544906"/>
              <a:gd name="connsiteX13" fmla="*/ 515216 w 1371116"/>
              <a:gd name="connsiteY13" fmla="*/ 1542400 h 1544906"/>
              <a:gd name="connsiteX14" fmla="*/ 579890 w 1371116"/>
              <a:gd name="connsiteY14" fmla="*/ 1470960 h 1544906"/>
              <a:gd name="connsiteX15" fmla="*/ 704052 w 1371116"/>
              <a:gd name="connsiteY15" fmla="*/ 1478941 h 1544906"/>
              <a:gd name="connsiteX16" fmla="*/ 876000 w 1371116"/>
              <a:gd name="connsiteY16" fmla="*/ 1466793 h 1544906"/>
              <a:gd name="connsiteX17" fmla="*/ 939679 w 1371116"/>
              <a:gd name="connsiteY17" fmla="*/ 1535330 h 1544906"/>
              <a:gd name="connsiteX18" fmla="*/ 1131422 w 1371116"/>
              <a:gd name="connsiteY18" fmla="*/ 1517682 h 1544906"/>
              <a:gd name="connsiteX19" fmla="*/ 1356128 w 1371116"/>
              <a:gd name="connsiteY19" fmla="*/ 198955 h 1544906"/>
              <a:gd name="connsiteX20" fmla="*/ 1348859 w 1371116"/>
              <a:gd name="connsiteY20" fmla="*/ 135326 h 1544906"/>
              <a:gd name="connsiteX21" fmla="*/ 1290702 w 1371116"/>
              <a:gd name="connsiteY21" fmla="*/ 389842 h 1544906"/>
              <a:gd name="connsiteX22" fmla="*/ 1204679 w 1371116"/>
              <a:gd name="connsiteY22" fmla="*/ 997851 h 1544906"/>
              <a:gd name="connsiteX23" fmla="*/ 1125645 w 1371116"/>
              <a:gd name="connsiteY23" fmla="*/ 1158817 h 1544906"/>
              <a:gd name="connsiteX24" fmla="*/ 953007 w 1371116"/>
              <a:gd name="connsiteY24" fmla="*/ 1152381 h 1544906"/>
              <a:gd name="connsiteX25" fmla="*/ 881182 w 1371116"/>
              <a:gd name="connsiteY25" fmla="*/ 1301851 h 1544906"/>
              <a:gd name="connsiteX26" fmla="*/ 855908 w 1371116"/>
              <a:gd name="connsiteY26" fmla="*/ 1311620 h 1544906"/>
              <a:gd name="connsiteX27" fmla="*/ 850892 w 1371116"/>
              <a:gd name="connsiteY27" fmla="*/ 1107429 h 1544906"/>
              <a:gd name="connsiteX28" fmla="*/ 793947 w 1371116"/>
              <a:gd name="connsiteY28" fmla="*/ 1100360 h 1544906"/>
              <a:gd name="connsiteX29" fmla="*/ 786440 w 1371116"/>
              <a:gd name="connsiteY29" fmla="*/ 1322225 h 1544906"/>
              <a:gd name="connsiteX30" fmla="*/ 685877 w 1371116"/>
              <a:gd name="connsiteY30" fmla="*/ 1345791 h 1544906"/>
              <a:gd name="connsiteX31" fmla="*/ 653401 w 1371116"/>
              <a:gd name="connsiteY31" fmla="*/ 1319525 h 1544906"/>
              <a:gd name="connsiteX32" fmla="*/ 638222 w 1371116"/>
              <a:gd name="connsiteY32" fmla="*/ 1105416 h 1544906"/>
              <a:gd name="connsiteX33" fmla="*/ 594034 w 1371116"/>
              <a:gd name="connsiteY33" fmla="*/ 1107429 h 1544906"/>
              <a:gd name="connsiteX34" fmla="*/ 582085 w 1371116"/>
              <a:gd name="connsiteY34" fmla="*/ 1324581 h 1544906"/>
              <a:gd name="connsiteX35" fmla="*/ 514408 w 1371116"/>
              <a:gd name="connsiteY35" fmla="*/ 1195978 h 1544906"/>
              <a:gd name="connsiteX36" fmla="*/ 340643 w 1371116"/>
              <a:gd name="connsiteY36" fmla="*/ 1139382 h 1544906"/>
              <a:gd name="connsiteX0" fmla="*/ 340643 w 1371116"/>
              <a:gd name="connsiteY0" fmla="*/ 1139382 h 1544906"/>
              <a:gd name="connsiteX1" fmla="*/ 298402 w 1371116"/>
              <a:gd name="connsiteY1" fmla="*/ 1259432 h 1544906"/>
              <a:gd name="connsiteX2" fmla="*/ 253575 w 1371116"/>
              <a:gd name="connsiteY2" fmla="*/ 1149854 h 1544906"/>
              <a:gd name="connsiteX3" fmla="*/ 211168 w 1371116"/>
              <a:gd name="connsiteY3" fmla="*/ 867056 h 1544906"/>
              <a:gd name="connsiteX4" fmla="*/ 165127 w 1371116"/>
              <a:gd name="connsiteY4" fmla="*/ 676167 h 1544906"/>
              <a:gd name="connsiteX5" fmla="*/ 103336 w 1371116"/>
              <a:gd name="connsiteY5" fmla="*/ 396912 h 1544906"/>
              <a:gd name="connsiteX6" fmla="*/ 19735 w 1371116"/>
              <a:gd name="connsiteY6" fmla="*/ 39879 h 1544906"/>
              <a:gd name="connsiteX7" fmla="*/ 5196 w 1371116"/>
              <a:gd name="connsiteY7" fmla="*/ 75232 h 1544906"/>
              <a:gd name="connsiteX8" fmla="*/ 96067 w 1371116"/>
              <a:gd name="connsiteY8" fmla="*/ 481748 h 1544906"/>
              <a:gd name="connsiteX9" fmla="*/ 183302 w 1371116"/>
              <a:gd name="connsiteY9" fmla="*/ 877662 h 1544906"/>
              <a:gd name="connsiteX10" fmla="*/ 235400 w 1371116"/>
              <a:gd name="connsiteY10" fmla="*/ 1199343 h 1544906"/>
              <a:gd name="connsiteX11" fmla="*/ 286288 w 1371116"/>
              <a:gd name="connsiteY11" fmla="*/ 1347808 h 1544906"/>
              <a:gd name="connsiteX12" fmla="*/ 341143 w 1371116"/>
              <a:gd name="connsiteY12" fmla="*/ 1503789 h 1544906"/>
              <a:gd name="connsiteX13" fmla="*/ 515216 w 1371116"/>
              <a:gd name="connsiteY13" fmla="*/ 1542400 h 1544906"/>
              <a:gd name="connsiteX14" fmla="*/ 579890 w 1371116"/>
              <a:gd name="connsiteY14" fmla="*/ 1470960 h 1544906"/>
              <a:gd name="connsiteX15" fmla="*/ 704052 w 1371116"/>
              <a:gd name="connsiteY15" fmla="*/ 1478941 h 1544906"/>
              <a:gd name="connsiteX16" fmla="*/ 876000 w 1371116"/>
              <a:gd name="connsiteY16" fmla="*/ 1466793 h 1544906"/>
              <a:gd name="connsiteX17" fmla="*/ 939679 w 1371116"/>
              <a:gd name="connsiteY17" fmla="*/ 1535330 h 1544906"/>
              <a:gd name="connsiteX18" fmla="*/ 1131422 w 1371116"/>
              <a:gd name="connsiteY18" fmla="*/ 1517682 h 1544906"/>
              <a:gd name="connsiteX19" fmla="*/ 1356128 w 1371116"/>
              <a:gd name="connsiteY19" fmla="*/ 198955 h 1544906"/>
              <a:gd name="connsiteX20" fmla="*/ 1348859 w 1371116"/>
              <a:gd name="connsiteY20" fmla="*/ 135326 h 1544906"/>
              <a:gd name="connsiteX21" fmla="*/ 1266470 w 1371116"/>
              <a:gd name="connsiteY21" fmla="*/ 633753 h 1544906"/>
              <a:gd name="connsiteX22" fmla="*/ 1204679 w 1371116"/>
              <a:gd name="connsiteY22" fmla="*/ 997851 h 1544906"/>
              <a:gd name="connsiteX23" fmla="*/ 1125645 w 1371116"/>
              <a:gd name="connsiteY23" fmla="*/ 1158817 h 1544906"/>
              <a:gd name="connsiteX24" fmla="*/ 953007 w 1371116"/>
              <a:gd name="connsiteY24" fmla="*/ 1152381 h 1544906"/>
              <a:gd name="connsiteX25" fmla="*/ 881182 w 1371116"/>
              <a:gd name="connsiteY25" fmla="*/ 1301851 h 1544906"/>
              <a:gd name="connsiteX26" fmla="*/ 855908 w 1371116"/>
              <a:gd name="connsiteY26" fmla="*/ 1311620 h 1544906"/>
              <a:gd name="connsiteX27" fmla="*/ 850892 w 1371116"/>
              <a:gd name="connsiteY27" fmla="*/ 1107429 h 1544906"/>
              <a:gd name="connsiteX28" fmla="*/ 793947 w 1371116"/>
              <a:gd name="connsiteY28" fmla="*/ 1100360 h 1544906"/>
              <a:gd name="connsiteX29" fmla="*/ 786440 w 1371116"/>
              <a:gd name="connsiteY29" fmla="*/ 1322225 h 1544906"/>
              <a:gd name="connsiteX30" fmla="*/ 685877 w 1371116"/>
              <a:gd name="connsiteY30" fmla="*/ 1345791 h 1544906"/>
              <a:gd name="connsiteX31" fmla="*/ 653401 w 1371116"/>
              <a:gd name="connsiteY31" fmla="*/ 1319525 h 1544906"/>
              <a:gd name="connsiteX32" fmla="*/ 638222 w 1371116"/>
              <a:gd name="connsiteY32" fmla="*/ 1105416 h 1544906"/>
              <a:gd name="connsiteX33" fmla="*/ 594034 w 1371116"/>
              <a:gd name="connsiteY33" fmla="*/ 1107429 h 1544906"/>
              <a:gd name="connsiteX34" fmla="*/ 582085 w 1371116"/>
              <a:gd name="connsiteY34" fmla="*/ 1324581 h 1544906"/>
              <a:gd name="connsiteX35" fmla="*/ 514408 w 1371116"/>
              <a:gd name="connsiteY35" fmla="*/ 1195978 h 1544906"/>
              <a:gd name="connsiteX36" fmla="*/ 340643 w 1371116"/>
              <a:gd name="connsiteY36" fmla="*/ 1139382 h 1544906"/>
              <a:gd name="connsiteX0" fmla="*/ 340643 w 1361061"/>
              <a:gd name="connsiteY0" fmla="*/ 1139382 h 1544906"/>
              <a:gd name="connsiteX1" fmla="*/ 298402 w 1361061"/>
              <a:gd name="connsiteY1" fmla="*/ 1259432 h 1544906"/>
              <a:gd name="connsiteX2" fmla="*/ 253575 w 1361061"/>
              <a:gd name="connsiteY2" fmla="*/ 1149854 h 1544906"/>
              <a:gd name="connsiteX3" fmla="*/ 211168 w 1361061"/>
              <a:gd name="connsiteY3" fmla="*/ 867056 h 1544906"/>
              <a:gd name="connsiteX4" fmla="*/ 165127 w 1361061"/>
              <a:gd name="connsiteY4" fmla="*/ 676167 h 1544906"/>
              <a:gd name="connsiteX5" fmla="*/ 103336 w 1361061"/>
              <a:gd name="connsiteY5" fmla="*/ 396912 h 1544906"/>
              <a:gd name="connsiteX6" fmla="*/ 19735 w 1361061"/>
              <a:gd name="connsiteY6" fmla="*/ 39879 h 1544906"/>
              <a:gd name="connsiteX7" fmla="*/ 5196 w 1361061"/>
              <a:gd name="connsiteY7" fmla="*/ 75232 h 1544906"/>
              <a:gd name="connsiteX8" fmla="*/ 96067 w 1361061"/>
              <a:gd name="connsiteY8" fmla="*/ 481748 h 1544906"/>
              <a:gd name="connsiteX9" fmla="*/ 183302 w 1361061"/>
              <a:gd name="connsiteY9" fmla="*/ 877662 h 1544906"/>
              <a:gd name="connsiteX10" fmla="*/ 235400 w 1361061"/>
              <a:gd name="connsiteY10" fmla="*/ 1199343 h 1544906"/>
              <a:gd name="connsiteX11" fmla="*/ 286288 w 1361061"/>
              <a:gd name="connsiteY11" fmla="*/ 1347808 h 1544906"/>
              <a:gd name="connsiteX12" fmla="*/ 341143 w 1361061"/>
              <a:gd name="connsiteY12" fmla="*/ 1503789 h 1544906"/>
              <a:gd name="connsiteX13" fmla="*/ 515216 w 1361061"/>
              <a:gd name="connsiteY13" fmla="*/ 1542400 h 1544906"/>
              <a:gd name="connsiteX14" fmla="*/ 579890 w 1361061"/>
              <a:gd name="connsiteY14" fmla="*/ 1470960 h 1544906"/>
              <a:gd name="connsiteX15" fmla="*/ 704052 w 1361061"/>
              <a:gd name="connsiteY15" fmla="*/ 1478941 h 1544906"/>
              <a:gd name="connsiteX16" fmla="*/ 876000 w 1361061"/>
              <a:gd name="connsiteY16" fmla="*/ 1466793 h 1544906"/>
              <a:gd name="connsiteX17" fmla="*/ 939679 w 1361061"/>
              <a:gd name="connsiteY17" fmla="*/ 1535330 h 1544906"/>
              <a:gd name="connsiteX18" fmla="*/ 1131422 w 1361061"/>
              <a:gd name="connsiteY18" fmla="*/ 1517682 h 1544906"/>
              <a:gd name="connsiteX19" fmla="*/ 1276163 w 1361061"/>
              <a:gd name="connsiteY19" fmla="*/ 778685 h 1544906"/>
              <a:gd name="connsiteX20" fmla="*/ 1356128 w 1361061"/>
              <a:gd name="connsiteY20" fmla="*/ 198955 h 1544906"/>
              <a:gd name="connsiteX21" fmla="*/ 1348859 w 1361061"/>
              <a:gd name="connsiteY21" fmla="*/ 135326 h 1544906"/>
              <a:gd name="connsiteX22" fmla="*/ 1266470 w 1361061"/>
              <a:gd name="connsiteY22" fmla="*/ 633753 h 1544906"/>
              <a:gd name="connsiteX23" fmla="*/ 1204679 w 1361061"/>
              <a:gd name="connsiteY23" fmla="*/ 997851 h 1544906"/>
              <a:gd name="connsiteX24" fmla="*/ 1125645 w 1361061"/>
              <a:gd name="connsiteY24" fmla="*/ 1158817 h 1544906"/>
              <a:gd name="connsiteX25" fmla="*/ 953007 w 1361061"/>
              <a:gd name="connsiteY25" fmla="*/ 1152381 h 1544906"/>
              <a:gd name="connsiteX26" fmla="*/ 881182 w 1361061"/>
              <a:gd name="connsiteY26" fmla="*/ 1301851 h 1544906"/>
              <a:gd name="connsiteX27" fmla="*/ 855908 w 1361061"/>
              <a:gd name="connsiteY27" fmla="*/ 1311620 h 1544906"/>
              <a:gd name="connsiteX28" fmla="*/ 850892 w 1361061"/>
              <a:gd name="connsiteY28" fmla="*/ 1107429 h 1544906"/>
              <a:gd name="connsiteX29" fmla="*/ 793947 w 1361061"/>
              <a:gd name="connsiteY29" fmla="*/ 1100360 h 1544906"/>
              <a:gd name="connsiteX30" fmla="*/ 786440 w 1361061"/>
              <a:gd name="connsiteY30" fmla="*/ 1322225 h 1544906"/>
              <a:gd name="connsiteX31" fmla="*/ 685877 w 1361061"/>
              <a:gd name="connsiteY31" fmla="*/ 1345791 h 1544906"/>
              <a:gd name="connsiteX32" fmla="*/ 653401 w 1361061"/>
              <a:gd name="connsiteY32" fmla="*/ 1319525 h 1544906"/>
              <a:gd name="connsiteX33" fmla="*/ 638222 w 1361061"/>
              <a:gd name="connsiteY33" fmla="*/ 1105416 h 1544906"/>
              <a:gd name="connsiteX34" fmla="*/ 594034 w 1361061"/>
              <a:gd name="connsiteY34" fmla="*/ 1107429 h 1544906"/>
              <a:gd name="connsiteX35" fmla="*/ 582085 w 1361061"/>
              <a:gd name="connsiteY35" fmla="*/ 1324581 h 1544906"/>
              <a:gd name="connsiteX36" fmla="*/ 514408 w 1361061"/>
              <a:gd name="connsiteY36" fmla="*/ 1195978 h 1544906"/>
              <a:gd name="connsiteX37" fmla="*/ 340643 w 1361061"/>
              <a:gd name="connsiteY37" fmla="*/ 1139382 h 1544906"/>
              <a:gd name="connsiteX0" fmla="*/ 340643 w 1361061"/>
              <a:gd name="connsiteY0" fmla="*/ 1139382 h 1544906"/>
              <a:gd name="connsiteX1" fmla="*/ 298402 w 1361061"/>
              <a:gd name="connsiteY1" fmla="*/ 1259432 h 1544906"/>
              <a:gd name="connsiteX2" fmla="*/ 253575 w 1361061"/>
              <a:gd name="connsiteY2" fmla="*/ 1149854 h 1544906"/>
              <a:gd name="connsiteX3" fmla="*/ 211168 w 1361061"/>
              <a:gd name="connsiteY3" fmla="*/ 867056 h 1544906"/>
              <a:gd name="connsiteX4" fmla="*/ 165127 w 1361061"/>
              <a:gd name="connsiteY4" fmla="*/ 676167 h 1544906"/>
              <a:gd name="connsiteX5" fmla="*/ 103336 w 1361061"/>
              <a:gd name="connsiteY5" fmla="*/ 396912 h 1544906"/>
              <a:gd name="connsiteX6" fmla="*/ 19735 w 1361061"/>
              <a:gd name="connsiteY6" fmla="*/ 39879 h 1544906"/>
              <a:gd name="connsiteX7" fmla="*/ 5196 w 1361061"/>
              <a:gd name="connsiteY7" fmla="*/ 75232 h 1544906"/>
              <a:gd name="connsiteX8" fmla="*/ 96067 w 1361061"/>
              <a:gd name="connsiteY8" fmla="*/ 481748 h 1544906"/>
              <a:gd name="connsiteX9" fmla="*/ 183302 w 1361061"/>
              <a:gd name="connsiteY9" fmla="*/ 877662 h 1544906"/>
              <a:gd name="connsiteX10" fmla="*/ 235400 w 1361061"/>
              <a:gd name="connsiteY10" fmla="*/ 1199343 h 1544906"/>
              <a:gd name="connsiteX11" fmla="*/ 286288 w 1361061"/>
              <a:gd name="connsiteY11" fmla="*/ 1347808 h 1544906"/>
              <a:gd name="connsiteX12" fmla="*/ 341143 w 1361061"/>
              <a:gd name="connsiteY12" fmla="*/ 1503789 h 1544906"/>
              <a:gd name="connsiteX13" fmla="*/ 515216 w 1361061"/>
              <a:gd name="connsiteY13" fmla="*/ 1542400 h 1544906"/>
              <a:gd name="connsiteX14" fmla="*/ 579890 w 1361061"/>
              <a:gd name="connsiteY14" fmla="*/ 1470960 h 1544906"/>
              <a:gd name="connsiteX15" fmla="*/ 704052 w 1361061"/>
              <a:gd name="connsiteY15" fmla="*/ 1478941 h 1544906"/>
              <a:gd name="connsiteX16" fmla="*/ 876000 w 1361061"/>
              <a:gd name="connsiteY16" fmla="*/ 1466793 h 1544906"/>
              <a:gd name="connsiteX17" fmla="*/ 939679 w 1361061"/>
              <a:gd name="connsiteY17" fmla="*/ 1535330 h 1544906"/>
              <a:gd name="connsiteX18" fmla="*/ 1131422 w 1361061"/>
              <a:gd name="connsiteY18" fmla="*/ 1517682 h 1544906"/>
              <a:gd name="connsiteX19" fmla="*/ 1239815 w 1361061"/>
              <a:gd name="connsiteY19" fmla="*/ 1181668 h 1544906"/>
              <a:gd name="connsiteX20" fmla="*/ 1276163 w 1361061"/>
              <a:gd name="connsiteY20" fmla="*/ 778685 h 1544906"/>
              <a:gd name="connsiteX21" fmla="*/ 1356128 w 1361061"/>
              <a:gd name="connsiteY21" fmla="*/ 198955 h 1544906"/>
              <a:gd name="connsiteX22" fmla="*/ 1348859 w 1361061"/>
              <a:gd name="connsiteY22" fmla="*/ 135326 h 1544906"/>
              <a:gd name="connsiteX23" fmla="*/ 1266470 w 1361061"/>
              <a:gd name="connsiteY23" fmla="*/ 633753 h 1544906"/>
              <a:gd name="connsiteX24" fmla="*/ 1204679 w 1361061"/>
              <a:gd name="connsiteY24" fmla="*/ 997851 h 1544906"/>
              <a:gd name="connsiteX25" fmla="*/ 1125645 w 1361061"/>
              <a:gd name="connsiteY25" fmla="*/ 1158817 h 1544906"/>
              <a:gd name="connsiteX26" fmla="*/ 953007 w 1361061"/>
              <a:gd name="connsiteY26" fmla="*/ 1152381 h 1544906"/>
              <a:gd name="connsiteX27" fmla="*/ 881182 w 1361061"/>
              <a:gd name="connsiteY27" fmla="*/ 1301851 h 1544906"/>
              <a:gd name="connsiteX28" fmla="*/ 855908 w 1361061"/>
              <a:gd name="connsiteY28" fmla="*/ 1311620 h 1544906"/>
              <a:gd name="connsiteX29" fmla="*/ 850892 w 1361061"/>
              <a:gd name="connsiteY29" fmla="*/ 1107429 h 1544906"/>
              <a:gd name="connsiteX30" fmla="*/ 793947 w 1361061"/>
              <a:gd name="connsiteY30" fmla="*/ 1100360 h 1544906"/>
              <a:gd name="connsiteX31" fmla="*/ 786440 w 1361061"/>
              <a:gd name="connsiteY31" fmla="*/ 1322225 h 1544906"/>
              <a:gd name="connsiteX32" fmla="*/ 685877 w 1361061"/>
              <a:gd name="connsiteY32" fmla="*/ 1345791 h 1544906"/>
              <a:gd name="connsiteX33" fmla="*/ 653401 w 1361061"/>
              <a:gd name="connsiteY33" fmla="*/ 1319525 h 1544906"/>
              <a:gd name="connsiteX34" fmla="*/ 638222 w 1361061"/>
              <a:gd name="connsiteY34" fmla="*/ 1105416 h 1544906"/>
              <a:gd name="connsiteX35" fmla="*/ 594034 w 1361061"/>
              <a:gd name="connsiteY35" fmla="*/ 1107429 h 1544906"/>
              <a:gd name="connsiteX36" fmla="*/ 582085 w 1361061"/>
              <a:gd name="connsiteY36" fmla="*/ 1324581 h 1544906"/>
              <a:gd name="connsiteX37" fmla="*/ 514408 w 1361061"/>
              <a:gd name="connsiteY37" fmla="*/ 1195978 h 1544906"/>
              <a:gd name="connsiteX38" fmla="*/ 340643 w 1361061"/>
              <a:gd name="connsiteY38" fmla="*/ 1139382 h 1544906"/>
              <a:gd name="connsiteX0" fmla="*/ 340643 w 1361061"/>
              <a:gd name="connsiteY0" fmla="*/ 1139382 h 1544906"/>
              <a:gd name="connsiteX1" fmla="*/ 298402 w 1361061"/>
              <a:gd name="connsiteY1" fmla="*/ 1259432 h 1544906"/>
              <a:gd name="connsiteX2" fmla="*/ 253575 w 1361061"/>
              <a:gd name="connsiteY2" fmla="*/ 1149854 h 1544906"/>
              <a:gd name="connsiteX3" fmla="*/ 211168 w 1361061"/>
              <a:gd name="connsiteY3" fmla="*/ 867056 h 1544906"/>
              <a:gd name="connsiteX4" fmla="*/ 165127 w 1361061"/>
              <a:gd name="connsiteY4" fmla="*/ 676167 h 1544906"/>
              <a:gd name="connsiteX5" fmla="*/ 103336 w 1361061"/>
              <a:gd name="connsiteY5" fmla="*/ 396912 h 1544906"/>
              <a:gd name="connsiteX6" fmla="*/ 19735 w 1361061"/>
              <a:gd name="connsiteY6" fmla="*/ 39879 h 1544906"/>
              <a:gd name="connsiteX7" fmla="*/ 5196 w 1361061"/>
              <a:gd name="connsiteY7" fmla="*/ 75232 h 1544906"/>
              <a:gd name="connsiteX8" fmla="*/ 96067 w 1361061"/>
              <a:gd name="connsiteY8" fmla="*/ 481748 h 1544906"/>
              <a:gd name="connsiteX9" fmla="*/ 183302 w 1361061"/>
              <a:gd name="connsiteY9" fmla="*/ 877662 h 1544906"/>
              <a:gd name="connsiteX10" fmla="*/ 235400 w 1361061"/>
              <a:gd name="connsiteY10" fmla="*/ 1199343 h 1544906"/>
              <a:gd name="connsiteX11" fmla="*/ 286288 w 1361061"/>
              <a:gd name="connsiteY11" fmla="*/ 1347808 h 1544906"/>
              <a:gd name="connsiteX12" fmla="*/ 341143 w 1361061"/>
              <a:gd name="connsiteY12" fmla="*/ 1503789 h 1544906"/>
              <a:gd name="connsiteX13" fmla="*/ 515216 w 1361061"/>
              <a:gd name="connsiteY13" fmla="*/ 1542400 h 1544906"/>
              <a:gd name="connsiteX14" fmla="*/ 579890 w 1361061"/>
              <a:gd name="connsiteY14" fmla="*/ 1470960 h 1544906"/>
              <a:gd name="connsiteX15" fmla="*/ 704052 w 1361061"/>
              <a:gd name="connsiteY15" fmla="*/ 1478941 h 1544906"/>
              <a:gd name="connsiteX16" fmla="*/ 876000 w 1361061"/>
              <a:gd name="connsiteY16" fmla="*/ 1466793 h 1544906"/>
              <a:gd name="connsiteX17" fmla="*/ 939679 w 1361061"/>
              <a:gd name="connsiteY17" fmla="*/ 1535330 h 1544906"/>
              <a:gd name="connsiteX18" fmla="*/ 1131422 w 1361061"/>
              <a:gd name="connsiteY18" fmla="*/ 1517682 h 1544906"/>
              <a:gd name="connsiteX19" fmla="*/ 1239815 w 1361061"/>
              <a:gd name="connsiteY19" fmla="*/ 1181668 h 1544906"/>
              <a:gd name="connsiteX20" fmla="*/ 1276163 w 1361061"/>
              <a:gd name="connsiteY20" fmla="*/ 778685 h 1544906"/>
              <a:gd name="connsiteX21" fmla="*/ 1356128 w 1361061"/>
              <a:gd name="connsiteY21" fmla="*/ 198955 h 1544906"/>
              <a:gd name="connsiteX22" fmla="*/ 1348859 w 1361061"/>
              <a:gd name="connsiteY22" fmla="*/ 135326 h 1544906"/>
              <a:gd name="connsiteX23" fmla="*/ 1266470 w 1361061"/>
              <a:gd name="connsiteY23" fmla="*/ 633753 h 1544906"/>
              <a:gd name="connsiteX24" fmla="*/ 1227699 w 1361061"/>
              <a:gd name="connsiteY24" fmla="*/ 1061480 h 1544906"/>
              <a:gd name="connsiteX25" fmla="*/ 1125645 w 1361061"/>
              <a:gd name="connsiteY25" fmla="*/ 1158817 h 1544906"/>
              <a:gd name="connsiteX26" fmla="*/ 953007 w 1361061"/>
              <a:gd name="connsiteY26" fmla="*/ 1152381 h 1544906"/>
              <a:gd name="connsiteX27" fmla="*/ 881182 w 1361061"/>
              <a:gd name="connsiteY27" fmla="*/ 1301851 h 1544906"/>
              <a:gd name="connsiteX28" fmla="*/ 855908 w 1361061"/>
              <a:gd name="connsiteY28" fmla="*/ 1311620 h 1544906"/>
              <a:gd name="connsiteX29" fmla="*/ 850892 w 1361061"/>
              <a:gd name="connsiteY29" fmla="*/ 1107429 h 1544906"/>
              <a:gd name="connsiteX30" fmla="*/ 793947 w 1361061"/>
              <a:gd name="connsiteY30" fmla="*/ 1100360 h 1544906"/>
              <a:gd name="connsiteX31" fmla="*/ 786440 w 1361061"/>
              <a:gd name="connsiteY31" fmla="*/ 1322225 h 1544906"/>
              <a:gd name="connsiteX32" fmla="*/ 685877 w 1361061"/>
              <a:gd name="connsiteY32" fmla="*/ 1345791 h 1544906"/>
              <a:gd name="connsiteX33" fmla="*/ 653401 w 1361061"/>
              <a:gd name="connsiteY33" fmla="*/ 1319525 h 1544906"/>
              <a:gd name="connsiteX34" fmla="*/ 638222 w 1361061"/>
              <a:gd name="connsiteY34" fmla="*/ 1105416 h 1544906"/>
              <a:gd name="connsiteX35" fmla="*/ 594034 w 1361061"/>
              <a:gd name="connsiteY35" fmla="*/ 1107429 h 1544906"/>
              <a:gd name="connsiteX36" fmla="*/ 582085 w 1361061"/>
              <a:gd name="connsiteY36" fmla="*/ 1324581 h 1544906"/>
              <a:gd name="connsiteX37" fmla="*/ 514408 w 1361061"/>
              <a:gd name="connsiteY37" fmla="*/ 1195978 h 1544906"/>
              <a:gd name="connsiteX38" fmla="*/ 340643 w 1361061"/>
              <a:gd name="connsiteY38" fmla="*/ 1139382 h 1544906"/>
              <a:gd name="connsiteX0" fmla="*/ 340643 w 1361061"/>
              <a:gd name="connsiteY0" fmla="*/ 1139382 h 1544906"/>
              <a:gd name="connsiteX1" fmla="*/ 298402 w 1361061"/>
              <a:gd name="connsiteY1" fmla="*/ 1259432 h 1544906"/>
              <a:gd name="connsiteX2" fmla="*/ 253575 w 1361061"/>
              <a:gd name="connsiteY2" fmla="*/ 1149854 h 1544906"/>
              <a:gd name="connsiteX3" fmla="*/ 211168 w 1361061"/>
              <a:gd name="connsiteY3" fmla="*/ 867056 h 1544906"/>
              <a:gd name="connsiteX4" fmla="*/ 165127 w 1361061"/>
              <a:gd name="connsiteY4" fmla="*/ 676167 h 1544906"/>
              <a:gd name="connsiteX5" fmla="*/ 103336 w 1361061"/>
              <a:gd name="connsiteY5" fmla="*/ 396912 h 1544906"/>
              <a:gd name="connsiteX6" fmla="*/ 19735 w 1361061"/>
              <a:gd name="connsiteY6" fmla="*/ 39879 h 1544906"/>
              <a:gd name="connsiteX7" fmla="*/ 5196 w 1361061"/>
              <a:gd name="connsiteY7" fmla="*/ 75232 h 1544906"/>
              <a:gd name="connsiteX8" fmla="*/ 96067 w 1361061"/>
              <a:gd name="connsiteY8" fmla="*/ 481748 h 1544906"/>
              <a:gd name="connsiteX9" fmla="*/ 183302 w 1361061"/>
              <a:gd name="connsiteY9" fmla="*/ 877662 h 1544906"/>
              <a:gd name="connsiteX10" fmla="*/ 235400 w 1361061"/>
              <a:gd name="connsiteY10" fmla="*/ 1199343 h 1544906"/>
              <a:gd name="connsiteX11" fmla="*/ 286288 w 1361061"/>
              <a:gd name="connsiteY11" fmla="*/ 1347808 h 1544906"/>
              <a:gd name="connsiteX12" fmla="*/ 341143 w 1361061"/>
              <a:gd name="connsiteY12" fmla="*/ 1503789 h 1544906"/>
              <a:gd name="connsiteX13" fmla="*/ 515216 w 1361061"/>
              <a:gd name="connsiteY13" fmla="*/ 1542400 h 1544906"/>
              <a:gd name="connsiteX14" fmla="*/ 579890 w 1361061"/>
              <a:gd name="connsiteY14" fmla="*/ 1470960 h 1544906"/>
              <a:gd name="connsiteX15" fmla="*/ 704052 w 1361061"/>
              <a:gd name="connsiteY15" fmla="*/ 1478941 h 1544906"/>
              <a:gd name="connsiteX16" fmla="*/ 876000 w 1361061"/>
              <a:gd name="connsiteY16" fmla="*/ 1466793 h 1544906"/>
              <a:gd name="connsiteX17" fmla="*/ 939679 w 1361061"/>
              <a:gd name="connsiteY17" fmla="*/ 1535330 h 1544906"/>
              <a:gd name="connsiteX18" fmla="*/ 1131422 w 1361061"/>
              <a:gd name="connsiteY18" fmla="*/ 1517682 h 1544906"/>
              <a:gd name="connsiteX19" fmla="*/ 1239815 w 1361061"/>
              <a:gd name="connsiteY19" fmla="*/ 1181668 h 1544906"/>
              <a:gd name="connsiteX20" fmla="*/ 1295548 w 1361061"/>
              <a:gd name="connsiteY20" fmla="*/ 573659 h 1544906"/>
              <a:gd name="connsiteX21" fmla="*/ 1356128 w 1361061"/>
              <a:gd name="connsiteY21" fmla="*/ 198955 h 1544906"/>
              <a:gd name="connsiteX22" fmla="*/ 1348859 w 1361061"/>
              <a:gd name="connsiteY22" fmla="*/ 135326 h 1544906"/>
              <a:gd name="connsiteX23" fmla="*/ 1266470 w 1361061"/>
              <a:gd name="connsiteY23" fmla="*/ 633753 h 1544906"/>
              <a:gd name="connsiteX24" fmla="*/ 1227699 w 1361061"/>
              <a:gd name="connsiteY24" fmla="*/ 1061480 h 1544906"/>
              <a:gd name="connsiteX25" fmla="*/ 1125645 w 1361061"/>
              <a:gd name="connsiteY25" fmla="*/ 1158817 h 1544906"/>
              <a:gd name="connsiteX26" fmla="*/ 953007 w 1361061"/>
              <a:gd name="connsiteY26" fmla="*/ 1152381 h 1544906"/>
              <a:gd name="connsiteX27" fmla="*/ 881182 w 1361061"/>
              <a:gd name="connsiteY27" fmla="*/ 1301851 h 1544906"/>
              <a:gd name="connsiteX28" fmla="*/ 855908 w 1361061"/>
              <a:gd name="connsiteY28" fmla="*/ 1311620 h 1544906"/>
              <a:gd name="connsiteX29" fmla="*/ 850892 w 1361061"/>
              <a:gd name="connsiteY29" fmla="*/ 1107429 h 1544906"/>
              <a:gd name="connsiteX30" fmla="*/ 793947 w 1361061"/>
              <a:gd name="connsiteY30" fmla="*/ 1100360 h 1544906"/>
              <a:gd name="connsiteX31" fmla="*/ 786440 w 1361061"/>
              <a:gd name="connsiteY31" fmla="*/ 1322225 h 1544906"/>
              <a:gd name="connsiteX32" fmla="*/ 685877 w 1361061"/>
              <a:gd name="connsiteY32" fmla="*/ 1345791 h 1544906"/>
              <a:gd name="connsiteX33" fmla="*/ 653401 w 1361061"/>
              <a:gd name="connsiteY33" fmla="*/ 1319525 h 1544906"/>
              <a:gd name="connsiteX34" fmla="*/ 638222 w 1361061"/>
              <a:gd name="connsiteY34" fmla="*/ 1105416 h 1544906"/>
              <a:gd name="connsiteX35" fmla="*/ 594034 w 1361061"/>
              <a:gd name="connsiteY35" fmla="*/ 1107429 h 1544906"/>
              <a:gd name="connsiteX36" fmla="*/ 582085 w 1361061"/>
              <a:gd name="connsiteY36" fmla="*/ 1324581 h 1544906"/>
              <a:gd name="connsiteX37" fmla="*/ 514408 w 1361061"/>
              <a:gd name="connsiteY37" fmla="*/ 1195978 h 1544906"/>
              <a:gd name="connsiteX38" fmla="*/ 340643 w 1361061"/>
              <a:gd name="connsiteY38" fmla="*/ 1139382 h 1544906"/>
              <a:gd name="connsiteX0" fmla="*/ 340643 w 1361061"/>
              <a:gd name="connsiteY0" fmla="*/ 1139382 h 1544906"/>
              <a:gd name="connsiteX1" fmla="*/ 298402 w 1361061"/>
              <a:gd name="connsiteY1" fmla="*/ 1259432 h 1544906"/>
              <a:gd name="connsiteX2" fmla="*/ 253575 w 1361061"/>
              <a:gd name="connsiteY2" fmla="*/ 1149854 h 1544906"/>
              <a:gd name="connsiteX3" fmla="*/ 211168 w 1361061"/>
              <a:gd name="connsiteY3" fmla="*/ 867056 h 1544906"/>
              <a:gd name="connsiteX4" fmla="*/ 165127 w 1361061"/>
              <a:gd name="connsiteY4" fmla="*/ 676167 h 1544906"/>
              <a:gd name="connsiteX5" fmla="*/ 103336 w 1361061"/>
              <a:gd name="connsiteY5" fmla="*/ 396912 h 1544906"/>
              <a:gd name="connsiteX6" fmla="*/ 19735 w 1361061"/>
              <a:gd name="connsiteY6" fmla="*/ 39879 h 1544906"/>
              <a:gd name="connsiteX7" fmla="*/ 5196 w 1361061"/>
              <a:gd name="connsiteY7" fmla="*/ 75232 h 1544906"/>
              <a:gd name="connsiteX8" fmla="*/ 96067 w 1361061"/>
              <a:gd name="connsiteY8" fmla="*/ 481748 h 1544906"/>
              <a:gd name="connsiteX9" fmla="*/ 183302 w 1361061"/>
              <a:gd name="connsiteY9" fmla="*/ 877662 h 1544906"/>
              <a:gd name="connsiteX10" fmla="*/ 235400 w 1361061"/>
              <a:gd name="connsiteY10" fmla="*/ 1199343 h 1544906"/>
              <a:gd name="connsiteX11" fmla="*/ 286288 w 1361061"/>
              <a:gd name="connsiteY11" fmla="*/ 1347808 h 1544906"/>
              <a:gd name="connsiteX12" fmla="*/ 341143 w 1361061"/>
              <a:gd name="connsiteY12" fmla="*/ 1503789 h 1544906"/>
              <a:gd name="connsiteX13" fmla="*/ 515216 w 1361061"/>
              <a:gd name="connsiteY13" fmla="*/ 1542400 h 1544906"/>
              <a:gd name="connsiteX14" fmla="*/ 579890 w 1361061"/>
              <a:gd name="connsiteY14" fmla="*/ 1470960 h 1544906"/>
              <a:gd name="connsiteX15" fmla="*/ 704052 w 1361061"/>
              <a:gd name="connsiteY15" fmla="*/ 1478941 h 1544906"/>
              <a:gd name="connsiteX16" fmla="*/ 876000 w 1361061"/>
              <a:gd name="connsiteY16" fmla="*/ 1466793 h 1544906"/>
              <a:gd name="connsiteX17" fmla="*/ 939679 w 1361061"/>
              <a:gd name="connsiteY17" fmla="*/ 1535330 h 1544906"/>
              <a:gd name="connsiteX18" fmla="*/ 1131422 w 1361061"/>
              <a:gd name="connsiteY18" fmla="*/ 1517682 h 1544906"/>
              <a:gd name="connsiteX19" fmla="*/ 1239815 w 1361061"/>
              <a:gd name="connsiteY19" fmla="*/ 1181668 h 1544906"/>
              <a:gd name="connsiteX20" fmla="*/ 1295548 w 1361061"/>
              <a:gd name="connsiteY20" fmla="*/ 573659 h 1544906"/>
              <a:gd name="connsiteX21" fmla="*/ 1356128 w 1361061"/>
              <a:gd name="connsiteY21" fmla="*/ 198955 h 1544906"/>
              <a:gd name="connsiteX22" fmla="*/ 1348859 w 1361061"/>
              <a:gd name="connsiteY22" fmla="*/ 114117 h 1544906"/>
              <a:gd name="connsiteX23" fmla="*/ 1266470 w 1361061"/>
              <a:gd name="connsiteY23" fmla="*/ 633753 h 1544906"/>
              <a:gd name="connsiteX24" fmla="*/ 1227699 w 1361061"/>
              <a:gd name="connsiteY24" fmla="*/ 1061480 h 1544906"/>
              <a:gd name="connsiteX25" fmla="*/ 1125645 w 1361061"/>
              <a:gd name="connsiteY25" fmla="*/ 1158817 h 1544906"/>
              <a:gd name="connsiteX26" fmla="*/ 953007 w 1361061"/>
              <a:gd name="connsiteY26" fmla="*/ 1152381 h 1544906"/>
              <a:gd name="connsiteX27" fmla="*/ 881182 w 1361061"/>
              <a:gd name="connsiteY27" fmla="*/ 1301851 h 1544906"/>
              <a:gd name="connsiteX28" fmla="*/ 855908 w 1361061"/>
              <a:gd name="connsiteY28" fmla="*/ 1311620 h 1544906"/>
              <a:gd name="connsiteX29" fmla="*/ 850892 w 1361061"/>
              <a:gd name="connsiteY29" fmla="*/ 1107429 h 1544906"/>
              <a:gd name="connsiteX30" fmla="*/ 793947 w 1361061"/>
              <a:gd name="connsiteY30" fmla="*/ 1100360 h 1544906"/>
              <a:gd name="connsiteX31" fmla="*/ 786440 w 1361061"/>
              <a:gd name="connsiteY31" fmla="*/ 1322225 h 1544906"/>
              <a:gd name="connsiteX32" fmla="*/ 685877 w 1361061"/>
              <a:gd name="connsiteY32" fmla="*/ 1345791 h 1544906"/>
              <a:gd name="connsiteX33" fmla="*/ 653401 w 1361061"/>
              <a:gd name="connsiteY33" fmla="*/ 1319525 h 1544906"/>
              <a:gd name="connsiteX34" fmla="*/ 638222 w 1361061"/>
              <a:gd name="connsiteY34" fmla="*/ 1105416 h 1544906"/>
              <a:gd name="connsiteX35" fmla="*/ 594034 w 1361061"/>
              <a:gd name="connsiteY35" fmla="*/ 1107429 h 1544906"/>
              <a:gd name="connsiteX36" fmla="*/ 582085 w 1361061"/>
              <a:gd name="connsiteY36" fmla="*/ 1324581 h 1544906"/>
              <a:gd name="connsiteX37" fmla="*/ 514408 w 1361061"/>
              <a:gd name="connsiteY37" fmla="*/ 1195978 h 1544906"/>
              <a:gd name="connsiteX38" fmla="*/ 340643 w 1361061"/>
              <a:gd name="connsiteY38" fmla="*/ 1139382 h 1544906"/>
              <a:gd name="connsiteX0" fmla="*/ 340643 w 1361061"/>
              <a:gd name="connsiteY0" fmla="*/ 1139382 h 1544906"/>
              <a:gd name="connsiteX1" fmla="*/ 298402 w 1361061"/>
              <a:gd name="connsiteY1" fmla="*/ 1259432 h 1544906"/>
              <a:gd name="connsiteX2" fmla="*/ 253575 w 1361061"/>
              <a:gd name="connsiteY2" fmla="*/ 1149854 h 1544906"/>
              <a:gd name="connsiteX3" fmla="*/ 211168 w 1361061"/>
              <a:gd name="connsiteY3" fmla="*/ 867056 h 1544906"/>
              <a:gd name="connsiteX4" fmla="*/ 165127 w 1361061"/>
              <a:gd name="connsiteY4" fmla="*/ 676167 h 1544906"/>
              <a:gd name="connsiteX5" fmla="*/ 103336 w 1361061"/>
              <a:gd name="connsiteY5" fmla="*/ 396912 h 1544906"/>
              <a:gd name="connsiteX6" fmla="*/ 19735 w 1361061"/>
              <a:gd name="connsiteY6" fmla="*/ 39879 h 1544906"/>
              <a:gd name="connsiteX7" fmla="*/ 5196 w 1361061"/>
              <a:gd name="connsiteY7" fmla="*/ 75232 h 1544906"/>
              <a:gd name="connsiteX8" fmla="*/ 96067 w 1361061"/>
              <a:gd name="connsiteY8" fmla="*/ 481748 h 1544906"/>
              <a:gd name="connsiteX9" fmla="*/ 183302 w 1361061"/>
              <a:gd name="connsiteY9" fmla="*/ 877662 h 1544906"/>
              <a:gd name="connsiteX10" fmla="*/ 235400 w 1361061"/>
              <a:gd name="connsiteY10" fmla="*/ 1199343 h 1544906"/>
              <a:gd name="connsiteX11" fmla="*/ 286288 w 1361061"/>
              <a:gd name="connsiteY11" fmla="*/ 1347808 h 1544906"/>
              <a:gd name="connsiteX12" fmla="*/ 341143 w 1361061"/>
              <a:gd name="connsiteY12" fmla="*/ 1503789 h 1544906"/>
              <a:gd name="connsiteX13" fmla="*/ 515216 w 1361061"/>
              <a:gd name="connsiteY13" fmla="*/ 1542400 h 1544906"/>
              <a:gd name="connsiteX14" fmla="*/ 579890 w 1361061"/>
              <a:gd name="connsiteY14" fmla="*/ 1470960 h 1544906"/>
              <a:gd name="connsiteX15" fmla="*/ 704052 w 1361061"/>
              <a:gd name="connsiteY15" fmla="*/ 1478941 h 1544906"/>
              <a:gd name="connsiteX16" fmla="*/ 876000 w 1361061"/>
              <a:gd name="connsiteY16" fmla="*/ 1466793 h 1544906"/>
              <a:gd name="connsiteX17" fmla="*/ 939679 w 1361061"/>
              <a:gd name="connsiteY17" fmla="*/ 1535330 h 1544906"/>
              <a:gd name="connsiteX18" fmla="*/ 1131422 w 1361061"/>
              <a:gd name="connsiteY18" fmla="*/ 1517682 h 1544906"/>
              <a:gd name="connsiteX19" fmla="*/ 1239815 w 1361061"/>
              <a:gd name="connsiteY19" fmla="*/ 1181668 h 1544906"/>
              <a:gd name="connsiteX20" fmla="*/ 1295548 w 1361061"/>
              <a:gd name="connsiteY20" fmla="*/ 573659 h 1544906"/>
              <a:gd name="connsiteX21" fmla="*/ 1356128 w 1361061"/>
              <a:gd name="connsiteY21" fmla="*/ 198955 h 1544906"/>
              <a:gd name="connsiteX22" fmla="*/ 1348859 w 1361061"/>
              <a:gd name="connsiteY22" fmla="*/ 114117 h 1544906"/>
              <a:gd name="connsiteX23" fmla="*/ 1270105 w 1361061"/>
              <a:gd name="connsiteY23" fmla="*/ 552449 h 1544906"/>
              <a:gd name="connsiteX24" fmla="*/ 1227699 w 1361061"/>
              <a:gd name="connsiteY24" fmla="*/ 1061480 h 1544906"/>
              <a:gd name="connsiteX25" fmla="*/ 1125645 w 1361061"/>
              <a:gd name="connsiteY25" fmla="*/ 1158817 h 1544906"/>
              <a:gd name="connsiteX26" fmla="*/ 953007 w 1361061"/>
              <a:gd name="connsiteY26" fmla="*/ 1152381 h 1544906"/>
              <a:gd name="connsiteX27" fmla="*/ 881182 w 1361061"/>
              <a:gd name="connsiteY27" fmla="*/ 1301851 h 1544906"/>
              <a:gd name="connsiteX28" fmla="*/ 855908 w 1361061"/>
              <a:gd name="connsiteY28" fmla="*/ 1311620 h 1544906"/>
              <a:gd name="connsiteX29" fmla="*/ 850892 w 1361061"/>
              <a:gd name="connsiteY29" fmla="*/ 1107429 h 1544906"/>
              <a:gd name="connsiteX30" fmla="*/ 793947 w 1361061"/>
              <a:gd name="connsiteY30" fmla="*/ 1100360 h 1544906"/>
              <a:gd name="connsiteX31" fmla="*/ 786440 w 1361061"/>
              <a:gd name="connsiteY31" fmla="*/ 1322225 h 1544906"/>
              <a:gd name="connsiteX32" fmla="*/ 685877 w 1361061"/>
              <a:gd name="connsiteY32" fmla="*/ 1345791 h 1544906"/>
              <a:gd name="connsiteX33" fmla="*/ 653401 w 1361061"/>
              <a:gd name="connsiteY33" fmla="*/ 1319525 h 1544906"/>
              <a:gd name="connsiteX34" fmla="*/ 638222 w 1361061"/>
              <a:gd name="connsiteY34" fmla="*/ 1105416 h 1544906"/>
              <a:gd name="connsiteX35" fmla="*/ 594034 w 1361061"/>
              <a:gd name="connsiteY35" fmla="*/ 1107429 h 1544906"/>
              <a:gd name="connsiteX36" fmla="*/ 582085 w 1361061"/>
              <a:gd name="connsiteY36" fmla="*/ 1324581 h 1544906"/>
              <a:gd name="connsiteX37" fmla="*/ 514408 w 1361061"/>
              <a:gd name="connsiteY37" fmla="*/ 1195978 h 1544906"/>
              <a:gd name="connsiteX38" fmla="*/ 340643 w 1361061"/>
              <a:gd name="connsiteY38" fmla="*/ 1139382 h 1544906"/>
              <a:gd name="connsiteX0" fmla="*/ 340643 w 1361061"/>
              <a:gd name="connsiteY0" fmla="*/ 1139382 h 1544906"/>
              <a:gd name="connsiteX1" fmla="*/ 298402 w 1361061"/>
              <a:gd name="connsiteY1" fmla="*/ 1259432 h 1544906"/>
              <a:gd name="connsiteX2" fmla="*/ 253575 w 1361061"/>
              <a:gd name="connsiteY2" fmla="*/ 1149854 h 1544906"/>
              <a:gd name="connsiteX3" fmla="*/ 211168 w 1361061"/>
              <a:gd name="connsiteY3" fmla="*/ 867056 h 1544906"/>
              <a:gd name="connsiteX4" fmla="*/ 165127 w 1361061"/>
              <a:gd name="connsiteY4" fmla="*/ 676167 h 1544906"/>
              <a:gd name="connsiteX5" fmla="*/ 103336 w 1361061"/>
              <a:gd name="connsiteY5" fmla="*/ 396912 h 1544906"/>
              <a:gd name="connsiteX6" fmla="*/ 19735 w 1361061"/>
              <a:gd name="connsiteY6" fmla="*/ 39879 h 1544906"/>
              <a:gd name="connsiteX7" fmla="*/ 5196 w 1361061"/>
              <a:gd name="connsiteY7" fmla="*/ 75232 h 1544906"/>
              <a:gd name="connsiteX8" fmla="*/ 96067 w 1361061"/>
              <a:gd name="connsiteY8" fmla="*/ 481748 h 1544906"/>
              <a:gd name="connsiteX9" fmla="*/ 183302 w 1361061"/>
              <a:gd name="connsiteY9" fmla="*/ 877662 h 1544906"/>
              <a:gd name="connsiteX10" fmla="*/ 235400 w 1361061"/>
              <a:gd name="connsiteY10" fmla="*/ 1199343 h 1544906"/>
              <a:gd name="connsiteX11" fmla="*/ 286288 w 1361061"/>
              <a:gd name="connsiteY11" fmla="*/ 1347808 h 1544906"/>
              <a:gd name="connsiteX12" fmla="*/ 341143 w 1361061"/>
              <a:gd name="connsiteY12" fmla="*/ 1503789 h 1544906"/>
              <a:gd name="connsiteX13" fmla="*/ 515216 w 1361061"/>
              <a:gd name="connsiteY13" fmla="*/ 1542400 h 1544906"/>
              <a:gd name="connsiteX14" fmla="*/ 579890 w 1361061"/>
              <a:gd name="connsiteY14" fmla="*/ 1470960 h 1544906"/>
              <a:gd name="connsiteX15" fmla="*/ 704052 w 1361061"/>
              <a:gd name="connsiteY15" fmla="*/ 1478941 h 1544906"/>
              <a:gd name="connsiteX16" fmla="*/ 876000 w 1361061"/>
              <a:gd name="connsiteY16" fmla="*/ 1466793 h 1544906"/>
              <a:gd name="connsiteX17" fmla="*/ 939679 w 1361061"/>
              <a:gd name="connsiteY17" fmla="*/ 1535330 h 1544906"/>
              <a:gd name="connsiteX18" fmla="*/ 1131422 w 1361061"/>
              <a:gd name="connsiteY18" fmla="*/ 1517682 h 1544906"/>
              <a:gd name="connsiteX19" fmla="*/ 1239815 w 1361061"/>
              <a:gd name="connsiteY19" fmla="*/ 1181668 h 1544906"/>
              <a:gd name="connsiteX20" fmla="*/ 1295548 w 1361061"/>
              <a:gd name="connsiteY20" fmla="*/ 545379 h 1544906"/>
              <a:gd name="connsiteX21" fmla="*/ 1356128 w 1361061"/>
              <a:gd name="connsiteY21" fmla="*/ 198955 h 1544906"/>
              <a:gd name="connsiteX22" fmla="*/ 1348859 w 1361061"/>
              <a:gd name="connsiteY22" fmla="*/ 114117 h 1544906"/>
              <a:gd name="connsiteX23" fmla="*/ 1270105 w 1361061"/>
              <a:gd name="connsiteY23" fmla="*/ 552449 h 1544906"/>
              <a:gd name="connsiteX24" fmla="*/ 1227699 w 1361061"/>
              <a:gd name="connsiteY24" fmla="*/ 1061480 h 1544906"/>
              <a:gd name="connsiteX25" fmla="*/ 1125645 w 1361061"/>
              <a:gd name="connsiteY25" fmla="*/ 1158817 h 1544906"/>
              <a:gd name="connsiteX26" fmla="*/ 953007 w 1361061"/>
              <a:gd name="connsiteY26" fmla="*/ 1152381 h 1544906"/>
              <a:gd name="connsiteX27" fmla="*/ 881182 w 1361061"/>
              <a:gd name="connsiteY27" fmla="*/ 1301851 h 1544906"/>
              <a:gd name="connsiteX28" fmla="*/ 855908 w 1361061"/>
              <a:gd name="connsiteY28" fmla="*/ 1311620 h 1544906"/>
              <a:gd name="connsiteX29" fmla="*/ 850892 w 1361061"/>
              <a:gd name="connsiteY29" fmla="*/ 1107429 h 1544906"/>
              <a:gd name="connsiteX30" fmla="*/ 793947 w 1361061"/>
              <a:gd name="connsiteY30" fmla="*/ 1100360 h 1544906"/>
              <a:gd name="connsiteX31" fmla="*/ 786440 w 1361061"/>
              <a:gd name="connsiteY31" fmla="*/ 1322225 h 1544906"/>
              <a:gd name="connsiteX32" fmla="*/ 685877 w 1361061"/>
              <a:gd name="connsiteY32" fmla="*/ 1345791 h 1544906"/>
              <a:gd name="connsiteX33" fmla="*/ 653401 w 1361061"/>
              <a:gd name="connsiteY33" fmla="*/ 1319525 h 1544906"/>
              <a:gd name="connsiteX34" fmla="*/ 638222 w 1361061"/>
              <a:gd name="connsiteY34" fmla="*/ 1105416 h 1544906"/>
              <a:gd name="connsiteX35" fmla="*/ 594034 w 1361061"/>
              <a:gd name="connsiteY35" fmla="*/ 1107429 h 1544906"/>
              <a:gd name="connsiteX36" fmla="*/ 582085 w 1361061"/>
              <a:gd name="connsiteY36" fmla="*/ 1324581 h 1544906"/>
              <a:gd name="connsiteX37" fmla="*/ 514408 w 1361061"/>
              <a:gd name="connsiteY37" fmla="*/ 1195978 h 1544906"/>
              <a:gd name="connsiteX38" fmla="*/ 340643 w 1361061"/>
              <a:gd name="connsiteY38" fmla="*/ 1139382 h 1544906"/>
              <a:gd name="connsiteX0" fmla="*/ 340643 w 1361061"/>
              <a:gd name="connsiteY0" fmla="*/ 1139382 h 1544906"/>
              <a:gd name="connsiteX1" fmla="*/ 298402 w 1361061"/>
              <a:gd name="connsiteY1" fmla="*/ 1259432 h 1544906"/>
              <a:gd name="connsiteX2" fmla="*/ 253575 w 1361061"/>
              <a:gd name="connsiteY2" fmla="*/ 1149854 h 1544906"/>
              <a:gd name="connsiteX3" fmla="*/ 211168 w 1361061"/>
              <a:gd name="connsiteY3" fmla="*/ 867056 h 1544906"/>
              <a:gd name="connsiteX4" fmla="*/ 165127 w 1361061"/>
              <a:gd name="connsiteY4" fmla="*/ 676167 h 1544906"/>
              <a:gd name="connsiteX5" fmla="*/ 103336 w 1361061"/>
              <a:gd name="connsiteY5" fmla="*/ 396912 h 1544906"/>
              <a:gd name="connsiteX6" fmla="*/ 19735 w 1361061"/>
              <a:gd name="connsiteY6" fmla="*/ 39879 h 1544906"/>
              <a:gd name="connsiteX7" fmla="*/ 5196 w 1361061"/>
              <a:gd name="connsiteY7" fmla="*/ 75232 h 1544906"/>
              <a:gd name="connsiteX8" fmla="*/ 96067 w 1361061"/>
              <a:gd name="connsiteY8" fmla="*/ 481748 h 1544906"/>
              <a:gd name="connsiteX9" fmla="*/ 183302 w 1361061"/>
              <a:gd name="connsiteY9" fmla="*/ 877662 h 1544906"/>
              <a:gd name="connsiteX10" fmla="*/ 235400 w 1361061"/>
              <a:gd name="connsiteY10" fmla="*/ 1199343 h 1544906"/>
              <a:gd name="connsiteX11" fmla="*/ 286288 w 1361061"/>
              <a:gd name="connsiteY11" fmla="*/ 1347808 h 1544906"/>
              <a:gd name="connsiteX12" fmla="*/ 341143 w 1361061"/>
              <a:gd name="connsiteY12" fmla="*/ 1503789 h 1544906"/>
              <a:gd name="connsiteX13" fmla="*/ 515216 w 1361061"/>
              <a:gd name="connsiteY13" fmla="*/ 1542400 h 1544906"/>
              <a:gd name="connsiteX14" fmla="*/ 579890 w 1361061"/>
              <a:gd name="connsiteY14" fmla="*/ 1470960 h 1544906"/>
              <a:gd name="connsiteX15" fmla="*/ 704052 w 1361061"/>
              <a:gd name="connsiteY15" fmla="*/ 1478941 h 1544906"/>
              <a:gd name="connsiteX16" fmla="*/ 876000 w 1361061"/>
              <a:gd name="connsiteY16" fmla="*/ 1466793 h 1544906"/>
              <a:gd name="connsiteX17" fmla="*/ 939679 w 1361061"/>
              <a:gd name="connsiteY17" fmla="*/ 1535330 h 1544906"/>
              <a:gd name="connsiteX18" fmla="*/ 1131422 w 1361061"/>
              <a:gd name="connsiteY18" fmla="*/ 1517682 h 1544906"/>
              <a:gd name="connsiteX19" fmla="*/ 1239815 w 1361061"/>
              <a:gd name="connsiteY19" fmla="*/ 1181668 h 1544906"/>
              <a:gd name="connsiteX20" fmla="*/ 1295548 w 1361061"/>
              <a:gd name="connsiteY20" fmla="*/ 545379 h 1544906"/>
              <a:gd name="connsiteX21" fmla="*/ 1356128 w 1361061"/>
              <a:gd name="connsiteY21" fmla="*/ 198955 h 1544906"/>
              <a:gd name="connsiteX22" fmla="*/ 1348859 w 1361061"/>
              <a:gd name="connsiteY22" fmla="*/ 114117 h 1544906"/>
              <a:gd name="connsiteX23" fmla="*/ 1270105 w 1361061"/>
              <a:gd name="connsiteY23" fmla="*/ 552449 h 1544906"/>
              <a:gd name="connsiteX24" fmla="*/ 1222853 w 1361061"/>
              <a:gd name="connsiteY24" fmla="*/ 1061480 h 1544906"/>
              <a:gd name="connsiteX25" fmla="*/ 1125645 w 1361061"/>
              <a:gd name="connsiteY25" fmla="*/ 1158817 h 1544906"/>
              <a:gd name="connsiteX26" fmla="*/ 953007 w 1361061"/>
              <a:gd name="connsiteY26" fmla="*/ 1152381 h 1544906"/>
              <a:gd name="connsiteX27" fmla="*/ 881182 w 1361061"/>
              <a:gd name="connsiteY27" fmla="*/ 1301851 h 1544906"/>
              <a:gd name="connsiteX28" fmla="*/ 855908 w 1361061"/>
              <a:gd name="connsiteY28" fmla="*/ 1311620 h 1544906"/>
              <a:gd name="connsiteX29" fmla="*/ 850892 w 1361061"/>
              <a:gd name="connsiteY29" fmla="*/ 1107429 h 1544906"/>
              <a:gd name="connsiteX30" fmla="*/ 793947 w 1361061"/>
              <a:gd name="connsiteY30" fmla="*/ 1100360 h 1544906"/>
              <a:gd name="connsiteX31" fmla="*/ 786440 w 1361061"/>
              <a:gd name="connsiteY31" fmla="*/ 1322225 h 1544906"/>
              <a:gd name="connsiteX32" fmla="*/ 685877 w 1361061"/>
              <a:gd name="connsiteY32" fmla="*/ 1345791 h 1544906"/>
              <a:gd name="connsiteX33" fmla="*/ 653401 w 1361061"/>
              <a:gd name="connsiteY33" fmla="*/ 1319525 h 1544906"/>
              <a:gd name="connsiteX34" fmla="*/ 638222 w 1361061"/>
              <a:gd name="connsiteY34" fmla="*/ 1105416 h 1544906"/>
              <a:gd name="connsiteX35" fmla="*/ 594034 w 1361061"/>
              <a:gd name="connsiteY35" fmla="*/ 1107429 h 1544906"/>
              <a:gd name="connsiteX36" fmla="*/ 582085 w 1361061"/>
              <a:gd name="connsiteY36" fmla="*/ 1324581 h 1544906"/>
              <a:gd name="connsiteX37" fmla="*/ 514408 w 1361061"/>
              <a:gd name="connsiteY37" fmla="*/ 1195978 h 1544906"/>
              <a:gd name="connsiteX38" fmla="*/ 340643 w 1361061"/>
              <a:gd name="connsiteY38" fmla="*/ 1139382 h 1544906"/>
              <a:gd name="connsiteX0" fmla="*/ 340643 w 1361061"/>
              <a:gd name="connsiteY0" fmla="*/ 1139382 h 1544906"/>
              <a:gd name="connsiteX1" fmla="*/ 298402 w 1361061"/>
              <a:gd name="connsiteY1" fmla="*/ 1259432 h 1544906"/>
              <a:gd name="connsiteX2" fmla="*/ 253575 w 1361061"/>
              <a:gd name="connsiteY2" fmla="*/ 1149854 h 1544906"/>
              <a:gd name="connsiteX3" fmla="*/ 211168 w 1361061"/>
              <a:gd name="connsiteY3" fmla="*/ 867056 h 1544906"/>
              <a:gd name="connsiteX4" fmla="*/ 165127 w 1361061"/>
              <a:gd name="connsiteY4" fmla="*/ 676167 h 1544906"/>
              <a:gd name="connsiteX5" fmla="*/ 103336 w 1361061"/>
              <a:gd name="connsiteY5" fmla="*/ 396912 h 1544906"/>
              <a:gd name="connsiteX6" fmla="*/ 19735 w 1361061"/>
              <a:gd name="connsiteY6" fmla="*/ 39879 h 1544906"/>
              <a:gd name="connsiteX7" fmla="*/ 5196 w 1361061"/>
              <a:gd name="connsiteY7" fmla="*/ 75232 h 1544906"/>
              <a:gd name="connsiteX8" fmla="*/ 96067 w 1361061"/>
              <a:gd name="connsiteY8" fmla="*/ 481748 h 1544906"/>
              <a:gd name="connsiteX9" fmla="*/ 183302 w 1361061"/>
              <a:gd name="connsiteY9" fmla="*/ 877662 h 1544906"/>
              <a:gd name="connsiteX10" fmla="*/ 235400 w 1361061"/>
              <a:gd name="connsiteY10" fmla="*/ 1199343 h 1544906"/>
              <a:gd name="connsiteX11" fmla="*/ 286288 w 1361061"/>
              <a:gd name="connsiteY11" fmla="*/ 1347808 h 1544906"/>
              <a:gd name="connsiteX12" fmla="*/ 341143 w 1361061"/>
              <a:gd name="connsiteY12" fmla="*/ 1503789 h 1544906"/>
              <a:gd name="connsiteX13" fmla="*/ 515216 w 1361061"/>
              <a:gd name="connsiteY13" fmla="*/ 1542400 h 1544906"/>
              <a:gd name="connsiteX14" fmla="*/ 579890 w 1361061"/>
              <a:gd name="connsiteY14" fmla="*/ 1470960 h 1544906"/>
              <a:gd name="connsiteX15" fmla="*/ 704052 w 1361061"/>
              <a:gd name="connsiteY15" fmla="*/ 1478941 h 1544906"/>
              <a:gd name="connsiteX16" fmla="*/ 876000 w 1361061"/>
              <a:gd name="connsiteY16" fmla="*/ 1466793 h 1544906"/>
              <a:gd name="connsiteX17" fmla="*/ 939679 w 1361061"/>
              <a:gd name="connsiteY17" fmla="*/ 1535330 h 1544906"/>
              <a:gd name="connsiteX18" fmla="*/ 1131422 w 1361061"/>
              <a:gd name="connsiteY18" fmla="*/ 1517682 h 1544906"/>
              <a:gd name="connsiteX19" fmla="*/ 1239815 w 1361061"/>
              <a:gd name="connsiteY19" fmla="*/ 1181668 h 1544906"/>
              <a:gd name="connsiteX20" fmla="*/ 1295548 w 1361061"/>
              <a:gd name="connsiteY20" fmla="*/ 545379 h 1544906"/>
              <a:gd name="connsiteX21" fmla="*/ 1356128 w 1361061"/>
              <a:gd name="connsiteY21" fmla="*/ 198955 h 1544906"/>
              <a:gd name="connsiteX22" fmla="*/ 1348859 w 1361061"/>
              <a:gd name="connsiteY22" fmla="*/ 114117 h 1544906"/>
              <a:gd name="connsiteX23" fmla="*/ 1270105 w 1361061"/>
              <a:gd name="connsiteY23" fmla="*/ 552449 h 1544906"/>
              <a:gd name="connsiteX24" fmla="*/ 1222853 w 1361061"/>
              <a:gd name="connsiteY24" fmla="*/ 1061480 h 1544906"/>
              <a:gd name="connsiteX25" fmla="*/ 1165907 w 1361061"/>
              <a:gd name="connsiteY25" fmla="*/ 1245297 h 1544906"/>
              <a:gd name="connsiteX26" fmla="*/ 1125645 w 1361061"/>
              <a:gd name="connsiteY26" fmla="*/ 1158817 h 1544906"/>
              <a:gd name="connsiteX27" fmla="*/ 953007 w 1361061"/>
              <a:gd name="connsiteY27" fmla="*/ 1152381 h 1544906"/>
              <a:gd name="connsiteX28" fmla="*/ 881182 w 1361061"/>
              <a:gd name="connsiteY28" fmla="*/ 1301851 h 1544906"/>
              <a:gd name="connsiteX29" fmla="*/ 855908 w 1361061"/>
              <a:gd name="connsiteY29" fmla="*/ 1311620 h 1544906"/>
              <a:gd name="connsiteX30" fmla="*/ 850892 w 1361061"/>
              <a:gd name="connsiteY30" fmla="*/ 1107429 h 1544906"/>
              <a:gd name="connsiteX31" fmla="*/ 793947 w 1361061"/>
              <a:gd name="connsiteY31" fmla="*/ 1100360 h 1544906"/>
              <a:gd name="connsiteX32" fmla="*/ 786440 w 1361061"/>
              <a:gd name="connsiteY32" fmla="*/ 1322225 h 1544906"/>
              <a:gd name="connsiteX33" fmla="*/ 685877 w 1361061"/>
              <a:gd name="connsiteY33" fmla="*/ 1345791 h 1544906"/>
              <a:gd name="connsiteX34" fmla="*/ 653401 w 1361061"/>
              <a:gd name="connsiteY34" fmla="*/ 1319525 h 1544906"/>
              <a:gd name="connsiteX35" fmla="*/ 638222 w 1361061"/>
              <a:gd name="connsiteY35" fmla="*/ 1105416 h 1544906"/>
              <a:gd name="connsiteX36" fmla="*/ 594034 w 1361061"/>
              <a:gd name="connsiteY36" fmla="*/ 1107429 h 1544906"/>
              <a:gd name="connsiteX37" fmla="*/ 582085 w 1361061"/>
              <a:gd name="connsiteY37" fmla="*/ 1324581 h 1544906"/>
              <a:gd name="connsiteX38" fmla="*/ 514408 w 1361061"/>
              <a:gd name="connsiteY38" fmla="*/ 1195978 h 1544906"/>
              <a:gd name="connsiteX39" fmla="*/ 340643 w 1361061"/>
              <a:gd name="connsiteY39" fmla="*/ 1139382 h 1544906"/>
              <a:gd name="connsiteX0" fmla="*/ 340643 w 1361061"/>
              <a:gd name="connsiteY0" fmla="*/ 1139382 h 1544906"/>
              <a:gd name="connsiteX1" fmla="*/ 298402 w 1361061"/>
              <a:gd name="connsiteY1" fmla="*/ 1259432 h 1544906"/>
              <a:gd name="connsiteX2" fmla="*/ 253575 w 1361061"/>
              <a:gd name="connsiteY2" fmla="*/ 1149854 h 1544906"/>
              <a:gd name="connsiteX3" fmla="*/ 211168 w 1361061"/>
              <a:gd name="connsiteY3" fmla="*/ 867056 h 1544906"/>
              <a:gd name="connsiteX4" fmla="*/ 165127 w 1361061"/>
              <a:gd name="connsiteY4" fmla="*/ 676167 h 1544906"/>
              <a:gd name="connsiteX5" fmla="*/ 103336 w 1361061"/>
              <a:gd name="connsiteY5" fmla="*/ 396912 h 1544906"/>
              <a:gd name="connsiteX6" fmla="*/ 19735 w 1361061"/>
              <a:gd name="connsiteY6" fmla="*/ 39879 h 1544906"/>
              <a:gd name="connsiteX7" fmla="*/ 5196 w 1361061"/>
              <a:gd name="connsiteY7" fmla="*/ 75232 h 1544906"/>
              <a:gd name="connsiteX8" fmla="*/ 96067 w 1361061"/>
              <a:gd name="connsiteY8" fmla="*/ 481748 h 1544906"/>
              <a:gd name="connsiteX9" fmla="*/ 183302 w 1361061"/>
              <a:gd name="connsiteY9" fmla="*/ 877662 h 1544906"/>
              <a:gd name="connsiteX10" fmla="*/ 235400 w 1361061"/>
              <a:gd name="connsiteY10" fmla="*/ 1199343 h 1544906"/>
              <a:gd name="connsiteX11" fmla="*/ 286288 w 1361061"/>
              <a:gd name="connsiteY11" fmla="*/ 1347808 h 1544906"/>
              <a:gd name="connsiteX12" fmla="*/ 341143 w 1361061"/>
              <a:gd name="connsiteY12" fmla="*/ 1503789 h 1544906"/>
              <a:gd name="connsiteX13" fmla="*/ 515216 w 1361061"/>
              <a:gd name="connsiteY13" fmla="*/ 1542400 h 1544906"/>
              <a:gd name="connsiteX14" fmla="*/ 579890 w 1361061"/>
              <a:gd name="connsiteY14" fmla="*/ 1470960 h 1544906"/>
              <a:gd name="connsiteX15" fmla="*/ 704052 w 1361061"/>
              <a:gd name="connsiteY15" fmla="*/ 1478941 h 1544906"/>
              <a:gd name="connsiteX16" fmla="*/ 876000 w 1361061"/>
              <a:gd name="connsiteY16" fmla="*/ 1466793 h 1544906"/>
              <a:gd name="connsiteX17" fmla="*/ 939679 w 1361061"/>
              <a:gd name="connsiteY17" fmla="*/ 1535330 h 1544906"/>
              <a:gd name="connsiteX18" fmla="*/ 1131422 w 1361061"/>
              <a:gd name="connsiteY18" fmla="*/ 1517682 h 1544906"/>
              <a:gd name="connsiteX19" fmla="*/ 1239815 w 1361061"/>
              <a:gd name="connsiteY19" fmla="*/ 1181668 h 1544906"/>
              <a:gd name="connsiteX20" fmla="*/ 1295548 w 1361061"/>
              <a:gd name="connsiteY20" fmla="*/ 545379 h 1544906"/>
              <a:gd name="connsiteX21" fmla="*/ 1356128 w 1361061"/>
              <a:gd name="connsiteY21" fmla="*/ 198955 h 1544906"/>
              <a:gd name="connsiteX22" fmla="*/ 1348859 w 1361061"/>
              <a:gd name="connsiteY22" fmla="*/ 114117 h 1544906"/>
              <a:gd name="connsiteX23" fmla="*/ 1270105 w 1361061"/>
              <a:gd name="connsiteY23" fmla="*/ 552449 h 1544906"/>
              <a:gd name="connsiteX24" fmla="*/ 1222853 w 1361061"/>
              <a:gd name="connsiteY24" fmla="*/ 1061480 h 1544906"/>
              <a:gd name="connsiteX25" fmla="*/ 1165907 w 1361061"/>
              <a:gd name="connsiteY25" fmla="*/ 1277111 h 1544906"/>
              <a:gd name="connsiteX26" fmla="*/ 1125645 w 1361061"/>
              <a:gd name="connsiteY26" fmla="*/ 1158817 h 1544906"/>
              <a:gd name="connsiteX27" fmla="*/ 953007 w 1361061"/>
              <a:gd name="connsiteY27" fmla="*/ 1152381 h 1544906"/>
              <a:gd name="connsiteX28" fmla="*/ 881182 w 1361061"/>
              <a:gd name="connsiteY28" fmla="*/ 1301851 h 1544906"/>
              <a:gd name="connsiteX29" fmla="*/ 855908 w 1361061"/>
              <a:gd name="connsiteY29" fmla="*/ 1311620 h 1544906"/>
              <a:gd name="connsiteX30" fmla="*/ 850892 w 1361061"/>
              <a:gd name="connsiteY30" fmla="*/ 1107429 h 1544906"/>
              <a:gd name="connsiteX31" fmla="*/ 793947 w 1361061"/>
              <a:gd name="connsiteY31" fmla="*/ 1100360 h 1544906"/>
              <a:gd name="connsiteX32" fmla="*/ 786440 w 1361061"/>
              <a:gd name="connsiteY32" fmla="*/ 1322225 h 1544906"/>
              <a:gd name="connsiteX33" fmla="*/ 685877 w 1361061"/>
              <a:gd name="connsiteY33" fmla="*/ 1345791 h 1544906"/>
              <a:gd name="connsiteX34" fmla="*/ 653401 w 1361061"/>
              <a:gd name="connsiteY34" fmla="*/ 1319525 h 1544906"/>
              <a:gd name="connsiteX35" fmla="*/ 638222 w 1361061"/>
              <a:gd name="connsiteY35" fmla="*/ 1105416 h 1544906"/>
              <a:gd name="connsiteX36" fmla="*/ 594034 w 1361061"/>
              <a:gd name="connsiteY36" fmla="*/ 1107429 h 1544906"/>
              <a:gd name="connsiteX37" fmla="*/ 582085 w 1361061"/>
              <a:gd name="connsiteY37" fmla="*/ 1324581 h 1544906"/>
              <a:gd name="connsiteX38" fmla="*/ 514408 w 1361061"/>
              <a:gd name="connsiteY38" fmla="*/ 1195978 h 1544906"/>
              <a:gd name="connsiteX39" fmla="*/ 340643 w 1361061"/>
              <a:gd name="connsiteY39" fmla="*/ 1139382 h 1544906"/>
              <a:gd name="connsiteX0" fmla="*/ 340643 w 1361061"/>
              <a:gd name="connsiteY0" fmla="*/ 1139382 h 1544906"/>
              <a:gd name="connsiteX1" fmla="*/ 298402 w 1361061"/>
              <a:gd name="connsiteY1" fmla="*/ 1259432 h 1544906"/>
              <a:gd name="connsiteX2" fmla="*/ 253575 w 1361061"/>
              <a:gd name="connsiteY2" fmla="*/ 1149854 h 1544906"/>
              <a:gd name="connsiteX3" fmla="*/ 211168 w 1361061"/>
              <a:gd name="connsiteY3" fmla="*/ 867056 h 1544906"/>
              <a:gd name="connsiteX4" fmla="*/ 165127 w 1361061"/>
              <a:gd name="connsiteY4" fmla="*/ 676167 h 1544906"/>
              <a:gd name="connsiteX5" fmla="*/ 103336 w 1361061"/>
              <a:gd name="connsiteY5" fmla="*/ 396912 h 1544906"/>
              <a:gd name="connsiteX6" fmla="*/ 19735 w 1361061"/>
              <a:gd name="connsiteY6" fmla="*/ 39879 h 1544906"/>
              <a:gd name="connsiteX7" fmla="*/ 5196 w 1361061"/>
              <a:gd name="connsiteY7" fmla="*/ 75232 h 1544906"/>
              <a:gd name="connsiteX8" fmla="*/ 96067 w 1361061"/>
              <a:gd name="connsiteY8" fmla="*/ 481748 h 1544906"/>
              <a:gd name="connsiteX9" fmla="*/ 183302 w 1361061"/>
              <a:gd name="connsiteY9" fmla="*/ 877662 h 1544906"/>
              <a:gd name="connsiteX10" fmla="*/ 235400 w 1361061"/>
              <a:gd name="connsiteY10" fmla="*/ 1199343 h 1544906"/>
              <a:gd name="connsiteX11" fmla="*/ 286288 w 1361061"/>
              <a:gd name="connsiteY11" fmla="*/ 1347808 h 1544906"/>
              <a:gd name="connsiteX12" fmla="*/ 341143 w 1361061"/>
              <a:gd name="connsiteY12" fmla="*/ 1503789 h 1544906"/>
              <a:gd name="connsiteX13" fmla="*/ 515216 w 1361061"/>
              <a:gd name="connsiteY13" fmla="*/ 1542400 h 1544906"/>
              <a:gd name="connsiteX14" fmla="*/ 579890 w 1361061"/>
              <a:gd name="connsiteY14" fmla="*/ 1470960 h 1544906"/>
              <a:gd name="connsiteX15" fmla="*/ 704052 w 1361061"/>
              <a:gd name="connsiteY15" fmla="*/ 1478941 h 1544906"/>
              <a:gd name="connsiteX16" fmla="*/ 876000 w 1361061"/>
              <a:gd name="connsiteY16" fmla="*/ 1466793 h 1544906"/>
              <a:gd name="connsiteX17" fmla="*/ 939679 w 1361061"/>
              <a:gd name="connsiteY17" fmla="*/ 1535330 h 1544906"/>
              <a:gd name="connsiteX18" fmla="*/ 1131422 w 1361061"/>
              <a:gd name="connsiteY18" fmla="*/ 1517682 h 1544906"/>
              <a:gd name="connsiteX19" fmla="*/ 1179235 w 1361061"/>
              <a:gd name="connsiteY19" fmla="*/ 1358415 h 1544906"/>
              <a:gd name="connsiteX20" fmla="*/ 1239815 w 1361061"/>
              <a:gd name="connsiteY20" fmla="*/ 1181668 h 1544906"/>
              <a:gd name="connsiteX21" fmla="*/ 1295548 w 1361061"/>
              <a:gd name="connsiteY21" fmla="*/ 545379 h 1544906"/>
              <a:gd name="connsiteX22" fmla="*/ 1356128 w 1361061"/>
              <a:gd name="connsiteY22" fmla="*/ 198955 h 1544906"/>
              <a:gd name="connsiteX23" fmla="*/ 1348859 w 1361061"/>
              <a:gd name="connsiteY23" fmla="*/ 114117 h 1544906"/>
              <a:gd name="connsiteX24" fmla="*/ 1270105 w 1361061"/>
              <a:gd name="connsiteY24" fmla="*/ 552449 h 1544906"/>
              <a:gd name="connsiteX25" fmla="*/ 1222853 w 1361061"/>
              <a:gd name="connsiteY25" fmla="*/ 1061480 h 1544906"/>
              <a:gd name="connsiteX26" fmla="*/ 1165907 w 1361061"/>
              <a:gd name="connsiteY26" fmla="*/ 1277111 h 1544906"/>
              <a:gd name="connsiteX27" fmla="*/ 1125645 w 1361061"/>
              <a:gd name="connsiteY27" fmla="*/ 1158817 h 1544906"/>
              <a:gd name="connsiteX28" fmla="*/ 953007 w 1361061"/>
              <a:gd name="connsiteY28" fmla="*/ 1152381 h 1544906"/>
              <a:gd name="connsiteX29" fmla="*/ 881182 w 1361061"/>
              <a:gd name="connsiteY29" fmla="*/ 1301851 h 1544906"/>
              <a:gd name="connsiteX30" fmla="*/ 855908 w 1361061"/>
              <a:gd name="connsiteY30" fmla="*/ 1311620 h 1544906"/>
              <a:gd name="connsiteX31" fmla="*/ 850892 w 1361061"/>
              <a:gd name="connsiteY31" fmla="*/ 1107429 h 1544906"/>
              <a:gd name="connsiteX32" fmla="*/ 793947 w 1361061"/>
              <a:gd name="connsiteY32" fmla="*/ 1100360 h 1544906"/>
              <a:gd name="connsiteX33" fmla="*/ 786440 w 1361061"/>
              <a:gd name="connsiteY33" fmla="*/ 1322225 h 1544906"/>
              <a:gd name="connsiteX34" fmla="*/ 685877 w 1361061"/>
              <a:gd name="connsiteY34" fmla="*/ 1345791 h 1544906"/>
              <a:gd name="connsiteX35" fmla="*/ 653401 w 1361061"/>
              <a:gd name="connsiteY35" fmla="*/ 1319525 h 1544906"/>
              <a:gd name="connsiteX36" fmla="*/ 638222 w 1361061"/>
              <a:gd name="connsiteY36" fmla="*/ 1105416 h 1544906"/>
              <a:gd name="connsiteX37" fmla="*/ 594034 w 1361061"/>
              <a:gd name="connsiteY37" fmla="*/ 1107429 h 1544906"/>
              <a:gd name="connsiteX38" fmla="*/ 582085 w 1361061"/>
              <a:gd name="connsiteY38" fmla="*/ 1324581 h 1544906"/>
              <a:gd name="connsiteX39" fmla="*/ 514408 w 1361061"/>
              <a:gd name="connsiteY39" fmla="*/ 1195978 h 1544906"/>
              <a:gd name="connsiteX40" fmla="*/ 340643 w 1361061"/>
              <a:gd name="connsiteY40" fmla="*/ 1139382 h 1544906"/>
              <a:gd name="connsiteX0" fmla="*/ 340643 w 1361061"/>
              <a:gd name="connsiteY0" fmla="*/ 1139382 h 1544906"/>
              <a:gd name="connsiteX1" fmla="*/ 298402 w 1361061"/>
              <a:gd name="connsiteY1" fmla="*/ 1259432 h 1544906"/>
              <a:gd name="connsiteX2" fmla="*/ 253575 w 1361061"/>
              <a:gd name="connsiteY2" fmla="*/ 1149854 h 1544906"/>
              <a:gd name="connsiteX3" fmla="*/ 211168 w 1361061"/>
              <a:gd name="connsiteY3" fmla="*/ 867056 h 1544906"/>
              <a:gd name="connsiteX4" fmla="*/ 165127 w 1361061"/>
              <a:gd name="connsiteY4" fmla="*/ 676167 h 1544906"/>
              <a:gd name="connsiteX5" fmla="*/ 103336 w 1361061"/>
              <a:gd name="connsiteY5" fmla="*/ 396912 h 1544906"/>
              <a:gd name="connsiteX6" fmla="*/ 19735 w 1361061"/>
              <a:gd name="connsiteY6" fmla="*/ 39879 h 1544906"/>
              <a:gd name="connsiteX7" fmla="*/ 5196 w 1361061"/>
              <a:gd name="connsiteY7" fmla="*/ 75232 h 1544906"/>
              <a:gd name="connsiteX8" fmla="*/ 96067 w 1361061"/>
              <a:gd name="connsiteY8" fmla="*/ 481748 h 1544906"/>
              <a:gd name="connsiteX9" fmla="*/ 183302 w 1361061"/>
              <a:gd name="connsiteY9" fmla="*/ 877662 h 1544906"/>
              <a:gd name="connsiteX10" fmla="*/ 235400 w 1361061"/>
              <a:gd name="connsiteY10" fmla="*/ 1199343 h 1544906"/>
              <a:gd name="connsiteX11" fmla="*/ 286288 w 1361061"/>
              <a:gd name="connsiteY11" fmla="*/ 1347808 h 1544906"/>
              <a:gd name="connsiteX12" fmla="*/ 341143 w 1361061"/>
              <a:gd name="connsiteY12" fmla="*/ 1503789 h 1544906"/>
              <a:gd name="connsiteX13" fmla="*/ 515216 w 1361061"/>
              <a:gd name="connsiteY13" fmla="*/ 1542400 h 1544906"/>
              <a:gd name="connsiteX14" fmla="*/ 579890 w 1361061"/>
              <a:gd name="connsiteY14" fmla="*/ 1470960 h 1544906"/>
              <a:gd name="connsiteX15" fmla="*/ 704052 w 1361061"/>
              <a:gd name="connsiteY15" fmla="*/ 1478941 h 1544906"/>
              <a:gd name="connsiteX16" fmla="*/ 876000 w 1361061"/>
              <a:gd name="connsiteY16" fmla="*/ 1466793 h 1544906"/>
              <a:gd name="connsiteX17" fmla="*/ 939679 w 1361061"/>
              <a:gd name="connsiteY17" fmla="*/ 1535330 h 1544906"/>
              <a:gd name="connsiteX18" fmla="*/ 1131422 w 1361061"/>
              <a:gd name="connsiteY18" fmla="*/ 1517682 h 1544906"/>
              <a:gd name="connsiteX19" fmla="*/ 1179235 w 1361061"/>
              <a:gd name="connsiteY19" fmla="*/ 1358415 h 1544906"/>
              <a:gd name="connsiteX20" fmla="*/ 1255566 w 1361061"/>
              <a:gd name="connsiteY20" fmla="*/ 1036736 h 1544906"/>
              <a:gd name="connsiteX21" fmla="*/ 1295548 w 1361061"/>
              <a:gd name="connsiteY21" fmla="*/ 545379 h 1544906"/>
              <a:gd name="connsiteX22" fmla="*/ 1356128 w 1361061"/>
              <a:gd name="connsiteY22" fmla="*/ 198955 h 1544906"/>
              <a:gd name="connsiteX23" fmla="*/ 1348859 w 1361061"/>
              <a:gd name="connsiteY23" fmla="*/ 114117 h 1544906"/>
              <a:gd name="connsiteX24" fmla="*/ 1270105 w 1361061"/>
              <a:gd name="connsiteY24" fmla="*/ 552449 h 1544906"/>
              <a:gd name="connsiteX25" fmla="*/ 1222853 w 1361061"/>
              <a:gd name="connsiteY25" fmla="*/ 1061480 h 1544906"/>
              <a:gd name="connsiteX26" fmla="*/ 1165907 w 1361061"/>
              <a:gd name="connsiteY26" fmla="*/ 1277111 h 1544906"/>
              <a:gd name="connsiteX27" fmla="*/ 1125645 w 1361061"/>
              <a:gd name="connsiteY27" fmla="*/ 1158817 h 1544906"/>
              <a:gd name="connsiteX28" fmla="*/ 953007 w 1361061"/>
              <a:gd name="connsiteY28" fmla="*/ 1152381 h 1544906"/>
              <a:gd name="connsiteX29" fmla="*/ 881182 w 1361061"/>
              <a:gd name="connsiteY29" fmla="*/ 1301851 h 1544906"/>
              <a:gd name="connsiteX30" fmla="*/ 855908 w 1361061"/>
              <a:gd name="connsiteY30" fmla="*/ 1311620 h 1544906"/>
              <a:gd name="connsiteX31" fmla="*/ 850892 w 1361061"/>
              <a:gd name="connsiteY31" fmla="*/ 1107429 h 1544906"/>
              <a:gd name="connsiteX32" fmla="*/ 793947 w 1361061"/>
              <a:gd name="connsiteY32" fmla="*/ 1100360 h 1544906"/>
              <a:gd name="connsiteX33" fmla="*/ 786440 w 1361061"/>
              <a:gd name="connsiteY33" fmla="*/ 1322225 h 1544906"/>
              <a:gd name="connsiteX34" fmla="*/ 685877 w 1361061"/>
              <a:gd name="connsiteY34" fmla="*/ 1345791 h 1544906"/>
              <a:gd name="connsiteX35" fmla="*/ 653401 w 1361061"/>
              <a:gd name="connsiteY35" fmla="*/ 1319525 h 1544906"/>
              <a:gd name="connsiteX36" fmla="*/ 638222 w 1361061"/>
              <a:gd name="connsiteY36" fmla="*/ 1105416 h 1544906"/>
              <a:gd name="connsiteX37" fmla="*/ 594034 w 1361061"/>
              <a:gd name="connsiteY37" fmla="*/ 1107429 h 1544906"/>
              <a:gd name="connsiteX38" fmla="*/ 582085 w 1361061"/>
              <a:gd name="connsiteY38" fmla="*/ 1324581 h 1544906"/>
              <a:gd name="connsiteX39" fmla="*/ 514408 w 1361061"/>
              <a:gd name="connsiteY39" fmla="*/ 1195978 h 1544906"/>
              <a:gd name="connsiteX40" fmla="*/ 340643 w 1361061"/>
              <a:gd name="connsiteY40" fmla="*/ 1139382 h 1544906"/>
              <a:gd name="connsiteX0" fmla="*/ 340643 w 1361061"/>
              <a:gd name="connsiteY0" fmla="*/ 1139382 h 1544906"/>
              <a:gd name="connsiteX1" fmla="*/ 298402 w 1361061"/>
              <a:gd name="connsiteY1" fmla="*/ 1259432 h 1544906"/>
              <a:gd name="connsiteX2" fmla="*/ 253575 w 1361061"/>
              <a:gd name="connsiteY2" fmla="*/ 1149854 h 1544906"/>
              <a:gd name="connsiteX3" fmla="*/ 211168 w 1361061"/>
              <a:gd name="connsiteY3" fmla="*/ 867056 h 1544906"/>
              <a:gd name="connsiteX4" fmla="*/ 165127 w 1361061"/>
              <a:gd name="connsiteY4" fmla="*/ 676167 h 1544906"/>
              <a:gd name="connsiteX5" fmla="*/ 103336 w 1361061"/>
              <a:gd name="connsiteY5" fmla="*/ 396912 h 1544906"/>
              <a:gd name="connsiteX6" fmla="*/ 19735 w 1361061"/>
              <a:gd name="connsiteY6" fmla="*/ 39879 h 1544906"/>
              <a:gd name="connsiteX7" fmla="*/ 5196 w 1361061"/>
              <a:gd name="connsiteY7" fmla="*/ 75232 h 1544906"/>
              <a:gd name="connsiteX8" fmla="*/ 96067 w 1361061"/>
              <a:gd name="connsiteY8" fmla="*/ 481748 h 1544906"/>
              <a:gd name="connsiteX9" fmla="*/ 183302 w 1361061"/>
              <a:gd name="connsiteY9" fmla="*/ 877662 h 1544906"/>
              <a:gd name="connsiteX10" fmla="*/ 235400 w 1361061"/>
              <a:gd name="connsiteY10" fmla="*/ 1199343 h 1544906"/>
              <a:gd name="connsiteX11" fmla="*/ 286288 w 1361061"/>
              <a:gd name="connsiteY11" fmla="*/ 1347808 h 1544906"/>
              <a:gd name="connsiteX12" fmla="*/ 341143 w 1361061"/>
              <a:gd name="connsiteY12" fmla="*/ 1503789 h 1544906"/>
              <a:gd name="connsiteX13" fmla="*/ 515216 w 1361061"/>
              <a:gd name="connsiteY13" fmla="*/ 1542400 h 1544906"/>
              <a:gd name="connsiteX14" fmla="*/ 579890 w 1361061"/>
              <a:gd name="connsiteY14" fmla="*/ 1470960 h 1544906"/>
              <a:gd name="connsiteX15" fmla="*/ 704052 w 1361061"/>
              <a:gd name="connsiteY15" fmla="*/ 1478941 h 1544906"/>
              <a:gd name="connsiteX16" fmla="*/ 876000 w 1361061"/>
              <a:gd name="connsiteY16" fmla="*/ 1466793 h 1544906"/>
              <a:gd name="connsiteX17" fmla="*/ 939679 w 1361061"/>
              <a:gd name="connsiteY17" fmla="*/ 1535330 h 1544906"/>
              <a:gd name="connsiteX18" fmla="*/ 1131422 w 1361061"/>
              <a:gd name="connsiteY18" fmla="*/ 1517682 h 1544906"/>
              <a:gd name="connsiteX19" fmla="*/ 1179235 w 1361061"/>
              <a:gd name="connsiteY19" fmla="*/ 1358415 h 1544906"/>
              <a:gd name="connsiteX20" fmla="*/ 1251931 w 1361061"/>
              <a:gd name="connsiteY20" fmla="*/ 1026131 h 1544906"/>
              <a:gd name="connsiteX21" fmla="*/ 1295548 w 1361061"/>
              <a:gd name="connsiteY21" fmla="*/ 545379 h 1544906"/>
              <a:gd name="connsiteX22" fmla="*/ 1356128 w 1361061"/>
              <a:gd name="connsiteY22" fmla="*/ 198955 h 1544906"/>
              <a:gd name="connsiteX23" fmla="*/ 1348859 w 1361061"/>
              <a:gd name="connsiteY23" fmla="*/ 114117 h 1544906"/>
              <a:gd name="connsiteX24" fmla="*/ 1270105 w 1361061"/>
              <a:gd name="connsiteY24" fmla="*/ 552449 h 1544906"/>
              <a:gd name="connsiteX25" fmla="*/ 1222853 w 1361061"/>
              <a:gd name="connsiteY25" fmla="*/ 1061480 h 1544906"/>
              <a:gd name="connsiteX26" fmla="*/ 1165907 w 1361061"/>
              <a:gd name="connsiteY26" fmla="*/ 1277111 h 1544906"/>
              <a:gd name="connsiteX27" fmla="*/ 1125645 w 1361061"/>
              <a:gd name="connsiteY27" fmla="*/ 1158817 h 1544906"/>
              <a:gd name="connsiteX28" fmla="*/ 953007 w 1361061"/>
              <a:gd name="connsiteY28" fmla="*/ 1152381 h 1544906"/>
              <a:gd name="connsiteX29" fmla="*/ 881182 w 1361061"/>
              <a:gd name="connsiteY29" fmla="*/ 1301851 h 1544906"/>
              <a:gd name="connsiteX30" fmla="*/ 855908 w 1361061"/>
              <a:gd name="connsiteY30" fmla="*/ 1311620 h 1544906"/>
              <a:gd name="connsiteX31" fmla="*/ 850892 w 1361061"/>
              <a:gd name="connsiteY31" fmla="*/ 1107429 h 1544906"/>
              <a:gd name="connsiteX32" fmla="*/ 793947 w 1361061"/>
              <a:gd name="connsiteY32" fmla="*/ 1100360 h 1544906"/>
              <a:gd name="connsiteX33" fmla="*/ 786440 w 1361061"/>
              <a:gd name="connsiteY33" fmla="*/ 1322225 h 1544906"/>
              <a:gd name="connsiteX34" fmla="*/ 685877 w 1361061"/>
              <a:gd name="connsiteY34" fmla="*/ 1345791 h 1544906"/>
              <a:gd name="connsiteX35" fmla="*/ 653401 w 1361061"/>
              <a:gd name="connsiteY35" fmla="*/ 1319525 h 1544906"/>
              <a:gd name="connsiteX36" fmla="*/ 638222 w 1361061"/>
              <a:gd name="connsiteY36" fmla="*/ 1105416 h 1544906"/>
              <a:gd name="connsiteX37" fmla="*/ 594034 w 1361061"/>
              <a:gd name="connsiteY37" fmla="*/ 1107429 h 1544906"/>
              <a:gd name="connsiteX38" fmla="*/ 582085 w 1361061"/>
              <a:gd name="connsiteY38" fmla="*/ 1324581 h 1544906"/>
              <a:gd name="connsiteX39" fmla="*/ 514408 w 1361061"/>
              <a:gd name="connsiteY39" fmla="*/ 1195978 h 1544906"/>
              <a:gd name="connsiteX40" fmla="*/ 340643 w 1361061"/>
              <a:gd name="connsiteY40" fmla="*/ 1139382 h 1544906"/>
              <a:gd name="connsiteX0" fmla="*/ 340643 w 1361061"/>
              <a:gd name="connsiteY0" fmla="*/ 1139382 h 1544906"/>
              <a:gd name="connsiteX1" fmla="*/ 298402 w 1361061"/>
              <a:gd name="connsiteY1" fmla="*/ 1259432 h 1544906"/>
              <a:gd name="connsiteX2" fmla="*/ 253575 w 1361061"/>
              <a:gd name="connsiteY2" fmla="*/ 1149854 h 1544906"/>
              <a:gd name="connsiteX3" fmla="*/ 211168 w 1361061"/>
              <a:gd name="connsiteY3" fmla="*/ 867056 h 1544906"/>
              <a:gd name="connsiteX4" fmla="*/ 165127 w 1361061"/>
              <a:gd name="connsiteY4" fmla="*/ 676167 h 1544906"/>
              <a:gd name="connsiteX5" fmla="*/ 103336 w 1361061"/>
              <a:gd name="connsiteY5" fmla="*/ 396912 h 1544906"/>
              <a:gd name="connsiteX6" fmla="*/ 19735 w 1361061"/>
              <a:gd name="connsiteY6" fmla="*/ 39879 h 1544906"/>
              <a:gd name="connsiteX7" fmla="*/ 5196 w 1361061"/>
              <a:gd name="connsiteY7" fmla="*/ 75232 h 1544906"/>
              <a:gd name="connsiteX8" fmla="*/ 96067 w 1361061"/>
              <a:gd name="connsiteY8" fmla="*/ 481748 h 1544906"/>
              <a:gd name="connsiteX9" fmla="*/ 183302 w 1361061"/>
              <a:gd name="connsiteY9" fmla="*/ 877662 h 1544906"/>
              <a:gd name="connsiteX10" fmla="*/ 235400 w 1361061"/>
              <a:gd name="connsiteY10" fmla="*/ 1199343 h 1544906"/>
              <a:gd name="connsiteX11" fmla="*/ 286288 w 1361061"/>
              <a:gd name="connsiteY11" fmla="*/ 1347808 h 1544906"/>
              <a:gd name="connsiteX12" fmla="*/ 341143 w 1361061"/>
              <a:gd name="connsiteY12" fmla="*/ 1503789 h 1544906"/>
              <a:gd name="connsiteX13" fmla="*/ 515216 w 1361061"/>
              <a:gd name="connsiteY13" fmla="*/ 1542400 h 1544906"/>
              <a:gd name="connsiteX14" fmla="*/ 579890 w 1361061"/>
              <a:gd name="connsiteY14" fmla="*/ 1470960 h 1544906"/>
              <a:gd name="connsiteX15" fmla="*/ 704052 w 1361061"/>
              <a:gd name="connsiteY15" fmla="*/ 1478941 h 1544906"/>
              <a:gd name="connsiteX16" fmla="*/ 876000 w 1361061"/>
              <a:gd name="connsiteY16" fmla="*/ 1466793 h 1544906"/>
              <a:gd name="connsiteX17" fmla="*/ 939679 w 1361061"/>
              <a:gd name="connsiteY17" fmla="*/ 1535330 h 1544906"/>
              <a:gd name="connsiteX18" fmla="*/ 1131422 w 1361061"/>
              <a:gd name="connsiteY18" fmla="*/ 1517682 h 1544906"/>
              <a:gd name="connsiteX19" fmla="*/ 1179235 w 1361061"/>
              <a:gd name="connsiteY19" fmla="*/ 1358415 h 1544906"/>
              <a:gd name="connsiteX20" fmla="*/ 1251931 w 1361061"/>
              <a:gd name="connsiteY20" fmla="*/ 1026131 h 1544906"/>
              <a:gd name="connsiteX21" fmla="*/ 1300394 w 1361061"/>
              <a:gd name="connsiteY21" fmla="*/ 545379 h 1544906"/>
              <a:gd name="connsiteX22" fmla="*/ 1356128 w 1361061"/>
              <a:gd name="connsiteY22" fmla="*/ 198955 h 1544906"/>
              <a:gd name="connsiteX23" fmla="*/ 1348859 w 1361061"/>
              <a:gd name="connsiteY23" fmla="*/ 114117 h 1544906"/>
              <a:gd name="connsiteX24" fmla="*/ 1270105 w 1361061"/>
              <a:gd name="connsiteY24" fmla="*/ 552449 h 1544906"/>
              <a:gd name="connsiteX25" fmla="*/ 1222853 w 1361061"/>
              <a:gd name="connsiteY25" fmla="*/ 1061480 h 1544906"/>
              <a:gd name="connsiteX26" fmla="*/ 1165907 w 1361061"/>
              <a:gd name="connsiteY26" fmla="*/ 1277111 h 1544906"/>
              <a:gd name="connsiteX27" fmla="*/ 1125645 w 1361061"/>
              <a:gd name="connsiteY27" fmla="*/ 1158817 h 1544906"/>
              <a:gd name="connsiteX28" fmla="*/ 953007 w 1361061"/>
              <a:gd name="connsiteY28" fmla="*/ 1152381 h 1544906"/>
              <a:gd name="connsiteX29" fmla="*/ 881182 w 1361061"/>
              <a:gd name="connsiteY29" fmla="*/ 1301851 h 1544906"/>
              <a:gd name="connsiteX30" fmla="*/ 855908 w 1361061"/>
              <a:gd name="connsiteY30" fmla="*/ 1311620 h 1544906"/>
              <a:gd name="connsiteX31" fmla="*/ 850892 w 1361061"/>
              <a:gd name="connsiteY31" fmla="*/ 1107429 h 1544906"/>
              <a:gd name="connsiteX32" fmla="*/ 793947 w 1361061"/>
              <a:gd name="connsiteY32" fmla="*/ 1100360 h 1544906"/>
              <a:gd name="connsiteX33" fmla="*/ 786440 w 1361061"/>
              <a:gd name="connsiteY33" fmla="*/ 1322225 h 1544906"/>
              <a:gd name="connsiteX34" fmla="*/ 685877 w 1361061"/>
              <a:gd name="connsiteY34" fmla="*/ 1345791 h 1544906"/>
              <a:gd name="connsiteX35" fmla="*/ 653401 w 1361061"/>
              <a:gd name="connsiteY35" fmla="*/ 1319525 h 1544906"/>
              <a:gd name="connsiteX36" fmla="*/ 638222 w 1361061"/>
              <a:gd name="connsiteY36" fmla="*/ 1105416 h 1544906"/>
              <a:gd name="connsiteX37" fmla="*/ 594034 w 1361061"/>
              <a:gd name="connsiteY37" fmla="*/ 1107429 h 1544906"/>
              <a:gd name="connsiteX38" fmla="*/ 582085 w 1361061"/>
              <a:gd name="connsiteY38" fmla="*/ 1324581 h 1544906"/>
              <a:gd name="connsiteX39" fmla="*/ 514408 w 1361061"/>
              <a:gd name="connsiteY39" fmla="*/ 1195978 h 1544906"/>
              <a:gd name="connsiteX40" fmla="*/ 340643 w 1361061"/>
              <a:gd name="connsiteY40" fmla="*/ 1139382 h 1544906"/>
              <a:gd name="connsiteX0" fmla="*/ 340643 w 1361061"/>
              <a:gd name="connsiteY0" fmla="*/ 1139382 h 1544906"/>
              <a:gd name="connsiteX1" fmla="*/ 298402 w 1361061"/>
              <a:gd name="connsiteY1" fmla="*/ 1259432 h 1544906"/>
              <a:gd name="connsiteX2" fmla="*/ 253575 w 1361061"/>
              <a:gd name="connsiteY2" fmla="*/ 1149854 h 1544906"/>
              <a:gd name="connsiteX3" fmla="*/ 211168 w 1361061"/>
              <a:gd name="connsiteY3" fmla="*/ 867056 h 1544906"/>
              <a:gd name="connsiteX4" fmla="*/ 165127 w 1361061"/>
              <a:gd name="connsiteY4" fmla="*/ 676167 h 1544906"/>
              <a:gd name="connsiteX5" fmla="*/ 103336 w 1361061"/>
              <a:gd name="connsiteY5" fmla="*/ 396912 h 1544906"/>
              <a:gd name="connsiteX6" fmla="*/ 19735 w 1361061"/>
              <a:gd name="connsiteY6" fmla="*/ 39879 h 1544906"/>
              <a:gd name="connsiteX7" fmla="*/ 5196 w 1361061"/>
              <a:gd name="connsiteY7" fmla="*/ 75232 h 1544906"/>
              <a:gd name="connsiteX8" fmla="*/ 96067 w 1361061"/>
              <a:gd name="connsiteY8" fmla="*/ 481748 h 1544906"/>
              <a:gd name="connsiteX9" fmla="*/ 183302 w 1361061"/>
              <a:gd name="connsiteY9" fmla="*/ 877662 h 1544906"/>
              <a:gd name="connsiteX10" fmla="*/ 235400 w 1361061"/>
              <a:gd name="connsiteY10" fmla="*/ 1199343 h 1544906"/>
              <a:gd name="connsiteX11" fmla="*/ 286288 w 1361061"/>
              <a:gd name="connsiteY11" fmla="*/ 1347808 h 1544906"/>
              <a:gd name="connsiteX12" fmla="*/ 341143 w 1361061"/>
              <a:gd name="connsiteY12" fmla="*/ 1503789 h 1544906"/>
              <a:gd name="connsiteX13" fmla="*/ 515216 w 1361061"/>
              <a:gd name="connsiteY13" fmla="*/ 1542400 h 1544906"/>
              <a:gd name="connsiteX14" fmla="*/ 579890 w 1361061"/>
              <a:gd name="connsiteY14" fmla="*/ 1470960 h 1544906"/>
              <a:gd name="connsiteX15" fmla="*/ 704052 w 1361061"/>
              <a:gd name="connsiteY15" fmla="*/ 1478941 h 1544906"/>
              <a:gd name="connsiteX16" fmla="*/ 876000 w 1361061"/>
              <a:gd name="connsiteY16" fmla="*/ 1466793 h 1544906"/>
              <a:gd name="connsiteX17" fmla="*/ 939679 w 1361061"/>
              <a:gd name="connsiteY17" fmla="*/ 1535330 h 1544906"/>
              <a:gd name="connsiteX18" fmla="*/ 1131422 w 1361061"/>
              <a:gd name="connsiteY18" fmla="*/ 1517682 h 1544906"/>
              <a:gd name="connsiteX19" fmla="*/ 1169542 w 1361061"/>
              <a:gd name="connsiteY19" fmla="*/ 1365485 h 1544906"/>
              <a:gd name="connsiteX20" fmla="*/ 1251931 w 1361061"/>
              <a:gd name="connsiteY20" fmla="*/ 1026131 h 1544906"/>
              <a:gd name="connsiteX21" fmla="*/ 1300394 w 1361061"/>
              <a:gd name="connsiteY21" fmla="*/ 545379 h 1544906"/>
              <a:gd name="connsiteX22" fmla="*/ 1356128 w 1361061"/>
              <a:gd name="connsiteY22" fmla="*/ 198955 h 1544906"/>
              <a:gd name="connsiteX23" fmla="*/ 1348859 w 1361061"/>
              <a:gd name="connsiteY23" fmla="*/ 114117 h 1544906"/>
              <a:gd name="connsiteX24" fmla="*/ 1270105 w 1361061"/>
              <a:gd name="connsiteY24" fmla="*/ 552449 h 1544906"/>
              <a:gd name="connsiteX25" fmla="*/ 1222853 w 1361061"/>
              <a:gd name="connsiteY25" fmla="*/ 1061480 h 1544906"/>
              <a:gd name="connsiteX26" fmla="*/ 1165907 w 1361061"/>
              <a:gd name="connsiteY26" fmla="*/ 1277111 h 1544906"/>
              <a:gd name="connsiteX27" fmla="*/ 1125645 w 1361061"/>
              <a:gd name="connsiteY27" fmla="*/ 1158817 h 1544906"/>
              <a:gd name="connsiteX28" fmla="*/ 953007 w 1361061"/>
              <a:gd name="connsiteY28" fmla="*/ 1152381 h 1544906"/>
              <a:gd name="connsiteX29" fmla="*/ 881182 w 1361061"/>
              <a:gd name="connsiteY29" fmla="*/ 1301851 h 1544906"/>
              <a:gd name="connsiteX30" fmla="*/ 855908 w 1361061"/>
              <a:gd name="connsiteY30" fmla="*/ 1311620 h 1544906"/>
              <a:gd name="connsiteX31" fmla="*/ 850892 w 1361061"/>
              <a:gd name="connsiteY31" fmla="*/ 1107429 h 1544906"/>
              <a:gd name="connsiteX32" fmla="*/ 793947 w 1361061"/>
              <a:gd name="connsiteY32" fmla="*/ 1100360 h 1544906"/>
              <a:gd name="connsiteX33" fmla="*/ 786440 w 1361061"/>
              <a:gd name="connsiteY33" fmla="*/ 1322225 h 1544906"/>
              <a:gd name="connsiteX34" fmla="*/ 685877 w 1361061"/>
              <a:gd name="connsiteY34" fmla="*/ 1345791 h 1544906"/>
              <a:gd name="connsiteX35" fmla="*/ 653401 w 1361061"/>
              <a:gd name="connsiteY35" fmla="*/ 1319525 h 1544906"/>
              <a:gd name="connsiteX36" fmla="*/ 638222 w 1361061"/>
              <a:gd name="connsiteY36" fmla="*/ 1105416 h 1544906"/>
              <a:gd name="connsiteX37" fmla="*/ 594034 w 1361061"/>
              <a:gd name="connsiteY37" fmla="*/ 1107429 h 1544906"/>
              <a:gd name="connsiteX38" fmla="*/ 582085 w 1361061"/>
              <a:gd name="connsiteY38" fmla="*/ 1324581 h 1544906"/>
              <a:gd name="connsiteX39" fmla="*/ 514408 w 1361061"/>
              <a:gd name="connsiteY39" fmla="*/ 1195978 h 1544906"/>
              <a:gd name="connsiteX40" fmla="*/ 340643 w 1361061"/>
              <a:gd name="connsiteY40" fmla="*/ 1139382 h 1544906"/>
              <a:gd name="connsiteX0" fmla="*/ 340643 w 1361061"/>
              <a:gd name="connsiteY0" fmla="*/ 1139382 h 1542406"/>
              <a:gd name="connsiteX1" fmla="*/ 298402 w 1361061"/>
              <a:gd name="connsiteY1" fmla="*/ 1259432 h 1542406"/>
              <a:gd name="connsiteX2" fmla="*/ 253575 w 1361061"/>
              <a:gd name="connsiteY2" fmla="*/ 1149854 h 1542406"/>
              <a:gd name="connsiteX3" fmla="*/ 211168 w 1361061"/>
              <a:gd name="connsiteY3" fmla="*/ 867056 h 1542406"/>
              <a:gd name="connsiteX4" fmla="*/ 165127 w 1361061"/>
              <a:gd name="connsiteY4" fmla="*/ 676167 h 1542406"/>
              <a:gd name="connsiteX5" fmla="*/ 103336 w 1361061"/>
              <a:gd name="connsiteY5" fmla="*/ 396912 h 1542406"/>
              <a:gd name="connsiteX6" fmla="*/ 19735 w 1361061"/>
              <a:gd name="connsiteY6" fmla="*/ 39879 h 1542406"/>
              <a:gd name="connsiteX7" fmla="*/ 5196 w 1361061"/>
              <a:gd name="connsiteY7" fmla="*/ 75232 h 1542406"/>
              <a:gd name="connsiteX8" fmla="*/ 96067 w 1361061"/>
              <a:gd name="connsiteY8" fmla="*/ 481748 h 1542406"/>
              <a:gd name="connsiteX9" fmla="*/ 183302 w 1361061"/>
              <a:gd name="connsiteY9" fmla="*/ 877662 h 1542406"/>
              <a:gd name="connsiteX10" fmla="*/ 235400 w 1361061"/>
              <a:gd name="connsiteY10" fmla="*/ 1199343 h 1542406"/>
              <a:gd name="connsiteX11" fmla="*/ 286288 w 1361061"/>
              <a:gd name="connsiteY11" fmla="*/ 1347808 h 1542406"/>
              <a:gd name="connsiteX12" fmla="*/ 341143 w 1361061"/>
              <a:gd name="connsiteY12" fmla="*/ 1503789 h 1542406"/>
              <a:gd name="connsiteX13" fmla="*/ 515216 w 1361061"/>
              <a:gd name="connsiteY13" fmla="*/ 1542400 h 1542406"/>
              <a:gd name="connsiteX14" fmla="*/ 579890 w 1361061"/>
              <a:gd name="connsiteY14" fmla="*/ 1470960 h 1542406"/>
              <a:gd name="connsiteX15" fmla="*/ 704052 w 1361061"/>
              <a:gd name="connsiteY15" fmla="*/ 1478941 h 1542406"/>
              <a:gd name="connsiteX16" fmla="*/ 876000 w 1361061"/>
              <a:gd name="connsiteY16" fmla="*/ 1466793 h 1542406"/>
              <a:gd name="connsiteX17" fmla="*/ 939679 w 1361061"/>
              <a:gd name="connsiteY17" fmla="*/ 1535330 h 1542406"/>
              <a:gd name="connsiteX18" fmla="*/ 1125364 w 1361061"/>
              <a:gd name="connsiteY18" fmla="*/ 1507077 h 1542406"/>
              <a:gd name="connsiteX19" fmla="*/ 1169542 w 1361061"/>
              <a:gd name="connsiteY19" fmla="*/ 1365485 h 1542406"/>
              <a:gd name="connsiteX20" fmla="*/ 1251931 w 1361061"/>
              <a:gd name="connsiteY20" fmla="*/ 1026131 h 1542406"/>
              <a:gd name="connsiteX21" fmla="*/ 1300394 w 1361061"/>
              <a:gd name="connsiteY21" fmla="*/ 545379 h 1542406"/>
              <a:gd name="connsiteX22" fmla="*/ 1356128 w 1361061"/>
              <a:gd name="connsiteY22" fmla="*/ 198955 h 1542406"/>
              <a:gd name="connsiteX23" fmla="*/ 1348859 w 1361061"/>
              <a:gd name="connsiteY23" fmla="*/ 114117 h 1542406"/>
              <a:gd name="connsiteX24" fmla="*/ 1270105 w 1361061"/>
              <a:gd name="connsiteY24" fmla="*/ 552449 h 1542406"/>
              <a:gd name="connsiteX25" fmla="*/ 1222853 w 1361061"/>
              <a:gd name="connsiteY25" fmla="*/ 1061480 h 1542406"/>
              <a:gd name="connsiteX26" fmla="*/ 1165907 w 1361061"/>
              <a:gd name="connsiteY26" fmla="*/ 1277111 h 1542406"/>
              <a:gd name="connsiteX27" fmla="*/ 1125645 w 1361061"/>
              <a:gd name="connsiteY27" fmla="*/ 1158817 h 1542406"/>
              <a:gd name="connsiteX28" fmla="*/ 953007 w 1361061"/>
              <a:gd name="connsiteY28" fmla="*/ 1152381 h 1542406"/>
              <a:gd name="connsiteX29" fmla="*/ 881182 w 1361061"/>
              <a:gd name="connsiteY29" fmla="*/ 1301851 h 1542406"/>
              <a:gd name="connsiteX30" fmla="*/ 855908 w 1361061"/>
              <a:gd name="connsiteY30" fmla="*/ 1311620 h 1542406"/>
              <a:gd name="connsiteX31" fmla="*/ 850892 w 1361061"/>
              <a:gd name="connsiteY31" fmla="*/ 1107429 h 1542406"/>
              <a:gd name="connsiteX32" fmla="*/ 793947 w 1361061"/>
              <a:gd name="connsiteY32" fmla="*/ 1100360 h 1542406"/>
              <a:gd name="connsiteX33" fmla="*/ 786440 w 1361061"/>
              <a:gd name="connsiteY33" fmla="*/ 1322225 h 1542406"/>
              <a:gd name="connsiteX34" fmla="*/ 685877 w 1361061"/>
              <a:gd name="connsiteY34" fmla="*/ 1345791 h 1542406"/>
              <a:gd name="connsiteX35" fmla="*/ 653401 w 1361061"/>
              <a:gd name="connsiteY35" fmla="*/ 1319525 h 1542406"/>
              <a:gd name="connsiteX36" fmla="*/ 638222 w 1361061"/>
              <a:gd name="connsiteY36" fmla="*/ 1105416 h 1542406"/>
              <a:gd name="connsiteX37" fmla="*/ 594034 w 1361061"/>
              <a:gd name="connsiteY37" fmla="*/ 1107429 h 1542406"/>
              <a:gd name="connsiteX38" fmla="*/ 582085 w 1361061"/>
              <a:gd name="connsiteY38" fmla="*/ 1324581 h 1542406"/>
              <a:gd name="connsiteX39" fmla="*/ 514408 w 1361061"/>
              <a:gd name="connsiteY39" fmla="*/ 1195978 h 1542406"/>
              <a:gd name="connsiteX40" fmla="*/ 340643 w 1361061"/>
              <a:gd name="connsiteY40" fmla="*/ 1139382 h 1542406"/>
              <a:gd name="connsiteX0" fmla="*/ 340643 w 1361061"/>
              <a:gd name="connsiteY0" fmla="*/ 1139382 h 1542407"/>
              <a:gd name="connsiteX1" fmla="*/ 298402 w 1361061"/>
              <a:gd name="connsiteY1" fmla="*/ 1259432 h 1542407"/>
              <a:gd name="connsiteX2" fmla="*/ 253575 w 1361061"/>
              <a:gd name="connsiteY2" fmla="*/ 1149854 h 1542407"/>
              <a:gd name="connsiteX3" fmla="*/ 211168 w 1361061"/>
              <a:gd name="connsiteY3" fmla="*/ 867056 h 1542407"/>
              <a:gd name="connsiteX4" fmla="*/ 165127 w 1361061"/>
              <a:gd name="connsiteY4" fmla="*/ 676167 h 1542407"/>
              <a:gd name="connsiteX5" fmla="*/ 103336 w 1361061"/>
              <a:gd name="connsiteY5" fmla="*/ 396912 h 1542407"/>
              <a:gd name="connsiteX6" fmla="*/ 19735 w 1361061"/>
              <a:gd name="connsiteY6" fmla="*/ 39879 h 1542407"/>
              <a:gd name="connsiteX7" fmla="*/ 5196 w 1361061"/>
              <a:gd name="connsiteY7" fmla="*/ 75232 h 1542407"/>
              <a:gd name="connsiteX8" fmla="*/ 96067 w 1361061"/>
              <a:gd name="connsiteY8" fmla="*/ 481748 h 1542407"/>
              <a:gd name="connsiteX9" fmla="*/ 183302 w 1361061"/>
              <a:gd name="connsiteY9" fmla="*/ 877662 h 1542407"/>
              <a:gd name="connsiteX10" fmla="*/ 235400 w 1361061"/>
              <a:gd name="connsiteY10" fmla="*/ 1199343 h 1542407"/>
              <a:gd name="connsiteX11" fmla="*/ 299615 w 1361061"/>
              <a:gd name="connsiteY11" fmla="*/ 1376088 h 1542407"/>
              <a:gd name="connsiteX12" fmla="*/ 341143 w 1361061"/>
              <a:gd name="connsiteY12" fmla="*/ 1503789 h 1542407"/>
              <a:gd name="connsiteX13" fmla="*/ 515216 w 1361061"/>
              <a:gd name="connsiteY13" fmla="*/ 1542400 h 1542407"/>
              <a:gd name="connsiteX14" fmla="*/ 579890 w 1361061"/>
              <a:gd name="connsiteY14" fmla="*/ 1470960 h 1542407"/>
              <a:gd name="connsiteX15" fmla="*/ 704052 w 1361061"/>
              <a:gd name="connsiteY15" fmla="*/ 1478941 h 1542407"/>
              <a:gd name="connsiteX16" fmla="*/ 876000 w 1361061"/>
              <a:gd name="connsiteY16" fmla="*/ 1466793 h 1542407"/>
              <a:gd name="connsiteX17" fmla="*/ 939679 w 1361061"/>
              <a:gd name="connsiteY17" fmla="*/ 1535330 h 1542407"/>
              <a:gd name="connsiteX18" fmla="*/ 1125364 w 1361061"/>
              <a:gd name="connsiteY18" fmla="*/ 1507077 h 1542407"/>
              <a:gd name="connsiteX19" fmla="*/ 1169542 w 1361061"/>
              <a:gd name="connsiteY19" fmla="*/ 1365485 h 1542407"/>
              <a:gd name="connsiteX20" fmla="*/ 1251931 w 1361061"/>
              <a:gd name="connsiteY20" fmla="*/ 1026131 h 1542407"/>
              <a:gd name="connsiteX21" fmla="*/ 1300394 w 1361061"/>
              <a:gd name="connsiteY21" fmla="*/ 545379 h 1542407"/>
              <a:gd name="connsiteX22" fmla="*/ 1356128 w 1361061"/>
              <a:gd name="connsiteY22" fmla="*/ 198955 h 1542407"/>
              <a:gd name="connsiteX23" fmla="*/ 1348859 w 1361061"/>
              <a:gd name="connsiteY23" fmla="*/ 114117 h 1542407"/>
              <a:gd name="connsiteX24" fmla="*/ 1270105 w 1361061"/>
              <a:gd name="connsiteY24" fmla="*/ 552449 h 1542407"/>
              <a:gd name="connsiteX25" fmla="*/ 1222853 w 1361061"/>
              <a:gd name="connsiteY25" fmla="*/ 1061480 h 1542407"/>
              <a:gd name="connsiteX26" fmla="*/ 1165907 w 1361061"/>
              <a:gd name="connsiteY26" fmla="*/ 1277111 h 1542407"/>
              <a:gd name="connsiteX27" fmla="*/ 1125645 w 1361061"/>
              <a:gd name="connsiteY27" fmla="*/ 1158817 h 1542407"/>
              <a:gd name="connsiteX28" fmla="*/ 953007 w 1361061"/>
              <a:gd name="connsiteY28" fmla="*/ 1152381 h 1542407"/>
              <a:gd name="connsiteX29" fmla="*/ 881182 w 1361061"/>
              <a:gd name="connsiteY29" fmla="*/ 1301851 h 1542407"/>
              <a:gd name="connsiteX30" fmla="*/ 855908 w 1361061"/>
              <a:gd name="connsiteY30" fmla="*/ 1311620 h 1542407"/>
              <a:gd name="connsiteX31" fmla="*/ 850892 w 1361061"/>
              <a:gd name="connsiteY31" fmla="*/ 1107429 h 1542407"/>
              <a:gd name="connsiteX32" fmla="*/ 793947 w 1361061"/>
              <a:gd name="connsiteY32" fmla="*/ 1100360 h 1542407"/>
              <a:gd name="connsiteX33" fmla="*/ 786440 w 1361061"/>
              <a:gd name="connsiteY33" fmla="*/ 1322225 h 1542407"/>
              <a:gd name="connsiteX34" fmla="*/ 685877 w 1361061"/>
              <a:gd name="connsiteY34" fmla="*/ 1345791 h 1542407"/>
              <a:gd name="connsiteX35" fmla="*/ 653401 w 1361061"/>
              <a:gd name="connsiteY35" fmla="*/ 1319525 h 1542407"/>
              <a:gd name="connsiteX36" fmla="*/ 638222 w 1361061"/>
              <a:gd name="connsiteY36" fmla="*/ 1105416 h 1542407"/>
              <a:gd name="connsiteX37" fmla="*/ 594034 w 1361061"/>
              <a:gd name="connsiteY37" fmla="*/ 1107429 h 1542407"/>
              <a:gd name="connsiteX38" fmla="*/ 582085 w 1361061"/>
              <a:gd name="connsiteY38" fmla="*/ 1324581 h 1542407"/>
              <a:gd name="connsiteX39" fmla="*/ 514408 w 1361061"/>
              <a:gd name="connsiteY39" fmla="*/ 1195978 h 1542407"/>
              <a:gd name="connsiteX40" fmla="*/ 340643 w 1361061"/>
              <a:gd name="connsiteY40" fmla="*/ 1139382 h 1542407"/>
              <a:gd name="connsiteX0" fmla="*/ 340643 w 1361061"/>
              <a:gd name="connsiteY0" fmla="*/ 1139382 h 1542407"/>
              <a:gd name="connsiteX1" fmla="*/ 298402 w 1361061"/>
              <a:gd name="connsiteY1" fmla="*/ 1259432 h 1542407"/>
              <a:gd name="connsiteX2" fmla="*/ 253575 w 1361061"/>
              <a:gd name="connsiteY2" fmla="*/ 1149854 h 1542407"/>
              <a:gd name="connsiteX3" fmla="*/ 211168 w 1361061"/>
              <a:gd name="connsiteY3" fmla="*/ 867056 h 1542407"/>
              <a:gd name="connsiteX4" fmla="*/ 165127 w 1361061"/>
              <a:gd name="connsiteY4" fmla="*/ 676167 h 1542407"/>
              <a:gd name="connsiteX5" fmla="*/ 103336 w 1361061"/>
              <a:gd name="connsiteY5" fmla="*/ 396912 h 1542407"/>
              <a:gd name="connsiteX6" fmla="*/ 19735 w 1361061"/>
              <a:gd name="connsiteY6" fmla="*/ 39879 h 1542407"/>
              <a:gd name="connsiteX7" fmla="*/ 5196 w 1361061"/>
              <a:gd name="connsiteY7" fmla="*/ 75232 h 1542407"/>
              <a:gd name="connsiteX8" fmla="*/ 96067 w 1361061"/>
              <a:gd name="connsiteY8" fmla="*/ 481748 h 1542407"/>
              <a:gd name="connsiteX9" fmla="*/ 183302 w 1361061"/>
              <a:gd name="connsiteY9" fmla="*/ 877662 h 1542407"/>
              <a:gd name="connsiteX10" fmla="*/ 235400 w 1361061"/>
              <a:gd name="connsiteY10" fmla="*/ 1199343 h 1542407"/>
              <a:gd name="connsiteX11" fmla="*/ 299615 w 1361061"/>
              <a:gd name="connsiteY11" fmla="*/ 1376088 h 1542407"/>
              <a:gd name="connsiteX12" fmla="*/ 343566 w 1361061"/>
              <a:gd name="connsiteY12" fmla="*/ 1503789 h 1542407"/>
              <a:gd name="connsiteX13" fmla="*/ 515216 w 1361061"/>
              <a:gd name="connsiteY13" fmla="*/ 1542400 h 1542407"/>
              <a:gd name="connsiteX14" fmla="*/ 579890 w 1361061"/>
              <a:gd name="connsiteY14" fmla="*/ 1470960 h 1542407"/>
              <a:gd name="connsiteX15" fmla="*/ 704052 w 1361061"/>
              <a:gd name="connsiteY15" fmla="*/ 1478941 h 1542407"/>
              <a:gd name="connsiteX16" fmla="*/ 876000 w 1361061"/>
              <a:gd name="connsiteY16" fmla="*/ 1466793 h 1542407"/>
              <a:gd name="connsiteX17" fmla="*/ 939679 w 1361061"/>
              <a:gd name="connsiteY17" fmla="*/ 1535330 h 1542407"/>
              <a:gd name="connsiteX18" fmla="*/ 1125364 w 1361061"/>
              <a:gd name="connsiteY18" fmla="*/ 1507077 h 1542407"/>
              <a:gd name="connsiteX19" fmla="*/ 1169542 w 1361061"/>
              <a:gd name="connsiteY19" fmla="*/ 1365485 h 1542407"/>
              <a:gd name="connsiteX20" fmla="*/ 1251931 w 1361061"/>
              <a:gd name="connsiteY20" fmla="*/ 1026131 h 1542407"/>
              <a:gd name="connsiteX21" fmla="*/ 1300394 w 1361061"/>
              <a:gd name="connsiteY21" fmla="*/ 545379 h 1542407"/>
              <a:gd name="connsiteX22" fmla="*/ 1356128 w 1361061"/>
              <a:gd name="connsiteY22" fmla="*/ 198955 h 1542407"/>
              <a:gd name="connsiteX23" fmla="*/ 1348859 w 1361061"/>
              <a:gd name="connsiteY23" fmla="*/ 114117 h 1542407"/>
              <a:gd name="connsiteX24" fmla="*/ 1270105 w 1361061"/>
              <a:gd name="connsiteY24" fmla="*/ 552449 h 1542407"/>
              <a:gd name="connsiteX25" fmla="*/ 1222853 w 1361061"/>
              <a:gd name="connsiteY25" fmla="*/ 1061480 h 1542407"/>
              <a:gd name="connsiteX26" fmla="*/ 1165907 w 1361061"/>
              <a:gd name="connsiteY26" fmla="*/ 1277111 h 1542407"/>
              <a:gd name="connsiteX27" fmla="*/ 1125645 w 1361061"/>
              <a:gd name="connsiteY27" fmla="*/ 1158817 h 1542407"/>
              <a:gd name="connsiteX28" fmla="*/ 953007 w 1361061"/>
              <a:gd name="connsiteY28" fmla="*/ 1152381 h 1542407"/>
              <a:gd name="connsiteX29" fmla="*/ 881182 w 1361061"/>
              <a:gd name="connsiteY29" fmla="*/ 1301851 h 1542407"/>
              <a:gd name="connsiteX30" fmla="*/ 855908 w 1361061"/>
              <a:gd name="connsiteY30" fmla="*/ 1311620 h 1542407"/>
              <a:gd name="connsiteX31" fmla="*/ 850892 w 1361061"/>
              <a:gd name="connsiteY31" fmla="*/ 1107429 h 1542407"/>
              <a:gd name="connsiteX32" fmla="*/ 793947 w 1361061"/>
              <a:gd name="connsiteY32" fmla="*/ 1100360 h 1542407"/>
              <a:gd name="connsiteX33" fmla="*/ 786440 w 1361061"/>
              <a:gd name="connsiteY33" fmla="*/ 1322225 h 1542407"/>
              <a:gd name="connsiteX34" fmla="*/ 685877 w 1361061"/>
              <a:gd name="connsiteY34" fmla="*/ 1345791 h 1542407"/>
              <a:gd name="connsiteX35" fmla="*/ 653401 w 1361061"/>
              <a:gd name="connsiteY35" fmla="*/ 1319525 h 1542407"/>
              <a:gd name="connsiteX36" fmla="*/ 638222 w 1361061"/>
              <a:gd name="connsiteY36" fmla="*/ 1105416 h 1542407"/>
              <a:gd name="connsiteX37" fmla="*/ 594034 w 1361061"/>
              <a:gd name="connsiteY37" fmla="*/ 1107429 h 1542407"/>
              <a:gd name="connsiteX38" fmla="*/ 582085 w 1361061"/>
              <a:gd name="connsiteY38" fmla="*/ 1324581 h 1542407"/>
              <a:gd name="connsiteX39" fmla="*/ 514408 w 1361061"/>
              <a:gd name="connsiteY39" fmla="*/ 1195978 h 1542407"/>
              <a:gd name="connsiteX40" fmla="*/ 340643 w 1361061"/>
              <a:gd name="connsiteY40" fmla="*/ 1139382 h 1542407"/>
              <a:gd name="connsiteX0" fmla="*/ 352759 w 1361061"/>
              <a:gd name="connsiteY0" fmla="*/ 1128777 h 1542407"/>
              <a:gd name="connsiteX1" fmla="*/ 298402 w 1361061"/>
              <a:gd name="connsiteY1" fmla="*/ 1259432 h 1542407"/>
              <a:gd name="connsiteX2" fmla="*/ 253575 w 1361061"/>
              <a:gd name="connsiteY2" fmla="*/ 1149854 h 1542407"/>
              <a:gd name="connsiteX3" fmla="*/ 211168 w 1361061"/>
              <a:gd name="connsiteY3" fmla="*/ 867056 h 1542407"/>
              <a:gd name="connsiteX4" fmla="*/ 165127 w 1361061"/>
              <a:gd name="connsiteY4" fmla="*/ 676167 h 1542407"/>
              <a:gd name="connsiteX5" fmla="*/ 103336 w 1361061"/>
              <a:gd name="connsiteY5" fmla="*/ 396912 h 1542407"/>
              <a:gd name="connsiteX6" fmla="*/ 19735 w 1361061"/>
              <a:gd name="connsiteY6" fmla="*/ 39879 h 1542407"/>
              <a:gd name="connsiteX7" fmla="*/ 5196 w 1361061"/>
              <a:gd name="connsiteY7" fmla="*/ 75232 h 1542407"/>
              <a:gd name="connsiteX8" fmla="*/ 96067 w 1361061"/>
              <a:gd name="connsiteY8" fmla="*/ 481748 h 1542407"/>
              <a:gd name="connsiteX9" fmla="*/ 183302 w 1361061"/>
              <a:gd name="connsiteY9" fmla="*/ 877662 h 1542407"/>
              <a:gd name="connsiteX10" fmla="*/ 235400 w 1361061"/>
              <a:gd name="connsiteY10" fmla="*/ 1199343 h 1542407"/>
              <a:gd name="connsiteX11" fmla="*/ 299615 w 1361061"/>
              <a:gd name="connsiteY11" fmla="*/ 1376088 h 1542407"/>
              <a:gd name="connsiteX12" fmla="*/ 343566 w 1361061"/>
              <a:gd name="connsiteY12" fmla="*/ 1503789 h 1542407"/>
              <a:gd name="connsiteX13" fmla="*/ 515216 w 1361061"/>
              <a:gd name="connsiteY13" fmla="*/ 1542400 h 1542407"/>
              <a:gd name="connsiteX14" fmla="*/ 579890 w 1361061"/>
              <a:gd name="connsiteY14" fmla="*/ 1470960 h 1542407"/>
              <a:gd name="connsiteX15" fmla="*/ 704052 w 1361061"/>
              <a:gd name="connsiteY15" fmla="*/ 1478941 h 1542407"/>
              <a:gd name="connsiteX16" fmla="*/ 876000 w 1361061"/>
              <a:gd name="connsiteY16" fmla="*/ 1466793 h 1542407"/>
              <a:gd name="connsiteX17" fmla="*/ 939679 w 1361061"/>
              <a:gd name="connsiteY17" fmla="*/ 1535330 h 1542407"/>
              <a:gd name="connsiteX18" fmla="*/ 1125364 w 1361061"/>
              <a:gd name="connsiteY18" fmla="*/ 1507077 h 1542407"/>
              <a:gd name="connsiteX19" fmla="*/ 1169542 w 1361061"/>
              <a:gd name="connsiteY19" fmla="*/ 1365485 h 1542407"/>
              <a:gd name="connsiteX20" fmla="*/ 1251931 w 1361061"/>
              <a:gd name="connsiteY20" fmla="*/ 1026131 h 1542407"/>
              <a:gd name="connsiteX21" fmla="*/ 1300394 w 1361061"/>
              <a:gd name="connsiteY21" fmla="*/ 545379 h 1542407"/>
              <a:gd name="connsiteX22" fmla="*/ 1356128 w 1361061"/>
              <a:gd name="connsiteY22" fmla="*/ 198955 h 1542407"/>
              <a:gd name="connsiteX23" fmla="*/ 1348859 w 1361061"/>
              <a:gd name="connsiteY23" fmla="*/ 114117 h 1542407"/>
              <a:gd name="connsiteX24" fmla="*/ 1270105 w 1361061"/>
              <a:gd name="connsiteY24" fmla="*/ 552449 h 1542407"/>
              <a:gd name="connsiteX25" fmla="*/ 1222853 w 1361061"/>
              <a:gd name="connsiteY25" fmla="*/ 1061480 h 1542407"/>
              <a:gd name="connsiteX26" fmla="*/ 1165907 w 1361061"/>
              <a:gd name="connsiteY26" fmla="*/ 1277111 h 1542407"/>
              <a:gd name="connsiteX27" fmla="*/ 1125645 w 1361061"/>
              <a:gd name="connsiteY27" fmla="*/ 1158817 h 1542407"/>
              <a:gd name="connsiteX28" fmla="*/ 953007 w 1361061"/>
              <a:gd name="connsiteY28" fmla="*/ 1152381 h 1542407"/>
              <a:gd name="connsiteX29" fmla="*/ 881182 w 1361061"/>
              <a:gd name="connsiteY29" fmla="*/ 1301851 h 1542407"/>
              <a:gd name="connsiteX30" fmla="*/ 855908 w 1361061"/>
              <a:gd name="connsiteY30" fmla="*/ 1311620 h 1542407"/>
              <a:gd name="connsiteX31" fmla="*/ 850892 w 1361061"/>
              <a:gd name="connsiteY31" fmla="*/ 1107429 h 1542407"/>
              <a:gd name="connsiteX32" fmla="*/ 793947 w 1361061"/>
              <a:gd name="connsiteY32" fmla="*/ 1100360 h 1542407"/>
              <a:gd name="connsiteX33" fmla="*/ 786440 w 1361061"/>
              <a:gd name="connsiteY33" fmla="*/ 1322225 h 1542407"/>
              <a:gd name="connsiteX34" fmla="*/ 685877 w 1361061"/>
              <a:gd name="connsiteY34" fmla="*/ 1345791 h 1542407"/>
              <a:gd name="connsiteX35" fmla="*/ 653401 w 1361061"/>
              <a:gd name="connsiteY35" fmla="*/ 1319525 h 1542407"/>
              <a:gd name="connsiteX36" fmla="*/ 638222 w 1361061"/>
              <a:gd name="connsiteY36" fmla="*/ 1105416 h 1542407"/>
              <a:gd name="connsiteX37" fmla="*/ 594034 w 1361061"/>
              <a:gd name="connsiteY37" fmla="*/ 1107429 h 1542407"/>
              <a:gd name="connsiteX38" fmla="*/ 582085 w 1361061"/>
              <a:gd name="connsiteY38" fmla="*/ 1324581 h 1542407"/>
              <a:gd name="connsiteX39" fmla="*/ 514408 w 1361061"/>
              <a:gd name="connsiteY39" fmla="*/ 1195978 h 1542407"/>
              <a:gd name="connsiteX40" fmla="*/ 352759 w 1361061"/>
              <a:gd name="connsiteY40" fmla="*/ 1128777 h 1542407"/>
              <a:gd name="connsiteX0" fmla="*/ 360029 w 1361061"/>
              <a:gd name="connsiteY0" fmla="*/ 1125242 h 1542407"/>
              <a:gd name="connsiteX1" fmla="*/ 298402 w 1361061"/>
              <a:gd name="connsiteY1" fmla="*/ 1259432 h 1542407"/>
              <a:gd name="connsiteX2" fmla="*/ 253575 w 1361061"/>
              <a:gd name="connsiteY2" fmla="*/ 1149854 h 1542407"/>
              <a:gd name="connsiteX3" fmla="*/ 211168 w 1361061"/>
              <a:gd name="connsiteY3" fmla="*/ 867056 h 1542407"/>
              <a:gd name="connsiteX4" fmla="*/ 165127 w 1361061"/>
              <a:gd name="connsiteY4" fmla="*/ 676167 h 1542407"/>
              <a:gd name="connsiteX5" fmla="*/ 103336 w 1361061"/>
              <a:gd name="connsiteY5" fmla="*/ 396912 h 1542407"/>
              <a:gd name="connsiteX6" fmla="*/ 19735 w 1361061"/>
              <a:gd name="connsiteY6" fmla="*/ 39879 h 1542407"/>
              <a:gd name="connsiteX7" fmla="*/ 5196 w 1361061"/>
              <a:gd name="connsiteY7" fmla="*/ 75232 h 1542407"/>
              <a:gd name="connsiteX8" fmla="*/ 96067 w 1361061"/>
              <a:gd name="connsiteY8" fmla="*/ 481748 h 1542407"/>
              <a:gd name="connsiteX9" fmla="*/ 183302 w 1361061"/>
              <a:gd name="connsiteY9" fmla="*/ 877662 h 1542407"/>
              <a:gd name="connsiteX10" fmla="*/ 235400 w 1361061"/>
              <a:gd name="connsiteY10" fmla="*/ 1199343 h 1542407"/>
              <a:gd name="connsiteX11" fmla="*/ 299615 w 1361061"/>
              <a:gd name="connsiteY11" fmla="*/ 1376088 h 1542407"/>
              <a:gd name="connsiteX12" fmla="*/ 343566 w 1361061"/>
              <a:gd name="connsiteY12" fmla="*/ 1503789 h 1542407"/>
              <a:gd name="connsiteX13" fmla="*/ 515216 w 1361061"/>
              <a:gd name="connsiteY13" fmla="*/ 1542400 h 1542407"/>
              <a:gd name="connsiteX14" fmla="*/ 579890 w 1361061"/>
              <a:gd name="connsiteY14" fmla="*/ 1470960 h 1542407"/>
              <a:gd name="connsiteX15" fmla="*/ 704052 w 1361061"/>
              <a:gd name="connsiteY15" fmla="*/ 1478941 h 1542407"/>
              <a:gd name="connsiteX16" fmla="*/ 876000 w 1361061"/>
              <a:gd name="connsiteY16" fmla="*/ 1466793 h 1542407"/>
              <a:gd name="connsiteX17" fmla="*/ 939679 w 1361061"/>
              <a:gd name="connsiteY17" fmla="*/ 1535330 h 1542407"/>
              <a:gd name="connsiteX18" fmla="*/ 1125364 w 1361061"/>
              <a:gd name="connsiteY18" fmla="*/ 1507077 h 1542407"/>
              <a:gd name="connsiteX19" fmla="*/ 1169542 w 1361061"/>
              <a:gd name="connsiteY19" fmla="*/ 1365485 h 1542407"/>
              <a:gd name="connsiteX20" fmla="*/ 1251931 w 1361061"/>
              <a:gd name="connsiteY20" fmla="*/ 1026131 h 1542407"/>
              <a:gd name="connsiteX21" fmla="*/ 1300394 w 1361061"/>
              <a:gd name="connsiteY21" fmla="*/ 545379 h 1542407"/>
              <a:gd name="connsiteX22" fmla="*/ 1356128 w 1361061"/>
              <a:gd name="connsiteY22" fmla="*/ 198955 h 1542407"/>
              <a:gd name="connsiteX23" fmla="*/ 1348859 w 1361061"/>
              <a:gd name="connsiteY23" fmla="*/ 114117 h 1542407"/>
              <a:gd name="connsiteX24" fmla="*/ 1270105 w 1361061"/>
              <a:gd name="connsiteY24" fmla="*/ 552449 h 1542407"/>
              <a:gd name="connsiteX25" fmla="*/ 1222853 w 1361061"/>
              <a:gd name="connsiteY25" fmla="*/ 1061480 h 1542407"/>
              <a:gd name="connsiteX26" fmla="*/ 1165907 w 1361061"/>
              <a:gd name="connsiteY26" fmla="*/ 1277111 h 1542407"/>
              <a:gd name="connsiteX27" fmla="*/ 1125645 w 1361061"/>
              <a:gd name="connsiteY27" fmla="*/ 1158817 h 1542407"/>
              <a:gd name="connsiteX28" fmla="*/ 953007 w 1361061"/>
              <a:gd name="connsiteY28" fmla="*/ 1152381 h 1542407"/>
              <a:gd name="connsiteX29" fmla="*/ 881182 w 1361061"/>
              <a:gd name="connsiteY29" fmla="*/ 1301851 h 1542407"/>
              <a:gd name="connsiteX30" fmla="*/ 855908 w 1361061"/>
              <a:gd name="connsiteY30" fmla="*/ 1311620 h 1542407"/>
              <a:gd name="connsiteX31" fmla="*/ 850892 w 1361061"/>
              <a:gd name="connsiteY31" fmla="*/ 1107429 h 1542407"/>
              <a:gd name="connsiteX32" fmla="*/ 793947 w 1361061"/>
              <a:gd name="connsiteY32" fmla="*/ 1100360 h 1542407"/>
              <a:gd name="connsiteX33" fmla="*/ 786440 w 1361061"/>
              <a:gd name="connsiteY33" fmla="*/ 1322225 h 1542407"/>
              <a:gd name="connsiteX34" fmla="*/ 685877 w 1361061"/>
              <a:gd name="connsiteY34" fmla="*/ 1345791 h 1542407"/>
              <a:gd name="connsiteX35" fmla="*/ 653401 w 1361061"/>
              <a:gd name="connsiteY35" fmla="*/ 1319525 h 1542407"/>
              <a:gd name="connsiteX36" fmla="*/ 638222 w 1361061"/>
              <a:gd name="connsiteY36" fmla="*/ 1105416 h 1542407"/>
              <a:gd name="connsiteX37" fmla="*/ 594034 w 1361061"/>
              <a:gd name="connsiteY37" fmla="*/ 1107429 h 1542407"/>
              <a:gd name="connsiteX38" fmla="*/ 582085 w 1361061"/>
              <a:gd name="connsiteY38" fmla="*/ 1324581 h 1542407"/>
              <a:gd name="connsiteX39" fmla="*/ 514408 w 1361061"/>
              <a:gd name="connsiteY39" fmla="*/ 1195978 h 1542407"/>
              <a:gd name="connsiteX40" fmla="*/ 360029 w 1361061"/>
              <a:gd name="connsiteY40" fmla="*/ 1125242 h 1542407"/>
              <a:gd name="connsiteX0" fmla="*/ 360029 w 1361061"/>
              <a:gd name="connsiteY0" fmla="*/ 1125242 h 1542407"/>
              <a:gd name="connsiteX1" fmla="*/ 298402 w 1361061"/>
              <a:gd name="connsiteY1" fmla="*/ 1259432 h 1542407"/>
              <a:gd name="connsiteX2" fmla="*/ 253575 w 1361061"/>
              <a:gd name="connsiteY2" fmla="*/ 1149854 h 1542407"/>
              <a:gd name="connsiteX3" fmla="*/ 211168 w 1361061"/>
              <a:gd name="connsiteY3" fmla="*/ 867056 h 1542407"/>
              <a:gd name="connsiteX4" fmla="*/ 165127 w 1361061"/>
              <a:gd name="connsiteY4" fmla="*/ 676167 h 1542407"/>
              <a:gd name="connsiteX5" fmla="*/ 103336 w 1361061"/>
              <a:gd name="connsiteY5" fmla="*/ 396912 h 1542407"/>
              <a:gd name="connsiteX6" fmla="*/ 19735 w 1361061"/>
              <a:gd name="connsiteY6" fmla="*/ 39879 h 1542407"/>
              <a:gd name="connsiteX7" fmla="*/ 5196 w 1361061"/>
              <a:gd name="connsiteY7" fmla="*/ 75232 h 1542407"/>
              <a:gd name="connsiteX8" fmla="*/ 96067 w 1361061"/>
              <a:gd name="connsiteY8" fmla="*/ 481748 h 1542407"/>
              <a:gd name="connsiteX9" fmla="*/ 183302 w 1361061"/>
              <a:gd name="connsiteY9" fmla="*/ 877662 h 1542407"/>
              <a:gd name="connsiteX10" fmla="*/ 235400 w 1361061"/>
              <a:gd name="connsiteY10" fmla="*/ 1199343 h 1542407"/>
              <a:gd name="connsiteX11" fmla="*/ 299615 w 1361061"/>
              <a:gd name="connsiteY11" fmla="*/ 1376088 h 1542407"/>
              <a:gd name="connsiteX12" fmla="*/ 343566 w 1361061"/>
              <a:gd name="connsiteY12" fmla="*/ 1503789 h 1542407"/>
              <a:gd name="connsiteX13" fmla="*/ 515216 w 1361061"/>
              <a:gd name="connsiteY13" fmla="*/ 1542400 h 1542407"/>
              <a:gd name="connsiteX14" fmla="*/ 579890 w 1361061"/>
              <a:gd name="connsiteY14" fmla="*/ 1470960 h 1542407"/>
              <a:gd name="connsiteX15" fmla="*/ 704052 w 1361061"/>
              <a:gd name="connsiteY15" fmla="*/ 1478941 h 1542407"/>
              <a:gd name="connsiteX16" fmla="*/ 876000 w 1361061"/>
              <a:gd name="connsiteY16" fmla="*/ 1466793 h 1542407"/>
              <a:gd name="connsiteX17" fmla="*/ 939679 w 1361061"/>
              <a:gd name="connsiteY17" fmla="*/ 1535330 h 1542407"/>
              <a:gd name="connsiteX18" fmla="*/ 1125364 w 1361061"/>
              <a:gd name="connsiteY18" fmla="*/ 1507077 h 1542407"/>
              <a:gd name="connsiteX19" fmla="*/ 1169542 w 1361061"/>
              <a:gd name="connsiteY19" fmla="*/ 1365485 h 1542407"/>
              <a:gd name="connsiteX20" fmla="*/ 1251931 w 1361061"/>
              <a:gd name="connsiteY20" fmla="*/ 1026131 h 1542407"/>
              <a:gd name="connsiteX21" fmla="*/ 1300394 w 1361061"/>
              <a:gd name="connsiteY21" fmla="*/ 545379 h 1542407"/>
              <a:gd name="connsiteX22" fmla="*/ 1356128 w 1361061"/>
              <a:gd name="connsiteY22" fmla="*/ 198955 h 1542407"/>
              <a:gd name="connsiteX23" fmla="*/ 1348859 w 1361061"/>
              <a:gd name="connsiteY23" fmla="*/ 114117 h 1542407"/>
              <a:gd name="connsiteX24" fmla="*/ 1270105 w 1361061"/>
              <a:gd name="connsiteY24" fmla="*/ 552449 h 1542407"/>
              <a:gd name="connsiteX25" fmla="*/ 1222853 w 1361061"/>
              <a:gd name="connsiteY25" fmla="*/ 1061480 h 1542407"/>
              <a:gd name="connsiteX26" fmla="*/ 1163484 w 1361061"/>
              <a:gd name="connsiteY26" fmla="*/ 1266506 h 1542407"/>
              <a:gd name="connsiteX27" fmla="*/ 1125645 w 1361061"/>
              <a:gd name="connsiteY27" fmla="*/ 1158817 h 1542407"/>
              <a:gd name="connsiteX28" fmla="*/ 953007 w 1361061"/>
              <a:gd name="connsiteY28" fmla="*/ 1152381 h 1542407"/>
              <a:gd name="connsiteX29" fmla="*/ 881182 w 1361061"/>
              <a:gd name="connsiteY29" fmla="*/ 1301851 h 1542407"/>
              <a:gd name="connsiteX30" fmla="*/ 855908 w 1361061"/>
              <a:gd name="connsiteY30" fmla="*/ 1311620 h 1542407"/>
              <a:gd name="connsiteX31" fmla="*/ 850892 w 1361061"/>
              <a:gd name="connsiteY31" fmla="*/ 1107429 h 1542407"/>
              <a:gd name="connsiteX32" fmla="*/ 793947 w 1361061"/>
              <a:gd name="connsiteY32" fmla="*/ 1100360 h 1542407"/>
              <a:gd name="connsiteX33" fmla="*/ 786440 w 1361061"/>
              <a:gd name="connsiteY33" fmla="*/ 1322225 h 1542407"/>
              <a:gd name="connsiteX34" fmla="*/ 685877 w 1361061"/>
              <a:gd name="connsiteY34" fmla="*/ 1345791 h 1542407"/>
              <a:gd name="connsiteX35" fmla="*/ 653401 w 1361061"/>
              <a:gd name="connsiteY35" fmla="*/ 1319525 h 1542407"/>
              <a:gd name="connsiteX36" fmla="*/ 638222 w 1361061"/>
              <a:gd name="connsiteY36" fmla="*/ 1105416 h 1542407"/>
              <a:gd name="connsiteX37" fmla="*/ 594034 w 1361061"/>
              <a:gd name="connsiteY37" fmla="*/ 1107429 h 1542407"/>
              <a:gd name="connsiteX38" fmla="*/ 582085 w 1361061"/>
              <a:gd name="connsiteY38" fmla="*/ 1324581 h 1542407"/>
              <a:gd name="connsiteX39" fmla="*/ 514408 w 1361061"/>
              <a:gd name="connsiteY39" fmla="*/ 1195978 h 1542407"/>
              <a:gd name="connsiteX40" fmla="*/ 360029 w 1361061"/>
              <a:gd name="connsiteY40" fmla="*/ 1125242 h 1542407"/>
              <a:gd name="connsiteX0" fmla="*/ 360029 w 1361061"/>
              <a:gd name="connsiteY0" fmla="*/ 1125242 h 1542407"/>
              <a:gd name="connsiteX1" fmla="*/ 298402 w 1361061"/>
              <a:gd name="connsiteY1" fmla="*/ 1259432 h 1542407"/>
              <a:gd name="connsiteX2" fmla="*/ 253575 w 1361061"/>
              <a:gd name="connsiteY2" fmla="*/ 1149854 h 1542407"/>
              <a:gd name="connsiteX3" fmla="*/ 211168 w 1361061"/>
              <a:gd name="connsiteY3" fmla="*/ 867056 h 1542407"/>
              <a:gd name="connsiteX4" fmla="*/ 165127 w 1361061"/>
              <a:gd name="connsiteY4" fmla="*/ 676167 h 1542407"/>
              <a:gd name="connsiteX5" fmla="*/ 103336 w 1361061"/>
              <a:gd name="connsiteY5" fmla="*/ 396912 h 1542407"/>
              <a:gd name="connsiteX6" fmla="*/ 19735 w 1361061"/>
              <a:gd name="connsiteY6" fmla="*/ 39879 h 1542407"/>
              <a:gd name="connsiteX7" fmla="*/ 5196 w 1361061"/>
              <a:gd name="connsiteY7" fmla="*/ 75232 h 1542407"/>
              <a:gd name="connsiteX8" fmla="*/ 96067 w 1361061"/>
              <a:gd name="connsiteY8" fmla="*/ 481748 h 1542407"/>
              <a:gd name="connsiteX9" fmla="*/ 183302 w 1361061"/>
              <a:gd name="connsiteY9" fmla="*/ 877662 h 1542407"/>
              <a:gd name="connsiteX10" fmla="*/ 235400 w 1361061"/>
              <a:gd name="connsiteY10" fmla="*/ 1199343 h 1542407"/>
              <a:gd name="connsiteX11" fmla="*/ 299615 w 1361061"/>
              <a:gd name="connsiteY11" fmla="*/ 1376088 h 1542407"/>
              <a:gd name="connsiteX12" fmla="*/ 343566 w 1361061"/>
              <a:gd name="connsiteY12" fmla="*/ 1503789 h 1542407"/>
              <a:gd name="connsiteX13" fmla="*/ 515216 w 1361061"/>
              <a:gd name="connsiteY13" fmla="*/ 1542400 h 1542407"/>
              <a:gd name="connsiteX14" fmla="*/ 579890 w 1361061"/>
              <a:gd name="connsiteY14" fmla="*/ 1470960 h 1542407"/>
              <a:gd name="connsiteX15" fmla="*/ 704052 w 1361061"/>
              <a:gd name="connsiteY15" fmla="*/ 1478941 h 1542407"/>
              <a:gd name="connsiteX16" fmla="*/ 876000 w 1361061"/>
              <a:gd name="connsiteY16" fmla="*/ 1466793 h 1542407"/>
              <a:gd name="connsiteX17" fmla="*/ 939679 w 1361061"/>
              <a:gd name="connsiteY17" fmla="*/ 1535330 h 1542407"/>
              <a:gd name="connsiteX18" fmla="*/ 1125364 w 1361061"/>
              <a:gd name="connsiteY18" fmla="*/ 1507077 h 1542407"/>
              <a:gd name="connsiteX19" fmla="*/ 1169542 w 1361061"/>
              <a:gd name="connsiteY19" fmla="*/ 1365485 h 1542407"/>
              <a:gd name="connsiteX20" fmla="*/ 1251931 w 1361061"/>
              <a:gd name="connsiteY20" fmla="*/ 1026131 h 1542407"/>
              <a:gd name="connsiteX21" fmla="*/ 1300394 w 1361061"/>
              <a:gd name="connsiteY21" fmla="*/ 545379 h 1542407"/>
              <a:gd name="connsiteX22" fmla="*/ 1356128 w 1361061"/>
              <a:gd name="connsiteY22" fmla="*/ 198955 h 1542407"/>
              <a:gd name="connsiteX23" fmla="*/ 1348859 w 1361061"/>
              <a:gd name="connsiteY23" fmla="*/ 114117 h 1542407"/>
              <a:gd name="connsiteX24" fmla="*/ 1270105 w 1361061"/>
              <a:gd name="connsiteY24" fmla="*/ 552449 h 1542407"/>
              <a:gd name="connsiteX25" fmla="*/ 1222853 w 1361061"/>
              <a:gd name="connsiteY25" fmla="*/ 1061480 h 1542407"/>
              <a:gd name="connsiteX26" fmla="*/ 1164695 w 1361061"/>
              <a:gd name="connsiteY26" fmla="*/ 1248831 h 1542407"/>
              <a:gd name="connsiteX27" fmla="*/ 1125645 w 1361061"/>
              <a:gd name="connsiteY27" fmla="*/ 1158817 h 1542407"/>
              <a:gd name="connsiteX28" fmla="*/ 953007 w 1361061"/>
              <a:gd name="connsiteY28" fmla="*/ 1152381 h 1542407"/>
              <a:gd name="connsiteX29" fmla="*/ 881182 w 1361061"/>
              <a:gd name="connsiteY29" fmla="*/ 1301851 h 1542407"/>
              <a:gd name="connsiteX30" fmla="*/ 855908 w 1361061"/>
              <a:gd name="connsiteY30" fmla="*/ 1311620 h 1542407"/>
              <a:gd name="connsiteX31" fmla="*/ 850892 w 1361061"/>
              <a:gd name="connsiteY31" fmla="*/ 1107429 h 1542407"/>
              <a:gd name="connsiteX32" fmla="*/ 793947 w 1361061"/>
              <a:gd name="connsiteY32" fmla="*/ 1100360 h 1542407"/>
              <a:gd name="connsiteX33" fmla="*/ 786440 w 1361061"/>
              <a:gd name="connsiteY33" fmla="*/ 1322225 h 1542407"/>
              <a:gd name="connsiteX34" fmla="*/ 685877 w 1361061"/>
              <a:gd name="connsiteY34" fmla="*/ 1345791 h 1542407"/>
              <a:gd name="connsiteX35" fmla="*/ 653401 w 1361061"/>
              <a:gd name="connsiteY35" fmla="*/ 1319525 h 1542407"/>
              <a:gd name="connsiteX36" fmla="*/ 638222 w 1361061"/>
              <a:gd name="connsiteY36" fmla="*/ 1105416 h 1542407"/>
              <a:gd name="connsiteX37" fmla="*/ 594034 w 1361061"/>
              <a:gd name="connsiteY37" fmla="*/ 1107429 h 1542407"/>
              <a:gd name="connsiteX38" fmla="*/ 582085 w 1361061"/>
              <a:gd name="connsiteY38" fmla="*/ 1324581 h 1542407"/>
              <a:gd name="connsiteX39" fmla="*/ 514408 w 1361061"/>
              <a:gd name="connsiteY39" fmla="*/ 1195978 h 1542407"/>
              <a:gd name="connsiteX40" fmla="*/ 360029 w 1361061"/>
              <a:gd name="connsiteY40" fmla="*/ 1125242 h 1542407"/>
              <a:gd name="connsiteX0" fmla="*/ 360029 w 1361061"/>
              <a:gd name="connsiteY0" fmla="*/ 1125242 h 1542407"/>
              <a:gd name="connsiteX1" fmla="*/ 298402 w 1361061"/>
              <a:gd name="connsiteY1" fmla="*/ 1259432 h 1542407"/>
              <a:gd name="connsiteX2" fmla="*/ 253575 w 1361061"/>
              <a:gd name="connsiteY2" fmla="*/ 1149854 h 1542407"/>
              <a:gd name="connsiteX3" fmla="*/ 211168 w 1361061"/>
              <a:gd name="connsiteY3" fmla="*/ 867056 h 1542407"/>
              <a:gd name="connsiteX4" fmla="*/ 165127 w 1361061"/>
              <a:gd name="connsiteY4" fmla="*/ 676167 h 1542407"/>
              <a:gd name="connsiteX5" fmla="*/ 103336 w 1361061"/>
              <a:gd name="connsiteY5" fmla="*/ 396912 h 1542407"/>
              <a:gd name="connsiteX6" fmla="*/ 19735 w 1361061"/>
              <a:gd name="connsiteY6" fmla="*/ 39879 h 1542407"/>
              <a:gd name="connsiteX7" fmla="*/ 5196 w 1361061"/>
              <a:gd name="connsiteY7" fmla="*/ 75232 h 1542407"/>
              <a:gd name="connsiteX8" fmla="*/ 96067 w 1361061"/>
              <a:gd name="connsiteY8" fmla="*/ 481748 h 1542407"/>
              <a:gd name="connsiteX9" fmla="*/ 183302 w 1361061"/>
              <a:gd name="connsiteY9" fmla="*/ 877662 h 1542407"/>
              <a:gd name="connsiteX10" fmla="*/ 235400 w 1361061"/>
              <a:gd name="connsiteY10" fmla="*/ 1199343 h 1542407"/>
              <a:gd name="connsiteX11" fmla="*/ 299615 w 1361061"/>
              <a:gd name="connsiteY11" fmla="*/ 1376088 h 1542407"/>
              <a:gd name="connsiteX12" fmla="*/ 343566 w 1361061"/>
              <a:gd name="connsiteY12" fmla="*/ 1503789 h 1542407"/>
              <a:gd name="connsiteX13" fmla="*/ 515216 w 1361061"/>
              <a:gd name="connsiteY13" fmla="*/ 1542400 h 1542407"/>
              <a:gd name="connsiteX14" fmla="*/ 579890 w 1361061"/>
              <a:gd name="connsiteY14" fmla="*/ 1470960 h 1542407"/>
              <a:gd name="connsiteX15" fmla="*/ 704052 w 1361061"/>
              <a:gd name="connsiteY15" fmla="*/ 1478941 h 1542407"/>
              <a:gd name="connsiteX16" fmla="*/ 876000 w 1361061"/>
              <a:gd name="connsiteY16" fmla="*/ 1466793 h 1542407"/>
              <a:gd name="connsiteX17" fmla="*/ 939679 w 1361061"/>
              <a:gd name="connsiteY17" fmla="*/ 1535330 h 1542407"/>
              <a:gd name="connsiteX18" fmla="*/ 1125364 w 1361061"/>
              <a:gd name="connsiteY18" fmla="*/ 1507077 h 1542407"/>
              <a:gd name="connsiteX19" fmla="*/ 1169542 w 1361061"/>
              <a:gd name="connsiteY19" fmla="*/ 1365485 h 1542407"/>
              <a:gd name="connsiteX20" fmla="*/ 1251931 w 1361061"/>
              <a:gd name="connsiteY20" fmla="*/ 1026131 h 1542407"/>
              <a:gd name="connsiteX21" fmla="*/ 1300394 w 1361061"/>
              <a:gd name="connsiteY21" fmla="*/ 545379 h 1542407"/>
              <a:gd name="connsiteX22" fmla="*/ 1356128 w 1361061"/>
              <a:gd name="connsiteY22" fmla="*/ 198955 h 1542407"/>
              <a:gd name="connsiteX23" fmla="*/ 1348859 w 1361061"/>
              <a:gd name="connsiteY23" fmla="*/ 114117 h 1542407"/>
              <a:gd name="connsiteX24" fmla="*/ 1270105 w 1361061"/>
              <a:gd name="connsiteY24" fmla="*/ 552449 h 1542407"/>
              <a:gd name="connsiteX25" fmla="*/ 1222853 w 1361061"/>
              <a:gd name="connsiteY25" fmla="*/ 1040270 h 1542407"/>
              <a:gd name="connsiteX26" fmla="*/ 1164695 w 1361061"/>
              <a:gd name="connsiteY26" fmla="*/ 1248831 h 1542407"/>
              <a:gd name="connsiteX27" fmla="*/ 1125645 w 1361061"/>
              <a:gd name="connsiteY27" fmla="*/ 1158817 h 1542407"/>
              <a:gd name="connsiteX28" fmla="*/ 953007 w 1361061"/>
              <a:gd name="connsiteY28" fmla="*/ 1152381 h 1542407"/>
              <a:gd name="connsiteX29" fmla="*/ 881182 w 1361061"/>
              <a:gd name="connsiteY29" fmla="*/ 1301851 h 1542407"/>
              <a:gd name="connsiteX30" fmla="*/ 855908 w 1361061"/>
              <a:gd name="connsiteY30" fmla="*/ 1311620 h 1542407"/>
              <a:gd name="connsiteX31" fmla="*/ 850892 w 1361061"/>
              <a:gd name="connsiteY31" fmla="*/ 1107429 h 1542407"/>
              <a:gd name="connsiteX32" fmla="*/ 793947 w 1361061"/>
              <a:gd name="connsiteY32" fmla="*/ 1100360 h 1542407"/>
              <a:gd name="connsiteX33" fmla="*/ 786440 w 1361061"/>
              <a:gd name="connsiteY33" fmla="*/ 1322225 h 1542407"/>
              <a:gd name="connsiteX34" fmla="*/ 685877 w 1361061"/>
              <a:gd name="connsiteY34" fmla="*/ 1345791 h 1542407"/>
              <a:gd name="connsiteX35" fmla="*/ 653401 w 1361061"/>
              <a:gd name="connsiteY35" fmla="*/ 1319525 h 1542407"/>
              <a:gd name="connsiteX36" fmla="*/ 638222 w 1361061"/>
              <a:gd name="connsiteY36" fmla="*/ 1105416 h 1542407"/>
              <a:gd name="connsiteX37" fmla="*/ 594034 w 1361061"/>
              <a:gd name="connsiteY37" fmla="*/ 1107429 h 1542407"/>
              <a:gd name="connsiteX38" fmla="*/ 582085 w 1361061"/>
              <a:gd name="connsiteY38" fmla="*/ 1324581 h 1542407"/>
              <a:gd name="connsiteX39" fmla="*/ 514408 w 1361061"/>
              <a:gd name="connsiteY39" fmla="*/ 1195978 h 1542407"/>
              <a:gd name="connsiteX40" fmla="*/ 360029 w 1361061"/>
              <a:gd name="connsiteY40" fmla="*/ 1125242 h 1542407"/>
              <a:gd name="connsiteX0" fmla="*/ 360029 w 1361061"/>
              <a:gd name="connsiteY0" fmla="*/ 1125242 h 1542407"/>
              <a:gd name="connsiteX1" fmla="*/ 298402 w 1361061"/>
              <a:gd name="connsiteY1" fmla="*/ 1259432 h 1542407"/>
              <a:gd name="connsiteX2" fmla="*/ 253575 w 1361061"/>
              <a:gd name="connsiteY2" fmla="*/ 1149854 h 1542407"/>
              <a:gd name="connsiteX3" fmla="*/ 211168 w 1361061"/>
              <a:gd name="connsiteY3" fmla="*/ 867056 h 1542407"/>
              <a:gd name="connsiteX4" fmla="*/ 165127 w 1361061"/>
              <a:gd name="connsiteY4" fmla="*/ 676167 h 1542407"/>
              <a:gd name="connsiteX5" fmla="*/ 103336 w 1361061"/>
              <a:gd name="connsiteY5" fmla="*/ 396912 h 1542407"/>
              <a:gd name="connsiteX6" fmla="*/ 19735 w 1361061"/>
              <a:gd name="connsiteY6" fmla="*/ 39879 h 1542407"/>
              <a:gd name="connsiteX7" fmla="*/ 5196 w 1361061"/>
              <a:gd name="connsiteY7" fmla="*/ 75232 h 1542407"/>
              <a:gd name="connsiteX8" fmla="*/ 96067 w 1361061"/>
              <a:gd name="connsiteY8" fmla="*/ 481748 h 1542407"/>
              <a:gd name="connsiteX9" fmla="*/ 183302 w 1361061"/>
              <a:gd name="connsiteY9" fmla="*/ 877662 h 1542407"/>
              <a:gd name="connsiteX10" fmla="*/ 235400 w 1361061"/>
              <a:gd name="connsiteY10" fmla="*/ 1199343 h 1542407"/>
              <a:gd name="connsiteX11" fmla="*/ 299615 w 1361061"/>
              <a:gd name="connsiteY11" fmla="*/ 1376088 h 1542407"/>
              <a:gd name="connsiteX12" fmla="*/ 343566 w 1361061"/>
              <a:gd name="connsiteY12" fmla="*/ 1503789 h 1542407"/>
              <a:gd name="connsiteX13" fmla="*/ 515216 w 1361061"/>
              <a:gd name="connsiteY13" fmla="*/ 1542400 h 1542407"/>
              <a:gd name="connsiteX14" fmla="*/ 579890 w 1361061"/>
              <a:gd name="connsiteY14" fmla="*/ 1470960 h 1542407"/>
              <a:gd name="connsiteX15" fmla="*/ 704052 w 1361061"/>
              <a:gd name="connsiteY15" fmla="*/ 1478941 h 1542407"/>
              <a:gd name="connsiteX16" fmla="*/ 876000 w 1361061"/>
              <a:gd name="connsiteY16" fmla="*/ 1466793 h 1542407"/>
              <a:gd name="connsiteX17" fmla="*/ 939679 w 1361061"/>
              <a:gd name="connsiteY17" fmla="*/ 1535330 h 1542407"/>
              <a:gd name="connsiteX18" fmla="*/ 1122133 w 1361061"/>
              <a:gd name="connsiteY18" fmla="*/ 1507077 h 1542407"/>
              <a:gd name="connsiteX19" fmla="*/ 1169542 w 1361061"/>
              <a:gd name="connsiteY19" fmla="*/ 1365485 h 1542407"/>
              <a:gd name="connsiteX20" fmla="*/ 1251931 w 1361061"/>
              <a:gd name="connsiteY20" fmla="*/ 1026131 h 1542407"/>
              <a:gd name="connsiteX21" fmla="*/ 1300394 w 1361061"/>
              <a:gd name="connsiteY21" fmla="*/ 545379 h 1542407"/>
              <a:gd name="connsiteX22" fmla="*/ 1356128 w 1361061"/>
              <a:gd name="connsiteY22" fmla="*/ 198955 h 1542407"/>
              <a:gd name="connsiteX23" fmla="*/ 1348859 w 1361061"/>
              <a:gd name="connsiteY23" fmla="*/ 114117 h 1542407"/>
              <a:gd name="connsiteX24" fmla="*/ 1270105 w 1361061"/>
              <a:gd name="connsiteY24" fmla="*/ 552449 h 1542407"/>
              <a:gd name="connsiteX25" fmla="*/ 1222853 w 1361061"/>
              <a:gd name="connsiteY25" fmla="*/ 1040270 h 1542407"/>
              <a:gd name="connsiteX26" fmla="*/ 1164695 w 1361061"/>
              <a:gd name="connsiteY26" fmla="*/ 1248831 h 1542407"/>
              <a:gd name="connsiteX27" fmla="*/ 1125645 w 1361061"/>
              <a:gd name="connsiteY27" fmla="*/ 1158817 h 1542407"/>
              <a:gd name="connsiteX28" fmla="*/ 953007 w 1361061"/>
              <a:gd name="connsiteY28" fmla="*/ 1152381 h 1542407"/>
              <a:gd name="connsiteX29" fmla="*/ 881182 w 1361061"/>
              <a:gd name="connsiteY29" fmla="*/ 1301851 h 1542407"/>
              <a:gd name="connsiteX30" fmla="*/ 855908 w 1361061"/>
              <a:gd name="connsiteY30" fmla="*/ 1311620 h 1542407"/>
              <a:gd name="connsiteX31" fmla="*/ 850892 w 1361061"/>
              <a:gd name="connsiteY31" fmla="*/ 1107429 h 1542407"/>
              <a:gd name="connsiteX32" fmla="*/ 793947 w 1361061"/>
              <a:gd name="connsiteY32" fmla="*/ 1100360 h 1542407"/>
              <a:gd name="connsiteX33" fmla="*/ 786440 w 1361061"/>
              <a:gd name="connsiteY33" fmla="*/ 1322225 h 1542407"/>
              <a:gd name="connsiteX34" fmla="*/ 685877 w 1361061"/>
              <a:gd name="connsiteY34" fmla="*/ 1345791 h 1542407"/>
              <a:gd name="connsiteX35" fmla="*/ 653401 w 1361061"/>
              <a:gd name="connsiteY35" fmla="*/ 1319525 h 1542407"/>
              <a:gd name="connsiteX36" fmla="*/ 638222 w 1361061"/>
              <a:gd name="connsiteY36" fmla="*/ 1105416 h 1542407"/>
              <a:gd name="connsiteX37" fmla="*/ 594034 w 1361061"/>
              <a:gd name="connsiteY37" fmla="*/ 1107429 h 1542407"/>
              <a:gd name="connsiteX38" fmla="*/ 582085 w 1361061"/>
              <a:gd name="connsiteY38" fmla="*/ 1324581 h 1542407"/>
              <a:gd name="connsiteX39" fmla="*/ 514408 w 1361061"/>
              <a:gd name="connsiteY39" fmla="*/ 1195978 h 1542407"/>
              <a:gd name="connsiteX40" fmla="*/ 360029 w 1361061"/>
              <a:gd name="connsiteY40" fmla="*/ 1125242 h 1542407"/>
              <a:gd name="connsiteX0" fmla="*/ 360029 w 1361061"/>
              <a:gd name="connsiteY0" fmla="*/ 1125242 h 1542407"/>
              <a:gd name="connsiteX1" fmla="*/ 298402 w 1361061"/>
              <a:gd name="connsiteY1" fmla="*/ 1259432 h 1542407"/>
              <a:gd name="connsiteX2" fmla="*/ 253575 w 1361061"/>
              <a:gd name="connsiteY2" fmla="*/ 1149854 h 1542407"/>
              <a:gd name="connsiteX3" fmla="*/ 211168 w 1361061"/>
              <a:gd name="connsiteY3" fmla="*/ 867056 h 1542407"/>
              <a:gd name="connsiteX4" fmla="*/ 165127 w 1361061"/>
              <a:gd name="connsiteY4" fmla="*/ 676167 h 1542407"/>
              <a:gd name="connsiteX5" fmla="*/ 103336 w 1361061"/>
              <a:gd name="connsiteY5" fmla="*/ 396912 h 1542407"/>
              <a:gd name="connsiteX6" fmla="*/ 19735 w 1361061"/>
              <a:gd name="connsiteY6" fmla="*/ 39879 h 1542407"/>
              <a:gd name="connsiteX7" fmla="*/ 5196 w 1361061"/>
              <a:gd name="connsiteY7" fmla="*/ 75232 h 1542407"/>
              <a:gd name="connsiteX8" fmla="*/ 96067 w 1361061"/>
              <a:gd name="connsiteY8" fmla="*/ 481748 h 1542407"/>
              <a:gd name="connsiteX9" fmla="*/ 183302 w 1361061"/>
              <a:gd name="connsiteY9" fmla="*/ 877662 h 1542407"/>
              <a:gd name="connsiteX10" fmla="*/ 235400 w 1361061"/>
              <a:gd name="connsiteY10" fmla="*/ 1199343 h 1542407"/>
              <a:gd name="connsiteX11" fmla="*/ 299615 w 1361061"/>
              <a:gd name="connsiteY11" fmla="*/ 1376088 h 1542407"/>
              <a:gd name="connsiteX12" fmla="*/ 343566 w 1361061"/>
              <a:gd name="connsiteY12" fmla="*/ 1503789 h 1542407"/>
              <a:gd name="connsiteX13" fmla="*/ 515216 w 1361061"/>
              <a:gd name="connsiteY13" fmla="*/ 1542400 h 1542407"/>
              <a:gd name="connsiteX14" fmla="*/ 579890 w 1361061"/>
              <a:gd name="connsiteY14" fmla="*/ 1470960 h 1542407"/>
              <a:gd name="connsiteX15" fmla="*/ 704052 w 1361061"/>
              <a:gd name="connsiteY15" fmla="*/ 1478941 h 1542407"/>
              <a:gd name="connsiteX16" fmla="*/ 876000 w 1361061"/>
              <a:gd name="connsiteY16" fmla="*/ 1466793 h 1542407"/>
              <a:gd name="connsiteX17" fmla="*/ 939679 w 1361061"/>
              <a:gd name="connsiteY17" fmla="*/ 1535330 h 1542407"/>
              <a:gd name="connsiteX18" fmla="*/ 1122133 w 1361061"/>
              <a:gd name="connsiteY18" fmla="*/ 1507077 h 1542407"/>
              <a:gd name="connsiteX19" fmla="*/ 1169542 w 1361061"/>
              <a:gd name="connsiteY19" fmla="*/ 1365485 h 1542407"/>
              <a:gd name="connsiteX20" fmla="*/ 1251931 w 1361061"/>
              <a:gd name="connsiteY20" fmla="*/ 1026131 h 1542407"/>
              <a:gd name="connsiteX21" fmla="*/ 1300394 w 1361061"/>
              <a:gd name="connsiteY21" fmla="*/ 545379 h 1542407"/>
              <a:gd name="connsiteX22" fmla="*/ 1356128 w 1361061"/>
              <a:gd name="connsiteY22" fmla="*/ 198955 h 1542407"/>
              <a:gd name="connsiteX23" fmla="*/ 1348859 w 1361061"/>
              <a:gd name="connsiteY23" fmla="*/ 114117 h 1542407"/>
              <a:gd name="connsiteX24" fmla="*/ 1270105 w 1361061"/>
              <a:gd name="connsiteY24" fmla="*/ 552449 h 1542407"/>
              <a:gd name="connsiteX25" fmla="*/ 1222853 w 1361061"/>
              <a:gd name="connsiteY25" fmla="*/ 1040270 h 1542407"/>
              <a:gd name="connsiteX26" fmla="*/ 1164695 w 1361061"/>
              <a:gd name="connsiteY26" fmla="*/ 1248831 h 1542407"/>
              <a:gd name="connsiteX27" fmla="*/ 1125645 w 1361061"/>
              <a:gd name="connsiteY27" fmla="*/ 1158817 h 1542407"/>
              <a:gd name="connsiteX28" fmla="*/ 953007 w 1361061"/>
              <a:gd name="connsiteY28" fmla="*/ 1152381 h 1542407"/>
              <a:gd name="connsiteX29" fmla="*/ 881182 w 1361061"/>
              <a:gd name="connsiteY29" fmla="*/ 1301851 h 1542407"/>
              <a:gd name="connsiteX30" fmla="*/ 855908 w 1361061"/>
              <a:gd name="connsiteY30" fmla="*/ 1311620 h 1542407"/>
              <a:gd name="connsiteX31" fmla="*/ 850892 w 1361061"/>
              <a:gd name="connsiteY31" fmla="*/ 1107429 h 1542407"/>
              <a:gd name="connsiteX32" fmla="*/ 793947 w 1361061"/>
              <a:gd name="connsiteY32" fmla="*/ 1100360 h 1542407"/>
              <a:gd name="connsiteX33" fmla="*/ 786440 w 1361061"/>
              <a:gd name="connsiteY33" fmla="*/ 1322225 h 1542407"/>
              <a:gd name="connsiteX34" fmla="*/ 685877 w 1361061"/>
              <a:gd name="connsiteY34" fmla="*/ 1345791 h 1542407"/>
              <a:gd name="connsiteX35" fmla="*/ 653401 w 1361061"/>
              <a:gd name="connsiteY35" fmla="*/ 1319525 h 1542407"/>
              <a:gd name="connsiteX36" fmla="*/ 638222 w 1361061"/>
              <a:gd name="connsiteY36" fmla="*/ 1105416 h 1542407"/>
              <a:gd name="connsiteX37" fmla="*/ 594034 w 1361061"/>
              <a:gd name="connsiteY37" fmla="*/ 1107429 h 1542407"/>
              <a:gd name="connsiteX38" fmla="*/ 582085 w 1361061"/>
              <a:gd name="connsiteY38" fmla="*/ 1324581 h 1542407"/>
              <a:gd name="connsiteX39" fmla="*/ 514408 w 1361061"/>
              <a:gd name="connsiteY39" fmla="*/ 1195978 h 1542407"/>
              <a:gd name="connsiteX40" fmla="*/ 360029 w 1361061"/>
              <a:gd name="connsiteY40" fmla="*/ 1125242 h 1542407"/>
              <a:gd name="connsiteX0" fmla="*/ 360029 w 1361061"/>
              <a:gd name="connsiteY0" fmla="*/ 1125242 h 1542407"/>
              <a:gd name="connsiteX1" fmla="*/ 298402 w 1361061"/>
              <a:gd name="connsiteY1" fmla="*/ 1259432 h 1542407"/>
              <a:gd name="connsiteX2" fmla="*/ 253575 w 1361061"/>
              <a:gd name="connsiteY2" fmla="*/ 1149854 h 1542407"/>
              <a:gd name="connsiteX3" fmla="*/ 211168 w 1361061"/>
              <a:gd name="connsiteY3" fmla="*/ 867056 h 1542407"/>
              <a:gd name="connsiteX4" fmla="*/ 165127 w 1361061"/>
              <a:gd name="connsiteY4" fmla="*/ 676167 h 1542407"/>
              <a:gd name="connsiteX5" fmla="*/ 103336 w 1361061"/>
              <a:gd name="connsiteY5" fmla="*/ 396912 h 1542407"/>
              <a:gd name="connsiteX6" fmla="*/ 19735 w 1361061"/>
              <a:gd name="connsiteY6" fmla="*/ 39879 h 1542407"/>
              <a:gd name="connsiteX7" fmla="*/ 5196 w 1361061"/>
              <a:gd name="connsiteY7" fmla="*/ 75232 h 1542407"/>
              <a:gd name="connsiteX8" fmla="*/ 96067 w 1361061"/>
              <a:gd name="connsiteY8" fmla="*/ 481748 h 1542407"/>
              <a:gd name="connsiteX9" fmla="*/ 183302 w 1361061"/>
              <a:gd name="connsiteY9" fmla="*/ 877662 h 1542407"/>
              <a:gd name="connsiteX10" fmla="*/ 235400 w 1361061"/>
              <a:gd name="connsiteY10" fmla="*/ 1199343 h 1542407"/>
              <a:gd name="connsiteX11" fmla="*/ 299615 w 1361061"/>
              <a:gd name="connsiteY11" fmla="*/ 1376088 h 1542407"/>
              <a:gd name="connsiteX12" fmla="*/ 343566 w 1361061"/>
              <a:gd name="connsiteY12" fmla="*/ 1503789 h 1542407"/>
              <a:gd name="connsiteX13" fmla="*/ 515216 w 1361061"/>
              <a:gd name="connsiteY13" fmla="*/ 1542400 h 1542407"/>
              <a:gd name="connsiteX14" fmla="*/ 579890 w 1361061"/>
              <a:gd name="connsiteY14" fmla="*/ 1470960 h 1542407"/>
              <a:gd name="connsiteX15" fmla="*/ 704052 w 1361061"/>
              <a:gd name="connsiteY15" fmla="*/ 1478941 h 1542407"/>
              <a:gd name="connsiteX16" fmla="*/ 840460 w 1361061"/>
              <a:gd name="connsiteY16" fmla="*/ 1466793 h 1542407"/>
              <a:gd name="connsiteX17" fmla="*/ 939679 w 1361061"/>
              <a:gd name="connsiteY17" fmla="*/ 1535330 h 1542407"/>
              <a:gd name="connsiteX18" fmla="*/ 1122133 w 1361061"/>
              <a:gd name="connsiteY18" fmla="*/ 1507077 h 1542407"/>
              <a:gd name="connsiteX19" fmla="*/ 1169542 w 1361061"/>
              <a:gd name="connsiteY19" fmla="*/ 1365485 h 1542407"/>
              <a:gd name="connsiteX20" fmla="*/ 1251931 w 1361061"/>
              <a:gd name="connsiteY20" fmla="*/ 1026131 h 1542407"/>
              <a:gd name="connsiteX21" fmla="*/ 1300394 w 1361061"/>
              <a:gd name="connsiteY21" fmla="*/ 545379 h 1542407"/>
              <a:gd name="connsiteX22" fmla="*/ 1356128 w 1361061"/>
              <a:gd name="connsiteY22" fmla="*/ 198955 h 1542407"/>
              <a:gd name="connsiteX23" fmla="*/ 1348859 w 1361061"/>
              <a:gd name="connsiteY23" fmla="*/ 114117 h 1542407"/>
              <a:gd name="connsiteX24" fmla="*/ 1270105 w 1361061"/>
              <a:gd name="connsiteY24" fmla="*/ 552449 h 1542407"/>
              <a:gd name="connsiteX25" fmla="*/ 1222853 w 1361061"/>
              <a:gd name="connsiteY25" fmla="*/ 1040270 h 1542407"/>
              <a:gd name="connsiteX26" fmla="*/ 1164695 w 1361061"/>
              <a:gd name="connsiteY26" fmla="*/ 1248831 h 1542407"/>
              <a:gd name="connsiteX27" fmla="*/ 1125645 w 1361061"/>
              <a:gd name="connsiteY27" fmla="*/ 1158817 h 1542407"/>
              <a:gd name="connsiteX28" fmla="*/ 953007 w 1361061"/>
              <a:gd name="connsiteY28" fmla="*/ 1152381 h 1542407"/>
              <a:gd name="connsiteX29" fmla="*/ 881182 w 1361061"/>
              <a:gd name="connsiteY29" fmla="*/ 1301851 h 1542407"/>
              <a:gd name="connsiteX30" fmla="*/ 855908 w 1361061"/>
              <a:gd name="connsiteY30" fmla="*/ 1311620 h 1542407"/>
              <a:gd name="connsiteX31" fmla="*/ 850892 w 1361061"/>
              <a:gd name="connsiteY31" fmla="*/ 1107429 h 1542407"/>
              <a:gd name="connsiteX32" fmla="*/ 793947 w 1361061"/>
              <a:gd name="connsiteY32" fmla="*/ 1100360 h 1542407"/>
              <a:gd name="connsiteX33" fmla="*/ 786440 w 1361061"/>
              <a:gd name="connsiteY33" fmla="*/ 1322225 h 1542407"/>
              <a:gd name="connsiteX34" fmla="*/ 685877 w 1361061"/>
              <a:gd name="connsiteY34" fmla="*/ 1345791 h 1542407"/>
              <a:gd name="connsiteX35" fmla="*/ 653401 w 1361061"/>
              <a:gd name="connsiteY35" fmla="*/ 1319525 h 1542407"/>
              <a:gd name="connsiteX36" fmla="*/ 638222 w 1361061"/>
              <a:gd name="connsiteY36" fmla="*/ 1105416 h 1542407"/>
              <a:gd name="connsiteX37" fmla="*/ 594034 w 1361061"/>
              <a:gd name="connsiteY37" fmla="*/ 1107429 h 1542407"/>
              <a:gd name="connsiteX38" fmla="*/ 582085 w 1361061"/>
              <a:gd name="connsiteY38" fmla="*/ 1324581 h 1542407"/>
              <a:gd name="connsiteX39" fmla="*/ 514408 w 1361061"/>
              <a:gd name="connsiteY39" fmla="*/ 1195978 h 1542407"/>
              <a:gd name="connsiteX40" fmla="*/ 360029 w 1361061"/>
              <a:gd name="connsiteY40" fmla="*/ 1125242 h 1542407"/>
              <a:gd name="connsiteX0" fmla="*/ 360029 w 1361061"/>
              <a:gd name="connsiteY0" fmla="*/ 1125242 h 1542407"/>
              <a:gd name="connsiteX1" fmla="*/ 298402 w 1361061"/>
              <a:gd name="connsiteY1" fmla="*/ 1259432 h 1542407"/>
              <a:gd name="connsiteX2" fmla="*/ 253575 w 1361061"/>
              <a:gd name="connsiteY2" fmla="*/ 1149854 h 1542407"/>
              <a:gd name="connsiteX3" fmla="*/ 211168 w 1361061"/>
              <a:gd name="connsiteY3" fmla="*/ 867056 h 1542407"/>
              <a:gd name="connsiteX4" fmla="*/ 165127 w 1361061"/>
              <a:gd name="connsiteY4" fmla="*/ 676167 h 1542407"/>
              <a:gd name="connsiteX5" fmla="*/ 103336 w 1361061"/>
              <a:gd name="connsiteY5" fmla="*/ 396912 h 1542407"/>
              <a:gd name="connsiteX6" fmla="*/ 19735 w 1361061"/>
              <a:gd name="connsiteY6" fmla="*/ 39879 h 1542407"/>
              <a:gd name="connsiteX7" fmla="*/ 5196 w 1361061"/>
              <a:gd name="connsiteY7" fmla="*/ 75232 h 1542407"/>
              <a:gd name="connsiteX8" fmla="*/ 96067 w 1361061"/>
              <a:gd name="connsiteY8" fmla="*/ 481748 h 1542407"/>
              <a:gd name="connsiteX9" fmla="*/ 183302 w 1361061"/>
              <a:gd name="connsiteY9" fmla="*/ 877662 h 1542407"/>
              <a:gd name="connsiteX10" fmla="*/ 235400 w 1361061"/>
              <a:gd name="connsiteY10" fmla="*/ 1199343 h 1542407"/>
              <a:gd name="connsiteX11" fmla="*/ 299615 w 1361061"/>
              <a:gd name="connsiteY11" fmla="*/ 1376088 h 1542407"/>
              <a:gd name="connsiteX12" fmla="*/ 343566 w 1361061"/>
              <a:gd name="connsiteY12" fmla="*/ 1503789 h 1542407"/>
              <a:gd name="connsiteX13" fmla="*/ 515216 w 1361061"/>
              <a:gd name="connsiteY13" fmla="*/ 1542400 h 1542407"/>
              <a:gd name="connsiteX14" fmla="*/ 579890 w 1361061"/>
              <a:gd name="connsiteY14" fmla="*/ 1470960 h 1542407"/>
              <a:gd name="connsiteX15" fmla="*/ 704052 w 1361061"/>
              <a:gd name="connsiteY15" fmla="*/ 1478941 h 1542407"/>
              <a:gd name="connsiteX16" fmla="*/ 840460 w 1361061"/>
              <a:gd name="connsiteY16" fmla="*/ 1466793 h 1542407"/>
              <a:gd name="connsiteX17" fmla="*/ 939679 w 1361061"/>
              <a:gd name="connsiteY17" fmla="*/ 1535330 h 1542407"/>
              <a:gd name="connsiteX18" fmla="*/ 1122133 w 1361061"/>
              <a:gd name="connsiteY18" fmla="*/ 1507077 h 1542407"/>
              <a:gd name="connsiteX19" fmla="*/ 1169542 w 1361061"/>
              <a:gd name="connsiteY19" fmla="*/ 1365485 h 1542407"/>
              <a:gd name="connsiteX20" fmla="*/ 1251931 w 1361061"/>
              <a:gd name="connsiteY20" fmla="*/ 1026131 h 1542407"/>
              <a:gd name="connsiteX21" fmla="*/ 1300394 w 1361061"/>
              <a:gd name="connsiteY21" fmla="*/ 545379 h 1542407"/>
              <a:gd name="connsiteX22" fmla="*/ 1356128 w 1361061"/>
              <a:gd name="connsiteY22" fmla="*/ 198955 h 1542407"/>
              <a:gd name="connsiteX23" fmla="*/ 1348859 w 1361061"/>
              <a:gd name="connsiteY23" fmla="*/ 114117 h 1542407"/>
              <a:gd name="connsiteX24" fmla="*/ 1270105 w 1361061"/>
              <a:gd name="connsiteY24" fmla="*/ 552449 h 1542407"/>
              <a:gd name="connsiteX25" fmla="*/ 1222853 w 1361061"/>
              <a:gd name="connsiteY25" fmla="*/ 1040270 h 1542407"/>
              <a:gd name="connsiteX26" fmla="*/ 1164695 w 1361061"/>
              <a:gd name="connsiteY26" fmla="*/ 1248831 h 1542407"/>
              <a:gd name="connsiteX27" fmla="*/ 1125645 w 1361061"/>
              <a:gd name="connsiteY27" fmla="*/ 1158817 h 1542407"/>
              <a:gd name="connsiteX28" fmla="*/ 953007 w 1361061"/>
              <a:gd name="connsiteY28" fmla="*/ 1152381 h 1542407"/>
              <a:gd name="connsiteX29" fmla="*/ 881182 w 1361061"/>
              <a:gd name="connsiteY29" fmla="*/ 1301851 h 1542407"/>
              <a:gd name="connsiteX30" fmla="*/ 855908 w 1361061"/>
              <a:gd name="connsiteY30" fmla="*/ 1311620 h 1542407"/>
              <a:gd name="connsiteX31" fmla="*/ 850892 w 1361061"/>
              <a:gd name="connsiteY31" fmla="*/ 1107429 h 1542407"/>
              <a:gd name="connsiteX32" fmla="*/ 793947 w 1361061"/>
              <a:gd name="connsiteY32" fmla="*/ 1100360 h 1542407"/>
              <a:gd name="connsiteX33" fmla="*/ 786440 w 1361061"/>
              <a:gd name="connsiteY33" fmla="*/ 1322225 h 1542407"/>
              <a:gd name="connsiteX34" fmla="*/ 685877 w 1361061"/>
              <a:gd name="connsiteY34" fmla="*/ 1345791 h 1542407"/>
              <a:gd name="connsiteX35" fmla="*/ 653401 w 1361061"/>
              <a:gd name="connsiteY35" fmla="*/ 1319525 h 1542407"/>
              <a:gd name="connsiteX36" fmla="*/ 638222 w 1361061"/>
              <a:gd name="connsiteY36" fmla="*/ 1105416 h 1542407"/>
              <a:gd name="connsiteX37" fmla="*/ 594034 w 1361061"/>
              <a:gd name="connsiteY37" fmla="*/ 1107429 h 1542407"/>
              <a:gd name="connsiteX38" fmla="*/ 582085 w 1361061"/>
              <a:gd name="connsiteY38" fmla="*/ 1324581 h 1542407"/>
              <a:gd name="connsiteX39" fmla="*/ 514408 w 1361061"/>
              <a:gd name="connsiteY39" fmla="*/ 1195978 h 1542407"/>
              <a:gd name="connsiteX40" fmla="*/ 360029 w 1361061"/>
              <a:gd name="connsiteY40" fmla="*/ 1125242 h 1542407"/>
              <a:gd name="connsiteX0" fmla="*/ 360029 w 1361061"/>
              <a:gd name="connsiteY0" fmla="*/ 1125242 h 1542407"/>
              <a:gd name="connsiteX1" fmla="*/ 298402 w 1361061"/>
              <a:gd name="connsiteY1" fmla="*/ 1259432 h 1542407"/>
              <a:gd name="connsiteX2" fmla="*/ 253575 w 1361061"/>
              <a:gd name="connsiteY2" fmla="*/ 1149854 h 1542407"/>
              <a:gd name="connsiteX3" fmla="*/ 211168 w 1361061"/>
              <a:gd name="connsiteY3" fmla="*/ 867056 h 1542407"/>
              <a:gd name="connsiteX4" fmla="*/ 165127 w 1361061"/>
              <a:gd name="connsiteY4" fmla="*/ 676167 h 1542407"/>
              <a:gd name="connsiteX5" fmla="*/ 103336 w 1361061"/>
              <a:gd name="connsiteY5" fmla="*/ 396912 h 1542407"/>
              <a:gd name="connsiteX6" fmla="*/ 19735 w 1361061"/>
              <a:gd name="connsiteY6" fmla="*/ 39879 h 1542407"/>
              <a:gd name="connsiteX7" fmla="*/ 5196 w 1361061"/>
              <a:gd name="connsiteY7" fmla="*/ 75232 h 1542407"/>
              <a:gd name="connsiteX8" fmla="*/ 96067 w 1361061"/>
              <a:gd name="connsiteY8" fmla="*/ 481748 h 1542407"/>
              <a:gd name="connsiteX9" fmla="*/ 183302 w 1361061"/>
              <a:gd name="connsiteY9" fmla="*/ 877662 h 1542407"/>
              <a:gd name="connsiteX10" fmla="*/ 235400 w 1361061"/>
              <a:gd name="connsiteY10" fmla="*/ 1199343 h 1542407"/>
              <a:gd name="connsiteX11" fmla="*/ 299615 w 1361061"/>
              <a:gd name="connsiteY11" fmla="*/ 1376088 h 1542407"/>
              <a:gd name="connsiteX12" fmla="*/ 343566 w 1361061"/>
              <a:gd name="connsiteY12" fmla="*/ 1503789 h 1542407"/>
              <a:gd name="connsiteX13" fmla="*/ 515216 w 1361061"/>
              <a:gd name="connsiteY13" fmla="*/ 1542400 h 1542407"/>
              <a:gd name="connsiteX14" fmla="*/ 579890 w 1361061"/>
              <a:gd name="connsiteY14" fmla="*/ 1470960 h 1542407"/>
              <a:gd name="connsiteX15" fmla="*/ 704052 w 1361061"/>
              <a:gd name="connsiteY15" fmla="*/ 1478941 h 1542407"/>
              <a:gd name="connsiteX16" fmla="*/ 840460 w 1361061"/>
              <a:gd name="connsiteY16" fmla="*/ 1466793 h 1542407"/>
              <a:gd name="connsiteX17" fmla="*/ 880374 w 1361061"/>
              <a:gd name="connsiteY17" fmla="*/ 1463285 h 1542407"/>
              <a:gd name="connsiteX18" fmla="*/ 939679 w 1361061"/>
              <a:gd name="connsiteY18" fmla="*/ 1535330 h 1542407"/>
              <a:gd name="connsiteX19" fmla="*/ 1122133 w 1361061"/>
              <a:gd name="connsiteY19" fmla="*/ 1507077 h 1542407"/>
              <a:gd name="connsiteX20" fmla="*/ 1169542 w 1361061"/>
              <a:gd name="connsiteY20" fmla="*/ 1365485 h 1542407"/>
              <a:gd name="connsiteX21" fmla="*/ 1251931 w 1361061"/>
              <a:gd name="connsiteY21" fmla="*/ 1026131 h 1542407"/>
              <a:gd name="connsiteX22" fmla="*/ 1300394 w 1361061"/>
              <a:gd name="connsiteY22" fmla="*/ 545379 h 1542407"/>
              <a:gd name="connsiteX23" fmla="*/ 1356128 w 1361061"/>
              <a:gd name="connsiteY23" fmla="*/ 198955 h 1542407"/>
              <a:gd name="connsiteX24" fmla="*/ 1348859 w 1361061"/>
              <a:gd name="connsiteY24" fmla="*/ 114117 h 1542407"/>
              <a:gd name="connsiteX25" fmla="*/ 1270105 w 1361061"/>
              <a:gd name="connsiteY25" fmla="*/ 552449 h 1542407"/>
              <a:gd name="connsiteX26" fmla="*/ 1222853 w 1361061"/>
              <a:gd name="connsiteY26" fmla="*/ 1040270 h 1542407"/>
              <a:gd name="connsiteX27" fmla="*/ 1164695 w 1361061"/>
              <a:gd name="connsiteY27" fmla="*/ 1248831 h 1542407"/>
              <a:gd name="connsiteX28" fmla="*/ 1125645 w 1361061"/>
              <a:gd name="connsiteY28" fmla="*/ 1158817 h 1542407"/>
              <a:gd name="connsiteX29" fmla="*/ 953007 w 1361061"/>
              <a:gd name="connsiteY29" fmla="*/ 1152381 h 1542407"/>
              <a:gd name="connsiteX30" fmla="*/ 881182 w 1361061"/>
              <a:gd name="connsiteY30" fmla="*/ 1301851 h 1542407"/>
              <a:gd name="connsiteX31" fmla="*/ 855908 w 1361061"/>
              <a:gd name="connsiteY31" fmla="*/ 1311620 h 1542407"/>
              <a:gd name="connsiteX32" fmla="*/ 850892 w 1361061"/>
              <a:gd name="connsiteY32" fmla="*/ 1107429 h 1542407"/>
              <a:gd name="connsiteX33" fmla="*/ 793947 w 1361061"/>
              <a:gd name="connsiteY33" fmla="*/ 1100360 h 1542407"/>
              <a:gd name="connsiteX34" fmla="*/ 786440 w 1361061"/>
              <a:gd name="connsiteY34" fmla="*/ 1322225 h 1542407"/>
              <a:gd name="connsiteX35" fmla="*/ 685877 w 1361061"/>
              <a:gd name="connsiteY35" fmla="*/ 1345791 h 1542407"/>
              <a:gd name="connsiteX36" fmla="*/ 653401 w 1361061"/>
              <a:gd name="connsiteY36" fmla="*/ 1319525 h 1542407"/>
              <a:gd name="connsiteX37" fmla="*/ 638222 w 1361061"/>
              <a:gd name="connsiteY37" fmla="*/ 1105416 h 1542407"/>
              <a:gd name="connsiteX38" fmla="*/ 594034 w 1361061"/>
              <a:gd name="connsiteY38" fmla="*/ 1107429 h 1542407"/>
              <a:gd name="connsiteX39" fmla="*/ 582085 w 1361061"/>
              <a:gd name="connsiteY39" fmla="*/ 1324581 h 1542407"/>
              <a:gd name="connsiteX40" fmla="*/ 514408 w 1361061"/>
              <a:gd name="connsiteY40" fmla="*/ 1195978 h 1542407"/>
              <a:gd name="connsiteX41" fmla="*/ 360029 w 1361061"/>
              <a:gd name="connsiteY41" fmla="*/ 1125242 h 1542407"/>
              <a:gd name="connsiteX0" fmla="*/ 360029 w 1361061"/>
              <a:gd name="connsiteY0" fmla="*/ 1125242 h 1542407"/>
              <a:gd name="connsiteX1" fmla="*/ 298402 w 1361061"/>
              <a:gd name="connsiteY1" fmla="*/ 1259432 h 1542407"/>
              <a:gd name="connsiteX2" fmla="*/ 253575 w 1361061"/>
              <a:gd name="connsiteY2" fmla="*/ 1149854 h 1542407"/>
              <a:gd name="connsiteX3" fmla="*/ 211168 w 1361061"/>
              <a:gd name="connsiteY3" fmla="*/ 867056 h 1542407"/>
              <a:gd name="connsiteX4" fmla="*/ 165127 w 1361061"/>
              <a:gd name="connsiteY4" fmla="*/ 676167 h 1542407"/>
              <a:gd name="connsiteX5" fmla="*/ 103336 w 1361061"/>
              <a:gd name="connsiteY5" fmla="*/ 396912 h 1542407"/>
              <a:gd name="connsiteX6" fmla="*/ 19735 w 1361061"/>
              <a:gd name="connsiteY6" fmla="*/ 39879 h 1542407"/>
              <a:gd name="connsiteX7" fmla="*/ 5196 w 1361061"/>
              <a:gd name="connsiteY7" fmla="*/ 75232 h 1542407"/>
              <a:gd name="connsiteX8" fmla="*/ 96067 w 1361061"/>
              <a:gd name="connsiteY8" fmla="*/ 481748 h 1542407"/>
              <a:gd name="connsiteX9" fmla="*/ 183302 w 1361061"/>
              <a:gd name="connsiteY9" fmla="*/ 877662 h 1542407"/>
              <a:gd name="connsiteX10" fmla="*/ 235400 w 1361061"/>
              <a:gd name="connsiteY10" fmla="*/ 1199343 h 1542407"/>
              <a:gd name="connsiteX11" fmla="*/ 299615 w 1361061"/>
              <a:gd name="connsiteY11" fmla="*/ 1376088 h 1542407"/>
              <a:gd name="connsiteX12" fmla="*/ 343566 w 1361061"/>
              <a:gd name="connsiteY12" fmla="*/ 1503789 h 1542407"/>
              <a:gd name="connsiteX13" fmla="*/ 515216 w 1361061"/>
              <a:gd name="connsiteY13" fmla="*/ 1542400 h 1542407"/>
              <a:gd name="connsiteX14" fmla="*/ 570197 w 1361061"/>
              <a:gd name="connsiteY14" fmla="*/ 1470960 h 1542407"/>
              <a:gd name="connsiteX15" fmla="*/ 704052 w 1361061"/>
              <a:gd name="connsiteY15" fmla="*/ 1478941 h 1542407"/>
              <a:gd name="connsiteX16" fmla="*/ 840460 w 1361061"/>
              <a:gd name="connsiteY16" fmla="*/ 1466793 h 1542407"/>
              <a:gd name="connsiteX17" fmla="*/ 880374 w 1361061"/>
              <a:gd name="connsiteY17" fmla="*/ 1463285 h 1542407"/>
              <a:gd name="connsiteX18" fmla="*/ 939679 w 1361061"/>
              <a:gd name="connsiteY18" fmla="*/ 1535330 h 1542407"/>
              <a:gd name="connsiteX19" fmla="*/ 1122133 w 1361061"/>
              <a:gd name="connsiteY19" fmla="*/ 1507077 h 1542407"/>
              <a:gd name="connsiteX20" fmla="*/ 1169542 w 1361061"/>
              <a:gd name="connsiteY20" fmla="*/ 1365485 h 1542407"/>
              <a:gd name="connsiteX21" fmla="*/ 1251931 w 1361061"/>
              <a:gd name="connsiteY21" fmla="*/ 1026131 h 1542407"/>
              <a:gd name="connsiteX22" fmla="*/ 1300394 w 1361061"/>
              <a:gd name="connsiteY22" fmla="*/ 545379 h 1542407"/>
              <a:gd name="connsiteX23" fmla="*/ 1356128 w 1361061"/>
              <a:gd name="connsiteY23" fmla="*/ 198955 h 1542407"/>
              <a:gd name="connsiteX24" fmla="*/ 1348859 w 1361061"/>
              <a:gd name="connsiteY24" fmla="*/ 114117 h 1542407"/>
              <a:gd name="connsiteX25" fmla="*/ 1270105 w 1361061"/>
              <a:gd name="connsiteY25" fmla="*/ 552449 h 1542407"/>
              <a:gd name="connsiteX26" fmla="*/ 1222853 w 1361061"/>
              <a:gd name="connsiteY26" fmla="*/ 1040270 h 1542407"/>
              <a:gd name="connsiteX27" fmla="*/ 1164695 w 1361061"/>
              <a:gd name="connsiteY27" fmla="*/ 1248831 h 1542407"/>
              <a:gd name="connsiteX28" fmla="*/ 1125645 w 1361061"/>
              <a:gd name="connsiteY28" fmla="*/ 1158817 h 1542407"/>
              <a:gd name="connsiteX29" fmla="*/ 953007 w 1361061"/>
              <a:gd name="connsiteY29" fmla="*/ 1152381 h 1542407"/>
              <a:gd name="connsiteX30" fmla="*/ 881182 w 1361061"/>
              <a:gd name="connsiteY30" fmla="*/ 1301851 h 1542407"/>
              <a:gd name="connsiteX31" fmla="*/ 855908 w 1361061"/>
              <a:gd name="connsiteY31" fmla="*/ 1311620 h 1542407"/>
              <a:gd name="connsiteX32" fmla="*/ 850892 w 1361061"/>
              <a:gd name="connsiteY32" fmla="*/ 1107429 h 1542407"/>
              <a:gd name="connsiteX33" fmla="*/ 793947 w 1361061"/>
              <a:gd name="connsiteY33" fmla="*/ 1100360 h 1542407"/>
              <a:gd name="connsiteX34" fmla="*/ 786440 w 1361061"/>
              <a:gd name="connsiteY34" fmla="*/ 1322225 h 1542407"/>
              <a:gd name="connsiteX35" fmla="*/ 685877 w 1361061"/>
              <a:gd name="connsiteY35" fmla="*/ 1345791 h 1542407"/>
              <a:gd name="connsiteX36" fmla="*/ 653401 w 1361061"/>
              <a:gd name="connsiteY36" fmla="*/ 1319525 h 1542407"/>
              <a:gd name="connsiteX37" fmla="*/ 638222 w 1361061"/>
              <a:gd name="connsiteY37" fmla="*/ 1105416 h 1542407"/>
              <a:gd name="connsiteX38" fmla="*/ 594034 w 1361061"/>
              <a:gd name="connsiteY38" fmla="*/ 1107429 h 1542407"/>
              <a:gd name="connsiteX39" fmla="*/ 582085 w 1361061"/>
              <a:gd name="connsiteY39" fmla="*/ 1324581 h 1542407"/>
              <a:gd name="connsiteX40" fmla="*/ 514408 w 1361061"/>
              <a:gd name="connsiteY40" fmla="*/ 1195978 h 1542407"/>
              <a:gd name="connsiteX41" fmla="*/ 360029 w 1361061"/>
              <a:gd name="connsiteY41" fmla="*/ 1125242 h 1542407"/>
              <a:gd name="connsiteX0" fmla="*/ 360029 w 1361061"/>
              <a:gd name="connsiteY0" fmla="*/ 1125242 h 1542407"/>
              <a:gd name="connsiteX1" fmla="*/ 298402 w 1361061"/>
              <a:gd name="connsiteY1" fmla="*/ 1259432 h 1542407"/>
              <a:gd name="connsiteX2" fmla="*/ 253575 w 1361061"/>
              <a:gd name="connsiteY2" fmla="*/ 1149854 h 1542407"/>
              <a:gd name="connsiteX3" fmla="*/ 211168 w 1361061"/>
              <a:gd name="connsiteY3" fmla="*/ 867056 h 1542407"/>
              <a:gd name="connsiteX4" fmla="*/ 165127 w 1361061"/>
              <a:gd name="connsiteY4" fmla="*/ 676167 h 1542407"/>
              <a:gd name="connsiteX5" fmla="*/ 103336 w 1361061"/>
              <a:gd name="connsiteY5" fmla="*/ 396912 h 1542407"/>
              <a:gd name="connsiteX6" fmla="*/ 19735 w 1361061"/>
              <a:gd name="connsiteY6" fmla="*/ 39879 h 1542407"/>
              <a:gd name="connsiteX7" fmla="*/ 5196 w 1361061"/>
              <a:gd name="connsiteY7" fmla="*/ 75232 h 1542407"/>
              <a:gd name="connsiteX8" fmla="*/ 96067 w 1361061"/>
              <a:gd name="connsiteY8" fmla="*/ 481748 h 1542407"/>
              <a:gd name="connsiteX9" fmla="*/ 183302 w 1361061"/>
              <a:gd name="connsiteY9" fmla="*/ 877662 h 1542407"/>
              <a:gd name="connsiteX10" fmla="*/ 235400 w 1361061"/>
              <a:gd name="connsiteY10" fmla="*/ 1199343 h 1542407"/>
              <a:gd name="connsiteX11" fmla="*/ 299615 w 1361061"/>
              <a:gd name="connsiteY11" fmla="*/ 1376088 h 1542407"/>
              <a:gd name="connsiteX12" fmla="*/ 343566 w 1361061"/>
              <a:gd name="connsiteY12" fmla="*/ 1503789 h 1542407"/>
              <a:gd name="connsiteX13" fmla="*/ 500677 w 1361061"/>
              <a:gd name="connsiteY13" fmla="*/ 1542400 h 1542407"/>
              <a:gd name="connsiteX14" fmla="*/ 570197 w 1361061"/>
              <a:gd name="connsiteY14" fmla="*/ 1470960 h 1542407"/>
              <a:gd name="connsiteX15" fmla="*/ 704052 w 1361061"/>
              <a:gd name="connsiteY15" fmla="*/ 1478941 h 1542407"/>
              <a:gd name="connsiteX16" fmla="*/ 840460 w 1361061"/>
              <a:gd name="connsiteY16" fmla="*/ 1466793 h 1542407"/>
              <a:gd name="connsiteX17" fmla="*/ 880374 w 1361061"/>
              <a:gd name="connsiteY17" fmla="*/ 1463285 h 1542407"/>
              <a:gd name="connsiteX18" fmla="*/ 939679 w 1361061"/>
              <a:gd name="connsiteY18" fmla="*/ 1535330 h 1542407"/>
              <a:gd name="connsiteX19" fmla="*/ 1122133 w 1361061"/>
              <a:gd name="connsiteY19" fmla="*/ 1507077 h 1542407"/>
              <a:gd name="connsiteX20" fmla="*/ 1169542 w 1361061"/>
              <a:gd name="connsiteY20" fmla="*/ 1365485 h 1542407"/>
              <a:gd name="connsiteX21" fmla="*/ 1251931 w 1361061"/>
              <a:gd name="connsiteY21" fmla="*/ 1026131 h 1542407"/>
              <a:gd name="connsiteX22" fmla="*/ 1300394 w 1361061"/>
              <a:gd name="connsiteY22" fmla="*/ 545379 h 1542407"/>
              <a:gd name="connsiteX23" fmla="*/ 1356128 w 1361061"/>
              <a:gd name="connsiteY23" fmla="*/ 198955 h 1542407"/>
              <a:gd name="connsiteX24" fmla="*/ 1348859 w 1361061"/>
              <a:gd name="connsiteY24" fmla="*/ 114117 h 1542407"/>
              <a:gd name="connsiteX25" fmla="*/ 1270105 w 1361061"/>
              <a:gd name="connsiteY25" fmla="*/ 552449 h 1542407"/>
              <a:gd name="connsiteX26" fmla="*/ 1222853 w 1361061"/>
              <a:gd name="connsiteY26" fmla="*/ 1040270 h 1542407"/>
              <a:gd name="connsiteX27" fmla="*/ 1164695 w 1361061"/>
              <a:gd name="connsiteY27" fmla="*/ 1248831 h 1542407"/>
              <a:gd name="connsiteX28" fmla="*/ 1125645 w 1361061"/>
              <a:gd name="connsiteY28" fmla="*/ 1158817 h 1542407"/>
              <a:gd name="connsiteX29" fmla="*/ 953007 w 1361061"/>
              <a:gd name="connsiteY29" fmla="*/ 1152381 h 1542407"/>
              <a:gd name="connsiteX30" fmla="*/ 881182 w 1361061"/>
              <a:gd name="connsiteY30" fmla="*/ 1301851 h 1542407"/>
              <a:gd name="connsiteX31" fmla="*/ 855908 w 1361061"/>
              <a:gd name="connsiteY31" fmla="*/ 1311620 h 1542407"/>
              <a:gd name="connsiteX32" fmla="*/ 850892 w 1361061"/>
              <a:gd name="connsiteY32" fmla="*/ 1107429 h 1542407"/>
              <a:gd name="connsiteX33" fmla="*/ 793947 w 1361061"/>
              <a:gd name="connsiteY33" fmla="*/ 1100360 h 1542407"/>
              <a:gd name="connsiteX34" fmla="*/ 786440 w 1361061"/>
              <a:gd name="connsiteY34" fmla="*/ 1322225 h 1542407"/>
              <a:gd name="connsiteX35" fmla="*/ 685877 w 1361061"/>
              <a:gd name="connsiteY35" fmla="*/ 1345791 h 1542407"/>
              <a:gd name="connsiteX36" fmla="*/ 653401 w 1361061"/>
              <a:gd name="connsiteY36" fmla="*/ 1319525 h 1542407"/>
              <a:gd name="connsiteX37" fmla="*/ 638222 w 1361061"/>
              <a:gd name="connsiteY37" fmla="*/ 1105416 h 1542407"/>
              <a:gd name="connsiteX38" fmla="*/ 594034 w 1361061"/>
              <a:gd name="connsiteY38" fmla="*/ 1107429 h 1542407"/>
              <a:gd name="connsiteX39" fmla="*/ 582085 w 1361061"/>
              <a:gd name="connsiteY39" fmla="*/ 1324581 h 1542407"/>
              <a:gd name="connsiteX40" fmla="*/ 514408 w 1361061"/>
              <a:gd name="connsiteY40" fmla="*/ 1195978 h 1542407"/>
              <a:gd name="connsiteX41" fmla="*/ 360029 w 1361061"/>
              <a:gd name="connsiteY41" fmla="*/ 1125242 h 154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361061" h="1542407">
                <a:moveTo>
                  <a:pt x="360029" y="1125242"/>
                </a:moveTo>
                <a:cubicBezTo>
                  <a:pt x="324028" y="1135818"/>
                  <a:pt x="299126" y="1206357"/>
                  <a:pt x="298402" y="1259432"/>
                </a:cubicBezTo>
                <a:cubicBezTo>
                  <a:pt x="284900" y="1254107"/>
                  <a:pt x="265489" y="1209358"/>
                  <a:pt x="253575" y="1149854"/>
                </a:cubicBezTo>
                <a:cubicBezTo>
                  <a:pt x="241661" y="1090350"/>
                  <a:pt x="225707" y="937756"/>
                  <a:pt x="211168" y="867056"/>
                </a:cubicBezTo>
                <a:cubicBezTo>
                  <a:pt x="196629" y="796356"/>
                  <a:pt x="184108" y="753935"/>
                  <a:pt x="165127" y="676167"/>
                </a:cubicBezTo>
                <a:cubicBezTo>
                  <a:pt x="146146" y="598399"/>
                  <a:pt x="128780" y="504138"/>
                  <a:pt x="103336" y="396912"/>
                </a:cubicBezTo>
                <a:cubicBezTo>
                  <a:pt x="77892" y="289686"/>
                  <a:pt x="37909" y="102919"/>
                  <a:pt x="19735" y="39879"/>
                </a:cubicBezTo>
                <a:cubicBezTo>
                  <a:pt x="-3285" y="-42013"/>
                  <a:pt x="-3285" y="18673"/>
                  <a:pt x="5196" y="75232"/>
                </a:cubicBezTo>
                <a:cubicBezTo>
                  <a:pt x="13677" y="131791"/>
                  <a:pt x="68402" y="360971"/>
                  <a:pt x="96067" y="481748"/>
                </a:cubicBezTo>
                <a:cubicBezTo>
                  <a:pt x="122924" y="627859"/>
                  <a:pt x="141648" y="694950"/>
                  <a:pt x="183302" y="877662"/>
                </a:cubicBezTo>
                <a:cubicBezTo>
                  <a:pt x="208544" y="990191"/>
                  <a:pt x="221063" y="1127466"/>
                  <a:pt x="235400" y="1199343"/>
                </a:cubicBezTo>
                <a:cubicBezTo>
                  <a:pt x="249737" y="1271220"/>
                  <a:pt x="284011" y="1318277"/>
                  <a:pt x="299615" y="1376088"/>
                </a:cubicBezTo>
                <a:cubicBezTo>
                  <a:pt x="315220" y="1433899"/>
                  <a:pt x="310056" y="1476070"/>
                  <a:pt x="343566" y="1503789"/>
                </a:cubicBezTo>
                <a:cubicBezTo>
                  <a:pt x="377076" y="1531508"/>
                  <a:pt x="459237" y="1541587"/>
                  <a:pt x="500677" y="1542400"/>
                </a:cubicBezTo>
                <a:cubicBezTo>
                  <a:pt x="542117" y="1543213"/>
                  <a:pt x="536301" y="1481536"/>
                  <a:pt x="570197" y="1470960"/>
                </a:cubicBezTo>
                <a:cubicBezTo>
                  <a:pt x="604093" y="1460384"/>
                  <a:pt x="659008" y="1479635"/>
                  <a:pt x="704052" y="1478941"/>
                </a:cubicBezTo>
                <a:cubicBezTo>
                  <a:pt x="749096" y="1478247"/>
                  <a:pt x="811073" y="1469402"/>
                  <a:pt x="840460" y="1466793"/>
                </a:cubicBezTo>
                <a:cubicBezTo>
                  <a:pt x="869847" y="1464184"/>
                  <a:pt x="863838" y="1451862"/>
                  <a:pt x="880374" y="1463285"/>
                </a:cubicBezTo>
                <a:cubicBezTo>
                  <a:pt x="896911" y="1474708"/>
                  <a:pt x="897770" y="1531173"/>
                  <a:pt x="939679" y="1535330"/>
                </a:cubicBezTo>
                <a:cubicBezTo>
                  <a:pt x="980297" y="1534385"/>
                  <a:pt x="1090264" y="1556082"/>
                  <a:pt x="1122133" y="1507077"/>
                </a:cubicBezTo>
                <a:cubicBezTo>
                  <a:pt x="1158626" y="1466986"/>
                  <a:pt x="1151477" y="1421487"/>
                  <a:pt x="1169542" y="1365485"/>
                </a:cubicBezTo>
                <a:cubicBezTo>
                  <a:pt x="1187608" y="1309483"/>
                  <a:pt x="1230728" y="1174599"/>
                  <a:pt x="1251931" y="1026131"/>
                </a:cubicBezTo>
                <a:cubicBezTo>
                  <a:pt x="1273134" y="877664"/>
                  <a:pt x="1278585" y="690901"/>
                  <a:pt x="1300394" y="545379"/>
                </a:cubicBezTo>
                <a:cubicBezTo>
                  <a:pt x="1322203" y="399857"/>
                  <a:pt x="1342800" y="304414"/>
                  <a:pt x="1356128" y="198955"/>
                </a:cubicBezTo>
                <a:cubicBezTo>
                  <a:pt x="1369456" y="93496"/>
                  <a:pt x="1351888" y="116474"/>
                  <a:pt x="1348859" y="114117"/>
                </a:cubicBezTo>
                <a:cubicBezTo>
                  <a:pt x="1345830" y="111760"/>
                  <a:pt x="1270307" y="563054"/>
                  <a:pt x="1270105" y="552449"/>
                </a:cubicBezTo>
                <a:cubicBezTo>
                  <a:pt x="1269903" y="541844"/>
                  <a:pt x="1235373" y="950129"/>
                  <a:pt x="1222853" y="1040270"/>
                </a:cubicBezTo>
                <a:cubicBezTo>
                  <a:pt x="1210333" y="1130411"/>
                  <a:pt x="1180896" y="1232608"/>
                  <a:pt x="1164695" y="1248831"/>
                </a:cubicBezTo>
                <a:cubicBezTo>
                  <a:pt x="1148494" y="1265054"/>
                  <a:pt x="1160926" y="1174892"/>
                  <a:pt x="1125645" y="1158817"/>
                </a:cubicBezTo>
                <a:cubicBezTo>
                  <a:pt x="1090364" y="1142742"/>
                  <a:pt x="995972" y="1136201"/>
                  <a:pt x="953007" y="1152381"/>
                </a:cubicBezTo>
                <a:cubicBezTo>
                  <a:pt x="910042" y="1168561"/>
                  <a:pt x="891307" y="1278257"/>
                  <a:pt x="881182" y="1301851"/>
                </a:cubicBezTo>
                <a:cubicBezTo>
                  <a:pt x="871057" y="1325445"/>
                  <a:pt x="860956" y="1344024"/>
                  <a:pt x="855908" y="1311620"/>
                </a:cubicBezTo>
                <a:cubicBezTo>
                  <a:pt x="850860" y="1279216"/>
                  <a:pt x="857786" y="1138515"/>
                  <a:pt x="850892" y="1107429"/>
                </a:cubicBezTo>
                <a:cubicBezTo>
                  <a:pt x="843998" y="1076343"/>
                  <a:pt x="799843" y="1082824"/>
                  <a:pt x="793947" y="1100360"/>
                </a:cubicBezTo>
                <a:cubicBezTo>
                  <a:pt x="788052" y="1117896"/>
                  <a:pt x="802029" y="1277785"/>
                  <a:pt x="786440" y="1322225"/>
                </a:cubicBezTo>
                <a:cubicBezTo>
                  <a:pt x="770851" y="1366665"/>
                  <a:pt x="708050" y="1346241"/>
                  <a:pt x="685877" y="1345791"/>
                </a:cubicBezTo>
                <a:cubicBezTo>
                  <a:pt x="663704" y="1345341"/>
                  <a:pt x="661747" y="1358409"/>
                  <a:pt x="653401" y="1319525"/>
                </a:cubicBezTo>
                <a:cubicBezTo>
                  <a:pt x="645055" y="1280641"/>
                  <a:pt x="650944" y="1134285"/>
                  <a:pt x="638222" y="1105416"/>
                </a:cubicBezTo>
                <a:cubicBezTo>
                  <a:pt x="625500" y="1076547"/>
                  <a:pt x="601573" y="1080328"/>
                  <a:pt x="594034" y="1107429"/>
                </a:cubicBezTo>
                <a:cubicBezTo>
                  <a:pt x="586495" y="1134530"/>
                  <a:pt x="594346" y="1321606"/>
                  <a:pt x="582085" y="1324581"/>
                </a:cubicBezTo>
                <a:cubicBezTo>
                  <a:pt x="565084" y="1327891"/>
                  <a:pt x="547648" y="1217026"/>
                  <a:pt x="514408" y="1195978"/>
                </a:cubicBezTo>
                <a:cubicBezTo>
                  <a:pt x="481168" y="1174930"/>
                  <a:pt x="396030" y="1114666"/>
                  <a:pt x="360029" y="1125242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49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42EC32F-59AD-4FD3-BDA2-42CBED1511ED}"/>
              </a:ext>
            </a:extLst>
          </p:cNvPr>
          <p:cNvGrpSpPr/>
          <p:nvPr/>
        </p:nvGrpSpPr>
        <p:grpSpPr>
          <a:xfrm>
            <a:off x="3476229" y="4489721"/>
            <a:ext cx="1095210" cy="420138"/>
            <a:chOff x="2663271" y="4649378"/>
            <a:chExt cx="1095210" cy="420138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01FB051-6656-47F2-9EB2-A196FCDFE92D}"/>
                </a:ext>
              </a:extLst>
            </p:cNvPr>
            <p:cNvSpPr/>
            <p:nvPr/>
          </p:nvSpPr>
          <p:spPr>
            <a:xfrm rot="156258">
              <a:off x="2664085" y="4748039"/>
              <a:ext cx="1074621" cy="321477"/>
            </a:xfrm>
            <a:custGeom>
              <a:avLst/>
              <a:gdLst>
                <a:gd name="connsiteX0" fmla="*/ 7239 w 1109882"/>
                <a:gd name="connsiteY0" fmla="*/ 95032 h 333200"/>
                <a:gd name="connsiteX1" fmla="*/ 396705 w 1109882"/>
                <a:gd name="connsiteY1" fmla="*/ 315166 h 333200"/>
                <a:gd name="connsiteX2" fmla="*/ 777705 w 1109882"/>
                <a:gd name="connsiteY2" fmla="*/ 306699 h 333200"/>
                <a:gd name="connsiteX3" fmla="*/ 997839 w 1109882"/>
                <a:gd name="connsiteY3" fmla="*/ 196632 h 333200"/>
                <a:gd name="connsiteX4" fmla="*/ 1099439 w 1109882"/>
                <a:gd name="connsiteY4" fmla="*/ 1899 h 333200"/>
                <a:gd name="connsiteX5" fmla="*/ 752305 w 1109882"/>
                <a:gd name="connsiteY5" fmla="*/ 95032 h 333200"/>
                <a:gd name="connsiteX6" fmla="*/ 7239 w 1109882"/>
                <a:gd name="connsiteY6" fmla="*/ 95032 h 333200"/>
                <a:gd name="connsiteX0" fmla="*/ 7239 w 1109882"/>
                <a:gd name="connsiteY0" fmla="*/ 61189 h 335712"/>
                <a:gd name="connsiteX1" fmla="*/ 396705 w 1109882"/>
                <a:gd name="connsiteY1" fmla="*/ 315190 h 335712"/>
                <a:gd name="connsiteX2" fmla="*/ 777705 w 1109882"/>
                <a:gd name="connsiteY2" fmla="*/ 306723 h 335712"/>
                <a:gd name="connsiteX3" fmla="*/ 997839 w 1109882"/>
                <a:gd name="connsiteY3" fmla="*/ 196656 h 335712"/>
                <a:gd name="connsiteX4" fmla="*/ 1099439 w 1109882"/>
                <a:gd name="connsiteY4" fmla="*/ 1923 h 335712"/>
                <a:gd name="connsiteX5" fmla="*/ 752305 w 1109882"/>
                <a:gd name="connsiteY5" fmla="*/ 95056 h 335712"/>
                <a:gd name="connsiteX6" fmla="*/ 7239 w 1109882"/>
                <a:gd name="connsiteY6" fmla="*/ 61189 h 335712"/>
                <a:gd name="connsiteX0" fmla="*/ 628 w 1103271"/>
                <a:gd name="connsiteY0" fmla="*/ 61751 h 336274"/>
                <a:gd name="connsiteX1" fmla="*/ 390094 w 1103271"/>
                <a:gd name="connsiteY1" fmla="*/ 315752 h 336274"/>
                <a:gd name="connsiteX2" fmla="*/ 771094 w 1103271"/>
                <a:gd name="connsiteY2" fmla="*/ 307285 h 336274"/>
                <a:gd name="connsiteX3" fmla="*/ 991228 w 1103271"/>
                <a:gd name="connsiteY3" fmla="*/ 197218 h 336274"/>
                <a:gd name="connsiteX4" fmla="*/ 1092828 w 1103271"/>
                <a:gd name="connsiteY4" fmla="*/ 2485 h 336274"/>
                <a:gd name="connsiteX5" fmla="*/ 483227 w 1103271"/>
                <a:gd name="connsiteY5" fmla="*/ 70218 h 336274"/>
                <a:gd name="connsiteX6" fmla="*/ 628 w 1103271"/>
                <a:gd name="connsiteY6" fmla="*/ 61751 h 336274"/>
                <a:gd name="connsiteX0" fmla="*/ 628 w 1103271"/>
                <a:gd name="connsiteY0" fmla="*/ 60847 h 335370"/>
                <a:gd name="connsiteX1" fmla="*/ 390094 w 1103271"/>
                <a:gd name="connsiteY1" fmla="*/ 314848 h 335370"/>
                <a:gd name="connsiteX2" fmla="*/ 771094 w 1103271"/>
                <a:gd name="connsiteY2" fmla="*/ 306381 h 335370"/>
                <a:gd name="connsiteX3" fmla="*/ 991228 w 1103271"/>
                <a:gd name="connsiteY3" fmla="*/ 196314 h 335370"/>
                <a:gd name="connsiteX4" fmla="*/ 1092828 w 1103271"/>
                <a:gd name="connsiteY4" fmla="*/ 1581 h 335370"/>
                <a:gd name="connsiteX5" fmla="*/ 483227 w 1103271"/>
                <a:gd name="connsiteY5" fmla="*/ 69314 h 335370"/>
                <a:gd name="connsiteX6" fmla="*/ 628 w 1103271"/>
                <a:gd name="connsiteY6" fmla="*/ 60847 h 335370"/>
                <a:gd name="connsiteX0" fmla="*/ 990 w 1103633"/>
                <a:gd name="connsiteY0" fmla="*/ 60531 h 335054"/>
                <a:gd name="connsiteX1" fmla="*/ 390456 w 1103633"/>
                <a:gd name="connsiteY1" fmla="*/ 314532 h 335054"/>
                <a:gd name="connsiteX2" fmla="*/ 771456 w 1103633"/>
                <a:gd name="connsiteY2" fmla="*/ 306065 h 335054"/>
                <a:gd name="connsiteX3" fmla="*/ 991590 w 1103633"/>
                <a:gd name="connsiteY3" fmla="*/ 195998 h 335054"/>
                <a:gd name="connsiteX4" fmla="*/ 1093190 w 1103633"/>
                <a:gd name="connsiteY4" fmla="*/ 1265 h 335054"/>
                <a:gd name="connsiteX5" fmla="*/ 508989 w 1103633"/>
                <a:gd name="connsiteY5" fmla="*/ 102865 h 335054"/>
                <a:gd name="connsiteX6" fmla="*/ 990 w 1103633"/>
                <a:gd name="connsiteY6" fmla="*/ 60531 h 335054"/>
                <a:gd name="connsiteX0" fmla="*/ 990 w 1103633"/>
                <a:gd name="connsiteY0" fmla="*/ 60939 h 335462"/>
                <a:gd name="connsiteX1" fmla="*/ 390456 w 1103633"/>
                <a:gd name="connsiteY1" fmla="*/ 314940 h 335462"/>
                <a:gd name="connsiteX2" fmla="*/ 771456 w 1103633"/>
                <a:gd name="connsiteY2" fmla="*/ 306473 h 335462"/>
                <a:gd name="connsiteX3" fmla="*/ 991590 w 1103633"/>
                <a:gd name="connsiteY3" fmla="*/ 196406 h 335462"/>
                <a:gd name="connsiteX4" fmla="*/ 1093190 w 1103633"/>
                <a:gd name="connsiteY4" fmla="*/ 1673 h 335462"/>
                <a:gd name="connsiteX5" fmla="*/ 508989 w 1103633"/>
                <a:gd name="connsiteY5" fmla="*/ 103273 h 335462"/>
                <a:gd name="connsiteX6" fmla="*/ 990 w 1103633"/>
                <a:gd name="connsiteY6" fmla="*/ 60939 h 335462"/>
                <a:gd name="connsiteX0" fmla="*/ 990 w 1098903"/>
                <a:gd name="connsiteY0" fmla="*/ 60939 h 334756"/>
                <a:gd name="connsiteX1" fmla="*/ 390456 w 1098903"/>
                <a:gd name="connsiteY1" fmla="*/ 314940 h 334756"/>
                <a:gd name="connsiteX2" fmla="*/ 771456 w 1098903"/>
                <a:gd name="connsiteY2" fmla="*/ 306473 h 334756"/>
                <a:gd name="connsiteX3" fmla="*/ 889990 w 1098903"/>
                <a:gd name="connsiteY3" fmla="*/ 213339 h 334756"/>
                <a:gd name="connsiteX4" fmla="*/ 1093190 w 1098903"/>
                <a:gd name="connsiteY4" fmla="*/ 1673 h 334756"/>
                <a:gd name="connsiteX5" fmla="*/ 508989 w 1098903"/>
                <a:gd name="connsiteY5" fmla="*/ 103273 h 334756"/>
                <a:gd name="connsiteX6" fmla="*/ 990 w 1098903"/>
                <a:gd name="connsiteY6" fmla="*/ 60939 h 334756"/>
                <a:gd name="connsiteX0" fmla="*/ 1780 w 1099693"/>
                <a:gd name="connsiteY0" fmla="*/ 60939 h 323037"/>
                <a:gd name="connsiteX1" fmla="*/ 357380 w 1099693"/>
                <a:gd name="connsiteY1" fmla="*/ 298006 h 323037"/>
                <a:gd name="connsiteX2" fmla="*/ 772246 w 1099693"/>
                <a:gd name="connsiteY2" fmla="*/ 306473 h 323037"/>
                <a:gd name="connsiteX3" fmla="*/ 890780 w 1099693"/>
                <a:gd name="connsiteY3" fmla="*/ 213339 h 323037"/>
                <a:gd name="connsiteX4" fmla="*/ 1093980 w 1099693"/>
                <a:gd name="connsiteY4" fmla="*/ 1673 h 323037"/>
                <a:gd name="connsiteX5" fmla="*/ 509779 w 1099693"/>
                <a:gd name="connsiteY5" fmla="*/ 103273 h 323037"/>
                <a:gd name="connsiteX6" fmla="*/ 1780 w 1099693"/>
                <a:gd name="connsiteY6" fmla="*/ 60939 h 323037"/>
                <a:gd name="connsiteX0" fmla="*/ 1506 w 1099419"/>
                <a:gd name="connsiteY0" fmla="*/ 60939 h 337361"/>
                <a:gd name="connsiteX1" fmla="*/ 357106 w 1099419"/>
                <a:gd name="connsiteY1" fmla="*/ 298006 h 337361"/>
                <a:gd name="connsiteX2" fmla="*/ 771972 w 1099419"/>
                <a:gd name="connsiteY2" fmla="*/ 306473 h 337361"/>
                <a:gd name="connsiteX3" fmla="*/ 890506 w 1099419"/>
                <a:gd name="connsiteY3" fmla="*/ 213339 h 337361"/>
                <a:gd name="connsiteX4" fmla="*/ 1093706 w 1099419"/>
                <a:gd name="connsiteY4" fmla="*/ 1673 h 337361"/>
                <a:gd name="connsiteX5" fmla="*/ 509505 w 1099419"/>
                <a:gd name="connsiteY5" fmla="*/ 103273 h 337361"/>
                <a:gd name="connsiteX6" fmla="*/ 1506 w 1099419"/>
                <a:gd name="connsiteY6" fmla="*/ 60939 h 337361"/>
                <a:gd name="connsiteX0" fmla="*/ 1318 w 1099231"/>
                <a:gd name="connsiteY0" fmla="*/ 60939 h 326221"/>
                <a:gd name="connsiteX1" fmla="*/ 365385 w 1099231"/>
                <a:gd name="connsiteY1" fmla="*/ 281073 h 326221"/>
                <a:gd name="connsiteX2" fmla="*/ 771784 w 1099231"/>
                <a:gd name="connsiteY2" fmla="*/ 306473 h 326221"/>
                <a:gd name="connsiteX3" fmla="*/ 890318 w 1099231"/>
                <a:gd name="connsiteY3" fmla="*/ 213339 h 326221"/>
                <a:gd name="connsiteX4" fmla="*/ 1093518 w 1099231"/>
                <a:gd name="connsiteY4" fmla="*/ 1673 h 326221"/>
                <a:gd name="connsiteX5" fmla="*/ 509317 w 1099231"/>
                <a:gd name="connsiteY5" fmla="*/ 103273 h 326221"/>
                <a:gd name="connsiteX6" fmla="*/ 1318 w 1099231"/>
                <a:gd name="connsiteY6" fmla="*/ 60939 h 326221"/>
                <a:gd name="connsiteX0" fmla="*/ 1439 w 1099970"/>
                <a:gd name="connsiteY0" fmla="*/ 60939 h 314201"/>
                <a:gd name="connsiteX1" fmla="*/ 365506 w 1099970"/>
                <a:gd name="connsiteY1" fmla="*/ 281073 h 314201"/>
                <a:gd name="connsiteX2" fmla="*/ 636439 w 1099970"/>
                <a:gd name="connsiteY2" fmla="*/ 306473 h 314201"/>
                <a:gd name="connsiteX3" fmla="*/ 890439 w 1099970"/>
                <a:gd name="connsiteY3" fmla="*/ 213339 h 314201"/>
                <a:gd name="connsiteX4" fmla="*/ 1093639 w 1099970"/>
                <a:gd name="connsiteY4" fmla="*/ 1673 h 314201"/>
                <a:gd name="connsiteX5" fmla="*/ 509438 w 1099970"/>
                <a:gd name="connsiteY5" fmla="*/ 103273 h 314201"/>
                <a:gd name="connsiteX6" fmla="*/ 1439 w 1099970"/>
                <a:gd name="connsiteY6" fmla="*/ 60939 h 314201"/>
                <a:gd name="connsiteX0" fmla="*/ 1439 w 1099261"/>
                <a:gd name="connsiteY0" fmla="*/ 60939 h 314201"/>
                <a:gd name="connsiteX1" fmla="*/ 365506 w 1099261"/>
                <a:gd name="connsiteY1" fmla="*/ 281073 h 314201"/>
                <a:gd name="connsiteX2" fmla="*/ 636439 w 1099261"/>
                <a:gd name="connsiteY2" fmla="*/ 306473 h 314201"/>
                <a:gd name="connsiteX3" fmla="*/ 865039 w 1099261"/>
                <a:gd name="connsiteY3" fmla="*/ 213339 h 314201"/>
                <a:gd name="connsiteX4" fmla="*/ 1093639 w 1099261"/>
                <a:gd name="connsiteY4" fmla="*/ 1673 h 314201"/>
                <a:gd name="connsiteX5" fmla="*/ 509438 w 1099261"/>
                <a:gd name="connsiteY5" fmla="*/ 103273 h 314201"/>
                <a:gd name="connsiteX6" fmla="*/ 1439 w 1099261"/>
                <a:gd name="connsiteY6" fmla="*/ 60939 h 314201"/>
                <a:gd name="connsiteX0" fmla="*/ 1439 w 1074445"/>
                <a:gd name="connsiteY0" fmla="*/ 44359 h 297621"/>
                <a:gd name="connsiteX1" fmla="*/ 365506 w 1074445"/>
                <a:gd name="connsiteY1" fmla="*/ 264493 h 297621"/>
                <a:gd name="connsiteX2" fmla="*/ 636439 w 1074445"/>
                <a:gd name="connsiteY2" fmla="*/ 289893 h 297621"/>
                <a:gd name="connsiteX3" fmla="*/ 865039 w 1074445"/>
                <a:gd name="connsiteY3" fmla="*/ 196759 h 297621"/>
                <a:gd name="connsiteX4" fmla="*/ 1068239 w 1074445"/>
                <a:gd name="connsiteY4" fmla="*/ 2027 h 297621"/>
                <a:gd name="connsiteX5" fmla="*/ 509438 w 1074445"/>
                <a:gd name="connsiteY5" fmla="*/ 86693 h 297621"/>
                <a:gd name="connsiteX6" fmla="*/ 1439 w 1074445"/>
                <a:gd name="connsiteY6" fmla="*/ 44359 h 297621"/>
                <a:gd name="connsiteX0" fmla="*/ 337 w 1073343"/>
                <a:gd name="connsiteY0" fmla="*/ 44445 h 297707"/>
                <a:gd name="connsiteX1" fmla="*/ 364404 w 1073343"/>
                <a:gd name="connsiteY1" fmla="*/ 264579 h 297707"/>
                <a:gd name="connsiteX2" fmla="*/ 635337 w 1073343"/>
                <a:gd name="connsiteY2" fmla="*/ 289979 h 297707"/>
                <a:gd name="connsiteX3" fmla="*/ 863937 w 1073343"/>
                <a:gd name="connsiteY3" fmla="*/ 196845 h 297707"/>
                <a:gd name="connsiteX4" fmla="*/ 1067137 w 1073343"/>
                <a:gd name="connsiteY4" fmla="*/ 2113 h 297707"/>
                <a:gd name="connsiteX5" fmla="*/ 508336 w 1073343"/>
                <a:gd name="connsiteY5" fmla="*/ 86779 h 297707"/>
                <a:gd name="connsiteX6" fmla="*/ 302734 w 1073343"/>
                <a:gd name="connsiteY6" fmla="*/ 71491 h 297707"/>
                <a:gd name="connsiteX7" fmla="*/ 337 w 1073343"/>
                <a:gd name="connsiteY7" fmla="*/ 44445 h 297707"/>
                <a:gd name="connsiteX0" fmla="*/ 337 w 1073343"/>
                <a:gd name="connsiteY0" fmla="*/ 44636 h 297898"/>
                <a:gd name="connsiteX1" fmla="*/ 364404 w 1073343"/>
                <a:gd name="connsiteY1" fmla="*/ 264770 h 297898"/>
                <a:gd name="connsiteX2" fmla="*/ 635337 w 1073343"/>
                <a:gd name="connsiteY2" fmla="*/ 290170 h 297898"/>
                <a:gd name="connsiteX3" fmla="*/ 863937 w 1073343"/>
                <a:gd name="connsiteY3" fmla="*/ 197036 h 297898"/>
                <a:gd name="connsiteX4" fmla="*/ 1067137 w 1073343"/>
                <a:gd name="connsiteY4" fmla="*/ 2304 h 297898"/>
                <a:gd name="connsiteX5" fmla="*/ 677669 w 1073343"/>
                <a:gd name="connsiteY5" fmla="*/ 78503 h 297898"/>
                <a:gd name="connsiteX6" fmla="*/ 302734 w 1073343"/>
                <a:gd name="connsiteY6" fmla="*/ 71682 h 297898"/>
                <a:gd name="connsiteX7" fmla="*/ 337 w 1073343"/>
                <a:gd name="connsiteY7" fmla="*/ 44636 h 297898"/>
                <a:gd name="connsiteX0" fmla="*/ 337 w 1073343"/>
                <a:gd name="connsiteY0" fmla="*/ 45827 h 299089"/>
                <a:gd name="connsiteX1" fmla="*/ 364404 w 1073343"/>
                <a:gd name="connsiteY1" fmla="*/ 265961 h 299089"/>
                <a:gd name="connsiteX2" fmla="*/ 635337 w 1073343"/>
                <a:gd name="connsiteY2" fmla="*/ 291361 h 299089"/>
                <a:gd name="connsiteX3" fmla="*/ 863937 w 1073343"/>
                <a:gd name="connsiteY3" fmla="*/ 198227 h 299089"/>
                <a:gd name="connsiteX4" fmla="*/ 1067137 w 1073343"/>
                <a:gd name="connsiteY4" fmla="*/ 3495 h 299089"/>
                <a:gd name="connsiteX5" fmla="*/ 677669 w 1073343"/>
                <a:gd name="connsiteY5" fmla="*/ 79694 h 299089"/>
                <a:gd name="connsiteX6" fmla="*/ 302734 w 1073343"/>
                <a:gd name="connsiteY6" fmla="*/ 72873 h 299089"/>
                <a:gd name="connsiteX7" fmla="*/ 337 w 1073343"/>
                <a:gd name="connsiteY7" fmla="*/ 45827 h 299089"/>
                <a:gd name="connsiteX0" fmla="*/ 337 w 1073343"/>
                <a:gd name="connsiteY0" fmla="*/ 44856 h 298118"/>
                <a:gd name="connsiteX1" fmla="*/ 364404 w 1073343"/>
                <a:gd name="connsiteY1" fmla="*/ 264990 h 298118"/>
                <a:gd name="connsiteX2" fmla="*/ 635337 w 1073343"/>
                <a:gd name="connsiteY2" fmla="*/ 290390 h 298118"/>
                <a:gd name="connsiteX3" fmla="*/ 863937 w 1073343"/>
                <a:gd name="connsiteY3" fmla="*/ 197256 h 298118"/>
                <a:gd name="connsiteX4" fmla="*/ 1067137 w 1073343"/>
                <a:gd name="connsiteY4" fmla="*/ 2524 h 298118"/>
                <a:gd name="connsiteX5" fmla="*/ 677669 w 1073343"/>
                <a:gd name="connsiteY5" fmla="*/ 78723 h 298118"/>
                <a:gd name="connsiteX6" fmla="*/ 302734 w 1073343"/>
                <a:gd name="connsiteY6" fmla="*/ 71902 h 298118"/>
                <a:gd name="connsiteX7" fmla="*/ 337 w 1073343"/>
                <a:gd name="connsiteY7" fmla="*/ 44856 h 298118"/>
                <a:gd name="connsiteX0" fmla="*/ 337 w 1073343"/>
                <a:gd name="connsiteY0" fmla="*/ 44540 h 297802"/>
                <a:gd name="connsiteX1" fmla="*/ 364404 w 1073343"/>
                <a:gd name="connsiteY1" fmla="*/ 264674 h 297802"/>
                <a:gd name="connsiteX2" fmla="*/ 635337 w 1073343"/>
                <a:gd name="connsiteY2" fmla="*/ 290074 h 297802"/>
                <a:gd name="connsiteX3" fmla="*/ 863937 w 1073343"/>
                <a:gd name="connsiteY3" fmla="*/ 196940 h 297802"/>
                <a:gd name="connsiteX4" fmla="*/ 1067137 w 1073343"/>
                <a:gd name="connsiteY4" fmla="*/ 2208 h 297802"/>
                <a:gd name="connsiteX5" fmla="*/ 677669 w 1073343"/>
                <a:gd name="connsiteY5" fmla="*/ 78407 h 297802"/>
                <a:gd name="connsiteX6" fmla="*/ 302734 w 1073343"/>
                <a:gd name="connsiteY6" fmla="*/ 46186 h 297802"/>
                <a:gd name="connsiteX7" fmla="*/ 337 w 1073343"/>
                <a:gd name="connsiteY7" fmla="*/ 44540 h 297802"/>
                <a:gd name="connsiteX0" fmla="*/ 337 w 1073343"/>
                <a:gd name="connsiteY0" fmla="*/ 45706 h 298968"/>
                <a:gd name="connsiteX1" fmla="*/ 364404 w 1073343"/>
                <a:gd name="connsiteY1" fmla="*/ 265840 h 298968"/>
                <a:gd name="connsiteX2" fmla="*/ 635337 w 1073343"/>
                <a:gd name="connsiteY2" fmla="*/ 291240 h 298968"/>
                <a:gd name="connsiteX3" fmla="*/ 863937 w 1073343"/>
                <a:gd name="connsiteY3" fmla="*/ 198106 h 298968"/>
                <a:gd name="connsiteX4" fmla="*/ 1067137 w 1073343"/>
                <a:gd name="connsiteY4" fmla="*/ 3374 h 298968"/>
                <a:gd name="connsiteX5" fmla="*/ 677669 w 1073343"/>
                <a:gd name="connsiteY5" fmla="*/ 45706 h 298968"/>
                <a:gd name="connsiteX6" fmla="*/ 302734 w 1073343"/>
                <a:gd name="connsiteY6" fmla="*/ 47352 h 298968"/>
                <a:gd name="connsiteX7" fmla="*/ 337 w 1073343"/>
                <a:gd name="connsiteY7" fmla="*/ 45706 h 298968"/>
                <a:gd name="connsiteX0" fmla="*/ 337 w 1073343"/>
                <a:gd name="connsiteY0" fmla="*/ 45706 h 298968"/>
                <a:gd name="connsiteX1" fmla="*/ 364404 w 1073343"/>
                <a:gd name="connsiteY1" fmla="*/ 265840 h 298968"/>
                <a:gd name="connsiteX2" fmla="*/ 635337 w 1073343"/>
                <a:gd name="connsiteY2" fmla="*/ 291240 h 298968"/>
                <a:gd name="connsiteX3" fmla="*/ 863937 w 1073343"/>
                <a:gd name="connsiteY3" fmla="*/ 198106 h 298968"/>
                <a:gd name="connsiteX4" fmla="*/ 1067137 w 1073343"/>
                <a:gd name="connsiteY4" fmla="*/ 3374 h 298968"/>
                <a:gd name="connsiteX5" fmla="*/ 677669 w 1073343"/>
                <a:gd name="connsiteY5" fmla="*/ 45706 h 298968"/>
                <a:gd name="connsiteX6" fmla="*/ 302734 w 1073343"/>
                <a:gd name="connsiteY6" fmla="*/ 47352 h 298968"/>
                <a:gd name="connsiteX7" fmla="*/ 337 w 1073343"/>
                <a:gd name="connsiteY7" fmla="*/ 45706 h 298968"/>
                <a:gd name="connsiteX0" fmla="*/ 337 w 1073302"/>
                <a:gd name="connsiteY0" fmla="*/ 45706 h 298968"/>
                <a:gd name="connsiteX1" fmla="*/ 364404 w 1073302"/>
                <a:gd name="connsiteY1" fmla="*/ 265840 h 298968"/>
                <a:gd name="connsiteX2" fmla="*/ 643804 w 1073302"/>
                <a:gd name="connsiteY2" fmla="*/ 291240 h 298968"/>
                <a:gd name="connsiteX3" fmla="*/ 863937 w 1073302"/>
                <a:gd name="connsiteY3" fmla="*/ 198106 h 298968"/>
                <a:gd name="connsiteX4" fmla="*/ 1067137 w 1073302"/>
                <a:gd name="connsiteY4" fmla="*/ 3374 h 298968"/>
                <a:gd name="connsiteX5" fmla="*/ 677669 w 1073302"/>
                <a:gd name="connsiteY5" fmla="*/ 45706 h 298968"/>
                <a:gd name="connsiteX6" fmla="*/ 302734 w 1073302"/>
                <a:gd name="connsiteY6" fmla="*/ 47352 h 298968"/>
                <a:gd name="connsiteX7" fmla="*/ 337 w 1073302"/>
                <a:gd name="connsiteY7" fmla="*/ 45706 h 298968"/>
                <a:gd name="connsiteX0" fmla="*/ 337 w 1073565"/>
                <a:gd name="connsiteY0" fmla="*/ 45706 h 299583"/>
                <a:gd name="connsiteX1" fmla="*/ 364404 w 1073565"/>
                <a:gd name="connsiteY1" fmla="*/ 265840 h 299583"/>
                <a:gd name="connsiteX2" fmla="*/ 643804 w 1073565"/>
                <a:gd name="connsiteY2" fmla="*/ 291240 h 299583"/>
                <a:gd name="connsiteX3" fmla="*/ 872404 w 1073565"/>
                <a:gd name="connsiteY3" fmla="*/ 189639 h 299583"/>
                <a:gd name="connsiteX4" fmla="*/ 1067137 w 1073565"/>
                <a:gd name="connsiteY4" fmla="*/ 3374 h 299583"/>
                <a:gd name="connsiteX5" fmla="*/ 677669 w 1073565"/>
                <a:gd name="connsiteY5" fmla="*/ 45706 h 299583"/>
                <a:gd name="connsiteX6" fmla="*/ 302734 w 1073565"/>
                <a:gd name="connsiteY6" fmla="*/ 47352 h 299583"/>
                <a:gd name="connsiteX7" fmla="*/ 337 w 1073565"/>
                <a:gd name="connsiteY7" fmla="*/ 45706 h 299583"/>
                <a:gd name="connsiteX0" fmla="*/ 337 w 1072441"/>
                <a:gd name="connsiteY0" fmla="*/ 70239 h 324116"/>
                <a:gd name="connsiteX1" fmla="*/ 364404 w 1072441"/>
                <a:gd name="connsiteY1" fmla="*/ 290373 h 324116"/>
                <a:gd name="connsiteX2" fmla="*/ 643804 w 1072441"/>
                <a:gd name="connsiteY2" fmla="*/ 315773 h 324116"/>
                <a:gd name="connsiteX3" fmla="*/ 872404 w 1072441"/>
                <a:gd name="connsiteY3" fmla="*/ 214172 h 324116"/>
                <a:gd name="connsiteX4" fmla="*/ 1065982 w 1072441"/>
                <a:gd name="connsiteY4" fmla="*/ 2533 h 324116"/>
                <a:gd name="connsiteX5" fmla="*/ 677669 w 1072441"/>
                <a:gd name="connsiteY5" fmla="*/ 70239 h 324116"/>
                <a:gd name="connsiteX6" fmla="*/ 302734 w 1072441"/>
                <a:gd name="connsiteY6" fmla="*/ 71885 h 324116"/>
                <a:gd name="connsiteX7" fmla="*/ 337 w 1072441"/>
                <a:gd name="connsiteY7" fmla="*/ 70239 h 324116"/>
                <a:gd name="connsiteX0" fmla="*/ 352 w 1072456"/>
                <a:gd name="connsiteY0" fmla="*/ 70239 h 344380"/>
                <a:gd name="connsiteX1" fmla="*/ 365958 w 1072456"/>
                <a:gd name="connsiteY1" fmla="*/ 324206 h 344380"/>
                <a:gd name="connsiteX2" fmla="*/ 643819 w 1072456"/>
                <a:gd name="connsiteY2" fmla="*/ 315773 h 344380"/>
                <a:gd name="connsiteX3" fmla="*/ 872419 w 1072456"/>
                <a:gd name="connsiteY3" fmla="*/ 214172 h 344380"/>
                <a:gd name="connsiteX4" fmla="*/ 1065997 w 1072456"/>
                <a:gd name="connsiteY4" fmla="*/ 2533 h 344380"/>
                <a:gd name="connsiteX5" fmla="*/ 677684 w 1072456"/>
                <a:gd name="connsiteY5" fmla="*/ 70239 h 344380"/>
                <a:gd name="connsiteX6" fmla="*/ 302749 w 1072456"/>
                <a:gd name="connsiteY6" fmla="*/ 71885 h 344380"/>
                <a:gd name="connsiteX7" fmla="*/ 352 w 1072456"/>
                <a:gd name="connsiteY7" fmla="*/ 70239 h 344380"/>
                <a:gd name="connsiteX0" fmla="*/ 352 w 1072456"/>
                <a:gd name="connsiteY0" fmla="*/ 70239 h 344380"/>
                <a:gd name="connsiteX1" fmla="*/ 365958 w 1072456"/>
                <a:gd name="connsiteY1" fmla="*/ 324206 h 344380"/>
                <a:gd name="connsiteX2" fmla="*/ 643819 w 1072456"/>
                <a:gd name="connsiteY2" fmla="*/ 315773 h 344380"/>
                <a:gd name="connsiteX3" fmla="*/ 872419 w 1072456"/>
                <a:gd name="connsiteY3" fmla="*/ 214172 h 344380"/>
                <a:gd name="connsiteX4" fmla="*/ 1065997 w 1072456"/>
                <a:gd name="connsiteY4" fmla="*/ 2533 h 344380"/>
                <a:gd name="connsiteX5" fmla="*/ 677684 w 1072456"/>
                <a:gd name="connsiteY5" fmla="*/ 70239 h 344380"/>
                <a:gd name="connsiteX6" fmla="*/ 302749 w 1072456"/>
                <a:gd name="connsiteY6" fmla="*/ 71885 h 344380"/>
                <a:gd name="connsiteX7" fmla="*/ 352 w 1072456"/>
                <a:gd name="connsiteY7" fmla="*/ 70239 h 344380"/>
                <a:gd name="connsiteX0" fmla="*/ 352 w 1072158"/>
                <a:gd name="connsiteY0" fmla="*/ 70239 h 346645"/>
                <a:gd name="connsiteX1" fmla="*/ 365958 w 1072158"/>
                <a:gd name="connsiteY1" fmla="*/ 324206 h 346645"/>
                <a:gd name="connsiteX2" fmla="*/ 703408 w 1072158"/>
                <a:gd name="connsiteY2" fmla="*/ 321538 h 346645"/>
                <a:gd name="connsiteX3" fmla="*/ 872419 w 1072158"/>
                <a:gd name="connsiteY3" fmla="*/ 214172 h 346645"/>
                <a:gd name="connsiteX4" fmla="*/ 1065997 w 1072158"/>
                <a:gd name="connsiteY4" fmla="*/ 2533 h 346645"/>
                <a:gd name="connsiteX5" fmla="*/ 677684 w 1072158"/>
                <a:gd name="connsiteY5" fmla="*/ 70239 h 346645"/>
                <a:gd name="connsiteX6" fmla="*/ 302749 w 1072158"/>
                <a:gd name="connsiteY6" fmla="*/ 71885 h 346645"/>
                <a:gd name="connsiteX7" fmla="*/ 352 w 1072158"/>
                <a:gd name="connsiteY7" fmla="*/ 70239 h 346645"/>
                <a:gd name="connsiteX0" fmla="*/ 352 w 1072124"/>
                <a:gd name="connsiteY0" fmla="*/ 70239 h 347876"/>
                <a:gd name="connsiteX1" fmla="*/ 365958 w 1072124"/>
                <a:gd name="connsiteY1" fmla="*/ 324206 h 347876"/>
                <a:gd name="connsiteX2" fmla="*/ 703408 w 1072124"/>
                <a:gd name="connsiteY2" fmla="*/ 321538 h 347876"/>
                <a:gd name="connsiteX3" fmla="*/ 871265 w 1072124"/>
                <a:gd name="connsiteY3" fmla="*/ 188799 h 347876"/>
                <a:gd name="connsiteX4" fmla="*/ 1065997 w 1072124"/>
                <a:gd name="connsiteY4" fmla="*/ 2533 h 347876"/>
                <a:gd name="connsiteX5" fmla="*/ 677684 w 1072124"/>
                <a:gd name="connsiteY5" fmla="*/ 70239 h 347876"/>
                <a:gd name="connsiteX6" fmla="*/ 302749 w 1072124"/>
                <a:gd name="connsiteY6" fmla="*/ 71885 h 347876"/>
                <a:gd name="connsiteX7" fmla="*/ 352 w 1072124"/>
                <a:gd name="connsiteY7" fmla="*/ 70239 h 347876"/>
                <a:gd name="connsiteX0" fmla="*/ 352 w 1072124"/>
                <a:gd name="connsiteY0" fmla="*/ 70239 h 347876"/>
                <a:gd name="connsiteX1" fmla="*/ 365958 w 1072124"/>
                <a:gd name="connsiteY1" fmla="*/ 324206 h 347876"/>
                <a:gd name="connsiteX2" fmla="*/ 703408 w 1072124"/>
                <a:gd name="connsiteY2" fmla="*/ 321538 h 347876"/>
                <a:gd name="connsiteX3" fmla="*/ 871265 w 1072124"/>
                <a:gd name="connsiteY3" fmla="*/ 188799 h 347876"/>
                <a:gd name="connsiteX4" fmla="*/ 1065997 w 1072124"/>
                <a:gd name="connsiteY4" fmla="*/ 2533 h 347876"/>
                <a:gd name="connsiteX5" fmla="*/ 677684 w 1072124"/>
                <a:gd name="connsiteY5" fmla="*/ 70239 h 347876"/>
                <a:gd name="connsiteX6" fmla="*/ 302749 w 1072124"/>
                <a:gd name="connsiteY6" fmla="*/ 71885 h 347876"/>
                <a:gd name="connsiteX7" fmla="*/ 352 w 1072124"/>
                <a:gd name="connsiteY7" fmla="*/ 70239 h 347876"/>
                <a:gd name="connsiteX0" fmla="*/ 2884 w 1074656"/>
                <a:gd name="connsiteY0" fmla="*/ 70239 h 339176"/>
                <a:gd name="connsiteX1" fmla="*/ 165023 w 1074656"/>
                <a:gd name="connsiteY1" fmla="*/ 196513 h 339176"/>
                <a:gd name="connsiteX2" fmla="*/ 368490 w 1074656"/>
                <a:gd name="connsiteY2" fmla="*/ 324206 h 339176"/>
                <a:gd name="connsiteX3" fmla="*/ 705940 w 1074656"/>
                <a:gd name="connsiteY3" fmla="*/ 321538 h 339176"/>
                <a:gd name="connsiteX4" fmla="*/ 873797 w 1074656"/>
                <a:gd name="connsiteY4" fmla="*/ 188799 h 339176"/>
                <a:gd name="connsiteX5" fmla="*/ 1068529 w 1074656"/>
                <a:gd name="connsiteY5" fmla="*/ 2533 h 339176"/>
                <a:gd name="connsiteX6" fmla="*/ 680216 w 1074656"/>
                <a:gd name="connsiteY6" fmla="*/ 70239 h 339176"/>
                <a:gd name="connsiteX7" fmla="*/ 305281 w 1074656"/>
                <a:gd name="connsiteY7" fmla="*/ 71885 h 339176"/>
                <a:gd name="connsiteX8" fmla="*/ 2884 w 1074656"/>
                <a:gd name="connsiteY8" fmla="*/ 70239 h 339176"/>
                <a:gd name="connsiteX0" fmla="*/ 2884 w 1074656"/>
                <a:gd name="connsiteY0" fmla="*/ 70239 h 334002"/>
                <a:gd name="connsiteX1" fmla="*/ 165023 w 1074656"/>
                <a:gd name="connsiteY1" fmla="*/ 196513 h 334002"/>
                <a:gd name="connsiteX2" fmla="*/ 401936 w 1074656"/>
                <a:gd name="connsiteY2" fmla="*/ 314209 h 334002"/>
                <a:gd name="connsiteX3" fmla="*/ 705940 w 1074656"/>
                <a:gd name="connsiteY3" fmla="*/ 321538 h 334002"/>
                <a:gd name="connsiteX4" fmla="*/ 873797 w 1074656"/>
                <a:gd name="connsiteY4" fmla="*/ 188799 h 334002"/>
                <a:gd name="connsiteX5" fmla="*/ 1068529 w 1074656"/>
                <a:gd name="connsiteY5" fmla="*/ 2533 h 334002"/>
                <a:gd name="connsiteX6" fmla="*/ 680216 w 1074656"/>
                <a:gd name="connsiteY6" fmla="*/ 70239 h 334002"/>
                <a:gd name="connsiteX7" fmla="*/ 305281 w 1074656"/>
                <a:gd name="connsiteY7" fmla="*/ 71885 h 334002"/>
                <a:gd name="connsiteX8" fmla="*/ 2884 w 1074656"/>
                <a:gd name="connsiteY8" fmla="*/ 70239 h 334002"/>
                <a:gd name="connsiteX0" fmla="*/ 2884 w 1074663"/>
                <a:gd name="connsiteY0" fmla="*/ 70239 h 319427"/>
                <a:gd name="connsiteX1" fmla="*/ 165023 w 1074663"/>
                <a:gd name="connsiteY1" fmla="*/ 196513 h 319427"/>
                <a:gd name="connsiteX2" fmla="*/ 401936 w 1074663"/>
                <a:gd name="connsiteY2" fmla="*/ 314209 h 319427"/>
                <a:gd name="connsiteX3" fmla="*/ 704401 w 1074663"/>
                <a:gd name="connsiteY3" fmla="*/ 287706 h 319427"/>
                <a:gd name="connsiteX4" fmla="*/ 873797 w 1074663"/>
                <a:gd name="connsiteY4" fmla="*/ 188799 h 319427"/>
                <a:gd name="connsiteX5" fmla="*/ 1068529 w 1074663"/>
                <a:gd name="connsiteY5" fmla="*/ 2533 h 319427"/>
                <a:gd name="connsiteX6" fmla="*/ 680216 w 1074663"/>
                <a:gd name="connsiteY6" fmla="*/ 70239 h 319427"/>
                <a:gd name="connsiteX7" fmla="*/ 305281 w 1074663"/>
                <a:gd name="connsiteY7" fmla="*/ 71885 h 319427"/>
                <a:gd name="connsiteX8" fmla="*/ 2884 w 1074663"/>
                <a:gd name="connsiteY8" fmla="*/ 70239 h 319427"/>
                <a:gd name="connsiteX0" fmla="*/ 2884 w 1074621"/>
                <a:gd name="connsiteY0" fmla="*/ 70239 h 321477"/>
                <a:gd name="connsiteX1" fmla="*/ 165023 w 1074621"/>
                <a:gd name="connsiteY1" fmla="*/ 196513 h 321477"/>
                <a:gd name="connsiteX2" fmla="*/ 401936 w 1074621"/>
                <a:gd name="connsiteY2" fmla="*/ 314209 h 321477"/>
                <a:gd name="connsiteX3" fmla="*/ 713243 w 1074621"/>
                <a:gd name="connsiteY3" fmla="*/ 295780 h 321477"/>
                <a:gd name="connsiteX4" fmla="*/ 873797 w 1074621"/>
                <a:gd name="connsiteY4" fmla="*/ 188799 h 321477"/>
                <a:gd name="connsiteX5" fmla="*/ 1068529 w 1074621"/>
                <a:gd name="connsiteY5" fmla="*/ 2533 h 321477"/>
                <a:gd name="connsiteX6" fmla="*/ 680216 w 1074621"/>
                <a:gd name="connsiteY6" fmla="*/ 70239 h 321477"/>
                <a:gd name="connsiteX7" fmla="*/ 305281 w 1074621"/>
                <a:gd name="connsiteY7" fmla="*/ 71885 h 321477"/>
                <a:gd name="connsiteX8" fmla="*/ 2884 w 1074621"/>
                <a:gd name="connsiteY8" fmla="*/ 70239 h 32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4621" h="321477">
                  <a:moveTo>
                    <a:pt x="2884" y="70239"/>
                  </a:moveTo>
                  <a:cubicBezTo>
                    <a:pt x="-20492" y="91010"/>
                    <a:pt x="104089" y="154185"/>
                    <a:pt x="165023" y="196513"/>
                  </a:cubicBezTo>
                  <a:cubicBezTo>
                    <a:pt x="225957" y="238841"/>
                    <a:pt x="310566" y="297665"/>
                    <a:pt x="401936" y="314209"/>
                  </a:cubicBezTo>
                  <a:cubicBezTo>
                    <a:pt x="493306" y="330753"/>
                    <a:pt x="634600" y="316682"/>
                    <a:pt x="713243" y="295780"/>
                  </a:cubicBezTo>
                  <a:cubicBezTo>
                    <a:pt x="791886" y="274878"/>
                    <a:pt x="814583" y="237673"/>
                    <a:pt x="873797" y="188799"/>
                  </a:cubicBezTo>
                  <a:cubicBezTo>
                    <a:pt x="933011" y="139925"/>
                    <a:pt x="1109451" y="19466"/>
                    <a:pt x="1068529" y="2533"/>
                  </a:cubicBezTo>
                  <a:cubicBezTo>
                    <a:pt x="1027607" y="-14400"/>
                    <a:pt x="807424" y="58680"/>
                    <a:pt x="680216" y="70239"/>
                  </a:cubicBezTo>
                  <a:cubicBezTo>
                    <a:pt x="553008" y="81798"/>
                    <a:pt x="389948" y="78941"/>
                    <a:pt x="305281" y="71885"/>
                  </a:cubicBezTo>
                  <a:cubicBezTo>
                    <a:pt x="220614" y="64829"/>
                    <a:pt x="26260" y="49468"/>
                    <a:pt x="2884" y="7023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8B7AE"/>
                </a:gs>
                <a:gs pos="61000">
                  <a:srgbClr val="F48C8C"/>
                </a:gs>
              </a:gsLst>
              <a:lin ang="16200000" scaled="1"/>
              <a:tileRect/>
            </a:gradFill>
            <a:ln>
              <a:solidFill>
                <a:srgbClr val="FF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05BE012-8424-4E32-894E-CE2B39CF1B01}"/>
                </a:ext>
              </a:extLst>
            </p:cNvPr>
            <p:cNvSpPr/>
            <p:nvPr/>
          </p:nvSpPr>
          <p:spPr>
            <a:xfrm rot="169825">
              <a:off x="2663271" y="4649378"/>
              <a:ext cx="1095210" cy="205641"/>
            </a:xfrm>
            <a:custGeom>
              <a:avLst/>
              <a:gdLst>
                <a:gd name="connsiteX0" fmla="*/ 5466 w 1323291"/>
                <a:gd name="connsiteY0" fmla="*/ 178072 h 203580"/>
                <a:gd name="connsiteX1" fmla="*/ 344133 w 1323291"/>
                <a:gd name="connsiteY1" fmla="*/ 127272 h 203580"/>
                <a:gd name="connsiteX2" fmla="*/ 538866 w 1323291"/>
                <a:gd name="connsiteY2" fmla="*/ 25672 h 203580"/>
                <a:gd name="connsiteX3" fmla="*/ 674333 w 1323291"/>
                <a:gd name="connsiteY3" fmla="*/ 68005 h 203580"/>
                <a:gd name="connsiteX4" fmla="*/ 784400 w 1323291"/>
                <a:gd name="connsiteY4" fmla="*/ 272 h 203580"/>
                <a:gd name="connsiteX5" fmla="*/ 962200 w 1323291"/>
                <a:gd name="connsiteY5" fmla="*/ 42605 h 203580"/>
                <a:gd name="connsiteX6" fmla="*/ 1267000 w 1323291"/>
                <a:gd name="connsiteY6" fmla="*/ 110338 h 203580"/>
                <a:gd name="connsiteX7" fmla="*/ 1283933 w 1323291"/>
                <a:gd name="connsiteY7" fmla="*/ 118805 h 203580"/>
                <a:gd name="connsiteX8" fmla="*/ 852133 w 1323291"/>
                <a:gd name="connsiteY8" fmla="*/ 169605 h 203580"/>
                <a:gd name="connsiteX9" fmla="*/ 801333 w 1323291"/>
                <a:gd name="connsiteY9" fmla="*/ 186538 h 203580"/>
                <a:gd name="connsiteX10" fmla="*/ 716666 w 1323291"/>
                <a:gd name="connsiteY10" fmla="*/ 203472 h 203580"/>
                <a:gd name="connsiteX11" fmla="*/ 640466 w 1323291"/>
                <a:gd name="connsiteY11" fmla="*/ 178072 h 203580"/>
                <a:gd name="connsiteX12" fmla="*/ 5466 w 1323291"/>
                <a:gd name="connsiteY12" fmla="*/ 178072 h 203580"/>
                <a:gd name="connsiteX0" fmla="*/ 3686 w 1321511"/>
                <a:gd name="connsiteY0" fmla="*/ 178072 h 203580"/>
                <a:gd name="connsiteX1" fmla="*/ 342353 w 1321511"/>
                <a:gd name="connsiteY1" fmla="*/ 127272 h 203580"/>
                <a:gd name="connsiteX2" fmla="*/ 537086 w 1321511"/>
                <a:gd name="connsiteY2" fmla="*/ 25672 h 203580"/>
                <a:gd name="connsiteX3" fmla="*/ 672553 w 1321511"/>
                <a:gd name="connsiteY3" fmla="*/ 68005 h 203580"/>
                <a:gd name="connsiteX4" fmla="*/ 782620 w 1321511"/>
                <a:gd name="connsiteY4" fmla="*/ 272 h 203580"/>
                <a:gd name="connsiteX5" fmla="*/ 960420 w 1321511"/>
                <a:gd name="connsiteY5" fmla="*/ 42605 h 203580"/>
                <a:gd name="connsiteX6" fmla="*/ 1265220 w 1321511"/>
                <a:gd name="connsiteY6" fmla="*/ 110338 h 203580"/>
                <a:gd name="connsiteX7" fmla="*/ 1282153 w 1321511"/>
                <a:gd name="connsiteY7" fmla="*/ 118805 h 203580"/>
                <a:gd name="connsiteX8" fmla="*/ 850353 w 1321511"/>
                <a:gd name="connsiteY8" fmla="*/ 169605 h 203580"/>
                <a:gd name="connsiteX9" fmla="*/ 799553 w 1321511"/>
                <a:gd name="connsiteY9" fmla="*/ 186538 h 203580"/>
                <a:gd name="connsiteX10" fmla="*/ 714886 w 1321511"/>
                <a:gd name="connsiteY10" fmla="*/ 203472 h 203580"/>
                <a:gd name="connsiteX11" fmla="*/ 579420 w 1321511"/>
                <a:gd name="connsiteY11" fmla="*/ 195005 h 203580"/>
                <a:gd name="connsiteX12" fmla="*/ 3686 w 1321511"/>
                <a:gd name="connsiteY12" fmla="*/ 178072 h 203580"/>
                <a:gd name="connsiteX0" fmla="*/ 3686 w 1318487"/>
                <a:gd name="connsiteY0" fmla="*/ 178072 h 203570"/>
                <a:gd name="connsiteX1" fmla="*/ 342353 w 1318487"/>
                <a:gd name="connsiteY1" fmla="*/ 127272 h 203570"/>
                <a:gd name="connsiteX2" fmla="*/ 537086 w 1318487"/>
                <a:gd name="connsiteY2" fmla="*/ 25672 h 203570"/>
                <a:gd name="connsiteX3" fmla="*/ 672553 w 1318487"/>
                <a:gd name="connsiteY3" fmla="*/ 68005 h 203570"/>
                <a:gd name="connsiteX4" fmla="*/ 782620 w 1318487"/>
                <a:gd name="connsiteY4" fmla="*/ 272 h 203570"/>
                <a:gd name="connsiteX5" fmla="*/ 960420 w 1318487"/>
                <a:gd name="connsiteY5" fmla="*/ 42605 h 203570"/>
                <a:gd name="connsiteX6" fmla="*/ 1265220 w 1318487"/>
                <a:gd name="connsiteY6" fmla="*/ 110338 h 203570"/>
                <a:gd name="connsiteX7" fmla="*/ 1282153 w 1318487"/>
                <a:gd name="connsiteY7" fmla="*/ 118805 h 203570"/>
                <a:gd name="connsiteX8" fmla="*/ 892686 w 1318487"/>
                <a:gd name="connsiteY8" fmla="*/ 178072 h 203570"/>
                <a:gd name="connsiteX9" fmla="*/ 799553 w 1318487"/>
                <a:gd name="connsiteY9" fmla="*/ 186538 h 203570"/>
                <a:gd name="connsiteX10" fmla="*/ 714886 w 1318487"/>
                <a:gd name="connsiteY10" fmla="*/ 203472 h 203570"/>
                <a:gd name="connsiteX11" fmla="*/ 579420 w 1318487"/>
                <a:gd name="connsiteY11" fmla="*/ 195005 h 203570"/>
                <a:gd name="connsiteX12" fmla="*/ 3686 w 1318487"/>
                <a:gd name="connsiteY12" fmla="*/ 178072 h 203570"/>
                <a:gd name="connsiteX0" fmla="*/ 3686 w 1318487"/>
                <a:gd name="connsiteY0" fmla="*/ 178072 h 212006"/>
                <a:gd name="connsiteX1" fmla="*/ 342353 w 1318487"/>
                <a:gd name="connsiteY1" fmla="*/ 127272 h 212006"/>
                <a:gd name="connsiteX2" fmla="*/ 537086 w 1318487"/>
                <a:gd name="connsiteY2" fmla="*/ 25672 h 212006"/>
                <a:gd name="connsiteX3" fmla="*/ 672553 w 1318487"/>
                <a:gd name="connsiteY3" fmla="*/ 68005 h 212006"/>
                <a:gd name="connsiteX4" fmla="*/ 782620 w 1318487"/>
                <a:gd name="connsiteY4" fmla="*/ 272 h 212006"/>
                <a:gd name="connsiteX5" fmla="*/ 960420 w 1318487"/>
                <a:gd name="connsiteY5" fmla="*/ 42605 h 212006"/>
                <a:gd name="connsiteX6" fmla="*/ 1265220 w 1318487"/>
                <a:gd name="connsiteY6" fmla="*/ 110338 h 212006"/>
                <a:gd name="connsiteX7" fmla="*/ 1282153 w 1318487"/>
                <a:gd name="connsiteY7" fmla="*/ 118805 h 212006"/>
                <a:gd name="connsiteX8" fmla="*/ 892686 w 1318487"/>
                <a:gd name="connsiteY8" fmla="*/ 178072 h 212006"/>
                <a:gd name="connsiteX9" fmla="*/ 799553 w 1318487"/>
                <a:gd name="connsiteY9" fmla="*/ 186538 h 212006"/>
                <a:gd name="connsiteX10" fmla="*/ 697952 w 1318487"/>
                <a:gd name="connsiteY10" fmla="*/ 211939 h 212006"/>
                <a:gd name="connsiteX11" fmla="*/ 579420 w 1318487"/>
                <a:gd name="connsiteY11" fmla="*/ 195005 h 212006"/>
                <a:gd name="connsiteX12" fmla="*/ 3686 w 1318487"/>
                <a:gd name="connsiteY12" fmla="*/ 178072 h 212006"/>
                <a:gd name="connsiteX0" fmla="*/ 1325 w 1316126"/>
                <a:gd name="connsiteY0" fmla="*/ 178072 h 214161"/>
                <a:gd name="connsiteX1" fmla="*/ 339992 w 1316126"/>
                <a:gd name="connsiteY1" fmla="*/ 127272 h 214161"/>
                <a:gd name="connsiteX2" fmla="*/ 534725 w 1316126"/>
                <a:gd name="connsiteY2" fmla="*/ 25672 h 214161"/>
                <a:gd name="connsiteX3" fmla="*/ 670192 w 1316126"/>
                <a:gd name="connsiteY3" fmla="*/ 68005 h 214161"/>
                <a:gd name="connsiteX4" fmla="*/ 780259 w 1316126"/>
                <a:gd name="connsiteY4" fmla="*/ 272 h 214161"/>
                <a:gd name="connsiteX5" fmla="*/ 958059 w 1316126"/>
                <a:gd name="connsiteY5" fmla="*/ 42605 h 214161"/>
                <a:gd name="connsiteX6" fmla="*/ 1262859 w 1316126"/>
                <a:gd name="connsiteY6" fmla="*/ 110338 h 214161"/>
                <a:gd name="connsiteX7" fmla="*/ 1279792 w 1316126"/>
                <a:gd name="connsiteY7" fmla="*/ 118805 h 214161"/>
                <a:gd name="connsiteX8" fmla="*/ 890325 w 1316126"/>
                <a:gd name="connsiteY8" fmla="*/ 178072 h 214161"/>
                <a:gd name="connsiteX9" fmla="*/ 797192 w 1316126"/>
                <a:gd name="connsiteY9" fmla="*/ 186538 h 214161"/>
                <a:gd name="connsiteX10" fmla="*/ 695591 w 1316126"/>
                <a:gd name="connsiteY10" fmla="*/ 211939 h 214161"/>
                <a:gd name="connsiteX11" fmla="*/ 475459 w 1316126"/>
                <a:gd name="connsiteY11" fmla="*/ 211938 h 214161"/>
                <a:gd name="connsiteX12" fmla="*/ 1325 w 1316126"/>
                <a:gd name="connsiteY12" fmla="*/ 178072 h 214161"/>
                <a:gd name="connsiteX0" fmla="*/ 3571 w 1318372"/>
                <a:gd name="connsiteY0" fmla="*/ 178072 h 214161"/>
                <a:gd name="connsiteX1" fmla="*/ 274505 w 1318372"/>
                <a:gd name="connsiteY1" fmla="*/ 101872 h 214161"/>
                <a:gd name="connsiteX2" fmla="*/ 536971 w 1318372"/>
                <a:gd name="connsiteY2" fmla="*/ 25672 h 214161"/>
                <a:gd name="connsiteX3" fmla="*/ 672438 w 1318372"/>
                <a:gd name="connsiteY3" fmla="*/ 68005 h 214161"/>
                <a:gd name="connsiteX4" fmla="*/ 782505 w 1318372"/>
                <a:gd name="connsiteY4" fmla="*/ 272 h 214161"/>
                <a:gd name="connsiteX5" fmla="*/ 960305 w 1318372"/>
                <a:gd name="connsiteY5" fmla="*/ 42605 h 214161"/>
                <a:gd name="connsiteX6" fmla="*/ 1265105 w 1318372"/>
                <a:gd name="connsiteY6" fmla="*/ 110338 h 214161"/>
                <a:gd name="connsiteX7" fmla="*/ 1282038 w 1318372"/>
                <a:gd name="connsiteY7" fmla="*/ 118805 h 214161"/>
                <a:gd name="connsiteX8" fmla="*/ 892571 w 1318372"/>
                <a:gd name="connsiteY8" fmla="*/ 178072 h 214161"/>
                <a:gd name="connsiteX9" fmla="*/ 799438 w 1318372"/>
                <a:gd name="connsiteY9" fmla="*/ 186538 h 214161"/>
                <a:gd name="connsiteX10" fmla="*/ 697837 w 1318372"/>
                <a:gd name="connsiteY10" fmla="*/ 211939 h 214161"/>
                <a:gd name="connsiteX11" fmla="*/ 477705 w 1318372"/>
                <a:gd name="connsiteY11" fmla="*/ 211938 h 214161"/>
                <a:gd name="connsiteX12" fmla="*/ 3571 w 1318372"/>
                <a:gd name="connsiteY12" fmla="*/ 178072 h 214161"/>
                <a:gd name="connsiteX0" fmla="*/ 3571 w 1266951"/>
                <a:gd name="connsiteY0" fmla="*/ 178072 h 214161"/>
                <a:gd name="connsiteX1" fmla="*/ 274505 w 1266951"/>
                <a:gd name="connsiteY1" fmla="*/ 101872 h 214161"/>
                <a:gd name="connsiteX2" fmla="*/ 536971 w 1266951"/>
                <a:gd name="connsiteY2" fmla="*/ 25672 h 214161"/>
                <a:gd name="connsiteX3" fmla="*/ 672438 w 1266951"/>
                <a:gd name="connsiteY3" fmla="*/ 68005 h 214161"/>
                <a:gd name="connsiteX4" fmla="*/ 782505 w 1266951"/>
                <a:gd name="connsiteY4" fmla="*/ 272 h 214161"/>
                <a:gd name="connsiteX5" fmla="*/ 960305 w 1266951"/>
                <a:gd name="connsiteY5" fmla="*/ 42605 h 214161"/>
                <a:gd name="connsiteX6" fmla="*/ 1265105 w 1266951"/>
                <a:gd name="connsiteY6" fmla="*/ 110338 h 214161"/>
                <a:gd name="connsiteX7" fmla="*/ 1078838 w 1266951"/>
                <a:gd name="connsiteY7" fmla="*/ 203472 h 214161"/>
                <a:gd name="connsiteX8" fmla="*/ 892571 w 1266951"/>
                <a:gd name="connsiteY8" fmla="*/ 178072 h 214161"/>
                <a:gd name="connsiteX9" fmla="*/ 799438 w 1266951"/>
                <a:gd name="connsiteY9" fmla="*/ 186538 h 214161"/>
                <a:gd name="connsiteX10" fmla="*/ 697837 w 1266951"/>
                <a:gd name="connsiteY10" fmla="*/ 211939 h 214161"/>
                <a:gd name="connsiteX11" fmla="*/ 477705 w 1266951"/>
                <a:gd name="connsiteY11" fmla="*/ 211938 h 214161"/>
                <a:gd name="connsiteX12" fmla="*/ 3571 w 1266951"/>
                <a:gd name="connsiteY12" fmla="*/ 178072 h 214161"/>
                <a:gd name="connsiteX0" fmla="*/ 3571 w 1317363"/>
                <a:gd name="connsiteY0" fmla="*/ 178177 h 214266"/>
                <a:gd name="connsiteX1" fmla="*/ 274505 w 1317363"/>
                <a:gd name="connsiteY1" fmla="*/ 101977 h 214266"/>
                <a:gd name="connsiteX2" fmla="*/ 536971 w 1317363"/>
                <a:gd name="connsiteY2" fmla="*/ 25777 h 214266"/>
                <a:gd name="connsiteX3" fmla="*/ 672438 w 1317363"/>
                <a:gd name="connsiteY3" fmla="*/ 68110 h 214266"/>
                <a:gd name="connsiteX4" fmla="*/ 782505 w 1317363"/>
                <a:gd name="connsiteY4" fmla="*/ 377 h 214266"/>
                <a:gd name="connsiteX5" fmla="*/ 960305 w 1317363"/>
                <a:gd name="connsiteY5" fmla="*/ 42710 h 214266"/>
                <a:gd name="connsiteX6" fmla="*/ 1315905 w 1317363"/>
                <a:gd name="connsiteY6" fmla="*/ 85043 h 214266"/>
                <a:gd name="connsiteX7" fmla="*/ 1078838 w 1317363"/>
                <a:gd name="connsiteY7" fmla="*/ 203577 h 214266"/>
                <a:gd name="connsiteX8" fmla="*/ 892571 w 1317363"/>
                <a:gd name="connsiteY8" fmla="*/ 178177 h 214266"/>
                <a:gd name="connsiteX9" fmla="*/ 799438 w 1317363"/>
                <a:gd name="connsiteY9" fmla="*/ 186643 h 214266"/>
                <a:gd name="connsiteX10" fmla="*/ 697837 w 1317363"/>
                <a:gd name="connsiteY10" fmla="*/ 212044 h 214266"/>
                <a:gd name="connsiteX11" fmla="*/ 477705 w 1317363"/>
                <a:gd name="connsiteY11" fmla="*/ 212043 h 214266"/>
                <a:gd name="connsiteX12" fmla="*/ 3571 w 1317363"/>
                <a:gd name="connsiteY12" fmla="*/ 178177 h 214266"/>
                <a:gd name="connsiteX0" fmla="*/ 3571 w 1317126"/>
                <a:gd name="connsiteY0" fmla="*/ 178177 h 214266"/>
                <a:gd name="connsiteX1" fmla="*/ 274505 w 1317126"/>
                <a:gd name="connsiteY1" fmla="*/ 101977 h 214266"/>
                <a:gd name="connsiteX2" fmla="*/ 536971 w 1317126"/>
                <a:gd name="connsiteY2" fmla="*/ 25777 h 214266"/>
                <a:gd name="connsiteX3" fmla="*/ 672438 w 1317126"/>
                <a:gd name="connsiteY3" fmla="*/ 68110 h 214266"/>
                <a:gd name="connsiteX4" fmla="*/ 782505 w 1317126"/>
                <a:gd name="connsiteY4" fmla="*/ 377 h 214266"/>
                <a:gd name="connsiteX5" fmla="*/ 960305 w 1317126"/>
                <a:gd name="connsiteY5" fmla="*/ 42710 h 214266"/>
                <a:gd name="connsiteX6" fmla="*/ 1315905 w 1317126"/>
                <a:gd name="connsiteY6" fmla="*/ 85043 h 214266"/>
                <a:gd name="connsiteX7" fmla="*/ 1070371 w 1317126"/>
                <a:gd name="connsiteY7" fmla="*/ 161243 h 214266"/>
                <a:gd name="connsiteX8" fmla="*/ 892571 w 1317126"/>
                <a:gd name="connsiteY8" fmla="*/ 178177 h 214266"/>
                <a:gd name="connsiteX9" fmla="*/ 799438 w 1317126"/>
                <a:gd name="connsiteY9" fmla="*/ 186643 h 214266"/>
                <a:gd name="connsiteX10" fmla="*/ 697837 w 1317126"/>
                <a:gd name="connsiteY10" fmla="*/ 212044 h 214266"/>
                <a:gd name="connsiteX11" fmla="*/ 477705 w 1317126"/>
                <a:gd name="connsiteY11" fmla="*/ 212043 h 214266"/>
                <a:gd name="connsiteX12" fmla="*/ 3571 w 1317126"/>
                <a:gd name="connsiteY12" fmla="*/ 178177 h 214266"/>
                <a:gd name="connsiteX0" fmla="*/ 3571 w 1315905"/>
                <a:gd name="connsiteY0" fmla="*/ 177944 h 214033"/>
                <a:gd name="connsiteX1" fmla="*/ 274505 w 1315905"/>
                <a:gd name="connsiteY1" fmla="*/ 101744 h 214033"/>
                <a:gd name="connsiteX2" fmla="*/ 536971 w 1315905"/>
                <a:gd name="connsiteY2" fmla="*/ 25544 h 214033"/>
                <a:gd name="connsiteX3" fmla="*/ 672438 w 1315905"/>
                <a:gd name="connsiteY3" fmla="*/ 67877 h 214033"/>
                <a:gd name="connsiteX4" fmla="*/ 782505 w 1315905"/>
                <a:gd name="connsiteY4" fmla="*/ 144 h 214033"/>
                <a:gd name="connsiteX5" fmla="*/ 1070371 w 1315905"/>
                <a:gd name="connsiteY5" fmla="*/ 50944 h 214033"/>
                <a:gd name="connsiteX6" fmla="*/ 1315905 w 1315905"/>
                <a:gd name="connsiteY6" fmla="*/ 84810 h 214033"/>
                <a:gd name="connsiteX7" fmla="*/ 1070371 w 1315905"/>
                <a:gd name="connsiteY7" fmla="*/ 161010 h 214033"/>
                <a:gd name="connsiteX8" fmla="*/ 892571 w 1315905"/>
                <a:gd name="connsiteY8" fmla="*/ 177944 h 214033"/>
                <a:gd name="connsiteX9" fmla="*/ 799438 w 1315905"/>
                <a:gd name="connsiteY9" fmla="*/ 186410 h 214033"/>
                <a:gd name="connsiteX10" fmla="*/ 697837 w 1315905"/>
                <a:gd name="connsiteY10" fmla="*/ 211811 h 214033"/>
                <a:gd name="connsiteX11" fmla="*/ 477705 w 1315905"/>
                <a:gd name="connsiteY11" fmla="*/ 211810 h 214033"/>
                <a:gd name="connsiteX12" fmla="*/ 3571 w 1315905"/>
                <a:gd name="connsiteY12" fmla="*/ 177944 h 214033"/>
                <a:gd name="connsiteX0" fmla="*/ 3718 w 1316052"/>
                <a:gd name="connsiteY0" fmla="*/ 177944 h 214033"/>
                <a:gd name="connsiteX1" fmla="*/ 274652 w 1316052"/>
                <a:gd name="connsiteY1" fmla="*/ 101744 h 214033"/>
                <a:gd name="connsiteX2" fmla="*/ 596384 w 1316052"/>
                <a:gd name="connsiteY2" fmla="*/ 17077 h 214033"/>
                <a:gd name="connsiteX3" fmla="*/ 672585 w 1316052"/>
                <a:gd name="connsiteY3" fmla="*/ 67877 h 214033"/>
                <a:gd name="connsiteX4" fmla="*/ 782652 w 1316052"/>
                <a:gd name="connsiteY4" fmla="*/ 144 h 214033"/>
                <a:gd name="connsiteX5" fmla="*/ 1070518 w 1316052"/>
                <a:gd name="connsiteY5" fmla="*/ 50944 h 214033"/>
                <a:gd name="connsiteX6" fmla="*/ 1316052 w 1316052"/>
                <a:gd name="connsiteY6" fmla="*/ 84810 h 214033"/>
                <a:gd name="connsiteX7" fmla="*/ 1070518 w 1316052"/>
                <a:gd name="connsiteY7" fmla="*/ 161010 h 214033"/>
                <a:gd name="connsiteX8" fmla="*/ 892718 w 1316052"/>
                <a:gd name="connsiteY8" fmla="*/ 177944 h 214033"/>
                <a:gd name="connsiteX9" fmla="*/ 799585 w 1316052"/>
                <a:gd name="connsiteY9" fmla="*/ 186410 h 214033"/>
                <a:gd name="connsiteX10" fmla="*/ 697984 w 1316052"/>
                <a:gd name="connsiteY10" fmla="*/ 211811 h 214033"/>
                <a:gd name="connsiteX11" fmla="*/ 477852 w 1316052"/>
                <a:gd name="connsiteY11" fmla="*/ 211810 h 214033"/>
                <a:gd name="connsiteX12" fmla="*/ 3718 w 1316052"/>
                <a:gd name="connsiteY12" fmla="*/ 177944 h 214033"/>
                <a:gd name="connsiteX0" fmla="*/ 3718 w 1316052"/>
                <a:gd name="connsiteY0" fmla="*/ 177839 h 213928"/>
                <a:gd name="connsiteX1" fmla="*/ 274652 w 1316052"/>
                <a:gd name="connsiteY1" fmla="*/ 101639 h 213928"/>
                <a:gd name="connsiteX2" fmla="*/ 596384 w 1316052"/>
                <a:gd name="connsiteY2" fmla="*/ 16972 h 213928"/>
                <a:gd name="connsiteX3" fmla="*/ 714919 w 1316052"/>
                <a:gd name="connsiteY3" fmla="*/ 59305 h 213928"/>
                <a:gd name="connsiteX4" fmla="*/ 782652 w 1316052"/>
                <a:gd name="connsiteY4" fmla="*/ 39 h 213928"/>
                <a:gd name="connsiteX5" fmla="*/ 1070518 w 1316052"/>
                <a:gd name="connsiteY5" fmla="*/ 50839 h 213928"/>
                <a:gd name="connsiteX6" fmla="*/ 1316052 w 1316052"/>
                <a:gd name="connsiteY6" fmla="*/ 84705 h 213928"/>
                <a:gd name="connsiteX7" fmla="*/ 1070518 w 1316052"/>
                <a:gd name="connsiteY7" fmla="*/ 160905 h 213928"/>
                <a:gd name="connsiteX8" fmla="*/ 892718 w 1316052"/>
                <a:gd name="connsiteY8" fmla="*/ 177839 h 213928"/>
                <a:gd name="connsiteX9" fmla="*/ 799585 w 1316052"/>
                <a:gd name="connsiteY9" fmla="*/ 186305 h 213928"/>
                <a:gd name="connsiteX10" fmla="*/ 697984 w 1316052"/>
                <a:gd name="connsiteY10" fmla="*/ 211706 h 213928"/>
                <a:gd name="connsiteX11" fmla="*/ 477852 w 1316052"/>
                <a:gd name="connsiteY11" fmla="*/ 211705 h 213928"/>
                <a:gd name="connsiteX12" fmla="*/ 3718 w 1316052"/>
                <a:gd name="connsiteY12" fmla="*/ 177839 h 213928"/>
                <a:gd name="connsiteX0" fmla="*/ 3718 w 1316052"/>
                <a:gd name="connsiteY0" fmla="*/ 177839 h 213928"/>
                <a:gd name="connsiteX1" fmla="*/ 274652 w 1316052"/>
                <a:gd name="connsiteY1" fmla="*/ 101639 h 213928"/>
                <a:gd name="connsiteX2" fmla="*/ 596384 w 1316052"/>
                <a:gd name="connsiteY2" fmla="*/ 16972 h 213928"/>
                <a:gd name="connsiteX3" fmla="*/ 714919 w 1316052"/>
                <a:gd name="connsiteY3" fmla="*/ 59305 h 213928"/>
                <a:gd name="connsiteX4" fmla="*/ 799585 w 1316052"/>
                <a:gd name="connsiteY4" fmla="*/ 39 h 213928"/>
                <a:gd name="connsiteX5" fmla="*/ 1070518 w 1316052"/>
                <a:gd name="connsiteY5" fmla="*/ 50839 h 213928"/>
                <a:gd name="connsiteX6" fmla="*/ 1316052 w 1316052"/>
                <a:gd name="connsiteY6" fmla="*/ 84705 h 213928"/>
                <a:gd name="connsiteX7" fmla="*/ 1070518 w 1316052"/>
                <a:gd name="connsiteY7" fmla="*/ 160905 h 213928"/>
                <a:gd name="connsiteX8" fmla="*/ 892718 w 1316052"/>
                <a:gd name="connsiteY8" fmla="*/ 177839 h 213928"/>
                <a:gd name="connsiteX9" fmla="*/ 799585 w 1316052"/>
                <a:gd name="connsiteY9" fmla="*/ 186305 h 213928"/>
                <a:gd name="connsiteX10" fmla="*/ 697984 w 1316052"/>
                <a:gd name="connsiteY10" fmla="*/ 211706 h 213928"/>
                <a:gd name="connsiteX11" fmla="*/ 477852 w 1316052"/>
                <a:gd name="connsiteY11" fmla="*/ 211705 h 213928"/>
                <a:gd name="connsiteX12" fmla="*/ 3718 w 1316052"/>
                <a:gd name="connsiteY12" fmla="*/ 177839 h 213928"/>
                <a:gd name="connsiteX0" fmla="*/ 8077 w 1168011"/>
                <a:gd name="connsiteY0" fmla="*/ 152439 h 215798"/>
                <a:gd name="connsiteX1" fmla="*/ 126611 w 1168011"/>
                <a:gd name="connsiteY1" fmla="*/ 101639 h 215798"/>
                <a:gd name="connsiteX2" fmla="*/ 448343 w 1168011"/>
                <a:gd name="connsiteY2" fmla="*/ 16972 h 215798"/>
                <a:gd name="connsiteX3" fmla="*/ 566878 w 1168011"/>
                <a:gd name="connsiteY3" fmla="*/ 59305 h 215798"/>
                <a:gd name="connsiteX4" fmla="*/ 651544 w 1168011"/>
                <a:gd name="connsiteY4" fmla="*/ 39 h 215798"/>
                <a:gd name="connsiteX5" fmla="*/ 922477 w 1168011"/>
                <a:gd name="connsiteY5" fmla="*/ 50839 h 215798"/>
                <a:gd name="connsiteX6" fmla="*/ 1168011 w 1168011"/>
                <a:gd name="connsiteY6" fmla="*/ 84705 h 215798"/>
                <a:gd name="connsiteX7" fmla="*/ 922477 w 1168011"/>
                <a:gd name="connsiteY7" fmla="*/ 160905 h 215798"/>
                <a:gd name="connsiteX8" fmla="*/ 744677 w 1168011"/>
                <a:gd name="connsiteY8" fmla="*/ 177839 h 215798"/>
                <a:gd name="connsiteX9" fmla="*/ 651544 w 1168011"/>
                <a:gd name="connsiteY9" fmla="*/ 186305 h 215798"/>
                <a:gd name="connsiteX10" fmla="*/ 549943 w 1168011"/>
                <a:gd name="connsiteY10" fmla="*/ 211706 h 215798"/>
                <a:gd name="connsiteX11" fmla="*/ 329811 w 1168011"/>
                <a:gd name="connsiteY11" fmla="*/ 211705 h 215798"/>
                <a:gd name="connsiteX12" fmla="*/ 8077 w 1168011"/>
                <a:gd name="connsiteY12" fmla="*/ 152439 h 215798"/>
                <a:gd name="connsiteX0" fmla="*/ 2506 w 1162440"/>
                <a:gd name="connsiteY0" fmla="*/ 152439 h 215798"/>
                <a:gd name="connsiteX1" fmla="*/ 188774 w 1162440"/>
                <a:gd name="connsiteY1" fmla="*/ 93172 h 215798"/>
                <a:gd name="connsiteX2" fmla="*/ 442772 w 1162440"/>
                <a:gd name="connsiteY2" fmla="*/ 16972 h 215798"/>
                <a:gd name="connsiteX3" fmla="*/ 561307 w 1162440"/>
                <a:gd name="connsiteY3" fmla="*/ 59305 h 215798"/>
                <a:gd name="connsiteX4" fmla="*/ 645973 w 1162440"/>
                <a:gd name="connsiteY4" fmla="*/ 39 h 215798"/>
                <a:gd name="connsiteX5" fmla="*/ 916906 w 1162440"/>
                <a:gd name="connsiteY5" fmla="*/ 50839 h 215798"/>
                <a:gd name="connsiteX6" fmla="*/ 1162440 w 1162440"/>
                <a:gd name="connsiteY6" fmla="*/ 84705 h 215798"/>
                <a:gd name="connsiteX7" fmla="*/ 916906 w 1162440"/>
                <a:gd name="connsiteY7" fmla="*/ 160905 h 215798"/>
                <a:gd name="connsiteX8" fmla="*/ 739106 w 1162440"/>
                <a:gd name="connsiteY8" fmla="*/ 177839 h 215798"/>
                <a:gd name="connsiteX9" fmla="*/ 645973 w 1162440"/>
                <a:gd name="connsiteY9" fmla="*/ 186305 h 215798"/>
                <a:gd name="connsiteX10" fmla="*/ 544372 w 1162440"/>
                <a:gd name="connsiteY10" fmla="*/ 211706 h 215798"/>
                <a:gd name="connsiteX11" fmla="*/ 324240 w 1162440"/>
                <a:gd name="connsiteY11" fmla="*/ 211705 h 215798"/>
                <a:gd name="connsiteX12" fmla="*/ 2506 w 1162440"/>
                <a:gd name="connsiteY12" fmla="*/ 152439 h 215798"/>
                <a:gd name="connsiteX0" fmla="*/ 2506 w 1120107"/>
                <a:gd name="connsiteY0" fmla="*/ 152439 h 215798"/>
                <a:gd name="connsiteX1" fmla="*/ 188774 w 1120107"/>
                <a:gd name="connsiteY1" fmla="*/ 93172 h 215798"/>
                <a:gd name="connsiteX2" fmla="*/ 442772 w 1120107"/>
                <a:gd name="connsiteY2" fmla="*/ 16972 h 215798"/>
                <a:gd name="connsiteX3" fmla="*/ 561307 w 1120107"/>
                <a:gd name="connsiteY3" fmla="*/ 59305 h 215798"/>
                <a:gd name="connsiteX4" fmla="*/ 645973 w 1120107"/>
                <a:gd name="connsiteY4" fmla="*/ 39 h 215798"/>
                <a:gd name="connsiteX5" fmla="*/ 916906 w 1120107"/>
                <a:gd name="connsiteY5" fmla="*/ 50839 h 215798"/>
                <a:gd name="connsiteX6" fmla="*/ 1120107 w 1120107"/>
                <a:gd name="connsiteY6" fmla="*/ 93172 h 215798"/>
                <a:gd name="connsiteX7" fmla="*/ 916906 w 1120107"/>
                <a:gd name="connsiteY7" fmla="*/ 160905 h 215798"/>
                <a:gd name="connsiteX8" fmla="*/ 739106 w 1120107"/>
                <a:gd name="connsiteY8" fmla="*/ 177839 h 215798"/>
                <a:gd name="connsiteX9" fmla="*/ 645973 w 1120107"/>
                <a:gd name="connsiteY9" fmla="*/ 186305 h 215798"/>
                <a:gd name="connsiteX10" fmla="*/ 544372 w 1120107"/>
                <a:gd name="connsiteY10" fmla="*/ 211706 h 215798"/>
                <a:gd name="connsiteX11" fmla="*/ 324240 w 1120107"/>
                <a:gd name="connsiteY11" fmla="*/ 211705 h 215798"/>
                <a:gd name="connsiteX12" fmla="*/ 2506 w 1120107"/>
                <a:gd name="connsiteY12" fmla="*/ 152439 h 215798"/>
                <a:gd name="connsiteX0" fmla="*/ 4320 w 1121921"/>
                <a:gd name="connsiteY0" fmla="*/ 152439 h 211773"/>
                <a:gd name="connsiteX1" fmla="*/ 190588 w 1121921"/>
                <a:gd name="connsiteY1" fmla="*/ 93172 h 211773"/>
                <a:gd name="connsiteX2" fmla="*/ 444586 w 1121921"/>
                <a:gd name="connsiteY2" fmla="*/ 16972 h 211773"/>
                <a:gd name="connsiteX3" fmla="*/ 563121 w 1121921"/>
                <a:gd name="connsiteY3" fmla="*/ 59305 h 211773"/>
                <a:gd name="connsiteX4" fmla="*/ 647787 w 1121921"/>
                <a:gd name="connsiteY4" fmla="*/ 39 h 211773"/>
                <a:gd name="connsiteX5" fmla="*/ 918720 w 1121921"/>
                <a:gd name="connsiteY5" fmla="*/ 50839 h 211773"/>
                <a:gd name="connsiteX6" fmla="*/ 1121921 w 1121921"/>
                <a:gd name="connsiteY6" fmla="*/ 93172 h 211773"/>
                <a:gd name="connsiteX7" fmla="*/ 918720 w 1121921"/>
                <a:gd name="connsiteY7" fmla="*/ 160905 h 211773"/>
                <a:gd name="connsiteX8" fmla="*/ 740920 w 1121921"/>
                <a:gd name="connsiteY8" fmla="*/ 177839 h 211773"/>
                <a:gd name="connsiteX9" fmla="*/ 647787 w 1121921"/>
                <a:gd name="connsiteY9" fmla="*/ 186305 h 211773"/>
                <a:gd name="connsiteX10" fmla="*/ 546186 w 1121921"/>
                <a:gd name="connsiteY10" fmla="*/ 211706 h 211773"/>
                <a:gd name="connsiteX11" fmla="*/ 376854 w 1121921"/>
                <a:gd name="connsiteY11" fmla="*/ 177838 h 211773"/>
                <a:gd name="connsiteX12" fmla="*/ 4320 w 1121921"/>
                <a:gd name="connsiteY12" fmla="*/ 152439 h 211773"/>
                <a:gd name="connsiteX0" fmla="*/ 4320 w 1122023"/>
                <a:gd name="connsiteY0" fmla="*/ 152439 h 211773"/>
                <a:gd name="connsiteX1" fmla="*/ 190588 w 1122023"/>
                <a:gd name="connsiteY1" fmla="*/ 93172 h 211773"/>
                <a:gd name="connsiteX2" fmla="*/ 444586 w 1122023"/>
                <a:gd name="connsiteY2" fmla="*/ 16972 h 211773"/>
                <a:gd name="connsiteX3" fmla="*/ 563121 w 1122023"/>
                <a:gd name="connsiteY3" fmla="*/ 59305 h 211773"/>
                <a:gd name="connsiteX4" fmla="*/ 647787 w 1122023"/>
                <a:gd name="connsiteY4" fmla="*/ 39 h 211773"/>
                <a:gd name="connsiteX5" fmla="*/ 918720 w 1122023"/>
                <a:gd name="connsiteY5" fmla="*/ 50839 h 211773"/>
                <a:gd name="connsiteX6" fmla="*/ 1121921 w 1122023"/>
                <a:gd name="connsiteY6" fmla="*/ 93172 h 211773"/>
                <a:gd name="connsiteX7" fmla="*/ 893320 w 1122023"/>
                <a:gd name="connsiteY7" fmla="*/ 152439 h 211773"/>
                <a:gd name="connsiteX8" fmla="*/ 740920 w 1122023"/>
                <a:gd name="connsiteY8" fmla="*/ 177839 h 211773"/>
                <a:gd name="connsiteX9" fmla="*/ 647787 w 1122023"/>
                <a:gd name="connsiteY9" fmla="*/ 186305 h 211773"/>
                <a:gd name="connsiteX10" fmla="*/ 546186 w 1122023"/>
                <a:gd name="connsiteY10" fmla="*/ 211706 h 211773"/>
                <a:gd name="connsiteX11" fmla="*/ 376854 w 1122023"/>
                <a:gd name="connsiteY11" fmla="*/ 177838 h 211773"/>
                <a:gd name="connsiteX12" fmla="*/ 4320 w 1122023"/>
                <a:gd name="connsiteY12" fmla="*/ 152439 h 211773"/>
                <a:gd name="connsiteX0" fmla="*/ 4320 w 1122023"/>
                <a:gd name="connsiteY0" fmla="*/ 152443 h 211777"/>
                <a:gd name="connsiteX1" fmla="*/ 190588 w 1122023"/>
                <a:gd name="connsiteY1" fmla="*/ 93176 h 211777"/>
                <a:gd name="connsiteX2" fmla="*/ 444586 w 1122023"/>
                <a:gd name="connsiteY2" fmla="*/ 16976 h 211777"/>
                <a:gd name="connsiteX3" fmla="*/ 554664 w 1122023"/>
                <a:gd name="connsiteY3" fmla="*/ 59727 h 211777"/>
                <a:gd name="connsiteX4" fmla="*/ 647787 w 1122023"/>
                <a:gd name="connsiteY4" fmla="*/ 43 h 211777"/>
                <a:gd name="connsiteX5" fmla="*/ 918720 w 1122023"/>
                <a:gd name="connsiteY5" fmla="*/ 50843 h 211777"/>
                <a:gd name="connsiteX6" fmla="*/ 1121921 w 1122023"/>
                <a:gd name="connsiteY6" fmla="*/ 93176 h 211777"/>
                <a:gd name="connsiteX7" fmla="*/ 893320 w 1122023"/>
                <a:gd name="connsiteY7" fmla="*/ 152443 h 211777"/>
                <a:gd name="connsiteX8" fmla="*/ 740920 w 1122023"/>
                <a:gd name="connsiteY8" fmla="*/ 177843 h 211777"/>
                <a:gd name="connsiteX9" fmla="*/ 647787 w 1122023"/>
                <a:gd name="connsiteY9" fmla="*/ 186309 h 211777"/>
                <a:gd name="connsiteX10" fmla="*/ 546186 w 1122023"/>
                <a:gd name="connsiteY10" fmla="*/ 211710 h 211777"/>
                <a:gd name="connsiteX11" fmla="*/ 376854 w 1122023"/>
                <a:gd name="connsiteY11" fmla="*/ 177842 h 211777"/>
                <a:gd name="connsiteX12" fmla="*/ 4320 w 1122023"/>
                <a:gd name="connsiteY12" fmla="*/ 152443 h 211777"/>
                <a:gd name="connsiteX0" fmla="*/ 4286 w 1123581"/>
                <a:gd name="connsiteY0" fmla="*/ 163117 h 211777"/>
                <a:gd name="connsiteX1" fmla="*/ 192146 w 1123581"/>
                <a:gd name="connsiteY1" fmla="*/ 93176 h 211777"/>
                <a:gd name="connsiteX2" fmla="*/ 446144 w 1123581"/>
                <a:gd name="connsiteY2" fmla="*/ 16976 h 211777"/>
                <a:gd name="connsiteX3" fmla="*/ 556222 w 1123581"/>
                <a:gd name="connsiteY3" fmla="*/ 59727 h 211777"/>
                <a:gd name="connsiteX4" fmla="*/ 649345 w 1123581"/>
                <a:gd name="connsiteY4" fmla="*/ 43 h 211777"/>
                <a:gd name="connsiteX5" fmla="*/ 920278 w 1123581"/>
                <a:gd name="connsiteY5" fmla="*/ 50843 h 211777"/>
                <a:gd name="connsiteX6" fmla="*/ 1123479 w 1123581"/>
                <a:gd name="connsiteY6" fmla="*/ 93176 h 211777"/>
                <a:gd name="connsiteX7" fmla="*/ 894878 w 1123581"/>
                <a:gd name="connsiteY7" fmla="*/ 152443 h 211777"/>
                <a:gd name="connsiteX8" fmla="*/ 742478 w 1123581"/>
                <a:gd name="connsiteY8" fmla="*/ 177843 h 211777"/>
                <a:gd name="connsiteX9" fmla="*/ 649345 w 1123581"/>
                <a:gd name="connsiteY9" fmla="*/ 186309 h 211777"/>
                <a:gd name="connsiteX10" fmla="*/ 547744 w 1123581"/>
                <a:gd name="connsiteY10" fmla="*/ 211710 h 211777"/>
                <a:gd name="connsiteX11" fmla="*/ 378412 w 1123581"/>
                <a:gd name="connsiteY11" fmla="*/ 177842 h 211777"/>
                <a:gd name="connsiteX12" fmla="*/ 4286 w 1123581"/>
                <a:gd name="connsiteY12" fmla="*/ 163117 h 211777"/>
                <a:gd name="connsiteX0" fmla="*/ 4286 w 1115966"/>
                <a:gd name="connsiteY0" fmla="*/ 163121 h 211781"/>
                <a:gd name="connsiteX1" fmla="*/ 192146 w 1115966"/>
                <a:gd name="connsiteY1" fmla="*/ 93180 h 211781"/>
                <a:gd name="connsiteX2" fmla="*/ 446144 w 1115966"/>
                <a:gd name="connsiteY2" fmla="*/ 16980 h 211781"/>
                <a:gd name="connsiteX3" fmla="*/ 556222 w 1115966"/>
                <a:gd name="connsiteY3" fmla="*/ 59731 h 211781"/>
                <a:gd name="connsiteX4" fmla="*/ 649345 w 1115966"/>
                <a:gd name="connsiteY4" fmla="*/ 47 h 211781"/>
                <a:gd name="connsiteX5" fmla="*/ 920278 w 1115966"/>
                <a:gd name="connsiteY5" fmla="*/ 50847 h 211781"/>
                <a:gd name="connsiteX6" fmla="*/ 1115859 w 1115966"/>
                <a:gd name="connsiteY6" fmla="*/ 110510 h 211781"/>
                <a:gd name="connsiteX7" fmla="*/ 894878 w 1115966"/>
                <a:gd name="connsiteY7" fmla="*/ 152447 h 211781"/>
                <a:gd name="connsiteX8" fmla="*/ 742478 w 1115966"/>
                <a:gd name="connsiteY8" fmla="*/ 177847 h 211781"/>
                <a:gd name="connsiteX9" fmla="*/ 649345 w 1115966"/>
                <a:gd name="connsiteY9" fmla="*/ 186313 h 211781"/>
                <a:gd name="connsiteX10" fmla="*/ 547744 w 1115966"/>
                <a:gd name="connsiteY10" fmla="*/ 211714 h 211781"/>
                <a:gd name="connsiteX11" fmla="*/ 378412 w 1115966"/>
                <a:gd name="connsiteY11" fmla="*/ 177846 h 211781"/>
                <a:gd name="connsiteX12" fmla="*/ 4286 w 1115966"/>
                <a:gd name="connsiteY12" fmla="*/ 163121 h 211781"/>
                <a:gd name="connsiteX0" fmla="*/ 4286 w 1115966"/>
                <a:gd name="connsiteY0" fmla="*/ 163121 h 214435"/>
                <a:gd name="connsiteX1" fmla="*/ 192146 w 1115966"/>
                <a:gd name="connsiteY1" fmla="*/ 93180 h 214435"/>
                <a:gd name="connsiteX2" fmla="*/ 446144 w 1115966"/>
                <a:gd name="connsiteY2" fmla="*/ 16980 h 214435"/>
                <a:gd name="connsiteX3" fmla="*/ 556222 w 1115966"/>
                <a:gd name="connsiteY3" fmla="*/ 59731 h 214435"/>
                <a:gd name="connsiteX4" fmla="*/ 649345 w 1115966"/>
                <a:gd name="connsiteY4" fmla="*/ 47 h 214435"/>
                <a:gd name="connsiteX5" fmla="*/ 920278 w 1115966"/>
                <a:gd name="connsiteY5" fmla="*/ 50847 h 214435"/>
                <a:gd name="connsiteX6" fmla="*/ 1115859 w 1115966"/>
                <a:gd name="connsiteY6" fmla="*/ 110510 h 214435"/>
                <a:gd name="connsiteX7" fmla="*/ 894878 w 1115966"/>
                <a:gd name="connsiteY7" fmla="*/ 152447 h 214435"/>
                <a:gd name="connsiteX8" fmla="*/ 742478 w 1115966"/>
                <a:gd name="connsiteY8" fmla="*/ 177847 h 214435"/>
                <a:gd name="connsiteX9" fmla="*/ 649345 w 1115966"/>
                <a:gd name="connsiteY9" fmla="*/ 186313 h 214435"/>
                <a:gd name="connsiteX10" fmla="*/ 579665 w 1115966"/>
                <a:gd name="connsiteY10" fmla="*/ 214374 h 214435"/>
                <a:gd name="connsiteX11" fmla="*/ 378412 w 1115966"/>
                <a:gd name="connsiteY11" fmla="*/ 177846 h 214435"/>
                <a:gd name="connsiteX12" fmla="*/ 4286 w 1115966"/>
                <a:gd name="connsiteY12" fmla="*/ 163121 h 214435"/>
                <a:gd name="connsiteX0" fmla="*/ 4286 w 1115966"/>
                <a:gd name="connsiteY0" fmla="*/ 163121 h 214416"/>
                <a:gd name="connsiteX1" fmla="*/ 192146 w 1115966"/>
                <a:gd name="connsiteY1" fmla="*/ 93180 h 214416"/>
                <a:gd name="connsiteX2" fmla="*/ 446144 w 1115966"/>
                <a:gd name="connsiteY2" fmla="*/ 16980 h 214416"/>
                <a:gd name="connsiteX3" fmla="*/ 556222 w 1115966"/>
                <a:gd name="connsiteY3" fmla="*/ 59731 h 214416"/>
                <a:gd name="connsiteX4" fmla="*/ 649345 w 1115966"/>
                <a:gd name="connsiteY4" fmla="*/ 47 h 214416"/>
                <a:gd name="connsiteX5" fmla="*/ 920278 w 1115966"/>
                <a:gd name="connsiteY5" fmla="*/ 50847 h 214416"/>
                <a:gd name="connsiteX6" fmla="*/ 1115859 w 1115966"/>
                <a:gd name="connsiteY6" fmla="*/ 110510 h 214416"/>
                <a:gd name="connsiteX7" fmla="*/ 894878 w 1115966"/>
                <a:gd name="connsiteY7" fmla="*/ 152447 h 214416"/>
                <a:gd name="connsiteX8" fmla="*/ 742478 w 1115966"/>
                <a:gd name="connsiteY8" fmla="*/ 177847 h 214416"/>
                <a:gd name="connsiteX9" fmla="*/ 648823 w 1115966"/>
                <a:gd name="connsiteY9" fmla="*/ 175742 h 214416"/>
                <a:gd name="connsiteX10" fmla="*/ 579665 w 1115966"/>
                <a:gd name="connsiteY10" fmla="*/ 214374 h 214416"/>
                <a:gd name="connsiteX11" fmla="*/ 378412 w 1115966"/>
                <a:gd name="connsiteY11" fmla="*/ 177846 h 214416"/>
                <a:gd name="connsiteX12" fmla="*/ 4286 w 1115966"/>
                <a:gd name="connsiteY12" fmla="*/ 163121 h 214416"/>
                <a:gd name="connsiteX0" fmla="*/ 4286 w 1115966"/>
                <a:gd name="connsiteY0" fmla="*/ 163121 h 214429"/>
                <a:gd name="connsiteX1" fmla="*/ 192146 w 1115966"/>
                <a:gd name="connsiteY1" fmla="*/ 93180 h 214429"/>
                <a:gd name="connsiteX2" fmla="*/ 446144 w 1115966"/>
                <a:gd name="connsiteY2" fmla="*/ 16980 h 214429"/>
                <a:gd name="connsiteX3" fmla="*/ 556222 w 1115966"/>
                <a:gd name="connsiteY3" fmla="*/ 59731 h 214429"/>
                <a:gd name="connsiteX4" fmla="*/ 649345 w 1115966"/>
                <a:gd name="connsiteY4" fmla="*/ 47 h 214429"/>
                <a:gd name="connsiteX5" fmla="*/ 920278 w 1115966"/>
                <a:gd name="connsiteY5" fmla="*/ 50847 h 214429"/>
                <a:gd name="connsiteX6" fmla="*/ 1115859 w 1115966"/>
                <a:gd name="connsiteY6" fmla="*/ 110510 h 214429"/>
                <a:gd name="connsiteX7" fmla="*/ 894878 w 1115966"/>
                <a:gd name="connsiteY7" fmla="*/ 152447 h 214429"/>
                <a:gd name="connsiteX8" fmla="*/ 742478 w 1115966"/>
                <a:gd name="connsiteY8" fmla="*/ 177847 h 214429"/>
                <a:gd name="connsiteX9" fmla="*/ 661925 w 1115966"/>
                <a:gd name="connsiteY9" fmla="*/ 183572 h 214429"/>
                <a:gd name="connsiteX10" fmla="*/ 579665 w 1115966"/>
                <a:gd name="connsiteY10" fmla="*/ 214374 h 214429"/>
                <a:gd name="connsiteX11" fmla="*/ 378412 w 1115966"/>
                <a:gd name="connsiteY11" fmla="*/ 177846 h 214429"/>
                <a:gd name="connsiteX12" fmla="*/ 4286 w 1115966"/>
                <a:gd name="connsiteY12" fmla="*/ 163121 h 214429"/>
                <a:gd name="connsiteX0" fmla="*/ 4286 w 1115966"/>
                <a:gd name="connsiteY0" fmla="*/ 163121 h 214434"/>
                <a:gd name="connsiteX1" fmla="*/ 192146 w 1115966"/>
                <a:gd name="connsiteY1" fmla="*/ 93180 h 214434"/>
                <a:gd name="connsiteX2" fmla="*/ 446144 w 1115966"/>
                <a:gd name="connsiteY2" fmla="*/ 16980 h 214434"/>
                <a:gd name="connsiteX3" fmla="*/ 556222 w 1115966"/>
                <a:gd name="connsiteY3" fmla="*/ 59731 h 214434"/>
                <a:gd name="connsiteX4" fmla="*/ 649345 w 1115966"/>
                <a:gd name="connsiteY4" fmla="*/ 47 h 214434"/>
                <a:gd name="connsiteX5" fmla="*/ 920278 w 1115966"/>
                <a:gd name="connsiteY5" fmla="*/ 50847 h 214434"/>
                <a:gd name="connsiteX6" fmla="*/ 1115859 w 1115966"/>
                <a:gd name="connsiteY6" fmla="*/ 110510 h 214434"/>
                <a:gd name="connsiteX7" fmla="*/ 894878 w 1115966"/>
                <a:gd name="connsiteY7" fmla="*/ 152447 h 214434"/>
                <a:gd name="connsiteX8" fmla="*/ 777791 w 1115966"/>
                <a:gd name="connsiteY8" fmla="*/ 163385 h 214434"/>
                <a:gd name="connsiteX9" fmla="*/ 661925 w 1115966"/>
                <a:gd name="connsiteY9" fmla="*/ 183572 h 214434"/>
                <a:gd name="connsiteX10" fmla="*/ 579665 w 1115966"/>
                <a:gd name="connsiteY10" fmla="*/ 214374 h 214434"/>
                <a:gd name="connsiteX11" fmla="*/ 378412 w 1115966"/>
                <a:gd name="connsiteY11" fmla="*/ 177846 h 214434"/>
                <a:gd name="connsiteX12" fmla="*/ 4286 w 1115966"/>
                <a:gd name="connsiteY12" fmla="*/ 163121 h 214434"/>
                <a:gd name="connsiteX0" fmla="*/ 4286 w 1115966"/>
                <a:gd name="connsiteY0" fmla="*/ 163121 h 214434"/>
                <a:gd name="connsiteX1" fmla="*/ 192146 w 1115966"/>
                <a:gd name="connsiteY1" fmla="*/ 93180 h 214434"/>
                <a:gd name="connsiteX2" fmla="*/ 446144 w 1115966"/>
                <a:gd name="connsiteY2" fmla="*/ 16980 h 214434"/>
                <a:gd name="connsiteX3" fmla="*/ 556222 w 1115966"/>
                <a:gd name="connsiteY3" fmla="*/ 59731 h 214434"/>
                <a:gd name="connsiteX4" fmla="*/ 649345 w 1115966"/>
                <a:gd name="connsiteY4" fmla="*/ 47 h 214434"/>
                <a:gd name="connsiteX5" fmla="*/ 920278 w 1115966"/>
                <a:gd name="connsiteY5" fmla="*/ 50847 h 214434"/>
                <a:gd name="connsiteX6" fmla="*/ 1115859 w 1115966"/>
                <a:gd name="connsiteY6" fmla="*/ 110510 h 214434"/>
                <a:gd name="connsiteX7" fmla="*/ 894878 w 1115966"/>
                <a:gd name="connsiteY7" fmla="*/ 152447 h 214434"/>
                <a:gd name="connsiteX8" fmla="*/ 777791 w 1115966"/>
                <a:gd name="connsiteY8" fmla="*/ 163385 h 214434"/>
                <a:gd name="connsiteX9" fmla="*/ 661925 w 1115966"/>
                <a:gd name="connsiteY9" fmla="*/ 183572 h 214434"/>
                <a:gd name="connsiteX10" fmla="*/ 579665 w 1115966"/>
                <a:gd name="connsiteY10" fmla="*/ 214374 h 214434"/>
                <a:gd name="connsiteX11" fmla="*/ 378412 w 1115966"/>
                <a:gd name="connsiteY11" fmla="*/ 177846 h 214434"/>
                <a:gd name="connsiteX12" fmla="*/ 4286 w 1115966"/>
                <a:gd name="connsiteY12" fmla="*/ 163121 h 214434"/>
                <a:gd name="connsiteX0" fmla="*/ 4286 w 1115966"/>
                <a:gd name="connsiteY0" fmla="*/ 163121 h 214480"/>
                <a:gd name="connsiteX1" fmla="*/ 192146 w 1115966"/>
                <a:gd name="connsiteY1" fmla="*/ 93180 h 214480"/>
                <a:gd name="connsiteX2" fmla="*/ 446144 w 1115966"/>
                <a:gd name="connsiteY2" fmla="*/ 16980 h 214480"/>
                <a:gd name="connsiteX3" fmla="*/ 556222 w 1115966"/>
                <a:gd name="connsiteY3" fmla="*/ 59731 h 214480"/>
                <a:gd name="connsiteX4" fmla="*/ 649345 w 1115966"/>
                <a:gd name="connsiteY4" fmla="*/ 47 h 214480"/>
                <a:gd name="connsiteX5" fmla="*/ 920278 w 1115966"/>
                <a:gd name="connsiteY5" fmla="*/ 50847 h 214480"/>
                <a:gd name="connsiteX6" fmla="*/ 1115859 w 1115966"/>
                <a:gd name="connsiteY6" fmla="*/ 110510 h 214480"/>
                <a:gd name="connsiteX7" fmla="*/ 894878 w 1115966"/>
                <a:gd name="connsiteY7" fmla="*/ 152447 h 214480"/>
                <a:gd name="connsiteX8" fmla="*/ 777791 w 1115966"/>
                <a:gd name="connsiteY8" fmla="*/ 163385 h 214480"/>
                <a:gd name="connsiteX9" fmla="*/ 661925 w 1115966"/>
                <a:gd name="connsiteY9" fmla="*/ 183572 h 214480"/>
                <a:gd name="connsiteX10" fmla="*/ 579665 w 1115966"/>
                <a:gd name="connsiteY10" fmla="*/ 214374 h 214480"/>
                <a:gd name="connsiteX11" fmla="*/ 502731 w 1115966"/>
                <a:gd name="connsiteY11" fmla="*/ 187142 h 214480"/>
                <a:gd name="connsiteX12" fmla="*/ 378412 w 1115966"/>
                <a:gd name="connsiteY12" fmla="*/ 177846 h 214480"/>
                <a:gd name="connsiteX13" fmla="*/ 4286 w 1115966"/>
                <a:gd name="connsiteY13" fmla="*/ 163121 h 214480"/>
                <a:gd name="connsiteX0" fmla="*/ 4286 w 1115966"/>
                <a:gd name="connsiteY0" fmla="*/ 163121 h 210587"/>
                <a:gd name="connsiteX1" fmla="*/ 192146 w 1115966"/>
                <a:gd name="connsiteY1" fmla="*/ 93180 h 210587"/>
                <a:gd name="connsiteX2" fmla="*/ 446144 w 1115966"/>
                <a:gd name="connsiteY2" fmla="*/ 16980 h 210587"/>
                <a:gd name="connsiteX3" fmla="*/ 556222 w 1115966"/>
                <a:gd name="connsiteY3" fmla="*/ 59731 h 210587"/>
                <a:gd name="connsiteX4" fmla="*/ 649345 w 1115966"/>
                <a:gd name="connsiteY4" fmla="*/ 47 h 210587"/>
                <a:gd name="connsiteX5" fmla="*/ 920278 w 1115966"/>
                <a:gd name="connsiteY5" fmla="*/ 50847 h 210587"/>
                <a:gd name="connsiteX6" fmla="*/ 1115859 w 1115966"/>
                <a:gd name="connsiteY6" fmla="*/ 110510 h 210587"/>
                <a:gd name="connsiteX7" fmla="*/ 894878 w 1115966"/>
                <a:gd name="connsiteY7" fmla="*/ 152447 h 210587"/>
                <a:gd name="connsiteX8" fmla="*/ 777791 w 1115966"/>
                <a:gd name="connsiteY8" fmla="*/ 163385 h 210587"/>
                <a:gd name="connsiteX9" fmla="*/ 661925 w 1115966"/>
                <a:gd name="connsiteY9" fmla="*/ 183572 h 210587"/>
                <a:gd name="connsiteX10" fmla="*/ 573114 w 1115966"/>
                <a:gd name="connsiteY10" fmla="*/ 210460 h 210587"/>
                <a:gd name="connsiteX11" fmla="*/ 502731 w 1115966"/>
                <a:gd name="connsiteY11" fmla="*/ 187142 h 210587"/>
                <a:gd name="connsiteX12" fmla="*/ 378412 w 1115966"/>
                <a:gd name="connsiteY12" fmla="*/ 177846 h 210587"/>
                <a:gd name="connsiteX13" fmla="*/ 4286 w 1115966"/>
                <a:gd name="connsiteY13" fmla="*/ 163121 h 210587"/>
                <a:gd name="connsiteX0" fmla="*/ 4286 w 1115966"/>
                <a:gd name="connsiteY0" fmla="*/ 163121 h 210587"/>
                <a:gd name="connsiteX1" fmla="*/ 192146 w 1115966"/>
                <a:gd name="connsiteY1" fmla="*/ 93180 h 210587"/>
                <a:gd name="connsiteX2" fmla="*/ 446144 w 1115966"/>
                <a:gd name="connsiteY2" fmla="*/ 16980 h 210587"/>
                <a:gd name="connsiteX3" fmla="*/ 556222 w 1115966"/>
                <a:gd name="connsiteY3" fmla="*/ 59731 h 210587"/>
                <a:gd name="connsiteX4" fmla="*/ 649345 w 1115966"/>
                <a:gd name="connsiteY4" fmla="*/ 47 h 210587"/>
                <a:gd name="connsiteX5" fmla="*/ 920278 w 1115966"/>
                <a:gd name="connsiteY5" fmla="*/ 50847 h 210587"/>
                <a:gd name="connsiteX6" fmla="*/ 1115859 w 1115966"/>
                <a:gd name="connsiteY6" fmla="*/ 110510 h 210587"/>
                <a:gd name="connsiteX7" fmla="*/ 894878 w 1115966"/>
                <a:gd name="connsiteY7" fmla="*/ 152447 h 210587"/>
                <a:gd name="connsiteX8" fmla="*/ 777791 w 1115966"/>
                <a:gd name="connsiteY8" fmla="*/ 163385 h 210587"/>
                <a:gd name="connsiteX9" fmla="*/ 642793 w 1115966"/>
                <a:gd name="connsiteY9" fmla="*/ 182399 h 210587"/>
                <a:gd name="connsiteX10" fmla="*/ 573114 w 1115966"/>
                <a:gd name="connsiteY10" fmla="*/ 210460 h 210587"/>
                <a:gd name="connsiteX11" fmla="*/ 502731 w 1115966"/>
                <a:gd name="connsiteY11" fmla="*/ 187142 h 210587"/>
                <a:gd name="connsiteX12" fmla="*/ 378412 w 1115966"/>
                <a:gd name="connsiteY12" fmla="*/ 177846 h 210587"/>
                <a:gd name="connsiteX13" fmla="*/ 4286 w 1115966"/>
                <a:gd name="connsiteY13" fmla="*/ 163121 h 210587"/>
                <a:gd name="connsiteX0" fmla="*/ 3585 w 1115265"/>
                <a:gd name="connsiteY0" fmla="*/ 163121 h 210587"/>
                <a:gd name="connsiteX1" fmla="*/ 191445 w 1115265"/>
                <a:gd name="connsiteY1" fmla="*/ 93180 h 210587"/>
                <a:gd name="connsiteX2" fmla="*/ 445443 w 1115265"/>
                <a:gd name="connsiteY2" fmla="*/ 16980 h 210587"/>
                <a:gd name="connsiteX3" fmla="*/ 555521 w 1115265"/>
                <a:gd name="connsiteY3" fmla="*/ 59731 h 210587"/>
                <a:gd name="connsiteX4" fmla="*/ 648644 w 1115265"/>
                <a:gd name="connsiteY4" fmla="*/ 47 h 210587"/>
                <a:gd name="connsiteX5" fmla="*/ 919577 w 1115265"/>
                <a:gd name="connsiteY5" fmla="*/ 50847 h 210587"/>
                <a:gd name="connsiteX6" fmla="*/ 1115158 w 1115265"/>
                <a:gd name="connsiteY6" fmla="*/ 110510 h 210587"/>
                <a:gd name="connsiteX7" fmla="*/ 894177 w 1115265"/>
                <a:gd name="connsiteY7" fmla="*/ 152447 h 210587"/>
                <a:gd name="connsiteX8" fmla="*/ 777090 w 1115265"/>
                <a:gd name="connsiteY8" fmla="*/ 163385 h 210587"/>
                <a:gd name="connsiteX9" fmla="*/ 642092 w 1115265"/>
                <a:gd name="connsiteY9" fmla="*/ 182399 h 210587"/>
                <a:gd name="connsiteX10" fmla="*/ 572413 w 1115265"/>
                <a:gd name="connsiteY10" fmla="*/ 210460 h 210587"/>
                <a:gd name="connsiteX11" fmla="*/ 502030 w 1115265"/>
                <a:gd name="connsiteY11" fmla="*/ 187142 h 210587"/>
                <a:gd name="connsiteX12" fmla="*/ 358998 w 1115265"/>
                <a:gd name="connsiteY12" fmla="*/ 185129 h 210587"/>
                <a:gd name="connsiteX13" fmla="*/ 3585 w 1115265"/>
                <a:gd name="connsiteY13" fmla="*/ 163121 h 210587"/>
                <a:gd name="connsiteX0" fmla="*/ 3984 w 1095800"/>
                <a:gd name="connsiteY0" fmla="*/ 179092 h 210587"/>
                <a:gd name="connsiteX1" fmla="*/ 171980 w 1095800"/>
                <a:gd name="connsiteY1" fmla="*/ 93180 h 210587"/>
                <a:gd name="connsiteX2" fmla="*/ 425978 w 1095800"/>
                <a:gd name="connsiteY2" fmla="*/ 16980 h 210587"/>
                <a:gd name="connsiteX3" fmla="*/ 536056 w 1095800"/>
                <a:gd name="connsiteY3" fmla="*/ 59731 h 210587"/>
                <a:gd name="connsiteX4" fmla="*/ 629179 w 1095800"/>
                <a:gd name="connsiteY4" fmla="*/ 47 h 210587"/>
                <a:gd name="connsiteX5" fmla="*/ 900112 w 1095800"/>
                <a:gd name="connsiteY5" fmla="*/ 50847 h 210587"/>
                <a:gd name="connsiteX6" fmla="*/ 1095693 w 1095800"/>
                <a:gd name="connsiteY6" fmla="*/ 110510 h 210587"/>
                <a:gd name="connsiteX7" fmla="*/ 874712 w 1095800"/>
                <a:gd name="connsiteY7" fmla="*/ 152447 h 210587"/>
                <a:gd name="connsiteX8" fmla="*/ 757625 w 1095800"/>
                <a:gd name="connsiteY8" fmla="*/ 163385 h 210587"/>
                <a:gd name="connsiteX9" fmla="*/ 622627 w 1095800"/>
                <a:gd name="connsiteY9" fmla="*/ 182399 h 210587"/>
                <a:gd name="connsiteX10" fmla="*/ 552948 w 1095800"/>
                <a:gd name="connsiteY10" fmla="*/ 210460 h 210587"/>
                <a:gd name="connsiteX11" fmla="*/ 482565 w 1095800"/>
                <a:gd name="connsiteY11" fmla="*/ 187142 h 210587"/>
                <a:gd name="connsiteX12" fmla="*/ 339533 w 1095800"/>
                <a:gd name="connsiteY12" fmla="*/ 185129 h 210587"/>
                <a:gd name="connsiteX13" fmla="*/ 3984 w 1095800"/>
                <a:gd name="connsiteY13" fmla="*/ 179092 h 210587"/>
                <a:gd name="connsiteX0" fmla="*/ 4085 w 1095901"/>
                <a:gd name="connsiteY0" fmla="*/ 179092 h 210587"/>
                <a:gd name="connsiteX1" fmla="*/ 172081 w 1095901"/>
                <a:gd name="connsiteY1" fmla="*/ 93180 h 210587"/>
                <a:gd name="connsiteX2" fmla="*/ 449229 w 1095901"/>
                <a:gd name="connsiteY2" fmla="*/ 13716 h 210587"/>
                <a:gd name="connsiteX3" fmla="*/ 536157 w 1095901"/>
                <a:gd name="connsiteY3" fmla="*/ 59731 h 210587"/>
                <a:gd name="connsiteX4" fmla="*/ 629280 w 1095901"/>
                <a:gd name="connsiteY4" fmla="*/ 47 h 210587"/>
                <a:gd name="connsiteX5" fmla="*/ 900213 w 1095901"/>
                <a:gd name="connsiteY5" fmla="*/ 50847 h 210587"/>
                <a:gd name="connsiteX6" fmla="*/ 1095794 w 1095901"/>
                <a:gd name="connsiteY6" fmla="*/ 110510 h 210587"/>
                <a:gd name="connsiteX7" fmla="*/ 874813 w 1095901"/>
                <a:gd name="connsiteY7" fmla="*/ 152447 h 210587"/>
                <a:gd name="connsiteX8" fmla="*/ 757726 w 1095901"/>
                <a:gd name="connsiteY8" fmla="*/ 163385 h 210587"/>
                <a:gd name="connsiteX9" fmla="*/ 622728 w 1095901"/>
                <a:gd name="connsiteY9" fmla="*/ 182399 h 210587"/>
                <a:gd name="connsiteX10" fmla="*/ 553049 w 1095901"/>
                <a:gd name="connsiteY10" fmla="*/ 210460 h 210587"/>
                <a:gd name="connsiteX11" fmla="*/ 482666 w 1095901"/>
                <a:gd name="connsiteY11" fmla="*/ 187142 h 210587"/>
                <a:gd name="connsiteX12" fmla="*/ 339634 w 1095901"/>
                <a:gd name="connsiteY12" fmla="*/ 185129 h 210587"/>
                <a:gd name="connsiteX13" fmla="*/ 4085 w 1095901"/>
                <a:gd name="connsiteY13" fmla="*/ 179092 h 210587"/>
                <a:gd name="connsiteX0" fmla="*/ 4085 w 1095904"/>
                <a:gd name="connsiteY0" fmla="*/ 173618 h 205113"/>
                <a:gd name="connsiteX1" fmla="*/ 172081 w 1095904"/>
                <a:gd name="connsiteY1" fmla="*/ 87706 h 205113"/>
                <a:gd name="connsiteX2" fmla="*/ 449229 w 1095904"/>
                <a:gd name="connsiteY2" fmla="*/ 8242 h 205113"/>
                <a:gd name="connsiteX3" fmla="*/ 536157 w 1095904"/>
                <a:gd name="connsiteY3" fmla="*/ 54257 h 205113"/>
                <a:gd name="connsiteX4" fmla="*/ 604120 w 1095904"/>
                <a:gd name="connsiteY4" fmla="*/ 55 h 205113"/>
                <a:gd name="connsiteX5" fmla="*/ 900213 w 1095904"/>
                <a:gd name="connsiteY5" fmla="*/ 45373 h 205113"/>
                <a:gd name="connsiteX6" fmla="*/ 1095794 w 1095904"/>
                <a:gd name="connsiteY6" fmla="*/ 105036 h 205113"/>
                <a:gd name="connsiteX7" fmla="*/ 874813 w 1095904"/>
                <a:gd name="connsiteY7" fmla="*/ 146973 h 205113"/>
                <a:gd name="connsiteX8" fmla="*/ 757726 w 1095904"/>
                <a:gd name="connsiteY8" fmla="*/ 157911 h 205113"/>
                <a:gd name="connsiteX9" fmla="*/ 622728 w 1095904"/>
                <a:gd name="connsiteY9" fmla="*/ 176925 h 205113"/>
                <a:gd name="connsiteX10" fmla="*/ 553049 w 1095904"/>
                <a:gd name="connsiteY10" fmla="*/ 204986 h 205113"/>
                <a:gd name="connsiteX11" fmla="*/ 482666 w 1095904"/>
                <a:gd name="connsiteY11" fmla="*/ 181668 h 205113"/>
                <a:gd name="connsiteX12" fmla="*/ 339634 w 1095904"/>
                <a:gd name="connsiteY12" fmla="*/ 179655 h 205113"/>
                <a:gd name="connsiteX13" fmla="*/ 4085 w 1095904"/>
                <a:gd name="connsiteY13" fmla="*/ 173618 h 205113"/>
                <a:gd name="connsiteX0" fmla="*/ 4085 w 1095886"/>
                <a:gd name="connsiteY0" fmla="*/ 174649 h 206144"/>
                <a:gd name="connsiteX1" fmla="*/ 172081 w 1095886"/>
                <a:gd name="connsiteY1" fmla="*/ 88737 h 206144"/>
                <a:gd name="connsiteX2" fmla="*/ 449229 w 1095886"/>
                <a:gd name="connsiteY2" fmla="*/ 9273 h 206144"/>
                <a:gd name="connsiteX3" fmla="*/ 536157 w 1095886"/>
                <a:gd name="connsiteY3" fmla="*/ 55288 h 206144"/>
                <a:gd name="connsiteX4" fmla="*/ 604120 w 1095886"/>
                <a:gd name="connsiteY4" fmla="*/ 1086 h 206144"/>
                <a:gd name="connsiteX5" fmla="*/ 750180 w 1095886"/>
                <a:gd name="connsiteY5" fmla="*/ 21124 h 206144"/>
                <a:gd name="connsiteX6" fmla="*/ 900213 w 1095886"/>
                <a:gd name="connsiteY6" fmla="*/ 46404 h 206144"/>
                <a:gd name="connsiteX7" fmla="*/ 1095794 w 1095886"/>
                <a:gd name="connsiteY7" fmla="*/ 106067 h 206144"/>
                <a:gd name="connsiteX8" fmla="*/ 874813 w 1095886"/>
                <a:gd name="connsiteY8" fmla="*/ 148004 h 206144"/>
                <a:gd name="connsiteX9" fmla="*/ 757726 w 1095886"/>
                <a:gd name="connsiteY9" fmla="*/ 158942 h 206144"/>
                <a:gd name="connsiteX10" fmla="*/ 622728 w 1095886"/>
                <a:gd name="connsiteY10" fmla="*/ 177956 h 206144"/>
                <a:gd name="connsiteX11" fmla="*/ 553049 w 1095886"/>
                <a:gd name="connsiteY11" fmla="*/ 206017 h 206144"/>
                <a:gd name="connsiteX12" fmla="*/ 482666 w 1095886"/>
                <a:gd name="connsiteY12" fmla="*/ 182699 h 206144"/>
                <a:gd name="connsiteX13" fmla="*/ 339634 w 1095886"/>
                <a:gd name="connsiteY13" fmla="*/ 180686 h 206144"/>
                <a:gd name="connsiteX14" fmla="*/ 4085 w 1095886"/>
                <a:gd name="connsiteY14" fmla="*/ 174649 h 206144"/>
                <a:gd name="connsiteX0" fmla="*/ 4085 w 1097480"/>
                <a:gd name="connsiteY0" fmla="*/ 174649 h 206144"/>
                <a:gd name="connsiteX1" fmla="*/ 172081 w 1097480"/>
                <a:gd name="connsiteY1" fmla="*/ 88737 h 206144"/>
                <a:gd name="connsiteX2" fmla="*/ 449229 w 1097480"/>
                <a:gd name="connsiteY2" fmla="*/ 9273 h 206144"/>
                <a:gd name="connsiteX3" fmla="*/ 536157 w 1097480"/>
                <a:gd name="connsiteY3" fmla="*/ 55288 h 206144"/>
                <a:gd name="connsiteX4" fmla="*/ 604120 w 1097480"/>
                <a:gd name="connsiteY4" fmla="*/ 1086 h 206144"/>
                <a:gd name="connsiteX5" fmla="*/ 750180 w 1097480"/>
                <a:gd name="connsiteY5" fmla="*/ 21124 h 206144"/>
                <a:gd name="connsiteX6" fmla="*/ 900213 w 1097480"/>
                <a:gd name="connsiteY6" fmla="*/ 46404 h 206144"/>
                <a:gd name="connsiteX7" fmla="*/ 972763 w 1097480"/>
                <a:gd name="connsiteY7" fmla="*/ 65219 h 206144"/>
                <a:gd name="connsiteX8" fmla="*/ 1095794 w 1097480"/>
                <a:gd name="connsiteY8" fmla="*/ 106067 h 206144"/>
                <a:gd name="connsiteX9" fmla="*/ 874813 w 1097480"/>
                <a:gd name="connsiteY9" fmla="*/ 148004 h 206144"/>
                <a:gd name="connsiteX10" fmla="*/ 757726 w 1097480"/>
                <a:gd name="connsiteY10" fmla="*/ 158942 h 206144"/>
                <a:gd name="connsiteX11" fmla="*/ 622728 w 1097480"/>
                <a:gd name="connsiteY11" fmla="*/ 177956 h 206144"/>
                <a:gd name="connsiteX12" fmla="*/ 553049 w 1097480"/>
                <a:gd name="connsiteY12" fmla="*/ 206017 h 206144"/>
                <a:gd name="connsiteX13" fmla="*/ 482666 w 1097480"/>
                <a:gd name="connsiteY13" fmla="*/ 182699 h 206144"/>
                <a:gd name="connsiteX14" fmla="*/ 339634 w 1097480"/>
                <a:gd name="connsiteY14" fmla="*/ 180686 h 206144"/>
                <a:gd name="connsiteX15" fmla="*/ 4085 w 1097480"/>
                <a:gd name="connsiteY15" fmla="*/ 174649 h 206144"/>
                <a:gd name="connsiteX0" fmla="*/ 4085 w 1097480"/>
                <a:gd name="connsiteY0" fmla="*/ 174649 h 206144"/>
                <a:gd name="connsiteX1" fmla="*/ 172081 w 1097480"/>
                <a:gd name="connsiteY1" fmla="*/ 88737 h 206144"/>
                <a:gd name="connsiteX2" fmla="*/ 449229 w 1097480"/>
                <a:gd name="connsiteY2" fmla="*/ 9273 h 206144"/>
                <a:gd name="connsiteX3" fmla="*/ 536157 w 1097480"/>
                <a:gd name="connsiteY3" fmla="*/ 55288 h 206144"/>
                <a:gd name="connsiteX4" fmla="*/ 604120 w 1097480"/>
                <a:gd name="connsiteY4" fmla="*/ 1086 h 206144"/>
                <a:gd name="connsiteX5" fmla="*/ 750180 w 1097480"/>
                <a:gd name="connsiteY5" fmla="*/ 21124 h 206144"/>
                <a:gd name="connsiteX6" fmla="*/ 894289 w 1097480"/>
                <a:gd name="connsiteY6" fmla="*/ 55175 h 206144"/>
                <a:gd name="connsiteX7" fmla="*/ 972763 w 1097480"/>
                <a:gd name="connsiteY7" fmla="*/ 65219 h 206144"/>
                <a:gd name="connsiteX8" fmla="*/ 1095794 w 1097480"/>
                <a:gd name="connsiteY8" fmla="*/ 106067 h 206144"/>
                <a:gd name="connsiteX9" fmla="*/ 874813 w 1097480"/>
                <a:gd name="connsiteY9" fmla="*/ 148004 h 206144"/>
                <a:gd name="connsiteX10" fmla="*/ 757726 w 1097480"/>
                <a:gd name="connsiteY10" fmla="*/ 158942 h 206144"/>
                <a:gd name="connsiteX11" fmla="*/ 622728 w 1097480"/>
                <a:gd name="connsiteY11" fmla="*/ 177956 h 206144"/>
                <a:gd name="connsiteX12" fmla="*/ 553049 w 1097480"/>
                <a:gd name="connsiteY12" fmla="*/ 206017 h 206144"/>
                <a:gd name="connsiteX13" fmla="*/ 482666 w 1097480"/>
                <a:gd name="connsiteY13" fmla="*/ 182699 h 206144"/>
                <a:gd name="connsiteX14" fmla="*/ 339634 w 1097480"/>
                <a:gd name="connsiteY14" fmla="*/ 180686 h 206144"/>
                <a:gd name="connsiteX15" fmla="*/ 4085 w 1097480"/>
                <a:gd name="connsiteY15" fmla="*/ 174649 h 206144"/>
                <a:gd name="connsiteX0" fmla="*/ 4085 w 1098026"/>
                <a:gd name="connsiteY0" fmla="*/ 174649 h 206144"/>
                <a:gd name="connsiteX1" fmla="*/ 172081 w 1098026"/>
                <a:gd name="connsiteY1" fmla="*/ 88737 h 206144"/>
                <a:gd name="connsiteX2" fmla="*/ 449229 w 1098026"/>
                <a:gd name="connsiteY2" fmla="*/ 9273 h 206144"/>
                <a:gd name="connsiteX3" fmla="*/ 536157 w 1098026"/>
                <a:gd name="connsiteY3" fmla="*/ 55288 h 206144"/>
                <a:gd name="connsiteX4" fmla="*/ 604120 w 1098026"/>
                <a:gd name="connsiteY4" fmla="*/ 1086 h 206144"/>
                <a:gd name="connsiteX5" fmla="*/ 750180 w 1098026"/>
                <a:gd name="connsiteY5" fmla="*/ 21124 h 206144"/>
                <a:gd name="connsiteX6" fmla="*/ 894289 w 1098026"/>
                <a:gd name="connsiteY6" fmla="*/ 55175 h 206144"/>
                <a:gd name="connsiteX7" fmla="*/ 983752 w 1098026"/>
                <a:gd name="connsiteY7" fmla="*/ 73153 h 206144"/>
                <a:gd name="connsiteX8" fmla="*/ 1095794 w 1098026"/>
                <a:gd name="connsiteY8" fmla="*/ 106067 h 206144"/>
                <a:gd name="connsiteX9" fmla="*/ 874813 w 1098026"/>
                <a:gd name="connsiteY9" fmla="*/ 148004 h 206144"/>
                <a:gd name="connsiteX10" fmla="*/ 757726 w 1098026"/>
                <a:gd name="connsiteY10" fmla="*/ 158942 h 206144"/>
                <a:gd name="connsiteX11" fmla="*/ 622728 w 1098026"/>
                <a:gd name="connsiteY11" fmla="*/ 177956 h 206144"/>
                <a:gd name="connsiteX12" fmla="*/ 553049 w 1098026"/>
                <a:gd name="connsiteY12" fmla="*/ 206017 h 206144"/>
                <a:gd name="connsiteX13" fmla="*/ 482666 w 1098026"/>
                <a:gd name="connsiteY13" fmla="*/ 182699 h 206144"/>
                <a:gd name="connsiteX14" fmla="*/ 339634 w 1098026"/>
                <a:gd name="connsiteY14" fmla="*/ 180686 h 206144"/>
                <a:gd name="connsiteX15" fmla="*/ 4085 w 1098026"/>
                <a:gd name="connsiteY15" fmla="*/ 174649 h 206144"/>
                <a:gd name="connsiteX0" fmla="*/ 4085 w 1098294"/>
                <a:gd name="connsiteY0" fmla="*/ 174649 h 206144"/>
                <a:gd name="connsiteX1" fmla="*/ 172081 w 1098294"/>
                <a:gd name="connsiteY1" fmla="*/ 88737 h 206144"/>
                <a:gd name="connsiteX2" fmla="*/ 449229 w 1098294"/>
                <a:gd name="connsiteY2" fmla="*/ 9273 h 206144"/>
                <a:gd name="connsiteX3" fmla="*/ 536157 w 1098294"/>
                <a:gd name="connsiteY3" fmla="*/ 55288 h 206144"/>
                <a:gd name="connsiteX4" fmla="*/ 604120 w 1098294"/>
                <a:gd name="connsiteY4" fmla="*/ 1086 h 206144"/>
                <a:gd name="connsiteX5" fmla="*/ 750180 w 1098294"/>
                <a:gd name="connsiteY5" fmla="*/ 21124 h 206144"/>
                <a:gd name="connsiteX6" fmla="*/ 894289 w 1098294"/>
                <a:gd name="connsiteY6" fmla="*/ 55175 h 206144"/>
                <a:gd name="connsiteX7" fmla="*/ 988399 w 1098294"/>
                <a:gd name="connsiteY7" fmla="*/ 81399 h 206144"/>
                <a:gd name="connsiteX8" fmla="*/ 1095794 w 1098294"/>
                <a:gd name="connsiteY8" fmla="*/ 106067 h 206144"/>
                <a:gd name="connsiteX9" fmla="*/ 874813 w 1098294"/>
                <a:gd name="connsiteY9" fmla="*/ 148004 h 206144"/>
                <a:gd name="connsiteX10" fmla="*/ 757726 w 1098294"/>
                <a:gd name="connsiteY10" fmla="*/ 158942 h 206144"/>
                <a:gd name="connsiteX11" fmla="*/ 622728 w 1098294"/>
                <a:gd name="connsiteY11" fmla="*/ 177956 h 206144"/>
                <a:gd name="connsiteX12" fmla="*/ 553049 w 1098294"/>
                <a:gd name="connsiteY12" fmla="*/ 206017 h 206144"/>
                <a:gd name="connsiteX13" fmla="*/ 482666 w 1098294"/>
                <a:gd name="connsiteY13" fmla="*/ 182699 h 206144"/>
                <a:gd name="connsiteX14" fmla="*/ 339634 w 1098294"/>
                <a:gd name="connsiteY14" fmla="*/ 180686 h 206144"/>
                <a:gd name="connsiteX15" fmla="*/ 4085 w 1098294"/>
                <a:gd name="connsiteY15" fmla="*/ 174649 h 206144"/>
                <a:gd name="connsiteX0" fmla="*/ 4085 w 1098294"/>
                <a:gd name="connsiteY0" fmla="*/ 174649 h 206144"/>
                <a:gd name="connsiteX1" fmla="*/ 172081 w 1098294"/>
                <a:gd name="connsiteY1" fmla="*/ 88737 h 206144"/>
                <a:gd name="connsiteX2" fmla="*/ 449229 w 1098294"/>
                <a:gd name="connsiteY2" fmla="*/ 9273 h 206144"/>
                <a:gd name="connsiteX3" fmla="*/ 536157 w 1098294"/>
                <a:gd name="connsiteY3" fmla="*/ 55288 h 206144"/>
                <a:gd name="connsiteX4" fmla="*/ 604120 w 1098294"/>
                <a:gd name="connsiteY4" fmla="*/ 1086 h 206144"/>
                <a:gd name="connsiteX5" fmla="*/ 750180 w 1098294"/>
                <a:gd name="connsiteY5" fmla="*/ 21124 h 206144"/>
                <a:gd name="connsiteX6" fmla="*/ 887947 w 1098294"/>
                <a:gd name="connsiteY6" fmla="*/ 55488 h 206144"/>
                <a:gd name="connsiteX7" fmla="*/ 988399 w 1098294"/>
                <a:gd name="connsiteY7" fmla="*/ 81399 h 206144"/>
                <a:gd name="connsiteX8" fmla="*/ 1095794 w 1098294"/>
                <a:gd name="connsiteY8" fmla="*/ 106067 h 206144"/>
                <a:gd name="connsiteX9" fmla="*/ 874813 w 1098294"/>
                <a:gd name="connsiteY9" fmla="*/ 148004 h 206144"/>
                <a:gd name="connsiteX10" fmla="*/ 757726 w 1098294"/>
                <a:gd name="connsiteY10" fmla="*/ 158942 h 206144"/>
                <a:gd name="connsiteX11" fmla="*/ 622728 w 1098294"/>
                <a:gd name="connsiteY11" fmla="*/ 177956 h 206144"/>
                <a:gd name="connsiteX12" fmla="*/ 553049 w 1098294"/>
                <a:gd name="connsiteY12" fmla="*/ 206017 h 206144"/>
                <a:gd name="connsiteX13" fmla="*/ 482666 w 1098294"/>
                <a:gd name="connsiteY13" fmla="*/ 182699 h 206144"/>
                <a:gd name="connsiteX14" fmla="*/ 339634 w 1098294"/>
                <a:gd name="connsiteY14" fmla="*/ 180686 h 206144"/>
                <a:gd name="connsiteX15" fmla="*/ 4085 w 1098294"/>
                <a:gd name="connsiteY15" fmla="*/ 174649 h 206144"/>
                <a:gd name="connsiteX0" fmla="*/ 4085 w 1098294"/>
                <a:gd name="connsiteY0" fmla="*/ 174649 h 206144"/>
                <a:gd name="connsiteX1" fmla="*/ 172081 w 1098294"/>
                <a:gd name="connsiteY1" fmla="*/ 88737 h 206144"/>
                <a:gd name="connsiteX2" fmla="*/ 449229 w 1098294"/>
                <a:gd name="connsiteY2" fmla="*/ 9273 h 206144"/>
                <a:gd name="connsiteX3" fmla="*/ 536157 w 1098294"/>
                <a:gd name="connsiteY3" fmla="*/ 55288 h 206144"/>
                <a:gd name="connsiteX4" fmla="*/ 604120 w 1098294"/>
                <a:gd name="connsiteY4" fmla="*/ 1086 h 206144"/>
                <a:gd name="connsiteX5" fmla="*/ 750180 w 1098294"/>
                <a:gd name="connsiteY5" fmla="*/ 21124 h 206144"/>
                <a:gd name="connsiteX6" fmla="*/ 887947 w 1098294"/>
                <a:gd name="connsiteY6" fmla="*/ 55488 h 206144"/>
                <a:gd name="connsiteX7" fmla="*/ 988399 w 1098294"/>
                <a:gd name="connsiteY7" fmla="*/ 81399 h 206144"/>
                <a:gd name="connsiteX8" fmla="*/ 1095794 w 1098294"/>
                <a:gd name="connsiteY8" fmla="*/ 106067 h 206144"/>
                <a:gd name="connsiteX9" fmla="*/ 874813 w 1098294"/>
                <a:gd name="connsiteY9" fmla="*/ 148004 h 206144"/>
                <a:gd name="connsiteX10" fmla="*/ 757726 w 1098294"/>
                <a:gd name="connsiteY10" fmla="*/ 158942 h 206144"/>
                <a:gd name="connsiteX11" fmla="*/ 622728 w 1098294"/>
                <a:gd name="connsiteY11" fmla="*/ 177956 h 206144"/>
                <a:gd name="connsiteX12" fmla="*/ 553049 w 1098294"/>
                <a:gd name="connsiteY12" fmla="*/ 206017 h 206144"/>
                <a:gd name="connsiteX13" fmla="*/ 482666 w 1098294"/>
                <a:gd name="connsiteY13" fmla="*/ 182699 h 206144"/>
                <a:gd name="connsiteX14" fmla="*/ 339634 w 1098294"/>
                <a:gd name="connsiteY14" fmla="*/ 180686 h 206144"/>
                <a:gd name="connsiteX15" fmla="*/ 4085 w 1098294"/>
                <a:gd name="connsiteY15" fmla="*/ 174649 h 206144"/>
                <a:gd name="connsiteX0" fmla="*/ 4085 w 1098294"/>
                <a:gd name="connsiteY0" fmla="*/ 174649 h 206144"/>
                <a:gd name="connsiteX1" fmla="*/ 172081 w 1098294"/>
                <a:gd name="connsiteY1" fmla="*/ 88737 h 206144"/>
                <a:gd name="connsiteX2" fmla="*/ 449229 w 1098294"/>
                <a:gd name="connsiteY2" fmla="*/ 9273 h 206144"/>
                <a:gd name="connsiteX3" fmla="*/ 536157 w 1098294"/>
                <a:gd name="connsiteY3" fmla="*/ 55288 h 206144"/>
                <a:gd name="connsiteX4" fmla="*/ 604120 w 1098294"/>
                <a:gd name="connsiteY4" fmla="*/ 1086 h 206144"/>
                <a:gd name="connsiteX5" fmla="*/ 750180 w 1098294"/>
                <a:gd name="connsiteY5" fmla="*/ 21124 h 206144"/>
                <a:gd name="connsiteX6" fmla="*/ 883928 w 1098294"/>
                <a:gd name="connsiteY6" fmla="*/ 59926 h 206144"/>
                <a:gd name="connsiteX7" fmla="*/ 988399 w 1098294"/>
                <a:gd name="connsiteY7" fmla="*/ 81399 h 206144"/>
                <a:gd name="connsiteX8" fmla="*/ 1095794 w 1098294"/>
                <a:gd name="connsiteY8" fmla="*/ 106067 h 206144"/>
                <a:gd name="connsiteX9" fmla="*/ 874813 w 1098294"/>
                <a:gd name="connsiteY9" fmla="*/ 148004 h 206144"/>
                <a:gd name="connsiteX10" fmla="*/ 757726 w 1098294"/>
                <a:gd name="connsiteY10" fmla="*/ 158942 h 206144"/>
                <a:gd name="connsiteX11" fmla="*/ 622728 w 1098294"/>
                <a:gd name="connsiteY11" fmla="*/ 177956 h 206144"/>
                <a:gd name="connsiteX12" fmla="*/ 553049 w 1098294"/>
                <a:gd name="connsiteY12" fmla="*/ 206017 h 206144"/>
                <a:gd name="connsiteX13" fmla="*/ 482666 w 1098294"/>
                <a:gd name="connsiteY13" fmla="*/ 182699 h 206144"/>
                <a:gd name="connsiteX14" fmla="*/ 339634 w 1098294"/>
                <a:gd name="connsiteY14" fmla="*/ 180686 h 206144"/>
                <a:gd name="connsiteX15" fmla="*/ 4085 w 1098294"/>
                <a:gd name="connsiteY15" fmla="*/ 174649 h 206144"/>
                <a:gd name="connsiteX0" fmla="*/ 4085 w 1098294"/>
                <a:gd name="connsiteY0" fmla="*/ 174034 h 205529"/>
                <a:gd name="connsiteX1" fmla="*/ 172081 w 1098294"/>
                <a:gd name="connsiteY1" fmla="*/ 88122 h 205529"/>
                <a:gd name="connsiteX2" fmla="*/ 449229 w 1098294"/>
                <a:gd name="connsiteY2" fmla="*/ 8658 h 205529"/>
                <a:gd name="connsiteX3" fmla="*/ 536157 w 1098294"/>
                <a:gd name="connsiteY3" fmla="*/ 54673 h 205529"/>
                <a:gd name="connsiteX4" fmla="*/ 604120 w 1098294"/>
                <a:gd name="connsiteY4" fmla="*/ 471 h 205529"/>
                <a:gd name="connsiteX5" fmla="*/ 744258 w 1098294"/>
                <a:gd name="connsiteY5" fmla="*/ 29279 h 205529"/>
                <a:gd name="connsiteX6" fmla="*/ 883928 w 1098294"/>
                <a:gd name="connsiteY6" fmla="*/ 59311 h 205529"/>
                <a:gd name="connsiteX7" fmla="*/ 988399 w 1098294"/>
                <a:gd name="connsiteY7" fmla="*/ 80784 h 205529"/>
                <a:gd name="connsiteX8" fmla="*/ 1095794 w 1098294"/>
                <a:gd name="connsiteY8" fmla="*/ 105452 h 205529"/>
                <a:gd name="connsiteX9" fmla="*/ 874813 w 1098294"/>
                <a:gd name="connsiteY9" fmla="*/ 147389 h 205529"/>
                <a:gd name="connsiteX10" fmla="*/ 757726 w 1098294"/>
                <a:gd name="connsiteY10" fmla="*/ 158327 h 205529"/>
                <a:gd name="connsiteX11" fmla="*/ 622728 w 1098294"/>
                <a:gd name="connsiteY11" fmla="*/ 177341 h 205529"/>
                <a:gd name="connsiteX12" fmla="*/ 553049 w 1098294"/>
                <a:gd name="connsiteY12" fmla="*/ 205402 h 205529"/>
                <a:gd name="connsiteX13" fmla="*/ 482666 w 1098294"/>
                <a:gd name="connsiteY13" fmla="*/ 182084 h 205529"/>
                <a:gd name="connsiteX14" fmla="*/ 339634 w 1098294"/>
                <a:gd name="connsiteY14" fmla="*/ 180071 h 205529"/>
                <a:gd name="connsiteX15" fmla="*/ 4085 w 1098294"/>
                <a:gd name="connsiteY15" fmla="*/ 174034 h 205529"/>
                <a:gd name="connsiteX0" fmla="*/ 4085 w 1098294"/>
                <a:gd name="connsiteY0" fmla="*/ 174146 h 205641"/>
                <a:gd name="connsiteX1" fmla="*/ 172081 w 1098294"/>
                <a:gd name="connsiteY1" fmla="*/ 88234 h 205641"/>
                <a:gd name="connsiteX2" fmla="*/ 449229 w 1098294"/>
                <a:gd name="connsiteY2" fmla="*/ 8770 h 205641"/>
                <a:gd name="connsiteX3" fmla="*/ 536157 w 1098294"/>
                <a:gd name="connsiteY3" fmla="*/ 54785 h 205641"/>
                <a:gd name="connsiteX4" fmla="*/ 604120 w 1098294"/>
                <a:gd name="connsiteY4" fmla="*/ 583 h 205641"/>
                <a:gd name="connsiteX5" fmla="*/ 744153 w 1098294"/>
                <a:gd name="connsiteY5" fmla="*/ 27276 h 205641"/>
                <a:gd name="connsiteX6" fmla="*/ 883928 w 1098294"/>
                <a:gd name="connsiteY6" fmla="*/ 59423 h 205641"/>
                <a:gd name="connsiteX7" fmla="*/ 988399 w 1098294"/>
                <a:gd name="connsiteY7" fmla="*/ 80896 h 205641"/>
                <a:gd name="connsiteX8" fmla="*/ 1095794 w 1098294"/>
                <a:gd name="connsiteY8" fmla="*/ 105564 h 205641"/>
                <a:gd name="connsiteX9" fmla="*/ 874813 w 1098294"/>
                <a:gd name="connsiteY9" fmla="*/ 147501 h 205641"/>
                <a:gd name="connsiteX10" fmla="*/ 757726 w 1098294"/>
                <a:gd name="connsiteY10" fmla="*/ 158439 h 205641"/>
                <a:gd name="connsiteX11" fmla="*/ 622728 w 1098294"/>
                <a:gd name="connsiteY11" fmla="*/ 177453 h 205641"/>
                <a:gd name="connsiteX12" fmla="*/ 553049 w 1098294"/>
                <a:gd name="connsiteY12" fmla="*/ 205514 h 205641"/>
                <a:gd name="connsiteX13" fmla="*/ 482666 w 1098294"/>
                <a:gd name="connsiteY13" fmla="*/ 182196 h 205641"/>
                <a:gd name="connsiteX14" fmla="*/ 339634 w 1098294"/>
                <a:gd name="connsiteY14" fmla="*/ 180183 h 205641"/>
                <a:gd name="connsiteX15" fmla="*/ 4085 w 1098294"/>
                <a:gd name="connsiteY15" fmla="*/ 174146 h 205641"/>
                <a:gd name="connsiteX0" fmla="*/ 3585 w 1097794"/>
                <a:gd name="connsiteY0" fmla="*/ 174146 h 205641"/>
                <a:gd name="connsiteX1" fmla="*/ 171581 w 1097794"/>
                <a:gd name="connsiteY1" fmla="*/ 88234 h 205641"/>
                <a:gd name="connsiteX2" fmla="*/ 322635 w 1097794"/>
                <a:gd name="connsiteY2" fmla="*/ 41735 h 205641"/>
                <a:gd name="connsiteX3" fmla="*/ 448729 w 1097794"/>
                <a:gd name="connsiteY3" fmla="*/ 8770 h 205641"/>
                <a:gd name="connsiteX4" fmla="*/ 535657 w 1097794"/>
                <a:gd name="connsiteY4" fmla="*/ 54785 h 205641"/>
                <a:gd name="connsiteX5" fmla="*/ 603620 w 1097794"/>
                <a:gd name="connsiteY5" fmla="*/ 583 h 205641"/>
                <a:gd name="connsiteX6" fmla="*/ 743653 w 1097794"/>
                <a:gd name="connsiteY6" fmla="*/ 27276 h 205641"/>
                <a:gd name="connsiteX7" fmla="*/ 883428 w 1097794"/>
                <a:gd name="connsiteY7" fmla="*/ 59423 h 205641"/>
                <a:gd name="connsiteX8" fmla="*/ 987899 w 1097794"/>
                <a:gd name="connsiteY8" fmla="*/ 80896 h 205641"/>
                <a:gd name="connsiteX9" fmla="*/ 1095294 w 1097794"/>
                <a:gd name="connsiteY9" fmla="*/ 105564 h 205641"/>
                <a:gd name="connsiteX10" fmla="*/ 874313 w 1097794"/>
                <a:gd name="connsiteY10" fmla="*/ 147501 h 205641"/>
                <a:gd name="connsiteX11" fmla="*/ 757226 w 1097794"/>
                <a:gd name="connsiteY11" fmla="*/ 158439 h 205641"/>
                <a:gd name="connsiteX12" fmla="*/ 622228 w 1097794"/>
                <a:gd name="connsiteY12" fmla="*/ 177453 h 205641"/>
                <a:gd name="connsiteX13" fmla="*/ 552549 w 1097794"/>
                <a:gd name="connsiteY13" fmla="*/ 205514 h 205641"/>
                <a:gd name="connsiteX14" fmla="*/ 482166 w 1097794"/>
                <a:gd name="connsiteY14" fmla="*/ 182196 h 205641"/>
                <a:gd name="connsiteX15" fmla="*/ 339134 w 1097794"/>
                <a:gd name="connsiteY15" fmla="*/ 180183 h 205641"/>
                <a:gd name="connsiteX16" fmla="*/ 3585 w 1097794"/>
                <a:gd name="connsiteY16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78022 w 1104235"/>
                <a:gd name="connsiteY2" fmla="*/ 88234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86792 w 1104235"/>
                <a:gd name="connsiteY2" fmla="*/ 94158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86792 w 1104235"/>
                <a:gd name="connsiteY2" fmla="*/ 94158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86792 w 1104235"/>
                <a:gd name="connsiteY2" fmla="*/ 94158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86792 w 1104235"/>
                <a:gd name="connsiteY2" fmla="*/ 94158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186792 w 1104235"/>
                <a:gd name="connsiteY2" fmla="*/ 94158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214171 w 1104235"/>
                <a:gd name="connsiteY2" fmla="*/ 90684 h 205641"/>
                <a:gd name="connsiteX3" fmla="*/ 329076 w 1104235"/>
                <a:gd name="connsiteY3" fmla="*/ 41735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214171 w 1104235"/>
                <a:gd name="connsiteY2" fmla="*/ 90684 h 205641"/>
                <a:gd name="connsiteX3" fmla="*/ 337532 w 1104235"/>
                <a:gd name="connsiteY3" fmla="*/ 41317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214171 w 1104235"/>
                <a:gd name="connsiteY2" fmla="*/ 90684 h 205641"/>
                <a:gd name="connsiteX3" fmla="*/ 337532 w 1104235"/>
                <a:gd name="connsiteY3" fmla="*/ 41317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0026 w 1104235"/>
                <a:gd name="connsiteY0" fmla="*/ 174146 h 205641"/>
                <a:gd name="connsiteX1" fmla="*/ 95956 w 1104235"/>
                <a:gd name="connsiteY1" fmla="*/ 127434 h 205641"/>
                <a:gd name="connsiteX2" fmla="*/ 214171 w 1104235"/>
                <a:gd name="connsiteY2" fmla="*/ 90684 h 205641"/>
                <a:gd name="connsiteX3" fmla="*/ 350216 w 1104235"/>
                <a:gd name="connsiteY3" fmla="*/ 40690 h 205641"/>
                <a:gd name="connsiteX4" fmla="*/ 455170 w 1104235"/>
                <a:gd name="connsiteY4" fmla="*/ 8770 h 205641"/>
                <a:gd name="connsiteX5" fmla="*/ 542098 w 1104235"/>
                <a:gd name="connsiteY5" fmla="*/ 54785 h 205641"/>
                <a:gd name="connsiteX6" fmla="*/ 610061 w 1104235"/>
                <a:gd name="connsiteY6" fmla="*/ 583 h 205641"/>
                <a:gd name="connsiteX7" fmla="*/ 750094 w 1104235"/>
                <a:gd name="connsiteY7" fmla="*/ 27276 h 205641"/>
                <a:gd name="connsiteX8" fmla="*/ 889869 w 1104235"/>
                <a:gd name="connsiteY8" fmla="*/ 59423 h 205641"/>
                <a:gd name="connsiteX9" fmla="*/ 994340 w 1104235"/>
                <a:gd name="connsiteY9" fmla="*/ 80896 h 205641"/>
                <a:gd name="connsiteX10" fmla="*/ 1101735 w 1104235"/>
                <a:gd name="connsiteY10" fmla="*/ 105564 h 205641"/>
                <a:gd name="connsiteX11" fmla="*/ 880754 w 1104235"/>
                <a:gd name="connsiteY11" fmla="*/ 147501 h 205641"/>
                <a:gd name="connsiteX12" fmla="*/ 763667 w 1104235"/>
                <a:gd name="connsiteY12" fmla="*/ 158439 h 205641"/>
                <a:gd name="connsiteX13" fmla="*/ 628669 w 1104235"/>
                <a:gd name="connsiteY13" fmla="*/ 177453 h 205641"/>
                <a:gd name="connsiteX14" fmla="*/ 558990 w 1104235"/>
                <a:gd name="connsiteY14" fmla="*/ 205514 h 205641"/>
                <a:gd name="connsiteX15" fmla="*/ 488607 w 1104235"/>
                <a:gd name="connsiteY15" fmla="*/ 182196 h 205641"/>
                <a:gd name="connsiteX16" fmla="*/ 345575 w 1104235"/>
                <a:gd name="connsiteY16" fmla="*/ 180183 h 205641"/>
                <a:gd name="connsiteX17" fmla="*/ 10026 w 1104235"/>
                <a:gd name="connsiteY17" fmla="*/ 174146 h 205641"/>
                <a:gd name="connsiteX0" fmla="*/ 1980 w 1096189"/>
                <a:gd name="connsiteY0" fmla="*/ 174146 h 205641"/>
                <a:gd name="connsiteX1" fmla="*/ 87910 w 1096189"/>
                <a:gd name="connsiteY1" fmla="*/ 127434 h 205641"/>
                <a:gd name="connsiteX2" fmla="*/ 206125 w 1096189"/>
                <a:gd name="connsiteY2" fmla="*/ 90684 h 205641"/>
                <a:gd name="connsiteX3" fmla="*/ 342170 w 1096189"/>
                <a:gd name="connsiteY3" fmla="*/ 40690 h 205641"/>
                <a:gd name="connsiteX4" fmla="*/ 447124 w 1096189"/>
                <a:gd name="connsiteY4" fmla="*/ 8770 h 205641"/>
                <a:gd name="connsiteX5" fmla="*/ 534052 w 1096189"/>
                <a:gd name="connsiteY5" fmla="*/ 54785 h 205641"/>
                <a:gd name="connsiteX6" fmla="*/ 602015 w 1096189"/>
                <a:gd name="connsiteY6" fmla="*/ 583 h 205641"/>
                <a:gd name="connsiteX7" fmla="*/ 742048 w 1096189"/>
                <a:gd name="connsiteY7" fmla="*/ 27276 h 205641"/>
                <a:gd name="connsiteX8" fmla="*/ 881823 w 1096189"/>
                <a:gd name="connsiteY8" fmla="*/ 59423 h 205641"/>
                <a:gd name="connsiteX9" fmla="*/ 986294 w 1096189"/>
                <a:gd name="connsiteY9" fmla="*/ 80896 h 205641"/>
                <a:gd name="connsiteX10" fmla="*/ 1093689 w 1096189"/>
                <a:gd name="connsiteY10" fmla="*/ 105564 h 205641"/>
                <a:gd name="connsiteX11" fmla="*/ 872708 w 1096189"/>
                <a:gd name="connsiteY11" fmla="*/ 147501 h 205641"/>
                <a:gd name="connsiteX12" fmla="*/ 755621 w 1096189"/>
                <a:gd name="connsiteY12" fmla="*/ 158439 h 205641"/>
                <a:gd name="connsiteX13" fmla="*/ 620623 w 1096189"/>
                <a:gd name="connsiteY13" fmla="*/ 177453 h 205641"/>
                <a:gd name="connsiteX14" fmla="*/ 550944 w 1096189"/>
                <a:gd name="connsiteY14" fmla="*/ 205514 h 205641"/>
                <a:gd name="connsiteX15" fmla="*/ 480561 w 1096189"/>
                <a:gd name="connsiteY15" fmla="*/ 182196 h 205641"/>
                <a:gd name="connsiteX16" fmla="*/ 337529 w 1096189"/>
                <a:gd name="connsiteY16" fmla="*/ 180183 h 205641"/>
                <a:gd name="connsiteX17" fmla="*/ 177097 w 1096189"/>
                <a:gd name="connsiteY17" fmla="*/ 173887 h 205641"/>
                <a:gd name="connsiteX18" fmla="*/ 1980 w 1096189"/>
                <a:gd name="connsiteY18" fmla="*/ 174146 h 205641"/>
                <a:gd name="connsiteX0" fmla="*/ 1913 w 1096122"/>
                <a:gd name="connsiteY0" fmla="*/ 174146 h 205641"/>
                <a:gd name="connsiteX1" fmla="*/ 87843 w 1096122"/>
                <a:gd name="connsiteY1" fmla="*/ 127434 h 205641"/>
                <a:gd name="connsiteX2" fmla="*/ 206058 w 1096122"/>
                <a:gd name="connsiteY2" fmla="*/ 90684 h 205641"/>
                <a:gd name="connsiteX3" fmla="*/ 342103 w 1096122"/>
                <a:gd name="connsiteY3" fmla="*/ 40690 h 205641"/>
                <a:gd name="connsiteX4" fmla="*/ 447057 w 1096122"/>
                <a:gd name="connsiteY4" fmla="*/ 8770 h 205641"/>
                <a:gd name="connsiteX5" fmla="*/ 533985 w 1096122"/>
                <a:gd name="connsiteY5" fmla="*/ 54785 h 205641"/>
                <a:gd name="connsiteX6" fmla="*/ 601948 w 1096122"/>
                <a:gd name="connsiteY6" fmla="*/ 583 h 205641"/>
                <a:gd name="connsiteX7" fmla="*/ 741981 w 1096122"/>
                <a:gd name="connsiteY7" fmla="*/ 27276 h 205641"/>
                <a:gd name="connsiteX8" fmla="*/ 881756 w 1096122"/>
                <a:gd name="connsiteY8" fmla="*/ 59423 h 205641"/>
                <a:gd name="connsiteX9" fmla="*/ 986227 w 1096122"/>
                <a:gd name="connsiteY9" fmla="*/ 80896 h 205641"/>
                <a:gd name="connsiteX10" fmla="*/ 1093622 w 1096122"/>
                <a:gd name="connsiteY10" fmla="*/ 105564 h 205641"/>
                <a:gd name="connsiteX11" fmla="*/ 872641 w 1096122"/>
                <a:gd name="connsiteY11" fmla="*/ 147501 h 205641"/>
                <a:gd name="connsiteX12" fmla="*/ 755554 w 1096122"/>
                <a:gd name="connsiteY12" fmla="*/ 158439 h 205641"/>
                <a:gd name="connsiteX13" fmla="*/ 620556 w 1096122"/>
                <a:gd name="connsiteY13" fmla="*/ 177453 h 205641"/>
                <a:gd name="connsiteX14" fmla="*/ 550877 w 1096122"/>
                <a:gd name="connsiteY14" fmla="*/ 205514 h 205641"/>
                <a:gd name="connsiteX15" fmla="*/ 480494 w 1096122"/>
                <a:gd name="connsiteY15" fmla="*/ 182196 h 205641"/>
                <a:gd name="connsiteX16" fmla="*/ 337462 w 1096122"/>
                <a:gd name="connsiteY16" fmla="*/ 180183 h 205641"/>
                <a:gd name="connsiteX17" fmla="*/ 175229 w 1096122"/>
                <a:gd name="connsiteY17" fmla="*/ 180334 h 205641"/>
                <a:gd name="connsiteX18" fmla="*/ 1913 w 1096122"/>
                <a:gd name="connsiteY18" fmla="*/ 174146 h 205641"/>
                <a:gd name="connsiteX0" fmla="*/ 1001 w 1095210"/>
                <a:gd name="connsiteY0" fmla="*/ 174146 h 205641"/>
                <a:gd name="connsiteX1" fmla="*/ 106167 w 1095210"/>
                <a:gd name="connsiteY1" fmla="*/ 130721 h 205641"/>
                <a:gd name="connsiteX2" fmla="*/ 205146 w 1095210"/>
                <a:gd name="connsiteY2" fmla="*/ 90684 h 205641"/>
                <a:gd name="connsiteX3" fmla="*/ 341191 w 1095210"/>
                <a:gd name="connsiteY3" fmla="*/ 40690 h 205641"/>
                <a:gd name="connsiteX4" fmla="*/ 446145 w 1095210"/>
                <a:gd name="connsiteY4" fmla="*/ 8770 h 205641"/>
                <a:gd name="connsiteX5" fmla="*/ 533073 w 1095210"/>
                <a:gd name="connsiteY5" fmla="*/ 54785 h 205641"/>
                <a:gd name="connsiteX6" fmla="*/ 601036 w 1095210"/>
                <a:gd name="connsiteY6" fmla="*/ 583 h 205641"/>
                <a:gd name="connsiteX7" fmla="*/ 741069 w 1095210"/>
                <a:gd name="connsiteY7" fmla="*/ 27276 h 205641"/>
                <a:gd name="connsiteX8" fmla="*/ 880844 w 1095210"/>
                <a:gd name="connsiteY8" fmla="*/ 59423 h 205641"/>
                <a:gd name="connsiteX9" fmla="*/ 985315 w 1095210"/>
                <a:gd name="connsiteY9" fmla="*/ 80896 h 205641"/>
                <a:gd name="connsiteX10" fmla="*/ 1092710 w 1095210"/>
                <a:gd name="connsiteY10" fmla="*/ 105564 h 205641"/>
                <a:gd name="connsiteX11" fmla="*/ 871729 w 1095210"/>
                <a:gd name="connsiteY11" fmla="*/ 147501 h 205641"/>
                <a:gd name="connsiteX12" fmla="*/ 754642 w 1095210"/>
                <a:gd name="connsiteY12" fmla="*/ 158439 h 205641"/>
                <a:gd name="connsiteX13" fmla="*/ 619644 w 1095210"/>
                <a:gd name="connsiteY13" fmla="*/ 177453 h 205641"/>
                <a:gd name="connsiteX14" fmla="*/ 549965 w 1095210"/>
                <a:gd name="connsiteY14" fmla="*/ 205514 h 205641"/>
                <a:gd name="connsiteX15" fmla="*/ 479582 w 1095210"/>
                <a:gd name="connsiteY15" fmla="*/ 182196 h 205641"/>
                <a:gd name="connsiteX16" fmla="*/ 336550 w 1095210"/>
                <a:gd name="connsiteY16" fmla="*/ 180183 h 205641"/>
                <a:gd name="connsiteX17" fmla="*/ 174317 w 1095210"/>
                <a:gd name="connsiteY17" fmla="*/ 180334 h 205641"/>
                <a:gd name="connsiteX18" fmla="*/ 1001 w 1095210"/>
                <a:gd name="connsiteY18" fmla="*/ 174146 h 205641"/>
                <a:gd name="connsiteX0" fmla="*/ 1001 w 1095210"/>
                <a:gd name="connsiteY0" fmla="*/ 174146 h 205641"/>
                <a:gd name="connsiteX1" fmla="*/ 106167 w 1095210"/>
                <a:gd name="connsiteY1" fmla="*/ 130721 h 205641"/>
                <a:gd name="connsiteX2" fmla="*/ 217830 w 1095210"/>
                <a:gd name="connsiteY2" fmla="*/ 90056 h 205641"/>
                <a:gd name="connsiteX3" fmla="*/ 341191 w 1095210"/>
                <a:gd name="connsiteY3" fmla="*/ 40690 h 205641"/>
                <a:gd name="connsiteX4" fmla="*/ 446145 w 1095210"/>
                <a:gd name="connsiteY4" fmla="*/ 8770 h 205641"/>
                <a:gd name="connsiteX5" fmla="*/ 533073 w 1095210"/>
                <a:gd name="connsiteY5" fmla="*/ 54785 h 205641"/>
                <a:gd name="connsiteX6" fmla="*/ 601036 w 1095210"/>
                <a:gd name="connsiteY6" fmla="*/ 583 h 205641"/>
                <a:gd name="connsiteX7" fmla="*/ 741069 w 1095210"/>
                <a:gd name="connsiteY7" fmla="*/ 27276 h 205641"/>
                <a:gd name="connsiteX8" fmla="*/ 880844 w 1095210"/>
                <a:gd name="connsiteY8" fmla="*/ 59423 h 205641"/>
                <a:gd name="connsiteX9" fmla="*/ 985315 w 1095210"/>
                <a:gd name="connsiteY9" fmla="*/ 80896 h 205641"/>
                <a:gd name="connsiteX10" fmla="*/ 1092710 w 1095210"/>
                <a:gd name="connsiteY10" fmla="*/ 105564 h 205641"/>
                <a:gd name="connsiteX11" fmla="*/ 871729 w 1095210"/>
                <a:gd name="connsiteY11" fmla="*/ 147501 h 205641"/>
                <a:gd name="connsiteX12" fmla="*/ 754642 w 1095210"/>
                <a:gd name="connsiteY12" fmla="*/ 158439 h 205641"/>
                <a:gd name="connsiteX13" fmla="*/ 619644 w 1095210"/>
                <a:gd name="connsiteY13" fmla="*/ 177453 h 205641"/>
                <a:gd name="connsiteX14" fmla="*/ 549965 w 1095210"/>
                <a:gd name="connsiteY14" fmla="*/ 205514 h 205641"/>
                <a:gd name="connsiteX15" fmla="*/ 479582 w 1095210"/>
                <a:gd name="connsiteY15" fmla="*/ 182196 h 205641"/>
                <a:gd name="connsiteX16" fmla="*/ 336550 w 1095210"/>
                <a:gd name="connsiteY16" fmla="*/ 180183 h 205641"/>
                <a:gd name="connsiteX17" fmla="*/ 174317 w 1095210"/>
                <a:gd name="connsiteY17" fmla="*/ 180334 h 205641"/>
                <a:gd name="connsiteX18" fmla="*/ 1001 w 1095210"/>
                <a:gd name="connsiteY18" fmla="*/ 174146 h 205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95210" h="205641">
                  <a:moveTo>
                    <a:pt x="1001" y="174146"/>
                  </a:moveTo>
                  <a:cubicBezTo>
                    <a:pt x="-10357" y="165877"/>
                    <a:pt x="78168" y="145040"/>
                    <a:pt x="106167" y="130721"/>
                  </a:cubicBezTo>
                  <a:cubicBezTo>
                    <a:pt x="134166" y="116402"/>
                    <a:pt x="178659" y="105061"/>
                    <a:pt x="217830" y="90056"/>
                  </a:cubicBezTo>
                  <a:cubicBezTo>
                    <a:pt x="257001" y="75051"/>
                    <a:pt x="301656" y="59963"/>
                    <a:pt x="341191" y="40690"/>
                  </a:cubicBezTo>
                  <a:cubicBezTo>
                    <a:pt x="387382" y="27446"/>
                    <a:pt x="414165" y="6421"/>
                    <a:pt x="446145" y="8770"/>
                  </a:cubicBezTo>
                  <a:cubicBezTo>
                    <a:pt x="478125" y="11119"/>
                    <a:pt x="507258" y="56149"/>
                    <a:pt x="533073" y="54785"/>
                  </a:cubicBezTo>
                  <a:cubicBezTo>
                    <a:pt x="558888" y="53421"/>
                    <a:pt x="566370" y="5168"/>
                    <a:pt x="601036" y="583"/>
                  </a:cubicBezTo>
                  <a:cubicBezTo>
                    <a:pt x="635702" y="-4002"/>
                    <a:pt x="691720" y="19723"/>
                    <a:pt x="741069" y="27276"/>
                  </a:cubicBezTo>
                  <a:cubicBezTo>
                    <a:pt x="790418" y="34829"/>
                    <a:pt x="840136" y="50486"/>
                    <a:pt x="880844" y="59423"/>
                  </a:cubicBezTo>
                  <a:cubicBezTo>
                    <a:pt x="921552" y="68360"/>
                    <a:pt x="952718" y="70952"/>
                    <a:pt x="985315" y="80896"/>
                  </a:cubicBezTo>
                  <a:cubicBezTo>
                    <a:pt x="1017912" y="90840"/>
                    <a:pt x="1111641" y="94463"/>
                    <a:pt x="1092710" y="105564"/>
                  </a:cubicBezTo>
                  <a:cubicBezTo>
                    <a:pt x="1073779" y="116665"/>
                    <a:pt x="928074" y="138689"/>
                    <a:pt x="871729" y="147501"/>
                  </a:cubicBezTo>
                  <a:cubicBezTo>
                    <a:pt x="815384" y="156313"/>
                    <a:pt x="796656" y="153447"/>
                    <a:pt x="754642" y="158439"/>
                  </a:cubicBezTo>
                  <a:cubicBezTo>
                    <a:pt x="712628" y="163431"/>
                    <a:pt x="653757" y="169607"/>
                    <a:pt x="619644" y="177453"/>
                  </a:cubicBezTo>
                  <a:cubicBezTo>
                    <a:pt x="585531" y="185299"/>
                    <a:pt x="580673" y="203653"/>
                    <a:pt x="549965" y="205514"/>
                  </a:cubicBezTo>
                  <a:cubicBezTo>
                    <a:pt x="519257" y="207375"/>
                    <a:pt x="513124" y="188284"/>
                    <a:pt x="479582" y="182196"/>
                  </a:cubicBezTo>
                  <a:cubicBezTo>
                    <a:pt x="446040" y="176108"/>
                    <a:pt x="387427" y="180493"/>
                    <a:pt x="336550" y="180183"/>
                  </a:cubicBezTo>
                  <a:cubicBezTo>
                    <a:pt x="285673" y="179873"/>
                    <a:pt x="228464" y="181693"/>
                    <a:pt x="174317" y="180334"/>
                  </a:cubicBezTo>
                  <a:cubicBezTo>
                    <a:pt x="115945" y="180420"/>
                    <a:pt x="12359" y="182415"/>
                    <a:pt x="1001" y="174146"/>
                  </a:cubicBezTo>
                  <a:close/>
                </a:path>
              </a:pathLst>
            </a:custGeom>
            <a:gradFill>
              <a:gsLst>
                <a:gs pos="89000">
                  <a:srgbClr val="F7C6BF"/>
                </a:gs>
                <a:gs pos="52000">
                  <a:srgbClr val="F7A8A5"/>
                </a:gs>
                <a:gs pos="33000">
                  <a:srgbClr val="F6A4A4"/>
                </a:gs>
              </a:gsLst>
              <a:lin ang="16200000" scaled="1"/>
            </a:gradFill>
            <a:ln>
              <a:solidFill>
                <a:srgbClr val="FF656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47183D9F-CA17-4921-8CBB-1578563C3D7E}"/>
              </a:ext>
            </a:extLst>
          </p:cNvPr>
          <p:cNvSpPr txBox="1"/>
          <p:nvPr/>
        </p:nvSpPr>
        <p:spPr>
          <a:xfrm>
            <a:off x="4535591" y="123468"/>
            <a:ext cx="31704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/>
              <a:t>Oxymizer</a:t>
            </a:r>
            <a:endParaRPr lang="en-US" sz="2800" b="1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044901D-563B-45CF-910D-1129844910C7}"/>
              </a:ext>
            </a:extLst>
          </p:cNvPr>
          <p:cNvSpPr/>
          <p:nvPr/>
        </p:nvSpPr>
        <p:spPr>
          <a:xfrm>
            <a:off x="181558" y="5250836"/>
            <a:ext cx="3056446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dirty="0" err="1"/>
              <a:t>Oxymizers</a:t>
            </a:r>
            <a:r>
              <a:rPr lang="en-US" sz="1600" dirty="0"/>
              <a:t> contain an additional 20 mL reservoir in a pendant or mustache“ shape. 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4C718E63-ED36-4949-88B3-0194FB2CE0AF}"/>
              </a:ext>
            </a:extLst>
          </p:cNvPr>
          <p:cNvCxnSpPr>
            <a:cxnSpLocks/>
          </p:cNvCxnSpPr>
          <p:nvPr/>
        </p:nvCxnSpPr>
        <p:spPr>
          <a:xfrm flipH="1">
            <a:off x="1914865" y="4263953"/>
            <a:ext cx="120319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AB8F5D3F-28B2-48FD-AA05-55ED9986BDBE}"/>
              </a:ext>
            </a:extLst>
          </p:cNvPr>
          <p:cNvSpPr txBox="1"/>
          <p:nvPr/>
        </p:nvSpPr>
        <p:spPr>
          <a:xfrm>
            <a:off x="1009620" y="3808719"/>
            <a:ext cx="1005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Oxymizer</a:t>
            </a:r>
            <a:r>
              <a:rPr lang="en-US" sz="1600" b="1" dirty="0"/>
              <a:t> reservoir</a:t>
            </a:r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063279A9-89EF-49EA-A81A-041B78B6211C}"/>
              </a:ext>
            </a:extLst>
          </p:cNvPr>
          <p:cNvSpPr/>
          <p:nvPr/>
        </p:nvSpPr>
        <p:spPr>
          <a:xfrm>
            <a:off x="5115537" y="3829050"/>
            <a:ext cx="285750" cy="419100"/>
          </a:xfrm>
          <a:custGeom>
            <a:avLst/>
            <a:gdLst>
              <a:gd name="connsiteX0" fmla="*/ 285750 w 285750"/>
              <a:gd name="connsiteY0" fmla="*/ 0 h 419100"/>
              <a:gd name="connsiteX1" fmla="*/ 215900 w 285750"/>
              <a:gd name="connsiteY1" fmla="*/ 209550 h 419100"/>
              <a:gd name="connsiteX2" fmla="*/ 82550 w 285750"/>
              <a:gd name="connsiteY2" fmla="*/ 374650 h 419100"/>
              <a:gd name="connsiteX3" fmla="*/ 0 w 285750"/>
              <a:gd name="connsiteY3" fmla="*/ 419100 h 419100"/>
              <a:gd name="connsiteX4" fmla="*/ 0 w 285750"/>
              <a:gd name="connsiteY4" fmla="*/ 41910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750" h="419100">
                <a:moveTo>
                  <a:pt x="285750" y="0"/>
                </a:moveTo>
                <a:cubicBezTo>
                  <a:pt x="267758" y="73554"/>
                  <a:pt x="249767" y="147108"/>
                  <a:pt x="215900" y="209550"/>
                </a:cubicBezTo>
                <a:cubicBezTo>
                  <a:pt x="182033" y="271992"/>
                  <a:pt x="118533" y="339725"/>
                  <a:pt x="82550" y="374650"/>
                </a:cubicBezTo>
                <a:cubicBezTo>
                  <a:pt x="46567" y="409575"/>
                  <a:pt x="0" y="419100"/>
                  <a:pt x="0" y="419100"/>
                </a:cubicBezTo>
                <a:lnTo>
                  <a:pt x="0" y="419100"/>
                </a:ln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7CBC2BDB-15FA-4E9A-8994-8B23FED1A841}"/>
              </a:ext>
            </a:extLst>
          </p:cNvPr>
          <p:cNvSpPr/>
          <p:nvPr/>
        </p:nvSpPr>
        <p:spPr>
          <a:xfrm>
            <a:off x="4520718" y="4149112"/>
            <a:ext cx="509730" cy="235472"/>
          </a:xfrm>
          <a:custGeom>
            <a:avLst/>
            <a:gdLst>
              <a:gd name="connsiteX0" fmla="*/ 548799 w 548799"/>
              <a:gd name="connsiteY0" fmla="*/ 193949 h 227442"/>
              <a:gd name="connsiteX1" fmla="*/ 377349 w 548799"/>
              <a:gd name="connsiteY1" fmla="*/ 219349 h 227442"/>
              <a:gd name="connsiteX2" fmla="*/ 91599 w 548799"/>
              <a:gd name="connsiteY2" fmla="*/ 219349 h 227442"/>
              <a:gd name="connsiteX3" fmla="*/ 2699 w 548799"/>
              <a:gd name="connsiteY3" fmla="*/ 124099 h 227442"/>
              <a:gd name="connsiteX4" fmla="*/ 174149 w 548799"/>
              <a:gd name="connsiteY4" fmla="*/ 22499 h 227442"/>
              <a:gd name="connsiteX5" fmla="*/ 466249 w 548799"/>
              <a:gd name="connsiteY5" fmla="*/ 3449 h 227442"/>
              <a:gd name="connsiteX6" fmla="*/ 504349 w 548799"/>
              <a:gd name="connsiteY6" fmla="*/ 73299 h 227442"/>
              <a:gd name="connsiteX7" fmla="*/ 358299 w 548799"/>
              <a:gd name="connsiteY7" fmla="*/ 117749 h 227442"/>
              <a:gd name="connsiteX8" fmla="*/ 307499 w 548799"/>
              <a:gd name="connsiteY8" fmla="*/ 117749 h 227442"/>
              <a:gd name="connsiteX0" fmla="*/ 524971 w 524971"/>
              <a:gd name="connsiteY0" fmla="*/ 193567 h 228175"/>
              <a:gd name="connsiteX1" fmla="*/ 353521 w 524971"/>
              <a:gd name="connsiteY1" fmla="*/ 218967 h 228175"/>
              <a:gd name="connsiteX2" fmla="*/ 67771 w 524971"/>
              <a:gd name="connsiteY2" fmla="*/ 218967 h 228175"/>
              <a:gd name="connsiteX3" fmla="*/ 4271 w 524971"/>
              <a:gd name="connsiteY3" fmla="*/ 108477 h 228175"/>
              <a:gd name="connsiteX4" fmla="*/ 150321 w 524971"/>
              <a:gd name="connsiteY4" fmla="*/ 22117 h 228175"/>
              <a:gd name="connsiteX5" fmla="*/ 442421 w 524971"/>
              <a:gd name="connsiteY5" fmla="*/ 3067 h 228175"/>
              <a:gd name="connsiteX6" fmla="*/ 480521 w 524971"/>
              <a:gd name="connsiteY6" fmla="*/ 72917 h 228175"/>
              <a:gd name="connsiteX7" fmla="*/ 334471 w 524971"/>
              <a:gd name="connsiteY7" fmla="*/ 117367 h 228175"/>
              <a:gd name="connsiteX8" fmla="*/ 283671 w 524971"/>
              <a:gd name="connsiteY8" fmla="*/ 117367 h 228175"/>
              <a:gd name="connsiteX0" fmla="*/ 520722 w 520722"/>
              <a:gd name="connsiteY0" fmla="*/ 193567 h 228175"/>
              <a:gd name="connsiteX1" fmla="*/ 349272 w 520722"/>
              <a:gd name="connsiteY1" fmla="*/ 218967 h 228175"/>
              <a:gd name="connsiteX2" fmla="*/ 63522 w 520722"/>
              <a:gd name="connsiteY2" fmla="*/ 218967 h 228175"/>
              <a:gd name="connsiteX3" fmla="*/ 22 w 520722"/>
              <a:gd name="connsiteY3" fmla="*/ 108477 h 228175"/>
              <a:gd name="connsiteX4" fmla="*/ 146072 w 520722"/>
              <a:gd name="connsiteY4" fmla="*/ 22117 h 228175"/>
              <a:gd name="connsiteX5" fmla="*/ 438172 w 520722"/>
              <a:gd name="connsiteY5" fmla="*/ 3067 h 228175"/>
              <a:gd name="connsiteX6" fmla="*/ 476272 w 520722"/>
              <a:gd name="connsiteY6" fmla="*/ 72917 h 228175"/>
              <a:gd name="connsiteX7" fmla="*/ 330222 w 520722"/>
              <a:gd name="connsiteY7" fmla="*/ 117367 h 228175"/>
              <a:gd name="connsiteX8" fmla="*/ 279422 w 520722"/>
              <a:gd name="connsiteY8" fmla="*/ 117367 h 228175"/>
              <a:gd name="connsiteX0" fmla="*/ 524970 w 524970"/>
              <a:gd name="connsiteY0" fmla="*/ 199314 h 233922"/>
              <a:gd name="connsiteX1" fmla="*/ 353520 w 524970"/>
              <a:gd name="connsiteY1" fmla="*/ 224714 h 233922"/>
              <a:gd name="connsiteX2" fmla="*/ 67770 w 524970"/>
              <a:gd name="connsiteY2" fmla="*/ 224714 h 233922"/>
              <a:gd name="connsiteX3" fmla="*/ 4270 w 524970"/>
              <a:gd name="connsiteY3" fmla="*/ 114224 h 233922"/>
              <a:gd name="connsiteX4" fmla="*/ 150320 w 524970"/>
              <a:gd name="connsiteY4" fmla="*/ 12624 h 233922"/>
              <a:gd name="connsiteX5" fmla="*/ 442420 w 524970"/>
              <a:gd name="connsiteY5" fmla="*/ 8814 h 233922"/>
              <a:gd name="connsiteX6" fmla="*/ 480520 w 524970"/>
              <a:gd name="connsiteY6" fmla="*/ 78664 h 233922"/>
              <a:gd name="connsiteX7" fmla="*/ 334470 w 524970"/>
              <a:gd name="connsiteY7" fmla="*/ 123114 h 233922"/>
              <a:gd name="connsiteX8" fmla="*/ 283670 w 524970"/>
              <a:gd name="connsiteY8" fmla="*/ 123114 h 233922"/>
              <a:gd name="connsiteX0" fmla="*/ 524970 w 524970"/>
              <a:gd name="connsiteY0" fmla="*/ 200638 h 235246"/>
              <a:gd name="connsiteX1" fmla="*/ 353520 w 524970"/>
              <a:gd name="connsiteY1" fmla="*/ 226038 h 235246"/>
              <a:gd name="connsiteX2" fmla="*/ 67770 w 524970"/>
              <a:gd name="connsiteY2" fmla="*/ 226038 h 235246"/>
              <a:gd name="connsiteX3" fmla="*/ 4270 w 524970"/>
              <a:gd name="connsiteY3" fmla="*/ 115548 h 235246"/>
              <a:gd name="connsiteX4" fmla="*/ 150320 w 524970"/>
              <a:gd name="connsiteY4" fmla="*/ 13948 h 235246"/>
              <a:gd name="connsiteX5" fmla="*/ 442420 w 524970"/>
              <a:gd name="connsiteY5" fmla="*/ 10138 h 235246"/>
              <a:gd name="connsiteX6" fmla="*/ 485600 w 524970"/>
              <a:gd name="connsiteY6" fmla="*/ 100308 h 235246"/>
              <a:gd name="connsiteX7" fmla="*/ 334470 w 524970"/>
              <a:gd name="connsiteY7" fmla="*/ 124438 h 235246"/>
              <a:gd name="connsiteX8" fmla="*/ 283670 w 524970"/>
              <a:gd name="connsiteY8" fmla="*/ 124438 h 235246"/>
              <a:gd name="connsiteX0" fmla="*/ 524970 w 524970"/>
              <a:gd name="connsiteY0" fmla="*/ 200638 h 235246"/>
              <a:gd name="connsiteX1" fmla="*/ 353520 w 524970"/>
              <a:gd name="connsiteY1" fmla="*/ 226038 h 235246"/>
              <a:gd name="connsiteX2" fmla="*/ 67770 w 524970"/>
              <a:gd name="connsiteY2" fmla="*/ 226038 h 235246"/>
              <a:gd name="connsiteX3" fmla="*/ 4270 w 524970"/>
              <a:gd name="connsiteY3" fmla="*/ 115548 h 235246"/>
              <a:gd name="connsiteX4" fmla="*/ 150320 w 524970"/>
              <a:gd name="connsiteY4" fmla="*/ 13948 h 235246"/>
              <a:gd name="connsiteX5" fmla="*/ 442420 w 524970"/>
              <a:gd name="connsiteY5" fmla="*/ 10138 h 235246"/>
              <a:gd name="connsiteX6" fmla="*/ 485600 w 524970"/>
              <a:gd name="connsiteY6" fmla="*/ 100308 h 235246"/>
              <a:gd name="connsiteX7" fmla="*/ 334470 w 524970"/>
              <a:gd name="connsiteY7" fmla="*/ 124438 h 235246"/>
              <a:gd name="connsiteX8" fmla="*/ 283670 w 524970"/>
              <a:gd name="connsiteY8" fmla="*/ 124438 h 235246"/>
              <a:gd name="connsiteX0" fmla="*/ 524970 w 524970"/>
              <a:gd name="connsiteY0" fmla="*/ 200638 h 235246"/>
              <a:gd name="connsiteX1" fmla="*/ 353520 w 524970"/>
              <a:gd name="connsiteY1" fmla="*/ 226038 h 235246"/>
              <a:gd name="connsiteX2" fmla="*/ 67770 w 524970"/>
              <a:gd name="connsiteY2" fmla="*/ 226038 h 235246"/>
              <a:gd name="connsiteX3" fmla="*/ 4270 w 524970"/>
              <a:gd name="connsiteY3" fmla="*/ 115548 h 235246"/>
              <a:gd name="connsiteX4" fmla="*/ 150320 w 524970"/>
              <a:gd name="connsiteY4" fmla="*/ 13948 h 235246"/>
              <a:gd name="connsiteX5" fmla="*/ 442420 w 524970"/>
              <a:gd name="connsiteY5" fmla="*/ 10138 h 235246"/>
              <a:gd name="connsiteX6" fmla="*/ 485600 w 524970"/>
              <a:gd name="connsiteY6" fmla="*/ 100308 h 235246"/>
              <a:gd name="connsiteX7" fmla="*/ 334470 w 524970"/>
              <a:gd name="connsiteY7" fmla="*/ 124438 h 235246"/>
              <a:gd name="connsiteX8" fmla="*/ 283670 w 524970"/>
              <a:gd name="connsiteY8" fmla="*/ 124438 h 235246"/>
              <a:gd name="connsiteX0" fmla="*/ 509730 w 509730"/>
              <a:gd name="connsiteY0" fmla="*/ 195558 h 235472"/>
              <a:gd name="connsiteX1" fmla="*/ 353520 w 509730"/>
              <a:gd name="connsiteY1" fmla="*/ 226038 h 235472"/>
              <a:gd name="connsiteX2" fmla="*/ 67770 w 509730"/>
              <a:gd name="connsiteY2" fmla="*/ 226038 h 235472"/>
              <a:gd name="connsiteX3" fmla="*/ 4270 w 509730"/>
              <a:gd name="connsiteY3" fmla="*/ 115548 h 235472"/>
              <a:gd name="connsiteX4" fmla="*/ 150320 w 509730"/>
              <a:gd name="connsiteY4" fmla="*/ 13948 h 235472"/>
              <a:gd name="connsiteX5" fmla="*/ 442420 w 509730"/>
              <a:gd name="connsiteY5" fmla="*/ 10138 h 235472"/>
              <a:gd name="connsiteX6" fmla="*/ 485600 w 509730"/>
              <a:gd name="connsiteY6" fmla="*/ 100308 h 235472"/>
              <a:gd name="connsiteX7" fmla="*/ 334470 w 509730"/>
              <a:gd name="connsiteY7" fmla="*/ 124438 h 235472"/>
              <a:gd name="connsiteX8" fmla="*/ 283670 w 509730"/>
              <a:gd name="connsiteY8" fmla="*/ 124438 h 235472"/>
              <a:gd name="connsiteX0" fmla="*/ 509730 w 509730"/>
              <a:gd name="connsiteY0" fmla="*/ 195558 h 235472"/>
              <a:gd name="connsiteX1" fmla="*/ 353520 w 509730"/>
              <a:gd name="connsiteY1" fmla="*/ 226038 h 235472"/>
              <a:gd name="connsiteX2" fmla="*/ 67770 w 509730"/>
              <a:gd name="connsiteY2" fmla="*/ 226038 h 235472"/>
              <a:gd name="connsiteX3" fmla="*/ 4270 w 509730"/>
              <a:gd name="connsiteY3" fmla="*/ 115548 h 235472"/>
              <a:gd name="connsiteX4" fmla="*/ 150320 w 509730"/>
              <a:gd name="connsiteY4" fmla="*/ 13948 h 235472"/>
              <a:gd name="connsiteX5" fmla="*/ 442420 w 509730"/>
              <a:gd name="connsiteY5" fmla="*/ 10138 h 235472"/>
              <a:gd name="connsiteX6" fmla="*/ 485600 w 509730"/>
              <a:gd name="connsiteY6" fmla="*/ 100308 h 235472"/>
              <a:gd name="connsiteX7" fmla="*/ 334470 w 509730"/>
              <a:gd name="connsiteY7" fmla="*/ 124438 h 235472"/>
              <a:gd name="connsiteX8" fmla="*/ 283670 w 509730"/>
              <a:gd name="connsiteY8" fmla="*/ 124438 h 23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9730" h="235472">
                <a:moveTo>
                  <a:pt x="509730" y="195558"/>
                </a:moveTo>
                <a:cubicBezTo>
                  <a:pt x="421465" y="231541"/>
                  <a:pt x="427180" y="220958"/>
                  <a:pt x="353520" y="226038"/>
                </a:cubicBezTo>
                <a:cubicBezTo>
                  <a:pt x="279860" y="231118"/>
                  <a:pt x="125978" y="244453"/>
                  <a:pt x="67770" y="226038"/>
                </a:cubicBezTo>
                <a:cubicBezTo>
                  <a:pt x="9562" y="207623"/>
                  <a:pt x="-9488" y="150896"/>
                  <a:pt x="4270" y="115548"/>
                </a:cubicBezTo>
                <a:cubicBezTo>
                  <a:pt x="18028" y="80200"/>
                  <a:pt x="77295" y="31516"/>
                  <a:pt x="150320" y="13948"/>
                </a:cubicBezTo>
                <a:cubicBezTo>
                  <a:pt x="223345" y="-3620"/>
                  <a:pt x="386540" y="-4255"/>
                  <a:pt x="442420" y="10138"/>
                </a:cubicBezTo>
                <a:cubicBezTo>
                  <a:pt x="498300" y="24531"/>
                  <a:pt x="503592" y="50778"/>
                  <a:pt x="485600" y="100308"/>
                </a:cubicBezTo>
                <a:cubicBezTo>
                  <a:pt x="467608" y="149838"/>
                  <a:pt x="368125" y="120416"/>
                  <a:pt x="334470" y="124438"/>
                </a:cubicBezTo>
                <a:cubicBezTo>
                  <a:pt x="300815" y="128460"/>
                  <a:pt x="292666" y="128142"/>
                  <a:pt x="283670" y="124438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FA007E0B-B745-4CA0-89C1-AEE5BC7EC36D}"/>
              </a:ext>
            </a:extLst>
          </p:cNvPr>
          <p:cNvSpPr/>
          <p:nvPr/>
        </p:nvSpPr>
        <p:spPr>
          <a:xfrm>
            <a:off x="4264592" y="3986928"/>
            <a:ext cx="172027" cy="334028"/>
          </a:xfrm>
          <a:custGeom>
            <a:avLst/>
            <a:gdLst>
              <a:gd name="connsiteX0" fmla="*/ 125298 w 125298"/>
              <a:gd name="connsiteY0" fmla="*/ 260350 h 285402"/>
              <a:gd name="connsiteX1" fmla="*/ 10998 w 125298"/>
              <a:gd name="connsiteY1" fmla="*/ 260350 h 285402"/>
              <a:gd name="connsiteX2" fmla="*/ 10998 w 125298"/>
              <a:gd name="connsiteY2" fmla="*/ 0 h 285402"/>
              <a:gd name="connsiteX0" fmla="*/ 125298 w 125298"/>
              <a:gd name="connsiteY0" fmla="*/ 260350 h 265932"/>
              <a:gd name="connsiteX1" fmla="*/ 10998 w 125298"/>
              <a:gd name="connsiteY1" fmla="*/ 193075 h 265932"/>
              <a:gd name="connsiteX2" fmla="*/ 10998 w 125298"/>
              <a:gd name="connsiteY2" fmla="*/ 0 h 265932"/>
              <a:gd name="connsiteX0" fmla="*/ 119475 w 119475"/>
              <a:gd name="connsiteY0" fmla="*/ 260350 h 269263"/>
              <a:gd name="connsiteX1" fmla="*/ 17966 w 119475"/>
              <a:gd name="connsiteY1" fmla="*/ 219144 h 269263"/>
              <a:gd name="connsiteX2" fmla="*/ 5175 w 119475"/>
              <a:gd name="connsiteY2" fmla="*/ 0 h 269263"/>
              <a:gd name="connsiteX0" fmla="*/ 213760 w 213760"/>
              <a:gd name="connsiteY0" fmla="*/ 260350 h 269263"/>
              <a:gd name="connsiteX1" fmla="*/ 22710 w 213760"/>
              <a:gd name="connsiteY1" fmla="*/ 219144 h 269263"/>
              <a:gd name="connsiteX2" fmla="*/ 9919 w 213760"/>
              <a:gd name="connsiteY2" fmla="*/ 0 h 269263"/>
              <a:gd name="connsiteX0" fmla="*/ 221288 w 221288"/>
              <a:gd name="connsiteY0" fmla="*/ 260350 h 277296"/>
              <a:gd name="connsiteX1" fmla="*/ 17446 w 221288"/>
              <a:gd name="connsiteY1" fmla="*/ 245213 h 277296"/>
              <a:gd name="connsiteX2" fmla="*/ 17447 w 221288"/>
              <a:gd name="connsiteY2" fmla="*/ 0 h 277296"/>
              <a:gd name="connsiteX0" fmla="*/ 186985 w 186985"/>
              <a:gd name="connsiteY0" fmla="*/ 260350 h 277296"/>
              <a:gd name="connsiteX1" fmla="*/ 15122 w 186985"/>
              <a:gd name="connsiteY1" fmla="*/ 245213 h 277296"/>
              <a:gd name="connsiteX2" fmla="*/ 15123 w 186985"/>
              <a:gd name="connsiteY2" fmla="*/ 0 h 277296"/>
              <a:gd name="connsiteX0" fmla="*/ 173268 w 173269"/>
              <a:gd name="connsiteY0" fmla="*/ 244709 h 268970"/>
              <a:gd name="connsiteX1" fmla="*/ 14197 w 173269"/>
              <a:gd name="connsiteY1" fmla="*/ 245213 h 268970"/>
              <a:gd name="connsiteX2" fmla="*/ 14198 w 173269"/>
              <a:gd name="connsiteY2" fmla="*/ 0 h 268970"/>
              <a:gd name="connsiteX0" fmla="*/ 97939 w 97939"/>
              <a:gd name="connsiteY0" fmla="*/ 239495 h 266699"/>
              <a:gd name="connsiteX1" fmla="*/ 9221 w 97939"/>
              <a:gd name="connsiteY1" fmla="*/ 245213 h 266699"/>
              <a:gd name="connsiteX2" fmla="*/ 9222 w 97939"/>
              <a:gd name="connsiteY2" fmla="*/ 0 h 266699"/>
              <a:gd name="connsiteX0" fmla="*/ 166411 w 166411"/>
              <a:gd name="connsiteY0" fmla="*/ 265563 h 280598"/>
              <a:gd name="connsiteX1" fmla="*/ 13735 w 166411"/>
              <a:gd name="connsiteY1" fmla="*/ 245213 h 280598"/>
              <a:gd name="connsiteX2" fmla="*/ 13736 w 166411"/>
              <a:gd name="connsiteY2" fmla="*/ 0 h 280598"/>
              <a:gd name="connsiteX0" fmla="*/ 125300 w 125301"/>
              <a:gd name="connsiteY0" fmla="*/ 244708 h 268969"/>
              <a:gd name="connsiteX1" fmla="*/ 10999 w 125301"/>
              <a:gd name="connsiteY1" fmla="*/ 245213 h 268969"/>
              <a:gd name="connsiteX2" fmla="*/ 11000 w 125301"/>
              <a:gd name="connsiteY2" fmla="*/ 0 h 268969"/>
              <a:gd name="connsiteX0" fmla="*/ 173267 w 173267"/>
              <a:gd name="connsiteY0" fmla="*/ 255136 h 274258"/>
              <a:gd name="connsiteX1" fmla="*/ 14196 w 173267"/>
              <a:gd name="connsiteY1" fmla="*/ 245213 h 274258"/>
              <a:gd name="connsiteX2" fmla="*/ 14197 w 173267"/>
              <a:gd name="connsiteY2" fmla="*/ 0 h 274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3267" h="274258">
                <a:moveTo>
                  <a:pt x="173267" y="255136"/>
                </a:moveTo>
                <a:cubicBezTo>
                  <a:pt x="125642" y="276832"/>
                  <a:pt x="40708" y="287736"/>
                  <a:pt x="14196" y="245213"/>
                </a:cubicBezTo>
                <a:cubicBezTo>
                  <a:pt x="-12316" y="202690"/>
                  <a:pt x="4672" y="108479"/>
                  <a:pt x="14197" y="0"/>
                </a:cubicBezTo>
              </a:path>
            </a:pathLst>
          </a:custGeom>
          <a:noFill/>
          <a:ln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02371E36-5CCB-4E03-B58B-10D70E085FF1}"/>
              </a:ext>
            </a:extLst>
          </p:cNvPr>
          <p:cNvSpPr/>
          <p:nvPr/>
        </p:nvSpPr>
        <p:spPr>
          <a:xfrm rot="21040209" flipH="1">
            <a:off x="4088213" y="3716861"/>
            <a:ext cx="317994" cy="464150"/>
          </a:xfrm>
          <a:custGeom>
            <a:avLst/>
            <a:gdLst>
              <a:gd name="connsiteX0" fmla="*/ 238624 w 315502"/>
              <a:gd name="connsiteY0" fmla="*/ 34813 h 366709"/>
              <a:gd name="connsiteX1" fmla="*/ 111624 w 315502"/>
              <a:gd name="connsiteY1" fmla="*/ 9413 h 366709"/>
              <a:gd name="connsiteX2" fmla="*/ 1557 w 315502"/>
              <a:gd name="connsiteY2" fmla="*/ 144880 h 366709"/>
              <a:gd name="connsiteX3" fmla="*/ 52357 w 315502"/>
              <a:gd name="connsiteY3" fmla="*/ 348080 h 366709"/>
              <a:gd name="connsiteX4" fmla="*/ 128557 w 315502"/>
              <a:gd name="connsiteY4" fmla="*/ 356547 h 366709"/>
              <a:gd name="connsiteX5" fmla="*/ 187824 w 315502"/>
              <a:gd name="connsiteY5" fmla="*/ 339613 h 366709"/>
              <a:gd name="connsiteX6" fmla="*/ 314824 w 315502"/>
              <a:gd name="connsiteY6" fmla="*/ 322680 h 366709"/>
              <a:gd name="connsiteX7" fmla="*/ 238624 w 315502"/>
              <a:gd name="connsiteY7" fmla="*/ 221080 h 366709"/>
              <a:gd name="connsiteX8" fmla="*/ 238624 w 315502"/>
              <a:gd name="connsiteY8" fmla="*/ 34813 h 366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5502" h="366709">
                <a:moveTo>
                  <a:pt x="238624" y="34813"/>
                </a:moveTo>
                <a:cubicBezTo>
                  <a:pt x="217457" y="-465"/>
                  <a:pt x="151135" y="-8931"/>
                  <a:pt x="111624" y="9413"/>
                </a:cubicBezTo>
                <a:cubicBezTo>
                  <a:pt x="72113" y="27757"/>
                  <a:pt x="11435" y="88436"/>
                  <a:pt x="1557" y="144880"/>
                </a:cubicBezTo>
                <a:cubicBezTo>
                  <a:pt x="-8321" y="201324"/>
                  <a:pt x="31190" y="312802"/>
                  <a:pt x="52357" y="348080"/>
                </a:cubicBezTo>
                <a:cubicBezTo>
                  <a:pt x="73524" y="383358"/>
                  <a:pt x="105979" y="357958"/>
                  <a:pt x="128557" y="356547"/>
                </a:cubicBezTo>
                <a:cubicBezTo>
                  <a:pt x="151135" y="355136"/>
                  <a:pt x="156779" y="345258"/>
                  <a:pt x="187824" y="339613"/>
                </a:cubicBezTo>
                <a:cubicBezTo>
                  <a:pt x="218868" y="333969"/>
                  <a:pt x="306357" y="342435"/>
                  <a:pt x="314824" y="322680"/>
                </a:cubicBezTo>
                <a:cubicBezTo>
                  <a:pt x="323291" y="302925"/>
                  <a:pt x="249913" y="264824"/>
                  <a:pt x="238624" y="221080"/>
                </a:cubicBezTo>
                <a:cubicBezTo>
                  <a:pt x="227335" y="177336"/>
                  <a:pt x="259791" y="70091"/>
                  <a:pt x="238624" y="34813"/>
                </a:cubicBezTo>
                <a:close/>
              </a:path>
            </a:pathLst>
          </a:custGeom>
          <a:gradFill flip="none" rotWithShape="1">
            <a:gsLst>
              <a:gs pos="71000">
                <a:schemeClr val="accent2">
                  <a:lumMod val="20000"/>
                  <a:lumOff val="80000"/>
                </a:schemeClr>
              </a:gs>
              <a:gs pos="31000">
                <a:srgbClr val="F8CCAE"/>
              </a:gs>
              <a:gs pos="0">
                <a:srgbClr val="F6C3A0"/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35000">
                  <a:schemeClr val="accent2">
                    <a:lumMod val="20000"/>
                    <a:lumOff val="80000"/>
                  </a:schemeClr>
                </a:gs>
                <a:gs pos="65000">
                  <a:schemeClr val="accent2">
                    <a:lumMod val="60000"/>
                    <a:lumOff val="40000"/>
                  </a:schemeClr>
                </a:gs>
                <a:gs pos="83000">
                  <a:schemeClr val="accent2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8D7DA33A-9A17-4504-9688-61816169AFF7}"/>
              </a:ext>
            </a:extLst>
          </p:cNvPr>
          <p:cNvSpPr/>
          <p:nvPr/>
        </p:nvSpPr>
        <p:spPr>
          <a:xfrm flipH="1">
            <a:off x="2214047" y="3763137"/>
            <a:ext cx="1963611" cy="834617"/>
          </a:xfrm>
          <a:custGeom>
            <a:avLst/>
            <a:gdLst>
              <a:gd name="connsiteX0" fmla="*/ 781050 w 781050"/>
              <a:gd name="connsiteY0" fmla="*/ 0 h 263761"/>
              <a:gd name="connsiteX1" fmla="*/ 546100 w 781050"/>
              <a:gd name="connsiteY1" fmla="*/ 177800 h 263761"/>
              <a:gd name="connsiteX2" fmla="*/ 336550 w 781050"/>
              <a:gd name="connsiteY2" fmla="*/ 254000 h 263761"/>
              <a:gd name="connsiteX3" fmla="*/ 0 w 781050"/>
              <a:gd name="connsiteY3" fmla="*/ 260350 h 263761"/>
              <a:gd name="connsiteX0" fmla="*/ 781050 w 781050"/>
              <a:gd name="connsiteY0" fmla="*/ 0 h 254423"/>
              <a:gd name="connsiteX1" fmla="*/ 546100 w 781050"/>
              <a:gd name="connsiteY1" fmla="*/ 177800 h 254423"/>
              <a:gd name="connsiteX2" fmla="*/ 336550 w 781050"/>
              <a:gd name="connsiteY2" fmla="*/ 254000 h 254423"/>
              <a:gd name="connsiteX3" fmla="*/ 0 w 781050"/>
              <a:gd name="connsiteY3" fmla="*/ 209550 h 254423"/>
              <a:gd name="connsiteX0" fmla="*/ 711200 w 711200"/>
              <a:gd name="connsiteY0" fmla="*/ 171450 h 444198"/>
              <a:gd name="connsiteX1" fmla="*/ 476250 w 711200"/>
              <a:gd name="connsiteY1" fmla="*/ 349250 h 444198"/>
              <a:gd name="connsiteX2" fmla="*/ 266700 w 711200"/>
              <a:gd name="connsiteY2" fmla="*/ 425450 h 444198"/>
              <a:gd name="connsiteX3" fmla="*/ 0 w 711200"/>
              <a:gd name="connsiteY3" fmla="*/ 0 h 444198"/>
              <a:gd name="connsiteX0" fmla="*/ 711200 w 711200"/>
              <a:gd name="connsiteY0" fmla="*/ 171450 h 464757"/>
              <a:gd name="connsiteX1" fmla="*/ 476250 w 711200"/>
              <a:gd name="connsiteY1" fmla="*/ 349250 h 464757"/>
              <a:gd name="connsiteX2" fmla="*/ 266700 w 711200"/>
              <a:gd name="connsiteY2" fmla="*/ 425450 h 464757"/>
              <a:gd name="connsiteX3" fmla="*/ 50800 w 711200"/>
              <a:gd name="connsiteY3" fmla="*/ 431799 h 464757"/>
              <a:gd name="connsiteX4" fmla="*/ 0 w 711200"/>
              <a:gd name="connsiteY4" fmla="*/ 0 h 464757"/>
              <a:gd name="connsiteX0" fmla="*/ 677396 w 677396"/>
              <a:gd name="connsiteY0" fmla="*/ 171450 h 464757"/>
              <a:gd name="connsiteX1" fmla="*/ 442446 w 677396"/>
              <a:gd name="connsiteY1" fmla="*/ 349250 h 464757"/>
              <a:gd name="connsiteX2" fmla="*/ 232896 w 677396"/>
              <a:gd name="connsiteY2" fmla="*/ 425450 h 464757"/>
              <a:gd name="connsiteX3" fmla="*/ 16996 w 677396"/>
              <a:gd name="connsiteY3" fmla="*/ 431799 h 464757"/>
              <a:gd name="connsiteX4" fmla="*/ 10646 w 677396"/>
              <a:gd name="connsiteY4" fmla="*/ 0 h 464757"/>
              <a:gd name="connsiteX0" fmla="*/ 677396 w 677396"/>
              <a:gd name="connsiteY0" fmla="*/ 171450 h 470917"/>
              <a:gd name="connsiteX1" fmla="*/ 442446 w 677396"/>
              <a:gd name="connsiteY1" fmla="*/ 349250 h 470917"/>
              <a:gd name="connsiteX2" fmla="*/ 245596 w 677396"/>
              <a:gd name="connsiteY2" fmla="*/ 444500 h 470917"/>
              <a:gd name="connsiteX3" fmla="*/ 16996 w 677396"/>
              <a:gd name="connsiteY3" fmla="*/ 431799 h 470917"/>
              <a:gd name="connsiteX4" fmla="*/ 10646 w 677396"/>
              <a:gd name="connsiteY4" fmla="*/ 0 h 470917"/>
              <a:gd name="connsiteX0" fmla="*/ 677396 w 677396"/>
              <a:gd name="connsiteY0" fmla="*/ 171450 h 470917"/>
              <a:gd name="connsiteX1" fmla="*/ 480546 w 677396"/>
              <a:gd name="connsiteY1" fmla="*/ 349250 h 470917"/>
              <a:gd name="connsiteX2" fmla="*/ 245596 w 677396"/>
              <a:gd name="connsiteY2" fmla="*/ 444500 h 470917"/>
              <a:gd name="connsiteX3" fmla="*/ 16996 w 677396"/>
              <a:gd name="connsiteY3" fmla="*/ 431799 h 470917"/>
              <a:gd name="connsiteX4" fmla="*/ 10646 w 677396"/>
              <a:gd name="connsiteY4" fmla="*/ 0 h 470917"/>
              <a:gd name="connsiteX0" fmla="*/ 677396 w 677396"/>
              <a:gd name="connsiteY0" fmla="*/ 171450 h 471898"/>
              <a:gd name="connsiteX1" fmla="*/ 480546 w 677396"/>
              <a:gd name="connsiteY1" fmla="*/ 330200 h 471898"/>
              <a:gd name="connsiteX2" fmla="*/ 245596 w 677396"/>
              <a:gd name="connsiteY2" fmla="*/ 444500 h 471898"/>
              <a:gd name="connsiteX3" fmla="*/ 16996 w 677396"/>
              <a:gd name="connsiteY3" fmla="*/ 431799 h 471898"/>
              <a:gd name="connsiteX4" fmla="*/ 10646 w 677396"/>
              <a:gd name="connsiteY4" fmla="*/ 0 h 471898"/>
              <a:gd name="connsiteX0" fmla="*/ 677396 w 677396"/>
              <a:gd name="connsiteY0" fmla="*/ 171450 h 471898"/>
              <a:gd name="connsiteX1" fmla="*/ 480546 w 677396"/>
              <a:gd name="connsiteY1" fmla="*/ 330200 h 471898"/>
              <a:gd name="connsiteX2" fmla="*/ 245596 w 677396"/>
              <a:gd name="connsiteY2" fmla="*/ 444500 h 471898"/>
              <a:gd name="connsiteX3" fmla="*/ 16996 w 677396"/>
              <a:gd name="connsiteY3" fmla="*/ 431799 h 471898"/>
              <a:gd name="connsiteX4" fmla="*/ 10646 w 677396"/>
              <a:gd name="connsiteY4" fmla="*/ 0 h 471898"/>
              <a:gd name="connsiteX0" fmla="*/ 677396 w 677396"/>
              <a:gd name="connsiteY0" fmla="*/ 171450 h 471898"/>
              <a:gd name="connsiteX1" fmla="*/ 480546 w 677396"/>
              <a:gd name="connsiteY1" fmla="*/ 330200 h 471898"/>
              <a:gd name="connsiteX2" fmla="*/ 245596 w 677396"/>
              <a:gd name="connsiteY2" fmla="*/ 444500 h 471898"/>
              <a:gd name="connsiteX3" fmla="*/ 16996 w 677396"/>
              <a:gd name="connsiteY3" fmla="*/ 431799 h 471898"/>
              <a:gd name="connsiteX4" fmla="*/ 10646 w 677396"/>
              <a:gd name="connsiteY4" fmla="*/ 0 h 471898"/>
              <a:gd name="connsiteX0" fmla="*/ 677396 w 677396"/>
              <a:gd name="connsiteY0" fmla="*/ 171450 h 471898"/>
              <a:gd name="connsiteX1" fmla="*/ 480546 w 677396"/>
              <a:gd name="connsiteY1" fmla="*/ 330200 h 471898"/>
              <a:gd name="connsiteX2" fmla="*/ 245596 w 677396"/>
              <a:gd name="connsiteY2" fmla="*/ 444500 h 471898"/>
              <a:gd name="connsiteX3" fmla="*/ 16996 w 677396"/>
              <a:gd name="connsiteY3" fmla="*/ 431799 h 471898"/>
              <a:gd name="connsiteX4" fmla="*/ 10646 w 677396"/>
              <a:gd name="connsiteY4" fmla="*/ 0 h 471898"/>
              <a:gd name="connsiteX0" fmla="*/ 677396 w 677396"/>
              <a:gd name="connsiteY0" fmla="*/ 171450 h 487937"/>
              <a:gd name="connsiteX1" fmla="*/ 480546 w 677396"/>
              <a:gd name="connsiteY1" fmla="*/ 330200 h 487937"/>
              <a:gd name="connsiteX2" fmla="*/ 245596 w 677396"/>
              <a:gd name="connsiteY2" fmla="*/ 444500 h 487937"/>
              <a:gd name="connsiteX3" fmla="*/ 16996 w 677396"/>
              <a:gd name="connsiteY3" fmla="*/ 431799 h 487937"/>
              <a:gd name="connsiteX4" fmla="*/ 10646 w 677396"/>
              <a:gd name="connsiteY4" fmla="*/ 0 h 487937"/>
              <a:gd name="connsiteX0" fmla="*/ 683746 w 683746"/>
              <a:gd name="connsiteY0" fmla="*/ 184150 h 487937"/>
              <a:gd name="connsiteX1" fmla="*/ 480546 w 683746"/>
              <a:gd name="connsiteY1" fmla="*/ 330200 h 487937"/>
              <a:gd name="connsiteX2" fmla="*/ 245596 w 683746"/>
              <a:gd name="connsiteY2" fmla="*/ 444500 h 487937"/>
              <a:gd name="connsiteX3" fmla="*/ 16996 w 683746"/>
              <a:gd name="connsiteY3" fmla="*/ 431799 h 487937"/>
              <a:gd name="connsiteX4" fmla="*/ 10646 w 683746"/>
              <a:gd name="connsiteY4" fmla="*/ 0 h 487937"/>
              <a:gd name="connsiteX0" fmla="*/ 664696 w 664696"/>
              <a:gd name="connsiteY0" fmla="*/ 222250 h 487937"/>
              <a:gd name="connsiteX1" fmla="*/ 480546 w 664696"/>
              <a:gd name="connsiteY1" fmla="*/ 330200 h 487937"/>
              <a:gd name="connsiteX2" fmla="*/ 245596 w 664696"/>
              <a:gd name="connsiteY2" fmla="*/ 444500 h 487937"/>
              <a:gd name="connsiteX3" fmla="*/ 16996 w 664696"/>
              <a:gd name="connsiteY3" fmla="*/ 431799 h 487937"/>
              <a:gd name="connsiteX4" fmla="*/ 10646 w 664696"/>
              <a:gd name="connsiteY4" fmla="*/ 0 h 487937"/>
              <a:gd name="connsiteX0" fmla="*/ 817096 w 817096"/>
              <a:gd name="connsiteY0" fmla="*/ 107950 h 487937"/>
              <a:gd name="connsiteX1" fmla="*/ 480546 w 817096"/>
              <a:gd name="connsiteY1" fmla="*/ 330200 h 487937"/>
              <a:gd name="connsiteX2" fmla="*/ 245596 w 817096"/>
              <a:gd name="connsiteY2" fmla="*/ 444500 h 487937"/>
              <a:gd name="connsiteX3" fmla="*/ 16996 w 817096"/>
              <a:gd name="connsiteY3" fmla="*/ 431799 h 487937"/>
              <a:gd name="connsiteX4" fmla="*/ 10646 w 817096"/>
              <a:gd name="connsiteY4" fmla="*/ 0 h 487937"/>
              <a:gd name="connsiteX0" fmla="*/ 817096 w 817096"/>
              <a:gd name="connsiteY0" fmla="*/ 107950 h 474643"/>
              <a:gd name="connsiteX1" fmla="*/ 531346 w 817096"/>
              <a:gd name="connsiteY1" fmla="*/ 279400 h 474643"/>
              <a:gd name="connsiteX2" fmla="*/ 245596 w 817096"/>
              <a:gd name="connsiteY2" fmla="*/ 444500 h 474643"/>
              <a:gd name="connsiteX3" fmla="*/ 16996 w 817096"/>
              <a:gd name="connsiteY3" fmla="*/ 431799 h 474643"/>
              <a:gd name="connsiteX4" fmla="*/ 10646 w 817096"/>
              <a:gd name="connsiteY4" fmla="*/ 0 h 474643"/>
              <a:gd name="connsiteX0" fmla="*/ 817096 w 817096"/>
              <a:gd name="connsiteY0" fmla="*/ 107950 h 472907"/>
              <a:gd name="connsiteX1" fmla="*/ 550396 w 817096"/>
              <a:gd name="connsiteY1" fmla="*/ 311150 h 472907"/>
              <a:gd name="connsiteX2" fmla="*/ 245596 w 817096"/>
              <a:gd name="connsiteY2" fmla="*/ 444500 h 472907"/>
              <a:gd name="connsiteX3" fmla="*/ 16996 w 817096"/>
              <a:gd name="connsiteY3" fmla="*/ 431799 h 472907"/>
              <a:gd name="connsiteX4" fmla="*/ 10646 w 817096"/>
              <a:gd name="connsiteY4" fmla="*/ 0 h 472907"/>
              <a:gd name="connsiteX0" fmla="*/ 817096 w 817096"/>
              <a:gd name="connsiteY0" fmla="*/ 107950 h 472907"/>
              <a:gd name="connsiteX1" fmla="*/ 550396 w 817096"/>
              <a:gd name="connsiteY1" fmla="*/ 311150 h 472907"/>
              <a:gd name="connsiteX2" fmla="*/ 245596 w 817096"/>
              <a:gd name="connsiteY2" fmla="*/ 444500 h 472907"/>
              <a:gd name="connsiteX3" fmla="*/ 16996 w 817096"/>
              <a:gd name="connsiteY3" fmla="*/ 431799 h 472907"/>
              <a:gd name="connsiteX4" fmla="*/ 10646 w 817096"/>
              <a:gd name="connsiteY4" fmla="*/ 0 h 472907"/>
              <a:gd name="connsiteX0" fmla="*/ 817096 w 817096"/>
              <a:gd name="connsiteY0" fmla="*/ 107950 h 472907"/>
              <a:gd name="connsiteX1" fmla="*/ 550396 w 817096"/>
              <a:gd name="connsiteY1" fmla="*/ 311150 h 472907"/>
              <a:gd name="connsiteX2" fmla="*/ 245596 w 817096"/>
              <a:gd name="connsiteY2" fmla="*/ 444500 h 472907"/>
              <a:gd name="connsiteX3" fmla="*/ 16996 w 817096"/>
              <a:gd name="connsiteY3" fmla="*/ 431799 h 472907"/>
              <a:gd name="connsiteX4" fmla="*/ 10646 w 817096"/>
              <a:gd name="connsiteY4" fmla="*/ 0 h 472907"/>
              <a:gd name="connsiteX0" fmla="*/ 829796 w 829796"/>
              <a:gd name="connsiteY0" fmla="*/ 114300 h 472907"/>
              <a:gd name="connsiteX1" fmla="*/ 550396 w 829796"/>
              <a:gd name="connsiteY1" fmla="*/ 311150 h 472907"/>
              <a:gd name="connsiteX2" fmla="*/ 245596 w 829796"/>
              <a:gd name="connsiteY2" fmla="*/ 444500 h 472907"/>
              <a:gd name="connsiteX3" fmla="*/ 16996 w 829796"/>
              <a:gd name="connsiteY3" fmla="*/ 431799 h 472907"/>
              <a:gd name="connsiteX4" fmla="*/ 10646 w 829796"/>
              <a:gd name="connsiteY4" fmla="*/ 0 h 472907"/>
              <a:gd name="connsiteX0" fmla="*/ 819150 w 819150"/>
              <a:gd name="connsiteY0" fmla="*/ 114300 h 472907"/>
              <a:gd name="connsiteX1" fmla="*/ 539750 w 819150"/>
              <a:gd name="connsiteY1" fmla="*/ 311150 h 472907"/>
              <a:gd name="connsiteX2" fmla="*/ 234950 w 819150"/>
              <a:gd name="connsiteY2" fmla="*/ 444500 h 472907"/>
              <a:gd name="connsiteX3" fmla="*/ 51442 w 819150"/>
              <a:gd name="connsiteY3" fmla="*/ 431799 h 472907"/>
              <a:gd name="connsiteX4" fmla="*/ 0 w 819150"/>
              <a:gd name="connsiteY4" fmla="*/ 0 h 472907"/>
              <a:gd name="connsiteX0" fmla="*/ 819150 w 819150"/>
              <a:gd name="connsiteY0" fmla="*/ 114300 h 455679"/>
              <a:gd name="connsiteX1" fmla="*/ 539750 w 819150"/>
              <a:gd name="connsiteY1" fmla="*/ 311150 h 455679"/>
              <a:gd name="connsiteX2" fmla="*/ 234950 w 819150"/>
              <a:gd name="connsiteY2" fmla="*/ 444500 h 455679"/>
              <a:gd name="connsiteX3" fmla="*/ 36411 w 819150"/>
              <a:gd name="connsiteY3" fmla="*/ 400049 h 455679"/>
              <a:gd name="connsiteX4" fmla="*/ 0 w 819150"/>
              <a:gd name="connsiteY4" fmla="*/ 0 h 455679"/>
              <a:gd name="connsiteX0" fmla="*/ 819150 w 819150"/>
              <a:gd name="connsiteY0" fmla="*/ 114300 h 431568"/>
              <a:gd name="connsiteX1" fmla="*/ 539750 w 819150"/>
              <a:gd name="connsiteY1" fmla="*/ 311150 h 431568"/>
              <a:gd name="connsiteX2" fmla="*/ 234950 w 819150"/>
              <a:gd name="connsiteY2" fmla="*/ 387350 h 431568"/>
              <a:gd name="connsiteX3" fmla="*/ 36411 w 819150"/>
              <a:gd name="connsiteY3" fmla="*/ 400049 h 431568"/>
              <a:gd name="connsiteX4" fmla="*/ 0 w 819150"/>
              <a:gd name="connsiteY4" fmla="*/ 0 h 431568"/>
              <a:gd name="connsiteX0" fmla="*/ 819150 w 819150"/>
              <a:gd name="connsiteY0" fmla="*/ 114300 h 431568"/>
              <a:gd name="connsiteX1" fmla="*/ 539750 w 819150"/>
              <a:gd name="connsiteY1" fmla="*/ 311150 h 431568"/>
              <a:gd name="connsiteX2" fmla="*/ 234950 w 819150"/>
              <a:gd name="connsiteY2" fmla="*/ 387350 h 431568"/>
              <a:gd name="connsiteX3" fmla="*/ 36411 w 819150"/>
              <a:gd name="connsiteY3" fmla="*/ 400049 h 431568"/>
              <a:gd name="connsiteX4" fmla="*/ 0 w 819150"/>
              <a:gd name="connsiteY4" fmla="*/ 0 h 431568"/>
              <a:gd name="connsiteX0" fmla="*/ 819150 w 819150"/>
              <a:gd name="connsiteY0" fmla="*/ 114300 h 432509"/>
              <a:gd name="connsiteX1" fmla="*/ 584843 w 819150"/>
              <a:gd name="connsiteY1" fmla="*/ 285750 h 432509"/>
              <a:gd name="connsiteX2" fmla="*/ 234950 w 819150"/>
              <a:gd name="connsiteY2" fmla="*/ 387350 h 432509"/>
              <a:gd name="connsiteX3" fmla="*/ 36411 w 819150"/>
              <a:gd name="connsiteY3" fmla="*/ 400049 h 432509"/>
              <a:gd name="connsiteX4" fmla="*/ 0 w 819150"/>
              <a:gd name="connsiteY4" fmla="*/ 0 h 432509"/>
              <a:gd name="connsiteX0" fmla="*/ 819150 w 819150"/>
              <a:gd name="connsiteY0" fmla="*/ 114300 h 440818"/>
              <a:gd name="connsiteX1" fmla="*/ 584843 w 819150"/>
              <a:gd name="connsiteY1" fmla="*/ 285750 h 440818"/>
              <a:gd name="connsiteX2" fmla="*/ 242466 w 819150"/>
              <a:gd name="connsiteY2" fmla="*/ 412750 h 440818"/>
              <a:gd name="connsiteX3" fmla="*/ 36411 w 819150"/>
              <a:gd name="connsiteY3" fmla="*/ 400049 h 440818"/>
              <a:gd name="connsiteX4" fmla="*/ 0 w 819150"/>
              <a:gd name="connsiteY4" fmla="*/ 0 h 440818"/>
              <a:gd name="connsiteX0" fmla="*/ 819150 w 819150"/>
              <a:gd name="connsiteY0" fmla="*/ 114300 h 442893"/>
              <a:gd name="connsiteX1" fmla="*/ 584843 w 819150"/>
              <a:gd name="connsiteY1" fmla="*/ 285750 h 442893"/>
              <a:gd name="connsiteX2" fmla="*/ 242466 w 819150"/>
              <a:gd name="connsiteY2" fmla="*/ 412750 h 442893"/>
              <a:gd name="connsiteX3" fmla="*/ 36411 w 819150"/>
              <a:gd name="connsiteY3" fmla="*/ 400049 h 442893"/>
              <a:gd name="connsiteX4" fmla="*/ 0 w 819150"/>
              <a:gd name="connsiteY4" fmla="*/ 0 h 442893"/>
              <a:gd name="connsiteX0" fmla="*/ 819150 w 819150"/>
              <a:gd name="connsiteY0" fmla="*/ 114300 h 435898"/>
              <a:gd name="connsiteX1" fmla="*/ 584843 w 819150"/>
              <a:gd name="connsiteY1" fmla="*/ 285750 h 435898"/>
              <a:gd name="connsiteX2" fmla="*/ 249981 w 819150"/>
              <a:gd name="connsiteY2" fmla="*/ 393700 h 435898"/>
              <a:gd name="connsiteX3" fmla="*/ 36411 w 819150"/>
              <a:gd name="connsiteY3" fmla="*/ 400049 h 435898"/>
              <a:gd name="connsiteX4" fmla="*/ 0 w 819150"/>
              <a:gd name="connsiteY4" fmla="*/ 0 h 435898"/>
              <a:gd name="connsiteX0" fmla="*/ 819150 w 819150"/>
              <a:gd name="connsiteY0" fmla="*/ 114300 h 442893"/>
              <a:gd name="connsiteX1" fmla="*/ 584843 w 819150"/>
              <a:gd name="connsiteY1" fmla="*/ 285750 h 442893"/>
              <a:gd name="connsiteX2" fmla="*/ 280043 w 819150"/>
              <a:gd name="connsiteY2" fmla="*/ 412750 h 442893"/>
              <a:gd name="connsiteX3" fmla="*/ 36411 w 819150"/>
              <a:gd name="connsiteY3" fmla="*/ 400049 h 442893"/>
              <a:gd name="connsiteX4" fmla="*/ 0 w 819150"/>
              <a:gd name="connsiteY4" fmla="*/ 0 h 442893"/>
              <a:gd name="connsiteX0" fmla="*/ 819150 w 819150"/>
              <a:gd name="connsiteY0" fmla="*/ 114300 h 440818"/>
              <a:gd name="connsiteX1" fmla="*/ 584843 w 819150"/>
              <a:gd name="connsiteY1" fmla="*/ 285750 h 440818"/>
              <a:gd name="connsiteX2" fmla="*/ 280043 w 819150"/>
              <a:gd name="connsiteY2" fmla="*/ 412750 h 440818"/>
              <a:gd name="connsiteX3" fmla="*/ 36411 w 819150"/>
              <a:gd name="connsiteY3" fmla="*/ 400049 h 440818"/>
              <a:gd name="connsiteX4" fmla="*/ 0 w 819150"/>
              <a:gd name="connsiteY4" fmla="*/ 0 h 440818"/>
              <a:gd name="connsiteX0" fmla="*/ 849212 w 849212"/>
              <a:gd name="connsiteY0" fmla="*/ 120650 h 440818"/>
              <a:gd name="connsiteX1" fmla="*/ 584843 w 849212"/>
              <a:gd name="connsiteY1" fmla="*/ 285750 h 440818"/>
              <a:gd name="connsiteX2" fmla="*/ 280043 w 849212"/>
              <a:gd name="connsiteY2" fmla="*/ 412750 h 440818"/>
              <a:gd name="connsiteX3" fmla="*/ 36411 w 849212"/>
              <a:gd name="connsiteY3" fmla="*/ 400049 h 440818"/>
              <a:gd name="connsiteX4" fmla="*/ 0 w 849212"/>
              <a:gd name="connsiteY4" fmla="*/ 0 h 440818"/>
              <a:gd name="connsiteX0" fmla="*/ 849212 w 849212"/>
              <a:gd name="connsiteY0" fmla="*/ 120650 h 440482"/>
              <a:gd name="connsiteX1" fmla="*/ 614904 w 849212"/>
              <a:gd name="connsiteY1" fmla="*/ 292100 h 440482"/>
              <a:gd name="connsiteX2" fmla="*/ 280043 w 849212"/>
              <a:gd name="connsiteY2" fmla="*/ 412750 h 440482"/>
              <a:gd name="connsiteX3" fmla="*/ 36411 w 849212"/>
              <a:gd name="connsiteY3" fmla="*/ 400049 h 440482"/>
              <a:gd name="connsiteX4" fmla="*/ 0 w 849212"/>
              <a:gd name="connsiteY4" fmla="*/ 0 h 440482"/>
              <a:gd name="connsiteX0" fmla="*/ 879274 w 879274"/>
              <a:gd name="connsiteY0" fmla="*/ 133350 h 440482"/>
              <a:gd name="connsiteX1" fmla="*/ 614904 w 879274"/>
              <a:gd name="connsiteY1" fmla="*/ 292100 h 440482"/>
              <a:gd name="connsiteX2" fmla="*/ 280043 w 879274"/>
              <a:gd name="connsiteY2" fmla="*/ 412750 h 440482"/>
              <a:gd name="connsiteX3" fmla="*/ 36411 w 879274"/>
              <a:gd name="connsiteY3" fmla="*/ 400049 h 440482"/>
              <a:gd name="connsiteX4" fmla="*/ 0 w 879274"/>
              <a:gd name="connsiteY4" fmla="*/ 0 h 440482"/>
              <a:gd name="connsiteX0" fmla="*/ 936071 w 936071"/>
              <a:gd name="connsiteY0" fmla="*/ 133350 h 423011"/>
              <a:gd name="connsiteX1" fmla="*/ 671701 w 936071"/>
              <a:gd name="connsiteY1" fmla="*/ 292100 h 423011"/>
              <a:gd name="connsiteX2" fmla="*/ 336840 w 936071"/>
              <a:gd name="connsiteY2" fmla="*/ 412750 h 423011"/>
              <a:gd name="connsiteX3" fmla="*/ 10539 w 936071"/>
              <a:gd name="connsiteY3" fmla="*/ 368299 h 423011"/>
              <a:gd name="connsiteX4" fmla="*/ 56797 w 936071"/>
              <a:gd name="connsiteY4" fmla="*/ 0 h 423011"/>
              <a:gd name="connsiteX0" fmla="*/ 902401 w 902401"/>
              <a:gd name="connsiteY0" fmla="*/ 133350 h 432612"/>
              <a:gd name="connsiteX1" fmla="*/ 638031 w 902401"/>
              <a:gd name="connsiteY1" fmla="*/ 292100 h 432612"/>
              <a:gd name="connsiteX2" fmla="*/ 303170 w 902401"/>
              <a:gd name="connsiteY2" fmla="*/ 412750 h 432612"/>
              <a:gd name="connsiteX3" fmla="*/ 14447 w 902401"/>
              <a:gd name="connsiteY3" fmla="*/ 387349 h 432612"/>
              <a:gd name="connsiteX4" fmla="*/ 23127 w 902401"/>
              <a:gd name="connsiteY4" fmla="*/ 0 h 432612"/>
              <a:gd name="connsiteX0" fmla="*/ 795832 w 795832"/>
              <a:gd name="connsiteY0" fmla="*/ 311150 h 432612"/>
              <a:gd name="connsiteX1" fmla="*/ 638031 w 795832"/>
              <a:gd name="connsiteY1" fmla="*/ 292100 h 432612"/>
              <a:gd name="connsiteX2" fmla="*/ 303170 w 795832"/>
              <a:gd name="connsiteY2" fmla="*/ 412750 h 432612"/>
              <a:gd name="connsiteX3" fmla="*/ 14447 w 795832"/>
              <a:gd name="connsiteY3" fmla="*/ 387349 h 432612"/>
              <a:gd name="connsiteX4" fmla="*/ 23127 w 795832"/>
              <a:gd name="connsiteY4" fmla="*/ 0 h 432612"/>
              <a:gd name="connsiteX0" fmla="*/ 795832 w 795832"/>
              <a:gd name="connsiteY0" fmla="*/ 311150 h 464725"/>
              <a:gd name="connsiteX1" fmla="*/ 417281 w 795832"/>
              <a:gd name="connsiteY1" fmla="*/ 461433 h 464725"/>
              <a:gd name="connsiteX2" fmla="*/ 303170 w 795832"/>
              <a:gd name="connsiteY2" fmla="*/ 412750 h 464725"/>
              <a:gd name="connsiteX3" fmla="*/ 14447 w 795832"/>
              <a:gd name="connsiteY3" fmla="*/ 387349 h 464725"/>
              <a:gd name="connsiteX4" fmla="*/ 23127 w 795832"/>
              <a:gd name="connsiteY4" fmla="*/ 0 h 464725"/>
              <a:gd name="connsiteX0" fmla="*/ 795832 w 795832"/>
              <a:gd name="connsiteY0" fmla="*/ 311150 h 464725"/>
              <a:gd name="connsiteX1" fmla="*/ 417281 w 795832"/>
              <a:gd name="connsiteY1" fmla="*/ 461433 h 464725"/>
              <a:gd name="connsiteX2" fmla="*/ 303170 w 795832"/>
              <a:gd name="connsiteY2" fmla="*/ 412750 h 464725"/>
              <a:gd name="connsiteX3" fmla="*/ 14447 w 795832"/>
              <a:gd name="connsiteY3" fmla="*/ 387349 h 464725"/>
              <a:gd name="connsiteX4" fmla="*/ 23127 w 795832"/>
              <a:gd name="connsiteY4" fmla="*/ 0 h 464725"/>
              <a:gd name="connsiteX0" fmla="*/ 795832 w 795832"/>
              <a:gd name="connsiteY0" fmla="*/ 311150 h 440894"/>
              <a:gd name="connsiteX1" fmla="*/ 485790 w 795832"/>
              <a:gd name="connsiteY1" fmla="*/ 436033 h 440894"/>
              <a:gd name="connsiteX2" fmla="*/ 303170 w 795832"/>
              <a:gd name="connsiteY2" fmla="*/ 412750 h 440894"/>
              <a:gd name="connsiteX3" fmla="*/ 14447 w 795832"/>
              <a:gd name="connsiteY3" fmla="*/ 387349 h 440894"/>
              <a:gd name="connsiteX4" fmla="*/ 23127 w 795832"/>
              <a:gd name="connsiteY4" fmla="*/ 0 h 440894"/>
              <a:gd name="connsiteX0" fmla="*/ 658815 w 658815"/>
              <a:gd name="connsiteY0" fmla="*/ 82550 h 456919"/>
              <a:gd name="connsiteX1" fmla="*/ 485790 w 658815"/>
              <a:gd name="connsiteY1" fmla="*/ 436033 h 456919"/>
              <a:gd name="connsiteX2" fmla="*/ 303170 w 658815"/>
              <a:gd name="connsiteY2" fmla="*/ 412750 h 456919"/>
              <a:gd name="connsiteX3" fmla="*/ 14447 w 658815"/>
              <a:gd name="connsiteY3" fmla="*/ 387349 h 456919"/>
              <a:gd name="connsiteX4" fmla="*/ 23127 w 658815"/>
              <a:gd name="connsiteY4" fmla="*/ 0 h 456919"/>
              <a:gd name="connsiteX0" fmla="*/ 658815 w 658815"/>
              <a:gd name="connsiteY0" fmla="*/ 82550 h 432612"/>
              <a:gd name="connsiteX1" fmla="*/ 371610 w 658815"/>
              <a:gd name="connsiteY1" fmla="*/ 292100 h 432612"/>
              <a:gd name="connsiteX2" fmla="*/ 303170 w 658815"/>
              <a:gd name="connsiteY2" fmla="*/ 412750 h 432612"/>
              <a:gd name="connsiteX3" fmla="*/ 14447 w 658815"/>
              <a:gd name="connsiteY3" fmla="*/ 387349 h 432612"/>
              <a:gd name="connsiteX4" fmla="*/ 23127 w 658815"/>
              <a:gd name="connsiteY4" fmla="*/ 0 h 432612"/>
              <a:gd name="connsiteX0" fmla="*/ 658815 w 658815"/>
              <a:gd name="connsiteY0" fmla="*/ 82550 h 437006"/>
              <a:gd name="connsiteX1" fmla="*/ 371610 w 658815"/>
              <a:gd name="connsiteY1" fmla="*/ 292100 h 437006"/>
              <a:gd name="connsiteX2" fmla="*/ 188989 w 658815"/>
              <a:gd name="connsiteY2" fmla="*/ 421217 h 437006"/>
              <a:gd name="connsiteX3" fmla="*/ 14447 w 658815"/>
              <a:gd name="connsiteY3" fmla="*/ 387349 h 437006"/>
              <a:gd name="connsiteX4" fmla="*/ 23127 w 658815"/>
              <a:gd name="connsiteY4" fmla="*/ 0 h 437006"/>
              <a:gd name="connsiteX0" fmla="*/ 658815 w 658815"/>
              <a:gd name="connsiteY0" fmla="*/ 82550 h 437006"/>
              <a:gd name="connsiteX1" fmla="*/ 394446 w 658815"/>
              <a:gd name="connsiteY1" fmla="*/ 292100 h 437006"/>
              <a:gd name="connsiteX2" fmla="*/ 188989 w 658815"/>
              <a:gd name="connsiteY2" fmla="*/ 421217 h 437006"/>
              <a:gd name="connsiteX3" fmla="*/ 14447 w 658815"/>
              <a:gd name="connsiteY3" fmla="*/ 387349 h 437006"/>
              <a:gd name="connsiteX4" fmla="*/ 23127 w 658815"/>
              <a:gd name="connsiteY4" fmla="*/ 0 h 437006"/>
              <a:gd name="connsiteX0" fmla="*/ 658815 w 658815"/>
              <a:gd name="connsiteY0" fmla="*/ 82550 h 437006"/>
              <a:gd name="connsiteX1" fmla="*/ 394446 w 658815"/>
              <a:gd name="connsiteY1" fmla="*/ 292100 h 437006"/>
              <a:gd name="connsiteX2" fmla="*/ 188989 w 658815"/>
              <a:gd name="connsiteY2" fmla="*/ 421217 h 437006"/>
              <a:gd name="connsiteX3" fmla="*/ 14447 w 658815"/>
              <a:gd name="connsiteY3" fmla="*/ 387349 h 437006"/>
              <a:gd name="connsiteX4" fmla="*/ 23127 w 658815"/>
              <a:gd name="connsiteY4" fmla="*/ 0 h 437006"/>
              <a:gd name="connsiteX0" fmla="*/ 643590 w 643590"/>
              <a:gd name="connsiteY0" fmla="*/ 107950 h 437006"/>
              <a:gd name="connsiteX1" fmla="*/ 394446 w 643590"/>
              <a:gd name="connsiteY1" fmla="*/ 292100 h 437006"/>
              <a:gd name="connsiteX2" fmla="*/ 188989 w 643590"/>
              <a:gd name="connsiteY2" fmla="*/ 421217 h 437006"/>
              <a:gd name="connsiteX3" fmla="*/ 14447 w 643590"/>
              <a:gd name="connsiteY3" fmla="*/ 387349 h 437006"/>
              <a:gd name="connsiteX4" fmla="*/ 23127 w 643590"/>
              <a:gd name="connsiteY4" fmla="*/ 0 h 437006"/>
              <a:gd name="connsiteX0" fmla="*/ 643590 w 643590"/>
              <a:gd name="connsiteY0" fmla="*/ 107950 h 437006"/>
              <a:gd name="connsiteX1" fmla="*/ 394446 w 643590"/>
              <a:gd name="connsiteY1" fmla="*/ 292100 h 437006"/>
              <a:gd name="connsiteX2" fmla="*/ 188989 w 643590"/>
              <a:gd name="connsiteY2" fmla="*/ 421217 h 437006"/>
              <a:gd name="connsiteX3" fmla="*/ 14447 w 643590"/>
              <a:gd name="connsiteY3" fmla="*/ 387349 h 437006"/>
              <a:gd name="connsiteX4" fmla="*/ 23127 w 643590"/>
              <a:gd name="connsiteY4" fmla="*/ 0 h 437006"/>
              <a:gd name="connsiteX0" fmla="*/ 643590 w 643590"/>
              <a:gd name="connsiteY0" fmla="*/ 107950 h 437006"/>
              <a:gd name="connsiteX1" fmla="*/ 394446 w 643590"/>
              <a:gd name="connsiteY1" fmla="*/ 292100 h 437006"/>
              <a:gd name="connsiteX2" fmla="*/ 188989 w 643590"/>
              <a:gd name="connsiteY2" fmla="*/ 421217 h 437006"/>
              <a:gd name="connsiteX3" fmla="*/ 14447 w 643590"/>
              <a:gd name="connsiteY3" fmla="*/ 387349 h 437006"/>
              <a:gd name="connsiteX4" fmla="*/ 23127 w 643590"/>
              <a:gd name="connsiteY4" fmla="*/ 0 h 437006"/>
              <a:gd name="connsiteX0" fmla="*/ 476126 w 476126"/>
              <a:gd name="connsiteY0" fmla="*/ 218017 h 437006"/>
              <a:gd name="connsiteX1" fmla="*/ 394446 w 476126"/>
              <a:gd name="connsiteY1" fmla="*/ 292100 h 437006"/>
              <a:gd name="connsiteX2" fmla="*/ 188989 w 476126"/>
              <a:gd name="connsiteY2" fmla="*/ 421217 h 437006"/>
              <a:gd name="connsiteX3" fmla="*/ 14447 w 476126"/>
              <a:gd name="connsiteY3" fmla="*/ 387349 h 437006"/>
              <a:gd name="connsiteX4" fmla="*/ 23127 w 476126"/>
              <a:gd name="connsiteY4" fmla="*/ 0 h 437006"/>
              <a:gd name="connsiteX0" fmla="*/ 476126 w 476126"/>
              <a:gd name="connsiteY0" fmla="*/ 218017 h 432064"/>
              <a:gd name="connsiteX1" fmla="*/ 333550 w 476126"/>
              <a:gd name="connsiteY1" fmla="*/ 368300 h 432064"/>
              <a:gd name="connsiteX2" fmla="*/ 188989 w 476126"/>
              <a:gd name="connsiteY2" fmla="*/ 421217 h 432064"/>
              <a:gd name="connsiteX3" fmla="*/ 14447 w 476126"/>
              <a:gd name="connsiteY3" fmla="*/ 387349 h 432064"/>
              <a:gd name="connsiteX4" fmla="*/ 23127 w 476126"/>
              <a:gd name="connsiteY4" fmla="*/ 0 h 432064"/>
              <a:gd name="connsiteX0" fmla="*/ 476126 w 476126"/>
              <a:gd name="connsiteY0" fmla="*/ 218017 h 432064"/>
              <a:gd name="connsiteX1" fmla="*/ 333550 w 476126"/>
              <a:gd name="connsiteY1" fmla="*/ 368300 h 432064"/>
              <a:gd name="connsiteX2" fmla="*/ 188989 w 476126"/>
              <a:gd name="connsiteY2" fmla="*/ 421217 h 432064"/>
              <a:gd name="connsiteX3" fmla="*/ 14447 w 476126"/>
              <a:gd name="connsiteY3" fmla="*/ 387349 h 432064"/>
              <a:gd name="connsiteX4" fmla="*/ 23127 w 476126"/>
              <a:gd name="connsiteY4" fmla="*/ 0 h 432064"/>
              <a:gd name="connsiteX0" fmla="*/ 452999 w 452999"/>
              <a:gd name="connsiteY0" fmla="*/ 218017 h 437108"/>
              <a:gd name="connsiteX1" fmla="*/ 310423 w 452999"/>
              <a:gd name="connsiteY1" fmla="*/ 368300 h 437108"/>
              <a:gd name="connsiteX2" fmla="*/ 165862 w 452999"/>
              <a:gd name="connsiteY2" fmla="*/ 421217 h 437108"/>
              <a:gd name="connsiteX3" fmla="*/ 29380 w 452999"/>
              <a:gd name="connsiteY3" fmla="*/ 395816 h 437108"/>
              <a:gd name="connsiteX4" fmla="*/ 0 w 452999"/>
              <a:gd name="connsiteY4" fmla="*/ 0 h 437108"/>
              <a:gd name="connsiteX0" fmla="*/ 452999 w 452999"/>
              <a:gd name="connsiteY0" fmla="*/ 218017 h 423467"/>
              <a:gd name="connsiteX1" fmla="*/ 310423 w 452999"/>
              <a:gd name="connsiteY1" fmla="*/ 368300 h 423467"/>
              <a:gd name="connsiteX2" fmla="*/ 165862 w 452999"/>
              <a:gd name="connsiteY2" fmla="*/ 421217 h 423467"/>
              <a:gd name="connsiteX3" fmla="*/ 33297 w 452999"/>
              <a:gd name="connsiteY3" fmla="*/ 303430 h 423467"/>
              <a:gd name="connsiteX4" fmla="*/ 0 w 452999"/>
              <a:gd name="connsiteY4" fmla="*/ 0 h 423467"/>
              <a:gd name="connsiteX0" fmla="*/ 452999 w 452999"/>
              <a:gd name="connsiteY0" fmla="*/ 264210 h 469660"/>
              <a:gd name="connsiteX1" fmla="*/ 310423 w 452999"/>
              <a:gd name="connsiteY1" fmla="*/ 414493 h 469660"/>
              <a:gd name="connsiteX2" fmla="*/ 165862 w 452999"/>
              <a:gd name="connsiteY2" fmla="*/ 467410 h 469660"/>
              <a:gd name="connsiteX3" fmla="*/ 33297 w 452999"/>
              <a:gd name="connsiteY3" fmla="*/ 349623 h 469660"/>
              <a:gd name="connsiteX4" fmla="*/ 0 w 452999"/>
              <a:gd name="connsiteY4" fmla="*/ 0 h 469660"/>
              <a:gd name="connsiteX0" fmla="*/ 464019 w 464019"/>
              <a:gd name="connsiteY0" fmla="*/ 264210 h 472710"/>
              <a:gd name="connsiteX1" fmla="*/ 321443 w 464019"/>
              <a:gd name="connsiteY1" fmla="*/ 414493 h 472710"/>
              <a:gd name="connsiteX2" fmla="*/ 176882 w 464019"/>
              <a:gd name="connsiteY2" fmla="*/ 467410 h 472710"/>
              <a:gd name="connsiteX3" fmla="*/ 16902 w 464019"/>
              <a:gd name="connsiteY3" fmla="*/ 296831 h 472710"/>
              <a:gd name="connsiteX4" fmla="*/ 11020 w 464019"/>
              <a:gd name="connsiteY4" fmla="*/ 0 h 472710"/>
              <a:gd name="connsiteX0" fmla="*/ 464019 w 464019"/>
              <a:gd name="connsiteY0" fmla="*/ 264210 h 420500"/>
              <a:gd name="connsiteX1" fmla="*/ 321443 w 464019"/>
              <a:gd name="connsiteY1" fmla="*/ 414493 h 420500"/>
              <a:gd name="connsiteX2" fmla="*/ 180798 w 464019"/>
              <a:gd name="connsiteY2" fmla="*/ 381623 h 420500"/>
              <a:gd name="connsiteX3" fmla="*/ 16902 w 464019"/>
              <a:gd name="connsiteY3" fmla="*/ 296831 h 420500"/>
              <a:gd name="connsiteX4" fmla="*/ 11020 w 464019"/>
              <a:gd name="connsiteY4" fmla="*/ 0 h 420500"/>
              <a:gd name="connsiteX0" fmla="*/ 464019 w 464019"/>
              <a:gd name="connsiteY0" fmla="*/ 264210 h 382119"/>
              <a:gd name="connsiteX1" fmla="*/ 317526 w 464019"/>
              <a:gd name="connsiteY1" fmla="*/ 328706 h 382119"/>
              <a:gd name="connsiteX2" fmla="*/ 180798 w 464019"/>
              <a:gd name="connsiteY2" fmla="*/ 381623 h 382119"/>
              <a:gd name="connsiteX3" fmla="*/ 16902 w 464019"/>
              <a:gd name="connsiteY3" fmla="*/ 296831 h 382119"/>
              <a:gd name="connsiteX4" fmla="*/ 11020 w 464019"/>
              <a:gd name="connsiteY4" fmla="*/ 0 h 382119"/>
              <a:gd name="connsiteX0" fmla="*/ 526682 w 526682"/>
              <a:gd name="connsiteY0" fmla="*/ 349997 h 392991"/>
              <a:gd name="connsiteX1" fmla="*/ 317526 w 526682"/>
              <a:gd name="connsiteY1" fmla="*/ 328706 h 392991"/>
              <a:gd name="connsiteX2" fmla="*/ 180798 w 526682"/>
              <a:gd name="connsiteY2" fmla="*/ 381623 h 392991"/>
              <a:gd name="connsiteX3" fmla="*/ 16902 w 526682"/>
              <a:gd name="connsiteY3" fmla="*/ 296831 h 392991"/>
              <a:gd name="connsiteX4" fmla="*/ 11020 w 526682"/>
              <a:gd name="connsiteY4" fmla="*/ 0 h 392991"/>
              <a:gd name="connsiteX0" fmla="*/ 526682 w 526682"/>
              <a:gd name="connsiteY0" fmla="*/ 349997 h 381996"/>
              <a:gd name="connsiteX1" fmla="*/ 317526 w 526682"/>
              <a:gd name="connsiteY1" fmla="*/ 328706 h 381996"/>
              <a:gd name="connsiteX2" fmla="*/ 180798 w 526682"/>
              <a:gd name="connsiteY2" fmla="*/ 381623 h 381996"/>
              <a:gd name="connsiteX3" fmla="*/ 16902 w 526682"/>
              <a:gd name="connsiteY3" fmla="*/ 296831 h 381996"/>
              <a:gd name="connsiteX4" fmla="*/ 11020 w 526682"/>
              <a:gd name="connsiteY4" fmla="*/ 0 h 381996"/>
              <a:gd name="connsiteX0" fmla="*/ 526682 w 526682"/>
              <a:gd name="connsiteY0" fmla="*/ 349997 h 383090"/>
              <a:gd name="connsiteX1" fmla="*/ 180798 w 526682"/>
              <a:gd name="connsiteY1" fmla="*/ 381623 h 383090"/>
              <a:gd name="connsiteX2" fmla="*/ 16902 w 526682"/>
              <a:gd name="connsiteY2" fmla="*/ 296831 h 383090"/>
              <a:gd name="connsiteX3" fmla="*/ 11020 w 526682"/>
              <a:gd name="connsiteY3" fmla="*/ 0 h 383090"/>
              <a:gd name="connsiteX0" fmla="*/ 534515 w 534515"/>
              <a:gd name="connsiteY0" fmla="*/ 409388 h 410924"/>
              <a:gd name="connsiteX1" fmla="*/ 180798 w 534515"/>
              <a:gd name="connsiteY1" fmla="*/ 381623 h 410924"/>
              <a:gd name="connsiteX2" fmla="*/ 16902 w 534515"/>
              <a:gd name="connsiteY2" fmla="*/ 296831 h 410924"/>
              <a:gd name="connsiteX3" fmla="*/ 11020 w 534515"/>
              <a:gd name="connsiteY3" fmla="*/ 0 h 410924"/>
              <a:gd name="connsiteX0" fmla="*/ 495351 w 495351"/>
              <a:gd name="connsiteY0" fmla="*/ 369794 h 385831"/>
              <a:gd name="connsiteX1" fmla="*/ 180798 w 495351"/>
              <a:gd name="connsiteY1" fmla="*/ 381623 h 385831"/>
              <a:gd name="connsiteX2" fmla="*/ 16902 w 495351"/>
              <a:gd name="connsiteY2" fmla="*/ 296831 h 385831"/>
              <a:gd name="connsiteX3" fmla="*/ 11020 w 495351"/>
              <a:gd name="connsiteY3" fmla="*/ 0 h 385831"/>
              <a:gd name="connsiteX0" fmla="*/ 495351 w 495351"/>
              <a:gd name="connsiteY0" fmla="*/ 369794 h 383793"/>
              <a:gd name="connsiteX1" fmla="*/ 180798 w 495351"/>
              <a:gd name="connsiteY1" fmla="*/ 381623 h 383793"/>
              <a:gd name="connsiteX2" fmla="*/ 16902 w 495351"/>
              <a:gd name="connsiteY2" fmla="*/ 296831 h 383793"/>
              <a:gd name="connsiteX3" fmla="*/ 11020 w 495351"/>
              <a:gd name="connsiteY3" fmla="*/ 0 h 383793"/>
              <a:gd name="connsiteX0" fmla="*/ 484331 w 484331"/>
              <a:gd name="connsiteY0" fmla="*/ 369794 h 383188"/>
              <a:gd name="connsiteX1" fmla="*/ 169778 w 484331"/>
              <a:gd name="connsiteY1" fmla="*/ 381623 h 383188"/>
              <a:gd name="connsiteX2" fmla="*/ 25464 w 484331"/>
              <a:gd name="connsiteY2" fmla="*/ 310029 h 383188"/>
              <a:gd name="connsiteX3" fmla="*/ 0 w 484331"/>
              <a:gd name="connsiteY3" fmla="*/ 0 h 383188"/>
              <a:gd name="connsiteX0" fmla="*/ 484331 w 484331"/>
              <a:gd name="connsiteY0" fmla="*/ 369794 h 369794"/>
              <a:gd name="connsiteX1" fmla="*/ 183920 w 484331"/>
              <a:gd name="connsiteY1" fmla="*/ 306387 h 369794"/>
              <a:gd name="connsiteX2" fmla="*/ 25464 w 484331"/>
              <a:gd name="connsiteY2" fmla="*/ 310029 h 369794"/>
              <a:gd name="connsiteX3" fmla="*/ 0 w 484331"/>
              <a:gd name="connsiteY3" fmla="*/ 0 h 369794"/>
              <a:gd name="connsiteX0" fmla="*/ 489864 w 489864"/>
              <a:gd name="connsiteY0" fmla="*/ 369794 h 369794"/>
              <a:gd name="connsiteX1" fmla="*/ 189453 w 489864"/>
              <a:gd name="connsiteY1" fmla="*/ 306387 h 369794"/>
              <a:gd name="connsiteX2" fmla="*/ 18426 w 489864"/>
              <a:gd name="connsiteY2" fmla="*/ 241336 h 369794"/>
              <a:gd name="connsiteX3" fmla="*/ 5533 w 489864"/>
              <a:gd name="connsiteY3" fmla="*/ 0 h 369794"/>
              <a:gd name="connsiteX0" fmla="*/ 484331 w 484331"/>
              <a:gd name="connsiteY0" fmla="*/ 369794 h 369794"/>
              <a:gd name="connsiteX1" fmla="*/ 183920 w 484331"/>
              <a:gd name="connsiteY1" fmla="*/ 306387 h 369794"/>
              <a:gd name="connsiteX2" fmla="*/ 22321 w 484331"/>
              <a:gd name="connsiteY2" fmla="*/ 254421 h 369794"/>
              <a:gd name="connsiteX3" fmla="*/ 0 w 484331"/>
              <a:gd name="connsiteY3" fmla="*/ 0 h 369794"/>
              <a:gd name="connsiteX0" fmla="*/ 500044 w 500044"/>
              <a:gd name="connsiteY0" fmla="*/ 402505 h 402505"/>
              <a:gd name="connsiteX1" fmla="*/ 199633 w 500044"/>
              <a:gd name="connsiteY1" fmla="*/ 339098 h 402505"/>
              <a:gd name="connsiteX2" fmla="*/ 38034 w 500044"/>
              <a:gd name="connsiteY2" fmla="*/ 287132 h 402505"/>
              <a:gd name="connsiteX3" fmla="*/ 0 w 500044"/>
              <a:gd name="connsiteY3" fmla="*/ 0 h 402505"/>
              <a:gd name="connsiteX0" fmla="*/ 500044 w 500044"/>
              <a:gd name="connsiteY0" fmla="*/ 402505 h 402505"/>
              <a:gd name="connsiteX1" fmla="*/ 199633 w 500044"/>
              <a:gd name="connsiteY1" fmla="*/ 339098 h 402505"/>
              <a:gd name="connsiteX2" fmla="*/ 38034 w 500044"/>
              <a:gd name="connsiteY2" fmla="*/ 287132 h 402505"/>
              <a:gd name="connsiteX3" fmla="*/ 0 w 500044"/>
              <a:gd name="connsiteY3" fmla="*/ 0 h 402505"/>
              <a:gd name="connsiteX0" fmla="*/ 486928 w 486928"/>
              <a:gd name="connsiteY0" fmla="*/ 418861 h 418861"/>
              <a:gd name="connsiteX1" fmla="*/ 186517 w 486928"/>
              <a:gd name="connsiteY1" fmla="*/ 355454 h 418861"/>
              <a:gd name="connsiteX2" fmla="*/ 24918 w 486928"/>
              <a:gd name="connsiteY2" fmla="*/ 303488 h 418861"/>
              <a:gd name="connsiteX3" fmla="*/ 1026 w 486928"/>
              <a:gd name="connsiteY3" fmla="*/ 0 h 418861"/>
              <a:gd name="connsiteX0" fmla="*/ 485902 w 485902"/>
              <a:gd name="connsiteY0" fmla="*/ 418861 h 418861"/>
              <a:gd name="connsiteX1" fmla="*/ 185491 w 485902"/>
              <a:gd name="connsiteY1" fmla="*/ 355454 h 418861"/>
              <a:gd name="connsiteX2" fmla="*/ 34891 w 485902"/>
              <a:gd name="connsiteY2" fmla="*/ 300217 h 418861"/>
              <a:gd name="connsiteX3" fmla="*/ 0 w 485902"/>
              <a:gd name="connsiteY3" fmla="*/ 0 h 418861"/>
              <a:gd name="connsiteX0" fmla="*/ 485902 w 485902"/>
              <a:gd name="connsiteY0" fmla="*/ 418861 h 418861"/>
              <a:gd name="connsiteX1" fmla="*/ 124209 w 485902"/>
              <a:gd name="connsiteY1" fmla="*/ 339099 h 418861"/>
              <a:gd name="connsiteX2" fmla="*/ 34891 w 485902"/>
              <a:gd name="connsiteY2" fmla="*/ 300217 h 418861"/>
              <a:gd name="connsiteX3" fmla="*/ 0 w 485902"/>
              <a:gd name="connsiteY3" fmla="*/ 0 h 418861"/>
              <a:gd name="connsiteX0" fmla="*/ 485902 w 485902"/>
              <a:gd name="connsiteY0" fmla="*/ 418861 h 429943"/>
              <a:gd name="connsiteX1" fmla="*/ 244031 w 485902"/>
              <a:gd name="connsiteY1" fmla="*/ 426490 h 429943"/>
              <a:gd name="connsiteX2" fmla="*/ 124209 w 485902"/>
              <a:gd name="connsiteY2" fmla="*/ 339099 h 429943"/>
              <a:gd name="connsiteX3" fmla="*/ 34891 w 485902"/>
              <a:gd name="connsiteY3" fmla="*/ 300217 h 429943"/>
              <a:gd name="connsiteX4" fmla="*/ 0 w 485902"/>
              <a:gd name="connsiteY4" fmla="*/ 0 h 429943"/>
              <a:gd name="connsiteX0" fmla="*/ 485902 w 485902"/>
              <a:gd name="connsiteY0" fmla="*/ 418861 h 429943"/>
              <a:gd name="connsiteX1" fmla="*/ 244031 w 485902"/>
              <a:gd name="connsiteY1" fmla="*/ 426490 h 429943"/>
              <a:gd name="connsiteX2" fmla="*/ 143065 w 485902"/>
              <a:gd name="connsiteY2" fmla="*/ 361997 h 429943"/>
              <a:gd name="connsiteX3" fmla="*/ 34891 w 485902"/>
              <a:gd name="connsiteY3" fmla="*/ 300217 h 429943"/>
              <a:gd name="connsiteX4" fmla="*/ 0 w 485902"/>
              <a:gd name="connsiteY4" fmla="*/ 0 h 429943"/>
              <a:gd name="connsiteX0" fmla="*/ 485902 w 485902"/>
              <a:gd name="connsiteY0" fmla="*/ 418861 h 429943"/>
              <a:gd name="connsiteX1" fmla="*/ 244031 w 485902"/>
              <a:gd name="connsiteY1" fmla="*/ 426490 h 429943"/>
              <a:gd name="connsiteX2" fmla="*/ 143065 w 485902"/>
              <a:gd name="connsiteY2" fmla="*/ 361997 h 429943"/>
              <a:gd name="connsiteX3" fmla="*/ 31748 w 485902"/>
              <a:gd name="connsiteY3" fmla="*/ 316572 h 429943"/>
              <a:gd name="connsiteX4" fmla="*/ 0 w 485902"/>
              <a:gd name="connsiteY4" fmla="*/ 0 h 429943"/>
              <a:gd name="connsiteX0" fmla="*/ 486061 w 486061"/>
              <a:gd name="connsiteY0" fmla="*/ 418861 h 429943"/>
              <a:gd name="connsiteX1" fmla="*/ 244190 w 486061"/>
              <a:gd name="connsiteY1" fmla="*/ 426490 h 429943"/>
              <a:gd name="connsiteX2" fmla="*/ 143224 w 486061"/>
              <a:gd name="connsiteY2" fmla="*/ 361997 h 429943"/>
              <a:gd name="connsiteX3" fmla="*/ 25622 w 486061"/>
              <a:gd name="connsiteY3" fmla="*/ 310030 h 429943"/>
              <a:gd name="connsiteX4" fmla="*/ 159 w 486061"/>
              <a:gd name="connsiteY4" fmla="*/ 0 h 429943"/>
              <a:gd name="connsiteX0" fmla="*/ 485902 w 485902"/>
              <a:gd name="connsiteY0" fmla="*/ 418861 h 429943"/>
              <a:gd name="connsiteX1" fmla="*/ 244031 w 485902"/>
              <a:gd name="connsiteY1" fmla="*/ 426490 h 429943"/>
              <a:gd name="connsiteX2" fmla="*/ 143065 w 485902"/>
              <a:gd name="connsiteY2" fmla="*/ 361997 h 429943"/>
              <a:gd name="connsiteX3" fmla="*/ 25463 w 485902"/>
              <a:gd name="connsiteY3" fmla="*/ 310030 h 429943"/>
              <a:gd name="connsiteX4" fmla="*/ 0 w 485902"/>
              <a:gd name="connsiteY4" fmla="*/ 0 h 429943"/>
              <a:gd name="connsiteX0" fmla="*/ 485902 w 485902"/>
              <a:gd name="connsiteY0" fmla="*/ 418861 h 429943"/>
              <a:gd name="connsiteX1" fmla="*/ 244031 w 485902"/>
              <a:gd name="connsiteY1" fmla="*/ 426490 h 429943"/>
              <a:gd name="connsiteX2" fmla="*/ 143065 w 485902"/>
              <a:gd name="connsiteY2" fmla="*/ 361997 h 429943"/>
              <a:gd name="connsiteX3" fmla="*/ 25463 w 485902"/>
              <a:gd name="connsiteY3" fmla="*/ 310030 h 429943"/>
              <a:gd name="connsiteX4" fmla="*/ 0 w 485902"/>
              <a:gd name="connsiteY4" fmla="*/ 0 h 429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5902" h="429943">
                <a:moveTo>
                  <a:pt x="485902" y="418861"/>
                </a:moveTo>
                <a:cubicBezTo>
                  <a:pt x="446114" y="409774"/>
                  <a:pt x="304313" y="439784"/>
                  <a:pt x="244031" y="426490"/>
                </a:cubicBezTo>
                <a:cubicBezTo>
                  <a:pt x="183749" y="413196"/>
                  <a:pt x="179493" y="381407"/>
                  <a:pt x="143065" y="361997"/>
                </a:cubicBezTo>
                <a:cubicBezTo>
                  <a:pt x="106637" y="342587"/>
                  <a:pt x="76198" y="358040"/>
                  <a:pt x="25463" y="310030"/>
                </a:cubicBezTo>
                <a:cubicBezTo>
                  <a:pt x="-11130" y="229309"/>
                  <a:pt x="10168" y="89669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D642251-0F30-46F5-8606-3E2EA971760E}"/>
              </a:ext>
            </a:extLst>
          </p:cNvPr>
          <p:cNvSpPr txBox="1"/>
          <p:nvPr/>
        </p:nvSpPr>
        <p:spPr>
          <a:xfrm>
            <a:off x="1067571" y="4387177"/>
            <a:ext cx="1186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ambient air (21% FiO</a:t>
            </a:r>
            <a:r>
              <a:rPr lang="en-US" sz="1400" baseline="-25000" dirty="0">
                <a:solidFill>
                  <a:srgbClr val="FF0000"/>
                </a:solidFill>
              </a:rPr>
              <a:t>2</a:t>
            </a:r>
            <a:r>
              <a:rPr lang="en-US" sz="1400" dirty="0">
                <a:solidFill>
                  <a:srgbClr val="FF0000"/>
                </a:solidFill>
              </a:rPr>
              <a:t>) 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194BE956-E26E-42E2-B905-7300B1229937}"/>
              </a:ext>
            </a:extLst>
          </p:cNvPr>
          <p:cNvSpPr/>
          <p:nvPr/>
        </p:nvSpPr>
        <p:spPr>
          <a:xfrm rot="576092">
            <a:off x="3586981" y="3714694"/>
            <a:ext cx="287068" cy="464150"/>
          </a:xfrm>
          <a:custGeom>
            <a:avLst/>
            <a:gdLst>
              <a:gd name="connsiteX0" fmla="*/ 238624 w 315502"/>
              <a:gd name="connsiteY0" fmla="*/ 34813 h 366709"/>
              <a:gd name="connsiteX1" fmla="*/ 111624 w 315502"/>
              <a:gd name="connsiteY1" fmla="*/ 9413 h 366709"/>
              <a:gd name="connsiteX2" fmla="*/ 1557 w 315502"/>
              <a:gd name="connsiteY2" fmla="*/ 144880 h 366709"/>
              <a:gd name="connsiteX3" fmla="*/ 52357 w 315502"/>
              <a:gd name="connsiteY3" fmla="*/ 348080 h 366709"/>
              <a:gd name="connsiteX4" fmla="*/ 128557 w 315502"/>
              <a:gd name="connsiteY4" fmla="*/ 356547 h 366709"/>
              <a:gd name="connsiteX5" fmla="*/ 187824 w 315502"/>
              <a:gd name="connsiteY5" fmla="*/ 339613 h 366709"/>
              <a:gd name="connsiteX6" fmla="*/ 314824 w 315502"/>
              <a:gd name="connsiteY6" fmla="*/ 322680 h 366709"/>
              <a:gd name="connsiteX7" fmla="*/ 238624 w 315502"/>
              <a:gd name="connsiteY7" fmla="*/ 221080 h 366709"/>
              <a:gd name="connsiteX8" fmla="*/ 238624 w 315502"/>
              <a:gd name="connsiteY8" fmla="*/ 34813 h 366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5502" h="366709">
                <a:moveTo>
                  <a:pt x="238624" y="34813"/>
                </a:moveTo>
                <a:cubicBezTo>
                  <a:pt x="217457" y="-465"/>
                  <a:pt x="151135" y="-8931"/>
                  <a:pt x="111624" y="9413"/>
                </a:cubicBezTo>
                <a:cubicBezTo>
                  <a:pt x="72113" y="27757"/>
                  <a:pt x="11435" y="88436"/>
                  <a:pt x="1557" y="144880"/>
                </a:cubicBezTo>
                <a:cubicBezTo>
                  <a:pt x="-8321" y="201324"/>
                  <a:pt x="31190" y="312802"/>
                  <a:pt x="52357" y="348080"/>
                </a:cubicBezTo>
                <a:cubicBezTo>
                  <a:pt x="73524" y="383358"/>
                  <a:pt x="105979" y="357958"/>
                  <a:pt x="128557" y="356547"/>
                </a:cubicBezTo>
                <a:cubicBezTo>
                  <a:pt x="151135" y="355136"/>
                  <a:pt x="156779" y="345258"/>
                  <a:pt x="187824" y="339613"/>
                </a:cubicBezTo>
                <a:cubicBezTo>
                  <a:pt x="218868" y="333969"/>
                  <a:pt x="306357" y="342435"/>
                  <a:pt x="314824" y="322680"/>
                </a:cubicBezTo>
                <a:cubicBezTo>
                  <a:pt x="323291" y="302925"/>
                  <a:pt x="249913" y="264824"/>
                  <a:pt x="238624" y="221080"/>
                </a:cubicBezTo>
                <a:cubicBezTo>
                  <a:pt x="227335" y="177336"/>
                  <a:pt x="259791" y="70091"/>
                  <a:pt x="238624" y="34813"/>
                </a:cubicBezTo>
                <a:close/>
              </a:path>
            </a:pathLst>
          </a:custGeom>
          <a:gradFill flip="none" rotWithShape="1">
            <a:gsLst>
              <a:gs pos="71000">
                <a:schemeClr val="accent2">
                  <a:lumMod val="20000"/>
                  <a:lumOff val="80000"/>
                </a:schemeClr>
              </a:gs>
              <a:gs pos="31000">
                <a:srgbClr val="F8CCAE"/>
              </a:gs>
              <a:gs pos="0">
                <a:srgbClr val="F6C3A0"/>
              </a:gs>
            </a:gsLst>
            <a:path path="circle">
              <a:fillToRect t="100000" r="100000"/>
            </a:path>
            <a:tileRect l="-100000" b="-100000"/>
          </a:gradFill>
          <a:ln>
            <a:gradFill>
              <a:gsLst>
                <a:gs pos="35000">
                  <a:schemeClr val="accent2">
                    <a:lumMod val="20000"/>
                    <a:lumOff val="80000"/>
                  </a:schemeClr>
                </a:gs>
                <a:gs pos="65000">
                  <a:schemeClr val="accent2">
                    <a:lumMod val="60000"/>
                    <a:lumOff val="40000"/>
                  </a:schemeClr>
                </a:gs>
                <a:gs pos="83000">
                  <a:schemeClr val="accent2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2A47A91C-89FC-43EA-B644-38A548E53F98}"/>
              </a:ext>
            </a:extLst>
          </p:cNvPr>
          <p:cNvSpPr/>
          <p:nvPr/>
        </p:nvSpPr>
        <p:spPr>
          <a:xfrm>
            <a:off x="3592594" y="2225523"/>
            <a:ext cx="846318" cy="2018200"/>
          </a:xfrm>
          <a:custGeom>
            <a:avLst/>
            <a:gdLst>
              <a:gd name="connsiteX0" fmla="*/ 11980 w 466167"/>
              <a:gd name="connsiteY0" fmla="*/ 27794 h 1475594"/>
              <a:gd name="connsiteX1" fmla="*/ 122046 w 466167"/>
              <a:gd name="connsiteY1" fmla="*/ 324128 h 1475594"/>
              <a:gd name="connsiteX2" fmla="*/ 138980 w 466167"/>
              <a:gd name="connsiteY2" fmla="*/ 603528 h 1475594"/>
              <a:gd name="connsiteX3" fmla="*/ 147446 w 466167"/>
              <a:gd name="connsiteY3" fmla="*/ 857528 h 1475594"/>
              <a:gd name="connsiteX4" fmla="*/ 71246 w 466167"/>
              <a:gd name="connsiteY4" fmla="*/ 1187728 h 1475594"/>
              <a:gd name="connsiteX5" fmla="*/ 62780 w 466167"/>
              <a:gd name="connsiteY5" fmla="*/ 1289328 h 1475594"/>
              <a:gd name="connsiteX6" fmla="*/ 189780 w 466167"/>
              <a:gd name="connsiteY6" fmla="*/ 1475594 h 1475594"/>
              <a:gd name="connsiteX7" fmla="*/ 367580 w 466167"/>
              <a:gd name="connsiteY7" fmla="*/ 1289328 h 1475594"/>
              <a:gd name="connsiteX8" fmla="*/ 325246 w 466167"/>
              <a:gd name="connsiteY8" fmla="*/ 1026861 h 1475594"/>
              <a:gd name="connsiteX9" fmla="*/ 308313 w 466167"/>
              <a:gd name="connsiteY9" fmla="*/ 713594 h 1475594"/>
              <a:gd name="connsiteX10" fmla="*/ 325246 w 466167"/>
              <a:gd name="connsiteY10" fmla="*/ 374928 h 1475594"/>
              <a:gd name="connsiteX11" fmla="*/ 401446 w 466167"/>
              <a:gd name="connsiteY11" fmla="*/ 61661 h 1475594"/>
              <a:gd name="connsiteX12" fmla="*/ 443780 w 466167"/>
              <a:gd name="connsiteY12" fmla="*/ 19328 h 1475594"/>
              <a:gd name="connsiteX13" fmla="*/ 11980 w 466167"/>
              <a:gd name="connsiteY13" fmla="*/ 27794 h 1475594"/>
              <a:gd name="connsiteX0" fmla="*/ 11980 w 466167"/>
              <a:gd name="connsiteY0" fmla="*/ 27794 h 1475594"/>
              <a:gd name="connsiteX1" fmla="*/ 122046 w 466167"/>
              <a:gd name="connsiteY1" fmla="*/ 324128 h 1475594"/>
              <a:gd name="connsiteX2" fmla="*/ 138980 w 466167"/>
              <a:gd name="connsiteY2" fmla="*/ 603528 h 1475594"/>
              <a:gd name="connsiteX3" fmla="*/ 147446 w 466167"/>
              <a:gd name="connsiteY3" fmla="*/ 857528 h 1475594"/>
              <a:gd name="connsiteX4" fmla="*/ 71246 w 466167"/>
              <a:gd name="connsiteY4" fmla="*/ 1136928 h 1475594"/>
              <a:gd name="connsiteX5" fmla="*/ 62780 w 466167"/>
              <a:gd name="connsiteY5" fmla="*/ 1289328 h 1475594"/>
              <a:gd name="connsiteX6" fmla="*/ 189780 w 466167"/>
              <a:gd name="connsiteY6" fmla="*/ 1475594 h 1475594"/>
              <a:gd name="connsiteX7" fmla="*/ 367580 w 466167"/>
              <a:gd name="connsiteY7" fmla="*/ 1289328 h 1475594"/>
              <a:gd name="connsiteX8" fmla="*/ 325246 w 466167"/>
              <a:gd name="connsiteY8" fmla="*/ 1026861 h 1475594"/>
              <a:gd name="connsiteX9" fmla="*/ 308313 w 466167"/>
              <a:gd name="connsiteY9" fmla="*/ 713594 h 1475594"/>
              <a:gd name="connsiteX10" fmla="*/ 325246 w 466167"/>
              <a:gd name="connsiteY10" fmla="*/ 374928 h 1475594"/>
              <a:gd name="connsiteX11" fmla="*/ 401446 w 466167"/>
              <a:gd name="connsiteY11" fmla="*/ 61661 h 1475594"/>
              <a:gd name="connsiteX12" fmla="*/ 443780 w 466167"/>
              <a:gd name="connsiteY12" fmla="*/ 19328 h 1475594"/>
              <a:gd name="connsiteX13" fmla="*/ 11980 w 466167"/>
              <a:gd name="connsiteY13" fmla="*/ 27794 h 1475594"/>
              <a:gd name="connsiteX0" fmla="*/ 11980 w 466167"/>
              <a:gd name="connsiteY0" fmla="*/ 27794 h 1475594"/>
              <a:gd name="connsiteX1" fmla="*/ 122046 w 466167"/>
              <a:gd name="connsiteY1" fmla="*/ 324128 h 1475594"/>
              <a:gd name="connsiteX2" fmla="*/ 138980 w 466167"/>
              <a:gd name="connsiteY2" fmla="*/ 603528 h 1475594"/>
              <a:gd name="connsiteX3" fmla="*/ 147446 w 466167"/>
              <a:gd name="connsiteY3" fmla="*/ 857528 h 1475594"/>
              <a:gd name="connsiteX4" fmla="*/ 96646 w 466167"/>
              <a:gd name="connsiteY4" fmla="*/ 1136928 h 1475594"/>
              <a:gd name="connsiteX5" fmla="*/ 62780 w 466167"/>
              <a:gd name="connsiteY5" fmla="*/ 1289328 h 1475594"/>
              <a:gd name="connsiteX6" fmla="*/ 189780 w 466167"/>
              <a:gd name="connsiteY6" fmla="*/ 1475594 h 1475594"/>
              <a:gd name="connsiteX7" fmla="*/ 367580 w 466167"/>
              <a:gd name="connsiteY7" fmla="*/ 1289328 h 1475594"/>
              <a:gd name="connsiteX8" fmla="*/ 325246 w 466167"/>
              <a:gd name="connsiteY8" fmla="*/ 1026861 h 1475594"/>
              <a:gd name="connsiteX9" fmla="*/ 308313 w 466167"/>
              <a:gd name="connsiteY9" fmla="*/ 713594 h 1475594"/>
              <a:gd name="connsiteX10" fmla="*/ 325246 w 466167"/>
              <a:gd name="connsiteY10" fmla="*/ 374928 h 1475594"/>
              <a:gd name="connsiteX11" fmla="*/ 401446 w 466167"/>
              <a:gd name="connsiteY11" fmla="*/ 61661 h 1475594"/>
              <a:gd name="connsiteX12" fmla="*/ 443780 w 466167"/>
              <a:gd name="connsiteY12" fmla="*/ 19328 h 1475594"/>
              <a:gd name="connsiteX13" fmla="*/ 11980 w 466167"/>
              <a:gd name="connsiteY13" fmla="*/ 27794 h 1475594"/>
              <a:gd name="connsiteX0" fmla="*/ 11980 w 466167"/>
              <a:gd name="connsiteY0" fmla="*/ 27794 h 1475594"/>
              <a:gd name="connsiteX1" fmla="*/ 122046 w 466167"/>
              <a:gd name="connsiteY1" fmla="*/ 324128 h 1475594"/>
              <a:gd name="connsiteX2" fmla="*/ 138980 w 466167"/>
              <a:gd name="connsiteY2" fmla="*/ 603528 h 1475594"/>
              <a:gd name="connsiteX3" fmla="*/ 147446 w 466167"/>
              <a:gd name="connsiteY3" fmla="*/ 857528 h 1475594"/>
              <a:gd name="connsiteX4" fmla="*/ 96646 w 466167"/>
              <a:gd name="connsiteY4" fmla="*/ 1136928 h 1475594"/>
              <a:gd name="connsiteX5" fmla="*/ 62780 w 466167"/>
              <a:gd name="connsiteY5" fmla="*/ 1289328 h 1475594"/>
              <a:gd name="connsiteX6" fmla="*/ 257513 w 466167"/>
              <a:gd name="connsiteY6" fmla="*/ 1475594 h 1475594"/>
              <a:gd name="connsiteX7" fmla="*/ 367580 w 466167"/>
              <a:gd name="connsiteY7" fmla="*/ 1289328 h 1475594"/>
              <a:gd name="connsiteX8" fmla="*/ 325246 w 466167"/>
              <a:gd name="connsiteY8" fmla="*/ 1026861 h 1475594"/>
              <a:gd name="connsiteX9" fmla="*/ 308313 w 466167"/>
              <a:gd name="connsiteY9" fmla="*/ 713594 h 1475594"/>
              <a:gd name="connsiteX10" fmla="*/ 325246 w 466167"/>
              <a:gd name="connsiteY10" fmla="*/ 374928 h 1475594"/>
              <a:gd name="connsiteX11" fmla="*/ 401446 w 466167"/>
              <a:gd name="connsiteY11" fmla="*/ 61661 h 1475594"/>
              <a:gd name="connsiteX12" fmla="*/ 443780 w 466167"/>
              <a:gd name="connsiteY12" fmla="*/ 19328 h 1475594"/>
              <a:gd name="connsiteX13" fmla="*/ 11980 w 466167"/>
              <a:gd name="connsiteY13" fmla="*/ 27794 h 1475594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474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289328 h 1492527"/>
              <a:gd name="connsiteX6" fmla="*/ 206713 w 466167"/>
              <a:gd name="connsiteY6" fmla="*/ 1492527 h 1492527"/>
              <a:gd name="connsiteX7" fmla="*/ 367580 w 466167"/>
              <a:gd name="connsiteY7" fmla="*/ 1289328 h 1492527"/>
              <a:gd name="connsiteX8" fmla="*/ 325246 w 466167"/>
              <a:gd name="connsiteY8" fmla="*/ 1026861 h 1492527"/>
              <a:gd name="connsiteX9" fmla="*/ 308313 w 466167"/>
              <a:gd name="connsiteY9" fmla="*/ 713594 h 1492527"/>
              <a:gd name="connsiteX10" fmla="*/ 325246 w 466167"/>
              <a:gd name="connsiteY10" fmla="*/ 374928 h 1492527"/>
              <a:gd name="connsiteX11" fmla="*/ 401446 w 466167"/>
              <a:gd name="connsiteY11" fmla="*/ 61661 h 1492527"/>
              <a:gd name="connsiteX12" fmla="*/ 443780 w 466167"/>
              <a:gd name="connsiteY12" fmla="*/ 19328 h 1492527"/>
              <a:gd name="connsiteX13" fmla="*/ 11980 w 466167"/>
              <a:gd name="connsiteY13" fmla="*/ 27794 h 1492527"/>
              <a:gd name="connsiteX0" fmla="*/ 11980 w 466167"/>
              <a:gd name="connsiteY0" fmla="*/ 27794 h 1493024"/>
              <a:gd name="connsiteX1" fmla="*/ 122046 w 466167"/>
              <a:gd name="connsiteY1" fmla="*/ 324128 h 1493024"/>
              <a:gd name="connsiteX2" fmla="*/ 138980 w 466167"/>
              <a:gd name="connsiteY2" fmla="*/ 603528 h 1493024"/>
              <a:gd name="connsiteX3" fmla="*/ 147446 w 466167"/>
              <a:gd name="connsiteY3" fmla="*/ 857528 h 1493024"/>
              <a:gd name="connsiteX4" fmla="*/ 96646 w 466167"/>
              <a:gd name="connsiteY4" fmla="*/ 1136928 h 1493024"/>
              <a:gd name="connsiteX5" fmla="*/ 62780 w 466167"/>
              <a:gd name="connsiteY5" fmla="*/ 1340128 h 1493024"/>
              <a:gd name="connsiteX6" fmla="*/ 206713 w 466167"/>
              <a:gd name="connsiteY6" fmla="*/ 1492527 h 1493024"/>
              <a:gd name="connsiteX7" fmla="*/ 367580 w 466167"/>
              <a:gd name="connsiteY7" fmla="*/ 1289328 h 1493024"/>
              <a:gd name="connsiteX8" fmla="*/ 325246 w 466167"/>
              <a:gd name="connsiteY8" fmla="*/ 1026861 h 1493024"/>
              <a:gd name="connsiteX9" fmla="*/ 308313 w 466167"/>
              <a:gd name="connsiteY9" fmla="*/ 713594 h 1493024"/>
              <a:gd name="connsiteX10" fmla="*/ 325246 w 466167"/>
              <a:gd name="connsiteY10" fmla="*/ 374928 h 1493024"/>
              <a:gd name="connsiteX11" fmla="*/ 401446 w 466167"/>
              <a:gd name="connsiteY11" fmla="*/ 61661 h 1493024"/>
              <a:gd name="connsiteX12" fmla="*/ 443780 w 466167"/>
              <a:gd name="connsiteY12" fmla="*/ 19328 h 1493024"/>
              <a:gd name="connsiteX13" fmla="*/ 11980 w 466167"/>
              <a:gd name="connsiteY13" fmla="*/ 27794 h 1493024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474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340128 h 1492527"/>
              <a:gd name="connsiteX6" fmla="*/ 206713 w 466167"/>
              <a:gd name="connsiteY6" fmla="*/ 1492527 h 1492527"/>
              <a:gd name="connsiteX7" fmla="*/ 367580 w 466167"/>
              <a:gd name="connsiteY7" fmla="*/ 1340128 h 1492527"/>
              <a:gd name="connsiteX8" fmla="*/ 325246 w 466167"/>
              <a:gd name="connsiteY8" fmla="*/ 1026861 h 1492527"/>
              <a:gd name="connsiteX9" fmla="*/ 308313 w 466167"/>
              <a:gd name="connsiteY9" fmla="*/ 713594 h 1492527"/>
              <a:gd name="connsiteX10" fmla="*/ 325246 w 466167"/>
              <a:gd name="connsiteY10" fmla="*/ 374928 h 1492527"/>
              <a:gd name="connsiteX11" fmla="*/ 401446 w 466167"/>
              <a:gd name="connsiteY11" fmla="*/ 61661 h 1492527"/>
              <a:gd name="connsiteX12" fmla="*/ 443780 w 466167"/>
              <a:gd name="connsiteY12" fmla="*/ 19328 h 1492527"/>
              <a:gd name="connsiteX13" fmla="*/ 11980 w 466167"/>
              <a:gd name="connsiteY13" fmla="*/ 27794 h 1492527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474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340128 h 1492527"/>
              <a:gd name="connsiteX6" fmla="*/ 206713 w 466167"/>
              <a:gd name="connsiteY6" fmla="*/ 1492527 h 1492527"/>
              <a:gd name="connsiteX7" fmla="*/ 367580 w 466167"/>
              <a:gd name="connsiteY7" fmla="*/ 1340128 h 1492527"/>
              <a:gd name="connsiteX8" fmla="*/ 333712 w 466167"/>
              <a:gd name="connsiteY8" fmla="*/ 1179261 h 1492527"/>
              <a:gd name="connsiteX9" fmla="*/ 308313 w 466167"/>
              <a:gd name="connsiteY9" fmla="*/ 713594 h 1492527"/>
              <a:gd name="connsiteX10" fmla="*/ 325246 w 466167"/>
              <a:gd name="connsiteY10" fmla="*/ 374928 h 1492527"/>
              <a:gd name="connsiteX11" fmla="*/ 401446 w 466167"/>
              <a:gd name="connsiteY11" fmla="*/ 61661 h 1492527"/>
              <a:gd name="connsiteX12" fmla="*/ 443780 w 466167"/>
              <a:gd name="connsiteY12" fmla="*/ 19328 h 1492527"/>
              <a:gd name="connsiteX13" fmla="*/ 11980 w 466167"/>
              <a:gd name="connsiteY13" fmla="*/ 27794 h 1492527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220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340128 h 1492527"/>
              <a:gd name="connsiteX6" fmla="*/ 206713 w 466167"/>
              <a:gd name="connsiteY6" fmla="*/ 1492527 h 1492527"/>
              <a:gd name="connsiteX7" fmla="*/ 367580 w 466167"/>
              <a:gd name="connsiteY7" fmla="*/ 1340128 h 1492527"/>
              <a:gd name="connsiteX8" fmla="*/ 333712 w 466167"/>
              <a:gd name="connsiteY8" fmla="*/ 1179261 h 1492527"/>
              <a:gd name="connsiteX9" fmla="*/ 308313 w 466167"/>
              <a:gd name="connsiteY9" fmla="*/ 713594 h 1492527"/>
              <a:gd name="connsiteX10" fmla="*/ 325246 w 466167"/>
              <a:gd name="connsiteY10" fmla="*/ 374928 h 1492527"/>
              <a:gd name="connsiteX11" fmla="*/ 401446 w 466167"/>
              <a:gd name="connsiteY11" fmla="*/ 61661 h 1492527"/>
              <a:gd name="connsiteX12" fmla="*/ 443780 w 466167"/>
              <a:gd name="connsiteY12" fmla="*/ 19328 h 1492527"/>
              <a:gd name="connsiteX13" fmla="*/ 11980 w 466167"/>
              <a:gd name="connsiteY13" fmla="*/ 27794 h 1492527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220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340128 h 1492527"/>
              <a:gd name="connsiteX6" fmla="*/ 206713 w 466167"/>
              <a:gd name="connsiteY6" fmla="*/ 1492527 h 1492527"/>
              <a:gd name="connsiteX7" fmla="*/ 367580 w 466167"/>
              <a:gd name="connsiteY7" fmla="*/ 1340128 h 1492527"/>
              <a:gd name="connsiteX8" fmla="*/ 333712 w 466167"/>
              <a:gd name="connsiteY8" fmla="*/ 1179261 h 1492527"/>
              <a:gd name="connsiteX9" fmla="*/ 291380 w 466167"/>
              <a:gd name="connsiteY9" fmla="*/ 849061 h 1492527"/>
              <a:gd name="connsiteX10" fmla="*/ 325246 w 466167"/>
              <a:gd name="connsiteY10" fmla="*/ 374928 h 1492527"/>
              <a:gd name="connsiteX11" fmla="*/ 401446 w 466167"/>
              <a:gd name="connsiteY11" fmla="*/ 61661 h 1492527"/>
              <a:gd name="connsiteX12" fmla="*/ 443780 w 466167"/>
              <a:gd name="connsiteY12" fmla="*/ 19328 h 1492527"/>
              <a:gd name="connsiteX13" fmla="*/ 11980 w 466167"/>
              <a:gd name="connsiteY13" fmla="*/ 27794 h 1492527"/>
              <a:gd name="connsiteX0" fmla="*/ 11980 w 466167"/>
              <a:gd name="connsiteY0" fmla="*/ 27794 h 1492527"/>
              <a:gd name="connsiteX1" fmla="*/ 122046 w 466167"/>
              <a:gd name="connsiteY1" fmla="*/ 324128 h 1492527"/>
              <a:gd name="connsiteX2" fmla="*/ 138980 w 466167"/>
              <a:gd name="connsiteY2" fmla="*/ 603528 h 1492527"/>
              <a:gd name="connsiteX3" fmla="*/ 122046 w 466167"/>
              <a:gd name="connsiteY3" fmla="*/ 857528 h 1492527"/>
              <a:gd name="connsiteX4" fmla="*/ 96646 w 466167"/>
              <a:gd name="connsiteY4" fmla="*/ 1136928 h 1492527"/>
              <a:gd name="connsiteX5" fmla="*/ 62780 w 466167"/>
              <a:gd name="connsiteY5" fmla="*/ 1340128 h 1492527"/>
              <a:gd name="connsiteX6" fmla="*/ 206713 w 466167"/>
              <a:gd name="connsiteY6" fmla="*/ 1492527 h 1492527"/>
              <a:gd name="connsiteX7" fmla="*/ 367580 w 466167"/>
              <a:gd name="connsiteY7" fmla="*/ 1340128 h 1492527"/>
              <a:gd name="connsiteX8" fmla="*/ 333712 w 466167"/>
              <a:gd name="connsiteY8" fmla="*/ 1179261 h 1492527"/>
              <a:gd name="connsiteX9" fmla="*/ 291380 w 466167"/>
              <a:gd name="connsiteY9" fmla="*/ 849061 h 1492527"/>
              <a:gd name="connsiteX10" fmla="*/ 286643 w 466167"/>
              <a:gd name="connsiteY10" fmla="*/ 598164 h 1492527"/>
              <a:gd name="connsiteX11" fmla="*/ 325246 w 466167"/>
              <a:gd name="connsiteY11" fmla="*/ 374928 h 1492527"/>
              <a:gd name="connsiteX12" fmla="*/ 401446 w 466167"/>
              <a:gd name="connsiteY12" fmla="*/ 61661 h 1492527"/>
              <a:gd name="connsiteX13" fmla="*/ 443780 w 466167"/>
              <a:gd name="connsiteY13" fmla="*/ 19328 h 1492527"/>
              <a:gd name="connsiteX14" fmla="*/ 11980 w 466167"/>
              <a:gd name="connsiteY14" fmla="*/ 27794 h 1492527"/>
              <a:gd name="connsiteX0" fmla="*/ 13052 w 467239"/>
              <a:gd name="connsiteY0" fmla="*/ 31428 h 1496161"/>
              <a:gd name="connsiteX1" fmla="*/ 114652 w 467239"/>
              <a:gd name="connsiteY1" fmla="*/ 378562 h 1496161"/>
              <a:gd name="connsiteX2" fmla="*/ 140052 w 467239"/>
              <a:gd name="connsiteY2" fmla="*/ 607162 h 1496161"/>
              <a:gd name="connsiteX3" fmla="*/ 123118 w 467239"/>
              <a:gd name="connsiteY3" fmla="*/ 861162 h 1496161"/>
              <a:gd name="connsiteX4" fmla="*/ 97718 w 467239"/>
              <a:gd name="connsiteY4" fmla="*/ 1140562 h 1496161"/>
              <a:gd name="connsiteX5" fmla="*/ 63852 w 467239"/>
              <a:gd name="connsiteY5" fmla="*/ 1343762 h 1496161"/>
              <a:gd name="connsiteX6" fmla="*/ 207785 w 467239"/>
              <a:gd name="connsiteY6" fmla="*/ 1496161 h 1496161"/>
              <a:gd name="connsiteX7" fmla="*/ 368652 w 467239"/>
              <a:gd name="connsiteY7" fmla="*/ 1343762 h 1496161"/>
              <a:gd name="connsiteX8" fmla="*/ 334784 w 467239"/>
              <a:gd name="connsiteY8" fmla="*/ 1182895 h 1496161"/>
              <a:gd name="connsiteX9" fmla="*/ 292452 w 467239"/>
              <a:gd name="connsiteY9" fmla="*/ 852695 h 1496161"/>
              <a:gd name="connsiteX10" fmla="*/ 287715 w 467239"/>
              <a:gd name="connsiteY10" fmla="*/ 601798 h 1496161"/>
              <a:gd name="connsiteX11" fmla="*/ 326318 w 467239"/>
              <a:gd name="connsiteY11" fmla="*/ 378562 h 1496161"/>
              <a:gd name="connsiteX12" fmla="*/ 402518 w 467239"/>
              <a:gd name="connsiteY12" fmla="*/ 65295 h 1496161"/>
              <a:gd name="connsiteX13" fmla="*/ 444852 w 467239"/>
              <a:gd name="connsiteY13" fmla="*/ 22962 h 1496161"/>
              <a:gd name="connsiteX14" fmla="*/ 13052 w 467239"/>
              <a:gd name="connsiteY14" fmla="*/ 31428 h 1496161"/>
              <a:gd name="connsiteX0" fmla="*/ 3558 w 395530"/>
              <a:gd name="connsiteY0" fmla="*/ 28053 h 1492786"/>
              <a:gd name="connsiteX1" fmla="*/ 105158 w 395530"/>
              <a:gd name="connsiteY1" fmla="*/ 375187 h 1492786"/>
              <a:gd name="connsiteX2" fmla="*/ 130558 w 395530"/>
              <a:gd name="connsiteY2" fmla="*/ 603787 h 1492786"/>
              <a:gd name="connsiteX3" fmla="*/ 113624 w 395530"/>
              <a:gd name="connsiteY3" fmla="*/ 857787 h 1492786"/>
              <a:gd name="connsiteX4" fmla="*/ 88224 w 395530"/>
              <a:gd name="connsiteY4" fmla="*/ 1137187 h 1492786"/>
              <a:gd name="connsiteX5" fmla="*/ 54358 w 395530"/>
              <a:gd name="connsiteY5" fmla="*/ 1340387 h 1492786"/>
              <a:gd name="connsiteX6" fmla="*/ 198291 w 395530"/>
              <a:gd name="connsiteY6" fmla="*/ 1492786 h 1492786"/>
              <a:gd name="connsiteX7" fmla="*/ 359158 w 395530"/>
              <a:gd name="connsiteY7" fmla="*/ 1340387 h 1492786"/>
              <a:gd name="connsiteX8" fmla="*/ 325290 w 395530"/>
              <a:gd name="connsiteY8" fmla="*/ 1179520 h 1492786"/>
              <a:gd name="connsiteX9" fmla="*/ 282958 w 395530"/>
              <a:gd name="connsiteY9" fmla="*/ 849320 h 1492786"/>
              <a:gd name="connsiteX10" fmla="*/ 278221 w 395530"/>
              <a:gd name="connsiteY10" fmla="*/ 598423 h 1492786"/>
              <a:gd name="connsiteX11" fmla="*/ 316824 w 395530"/>
              <a:gd name="connsiteY11" fmla="*/ 375187 h 1492786"/>
              <a:gd name="connsiteX12" fmla="*/ 393024 w 395530"/>
              <a:gd name="connsiteY12" fmla="*/ 61920 h 1492786"/>
              <a:gd name="connsiteX13" fmla="*/ 249091 w 395530"/>
              <a:gd name="connsiteY13" fmla="*/ 28054 h 1492786"/>
              <a:gd name="connsiteX14" fmla="*/ 3558 w 395530"/>
              <a:gd name="connsiteY14" fmla="*/ 28053 h 1492786"/>
              <a:gd name="connsiteX0" fmla="*/ 3558 w 420592"/>
              <a:gd name="connsiteY0" fmla="*/ 33052 h 1497785"/>
              <a:gd name="connsiteX1" fmla="*/ 105158 w 420592"/>
              <a:gd name="connsiteY1" fmla="*/ 380186 h 1497785"/>
              <a:gd name="connsiteX2" fmla="*/ 130558 w 420592"/>
              <a:gd name="connsiteY2" fmla="*/ 608786 h 1497785"/>
              <a:gd name="connsiteX3" fmla="*/ 113624 w 420592"/>
              <a:gd name="connsiteY3" fmla="*/ 862786 h 1497785"/>
              <a:gd name="connsiteX4" fmla="*/ 88224 w 420592"/>
              <a:gd name="connsiteY4" fmla="*/ 1142186 h 1497785"/>
              <a:gd name="connsiteX5" fmla="*/ 54358 w 420592"/>
              <a:gd name="connsiteY5" fmla="*/ 1345386 h 1497785"/>
              <a:gd name="connsiteX6" fmla="*/ 198291 w 420592"/>
              <a:gd name="connsiteY6" fmla="*/ 1497785 h 1497785"/>
              <a:gd name="connsiteX7" fmla="*/ 359158 w 420592"/>
              <a:gd name="connsiteY7" fmla="*/ 1345386 h 1497785"/>
              <a:gd name="connsiteX8" fmla="*/ 325290 w 420592"/>
              <a:gd name="connsiteY8" fmla="*/ 1184519 h 1497785"/>
              <a:gd name="connsiteX9" fmla="*/ 282958 w 420592"/>
              <a:gd name="connsiteY9" fmla="*/ 854319 h 1497785"/>
              <a:gd name="connsiteX10" fmla="*/ 278221 w 420592"/>
              <a:gd name="connsiteY10" fmla="*/ 603422 h 1497785"/>
              <a:gd name="connsiteX11" fmla="*/ 316824 w 420592"/>
              <a:gd name="connsiteY11" fmla="*/ 380186 h 1497785"/>
              <a:gd name="connsiteX12" fmla="*/ 418424 w 420592"/>
              <a:gd name="connsiteY12" fmla="*/ 24586 h 1497785"/>
              <a:gd name="connsiteX13" fmla="*/ 249091 w 420592"/>
              <a:gd name="connsiteY13" fmla="*/ 33053 h 1497785"/>
              <a:gd name="connsiteX14" fmla="*/ 3558 w 420592"/>
              <a:gd name="connsiteY14" fmla="*/ 33052 h 1497785"/>
              <a:gd name="connsiteX0" fmla="*/ 2335 w 495783"/>
              <a:gd name="connsiteY0" fmla="*/ 17736 h 1533269"/>
              <a:gd name="connsiteX1" fmla="*/ 180135 w 495783"/>
              <a:gd name="connsiteY1" fmla="*/ 415670 h 1533269"/>
              <a:gd name="connsiteX2" fmla="*/ 205535 w 495783"/>
              <a:gd name="connsiteY2" fmla="*/ 644270 h 1533269"/>
              <a:gd name="connsiteX3" fmla="*/ 188601 w 495783"/>
              <a:gd name="connsiteY3" fmla="*/ 898270 h 1533269"/>
              <a:gd name="connsiteX4" fmla="*/ 163201 w 495783"/>
              <a:gd name="connsiteY4" fmla="*/ 1177670 h 1533269"/>
              <a:gd name="connsiteX5" fmla="*/ 129335 w 495783"/>
              <a:gd name="connsiteY5" fmla="*/ 1380870 h 1533269"/>
              <a:gd name="connsiteX6" fmla="*/ 273268 w 495783"/>
              <a:gd name="connsiteY6" fmla="*/ 1533269 h 1533269"/>
              <a:gd name="connsiteX7" fmla="*/ 434135 w 495783"/>
              <a:gd name="connsiteY7" fmla="*/ 1380870 h 1533269"/>
              <a:gd name="connsiteX8" fmla="*/ 400267 w 495783"/>
              <a:gd name="connsiteY8" fmla="*/ 1220003 h 1533269"/>
              <a:gd name="connsiteX9" fmla="*/ 357935 w 495783"/>
              <a:gd name="connsiteY9" fmla="*/ 889803 h 1533269"/>
              <a:gd name="connsiteX10" fmla="*/ 353198 w 495783"/>
              <a:gd name="connsiteY10" fmla="*/ 638906 h 1533269"/>
              <a:gd name="connsiteX11" fmla="*/ 391801 w 495783"/>
              <a:gd name="connsiteY11" fmla="*/ 415670 h 1533269"/>
              <a:gd name="connsiteX12" fmla="*/ 493401 w 495783"/>
              <a:gd name="connsiteY12" fmla="*/ 60070 h 1533269"/>
              <a:gd name="connsiteX13" fmla="*/ 324068 w 495783"/>
              <a:gd name="connsiteY13" fmla="*/ 68537 h 1533269"/>
              <a:gd name="connsiteX14" fmla="*/ 2335 w 495783"/>
              <a:gd name="connsiteY14" fmla="*/ 17736 h 1533269"/>
              <a:gd name="connsiteX0" fmla="*/ 586 w 493129"/>
              <a:gd name="connsiteY0" fmla="*/ 17736 h 1533269"/>
              <a:gd name="connsiteX1" fmla="*/ 178386 w 493129"/>
              <a:gd name="connsiteY1" fmla="*/ 415670 h 1533269"/>
              <a:gd name="connsiteX2" fmla="*/ 203786 w 493129"/>
              <a:gd name="connsiteY2" fmla="*/ 644270 h 1533269"/>
              <a:gd name="connsiteX3" fmla="*/ 186852 w 493129"/>
              <a:gd name="connsiteY3" fmla="*/ 898270 h 1533269"/>
              <a:gd name="connsiteX4" fmla="*/ 161452 w 493129"/>
              <a:gd name="connsiteY4" fmla="*/ 1177670 h 1533269"/>
              <a:gd name="connsiteX5" fmla="*/ 127586 w 493129"/>
              <a:gd name="connsiteY5" fmla="*/ 1380870 h 1533269"/>
              <a:gd name="connsiteX6" fmla="*/ 271519 w 493129"/>
              <a:gd name="connsiteY6" fmla="*/ 1533269 h 1533269"/>
              <a:gd name="connsiteX7" fmla="*/ 432386 w 493129"/>
              <a:gd name="connsiteY7" fmla="*/ 1380870 h 1533269"/>
              <a:gd name="connsiteX8" fmla="*/ 398518 w 493129"/>
              <a:gd name="connsiteY8" fmla="*/ 1220003 h 1533269"/>
              <a:gd name="connsiteX9" fmla="*/ 356186 w 493129"/>
              <a:gd name="connsiteY9" fmla="*/ 889803 h 1533269"/>
              <a:gd name="connsiteX10" fmla="*/ 351449 w 493129"/>
              <a:gd name="connsiteY10" fmla="*/ 638906 h 1533269"/>
              <a:gd name="connsiteX11" fmla="*/ 390052 w 493129"/>
              <a:gd name="connsiteY11" fmla="*/ 415670 h 1533269"/>
              <a:gd name="connsiteX12" fmla="*/ 491652 w 493129"/>
              <a:gd name="connsiteY12" fmla="*/ 60070 h 1533269"/>
              <a:gd name="connsiteX13" fmla="*/ 246119 w 493129"/>
              <a:gd name="connsiteY13" fmla="*/ 68537 h 1533269"/>
              <a:gd name="connsiteX14" fmla="*/ 586 w 493129"/>
              <a:gd name="connsiteY14" fmla="*/ 17736 h 1533269"/>
              <a:gd name="connsiteX0" fmla="*/ 586 w 518387"/>
              <a:gd name="connsiteY0" fmla="*/ 72432 h 1587965"/>
              <a:gd name="connsiteX1" fmla="*/ 178386 w 518387"/>
              <a:gd name="connsiteY1" fmla="*/ 470366 h 1587965"/>
              <a:gd name="connsiteX2" fmla="*/ 203786 w 518387"/>
              <a:gd name="connsiteY2" fmla="*/ 698966 h 1587965"/>
              <a:gd name="connsiteX3" fmla="*/ 186852 w 518387"/>
              <a:gd name="connsiteY3" fmla="*/ 952966 h 1587965"/>
              <a:gd name="connsiteX4" fmla="*/ 161452 w 518387"/>
              <a:gd name="connsiteY4" fmla="*/ 1232366 h 1587965"/>
              <a:gd name="connsiteX5" fmla="*/ 127586 w 518387"/>
              <a:gd name="connsiteY5" fmla="*/ 1435566 h 1587965"/>
              <a:gd name="connsiteX6" fmla="*/ 271519 w 518387"/>
              <a:gd name="connsiteY6" fmla="*/ 1587965 h 1587965"/>
              <a:gd name="connsiteX7" fmla="*/ 432386 w 518387"/>
              <a:gd name="connsiteY7" fmla="*/ 1435566 h 1587965"/>
              <a:gd name="connsiteX8" fmla="*/ 398518 w 518387"/>
              <a:gd name="connsiteY8" fmla="*/ 1274699 h 1587965"/>
              <a:gd name="connsiteX9" fmla="*/ 356186 w 518387"/>
              <a:gd name="connsiteY9" fmla="*/ 944499 h 1587965"/>
              <a:gd name="connsiteX10" fmla="*/ 351449 w 518387"/>
              <a:gd name="connsiteY10" fmla="*/ 693602 h 1587965"/>
              <a:gd name="connsiteX11" fmla="*/ 390052 w 518387"/>
              <a:gd name="connsiteY11" fmla="*/ 470366 h 1587965"/>
              <a:gd name="connsiteX12" fmla="*/ 517052 w 518387"/>
              <a:gd name="connsiteY12" fmla="*/ 13166 h 1587965"/>
              <a:gd name="connsiteX13" fmla="*/ 246119 w 518387"/>
              <a:gd name="connsiteY13" fmla="*/ 123233 h 1587965"/>
              <a:gd name="connsiteX14" fmla="*/ 586 w 518387"/>
              <a:gd name="connsiteY14" fmla="*/ 72432 h 1587965"/>
              <a:gd name="connsiteX0" fmla="*/ 1896 w 519697"/>
              <a:gd name="connsiteY0" fmla="*/ 72432 h 1587965"/>
              <a:gd name="connsiteX1" fmla="*/ 137363 w 519697"/>
              <a:gd name="connsiteY1" fmla="*/ 470366 h 1587965"/>
              <a:gd name="connsiteX2" fmla="*/ 205096 w 519697"/>
              <a:gd name="connsiteY2" fmla="*/ 698966 h 1587965"/>
              <a:gd name="connsiteX3" fmla="*/ 188162 w 519697"/>
              <a:gd name="connsiteY3" fmla="*/ 952966 h 1587965"/>
              <a:gd name="connsiteX4" fmla="*/ 162762 w 519697"/>
              <a:gd name="connsiteY4" fmla="*/ 1232366 h 1587965"/>
              <a:gd name="connsiteX5" fmla="*/ 128896 w 519697"/>
              <a:gd name="connsiteY5" fmla="*/ 1435566 h 1587965"/>
              <a:gd name="connsiteX6" fmla="*/ 272829 w 519697"/>
              <a:gd name="connsiteY6" fmla="*/ 1587965 h 1587965"/>
              <a:gd name="connsiteX7" fmla="*/ 433696 w 519697"/>
              <a:gd name="connsiteY7" fmla="*/ 1435566 h 1587965"/>
              <a:gd name="connsiteX8" fmla="*/ 399828 w 519697"/>
              <a:gd name="connsiteY8" fmla="*/ 1274699 h 1587965"/>
              <a:gd name="connsiteX9" fmla="*/ 357496 w 519697"/>
              <a:gd name="connsiteY9" fmla="*/ 944499 h 1587965"/>
              <a:gd name="connsiteX10" fmla="*/ 352759 w 519697"/>
              <a:gd name="connsiteY10" fmla="*/ 693602 h 1587965"/>
              <a:gd name="connsiteX11" fmla="*/ 391362 w 519697"/>
              <a:gd name="connsiteY11" fmla="*/ 470366 h 1587965"/>
              <a:gd name="connsiteX12" fmla="*/ 518362 w 519697"/>
              <a:gd name="connsiteY12" fmla="*/ 13166 h 1587965"/>
              <a:gd name="connsiteX13" fmla="*/ 247429 w 519697"/>
              <a:gd name="connsiteY13" fmla="*/ 123233 h 1587965"/>
              <a:gd name="connsiteX14" fmla="*/ 1896 w 519697"/>
              <a:gd name="connsiteY14" fmla="*/ 72432 h 1587965"/>
              <a:gd name="connsiteX0" fmla="*/ 1896 w 519697"/>
              <a:gd name="connsiteY0" fmla="*/ 72432 h 1587965"/>
              <a:gd name="connsiteX1" fmla="*/ 137363 w 519697"/>
              <a:gd name="connsiteY1" fmla="*/ 470366 h 1587965"/>
              <a:gd name="connsiteX2" fmla="*/ 205096 w 519697"/>
              <a:gd name="connsiteY2" fmla="*/ 698966 h 1587965"/>
              <a:gd name="connsiteX3" fmla="*/ 188162 w 519697"/>
              <a:gd name="connsiteY3" fmla="*/ 952966 h 1587965"/>
              <a:gd name="connsiteX4" fmla="*/ 162762 w 519697"/>
              <a:gd name="connsiteY4" fmla="*/ 1232366 h 1587965"/>
              <a:gd name="connsiteX5" fmla="*/ 128896 w 519697"/>
              <a:gd name="connsiteY5" fmla="*/ 1435566 h 1587965"/>
              <a:gd name="connsiteX6" fmla="*/ 272829 w 519697"/>
              <a:gd name="connsiteY6" fmla="*/ 1587965 h 1587965"/>
              <a:gd name="connsiteX7" fmla="*/ 433696 w 519697"/>
              <a:gd name="connsiteY7" fmla="*/ 1435566 h 1587965"/>
              <a:gd name="connsiteX8" fmla="*/ 399828 w 519697"/>
              <a:gd name="connsiteY8" fmla="*/ 1274699 h 1587965"/>
              <a:gd name="connsiteX9" fmla="*/ 357496 w 519697"/>
              <a:gd name="connsiteY9" fmla="*/ 944499 h 1587965"/>
              <a:gd name="connsiteX10" fmla="*/ 352759 w 519697"/>
              <a:gd name="connsiteY10" fmla="*/ 693602 h 1587965"/>
              <a:gd name="connsiteX11" fmla="*/ 357495 w 519697"/>
              <a:gd name="connsiteY11" fmla="*/ 470366 h 1587965"/>
              <a:gd name="connsiteX12" fmla="*/ 518362 w 519697"/>
              <a:gd name="connsiteY12" fmla="*/ 13166 h 1587965"/>
              <a:gd name="connsiteX13" fmla="*/ 247429 w 519697"/>
              <a:gd name="connsiteY13" fmla="*/ 123233 h 1587965"/>
              <a:gd name="connsiteX14" fmla="*/ 1896 w 519697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88053 w 519588"/>
              <a:gd name="connsiteY3" fmla="*/ 952966 h 1587965"/>
              <a:gd name="connsiteX4" fmla="*/ 162653 w 519588"/>
              <a:gd name="connsiteY4" fmla="*/ 1232366 h 1587965"/>
              <a:gd name="connsiteX5" fmla="*/ 128787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526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88053 w 519588"/>
              <a:gd name="connsiteY3" fmla="*/ 952966 h 1587965"/>
              <a:gd name="connsiteX4" fmla="*/ 162653 w 519588"/>
              <a:gd name="connsiteY4" fmla="*/ 1232366 h 1587965"/>
              <a:gd name="connsiteX5" fmla="*/ 128787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62653 w 519588"/>
              <a:gd name="connsiteY4" fmla="*/ 1232366 h 1587965"/>
              <a:gd name="connsiteX5" fmla="*/ 128787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62653 w 519588"/>
              <a:gd name="connsiteY4" fmla="*/ 1232366 h 1587965"/>
              <a:gd name="connsiteX5" fmla="*/ 128787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54186 w 519588"/>
              <a:gd name="connsiteY4" fmla="*/ 1240833 h 1587965"/>
              <a:gd name="connsiteX5" fmla="*/ 128787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54186 w 519588"/>
              <a:gd name="connsiteY4" fmla="*/ 1240833 h 1587965"/>
              <a:gd name="connsiteX5" fmla="*/ 120320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99719 w 519588"/>
              <a:gd name="connsiteY8" fmla="*/ 1274699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54186 w 519588"/>
              <a:gd name="connsiteY4" fmla="*/ 1240833 h 1587965"/>
              <a:gd name="connsiteX5" fmla="*/ 120320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74319 w 519588"/>
              <a:gd name="connsiteY8" fmla="*/ 1257765 h 1587965"/>
              <a:gd name="connsiteX9" fmla="*/ 357387 w 519588"/>
              <a:gd name="connsiteY9" fmla="*/ 944499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54186 w 519588"/>
              <a:gd name="connsiteY4" fmla="*/ 1240833 h 1587965"/>
              <a:gd name="connsiteX5" fmla="*/ 120320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374319 w 519588"/>
              <a:gd name="connsiteY8" fmla="*/ 1257765 h 1587965"/>
              <a:gd name="connsiteX9" fmla="*/ 331987 w 519588"/>
              <a:gd name="connsiteY9" fmla="*/ 927566 h 1587965"/>
              <a:gd name="connsiteX10" fmla="*/ 327250 w 519588"/>
              <a:gd name="connsiteY10" fmla="*/ 693602 h 1587965"/>
              <a:gd name="connsiteX11" fmla="*/ 357386 w 519588"/>
              <a:gd name="connsiteY11" fmla="*/ 470366 h 1587965"/>
              <a:gd name="connsiteX12" fmla="*/ 518253 w 519588"/>
              <a:gd name="connsiteY12" fmla="*/ 13166 h 1587965"/>
              <a:gd name="connsiteX13" fmla="*/ 247320 w 519588"/>
              <a:gd name="connsiteY13" fmla="*/ 123233 h 1587965"/>
              <a:gd name="connsiteX14" fmla="*/ 1787 w 519588"/>
              <a:gd name="connsiteY14" fmla="*/ 72432 h 1587965"/>
              <a:gd name="connsiteX0" fmla="*/ 1787 w 519588"/>
              <a:gd name="connsiteY0" fmla="*/ 72432 h 1587965"/>
              <a:gd name="connsiteX1" fmla="*/ 137254 w 519588"/>
              <a:gd name="connsiteY1" fmla="*/ 470366 h 1587965"/>
              <a:gd name="connsiteX2" fmla="*/ 154187 w 519588"/>
              <a:gd name="connsiteY2" fmla="*/ 707432 h 1587965"/>
              <a:gd name="connsiteX3" fmla="*/ 154186 w 519588"/>
              <a:gd name="connsiteY3" fmla="*/ 969899 h 1587965"/>
              <a:gd name="connsiteX4" fmla="*/ 154186 w 519588"/>
              <a:gd name="connsiteY4" fmla="*/ 1240833 h 1587965"/>
              <a:gd name="connsiteX5" fmla="*/ 120320 w 519588"/>
              <a:gd name="connsiteY5" fmla="*/ 1435566 h 1587965"/>
              <a:gd name="connsiteX6" fmla="*/ 272720 w 519588"/>
              <a:gd name="connsiteY6" fmla="*/ 1587965 h 1587965"/>
              <a:gd name="connsiteX7" fmla="*/ 433587 w 519588"/>
              <a:gd name="connsiteY7" fmla="*/ 1435566 h 1587965"/>
              <a:gd name="connsiteX8" fmla="*/ 437317 w 519588"/>
              <a:gd name="connsiteY8" fmla="*/ 1328602 h 1587965"/>
              <a:gd name="connsiteX9" fmla="*/ 374319 w 519588"/>
              <a:gd name="connsiteY9" fmla="*/ 1257765 h 1587965"/>
              <a:gd name="connsiteX10" fmla="*/ 331987 w 519588"/>
              <a:gd name="connsiteY10" fmla="*/ 927566 h 1587965"/>
              <a:gd name="connsiteX11" fmla="*/ 327250 w 519588"/>
              <a:gd name="connsiteY11" fmla="*/ 693602 h 1587965"/>
              <a:gd name="connsiteX12" fmla="*/ 357386 w 519588"/>
              <a:gd name="connsiteY12" fmla="*/ 470366 h 1587965"/>
              <a:gd name="connsiteX13" fmla="*/ 518253 w 519588"/>
              <a:gd name="connsiteY13" fmla="*/ 13166 h 1587965"/>
              <a:gd name="connsiteX14" fmla="*/ 247320 w 519588"/>
              <a:gd name="connsiteY14" fmla="*/ 123233 h 1587965"/>
              <a:gd name="connsiteX15" fmla="*/ 1787 w 519588"/>
              <a:gd name="connsiteY15" fmla="*/ 72432 h 1587965"/>
              <a:gd name="connsiteX0" fmla="*/ 1787 w 519588"/>
              <a:gd name="connsiteY0" fmla="*/ 72432 h 1588435"/>
              <a:gd name="connsiteX1" fmla="*/ 137254 w 519588"/>
              <a:gd name="connsiteY1" fmla="*/ 470366 h 1588435"/>
              <a:gd name="connsiteX2" fmla="*/ 154187 w 519588"/>
              <a:gd name="connsiteY2" fmla="*/ 707432 h 1588435"/>
              <a:gd name="connsiteX3" fmla="*/ 154186 w 519588"/>
              <a:gd name="connsiteY3" fmla="*/ 969899 h 1588435"/>
              <a:gd name="connsiteX4" fmla="*/ 154186 w 519588"/>
              <a:gd name="connsiteY4" fmla="*/ 1240833 h 1588435"/>
              <a:gd name="connsiteX5" fmla="*/ 120320 w 519588"/>
              <a:gd name="connsiteY5" fmla="*/ 1435566 h 1588435"/>
              <a:gd name="connsiteX6" fmla="*/ 272720 w 519588"/>
              <a:gd name="connsiteY6" fmla="*/ 1587965 h 1588435"/>
              <a:gd name="connsiteX7" fmla="*/ 399721 w 519588"/>
              <a:gd name="connsiteY7" fmla="*/ 1477900 h 1588435"/>
              <a:gd name="connsiteX8" fmla="*/ 437317 w 519588"/>
              <a:gd name="connsiteY8" fmla="*/ 1328602 h 1588435"/>
              <a:gd name="connsiteX9" fmla="*/ 374319 w 519588"/>
              <a:gd name="connsiteY9" fmla="*/ 1257765 h 1588435"/>
              <a:gd name="connsiteX10" fmla="*/ 331987 w 519588"/>
              <a:gd name="connsiteY10" fmla="*/ 927566 h 1588435"/>
              <a:gd name="connsiteX11" fmla="*/ 327250 w 519588"/>
              <a:gd name="connsiteY11" fmla="*/ 693602 h 1588435"/>
              <a:gd name="connsiteX12" fmla="*/ 357386 w 519588"/>
              <a:gd name="connsiteY12" fmla="*/ 470366 h 1588435"/>
              <a:gd name="connsiteX13" fmla="*/ 518253 w 519588"/>
              <a:gd name="connsiteY13" fmla="*/ 13166 h 1588435"/>
              <a:gd name="connsiteX14" fmla="*/ 247320 w 519588"/>
              <a:gd name="connsiteY14" fmla="*/ 123233 h 1588435"/>
              <a:gd name="connsiteX15" fmla="*/ 1787 w 519588"/>
              <a:gd name="connsiteY15" fmla="*/ 72432 h 1588435"/>
              <a:gd name="connsiteX0" fmla="*/ 1787 w 519588"/>
              <a:gd name="connsiteY0" fmla="*/ 72432 h 1588391"/>
              <a:gd name="connsiteX1" fmla="*/ 137254 w 519588"/>
              <a:gd name="connsiteY1" fmla="*/ 470366 h 1588391"/>
              <a:gd name="connsiteX2" fmla="*/ 154187 w 519588"/>
              <a:gd name="connsiteY2" fmla="*/ 707432 h 1588391"/>
              <a:gd name="connsiteX3" fmla="*/ 154186 w 519588"/>
              <a:gd name="connsiteY3" fmla="*/ 969899 h 1588391"/>
              <a:gd name="connsiteX4" fmla="*/ 154186 w 519588"/>
              <a:gd name="connsiteY4" fmla="*/ 1240833 h 1588391"/>
              <a:gd name="connsiteX5" fmla="*/ 120320 w 519588"/>
              <a:gd name="connsiteY5" fmla="*/ 1435566 h 1588391"/>
              <a:gd name="connsiteX6" fmla="*/ 272720 w 519588"/>
              <a:gd name="connsiteY6" fmla="*/ 1587965 h 1588391"/>
              <a:gd name="connsiteX7" fmla="*/ 399721 w 519588"/>
              <a:gd name="connsiteY7" fmla="*/ 1477900 h 1588391"/>
              <a:gd name="connsiteX8" fmla="*/ 445784 w 519588"/>
              <a:gd name="connsiteY8" fmla="*/ 1379402 h 1588391"/>
              <a:gd name="connsiteX9" fmla="*/ 374319 w 519588"/>
              <a:gd name="connsiteY9" fmla="*/ 1257765 h 1588391"/>
              <a:gd name="connsiteX10" fmla="*/ 331987 w 519588"/>
              <a:gd name="connsiteY10" fmla="*/ 927566 h 1588391"/>
              <a:gd name="connsiteX11" fmla="*/ 327250 w 519588"/>
              <a:gd name="connsiteY11" fmla="*/ 693602 h 1588391"/>
              <a:gd name="connsiteX12" fmla="*/ 357386 w 519588"/>
              <a:gd name="connsiteY12" fmla="*/ 470366 h 1588391"/>
              <a:gd name="connsiteX13" fmla="*/ 518253 w 519588"/>
              <a:gd name="connsiteY13" fmla="*/ 13166 h 1588391"/>
              <a:gd name="connsiteX14" fmla="*/ 247320 w 519588"/>
              <a:gd name="connsiteY14" fmla="*/ 123233 h 1588391"/>
              <a:gd name="connsiteX15" fmla="*/ 1787 w 519588"/>
              <a:gd name="connsiteY15" fmla="*/ 72432 h 1588391"/>
              <a:gd name="connsiteX0" fmla="*/ 1787 w 519588"/>
              <a:gd name="connsiteY0" fmla="*/ 72432 h 1589733"/>
              <a:gd name="connsiteX1" fmla="*/ 137254 w 519588"/>
              <a:gd name="connsiteY1" fmla="*/ 470366 h 1589733"/>
              <a:gd name="connsiteX2" fmla="*/ 154187 w 519588"/>
              <a:gd name="connsiteY2" fmla="*/ 707432 h 1589733"/>
              <a:gd name="connsiteX3" fmla="*/ 154186 w 519588"/>
              <a:gd name="connsiteY3" fmla="*/ 969899 h 1589733"/>
              <a:gd name="connsiteX4" fmla="*/ 154186 w 519588"/>
              <a:gd name="connsiteY4" fmla="*/ 1240833 h 1589733"/>
              <a:gd name="connsiteX5" fmla="*/ 86453 w 519588"/>
              <a:gd name="connsiteY5" fmla="*/ 1384766 h 1589733"/>
              <a:gd name="connsiteX6" fmla="*/ 272720 w 519588"/>
              <a:gd name="connsiteY6" fmla="*/ 1587965 h 1589733"/>
              <a:gd name="connsiteX7" fmla="*/ 399721 w 519588"/>
              <a:gd name="connsiteY7" fmla="*/ 1477900 h 1589733"/>
              <a:gd name="connsiteX8" fmla="*/ 445784 w 519588"/>
              <a:gd name="connsiteY8" fmla="*/ 1379402 h 1589733"/>
              <a:gd name="connsiteX9" fmla="*/ 374319 w 519588"/>
              <a:gd name="connsiteY9" fmla="*/ 1257765 h 1589733"/>
              <a:gd name="connsiteX10" fmla="*/ 331987 w 519588"/>
              <a:gd name="connsiteY10" fmla="*/ 927566 h 1589733"/>
              <a:gd name="connsiteX11" fmla="*/ 327250 w 519588"/>
              <a:gd name="connsiteY11" fmla="*/ 693602 h 1589733"/>
              <a:gd name="connsiteX12" fmla="*/ 357386 w 519588"/>
              <a:gd name="connsiteY12" fmla="*/ 470366 h 1589733"/>
              <a:gd name="connsiteX13" fmla="*/ 518253 w 519588"/>
              <a:gd name="connsiteY13" fmla="*/ 13166 h 1589733"/>
              <a:gd name="connsiteX14" fmla="*/ 247320 w 519588"/>
              <a:gd name="connsiteY14" fmla="*/ 123233 h 1589733"/>
              <a:gd name="connsiteX15" fmla="*/ 1787 w 519588"/>
              <a:gd name="connsiteY15" fmla="*/ 72432 h 1589733"/>
              <a:gd name="connsiteX0" fmla="*/ 1787 w 519588"/>
              <a:gd name="connsiteY0" fmla="*/ 72432 h 1589733"/>
              <a:gd name="connsiteX1" fmla="*/ 137254 w 519588"/>
              <a:gd name="connsiteY1" fmla="*/ 470366 h 1589733"/>
              <a:gd name="connsiteX2" fmla="*/ 154187 w 519588"/>
              <a:gd name="connsiteY2" fmla="*/ 707432 h 1589733"/>
              <a:gd name="connsiteX3" fmla="*/ 154186 w 519588"/>
              <a:gd name="connsiteY3" fmla="*/ 969899 h 1589733"/>
              <a:gd name="connsiteX4" fmla="*/ 128786 w 519588"/>
              <a:gd name="connsiteY4" fmla="*/ 1173100 h 1589733"/>
              <a:gd name="connsiteX5" fmla="*/ 86453 w 519588"/>
              <a:gd name="connsiteY5" fmla="*/ 1384766 h 1589733"/>
              <a:gd name="connsiteX6" fmla="*/ 272720 w 519588"/>
              <a:gd name="connsiteY6" fmla="*/ 1587965 h 1589733"/>
              <a:gd name="connsiteX7" fmla="*/ 399721 w 519588"/>
              <a:gd name="connsiteY7" fmla="*/ 1477900 h 1589733"/>
              <a:gd name="connsiteX8" fmla="*/ 445784 w 519588"/>
              <a:gd name="connsiteY8" fmla="*/ 1379402 h 1589733"/>
              <a:gd name="connsiteX9" fmla="*/ 374319 w 519588"/>
              <a:gd name="connsiteY9" fmla="*/ 1257765 h 1589733"/>
              <a:gd name="connsiteX10" fmla="*/ 331987 w 519588"/>
              <a:gd name="connsiteY10" fmla="*/ 927566 h 1589733"/>
              <a:gd name="connsiteX11" fmla="*/ 327250 w 519588"/>
              <a:gd name="connsiteY11" fmla="*/ 693602 h 1589733"/>
              <a:gd name="connsiteX12" fmla="*/ 357386 w 519588"/>
              <a:gd name="connsiteY12" fmla="*/ 470366 h 1589733"/>
              <a:gd name="connsiteX13" fmla="*/ 518253 w 519588"/>
              <a:gd name="connsiteY13" fmla="*/ 13166 h 1589733"/>
              <a:gd name="connsiteX14" fmla="*/ 247320 w 519588"/>
              <a:gd name="connsiteY14" fmla="*/ 123233 h 1589733"/>
              <a:gd name="connsiteX15" fmla="*/ 1787 w 519588"/>
              <a:gd name="connsiteY15" fmla="*/ 72432 h 1589733"/>
              <a:gd name="connsiteX0" fmla="*/ 1787 w 519588"/>
              <a:gd name="connsiteY0" fmla="*/ 72432 h 1587967"/>
              <a:gd name="connsiteX1" fmla="*/ 137254 w 519588"/>
              <a:gd name="connsiteY1" fmla="*/ 470366 h 1587967"/>
              <a:gd name="connsiteX2" fmla="*/ 154187 w 519588"/>
              <a:gd name="connsiteY2" fmla="*/ 707432 h 1587967"/>
              <a:gd name="connsiteX3" fmla="*/ 154186 w 519588"/>
              <a:gd name="connsiteY3" fmla="*/ 969899 h 1587967"/>
              <a:gd name="connsiteX4" fmla="*/ 128786 w 519588"/>
              <a:gd name="connsiteY4" fmla="*/ 1173100 h 1587967"/>
              <a:gd name="connsiteX5" fmla="*/ 86453 w 519588"/>
              <a:gd name="connsiteY5" fmla="*/ 1384766 h 1587967"/>
              <a:gd name="connsiteX6" fmla="*/ 124050 w 519588"/>
              <a:gd name="connsiteY6" fmla="*/ 1481002 h 1587967"/>
              <a:gd name="connsiteX7" fmla="*/ 272720 w 519588"/>
              <a:gd name="connsiteY7" fmla="*/ 1587965 h 1587967"/>
              <a:gd name="connsiteX8" fmla="*/ 399721 w 519588"/>
              <a:gd name="connsiteY8" fmla="*/ 1477900 h 1587967"/>
              <a:gd name="connsiteX9" fmla="*/ 445784 w 519588"/>
              <a:gd name="connsiteY9" fmla="*/ 1379402 h 1587967"/>
              <a:gd name="connsiteX10" fmla="*/ 374319 w 519588"/>
              <a:gd name="connsiteY10" fmla="*/ 1257765 h 1587967"/>
              <a:gd name="connsiteX11" fmla="*/ 331987 w 519588"/>
              <a:gd name="connsiteY11" fmla="*/ 927566 h 1587967"/>
              <a:gd name="connsiteX12" fmla="*/ 327250 w 519588"/>
              <a:gd name="connsiteY12" fmla="*/ 693602 h 1587967"/>
              <a:gd name="connsiteX13" fmla="*/ 357386 w 519588"/>
              <a:gd name="connsiteY13" fmla="*/ 470366 h 1587967"/>
              <a:gd name="connsiteX14" fmla="*/ 518253 w 519588"/>
              <a:gd name="connsiteY14" fmla="*/ 13166 h 1587967"/>
              <a:gd name="connsiteX15" fmla="*/ 247320 w 519588"/>
              <a:gd name="connsiteY15" fmla="*/ 123233 h 1587967"/>
              <a:gd name="connsiteX16" fmla="*/ 1787 w 519588"/>
              <a:gd name="connsiteY16" fmla="*/ 72432 h 1587967"/>
              <a:gd name="connsiteX0" fmla="*/ 1787 w 519588"/>
              <a:gd name="connsiteY0" fmla="*/ 72432 h 1596434"/>
              <a:gd name="connsiteX1" fmla="*/ 137254 w 519588"/>
              <a:gd name="connsiteY1" fmla="*/ 470366 h 1596434"/>
              <a:gd name="connsiteX2" fmla="*/ 154187 w 519588"/>
              <a:gd name="connsiteY2" fmla="*/ 707432 h 1596434"/>
              <a:gd name="connsiteX3" fmla="*/ 154186 w 519588"/>
              <a:gd name="connsiteY3" fmla="*/ 969899 h 1596434"/>
              <a:gd name="connsiteX4" fmla="*/ 128786 w 519588"/>
              <a:gd name="connsiteY4" fmla="*/ 1173100 h 1596434"/>
              <a:gd name="connsiteX5" fmla="*/ 86453 w 519588"/>
              <a:gd name="connsiteY5" fmla="*/ 1384766 h 1596434"/>
              <a:gd name="connsiteX6" fmla="*/ 124050 w 519588"/>
              <a:gd name="connsiteY6" fmla="*/ 1481002 h 1596434"/>
              <a:gd name="connsiteX7" fmla="*/ 247320 w 519588"/>
              <a:gd name="connsiteY7" fmla="*/ 1596432 h 1596434"/>
              <a:gd name="connsiteX8" fmla="*/ 399721 w 519588"/>
              <a:gd name="connsiteY8" fmla="*/ 1477900 h 1596434"/>
              <a:gd name="connsiteX9" fmla="*/ 445784 w 519588"/>
              <a:gd name="connsiteY9" fmla="*/ 1379402 h 1596434"/>
              <a:gd name="connsiteX10" fmla="*/ 374319 w 519588"/>
              <a:gd name="connsiteY10" fmla="*/ 1257765 h 1596434"/>
              <a:gd name="connsiteX11" fmla="*/ 331987 w 519588"/>
              <a:gd name="connsiteY11" fmla="*/ 927566 h 1596434"/>
              <a:gd name="connsiteX12" fmla="*/ 327250 w 519588"/>
              <a:gd name="connsiteY12" fmla="*/ 693602 h 1596434"/>
              <a:gd name="connsiteX13" fmla="*/ 357386 w 519588"/>
              <a:gd name="connsiteY13" fmla="*/ 470366 h 1596434"/>
              <a:gd name="connsiteX14" fmla="*/ 518253 w 519588"/>
              <a:gd name="connsiteY14" fmla="*/ 13166 h 1596434"/>
              <a:gd name="connsiteX15" fmla="*/ 247320 w 519588"/>
              <a:gd name="connsiteY15" fmla="*/ 123233 h 1596434"/>
              <a:gd name="connsiteX16" fmla="*/ 1787 w 519588"/>
              <a:gd name="connsiteY16" fmla="*/ 72432 h 1596434"/>
              <a:gd name="connsiteX0" fmla="*/ 1787 w 519588"/>
              <a:gd name="connsiteY0" fmla="*/ 72432 h 1596595"/>
              <a:gd name="connsiteX1" fmla="*/ 137254 w 519588"/>
              <a:gd name="connsiteY1" fmla="*/ 470366 h 1596595"/>
              <a:gd name="connsiteX2" fmla="*/ 154187 w 519588"/>
              <a:gd name="connsiteY2" fmla="*/ 707432 h 1596595"/>
              <a:gd name="connsiteX3" fmla="*/ 154186 w 519588"/>
              <a:gd name="connsiteY3" fmla="*/ 969899 h 1596595"/>
              <a:gd name="connsiteX4" fmla="*/ 128786 w 519588"/>
              <a:gd name="connsiteY4" fmla="*/ 1173100 h 1596595"/>
              <a:gd name="connsiteX5" fmla="*/ 86453 w 519588"/>
              <a:gd name="connsiteY5" fmla="*/ 1384766 h 1596595"/>
              <a:gd name="connsiteX6" fmla="*/ 124050 w 519588"/>
              <a:gd name="connsiteY6" fmla="*/ 1481002 h 1596595"/>
              <a:gd name="connsiteX7" fmla="*/ 247320 w 519588"/>
              <a:gd name="connsiteY7" fmla="*/ 1596432 h 1596595"/>
              <a:gd name="connsiteX8" fmla="*/ 391255 w 519588"/>
              <a:gd name="connsiteY8" fmla="*/ 1503300 h 1596595"/>
              <a:gd name="connsiteX9" fmla="*/ 445784 w 519588"/>
              <a:gd name="connsiteY9" fmla="*/ 1379402 h 1596595"/>
              <a:gd name="connsiteX10" fmla="*/ 374319 w 519588"/>
              <a:gd name="connsiteY10" fmla="*/ 1257765 h 1596595"/>
              <a:gd name="connsiteX11" fmla="*/ 331987 w 519588"/>
              <a:gd name="connsiteY11" fmla="*/ 927566 h 1596595"/>
              <a:gd name="connsiteX12" fmla="*/ 327250 w 519588"/>
              <a:gd name="connsiteY12" fmla="*/ 693602 h 1596595"/>
              <a:gd name="connsiteX13" fmla="*/ 357386 w 519588"/>
              <a:gd name="connsiteY13" fmla="*/ 470366 h 1596595"/>
              <a:gd name="connsiteX14" fmla="*/ 518253 w 519588"/>
              <a:gd name="connsiteY14" fmla="*/ 13166 h 1596595"/>
              <a:gd name="connsiteX15" fmla="*/ 247320 w 519588"/>
              <a:gd name="connsiteY15" fmla="*/ 123233 h 1596595"/>
              <a:gd name="connsiteX16" fmla="*/ 1787 w 519588"/>
              <a:gd name="connsiteY16" fmla="*/ 72432 h 1596595"/>
              <a:gd name="connsiteX0" fmla="*/ 1787 w 519588"/>
              <a:gd name="connsiteY0" fmla="*/ 72432 h 1596595"/>
              <a:gd name="connsiteX1" fmla="*/ 137254 w 519588"/>
              <a:gd name="connsiteY1" fmla="*/ 470366 h 1596595"/>
              <a:gd name="connsiteX2" fmla="*/ 154187 w 519588"/>
              <a:gd name="connsiteY2" fmla="*/ 707432 h 1596595"/>
              <a:gd name="connsiteX3" fmla="*/ 154186 w 519588"/>
              <a:gd name="connsiteY3" fmla="*/ 969899 h 1596595"/>
              <a:gd name="connsiteX4" fmla="*/ 128786 w 519588"/>
              <a:gd name="connsiteY4" fmla="*/ 1173100 h 1596595"/>
              <a:gd name="connsiteX5" fmla="*/ 86453 w 519588"/>
              <a:gd name="connsiteY5" fmla="*/ 1384766 h 1596595"/>
              <a:gd name="connsiteX6" fmla="*/ 124050 w 519588"/>
              <a:gd name="connsiteY6" fmla="*/ 1481002 h 1596595"/>
              <a:gd name="connsiteX7" fmla="*/ 247320 w 519588"/>
              <a:gd name="connsiteY7" fmla="*/ 1596432 h 1596595"/>
              <a:gd name="connsiteX8" fmla="*/ 391255 w 519588"/>
              <a:gd name="connsiteY8" fmla="*/ 1503300 h 1596595"/>
              <a:gd name="connsiteX9" fmla="*/ 420384 w 519588"/>
              <a:gd name="connsiteY9" fmla="*/ 1379402 h 1596595"/>
              <a:gd name="connsiteX10" fmla="*/ 374319 w 519588"/>
              <a:gd name="connsiteY10" fmla="*/ 1257765 h 1596595"/>
              <a:gd name="connsiteX11" fmla="*/ 331987 w 519588"/>
              <a:gd name="connsiteY11" fmla="*/ 927566 h 1596595"/>
              <a:gd name="connsiteX12" fmla="*/ 327250 w 519588"/>
              <a:gd name="connsiteY12" fmla="*/ 693602 h 1596595"/>
              <a:gd name="connsiteX13" fmla="*/ 357386 w 519588"/>
              <a:gd name="connsiteY13" fmla="*/ 470366 h 1596595"/>
              <a:gd name="connsiteX14" fmla="*/ 518253 w 519588"/>
              <a:gd name="connsiteY14" fmla="*/ 13166 h 1596595"/>
              <a:gd name="connsiteX15" fmla="*/ 247320 w 519588"/>
              <a:gd name="connsiteY15" fmla="*/ 123233 h 1596595"/>
              <a:gd name="connsiteX16" fmla="*/ 1787 w 519588"/>
              <a:gd name="connsiteY16" fmla="*/ 72432 h 1596595"/>
              <a:gd name="connsiteX0" fmla="*/ 1787 w 519588"/>
              <a:gd name="connsiteY0" fmla="*/ 72432 h 1596595"/>
              <a:gd name="connsiteX1" fmla="*/ 137254 w 519588"/>
              <a:gd name="connsiteY1" fmla="*/ 470366 h 1596595"/>
              <a:gd name="connsiteX2" fmla="*/ 154187 w 519588"/>
              <a:gd name="connsiteY2" fmla="*/ 707432 h 1596595"/>
              <a:gd name="connsiteX3" fmla="*/ 154186 w 519588"/>
              <a:gd name="connsiteY3" fmla="*/ 969899 h 1596595"/>
              <a:gd name="connsiteX4" fmla="*/ 128786 w 519588"/>
              <a:gd name="connsiteY4" fmla="*/ 1173100 h 1596595"/>
              <a:gd name="connsiteX5" fmla="*/ 86453 w 519588"/>
              <a:gd name="connsiteY5" fmla="*/ 1384766 h 1596595"/>
              <a:gd name="connsiteX6" fmla="*/ 124050 w 519588"/>
              <a:gd name="connsiteY6" fmla="*/ 1481002 h 1596595"/>
              <a:gd name="connsiteX7" fmla="*/ 247320 w 519588"/>
              <a:gd name="connsiteY7" fmla="*/ 1596432 h 1596595"/>
              <a:gd name="connsiteX8" fmla="*/ 391255 w 519588"/>
              <a:gd name="connsiteY8" fmla="*/ 1503300 h 1596595"/>
              <a:gd name="connsiteX9" fmla="*/ 420384 w 519588"/>
              <a:gd name="connsiteY9" fmla="*/ 1379402 h 1596595"/>
              <a:gd name="connsiteX10" fmla="*/ 368232 w 519588"/>
              <a:gd name="connsiteY10" fmla="*/ 1206902 h 1596595"/>
              <a:gd name="connsiteX11" fmla="*/ 331987 w 519588"/>
              <a:gd name="connsiteY11" fmla="*/ 927566 h 1596595"/>
              <a:gd name="connsiteX12" fmla="*/ 327250 w 519588"/>
              <a:gd name="connsiteY12" fmla="*/ 693602 h 1596595"/>
              <a:gd name="connsiteX13" fmla="*/ 357386 w 519588"/>
              <a:gd name="connsiteY13" fmla="*/ 470366 h 1596595"/>
              <a:gd name="connsiteX14" fmla="*/ 518253 w 519588"/>
              <a:gd name="connsiteY14" fmla="*/ 13166 h 1596595"/>
              <a:gd name="connsiteX15" fmla="*/ 247320 w 519588"/>
              <a:gd name="connsiteY15" fmla="*/ 123233 h 1596595"/>
              <a:gd name="connsiteX16" fmla="*/ 1787 w 519588"/>
              <a:gd name="connsiteY16" fmla="*/ 72432 h 1596595"/>
              <a:gd name="connsiteX0" fmla="*/ 1787 w 519588"/>
              <a:gd name="connsiteY0" fmla="*/ 72432 h 1596489"/>
              <a:gd name="connsiteX1" fmla="*/ 137254 w 519588"/>
              <a:gd name="connsiteY1" fmla="*/ 470366 h 1596489"/>
              <a:gd name="connsiteX2" fmla="*/ 154187 w 519588"/>
              <a:gd name="connsiteY2" fmla="*/ 707432 h 1596489"/>
              <a:gd name="connsiteX3" fmla="*/ 154186 w 519588"/>
              <a:gd name="connsiteY3" fmla="*/ 969899 h 1596489"/>
              <a:gd name="connsiteX4" fmla="*/ 128786 w 519588"/>
              <a:gd name="connsiteY4" fmla="*/ 1173100 h 1596489"/>
              <a:gd name="connsiteX5" fmla="*/ 86453 w 519588"/>
              <a:gd name="connsiteY5" fmla="*/ 1384766 h 1596489"/>
              <a:gd name="connsiteX6" fmla="*/ 124050 w 519588"/>
              <a:gd name="connsiteY6" fmla="*/ 1481002 h 1596489"/>
              <a:gd name="connsiteX7" fmla="*/ 247320 w 519588"/>
              <a:gd name="connsiteY7" fmla="*/ 1596432 h 1596489"/>
              <a:gd name="connsiteX8" fmla="*/ 366907 w 519588"/>
              <a:gd name="connsiteY8" fmla="*/ 1494824 h 1596489"/>
              <a:gd name="connsiteX9" fmla="*/ 420384 w 519588"/>
              <a:gd name="connsiteY9" fmla="*/ 1379402 h 1596489"/>
              <a:gd name="connsiteX10" fmla="*/ 368232 w 519588"/>
              <a:gd name="connsiteY10" fmla="*/ 1206902 h 1596489"/>
              <a:gd name="connsiteX11" fmla="*/ 331987 w 519588"/>
              <a:gd name="connsiteY11" fmla="*/ 927566 h 1596489"/>
              <a:gd name="connsiteX12" fmla="*/ 327250 w 519588"/>
              <a:gd name="connsiteY12" fmla="*/ 693602 h 1596489"/>
              <a:gd name="connsiteX13" fmla="*/ 357386 w 519588"/>
              <a:gd name="connsiteY13" fmla="*/ 470366 h 1596489"/>
              <a:gd name="connsiteX14" fmla="*/ 518253 w 519588"/>
              <a:gd name="connsiteY14" fmla="*/ 13166 h 1596489"/>
              <a:gd name="connsiteX15" fmla="*/ 247320 w 519588"/>
              <a:gd name="connsiteY15" fmla="*/ 123233 h 1596489"/>
              <a:gd name="connsiteX16" fmla="*/ 1787 w 519588"/>
              <a:gd name="connsiteY16" fmla="*/ 72432 h 1596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588" h="1596489">
                <a:moveTo>
                  <a:pt x="1787" y="72432"/>
                </a:moveTo>
                <a:cubicBezTo>
                  <a:pt x="-16557" y="130288"/>
                  <a:pt x="111854" y="364533"/>
                  <a:pt x="137254" y="470366"/>
                </a:cubicBezTo>
                <a:cubicBezTo>
                  <a:pt x="162654" y="576199"/>
                  <a:pt x="151365" y="624177"/>
                  <a:pt x="154187" y="707432"/>
                </a:cubicBezTo>
                <a:cubicBezTo>
                  <a:pt x="157009" y="790687"/>
                  <a:pt x="158420" y="892288"/>
                  <a:pt x="154186" y="969899"/>
                </a:cubicBezTo>
                <a:cubicBezTo>
                  <a:pt x="149952" y="1047510"/>
                  <a:pt x="140075" y="1103956"/>
                  <a:pt x="128786" y="1173100"/>
                </a:cubicBezTo>
                <a:cubicBezTo>
                  <a:pt x="117497" y="1242244"/>
                  <a:pt x="87242" y="1333449"/>
                  <a:pt x="86453" y="1384766"/>
                </a:cubicBezTo>
                <a:cubicBezTo>
                  <a:pt x="85664" y="1436083"/>
                  <a:pt x="93006" y="1447136"/>
                  <a:pt x="124050" y="1481002"/>
                </a:cubicBezTo>
                <a:cubicBezTo>
                  <a:pt x="155095" y="1514869"/>
                  <a:pt x="206844" y="1594128"/>
                  <a:pt x="247320" y="1596432"/>
                </a:cubicBezTo>
                <a:cubicBezTo>
                  <a:pt x="287796" y="1598736"/>
                  <a:pt x="338063" y="1530996"/>
                  <a:pt x="366907" y="1494824"/>
                </a:cubicBezTo>
                <a:cubicBezTo>
                  <a:pt x="395751" y="1458652"/>
                  <a:pt x="430262" y="1409036"/>
                  <a:pt x="420384" y="1379402"/>
                </a:cubicBezTo>
                <a:cubicBezTo>
                  <a:pt x="410506" y="1349769"/>
                  <a:pt x="382965" y="1282208"/>
                  <a:pt x="368232" y="1206902"/>
                </a:cubicBezTo>
                <a:cubicBezTo>
                  <a:pt x="353499" y="1131596"/>
                  <a:pt x="338817" y="1013116"/>
                  <a:pt x="331987" y="927566"/>
                </a:cubicBezTo>
                <a:cubicBezTo>
                  <a:pt x="325157" y="842016"/>
                  <a:pt x="321606" y="772624"/>
                  <a:pt x="327250" y="693602"/>
                </a:cubicBezTo>
                <a:cubicBezTo>
                  <a:pt x="332894" y="614580"/>
                  <a:pt x="325552" y="583772"/>
                  <a:pt x="357386" y="470366"/>
                </a:cubicBezTo>
                <a:cubicBezTo>
                  <a:pt x="389220" y="356960"/>
                  <a:pt x="498497" y="72433"/>
                  <a:pt x="518253" y="13166"/>
                </a:cubicBezTo>
                <a:cubicBezTo>
                  <a:pt x="538009" y="-46101"/>
                  <a:pt x="333398" y="113355"/>
                  <a:pt x="247320" y="123233"/>
                </a:cubicBezTo>
                <a:cubicBezTo>
                  <a:pt x="161242" y="133111"/>
                  <a:pt x="20131" y="14577"/>
                  <a:pt x="1787" y="72432"/>
                </a:cubicBezTo>
                <a:close/>
              </a:path>
            </a:pathLst>
          </a:custGeom>
          <a:gradFill>
            <a:gsLst>
              <a:gs pos="24000">
                <a:schemeClr val="accent2">
                  <a:lumMod val="20000"/>
                  <a:lumOff val="80000"/>
                </a:schemeClr>
              </a:gs>
              <a:gs pos="81000">
                <a:srgbClr val="F7C39F"/>
              </a:gs>
              <a:gs pos="66000">
                <a:srgbClr val="F9D1B5"/>
              </a:gs>
              <a:gs pos="95000">
                <a:srgbClr val="FAD6BE"/>
              </a:gs>
            </a:gsLst>
            <a:lin ang="5400000" scaled="1"/>
          </a:gradFill>
          <a:ln>
            <a:gradFill flip="none" rotWithShape="1">
              <a:gsLst>
                <a:gs pos="31000">
                  <a:schemeClr val="accent2">
                    <a:lumMod val="20000"/>
                    <a:lumOff val="80000"/>
                  </a:schemeClr>
                </a:gs>
                <a:gs pos="89830">
                  <a:srgbClr val="D57738"/>
                </a:gs>
                <a:gs pos="81000">
                  <a:schemeClr val="accent2">
                    <a:lumMod val="60000"/>
                    <a:lumOff val="40000"/>
                  </a:schemeClr>
                </a:gs>
                <a:gs pos="58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6AB1F48-46A3-4E05-A989-4A674C45232A}"/>
              </a:ext>
            </a:extLst>
          </p:cNvPr>
          <p:cNvSpPr txBox="1"/>
          <p:nvPr/>
        </p:nvSpPr>
        <p:spPr>
          <a:xfrm>
            <a:off x="4483189" y="4426720"/>
            <a:ext cx="911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100% FiO</a:t>
            </a:r>
            <a:r>
              <a:rPr lang="en-US" sz="1400" baseline="-25000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AFE5215B-2C21-4CAF-B107-BB4638FD7584}"/>
              </a:ext>
            </a:extLst>
          </p:cNvPr>
          <p:cNvSpPr/>
          <p:nvPr/>
        </p:nvSpPr>
        <p:spPr>
          <a:xfrm flipH="1">
            <a:off x="4129963" y="3147825"/>
            <a:ext cx="684252" cy="781709"/>
          </a:xfrm>
          <a:custGeom>
            <a:avLst/>
            <a:gdLst>
              <a:gd name="connsiteX0" fmla="*/ 446612 w 709149"/>
              <a:gd name="connsiteY0" fmla="*/ 781361 h 791422"/>
              <a:gd name="connsiteX1" fmla="*/ 573612 w 709149"/>
              <a:gd name="connsiteY1" fmla="*/ 705161 h 791422"/>
              <a:gd name="connsiteX2" fmla="*/ 649812 w 709149"/>
              <a:gd name="connsiteY2" fmla="*/ 603561 h 791422"/>
              <a:gd name="connsiteX3" fmla="*/ 709079 w 709149"/>
              <a:gd name="connsiteY3" fmla="*/ 112495 h 791422"/>
              <a:gd name="connsiteX4" fmla="*/ 658279 w 709149"/>
              <a:gd name="connsiteY4" fmla="*/ 10895 h 791422"/>
              <a:gd name="connsiteX5" fmla="*/ 514346 w 709149"/>
              <a:gd name="connsiteY5" fmla="*/ 36295 h 791422"/>
              <a:gd name="connsiteX6" fmla="*/ 243412 w 709149"/>
              <a:gd name="connsiteY6" fmla="*/ 307228 h 791422"/>
              <a:gd name="connsiteX7" fmla="*/ 31746 w 709149"/>
              <a:gd name="connsiteY7" fmla="*/ 391895 h 791422"/>
              <a:gd name="connsiteX8" fmla="*/ 14812 w 709149"/>
              <a:gd name="connsiteY8" fmla="*/ 544295 h 791422"/>
              <a:gd name="connsiteX9" fmla="*/ 167212 w 709149"/>
              <a:gd name="connsiteY9" fmla="*/ 705161 h 791422"/>
              <a:gd name="connsiteX10" fmla="*/ 294212 w 709149"/>
              <a:gd name="connsiteY10" fmla="*/ 781361 h 791422"/>
              <a:gd name="connsiteX11" fmla="*/ 446612 w 709149"/>
              <a:gd name="connsiteY11" fmla="*/ 781361 h 791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09149" h="791422">
                <a:moveTo>
                  <a:pt x="446612" y="781361"/>
                </a:moveTo>
                <a:cubicBezTo>
                  <a:pt x="493179" y="768661"/>
                  <a:pt x="539745" y="734794"/>
                  <a:pt x="573612" y="705161"/>
                </a:cubicBezTo>
                <a:cubicBezTo>
                  <a:pt x="607479" y="675528"/>
                  <a:pt x="627234" y="702339"/>
                  <a:pt x="649812" y="603561"/>
                </a:cubicBezTo>
                <a:cubicBezTo>
                  <a:pt x="672390" y="504783"/>
                  <a:pt x="707668" y="211273"/>
                  <a:pt x="709079" y="112495"/>
                </a:cubicBezTo>
                <a:cubicBezTo>
                  <a:pt x="710490" y="13717"/>
                  <a:pt x="690735" y="23595"/>
                  <a:pt x="658279" y="10895"/>
                </a:cubicBezTo>
                <a:cubicBezTo>
                  <a:pt x="625824" y="-1805"/>
                  <a:pt x="583490" y="-13094"/>
                  <a:pt x="514346" y="36295"/>
                </a:cubicBezTo>
                <a:cubicBezTo>
                  <a:pt x="445202" y="85684"/>
                  <a:pt x="323845" y="247961"/>
                  <a:pt x="243412" y="307228"/>
                </a:cubicBezTo>
                <a:cubicBezTo>
                  <a:pt x="162979" y="366495"/>
                  <a:pt x="69846" y="352384"/>
                  <a:pt x="31746" y="391895"/>
                </a:cubicBezTo>
                <a:cubicBezTo>
                  <a:pt x="-6354" y="431406"/>
                  <a:pt x="-7766" y="492084"/>
                  <a:pt x="14812" y="544295"/>
                </a:cubicBezTo>
                <a:cubicBezTo>
                  <a:pt x="37390" y="596506"/>
                  <a:pt x="120645" y="665650"/>
                  <a:pt x="167212" y="705161"/>
                </a:cubicBezTo>
                <a:cubicBezTo>
                  <a:pt x="213779" y="744672"/>
                  <a:pt x="251879" y="767250"/>
                  <a:pt x="294212" y="781361"/>
                </a:cubicBezTo>
                <a:cubicBezTo>
                  <a:pt x="336545" y="795472"/>
                  <a:pt x="400045" y="794061"/>
                  <a:pt x="446612" y="781361"/>
                </a:cubicBezTo>
                <a:close/>
              </a:path>
            </a:pathLst>
          </a:custGeom>
          <a:solidFill>
            <a:srgbClr val="F7C6BF"/>
          </a:solidFill>
          <a:ln>
            <a:solidFill>
              <a:srgbClr val="F48C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D2738320-AD37-4F16-B930-DDE9F9A15746}"/>
              </a:ext>
            </a:extLst>
          </p:cNvPr>
          <p:cNvSpPr/>
          <p:nvPr/>
        </p:nvSpPr>
        <p:spPr>
          <a:xfrm flipH="1">
            <a:off x="4418858" y="3485592"/>
            <a:ext cx="273855" cy="285801"/>
          </a:xfrm>
          <a:custGeom>
            <a:avLst/>
            <a:gdLst>
              <a:gd name="connsiteX0" fmla="*/ 259048 w 259048"/>
              <a:gd name="connsiteY0" fmla="*/ 0 h 339024"/>
              <a:gd name="connsiteX1" fmla="*/ 38915 w 259048"/>
              <a:gd name="connsiteY1" fmla="*/ 110066 h 339024"/>
              <a:gd name="connsiteX2" fmla="*/ 5048 w 259048"/>
              <a:gd name="connsiteY2" fmla="*/ 270933 h 339024"/>
              <a:gd name="connsiteX3" fmla="*/ 98181 w 259048"/>
              <a:gd name="connsiteY3" fmla="*/ 338666 h 339024"/>
              <a:gd name="connsiteX4" fmla="*/ 148981 w 259048"/>
              <a:gd name="connsiteY4" fmla="*/ 245533 h 339024"/>
              <a:gd name="connsiteX0" fmla="*/ 373993 w 373993"/>
              <a:gd name="connsiteY0" fmla="*/ 0 h 364424"/>
              <a:gd name="connsiteX1" fmla="*/ 43793 w 373993"/>
              <a:gd name="connsiteY1" fmla="*/ 135466 h 364424"/>
              <a:gd name="connsiteX2" fmla="*/ 9926 w 373993"/>
              <a:gd name="connsiteY2" fmla="*/ 296333 h 364424"/>
              <a:gd name="connsiteX3" fmla="*/ 103059 w 373993"/>
              <a:gd name="connsiteY3" fmla="*/ 364066 h 364424"/>
              <a:gd name="connsiteX4" fmla="*/ 153859 w 373993"/>
              <a:gd name="connsiteY4" fmla="*/ 270933 h 364424"/>
              <a:gd name="connsiteX0" fmla="*/ 367049 w 367049"/>
              <a:gd name="connsiteY0" fmla="*/ 0 h 364424"/>
              <a:gd name="connsiteX1" fmla="*/ 172315 w 367049"/>
              <a:gd name="connsiteY1" fmla="*/ 33866 h 364424"/>
              <a:gd name="connsiteX2" fmla="*/ 36849 w 367049"/>
              <a:gd name="connsiteY2" fmla="*/ 135466 h 364424"/>
              <a:gd name="connsiteX3" fmla="*/ 2982 w 367049"/>
              <a:gd name="connsiteY3" fmla="*/ 296333 h 364424"/>
              <a:gd name="connsiteX4" fmla="*/ 96115 w 367049"/>
              <a:gd name="connsiteY4" fmla="*/ 364066 h 364424"/>
              <a:gd name="connsiteX5" fmla="*/ 146915 w 367049"/>
              <a:gd name="connsiteY5" fmla="*/ 270933 h 364424"/>
              <a:gd name="connsiteX0" fmla="*/ 324716 w 324716"/>
              <a:gd name="connsiteY0" fmla="*/ 0 h 347491"/>
              <a:gd name="connsiteX1" fmla="*/ 172315 w 324716"/>
              <a:gd name="connsiteY1" fmla="*/ 16933 h 347491"/>
              <a:gd name="connsiteX2" fmla="*/ 36849 w 324716"/>
              <a:gd name="connsiteY2" fmla="*/ 118533 h 347491"/>
              <a:gd name="connsiteX3" fmla="*/ 2982 w 324716"/>
              <a:gd name="connsiteY3" fmla="*/ 279400 h 347491"/>
              <a:gd name="connsiteX4" fmla="*/ 96115 w 324716"/>
              <a:gd name="connsiteY4" fmla="*/ 347133 h 347491"/>
              <a:gd name="connsiteX5" fmla="*/ 146915 w 324716"/>
              <a:gd name="connsiteY5" fmla="*/ 254000 h 347491"/>
              <a:gd name="connsiteX0" fmla="*/ 322143 w 322143"/>
              <a:gd name="connsiteY0" fmla="*/ 0 h 347446"/>
              <a:gd name="connsiteX1" fmla="*/ 169742 w 322143"/>
              <a:gd name="connsiteY1" fmla="*/ 16933 h 347446"/>
              <a:gd name="connsiteX2" fmla="*/ 133268 w 322143"/>
              <a:gd name="connsiteY2" fmla="*/ 152300 h 347446"/>
              <a:gd name="connsiteX3" fmla="*/ 409 w 322143"/>
              <a:gd name="connsiteY3" fmla="*/ 279400 h 347446"/>
              <a:gd name="connsiteX4" fmla="*/ 93542 w 322143"/>
              <a:gd name="connsiteY4" fmla="*/ 347133 h 347446"/>
              <a:gd name="connsiteX5" fmla="*/ 144342 w 322143"/>
              <a:gd name="connsiteY5" fmla="*/ 254000 h 347446"/>
              <a:gd name="connsiteX0" fmla="*/ 322143 w 322143"/>
              <a:gd name="connsiteY0" fmla="*/ 0 h 347446"/>
              <a:gd name="connsiteX1" fmla="*/ 199440 w 322143"/>
              <a:gd name="connsiteY1" fmla="*/ 50700 h 347446"/>
              <a:gd name="connsiteX2" fmla="*/ 133268 w 322143"/>
              <a:gd name="connsiteY2" fmla="*/ 152300 h 347446"/>
              <a:gd name="connsiteX3" fmla="*/ 409 w 322143"/>
              <a:gd name="connsiteY3" fmla="*/ 279400 h 347446"/>
              <a:gd name="connsiteX4" fmla="*/ 93542 w 322143"/>
              <a:gd name="connsiteY4" fmla="*/ 347133 h 347446"/>
              <a:gd name="connsiteX5" fmla="*/ 144342 w 322143"/>
              <a:gd name="connsiteY5" fmla="*/ 254000 h 347446"/>
              <a:gd name="connsiteX0" fmla="*/ 322143 w 322143"/>
              <a:gd name="connsiteY0" fmla="*/ 0 h 347446"/>
              <a:gd name="connsiteX1" fmla="*/ 199440 w 322143"/>
              <a:gd name="connsiteY1" fmla="*/ 50700 h 347446"/>
              <a:gd name="connsiteX2" fmla="*/ 133268 w 322143"/>
              <a:gd name="connsiteY2" fmla="*/ 152300 h 347446"/>
              <a:gd name="connsiteX3" fmla="*/ 409 w 322143"/>
              <a:gd name="connsiteY3" fmla="*/ 279400 h 347446"/>
              <a:gd name="connsiteX4" fmla="*/ 93542 w 322143"/>
              <a:gd name="connsiteY4" fmla="*/ 347133 h 347446"/>
              <a:gd name="connsiteX5" fmla="*/ 144342 w 322143"/>
              <a:gd name="connsiteY5" fmla="*/ 254000 h 347446"/>
              <a:gd name="connsiteX0" fmla="*/ 322208 w 322208"/>
              <a:gd name="connsiteY0" fmla="*/ 0 h 347172"/>
              <a:gd name="connsiteX1" fmla="*/ 199505 w 322208"/>
              <a:gd name="connsiteY1" fmla="*/ 50700 h 347172"/>
              <a:gd name="connsiteX2" fmla="*/ 133333 w 322208"/>
              <a:gd name="connsiteY2" fmla="*/ 152300 h 347172"/>
              <a:gd name="connsiteX3" fmla="*/ 474 w 322208"/>
              <a:gd name="connsiteY3" fmla="*/ 279400 h 347172"/>
              <a:gd name="connsiteX4" fmla="*/ 93607 w 322208"/>
              <a:gd name="connsiteY4" fmla="*/ 347133 h 347172"/>
              <a:gd name="connsiteX5" fmla="*/ 213703 w 322208"/>
              <a:gd name="connsiteY5" fmla="*/ 270884 h 347172"/>
              <a:gd name="connsiteX0" fmla="*/ 322244 w 322244"/>
              <a:gd name="connsiteY0" fmla="*/ 0 h 347281"/>
              <a:gd name="connsiteX1" fmla="*/ 199541 w 322244"/>
              <a:gd name="connsiteY1" fmla="*/ 50700 h 347281"/>
              <a:gd name="connsiteX2" fmla="*/ 133369 w 322244"/>
              <a:gd name="connsiteY2" fmla="*/ 152300 h 347281"/>
              <a:gd name="connsiteX3" fmla="*/ 510 w 322244"/>
              <a:gd name="connsiteY3" fmla="*/ 279400 h 347281"/>
              <a:gd name="connsiteX4" fmla="*/ 93643 w 322244"/>
              <a:gd name="connsiteY4" fmla="*/ 347133 h 347281"/>
              <a:gd name="connsiteX5" fmla="*/ 243437 w 322244"/>
              <a:gd name="connsiteY5" fmla="*/ 262442 h 347281"/>
              <a:gd name="connsiteX0" fmla="*/ 321839 w 321839"/>
              <a:gd name="connsiteY0" fmla="*/ 0 h 372555"/>
              <a:gd name="connsiteX1" fmla="*/ 199136 w 321839"/>
              <a:gd name="connsiteY1" fmla="*/ 50700 h 372555"/>
              <a:gd name="connsiteX2" fmla="*/ 132964 w 321839"/>
              <a:gd name="connsiteY2" fmla="*/ 152300 h 372555"/>
              <a:gd name="connsiteX3" fmla="*/ 105 w 321839"/>
              <a:gd name="connsiteY3" fmla="*/ 279400 h 372555"/>
              <a:gd name="connsiteX4" fmla="*/ 113037 w 321839"/>
              <a:gd name="connsiteY4" fmla="*/ 372458 h 372555"/>
              <a:gd name="connsiteX5" fmla="*/ 243032 w 321839"/>
              <a:gd name="connsiteY5" fmla="*/ 262442 h 372555"/>
              <a:gd name="connsiteX0" fmla="*/ 292191 w 292191"/>
              <a:gd name="connsiteY0" fmla="*/ 0 h 372458"/>
              <a:gd name="connsiteX1" fmla="*/ 169488 w 292191"/>
              <a:gd name="connsiteY1" fmla="*/ 50700 h 372458"/>
              <a:gd name="connsiteX2" fmla="*/ 103316 w 292191"/>
              <a:gd name="connsiteY2" fmla="*/ 152300 h 372458"/>
              <a:gd name="connsiteX3" fmla="*/ 155 w 292191"/>
              <a:gd name="connsiteY3" fmla="*/ 262517 h 372458"/>
              <a:gd name="connsiteX4" fmla="*/ 83389 w 292191"/>
              <a:gd name="connsiteY4" fmla="*/ 372458 h 372458"/>
              <a:gd name="connsiteX5" fmla="*/ 213384 w 292191"/>
              <a:gd name="connsiteY5" fmla="*/ 262442 h 372458"/>
              <a:gd name="connsiteX0" fmla="*/ 292191 w 292191"/>
              <a:gd name="connsiteY0" fmla="*/ 0 h 372458"/>
              <a:gd name="connsiteX1" fmla="*/ 162064 w 292191"/>
              <a:gd name="connsiteY1" fmla="*/ 34872 h 372458"/>
              <a:gd name="connsiteX2" fmla="*/ 103316 w 292191"/>
              <a:gd name="connsiteY2" fmla="*/ 152300 h 372458"/>
              <a:gd name="connsiteX3" fmla="*/ 155 w 292191"/>
              <a:gd name="connsiteY3" fmla="*/ 262517 h 372458"/>
              <a:gd name="connsiteX4" fmla="*/ 83389 w 292191"/>
              <a:gd name="connsiteY4" fmla="*/ 372458 h 372458"/>
              <a:gd name="connsiteX5" fmla="*/ 213384 w 292191"/>
              <a:gd name="connsiteY5" fmla="*/ 262442 h 372458"/>
              <a:gd name="connsiteX0" fmla="*/ 318177 w 318177"/>
              <a:gd name="connsiteY0" fmla="*/ 0 h 366127"/>
              <a:gd name="connsiteX1" fmla="*/ 162064 w 318177"/>
              <a:gd name="connsiteY1" fmla="*/ 28541 h 366127"/>
              <a:gd name="connsiteX2" fmla="*/ 103316 w 318177"/>
              <a:gd name="connsiteY2" fmla="*/ 145969 h 366127"/>
              <a:gd name="connsiteX3" fmla="*/ 155 w 318177"/>
              <a:gd name="connsiteY3" fmla="*/ 256186 h 366127"/>
              <a:gd name="connsiteX4" fmla="*/ 83389 w 318177"/>
              <a:gd name="connsiteY4" fmla="*/ 366127 h 366127"/>
              <a:gd name="connsiteX5" fmla="*/ 213384 w 318177"/>
              <a:gd name="connsiteY5" fmla="*/ 256111 h 366127"/>
              <a:gd name="connsiteX0" fmla="*/ 318177 w 318177"/>
              <a:gd name="connsiteY0" fmla="*/ 3527 h 369654"/>
              <a:gd name="connsiteX1" fmla="*/ 215969 w 318177"/>
              <a:gd name="connsiteY1" fmla="*/ 1388 h 369654"/>
              <a:gd name="connsiteX2" fmla="*/ 162064 w 318177"/>
              <a:gd name="connsiteY2" fmla="*/ 32068 h 369654"/>
              <a:gd name="connsiteX3" fmla="*/ 103316 w 318177"/>
              <a:gd name="connsiteY3" fmla="*/ 149496 h 369654"/>
              <a:gd name="connsiteX4" fmla="*/ 155 w 318177"/>
              <a:gd name="connsiteY4" fmla="*/ 259713 h 369654"/>
              <a:gd name="connsiteX5" fmla="*/ 83389 w 318177"/>
              <a:gd name="connsiteY5" fmla="*/ 369654 h 369654"/>
              <a:gd name="connsiteX6" fmla="*/ 213384 w 318177"/>
              <a:gd name="connsiteY6" fmla="*/ 259638 h 369654"/>
              <a:gd name="connsiteX0" fmla="*/ 318179 w 318179"/>
              <a:gd name="connsiteY0" fmla="*/ 3527 h 369748"/>
              <a:gd name="connsiteX1" fmla="*/ 215971 w 318179"/>
              <a:gd name="connsiteY1" fmla="*/ 1388 h 369748"/>
              <a:gd name="connsiteX2" fmla="*/ 162066 w 318179"/>
              <a:gd name="connsiteY2" fmla="*/ 32068 h 369748"/>
              <a:gd name="connsiteX3" fmla="*/ 103318 w 318179"/>
              <a:gd name="connsiteY3" fmla="*/ 149496 h 369748"/>
              <a:gd name="connsiteX4" fmla="*/ 157 w 318179"/>
              <a:gd name="connsiteY4" fmla="*/ 259713 h 369748"/>
              <a:gd name="connsiteX5" fmla="*/ 83391 w 318179"/>
              <a:gd name="connsiteY5" fmla="*/ 369654 h 369748"/>
              <a:gd name="connsiteX6" fmla="*/ 220811 w 318179"/>
              <a:gd name="connsiteY6" fmla="*/ 275466 h 369748"/>
              <a:gd name="connsiteX0" fmla="*/ 318179 w 318179"/>
              <a:gd name="connsiteY0" fmla="*/ 11974 h 378195"/>
              <a:gd name="connsiteX1" fmla="*/ 215971 w 318179"/>
              <a:gd name="connsiteY1" fmla="*/ 9835 h 378195"/>
              <a:gd name="connsiteX2" fmla="*/ 103318 w 318179"/>
              <a:gd name="connsiteY2" fmla="*/ 157943 h 378195"/>
              <a:gd name="connsiteX3" fmla="*/ 157 w 318179"/>
              <a:gd name="connsiteY3" fmla="*/ 268160 h 378195"/>
              <a:gd name="connsiteX4" fmla="*/ 83391 w 318179"/>
              <a:gd name="connsiteY4" fmla="*/ 378101 h 378195"/>
              <a:gd name="connsiteX5" fmla="*/ 220811 w 318179"/>
              <a:gd name="connsiteY5" fmla="*/ 283913 h 378195"/>
              <a:gd name="connsiteX0" fmla="*/ 318179 w 318179"/>
              <a:gd name="connsiteY0" fmla="*/ 0 h 366221"/>
              <a:gd name="connsiteX1" fmla="*/ 103318 w 318179"/>
              <a:gd name="connsiteY1" fmla="*/ 145969 h 366221"/>
              <a:gd name="connsiteX2" fmla="*/ 157 w 318179"/>
              <a:gd name="connsiteY2" fmla="*/ 256186 h 366221"/>
              <a:gd name="connsiteX3" fmla="*/ 83391 w 318179"/>
              <a:gd name="connsiteY3" fmla="*/ 366127 h 366221"/>
              <a:gd name="connsiteX4" fmla="*/ 220811 w 318179"/>
              <a:gd name="connsiteY4" fmla="*/ 271939 h 366221"/>
              <a:gd name="connsiteX0" fmla="*/ 264278 w 264278"/>
              <a:gd name="connsiteY0" fmla="*/ 0 h 277584"/>
              <a:gd name="connsiteX1" fmla="*/ 103318 w 264278"/>
              <a:gd name="connsiteY1" fmla="*/ 57332 h 277584"/>
              <a:gd name="connsiteX2" fmla="*/ 157 w 264278"/>
              <a:gd name="connsiteY2" fmla="*/ 167549 h 277584"/>
              <a:gd name="connsiteX3" fmla="*/ 83391 w 264278"/>
              <a:gd name="connsiteY3" fmla="*/ 277490 h 277584"/>
              <a:gd name="connsiteX4" fmla="*/ 220811 w 264278"/>
              <a:gd name="connsiteY4" fmla="*/ 183302 h 277584"/>
              <a:gd name="connsiteX0" fmla="*/ 264278 w 264278"/>
              <a:gd name="connsiteY0" fmla="*/ 0 h 277584"/>
              <a:gd name="connsiteX1" fmla="*/ 103318 w 264278"/>
              <a:gd name="connsiteY1" fmla="*/ 19345 h 277584"/>
              <a:gd name="connsiteX2" fmla="*/ 157 w 264278"/>
              <a:gd name="connsiteY2" fmla="*/ 167549 h 277584"/>
              <a:gd name="connsiteX3" fmla="*/ 83391 w 264278"/>
              <a:gd name="connsiteY3" fmla="*/ 277490 h 277584"/>
              <a:gd name="connsiteX4" fmla="*/ 220811 w 264278"/>
              <a:gd name="connsiteY4" fmla="*/ 183302 h 277584"/>
              <a:gd name="connsiteX0" fmla="*/ 258289 w 258289"/>
              <a:gd name="connsiteY0" fmla="*/ 0 h 277584"/>
              <a:gd name="connsiteX1" fmla="*/ 103318 w 258289"/>
              <a:gd name="connsiteY1" fmla="*/ 19345 h 277584"/>
              <a:gd name="connsiteX2" fmla="*/ 157 w 258289"/>
              <a:gd name="connsiteY2" fmla="*/ 167549 h 277584"/>
              <a:gd name="connsiteX3" fmla="*/ 83391 w 258289"/>
              <a:gd name="connsiteY3" fmla="*/ 277490 h 277584"/>
              <a:gd name="connsiteX4" fmla="*/ 220811 w 258289"/>
              <a:gd name="connsiteY4" fmla="*/ 183302 h 277584"/>
              <a:gd name="connsiteX0" fmla="*/ 258284 w 258284"/>
              <a:gd name="connsiteY0" fmla="*/ 0 h 277584"/>
              <a:gd name="connsiteX1" fmla="*/ 103313 w 258284"/>
              <a:gd name="connsiteY1" fmla="*/ 19345 h 277584"/>
              <a:gd name="connsiteX2" fmla="*/ 152 w 258284"/>
              <a:gd name="connsiteY2" fmla="*/ 167549 h 277584"/>
              <a:gd name="connsiteX3" fmla="*/ 125308 w 258284"/>
              <a:gd name="connsiteY3" fmla="*/ 277490 h 277584"/>
              <a:gd name="connsiteX4" fmla="*/ 220806 w 258284"/>
              <a:gd name="connsiteY4" fmla="*/ 183302 h 277584"/>
              <a:gd name="connsiteX0" fmla="*/ 258284 w 258284"/>
              <a:gd name="connsiteY0" fmla="*/ 0 h 277567"/>
              <a:gd name="connsiteX1" fmla="*/ 103313 w 258284"/>
              <a:gd name="connsiteY1" fmla="*/ 19345 h 277567"/>
              <a:gd name="connsiteX2" fmla="*/ 152 w 258284"/>
              <a:gd name="connsiteY2" fmla="*/ 167549 h 277567"/>
              <a:gd name="connsiteX3" fmla="*/ 125308 w 258284"/>
              <a:gd name="connsiteY3" fmla="*/ 277490 h 277567"/>
              <a:gd name="connsiteX4" fmla="*/ 238773 w 258284"/>
              <a:gd name="connsiteY4" fmla="*/ 170640 h 277567"/>
              <a:gd name="connsiteX0" fmla="*/ 258284 w 258284"/>
              <a:gd name="connsiteY0" fmla="*/ 7390 h 284957"/>
              <a:gd name="connsiteX1" fmla="*/ 103313 w 258284"/>
              <a:gd name="connsiteY1" fmla="*/ 26735 h 284957"/>
              <a:gd name="connsiteX2" fmla="*/ 152 w 258284"/>
              <a:gd name="connsiteY2" fmla="*/ 174939 h 284957"/>
              <a:gd name="connsiteX3" fmla="*/ 125308 w 258284"/>
              <a:gd name="connsiteY3" fmla="*/ 284880 h 284957"/>
              <a:gd name="connsiteX4" fmla="*/ 238773 w 258284"/>
              <a:gd name="connsiteY4" fmla="*/ 178030 h 284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8284" h="284957">
                <a:moveTo>
                  <a:pt x="258284" y="7390"/>
                </a:moveTo>
                <a:cubicBezTo>
                  <a:pt x="177587" y="-6519"/>
                  <a:pt x="146335" y="-1190"/>
                  <a:pt x="103313" y="26735"/>
                </a:cubicBezTo>
                <a:cubicBezTo>
                  <a:pt x="60291" y="54660"/>
                  <a:pt x="-3514" y="131915"/>
                  <a:pt x="152" y="174939"/>
                </a:cubicBezTo>
                <a:cubicBezTo>
                  <a:pt x="3818" y="217963"/>
                  <a:pt x="88532" y="282255"/>
                  <a:pt x="125308" y="284880"/>
                </a:cubicBezTo>
                <a:cubicBezTo>
                  <a:pt x="162084" y="287505"/>
                  <a:pt x="225367" y="222480"/>
                  <a:pt x="238773" y="178030"/>
                </a:cubicBezTo>
              </a:path>
            </a:pathLst>
          </a:custGeom>
          <a:noFill/>
          <a:ln w="254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rgbClr val="7030A0"/>
                </a:gs>
                <a:gs pos="87000">
                  <a:srgbClr val="7030A0"/>
                </a:gs>
              </a:gsLst>
              <a:lin ang="5400000" scaled="1"/>
            </a:gra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BC967826-71BB-4D10-903A-DBC23317D1A0}"/>
              </a:ext>
            </a:extLst>
          </p:cNvPr>
          <p:cNvSpPr/>
          <p:nvPr/>
        </p:nvSpPr>
        <p:spPr>
          <a:xfrm flipH="1">
            <a:off x="4270200" y="3489544"/>
            <a:ext cx="186389" cy="351966"/>
          </a:xfrm>
          <a:custGeom>
            <a:avLst/>
            <a:gdLst>
              <a:gd name="connsiteX0" fmla="*/ 59267 w 93182"/>
              <a:gd name="connsiteY0" fmla="*/ 501658 h 501658"/>
              <a:gd name="connsiteX1" fmla="*/ 59267 w 93182"/>
              <a:gd name="connsiteY1" fmla="*/ 281524 h 501658"/>
              <a:gd name="connsiteX2" fmla="*/ 93134 w 93182"/>
              <a:gd name="connsiteY2" fmla="*/ 120658 h 501658"/>
              <a:gd name="connsiteX3" fmla="*/ 50800 w 93182"/>
              <a:gd name="connsiteY3" fmla="*/ 10591 h 501658"/>
              <a:gd name="connsiteX4" fmla="*/ 0 w 93182"/>
              <a:gd name="connsiteY4" fmla="*/ 10591 h 501658"/>
              <a:gd name="connsiteX0" fmla="*/ 74237 w 108152"/>
              <a:gd name="connsiteY0" fmla="*/ 515037 h 515037"/>
              <a:gd name="connsiteX1" fmla="*/ 74237 w 108152"/>
              <a:gd name="connsiteY1" fmla="*/ 294903 h 515037"/>
              <a:gd name="connsiteX2" fmla="*/ 108104 w 108152"/>
              <a:gd name="connsiteY2" fmla="*/ 134037 h 515037"/>
              <a:gd name="connsiteX3" fmla="*/ 65770 w 108152"/>
              <a:gd name="connsiteY3" fmla="*/ 23970 h 515037"/>
              <a:gd name="connsiteX4" fmla="*/ 0 w 108152"/>
              <a:gd name="connsiteY4" fmla="*/ 3814 h 515037"/>
              <a:gd name="connsiteX0" fmla="*/ 74237 w 108152"/>
              <a:gd name="connsiteY0" fmla="*/ 511223 h 511223"/>
              <a:gd name="connsiteX1" fmla="*/ 74237 w 108152"/>
              <a:gd name="connsiteY1" fmla="*/ 291089 h 511223"/>
              <a:gd name="connsiteX2" fmla="*/ 108104 w 108152"/>
              <a:gd name="connsiteY2" fmla="*/ 130223 h 511223"/>
              <a:gd name="connsiteX3" fmla="*/ 65770 w 108152"/>
              <a:gd name="connsiteY3" fmla="*/ 20156 h 511223"/>
              <a:gd name="connsiteX4" fmla="*/ 0 w 108152"/>
              <a:gd name="connsiteY4" fmla="*/ 0 h 511223"/>
              <a:gd name="connsiteX0" fmla="*/ 74237 w 108155"/>
              <a:gd name="connsiteY0" fmla="*/ 511223 h 511223"/>
              <a:gd name="connsiteX1" fmla="*/ 108104 w 108155"/>
              <a:gd name="connsiteY1" fmla="*/ 130223 h 511223"/>
              <a:gd name="connsiteX2" fmla="*/ 65770 w 108155"/>
              <a:gd name="connsiteY2" fmla="*/ 20156 h 511223"/>
              <a:gd name="connsiteX3" fmla="*/ 0 w 108155"/>
              <a:gd name="connsiteY3" fmla="*/ 0 h 511223"/>
              <a:gd name="connsiteX0" fmla="*/ 90337 w 108807"/>
              <a:gd name="connsiteY0" fmla="*/ 545380 h 545380"/>
              <a:gd name="connsiteX1" fmla="*/ 108104 w 108807"/>
              <a:gd name="connsiteY1" fmla="*/ 130223 h 545380"/>
              <a:gd name="connsiteX2" fmla="*/ 65770 w 108807"/>
              <a:gd name="connsiteY2" fmla="*/ 20156 h 545380"/>
              <a:gd name="connsiteX3" fmla="*/ 0 w 108807"/>
              <a:gd name="connsiteY3" fmla="*/ 0 h 545380"/>
              <a:gd name="connsiteX0" fmla="*/ 106437 w 112521"/>
              <a:gd name="connsiteY0" fmla="*/ 518054 h 518054"/>
              <a:gd name="connsiteX1" fmla="*/ 108104 w 112521"/>
              <a:gd name="connsiteY1" fmla="*/ 130223 h 518054"/>
              <a:gd name="connsiteX2" fmla="*/ 65770 w 112521"/>
              <a:gd name="connsiteY2" fmla="*/ 20156 h 518054"/>
              <a:gd name="connsiteX3" fmla="*/ 0 w 112521"/>
              <a:gd name="connsiteY3" fmla="*/ 0 h 518054"/>
              <a:gd name="connsiteX0" fmla="*/ 106437 w 117233"/>
              <a:gd name="connsiteY0" fmla="*/ 518054 h 518054"/>
              <a:gd name="connsiteX1" fmla="*/ 108104 w 117233"/>
              <a:gd name="connsiteY1" fmla="*/ 130223 h 518054"/>
              <a:gd name="connsiteX2" fmla="*/ 0 w 117233"/>
              <a:gd name="connsiteY2" fmla="*/ 0 h 518054"/>
              <a:gd name="connsiteX0" fmla="*/ 106437 w 107962"/>
              <a:gd name="connsiteY0" fmla="*/ 518054 h 518054"/>
              <a:gd name="connsiteX1" fmla="*/ 77036 w 107962"/>
              <a:gd name="connsiteY1" fmla="*/ 130223 h 518054"/>
              <a:gd name="connsiteX2" fmla="*/ 0 w 107962"/>
              <a:gd name="connsiteY2" fmla="*/ 0 h 518054"/>
              <a:gd name="connsiteX0" fmla="*/ 106437 w 107962"/>
              <a:gd name="connsiteY0" fmla="*/ 454969 h 454969"/>
              <a:gd name="connsiteX1" fmla="*/ 77036 w 107962"/>
              <a:gd name="connsiteY1" fmla="*/ 67138 h 454969"/>
              <a:gd name="connsiteX2" fmla="*/ 0 w 107962"/>
              <a:gd name="connsiteY2" fmla="*/ 0 h 454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962" h="454969">
                <a:moveTo>
                  <a:pt x="106437" y="454969"/>
                </a:moveTo>
                <a:cubicBezTo>
                  <a:pt x="113493" y="375594"/>
                  <a:pt x="94776" y="142966"/>
                  <a:pt x="77036" y="67138"/>
                </a:cubicBezTo>
                <a:cubicBezTo>
                  <a:pt x="59297" y="-8690"/>
                  <a:pt x="22522" y="27130"/>
                  <a:pt x="0" y="0"/>
                </a:cubicBezTo>
              </a:path>
            </a:pathLst>
          </a:cu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rgbClr val="7030A0"/>
                </a:gs>
                <a:gs pos="64000">
                  <a:schemeClr val="accent1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E7A890B2-F8B6-4CD1-8F2B-D1386A6E5A61}"/>
              </a:ext>
            </a:extLst>
          </p:cNvPr>
          <p:cNvSpPr/>
          <p:nvPr/>
        </p:nvSpPr>
        <p:spPr>
          <a:xfrm flipH="1">
            <a:off x="4186255" y="3489544"/>
            <a:ext cx="250364" cy="271626"/>
          </a:xfrm>
          <a:custGeom>
            <a:avLst/>
            <a:gdLst>
              <a:gd name="connsiteX0" fmla="*/ 82550 w 112836"/>
              <a:gd name="connsiteY0" fmla="*/ 427919 h 427919"/>
              <a:gd name="connsiteX1" fmla="*/ 73025 w 112836"/>
              <a:gd name="connsiteY1" fmla="*/ 294569 h 427919"/>
              <a:gd name="connsiteX2" fmla="*/ 111125 w 112836"/>
              <a:gd name="connsiteY2" fmla="*/ 135819 h 427919"/>
              <a:gd name="connsiteX3" fmla="*/ 101600 w 112836"/>
              <a:gd name="connsiteY3" fmla="*/ 37394 h 427919"/>
              <a:gd name="connsiteX4" fmla="*/ 60325 w 112836"/>
              <a:gd name="connsiteY4" fmla="*/ 2469 h 427919"/>
              <a:gd name="connsiteX5" fmla="*/ 0 w 112836"/>
              <a:gd name="connsiteY5" fmla="*/ 5644 h 427919"/>
              <a:gd name="connsiteX0" fmla="*/ 82550 w 112179"/>
              <a:gd name="connsiteY0" fmla="*/ 427919 h 427919"/>
              <a:gd name="connsiteX1" fmla="*/ 111125 w 112179"/>
              <a:gd name="connsiteY1" fmla="*/ 135819 h 427919"/>
              <a:gd name="connsiteX2" fmla="*/ 101600 w 112179"/>
              <a:gd name="connsiteY2" fmla="*/ 37394 h 427919"/>
              <a:gd name="connsiteX3" fmla="*/ 60325 w 112179"/>
              <a:gd name="connsiteY3" fmla="*/ 2469 h 427919"/>
              <a:gd name="connsiteX4" fmla="*/ 0 w 112179"/>
              <a:gd name="connsiteY4" fmla="*/ 5644 h 427919"/>
              <a:gd name="connsiteX0" fmla="*/ 100253 w 111148"/>
              <a:gd name="connsiteY0" fmla="*/ 427919 h 427919"/>
              <a:gd name="connsiteX1" fmla="*/ 111125 w 111148"/>
              <a:gd name="connsiteY1" fmla="*/ 135819 h 427919"/>
              <a:gd name="connsiteX2" fmla="*/ 101600 w 111148"/>
              <a:gd name="connsiteY2" fmla="*/ 37394 h 427919"/>
              <a:gd name="connsiteX3" fmla="*/ 60325 w 111148"/>
              <a:gd name="connsiteY3" fmla="*/ 2469 h 427919"/>
              <a:gd name="connsiteX4" fmla="*/ 0 w 111148"/>
              <a:gd name="connsiteY4" fmla="*/ 5644 h 427919"/>
              <a:gd name="connsiteX0" fmla="*/ 100253 w 113126"/>
              <a:gd name="connsiteY0" fmla="*/ 427919 h 427919"/>
              <a:gd name="connsiteX1" fmla="*/ 111125 w 113126"/>
              <a:gd name="connsiteY1" fmla="*/ 135819 h 427919"/>
              <a:gd name="connsiteX2" fmla="*/ 60325 w 113126"/>
              <a:gd name="connsiteY2" fmla="*/ 2469 h 427919"/>
              <a:gd name="connsiteX3" fmla="*/ 0 w 113126"/>
              <a:gd name="connsiteY3" fmla="*/ 5644 h 427919"/>
              <a:gd name="connsiteX0" fmla="*/ 100253 w 103396"/>
              <a:gd name="connsiteY0" fmla="*/ 427919 h 427919"/>
              <a:gd name="connsiteX1" fmla="*/ 96372 w 103396"/>
              <a:gd name="connsiteY1" fmla="*/ 94495 h 427919"/>
              <a:gd name="connsiteX2" fmla="*/ 60325 w 103396"/>
              <a:gd name="connsiteY2" fmla="*/ 2469 h 427919"/>
              <a:gd name="connsiteX3" fmla="*/ 0 w 103396"/>
              <a:gd name="connsiteY3" fmla="*/ 5644 h 427919"/>
              <a:gd name="connsiteX0" fmla="*/ 100253 w 103396"/>
              <a:gd name="connsiteY0" fmla="*/ 378330 h 378330"/>
              <a:gd name="connsiteX1" fmla="*/ 96372 w 103396"/>
              <a:gd name="connsiteY1" fmla="*/ 94495 h 378330"/>
              <a:gd name="connsiteX2" fmla="*/ 60325 w 103396"/>
              <a:gd name="connsiteY2" fmla="*/ 2469 h 378330"/>
              <a:gd name="connsiteX3" fmla="*/ 0 w 103396"/>
              <a:gd name="connsiteY3" fmla="*/ 5644 h 378330"/>
              <a:gd name="connsiteX0" fmla="*/ 100253 w 103396"/>
              <a:gd name="connsiteY0" fmla="*/ 378330 h 378330"/>
              <a:gd name="connsiteX1" fmla="*/ 96372 w 103396"/>
              <a:gd name="connsiteY1" fmla="*/ 94495 h 378330"/>
              <a:gd name="connsiteX2" fmla="*/ 60325 w 103396"/>
              <a:gd name="connsiteY2" fmla="*/ 2469 h 378330"/>
              <a:gd name="connsiteX3" fmla="*/ 0 w 103396"/>
              <a:gd name="connsiteY3" fmla="*/ 5644 h 378330"/>
              <a:gd name="connsiteX0" fmla="*/ 115006 w 116333"/>
              <a:gd name="connsiteY0" fmla="*/ 353535 h 353535"/>
              <a:gd name="connsiteX1" fmla="*/ 96372 w 116333"/>
              <a:gd name="connsiteY1" fmla="*/ 94495 h 353535"/>
              <a:gd name="connsiteX2" fmla="*/ 60325 w 116333"/>
              <a:gd name="connsiteY2" fmla="*/ 2469 h 353535"/>
              <a:gd name="connsiteX3" fmla="*/ 0 w 116333"/>
              <a:gd name="connsiteY3" fmla="*/ 5644 h 353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333" h="353535">
                <a:moveTo>
                  <a:pt x="115006" y="353535"/>
                </a:moveTo>
                <a:cubicBezTo>
                  <a:pt x="120959" y="292681"/>
                  <a:pt x="105485" y="153006"/>
                  <a:pt x="96372" y="94495"/>
                </a:cubicBezTo>
                <a:cubicBezTo>
                  <a:pt x="87259" y="35984"/>
                  <a:pt x="78846" y="24165"/>
                  <a:pt x="60325" y="2469"/>
                </a:cubicBezTo>
                <a:cubicBezTo>
                  <a:pt x="43392" y="-2823"/>
                  <a:pt x="21696" y="1410"/>
                  <a:pt x="0" y="5644"/>
                </a:cubicBezTo>
              </a:path>
            </a:pathLst>
          </a:custGeom>
          <a:noFill/>
          <a:ln>
            <a:gradFill>
              <a:gsLst>
                <a:gs pos="0">
                  <a:srgbClr val="7030A0"/>
                </a:gs>
                <a:gs pos="31000">
                  <a:srgbClr val="FF0000"/>
                </a:gs>
              </a:gsLst>
              <a:lin ang="5400000" scaled="1"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0E02B00-A8D5-4819-9466-CFECD6486823}"/>
              </a:ext>
            </a:extLst>
          </p:cNvPr>
          <p:cNvSpPr/>
          <p:nvPr/>
        </p:nvSpPr>
        <p:spPr>
          <a:xfrm>
            <a:off x="0" y="6256395"/>
            <a:ext cx="7640082" cy="553998"/>
          </a:xfrm>
          <a:prstGeom prst="rect">
            <a:avLst/>
          </a:prstGeom>
          <a:noFill/>
          <a:effectLst>
            <a:softEdge rad="31750"/>
          </a:effectLst>
        </p:spPr>
        <p:txBody>
          <a:bodyPr wrap="square">
            <a:spAutoFit/>
          </a:bodyPr>
          <a:lstStyle/>
          <a:p>
            <a:r>
              <a:rPr lang="en-US" sz="1000" dirty="0"/>
              <a:t>*maximum values noted are reported from manufacturing details</a:t>
            </a:r>
          </a:p>
          <a:p>
            <a:r>
              <a:rPr lang="en-US" sz="1000" dirty="0"/>
              <a:t>Dumont, CP &amp; </a:t>
            </a:r>
            <a:r>
              <a:rPr lang="en-US" sz="1000" dirty="0" err="1"/>
              <a:t>Tiep</a:t>
            </a:r>
            <a:r>
              <a:rPr lang="en-US" sz="1000" dirty="0"/>
              <a:t>, BL. 2002. Using a Reservoir Nasal Cannula in Acute Care. Critical Care Nurse. 22(4): 41-46.</a:t>
            </a:r>
          </a:p>
          <a:p>
            <a:r>
              <a:rPr lang="en-US" sz="1000" dirty="0" err="1"/>
              <a:t>Tiep</a:t>
            </a:r>
            <a:r>
              <a:rPr lang="en-US" sz="1000" dirty="0"/>
              <a:t>, BL &amp; </a:t>
            </a:r>
            <a:r>
              <a:rPr lang="en-US" sz="1000" dirty="0" err="1"/>
              <a:t>Belman</a:t>
            </a:r>
            <a:r>
              <a:rPr lang="en-US" sz="1000" dirty="0"/>
              <a:t>, MJ. 1985, A new Pendant Storage Oxygen-conserving Nasal Cannula. CHEST.  87: 381-383.</a:t>
            </a:r>
          </a:p>
        </p:txBody>
      </p:sp>
      <p:sp>
        <p:nvSpPr>
          <p:cNvPr id="85" name="reservoir" hidden="1">
            <a:extLst>
              <a:ext uri="{FF2B5EF4-FFF2-40B4-BE49-F238E27FC236}">
                <a16:creationId xmlns:a16="http://schemas.microsoft.com/office/drawing/2014/main" id="{F75955BC-4BD7-4520-91A7-C02BD0ABE2B1}"/>
              </a:ext>
            </a:extLst>
          </p:cNvPr>
          <p:cNvSpPr/>
          <p:nvPr/>
        </p:nvSpPr>
        <p:spPr>
          <a:xfrm>
            <a:off x="10586340" y="1599644"/>
            <a:ext cx="862028" cy="24777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reservoir</a:t>
            </a:r>
          </a:p>
        </p:txBody>
      </p:sp>
      <p:sp>
        <p:nvSpPr>
          <p:cNvPr id="90" name="TextBox 89" hidden="1">
            <a:extLst>
              <a:ext uri="{FF2B5EF4-FFF2-40B4-BE49-F238E27FC236}">
                <a16:creationId xmlns:a16="http://schemas.microsoft.com/office/drawing/2014/main" id="{93F39BCA-8922-40E6-B666-03AF7F18B446}"/>
              </a:ext>
            </a:extLst>
          </p:cNvPr>
          <p:cNvSpPr txBox="1"/>
          <p:nvPr/>
        </p:nvSpPr>
        <p:spPr>
          <a:xfrm>
            <a:off x="5316101" y="2752076"/>
            <a:ext cx="3924443" cy="11695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 reservoir collects 100% O</a:t>
            </a:r>
            <a:r>
              <a:rPr lang="en-US" sz="1400" baseline="-25000" dirty="0"/>
              <a:t>2</a:t>
            </a:r>
            <a:r>
              <a:rPr lang="en-US" sz="1400" dirty="0"/>
              <a:t> and dilutes out the inspired ambient air. With nasal cannula, the reservoir is our nasopharynx (~50 mL). The larger the reservoir, the less ambient air is entrained with every breath. </a:t>
            </a:r>
          </a:p>
        </p:txBody>
      </p:sp>
      <p:pic>
        <p:nvPicPr>
          <p:cNvPr id="91" name="Graphic 90" descr="Cursor" hidden="1">
            <a:extLst>
              <a:ext uri="{FF2B5EF4-FFF2-40B4-BE49-F238E27FC236}">
                <a16:creationId xmlns:a16="http://schemas.microsoft.com/office/drawing/2014/main" id="{0FE21A2E-F7A1-4C78-A2DE-750C8400BF8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306623" y="1673541"/>
            <a:ext cx="249740" cy="263524"/>
          </a:xfrm>
          <a:prstGeom prst="rect">
            <a:avLst/>
          </a:prstGeom>
        </p:spPr>
      </p:pic>
      <p:sp>
        <p:nvSpPr>
          <p:cNvPr id="191" name="1">
            <a:extLst>
              <a:ext uri="{FF2B5EF4-FFF2-40B4-BE49-F238E27FC236}">
                <a16:creationId xmlns:a16="http://schemas.microsoft.com/office/drawing/2014/main" id="{ECBD7184-DF60-47AD-A409-5AC3E5ADF2FF}"/>
              </a:ext>
            </a:extLst>
          </p:cNvPr>
          <p:cNvSpPr/>
          <p:nvPr/>
        </p:nvSpPr>
        <p:spPr>
          <a:xfrm>
            <a:off x="259114" y="3834376"/>
            <a:ext cx="576856" cy="584775"/>
          </a:xfrm>
          <a:prstGeom prst="ellipse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pic>
        <p:nvPicPr>
          <p:cNvPr id="192" name="Graphic 191" descr="Cursor">
            <a:extLst>
              <a:ext uri="{FF2B5EF4-FFF2-40B4-BE49-F238E27FC236}">
                <a16:creationId xmlns:a16="http://schemas.microsoft.com/office/drawing/2014/main" id="{75C117A1-067D-4F31-B60F-0E7ADF7F60F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1230" y="4173783"/>
            <a:ext cx="346628" cy="365760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36913764-2D5D-4CEB-A3E3-04C77355B9EF}"/>
              </a:ext>
            </a:extLst>
          </p:cNvPr>
          <p:cNvSpPr/>
          <p:nvPr/>
        </p:nvSpPr>
        <p:spPr>
          <a:xfrm>
            <a:off x="6211933" y="3755207"/>
            <a:ext cx="5704449" cy="24544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19063" indent="-119063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EE14B4C-5AB0-4E94-9B01-3FD3A4654C55}"/>
              </a:ext>
            </a:extLst>
          </p:cNvPr>
          <p:cNvSpPr txBox="1"/>
          <p:nvPr/>
        </p:nvSpPr>
        <p:spPr>
          <a:xfrm>
            <a:off x="6164209" y="3792083"/>
            <a:ext cx="57443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3038">
              <a:buFont typeface="Arial" panose="020B0604020202020204" pitchFamily="34" charset="0"/>
              <a:buChar char="•"/>
            </a:pPr>
            <a:r>
              <a:rPr lang="en-US" sz="1800" dirty="0"/>
              <a:t>The additional reservoir allows ↑ flow rates to be delivered more comfortably and ↑ effective FiO</a:t>
            </a:r>
            <a:r>
              <a:rPr lang="en-US" sz="1800" baseline="-25000" dirty="0"/>
              <a:t>2</a:t>
            </a:r>
            <a:r>
              <a:rPr lang="en-US" sz="1800" dirty="0"/>
              <a:t> for the same flow rate as compared to nasal cannula. </a:t>
            </a:r>
          </a:p>
          <a:p>
            <a:pPr marL="742950" lvl="1" indent="-173038">
              <a:buFont typeface="Arial" panose="020B0604020202020204" pitchFamily="34" charset="0"/>
              <a:buChar char="•"/>
            </a:pPr>
            <a:r>
              <a:rPr lang="en-US" dirty="0"/>
              <a:t>Max flow rates reported at 20 L/min, but in practice, ~12-15 L/min</a:t>
            </a:r>
          </a:p>
        </p:txBody>
      </p:sp>
      <p:sp>
        <p:nvSpPr>
          <p:cNvPr id="99" name="1">
            <a:extLst>
              <a:ext uri="{FF2B5EF4-FFF2-40B4-BE49-F238E27FC236}">
                <a16:creationId xmlns:a16="http://schemas.microsoft.com/office/drawing/2014/main" id="{6EE07477-92BE-4195-8FD5-421B9F1F7A10}"/>
              </a:ext>
            </a:extLst>
          </p:cNvPr>
          <p:cNvSpPr/>
          <p:nvPr/>
        </p:nvSpPr>
        <p:spPr>
          <a:xfrm>
            <a:off x="5271033" y="5168972"/>
            <a:ext cx="576856" cy="584775"/>
          </a:xfrm>
          <a:prstGeom prst="ellipse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pic>
        <p:nvPicPr>
          <p:cNvPr id="108" name="Graphic 107" descr="Cursor">
            <a:extLst>
              <a:ext uri="{FF2B5EF4-FFF2-40B4-BE49-F238E27FC236}">
                <a16:creationId xmlns:a16="http://schemas.microsoft.com/office/drawing/2014/main" id="{8DA8FEB0-EC96-488F-BB94-28269F4B2EE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03149" y="5508379"/>
            <a:ext cx="346628" cy="365760"/>
          </a:xfrm>
          <a:prstGeom prst="rect">
            <a:avLst/>
          </a:prstGeom>
        </p:spPr>
      </p:pic>
      <p:sp>
        <p:nvSpPr>
          <p:cNvPr id="109" name="TextBox 108">
            <a:extLst>
              <a:ext uri="{FF2B5EF4-FFF2-40B4-BE49-F238E27FC236}">
                <a16:creationId xmlns:a16="http://schemas.microsoft.com/office/drawing/2014/main" id="{378680A2-83A5-4713-85EA-7399A29DEC1E}"/>
              </a:ext>
            </a:extLst>
          </p:cNvPr>
          <p:cNvSpPr txBox="1"/>
          <p:nvPr/>
        </p:nvSpPr>
        <p:spPr>
          <a:xfrm>
            <a:off x="6164208" y="5245926"/>
            <a:ext cx="57443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73038">
              <a:buFont typeface="Arial" panose="020B0604020202020204" pitchFamily="34" charset="0"/>
              <a:buChar char="•"/>
            </a:pPr>
            <a:r>
              <a:rPr lang="en-US" dirty="0"/>
              <a:t>Effective FiO</a:t>
            </a:r>
            <a:r>
              <a:rPr lang="en-US" baseline="-25000" dirty="0"/>
              <a:t>2</a:t>
            </a:r>
            <a:r>
              <a:rPr lang="en-US" dirty="0"/>
              <a:t> is affected by work of breathing</a:t>
            </a:r>
          </a:p>
          <a:p>
            <a:pPr marL="742950" lvl="1" indent="-173038">
              <a:buFont typeface="Arial" panose="020B0604020202020204" pitchFamily="34" charset="0"/>
              <a:buChar char="•"/>
            </a:pPr>
            <a:r>
              <a:rPr lang="en-US" dirty="0"/>
              <a:t>Max FiO</a:t>
            </a:r>
            <a:r>
              <a:rPr lang="en-US" baseline="-25000" dirty="0"/>
              <a:t>2</a:t>
            </a:r>
            <a:r>
              <a:rPr lang="en-US" dirty="0"/>
              <a:t> reported is &gt; 80%, but in practice, likely lower</a:t>
            </a:r>
          </a:p>
        </p:txBody>
      </p:sp>
      <p:sp>
        <p:nvSpPr>
          <p:cNvPr id="96" name="Rectangle: Rounded Corners 95">
            <a:hlinkClick r:id="rId15" action="ppaction://hlinksldjump"/>
            <a:extLst>
              <a:ext uri="{FF2B5EF4-FFF2-40B4-BE49-F238E27FC236}">
                <a16:creationId xmlns:a16="http://schemas.microsoft.com/office/drawing/2014/main" id="{5E5D834D-1A23-4F10-8C5E-C8B359CF0A3E}"/>
              </a:ext>
            </a:extLst>
          </p:cNvPr>
          <p:cNvSpPr/>
          <p:nvPr/>
        </p:nvSpPr>
        <p:spPr>
          <a:xfrm>
            <a:off x="186814" y="131786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The Basics</a:t>
            </a:r>
          </a:p>
        </p:txBody>
      </p:sp>
      <p:sp>
        <p:nvSpPr>
          <p:cNvPr id="98" name="Rectangle: Rounded Corners 97">
            <a:hlinkClick r:id="rId16" action="ppaction://hlinksldjump"/>
            <a:extLst>
              <a:ext uri="{FF2B5EF4-FFF2-40B4-BE49-F238E27FC236}">
                <a16:creationId xmlns:a16="http://schemas.microsoft.com/office/drawing/2014/main" id="{C32D94A0-4514-46BB-9AED-DFCE65731E6B}"/>
              </a:ext>
            </a:extLst>
          </p:cNvPr>
          <p:cNvSpPr/>
          <p:nvPr/>
        </p:nvSpPr>
        <p:spPr>
          <a:xfrm>
            <a:off x="186814" y="657094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</a:t>
            </a:r>
            <a:r>
              <a:rPr lang="en-US" b="1" baseline="-25000" dirty="0">
                <a:solidFill>
                  <a:schemeClr val="tx1"/>
                </a:solidFill>
              </a:rPr>
              <a:t>2</a:t>
            </a:r>
            <a:r>
              <a:rPr lang="en-US" b="1" dirty="0">
                <a:solidFill>
                  <a:schemeClr val="tx1"/>
                </a:solidFill>
              </a:rPr>
              <a:t> Devices</a:t>
            </a:r>
          </a:p>
        </p:txBody>
      </p:sp>
      <p:pic>
        <p:nvPicPr>
          <p:cNvPr id="100" name="Graphic 99" descr="Cursor">
            <a:extLst>
              <a:ext uri="{FF2B5EF4-FFF2-40B4-BE49-F238E27FC236}">
                <a16:creationId xmlns:a16="http://schemas.microsoft.com/office/drawing/2014/main" id="{22B49A4F-AE6A-4B40-B845-9F2418D7BDA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04925" y="355289"/>
            <a:ext cx="346628" cy="365760"/>
          </a:xfrm>
          <a:prstGeom prst="rect">
            <a:avLst/>
          </a:prstGeom>
        </p:spPr>
      </p:pic>
      <p:pic>
        <p:nvPicPr>
          <p:cNvPr id="111" name="Graphic 110" descr="Cursor">
            <a:extLst>
              <a:ext uri="{FF2B5EF4-FFF2-40B4-BE49-F238E27FC236}">
                <a16:creationId xmlns:a16="http://schemas.microsoft.com/office/drawing/2014/main" id="{371964BF-8F4A-454D-82E9-50E4C75E88C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04925" y="862142"/>
            <a:ext cx="346628" cy="365760"/>
          </a:xfrm>
          <a:prstGeom prst="rect">
            <a:avLst/>
          </a:prstGeom>
        </p:spPr>
      </p:pic>
      <p:sp>
        <p:nvSpPr>
          <p:cNvPr id="112" name="Rectangle: Rounded Corners 111">
            <a:hlinkClick r:id="rId17" action="ppaction://hlinksldjump"/>
            <a:extLst>
              <a:ext uri="{FF2B5EF4-FFF2-40B4-BE49-F238E27FC236}">
                <a16:creationId xmlns:a16="http://schemas.microsoft.com/office/drawing/2014/main" id="{9B1BA025-DCD5-4047-ABAE-60EC3D6ACADC}"/>
              </a:ext>
            </a:extLst>
          </p:cNvPr>
          <p:cNvSpPr/>
          <p:nvPr/>
        </p:nvSpPr>
        <p:spPr>
          <a:xfrm>
            <a:off x="186814" y="1182402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113" name="Graphic 112" descr="Cursor">
            <a:extLst>
              <a:ext uri="{FF2B5EF4-FFF2-40B4-BE49-F238E27FC236}">
                <a16:creationId xmlns:a16="http://schemas.microsoft.com/office/drawing/2014/main" id="{86F51D08-8252-4664-B9B9-DE1A6D4B328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34421" y="1397762"/>
            <a:ext cx="346628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017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"/>
                  </p:tgtEl>
                </p:cond>
              </p:nextCondLst>
            </p:seq>
          </p:childTnLst>
        </p:cTn>
      </p:par>
    </p:tnLst>
    <p:bldLst>
      <p:bldP spid="82" grpId="0" animBg="1"/>
      <p:bldP spid="86" grpId="0"/>
      <p:bldP spid="88" grpId="0" animBg="1"/>
      <p:bldP spid="101" grpId="0" animBg="1"/>
      <p:bldP spid="102" grpId="0"/>
      <p:bldP spid="103" grpId="0"/>
      <p:bldP spid="104" grpId="0" animBg="1"/>
      <p:bldP spid="107" grpId="0" animBg="1"/>
      <p:bldP spid="85" grpId="0" animBg="1"/>
      <p:bldP spid="90" grpId="0" animBg="1"/>
      <p:bldP spid="191" grpId="0" animBg="1"/>
      <p:bldP spid="95" grpId="0" animBg="1"/>
      <p:bldP spid="97" grpId="0"/>
      <p:bldP spid="99" grpId="0" animBg="1"/>
      <p:bldP spid="10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337AAFF8-1B5A-4953-9E1E-9F838B9CCC6F}"/>
              </a:ext>
            </a:extLst>
          </p:cNvPr>
          <p:cNvSpPr/>
          <p:nvPr/>
        </p:nvSpPr>
        <p:spPr>
          <a:xfrm>
            <a:off x="5577672" y="1066967"/>
            <a:ext cx="2407962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IPAP</a:t>
            </a:r>
            <a:r>
              <a:rPr lang="en-US" dirty="0"/>
              <a:t> recruits additional alveoli during inspiration → ↑ V</a:t>
            </a:r>
            <a:r>
              <a:rPr lang="en-US" baseline="-25000" dirty="0"/>
              <a:t>t</a:t>
            </a:r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4AD553F-259A-4F16-A368-B367F0A1BCF2}"/>
              </a:ext>
            </a:extLst>
          </p:cNvPr>
          <p:cNvGrpSpPr/>
          <p:nvPr/>
        </p:nvGrpSpPr>
        <p:grpSpPr>
          <a:xfrm>
            <a:off x="1761430" y="2635643"/>
            <a:ext cx="4451906" cy="3302857"/>
            <a:chOff x="727738" y="2285287"/>
            <a:chExt cx="4683733" cy="2719333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9FC1DF19-3F37-42E3-A5A5-4F652274BA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4097" y="2285287"/>
              <a:ext cx="0" cy="255318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599EA6C-A7B8-476B-A73A-4DDF3C335EC2}"/>
                </a:ext>
              </a:extLst>
            </p:cNvPr>
            <p:cNvCxnSpPr/>
            <p:nvPr/>
          </p:nvCxnSpPr>
          <p:spPr>
            <a:xfrm>
              <a:off x="1114097" y="4842075"/>
              <a:ext cx="362606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D7BEC0B-E67E-4B06-9FD2-30532821B93D}"/>
                </a:ext>
              </a:extLst>
            </p:cNvPr>
            <p:cNvCxnSpPr/>
            <p:nvPr/>
          </p:nvCxnSpPr>
          <p:spPr>
            <a:xfrm>
              <a:off x="1135069" y="3686789"/>
              <a:ext cx="3478924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9802D4B-B610-4D98-A28C-5986D3AF4B2C}"/>
                </a:ext>
              </a:extLst>
            </p:cNvPr>
            <p:cNvSpPr txBox="1"/>
            <p:nvPr/>
          </p:nvSpPr>
          <p:spPr>
            <a:xfrm rot="16200000">
              <a:off x="457256" y="2587729"/>
              <a:ext cx="948295" cy="407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Pressure 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A331C00-9B6C-40B8-9C2F-DF8066CC203F}"/>
                </a:ext>
              </a:extLst>
            </p:cNvPr>
            <p:cNvSpPr txBox="1"/>
            <p:nvPr/>
          </p:nvSpPr>
          <p:spPr>
            <a:xfrm>
              <a:off x="4811477" y="4700539"/>
              <a:ext cx="599994" cy="304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time</a:t>
              </a:r>
              <a:r>
                <a:rPr lang="en-US" dirty="0"/>
                <a:t> 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A37128F-3528-4594-B124-2672B0DF6DDA}"/>
              </a:ext>
            </a:extLst>
          </p:cNvPr>
          <p:cNvGrpSpPr/>
          <p:nvPr/>
        </p:nvGrpSpPr>
        <p:grpSpPr>
          <a:xfrm>
            <a:off x="6920453" y="2191033"/>
            <a:ext cx="5223773" cy="3736849"/>
            <a:chOff x="6483589" y="2133600"/>
            <a:chExt cx="4803961" cy="306607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07275A0-E459-452F-953F-8C3C48C3CA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31572" y="2133600"/>
              <a:ext cx="0" cy="293238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CBCB94B-B3FB-4B30-B336-95C37BBB7477}"/>
                </a:ext>
              </a:extLst>
            </p:cNvPr>
            <p:cNvCxnSpPr/>
            <p:nvPr/>
          </p:nvCxnSpPr>
          <p:spPr>
            <a:xfrm>
              <a:off x="6931572" y="5065986"/>
              <a:ext cx="362606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2B00AF9-B1C3-4538-8E52-A70951911100}"/>
                </a:ext>
              </a:extLst>
            </p:cNvPr>
            <p:cNvSpPr txBox="1"/>
            <p:nvPr/>
          </p:nvSpPr>
          <p:spPr>
            <a:xfrm rot="16200000">
              <a:off x="6224008" y="2824919"/>
              <a:ext cx="933119" cy="4139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Pressure 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4265B6B-97F6-44DE-8163-1D82DAEC88CF}"/>
                </a:ext>
              </a:extLst>
            </p:cNvPr>
            <p:cNvSpPr txBox="1"/>
            <p:nvPr/>
          </p:nvSpPr>
          <p:spPr>
            <a:xfrm>
              <a:off x="10620380" y="4896636"/>
              <a:ext cx="667170" cy="3030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time</a:t>
              </a:r>
              <a:r>
                <a:rPr lang="en-US" dirty="0"/>
                <a:t> 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85A4514-68A9-4F07-9F97-73791F4C9EA9}"/>
              </a:ext>
            </a:extLst>
          </p:cNvPr>
          <p:cNvSpPr txBox="1"/>
          <p:nvPr/>
        </p:nvSpPr>
        <p:spPr>
          <a:xfrm>
            <a:off x="1980333" y="5876226"/>
            <a:ext cx="3768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Affects oxygenation (PEEP)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EA1E46-F28F-4154-8BA1-3169526E26E5}"/>
              </a:ext>
            </a:extLst>
          </p:cNvPr>
          <p:cNvSpPr/>
          <p:nvPr/>
        </p:nvSpPr>
        <p:spPr>
          <a:xfrm>
            <a:off x="2208922" y="4447388"/>
            <a:ext cx="330673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Constant pressure through inspiration and expiration (aka </a:t>
            </a:r>
            <a:r>
              <a:rPr lang="en-US" dirty="0">
                <a:solidFill>
                  <a:schemeClr val="accent1"/>
                </a:solidFill>
              </a:rPr>
              <a:t>PEEP</a:t>
            </a:r>
            <a:r>
              <a:rPr lang="en-US" dirty="0"/>
              <a:t>)</a:t>
            </a:r>
          </a:p>
        </p:txBody>
      </p:sp>
      <p:sp>
        <p:nvSpPr>
          <p:cNvPr id="22" name="CPAP">
            <a:extLst>
              <a:ext uri="{FF2B5EF4-FFF2-40B4-BE49-F238E27FC236}">
                <a16:creationId xmlns:a16="http://schemas.microsoft.com/office/drawing/2014/main" id="{8D59621B-9476-4FF0-B47E-DA81B673918B}"/>
              </a:ext>
            </a:extLst>
          </p:cNvPr>
          <p:cNvSpPr txBox="1"/>
          <p:nvPr/>
        </p:nvSpPr>
        <p:spPr>
          <a:xfrm>
            <a:off x="3104878" y="1439413"/>
            <a:ext cx="1530486" cy="510778"/>
          </a:xfrm>
          <a:prstGeom prst="roundRect">
            <a:avLst/>
          </a:prstGeom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CPAP</a:t>
            </a:r>
          </a:p>
        </p:txBody>
      </p:sp>
      <p:sp>
        <p:nvSpPr>
          <p:cNvPr id="23" name="Bilevel">
            <a:extLst>
              <a:ext uri="{FF2B5EF4-FFF2-40B4-BE49-F238E27FC236}">
                <a16:creationId xmlns:a16="http://schemas.microsoft.com/office/drawing/2014/main" id="{A30B38FA-4A6B-4971-924E-43A5BF1D3388}"/>
              </a:ext>
            </a:extLst>
          </p:cNvPr>
          <p:cNvSpPr txBox="1"/>
          <p:nvPr/>
        </p:nvSpPr>
        <p:spPr>
          <a:xfrm>
            <a:off x="8691525" y="1462870"/>
            <a:ext cx="1560968" cy="510778"/>
          </a:xfrm>
          <a:prstGeom prst="roundRect">
            <a:avLst/>
          </a:prstGeom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BiPAP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625B9EC-2B70-4DEE-B99F-445B713AFEE5}"/>
              </a:ext>
            </a:extLst>
          </p:cNvPr>
          <p:cNvGrpSpPr/>
          <p:nvPr/>
        </p:nvGrpSpPr>
        <p:grpSpPr>
          <a:xfrm>
            <a:off x="7407585" y="2362482"/>
            <a:ext cx="4120659" cy="1992926"/>
            <a:chOff x="6981687" y="2764221"/>
            <a:chExt cx="3765141" cy="1502979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D29E587-86D1-4984-AC67-76448EA95997}"/>
                </a:ext>
              </a:extLst>
            </p:cNvPr>
            <p:cNvCxnSpPr>
              <a:cxnSpLocks/>
            </p:cNvCxnSpPr>
            <p:nvPr/>
          </p:nvCxnSpPr>
          <p:spPr>
            <a:xfrm>
              <a:off x="6981687" y="4267199"/>
              <a:ext cx="8590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15FC03A-4F87-4F26-89B6-27F5386E0790}"/>
                </a:ext>
              </a:extLst>
            </p:cNvPr>
            <p:cNvCxnSpPr/>
            <p:nvPr/>
          </p:nvCxnSpPr>
          <p:spPr>
            <a:xfrm>
              <a:off x="8839200" y="4267199"/>
              <a:ext cx="90914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D5B6EDF-840F-439D-883F-09BD238AD9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0717" y="2764221"/>
              <a:ext cx="0" cy="1502979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8B5E7A5-24DA-4768-A23E-B11D196AD121}"/>
                </a:ext>
              </a:extLst>
            </p:cNvPr>
            <p:cNvCxnSpPr>
              <a:cxnSpLocks/>
            </p:cNvCxnSpPr>
            <p:nvPr/>
          </p:nvCxnSpPr>
          <p:spPr>
            <a:xfrm>
              <a:off x="7840717" y="2764221"/>
              <a:ext cx="99848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5F56AE4-41DB-4001-892F-A840B3D5388B}"/>
                </a:ext>
              </a:extLst>
            </p:cNvPr>
            <p:cNvCxnSpPr>
              <a:cxnSpLocks/>
            </p:cNvCxnSpPr>
            <p:nvPr/>
          </p:nvCxnSpPr>
          <p:spPr>
            <a:xfrm>
              <a:off x="8839200" y="2764221"/>
              <a:ext cx="0" cy="150297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DF65054-5557-4E54-B5AF-0894BA10EA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48345" y="2764221"/>
              <a:ext cx="0" cy="1502979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E9A5006-5485-4F62-894A-2A8D7EF40618}"/>
                </a:ext>
              </a:extLst>
            </p:cNvPr>
            <p:cNvCxnSpPr>
              <a:cxnSpLocks/>
            </p:cNvCxnSpPr>
            <p:nvPr/>
          </p:nvCxnSpPr>
          <p:spPr>
            <a:xfrm>
              <a:off x="9748345" y="2764221"/>
              <a:ext cx="99848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B97125D-3535-4D24-A410-36F25DDB9D7A}"/>
                </a:ext>
              </a:extLst>
            </p:cNvPr>
            <p:cNvCxnSpPr>
              <a:cxnSpLocks/>
            </p:cNvCxnSpPr>
            <p:nvPr/>
          </p:nvCxnSpPr>
          <p:spPr>
            <a:xfrm>
              <a:off x="10746828" y="2764221"/>
              <a:ext cx="0" cy="150297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1DCF08D9-58A1-497E-8CA5-E328112AC60B}"/>
              </a:ext>
            </a:extLst>
          </p:cNvPr>
          <p:cNvSpPr txBox="1"/>
          <p:nvPr/>
        </p:nvSpPr>
        <p:spPr>
          <a:xfrm>
            <a:off x="9379058" y="3839653"/>
            <a:ext cx="11351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expiration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0DEFC0-9EAE-4AE3-9120-33AB4FE1388E}"/>
              </a:ext>
            </a:extLst>
          </p:cNvPr>
          <p:cNvSpPr txBox="1"/>
          <p:nvPr/>
        </p:nvSpPr>
        <p:spPr>
          <a:xfrm>
            <a:off x="10338540" y="1973648"/>
            <a:ext cx="13219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inspiration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0442D2-5DC3-4C2D-9263-E55D4D47015E}"/>
              </a:ext>
            </a:extLst>
          </p:cNvPr>
          <p:cNvSpPr txBox="1"/>
          <p:nvPr/>
        </p:nvSpPr>
        <p:spPr>
          <a:xfrm>
            <a:off x="7398844" y="5884987"/>
            <a:ext cx="41463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Affects oxygenation (PEEP) and ventilation (tidal volume)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DB46EA-BCA9-4633-94A9-AEE1B258FB01}"/>
              </a:ext>
            </a:extLst>
          </p:cNvPr>
          <p:cNvSpPr txBox="1"/>
          <p:nvPr/>
        </p:nvSpPr>
        <p:spPr>
          <a:xfrm>
            <a:off x="3106370" y="137641"/>
            <a:ext cx="68402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Noninvasive Positive Pressure Ventilation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D1B5BEF-D9EA-45B6-973B-58EE0C94A325}"/>
              </a:ext>
            </a:extLst>
          </p:cNvPr>
          <p:cNvCxnSpPr>
            <a:cxnSpLocks/>
          </p:cNvCxnSpPr>
          <p:nvPr/>
        </p:nvCxnSpPr>
        <p:spPr>
          <a:xfrm>
            <a:off x="8894108" y="2362482"/>
            <a:ext cx="1" cy="2003643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3D4FEB5-0904-44D9-B8A5-1692BF160780}"/>
              </a:ext>
            </a:extLst>
          </p:cNvPr>
          <p:cNvSpPr/>
          <p:nvPr/>
        </p:nvSpPr>
        <p:spPr>
          <a:xfrm>
            <a:off x="6170376" y="4690523"/>
            <a:ext cx="1844777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EPAP</a:t>
            </a:r>
            <a:r>
              <a:rPr lang="en-US" dirty="0"/>
              <a:t> is PEEP. </a:t>
            </a:r>
          </a:p>
          <a:p>
            <a:pPr algn="ctr"/>
            <a:r>
              <a:rPr lang="en-US" dirty="0"/>
              <a:t>↑EPAP = ↑ PEEP. </a:t>
            </a:r>
          </a:p>
        </p:txBody>
      </p:sp>
      <p:sp>
        <p:nvSpPr>
          <p:cNvPr id="51" name="EPAP">
            <a:extLst>
              <a:ext uri="{FF2B5EF4-FFF2-40B4-BE49-F238E27FC236}">
                <a16:creationId xmlns:a16="http://schemas.microsoft.com/office/drawing/2014/main" id="{4D873ABA-8CC1-4B4D-AA4D-1AF561E5BD14}"/>
              </a:ext>
            </a:extLst>
          </p:cNvPr>
          <p:cNvSpPr txBox="1"/>
          <p:nvPr/>
        </p:nvSpPr>
        <p:spPr>
          <a:xfrm>
            <a:off x="6302240" y="4081164"/>
            <a:ext cx="968852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EPAP</a:t>
            </a:r>
            <a:r>
              <a:rPr lang="en-US" dirty="0"/>
              <a:t> </a:t>
            </a:r>
          </a:p>
        </p:txBody>
      </p:sp>
      <p:sp>
        <p:nvSpPr>
          <p:cNvPr id="54" name="IPAP">
            <a:extLst>
              <a:ext uri="{FF2B5EF4-FFF2-40B4-BE49-F238E27FC236}">
                <a16:creationId xmlns:a16="http://schemas.microsoft.com/office/drawing/2014/main" id="{DEE4D084-0ACB-47CC-84F3-AD57D7305869}"/>
              </a:ext>
            </a:extLst>
          </p:cNvPr>
          <p:cNvSpPr txBox="1"/>
          <p:nvPr/>
        </p:nvSpPr>
        <p:spPr>
          <a:xfrm>
            <a:off x="6297227" y="2227020"/>
            <a:ext cx="968852" cy="408623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IPAP</a:t>
            </a:r>
            <a:r>
              <a:rPr lang="en-US" dirty="0"/>
              <a:t> </a:t>
            </a:r>
          </a:p>
        </p:txBody>
      </p:sp>
      <p:pic>
        <p:nvPicPr>
          <p:cNvPr id="74" name="Graphic 73" descr="Cursor">
            <a:extLst>
              <a:ext uri="{FF2B5EF4-FFF2-40B4-BE49-F238E27FC236}">
                <a16:creationId xmlns:a16="http://schemas.microsoft.com/office/drawing/2014/main" id="{F112A15B-D565-4274-8958-F48EABAC8D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2050" y="1790697"/>
            <a:ext cx="346628" cy="365760"/>
          </a:xfrm>
          <a:prstGeom prst="rect">
            <a:avLst/>
          </a:prstGeom>
        </p:spPr>
      </p:pic>
      <p:pic>
        <p:nvPicPr>
          <p:cNvPr id="75" name="Graphic 74" descr="Cursor">
            <a:extLst>
              <a:ext uri="{FF2B5EF4-FFF2-40B4-BE49-F238E27FC236}">
                <a16:creationId xmlns:a16="http://schemas.microsoft.com/office/drawing/2014/main" id="{1E7963BF-31FD-4909-BE9A-F7509657BC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9179" y="1810925"/>
            <a:ext cx="346628" cy="36576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75145348-580C-4578-A27B-4DACA4FB9B4B}"/>
              </a:ext>
            </a:extLst>
          </p:cNvPr>
          <p:cNvSpPr txBox="1"/>
          <p:nvPr/>
        </p:nvSpPr>
        <p:spPr>
          <a:xfrm>
            <a:off x="3479254" y="60732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2712" algn="ctr"/>
            <a:r>
              <a:rPr lang="en-US" sz="1800" dirty="0"/>
              <a:t>Allows for titration of both FiO</a:t>
            </a:r>
            <a:r>
              <a:rPr lang="en-US" baseline="-25000" dirty="0"/>
              <a:t>2</a:t>
            </a:r>
            <a:r>
              <a:rPr lang="en-US" dirty="0"/>
              <a:t> and PEEP</a:t>
            </a:r>
            <a:endParaRPr lang="en-US" sz="18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4A9728-8AC1-46D1-8940-3B984BF9425C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6786666" y="4489787"/>
            <a:ext cx="0" cy="2021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39A677F-5BCF-47BD-9D1A-A3F8B290B3B8}"/>
              </a:ext>
            </a:extLst>
          </p:cNvPr>
          <p:cNvCxnSpPr>
            <a:cxnSpLocks/>
            <a:stCxn id="49" idx="2"/>
            <a:endCxn id="54" idx="0"/>
          </p:cNvCxnSpPr>
          <p:nvPr/>
        </p:nvCxnSpPr>
        <p:spPr>
          <a:xfrm>
            <a:off x="6781653" y="1990297"/>
            <a:ext cx="0" cy="236723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FDDC0-B9BE-48A4-B8DB-000581779D0A}"/>
              </a:ext>
            </a:extLst>
          </p:cNvPr>
          <p:cNvSpPr/>
          <p:nvPr/>
        </p:nvSpPr>
        <p:spPr>
          <a:xfrm>
            <a:off x="9083501" y="2690660"/>
            <a:ext cx="2796717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/>
              <a:t>The greater the difference between IPAP and EPAP (or </a:t>
            </a:r>
            <a:r>
              <a:rPr lang="el-GR" dirty="0"/>
              <a:t>Δ</a:t>
            </a:r>
            <a:r>
              <a:rPr lang="en-US" dirty="0"/>
              <a:t>PAP), the greater the V</a:t>
            </a:r>
            <a:r>
              <a:rPr lang="en-US" baseline="-25000" dirty="0"/>
              <a:t>t</a:t>
            </a:r>
            <a:endParaRPr lang="en-US" dirty="0"/>
          </a:p>
        </p:txBody>
      </p:sp>
      <p:pic>
        <p:nvPicPr>
          <p:cNvPr id="60" name="Graphic 59" descr="Cursor">
            <a:extLst>
              <a:ext uri="{FF2B5EF4-FFF2-40B4-BE49-F238E27FC236}">
                <a16:creationId xmlns:a16="http://schemas.microsoft.com/office/drawing/2014/main" id="{B99C89EC-2B2C-4C99-8177-B867B5E87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2888" y="2466233"/>
            <a:ext cx="346628" cy="365760"/>
          </a:xfrm>
          <a:prstGeom prst="rect">
            <a:avLst/>
          </a:prstGeom>
        </p:spPr>
      </p:pic>
      <p:pic>
        <p:nvPicPr>
          <p:cNvPr id="61" name="Graphic 60" descr="Cursor">
            <a:extLst>
              <a:ext uri="{FF2B5EF4-FFF2-40B4-BE49-F238E27FC236}">
                <a16:creationId xmlns:a16="http://schemas.microsoft.com/office/drawing/2014/main" id="{5D874E63-9C5B-45C2-99E5-5B37DD458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2765" y="4312638"/>
            <a:ext cx="346628" cy="365760"/>
          </a:xfrm>
          <a:prstGeom prst="rect">
            <a:avLst/>
          </a:prstGeom>
        </p:spPr>
      </p:pic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E4E6266-4E3B-4CC3-9FF3-1C097135F7C4}"/>
              </a:ext>
            </a:extLst>
          </p:cNvPr>
          <p:cNvCxnSpPr>
            <a:cxnSpLocks/>
          </p:cNvCxnSpPr>
          <p:nvPr/>
        </p:nvCxnSpPr>
        <p:spPr>
          <a:xfrm>
            <a:off x="7411910" y="4355407"/>
            <a:ext cx="94058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992E948-1DA8-45DB-91FF-E7BD0BEED5E4}"/>
              </a:ext>
            </a:extLst>
          </p:cNvPr>
          <p:cNvCxnSpPr/>
          <p:nvPr/>
        </p:nvCxnSpPr>
        <p:spPr>
          <a:xfrm>
            <a:off x="9435580" y="4364643"/>
            <a:ext cx="99499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45F2FCB-21DC-4666-B27C-45195DDCA158}"/>
              </a:ext>
            </a:extLst>
          </p:cNvPr>
          <p:cNvCxnSpPr>
            <a:cxnSpLocks/>
          </p:cNvCxnSpPr>
          <p:nvPr/>
        </p:nvCxnSpPr>
        <p:spPr>
          <a:xfrm>
            <a:off x="8347728" y="2362482"/>
            <a:ext cx="109276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864A105-457A-4C11-A692-8134A5E2A9B7}"/>
              </a:ext>
            </a:extLst>
          </p:cNvPr>
          <p:cNvCxnSpPr>
            <a:cxnSpLocks/>
          </p:cNvCxnSpPr>
          <p:nvPr/>
        </p:nvCxnSpPr>
        <p:spPr>
          <a:xfrm>
            <a:off x="10435481" y="2362482"/>
            <a:ext cx="109276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Rectangle: Rounded Corners 77">
            <a:hlinkClick r:id="rId4" action="ppaction://hlinksldjump"/>
            <a:extLst>
              <a:ext uri="{FF2B5EF4-FFF2-40B4-BE49-F238E27FC236}">
                <a16:creationId xmlns:a16="http://schemas.microsoft.com/office/drawing/2014/main" id="{496B040C-4B9B-4219-BE94-61C98BBA44AA}"/>
              </a:ext>
            </a:extLst>
          </p:cNvPr>
          <p:cNvSpPr/>
          <p:nvPr/>
        </p:nvSpPr>
        <p:spPr>
          <a:xfrm>
            <a:off x="186814" y="131786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The Basics</a:t>
            </a:r>
          </a:p>
        </p:txBody>
      </p:sp>
      <p:sp>
        <p:nvSpPr>
          <p:cNvPr id="79" name="Rectangle: Rounded Corners 78">
            <a:hlinkClick r:id="rId5" action="ppaction://hlinksldjump"/>
            <a:extLst>
              <a:ext uri="{FF2B5EF4-FFF2-40B4-BE49-F238E27FC236}">
                <a16:creationId xmlns:a16="http://schemas.microsoft.com/office/drawing/2014/main" id="{F4A4A941-665F-489E-B982-C26238305F70}"/>
              </a:ext>
            </a:extLst>
          </p:cNvPr>
          <p:cNvSpPr/>
          <p:nvPr/>
        </p:nvSpPr>
        <p:spPr>
          <a:xfrm>
            <a:off x="186814" y="657094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</a:t>
            </a:r>
            <a:r>
              <a:rPr lang="en-US" b="1" baseline="-25000" dirty="0">
                <a:solidFill>
                  <a:schemeClr val="tx1"/>
                </a:solidFill>
              </a:rPr>
              <a:t>2</a:t>
            </a:r>
            <a:r>
              <a:rPr lang="en-US" b="1" dirty="0">
                <a:solidFill>
                  <a:schemeClr val="tx1"/>
                </a:solidFill>
              </a:rPr>
              <a:t> Devices</a:t>
            </a:r>
          </a:p>
        </p:txBody>
      </p:sp>
      <p:pic>
        <p:nvPicPr>
          <p:cNvPr id="80" name="Graphic 79" descr="Cursor">
            <a:extLst>
              <a:ext uri="{FF2B5EF4-FFF2-40B4-BE49-F238E27FC236}">
                <a16:creationId xmlns:a16="http://schemas.microsoft.com/office/drawing/2014/main" id="{4C366D5B-3300-47A6-87D7-2D91022D7B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4925" y="355289"/>
            <a:ext cx="346628" cy="365760"/>
          </a:xfrm>
          <a:prstGeom prst="rect">
            <a:avLst/>
          </a:prstGeom>
        </p:spPr>
      </p:pic>
      <p:pic>
        <p:nvPicPr>
          <p:cNvPr id="81" name="Graphic 80" descr="Cursor">
            <a:extLst>
              <a:ext uri="{FF2B5EF4-FFF2-40B4-BE49-F238E27FC236}">
                <a16:creationId xmlns:a16="http://schemas.microsoft.com/office/drawing/2014/main" id="{29BA664E-8D62-4470-B29C-8B48750DF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4925" y="862142"/>
            <a:ext cx="346628" cy="365760"/>
          </a:xfrm>
          <a:prstGeom prst="rect">
            <a:avLst/>
          </a:prstGeom>
        </p:spPr>
      </p:pic>
      <p:sp>
        <p:nvSpPr>
          <p:cNvPr id="82" name="Rectangle: Rounded Corners 81">
            <a:hlinkClick r:id="rId6" action="ppaction://hlinksldjump"/>
            <a:extLst>
              <a:ext uri="{FF2B5EF4-FFF2-40B4-BE49-F238E27FC236}">
                <a16:creationId xmlns:a16="http://schemas.microsoft.com/office/drawing/2014/main" id="{5A3C1662-E94C-45A4-AF79-D7676649BAF8}"/>
              </a:ext>
            </a:extLst>
          </p:cNvPr>
          <p:cNvSpPr/>
          <p:nvPr/>
        </p:nvSpPr>
        <p:spPr>
          <a:xfrm>
            <a:off x="186814" y="2255692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83" name="Graphic 82" descr="Cursor">
            <a:extLst>
              <a:ext uri="{FF2B5EF4-FFF2-40B4-BE49-F238E27FC236}">
                <a16:creationId xmlns:a16="http://schemas.microsoft.com/office/drawing/2014/main" id="{81BA7130-B2C5-41E9-980A-E1A8DBCA5A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2159" y="2471052"/>
            <a:ext cx="346628" cy="365760"/>
          </a:xfrm>
          <a:prstGeom prst="rect">
            <a:avLst/>
          </a:prstGeom>
        </p:spPr>
      </p:pic>
      <p:sp>
        <p:nvSpPr>
          <p:cNvPr id="84" name="Rectangle: Rounded Corners 83">
            <a:hlinkClick r:id="rId7" action="ppaction://hlinksldjump"/>
            <a:extLst>
              <a:ext uri="{FF2B5EF4-FFF2-40B4-BE49-F238E27FC236}">
                <a16:creationId xmlns:a16="http://schemas.microsoft.com/office/drawing/2014/main" id="{EB7FD2F0-61EE-411E-BAC3-090AEE5620AF}"/>
              </a:ext>
            </a:extLst>
          </p:cNvPr>
          <p:cNvSpPr/>
          <p:nvPr/>
        </p:nvSpPr>
        <p:spPr>
          <a:xfrm>
            <a:off x="572596" y="1197141"/>
            <a:ext cx="1530486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NIPPV Effects</a:t>
            </a:r>
          </a:p>
        </p:txBody>
      </p:sp>
      <p:pic>
        <p:nvPicPr>
          <p:cNvPr id="85" name="Graphic 84" descr="Cursor">
            <a:extLst>
              <a:ext uri="{FF2B5EF4-FFF2-40B4-BE49-F238E27FC236}">
                <a16:creationId xmlns:a16="http://schemas.microsoft.com/office/drawing/2014/main" id="{458CE3CD-E2D0-473C-82BC-DCD1F8AB1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39507" y="1400757"/>
            <a:ext cx="346628" cy="365760"/>
          </a:xfrm>
          <a:prstGeom prst="rect">
            <a:avLst/>
          </a:prstGeom>
        </p:spPr>
      </p:pic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80CEF3DA-F485-41AF-A606-4E602FF45621}"/>
              </a:ext>
            </a:extLst>
          </p:cNvPr>
          <p:cNvCxnSpPr>
            <a:cxnSpLocks/>
            <a:endCxn id="84" idx="1"/>
          </p:cNvCxnSpPr>
          <p:nvPr/>
        </p:nvCxnSpPr>
        <p:spPr>
          <a:xfrm rot="16200000" flipH="1">
            <a:off x="299141" y="1122806"/>
            <a:ext cx="332174" cy="214736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Rectangle: Rounded Corners 57">
            <a:hlinkClick r:id="rId7" action="ppaction://hlinksldjump"/>
            <a:extLst>
              <a:ext uri="{FF2B5EF4-FFF2-40B4-BE49-F238E27FC236}">
                <a16:creationId xmlns:a16="http://schemas.microsoft.com/office/drawing/2014/main" id="{9F3A5A16-5E21-43E3-9D87-706E917848CF}"/>
              </a:ext>
            </a:extLst>
          </p:cNvPr>
          <p:cNvSpPr/>
          <p:nvPr/>
        </p:nvSpPr>
        <p:spPr>
          <a:xfrm>
            <a:off x="581616" y="1706104"/>
            <a:ext cx="1530486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Indications</a:t>
            </a:r>
          </a:p>
        </p:txBody>
      </p:sp>
      <p:pic>
        <p:nvPicPr>
          <p:cNvPr id="59" name="Graphic 58" descr="Cursor">
            <a:extLst>
              <a:ext uri="{FF2B5EF4-FFF2-40B4-BE49-F238E27FC236}">
                <a16:creationId xmlns:a16="http://schemas.microsoft.com/office/drawing/2014/main" id="{57F2564D-7D1C-4C0D-8099-AAF34710EE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48527" y="1909720"/>
            <a:ext cx="346628" cy="365760"/>
          </a:xfrm>
          <a:prstGeom prst="rect">
            <a:avLst/>
          </a:prstGeom>
        </p:spPr>
      </p:pic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0F2C5AF9-00C0-4818-893F-EC45CB102A3E}"/>
              </a:ext>
            </a:extLst>
          </p:cNvPr>
          <p:cNvCxnSpPr>
            <a:cxnSpLocks/>
            <a:endCxn id="58" idx="1"/>
          </p:cNvCxnSpPr>
          <p:nvPr/>
        </p:nvCxnSpPr>
        <p:spPr>
          <a:xfrm rot="16200000" flipH="1">
            <a:off x="197604" y="1521212"/>
            <a:ext cx="544268" cy="223756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169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</p:childTnLst>
        </p:cTn>
      </p:par>
    </p:tnLst>
    <p:bldLst>
      <p:bldP spid="49" grpId="0" animBg="1"/>
      <p:bldP spid="20" grpId="0"/>
      <p:bldP spid="21" grpId="0"/>
      <p:bldP spid="41" grpId="0"/>
      <p:bldP spid="42" grpId="0"/>
      <p:bldP spid="50" grpId="0"/>
      <p:bldP spid="6" grpId="1" animBg="1"/>
      <p:bldP spid="51" grpId="0" animBg="1"/>
      <p:bldP spid="54" grpId="0" animBg="1"/>
      <p:bldP spid="5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0162BFC4-6CD4-48D1-96E1-48A8DBA087ED}"/>
              </a:ext>
            </a:extLst>
          </p:cNvPr>
          <p:cNvSpPr txBox="1"/>
          <p:nvPr/>
        </p:nvSpPr>
        <p:spPr>
          <a:xfrm>
            <a:off x="3106370" y="137641"/>
            <a:ext cx="684024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Noninvasive Positive Pressure Ventilation</a:t>
            </a:r>
          </a:p>
          <a:p>
            <a:pPr algn="ctr"/>
            <a:r>
              <a:rPr lang="en-US" sz="2400" dirty="0"/>
              <a:t>Physiologic Effects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EE0AF63-FC6D-43DD-9773-FFD0FF5676FF}"/>
              </a:ext>
            </a:extLst>
          </p:cNvPr>
          <p:cNvSpPr txBox="1"/>
          <p:nvPr/>
        </p:nvSpPr>
        <p:spPr>
          <a:xfrm>
            <a:off x="2825028" y="3760353"/>
            <a:ext cx="1566800" cy="369332"/>
          </a:xfrm>
          <a:prstGeom prst="rect">
            <a:avLst/>
          </a:prstGeom>
          <a:solidFill>
            <a:schemeClr val="bg1">
              <a:alpha val="70000"/>
            </a:schemeClr>
          </a:solidFill>
          <a:effectLst>
            <a:softEdge rad="508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↓ RV preload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747C029-E473-4051-818C-5095C4F0746B}"/>
              </a:ext>
            </a:extLst>
          </p:cNvPr>
          <p:cNvSpPr txBox="1"/>
          <p:nvPr/>
        </p:nvSpPr>
        <p:spPr>
          <a:xfrm>
            <a:off x="8411307" y="4117085"/>
            <a:ext cx="2616953" cy="1323439"/>
          </a:xfrm>
          <a:prstGeom prst="rect">
            <a:avLst/>
          </a:prstGeom>
          <a:solidFill>
            <a:schemeClr val="bg1">
              <a:alpha val="68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↑ intrathoracic P → pressure gradient between thoracic and abdominal aorta → ↓ effort required by LV to eject blood out of the heart</a:t>
            </a:r>
            <a:endParaRPr lang="en-US" sz="1600" b="1" dirty="0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1F05E2DE-694D-479A-9D9D-A5C87DC3E40B}"/>
              </a:ext>
            </a:extLst>
          </p:cNvPr>
          <p:cNvSpPr/>
          <p:nvPr/>
        </p:nvSpPr>
        <p:spPr>
          <a:xfrm>
            <a:off x="4368506" y="1131947"/>
            <a:ext cx="3543321" cy="3043970"/>
          </a:xfrm>
          <a:custGeom>
            <a:avLst/>
            <a:gdLst>
              <a:gd name="connsiteX0" fmla="*/ 85089 w 3854564"/>
              <a:gd name="connsiteY0" fmla="*/ 3621275 h 3908745"/>
              <a:gd name="connsiteX1" fmla="*/ 68156 w 3854564"/>
              <a:gd name="connsiteY1" fmla="*/ 2452875 h 3908745"/>
              <a:gd name="connsiteX2" fmla="*/ 152822 w 3854564"/>
              <a:gd name="connsiteY2" fmla="*/ 895008 h 3908745"/>
              <a:gd name="connsiteX3" fmla="*/ 1490556 w 3854564"/>
              <a:gd name="connsiteY3" fmla="*/ 31408 h 3908745"/>
              <a:gd name="connsiteX4" fmla="*/ 3099222 w 3854564"/>
              <a:gd name="connsiteY4" fmla="*/ 285408 h 3908745"/>
              <a:gd name="connsiteX5" fmla="*/ 3691889 w 3854564"/>
              <a:gd name="connsiteY5" fmla="*/ 1199808 h 3908745"/>
              <a:gd name="connsiteX6" fmla="*/ 3810422 w 3854564"/>
              <a:gd name="connsiteY6" fmla="*/ 3689008 h 3908745"/>
              <a:gd name="connsiteX7" fmla="*/ 3048422 w 3854564"/>
              <a:gd name="connsiteY7" fmla="*/ 3468875 h 3908745"/>
              <a:gd name="connsiteX8" fmla="*/ 1744556 w 3854564"/>
              <a:gd name="connsiteY8" fmla="*/ 3265675 h 3908745"/>
              <a:gd name="connsiteX9" fmla="*/ 135889 w 3854564"/>
              <a:gd name="connsiteY9" fmla="*/ 3892208 h 3908745"/>
              <a:gd name="connsiteX10" fmla="*/ 85089 w 3854564"/>
              <a:gd name="connsiteY10" fmla="*/ 3621275 h 3908745"/>
              <a:gd name="connsiteX0" fmla="*/ 61565 w 3831040"/>
              <a:gd name="connsiteY0" fmla="*/ 3621275 h 3938164"/>
              <a:gd name="connsiteX1" fmla="*/ 44632 w 3831040"/>
              <a:gd name="connsiteY1" fmla="*/ 2452875 h 3938164"/>
              <a:gd name="connsiteX2" fmla="*/ 129298 w 3831040"/>
              <a:gd name="connsiteY2" fmla="*/ 895008 h 3938164"/>
              <a:gd name="connsiteX3" fmla="*/ 1467032 w 3831040"/>
              <a:gd name="connsiteY3" fmla="*/ 31408 h 3938164"/>
              <a:gd name="connsiteX4" fmla="*/ 3075698 w 3831040"/>
              <a:gd name="connsiteY4" fmla="*/ 285408 h 3938164"/>
              <a:gd name="connsiteX5" fmla="*/ 3668365 w 3831040"/>
              <a:gd name="connsiteY5" fmla="*/ 1199808 h 3938164"/>
              <a:gd name="connsiteX6" fmla="*/ 3786898 w 3831040"/>
              <a:gd name="connsiteY6" fmla="*/ 3689008 h 3938164"/>
              <a:gd name="connsiteX7" fmla="*/ 3024898 w 3831040"/>
              <a:gd name="connsiteY7" fmla="*/ 3468875 h 3938164"/>
              <a:gd name="connsiteX8" fmla="*/ 1721032 w 3831040"/>
              <a:gd name="connsiteY8" fmla="*/ 3265675 h 3938164"/>
              <a:gd name="connsiteX9" fmla="*/ 233015 w 3831040"/>
              <a:gd name="connsiteY9" fmla="*/ 3923958 h 3938164"/>
              <a:gd name="connsiteX10" fmla="*/ 61565 w 3831040"/>
              <a:gd name="connsiteY10" fmla="*/ 3621275 h 3938164"/>
              <a:gd name="connsiteX0" fmla="*/ 61565 w 3831040"/>
              <a:gd name="connsiteY0" fmla="*/ 3621275 h 3950090"/>
              <a:gd name="connsiteX1" fmla="*/ 44632 w 3831040"/>
              <a:gd name="connsiteY1" fmla="*/ 2452875 h 3950090"/>
              <a:gd name="connsiteX2" fmla="*/ 129298 w 3831040"/>
              <a:gd name="connsiteY2" fmla="*/ 895008 h 3950090"/>
              <a:gd name="connsiteX3" fmla="*/ 1467032 w 3831040"/>
              <a:gd name="connsiteY3" fmla="*/ 31408 h 3950090"/>
              <a:gd name="connsiteX4" fmla="*/ 3075698 w 3831040"/>
              <a:gd name="connsiteY4" fmla="*/ 285408 h 3950090"/>
              <a:gd name="connsiteX5" fmla="*/ 3668365 w 3831040"/>
              <a:gd name="connsiteY5" fmla="*/ 1199808 h 3950090"/>
              <a:gd name="connsiteX6" fmla="*/ 3786898 w 3831040"/>
              <a:gd name="connsiteY6" fmla="*/ 3689008 h 3950090"/>
              <a:gd name="connsiteX7" fmla="*/ 3024898 w 3831040"/>
              <a:gd name="connsiteY7" fmla="*/ 3468875 h 3950090"/>
              <a:gd name="connsiteX8" fmla="*/ 1721032 w 3831040"/>
              <a:gd name="connsiteY8" fmla="*/ 3265675 h 3950090"/>
              <a:gd name="connsiteX9" fmla="*/ 290165 w 3831040"/>
              <a:gd name="connsiteY9" fmla="*/ 3936658 h 3950090"/>
              <a:gd name="connsiteX10" fmla="*/ 61565 w 3831040"/>
              <a:gd name="connsiteY10" fmla="*/ 3621275 h 3950090"/>
              <a:gd name="connsiteX0" fmla="*/ 61565 w 3831040"/>
              <a:gd name="connsiteY0" fmla="*/ 3621275 h 3852481"/>
              <a:gd name="connsiteX1" fmla="*/ 44632 w 3831040"/>
              <a:gd name="connsiteY1" fmla="*/ 2452875 h 3852481"/>
              <a:gd name="connsiteX2" fmla="*/ 129298 w 3831040"/>
              <a:gd name="connsiteY2" fmla="*/ 895008 h 3852481"/>
              <a:gd name="connsiteX3" fmla="*/ 1467032 w 3831040"/>
              <a:gd name="connsiteY3" fmla="*/ 31408 h 3852481"/>
              <a:gd name="connsiteX4" fmla="*/ 3075698 w 3831040"/>
              <a:gd name="connsiteY4" fmla="*/ 285408 h 3852481"/>
              <a:gd name="connsiteX5" fmla="*/ 3668365 w 3831040"/>
              <a:gd name="connsiteY5" fmla="*/ 1199808 h 3852481"/>
              <a:gd name="connsiteX6" fmla="*/ 3786898 w 3831040"/>
              <a:gd name="connsiteY6" fmla="*/ 3689008 h 3852481"/>
              <a:gd name="connsiteX7" fmla="*/ 3024898 w 3831040"/>
              <a:gd name="connsiteY7" fmla="*/ 3468875 h 3852481"/>
              <a:gd name="connsiteX8" fmla="*/ 1721032 w 3831040"/>
              <a:gd name="connsiteY8" fmla="*/ 3265675 h 3852481"/>
              <a:gd name="connsiteX9" fmla="*/ 391765 w 3831040"/>
              <a:gd name="connsiteY9" fmla="*/ 3828708 h 3852481"/>
              <a:gd name="connsiteX10" fmla="*/ 61565 w 3831040"/>
              <a:gd name="connsiteY10" fmla="*/ 3621275 h 3852481"/>
              <a:gd name="connsiteX0" fmla="*/ 61565 w 3831040"/>
              <a:gd name="connsiteY0" fmla="*/ 3621275 h 3874463"/>
              <a:gd name="connsiteX1" fmla="*/ 44632 w 3831040"/>
              <a:gd name="connsiteY1" fmla="*/ 2452875 h 3874463"/>
              <a:gd name="connsiteX2" fmla="*/ 129298 w 3831040"/>
              <a:gd name="connsiteY2" fmla="*/ 895008 h 3874463"/>
              <a:gd name="connsiteX3" fmla="*/ 1467032 w 3831040"/>
              <a:gd name="connsiteY3" fmla="*/ 31408 h 3874463"/>
              <a:gd name="connsiteX4" fmla="*/ 3075698 w 3831040"/>
              <a:gd name="connsiteY4" fmla="*/ 285408 h 3874463"/>
              <a:gd name="connsiteX5" fmla="*/ 3668365 w 3831040"/>
              <a:gd name="connsiteY5" fmla="*/ 1199808 h 3874463"/>
              <a:gd name="connsiteX6" fmla="*/ 3786898 w 3831040"/>
              <a:gd name="connsiteY6" fmla="*/ 3689008 h 3874463"/>
              <a:gd name="connsiteX7" fmla="*/ 3024898 w 3831040"/>
              <a:gd name="connsiteY7" fmla="*/ 3468875 h 3874463"/>
              <a:gd name="connsiteX8" fmla="*/ 1721032 w 3831040"/>
              <a:gd name="connsiteY8" fmla="*/ 3265675 h 3874463"/>
              <a:gd name="connsiteX9" fmla="*/ 385415 w 3831040"/>
              <a:gd name="connsiteY9" fmla="*/ 3854108 h 3874463"/>
              <a:gd name="connsiteX10" fmla="*/ 61565 w 3831040"/>
              <a:gd name="connsiteY10" fmla="*/ 3621275 h 3874463"/>
              <a:gd name="connsiteX0" fmla="*/ 61565 w 3850595"/>
              <a:gd name="connsiteY0" fmla="*/ 3621275 h 3874463"/>
              <a:gd name="connsiteX1" fmla="*/ 44632 w 3850595"/>
              <a:gd name="connsiteY1" fmla="*/ 2452875 h 3874463"/>
              <a:gd name="connsiteX2" fmla="*/ 129298 w 3850595"/>
              <a:gd name="connsiteY2" fmla="*/ 895008 h 3874463"/>
              <a:gd name="connsiteX3" fmla="*/ 1467032 w 3850595"/>
              <a:gd name="connsiteY3" fmla="*/ 31408 h 3874463"/>
              <a:gd name="connsiteX4" fmla="*/ 3075698 w 3850595"/>
              <a:gd name="connsiteY4" fmla="*/ 285408 h 3874463"/>
              <a:gd name="connsiteX5" fmla="*/ 3668365 w 3850595"/>
              <a:gd name="connsiteY5" fmla="*/ 1199808 h 3874463"/>
              <a:gd name="connsiteX6" fmla="*/ 3786898 w 3850595"/>
              <a:gd name="connsiteY6" fmla="*/ 3689008 h 3874463"/>
              <a:gd name="connsiteX7" fmla="*/ 2758198 w 3850595"/>
              <a:gd name="connsiteY7" fmla="*/ 3392675 h 3874463"/>
              <a:gd name="connsiteX8" fmla="*/ 1721032 w 3850595"/>
              <a:gd name="connsiteY8" fmla="*/ 3265675 h 3874463"/>
              <a:gd name="connsiteX9" fmla="*/ 385415 w 3850595"/>
              <a:gd name="connsiteY9" fmla="*/ 3854108 h 3874463"/>
              <a:gd name="connsiteX10" fmla="*/ 61565 w 3850595"/>
              <a:gd name="connsiteY10" fmla="*/ 3621275 h 3874463"/>
              <a:gd name="connsiteX0" fmla="*/ 61565 w 3847696"/>
              <a:gd name="connsiteY0" fmla="*/ 3604008 h 3857196"/>
              <a:gd name="connsiteX1" fmla="*/ 44632 w 3847696"/>
              <a:gd name="connsiteY1" fmla="*/ 2435608 h 3857196"/>
              <a:gd name="connsiteX2" fmla="*/ 129298 w 3847696"/>
              <a:gd name="connsiteY2" fmla="*/ 877741 h 3857196"/>
              <a:gd name="connsiteX3" fmla="*/ 1467032 w 3847696"/>
              <a:gd name="connsiteY3" fmla="*/ 14141 h 3857196"/>
              <a:gd name="connsiteX4" fmla="*/ 3170948 w 3847696"/>
              <a:gd name="connsiteY4" fmla="*/ 401491 h 3857196"/>
              <a:gd name="connsiteX5" fmla="*/ 3668365 w 3847696"/>
              <a:gd name="connsiteY5" fmla="*/ 1182541 h 3857196"/>
              <a:gd name="connsiteX6" fmla="*/ 3786898 w 3847696"/>
              <a:gd name="connsiteY6" fmla="*/ 3671741 h 3857196"/>
              <a:gd name="connsiteX7" fmla="*/ 2758198 w 3847696"/>
              <a:gd name="connsiteY7" fmla="*/ 3375408 h 3857196"/>
              <a:gd name="connsiteX8" fmla="*/ 1721032 w 3847696"/>
              <a:gd name="connsiteY8" fmla="*/ 3248408 h 3857196"/>
              <a:gd name="connsiteX9" fmla="*/ 385415 w 3847696"/>
              <a:gd name="connsiteY9" fmla="*/ 3836841 h 3857196"/>
              <a:gd name="connsiteX10" fmla="*/ 61565 w 3847696"/>
              <a:gd name="connsiteY10" fmla="*/ 3604008 h 3857196"/>
              <a:gd name="connsiteX0" fmla="*/ 61565 w 3852170"/>
              <a:gd name="connsiteY0" fmla="*/ 3604008 h 3857196"/>
              <a:gd name="connsiteX1" fmla="*/ 44632 w 3852170"/>
              <a:gd name="connsiteY1" fmla="*/ 2435608 h 3857196"/>
              <a:gd name="connsiteX2" fmla="*/ 129298 w 3852170"/>
              <a:gd name="connsiteY2" fmla="*/ 877741 h 3857196"/>
              <a:gd name="connsiteX3" fmla="*/ 1467032 w 3852170"/>
              <a:gd name="connsiteY3" fmla="*/ 14141 h 3857196"/>
              <a:gd name="connsiteX4" fmla="*/ 3170948 w 3852170"/>
              <a:gd name="connsiteY4" fmla="*/ 401491 h 3857196"/>
              <a:gd name="connsiteX5" fmla="*/ 3668365 w 3852170"/>
              <a:gd name="connsiteY5" fmla="*/ 1182541 h 3857196"/>
              <a:gd name="connsiteX6" fmla="*/ 3738215 w 3852170"/>
              <a:gd name="connsiteY6" fmla="*/ 1969940 h 3857196"/>
              <a:gd name="connsiteX7" fmla="*/ 3786898 w 3852170"/>
              <a:gd name="connsiteY7" fmla="*/ 3671741 h 3857196"/>
              <a:gd name="connsiteX8" fmla="*/ 2758198 w 3852170"/>
              <a:gd name="connsiteY8" fmla="*/ 3375408 h 3857196"/>
              <a:gd name="connsiteX9" fmla="*/ 1721032 w 3852170"/>
              <a:gd name="connsiteY9" fmla="*/ 3248408 h 3857196"/>
              <a:gd name="connsiteX10" fmla="*/ 385415 w 3852170"/>
              <a:gd name="connsiteY10" fmla="*/ 3836841 h 3857196"/>
              <a:gd name="connsiteX11" fmla="*/ 61565 w 3852170"/>
              <a:gd name="connsiteY11" fmla="*/ 3604008 h 3857196"/>
              <a:gd name="connsiteX0" fmla="*/ 85474 w 3876079"/>
              <a:gd name="connsiteY0" fmla="*/ 3561273 h 3814461"/>
              <a:gd name="connsiteX1" fmla="*/ 68541 w 3876079"/>
              <a:gd name="connsiteY1" fmla="*/ 2392873 h 3814461"/>
              <a:gd name="connsiteX2" fmla="*/ 153207 w 3876079"/>
              <a:gd name="connsiteY2" fmla="*/ 835006 h 3814461"/>
              <a:gd name="connsiteX3" fmla="*/ 1827491 w 3876079"/>
              <a:gd name="connsiteY3" fmla="*/ 15856 h 3814461"/>
              <a:gd name="connsiteX4" fmla="*/ 3194857 w 3876079"/>
              <a:gd name="connsiteY4" fmla="*/ 358756 h 3814461"/>
              <a:gd name="connsiteX5" fmla="*/ 3692274 w 3876079"/>
              <a:gd name="connsiteY5" fmla="*/ 1139806 h 3814461"/>
              <a:gd name="connsiteX6" fmla="*/ 3762124 w 3876079"/>
              <a:gd name="connsiteY6" fmla="*/ 1927205 h 3814461"/>
              <a:gd name="connsiteX7" fmla="*/ 3810807 w 3876079"/>
              <a:gd name="connsiteY7" fmla="*/ 3629006 h 3814461"/>
              <a:gd name="connsiteX8" fmla="*/ 2782107 w 3876079"/>
              <a:gd name="connsiteY8" fmla="*/ 3332673 h 3814461"/>
              <a:gd name="connsiteX9" fmla="*/ 1744941 w 3876079"/>
              <a:gd name="connsiteY9" fmla="*/ 3205673 h 3814461"/>
              <a:gd name="connsiteX10" fmla="*/ 409324 w 3876079"/>
              <a:gd name="connsiteY10" fmla="*/ 3794106 h 3814461"/>
              <a:gd name="connsiteX11" fmla="*/ 85474 w 3876079"/>
              <a:gd name="connsiteY11" fmla="*/ 3561273 h 3814461"/>
              <a:gd name="connsiteX0" fmla="*/ 69624 w 3860229"/>
              <a:gd name="connsiteY0" fmla="*/ 3610141 h 3863329"/>
              <a:gd name="connsiteX1" fmla="*/ 52691 w 3860229"/>
              <a:gd name="connsiteY1" fmla="*/ 2441741 h 3863329"/>
              <a:gd name="connsiteX2" fmla="*/ 137357 w 3860229"/>
              <a:gd name="connsiteY2" fmla="*/ 883874 h 3863329"/>
              <a:gd name="connsiteX3" fmla="*/ 1589391 w 3860229"/>
              <a:gd name="connsiteY3" fmla="*/ 13924 h 3863329"/>
              <a:gd name="connsiteX4" fmla="*/ 3179007 w 3860229"/>
              <a:gd name="connsiteY4" fmla="*/ 407624 h 3863329"/>
              <a:gd name="connsiteX5" fmla="*/ 3676424 w 3860229"/>
              <a:gd name="connsiteY5" fmla="*/ 1188674 h 3863329"/>
              <a:gd name="connsiteX6" fmla="*/ 3746274 w 3860229"/>
              <a:gd name="connsiteY6" fmla="*/ 1976073 h 3863329"/>
              <a:gd name="connsiteX7" fmla="*/ 3794957 w 3860229"/>
              <a:gd name="connsiteY7" fmla="*/ 3677874 h 3863329"/>
              <a:gd name="connsiteX8" fmla="*/ 2766257 w 3860229"/>
              <a:gd name="connsiteY8" fmla="*/ 3381541 h 3863329"/>
              <a:gd name="connsiteX9" fmla="*/ 1729091 w 3860229"/>
              <a:gd name="connsiteY9" fmla="*/ 3254541 h 3863329"/>
              <a:gd name="connsiteX10" fmla="*/ 393474 w 3860229"/>
              <a:gd name="connsiteY10" fmla="*/ 3842974 h 3863329"/>
              <a:gd name="connsiteX11" fmla="*/ 69624 w 3860229"/>
              <a:gd name="connsiteY11" fmla="*/ 3610141 h 3863329"/>
              <a:gd name="connsiteX0" fmla="*/ 69624 w 3907315"/>
              <a:gd name="connsiteY0" fmla="*/ 3610141 h 3863329"/>
              <a:gd name="connsiteX1" fmla="*/ 52691 w 3907315"/>
              <a:gd name="connsiteY1" fmla="*/ 2441741 h 3863329"/>
              <a:gd name="connsiteX2" fmla="*/ 137357 w 3907315"/>
              <a:gd name="connsiteY2" fmla="*/ 883874 h 3863329"/>
              <a:gd name="connsiteX3" fmla="*/ 1589391 w 3907315"/>
              <a:gd name="connsiteY3" fmla="*/ 13924 h 3863329"/>
              <a:gd name="connsiteX4" fmla="*/ 3179007 w 3907315"/>
              <a:gd name="connsiteY4" fmla="*/ 407624 h 3863329"/>
              <a:gd name="connsiteX5" fmla="*/ 3676424 w 3907315"/>
              <a:gd name="connsiteY5" fmla="*/ 1188674 h 3863329"/>
              <a:gd name="connsiteX6" fmla="*/ 3866924 w 3907315"/>
              <a:gd name="connsiteY6" fmla="*/ 2312623 h 3863329"/>
              <a:gd name="connsiteX7" fmla="*/ 3794957 w 3907315"/>
              <a:gd name="connsiteY7" fmla="*/ 3677874 h 3863329"/>
              <a:gd name="connsiteX8" fmla="*/ 2766257 w 3907315"/>
              <a:gd name="connsiteY8" fmla="*/ 3381541 h 3863329"/>
              <a:gd name="connsiteX9" fmla="*/ 1729091 w 3907315"/>
              <a:gd name="connsiteY9" fmla="*/ 3254541 h 3863329"/>
              <a:gd name="connsiteX10" fmla="*/ 393474 w 3907315"/>
              <a:gd name="connsiteY10" fmla="*/ 3842974 h 3863329"/>
              <a:gd name="connsiteX11" fmla="*/ 69624 w 3907315"/>
              <a:gd name="connsiteY11" fmla="*/ 3610141 h 3863329"/>
              <a:gd name="connsiteX0" fmla="*/ 69624 w 3855755"/>
              <a:gd name="connsiteY0" fmla="*/ 3610141 h 3863329"/>
              <a:gd name="connsiteX1" fmla="*/ 52691 w 3855755"/>
              <a:gd name="connsiteY1" fmla="*/ 2441741 h 3863329"/>
              <a:gd name="connsiteX2" fmla="*/ 137357 w 3855755"/>
              <a:gd name="connsiteY2" fmla="*/ 883874 h 3863329"/>
              <a:gd name="connsiteX3" fmla="*/ 1589391 w 3855755"/>
              <a:gd name="connsiteY3" fmla="*/ 13924 h 3863329"/>
              <a:gd name="connsiteX4" fmla="*/ 3179007 w 3855755"/>
              <a:gd name="connsiteY4" fmla="*/ 407624 h 3863329"/>
              <a:gd name="connsiteX5" fmla="*/ 3676424 w 3855755"/>
              <a:gd name="connsiteY5" fmla="*/ 1188674 h 3863329"/>
              <a:gd name="connsiteX6" fmla="*/ 3794957 w 3855755"/>
              <a:gd name="connsiteY6" fmla="*/ 3677874 h 3863329"/>
              <a:gd name="connsiteX7" fmla="*/ 2766257 w 3855755"/>
              <a:gd name="connsiteY7" fmla="*/ 3381541 h 3863329"/>
              <a:gd name="connsiteX8" fmla="*/ 1729091 w 3855755"/>
              <a:gd name="connsiteY8" fmla="*/ 3254541 h 3863329"/>
              <a:gd name="connsiteX9" fmla="*/ 393474 w 3855755"/>
              <a:gd name="connsiteY9" fmla="*/ 3842974 h 3863329"/>
              <a:gd name="connsiteX10" fmla="*/ 69624 w 3855755"/>
              <a:gd name="connsiteY10" fmla="*/ 3610141 h 3863329"/>
              <a:gd name="connsiteX0" fmla="*/ 69624 w 3880878"/>
              <a:gd name="connsiteY0" fmla="*/ 3617261 h 3870449"/>
              <a:gd name="connsiteX1" fmla="*/ 52691 w 3880878"/>
              <a:gd name="connsiteY1" fmla="*/ 2448861 h 3870449"/>
              <a:gd name="connsiteX2" fmla="*/ 137357 w 3880878"/>
              <a:gd name="connsiteY2" fmla="*/ 890994 h 3870449"/>
              <a:gd name="connsiteX3" fmla="*/ 1589391 w 3880878"/>
              <a:gd name="connsiteY3" fmla="*/ 21044 h 3870449"/>
              <a:gd name="connsiteX4" fmla="*/ 3179007 w 3880878"/>
              <a:gd name="connsiteY4" fmla="*/ 414744 h 3870449"/>
              <a:gd name="connsiteX5" fmla="*/ 3752624 w 3880878"/>
              <a:gd name="connsiteY5" fmla="*/ 1970494 h 3870449"/>
              <a:gd name="connsiteX6" fmla="*/ 3794957 w 3880878"/>
              <a:gd name="connsiteY6" fmla="*/ 3684994 h 3870449"/>
              <a:gd name="connsiteX7" fmla="*/ 2766257 w 3880878"/>
              <a:gd name="connsiteY7" fmla="*/ 3388661 h 3870449"/>
              <a:gd name="connsiteX8" fmla="*/ 1729091 w 3880878"/>
              <a:gd name="connsiteY8" fmla="*/ 3261661 h 3870449"/>
              <a:gd name="connsiteX9" fmla="*/ 393474 w 3880878"/>
              <a:gd name="connsiteY9" fmla="*/ 3850094 h 3870449"/>
              <a:gd name="connsiteX10" fmla="*/ 69624 w 3880878"/>
              <a:gd name="connsiteY10" fmla="*/ 3617261 h 3870449"/>
              <a:gd name="connsiteX0" fmla="*/ 94994 w 3906248"/>
              <a:gd name="connsiteY0" fmla="*/ 3617261 h 3876692"/>
              <a:gd name="connsiteX1" fmla="*/ 27261 w 3906248"/>
              <a:gd name="connsiteY1" fmla="*/ 2201211 h 3876692"/>
              <a:gd name="connsiteX2" fmla="*/ 162727 w 3906248"/>
              <a:gd name="connsiteY2" fmla="*/ 890994 h 3876692"/>
              <a:gd name="connsiteX3" fmla="*/ 1614761 w 3906248"/>
              <a:gd name="connsiteY3" fmla="*/ 21044 h 3876692"/>
              <a:gd name="connsiteX4" fmla="*/ 3204377 w 3906248"/>
              <a:gd name="connsiteY4" fmla="*/ 414744 h 3876692"/>
              <a:gd name="connsiteX5" fmla="*/ 3777994 w 3906248"/>
              <a:gd name="connsiteY5" fmla="*/ 1970494 h 3876692"/>
              <a:gd name="connsiteX6" fmla="*/ 3820327 w 3906248"/>
              <a:gd name="connsiteY6" fmla="*/ 3684994 h 3876692"/>
              <a:gd name="connsiteX7" fmla="*/ 2791627 w 3906248"/>
              <a:gd name="connsiteY7" fmla="*/ 3388661 h 3876692"/>
              <a:gd name="connsiteX8" fmla="*/ 1754461 w 3906248"/>
              <a:gd name="connsiteY8" fmla="*/ 3261661 h 3876692"/>
              <a:gd name="connsiteX9" fmla="*/ 418844 w 3906248"/>
              <a:gd name="connsiteY9" fmla="*/ 3850094 h 3876692"/>
              <a:gd name="connsiteX10" fmla="*/ 94994 w 3906248"/>
              <a:gd name="connsiteY10" fmla="*/ 3617261 h 3876692"/>
              <a:gd name="connsiteX0" fmla="*/ 87337 w 3898591"/>
              <a:gd name="connsiteY0" fmla="*/ 3603878 h 3863309"/>
              <a:gd name="connsiteX1" fmla="*/ 19604 w 3898591"/>
              <a:gd name="connsiteY1" fmla="*/ 2187828 h 3863309"/>
              <a:gd name="connsiteX2" fmla="*/ 383670 w 3898591"/>
              <a:gd name="connsiteY2" fmla="*/ 636311 h 3863309"/>
              <a:gd name="connsiteX3" fmla="*/ 1607104 w 3898591"/>
              <a:gd name="connsiteY3" fmla="*/ 7661 h 3863309"/>
              <a:gd name="connsiteX4" fmla="*/ 3196720 w 3898591"/>
              <a:gd name="connsiteY4" fmla="*/ 401361 h 3863309"/>
              <a:gd name="connsiteX5" fmla="*/ 3770337 w 3898591"/>
              <a:gd name="connsiteY5" fmla="*/ 1957111 h 3863309"/>
              <a:gd name="connsiteX6" fmla="*/ 3812670 w 3898591"/>
              <a:gd name="connsiteY6" fmla="*/ 3671611 h 3863309"/>
              <a:gd name="connsiteX7" fmla="*/ 2783970 w 3898591"/>
              <a:gd name="connsiteY7" fmla="*/ 3375278 h 3863309"/>
              <a:gd name="connsiteX8" fmla="*/ 1746804 w 3898591"/>
              <a:gd name="connsiteY8" fmla="*/ 3248278 h 3863309"/>
              <a:gd name="connsiteX9" fmla="*/ 411187 w 3898591"/>
              <a:gd name="connsiteY9" fmla="*/ 3836711 h 3863309"/>
              <a:gd name="connsiteX10" fmla="*/ 87337 w 3898591"/>
              <a:gd name="connsiteY10" fmla="*/ 3603878 h 3863309"/>
              <a:gd name="connsiteX0" fmla="*/ 83670 w 3894924"/>
              <a:gd name="connsiteY0" fmla="*/ 3616121 h 3875552"/>
              <a:gd name="connsiteX1" fmla="*/ 15937 w 3894924"/>
              <a:gd name="connsiteY1" fmla="*/ 2200071 h 3875552"/>
              <a:gd name="connsiteX2" fmla="*/ 329203 w 3894924"/>
              <a:gd name="connsiteY2" fmla="*/ 870804 h 3875552"/>
              <a:gd name="connsiteX3" fmla="*/ 1603437 w 3894924"/>
              <a:gd name="connsiteY3" fmla="*/ 19904 h 3875552"/>
              <a:gd name="connsiteX4" fmla="*/ 3193053 w 3894924"/>
              <a:gd name="connsiteY4" fmla="*/ 413604 h 3875552"/>
              <a:gd name="connsiteX5" fmla="*/ 3766670 w 3894924"/>
              <a:gd name="connsiteY5" fmla="*/ 1969354 h 3875552"/>
              <a:gd name="connsiteX6" fmla="*/ 3809003 w 3894924"/>
              <a:gd name="connsiteY6" fmla="*/ 3683854 h 3875552"/>
              <a:gd name="connsiteX7" fmla="*/ 2780303 w 3894924"/>
              <a:gd name="connsiteY7" fmla="*/ 3387521 h 3875552"/>
              <a:gd name="connsiteX8" fmla="*/ 1743137 w 3894924"/>
              <a:gd name="connsiteY8" fmla="*/ 3260521 h 3875552"/>
              <a:gd name="connsiteX9" fmla="*/ 407520 w 3894924"/>
              <a:gd name="connsiteY9" fmla="*/ 3848954 h 3875552"/>
              <a:gd name="connsiteX10" fmla="*/ 83670 w 3894924"/>
              <a:gd name="connsiteY10" fmla="*/ 3616121 h 3875552"/>
              <a:gd name="connsiteX0" fmla="*/ 83670 w 3892976"/>
              <a:gd name="connsiteY0" fmla="*/ 3621063 h 3880494"/>
              <a:gd name="connsiteX1" fmla="*/ 15937 w 3892976"/>
              <a:gd name="connsiteY1" fmla="*/ 2205013 h 3880494"/>
              <a:gd name="connsiteX2" fmla="*/ 329203 w 3892976"/>
              <a:gd name="connsiteY2" fmla="*/ 875746 h 3880494"/>
              <a:gd name="connsiteX3" fmla="*/ 1603437 w 3892976"/>
              <a:gd name="connsiteY3" fmla="*/ 24846 h 3880494"/>
              <a:gd name="connsiteX4" fmla="*/ 3237503 w 3892976"/>
              <a:gd name="connsiteY4" fmla="*/ 386796 h 3880494"/>
              <a:gd name="connsiteX5" fmla="*/ 3766670 w 3892976"/>
              <a:gd name="connsiteY5" fmla="*/ 1974296 h 3880494"/>
              <a:gd name="connsiteX6" fmla="*/ 3809003 w 3892976"/>
              <a:gd name="connsiteY6" fmla="*/ 3688796 h 3880494"/>
              <a:gd name="connsiteX7" fmla="*/ 2780303 w 3892976"/>
              <a:gd name="connsiteY7" fmla="*/ 3392463 h 3880494"/>
              <a:gd name="connsiteX8" fmla="*/ 1743137 w 3892976"/>
              <a:gd name="connsiteY8" fmla="*/ 3265463 h 3880494"/>
              <a:gd name="connsiteX9" fmla="*/ 407520 w 3892976"/>
              <a:gd name="connsiteY9" fmla="*/ 3853896 h 3880494"/>
              <a:gd name="connsiteX10" fmla="*/ 83670 w 3892976"/>
              <a:gd name="connsiteY10" fmla="*/ 3621063 h 3880494"/>
              <a:gd name="connsiteX0" fmla="*/ 80487 w 3889793"/>
              <a:gd name="connsiteY0" fmla="*/ 3602558 h 3861989"/>
              <a:gd name="connsiteX1" fmla="*/ 12754 w 3889793"/>
              <a:gd name="connsiteY1" fmla="*/ 2186508 h 3861989"/>
              <a:gd name="connsiteX2" fmla="*/ 281570 w 3889793"/>
              <a:gd name="connsiteY2" fmla="*/ 546091 h 3861989"/>
              <a:gd name="connsiteX3" fmla="*/ 1600254 w 3889793"/>
              <a:gd name="connsiteY3" fmla="*/ 6341 h 3861989"/>
              <a:gd name="connsiteX4" fmla="*/ 3234320 w 3889793"/>
              <a:gd name="connsiteY4" fmla="*/ 368291 h 3861989"/>
              <a:gd name="connsiteX5" fmla="*/ 3763487 w 3889793"/>
              <a:gd name="connsiteY5" fmla="*/ 1955791 h 3861989"/>
              <a:gd name="connsiteX6" fmla="*/ 3805820 w 3889793"/>
              <a:gd name="connsiteY6" fmla="*/ 3670291 h 3861989"/>
              <a:gd name="connsiteX7" fmla="*/ 2777120 w 3889793"/>
              <a:gd name="connsiteY7" fmla="*/ 3373958 h 3861989"/>
              <a:gd name="connsiteX8" fmla="*/ 1739954 w 3889793"/>
              <a:gd name="connsiteY8" fmla="*/ 3246958 h 3861989"/>
              <a:gd name="connsiteX9" fmla="*/ 404337 w 3889793"/>
              <a:gd name="connsiteY9" fmla="*/ 3835391 h 3861989"/>
              <a:gd name="connsiteX10" fmla="*/ 80487 w 3889793"/>
              <a:gd name="connsiteY10" fmla="*/ 3602558 h 3861989"/>
              <a:gd name="connsiteX0" fmla="*/ 80487 w 3889793"/>
              <a:gd name="connsiteY0" fmla="*/ 3602558 h 3867868"/>
              <a:gd name="connsiteX1" fmla="*/ 12754 w 3889793"/>
              <a:gd name="connsiteY1" fmla="*/ 2186508 h 3867868"/>
              <a:gd name="connsiteX2" fmla="*/ 281570 w 3889793"/>
              <a:gd name="connsiteY2" fmla="*/ 546091 h 3867868"/>
              <a:gd name="connsiteX3" fmla="*/ 1600254 w 3889793"/>
              <a:gd name="connsiteY3" fmla="*/ 6341 h 3867868"/>
              <a:gd name="connsiteX4" fmla="*/ 3234320 w 3889793"/>
              <a:gd name="connsiteY4" fmla="*/ 368291 h 3867868"/>
              <a:gd name="connsiteX5" fmla="*/ 3763487 w 3889793"/>
              <a:gd name="connsiteY5" fmla="*/ 1955791 h 3867868"/>
              <a:gd name="connsiteX6" fmla="*/ 3805820 w 3889793"/>
              <a:gd name="connsiteY6" fmla="*/ 3670291 h 3867868"/>
              <a:gd name="connsiteX7" fmla="*/ 2777120 w 3889793"/>
              <a:gd name="connsiteY7" fmla="*/ 3373958 h 3867868"/>
              <a:gd name="connsiteX8" fmla="*/ 1873304 w 3889793"/>
              <a:gd name="connsiteY8" fmla="*/ 3183458 h 3867868"/>
              <a:gd name="connsiteX9" fmla="*/ 404337 w 3889793"/>
              <a:gd name="connsiteY9" fmla="*/ 3835391 h 3867868"/>
              <a:gd name="connsiteX10" fmla="*/ 80487 w 3889793"/>
              <a:gd name="connsiteY10" fmla="*/ 3602558 h 3867868"/>
              <a:gd name="connsiteX0" fmla="*/ 80487 w 3956412"/>
              <a:gd name="connsiteY0" fmla="*/ 3602558 h 3867868"/>
              <a:gd name="connsiteX1" fmla="*/ 12754 w 3956412"/>
              <a:gd name="connsiteY1" fmla="*/ 2186508 h 3867868"/>
              <a:gd name="connsiteX2" fmla="*/ 281570 w 3956412"/>
              <a:gd name="connsiteY2" fmla="*/ 546091 h 3867868"/>
              <a:gd name="connsiteX3" fmla="*/ 1600254 w 3956412"/>
              <a:gd name="connsiteY3" fmla="*/ 6341 h 3867868"/>
              <a:gd name="connsiteX4" fmla="*/ 3234320 w 3956412"/>
              <a:gd name="connsiteY4" fmla="*/ 368291 h 3867868"/>
              <a:gd name="connsiteX5" fmla="*/ 3763487 w 3956412"/>
              <a:gd name="connsiteY5" fmla="*/ 1955791 h 3867868"/>
              <a:gd name="connsiteX6" fmla="*/ 3805820 w 3956412"/>
              <a:gd name="connsiteY6" fmla="*/ 3670291 h 3867868"/>
              <a:gd name="connsiteX7" fmla="*/ 1873304 w 3956412"/>
              <a:gd name="connsiteY7" fmla="*/ 3183458 h 3867868"/>
              <a:gd name="connsiteX8" fmla="*/ 404337 w 3956412"/>
              <a:gd name="connsiteY8" fmla="*/ 3835391 h 3867868"/>
              <a:gd name="connsiteX9" fmla="*/ 80487 w 3956412"/>
              <a:gd name="connsiteY9" fmla="*/ 3602558 h 3867868"/>
              <a:gd name="connsiteX0" fmla="*/ 80487 w 3935311"/>
              <a:gd name="connsiteY0" fmla="*/ 3602558 h 3874383"/>
              <a:gd name="connsiteX1" fmla="*/ 12754 w 3935311"/>
              <a:gd name="connsiteY1" fmla="*/ 2186508 h 3874383"/>
              <a:gd name="connsiteX2" fmla="*/ 281570 w 3935311"/>
              <a:gd name="connsiteY2" fmla="*/ 546091 h 3874383"/>
              <a:gd name="connsiteX3" fmla="*/ 1600254 w 3935311"/>
              <a:gd name="connsiteY3" fmla="*/ 6341 h 3874383"/>
              <a:gd name="connsiteX4" fmla="*/ 3234320 w 3935311"/>
              <a:gd name="connsiteY4" fmla="*/ 368291 h 3874383"/>
              <a:gd name="connsiteX5" fmla="*/ 3763487 w 3935311"/>
              <a:gd name="connsiteY5" fmla="*/ 1955791 h 3874383"/>
              <a:gd name="connsiteX6" fmla="*/ 3805820 w 3935311"/>
              <a:gd name="connsiteY6" fmla="*/ 3670291 h 3874383"/>
              <a:gd name="connsiteX7" fmla="*/ 2159054 w 3935311"/>
              <a:gd name="connsiteY7" fmla="*/ 3094558 h 3874383"/>
              <a:gd name="connsiteX8" fmla="*/ 404337 w 3935311"/>
              <a:gd name="connsiteY8" fmla="*/ 3835391 h 3874383"/>
              <a:gd name="connsiteX9" fmla="*/ 80487 w 3935311"/>
              <a:gd name="connsiteY9" fmla="*/ 3602558 h 3874383"/>
              <a:gd name="connsiteX0" fmla="*/ 80487 w 3829233"/>
              <a:gd name="connsiteY0" fmla="*/ 3602558 h 3874383"/>
              <a:gd name="connsiteX1" fmla="*/ 12754 w 3829233"/>
              <a:gd name="connsiteY1" fmla="*/ 2186508 h 3874383"/>
              <a:gd name="connsiteX2" fmla="*/ 281570 w 3829233"/>
              <a:gd name="connsiteY2" fmla="*/ 546091 h 3874383"/>
              <a:gd name="connsiteX3" fmla="*/ 1600254 w 3829233"/>
              <a:gd name="connsiteY3" fmla="*/ 6341 h 3874383"/>
              <a:gd name="connsiteX4" fmla="*/ 3234320 w 3829233"/>
              <a:gd name="connsiteY4" fmla="*/ 368291 h 3874383"/>
              <a:gd name="connsiteX5" fmla="*/ 3763487 w 3829233"/>
              <a:gd name="connsiteY5" fmla="*/ 1955791 h 3874383"/>
              <a:gd name="connsiteX6" fmla="*/ 3805820 w 3829233"/>
              <a:gd name="connsiteY6" fmla="*/ 3670291 h 3874383"/>
              <a:gd name="connsiteX7" fmla="*/ 3623786 w 3829233"/>
              <a:gd name="connsiteY7" fmla="*/ 3702038 h 3874383"/>
              <a:gd name="connsiteX8" fmla="*/ 2159054 w 3829233"/>
              <a:gd name="connsiteY8" fmla="*/ 3094558 h 3874383"/>
              <a:gd name="connsiteX9" fmla="*/ 404337 w 3829233"/>
              <a:gd name="connsiteY9" fmla="*/ 3835391 h 3874383"/>
              <a:gd name="connsiteX10" fmla="*/ 80487 w 3829233"/>
              <a:gd name="connsiteY10" fmla="*/ 3602558 h 3874383"/>
              <a:gd name="connsiteX0" fmla="*/ 80487 w 3851059"/>
              <a:gd name="connsiteY0" fmla="*/ 3602558 h 3874383"/>
              <a:gd name="connsiteX1" fmla="*/ 12754 w 3851059"/>
              <a:gd name="connsiteY1" fmla="*/ 2186508 h 3874383"/>
              <a:gd name="connsiteX2" fmla="*/ 281570 w 3851059"/>
              <a:gd name="connsiteY2" fmla="*/ 546091 h 3874383"/>
              <a:gd name="connsiteX3" fmla="*/ 1600254 w 3851059"/>
              <a:gd name="connsiteY3" fmla="*/ 6341 h 3874383"/>
              <a:gd name="connsiteX4" fmla="*/ 3234320 w 3851059"/>
              <a:gd name="connsiteY4" fmla="*/ 368291 h 3874383"/>
              <a:gd name="connsiteX5" fmla="*/ 3763487 w 3851059"/>
              <a:gd name="connsiteY5" fmla="*/ 1955791 h 3874383"/>
              <a:gd name="connsiteX6" fmla="*/ 3837570 w 3851059"/>
              <a:gd name="connsiteY6" fmla="*/ 3428991 h 3874383"/>
              <a:gd name="connsiteX7" fmla="*/ 3623786 w 3851059"/>
              <a:gd name="connsiteY7" fmla="*/ 3702038 h 3874383"/>
              <a:gd name="connsiteX8" fmla="*/ 2159054 w 3851059"/>
              <a:gd name="connsiteY8" fmla="*/ 3094558 h 3874383"/>
              <a:gd name="connsiteX9" fmla="*/ 404337 w 3851059"/>
              <a:gd name="connsiteY9" fmla="*/ 3835391 h 3874383"/>
              <a:gd name="connsiteX10" fmla="*/ 80487 w 3851059"/>
              <a:gd name="connsiteY10" fmla="*/ 3602558 h 3874383"/>
              <a:gd name="connsiteX0" fmla="*/ 80487 w 3851059"/>
              <a:gd name="connsiteY0" fmla="*/ 3602558 h 3874383"/>
              <a:gd name="connsiteX1" fmla="*/ 12754 w 3851059"/>
              <a:gd name="connsiteY1" fmla="*/ 2186508 h 3874383"/>
              <a:gd name="connsiteX2" fmla="*/ 281570 w 3851059"/>
              <a:gd name="connsiteY2" fmla="*/ 546091 h 3874383"/>
              <a:gd name="connsiteX3" fmla="*/ 1600254 w 3851059"/>
              <a:gd name="connsiteY3" fmla="*/ 6341 h 3874383"/>
              <a:gd name="connsiteX4" fmla="*/ 3234320 w 3851059"/>
              <a:gd name="connsiteY4" fmla="*/ 368291 h 3874383"/>
              <a:gd name="connsiteX5" fmla="*/ 3763487 w 3851059"/>
              <a:gd name="connsiteY5" fmla="*/ 1955791 h 3874383"/>
              <a:gd name="connsiteX6" fmla="*/ 3837570 w 3851059"/>
              <a:gd name="connsiteY6" fmla="*/ 3428991 h 3874383"/>
              <a:gd name="connsiteX7" fmla="*/ 3623786 w 3851059"/>
              <a:gd name="connsiteY7" fmla="*/ 3702038 h 3874383"/>
              <a:gd name="connsiteX8" fmla="*/ 3560286 w 3851059"/>
              <a:gd name="connsiteY8" fmla="*/ 3663938 h 3874383"/>
              <a:gd name="connsiteX9" fmla="*/ 2159054 w 3851059"/>
              <a:gd name="connsiteY9" fmla="*/ 3094558 h 3874383"/>
              <a:gd name="connsiteX10" fmla="*/ 404337 w 3851059"/>
              <a:gd name="connsiteY10" fmla="*/ 3835391 h 3874383"/>
              <a:gd name="connsiteX11" fmla="*/ 80487 w 3851059"/>
              <a:gd name="connsiteY11" fmla="*/ 3602558 h 3874383"/>
              <a:gd name="connsiteX0" fmla="*/ 80487 w 3851059"/>
              <a:gd name="connsiteY0" fmla="*/ 3602558 h 3864617"/>
              <a:gd name="connsiteX1" fmla="*/ 12754 w 3851059"/>
              <a:gd name="connsiteY1" fmla="*/ 2186508 h 3864617"/>
              <a:gd name="connsiteX2" fmla="*/ 281570 w 3851059"/>
              <a:gd name="connsiteY2" fmla="*/ 546091 h 3864617"/>
              <a:gd name="connsiteX3" fmla="*/ 1600254 w 3851059"/>
              <a:gd name="connsiteY3" fmla="*/ 6341 h 3864617"/>
              <a:gd name="connsiteX4" fmla="*/ 3234320 w 3851059"/>
              <a:gd name="connsiteY4" fmla="*/ 368291 h 3864617"/>
              <a:gd name="connsiteX5" fmla="*/ 3763487 w 3851059"/>
              <a:gd name="connsiteY5" fmla="*/ 1955791 h 3864617"/>
              <a:gd name="connsiteX6" fmla="*/ 3837570 w 3851059"/>
              <a:gd name="connsiteY6" fmla="*/ 3428991 h 3864617"/>
              <a:gd name="connsiteX7" fmla="*/ 3623786 w 3851059"/>
              <a:gd name="connsiteY7" fmla="*/ 3702038 h 3864617"/>
              <a:gd name="connsiteX8" fmla="*/ 3560286 w 3851059"/>
              <a:gd name="connsiteY8" fmla="*/ 3663938 h 3864617"/>
              <a:gd name="connsiteX9" fmla="*/ 1898704 w 3851059"/>
              <a:gd name="connsiteY9" fmla="*/ 3227908 h 3864617"/>
              <a:gd name="connsiteX10" fmla="*/ 404337 w 3851059"/>
              <a:gd name="connsiteY10" fmla="*/ 3835391 h 3864617"/>
              <a:gd name="connsiteX11" fmla="*/ 80487 w 3851059"/>
              <a:gd name="connsiteY11" fmla="*/ 3602558 h 3864617"/>
              <a:gd name="connsiteX0" fmla="*/ 80487 w 3851059"/>
              <a:gd name="connsiteY0" fmla="*/ 3602558 h 3864617"/>
              <a:gd name="connsiteX1" fmla="*/ 12754 w 3851059"/>
              <a:gd name="connsiteY1" fmla="*/ 2186508 h 3864617"/>
              <a:gd name="connsiteX2" fmla="*/ 281570 w 3851059"/>
              <a:gd name="connsiteY2" fmla="*/ 546091 h 3864617"/>
              <a:gd name="connsiteX3" fmla="*/ 1600254 w 3851059"/>
              <a:gd name="connsiteY3" fmla="*/ 6341 h 3864617"/>
              <a:gd name="connsiteX4" fmla="*/ 3234320 w 3851059"/>
              <a:gd name="connsiteY4" fmla="*/ 368291 h 3864617"/>
              <a:gd name="connsiteX5" fmla="*/ 3763487 w 3851059"/>
              <a:gd name="connsiteY5" fmla="*/ 1955791 h 3864617"/>
              <a:gd name="connsiteX6" fmla="*/ 3837570 w 3851059"/>
              <a:gd name="connsiteY6" fmla="*/ 3428991 h 3864617"/>
              <a:gd name="connsiteX7" fmla="*/ 3623786 w 3851059"/>
              <a:gd name="connsiteY7" fmla="*/ 3702038 h 3864617"/>
              <a:gd name="connsiteX8" fmla="*/ 3560286 w 3851059"/>
              <a:gd name="connsiteY8" fmla="*/ 3663938 h 3864617"/>
              <a:gd name="connsiteX9" fmla="*/ 2095554 w 3851059"/>
              <a:gd name="connsiteY9" fmla="*/ 3227908 h 3864617"/>
              <a:gd name="connsiteX10" fmla="*/ 404337 w 3851059"/>
              <a:gd name="connsiteY10" fmla="*/ 3835391 h 3864617"/>
              <a:gd name="connsiteX11" fmla="*/ 80487 w 3851059"/>
              <a:gd name="connsiteY11" fmla="*/ 3602558 h 3864617"/>
              <a:gd name="connsiteX0" fmla="*/ 80487 w 3847297"/>
              <a:gd name="connsiteY0" fmla="*/ 3602558 h 3864617"/>
              <a:gd name="connsiteX1" fmla="*/ 12754 w 3847297"/>
              <a:gd name="connsiteY1" fmla="*/ 2186508 h 3864617"/>
              <a:gd name="connsiteX2" fmla="*/ 281570 w 3847297"/>
              <a:gd name="connsiteY2" fmla="*/ 546091 h 3864617"/>
              <a:gd name="connsiteX3" fmla="*/ 1600254 w 3847297"/>
              <a:gd name="connsiteY3" fmla="*/ 6341 h 3864617"/>
              <a:gd name="connsiteX4" fmla="*/ 3234320 w 3847297"/>
              <a:gd name="connsiteY4" fmla="*/ 368291 h 3864617"/>
              <a:gd name="connsiteX5" fmla="*/ 3763487 w 3847297"/>
              <a:gd name="connsiteY5" fmla="*/ 1955791 h 3864617"/>
              <a:gd name="connsiteX6" fmla="*/ 3837570 w 3847297"/>
              <a:gd name="connsiteY6" fmla="*/ 3428991 h 3864617"/>
              <a:gd name="connsiteX7" fmla="*/ 3674586 w 3847297"/>
              <a:gd name="connsiteY7" fmla="*/ 3702038 h 3864617"/>
              <a:gd name="connsiteX8" fmla="*/ 3560286 w 3847297"/>
              <a:gd name="connsiteY8" fmla="*/ 3663938 h 3864617"/>
              <a:gd name="connsiteX9" fmla="*/ 2095554 w 3847297"/>
              <a:gd name="connsiteY9" fmla="*/ 3227908 h 3864617"/>
              <a:gd name="connsiteX10" fmla="*/ 404337 w 3847297"/>
              <a:gd name="connsiteY10" fmla="*/ 3835391 h 3864617"/>
              <a:gd name="connsiteX11" fmla="*/ 80487 w 3847297"/>
              <a:gd name="connsiteY11" fmla="*/ 3602558 h 3864617"/>
              <a:gd name="connsiteX0" fmla="*/ 80487 w 3855762"/>
              <a:gd name="connsiteY0" fmla="*/ 3602558 h 3864617"/>
              <a:gd name="connsiteX1" fmla="*/ 12754 w 3855762"/>
              <a:gd name="connsiteY1" fmla="*/ 2186508 h 3864617"/>
              <a:gd name="connsiteX2" fmla="*/ 281570 w 3855762"/>
              <a:gd name="connsiteY2" fmla="*/ 546091 h 3864617"/>
              <a:gd name="connsiteX3" fmla="*/ 1600254 w 3855762"/>
              <a:gd name="connsiteY3" fmla="*/ 6341 h 3864617"/>
              <a:gd name="connsiteX4" fmla="*/ 3234320 w 3855762"/>
              <a:gd name="connsiteY4" fmla="*/ 368291 h 3864617"/>
              <a:gd name="connsiteX5" fmla="*/ 3763487 w 3855762"/>
              <a:gd name="connsiteY5" fmla="*/ 1955791 h 3864617"/>
              <a:gd name="connsiteX6" fmla="*/ 3837570 w 3855762"/>
              <a:gd name="connsiteY6" fmla="*/ 3428991 h 3864617"/>
              <a:gd name="connsiteX7" fmla="*/ 3560286 w 3855762"/>
              <a:gd name="connsiteY7" fmla="*/ 3663938 h 3864617"/>
              <a:gd name="connsiteX8" fmla="*/ 2095554 w 3855762"/>
              <a:gd name="connsiteY8" fmla="*/ 3227908 h 3864617"/>
              <a:gd name="connsiteX9" fmla="*/ 404337 w 3855762"/>
              <a:gd name="connsiteY9" fmla="*/ 3835391 h 3864617"/>
              <a:gd name="connsiteX10" fmla="*/ 80487 w 3855762"/>
              <a:gd name="connsiteY10" fmla="*/ 3602558 h 3864617"/>
              <a:gd name="connsiteX0" fmla="*/ 80487 w 3855762"/>
              <a:gd name="connsiteY0" fmla="*/ 3602558 h 3864617"/>
              <a:gd name="connsiteX1" fmla="*/ 12754 w 3855762"/>
              <a:gd name="connsiteY1" fmla="*/ 2186508 h 3864617"/>
              <a:gd name="connsiteX2" fmla="*/ 281570 w 3855762"/>
              <a:gd name="connsiteY2" fmla="*/ 546091 h 3864617"/>
              <a:gd name="connsiteX3" fmla="*/ 1714554 w 3855762"/>
              <a:gd name="connsiteY3" fmla="*/ 6341 h 3864617"/>
              <a:gd name="connsiteX4" fmla="*/ 3234320 w 3855762"/>
              <a:gd name="connsiteY4" fmla="*/ 368291 h 3864617"/>
              <a:gd name="connsiteX5" fmla="*/ 3763487 w 3855762"/>
              <a:gd name="connsiteY5" fmla="*/ 1955791 h 3864617"/>
              <a:gd name="connsiteX6" fmla="*/ 3837570 w 3855762"/>
              <a:gd name="connsiteY6" fmla="*/ 3428991 h 3864617"/>
              <a:gd name="connsiteX7" fmla="*/ 3560286 w 3855762"/>
              <a:gd name="connsiteY7" fmla="*/ 3663938 h 3864617"/>
              <a:gd name="connsiteX8" fmla="*/ 2095554 w 3855762"/>
              <a:gd name="connsiteY8" fmla="*/ 3227908 h 3864617"/>
              <a:gd name="connsiteX9" fmla="*/ 404337 w 3855762"/>
              <a:gd name="connsiteY9" fmla="*/ 3835391 h 3864617"/>
              <a:gd name="connsiteX10" fmla="*/ 80487 w 3855762"/>
              <a:gd name="connsiteY10" fmla="*/ 3602558 h 3864617"/>
              <a:gd name="connsiteX0" fmla="*/ 80487 w 3855523"/>
              <a:gd name="connsiteY0" fmla="*/ 3600819 h 3862878"/>
              <a:gd name="connsiteX1" fmla="*/ 12754 w 3855523"/>
              <a:gd name="connsiteY1" fmla="*/ 2184769 h 3862878"/>
              <a:gd name="connsiteX2" fmla="*/ 281570 w 3855523"/>
              <a:gd name="connsiteY2" fmla="*/ 544352 h 3862878"/>
              <a:gd name="connsiteX3" fmla="*/ 1714554 w 3855523"/>
              <a:gd name="connsiteY3" fmla="*/ 4602 h 3862878"/>
              <a:gd name="connsiteX4" fmla="*/ 3240670 w 3855523"/>
              <a:gd name="connsiteY4" fmla="*/ 385602 h 3862878"/>
              <a:gd name="connsiteX5" fmla="*/ 3763487 w 3855523"/>
              <a:gd name="connsiteY5" fmla="*/ 1954052 h 3862878"/>
              <a:gd name="connsiteX6" fmla="*/ 3837570 w 3855523"/>
              <a:gd name="connsiteY6" fmla="*/ 3427252 h 3862878"/>
              <a:gd name="connsiteX7" fmla="*/ 3560286 w 3855523"/>
              <a:gd name="connsiteY7" fmla="*/ 3662199 h 3862878"/>
              <a:gd name="connsiteX8" fmla="*/ 2095554 w 3855523"/>
              <a:gd name="connsiteY8" fmla="*/ 3226169 h 3862878"/>
              <a:gd name="connsiteX9" fmla="*/ 404337 w 3855523"/>
              <a:gd name="connsiteY9" fmla="*/ 3833652 h 3862878"/>
              <a:gd name="connsiteX10" fmla="*/ 80487 w 3855523"/>
              <a:gd name="connsiteY10" fmla="*/ 3600819 h 3862878"/>
              <a:gd name="connsiteX0" fmla="*/ 88802 w 3863838"/>
              <a:gd name="connsiteY0" fmla="*/ 3600819 h 3863517"/>
              <a:gd name="connsiteX1" fmla="*/ 25301 w 3863838"/>
              <a:gd name="connsiteY1" fmla="*/ 2163598 h 3863517"/>
              <a:gd name="connsiteX2" fmla="*/ 21069 w 3863838"/>
              <a:gd name="connsiteY2" fmla="*/ 2184769 h 3863517"/>
              <a:gd name="connsiteX3" fmla="*/ 289885 w 3863838"/>
              <a:gd name="connsiteY3" fmla="*/ 544352 h 3863517"/>
              <a:gd name="connsiteX4" fmla="*/ 1722869 w 3863838"/>
              <a:gd name="connsiteY4" fmla="*/ 4602 h 3863517"/>
              <a:gd name="connsiteX5" fmla="*/ 3248985 w 3863838"/>
              <a:gd name="connsiteY5" fmla="*/ 385602 h 3863517"/>
              <a:gd name="connsiteX6" fmla="*/ 3771802 w 3863838"/>
              <a:gd name="connsiteY6" fmla="*/ 1954052 h 3863517"/>
              <a:gd name="connsiteX7" fmla="*/ 3845885 w 3863838"/>
              <a:gd name="connsiteY7" fmla="*/ 3427252 h 3863517"/>
              <a:gd name="connsiteX8" fmla="*/ 3568601 w 3863838"/>
              <a:gd name="connsiteY8" fmla="*/ 3662199 h 3863517"/>
              <a:gd name="connsiteX9" fmla="*/ 2103869 w 3863838"/>
              <a:gd name="connsiteY9" fmla="*/ 3226169 h 3863517"/>
              <a:gd name="connsiteX10" fmla="*/ 412652 w 3863838"/>
              <a:gd name="connsiteY10" fmla="*/ 3833652 h 3863517"/>
              <a:gd name="connsiteX11" fmla="*/ 88802 w 3863838"/>
              <a:gd name="connsiteY11" fmla="*/ 3600819 h 3863517"/>
              <a:gd name="connsiteX0" fmla="*/ 97721 w 3872757"/>
              <a:gd name="connsiteY0" fmla="*/ 3599991 h 3862689"/>
              <a:gd name="connsiteX1" fmla="*/ 34220 w 3872757"/>
              <a:gd name="connsiteY1" fmla="*/ 2162770 h 3862689"/>
              <a:gd name="connsiteX2" fmla="*/ 29988 w 3872757"/>
              <a:gd name="connsiteY2" fmla="*/ 2183941 h 3862689"/>
              <a:gd name="connsiteX3" fmla="*/ 419454 w 3872757"/>
              <a:gd name="connsiteY3" fmla="*/ 524474 h 3862689"/>
              <a:gd name="connsiteX4" fmla="*/ 1731788 w 3872757"/>
              <a:gd name="connsiteY4" fmla="*/ 3774 h 3862689"/>
              <a:gd name="connsiteX5" fmla="*/ 3257904 w 3872757"/>
              <a:gd name="connsiteY5" fmla="*/ 384774 h 3862689"/>
              <a:gd name="connsiteX6" fmla="*/ 3780721 w 3872757"/>
              <a:gd name="connsiteY6" fmla="*/ 1953224 h 3862689"/>
              <a:gd name="connsiteX7" fmla="*/ 3854804 w 3872757"/>
              <a:gd name="connsiteY7" fmla="*/ 3426424 h 3862689"/>
              <a:gd name="connsiteX8" fmla="*/ 3577520 w 3872757"/>
              <a:gd name="connsiteY8" fmla="*/ 3661371 h 3862689"/>
              <a:gd name="connsiteX9" fmla="*/ 2112788 w 3872757"/>
              <a:gd name="connsiteY9" fmla="*/ 3225341 h 3862689"/>
              <a:gd name="connsiteX10" fmla="*/ 421571 w 3872757"/>
              <a:gd name="connsiteY10" fmla="*/ 3832824 h 3862689"/>
              <a:gd name="connsiteX11" fmla="*/ 97721 w 3872757"/>
              <a:gd name="connsiteY11" fmla="*/ 3599991 h 3862689"/>
              <a:gd name="connsiteX0" fmla="*/ 97721 w 3872757"/>
              <a:gd name="connsiteY0" fmla="*/ 3599991 h 3861758"/>
              <a:gd name="connsiteX1" fmla="*/ 34220 w 3872757"/>
              <a:gd name="connsiteY1" fmla="*/ 2162770 h 3861758"/>
              <a:gd name="connsiteX2" fmla="*/ 29988 w 3872757"/>
              <a:gd name="connsiteY2" fmla="*/ 2183941 h 3861758"/>
              <a:gd name="connsiteX3" fmla="*/ 419454 w 3872757"/>
              <a:gd name="connsiteY3" fmla="*/ 524474 h 3861758"/>
              <a:gd name="connsiteX4" fmla="*/ 1731788 w 3872757"/>
              <a:gd name="connsiteY4" fmla="*/ 3774 h 3861758"/>
              <a:gd name="connsiteX5" fmla="*/ 3257904 w 3872757"/>
              <a:gd name="connsiteY5" fmla="*/ 384774 h 3861758"/>
              <a:gd name="connsiteX6" fmla="*/ 3780721 w 3872757"/>
              <a:gd name="connsiteY6" fmla="*/ 1953224 h 3861758"/>
              <a:gd name="connsiteX7" fmla="*/ 3854804 w 3872757"/>
              <a:gd name="connsiteY7" fmla="*/ 3426424 h 3861758"/>
              <a:gd name="connsiteX8" fmla="*/ 3577520 w 3872757"/>
              <a:gd name="connsiteY8" fmla="*/ 3661371 h 3861758"/>
              <a:gd name="connsiteX9" fmla="*/ 1941338 w 3872757"/>
              <a:gd name="connsiteY9" fmla="*/ 3238041 h 3861758"/>
              <a:gd name="connsiteX10" fmla="*/ 421571 w 3872757"/>
              <a:gd name="connsiteY10" fmla="*/ 3832824 h 3861758"/>
              <a:gd name="connsiteX11" fmla="*/ 97721 w 3872757"/>
              <a:gd name="connsiteY11" fmla="*/ 3599991 h 3861758"/>
              <a:gd name="connsiteX0" fmla="*/ 97721 w 3872757"/>
              <a:gd name="connsiteY0" fmla="*/ 3599991 h 3861758"/>
              <a:gd name="connsiteX1" fmla="*/ 34220 w 3872757"/>
              <a:gd name="connsiteY1" fmla="*/ 2162770 h 3861758"/>
              <a:gd name="connsiteX2" fmla="*/ 29988 w 3872757"/>
              <a:gd name="connsiteY2" fmla="*/ 2183941 h 3861758"/>
              <a:gd name="connsiteX3" fmla="*/ 419454 w 3872757"/>
              <a:gd name="connsiteY3" fmla="*/ 524474 h 3861758"/>
              <a:gd name="connsiteX4" fmla="*/ 1731788 w 3872757"/>
              <a:gd name="connsiteY4" fmla="*/ 3774 h 3861758"/>
              <a:gd name="connsiteX5" fmla="*/ 3257904 w 3872757"/>
              <a:gd name="connsiteY5" fmla="*/ 384774 h 3861758"/>
              <a:gd name="connsiteX6" fmla="*/ 3780721 w 3872757"/>
              <a:gd name="connsiteY6" fmla="*/ 1953224 h 3861758"/>
              <a:gd name="connsiteX7" fmla="*/ 3854804 w 3872757"/>
              <a:gd name="connsiteY7" fmla="*/ 3426424 h 3861758"/>
              <a:gd name="connsiteX8" fmla="*/ 3577520 w 3872757"/>
              <a:gd name="connsiteY8" fmla="*/ 3661371 h 3861758"/>
              <a:gd name="connsiteX9" fmla="*/ 2212271 w 3872757"/>
              <a:gd name="connsiteY9" fmla="*/ 3261320 h 3861758"/>
              <a:gd name="connsiteX10" fmla="*/ 1941338 w 3872757"/>
              <a:gd name="connsiteY10" fmla="*/ 3238041 h 3861758"/>
              <a:gd name="connsiteX11" fmla="*/ 421571 w 3872757"/>
              <a:gd name="connsiteY11" fmla="*/ 3832824 h 3861758"/>
              <a:gd name="connsiteX12" fmla="*/ 97721 w 3872757"/>
              <a:gd name="connsiteY12" fmla="*/ 3599991 h 3861758"/>
              <a:gd name="connsiteX0" fmla="*/ 97721 w 3872757"/>
              <a:gd name="connsiteY0" fmla="*/ 3599991 h 3861758"/>
              <a:gd name="connsiteX1" fmla="*/ 34220 w 3872757"/>
              <a:gd name="connsiteY1" fmla="*/ 2162770 h 3861758"/>
              <a:gd name="connsiteX2" fmla="*/ 29988 w 3872757"/>
              <a:gd name="connsiteY2" fmla="*/ 2183941 h 3861758"/>
              <a:gd name="connsiteX3" fmla="*/ 419454 w 3872757"/>
              <a:gd name="connsiteY3" fmla="*/ 524474 h 3861758"/>
              <a:gd name="connsiteX4" fmla="*/ 1731788 w 3872757"/>
              <a:gd name="connsiteY4" fmla="*/ 3774 h 3861758"/>
              <a:gd name="connsiteX5" fmla="*/ 3257904 w 3872757"/>
              <a:gd name="connsiteY5" fmla="*/ 384774 h 3861758"/>
              <a:gd name="connsiteX6" fmla="*/ 3780721 w 3872757"/>
              <a:gd name="connsiteY6" fmla="*/ 1953224 h 3861758"/>
              <a:gd name="connsiteX7" fmla="*/ 3854804 w 3872757"/>
              <a:gd name="connsiteY7" fmla="*/ 3426424 h 3861758"/>
              <a:gd name="connsiteX8" fmla="*/ 3577520 w 3872757"/>
              <a:gd name="connsiteY8" fmla="*/ 3661371 h 3861758"/>
              <a:gd name="connsiteX9" fmla="*/ 2358321 w 3872757"/>
              <a:gd name="connsiteY9" fmla="*/ 3261320 h 3861758"/>
              <a:gd name="connsiteX10" fmla="*/ 1941338 w 3872757"/>
              <a:gd name="connsiteY10" fmla="*/ 3238041 h 3861758"/>
              <a:gd name="connsiteX11" fmla="*/ 421571 w 3872757"/>
              <a:gd name="connsiteY11" fmla="*/ 3832824 h 3861758"/>
              <a:gd name="connsiteX12" fmla="*/ 97721 w 3872757"/>
              <a:gd name="connsiteY12" fmla="*/ 3599991 h 3861758"/>
              <a:gd name="connsiteX0" fmla="*/ 97721 w 3872757"/>
              <a:gd name="connsiteY0" fmla="*/ 3599991 h 3858969"/>
              <a:gd name="connsiteX1" fmla="*/ 34220 w 3872757"/>
              <a:gd name="connsiteY1" fmla="*/ 2162770 h 3858969"/>
              <a:gd name="connsiteX2" fmla="*/ 29988 w 3872757"/>
              <a:gd name="connsiteY2" fmla="*/ 2183941 h 3858969"/>
              <a:gd name="connsiteX3" fmla="*/ 419454 w 3872757"/>
              <a:gd name="connsiteY3" fmla="*/ 524474 h 3858969"/>
              <a:gd name="connsiteX4" fmla="*/ 1731788 w 3872757"/>
              <a:gd name="connsiteY4" fmla="*/ 3774 h 3858969"/>
              <a:gd name="connsiteX5" fmla="*/ 3257904 w 3872757"/>
              <a:gd name="connsiteY5" fmla="*/ 384774 h 3858969"/>
              <a:gd name="connsiteX6" fmla="*/ 3780721 w 3872757"/>
              <a:gd name="connsiteY6" fmla="*/ 1953224 h 3858969"/>
              <a:gd name="connsiteX7" fmla="*/ 3854804 w 3872757"/>
              <a:gd name="connsiteY7" fmla="*/ 3426424 h 3858969"/>
              <a:gd name="connsiteX8" fmla="*/ 3577520 w 3872757"/>
              <a:gd name="connsiteY8" fmla="*/ 3661371 h 3858969"/>
              <a:gd name="connsiteX9" fmla="*/ 2358321 w 3872757"/>
              <a:gd name="connsiteY9" fmla="*/ 3261320 h 3858969"/>
              <a:gd name="connsiteX10" fmla="*/ 1763538 w 3872757"/>
              <a:gd name="connsiteY10" fmla="*/ 3276141 h 3858969"/>
              <a:gd name="connsiteX11" fmla="*/ 421571 w 3872757"/>
              <a:gd name="connsiteY11" fmla="*/ 3832824 h 3858969"/>
              <a:gd name="connsiteX12" fmla="*/ 97721 w 3872757"/>
              <a:gd name="connsiteY12" fmla="*/ 3599991 h 3858969"/>
              <a:gd name="connsiteX0" fmla="*/ 93247 w 3868283"/>
              <a:gd name="connsiteY0" fmla="*/ 3599991 h 3858969"/>
              <a:gd name="connsiteX1" fmla="*/ 29746 w 3868283"/>
              <a:gd name="connsiteY1" fmla="*/ 2162770 h 3858969"/>
              <a:gd name="connsiteX2" fmla="*/ 31864 w 3868283"/>
              <a:gd name="connsiteY2" fmla="*/ 2469691 h 3858969"/>
              <a:gd name="connsiteX3" fmla="*/ 414980 w 3868283"/>
              <a:gd name="connsiteY3" fmla="*/ 524474 h 3858969"/>
              <a:gd name="connsiteX4" fmla="*/ 1727314 w 3868283"/>
              <a:gd name="connsiteY4" fmla="*/ 3774 h 3858969"/>
              <a:gd name="connsiteX5" fmla="*/ 3253430 w 3868283"/>
              <a:gd name="connsiteY5" fmla="*/ 384774 h 3858969"/>
              <a:gd name="connsiteX6" fmla="*/ 3776247 w 3868283"/>
              <a:gd name="connsiteY6" fmla="*/ 1953224 h 3858969"/>
              <a:gd name="connsiteX7" fmla="*/ 3850330 w 3868283"/>
              <a:gd name="connsiteY7" fmla="*/ 3426424 h 3858969"/>
              <a:gd name="connsiteX8" fmla="*/ 3573046 w 3868283"/>
              <a:gd name="connsiteY8" fmla="*/ 3661371 h 3858969"/>
              <a:gd name="connsiteX9" fmla="*/ 2353847 w 3868283"/>
              <a:gd name="connsiteY9" fmla="*/ 3261320 h 3858969"/>
              <a:gd name="connsiteX10" fmla="*/ 1759064 w 3868283"/>
              <a:gd name="connsiteY10" fmla="*/ 3276141 h 3858969"/>
              <a:gd name="connsiteX11" fmla="*/ 417097 w 3868283"/>
              <a:gd name="connsiteY11" fmla="*/ 3832824 h 3858969"/>
              <a:gd name="connsiteX12" fmla="*/ 93247 w 3868283"/>
              <a:gd name="connsiteY12" fmla="*/ 3599991 h 3858969"/>
              <a:gd name="connsiteX0" fmla="*/ 78059 w 3853095"/>
              <a:gd name="connsiteY0" fmla="*/ 3599991 h 3858969"/>
              <a:gd name="connsiteX1" fmla="*/ 14558 w 3853095"/>
              <a:gd name="connsiteY1" fmla="*/ 2162770 h 3858969"/>
              <a:gd name="connsiteX2" fmla="*/ 42076 w 3853095"/>
              <a:gd name="connsiteY2" fmla="*/ 1504491 h 3858969"/>
              <a:gd name="connsiteX3" fmla="*/ 399792 w 3853095"/>
              <a:gd name="connsiteY3" fmla="*/ 524474 h 3858969"/>
              <a:gd name="connsiteX4" fmla="*/ 1712126 w 3853095"/>
              <a:gd name="connsiteY4" fmla="*/ 3774 h 3858969"/>
              <a:gd name="connsiteX5" fmla="*/ 3238242 w 3853095"/>
              <a:gd name="connsiteY5" fmla="*/ 384774 h 3858969"/>
              <a:gd name="connsiteX6" fmla="*/ 3761059 w 3853095"/>
              <a:gd name="connsiteY6" fmla="*/ 1953224 h 3858969"/>
              <a:gd name="connsiteX7" fmla="*/ 3835142 w 3853095"/>
              <a:gd name="connsiteY7" fmla="*/ 3426424 h 3858969"/>
              <a:gd name="connsiteX8" fmla="*/ 3557858 w 3853095"/>
              <a:gd name="connsiteY8" fmla="*/ 3661371 h 3858969"/>
              <a:gd name="connsiteX9" fmla="*/ 2338659 w 3853095"/>
              <a:gd name="connsiteY9" fmla="*/ 3261320 h 3858969"/>
              <a:gd name="connsiteX10" fmla="*/ 1743876 w 3853095"/>
              <a:gd name="connsiteY10" fmla="*/ 3276141 h 3858969"/>
              <a:gd name="connsiteX11" fmla="*/ 401909 w 3853095"/>
              <a:gd name="connsiteY11" fmla="*/ 3832824 h 3858969"/>
              <a:gd name="connsiteX12" fmla="*/ 78059 w 3853095"/>
              <a:gd name="connsiteY12" fmla="*/ 3599991 h 3858969"/>
              <a:gd name="connsiteX0" fmla="*/ 95420 w 3870456"/>
              <a:gd name="connsiteY0" fmla="*/ 3599991 h 3850466"/>
              <a:gd name="connsiteX1" fmla="*/ 6519 w 3870456"/>
              <a:gd name="connsiteY1" fmla="*/ 2518370 h 3850466"/>
              <a:gd name="connsiteX2" fmla="*/ 59437 w 3870456"/>
              <a:gd name="connsiteY2" fmla="*/ 1504491 h 3850466"/>
              <a:gd name="connsiteX3" fmla="*/ 417153 w 3870456"/>
              <a:gd name="connsiteY3" fmla="*/ 524474 h 3850466"/>
              <a:gd name="connsiteX4" fmla="*/ 1729487 w 3870456"/>
              <a:gd name="connsiteY4" fmla="*/ 3774 h 3850466"/>
              <a:gd name="connsiteX5" fmla="*/ 3255603 w 3870456"/>
              <a:gd name="connsiteY5" fmla="*/ 384774 h 3850466"/>
              <a:gd name="connsiteX6" fmla="*/ 3778420 w 3870456"/>
              <a:gd name="connsiteY6" fmla="*/ 1953224 h 3850466"/>
              <a:gd name="connsiteX7" fmla="*/ 3852503 w 3870456"/>
              <a:gd name="connsiteY7" fmla="*/ 3426424 h 3850466"/>
              <a:gd name="connsiteX8" fmla="*/ 3575219 w 3870456"/>
              <a:gd name="connsiteY8" fmla="*/ 3661371 h 3850466"/>
              <a:gd name="connsiteX9" fmla="*/ 2356020 w 3870456"/>
              <a:gd name="connsiteY9" fmla="*/ 3261320 h 3850466"/>
              <a:gd name="connsiteX10" fmla="*/ 1761237 w 3870456"/>
              <a:gd name="connsiteY10" fmla="*/ 3276141 h 3850466"/>
              <a:gd name="connsiteX11" fmla="*/ 419270 w 3870456"/>
              <a:gd name="connsiteY11" fmla="*/ 3832824 h 3850466"/>
              <a:gd name="connsiteX12" fmla="*/ 95420 w 3870456"/>
              <a:gd name="connsiteY12" fmla="*/ 3599991 h 3850466"/>
              <a:gd name="connsiteX0" fmla="*/ 89213 w 3864249"/>
              <a:gd name="connsiteY0" fmla="*/ 3599991 h 3850466"/>
              <a:gd name="connsiteX1" fmla="*/ 312 w 3864249"/>
              <a:gd name="connsiteY1" fmla="*/ 2518370 h 3850466"/>
              <a:gd name="connsiteX2" fmla="*/ 95563 w 3864249"/>
              <a:gd name="connsiteY2" fmla="*/ 1527771 h 3850466"/>
              <a:gd name="connsiteX3" fmla="*/ 53230 w 3864249"/>
              <a:gd name="connsiteY3" fmla="*/ 1504491 h 3850466"/>
              <a:gd name="connsiteX4" fmla="*/ 410946 w 3864249"/>
              <a:gd name="connsiteY4" fmla="*/ 524474 h 3850466"/>
              <a:gd name="connsiteX5" fmla="*/ 1723280 w 3864249"/>
              <a:gd name="connsiteY5" fmla="*/ 3774 h 3850466"/>
              <a:gd name="connsiteX6" fmla="*/ 3249396 w 3864249"/>
              <a:gd name="connsiteY6" fmla="*/ 384774 h 3850466"/>
              <a:gd name="connsiteX7" fmla="*/ 3772213 w 3864249"/>
              <a:gd name="connsiteY7" fmla="*/ 1953224 h 3850466"/>
              <a:gd name="connsiteX8" fmla="*/ 3846296 w 3864249"/>
              <a:gd name="connsiteY8" fmla="*/ 3426424 h 3850466"/>
              <a:gd name="connsiteX9" fmla="*/ 3569012 w 3864249"/>
              <a:gd name="connsiteY9" fmla="*/ 3661371 h 3850466"/>
              <a:gd name="connsiteX10" fmla="*/ 2349813 w 3864249"/>
              <a:gd name="connsiteY10" fmla="*/ 3261320 h 3850466"/>
              <a:gd name="connsiteX11" fmla="*/ 1755030 w 3864249"/>
              <a:gd name="connsiteY11" fmla="*/ 3276141 h 3850466"/>
              <a:gd name="connsiteX12" fmla="*/ 413063 w 3864249"/>
              <a:gd name="connsiteY12" fmla="*/ 3832824 h 3850466"/>
              <a:gd name="connsiteX13" fmla="*/ 89213 w 3864249"/>
              <a:gd name="connsiteY13" fmla="*/ 3599991 h 3850466"/>
              <a:gd name="connsiteX0" fmla="*/ 89668 w 3864704"/>
              <a:gd name="connsiteY0" fmla="*/ 3599991 h 3850466"/>
              <a:gd name="connsiteX1" fmla="*/ 767 w 3864704"/>
              <a:gd name="connsiteY1" fmla="*/ 2518370 h 3850466"/>
              <a:gd name="connsiteX2" fmla="*/ 96018 w 3864704"/>
              <a:gd name="connsiteY2" fmla="*/ 1527771 h 3850466"/>
              <a:gd name="connsiteX3" fmla="*/ 411401 w 3864704"/>
              <a:gd name="connsiteY3" fmla="*/ 524474 h 3850466"/>
              <a:gd name="connsiteX4" fmla="*/ 1723735 w 3864704"/>
              <a:gd name="connsiteY4" fmla="*/ 3774 h 3850466"/>
              <a:gd name="connsiteX5" fmla="*/ 3249851 w 3864704"/>
              <a:gd name="connsiteY5" fmla="*/ 384774 h 3850466"/>
              <a:gd name="connsiteX6" fmla="*/ 3772668 w 3864704"/>
              <a:gd name="connsiteY6" fmla="*/ 1953224 h 3850466"/>
              <a:gd name="connsiteX7" fmla="*/ 3846751 w 3864704"/>
              <a:gd name="connsiteY7" fmla="*/ 3426424 h 3850466"/>
              <a:gd name="connsiteX8" fmla="*/ 3569467 w 3864704"/>
              <a:gd name="connsiteY8" fmla="*/ 3661371 h 3850466"/>
              <a:gd name="connsiteX9" fmla="*/ 2350268 w 3864704"/>
              <a:gd name="connsiteY9" fmla="*/ 3261320 h 3850466"/>
              <a:gd name="connsiteX10" fmla="*/ 1755485 w 3864704"/>
              <a:gd name="connsiteY10" fmla="*/ 3276141 h 3850466"/>
              <a:gd name="connsiteX11" fmla="*/ 413518 w 3864704"/>
              <a:gd name="connsiteY11" fmla="*/ 3832824 h 3850466"/>
              <a:gd name="connsiteX12" fmla="*/ 89668 w 3864704"/>
              <a:gd name="connsiteY12" fmla="*/ 3599991 h 3850466"/>
              <a:gd name="connsiteX0" fmla="*/ 88901 w 3863937"/>
              <a:gd name="connsiteY0" fmla="*/ 3599991 h 3850466"/>
              <a:gd name="connsiteX1" fmla="*/ 0 w 3863937"/>
              <a:gd name="connsiteY1" fmla="*/ 2518370 h 3850466"/>
              <a:gd name="connsiteX2" fmla="*/ 410634 w 3863937"/>
              <a:gd name="connsiteY2" fmla="*/ 524474 h 3850466"/>
              <a:gd name="connsiteX3" fmla="*/ 1722968 w 3863937"/>
              <a:gd name="connsiteY3" fmla="*/ 3774 h 3850466"/>
              <a:gd name="connsiteX4" fmla="*/ 3249084 w 3863937"/>
              <a:gd name="connsiteY4" fmla="*/ 384774 h 3850466"/>
              <a:gd name="connsiteX5" fmla="*/ 3771901 w 3863937"/>
              <a:gd name="connsiteY5" fmla="*/ 1953224 h 3850466"/>
              <a:gd name="connsiteX6" fmla="*/ 3845984 w 3863937"/>
              <a:gd name="connsiteY6" fmla="*/ 3426424 h 3850466"/>
              <a:gd name="connsiteX7" fmla="*/ 3568700 w 3863937"/>
              <a:gd name="connsiteY7" fmla="*/ 3661371 h 3850466"/>
              <a:gd name="connsiteX8" fmla="*/ 2349501 w 3863937"/>
              <a:gd name="connsiteY8" fmla="*/ 3261320 h 3850466"/>
              <a:gd name="connsiteX9" fmla="*/ 1754718 w 3863937"/>
              <a:gd name="connsiteY9" fmla="*/ 3276141 h 3850466"/>
              <a:gd name="connsiteX10" fmla="*/ 412751 w 3863937"/>
              <a:gd name="connsiteY10" fmla="*/ 3832824 h 3850466"/>
              <a:gd name="connsiteX11" fmla="*/ 88901 w 3863937"/>
              <a:gd name="connsiteY11" fmla="*/ 3599991 h 3850466"/>
              <a:gd name="connsiteX0" fmla="*/ 76201 w 3851237"/>
              <a:gd name="connsiteY0" fmla="*/ 3599991 h 3855281"/>
              <a:gd name="connsiteX1" fmla="*/ 0 w 3851237"/>
              <a:gd name="connsiteY1" fmla="*/ 2296120 h 3855281"/>
              <a:gd name="connsiteX2" fmla="*/ 397934 w 3851237"/>
              <a:gd name="connsiteY2" fmla="*/ 524474 h 3855281"/>
              <a:gd name="connsiteX3" fmla="*/ 1710268 w 3851237"/>
              <a:gd name="connsiteY3" fmla="*/ 3774 h 3855281"/>
              <a:gd name="connsiteX4" fmla="*/ 3236384 w 3851237"/>
              <a:gd name="connsiteY4" fmla="*/ 384774 h 3855281"/>
              <a:gd name="connsiteX5" fmla="*/ 3759201 w 3851237"/>
              <a:gd name="connsiteY5" fmla="*/ 1953224 h 3855281"/>
              <a:gd name="connsiteX6" fmla="*/ 3833284 w 3851237"/>
              <a:gd name="connsiteY6" fmla="*/ 3426424 h 3855281"/>
              <a:gd name="connsiteX7" fmla="*/ 3556000 w 3851237"/>
              <a:gd name="connsiteY7" fmla="*/ 3661371 h 3855281"/>
              <a:gd name="connsiteX8" fmla="*/ 2336801 w 3851237"/>
              <a:gd name="connsiteY8" fmla="*/ 3261320 h 3855281"/>
              <a:gd name="connsiteX9" fmla="*/ 1742018 w 3851237"/>
              <a:gd name="connsiteY9" fmla="*/ 3276141 h 3855281"/>
              <a:gd name="connsiteX10" fmla="*/ 400051 w 3851237"/>
              <a:gd name="connsiteY10" fmla="*/ 3832824 h 3855281"/>
              <a:gd name="connsiteX11" fmla="*/ 76201 w 3851237"/>
              <a:gd name="connsiteY11" fmla="*/ 3599991 h 3855281"/>
              <a:gd name="connsiteX0" fmla="*/ 76201 w 3851237"/>
              <a:gd name="connsiteY0" fmla="*/ 3603216 h 3858506"/>
              <a:gd name="connsiteX1" fmla="*/ 0 w 3851237"/>
              <a:gd name="connsiteY1" fmla="*/ 2299345 h 3858506"/>
              <a:gd name="connsiteX2" fmla="*/ 334434 w 3851237"/>
              <a:gd name="connsiteY2" fmla="*/ 597549 h 3858506"/>
              <a:gd name="connsiteX3" fmla="*/ 1710268 w 3851237"/>
              <a:gd name="connsiteY3" fmla="*/ 6999 h 3858506"/>
              <a:gd name="connsiteX4" fmla="*/ 3236384 w 3851237"/>
              <a:gd name="connsiteY4" fmla="*/ 387999 h 3858506"/>
              <a:gd name="connsiteX5" fmla="*/ 3759201 w 3851237"/>
              <a:gd name="connsiteY5" fmla="*/ 1956449 h 3858506"/>
              <a:gd name="connsiteX6" fmla="*/ 3833284 w 3851237"/>
              <a:gd name="connsiteY6" fmla="*/ 3429649 h 3858506"/>
              <a:gd name="connsiteX7" fmla="*/ 3556000 w 3851237"/>
              <a:gd name="connsiteY7" fmla="*/ 3664596 h 3858506"/>
              <a:gd name="connsiteX8" fmla="*/ 2336801 w 3851237"/>
              <a:gd name="connsiteY8" fmla="*/ 3264545 h 3858506"/>
              <a:gd name="connsiteX9" fmla="*/ 1742018 w 3851237"/>
              <a:gd name="connsiteY9" fmla="*/ 3279366 h 3858506"/>
              <a:gd name="connsiteX10" fmla="*/ 400051 w 3851237"/>
              <a:gd name="connsiteY10" fmla="*/ 3836049 h 3858506"/>
              <a:gd name="connsiteX11" fmla="*/ 76201 w 3851237"/>
              <a:gd name="connsiteY11" fmla="*/ 3603216 h 3858506"/>
              <a:gd name="connsiteX0" fmla="*/ 76201 w 3851237"/>
              <a:gd name="connsiteY0" fmla="*/ 3603216 h 3853996"/>
              <a:gd name="connsiteX1" fmla="*/ 0 w 3851237"/>
              <a:gd name="connsiteY1" fmla="*/ 2299345 h 3853996"/>
              <a:gd name="connsiteX2" fmla="*/ 334434 w 3851237"/>
              <a:gd name="connsiteY2" fmla="*/ 597549 h 3853996"/>
              <a:gd name="connsiteX3" fmla="*/ 1710268 w 3851237"/>
              <a:gd name="connsiteY3" fmla="*/ 6999 h 3853996"/>
              <a:gd name="connsiteX4" fmla="*/ 3236384 w 3851237"/>
              <a:gd name="connsiteY4" fmla="*/ 387999 h 3853996"/>
              <a:gd name="connsiteX5" fmla="*/ 3759201 w 3851237"/>
              <a:gd name="connsiteY5" fmla="*/ 1956449 h 3853996"/>
              <a:gd name="connsiteX6" fmla="*/ 3833284 w 3851237"/>
              <a:gd name="connsiteY6" fmla="*/ 3429649 h 3853996"/>
              <a:gd name="connsiteX7" fmla="*/ 3556000 w 3851237"/>
              <a:gd name="connsiteY7" fmla="*/ 3664596 h 3853996"/>
              <a:gd name="connsiteX8" fmla="*/ 2336801 w 3851237"/>
              <a:gd name="connsiteY8" fmla="*/ 3264545 h 3853996"/>
              <a:gd name="connsiteX9" fmla="*/ 1253068 w 3851237"/>
              <a:gd name="connsiteY9" fmla="*/ 3342866 h 3853996"/>
              <a:gd name="connsiteX10" fmla="*/ 400051 w 3851237"/>
              <a:gd name="connsiteY10" fmla="*/ 3836049 h 3853996"/>
              <a:gd name="connsiteX11" fmla="*/ 76201 w 3851237"/>
              <a:gd name="connsiteY11" fmla="*/ 3603216 h 3853996"/>
              <a:gd name="connsiteX0" fmla="*/ 76201 w 3851237"/>
              <a:gd name="connsiteY0" fmla="*/ 3603216 h 3853996"/>
              <a:gd name="connsiteX1" fmla="*/ 0 w 3851237"/>
              <a:gd name="connsiteY1" fmla="*/ 2299345 h 3853996"/>
              <a:gd name="connsiteX2" fmla="*/ 334434 w 3851237"/>
              <a:gd name="connsiteY2" fmla="*/ 597549 h 3853996"/>
              <a:gd name="connsiteX3" fmla="*/ 1710268 w 3851237"/>
              <a:gd name="connsiteY3" fmla="*/ 6999 h 3853996"/>
              <a:gd name="connsiteX4" fmla="*/ 3236384 w 3851237"/>
              <a:gd name="connsiteY4" fmla="*/ 387999 h 3853996"/>
              <a:gd name="connsiteX5" fmla="*/ 3759201 w 3851237"/>
              <a:gd name="connsiteY5" fmla="*/ 1956449 h 3853996"/>
              <a:gd name="connsiteX6" fmla="*/ 3833284 w 3851237"/>
              <a:gd name="connsiteY6" fmla="*/ 3429649 h 3853996"/>
              <a:gd name="connsiteX7" fmla="*/ 3556000 w 3851237"/>
              <a:gd name="connsiteY7" fmla="*/ 3664596 h 3853996"/>
              <a:gd name="connsiteX8" fmla="*/ 2730501 w 3851237"/>
              <a:gd name="connsiteY8" fmla="*/ 3340745 h 3853996"/>
              <a:gd name="connsiteX9" fmla="*/ 1253068 w 3851237"/>
              <a:gd name="connsiteY9" fmla="*/ 3342866 h 3853996"/>
              <a:gd name="connsiteX10" fmla="*/ 400051 w 3851237"/>
              <a:gd name="connsiteY10" fmla="*/ 3836049 h 3853996"/>
              <a:gd name="connsiteX11" fmla="*/ 76201 w 3851237"/>
              <a:gd name="connsiteY11" fmla="*/ 3603216 h 3853996"/>
              <a:gd name="connsiteX0" fmla="*/ 76201 w 3851237"/>
              <a:gd name="connsiteY0" fmla="*/ 3603216 h 3853996"/>
              <a:gd name="connsiteX1" fmla="*/ 0 w 3851237"/>
              <a:gd name="connsiteY1" fmla="*/ 2299345 h 3853996"/>
              <a:gd name="connsiteX2" fmla="*/ 334434 w 3851237"/>
              <a:gd name="connsiteY2" fmla="*/ 597549 h 3853996"/>
              <a:gd name="connsiteX3" fmla="*/ 1710268 w 3851237"/>
              <a:gd name="connsiteY3" fmla="*/ 6999 h 3853996"/>
              <a:gd name="connsiteX4" fmla="*/ 3236384 w 3851237"/>
              <a:gd name="connsiteY4" fmla="*/ 387999 h 3853996"/>
              <a:gd name="connsiteX5" fmla="*/ 3759201 w 3851237"/>
              <a:gd name="connsiteY5" fmla="*/ 1956449 h 3853996"/>
              <a:gd name="connsiteX6" fmla="*/ 3833284 w 3851237"/>
              <a:gd name="connsiteY6" fmla="*/ 3429649 h 3853996"/>
              <a:gd name="connsiteX7" fmla="*/ 3556000 w 3851237"/>
              <a:gd name="connsiteY7" fmla="*/ 3664596 h 3853996"/>
              <a:gd name="connsiteX8" fmla="*/ 2774951 w 3851237"/>
              <a:gd name="connsiteY8" fmla="*/ 3315345 h 3853996"/>
              <a:gd name="connsiteX9" fmla="*/ 1253068 w 3851237"/>
              <a:gd name="connsiteY9" fmla="*/ 3342866 h 3853996"/>
              <a:gd name="connsiteX10" fmla="*/ 400051 w 3851237"/>
              <a:gd name="connsiteY10" fmla="*/ 3836049 h 3853996"/>
              <a:gd name="connsiteX11" fmla="*/ 76201 w 3851237"/>
              <a:gd name="connsiteY11" fmla="*/ 3603216 h 3853996"/>
              <a:gd name="connsiteX0" fmla="*/ 76201 w 3851237"/>
              <a:gd name="connsiteY0" fmla="*/ 3603216 h 3851313"/>
              <a:gd name="connsiteX1" fmla="*/ 0 w 3851237"/>
              <a:gd name="connsiteY1" fmla="*/ 2299345 h 3851313"/>
              <a:gd name="connsiteX2" fmla="*/ 334434 w 3851237"/>
              <a:gd name="connsiteY2" fmla="*/ 597549 h 3851313"/>
              <a:gd name="connsiteX3" fmla="*/ 1710268 w 3851237"/>
              <a:gd name="connsiteY3" fmla="*/ 6999 h 3851313"/>
              <a:gd name="connsiteX4" fmla="*/ 3236384 w 3851237"/>
              <a:gd name="connsiteY4" fmla="*/ 387999 h 3851313"/>
              <a:gd name="connsiteX5" fmla="*/ 3759201 w 3851237"/>
              <a:gd name="connsiteY5" fmla="*/ 1956449 h 3851313"/>
              <a:gd name="connsiteX6" fmla="*/ 3833284 w 3851237"/>
              <a:gd name="connsiteY6" fmla="*/ 3429649 h 3851313"/>
              <a:gd name="connsiteX7" fmla="*/ 3556000 w 3851237"/>
              <a:gd name="connsiteY7" fmla="*/ 3664596 h 3851313"/>
              <a:gd name="connsiteX8" fmla="*/ 2774951 w 3851237"/>
              <a:gd name="connsiteY8" fmla="*/ 3315345 h 3851313"/>
              <a:gd name="connsiteX9" fmla="*/ 1164168 w 3851237"/>
              <a:gd name="connsiteY9" fmla="*/ 3380966 h 3851313"/>
              <a:gd name="connsiteX10" fmla="*/ 400051 w 3851237"/>
              <a:gd name="connsiteY10" fmla="*/ 3836049 h 3851313"/>
              <a:gd name="connsiteX11" fmla="*/ 76201 w 3851237"/>
              <a:gd name="connsiteY11" fmla="*/ 3603216 h 3851313"/>
              <a:gd name="connsiteX0" fmla="*/ 76201 w 3851237"/>
              <a:gd name="connsiteY0" fmla="*/ 3603216 h 3849536"/>
              <a:gd name="connsiteX1" fmla="*/ 0 w 3851237"/>
              <a:gd name="connsiteY1" fmla="*/ 2299345 h 3849536"/>
              <a:gd name="connsiteX2" fmla="*/ 334434 w 3851237"/>
              <a:gd name="connsiteY2" fmla="*/ 597549 h 3849536"/>
              <a:gd name="connsiteX3" fmla="*/ 1710268 w 3851237"/>
              <a:gd name="connsiteY3" fmla="*/ 6999 h 3849536"/>
              <a:gd name="connsiteX4" fmla="*/ 3236384 w 3851237"/>
              <a:gd name="connsiteY4" fmla="*/ 387999 h 3849536"/>
              <a:gd name="connsiteX5" fmla="*/ 3759201 w 3851237"/>
              <a:gd name="connsiteY5" fmla="*/ 1956449 h 3849536"/>
              <a:gd name="connsiteX6" fmla="*/ 3833284 w 3851237"/>
              <a:gd name="connsiteY6" fmla="*/ 3429649 h 3849536"/>
              <a:gd name="connsiteX7" fmla="*/ 3556000 w 3851237"/>
              <a:gd name="connsiteY7" fmla="*/ 3664596 h 3849536"/>
              <a:gd name="connsiteX8" fmla="*/ 2774951 w 3851237"/>
              <a:gd name="connsiteY8" fmla="*/ 3315345 h 3849536"/>
              <a:gd name="connsiteX9" fmla="*/ 1100668 w 3851237"/>
              <a:gd name="connsiteY9" fmla="*/ 3406366 h 3849536"/>
              <a:gd name="connsiteX10" fmla="*/ 400051 w 3851237"/>
              <a:gd name="connsiteY10" fmla="*/ 3836049 h 3849536"/>
              <a:gd name="connsiteX11" fmla="*/ 76201 w 3851237"/>
              <a:gd name="connsiteY11" fmla="*/ 3603216 h 3849536"/>
              <a:gd name="connsiteX0" fmla="*/ 76201 w 3851237"/>
              <a:gd name="connsiteY0" fmla="*/ 3603216 h 3849536"/>
              <a:gd name="connsiteX1" fmla="*/ 0 w 3851237"/>
              <a:gd name="connsiteY1" fmla="*/ 2299345 h 3849536"/>
              <a:gd name="connsiteX2" fmla="*/ 334434 w 3851237"/>
              <a:gd name="connsiteY2" fmla="*/ 597549 h 3849536"/>
              <a:gd name="connsiteX3" fmla="*/ 1710268 w 3851237"/>
              <a:gd name="connsiteY3" fmla="*/ 6999 h 3849536"/>
              <a:gd name="connsiteX4" fmla="*/ 3236384 w 3851237"/>
              <a:gd name="connsiteY4" fmla="*/ 387999 h 3849536"/>
              <a:gd name="connsiteX5" fmla="*/ 3759201 w 3851237"/>
              <a:gd name="connsiteY5" fmla="*/ 1956449 h 3849536"/>
              <a:gd name="connsiteX6" fmla="*/ 3833284 w 3851237"/>
              <a:gd name="connsiteY6" fmla="*/ 3429649 h 3849536"/>
              <a:gd name="connsiteX7" fmla="*/ 3556000 w 3851237"/>
              <a:gd name="connsiteY7" fmla="*/ 3664596 h 3849536"/>
              <a:gd name="connsiteX8" fmla="*/ 2774951 w 3851237"/>
              <a:gd name="connsiteY8" fmla="*/ 3315345 h 3849536"/>
              <a:gd name="connsiteX9" fmla="*/ 1917701 w 3851237"/>
              <a:gd name="connsiteY9" fmla="*/ 3283597 h 3849536"/>
              <a:gd name="connsiteX10" fmla="*/ 1100668 w 3851237"/>
              <a:gd name="connsiteY10" fmla="*/ 3406366 h 3849536"/>
              <a:gd name="connsiteX11" fmla="*/ 400051 w 3851237"/>
              <a:gd name="connsiteY11" fmla="*/ 3836049 h 3849536"/>
              <a:gd name="connsiteX12" fmla="*/ 76201 w 3851237"/>
              <a:gd name="connsiteY12" fmla="*/ 3603216 h 3849536"/>
              <a:gd name="connsiteX0" fmla="*/ 76201 w 3851237"/>
              <a:gd name="connsiteY0" fmla="*/ 3603216 h 3849536"/>
              <a:gd name="connsiteX1" fmla="*/ 0 w 3851237"/>
              <a:gd name="connsiteY1" fmla="*/ 2299345 h 3849536"/>
              <a:gd name="connsiteX2" fmla="*/ 334434 w 3851237"/>
              <a:gd name="connsiteY2" fmla="*/ 597549 h 3849536"/>
              <a:gd name="connsiteX3" fmla="*/ 1710268 w 3851237"/>
              <a:gd name="connsiteY3" fmla="*/ 6999 h 3849536"/>
              <a:gd name="connsiteX4" fmla="*/ 3236384 w 3851237"/>
              <a:gd name="connsiteY4" fmla="*/ 387999 h 3849536"/>
              <a:gd name="connsiteX5" fmla="*/ 3759201 w 3851237"/>
              <a:gd name="connsiteY5" fmla="*/ 1956449 h 3849536"/>
              <a:gd name="connsiteX6" fmla="*/ 3833284 w 3851237"/>
              <a:gd name="connsiteY6" fmla="*/ 3429649 h 3849536"/>
              <a:gd name="connsiteX7" fmla="*/ 3556000 w 3851237"/>
              <a:gd name="connsiteY7" fmla="*/ 3664596 h 3849536"/>
              <a:gd name="connsiteX8" fmla="*/ 2794001 w 3851237"/>
              <a:gd name="connsiteY8" fmla="*/ 3353445 h 3849536"/>
              <a:gd name="connsiteX9" fmla="*/ 1917701 w 3851237"/>
              <a:gd name="connsiteY9" fmla="*/ 3283597 h 3849536"/>
              <a:gd name="connsiteX10" fmla="*/ 1100668 w 3851237"/>
              <a:gd name="connsiteY10" fmla="*/ 3406366 h 3849536"/>
              <a:gd name="connsiteX11" fmla="*/ 400051 w 3851237"/>
              <a:gd name="connsiteY11" fmla="*/ 3836049 h 3849536"/>
              <a:gd name="connsiteX12" fmla="*/ 76201 w 3851237"/>
              <a:gd name="connsiteY12" fmla="*/ 3603216 h 3849536"/>
              <a:gd name="connsiteX0" fmla="*/ 76201 w 3851237"/>
              <a:gd name="connsiteY0" fmla="*/ 3603216 h 3846894"/>
              <a:gd name="connsiteX1" fmla="*/ 0 w 3851237"/>
              <a:gd name="connsiteY1" fmla="*/ 2299345 h 3846894"/>
              <a:gd name="connsiteX2" fmla="*/ 334434 w 3851237"/>
              <a:gd name="connsiteY2" fmla="*/ 597549 h 3846894"/>
              <a:gd name="connsiteX3" fmla="*/ 1710268 w 3851237"/>
              <a:gd name="connsiteY3" fmla="*/ 6999 h 3846894"/>
              <a:gd name="connsiteX4" fmla="*/ 3236384 w 3851237"/>
              <a:gd name="connsiteY4" fmla="*/ 387999 h 3846894"/>
              <a:gd name="connsiteX5" fmla="*/ 3759201 w 3851237"/>
              <a:gd name="connsiteY5" fmla="*/ 1956449 h 3846894"/>
              <a:gd name="connsiteX6" fmla="*/ 3833284 w 3851237"/>
              <a:gd name="connsiteY6" fmla="*/ 3429649 h 3846894"/>
              <a:gd name="connsiteX7" fmla="*/ 3556000 w 3851237"/>
              <a:gd name="connsiteY7" fmla="*/ 3664596 h 3846894"/>
              <a:gd name="connsiteX8" fmla="*/ 2794001 w 3851237"/>
              <a:gd name="connsiteY8" fmla="*/ 3353445 h 3846894"/>
              <a:gd name="connsiteX9" fmla="*/ 1917701 w 3851237"/>
              <a:gd name="connsiteY9" fmla="*/ 3283597 h 3846894"/>
              <a:gd name="connsiteX10" fmla="*/ 1056218 w 3851237"/>
              <a:gd name="connsiteY10" fmla="*/ 3444466 h 3846894"/>
              <a:gd name="connsiteX11" fmla="*/ 400051 w 3851237"/>
              <a:gd name="connsiteY11" fmla="*/ 3836049 h 3846894"/>
              <a:gd name="connsiteX12" fmla="*/ 76201 w 3851237"/>
              <a:gd name="connsiteY12" fmla="*/ 3603216 h 3846894"/>
              <a:gd name="connsiteX0" fmla="*/ 76201 w 3851237"/>
              <a:gd name="connsiteY0" fmla="*/ 3603216 h 3790742"/>
              <a:gd name="connsiteX1" fmla="*/ 0 w 3851237"/>
              <a:gd name="connsiteY1" fmla="*/ 2299345 h 3790742"/>
              <a:gd name="connsiteX2" fmla="*/ 334434 w 3851237"/>
              <a:gd name="connsiteY2" fmla="*/ 597549 h 3790742"/>
              <a:gd name="connsiteX3" fmla="*/ 1710268 w 3851237"/>
              <a:gd name="connsiteY3" fmla="*/ 6999 h 3790742"/>
              <a:gd name="connsiteX4" fmla="*/ 3236384 w 3851237"/>
              <a:gd name="connsiteY4" fmla="*/ 387999 h 3790742"/>
              <a:gd name="connsiteX5" fmla="*/ 3759201 w 3851237"/>
              <a:gd name="connsiteY5" fmla="*/ 1956449 h 3790742"/>
              <a:gd name="connsiteX6" fmla="*/ 3833284 w 3851237"/>
              <a:gd name="connsiteY6" fmla="*/ 3429649 h 3790742"/>
              <a:gd name="connsiteX7" fmla="*/ 3556000 w 3851237"/>
              <a:gd name="connsiteY7" fmla="*/ 3664596 h 3790742"/>
              <a:gd name="connsiteX8" fmla="*/ 2794001 w 3851237"/>
              <a:gd name="connsiteY8" fmla="*/ 3353445 h 3790742"/>
              <a:gd name="connsiteX9" fmla="*/ 1917701 w 3851237"/>
              <a:gd name="connsiteY9" fmla="*/ 3283597 h 3790742"/>
              <a:gd name="connsiteX10" fmla="*/ 1056218 w 3851237"/>
              <a:gd name="connsiteY10" fmla="*/ 3444466 h 3790742"/>
              <a:gd name="connsiteX11" fmla="*/ 419101 w 3851237"/>
              <a:gd name="connsiteY11" fmla="*/ 3766199 h 3790742"/>
              <a:gd name="connsiteX12" fmla="*/ 76201 w 3851237"/>
              <a:gd name="connsiteY12" fmla="*/ 3603216 h 3790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851237" h="3790742">
                <a:moveTo>
                  <a:pt x="76201" y="3603216"/>
                </a:moveTo>
                <a:cubicBezTo>
                  <a:pt x="6351" y="3358740"/>
                  <a:pt x="11289" y="2535353"/>
                  <a:pt x="0" y="2299345"/>
                </a:cubicBezTo>
                <a:cubicBezTo>
                  <a:pt x="53622" y="1786759"/>
                  <a:pt x="49389" y="979607"/>
                  <a:pt x="334434" y="597549"/>
                </a:cubicBezTo>
                <a:cubicBezTo>
                  <a:pt x="619479" y="215491"/>
                  <a:pt x="1226610" y="41924"/>
                  <a:pt x="1710268" y="6999"/>
                </a:cubicBezTo>
                <a:cubicBezTo>
                  <a:pt x="2193926" y="-27926"/>
                  <a:pt x="2894895" y="63091"/>
                  <a:pt x="3236384" y="387999"/>
                </a:cubicBezTo>
                <a:cubicBezTo>
                  <a:pt x="3577873" y="712907"/>
                  <a:pt x="3659718" y="1449507"/>
                  <a:pt x="3759201" y="1956449"/>
                </a:cubicBezTo>
                <a:cubicBezTo>
                  <a:pt x="3858684" y="2463391"/>
                  <a:pt x="3867151" y="3144958"/>
                  <a:pt x="3833284" y="3429649"/>
                </a:cubicBezTo>
                <a:cubicBezTo>
                  <a:pt x="3799417" y="3714340"/>
                  <a:pt x="3829756" y="3692113"/>
                  <a:pt x="3556000" y="3664596"/>
                </a:cubicBezTo>
                <a:cubicBezTo>
                  <a:pt x="3282244" y="3637079"/>
                  <a:pt x="3067051" y="3413770"/>
                  <a:pt x="2794001" y="3353445"/>
                </a:cubicBezTo>
                <a:cubicBezTo>
                  <a:pt x="2520951" y="3293120"/>
                  <a:pt x="2196748" y="3268427"/>
                  <a:pt x="1917701" y="3283597"/>
                </a:cubicBezTo>
                <a:cubicBezTo>
                  <a:pt x="1638654" y="3298767"/>
                  <a:pt x="1309160" y="3355566"/>
                  <a:pt x="1056218" y="3444466"/>
                </a:cubicBezTo>
                <a:cubicBezTo>
                  <a:pt x="803276" y="3533366"/>
                  <a:pt x="582437" y="3739741"/>
                  <a:pt x="419101" y="3766199"/>
                </a:cubicBezTo>
                <a:cubicBezTo>
                  <a:pt x="255765" y="3792657"/>
                  <a:pt x="146051" y="3847692"/>
                  <a:pt x="76201" y="3603216"/>
                </a:cubicBezTo>
                <a:close/>
              </a:path>
            </a:pathLst>
          </a:custGeom>
          <a:solidFill>
            <a:schemeClr val="accent4">
              <a:alpha val="51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A60E85A9-EF31-4AC9-B28F-6BFFF033228F}"/>
              </a:ext>
            </a:extLst>
          </p:cNvPr>
          <p:cNvSpPr/>
          <p:nvPr/>
        </p:nvSpPr>
        <p:spPr>
          <a:xfrm>
            <a:off x="4391829" y="3726197"/>
            <a:ext cx="3519997" cy="2232486"/>
          </a:xfrm>
          <a:custGeom>
            <a:avLst/>
            <a:gdLst>
              <a:gd name="connsiteX0" fmla="*/ 501482 w 4019587"/>
              <a:gd name="connsiteY0" fmla="*/ 2546364 h 2813402"/>
              <a:gd name="connsiteX1" fmla="*/ 6182 w 4019587"/>
              <a:gd name="connsiteY1" fmla="*/ 387364 h 2813402"/>
              <a:gd name="connsiteX2" fmla="*/ 310982 w 4019587"/>
              <a:gd name="connsiteY2" fmla="*/ 603264 h 2813402"/>
              <a:gd name="connsiteX3" fmla="*/ 1492082 w 4019587"/>
              <a:gd name="connsiteY3" fmla="*/ 44464 h 2813402"/>
              <a:gd name="connsiteX4" fmla="*/ 2673182 w 4019587"/>
              <a:gd name="connsiteY4" fmla="*/ 69864 h 2813402"/>
              <a:gd name="connsiteX5" fmla="*/ 3498682 w 4019587"/>
              <a:gd name="connsiteY5" fmla="*/ 349264 h 2813402"/>
              <a:gd name="connsiteX6" fmla="*/ 3892382 w 4019587"/>
              <a:gd name="connsiteY6" fmla="*/ 222264 h 2813402"/>
              <a:gd name="connsiteX7" fmla="*/ 3689182 w 4019587"/>
              <a:gd name="connsiteY7" fmla="*/ 2609864 h 2813402"/>
              <a:gd name="connsiteX8" fmla="*/ 463382 w 4019587"/>
              <a:gd name="connsiteY8" fmla="*/ 2673364 h 2813402"/>
              <a:gd name="connsiteX9" fmla="*/ 501482 w 4019587"/>
              <a:gd name="connsiteY9" fmla="*/ 2546364 h 2813402"/>
              <a:gd name="connsiteX0" fmla="*/ 176202 w 4016041"/>
              <a:gd name="connsiteY0" fmla="*/ 2275430 h 2824749"/>
              <a:gd name="connsiteX1" fmla="*/ 2636 w 4016041"/>
              <a:gd name="connsiteY1" fmla="*/ 387364 h 2824749"/>
              <a:gd name="connsiteX2" fmla="*/ 307436 w 4016041"/>
              <a:gd name="connsiteY2" fmla="*/ 603264 h 2824749"/>
              <a:gd name="connsiteX3" fmla="*/ 1488536 w 4016041"/>
              <a:gd name="connsiteY3" fmla="*/ 44464 h 2824749"/>
              <a:gd name="connsiteX4" fmla="*/ 2669636 w 4016041"/>
              <a:gd name="connsiteY4" fmla="*/ 69864 h 2824749"/>
              <a:gd name="connsiteX5" fmla="*/ 3495136 w 4016041"/>
              <a:gd name="connsiteY5" fmla="*/ 349264 h 2824749"/>
              <a:gd name="connsiteX6" fmla="*/ 3888836 w 4016041"/>
              <a:gd name="connsiteY6" fmla="*/ 222264 h 2824749"/>
              <a:gd name="connsiteX7" fmla="*/ 3685636 w 4016041"/>
              <a:gd name="connsiteY7" fmla="*/ 2609864 h 2824749"/>
              <a:gd name="connsiteX8" fmla="*/ 459836 w 4016041"/>
              <a:gd name="connsiteY8" fmla="*/ 2673364 h 2824749"/>
              <a:gd name="connsiteX9" fmla="*/ 176202 w 4016041"/>
              <a:gd name="connsiteY9" fmla="*/ 2275430 h 2824749"/>
              <a:gd name="connsiteX0" fmla="*/ 176802 w 4016641"/>
              <a:gd name="connsiteY0" fmla="*/ 2275430 h 2821819"/>
              <a:gd name="connsiteX1" fmla="*/ 3236 w 4016641"/>
              <a:gd name="connsiteY1" fmla="*/ 387364 h 2821819"/>
              <a:gd name="connsiteX2" fmla="*/ 308036 w 4016641"/>
              <a:gd name="connsiteY2" fmla="*/ 603264 h 2821819"/>
              <a:gd name="connsiteX3" fmla="*/ 1489136 w 4016641"/>
              <a:gd name="connsiteY3" fmla="*/ 44464 h 2821819"/>
              <a:gd name="connsiteX4" fmla="*/ 2670236 w 4016641"/>
              <a:gd name="connsiteY4" fmla="*/ 69864 h 2821819"/>
              <a:gd name="connsiteX5" fmla="*/ 3495736 w 4016641"/>
              <a:gd name="connsiteY5" fmla="*/ 349264 h 2821819"/>
              <a:gd name="connsiteX6" fmla="*/ 3889436 w 4016641"/>
              <a:gd name="connsiteY6" fmla="*/ 222264 h 2821819"/>
              <a:gd name="connsiteX7" fmla="*/ 3686236 w 4016641"/>
              <a:gd name="connsiteY7" fmla="*/ 2609864 h 2821819"/>
              <a:gd name="connsiteX8" fmla="*/ 621302 w 4016641"/>
              <a:gd name="connsiteY8" fmla="*/ 2664897 h 2821819"/>
              <a:gd name="connsiteX9" fmla="*/ 176802 w 4016641"/>
              <a:gd name="connsiteY9" fmla="*/ 2275430 h 2821819"/>
              <a:gd name="connsiteX0" fmla="*/ 177279 w 4017118"/>
              <a:gd name="connsiteY0" fmla="*/ 2275430 h 2827754"/>
              <a:gd name="connsiteX1" fmla="*/ 3713 w 4017118"/>
              <a:gd name="connsiteY1" fmla="*/ 387364 h 2827754"/>
              <a:gd name="connsiteX2" fmla="*/ 308513 w 4017118"/>
              <a:gd name="connsiteY2" fmla="*/ 603264 h 2827754"/>
              <a:gd name="connsiteX3" fmla="*/ 1489613 w 4017118"/>
              <a:gd name="connsiteY3" fmla="*/ 44464 h 2827754"/>
              <a:gd name="connsiteX4" fmla="*/ 2670713 w 4017118"/>
              <a:gd name="connsiteY4" fmla="*/ 69864 h 2827754"/>
              <a:gd name="connsiteX5" fmla="*/ 3496213 w 4017118"/>
              <a:gd name="connsiteY5" fmla="*/ 349264 h 2827754"/>
              <a:gd name="connsiteX6" fmla="*/ 3889913 w 4017118"/>
              <a:gd name="connsiteY6" fmla="*/ 222264 h 2827754"/>
              <a:gd name="connsiteX7" fmla="*/ 3686713 w 4017118"/>
              <a:gd name="connsiteY7" fmla="*/ 2609864 h 2827754"/>
              <a:gd name="connsiteX8" fmla="*/ 714912 w 4017118"/>
              <a:gd name="connsiteY8" fmla="*/ 2681830 h 2827754"/>
              <a:gd name="connsiteX9" fmla="*/ 177279 w 4017118"/>
              <a:gd name="connsiteY9" fmla="*/ 2275430 h 2827754"/>
              <a:gd name="connsiteX0" fmla="*/ 177279 w 4033396"/>
              <a:gd name="connsiteY0" fmla="*/ 2275430 h 2723125"/>
              <a:gd name="connsiteX1" fmla="*/ 3713 w 4033396"/>
              <a:gd name="connsiteY1" fmla="*/ 387364 h 2723125"/>
              <a:gd name="connsiteX2" fmla="*/ 308513 w 4033396"/>
              <a:gd name="connsiteY2" fmla="*/ 603264 h 2723125"/>
              <a:gd name="connsiteX3" fmla="*/ 1489613 w 4033396"/>
              <a:gd name="connsiteY3" fmla="*/ 44464 h 2723125"/>
              <a:gd name="connsiteX4" fmla="*/ 2670713 w 4033396"/>
              <a:gd name="connsiteY4" fmla="*/ 69864 h 2723125"/>
              <a:gd name="connsiteX5" fmla="*/ 3496213 w 4033396"/>
              <a:gd name="connsiteY5" fmla="*/ 349264 h 2723125"/>
              <a:gd name="connsiteX6" fmla="*/ 3889913 w 4033396"/>
              <a:gd name="connsiteY6" fmla="*/ 222264 h 2723125"/>
              <a:gd name="connsiteX7" fmla="*/ 3712113 w 4033396"/>
              <a:gd name="connsiteY7" fmla="*/ 2432064 h 2723125"/>
              <a:gd name="connsiteX8" fmla="*/ 714912 w 4033396"/>
              <a:gd name="connsiteY8" fmla="*/ 2681830 h 2723125"/>
              <a:gd name="connsiteX9" fmla="*/ 177279 w 4033396"/>
              <a:gd name="connsiteY9" fmla="*/ 2275430 h 2723125"/>
              <a:gd name="connsiteX0" fmla="*/ 177279 w 3896910"/>
              <a:gd name="connsiteY0" fmla="*/ 2275430 h 2712788"/>
              <a:gd name="connsiteX1" fmla="*/ 3713 w 3896910"/>
              <a:gd name="connsiteY1" fmla="*/ 387364 h 2712788"/>
              <a:gd name="connsiteX2" fmla="*/ 308513 w 3896910"/>
              <a:gd name="connsiteY2" fmla="*/ 603264 h 2712788"/>
              <a:gd name="connsiteX3" fmla="*/ 1489613 w 3896910"/>
              <a:gd name="connsiteY3" fmla="*/ 44464 h 2712788"/>
              <a:gd name="connsiteX4" fmla="*/ 2670713 w 3896910"/>
              <a:gd name="connsiteY4" fmla="*/ 69864 h 2712788"/>
              <a:gd name="connsiteX5" fmla="*/ 3496213 w 3896910"/>
              <a:gd name="connsiteY5" fmla="*/ 349264 h 2712788"/>
              <a:gd name="connsiteX6" fmla="*/ 3889913 w 3896910"/>
              <a:gd name="connsiteY6" fmla="*/ 222264 h 2712788"/>
              <a:gd name="connsiteX7" fmla="*/ 3712113 w 3896910"/>
              <a:gd name="connsiteY7" fmla="*/ 2432064 h 2712788"/>
              <a:gd name="connsiteX8" fmla="*/ 3424246 w 3896910"/>
              <a:gd name="connsiteY8" fmla="*/ 2656431 h 2712788"/>
              <a:gd name="connsiteX9" fmla="*/ 714912 w 3896910"/>
              <a:gd name="connsiteY9" fmla="*/ 2681830 h 2712788"/>
              <a:gd name="connsiteX10" fmla="*/ 177279 w 3896910"/>
              <a:gd name="connsiteY10" fmla="*/ 2275430 h 2712788"/>
              <a:gd name="connsiteX0" fmla="*/ 177279 w 3919918"/>
              <a:gd name="connsiteY0" fmla="*/ 2275430 h 2712788"/>
              <a:gd name="connsiteX1" fmla="*/ 3713 w 3919918"/>
              <a:gd name="connsiteY1" fmla="*/ 387364 h 2712788"/>
              <a:gd name="connsiteX2" fmla="*/ 308513 w 3919918"/>
              <a:gd name="connsiteY2" fmla="*/ 603264 h 2712788"/>
              <a:gd name="connsiteX3" fmla="*/ 1489613 w 3919918"/>
              <a:gd name="connsiteY3" fmla="*/ 44464 h 2712788"/>
              <a:gd name="connsiteX4" fmla="*/ 2670713 w 3919918"/>
              <a:gd name="connsiteY4" fmla="*/ 69864 h 2712788"/>
              <a:gd name="connsiteX5" fmla="*/ 3496213 w 3919918"/>
              <a:gd name="connsiteY5" fmla="*/ 349264 h 2712788"/>
              <a:gd name="connsiteX6" fmla="*/ 3889913 w 3919918"/>
              <a:gd name="connsiteY6" fmla="*/ 222264 h 2712788"/>
              <a:gd name="connsiteX7" fmla="*/ 3822180 w 3919918"/>
              <a:gd name="connsiteY7" fmla="*/ 2321997 h 2712788"/>
              <a:gd name="connsiteX8" fmla="*/ 3424246 w 3919918"/>
              <a:gd name="connsiteY8" fmla="*/ 2656431 h 2712788"/>
              <a:gd name="connsiteX9" fmla="*/ 714912 w 3919918"/>
              <a:gd name="connsiteY9" fmla="*/ 2681830 h 2712788"/>
              <a:gd name="connsiteX10" fmla="*/ 177279 w 3919918"/>
              <a:gd name="connsiteY10" fmla="*/ 2275430 h 2712788"/>
              <a:gd name="connsiteX0" fmla="*/ 177279 w 3930742"/>
              <a:gd name="connsiteY0" fmla="*/ 2275430 h 2712788"/>
              <a:gd name="connsiteX1" fmla="*/ 3713 w 3930742"/>
              <a:gd name="connsiteY1" fmla="*/ 387364 h 2712788"/>
              <a:gd name="connsiteX2" fmla="*/ 308513 w 3930742"/>
              <a:gd name="connsiteY2" fmla="*/ 603264 h 2712788"/>
              <a:gd name="connsiteX3" fmla="*/ 1489613 w 3930742"/>
              <a:gd name="connsiteY3" fmla="*/ 44464 h 2712788"/>
              <a:gd name="connsiteX4" fmla="*/ 2670713 w 3930742"/>
              <a:gd name="connsiteY4" fmla="*/ 69864 h 2712788"/>
              <a:gd name="connsiteX5" fmla="*/ 3496213 w 3930742"/>
              <a:gd name="connsiteY5" fmla="*/ 349264 h 2712788"/>
              <a:gd name="connsiteX6" fmla="*/ 3889913 w 3930742"/>
              <a:gd name="connsiteY6" fmla="*/ 222264 h 2712788"/>
              <a:gd name="connsiteX7" fmla="*/ 3847580 w 3930742"/>
              <a:gd name="connsiteY7" fmla="*/ 2101863 h 2712788"/>
              <a:gd name="connsiteX8" fmla="*/ 3424246 w 3930742"/>
              <a:gd name="connsiteY8" fmla="*/ 2656431 h 2712788"/>
              <a:gd name="connsiteX9" fmla="*/ 714912 w 3930742"/>
              <a:gd name="connsiteY9" fmla="*/ 2681830 h 2712788"/>
              <a:gd name="connsiteX10" fmla="*/ 177279 w 3930742"/>
              <a:gd name="connsiteY10" fmla="*/ 2275430 h 2712788"/>
              <a:gd name="connsiteX0" fmla="*/ 177279 w 3930742"/>
              <a:gd name="connsiteY0" fmla="*/ 2275430 h 2712788"/>
              <a:gd name="connsiteX1" fmla="*/ 3713 w 3930742"/>
              <a:gd name="connsiteY1" fmla="*/ 387364 h 2712788"/>
              <a:gd name="connsiteX2" fmla="*/ 308513 w 3930742"/>
              <a:gd name="connsiteY2" fmla="*/ 603264 h 2712788"/>
              <a:gd name="connsiteX3" fmla="*/ 1489613 w 3930742"/>
              <a:gd name="connsiteY3" fmla="*/ 44464 h 2712788"/>
              <a:gd name="connsiteX4" fmla="*/ 2670713 w 3930742"/>
              <a:gd name="connsiteY4" fmla="*/ 69864 h 2712788"/>
              <a:gd name="connsiteX5" fmla="*/ 3496213 w 3930742"/>
              <a:gd name="connsiteY5" fmla="*/ 349264 h 2712788"/>
              <a:gd name="connsiteX6" fmla="*/ 3889913 w 3930742"/>
              <a:gd name="connsiteY6" fmla="*/ 222264 h 2712788"/>
              <a:gd name="connsiteX7" fmla="*/ 3847580 w 3930742"/>
              <a:gd name="connsiteY7" fmla="*/ 2101863 h 2712788"/>
              <a:gd name="connsiteX8" fmla="*/ 3381913 w 3930742"/>
              <a:gd name="connsiteY8" fmla="*/ 2656431 h 2712788"/>
              <a:gd name="connsiteX9" fmla="*/ 714912 w 3930742"/>
              <a:gd name="connsiteY9" fmla="*/ 2681830 h 2712788"/>
              <a:gd name="connsiteX10" fmla="*/ 177279 w 3930742"/>
              <a:gd name="connsiteY10" fmla="*/ 2275430 h 2712788"/>
              <a:gd name="connsiteX0" fmla="*/ 177279 w 3912106"/>
              <a:gd name="connsiteY0" fmla="*/ 2275430 h 2712788"/>
              <a:gd name="connsiteX1" fmla="*/ 3713 w 3912106"/>
              <a:gd name="connsiteY1" fmla="*/ 387364 h 2712788"/>
              <a:gd name="connsiteX2" fmla="*/ 308513 w 3912106"/>
              <a:gd name="connsiteY2" fmla="*/ 603264 h 2712788"/>
              <a:gd name="connsiteX3" fmla="*/ 1489613 w 3912106"/>
              <a:gd name="connsiteY3" fmla="*/ 44464 h 2712788"/>
              <a:gd name="connsiteX4" fmla="*/ 2670713 w 3912106"/>
              <a:gd name="connsiteY4" fmla="*/ 69864 h 2712788"/>
              <a:gd name="connsiteX5" fmla="*/ 3496213 w 3912106"/>
              <a:gd name="connsiteY5" fmla="*/ 349264 h 2712788"/>
              <a:gd name="connsiteX6" fmla="*/ 3889913 w 3912106"/>
              <a:gd name="connsiteY6" fmla="*/ 222264 h 2712788"/>
              <a:gd name="connsiteX7" fmla="*/ 3847580 w 3912106"/>
              <a:gd name="connsiteY7" fmla="*/ 2101863 h 2712788"/>
              <a:gd name="connsiteX8" fmla="*/ 3381913 w 3912106"/>
              <a:gd name="connsiteY8" fmla="*/ 2656431 h 2712788"/>
              <a:gd name="connsiteX9" fmla="*/ 714912 w 3912106"/>
              <a:gd name="connsiteY9" fmla="*/ 2681830 h 2712788"/>
              <a:gd name="connsiteX10" fmla="*/ 177279 w 3912106"/>
              <a:gd name="connsiteY10" fmla="*/ 2275430 h 2712788"/>
              <a:gd name="connsiteX0" fmla="*/ 177279 w 3922892"/>
              <a:gd name="connsiteY0" fmla="*/ 2275430 h 2712788"/>
              <a:gd name="connsiteX1" fmla="*/ 3713 w 3922892"/>
              <a:gd name="connsiteY1" fmla="*/ 387364 h 2712788"/>
              <a:gd name="connsiteX2" fmla="*/ 308513 w 3922892"/>
              <a:gd name="connsiteY2" fmla="*/ 603264 h 2712788"/>
              <a:gd name="connsiteX3" fmla="*/ 1489613 w 3922892"/>
              <a:gd name="connsiteY3" fmla="*/ 44464 h 2712788"/>
              <a:gd name="connsiteX4" fmla="*/ 2670713 w 3922892"/>
              <a:gd name="connsiteY4" fmla="*/ 69864 h 2712788"/>
              <a:gd name="connsiteX5" fmla="*/ 3496213 w 3922892"/>
              <a:gd name="connsiteY5" fmla="*/ 349264 h 2712788"/>
              <a:gd name="connsiteX6" fmla="*/ 3889913 w 3922892"/>
              <a:gd name="connsiteY6" fmla="*/ 222264 h 2712788"/>
              <a:gd name="connsiteX7" fmla="*/ 3881447 w 3922892"/>
              <a:gd name="connsiteY7" fmla="*/ 2101863 h 2712788"/>
              <a:gd name="connsiteX8" fmla="*/ 3381913 w 3922892"/>
              <a:gd name="connsiteY8" fmla="*/ 2656431 h 2712788"/>
              <a:gd name="connsiteX9" fmla="*/ 714912 w 3922892"/>
              <a:gd name="connsiteY9" fmla="*/ 2681830 h 2712788"/>
              <a:gd name="connsiteX10" fmla="*/ 177279 w 3922892"/>
              <a:gd name="connsiteY10" fmla="*/ 2275430 h 2712788"/>
              <a:gd name="connsiteX0" fmla="*/ 178060 w 3923673"/>
              <a:gd name="connsiteY0" fmla="*/ 2253732 h 2691090"/>
              <a:gd name="connsiteX1" fmla="*/ 4494 w 3923673"/>
              <a:gd name="connsiteY1" fmla="*/ 365666 h 2691090"/>
              <a:gd name="connsiteX2" fmla="*/ 326227 w 3923673"/>
              <a:gd name="connsiteY2" fmla="*/ 285233 h 2691090"/>
              <a:gd name="connsiteX3" fmla="*/ 1490394 w 3923673"/>
              <a:gd name="connsiteY3" fmla="*/ 22766 h 2691090"/>
              <a:gd name="connsiteX4" fmla="*/ 2671494 w 3923673"/>
              <a:gd name="connsiteY4" fmla="*/ 48166 h 2691090"/>
              <a:gd name="connsiteX5" fmla="*/ 3496994 w 3923673"/>
              <a:gd name="connsiteY5" fmla="*/ 327566 h 2691090"/>
              <a:gd name="connsiteX6" fmla="*/ 3890694 w 3923673"/>
              <a:gd name="connsiteY6" fmla="*/ 200566 h 2691090"/>
              <a:gd name="connsiteX7" fmla="*/ 3882228 w 3923673"/>
              <a:gd name="connsiteY7" fmla="*/ 2080165 h 2691090"/>
              <a:gd name="connsiteX8" fmla="*/ 3382694 w 3923673"/>
              <a:gd name="connsiteY8" fmla="*/ 2634733 h 2691090"/>
              <a:gd name="connsiteX9" fmla="*/ 715693 w 3923673"/>
              <a:gd name="connsiteY9" fmla="*/ 2660132 h 2691090"/>
              <a:gd name="connsiteX10" fmla="*/ 178060 w 3923673"/>
              <a:gd name="connsiteY10" fmla="*/ 2253732 h 2691090"/>
              <a:gd name="connsiteX0" fmla="*/ 219268 w 3964881"/>
              <a:gd name="connsiteY0" fmla="*/ 2253732 h 2691090"/>
              <a:gd name="connsiteX1" fmla="*/ 3368 w 3964881"/>
              <a:gd name="connsiteY1" fmla="*/ 340266 h 2691090"/>
              <a:gd name="connsiteX2" fmla="*/ 367435 w 3964881"/>
              <a:gd name="connsiteY2" fmla="*/ 285233 h 2691090"/>
              <a:gd name="connsiteX3" fmla="*/ 1531602 w 3964881"/>
              <a:gd name="connsiteY3" fmla="*/ 22766 h 2691090"/>
              <a:gd name="connsiteX4" fmla="*/ 2712702 w 3964881"/>
              <a:gd name="connsiteY4" fmla="*/ 48166 h 2691090"/>
              <a:gd name="connsiteX5" fmla="*/ 3538202 w 3964881"/>
              <a:gd name="connsiteY5" fmla="*/ 327566 h 2691090"/>
              <a:gd name="connsiteX6" fmla="*/ 3931902 w 3964881"/>
              <a:gd name="connsiteY6" fmla="*/ 200566 h 2691090"/>
              <a:gd name="connsiteX7" fmla="*/ 3923436 w 3964881"/>
              <a:gd name="connsiteY7" fmla="*/ 2080165 h 2691090"/>
              <a:gd name="connsiteX8" fmla="*/ 3423902 w 3964881"/>
              <a:gd name="connsiteY8" fmla="*/ 2634733 h 2691090"/>
              <a:gd name="connsiteX9" fmla="*/ 756901 w 3964881"/>
              <a:gd name="connsiteY9" fmla="*/ 2660132 h 2691090"/>
              <a:gd name="connsiteX10" fmla="*/ 219268 w 3964881"/>
              <a:gd name="connsiteY10" fmla="*/ 2253732 h 2691090"/>
              <a:gd name="connsiteX0" fmla="*/ 219268 w 3964881"/>
              <a:gd name="connsiteY0" fmla="*/ 2431385 h 2868743"/>
              <a:gd name="connsiteX1" fmla="*/ 3368 w 3964881"/>
              <a:gd name="connsiteY1" fmla="*/ 517919 h 2868743"/>
              <a:gd name="connsiteX2" fmla="*/ 367435 w 3964881"/>
              <a:gd name="connsiteY2" fmla="*/ 462886 h 2868743"/>
              <a:gd name="connsiteX3" fmla="*/ 1497736 w 3964881"/>
              <a:gd name="connsiteY3" fmla="*/ 5686 h 2868743"/>
              <a:gd name="connsiteX4" fmla="*/ 2712702 w 3964881"/>
              <a:gd name="connsiteY4" fmla="*/ 225819 h 2868743"/>
              <a:gd name="connsiteX5" fmla="*/ 3538202 w 3964881"/>
              <a:gd name="connsiteY5" fmla="*/ 505219 h 2868743"/>
              <a:gd name="connsiteX6" fmla="*/ 3931902 w 3964881"/>
              <a:gd name="connsiteY6" fmla="*/ 378219 h 2868743"/>
              <a:gd name="connsiteX7" fmla="*/ 3923436 w 3964881"/>
              <a:gd name="connsiteY7" fmla="*/ 2257818 h 2868743"/>
              <a:gd name="connsiteX8" fmla="*/ 3423902 w 3964881"/>
              <a:gd name="connsiteY8" fmla="*/ 2812386 h 2868743"/>
              <a:gd name="connsiteX9" fmla="*/ 756901 w 3964881"/>
              <a:gd name="connsiteY9" fmla="*/ 2837785 h 2868743"/>
              <a:gd name="connsiteX10" fmla="*/ 219268 w 3964881"/>
              <a:gd name="connsiteY10" fmla="*/ 2431385 h 2868743"/>
              <a:gd name="connsiteX0" fmla="*/ 219268 w 3964881"/>
              <a:gd name="connsiteY0" fmla="*/ 2468270 h 2905628"/>
              <a:gd name="connsiteX1" fmla="*/ 3368 w 3964881"/>
              <a:gd name="connsiteY1" fmla="*/ 554804 h 2905628"/>
              <a:gd name="connsiteX2" fmla="*/ 367435 w 3964881"/>
              <a:gd name="connsiteY2" fmla="*/ 499771 h 2905628"/>
              <a:gd name="connsiteX3" fmla="*/ 1497736 w 3964881"/>
              <a:gd name="connsiteY3" fmla="*/ 42571 h 2905628"/>
              <a:gd name="connsiteX4" fmla="*/ 2661902 w 3964881"/>
              <a:gd name="connsiteY4" fmla="*/ 76437 h 2905628"/>
              <a:gd name="connsiteX5" fmla="*/ 3538202 w 3964881"/>
              <a:gd name="connsiteY5" fmla="*/ 542104 h 2905628"/>
              <a:gd name="connsiteX6" fmla="*/ 3931902 w 3964881"/>
              <a:gd name="connsiteY6" fmla="*/ 415104 h 2905628"/>
              <a:gd name="connsiteX7" fmla="*/ 3923436 w 3964881"/>
              <a:gd name="connsiteY7" fmla="*/ 2294703 h 2905628"/>
              <a:gd name="connsiteX8" fmla="*/ 3423902 w 3964881"/>
              <a:gd name="connsiteY8" fmla="*/ 2849271 h 2905628"/>
              <a:gd name="connsiteX9" fmla="*/ 756901 w 3964881"/>
              <a:gd name="connsiteY9" fmla="*/ 2874670 h 2905628"/>
              <a:gd name="connsiteX10" fmla="*/ 219268 w 3964881"/>
              <a:gd name="connsiteY10" fmla="*/ 2468270 h 2905628"/>
              <a:gd name="connsiteX0" fmla="*/ 219268 w 3970466"/>
              <a:gd name="connsiteY0" fmla="*/ 2462010 h 2899368"/>
              <a:gd name="connsiteX1" fmla="*/ 3368 w 3970466"/>
              <a:gd name="connsiteY1" fmla="*/ 548544 h 2899368"/>
              <a:gd name="connsiteX2" fmla="*/ 367435 w 3970466"/>
              <a:gd name="connsiteY2" fmla="*/ 493511 h 2899368"/>
              <a:gd name="connsiteX3" fmla="*/ 1497736 w 3970466"/>
              <a:gd name="connsiteY3" fmla="*/ 36311 h 2899368"/>
              <a:gd name="connsiteX4" fmla="*/ 2661902 w 3970466"/>
              <a:gd name="connsiteY4" fmla="*/ 70177 h 2899368"/>
              <a:gd name="connsiteX5" fmla="*/ 3462002 w 3970466"/>
              <a:gd name="connsiteY5" fmla="*/ 400377 h 2899368"/>
              <a:gd name="connsiteX6" fmla="*/ 3931902 w 3970466"/>
              <a:gd name="connsiteY6" fmla="*/ 408844 h 2899368"/>
              <a:gd name="connsiteX7" fmla="*/ 3923436 w 3970466"/>
              <a:gd name="connsiteY7" fmla="*/ 2288443 h 2899368"/>
              <a:gd name="connsiteX8" fmla="*/ 3423902 w 3970466"/>
              <a:gd name="connsiteY8" fmla="*/ 2843011 h 2899368"/>
              <a:gd name="connsiteX9" fmla="*/ 756901 w 3970466"/>
              <a:gd name="connsiteY9" fmla="*/ 2868410 h 2899368"/>
              <a:gd name="connsiteX10" fmla="*/ 219268 w 3970466"/>
              <a:gd name="connsiteY10" fmla="*/ 2462010 h 2899368"/>
              <a:gd name="connsiteX0" fmla="*/ 219268 w 3989238"/>
              <a:gd name="connsiteY0" fmla="*/ 2462010 h 2899368"/>
              <a:gd name="connsiteX1" fmla="*/ 3368 w 3989238"/>
              <a:gd name="connsiteY1" fmla="*/ 548544 h 2899368"/>
              <a:gd name="connsiteX2" fmla="*/ 367435 w 3989238"/>
              <a:gd name="connsiteY2" fmla="*/ 493511 h 2899368"/>
              <a:gd name="connsiteX3" fmla="*/ 1497736 w 3989238"/>
              <a:gd name="connsiteY3" fmla="*/ 36311 h 2899368"/>
              <a:gd name="connsiteX4" fmla="*/ 2661902 w 3989238"/>
              <a:gd name="connsiteY4" fmla="*/ 70177 h 2899368"/>
              <a:gd name="connsiteX5" fmla="*/ 3462002 w 3989238"/>
              <a:gd name="connsiteY5" fmla="*/ 400377 h 2899368"/>
              <a:gd name="connsiteX6" fmla="*/ 3957302 w 3989238"/>
              <a:gd name="connsiteY6" fmla="*/ 332644 h 2899368"/>
              <a:gd name="connsiteX7" fmla="*/ 3923436 w 3989238"/>
              <a:gd name="connsiteY7" fmla="*/ 2288443 h 2899368"/>
              <a:gd name="connsiteX8" fmla="*/ 3423902 w 3989238"/>
              <a:gd name="connsiteY8" fmla="*/ 2843011 h 2899368"/>
              <a:gd name="connsiteX9" fmla="*/ 756901 w 3989238"/>
              <a:gd name="connsiteY9" fmla="*/ 2868410 h 2899368"/>
              <a:gd name="connsiteX10" fmla="*/ 219268 w 3989238"/>
              <a:gd name="connsiteY10" fmla="*/ 2462010 h 2899368"/>
              <a:gd name="connsiteX0" fmla="*/ 219268 w 3989238"/>
              <a:gd name="connsiteY0" fmla="*/ 2460952 h 2898310"/>
              <a:gd name="connsiteX1" fmla="*/ 3368 w 3989238"/>
              <a:gd name="connsiteY1" fmla="*/ 547486 h 2898310"/>
              <a:gd name="connsiteX2" fmla="*/ 367435 w 3989238"/>
              <a:gd name="connsiteY2" fmla="*/ 492453 h 2898310"/>
              <a:gd name="connsiteX3" fmla="*/ 1497736 w 3989238"/>
              <a:gd name="connsiteY3" fmla="*/ 35253 h 2898310"/>
              <a:gd name="connsiteX4" fmla="*/ 2661902 w 3989238"/>
              <a:gd name="connsiteY4" fmla="*/ 69119 h 2898310"/>
              <a:gd name="connsiteX5" fmla="*/ 3462002 w 3989238"/>
              <a:gd name="connsiteY5" fmla="*/ 373919 h 2898310"/>
              <a:gd name="connsiteX6" fmla="*/ 3957302 w 3989238"/>
              <a:gd name="connsiteY6" fmla="*/ 331586 h 2898310"/>
              <a:gd name="connsiteX7" fmla="*/ 3923436 w 3989238"/>
              <a:gd name="connsiteY7" fmla="*/ 2287385 h 2898310"/>
              <a:gd name="connsiteX8" fmla="*/ 3423902 w 3989238"/>
              <a:gd name="connsiteY8" fmla="*/ 2841953 h 2898310"/>
              <a:gd name="connsiteX9" fmla="*/ 756901 w 3989238"/>
              <a:gd name="connsiteY9" fmla="*/ 2867352 h 2898310"/>
              <a:gd name="connsiteX10" fmla="*/ 219268 w 3989238"/>
              <a:gd name="connsiteY10" fmla="*/ 2460952 h 2898310"/>
              <a:gd name="connsiteX0" fmla="*/ 219268 w 3969744"/>
              <a:gd name="connsiteY0" fmla="*/ 2460952 h 2898310"/>
              <a:gd name="connsiteX1" fmla="*/ 3368 w 3969744"/>
              <a:gd name="connsiteY1" fmla="*/ 547486 h 2898310"/>
              <a:gd name="connsiteX2" fmla="*/ 367435 w 3969744"/>
              <a:gd name="connsiteY2" fmla="*/ 492453 h 2898310"/>
              <a:gd name="connsiteX3" fmla="*/ 1497736 w 3969744"/>
              <a:gd name="connsiteY3" fmla="*/ 35253 h 2898310"/>
              <a:gd name="connsiteX4" fmla="*/ 2661902 w 3969744"/>
              <a:gd name="connsiteY4" fmla="*/ 69119 h 2898310"/>
              <a:gd name="connsiteX5" fmla="*/ 3462002 w 3969744"/>
              <a:gd name="connsiteY5" fmla="*/ 373919 h 2898310"/>
              <a:gd name="connsiteX6" fmla="*/ 3728702 w 3969744"/>
              <a:gd name="connsiteY6" fmla="*/ 378154 h 2898310"/>
              <a:gd name="connsiteX7" fmla="*/ 3957302 w 3969744"/>
              <a:gd name="connsiteY7" fmla="*/ 331586 h 2898310"/>
              <a:gd name="connsiteX8" fmla="*/ 3923436 w 3969744"/>
              <a:gd name="connsiteY8" fmla="*/ 2287385 h 2898310"/>
              <a:gd name="connsiteX9" fmla="*/ 3423902 w 3969744"/>
              <a:gd name="connsiteY9" fmla="*/ 2841953 h 2898310"/>
              <a:gd name="connsiteX10" fmla="*/ 756901 w 3969744"/>
              <a:gd name="connsiteY10" fmla="*/ 2867352 h 2898310"/>
              <a:gd name="connsiteX11" fmla="*/ 219268 w 3969744"/>
              <a:gd name="connsiteY11" fmla="*/ 2460952 h 2898310"/>
              <a:gd name="connsiteX0" fmla="*/ 219268 w 3969744"/>
              <a:gd name="connsiteY0" fmla="*/ 2438269 h 2875627"/>
              <a:gd name="connsiteX1" fmla="*/ 3368 w 3969744"/>
              <a:gd name="connsiteY1" fmla="*/ 524803 h 2875627"/>
              <a:gd name="connsiteX2" fmla="*/ 367435 w 3969744"/>
              <a:gd name="connsiteY2" fmla="*/ 469770 h 2875627"/>
              <a:gd name="connsiteX3" fmla="*/ 968569 w 3969744"/>
              <a:gd name="connsiteY3" fmla="*/ 160737 h 2875627"/>
              <a:gd name="connsiteX4" fmla="*/ 1497736 w 3969744"/>
              <a:gd name="connsiteY4" fmla="*/ 12570 h 2875627"/>
              <a:gd name="connsiteX5" fmla="*/ 2661902 w 3969744"/>
              <a:gd name="connsiteY5" fmla="*/ 46436 h 2875627"/>
              <a:gd name="connsiteX6" fmla="*/ 3462002 w 3969744"/>
              <a:gd name="connsiteY6" fmla="*/ 351236 h 2875627"/>
              <a:gd name="connsiteX7" fmla="*/ 3728702 w 3969744"/>
              <a:gd name="connsiteY7" fmla="*/ 355471 h 2875627"/>
              <a:gd name="connsiteX8" fmla="*/ 3957302 w 3969744"/>
              <a:gd name="connsiteY8" fmla="*/ 308903 h 2875627"/>
              <a:gd name="connsiteX9" fmla="*/ 3923436 w 3969744"/>
              <a:gd name="connsiteY9" fmla="*/ 2264702 h 2875627"/>
              <a:gd name="connsiteX10" fmla="*/ 3423902 w 3969744"/>
              <a:gd name="connsiteY10" fmla="*/ 2819270 h 2875627"/>
              <a:gd name="connsiteX11" fmla="*/ 756901 w 3969744"/>
              <a:gd name="connsiteY11" fmla="*/ 2844669 h 2875627"/>
              <a:gd name="connsiteX12" fmla="*/ 219268 w 3969744"/>
              <a:gd name="connsiteY12" fmla="*/ 2438269 h 2875627"/>
              <a:gd name="connsiteX0" fmla="*/ 219268 w 3969744"/>
              <a:gd name="connsiteY0" fmla="*/ 2444518 h 2881876"/>
              <a:gd name="connsiteX1" fmla="*/ 3368 w 3969744"/>
              <a:gd name="connsiteY1" fmla="*/ 531052 h 2881876"/>
              <a:gd name="connsiteX2" fmla="*/ 367435 w 3969744"/>
              <a:gd name="connsiteY2" fmla="*/ 476019 h 2881876"/>
              <a:gd name="connsiteX3" fmla="*/ 968569 w 3969744"/>
              <a:gd name="connsiteY3" fmla="*/ 166986 h 2881876"/>
              <a:gd name="connsiteX4" fmla="*/ 1692469 w 3969744"/>
              <a:gd name="connsiteY4" fmla="*/ 10353 h 2881876"/>
              <a:gd name="connsiteX5" fmla="*/ 2661902 w 3969744"/>
              <a:gd name="connsiteY5" fmla="*/ 52685 h 2881876"/>
              <a:gd name="connsiteX6" fmla="*/ 3462002 w 3969744"/>
              <a:gd name="connsiteY6" fmla="*/ 357485 h 2881876"/>
              <a:gd name="connsiteX7" fmla="*/ 3728702 w 3969744"/>
              <a:gd name="connsiteY7" fmla="*/ 361720 h 2881876"/>
              <a:gd name="connsiteX8" fmla="*/ 3957302 w 3969744"/>
              <a:gd name="connsiteY8" fmla="*/ 315152 h 2881876"/>
              <a:gd name="connsiteX9" fmla="*/ 3923436 w 3969744"/>
              <a:gd name="connsiteY9" fmla="*/ 2270951 h 2881876"/>
              <a:gd name="connsiteX10" fmla="*/ 3423902 w 3969744"/>
              <a:gd name="connsiteY10" fmla="*/ 2825519 h 2881876"/>
              <a:gd name="connsiteX11" fmla="*/ 756901 w 3969744"/>
              <a:gd name="connsiteY11" fmla="*/ 2850918 h 2881876"/>
              <a:gd name="connsiteX12" fmla="*/ 219268 w 3969744"/>
              <a:gd name="connsiteY12" fmla="*/ 2444518 h 2881876"/>
              <a:gd name="connsiteX0" fmla="*/ 219268 w 3969744"/>
              <a:gd name="connsiteY0" fmla="*/ 2461177 h 2898535"/>
              <a:gd name="connsiteX1" fmla="*/ 3368 w 3969744"/>
              <a:gd name="connsiteY1" fmla="*/ 547711 h 2898535"/>
              <a:gd name="connsiteX2" fmla="*/ 367435 w 3969744"/>
              <a:gd name="connsiteY2" fmla="*/ 492678 h 2898535"/>
              <a:gd name="connsiteX3" fmla="*/ 968569 w 3969744"/>
              <a:gd name="connsiteY3" fmla="*/ 183645 h 2898535"/>
              <a:gd name="connsiteX4" fmla="*/ 1692469 w 3969744"/>
              <a:gd name="connsiteY4" fmla="*/ 27012 h 2898535"/>
              <a:gd name="connsiteX5" fmla="*/ 2602635 w 3969744"/>
              <a:gd name="connsiteY5" fmla="*/ 35478 h 2898535"/>
              <a:gd name="connsiteX6" fmla="*/ 3462002 w 3969744"/>
              <a:gd name="connsiteY6" fmla="*/ 374144 h 2898535"/>
              <a:gd name="connsiteX7" fmla="*/ 3728702 w 3969744"/>
              <a:gd name="connsiteY7" fmla="*/ 378379 h 2898535"/>
              <a:gd name="connsiteX8" fmla="*/ 3957302 w 3969744"/>
              <a:gd name="connsiteY8" fmla="*/ 331811 h 2898535"/>
              <a:gd name="connsiteX9" fmla="*/ 3923436 w 3969744"/>
              <a:gd name="connsiteY9" fmla="*/ 2287610 h 2898535"/>
              <a:gd name="connsiteX10" fmla="*/ 3423902 w 3969744"/>
              <a:gd name="connsiteY10" fmla="*/ 2842178 h 2898535"/>
              <a:gd name="connsiteX11" fmla="*/ 756901 w 3969744"/>
              <a:gd name="connsiteY11" fmla="*/ 2867577 h 2898535"/>
              <a:gd name="connsiteX12" fmla="*/ 219268 w 3969744"/>
              <a:gd name="connsiteY12" fmla="*/ 2461177 h 2898535"/>
              <a:gd name="connsiteX0" fmla="*/ 219268 w 3969744"/>
              <a:gd name="connsiteY0" fmla="*/ 2470659 h 2908017"/>
              <a:gd name="connsiteX1" fmla="*/ 3368 w 3969744"/>
              <a:gd name="connsiteY1" fmla="*/ 557193 h 2908017"/>
              <a:gd name="connsiteX2" fmla="*/ 367435 w 3969744"/>
              <a:gd name="connsiteY2" fmla="*/ 502160 h 2908017"/>
              <a:gd name="connsiteX3" fmla="*/ 968569 w 3969744"/>
              <a:gd name="connsiteY3" fmla="*/ 193127 h 2908017"/>
              <a:gd name="connsiteX4" fmla="*/ 1692469 w 3969744"/>
              <a:gd name="connsiteY4" fmla="*/ 19560 h 2908017"/>
              <a:gd name="connsiteX5" fmla="*/ 2602635 w 3969744"/>
              <a:gd name="connsiteY5" fmla="*/ 44960 h 2908017"/>
              <a:gd name="connsiteX6" fmla="*/ 3462002 w 3969744"/>
              <a:gd name="connsiteY6" fmla="*/ 383626 h 2908017"/>
              <a:gd name="connsiteX7" fmla="*/ 3728702 w 3969744"/>
              <a:gd name="connsiteY7" fmla="*/ 387861 h 2908017"/>
              <a:gd name="connsiteX8" fmla="*/ 3957302 w 3969744"/>
              <a:gd name="connsiteY8" fmla="*/ 341293 h 2908017"/>
              <a:gd name="connsiteX9" fmla="*/ 3923436 w 3969744"/>
              <a:gd name="connsiteY9" fmla="*/ 2297092 h 2908017"/>
              <a:gd name="connsiteX10" fmla="*/ 3423902 w 3969744"/>
              <a:gd name="connsiteY10" fmla="*/ 2851660 h 2908017"/>
              <a:gd name="connsiteX11" fmla="*/ 756901 w 3969744"/>
              <a:gd name="connsiteY11" fmla="*/ 2877059 h 2908017"/>
              <a:gd name="connsiteX12" fmla="*/ 219268 w 3969744"/>
              <a:gd name="connsiteY12" fmla="*/ 2470659 h 2908017"/>
              <a:gd name="connsiteX0" fmla="*/ 219268 w 3969744"/>
              <a:gd name="connsiteY0" fmla="*/ 2480210 h 2917568"/>
              <a:gd name="connsiteX1" fmla="*/ 3368 w 3969744"/>
              <a:gd name="connsiteY1" fmla="*/ 566744 h 2917568"/>
              <a:gd name="connsiteX2" fmla="*/ 367435 w 3969744"/>
              <a:gd name="connsiteY2" fmla="*/ 511711 h 2917568"/>
              <a:gd name="connsiteX3" fmla="*/ 968569 w 3969744"/>
              <a:gd name="connsiteY3" fmla="*/ 202678 h 2917568"/>
              <a:gd name="connsiteX4" fmla="*/ 1692469 w 3969744"/>
              <a:gd name="connsiteY4" fmla="*/ 29111 h 2917568"/>
              <a:gd name="connsiteX5" fmla="*/ 2619568 w 3969744"/>
              <a:gd name="connsiteY5" fmla="*/ 37578 h 2917568"/>
              <a:gd name="connsiteX6" fmla="*/ 3462002 w 3969744"/>
              <a:gd name="connsiteY6" fmla="*/ 393177 h 2917568"/>
              <a:gd name="connsiteX7" fmla="*/ 3728702 w 3969744"/>
              <a:gd name="connsiteY7" fmla="*/ 397412 h 2917568"/>
              <a:gd name="connsiteX8" fmla="*/ 3957302 w 3969744"/>
              <a:gd name="connsiteY8" fmla="*/ 350844 h 2917568"/>
              <a:gd name="connsiteX9" fmla="*/ 3923436 w 3969744"/>
              <a:gd name="connsiteY9" fmla="*/ 2306643 h 2917568"/>
              <a:gd name="connsiteX10" fmla="*/ 3423902 w 3969744"/>
              <a:gd name="connsiteY10" fmla="*/ 2861211 h 2917568"/>
              <a:gd name="connsiteX11" fmla="*/ 756901 w 3969744"/>
              <a:gd name="connsiteY11" fmla="*/ 2886610 h 2917568"/>
              <a:gd name="connsiteX12" fmla="*/ 219268 w 3969744"/>
              <a:gd name="connsiteY12" fmla="*/ 2480210 h 2917568"/>
              <a:gd name="connsiteX0" fmla="*/ 219268 w 3969744"/>
              <a:gd name="connsiteY0" fmla="*/ 2478509 h 2915867"/>
              <a:gd name="connsiteX1" fmla="*/ 3368 w 3969744"/>
              <a:gd name="connsiteY1" fmla="*/ 565043 h 2915867"/>
              <a:gd name="connsiteX2" fmla="*/ 367435 w 3969744"/>
              <a:gd name="connsiteY2" fmla="*/ 510010 h 2915867"/>
              <a:gd name="connsiteX3" fmla="*/ 968569 w 3969744"/>
              <a:gd name="connsiteY3" fmla="*/ 200977 h 2915867"/>
              <a:gd name="connsiteX4" fmla="*/ 1692469 w 3969744"/>
              <a:gd name="connsiteY4" fmla="*/ 27410 h 2915867"/>
              <a:gd name="connsiteX5" fmla="*/ 2619568 w 3969744"/>
              <a:gd name="connsiteY5" fmla="*/ 35877 h 2915867"/>
              <a:gd name="connsiteX6" fmla="*/ 3453535 w 3969744"/>
              <a:gd name="connsiteY6" fmla="*/ 366076 h 2915867"/>
              <a:gd name="connsiteX7" fmla="*/ 3728702 w 3969744"/>
              <a:gd name="connsiteY7" fmla="*/ 395711 h 2915867"/>
              <a:gd name="connsiteX8" fmla="*/ 3957302 w 3969744"/>
              <a:gd name="connsiteY8" fmla="*/ 349143 h 2915867"/>
              <a:gd name="connsiteX9" fmla="*/ 3923436 w 3969744"/>
              <a:gd name="connsiteY9" fmla="*/ 2304942 h 2915867"/>
              <a:gd name="connsiteX10" fmla="*/ 3423902 w 3969744"/>
              <a:gd name="connsiteY10" fmla="*/ 2859510 h 2915867"/>
              <a:gd name="connsiteX11" fmla="*/ 756901 w 3969744"/>
              <a:gd name="connsiteY11" fmla="*/ 2884909 h 2915867"/>
              <a:gd name="connsiteX12" fmla="*/ 219268 w 3969744"/>
              <a:gd name="connsiteY12" fmla="*/ 2478509 h 2915867"/>
              <a:gd name="connsiteX0" fmla="*/ 219268 w 3966106"/>
              <a:gd name="connsiteY0" fmla="*/ 2478509 h 2915867"/>
              <a:gd name="connsiteX1" fmla="*/ 3368 w 3966106"/>
              <a:gd name="connsiteY1" fmla="*/ 565043 h 2915867"/>
              <a:gd name="connsiteX2" fmla="*/ 367435 w 3966106"/>
              <a:gd name="connsiteY2" fmla="*/ 510010 h 2915867"/>
              <a:gd name="connsiteX3" fmla="*/ 968569 w 3966106"/>
              <a:gd name="connsiteY3" fmla="*/ 200977 h 2915867"/>
              <a:gd name="connsiteX4" fmla="*/ 1692469 w 3966106"/>
              <a:gd name="connsiteY4" fmla="*/ 27410 h 2915867"/>
              <a:gd name="connsiteX5" fmla="*/ 2619568 w 3966106"/>
              <a:gd name="connsiteY5" fmla="*/ 35877 h 2915867"/>
              <a:gd name="connsiteX6" fmla="*/ 3453535 w 3966106"/>
              <a:gd name="connsiteY6" fmla="*/ 366076 h 2915867"/>
              <a:gd name="connsiteX7" fmla="*/ 3779502 w 3966106"/>
              <a:gd name="connsiteY7" fmla="*/ 412644 h 2915867"/>
              <a:gd name="connsiteX8" fmla="*/ 3957302 w 3966106"/>
              <a:gd name="connsiteY8" fmla="*/ 349143 h 2915867"/>
              <a:gd name="connsiteX9" fmla="*/ 3923436 w 3966106"/>
              <a:gd name="connsiteY9" fmla="*/ 2304942 h 2915867"/>
              <a:gd name="connsiteX10" fmla="*/ 3423902 w 3966106"/>
              <a:gd name="connsiteY10" fmla="*/ 2859510 h 2915867"/>
              <a:gd name="connsiteX11" fmla="*/ 756901 w 3966106"/>
              <a:gd name="connsiteY11" fmla="*/ 2884909 h 2915867"/>
              <a:gd name="connsiteX12" fmla="*/ 219268 w 3966106"/>
              <a:gd name="connsiteY12" fmla="*/ 2478509 h 2915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966106" h="2915867">
                <a:moveTo>
                  <a:pt x="219268" y="2478509"/>
                </a:moveTo>
                <a:cubicBezTo>
                  <a:pt x="93679" y="2091865"/>
                  <a:pt x="-21326" y="893126"/>
                  <a:pt x="3368" y="565043"/>
                </a:cubicBezTo>
                <a:cubicBezTo>
                  <a:pt x="28062" y="236960"/>
                  <a:pt x="206568" y="570688"/>
                  <a:pt x="367435" y="510010"/>
                </a:cubicBezTo>
                <a:cubicBezTo>
                  <a:pt x="528302" y="449332"/>
                  <a:pt x="780186" y="277177"/>
                  <a:pt x="968569" y="200977"/>
                </a:cubicBezTo>
                <a:cubicBezTo>
                  <a:pt x="1156952" y="124777"/>
                  <a:pt x="1417303" y="54927"/>
                  <a:pt x="1692469" y="27410"/>
                </a:cubicBezTo>
                <a:cubicBezTo>
                  <a:pt x="1967635" y="-107"/>
                  <a:pt x="2326057" y="-20567"/>
                  <a:pt x="2619568" y="35877"/>
                </a:cubicBezTo>
                <a:cubicBezTo>
                  <a:pt x="2913079" y="92321"/>
                  <a:pt x="3260213" y="303282"/>
                  <a:pt x="3453535" y="366076"/>
                </a:cubicBezTo>
                <a:cubicBezTo>
                  <a:pt x="3646857" y="428871"/>
                  <a:pt x="3696952" y="419699"/>
                  <a:pt x="3779502" y="412644"/>
                </a:cubicBezTo>
                <a:cubicBezTo>
                  <a:pt x="3862052" y="405589"/>
                  <a:pt x="3933313" y="33760"/>
                  <a:pt x="3957302" y="349143"/>
                </a:cubicBezTo>
                <a:cubicBezTo>
                  <a:pt x="3981291" y="664526"/>
                  <a:pt x="3951658" y="1899248"/>
                  <a:pt x="3923436" y="2304942"/>
                </a:cubicBezTo>
                <a:cubicBezTo>
                  <a:pt x="3819014" y="2693703"/>
                  <a:pt x="3923435" y="2817882"/>
                  <a:pt x="3423902" y="2859510"/>
                </a:cubicBezTo>
                <a:cubicBezTo>
                  <a:pt x="2924369" y="2901138"/>
                  <a:pt x="1291007" y="2948409"/>
                  <a:pt x="756901" y="2884909"/>
                </a:cubicBezTo>
                <a:cubicBezTo>
                  <a:pt x="222795" y="2821409"/>
                  <a:pt x="344857" y="2865153"/>
                  <a:pt x="219268" y="2478509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E30C3F29-89F3-40FF-A5F4-5E96D9BCF850}"/>
              </a:ext>
            </a:extLst>
          </p:cNvPr>
          <p:cNvSpPr/>
          <p:nvPr/>
        </p:nvSpPr>
        <p:spPr>
          <a:xfrm rot="192342">
            <a:off x="6134056" y="3256479"/>
            <a:ext cx="1417731" cy="2343169"/>
          </a:xfrm>
          <a:custGeom>
            <a:avLst/>
            <a:gdLst>
              <a:gd name="connsiteX0" fmla="*/ 338755 w 1278052"/>
              <a:gd name="connsiteY0" fmla="*/ 2267080 h 3212860"/>
              <a:gd name="connsiteX1" fmla="*/ 271022 w 1278052"/>
              <a:gd name="connsiteY1" fmla="*/ 929347 h 3212860"/>
              <a:gd name="connsiteX2" fmla="*/ 194822 w 1278052"/>
              <a:gd name="connsiteY2" fmla="*/ 633013 h 3212860"/>
              <a:gd name="connsiteX3" fmla="*/ 127089 w 1278052"/>
              <a:gd name="connsiteY3" fmla="*/ 243547 h 3212860"/>
              <a:gd name="connsiteX4" fmla="*/ 245622 w 1278052"/>
              <a:gd name="connsiteY4" fmla="*/ 6480 h 3212860"/>
              <a:gd name="connsiteX5" fmla="*/ 1202355 w 1278052"/>
              <a:gd name="connsiteY5" fmla="*/ 497547 h 3212860"/>
              <a:gd name="connsiteX6" fmla="*/ 1143089 w 1278052"/>
              <a:gd name="connsiteY6" fmla="*/ 751547 h 3212860"/>
              <a:gd name="connsiteX7" fmla="*/ 550422 w 1278052"/>
              <a:gd name="connsiteY7" fmla="*/ 793880 h 3212860"/>
              <a:gd name="connsiteX8" fmla="*/ 516555 w 1278052"/>
              <a:gd name="connsiteY8" fmla="*/ 963213 h 3212860"/>
              <a:gd name="connsiteX9" fmla="*/ 601222 w 1278052"/>
              <a:gd name="connsiteY9" fmla="*/ 2284013 h 3212860"/>
              <a:gd name="connsiteX10" fmla="*/ 1176955 w 1278052"/>
              <a:gd name="connsiteY10" fmla="*/ 2885147 h 3212860"/>
              <a:gd name="connsiteX11" fmla="*/ 1193889 w 1278052"/>
              <a:gd name="connsiteY11" fmla="*/ 2902080 h 3212860"/>
              <a:gd name="connsiteX12" fmla="*/ 1058422 w 1278052"/>
              <a:gd name="connsiteY12" fmla="*/ 3105280 h 3212860"/>
              <a:gd name="connsiteX13" fmla="*/ 643555 w 1278052"/>
              <a:gd name="connsiteY13" fmla="*/ 2707347 h 3212860"/>
              <a:gd name="connsiteX14" fmla="*/ 474222 w 1278052"/>
              <a:gd name="connsiteY14" fmla="*/ 2631147 h 3212860"/>
              <a:gd name="connsiteX15" fmla="*/ 271022 w 1278052"/>
              <a:gd name="connsiteY15" fmla="*/ 3088347 h 3212860"/>
              <a:gd name="connsiteX16" fmla="*/ 220222 w 1278052"/>
              <a:gd name="connsiteY16" fmla="*/ 3206880 h 3212860"/>
              <a:gd name="connsiteX17" fmla="*/ 89 w 1278052"/>
              <a:gd name="connsiteY17" fmla="*/ 3147613 h 3212860"/>
              <a:gd name="connsiteX18" fmla="*/ 194822 w 1278052"/>
              <a:gd name="connsiteY18" fmla="*/ 2749680 h 3212860"/>
              <a:gd name="connsiteX19" fmla="*/ 313355 w 1278052"/>
              <a:gd name="connsiteY19" fmla="*/ 2436413 h 3212860"/>
              <a:gd name="connsiteX20" fmla="*/ 338755 w 1278052"/>
              <a:gd name="connsiteY20" fmla="*/ 2267080 h 3212860"/>
              <a:gd name="connsiteX0" fmla="*/ 406460 w 1345757"/>
              <a:gd name="connsiteY0" fmla="*/ 2267080 h 3323076"/>
              <a:gd name="connsiteX1" fmla="*/ 338727 w 1345757"/>
              <a:gd name="connsiteY1" fmla="*/ 929347 h 3323076"/>
              <a:gd name="connsiteX2" fmla="*/ 262527 w 1345757"/>
              <a:gd name="connsiteY2" fmla="*/ 633013 h 3323076"/>
              <a:gd name="connsiteX3" fmla="*/ 194794 w 1345757"/>
              <a:gd name="connsiteY3" fmla="*/ 243547 h 3323076"/>
              <a:gd name="connsiteX4" fmla="*/ 313327 w 1345757"/>
              <a:gd name="connsiteY4" fmla="*/ 6480 h 3323076"/>
              <a:gd name="connsiteX5" fmla="*/ 1270060 w 1345757"/>
              <a:gd name="connsiteY5" fmla="*/ 497547 h 3323076"/>
              <a:gd name="connsiteX6" fmla="*/ 1210794 w 1345757"/>
              <a:gd name="connsiteY6" fmla="*/ 751547 h 3323076"/>
              <a:gd name="connsiteX7" fmla="*/ 618127 w 1345757"/>
              <a:gd name="connsiteY7" fmla="*/ 793880 h 3323076"/>
              <a:gd name="connsiteX8" fmla="*/ 584260 w 1345757"/>
              <a:gd name="connsiteY8" fmla="*/ 963213 h 3323076"/>
              <a:gd name="connsiteX9" fmla="*/ 668927 w 1345757"/>
              <a:gd name="connsiteY9" fmla="*/ 2284013 h 3323076"/>
              <a:gd name="connsiteX10" fmla="*/ 1244660 w 1345757"/>
              <a:gd name="connsiteY10" fmla="*/ 2885147 h 3323076"/>
              <a:gd name="connsiteX11" fmla="*/ 1261594 w 1345757"/>
              <a:gd name="connsiteY11" fmla="*/ 2902080 h 3323076"/>
              <a:gd name="connsiteX12" fmla="*/ 1126127 w 1345757"/>
              <a:gd name="connsiteY12" fmla="*/ 3105280 h 3323076"/>
              <a:gd name="connsiteX13" fmla="*/ 711260 w 1345757"/>
              <a:gd name="connsiteY13" fmla="*/ 2707347 h 3323076"/>
              <a:gd name="connsiteX14" fmla="*/ 541927 w 1345757"/>
              <a:gd name="connsiteY14" fmla="*/ 2631147 h 3323076"/>
              <a:gd name="connsiteX15" fmla="*/ 338727 w 1345757"/>
              <a:gd name="connsiteY15" fmla="*/ 3088347 h 3323076"/>
              <a:gd name="connsiteX16" fmla="*/ 287927 w 1345757"/>
              <a:gd name="connsiteY16" fmla="*/ 3206880 h 3323076"/>
              <a:gd name="connsiteX17" fmla="*/ 61 w 1345757"/>
              <a:gd name="connsiteY17" fmla="*/ 3300013 h 3323076"/>
              <a:gd name="connsiteX18" fmla="*/ 262527 w 1345757"/>
              <a:gd name="connsiteY18" fmla="*/ 2749680 h 3323076"/>
              <a:gd name="connsiteX19" fmla="*/ 381060 w 1345757"/>
              <a:gd name="connsiteY19" fmla="*/ 2436413 h 3323076"/>
              <a:gd name="connsiteX20" fmla="*/ 406460 w 1345757"/>
              <a:gd name="connsiteY20" fmla="*/ 2267080 h 3323076"/>
              <a:gd name="connsiteX0" fmla="*/ 406611 w 1345908"/>
              <a:gd name="connsiteY0" fmla="*/ 2267080 h 3382919"/>
              <a:gd name="connsiteX1" fmla="*/ 338878 w 1345908"/>
              <a:gd name="connsiteY1" fmla="*/ 929347 h 3382919"/>
              <a:gd name="connsiteX2" fmla="*/ 262678 w 1345908"/>
              <a:gd name="connsiteY2" fmla="*/ 633013 h 3382919"/>
              <a:gd name="connsiteX3" fmla="*/ 194945 w 1345908"/>
              <a:gd name="connsiteY3" fmla="*/ 243547 h 3382919"/>
              <a:gd name="connsiteX4" fmla="*/ 313478 w 1345908"/>
              <a:gd name="connsiteY4" fmla="*/ 6480 h 3382919"/>
              <a:gd name="connsiteX5" fmla="*/ 1270211 w 1345908"/>
              <a:gd name="connsiteY5" fmla="*/ 497547 h 3382919"/>
              <a:gd name="connsiteX6" fmla="*/ 1210945 w 1345908"/>
              <a:gd name="connsiteY6" fmla="*/ 751547 h 3382919"/>
              <a:gd name="connsiteX7" fmla="*/ 618278 w 1345908"/>
              <a:gd name="connsiteY7" fmla="*/ 793880 h 3382919"/>
              <a:gd name="connsiteX8" fmla="*/ 584411 w 1345908"/>
              <a:gd name="connsiteY8" fmla="*/ 963213 h 3382919"/>
              <a:gd name="connsiteX9" fmla="*/ 669078 w 1345908"/>
              <a:gd name="connsiteY9" fmla="*/ 2284013 h 3382919"/>
              <a:gd name="connsiteX10" fmla="*/ 1244811 w 1345908"/>
              <a:gd name="connsiteY10" fmla="*/ 2885147 h 3382919"/>
              <a:gd name="connsiteX11" fmla="*/ 1261745 w 1345908"/>
              <a:gd name="connsiteY11" fmla="*/ 2902080 h 3382919"/>
              <a:gd name="connsiteX12" fmla="*/ 1126278 w 1345908"/>
              <a:gd name="connsiteY12" fmla="*/ 3105280 h 3382919"/>
              <a:gd name="connsiteX13" fmla="*/ 711411 w 1345908"/>
              <a:gd name="connsiteY13" fmla="*/ 2707347 h 3382919"/>
              <a:gd name="connsiteX14" fmla="*/ 542078 w 1345908"/>
              <a:gd name="connsiteY14" fmla="*/ 2631147 h 3382919"/>
              <a:gd name="connsiteX15" fmla="*/ 338878 w 1345908"/>
              <a:gd name="connsiteY15" fmla="*/ 3088347 h 3382919"/>
              <a:gd name="connsiteX16" fmla="*/ 220345 w 1345908"/>
              <a:gd name="connsiteY16" fmla="*/ 3359280 h 3382919"/>
              <a:gd name="connsiteX17" fmla="*/ 212 w 1345908"/>
              <a:gd name="connsiteY17" fmla="*/ 3300013 h 3382919"/>
              <a:gd name="connsiteX18" fmla="*/ 262678 w 1345908"/>
              <a:gd name="connsiteY18" fmla="*/ 2749680 h 3382919"/>
              <a:gd name="connsiteX19" fmla="*/ 381211 w 1345908"/>
              <a:gd name="connsiteY19" fmla="*/ 2436413 h 3382919"/>
              <a:gd name="connsiteX20" fmla="*/ 406611 w 1345908"/>
              <a:gd name="connsiteY20" fmla="*/ 2267080 h 3382919"/>
              <a:gd name="connsiteX0" fmla="*/ 406611 w 1345908"/>
              <a:gd name="connsiteY0" fmla="*/ 2267080 h 3382919"/>
              <a:gd name="connsiteX1" fmla="*/ 338878 w 1345908"/>
              <a:gd name="connsiteY1" fmla="*/ 929347 h 3382919"/>
              <a:gd name="connsiteX2" fmla="*/ 262678 w 1345908"/>
              <a:gd name="connsiteY2" fmla="*/ 633013 h 3382919"/>
              <a:gd name="connsiteX3" fmla="*/ 194945 w 1345908"/>
              <a:gd name="connsiteY3" fmla="*/ 243547 h 3382919"/>
              <a:gd name="connsiteX4" fmla="*/ 313478 w 1345908"/>
              <a:gd name="connsiteY4" fmla="*/ 6480 h 3382919"/>
              <a:gd name="connsiteX5" fmla="*/ 1270211 w 1345908"/>
              <a:gd name="connsiteY5" fmla="*/ 497547 h 3382919"/>
              <a:gd name="connsiteX6" fmla="*/ 1210945 w 1345908"/>
              <a:gd name="connsiteY6" fmla="*/ 751547 h 3382919"/>
              <a:gd name="connsiteX7" fmla="*/ 618278 w 1345908"/>
              <a:gd name="connsiteY7" fmla="*/ 793880 h 3382919"/>
              <a:gd name="connsiteX8" fmla="*/ 584411 w 1345908"/>
              <a:gd name="connsiteY8" fmla="*/ 963213 h 3382919"/>
              <a:gd name="connsiteX9" fmla="*/ 669078 w 1345908"/>
              <a:gd name="connsiteY9" fmla="*/ 2284013 h 3382919"/>
              <a:gd name="connsiteX10" fmla="*/ 1244811 w 1345908"/>
              <a:gd name="connsiteY10" fmla="*/ 2885147 h 3382919"/>
              <a:gd name="connsiteX11" fmla="*/ 1261745 w 1345908"/>
              <a:gd name="connsiteY11" fmla="*/ 2902080 h 3382919"/>
              <a:gd name="connsiteX12" fmla="*/ 1126278 w 1345908"/>
              <a:gd name="connsiteY12" fmla="*/ 3105280 h 3382919"/>
              <a:gd name="connsiteX13" fmla="*/ 728345 w 1345908"/>
              <a:gd name="connsiteY13" fmla="*/ 2749680 h 3382919"/>
              <a:gd name="connsiteX14" fmla="*/ 542078 w 1345908"/>
              <a:gd name="connsiteY14" fmla="*/ 2631147 h 3382919"/>
              <a:gd name="connsiteX15" fmla="*/ 338878 w 1345908"/>
              <a:gd name="connsiteY15" fmla="*/ 3088347 h 3382919"/>
              <a:gd name="connsiteX16" fmla="*/ 220345 w 1345908"/>
              <a:gd name="connsiteY16" fmla="*/ 3359280 h 3382919"/>
              <a:gd name="connsiteX17" fmla="*/ 212 w 1345908"/>
              <a:gd name="connsiteY17" fmla="*/ 3300013 h 3382919"/>
              <a:gd name="connsiteX18" fmla="*/ 262678 w 1345908"/>
              <a:gd name="connsiteY18" fmla="*/ 2749680 h 3382919"/>
              <a:gd name="connsiteX19" fmla="*/ 381211 w 1345908"/>
              <a:gd name="connsiteY19" fmla="*/ 2436413 h 3382919"/>
              <a:gd name="connsiteX20" fmla="*/ 406611 w 1345908"/>
              <a:gd name="connsiteY20" fmla="*/ 2267080 h 3382919"/>
              <a:gd name="connsiteX0" fmla="*/ 406611 w 1542713"/>
              <a:gd name="connsiteY0" fmla="*/ 2267080 h 3382919"/>
              <a:gd name="connsiteX1" fmla="*/ 338878 w 1542713"/>
              <a:gd name="connsiteY1" fmla="*/ 929347 h 3382919"/>
              <a:gd name="connsiteX2" fmla="*/ 262678 w 1542713"/>
              <a:gd name="connsiteY2" fmla="*/ 633013 h 3382919"/>
              <a:gd name="connsiteX3" fmla="*/ 194945 w 1542713"/>
              <a:gd name="connsiteY3" fmla="*/ 243547 h 3382919"/>
              <a:gd name="connsiteX4" fmla="*/ 313478 w 1542713"/>
              <a:gd name="connsiteY4" fmla="*/ 6480 h 3382919"/>
              <a:gd name="connsiteX5" fmla="*/ 1270211 w 1542713"/>
              <a:gd name="connsiteY5" fmla="*/ 497547 h 3382919"/>
              <a:gd name="connsiteX6" fmla="*/ 1210945 w 1542713"/>
              <a:gd name="connsiteY6" fmla="*/ 751547 h 3382919"/>
              <a:gd name="connsiteX7" fmla="*/ 618278 w 1542713"/>
              <a:gd name="connsiteY7" fmla="*/ 793880 h 3382919"/>
              <a:gd name="connsiteX8" fmla="*/ 584411 w 1542713"/>
              <a:gd name="connsiteY8" fmla="*/ 963213 h 3382919"/>
              <a:gd name="connsiteX9" fmla="*/ 669078 w 1542713"/>
              <a:gd name="connsiteY9" fmla="*/ 2284013 h 3382919"/>
              <a:gd name="connsiteX10" fmla="*/ 1244811 w 1542713"/>
              <a:gd name="connsiteY10" fmla="*/ 2885147 h 3382919"/>
              <a:gd name="connsiteX11" fmla="*/ 1541145 w 1542713"/>
              <a:gd name="connsiteY11" fmla="*/ 3156080 h 3382919"/>
              <a:gd name="connsiteX12" fmla="*/ 1126278 w 1542713"/>
              <a:gd name="connsiteY12" fmla="*/ 3105280 h 3382919"/>
              <a:gd name="connsiteX13" fmla="*/ 728345 w 1542713"/>
              <a:gd name="connsiteY13" fmla="*/ 2749680 h 3382919"/>
              <a:gd name="connsiteX14" fmla="*/ 542078 w 1542713"/>
              <a:gd name="connsiteY14" fmla="*/ 2631147 h 3382919"/>
              <a:gd name="connsiteX15" fmla="*/ 338878 w 1542713"/>
              <a:gd name="connsiteY15" fmla="*/ 3088347 h 3382919"/>
              <a:gd name="connsiteX16" fmla="*/ 220345 w 1542713"/>
              <a:gd name="connsiteY16" fmla="*/ 3359280 h 3382919"/>
              <a:gd name="connsiteX17" fmla="*/ 212 w 1542713"/>
              <a:gd name="connsiteY17" fmla="*/ 3300013 h 3382919"/>
              <a:gd name="connsiteX18" fmla="*/ 262678 w 1542713"/>
              <a:gd name="connsiteY18" fmla="*/ 2749680 h 3382919"/>
              <a:gd name="connsiteX19" fmla="*/ 381211 w 1542713"/>
              <a:gd name="connsiteY19" fmla="*/ 2436413 h 3382919"/>
              <a:gd name="connsiteX20" fmla="*/ 406611 w 1542713"/>
              <a:gd name="connsiteY20" fmla="*/ 2267080 h 3382919"/>
              <a:gd name="connsiteX0" fmla="*/ 406611 w 1548934"/>
              <a:gd name="connsiteY0" fmla="*/ 2267080 h 3382919"/>
              <a:gd name="connsiteX1" fmla="*/ 338878 w 1548934"/>
              <a:gd name="connsiteY1" fmla="*/ 929347 h 3382919"/>
              <a:gd name="connsiteX2" fmla="*/ 262678 w 1548934"/>
              <a:gd name="connsiteY2" fmla="*/ 633013 h 3382919"/>
              <a:gd name="connsiteX3" fmla="*/ 194945 w 1548934"/>
              <a:gd name="connsiteY3" fmla="*/ 243547 h 3382919"/>
              <a:gd name="connsiteX4" fmla="*/ 313478 w 1548934"/>
              <a:gd name="connsiteY4" fmla="*/ 6480 h 3382919"/>
              <a:gd name="connsiteX5" fmla="*/ 1270211 w 1548934"/>
              <a:gd name="connsiteY5" fmla="*/ 497547 h 3382919"/>
              <a:gd name="connsiteX6" fmla="*/ 1210945 w 1548934"/>
              <a:gd name="connsiteY6" fmla="*/ 751547 h 3382919"/>
              <a:gd name="connsiteX7" fmla="*/ 618278 w 1548934"/>
              <a:gd name="connsiteY7" fmla="*/ 793880 h 3382919"/>
              <a:gd name="connsiteX8" fmla="*/ 584411 w 1548934"/>
              <a:gd name="connsiteY8" fmla="*/ 963213 h 3382919"/>
              <a:gd name="connsiteX9" fmla="*/ 669078 w 1548934"/>
              <a:gd name="connsiteY9" fmla="*/ 2284013 h 3382919"/>
              <a:gd name="connsiteX10" fmla="*/ 1244811 w 1548934"/>
              <a:gd name="connsiteY10" fmla="*/ 2885147 h 3382919"/>
              <a:gd name="connsiteX11" fmla="*/ 1541145 w 1548934"/>
              <a:gd name="connsiteY11" fmla="*/ 3156080 h 3382919"/>
              <a:gd name="connsiteX12" fmla="*/ 1397211 w 1548934"/>
              <a:gd name="connsiteY12" fmla="*/ 3300014 h 3382919"/>
              <a:gd name="connsiteX13" fmla="*/ 728345 w 1548934"/>
              <a:gd name="connsiteY13" fmla="*/ 2749680 h 3382919"/>
              <a:gd name="connsiteX14" fmla="*/ 542078 w 1548934"/>
              <a:gd name="connsiteY14" fmla="*/ 2631147 h 3382919"/>
              <a:gd name="connsiteX15" fmla="*/ 338878 w 1548934"/>
              <a:gd name="connsiteY15" fmla="*/ 3088347 h 3382919"/>
              <a:gd name="connsiteX16" fmla="*/ 220345 w 1548934"/>
              <a:gd name="connsiteY16" fmla="*/ 3359280 h 3382919"/>
              <a:gd name="connsiteX17" fmla="*/ 212 w 1548934"/>
              <a:gd name="connsiteY17" fmla="*/ 3300013 h 3382919"/>
              <a:gd name="connsiteX18" fmla="*/ 262678 w 1548934"/>
              <a:gd name="connsiteY18" fmla="*/ 2749680 h 3382919"/>
              <a:gd name="connsiteX19" fmla="*/ 381211 w 1548934"/>
              <a:gd name="connsiteY19" fmla="*/ 2436413 h 3382919"/>
              <a:gd name="connsiteX20" fmla="*/ 406611 w 1548934"/>
              <a:gd name="connsiteY20" fmla="*/ 2267080 h 3382919"/>
              <a:gd name="connsiteX0" fmla="*/ 406611 w 1548934"/>
              <a:gd name="connsiteY0" fmla="*/ 2267080 h 3382919"/>
              <a:gd name="connsiteX1" fmla="*/ 338878 w 1548934"/>
              <a:gd name="connsiteY1" fmla="*/ 929347 h 3382919"/>
              <a:gd name="connsiteX2" fmla="*/ 262678 w 1548934"/>
              <a:gd name="connsiteY2" fmla="*/ 633013 h 3382919"/>
              <a:gd name="connsiteX3" fmla="*/ 194945 w 1548934"/>
              <a:gd name="connsiteY3" fmla="*/ 243547 h 3382919"/>
              <a:gd name="connsiteX4" fmla="*/ 313478 w 1548934"/>
              <a:gd name="connsiteY4" fmla="*/ 6480 h 3382919"/>
              <a:gd name="connsiteX5" fmla="*/ 1270211 w 1548934"/>
              <a:gd name="connsiteY5" fmla="*/ 497547 h 3382919"/>
              <a:gd name="connsiteX6" fmla="*/ 1210945 w 1548934"/>
              <a:gd name="connsiteY6" fmla="*/ 751547 h 3382919"/>
              <a:gd name="connsiteX7" fmla="*/ 618278 w 1548934"/>
              <a:gd name="connsiteY7" fmla="*/ 793880 h 3382919"/>
              <a:gd name="connsiteX8" fmla="*/ 584411 w 1548934"/>
              <a:gd name="connsiteY8" fmla="*/ 963213 h 3382919"/>
              <a:gd name="connsiteX9" fmla="*/ 669078 w 1548934"/>
              <a:gd name="connsiteY9" fmla="*/ 2284013 h 3382919"/>
              <a:gd name="connsiteX10" fmla="*/ 1244811 w 1548934"/>
              <a:gd name="connsiteY10" fmla="*/ 2885147 h 3382919"/>
              <a:gd name="connsiteX11" fmla="*/ 1541145 w 1548934"/>
              <a:gd name="connsiteY11" fmla="*/ 3156080 h 3382919"/>
              <a:gd name="connsiteX12" fmla="*/ 1397211 w 1548934"/>
              <a:gd name="connsiteY12" fmla="*/ 3300014 h 3382919"/>
              <a:gd name="connsiteX13" fmla="*/ 728345 w 1548934"/>
              <a:gd name="connsiteY13" fmla="*/ 2724280 h 3382919"/>
              <a:gd name="connsiteX14" fmla="*/ 542078 w 1548934"/>
              <a:gd name="connsiteY14" fmla="*/ 2631147 h 3382919"/>
              <a:gd name="connsiteX15" fmla="*/ 338878 w 1548934"/>
              <a:gd name="connsiteY15" fmla="*/ 3088347 h 3382919"/>
              <a:gd name="connsiteX16" fmla="*/ 220345 w 1548934"/>
              <a:gd name="connsiteY16" fmla="*/ 3359280 h 3382919"/>
              <a:gd name="connsiteX17" fmla="*/ 212 w 1548934"/>
              <a:gd name="connsiteY17" fmla="*/ 3300013 h 3382919"/>
              <a:gd name="connsiteX18" fmla="*/ 262678 w 1548934"/>
              <a:gd name="connsiteY18" fmla="*/ 2749680 h 3382919"/>
              <a:gd name="connsiteX19" fmla="*/ 381211 w 1548934"/>
              <a:gd name="connsiteY19" fmla="*/ 2436413 h 3382919"/>
              <a:gd name="connsiteX20" fmla="*/ 406611 w 1548934"/>
              <a:gd name="connsiteY20" fmla="*/ 2267080 h 3382919"/>
              <a:gd name="connsiteX0" fmla="*/ 406611 w 1548934"/>
              <a:gd name="connsiteY0" fmla="*/ 2267080 h 3382919"/>
              <a:gd name="connsiteX1" fmla="*/ 338878 w 1548934"/>
              <a:gd name="connsiteY1" fmla="*/ 929347 h 3382919"/>
              <a:gd name="connsiteX2" fmla="*/ 262678 w 1548934"/>
              <a:gd name="connsiteY2" fmla="*/ 633013 h 3382919"/>
              <a:gd name="connsiteX3" fmla="*/ 194945 w 1548934"/>
              <a:gd name="connsiteY3" fmla="*/ 243547 h 3382919"/>
              <a:gd name="connsiteX4" fmla="*/ 313478 w 1548934"/>
              <a:gd name="connsiteY4" fmla="*/ 6480 h 3382919"/>
              <a:gd name="connsiteX5" fmla="*/ 1270211 w 1548934"/>
              <a:gd name="connsiteY5" fmla="*/ 497547 h 3382919"/>
              <a:gd name="connsiteX6" fmla="*/ 1210945 w 1548934"/>
              <a:gd name="connsiteY6" fmla="*/ 751547 h 3382919"/>
              <a:gd name="connsiteX7" fmla="*/ 618278 w 1548934"/>
              <a:gd name="connsiteY7" fmla="*/ 793880 h 3382919"/>
              <a:gd name="connsiteX8" fmla="*/ 584411 w 1548934"/>
              <a:gd name="connsiteY8" fmla="*/ 963213 h 3382919"/>
              <a:gd name="connsiteX9" fmla="*/ 669078 w 1548934"/>
              <a:gd name="connsiteY9" fmla="*/ 2284013 h 3382919"/>
              <a:gd name="connsiteX10" fmla="*/ 1244811 w 1548934"/>
              <a:gd name="connsiteY10" fmla="*/ 2885147 h 3382919"/>
              <a:gd name="connsiteX11" fmla="*/ 1541145 w 1548934"/>
              <a:gd name="connsiteY11" fmla="*/ 3156080 h 3382919"/>
              <a:gd name="connsiteX12" fmla="*/ 1397211 w 1548934"/>
              <a:gd name="connsiteY12" fmla="*/ 3300014 h 3382919"/>
              <a:gd name="connsiteX13" fmla="*/ 728345 w 1548934"/>
              <a:gd name="connsiteY13" fmla="*/ 2724280 h 3382919"/>
              <a:gd name="connsiteX14" fmla="*/ 542078 w 1548934"/>
              <a:gd name="connsiteY14" fmla="*/ 2673480 h 3382919"/>
              <a:gd name="connsiteX15" fmla="*/ 338878 w 1548934"/>
              <a:gd name="connsiteY15" fmla="*/ 3088347 h 3382919"/>
              <a:gd name="connsiteX16" fmla="*/ 220345 w 1548934"/>
              <a:gd name="connsiteY16" fmla="*/ 3359280 h 3382919"/>
              <a:gd name="connsiteX17" fmla="*/ 212 w 1548934"/>
              <a:gd name="connsiteY17" fmla="*/ 3300013 h 3382919"/>
              <a:gd name="connsiteX18" fmla="*/ 262678 w 1548934"/>
              <a:gd name="connsiteY18" fmla="*/ 2749680 h 3382919"/>
              <a:gd name="connsiteX19" fmla="*/ 381211 w 1548934"/>
              <a:gd name="connsiteY19" fmla="*/ 2436413 h 3382919"/>
              <a:gd name="connsiteX20" fmla="*/ 406611 w 1548934"/>
              <a:gd name="connsiteY20" fmla="*/ 2267080 h 3382919"/>
              <a:gd name="connsiteX0" fmla="*/ 406614 w 1548937"/>
              <a:gd name="connsiteY0" fmla="*/ 2267080 h 3378062"/>
              <a:gd name="connsiteX1" fmla="*/ 338881 w 1548937"/>
              <a:gd name="connsiteY1" fmla="*/ 929347 h 3378062"/>
              <a:gd name="connsiteX2" fmla="*/ 262681 w 1548937"/>
              <a:gd name="connsiteY2" fmla="*/ 633013 h 3378062"/>
              <a:gd name="connsiteX3" fmla="*/ 194948 w 1548937"/>
              <a:gd name="connsiteY3" fmla="*/ 243547 h 3378062"/>
              <a:gd name="connsiteX4" fmla="*/ 313481 w 1548937"/>
              <a:gd name="connsiteY4" fmla="*/ 6480 h 3378062"/>
              <a:gd name="connsiteX5" fmla="*/ 1270214 w 1548937"/>
              <a:gd name="connsiteY5" fmla="*/ 497547 h 3378062"/>
              <a:gd name="connsiteX6" fmla="*/ 1210948 w 1548937"/>
              <a:gd name="connsiteY6" fmla="*/ 751547 h 3378062"/>
              <a:gd name="connsiteX7" fmla="*/ 618281 w 1548937"/>
              <a:gd name="connsiteY7" fmla="*/ 793880 h 3378062"/>
              <a:gd name="connsiteX8" fmla="*/ 584414 w 1548937"/>
              <a:gd name="connsiteY8" fmla="*/ 963213 h 3378062"/>
              <a:gd name="connsiteX9" fmla="*/ 669081 w 1548937"/>
              <a:gd name="connsiteY9" fmla="*/ 2284013 h 3378062"/>
              <a:gd name="connsiteX10" fmla="*/ 1244814 w 1548937"/>
              <a:gd name="connsiteY10" fmla="*/ 2885147 h 3378062"/>
              <a:gd name="connsiteX11" fmla="*/ 1541148 w 1548937"/>
              <a:gd name="connsiteY11" fmla="*/ 3156080 h 3378062"/>
              <a:gd name="connsiteX12" fmla="*/ 1397214 w 1548937"/>
              <a:gd name="connsiteY12" fmla="*/ 3300014 h 3378062"/>
              <a:gd name="connsiteX13" fmla="*/ 728348 w 1548937"/>
              <a:gd name="connsiteY13" fmla="*/ 2724280 h 3378062"/>
              <a:gd name="connsiteX14" fmla="*/ 542081 w 1548937"/>
              <a:gd name="connsiteY14" fmla="*/ 2673480 h 3378062"/>
              <a:gd name="connsiteX15" fmla="*/ 355815 w 1548937"/>
              <a:gd name="connsiteY15" fmla="*/ 3156080 h 3378062"/>
              <a:gd name="connsiteX16" fmla="*/ 220348 w 1548937"/>
              <a:gd name="connsiteY16" fmla="*/ 3359280 h 3378062"/>
              <a:gd name="connsiteX17" fmla="*/ 215 w 1548937"/>
              <a:gd name="connsiteY17" fmla="*/ 3300013 h 3378062"/>
              <a:gd name="connsiteX18" fmla="*/ 262681 w 1548937"/>
              <a:gd name="connsiteY18" fmla="*/ 2749680 h 3378062"/>
              <a:gd name="connsiteX19" fmla="*/ 381214 w 1548937"/>
              <a:gd name="connsiteY19" fmla="*/ 2436413 h 3378062"/>
              <a:gd name="connsiteX20" fmla="*/ 406614 w 1548937"/>
              <a:gd name="connsiteY20" fmla="*/ 2267080 h 3378062"/>
              <a:gd name="connsiteX0" fmla="*/ 398147 w 1548937"/>
              <a:gd name="connsiteY0" fmla="*/ 2013080 h 3378062"/>
              <a:gd name="connsiteX1" fmla="*/ 338881 w 1548937"/>
              <a:gd name="connsiteY1" fmla="*/ 929347 h 3378062"/>
              <a:gd name="connsiteX2" fmla="*/ 262681 w 1548937"/>
              <a:gd name="connsiteY2" fmla="*/ 633013 h 3378062"/>
              <a:gd name="connsiteX3" fmla="*/ 194948 w 1548937"/>
              <a:gd name="connsiteY3" fmla="*/ 243547 h 3378062"/>
              <a:gd name="connsiteX4" fmla="*/ 313481 w 1548937"/>
              <a:gd name="connsiteY4" fmla="*/ 6480 h 3378062"/>
              <a:gd name="connsiteX5" fmla="*/ 1270214 w 1548937"/>
              <a:gd name="connsiteY5" fmla="*/ 497547 h 3378062"/>
              <a:gd name="connsiteX6" fmla="*/ 1210948 w 1548937"/>
              <a:gd name="connsiteY6" fmla="*/ 751547 h 3378062"/>
              <a:gd name="connsiteX7" fmla="*/ 618281 w 1548937"/>
              <a:gd name="connsiteY7" fmla="*/ 793880 h 3378062"/>
              <a:gd name="connsiteX8" fmla="*/ 584414 w 1548937"/>
              <a:gd name="connsiteY8" fmla="*/ 963213 h 3378062"/>
              <a:gd name="connsiteX9" fmla="*/ 669081 w 1548937"/>
              <a:gd name="connsiteY9" fmla="*/ 2284013 h 3378062"/>
              <a:gd name="connsiteX10" fmla="*/ 1244814 w 1548937"/>
              <a:gd name="connsiteY10" fmla="*/ 2885147 h 3378062"/>
              <a:gd name="connsiteX11" fmla="*/ 1541148 w 1548937"/>
              <a:gd name="connsiteY11" fmla="*/ 3156080 h 3378062"/>
              <a:gd name="connsiteX12" fmla="*/ 1397214 w 1548937"/>
              <a:gd name="connsiteY12" fmla="*/ 3300014 h 3378062"/>
              <a:gd name="connsiteX13" fmla="*/ 728348 w 1548937"/>
              <a:gd name="connsiteY13" fmla="*/ 2724280 h 3378062"/>
              <a:gd name="connsiteX14" fmla="*/ 542081 w 1548937"/>
              <a:gd name="connsiteY14" fmla="*/ 2673480 h 3378062"/>
              <a:gd name="connsiteX15" fmla="*/ 355815 w 1548937"/>
              <a:gd name="connsiteY15" fmla="*/ 3156080 h 3378062"/>
              <a:gd name="connsiteX16" fmla="*/ 220348 w 1548937"/>
              <a:gd name="connsiteY16" fmla="*/ 3359280 h 3378062"/>
              <a:gd name="connsiteX17" fmla="*/ 215 w 1548937"/>
              <a:gd name="connsiteY17" fmla="*/ 3300013 h 3378062"/>
              <a:gd name="connsiteX18" fmla="*/ 262681 w 1548937"/>
              <a:gd name="connsiteY18" fmla="*/ 2749680 h 3378062"/>
              <a:gd name="connsiteX19" fmla="*/ 381214 w 1548937"/>
              <a:gd name="connsiteY19" fmla="*/ 2436413 h 3378062"/>
              <a:gd name="connsiteX20" fmla="*/ 398147 w 1548937"/>
              <a:gd name="connsiteY20" fmla="*/ 2013080 h 3378062"/>
              <a:gd name="connsiteX0" fmla="*/ 399945 w 1550735"/>
              <a:gd name="connsiteY0" fmla="*/ 2013080 h 3411140"/>
              <a:gd name="connsiteX1" fmla="*/ 340679 w 1550735"/>
              <a:gd name="connsiteY1" fmla="*/ 929347 h 3411140"/>
              <a:gd name="connsiteX2" fmla="*/ 264479 w 1550735"/>
              <a:gd name="connsiteY2" fmla="*/ 633013 h 3411140"/>
              <a:gd name="connsiteX3" fmla="*/ 196746 w 1550735"/>
              <a:gd name="connsiteY3" fmla="*/ 243547 h 3411140"/>
              <a:gd name="connsiteX4" fmla="*/ 315279 w 1550735"/>
              <a:gd name="connsiteY4" fmla="*/ 6480 h 3411140"/>
              <a:gd name="connsiteX5" fmla="*/ 1272012 w 1550735"/>
              <a:gd name="connsiteY5" fmla="*/ 497547 h 3411140"/>
              <a:gd name="connsiteX6" fmla="*/ 1212746 w 1550735"/>
              <a:gd name="connsiteY6" fmla="*/ 751547 h 3411140"/>
              <a:gd name="connsiteX7" fmla="*/ 620079 w 1550735"/>
              <a:gd name="connsiteY7" fmla="*/ 793880 h 3411140"/>
              <a:gd name="connsiteX8" fmla="*/ 586212 w 1550735"/>
              <a:gd name="connsiteY8" fmla="*/ 963213 h 3411140"/>
              <a:gd name="connsiteX9" fmla="*/ 670879 w 1550735"/>
              <a:gd name="connsiteY9" fmla="*/ 2284013 h 3411140"/>
              <a:gd name="connsiteX10" fmla="*/ 1246612 w 1550735"/>
              <a:gd name="connsiteY10" fmla="*/ 2885147 h 3411140"/>
              <a:gd name="connsiteX11" fmla="*/ 1542946 w 1550735"/>
              <a:gd name="connsiteY11" fmla="*/ 3156080 h 3411140"/>
              <a:gd name="connsiteX12" fmla="*/ 1399012 w 1550735"/>
              <a:gd name="connsiteY12" fmla="*/ 3300014 h 3411140"/>
              <a:gd name="connsiteX13" fmla="*/ 730146 w 1550735"/>
              <a:gd name="connsiteY13" fmla="*/ 2724280 h 3411140"/>
              <a:gd name="connsiteX14" fmla="*/ 543879 w 1550735"/>
              <a:gd name="connsiteY14" fmla="*/ 2673480 h 3411140"/>
              <a:gd name="connsiteX15" fmla="*/ 357613 w 1550735"/>
              <a:gd name="connsiteY15" fmla="*/ 3156080 h 3411140"/>
              <a:gd name="connsiteX16" fmla="*/ 154413 w 1550735"/>
              <a:gd name="connsiteY16" fmla="*/ 3401614 h 3411140"/>
              <a:gd name="connsiteX17" fmla="*/ 2013 w 1550735"/>
              <a:gd name="connsiteY17" fmla="*/ 3300013 h 3411140"/>
              <a:gd name="connsiteX18" fmla="*/ 264479 w 1550735"/>
              <a:gd name="connsiteY18" fmla="*/ 2749680 h 3411140"/>
              <a:gd name="connsiteX19" fmla="*/ 383012 w 1550735"/>
              <a:gd name="connsiteY19" fmla="*/ 2436413 h 3411140"/>
              <a:gd name="connsiteX20" fmla="*/ 399945 w 1550735"/>
              <a:gd name="connsiteY20" fmla="*/ 2013080 h 3411140"/>
              <a:gd name="connsiteX0" fmla="*/ 398976 w 1549766"/>
              <a:gd name="connsiteY0" fmla="*/ 2013080 h 3418554"/>
              <a:gd name="connsiteX1" fmla="*/ 339710 w 1549766"/>
              <a:gd name="connsiteY1" fmla="*/ 929347 h 3418554"/>
              <a:gd name="connsiteX2" fmla="*/ 263510 w 1549766"/>
              <a:gd name="connsiteY2" fmla="*/ 633013 h 3418554"/>
              <a:gd name="connsiteX3" fmla="*/ 195777 w 1549766"/>
              <a:gd name="connsiteY3" fmla="*/ 243547 h 3418554"/>
              <a:gd name="connsiteX4" fmla="*/ 314310 w 1549766"/>
              <a:gd name="connsiteY4" fmla="*/ 6480 h 3418554"/>
              <a:gd name="connsiteX5" fmla="*/ 1271043 w 1549766"/>
              <a:gd name="connsiteY5" fmla="*/ 497547 h 3418554"/>
              <a:gd name="connsiteX6" fmla="*/ 1211777 w 1549766"/>
              <a:gd name="connsiteY6" fmla="*/ 751547 h 3418554"/>
              <a:gd name="connsiteX7" fmla="*/ 619110 w 1549766"/>
              <a:gd name="connsiteY7" fmla="*/ 793880 h 3418554"/>
              <a:gd name="connsiteX8" fmla="*/ 585243 w 1549766"/>
              <a:gd name="connsiteY8" fmla="*/ 963213 h 3418554"/>
              <a:gd name="connsiteX9" fmla="*/ 669910 w 1549766"/>
              <a:gd name="connsiteY9" fmla="*/ 2284013 h 3418554"/>
              <a:gd name="connsiteX10" fmla="*/ 1245643 w 1549766"/>
              <a:gd name="connsiteY10" fmla="*/ 2885147 h 3418554"/>
              <a:gd name="connsiteX11" fmla="*/ 1541977 w 1549766"/>
              <a:gd name="connsiteY11" fmla="*/ 3156080 h 3418554"/>
              <a:gd name="connsiteX12" fmla="*/ 1398043 w 1549766"/>
              <a:gd name="connsiteY12" fmla="*/ 3300014 h 3418554"/>
              <a:gd name="connsiteX13" fmla="*/ 729177 w 1549766"/>
              <a:gd name="connsiteY13" fmla="*/ 2724280 h 3418554"/>
              <a:gd name="connsiteX14" fmla="*/ 542910 w 1549766"/>
              <a:gd name="connsiteY14" fmla="*/ 2673480 h 3418554"/>
              <a:gd name="connsiteX15" fmla="*/ 356644 w 1549766"/>
              <a:gd name="connsiteY15" fmla="*/ 3156080 h 3418554"/>
              <a:gd name="connsiteX16" fmla="*/ 178844 w 1549766"/>
              <a:gd name="connsiteY16" fmla="*/ 3410080 h 3418554"/>
              <a:gd name="connsiteX17" fmla="*/ 1044 w 1549766"/>
              <a:gd name="connsiteY17" fmla="*/ 3300013 h 3418554"/>
              <a:gd name="connsiteX18" fmla="*/ 263510 w 1549766"/>
              <a:gd name="connsiteY18" fmla="*/ 2749680 h 3418554"/>
              <a:gd name="connsiteX19" fmla="*/ 382043 w 1549766"/>
              <a:gd name="connsiteY19" fmla="*/ 2436413 h 3418554"/>
              <a:gd name="connsiteX20" fmla="*/ 398976 w 1549766"/>
              <a:gd name="connsiteY20" fmla="*/ 2013080 h 3418554"/>
              <a:gd name="connsiteX0" fmla="*/ 398956 w 1549746"/>
              <a:gd name="connsiteY0" fmla="*/ 2013080 h 3422059"/>
              <a:gd name="connsiteX1" fmla="*/ 339690 w 1549746"/>
              <a:gd name="connsiteY1" fmla="*/ 929347 h 3422059"/>
              <a:gd name="connsiteX2" fmla="*/ 263490 w 1549746"/>
              <a:gd name="connsiteY2" fmla="*/ 633013 h 3422059"/>
              <a:gd name="connsiteX3" fmla="*/ 195757 w 1549746"/>
              <a:gd name="connsiteY3" fmla="*/ 243547 h 3422059"/>
              <a:gd name="connsiteX4" fmla="*/ 314290 w 1549746"/>
              <a:gd name="connsiteY4" fmla="*/ 6480 h 3422059"/>
              <a:gd name="connsiteX5" fmla="*/ 1271023 w 1549746"/>
              <a:gd name="connsiteY5" fmla="*/ 497547 h 3422059"/>
              <a:gd name="connsiteX6" fmla="*/ 1211757 w 1549746"/>
              <a:gd name="connsiteY6" fmla="*/ 751547 h 3422059"/>
              <a:gd name="connsiteX7" fmla="*/ 619090 w 1549746"/>
              <a:gd name="connsiteY7" fmla="*/ 793880 h 3422059"/>
              <a:gd name="connsiteX8" fmla="*/ 585223 w 1549746"/>
              <a:gd name="connsiteY8" fmla="*/ 963213 h 3422059"/>
              <a:gd name="connsiteX9" fmla="*/ 669890 w 1549746"/>
              <a:gd name="connsiteY9" fmla="*/ 2284013 h 3422059"/>
              <a:gd name="connsiteX10" fmla="*/ 1245623 w 1549746"/>
              <a:gd name="connsiteY10" fmla="*/ 2885147 h 3422059"/>
              <a:gd name="connsiteX11" fmla="*/ 1541957 w 1549746"/>
              <a:gd name="connsiteY11" fmla="*/ 3156080 h 3422059"/>
              <a:gd name="connsiteX12" fmla="*/ 1398023 w 1549746"/>
              <a:gd name="connsiteY12" fmla="*/ 3300014 h 3422059"/>
              <a:gd name="connsiteX13" fmla="*/ 729157 w 1549746"/>
              <a:gd name="connsiteY13" fmla="*/ 2724280 h 3422059"/>
              <a:gd name="connsiteX14" fmla="*/ 542890 w 1549746"/>
              <a:gd name="connsiteY14" fmla="*/ 2673480 h 3422059"/>
              <a:gd name="connsiteX15" fmla="*/ 339690 w 1549746"/>
              <a:gd name="connsiteY15" fmla="*/ 3105280 h 3422059"/>
              <a:gd name="connsiteX16" fmla="*/ 178824 w 1549746"/>
              <a:gd name="connsiteY16" fmla="*/ 3410080 h 3422059"/>
              <a:gd name="connsiteX17" fmla="*/ 1024 w 1549746"/>
              <a:gd name="connsiteY17" fmla="*/ 3300013 h 3422059"/>
              <a:gd name="connsiteX18" fmla="*/ 263490 w 1549746"/>
              <a:gd name="connsiteY18" fmla="*/ 2749680 h 3422059"/>
              <a:gd name="connsiteX19" fmla="*/ 382023 w 1549746"/>
              <a:gd name="connsiteY19" fmla="*/ 2436413 h 3422059"/>
              <a:gd name="connsiteX20" fmla="*/ 398956 w 1549746"/>
              <a:gd name="connsiteY20" fmla="*/ 2013080 h 3422059"/>
              <a:gd name="connsiteX0" fmla="*/ 398956 w 1549746"/>
              <a:gd name="connsiteY0" fmla="*/ 2013080 h 3422059"/>
              <a:gd name="connsiteX1" fmla="*/ 339690 w 1549746"/>
              <a:gd name="connsiteY1" fmla="*/ 929347 h 3422059"/>
              <a:gd name="connsiteX2" fmla="*/ 263490 w 1549746"/>
              <a:gd name="connsiteY2" fmla="*/ 633013 h 3422059"/>
              <a:gd name="connsiteX3" fmla="*/ 195757 w 1549746"/>
              <a:gd name="connsiteY3" fmla="*/ 243547 h 3422059"/>
              <a:gd name="connsiteX4" fmla="*/ 314290 w 1549746"/>
              <a:gd name="connsiteY4" fmla="*/ 6480 h 3422059"/>
              <a:gd name="connsiteX5" fmla="*/ 1271023 w 1549746"/>
              <a:gd name="connsiteY5" fmla="*/ 497547 h 3422059"/>
              <a:gd name="connsiteX6" fmla="*/ 1211757 w 1549746"/>
              <a:gd name="connsiteY6" fmla="*/ 751547 h 3422059"/>
              <a:gd name="connsiteX7" fmla="*/ 619090 w 1549746"/>
              <a:gd name="connsiteY7" fmla="*/ 793880 h 3422059"/>
              <a:gd name="connsiteX8" fmla="*/ 585223 w 1549746"/>
              <a:gd name="connsiteY8" fmla="*/ 963213 h 3422059"/>
              <a:gd name="connsiteX9" fmla="*/ 703757 w 1549746"/>
              <a:gd name="connsiteY9" fmla="*/ 2343279 h 3422059"/>
              <a:gd name="connsiteX10" fmla="*/ 1245623 w 1549746"/>
              <a:gd name="connsiteY10" fmla="*/ 2885147 h 3422059"/>
              <a:gd name="connsiteX11" fmla="*/ 1541957 w 1549746"/>
              <a:gd name="connsiteY11" fmla="*/ 3156080 h 3422059"/>
              <a:gd name="connsiteX12" fmla="*/ 1398023 w 1549746"/>
              <a:gd name="connsiteY12" fmla="*/ 3300014 h 3422059"/>
              <a:gd name="connsiteX13" fmla="*/ 729157 w 1549746"/>
              <a:gd name="connsiteY13" fmla="*/ 2724280 h 3422059"/>
              <a:gd name="connsiteX14" fmla="*/ 542890 w 1549746"/>
              <a:gd name="connsiteY14" fmla="*/ 2673480 h 3422059"/>
              <a:gd name="connsiteX15" fmla="*/ 339690 w 1549746"/>
              <a:gd name="connsiteY15" fmla="*/ 3105280 h 3422059"/>
              <a:gd name="connsiteX16" fmla="*/ 178824 w 1549746"/>
              <a:gd name="connsiteY16" fmla="*/ 3410080 h 3422059"/>
              <a:gd name="connsiteX17" fmla="*/ 1024 w 1549746"/>
              <a:gd name="connsiteY17" fmla="*/ 3300013 h 3422059"/>
              <a:gd name="connsiteX18" fmla="*/ 263490 w 1549746"/>
              <a:gd name="connsiteY18" fmla="*/ 2749680 h 3422059"/>
              <a:gd name="connsiteX19" fmla="*/ 382023 w 1549746"/>
              <a:gd name="connsiteY19" fmla="*/ 2436413 h 3422059"/>
              <a:gd name="connsiteX20" fmla="*/ 398956 w 1549746"/>
              <a:gd name="connsiteY20" fmla="*/ 2013080 h 3422059"/>
              <a:gd name="connsiteX0" fmla="*/ 398956 w 1549746"/>
              <a:gd name="connsiteY0" fmla="*/ 2013080 h 3422059"/>
              <a:gd name="connsiteX1" fmla="*/ 339690 w 1549746"/>
              <a:gd name="connsiteY1" fmla="*/ 929347 h 3422059"/>
              <a:gd name="connsiteX2" fmla="*/ 263490 w 1549746"/>
              <a:gd name="connsiteY2" fmla="*/ 633013 h 3422059"/>
              <a:gd name="connsiteX3" fmla="*/ 195757 w 1549746"/>
              <a:gd name="connsiteY3" fmla="*/ 243547 h 3422059"/>
              <a:gd name="connsiteX4" fmla="*/ 314290 w 1549746"/>
              <a:gd name="connsiteY4" fmla="*/ 6480 h 3422059"/>
              <a:gd name="connsiteX5" fmla="*/ 1271023 w 1549746"/>
              <a:gd name="connsiteY5" fmla="*/ 497547 h 3422059"/>
              <a:gd name="connsiteX6" fmla="*/ 1211757 w 1549746"/>
              <a:gd name="connsiteY6" fmla="*/ 751547 h 3422059"/>
              <a:gd name="connsiteX7" fmla="*/ 619090 w 1549746"/>
              <a:gd name="connsiteY7" fmla="*/ 793880 h 3422059"/>
              <a:gd name="connsiteX8" fmla="*/ 585223 w 1549746"/>
              <a:gd name="connsiteY8" fmla="*/ 963213 h 3422059"/>
              <a:gd name="connsiteX9" fmla="*/ 703757 w 1549746"/>
              <a:gd name="connsiteY9" fmla="*/ 2343279 h 3422059"/>
              <a:gd name="connsiteX10" fmla="*/ 1245623 w 1549746"/>
              <a:gd name="connsiteY10" fmla="*/ 2885147 h 3422059"/>
              <a:gd name="connsiteX11" fmla="*/ 1541957 w 1549746"/>
              <a:gd name="connsiteY11" fmla="*/ 3156080 h 3422059"/>
              <a:gd name="connsiteX12" fmla="*/ 1398023 w 1549746"/>
              <a:gd name="connsiteY12" fmla="*/ 3300014 h 3422059"/>
              <a:gd name="connsiteX13" fmla="*/ 729157 w 1549746"/>
              <a:gd name="connsiteY13" fmla="*/ 2724280 h 3422059"/>
              <a:gd name="connsiteX14" fmla="*/ 542890 w 1549746"/>
              <a:gd name="connsiteY14" fmla="*/ 2673480 h 3422059"/>
              <a:gd name="connsiteX15" fmla="*/ 339690 w 1549746"/>
              <a:gd name="connsiteY15" fmla="*/ 3105280 h 3422059"/>
              <a:gd name="connsiteX16" fmla="*/ 178824 w 1549746"/>
              <a:gd name="connsiteY16" fmla="*/ 3410080 h 3422059"/>
              <a:gd name="connsiteX17" fmla="*/ 1024 w 1549746"/>
              <a:gd name="connsiteY17" fmla="*/ 3300013 h 3422059"/>
              <a:gd name="connsiteX18" fmla="*/ 263490 w 1549746"/>
              <a:gd name="connsiteY18" fmla="*/ 2749680 h 3422059"/>
              <a:gd name="connsiteX19" fmla="*/ 382023 w 1549746"/>
              <a:gd name="connsiteY19" fmla="*/ 2436413 h 3422059"/>
              <a:gd name="connsiteX20" fmla="*/ 398956 w 1549746"/>
              <a:gd name="connsiteY20" fmla="*/ 2013080 h 3422059"/>
              <a:gd name="connsiteX0" fmla="*/ 398956 w 1549746"/>
              <a:gd name="connsiteY0" fmla="*/ 2013080 h 3422059"/>
              <a:gd name="connsiteX1" fmla="*/ 339690 w 1549746"/>
              <a:gd name="connsiteY1" fmla="*/ 929347 h 3422059"/>
              <a:gd name="connsiteX2" fmla="*/ 263490 w 1549746"/>
              <a:gd name="connsiteY2" fmla="*/ 633013 h 3422059"/>
              <a:gd name="connsiteX3" fmla="*/ 195757 w 1549746"/>
              <a:gd name="connsiteY3" fmla="*/ 243547 h 3422059"/>
              <a:gd name="connsiteX4" fmla="*/ 314290 w 1549746"/>
              <a:gd name="connsiteY4" fmla="*/ 6480 h 3422059"/>
              <a:gd name="connsiteX5" fmla="*/ 1271023 w 1549746"/>
              <a:gd name="connsiteY5" fmla="*/ 497547 h 3422059"/>
              <a:gd name="connsiteX6" fmla="*/ 1211757 w 1549746"/>
              <a:gd name="connsiteY6" fmla="*/ 751547 h 3422059"/>
              <a:gd name="connsiteX7" fmla="*/ 619090 w 1549746"/>
              <a:gd name="connsiteY7" fmla="*/ 793880 h 3422059"/>
              <a:gd name="connsiteX8" fmla="*/ 585223 w 1549746"/>
              <a:gd name="connsiteY8" fmla="*/ 963213 h 3422059"/>
              <a:gd name="connsiteX9" fmla="*/ 703757 w 1549746"/>
              <a:gd name="connsiteY9" fmla="*/ 2343279 h 3422059"/>
              <a:gd name="connsiteX10" fmla="*/ 1245623 w 1549746"/>
              <a:gd name="connsiteY10" fmla="*/ 2885147 h 3422059"/>
              <a:gd name="connsiteX11" fmla="*/ 1541957 w 1549746"/>
              <a:gd name="connsiteY11" fmla="*/ 3156080 h 3422059"/>
              <a:gd name="connsiteX12" fmla="*/ 1398023 w 1549746"/>
              <a:gd name="connsiteY12" fmla="*/ 3300014 h 3422059"/>
              <a:gd name="connsiteX13" fmla="*/ 729157 w 1549746"/>
              <a:gd name="connsiteY13" fmla="*/ 2724280 h 3422059"/>
              <a:gd name="connsiteX14" fmla="*/ 542890 w 1549746"/>
              <a:gd name="connsiteY14" fmla="*/ 2673480 h 3422059"/>
              <a:gd name="connsiteX15" fmla="*/ 339690 w 1549746"/>
              <a:gd name="connsiteY15" fmla="*/ 3105280 h 3422059"/>
              <a:gd name="connsiteX16" fmla="*/ 178824 w 1549746"/>
              <a:gd name="connsiteY16" fmla="*/ 3410080 h 3422059"/>
              <a:gd name="connsiteX17" fmla="*/ 1024 w 1549746"/>
              <a:gd name="connsiteY17" fmla="*/ 3300013 h 3422059"/>
              <a:gd name="connsiteX18" fmla="*/ 263490 w 1549746"/>
              <a:gd name="connsiteY18" fmla="*/ 2749680 h 3422059"/>
              <a:gd name="connsiteX19" fmla="*/ 382023 w 1549746"/>
              <a:gd name="connsiteY19" fmla="*/ 2436413 h 3422059"/>
              <a:gd name="connsiteX20" fmla="*/ 398956 w 1549746"/>
              <a:gd name="connsiteY20" fmla="*/ 2013080 h 3422059"/>
              <a:gd name="connsiteX0" fmla="*/ 398956 w 1549746"/>
              <a:gd name="connsiteY0" fmla="*/ 2013080 h 3422059"/>
              <a:gd name="connsiteX1" fmla="*/ 339690 w 1549746"/>
              <a:gd name="connsiteY1" fmla="*/ 929347 h 3422059"/>
              <a:gd name="connsiteX2" fmla="*/ 263490 w 1549746"/>
              <a:gd name="connsiteY2" fmla="*/ 633013 h 3422059"/>
              <a:gd name="connsiteX3" fmla="*/ 195757 w 1549746"/>
              <a:gd name="connsiteY3" fmla="*/ 243547 h 3422059"/>
              <a:gd name="connsiteX4" fmla="*/ 314290 w 1549746"/>
              <a:gd name="connsiteY4" fmla="*/ 6480 h 3422059"/>
              <a:gd name="connsiteX5" fmla="*/ 1271023 w 1549746"/>
              <a:gd name="connsiteY5" fmla="*/ 497547 h 3422059"/>
              <a:gd name="connsiteX6" fmla="*/ 1211757 w 1549746"/>
              <a:gd name="connsiteY6" fmla="*/ 751547 h 3422059"/>
              <a:gd name="connsiteX7" fmla="*/ 619090 w 1549746"/>
              <a:gd name="connsiteY7" fmla="*/ 793880 h 3422059"/>
              <a:gd name="connsiteX8" fmla="*/ 585223 w 1549746"/>
              <a:gd name="connsiteY8" fmla="*/ 963213 h 3422059"/>
              <a:gd name="connsiteX9" fmla="*/ 703757 w 1549746"/>
              <a:gd name="connsiteY9" fmla="*/ 2343279 h 3422059"/>
              <a:gd name="connsiteX10" fmla="*/ 1245623 w 1549746"/>
              <a:gd name="connsiteY10" fmla="*/ 2885147 h 3422059"/>
              <a:gd name="connsiteX11" fmla="*/ 1541957 w 1549746"/>
              <a:gd name="connsiteY11" fmla="*/ 3156080 h 3422059"/>
              <a:gd name="connsiteX12" fmla="*/ 1398023 w 1549746"/>
              <a:gd name="connsiteY12" fmla="*/ 3300014 h 3422059"/>
              <a:gd name="connsiteX13" fmla="*/ 729157 w 1549746"/>
              <a:gd name="connsiteY13" fmla="*/ 2724280 h 3422059"/>
              <a:gd name="connsiteX14" fmla="*/ 542890 w 1549746"/>
              <a:gd name="connsiteY14" fmla="*/ 2673480 h 3422059"/>
              <a:gd name="connsiteX15" fmla="*/ 339690 w 1549746"/>
              <a:gd name="connsiteY15" fmla="*/ 3105280 h 3422059"/>
              <a:gd name="connsiteX16" fmla="*/ 178824 w 1549746"/>
              <a:gd name="connsiteY16" fmla="*/ 3410080 h 3422059"/>
              <a:gd name="connsiteX17" fmla="*/ 1024 w 1549746"/>
              <a:gd name="connsiteY17" fmla="*/ 3300013 h 3422059"/>
              <a:gd name="connsiteX18" fmla="*/ 263490 w 1549746"/>
              <a:gd name="connsiteY18" fmla="*/ 2749680 h 3422059"/>
              <a:gd name="connsiteX19" fmla="*/ 382023 w 1549746"/>
              <a:gd name="connsiteY19" fmla="*/ 2436413 h 3422059"/>
              <a:gd name="connsiteX20" fmla="*/ 398956 w 1549746"/>
              <a:gd name="connsiteY20" fmla="*/ 2013080 h 3422059"/>
              <a:gd name="connsiteX0" fmla="*/ 398956 w 1549746"/>
              <a:gd name="connsiteY0" fmla="*/ 2013080 h 3422059"/>
              <a:gd name="connsiteX1" fmla="*/ 339690 w 1549746"/>
              <a:gd name="connsiteY1" fmla="*/ 929347 h 3422059"/>
              <a:gd name="connsiteX2" fmla="*/ 263490 w 1549746"/>
              <a:gd name="connsiteY2" fmla="*/ 633013 h 3422059"/>
              <a:gd name="connsiteX3" fmla="*/ 195757 w 1549746"/>
              <a:gd name="connsiteY3" fmla="*/ 243547 h 3422059"/>
              <a:gd name="connsiteX4" fmla="*/ 314290 w 1549746"/>
              <a:gd name="connsiteY4" fmla="*/ 6480 h 3422059"/>
              <a:gd name="connsiteX5" fmla="*/ 1271023 w 1549746"/>
              <a:gd name="connsiteY5" fmla="*/ 497547 h 3422059"/>
              <a:gd name="connsiteX6" fmla="*/ 1211757 w 1549746"/>
              <a:gd name="connsiteY6" fmla="*/ 751547 h 3422059"/>
              <a:gd name="connsiteX7" fmla="*/ 619090 w 1549746"/>
              <a:gd name="connsiteY7" fmla="*/ 793880 h 3422059"/>
              <a:gd name="connsiteX8" fmla="*/ 585223 w 1549746"/>
              <a:gd name="connsiteY8" fmla="*/ 963213 h 3422059"/>
              <a:gd name="connsiteX9" fmla="*/ 661424 w 1549746"/>
              <a:gd name="connsiteY9" fmla="*/ 2284012 h 3422059"/>
              <a:gd name="connsiteX10" fmla="*/ 1245623 w 1549746"/>
              <a:gd name="connsiteY10" fmla="*/ 2885147 h 3422059"/>
              <a:gd name="connsiteX11" fmla="*/ 1541957 w 1549746"/>
              <a:gd name="connsiteY11" fmla="*/ 3156080 h 3422059"/>
              <a:gd name="connsiteX12" fmla="*/ 1398023 w 1549746"/>
              <a:gd name="connsiteY12" fmla="*/ 3300014 h 3422059"/>
              <a:gd name="connsiteX13" fmla="*/ 729157 w 1549746"/>
              <a:gd name="connsiteY13" fmla="*/ 2724280 h 3422059"/>
              <a:gd name="connsiteX14" fmla="*/ 542890 w 1549746"/>
              <a:gd name="connsiteY14" fmla="*/ 2673480 h 3422059"/>
              <a:gd name="connsiteX15" fmla="*/ 339690 w 1549746"/>
              <a:gd name="connsiteY15" fmla="*/ 3105280 h 3422059"/>
              <a:gd name="connsiteX16" fmla="*/ 178824 w 1549746"/>
              <a:gd name="connsiteY16" fmla="*/ 3410080 h 3422059"/>
              <a:gd name="connsiteX17" fmla="*/ 1024 w 1549746"/>
              <a:gd name="connsiteY17" fmla="*/ 3300013 h 3422059"/>
              <a:gd name="connsiteX18" fmla="*/ 263490 w 1549746"/>
              <a:gd name="connsiteY18" fmla="*/ 2749680 h 3422059"/>
              <a:gd name="connsiteX19" fmla="*/ 382023 w 1549746"/>
              <a:gd name="connsiteY19" fmla="*/ 2436413 h 3422059"/>
              <a:gd name="connsiteX20" fmla="*/ 398956 w 1549746"/>
              <a:gd name="connsiteY20" fmla="*/ 2013080 h 3422059"/>
              <a:gd name="connsiteX0" fmla="*/ 398956 w 1549746"/>
              <a:gd name="connsiteY0" fmla="*/ 2013080 h 3422059"/>
              <a:gd name="connsiteX1" fmla="*/ 339690 w 1549746"/>
              <a:gd name="connsiteY1" fmla="*/ 929347 h 3422059"/>
              <a:gd name="connsiteX2" fmla="*/ 263490 w 1549746"/>
              <a:gd name="connsiteY2" fmla="*/ 633013 h 3422059"/>
              <a:gd name="connsiteX3" fmla="*/ 195757 w 1549746"/>
              <a:gd name="connsiteY3" fmla="*/ 243547 h 3422059"/>
              <a:gd name="connsiteX4" fmla="*/ 314290 w 1549746"/>
              <a:gd name="connsiteY4" fmla="*/ 6480 h 3422059"/>
              <a:gd name="connsiteX5" fmla="*/ 1271023 w 1549746"/>
              <a:gd name="connsiteY5" fmla="*/ 497547 h 3422059"/>
              <a:gd name="connsiteX6" fmla="*/ 1211757 w 1549746"/>
              <a:gd name="connsiteY6" fmla="*/ 751547 h 3422059"/>
              <a:gd name="connsiteX7" fmla="*/ 619090 w 1549746"/>
              <a:gd name="connsiteY7" fmla="*/ 793880 h 3422059"/>
              <a:gd name="connsiteX8" fmla="*/ 585223 w 1549746"/>
              <a:gd name="connsiteY8" fmla="*/ 963213 h 3422059"/>
              <a:gd name="connsiteX9" fmla="*/ 661424 w 1549746"/>
              <a:gd name="connsiteY9" fmla="*/ 2284012 h 3422059"/>
              <a:gd name="connsiteX10" fmla="*/ 1245623 w 1549746"/>
              <a:gd name="connsiteY10" fmla="*/ 2885147 h 3422059"/>
              <a:gd name="connsiteX11" fmla="*/ 1541957 w 1549746"/>
              <a:gd name="connsiteY11" fmla="*/ 3156080 h 3422059"/>
              <a:gd name="connsiteX12" fmla="*/ 1398023 w 1549746"/>
              <a:gd name="connsiteY12" fmla="*/ 3300014 h 3422059"/>
              <a:gd name="connsiteX13" fmla="*/ 729157 w 1549746"/>
              <a:gd name="connsiteY13" fmla="*/ 2724280 h 3422059"/>
              <a:gd name="connsiteX14" fmla="*/ 542890 w 1549746"/>
              <a:gd name="connsiteY14" fmla="*/ 2673480 h 3422059"/>
              <a:gd name="connsiteX15" fmla="*/ 339690 w 1549746"/>
              <a:gd name="connsiteY15" fmla="*/ 3105280 h 3422059"/>
              <a:gd name="connsiteX16" fmla="*/ 178824 w 1549746"/>
              <a:gd name="connsiteY16" fmla="*/ 3410080 h 3422059"/>
              <a:gd name="connsiteX17" fmla="*/ 1024 w 1549746"/>
              <a:gd name="connsiteY17" fmla="*/ 3300013 h 3422059"/>
              <a:gd name="connsiteX18" fmla="*/ 263490 w 1549746"/>
              <a:gd name="connsiteY18" fmla="*/ 2749680 h 3422059"/>
              <a:gd name="connsiteX19" fmla="*/ 382023 w 1549746"/>
              <a:gd name="connsiteY19" fmla="*/ 2436413 h 3422059"/>
              <a:gd name="connsiteX20" fmla="*/ 398956 w 1549746"/>
              <a:gd name="connsiteY20" fmla="*/ 2013080 h 3422059"/>
              <a:gd name="connsiteX0" fmla="*/ 398956 w 1549746"/>
              <a:gd name="connsiteY0" fmla="*/ 2013040 h 3422019"/>
              <a:gd name="connsiteX1" fmla="*/ 339690 w 1549746"/>
              <a:gd name="connsiteY1" fmla="*/ 929307 h 3422019"/>
              <a:gd name="connsiteX2" fmla="*/ 128023 w 1549746"/>
              <a:gd name="connsiteY2" fmla="*/ 624506 h 3422019"/>
              <a:gd name="connsiteX3" fmla="*/ 195757 w 1549746"/>
              <a:gd name="connsiteY3" fmla="*/ 243507 h 3422019"/>
              <a:gd name="connsiteX4" fmla="*/ 314290 w 1549746"/>
              <a:gd name="connsiteY4" fmla="*/ 6440 h 3422019"/>
              <a:gd name="connsiteX5" fmla="*/ 1271023 w 1549746"/>
              <a:gd name="connsiteY5" fmla="*/ 497507 h 3422019"/>
              <a:gd name="connsiteX6" fmla="*/ 1211757 w 1549746"/>
              <a:gd name="connsiteY6" fmla="*/ 751507 h 3422019"/>
              <a:gd name="connsiteX7" fmla="*/ 619090 w 1549746"/>
              <a:gd name="connsiteY7" fmla="*/ 793840 h 3422019"/>
              <a:gd name="connsiteX8" fmla="*/ 585223 w 1549746"/>
              <a:gd name="connsiteY8" fmla="*/ 963173 h 3422019"/>
              <a:gd name="connsiteX9" fmla="*/ 661424 w 1549746"/>
              <a:gd name="connsiteY9" fmla="*/ 2283972 h 3422019"/>
              <a:gd name="connsiteX10" fmla="*/ 1245623 w 1549746"/>
              <a:gd name="connsiteY10" fmla="*/ 2885107 h 3422019"/>
              <a:gd name="connsiteX11" fmla="*/ 1541957 w 1549746"/>
              <a:gd name="connsiteY11" fmla="*/ 3156040 h 3422019"/>
              <a:gd name="connsiteX12" fmla="*/ 1398023 w 1549746"/>
              <a:gd name="connsiteY12" fmla="*/ 3299974 h 3422019"/>
              <a:gd name="connsiteX13" fmla="*/ 729157 w 1549746"/>
              <a:gd name="connsiteY13" fmla="*/ 2724240 h 3422019"/>
              <a:gd name="connsiteX14" fmla="*/ 542890 w 1549746"/>
              <a:gd name="connsiteY14" fmla="*/ 2673440 h 3422019"/>
              <a:gd name="connsiteX15" fmla="*/ 339690 w 1549746"/>
              <a:gd name="connsiteY15" fmla="*/ 3105240 h 3422019"/>
              <a:gd name="connsiteX16" fmla="*/ 178824 w 1549746"/>
              <a:gd name="connsiteY16" fmla="*/ 3410040 h 3422019"/>
              <a:gd name="connsiteX17" fmla="*/ 1024 w 1549746"/>
              <a:gd name="connsiteY17" fmla="*/ 3299973 h 3422019"/>
              <a:gd name="connsiteX18" fmla="*/ 263490 w 1549746"/>
              <a:gd name="connsiteY18" fmla="*/ 2749640 h 3422019"/>
              <a:gd name="connsiteX19" fmla="*/ 382023 w 1549746"/>
              <a:gd name="connsiteY19" fmla="*/ 2436373 h 3422019"/>
              <a:gd name="connsiteX20" fmla="*/ 398956 w 1549746"/>
              <a:gd name="connsiteY20" fmla="*/ 2013040 h 3422019"/>
              <a:gd name="connsiteX0" fmla="*/ 398956 w 1549746"/>
              <a:gd name="connsiteY0" fmla="*/ 2013672 h 3422651"/>
              <a:gd name="connsiteX1" fmla="*/ 339690 w 1549746"/>
              <a:gd name="connsiteY1" fmla="*/ 929939 h 3422651"/>
              <a:gd name="connsiteX2" fmla="*/ 128023 w 1549746"/>
              <a:gd name="connsiteY2" fmla="*/ 625138 h 3422651"/>
              <a:gd name="connsiteX3" fmla="*/ 51824 w 1549746"/>
              <a:gd name="connsiteY3" fmla="*/ 235672 h 3422651"/>
              <a:gd name="connsiteX4" fmla="*/ 314290 w 1549746"/>
              <a:gd name="connsiteY4" fmla="*/ 7072 h 3422651"/>
              <a:gd name="connsiteX5" fmla="*/ 1271023 w 1549746"/>
              <a:gd name="connsiteY5" fmla="*/ 498139 h 3422651"/>
              <a:gd name="connsiteX6" fmla="*/ 1211757 w 1549746"/>
              <a:gd name="connsiteY6" fmla="*/ 752139 h 3422651"/>
              <a:gd name="connsiteX7" fmla="*/ 619090 w 1549746"/>
              <a:gd name="connsiteY7" fmla="*/ 794472 h 3422651"/>
              <a:gd name="connsiteX8" fmla="*/ 585223 w 1549746"/>
              <a:gd name="connsiteY8" fmla="*/ 963805 h 3422651"/>
              <a:gd name="connsiteX9" fmla="*/ 661424 w 1549746"/>
              <a:gd name="connsiteY9" fmla="*/ 2284604 h 3422651"/>
              <a:gd name="connsiteX10" fmla="*/ 1245623 w 1549746"/>
              <a:gd name="connsiteY10" fmla="*/ 2885739 h 3422651"/>
              <a:gd name="connsiteX11" fmla="*/ 1541957 w 1549746"/>
              <a:gd name="connsiteY11" fmla="*/ 3156672 h 3422651"/>
              <a:gd name="connsiteX12" fmla="*/ 1398023 w 1549746"/>
              <a:gd name="connsiteY12" fmla="*/ 3300606 h 3422651"/>
              <a:gd name="connsiteX13" fmla="*/ 729157 w 1549746"/>
              <a:gd name="connsiteY13" fmla="*/ 2724872 h 3422651"/>
              <a:gd name="connsiteX14" fmla="*/ 542890 w 1549746"/>
              <a:gd name="connsiteY14" fmla="*/ 2674072 h 3422651"/>
              <a:gd name="connsiteX15" fmla="*/ 339690 w 1549746"/>
              <a:gd name="connsiteY15" fmla="*/ 3105872 h 3422651"/>
              <a:gd name="connsiteX16" fmla="*/ 178824 w 1549746"/>
              <a:gd name="connsiteY16" fmla="*/ 3410672 h 3422651"/>
              <a:gd name="connsiteX17" fmla="*/ 1024 w 1549746"/>
              <a:gd name="connsiteY17" fmla="*/ 3300605 h 3422651"/>
              <a:gd name="connsiteX18" fmla="*/ 263490 w 1549746"/>
              <a:gd name="connsiteY18" fmla="*/ 2750272 h 3422651"/>
              <a:gd name="connsiteX19" fmla="*/ 382023 w 1549746"/>
              <a:gd name="connsiteY19" fmla="*/ 2437005 h 3422651"/>
              <a:gd name="connsiteX20" fmla="*/ 398956 w 1549746"/>
              <a:gd name="connsiteY20" fmla="*/ 2013672 h 3422651"/>
              <a:gd name="connsiteX0" fmla="*/ 398956 w 1549746"/>
              <a:gd name="connsiteY0" fmla="*/ 2013672 h 3422651"/>
              <a:gd name="connsiteX1" fmla="*/ 339690 w 1549746"/>
              <a:gd name="connsiteY1" fmla="*/ 929939 h 3422651"/>
              <a:gd name="connsiteX2" fmla="*/ 128023 w 1549746"/>
              <a:gd name="connsiteY2" fmla="*/ 625138 h 3422651"/>
              <a:gd name="connsiteX3" fmla="*/ 51824 w 1549746"/>
              <a:gd name="connsiteY3" fmla="*/ 235672 h 3422651"/>
              <a:gd name="connsiteX4" fmla="*/ 314290 w 1549746"/>
              <a:gd name="connsiteY4" fmla="*/ 7072 h 3422651"/>
              <a:gd name="connsiteX5" fmla="*/ 1271023 w 1549746"/>
              <a:gd name="connsiteY5" fmla="*/ 498139 h 3422651"/>
              <a:gd name="connsiteX6" fmla="*/ 1211757 w 1549746"/>
              <a:gd name="connsiteY6" fmla="*/ 752139 h 3422651"/>
              <a:gd name="connsiteX7" fmla="*/ 619090 w 1549746"/>
              <a:gd name="connsiteY7" fmla="*/ 794472 h 3422651"/>
              <a:gd name="connsiteX8" fmla="*/ 585223 w 1549746"/>
              <a:gd name="connsiteY8" fmla="*/ 963805 h 3422651"/>
              <a:gd name="connsiteX9" fmla="*/ 661424 w 1549746"/>
              <a:gd name="connsiteY9" fmla="*/ 2284604 h 3422651"/>
              <a:gd name="connsiteX10" fmla="*/ 1245623 w 1549746"/>
              <a:gd name="connsiteY10" fmla="*/ 2885739 h 3422651"/>
              <a:gd name="connsiteX11" fmla="*/ 1541957 w 1549746"/>
              <a:gd name="connsiteY11" fmla="*/ 3156672 h 3422651"/>
              <a:gd name="connsiteX12" fmla="*/ 1398023 w 1549746"/>
              <a:gd name="connsiteY12" fmla="*/ 3300606 h 3422651"/>
              <a:gd name="connsiteX13" fmla="*/ 729157 w 1549746"/>
              <a:gd name="connsiteY13" fmla="*/ 2724872 h 3422651"/>
              <a:gd name="connsiteX14" fmla="*/ 542890 w 1549746"/>
              <a:gd name="connsiteY14" fmla="*/ 2674072 h 3422651"/>
              <a:gd name="connsiteX15" fmla="*/ 339690 w 1549746"/>
              <a:gd name="connsiteY15" fmla="*/ 3105872 h 3422651"/>
              <a:gd name="connsiteX16" fmla="*/ 178824 w 1549746"/>
              <a:gd name="connsiteY16" fmla="*/ 3410672 h 3422651"/>
              <a:gd name="connsiteX17" fmla="*/ 1024 w 1549746"/>
              <a:gd name="connsiteY17" fmla="*/ 3300605 h 3422651"/>
              <a:gd name="connsiteX18" fmla="*/ 263490 w 1549746"/>
              <a:gd name="connsiteY18" fmla="*/ 2750272 h 3422651"/>
              <a:gd name="connsiteX19" fmla="*/ 382023 w 1549746"/>
              <a:gd name="connsiteY19" fmla="*/ 2437005 h 3422651"/>
              <a:gd name="connsiteX20" fmla="*/ 398956 w 1549746"/>
              <a:gd name="connsiteY20" fmla="*/ 2013672 h 3422651"/>
              <a:gd name="connsiteX0" fmla="*/ 398956 w 1549746"/>
              <a:gd name="connsiteY0" fmla="*/ 2013672 h 3422651"/>
              <a:gd name="connsiteX1" fmla="*/ 339690 w 1549746"/>
              <a:gd name="connsiteY1" fmla="*/ 929939 h 3422651"/>
              <a:gd name="connsiteX2" fmla="*/ 128023 w 1549746"/>
              <a:gd name="connsiteY2" fmla="*/ 625138 h 3422651"/>
              <a:gd name="connsiteX3" fmla="*/ 51824 w 1549746"/>
              <a:gd name="connsiteY3" fmla="*/ 235672 h 3422651"/>
              <a:gd name="connsiteX4" fmla="*/ 314290 w 1549746"/>
              <a:gd name="connsiteY4" fmla="*/ 7072 h 3422651"/>
              <a:gd name="connsiteX5" fmla="*/ 1271023 w 1549746"/>
              <a:gd name="connsiteY5" fmla="*/ 498139 h 3422651"/>
              <a:gd name="connsiteX6" fmla="*/ 1144023 w 1549746"/>
              <a:gd name="connsiteY6" fmla="*/ 819872 h 3422651"/>
              <a:gd name="connsiteX7" fmla="*/ 619090 w 1549746"/>
              <a:gd name="connsiteY7" fmla="*/ 794472 h 3422651"/>
              <a:gd name="connsiteX8" fmla="*/ 585223 w 1549746"/>
              <a:gd name="connsiteY8" fmla="*/ 963805 h 3422651"/>
              <a:gd name="connsiteX9" fmla="*/ 661424 w 1549746"/>
              <a:gd name="connsiteY9" fmla="*/ 2284604 h 3422651"/>
              <a:gd name="connsiteX10" fmla="*/ 1245623 w 1549746"/>
              <a:gd name="connsiteY10" fmla="*/ 2885739 h 3422651"/>
              <a:gd name="connsiteX11" fmla="*/ 1541957 w 1549746"/>
              <a:gd name="connsiteY11" fmla="*/ 3156672 h 3422651"/>
              <a:gd name="connsiteX12" fmla="*/ 1398023 w 1549746"/>
              <a:gd name="connsiteY12" fmla="*/ 3300606 h 3422651"/>
              <a:gd name="connsiteX13" fmla="*/ 729157 w 1549746"/>
              <a:gd name="connsiteY13" fmla="*/ 2724872 h 3422651"/>
              <a:gd name="connsiteX14" fmla="*/ 542890 w 1549746"/>
              <a:gd name="connsiteY14" fmla="*/ 2674072 h 3422651"/>
              <a:gd name="connsiteX15" fmla="*/ 339690 w 1549746"/>
              <a:gd name="connsiteY15" fmla="*/ 3105872 h 3422651"/>
              <a:gd name="connsiteX16" fmla="*/ 178824 w 1549746"/>
              <a:gd name="connsiteY16" fmla="*/ 3410672 h 3422651"/>
              <a:gd name="connsiteX17" fmla="*/ 1024 w 1549746"/>
              <a:gd name="connsiteY17" fmla="*/ 3300605 h 3422651"/>
              <a:gd name="connsiteX18" fmla="*/ 263490 w 1549746"/>
              <a:gd name="connsiteY18" fmla="*/ 2750272 h 3422651"/>
              <a:gd name="connsiteX19" fmla="*/ 382023 w 1549746"/>
              <a:gd name="connsiteY19" fmla="*/ 2437005 h 3422651"/>
              <a:gd name="connsiteX20" fmla="*/ 398956 w 1549746"/>
              <a:gd name="connsiteY20" fmla="*/ 2013672 h 3422651"/>
              <a:gd name="connsiteX0" fmla="*/ 398956 w 1549746"/>
              <a:gd name="connsiteY0" fmla="*/ 2013672 h 3422651"/>
              <a:gd name="connsiteX1" fmla="*/ 339690 w 1549746"/>
              <a:gd name="connsiteY1" fmla="*/ 929939 h 3422651"/>
              <a:gd name="connsiteX2" fmla="*/ 128023 w 1549746"/>
              <a:gd name="connsiteY2" fmla="*/ 625138 h 3422651"/>
              <a:gd name="connsiteX3" fmla="*/ 51824 w 1549746"/>
              <a:gd name="connsiteY3" fmla="*/ 235672 h 3422651"/>
              <a:gd name="connsiteX4" fmla="*/ 314290 w 1549746"/>
              <a:gd name="connsiteY4" fmla="*/ 7072 h 3422651"/>
              <a:gd name="connsiteX5" fmla="*/ 1271023 w 1549746"/>
              <a:gd name="connsiteY5" fmla="*/ 498139 h 3422651"/>
              <a:gd name="connsiteX6" fmla="*/ 1144023 w 1549746"/>
              <a:gd name="connsiteY6" fmla="*/ 819872 h 3422651"/>
              <a:gd name="connsiteX7" fmla="*/ 636023 w 1549746"/>
              <a:gd name="connsiteY7" fmla="*/ 828339 h 3422651"/>
              <a:gd name="connsiteX8" fmla="*/ 585223 w 1549746"/>
              <a:gd name="connsiteY8" fmla="*/ 963805 h 3422651"/>
              <a:gd name="connsiteX9" fmla="*/ 661424 w 1549746"/>
              <a:gd name="connsiteY9" fmla="*/ 2284604 h 3422651"/>
              <a:gd name="connsiteX10" fmla="*/ 1245623 w 1549746"/>
              <a:gd name="connsiteY10" fmla="*/ 2885739 h 3422651"/>
              <a:gd name="connsiteX11" fmla="*/ 1541957 w 1549746"/>
              <a:gd name="connsiteY11" fmla="*/ 3156672 h 3422651"/>
              <a:gd name="connsiteX12" fmla="*/ 1398023 w 1549746"/>
              <a:gd name="connsiteY12" fmla="*/ 3300606 h 3422651"/>
              <a:gd name="connsiteX13" fmla="*/ 729157 w 1549746"/>
              <a:gd name="connsiteY13" fmla="*/ 2724872 h 3422651"/>
              <a:gd name="connsiteX14" fmla="*/ 542890 w 1549746"/>
              <a:gd name="connsiteY14" fmla="*/ 2674072 h 3422651"/>
              <a:gd name="connsiteX15" fmla="*/ 339690 w 1549746"/>
              <a:gd name="connsiteY15" fmla="*/ 3105872 h 3422651"/>
              <a:gd name="connsiteX16" fmla="*/ 178824 w 1549746"/>
              <a:gd name="connsiteY16" fmla="*/ 3410672 h 3422651"/>
              <a:gd name="connsiteX17" fmla="*/ 1024 w 1549746"/>
              <a:gd name="connsiteY17" fmla="*/ 3300605 h 3422651"/>
              <a:gd name="connsiteX18" fmla="*/ 263490 w 1549746"/>
              <a:gd name="connsiteY18" fmla="*/ 2750272 h 3422651"/>
              <a:gd name="connsiteX19" fmla="*/ 382023 w 1549746"/>
              <a:gd name="connsiteY19" fmla="*/ 2437005 h 3422651"/>
              <a:gd name="connsiteX20" fmla="*/ 398956 w 1549746"/>
              <a:gd name="connsiteY20" fmla="*/ 2013672 h 3422651"/>
              <a:gd name="connsiteX0" fmla="*/ 398956 w 1549746"/>
              <a:gd name="connsiteY0" fmla="*/ 2019785 h 3428764"/>
              <a:gd name="connsiteX1" fmla="*/ 339690 w 1549746"/>
              <a:gd name="connsiteY1" fmla="*/ 936052 h 3428764"/>
              <a:gd name="connsiteX2" fmla="*/ 128023 w 1549746"/>
              <a:gd name="connsiteY2" fmla="*/ 631251 h 3428764"/>
              <a:gd name="connsiteX3" fmla="*/ 51824 w 1549746"/>
              <a:gd name="connsiteY3" fmla="*/ 241785 h 3428764"/>
              <a:gd name="connsiteX4" fmla="*/ 314290 w 1549746"/>
              <a:gd name="connsiteY4" fmla="*/ 13185 h 3428764"/>
              <a:gd name="connsiteX5" fmla="*/ 1211757 w 1549746"/>
              <a:gd name="connsiteY5" fmla="*/ 631252 h 3428764"/>
              <a:gd name="connsiteX6" fmla="*/ 1144023 w 1549746"/>
              <a:gd name="connsiteY6" fmla="*/ 825985 h 3428764"/>
              <a:gd name="connsiteX7" fmla="*/ 636023 w 1549746"/>
              <a:gd name="connsiteY7" fmla="*/ 834452 h 3428764"/>
              <a:gd name="connsiteX8" fmla="*/ 585223 w 1549746"/>
              <a:gd name="connsiteY8" fmla="*/ 969918 h 3428764"/>
              <a:gd name="connsiteX9" fmla="*/ 661424 w 1549746"/>
              <a:gd name="connsiteY9" fmla="*/ 2290717 h 3428764"/>
              <a:gd name="connsiteX10" fmla="*/ 1245623 w 1549746"/>
              <a:gd name="connsiteY10" fmla="*/ 2891852 h 3428764"/>
              <a:gd name="connsiteX11" fmla="*/ 1541957 w 1549746"/>
              <a:gd name="connsiteY11" fmla="*/ 3162785 h 3428764"/>
              <a:gd name="connsiteX12" fmla="*/ 1398023 w 1549746"/>
              <a:gd name="connsiteY12" fmla="*/ 3306719 h 3428764"/>
              <a:gd name="connsiteX13" fmla="*/ 729157 w 1549746"/>
              <a:gd name="connsiteY13" fmla="*/ 2730985 h 3428764"/>
              <a:gd name="connsiteX14" fmla="*/ 542890 w 1549746"/>
              <a:gd name="connsiteY14" fmla="*/ 2680185 h 3428764"/>
              <a:gd name="connsiteX15" fmla="*/ 339690 w 1549746"/>
              <a:gd name="connsiteY15" fmla="*/ 3111985 h 3428764"/>
              <a:gd name="connsiteX16" fmla="*/ 178824 w 1549746"/>
              <a:gd name="connsiteY16" fmla="*/ 3416785 h 3428764"/>
              <a:gd name="connsiteX17" fmla="*/ 1024 w 1549746"/>
              <a:gd name="connsiteY17" fmla="*/ 3306718 h 3428764"/>
              <a:gd name="connsiteX18" fmla="*/ 263490 w 1549746"/>
              <a:gd name="connsiteY18" fmla="*/ 2756385 h 3428764"/>
              <a:gd name="connsiteX19" fmla="*/ 382023 w 1549746"/>
              <a:gd name="connsiteY19" fmla="*/ 2443118 h 3428764"/>
              <a:gd name="connsiteX20" fmla="*/ 398956 w 1549746"/>
              <a:gd name="connsiteY20" fmla="*/ 2019785 h 3428764"/>
              <a:gd name="connsiteX0" fmla="*/ 419436 w 1570226"/>
              <a:gd name="connsiteY0" fmla="*/ 1778000 h 3186979"/>
              <a:gd name="connsiteX1" fmla="*/ 360170 w 1570226"/>
              <a:gd name="connsiteY1" fmla="*/ 694267 h 3186979"/>
              <a:gd name="connsiteX2" fmla="*/ 148503 w 1570226"/>
              <a:gd name="connsiteY2" fmla="*/ 389466 h 3186979"/>
              <a:gd name="connsiteX3" fmla="*/ 72304 w 1570226"/>
              <a:gd name="connsiteY3" fmla="*/ 0 h 3186979"/>
              <a:gd name="connsiteX4" fmla="*/ 1232237 w 1570226"/>
              <a:gd name="connsiteY4" fmla="*/ 389467 h 3186979"/>
              <a:gd name="connsiteX5" fmla="*/ 1164503 w 1570226"/>
              <a:gd name="connsiteY5" fmla="*/ 584200 h 3186979"/>
              <a:gd name="connsiteX6" fmla="*/ 656503 w 1570226"/>
              <a:gd name="connsiteY6" fmla="*/ 592667 h 3186979"/>
              <a:gd name="connsiteX7" fmla="*/ 605703 w 1570226"/>
              <a:gd name="connsiteY7" fmla="*/ 728133 h 3186979"/>
              <a:gd name="connsiteX8" fmla="*/ 681904 w 1570226"/>
              <a:gd name="connsiteY8" fmla="*/ 2048932 h 3186979"/>
              <a:gd name="connsiteX9" fmla="*/ 1266103 w 1570226"/>
              <a:gd name="connsiteY9" fmla="*/ 2650067 h 3186979"/>
              <a:gd name="connsiteX10" fmla="*/ 1562437 w 1570226"/>
              <a:gd name="connsiteY10" fmla="*/ 2921000 h 3186979"/>
              <a:gd name="connsiteX11" fmla="*/ 1418503 w 1570226"/>
              <a:gd name="connsiteY11" fmla="*/ 3064934 h 3186979"/>
              <a:gd name="connsiteX12" fmla="*/ 749637 w 1570226"/>
              <a:gd name="connsiteY12" fmla="*/ 2489200 h 3186979"/>
              <a:gd name="connsiteX13" fmla="*/ 563370 w 1570226"/>
              <a:gd name="connsiteY13" fmla="*/ 2438400 h 3186979"/>
              <a:gd name="connsiteX14" fmla="*/ 360170 w 1570226"/>
              <a:gd name="connsiteY14" fmla="*/ 2870200 h 3186979"/>
              <a:gd name="connsiteX15" fmla="*/ 199304 w 1570226"/>
              <a:gd name="connsiteY15" fmla="*/ 3175000 h 3186979"/>
              <a:gd name="connsiteX16" fmla="*/ 21504 w 1570226"/>
              <a:gd name="connsiteY16" fmla="*/ 3064933 h 3186979"/>
              <a:gd name="connsiteX17" fmla="*/ 283970 w 1570226"/>
              <a:gd name="connsiteY17" fmla="*/ 2514600 h 3186979"/>
              <a:gd name="connsiteX18" fmla="*/ 402503 w 1570226"/>
              <a:gd name="connsiteY18" fmla="*/ 2201333 h 3186979"/>
              <a:gd name="connsiteX19" fmla="*/ 419436 w 1570226"/>
              <a:gd name="connsiteY19" fmla="*/ 1778000 h 3186979"/>
              <a:gd name="connsiteX0" fmla="*/ 398956 w 1549746"/>
              <a:gd name="connsiteY0" fmla="*/ 1420125 h 2829104"/>
              <a:gd name="connsiteX1" fmla="*/ 339690 w 1549746"/>
              <a:gd name="connsiteY1" fmla="*/ 336392 h 2829104"/>
              <a:gd name="connsiteX2" fmla="*/ 128023 w 1549746"/>
              <a:gd name="connsiteY2" fmla="*/ 31591 h 2829104"/>
              <a:gd name="connsiteX3" fmla="*/ 1211757 w 1549746"/>
              <a:gd name="connsiteY3" fmla="*/ 31592 h 2829104"/>
              <a:gd name="connsiteX4" fmla="*/ 1144023 w 1549746"/>
              <a:gd name="connsiteY4" fmla="*/ 226325 h 2829104"/>
              <a:gd name="connsiteX5" fmla="*/ 636023 w 1549746"/>
              <a:gd name="connsiteY5" fmla="*/ 234792 h 2829104"/>
              <a:gd name="connsiteX6" fmla="*/ 585223 w 1549746"/>
              <a:gd name="connsiteY6" fmla="*/ 370258 h 2829104"/>
              <a:gd name="connsiteX7" fmla="*/ 661424 w 1549746"/>
              <a:gd name="connsiteY7" fmla="*/ 1691057 h 2829104"/>
              <a:gd name="connsiteX8" fmla="*/ 1245623 w 1549746"/>
              <a:gd name="connsiteY8" fmla="*/ 2292192 h 2829104"/>
              <a:gd name="connsiteX9" fmla="*/ 1541957 w 1549746"/>
              <a:gd name="connsiteY9" fmla="*/ 2563125 h 2829104"/>
              <a:gd name="connsiteX10" fmla="*/ 1398023 w 1549746"/>
              <a:gd name="connsiteY10" fmla="*/ 2707059 h 2829104"/>
              <a:gd name="connsiteX11" fmla="*/ 729157 w 1549746"/>
              <a:gd name="connsiteY11" fmla="*/ 2131325 h 2829104"/>
              <a:gd name="connsiteX12" fmla="*/ 542890 w 1549746"/>
              <a:gd name="connsiteY12" fmla="*/ 2080525 h 2829104"/>
              <a:gd name="connsiteX13" fmla="*/ 339690 w 1549746"/>
              <a:gd name="connsiteY13" fmla="*/ 2512325 h 2829104"/>
              <a:gd name="connsiteX14" fmla="*/ 178824 w 1549746"/>
              <a:gd name="connsiteY14" fmla="*/ 2817125 h 2829104"/>
              <a:gd name="connsiteX15" fmla="*/ 1024 w 1549746"/>
              <a:gd name="connsiteY15" fmla="*/ 2707058 h 2829104"/>
              <a:gd name="connsiteX16" fmla="*/ 263490 w 1549746"/>
              <a:gd name="connsiteY16" fmla="*/ 2156725 h 2829104"/>
              <a:gd name="connsiteX17" fmla="*/ 382023 w 1549746"/>
              <a:gd name="connsiteY17" fmla="*/ 1843458 h 2829104"/>
              <a:gd name="connsiteX18" fmla="*/ 398956 w 1549746"/>
              <a:gd name="connsiteY18" fmla="*/ 1420125 h 2829104"/>
              <a:gd name="connsiteX0" fmla="*/ 398956 w 1549746"/>
              <a:gd name="connsiteY0" fmla="*/ 1389848 h 2798827"/>
              <a:gd name="connsiteX1" fmla="*/ 339690 w 1549746"/>
              <a:gd name="connsiteY1" fmla="*/ 306115 h 2798827"/>
              <a:gd name="connsiteX2" fmla="*/ 1211757 w 1549746"/>
              <a:gd name="connsiteY2" fmla="*/ 1315 h 2798827"/>
              <a:gd name="connsiteX3" fmla="*/ 1144023 w 1549746"/>
              <a:gd name="connsiteY3" fmla="*/ 196048 h 2798827"/>
              <a:gd name="connsiteX4" fmla="*/ 636023 w 1549746"/>
              <a:gd name="connsiteY4" fmla="*/ 204515 h 2798827"/>
              <a:gd name="connsiteX5" fmla="*/ 585223 w 1549746"/>
              <a:gd name="connsiteY5" fmla="*/ 339981 h 2798827"/>
              <a:gd name="connsiteX6" fmla="*/ 661424 w 1549746"/>
              <a:gd name="connsiteY6" fmla="*/ 1660780 h 2798827"/>
              <a:gd name="connsiteX7" fmla="*/ 1245623 w 1549746"/>
              <a:gd name="connsiteY7" fmla="*/ 2261915 h 2798827"/>
              <a:gd name="connsiteX8" fmla="*/ 1541957 w 1549746"/>
              <a:gd name="connsiteY8" fmla="*/ 2532848 h 2798827"/>
              <a:gd name="connsiteX9" fmla="*/ 1398023 w 1549746"/>
              <a:gd name="connsiteY9" fmla="*/ 2676782 h 2798827"/>
              <a:gd name="connsiteX10" fmla="*/ 729157 w 1549746"/>
              <a:gd name="connsiteY10" fmla="*/ 2101048 h 2798827"/>
              <a:gd name="connsiteX11" fmla="*/ 542890 w 1549746"/>
              <a:gd name="connsiteY11" fmla="*/ 2050248 h 2798827"/>
              <a:gd name="connsiteX12" fmla="*/ 339690 w 1549746"/>
              <a:gd name="connsiteY12" fmla="*/ 2482048 h 2798827"/>
              <a:gd name="connsiteX13" fmla="*/ 178824 w 1549746"/>
              <a:gd name="connsiteY13" fmla="*/ 2786848 h 2798827"/>
              <a:gd name="connsiteX14" fmla="*/ 1024 w 1549746"/>
              <a:gd name="connsiteY14" fmla="*/ 2676781 h 2798827"/>
              <a:gd name="connsiteX15" fmla="*/ 263490 w 1549746"/>
              <a:gd name="connsiteY15" fmla="*/ 2126448 h 2798827"/>
              <a:gd name="connsiteX16" fmla="*/ 382023 w 1549746"/>
              <a:gd name="connsiteY16" fmla="*/ 1813181 h 2798827"/>
              <a:gd name="connsiteX17" fmla="*/ 398956 w 1549746"/>
              <a:gd name="connsiteY17" fmla="*/ 1389848 h 2798827"/>
              <a:gd name="connsiteX0" fmla="*/ 398956 w 1549746"/>
              <a:gd name="connsiteY0" fmla="*/ 1207039 h 2616018"/>
              <a:gd name="connsiteX1" fmla="*/ 339690 w 1549746"/>
              <a:gd name="connsiteY1" fmla="*/ 123306 h 2616018"/>
              <a:gd name="connsiteX2" fmla="*/ 1144023 w 1549746"/>
              <a:gd name="connsiteY2" fmla="*/ 13239 h 2616018"/>
              <a:gd name="connsiteX3" fmla="*/ 636023 w 1549746"/>
              <a:gd name="connsiteY3" fmla="*/ 21706 h 2616018"/>
              <a:gd name="connsiteX4" fmla="*/ 585223 w 1549746"/>
              <a:gd name="connsiteY4" fmla="*/ 157172 h 2616018"/>
              <a:gd name="connsiteX5" fmla="*/ 661424 w 1549746"/>
              <a:gd name="connsiteY5" fmla="*/ 1477971 h 2616018"/>
              <a:gd name="connsiteX6" fmla="*/ 1245623 w 1549746"/>
              <a:gd name="connsiteY6" fmla="*/ 2079106 h 2616018"/>
              <a:gd name="connsiteX7" fmla="*/ 1541957 w 1549746"/>
              <a:gd name="connsiteY7" fmla="*/ 2350039 h 2616018"/>
              <a:gd name="connsiteX8" fmla="*/ 1398023 w 1549746"/>
              <a:gd name="connsiteY8" fmla="*/ 2493973 h 2616018"/>
              <a:gd name="connsiteX9" fmla="*/ 729157 w 1549746"/>
              <a:gd name="connsiteY9" fmla="*/ 1918239 h 2616018"/>
              <a:gd name="connsiteX10" fmla="*/ 542890 w 1549746"/>
              <a:gd name="connsiteY10" fmla="*/ 1867439 h 2616018"/>
              <a:gd name="connsiteX11" fmla="*/ 339690 w 1549746"/>
              <a:gd name="connsiteY11" fmla="*/ 2299239 h 2616018"/>
              <a:gd name="connsiteX12" fmla="*/ 178824 w 1549746"/>
              <a:gd name="connsiteY12" fmla="*/ 2604039 h 2616018"/>
              <a:gd name="connsiteX13" fmla="*/ 1024 w 1549746"/>
              <a:gd name="connsiteY13" fmla="*/ 2493972 h 2616018"/>
              <a:gd name="connsiteX14" fmla="*/ 263490 w 1549746"/>
              <a:gd name="connsiteY14" fmla="*/ 1943639 h 2616018"/>
              <a:gd name="connsiteX15" fmla="*/ 382023 w 1549746"/>
              <a:gd name="connsiteY15" fmla="*/ 1630372 h 2616018"/>
              <a:gd name="connsiteX16" fmla="*/ 398956 w 1549746"/>
              <a:gd name="connsiteY16" fmla="*/ 1207039 h 2616018"/>
              <a:gd name="connsiteX0" fmla="*/ 398956 w 1549746"/>
              <a:gd name="connsiteY0" fmla="*/ 1210792 h 2619771"/>
              <a:gd name="connsiteX1" fmla="*/ 339690 w 1549746"/>
              <a:gd name="connsiteY1" fmla="*/ 127059 h 2619771"/>
              <a:gd name="connsiteX2" fmla="*/ 636023 w 1549746"/>
              <a:gd name="connsiteY2" fmla="*/ 25459 h 2619771"/>
              <a:gd name="connsiteX3" fmla="*/ 585223 w 1549746"/>
              <a:gd name="connsiteY3" fmla="*/ 160925 h 2619771"/>
              <a:gd name="connsiteX4" fmla="*/ 661424 w 1549746"/>
              <a:gd name="connsiteY4" fmla="*/ 1481724 h 2619771"/>
              <a:gd name="connsiteX5" fmla="*/ 1245623 w 1549746"/>
              <a:gd name="connsiteY5" fmla="*/ 2082859 h 2619771"/>
              <a:gd name="connsiteX6" fmla="*/ 1541957 w 1549746"/>
              <a:gd name="connsiteY6" fmla="*/ 2353792 h 2619771"/>
              <a:gd name="connsiteX7" fmla="*/ 1398023 w 1549746"/>
              <a:gd name="connsiteY7" fmla="*/ 2497726 h 2619771"/>
              <a:gd name="connsiteX8" fmla="*/ 729157 w 1549746"/>
              <a:gd name="connsiteY8" fmla="*/ 1921992 h 2619771"/>
              <a:gd name="connsiteX9" fmla="*/ 542890 w 1549746"/>
              <a:gd name="connsiteY9" fmla="*/ 1871192 h 2619771"/>
              <a:gd name="connsiteX10" fmla="*/ 339690 w 1549746"/>
              <a:gd name="connsiteY10" fmla="*/ 2302992 h 2619771"/>
              <a:gd name="connsiteX11" fmla="*/ 178824 w 1549746"/>
              <a:gd name="connsiteY11" fmla="*/ 2607792 h 2619771"/>
              <a:gd name="connsiteX12" fmla="*/ 1024 w 1549746"/>
              <a:gd name="connsiteY12" fmla="*/ 2497725 h 2619771"/>
              <a:gd name="connsiteX13" fmla="*/ 263490 w 1549746"/>
              <a:gd name="connsiteY13" fmla="*/ 1947392 h 2619771"/>
              <a:gd name="connsiteX14" fmla="*/ 382023 w 1549746"/>
              <a:gd name="connsiteY14" fmla="*/ 1634125 h 2619771"/>
              <a:gd name="connsiteX15" fmla="*/ 398956 w 1549746"/>
              <a:gd name="connsiteY15" fmla="*/ 1210792 h 2619771"/>
              <a:gd name="connsiteX0" fmla="*/ 398956 w 1549746"/>
              <a:gd name="connsiteY0" fmla="*/ 1214639 h 2623618"/>
              <a:gd name="connsiteX1" fmla="*/ 339690 w 1549746"/>
              <a:gd name="connsiteY1" fmla="*/ 130906 h 2623618"/>
              <a:gd name="connsiteX2" fmla="*/ 636023 w 1549746"/>
              <a:gd name="connsiteY2" fmla="*/ 29306 h 2623618"/>
              <a:gd name="connsiteX3" fmla="*/ 686823 w 1549746"/>
              <a:gd name="connsiteY3" fmla="*/ 224038 h 2623618"/>
              <a:gd name="connsiteX4" fmla="*/ 661424 w 1549746"/>
              <a:gd name="connsiteY4" fmla="*/ 1485571 h 2623618"/>
              <a:gd name="connsiteX5" fmla="*/ 1245623 w 1549746"/>
              <a:gd name="connsiteY5" fmla="*/ 2086706 h 2623618"/>
              <a:gd name="connsiteX6" fmla="*/ 1541957 w 1549746"/>
              <a:gd name="connsiteY6" fmla="*/ 2357639 h 2623618"/>
              <a:gd name="connsiteX7" fmla="*/ 1398023 w 1549746"/>
              <a:gd name="connsiteY7" fmla="*/ 2501573 h 2623618"/>
              <a:gd name="connsiteX8" fmla="*/ 729157 w 1549746"/>
              <a:gd name="connsiteY8" fmla="*/ 1925839 h 2623618"/>
              <a:gd name="connsiteX9" fmla="*/ 542890 w 1549746"/>
              <a:gd name="connsiteY9" fmla="*/ 1875039 h 2623618"/>
              <a:gd name="connsiteX10" fmla="*/ 339690 w 1549746"/>
              <a:gd name="connsiteY10" fmla="*/ 2306839 h 2623618"/>
              <a:gd name="connsiteX11" fmla="*/ 178824 w 1549746"/>
              <a:gd name="connsiteY11" fmla="*/ 2611639 h 2623618"/>
              <a:gd name="connsiteX12" fmla="*/ 1024 w 1549746"/>
              <a:gd name="connsiteY12" fmla="*/ 2501572 h 2623618"/>
              <a:gd name="connsiteX13" fmla="*/ 263490 w 1549746"/>
              <a:gd name="connsiteY13" fmla="*/ 1951239 h 2623618"/>
              <a:gd name="connsiteX14" fmla="*/ 382023 w 1549746"/>
              <a:gd name="connsiteY14" fmla="*/ 1637972 h 2623618"/>
              <a:gd name="connsiteX15" fmla="*/ 398956 w 1549746"/>
              <a:gd name="connsiteY15" fmla="*/ 1214639 h 2623618"/>
              <a:gd name="connsiteX0" fmla="*/ 398956 w 1549746"/>
              <a:gd name="connsiteY0" fmla="*/ 1214639 h 2623618"/>
              <a:gd name="connsiteX1" fmla="*/ 339690 w 1549746"/>
              <a:gd name="connsiteY1" fmla="*/ 130906 h 2623618"/>
              <a:gd name="connsiteX2" fmla="*/ 636023 w 1549746"/>
              <a:gd name="connsiteY2" fmla="*/ 29306 h 2623618"/>
              <a:gd name="connsiteX3" fmla="*/ 686823 w 1549746"/>
              <a:gd name="connsiteY3" fmla="*/ 224038 h 2623618"/>
              <a:gd name="connsiteX4" fmla="*/ 729157 w 1549746"/>
              <a:gd name="connsiteY4" fmla="*/ 1485571 h 2623618"/>
              <a:gd name="connsiteX5" fmla="*/ 1245623 w 1549746"/>
              <a:gd name="connsiteY5" fmla="*/ 2086706 h 2623618"/>
              <a:gd name="connsiteX6" fmla="*/ 1541957 w 1549746"/>
              <a:gd name="connsiteY6" fmla="*/ 2357639 h 2623618"/>
              <a:gd name="connsiteX7" fmla="*/ 1398023 w 1549746"/>
              <a:gd name="connsiteY7" fmla="*/ 2501573 h 2623618"/>
              <a:gd name="connsiteX8" fmla="*/ 729157 w 1549746"/>
              <a:gd name="connsiteY8" fmla="*/ 1925839 h 2623618"/>
              <a:gd name="connsiteX9" fmla="*/ 542890 w 1549746"/>
              <a:gd name="connsiteY9" fmla="*/ 1875039 h 2623618"/>
              <a:gd name="connsiteX10" fmla="*/ 339690 w 1549746"/>
              <a:gd name="connsiteY10" fmla="*/ 2306839 h 2623618"/>
              <a:gd name="connsiteX11" fmla="*/ 178824 w 1549746"/>
              <a:gd name="connsiteY11" fmla="*/ 2611639 h 2623618"/>
              <a:gd name="connsiteX12" fmla="*/ 1024 w 1549746"/>
              <a:gd name="connsiteY12" fmla="*/ 2501572 h 2623618"/>
              <a:gd name="connsiteX13" fmla="*/ 263490 w 1549746"/>
              <a:gd name="connsiteY13" fmla="*/ 1951239 h 2623618"/>
              <a:gd name="connsiteX14" fmla="*/ 382023 w 1549746"/>
              <a:gd name="connsiteY14" fmla="*/ 1637972 h 2623618"/>
              <a:gd name="connsiteX15" fmla="*/ 398956 w 1549746"/>
              <a:gd name="connsiteY15" fmla="*/ 1214639 h 2623618"/>
              <a:gd name="connsiteX0" fmla="*/ 398956 w 1549746"/>
              <a:gd name="connsiteY0" fmla="*/ 1256199 h 2665178"/>
              <a:gd name="connsiteX1" fmla="*/ 361358 w 1549746"/>
              <a:gd name="connsiteY1" fmla="*/ 105109 h 2665178"/>
              <a:gd name="connsiteX2" fmla="*/ 636023 w 1549746"/>
              <a:gd name="connsiteY2" fmla="*/ 70866 h 2665178"/>
              <a:gd name="connsiteX3" fmla="*/ 686823 w 1549746"/>
              <a:gd name="connsiteY3" fmla="*/ 265598 h 2665178"/>
              <a:gd name="connsiteX4" fmla="*/ 729157 w 1549746"/>
              <a:gd name="connsiteY4" fmla="*/ 1527131 h 2665178"/>
              <a:gd name="connsiteX5" fmla="*/ 1245623 w 1549746"/>
              <a:gd name="connsiteY5" fmla="*/ 2128266 h 2665178"/>
              <a:gd name="connsiteX6" fmla="*/ 1541957 w 1549746"/>
              <a:gd name="connsiteY6" fmla="*/ 2399199 h 2665178"/>
              <a:gd name="connsiteX7" fmla="*/ 1398023 w 1549746"/>
              <a:gd name="connsiteY7" fmla="*/ 2543133 h 2665178"/>
              <a:gd name="connsiteX8" fmla="*/ 729157 w 1549746"/>
              <a:gd name="connsiteY8" fmla="*/ 1967399 h 2665178"/>
              <a:gd name="connsiteX9" fmla="*/ 542890 w 1549746"/>
              <a:gd name="connsiteY9" fmla="*/ 1916599 h 2665178"/>
              <a:gd name="connsiteX10" fmla="*/ 339690 w 1549746"/>
              <a:gd name="connsiteY10" fmla="*/ 2348399 h 2665178"/>
              <a:gd name="connsiteX11" fmla="*/ 178824 w 1549746"/>
              <a:gd name="connsiteY11" fmla="*/ 2653199 h 2665178"/>
              <a:gd name="connsiteX12" fmla="*/ 1024 w 1549746"/>
              <a:gd name="connsiteY12" fmla="*/ 2543132 h 2665178"/>
              <a:gd name="connsiteX13" fmla="*/ 263490 w 1549746"/>
              <a:gd name="connsiteY13" fmla="*/ 1992799 h 2665178"/>
              <a:gd name="connsiteX14" fmla="*/ 382023 w 1549746"/>
              <a:gd name="connsiteY14" fmla="*/ 1679532 h 2665178"/>
              <a:gd name="connsiteX15" fmla="*/ 398956 w 1549746"/>
              <a:gd name="connsiteY15" fmla="*/ 1256199 h 2665178"/>
              <a:gd name="connsiteX0" fmla="*/ 398956 w 1549746"/>
              <a:gd name="connsiteY0" fmla="*/ 1257912 h 2666891"/>
              <a:gd name="connsiteX1" fmla="*/ 361358 w 1549746"/>
              <a:gd name="connsiteY1" fmla="*/ 106822 h 2666891"/>
              <a:gd name="connsiteX2" fmla="*/ 636023 w 1549746"/>
              <a:gd name="connsiteY2" fmla="*/ 72579 h 2666891"/>
              <a:gd name="connsiteX3" fmla="*/ 686823 w 1549746"/>
              <a:gd name="connsiteY3" fmla="*/ 267311 h 2666891"/>
              <a:gd name="connsiteX4" fmla="*/ 729157 w 1549746"/>
              <a:gd name="connsiteY4" fmla="*/ 1528844 h 2666891"/>
              <a:gd name="connsiteX5" fmla="*/ 1245623 w 1549746"/>
              <a:gd name="connsiteY5" fmla="*/ 2129979 h 2666891"/>
              <a:gd name="connsiteX6" fmla="*/ 1541957 w 1549746"/>
              <a:gd name="connsiteY6" fmla="*/ 2400912 h 2666891"/>
              <a:gd name="connsiteX7" fmla="*/ 1398023 w 1549746"/>
              <a:gd name="connsiteY7" fmla="*/ 2544846 h 2666891"/>
              <a:gd name="connsiteX8" fmla="*/ 729157 w 1549746"/>
              <a:gd name="connsiteY8" fmla="*/ 1969112 h 2666891"/>
              <a:gd name="connsiteX9" fmla="*/ 542890 w 1549746"/>
              <a:gd name="connsiteY9" fmla="*/ 1918312 h 2666891"/>
              <a:gd name="connsiteX10" fmla="*/ 339690 w 1549746"/>
              <a:gd name="connsiteY10" fmla="*/ 2350112 h 2666891"/>
              <a:gd name="connsiteX11" fmla="*/ 178824 w 1549746"/>
              <a:gd name="connsiteY11" fmla="*/ 2654912 h 2666891"/>
              <a:gd name="connsiteX12" fmla="*/ 1024 w 1549746"/>
              <a:gd name="connsiteY12" fmla="*/ 2544845 h 2666891"/>
              <a:gd name="connsiteX13" fmla="*/ 263490 w 1549746"/>
              <a:gd name="connsiteY13" fmla="*/ 1994512 h 2666891"/>
              <a:gd name="connsiteX14" fmla="*/ 382023 w 1549746"/>
              <a:gd name="connsiteY14" fmla="*/ 1681245 h 2666891"/>
              <a:gd name="connsiteX15" fmla="*/ 398956 w 1549746"/>
              <a:gd name="connsiteY15" fmla="*/ 1257912 h 2666891"/>
              <a:gd name="connsiteX0" fmla="*/ 398956 w 1549746"/>
              <a:gd name="connsiteY0" fmla="*/ 1250928 h 2659907"/>
              <a:gd name="connsiteX1" fmla="*/ 361358 w 1549746"/>
              <a:gd name="connsiteY1" fmla="*/ 99838 h 2659907"/>
              <a:gd name="connsiteX2" fmla="*/ 521304 w 1549746"/>
              <a:gd name="connsiteY2" fmla="*/ 56231 h 2659907"/>
              <a:gd name="connsiteX3" fmla="*/ 636023 w 1549746"/>
              <a:gd name="connsiteY3" fmla="*/ 65595 h 2659907"/>
              <a:gd name="connsiteX4" fmla="*/ 686823 w 1549746"/>
              <a:gd name="connsiteY4" fmla="*/ 260327 h 2659907"/>
              <a:gd name="connsiteX5" fmla="*/ 729157 w 1549746"/>
              <a:gd name="connsiteY5" fmla="*/ 1521860 h 2659907"/>
              <a:gd name="connsiteX6" fmla="*/ 1245623 w 1549746"/>
              <a:gd name="connsiteY6" fmla="*/ 2122995 h 2659907"/>
              <a:gd name="connsiteX7" fmla="*/ 1541957 w 1549746"/>
              <a:gd name="connsiteY7" fmla="*/ 2393928 h 2659907"/>
              <a:gd name="connsiteX8" fmla="*/ 1398023 w 1549746"/>
              <a:gd name="connsiteY8" fmla="*/ 2537862 h 2659907"/>
              <a:gd name="connsiteX9" fmla="*/ 729157 w 1549746"/>
              <a:gd name="connsiteY9" fmla="*/ 1962128 h 2659907"/>
              <a:gd name="connsiteX10" fmla="*/ 542890 w 1549746"/>
              <a:gd name="connsiteY10" fmla="*/ 1911328 h 2659907"/>
              <a:gd name="connsiteX11" fmla="*/ 339690 w 1549746"/>
              <a:gd name="connsiteY11" fmla="*/ 2343128 h 2659907"/>
              <a:gd name="connsiteX12" fmla="*/ 178824 w 1549746"/>
              <a:gd name="connsiteY12" fmla="*/ 2647928 h 2659907"/>
              <a:gd name="connsiteX13" fmla="*/ 1024 w 1549746"/>
              <a:gd name="connsiteY13" fmla="*/ 2537861 h 2659907"/>
              <a:gd name="connsiteX14" fmla="*/ 263490 w 1549746"/>
              <a:gd name="connsiteY14" fmla="*/ 1987528 h 2659907"/>
              <a:gd name="connsiteX15" fmla="*/ 382023 w 1549746"/>
              <a:gd name="connsiteY15" fmla="*/ 1674261 h 2659907"/>
              <a:gd name="connsiteX16" fmla="*/ 398956 w 1549746"/>
              <a:gd name="connsiteY16" fmla="*/ 1250928 h 2659907"/>
              <a:gd name="connsiteX0" fmla="*/ 398956 w 1549746"/>
              <a:gd name="connsiteY0" fmla="*/ 1205116 h 2614095"/>
              <a:gd name="connsiteX1" fmla="*/ 361358 w 1549746"/>
              <a:gd name="connsiteY1" fmla="*/ 54026 h 2614095"/>
              <a:gd name="connsiteX2" fmla="*/ 521304 w 1549746"/>
              <a:gd name="connsiteY2" fmla="*/ 10419 h 2614095"/>
              <a:gd name="connsiteX3" fmla="*/ 636023 w 1549746"/>
              <a:gd name="connsiteY3" fmla="*/ 19783 h 2614095"/>
              <a:gd name="connsiteX4" fmla="*/ 686823 w 1549746"/>
              <a:gd name="connsiteY4" fmla="*/ 214515 h 2614095"/>
              <a:gd name="connsiteX5" fmla="*/ 729157 w 1549746"/>
              <a:gd name="connsiteY5" fmla="*/ 1476048 h 2614095"/>
              <a:gd name="connsiteX6" fmla="*/ 1245623 w 1549746"/>
              <a:gd name="connsiteY6" fmla="*/ 2077183 h 2614095"/>
              <a:gd name="connsiteX7" fmla="*/ 1541957 w 1549746"/>
              <a:gd name="connsiteY7" fmla="*/ 2348116 h 2614095"/>
              <a:gd name="connsiteX8" fmla="*/ 1398023 w 1549746"/>
              <a:gd name="connsiteY8" fmla="*/ 2492050 h 2614095"/>
              <a:gd name="connsiteX9" fmla="*/ 729157 w 1549746"/>
              <a:gd name="connsiteY9" fmla="*/ 1916316 h 2614095"/>
              <a:gd name="connsiteX10" fmla="*/ 542890 w 1549746"/>
              <a:gd name="connsiteY10" fmla="*/ 1865516 h 2614095"/>
              <a:gd name="connsiteX11" fmla="*/ 339690 w 1549746"/>
              <a:gd name="connsiteY11" fmla="*/ 2297316 h 2614095"/>
              <a:gd name="connsiteX12" fmla="*/ 178824 w 1549746"/>
              <a:gd name="connsiteY12" fmla="*/ 2602116 h 2614095"/>
              <a:gd name="connsiteX13" fmla="*/ 1024 w 1549746"/>
              <a:gd name="connsiteY13" fmla="*/ 2492049 h 2614095"/>
              <a:gd name="connsiteX14" fmla="*/ 263490 w 1549746"/>
              <a:gd name="connsiteY14" fmla="*/ 1941716 h 2614095"/>
              <a:gd name="connsiteX15" fmla="*/ 382023 w 1549746"/>
              <a:gd name="connsiteY15" fmla="*/ 1628449 h 2614095"/>
              <a:gd name="connsiteX16" fmla="*/ 398956 w 1549746"/>
              <a:gd name="connsiteY16" fmla="*/ 1205116 h 2614095"/>
              <a:gd name="connsiteX0" fmla="*/ 398956 w 1549746"/>
              <a:gd name="connsiteY0" fmla="*/ 1205116 h 2614095"/>
              <a:gd name="connsiteX1" fmla="*/ 361358 w 1549746"/>
              <a:gd name="connsiteY1" fmla="*/ 54026 h 2614095"/>
              <a:gd name="connsiteX2" fmla="*/ 521304 w 1549746"/>
              <a:gd name="connsiteY2" fmla="*/ 10419 h 2614095"/>
              <a:gd name="connsiteX3" fmla="*/ 636023 w 1549746"/>
              <a:gd name="connsiteY3" fmla="*/ 19783 h 2614095"/>
              <a:gd name="connsiteX4" fmla="*/ 686823 w 1549746"/>
              <a:gd name="connsiteY4" fmla="*/ 214515 h 2614095"/>
              <a:gd name="connsiteX5" fmla="*/ 729157 w 1549746"/>
              <a:gd name="connsiteY5" fmla="*/ 1476048 h 2614095"/>
              <a:gd name="connsiteX6" fmla="*/ 1245623 w 1549746"/>
              <a:gd name="connsiteY6" fmla="*/ 2077183 h 2614095"/>
              <a:gd name="connsiteX7" fmla="*/ 1541957 w 1549746"/>
              <a:gd name="connsiteY7" fmla="*/ 2348116 h 2614095"/>
              <a:gd name="connsiteX8" fmla="*/ 1398023 w 1549746"/>
              <a:gd name="connsiteY8" fmla="*/ 2492050 h 2614095"/>
              <a:gd name="connsiteX9" fmla="*/ 729157 w 1549746"/>
              <a:gd name="connsiteY9" fmla="*/ 1916316 h 2614095"/>
              <a:gd name="connsiteX10" fmla="*/ 542890 w 1549746"/>
              <a:gd name="connsiteY10" fmla="*/ 1865516 h 2614095"/>
              <a:gd name="connsiteX11" fmla="*/ 339690 w 1549746"/>
              <a:gd name="connsiteY11" fmla="*/ 2297316 h 2614095"/>
              <a:gd name="connsiteX12" fmla="*/ 178824 w 1549746"/>
              <a:gd name="connsiteY12" fmla="*/ 2602116 h 2614095"/>
              <a:gd name="connsiteX13" fmla="*/ 1024 w 1549746"/>
              <a:gd name="connsiteY13" fmla="*/ 2492049 h 2614095"/>
              <a:gd name="connsiteX14" fmla="*/ 263490 w 1549746"/>
              <a:gd name="connsiteY14" fmla="*/ 1941716 h 2614095"/>
              <a:gd name="connsiteX15" fmla="*/ 382023 w 1549746"/>
              <a:gd name="connsiteY15" fmla="*/ 1628449 h 2614095"/>
              <a:gd name="connsiteX16" fmla="*/ 398956 w 1549746"/>
              <a:gd name="connsiteY16" fmla="*/ 1205116 h 2614095"/>
              <a:gd name="connsiteX0" fmla="*/ 398956 w 1549746"/>
              <a:gd name="connsiteY0" fmla="*/ 1205116 h 2614095"/>
              <a:gd name="connsiteX1" fmla="*/ 361358 w 1549746"/>
              <a:gd name="connsiteY1" fmla="*/ 54026 h 2614095"/>
              <a:gd name="connsiteX2" fmla="*/ 521304 w 1549746"/>
              <a:gd name="connsiteY2" fmla="*/ 10419 h 2614095"/>
              <a:gd name="connsiteX3" fmla="*/ 636023 w 1549746"/>
              <a:gd name="connsiteY3" fmla="*/ 19783 h 2614095"/>
              <a:gd name="connsiteX4" fmla="*/ 686823 w 1549746"/>
              <a:gd name="connsiteY4" fmla="*/ 214515 h 2614095"/>
              <a:gd name="connsiteX5" fmla="*/ 729157 w 1549746"/>
              <a:gd name="connsiteY5" fmla="*/ 1476048 h 2614095"/>
              <a:gd name="connsiteX6" fmla="*/ 1245623 w 1549746"/>
              <a:gd name="connsiteY6" fmla="*/ 2077183 h 2614095"/>
              <a:gd name="connsiteX7" fmla="*/ 1541957 w 1549746"/>
              <a:gd name="connsiteY7" fmla="*/ 2348116 h 2614095"/>
              <a:gd name="connsiteX8" fmla="*/ 1398023 w 1549746"/>
              <a:gd name="connsiteY8" fmla="*/ 2492050 h 2614095"/>
              <a:gd name="connsiteX9" fmla="*/ 729157 w 1549746"/>
              <a:gd name="connsiteY9" fmla="*/ 1916316 h 2614095"/>
              <a:gd name="connsiteX10" fmla="*/ 542890 w 1549746"/>
              <a:gd name="connsiteY10" fmla="*/ 1865516 h 2614095"/>
              <a:gd name="connsiteX11" fmla="*/ 339690 w 1549746"/>
              <a:gd name="connsiteY11" fmla="*/ 2297316 h 2614095"/>
              <a:gd name="connsiteX12" fmla="*/ 178824 w 1549746"/>
              <a:gd name="connsiteY12" fmla="*/ 2602116 h 2614095"/>
              <a:gd name="connsiteX13" fmla="*/ 1024 w 1549746"/>
              <a:gd name="connsiteY13" fmla="*/ 2492049 h 2614095"/>
              <a:gd name="connsiteX14" fmla="*/ 263490 w 1549746"/>
              <a:gd name="connsiteY14" fmla="*/ 1941716 h 2614095"/>
              <a:gd name="connsiteX15" fmla="*/ 382023 w 1549746"/>
              <a:gd name="connsiteY15" fmla="*/ 1628449 h 2614095"/>
              <a:gd name="connsiteX16" fmla="*/ 398956 w 1549746"/>
              <a:gd name="connsiteY16" fmla="*/ 1205116 h 2614095"/>
              <a:gd name="connsiteX0" fmla="*/ 398956 w 1549746"/>
              <a:gd name="connsiteY0" fmla="*/ 1208078 h 2617057"/>
              <a:gd name="connsiteX1" fmla="*/ 361358 w 1549746"/>
              <a:gd name="connsiteY1" fmla="*/ 56988 h 2617057"/>
              <a:gd name="connsiteX2" fmla="*/ 521304 w 1549746"/>
              <a:gd name="connsiteY2" fmla="*/ 13381 h 2617057"/>
              <a:gd name="connsiteX3" fmla="*/ 636023 w 1549746"/>
              <a:gd name="connsiteY3" fmla="*/ 22745 h 2617057"/>
              <a:gd name="connsiteX4" fmla="*/ 653591 w 1549746"/>
              <a:gd name="connsiteY4" fmla="*/ 260042 h 2617057"/>
              <a:gd name="connsiteX5" fmla="*/ 729157 w 1549746"/>
              <a:gd name="connsiteY5" fmla="*/ 1479010 h 2617057"/>
              <a:gd name="connsiteX6" fmla="*/ 1245623 w 1549746"/>
              <a:gd name="connsiteY6" fmla="*/ 2080145 h 2617057"/>
              <a:gd name="connsiteX7" fmla="*/ 1541957 w 1549746"/>
              <a:gd name="connsiteY7" fmla="*/ 2351078 h 2617057"/>
              <a:gd name="connsiteX8" fmla="*/ 1398023 w 1549746"/>
              <a:gd name="connsiteY8" fmla="*/ 2495012 h 2617057"/>
              <a:gd name="connsiteX9" fmla="*/ 729157 w 1549746"/>
              <a:gd name="connsiteY9" fmla="*/ 1919278 h 2617057"/>
              <a:gd name="connsiteX10" fmla="*/ 542890 w 1549746"/>
              <a:gd name="connsiteY10" fmla="*/ 1868478 h 2617057"/>
              <a:gd name="connsiteX11" fmla="*/ 339690 w 1549746"/>
              <a:gd name="connsiteY11" fmla="*/ 2300278 h 2617057"/>
              <a:gd name="connsiteX12" fmla="*/ 178824 w 1549746"/>
              <a:gd name="connsiteY12" fmla="*/ 2605078 h 2617057"/>
              <a:gd name="connsiteX13" fmla="*/ 1024 w 1549746"/>
              <a:gd name="connsiteY13" fmla="*/ 2495011 h 2617057"/>
              <a:gd name="connsiteX14" fmla="*/ 263490 w 1549746"/>
              <a:gd name="connsiteY14" fmla="*/ 1944678 h 2617057"/>
              <a:gd name="connsiteX15" fmla="*/ 382023 w 1549746"/>
              <a:gd name="connsiteY15" fmla="*/ 1631411 h 2617057"/>
              <a:gd name="connsiteX16" fmla="*/ 398956 w 1549746"/>
              <a:gd name="connsiteY16" fmla="*/ 1208078 h 2617057"/>
              <a:gd name="connsiteX0" fmla="*/ 398956 w 1549746"/>
              <a:gd name="connsiteY0" fmla="*/ 1207465 h 2616444"/>
              <a:gd name="connsiteX1" fmla="*/ 361358 w 1549746"/>
              <a:gd name="connsiteY1" fmla="*/ 56375 h 2616444"/>
              <a:gd name="connsiteX2" fmla="*/ 521304 w 1549746"/>
              <a:gd name="connsiteY2" fmla="*/ 12768 h 2616444"/>
              <a:gd name="connsiteX3" fmla="*/ 636023 w 1549746"/>
              <a:gd name="connsiteY3" fmla="*/ 22132 h 2616444"/>
              <a:gd name="connsiteX4" fmla="*/ 627662 w 1549746"/>
              <a:gd name="connsiteY4" fmla="*/ 250705 h 2616444"/>
              <a:gd name="connsiteX5" fmla="*/ 729157 w 1549746"/>
              <a:gd name="connsiteY5" fmla="*/ 1478397 h 2616444"/>
              <a:gd name="connsiteX6" fmla="*/ 1245623 w 1549746"/>
              <a:gd name="connsiteY6" fmla="*/ 2079532 h 2616444"/>
              <a:gd name="connsiteX7" fmla="*/ 1541957 w 1549746"/>
              <a:gd name="connsiteY7" fmla="*/ 2350465 h 2616444"/>
              <a:gd name="connsiteX8" fmla="*/ 1398023 w 1549746"/>
              <a:gd name="connsiteY8" fmla="*/ 2494399 h 2616444"/>
              <a:gd name="connsiteX9" fmla="*/ 729157 w 1549746"/>
              <a:gd name="connsiteY9" fmla="*/ 1918665 h 2616444"/>
              <a:gd name="connsiteX10" fmla="*/ 542890 w 1549746"/>
              <a:gd name="connsiteY10" fmla="*/ 1867865 h 2616444"/>
              <a:gd name="connsiteX11" fmla="*/ 339690 w 1549746"/>
              <a:gd name="connsiteY11" fmla="*/ 2299665 h 2616444"/>
              <a:gd name="connsiteX12" fmla="*/ 178824 w 1549746"/>
              <a:gd name="connsiteY12" fmla="*/ 2604465 h 2616444"/>
              <a:gd name="connsiteX13" fmla="*/ 1024 w 1549746"/>
              <a:gd name="connsiteY13" fmla="*/ 2494398 h 2616444"/>
              <a:gd name="connsiteX14" fmla="*/ 263490 w 1549746"/>
              <a:gd name="connsiteY14" fmla="*/ 1944065 h 2616444"/>
              <a:gd name="connsiteX15" fmla="*/ 382023 w 1549746"/>
              <a:gd name="connsiteY15" fmla="*/ 1630798 h 2616444"/>
              <a:gd name="connsiteX16" fmla="*/ 398956 w 1549746"/>
              <a:gd name="connsiteY16" fmla="*/ 1207465 h 2616444"/>
              <a:gd name="connsiteX0" fmla="*/ 398956 w 1549746"/>
              <a:gd name="connsiteY0" fmla="*/ 1203939 h 2612918"/>
              <a:gd name="connsiteX1" fmla="*/ 361358 w 1549746"/>
              <a:gd name="connsiteY1" fmla="*/ 52849 h 2612918"/>
              <a:gd name="connsiteX2" fmla="*/ 521304 w 1549746"/>
              <a:gd name="connsiteY2" fmla="*/ 9242 h 2612918"/>
              <a:gd name="connsiteX3" fmla="*/ 616019 w 1549746"/>
              <a:gd name="connsiteY3" fmla="*/ 24814 h 2612918"/>
              <a:gd name="connsiteX4" fmla="*/ 627662 w 1549746"/>
              <a:gd name="connsiteY4" fmla="*/ 247179 h 2612918"/>
              <a:gd name="connsiteX5" fmla="*/ 729157 w 1549746"/>
              <a:gd name="connsiteY5" fmla="*/ 1474871 h 2612918"/>
              <a:gd name="connsiteX6" fmla="*/ 1245623 w 1549746"/>
              <a:gd name="connsiteY6" fmla="*/ 2076006 h 2612918"/>
              <a:gd name="connsiteX7" fmla="*/ 1541957 w 1549746"/>
              <a:gd name="connsiteY7" fmla="*/ 2346939 h 2612918"/>
              <a:gd name="connsiteX8" fmla="*/ 1398023 w 1549746"/>
              <a:gd name="connsiteY8" fmla="*/ 2490873 h 2612918"/>
              <a:gd name="connsiteX9" fmla="*/ 729157 w 1549746"/>
              <a:gd name="connsiteY9" fmla="*/ 1915139 h 2612918"/>
              <a:gd name="connsiteX10" fmla="*/ 542890 w 1549746"/>
              <a:gd name="connsiteY10" fmla="*/ 1864339 h 2612918"/>
              <a:gd name="connsiteX11" fmla="*/ 339690 w 1549746"/>
              <a:gd name="connsiteY11" fmla="*/ 2296139 h 2612918"/>
              <a:gd name="connsiteX12" fmla="*/ 178824 w 1549746"/>
              <a:gd name="connsiteY12" fmla="*/ 2600939 h 2612918"/>
              <a:gd name="connsiteX13" fmla="*/ 1024 w 1549746"/>
              <a:gd name="connsiteY13" fmla="*/ 2490872 h 2612918"/>
              <a:gd name="connsiteX14" fmla="*/ 263490 w 1549746"/>
              <a:gd name="connsiteY14" fmla="*/ 1940539 h 2612918"/>
              <a:gd name="connsiteX15" fmla="*/ 382023 w 1549746"/>
              <a:gd name="connsiteY15" fmla="*/ 1627272 h 2612918"/>
              <a:gd name="connsiteX16" fmla="*/ 398956 w 1549746"/>
              <a:gd name="connsiteY16" fmla="*/ 1203939 h 2612918"/>
              <a:gd name="connsiteX0" fmla="*/ 398956 w 1549746"/>
              <a:gd name="connsiteY0" fmla="*/ 1254755 h 2663734"/>
              <a:gd name="connsiteX1" fmla="*/ 361358 w 1549746"/>
              <a:gd name="connsiteY1" fmla="*/ 103665 h 2663734"/>
              <a:gd name="connsiteX2" fmla="*/ 505520 w 1549746"/>
              <a:gd name="connsiteY2" fmla="*/ 50766 h 2663734"/>
              <a:gd name="connsiteX3" fmla="*/ 616019 w 1549746"/>
              <a:gd name="connsiteY3" fmla="*/ 75630 h 2663734"/>
              <a:gd name="connsiteX4" fmla="*/ 627662 w 1549746"/>
              <a:gd name="connsiteY4" fmla="*/ 297995 h 2663734"/>
              <a:gd name="connsiteX5" fmla="*/ 729157 w 1549746"/>
              <a:gd name="connsiteY5" fmla="*/ 1525687 h 2663734"/>
              <a:gd name="connsiteX6" fmla="*/ 1245623 w 1549746"/>
              <a:gd name="connsiteY6" fmla="*/ 2126822 h 2663734"/>
              <a:gd name="connsiteX7" fmla="*/ 1541957 w 1549746"/>
              <a:gd name="connsiteY7" fmla="*/ 2397755 h 2663734"/>
              <a:gd name="connsiteX8" fmla="*/ 1398023 w 1549746"/>
              <a:gd name="connsiteY8" fmla="*/ 2541689 h 2663734"/>
              <a:gd name="connsiteX9" fmla="*/ 729157 w 1549746"/>
              <a:gd name="connsiteY9" fmla="*/ 1965955 h 2663734"/>
              <a:gd name="connsiteX10" fmla="*/ 542890 w 1549746"/>
              <a:gd name="connsiteY10" fmla="*/ 1915155 h 2663734"/>
              <a:gd name="connsiteX11" fmla="*/ 339690 w 1549746"/>
              <a:gd name="connsiteY11" fmla="*/ 2346955 h 2663734"/>
              <a:gd name="connsiteX12" fmla="*/ 178824 w 1549746"/>
              <a:gd name="connsiteY12" fmla="*/ 2651755 h 2663734"/>
              <a:gd name="connsiteX13" fmla="*/ 1024 w 1549746"/>
              <a:gd name="connsiteY13" fmla="*/ 2541688 h 2663734"/>
              <a:gd name="connsiteX14" fmla="*/ 263490 w 1549746"/>
              <a:gd name="connsiteY14" fmla="*/ 1991355 h 2663734"/>
              <a:gd name="connsiteX15" fmla="*/ 382023 w 1549746"/>
              <a:gd name="connsiteY15" fmla="*/ 1678088 h 2663734"/>
              <a:gd name="connsiteX16" fmla="*/ 398956 w 1549746"/>
              <a:gd name="connsiteY16" fmla="*/ 1254755 h 2663734"/>
              <a:gd name="connsiteX0" fmla="*/ 398956 w 1549746"/>
              <a:gd name="connsiteY0" fmla="*/ 1209583 h 2618562"/>
              <a:gd name="connsiteX1" fmla="*/ 370449 w 1549746"/>
              <a:gd name="connsiteY1" fmla="*/ 220798 h 2618562"/>
              <a:gd name="connsiteX2" fmla="*/ 505520 w 1549746"/>
              <a:gd name="connsiteY2" fmla="*/ 5594 h 2618562"/>
              <a:gd name="connsiteX3" fmla="*/ 616019 w 1549746"/>
              <a:gd name="connsiteY3" fmla="*/ 30458 h 2618562"/>
              <a:gd name="connsiteX4" fmla="*/ 627662 w 1549746"/>
              <a:gd name="connsiteY4" fmla="*/ 252823 h 2618562"/>
              <a:gd name="connsiteX5" fmla="*/ 729157 w 1549746"/>
              <a:gd name="connsiteY5" fmla="*/ 1480515 h 2618562"/>
              <a:gd name="connsiteX6" fmla="*/ 1245623 w 1549746"/>
              <a:gd name="connsiteY6" fmla="*/ 2081650 h 2618562"/>
              <a:gd name="connsiteX7" fmla="*/ 1541957 w 1549746"/>
              <a:gd name="connsiteY7" fmla="*/ 2352583 h 2618562"/>
              <a:gd name="connsiteX8" fmla="*/ 1398023 w 1549746"/>
              <a:gd name="connsiteY8" fmla="*/ 2496517 h 2618562"/>
              <a:gd name="connsiteX9" fmla="*/ 729157 w 1549746"/>
              <a:gd name="connsiteY9" fmla="*/ 1920783 h 2618562"/>
              <a:gd name="connsiteX10" fmla="*/ 542890 w 1549746"/>
              <a:gd name="connsiteY10" fmla="*/ 1869983 h 2618562"/>
              <a:gd name="connsiteX11" fmla="*/ 339690 w 1549746"/>
              <a:gd name="connsiteY11" fmla="*/ 2301783 h 2618562"/>
              <a:gd name="connsiteX12" fmla="*/ 178824 w 1549746"/>
              <a:gd name="connsiteY12" fmla="*/ 2606583 h 2618562"/>
              <a:gd name="connsiteX13" fmla="*/ 1024 w 1549746"/>
              <a:gd name="connsiteY13" fmla="*/ 2496516 h 2618562"/>
              <a:gd name="connsiteX14" fmla="*/ 263490 w 1549746"/>
              <a:gd name="connsiteY14" fmla="*/ 1946183 h 2618562"/>
              <a:gd name="connsiteX15" fmla="*/ 382023 w 1549746"/>
              <a:gd name="connsiteY15" fmla="*/ 1632916 h 2618562"/>
              <a:gd name="connsiteX16" fmla="*/ 398956 w 1549746"/>
              <a:gd name="connsiteY16" fmla="*/ 1209583 h 2618562"/>
              <a:gd name="connsiteX0" fmla="*/ 398956 w 1549746"/>
              <a:gd name="connsiteY0" fmla="*/ 1209583 h 2618562"/>
              <a:gd name="connsiteX1" fmla="*/ 376616 w 1549746"/>
              <a:gd name="connsiteY1" fmla="*/ 149221 h 2618562"/>
              <a:gd name="connsiteX2" fmla="*/ 505520 w 1549746"/>
              <a:gd name="connsiteY2" fmla="*/ 5594 h 2618562"/>
              <a:gd name="connsiteX3" fmla="*/ 616019 w 1549746"/>
              <a:gd name="connsiteY3" fmla="*/ 30458 h 2618562"/>
              <a:gd name="connsiteX4" fmla="*/ 627662 w 1549746"/>
              <a:gd name="connsiteY4" fmla="*/ 252823 h 2618562"/>
              <a:gd name="connsiteX5" fmla="*/ 729157 w 1549746"/>
              <a:gd name="connsiteY5" fmla="*/ 1480515 h 2618562"/>
              <a:gd name="connsiteX6" fmla="*/ 1245623 w 1549746"/>
              <a:gd name="connsiteY6" fmla="*/ 2081650 h 2618562"/>
              <a:gd name="connsiteX7" fmla="*/ 1541957 w 1549746"/>
              <a:gd name="connsiteY7" fmla="*/ 2352583 h 2618562"/>
              <a:gd name="connsiteX8" fmla="*/ 1398023 w 1549746"/>
              <a:gd name="connsiteY8" fmla="*/ 2496517 h 2618562"/>
              <a:gd name="connsiteX9" fmla="*/ 729157 w 1549746"/>
              <a:gd name="connsiteY9" fmla="*/ 1920783 h 2618562"/>
              <a:gd name="connsiteX10" fmla="*/ 542890 w 1549746"/>
              <a:gd name="connsiteY10" fmla="*/ 1869983 h 2618562"/>
              <a:gd name="connsiteX11" fmla="*/ 339690 w 1549746"/>
              <a:gd name="connsiteY11" fmla="*/ 2301783 h 2618562"/>
              <a:gd name="connsiteX12" fmla="*/ 178824 w 1549746"/>
              <a:gd name="connsiteY12" fmla="*/ 2606583 h 2618562"/>
              <a:gd name="connsiteX13" fmla="*/ 1024 w 1549746"/>
              <a:gd name="connsiteY13" fmla="*/ 2496516 h 2618562"/>
              <a:gd name="connsiteX14" fmla="*/ 263490 w 1549746"/>
              <a:gd name="connsiteY14" fmla="*/ 1946183 h 2618562"/>
              <a:gd name="connsiteX15" fmla="*/ 382023 w 1549746"/>
              <a:gd name="connsiteY15" fmla="*/ 1632916 h 2618562"/>
              <a:gd name="connsiteX16" fmla="*/ 398956 w 1549746"/>
              <a:gd name="connsiteY16" fmla="*/ 1209583 h 2618562"/>
              <a:gd name="connsiteX0" fmla="*/ 398956 w 1549746"/>
              <a:gd name="connsiteY0" fmla="*/ 1214149 h 2623128"/>
              <a:gd name="connsiteX1" fmla="*/ 376616 w 1549746"/>
              <a:gd name="connsiteY1" fmla="*/ 153787 h 2623128"/>
              <a:gd name="connsiteX2" fmla="*/ 505520 w 1549746"/>
              <a:gd name="connsiteY2" fmla="*/ 10160 h 2623128"/>
              <a:gd name="connsiteX3" fmla="*/ 616019 w 1549746"/>
              <a:gd name="connsiteY3" fmla="*/ 35024 h 2623128"/>
              <a:gd name="connsiteX4" fmla="*/ 627662 w 1549746"/>
              <a:gd name="connsiteY4" fmla="*/ 257389 h 2623128"/>
              <a:gd name="connsiteX5" fmla="*/ 729157 w 1549746"/>
              <a:gd name="connsiteY5" fmla="*/ 1485081 h 2623128"/>
              <a:gd name="connsiteX6" fmla="*/ 1245623 w 1549746"/>
              <a:gd name="connsiteY6" fmla="*/ 2086216 h 2623128"/>
              <a:gd name="connsiteX7" fmla="*/ 1541957 w 1549746"/>
              <a:gd name="connsiteY7" fmla="*/ 2357149 h 2623128"/>
              <a:gd name="connsiteX8" fmla="*/ 1398023 w 1549746"/>
              <a:gd name="connsiteY8" fmla="*/ 2501083 h 2623128"/>
              <a:gd name="connsiteX9" fmla="*/ 729157 w 1549746"/>
              <a:gd name="connsiteY9" fmla="*/ 1925349 h 2623128"/>
              <a:gd name="connsiteX10" fmla="*/ 542890 w 1549746"/>
              <a:gd name="connsiteY10" fmla="*/ 1874549 h 2623128"/>
              <a:gd name="connsiteX11" fmla="*/ 339690 w 1549746"/>
              <a:gd name="connsiteY11" fmla="*/ 2306349 h 2623128"/>
              <a:gd name="connsiteX12" fmla="*/ 178824 w 1549746"/>
              <a:gd name="connsiteY12" fmla="*/ 2611149 h 2623128"/>
              <a:gd name="connsiteX13" fmla="*/ 1024 w 1549746"/>
              <a:gd name="connsiteY13" fmla="*/ 2501082 h 2623128"/>
              <a:gd name="connsiteX14" fmla="*/ 263490 w 1549746"/>
              <a:gd name="connsiteY14" fmla="*/ 1950749 h 2623128"/>
              <a:gd name="connsiteX15" fmla="*/ 382023 w 1549746"/>
              <a:gd name="connsiteY15" fmla="*/ 1637482 h 2623128"/>
              <a:gd name="connsiteX16" fmla="*/ 398956 w 1549746"/>
              <a:gd name="connsiteY16" fmla="*/ 1214149 h 2623128"/>
              <a:gd name="connsiteX0" fmla="*/ 398956 w 1549746"/>
              <a:gd name="connsiteY0" fmla="*/ 1214149 h 2623128"/>
              <a:gd name="connsiteX1" fmla="*/ 376616 w 1549746"/>
              <a:gd name="connsiteY1" fmla="*/ 153787 h 2623128"/>
              <a:gd name="connsiteX2" fmla="*/ 505520 w 1549746"/>
              <a:gd name="connsiteY2" fmla="*/ 10160 h 2623128"/>
              <a:gd name="connsiteX3" fmla="*/ 616019 w 1549746"/>
              <a:gd name="connsiteY3" fmla="*/ 35024 h 2623128"/>
              <a:gd name="connsiteX4" fmla="*/ 627662 w 1549746"/>
              <a:gd name="connsiteY4" fmla="*/ 257389 h 2623128"/>
              <a:gd name="connsiteX5" fmla="*/ 734798 w 1549746"/>
              <a:gd name="connsiteY5" fmla="*/ 1494941 h 2623128"/>
              <a:gd name="connsiteX6" fmla="*/ 1245623 w 1549746"/>
              <a:gd name="connsiteY6" fmla="*/ 2086216 h 2623128"/>
              <a:gd name="connsiteX7" fmla="*/ 1541957 w 1549746"/>
              <a:gd name="connsiteY7" fmla="*/ 2357149 h 2623128"/>
              <a:gd name="connsiteX8" fmla="*/ 1398023 w 1549746"/>
              <a:gd name="connsiteY8" fmla="*/ 2501083 h 2623128"/>
              <a:gd name="connsiteX9" fmla="*/ 729157 w 1549746"/>
              <a:gd name="connsiteY9" fmla="*/ 1925349 h 2623128"/>
              <a:gd name="connsiteX10" fmla="*/ 542890 w 1549746"/>
              <a:gd name="connsiteY10" fmla="*/ 1874549 h 2623128"/>
              <a:gd name="connsiteX11" fmla="*/ 339690 w 1549746"/>
              <a:gd name="connsiteY11" fmla="*/ 2306349 h 2623128"/>
              <a:gd name="connsiteX12" fmla="*/ 178824 w 1549746"/>
              <a:gd name="connsiteY12" fmla="*/ 2611149 h 2623128"/>
              <a:gd name="connsiteX13" fmla="*/ 1024 w 1549746"/>
              <a:gd name="connsiteY13" fmla="*/ 2501082 h 2623128"/>
              <a:gd name="connsiteX14" fmla="*/ 263490 w 1549746"/>
              <a:gd name="connsiteY14" fmla="*/ 1950749 h 2623128"/>
              <a:gd name="connsiteX15" fmla="*/ 382023 w 1549746"/>
              <a:gd name="connsiteY15" fmla="*/ 1637482 h 2623128"/>
              <a:gd name="connsiteX16" fmla="*/ 398956 w 1549746"/>
              <a:gd name="connsiteY16" fmla="*/ 1214149 h 2623128"/>
              <a:gd name="connsiteX0" fmla="*/ 398956 w 1549746"/>
              <a:gd name="connsiteY0" fmla="*/ 1214149 h 2623128"/>
              <a:gd name="connsiteX1" fmla="*/ 376616 w 1549746"/>
              <a:gd name="connsiteY1" fmla="*/ 153787 h 2623128"/>
              <a:gd name="connsiteX2" fmla="*/ 505520 w 1549746"/>
              <a:gd name="connsiteY2" fmla="*/ 10160 h 2623128"/>
              <a:gd name="connsiteX3" fmla="*/ 616019 w 1549746"/>
              <a:gd name="connsiteY3" fmla="*/ 35024 h 2623128"/>
              <a:gd name="connsiteX4" fmla="*/ 627662 w 1549746"/>
              <a:gd name="connsiteY4" fmla="*/ 257389 h 2623128"/>
              <a:gd name="connsiteX5" fmla="*/ 734798 w 1549746"/>
              <a:gd name="connsiteY5" fmla="*/ 1494941 h 2623128"/>
              <a:gd name="connsiteX6" fmla="*/ 1245623 w 1549746"/>
              <a:gd name="connsiteY6" fmla="*/ 2086216 h 2623128"/>
              <a:gd name="connsiteX7" fmla="*/ 1541957 w 1549746"/>
              <a:gd name="connsiteY7" fmla="*/ 2357149 h 2623128"/>
              <a:gd name="connsiteX8" fmla="*/ 1398023 w 1549746"/>
              <a:gd name="connsiteY8" fmla="*/ 2501083 h 2623128"/>
              <a:gd name="connsiteX9" fmla="*/ 729157 w 1549746"/>
              <a:gd name="connsiteY9" fmla="*/ 1925349 h 2623128"/>
              <a:gd name="connsiteX10" fmla="*/ 542890 w 1549746"/>
              <a:gd name="connsiteY10" fmla="*/ 1874549 h 2623128"/>
              <a:gd name="connsiteX11" fmla="*/ 339690 w 1549746"/>
              <a:gd name="connsiteY11" fmla="*/ 2306349 h 2623128"/>
              <a:gd name="connsiteX12" fmla="*/ 178824 w 1549746"/>
              <a:gd name="connsiteY12" fmla="*/ 2611149 h 2623128"/>
              <a:gd name="connsiteX13" fmla="*/ 1024 w 1549746"/>
              <a:gd name="connsiteY13" fmla="*/ 2501082 h 2623128"/>
              <a:gd name="connsiteX14" fmla="*/ 263490 w 1549746"/>
              <a:gd name="connsiteY14" fmla="*/ 1950749 h 2623128"/>
              <a:gd name="connsiteX15" fmla="*/ 382023 w 1549746"/>
              <a:gd name="connsiteY15" fmla="*/ 1637482 h 2623128"/>
              <a:gd name="connsiteX16" fmla="*/ 398956 w 1549746"/>
              <a:gd name="connsiteY16" fmla="*/ 1214149 h 2623128"/>
              <a:gd name="connsiteX0" fmla="*/ 398956 w 1549746"/>
              <a:gd name="connsiteY0" fmla="*/ 1214149 h 2623128"/>
              <a:gd name="connsiteX1" fmla="*/ 376616 w 1549746"/>
              <a:gd name="connsiteY1" fmla="*/ 153787 h 2623128"/>
              <a:gd name="connsiteX2" fmla="*/ 505520 w 1549746"/>
              <a:gd name="connsiteY2" fmla="*/ 10160 h 2623128"/>
              <a:gd name="connsiteX3" fmla="*/ 616019 w 1549746"/>
              <a:gd name="connsiteY3" fmla="*/ 35024 h 2623128"/>
              <a:gd name="connsiteX4" fmla="*/ 627662 w 1549746"/>
              <a:gd name="connsiteY4" fmla="*/ 257389 h 2623128"/>
              <a:gd name="connsiteX5" fmla="*/ 734798 w 1549746"/>
              <a:gd name="connsiteY5" fmla="*/ 1494941 h 2623128"/>
              <a:gd name="connsiteX6" fmla="*/ 1245623 w 1549746"/>
              <a:gd name="connsiteY6" fmla="*/ 2086216 h 2623128"/>
              <a:gd name="connsiteX7" fmla="*/ 1541957 w 1549746"/>
              <a:gd name="connsiteY7" fmla="*/ 2357149 h 2623128"/>
              <a:gd name="connsiteX8" fmla="*/ 1398023 w 1549746"/>
              <a:gd name="connsiteY8" fmla="*/ 2501083 h 2623128"/>
              <a:gd name="connsiteX9" fmla="*/ 729157 w 1549746"/>
              <a:gd name="connsiteY9" fmla="*/ 1925349 h 2623128"/>
              <a:gd name="connsiteX10" fmla="*/ 542890 w 1549746"/>
              <a:gd name="connsiteY10" fmla="*/ 1874549 h 2623128"/>
              <a:gd name="connsiteX11" fmla="*/ 339690 w 1549746"/>
              <a:gd name="connsiteY11" fmla="*/ 2306349 h 2623128"/>
              <a:gd name="connsiteX12" fmla="*/ 178824 w 1549746"/>
              <a:gd name="connsiteY12" fmla="*/ 2611149 h 2623128"/>
              <a:gd name="connsiteX13" fmla="*/ 1024 w 1549746"/>
              <a:gd name="connsiteY13" fmla="*/ 2501082 h 2623128"/>
              <a:gd name="connsiteX14" fmla="*/ 263490 w 1549746"/>
              <a:gd name="connsiteY14" fmla="*/ 1950749 h 2623128"/>
              <a:gd name="connsiteX15" fmla="*/ 382023 w 1549746"/>
              <a:gd name="connsiteY15" fmla="*/ 1637482 h 2623128"/>
              <a:gd name="connsiteX16" fmla="*/ 398956 w 1549746"/>
              <a:gd name="connsiteY16" fmla="*/ 1214149 h 2623128"/>
              <a:gd name="connsiteX0" fmla="*/ 398956 w 1549746"/>
              <a:gd name="connsiteY0" fmla="*/ 1214149 h 2623128"/>
              <a:gd name="connsiteX1" fmla="*/ 376616 w 1549746"/>
              <a:gd name="connsiteY1" fmla="*/ 153787 h 2623128"/>
              <a:gd name="connsiteX2" fmla="*/ 505520 w 1549746"/>
              <a:gd name="connsiteY2" fmla="*/ 10160 h 2623128"/>
              <a:gd name="connsiteX3" fmla="*/ 616019 w 1549746"/>
              <a:gd name="connsiteY3" fmla="*/ 35024 h 2623128"/>
              <a:gd name="connsiteX4" fmla="*/ 627662 w 1549746"/>
              <a:gd name="connsiteY4" fmla="*/ 257389 h 2623128"/>
              <a:gd name="connsiteX5" fmla="*/ 637238 w 1549746"/>
              <a:gd name="connsiteY5" fmla="*/ 908439 h 2623128"/>
              <a:gd name="connsiteX6" fmla="*/ 734798 w 1549746"/>
              <a:gd name="connsiteY6" fmla="*/ 1494941 h 2623128"/>
              <a:gd name="connsiteX7" fmla="*/ 1245623 w 1549746"/>
              <a:gd name="connsiteY7" fmla="*/ 2086216 h 2623128"/>
              <a:gd name="connsiteX8" fmla="*/ 1541957 w 1549746"/>
              <a:gd name="connsiteY8" fmla="*/ 2357149 h 2623128"/>
              <a:gd name="connsiteX9" fmla="*/ 1398023 w 1549746"/>
              <a:gd name="connsiteY9" fmla="*/ 2501083 h 2623128"/>
              <a:gd name="connsiteX10" fmla="*/ 729157 w 1549746"/>
              <a:gd name="connsiteY10" fmla="*/ 1925349 h 2623128"/>
              <a:gd name="connsiteX11" fmla="*/ 542890 w 1549746"/>
              <a:gd name="connsiteY11" fmla="*/ 1874549 h 2623128"/>
              <a:gd name="connsiteX12" fmla="*/ 339690 w 1549746"/>
              <a:gd name="connsiteY12" fmla="*/ 2306349 h 2623128"/>
              <a:gd name="connsiteX13" fmla="*/ 178824 w 1549746"/>
              <a:gd name="connsiteY13" fmla="*/ 2611149 h 2623128"/>
              <a:gd name="connsiteX14" fmla="*/ 1024 w 1549746"/>
              <a:gd name="connsiteY14" fmla="*/ 2501082 h 2623128"/>
              <a:gd name="connsiteX15" fmla="*/ 263490 w 1549746"/>
              <a:gd name="connsiteY15" fmla="*/ 1950749 h 2623128"/>
              <a:gd name="connsiteX16" fmla="*/ 382023 w 1549746"/>
              <a:gd name="connsiteY16" fmla="*/ 1637482 h 2623128"/>
              <a:gd name="connsiteX17" fmla="*/ 398956 w 1549746"/>
              <a:gd name="connsiteY17" fmla="*/ 1214149 h 2623128"/>
              <a:gd name="connsiteX0" fmla="*/ 398956 w 1549746"/>
              <a:gd name="connsiteY0" fmla="*/ 1214149 h 2623128"/>
              <a:gd name="connsiteX1" fmla="*/ 376616 w 1549746"/>
              <a:gd name="connsiteY1" fmla="*/ 153787 h 2623128"/>
              <a:gd name="connsiteX2" fmla="*/ 505520 w 1549746"/>
              <a:gd name="connsiteY2" fmla="*/ 10160 h 2623128"/>
              <a:gd name="connsiteX3" fmla="*/ 616019 w 1549746"/>
              <a:gd name="connsiteY3" fmla="*/ 35024 h 2623128"/>
              <a:gd name="connsiteX4" fmla="*/ 627662 w 1549746"/>
              <a:gd name="connsiteY4" fmla="*/ 257389 h 2623128"/>
              <a:gd name="connsiteX5" fmla="*/ 637238 w 1549746"/>
              <a:gd name="connsiteY5" fmla="*/ 908439 h 2623128"/>
              <a:gd name="connsiteX6" fmla="*/ 719055 w 1549746"/>
              <a:gd name="connsiteY6" fmla="*/ 1577230 h 2623128"/>
              <a:gd name="connsiteX7" fmla="*/ 1245623 w 1549746"/>
              <a:gd name="connsiteY7" fmla="*/ 2086216 h 2623128"/>
              <a:gd name="connsiteX8" fmla="*/ 1541957 w 1549746"/>
              <a:gd name="connsiteY8" fmla="*/ 2357149 h 2623128"/>
              <a:gd name="connsiteX9" fmla="*/ 1398023 w 1549746"/>
              <a:gd name="connsiteY9" fmla="*/ 2501083 h 2623128"/>
              <a:gd name="connsiteX10" fmla="*/ 729157 w 1549746"/>
              <a:gd name="connsiteY10" fmla="*/ 1925349 h 2623128"/>
              <a:gd name="connsiteX11" fmla="*/ 542890 w 1549746"/>
              <a:gd name="connsiteY11" fmla="*/ 1874549 h 2623128"/>
              <a:gd name="connsiteX12" fmla="*/ 339690 w 1549746"/>
              <a:gd name="connsiteY12" fmla="*/ 2306349 h 2623128"/>
              <a:gd name="connsiteX13" fmla="*/ 178824 w 1549746"/>
              <a:gd name="connsiteY13" fmla="*/ 2611149 h 2623128"/>
              <a:gd name="connsiteX14" fmla="*/ 1024 w 1549746"/>
              <a:gd name="connsiteY14" fmla="*/ 2501082 h 2623128"/>
              <a:gd name="connsiteX15" fmla="*/ 263490 w 1549746"/>
              <a:gd name="connsiteY15" fmla="*/ 1950749 h 2623128"/>
              <a:gd name="connsiteX16" fmla="*/ 382023 w 1549746"/>
              <a:gd name="connsiteY16" fmla="*/ 1637482 h 2623128"/>
              <a:gd name="connsiteX17" fmla="*/ 398956 w 1549746"/>
              <a:gd name="connsiteY17" fmla="*/ 1214149 h 2623128"/>
              <a:gd name="connsiteX0" fmla="*/ 398956 w 1549746"/>
              <a:gd name="connsiteY0" fmla="*/ 1214149 h 2623128"/>
              <a:gd name="connsiteX1" fmla="*/ 376616 w 1549746"/>
              <a:gd name="connsiteY1" fmla="*/ 153787 h 2623128"/>
              <a:gd name="connsiteX2" fmla="*/ 505520 w 1549746"/>
              <a:gd name="connsiteY2" fmla="*/ 10160 h 2623128"/>
              <a:gd name="connsiteX3" fmla="*/ 616019 w 1549746"/>
              <a:gd name="connsiteY3" fmla="*/ 35024 h 2623128"/>
              <a:gd name="connsiteX4" fmla="*/ 627662 w 1549746"/>
              <a:gd name="connsiteY4" fmla="*/ 257389 h 2623128"/>
              <a:gd name="connsiteX5" fmla="*/ 637238 w 1549746"/>
              <a:gd name="connsiteY5" fmla="*/ 908439 h 2623128"/>
              <a:gd name="connsiteX6" fmla="*/ 719055 w 1549746"/>
              <a:gd name="connsiteY6" fmla="*/ 1577230 h 2623128"/>
              <a:gd name="connsiteX7" fmla="*/ 1245623 w 1549746"/>
              <a:gd name="connsiteY7" fmla="*/ 2086216 h 2623128"/>
              <a:gd name="connsiteX8" fmla="*/ 1541957 w 1549746"/>
              <a:gd name="connsiteY8" fmla="*/ 2357149 h 2623128"/>
              <a:gd name="connsiteX9" fmla="*/ 1398023 w 1549746"/>
              <a:gd name="connsiteY9" fmla="*/ 2501083 h 2623128"/>
              <a:gd name="connsiteX10" fmla="*/ 729157 w 1549746"/>
              <a:gd name="connsiteY10" fmla="*/ 1925349 h 2623128"/>
              <a:gd name="connsiteX11" fmla="*/ 542890 w 1549746"/>
              <a:gd name="connsiteY11" fmla="*/ 1874549 h 2623128"/>
              <a:gd name="connsiteX12" fmla="*/ 339690 w 1549746"/>
              <a:gd name="connsiteY12" fmla="*/ 2306349 h 2623128"/>
              <a:gd name="connsiteX13" fmla="*/ 178824 w 1549746"/>
              <a:gd name="connsiteY13" fmla="*/ 2611149 h 2623128"/>
              <a:gd name="connsiteX14" fmla="*/ 1024 w 1549746"/>
              <a:gd name="connsiteY14" fmla="*/ 2501082 h 2623128"/>
              <a:gd name="connsiteX15" fmla="*/ 263490 w 1549746"/>
              <a:gd name="connsiteY15" fmla="*/ 1950749 h 2623128"/>
              <a:gd name="connsiteX16" fmla="*/ 382023 w 1549746"/>
              <a:gd name="connsiteY16" fmla="*/ 1637482 h 2623128"/>
              <a:gd name="connsiteX17" fmla="*/ 398956 w 1549746"/>
              <a:gd name="connsiteY17" fmla="*/ 1214149 h 2623128"/>
              <a:gd name="connsiteX0" fmla="*/ 398956 w 1549746"/>
              <a:gd name="connsiteY0" fmla="*/ 1214149 h 2623128"/>
              <a:gd name="connsiteX1" fmla="*/ 376616 w 1549746"/>
              <a:gd name="connsiteY1" fmla="*/ 153787 h 2623128"/>
              <a:gd name="connsiteX2" fmla="*/ 505520 w 1549746"/>
              <a:gd name="connsiteY2" fmla="*/ 10160 h 2623128"/>
              <a:gd name="connsiteX3" fmla="*/ 616019 w 1549746"/>
              <a:gd name="connsiteY3" fmla="*/ 35024 h 2623128"/>
              <a:gd name="connsiteX4" fmla="*/ 627662 w 1549746"/>
              <a:gd name="connsiteY4" fmla="*/ 257389 h 2623128"/>
              <a:gd name="connsiteX5" fmla="*/ 637238 w 1549746"/>
              <a:gd name="connsiteY5" fmla="*/ 908439 h 2623128"/>
              <a:gd name="connsiteX6" fmla="*/ 699619 w 1549746"/>
              <a:gd name="connsiteY6" fmla="*/ 1593582 h 2623128"/>
              <a:gd name="connsiteX7" fmla="*/ 1245623 w 1549746"/>
              <a:gd name="connsiteY7" fmla="*/ 2086216 h 2623128"/>
              <a:gd name="connsiteX8" fmla="*/ 1541957 w 1549746"/>
              <a:gd name="connsiteY8" fmla="*/ 2357149 h 2623128"/>
              <a:gd name="connsiteX9" fmla="*/ 1398023 w 1549746"/>
              <a:gd name="connsiteY9" fmla="*/ 2501083 h 2623128"/>
              <a:gd name="connsiteX10" fmla="*/ 729157 w 1549746"/>
              <a:gd name="connsiteY10" fmla="*/ 1925349 h 2623128"/>
              <a:gd name="connsiteX11" fmla="*/ 542890 w 1549746"/>
              <a:gd name="connsiteY11" fmla="*/ 1874549 h 2623128"/>
              <a:gd name="connsiteX12" fmla="*/ 339690 w 1549746"/>
              <a:gd name="connsiteY12" fmla="*/ 2306349 h 2623128"/>
              <a:gd name="connsiteX13" fmla="*/ 178824 w 1549746"/>
              <a:gd name="connsiteY13" fmla="*/ 2611149 h 2623128"/>
              <a:gd name="connsiteX14" fmla="*/ 1024 w 1549746"/>
              <a:gd name="connsiteY14" fmla="*/ 2501082 h 2623128"/>
              <a:gd name="connsiteX15" fmla="*/ 263490 w 1549746"/>
              <a:gd name="connsiteY15" fmla="*/ 1950749 h 2623128"/>
              <a:gd name="connsiteX16" fmla="*/ 382023 w 1549746"/>
              <a:gd name="connsiteY16" fmla="*/ 1637482 h 2623128"/>
              <a:gd name="connsiteX17" fmla="*/ 398956 w 1549746"/>
              <a:gd name="connsiteY17" fmla="*/ 1214149 h 2623128"/>
              <a:gd name="connsiteX0" fmla="*/ 398956 w 1549746"/>
              <a:gd name="connsiteY0" fmla="*/ 1214149 h 2623128"/>
              <a:gd name="connsiteX1" fmla="*/ 376616 w 1549746"/>
              <a:gd name="connsiteY1" fmla="*/ 153787 h 2623128"/>
              <a:gd name="connsiteX2" fmla="*/ 505520 w 1549746"/>
              <a:gd name="connsiteY2" fmla="*/ 10160 h 2623128"/>
              <a:gd name="connsiteX3" fmla="*/ 616019 w 1549746"/>
              <a:gd name="connsiteY3" fmla="*/ 35024 h 2623128"/>
              <a:gd name="connsiteX4" fmla="*/ 627662 w 1549746"/>
              <a:gd name="connsiteY4" fmla="*/ 257389 h 2623128"/>
              <a:gd name="connsiteX5" fmla="*/ 637238 w 1549746"/>
              <a:gd name="connsiteY5" fmla="*/ 908439 h 2623128"/>
              <a:gd name="connsiteX6" fmla="*/ 699619 w 1549746"/>
              <a:gd name="connsiteY6" fmla="*/ 1593582 h 2623128"/>
              <a:gd name="connsiteX7" fmla="*/ 1245623 w 1549746"/>
              <a:gd name="connsiteY7" fmla="*/ 2086216 h 2623128"/>
              <a:gd name="connsiteX8" fmla="*/ 1541957 w 1549746"/>
              <a:gd name="connsiteY8" fmla="*/ 2357149 h 2623128"/>
              <a:gd name="connsiteX9" fmla="*/ 1398023 w 1549746"/>
              <a:gd name="connsiteY9" fmla="*/ 2501083 h 2623128"/>
              <a:gd name="connsiteX10" fmla="*/ 729157 w 1549746"/>
              <a:gd name="connsiteY10" fmla="*/ 1925349 h 2623128"/>
              <a:gd name="connsiteX11" fmla="*/ 542890 w 1549746"/>
              <a:gd name="connsiteY11" fmla="*/ 1874549 h 2623128"/>
              <a:gd name="connsiteX12" fmla="*/ 339690 w 1549746"/>
              <a:gd name="connsiteY12" fmla="*/ 2306349 h 2623128"/>
              <a:gd name="connsiteX13" fmla="*/ 178824 w 1549746"/>
              <a:gd name="connsiteY13" fmla="*/ 2611149 h 2623128"/>
              <a:gd name="connsiteX14" fmla="*/ 1024 w 1549746"/>
              <a:gd name="connsiteY14" fmla="*/ 2501082 h 2623128"/>
              <a:gd name="connsiteX15" fmla="*/ 263490 w 1549746"/>
              <a:gd name="connsiteY15" fmla="*/ 1950749 h 2623128"/>
              <a:gd name="connsiteX16" fmla="*/ 405963 w 1549746"/>
              <a:gd name="connsiteY16" fmla="*/ 1610701 h 2623128"/>
              <a:gd name="connsiteX17" fmla="*/ 398956 w 1549746"/>
              <a:gd name="connsiteY17" fmla="*/ 1214149 h 2623128"/>
              <a:gd name="connsiteX0" fmla="*/ 398956 w 1549746"/>
              <a:gd name="connsiteY0" fmla="*/ 1209583 h 2618562"/>
              <a:gd name="connsiteX1" fmla="*/ 376616 w 1549746"/>
              <a:gd name="connsiteY1" fmla="*/ 149221 h 2618562"/>
              <a:gd name="connsiteX2" fmla="*/ 505520 w 1549746"/>
              <a:gd name="connsiteY2" fmla="*/ 5594 h 2618562"/>
              <a:gd name="connsiteX3" fmla="*/ 616019 w 1549746"/>
              <a:gd name="connsiteY3" fmla="*/ 30458 h 2618562"/>
              <a:gd name="connsiteX4" fmla="*/ 627662 w 1549746"/>
              <a:gd name="connsiteY4" fmla="*/ 252823 h 2618562"/>
              <a:gd name="connsiteX5" fmla="*/ 637238 w 1549746"/>
              <a:gd name="connsiteY5" fmla="*/ 903873 h 2618562"/>
              <a:gd name="connsiteX6" fmla="*/ 699619 w 1549746"/>
              <a:gd name="connsiteY6" fmla="*/ 1589016 h 2618562"/>
              <a:gd name="connsiteX7" fmla="*/ 1245623 w 1549746"/>
              <a:gd name="connsiteY7" fmla="*/ 2081650 h 2618562"/>
              <a:gd name="connsiteX8" fmla="*/ 1541957 w 1549746"/>
              <a:gd name="connsiteY8" fmla="*/ 2352583 h 2618562"/>
              <a:gd name="connsiteX9" fmla="*/ 1398023 w 1549746"/>
              <a:gd name="connsiteY9" fmla="*/ 2496517 h 2618562"/>
              <a:gd name="connsiteX10" fmla="*/ 729157 w 1549746"/>
              <a:gd name="connsiteY10" fmla="*/ 1920783 h 2618562"/>
              <a:gd name="connsiteX11" fmla="*/ 542890 w 1549746"/>
              <a:gd name="connsiteY11" fmla="*/ 1869983 h 2618562"/>
              <a:gd name="connsiteX12" fmla="*/ 339690 w 1549746"/>
              <a:gd name="connsiteY12" fmla="*/ 2301783 h 2618562"/>
              <a:gd name="connsiteX13" fmla="*/ 178824 w 1549746"/>
              <a:gd name="connsiteY13" fmla="*/ 2606583 h 2618562"/>
              <a:gd name="connsiteX14" fmla="*/ 1024 w 1549746"/>
              <a:gd name="connsiteY14" fmla="*/ 2496516 h 2618562"/>
              <a:gd name="connsiteX15" fmla="*/ 263490 w 1549746"/>
              <a:gd name="connsiteY15" fmla="*/ 1946183 h 2618562"/>
              <a:gd name="connsiteX16" fmla="*/ 405963 w 1549746"/>
              <a:gd name="connsiteY16" fmla="*/ 1606135 h 2618562"/>
              <a:gd name="connsiteX17" fmla="*/ 398956 w 1549746"/>
              <a:gd name="connsiteY17" fmla="*/ 1209583 h 2618562"/>
              <a:gd name="connsiteX0" fmla="*/ 398957 w 1549747"/>
              <a:gd name="connsiteY0" fmla="*/ 1209583 h 2622866"/>
              <a:gd name="connsiteX1" fmla="*/ 376617 w 1549747"/>
              <a:gd name="connsiteY1" fmla="*/ 149221 h 2622866"/>
              <a:gd name="connsiteX2" fmla="*/ 505521 w 1549747"/>
              <a:gd name="connsiteY2" fmla="*/ 5594 h 2622866"/>
              <a:gd name="connsiteX3" fmla="*/ 616020 w 1549747"/>
              <a:gd name="connsiteY3" fmla="*/ 30458 h 2622866"/>
              <a:gd name="connsiteX4" fmla="*/ 627663 w 1549747"/>
              <a:gd name="connsiteY4" fmla="*/ 252823 h 2622866"/>
              <a:gd name="connsiteX5" fmla="*/ 637239 w 1549747"/>
              <a:gd name="connsiteY5" fmla="*/ 903873 h 2622866"/>
              <a:gd name="connsiteX6" fmla="*/ 699620 w 1549747"/>
              <a:gd name="connsiteY6" fmla="*/ 1589016 h 2622866"/>
              <a:gd name="connsiteX7" fmla="*/ 1245624 w 1549747"/>
              <a:gd name="connsiteY7" fmla="*/ 2081650 h 2622866"/>
              <a:gd name="connsiteX8" fmla="*/ 1541958 w 1549747"/>
              <a:gd name="connsiteY8" fmla="*/ 2352583 h 2622866"/>
              <a:gd name="connsiteX9" fmla="*/ 1398024 w 1549747"/>
              <a:gd name="connsiteY9" fmla="*/ 2496517 h 2622866"/>
              <a:gd name="connsiteX10" fmla="*/ 729158 w 1549747"/>
              <a:gd name="connsiteY10" fmla="*/ 1920783 h 2622866"/>
              <a:gd name="connsiteX11" fmla="*/ 542891 w 1549747"/>
              <a:gd name="connsiteY11" fmla="*/ 1869983 h 2622866"/>
              <a:gd name="connsiteX12" fmla="*/ 341354 w 1549747"/>
              <a:gd name="connsiteY12" fmla="*/ 2240635 h 2622866"/>
              <a:gd name="connsiteX13" fmla="*/ 178825 w 1549747"/>
              <a:gd name="connsiteY13" fmla="*/ 2606583 h 2622866"/>
              <a:gd name="connsiteX14" fmla="*/ 1025 w 1549747"/>
              <a:gd name="connsiteY14" fmla="*/ 2496516 h 2622866"/>
              <a:gd name="connsiteX15" fmla="*/ 263491 w 1549747"/>
              <a:gd name="connsiteY15" fmla="*/ 1946183 h 2622866"/>
              <a:gd name="connsiteX16" fmla="*/ 405964 w 1549747"/>
              <a:gd name="connsiteY16" fmla="*/ 1606135 h 2622866"/>
              <a:gd name="connsiteX17" fmla="*/ 398957 w 1549747"/>
              <a:gd name="connsiteY17" fmla="*/ 1209583 h 2622866"/>
              <a:gd name="connsiteX0" fmla="*/ 398981 w 1549771"/>
              <a:gd name="connsiteY0" fmla="*/ 1209583 h 2622946"/>
              <a:gd name="connsiteX1" fmla="*/ 376641 w 1549771"/>
              <a:gd name="connsiteY1" fmla="*/ 149221 h 2622946"/>
              <a:gd name="connsiteX2" fmla="*/ 505545 w 1549771"/>
              <a:gd name="connsiteY2" fmla="*/ 5594 h 2622946"/>
              <a:gd name="connsiteX3" fmla="*/ 616044 w 1549771"/>
              <a:gd name="connsiteY3" fmla="*/ 30458 h 2622946"/>
              <a:gd name="connsiteX4" fmla="*/ 627687 w 1549771"/>
              <a:gd name="connsiteY4" fmla="*/ 252823 h 2622946"/>
              <a:gd name="connsiteX5" fmla="*/ 637263 w 1549771"/>
              <a:gd name="connsiteY5" fmla="*/ 903873 h 2622946"/>
              <a:gd name="connsiteX6" fmla="*/ 699644 w 1549771"/>
              <a:gd name="connsiteY6" fmla="*/ 1589016 h 2622946"/>
              <a:gd name="connsiteX7" fmla="*/ 1245648 w 1549771"/>
              <a:gd name="connsiteY7" fmla="*/ 2081650 h 2622946"/>
              <a:gd name="connsiteX8" fmla="*/ 1541982 w 1549771"/>
              <a:gd name="connsiteY8" fmla="*/ 2352583 h 2622946"/>
              <a:gd name="connsiteX9" fmla="*/ 1398048 w 1549771"/>
              <a:gd name="connsiteY9" fmla="*/ 2496517 h 2622946"/>
              <a:gd name="connsiteX10" fmla="*/ 729182 w 1549771"/>
              <a:gd name="connsiteY10" fmla="*/ 1920783 h 2622946"/>
              <a:gd name="connsiteX11" fmla="*/ 542915 w 1549771"/>
              <a:gd name="connsiteY11" fmla="*/ 1869983 h 2622946"/>
              <a:gd name="connsiteX12" fmla="*/ 361666 w 1549771"/>
              <a:gd name="connsiteY12" fmla="*/ 2239501 h 2622946"/>
              <a:gd name="connsiteX13" fmla="*/ 178849 w 1549771"/>
              <a:gd name="connsiteY13" fmla="*/ 2606583 h 2622946"/>
              <a:gd name="connsiteX14" fmla="*/ 1049 w 1549771"/>
              <a:gd name="connsiteY14" fmla="*/ 2496516 h 2622946"/>
              <a:gd name="connsiteX15" fmla="*/ 263515 w 1549771"/>
              <a:gd name="connsiteY15" fmla="*/ 1946183 h 2622946"/>
              <a:gd name="connsiteX16" fmla="*/ 405988 w 1549771"/>
              <a:gd name="connsiteY16" fmla="*/ 1606135 h 2622946"/>
              <a:gd name="connsiteX17" fmla="*/ 398981 w 1549771"/>
              <a:gd name="connsiteY17" fmla="*/ 1209583 h 2622946"/>
              <a:gd name="connsiteX0" fmla="*/ 398201 w 1548991"/>
              <a:gd name="connsiteY0" fmla="*/ 1209583 h 2617412"/>
              <a:gd name="connsiteX1" fmla="*/ 375861 w 1548991"/>
              <a:gd name="connsiteY1" fmla="*/ 149221 h 2617412"/>
              <a:gd name="connsiteX2" fmla="*/ 504765 w 1548991"/>
              <a:gd name="connsiteY2" fmla="*/ 5594 h 2617412"/>
              <a:gd name="connsiteX3" fmla="*/ 615264 w 1548991"/>
              <a:gd name="connsiteY3" fmla="*/ 30458 h 2617412"/>
              <a:gd name="connsiteX4" fmla="*/ 626907 w 1548991"/>
              <a:gd name="connsiteY4" fmla="*/ 252823 h 2617412"/>
              <a:gd name="connsiteX5" fmla="*/ 636483 w 1548991"/>
              <a:gd name="connsiteY5" fmla="*/ 903873 h 2617412"/>
              <a:gd name="connsiteX6" fmla="*/ 698864 w 1548991"/>
              <a:gd name="connsiteY6" fmla="*/ 1589016 h 2617412"/>
              <a:gd name="connsiteX7" fmla="*/ 1244868 w 1548991"/>
              <a:gd name="connsiteY7" fmla="*/ 2081650 h 2617412"/>
              <a:gd name="connsiteX8" fmla="*/ 1541202 w 1548991"/>
              <a:gd name="connsiteY8" fmla="*/ 2352583 h 2617412"/>
              <a:gd name="connsiteX9" fmla="*/ 1397268 w 1548991"/>
              <a:gd name="connsiteY9" fmla="*/ 2496517 h 2617412"/>
              <a:gd name="connsiteX10" fmla="*/ 728402 w 1548991"/>
              <a:gd name="connsiteY10" fmla="*/ 1920783 h 2617412"/>
              <a:gd name="connsiteX11" fmla="*/ 542135 w 1548991"/>
              <a:gd name="connsiteY11" fmla="*/ 1869983 h 2617412"/>
              <a:gd name="connsiteX12" fmla="*/ 360886 w 1548991"/>
              <a:gd name="connsiteY12" fmla="*/ 2239501 h 2617412"/>
              <a:gd name="connsiteX13" fmla="*/ 178069 w 1548991"/>
              <a:gd name="connsiteY13" fmla="*/ 2606583 h 2617412"/>
              <a:gd name="connsiteX14" fmla="*/ 269 w 1548991"/>
              <a:gd name="connsiteY14" fmla="*/ 2496516 h 2617412"/>
              <a:gd name="connsiteX15" fmla="*/ 262735 w 1548991"/>
              <a:gd name="connsiteY15" fmla="*/ 1946183 h 2617412"/>
              <a:gd name="connsiteX16" fmla="*/ 405208 w 1548991"/>
              <a:gd name="connsiteY16" fmla="*/ 1606135 h 2617412"/>
              <a:gd name="connsiteX17" fmla="*/ 398201 w 1548991"/>
              <a:gd name="connsiteY17" fmla="*/ 1209583 h 2617412"/>
              <a:gd name="connsiteX0" fmla="*/ 398156 w 1548946"/>
              <a:gd name="connsiteY0" fmla="*/ 1209583 h 2622527"/>
              <a:gd name="connsiteX1" fmla="*/ 375816 w 1548946"/>
              <a:gd name="connsiteY1" fmla="*/ 149221 h 2622527"/>
              <a:gd name="connsiteX2" fmla="*/ 504720 w 1548946"/>
              <a:gd name="connsiteY2" fmla="*/ 5594 h 2622527"/>
              <a:gd name="connsiteX3" fmla="*/ 615219 w 1548946"/>
              <a:gd name="connsiteY3" fmla="*/ 30458 h 2622527"/>
              <a:gd name="connsiteX4" fmla="*/ 626862 w 1548946"/>
              <a:gd name="connsiteY4" fmla="*/ 252823 h 2622527"/>
              <a:gd name="connsiteX5" fmla="*/ 636438 w 1548946"/>
              <a:gd name="connsiteY5" fmla="*/ 903873 h 2622527"/>
              <a:gd name="connsiteX6" fmla="*/ 698819 w 1548946"/>
              <a:gd name="connsiteY6" fmla="*/ 1589016 h 2622527"/>
              <a:gd name="connsiteX7" fmla="*/ 1244823 w 1548946"/>
              <a:gd name="connsiteY7" fmla="*/ 2081650 h 2622527"/>
              <a:gd name="connsiteX8" fmla="*/ 1541157 w 1548946"/>
              <a:gd name="connsiteY8" fmla="*/ 2352583 h 2622527"/>
              <a:gd name="connsiteX9" fmla="*/ 1397223 w 1548946"/>
              <a:gd name="connsiteY9" fmla="*/ 2496517 h 2622527"/>
              <a:gd name="connsiteX10" fmla="*/ 728357 w 1548946"/>
              <a:gd name="connsiteY10" fmla="*/ 1920783 h 2622527"/>
              <a:gd name="connsiteX11" fmla="*/ 542090 w 1548946"/>
              <a:gd name="connsiteY11" fmla="*/ 1869983 h 2622527"/>
              <a:gd name="connsiteX12" fmla="*/ 360841 w 1548946"/>
              <a:gd name="connsiteY12" fmla="*/ 2239501 h 2622527"/>
              <a:gd name="connsiteX13" fmla="*/ 178024 w 1548946"/>
              <a:gd name="connsiteY13" fmla="*/ 2606583 h 2622527"/>
              <a:gd name="connsiteX14" fmla="*/ 224 w 1548946"/>
              <a:gd name="connsiteY14" fmla="*/ 2496516 h 2622527"/>
              <a:gd name="connsiteX15" fmla="*/ 262690 w 1548946"/>
              <a:gd name="connsiteY15" fmla="*/ 1946183 h 2622527"/>
              <a:gd name="connsiteX16" fmla="*/ 405163 w 1548946"/>
              <a:gd name="connsiteY16" fmla="*/ 1606135 h 2622527"/>
              <a:gd name="connsiteX17" fmla="*/ 398156 w 1548946"/>
              <a:gd name="connsiteY17" fmla="*/ 1209583 h 2622527"/>
              <a:gd name="connsiteX0" fmla="*/ 398156 w 1545445"/>
              <a:gd name="connsiteY0" fmla="*/ 1209583 h 2622527"/>
              <a:gd name="connsiteX1" fmla="*/ 375816 w 1545445"/>
              <a:gd name="connsiteY1" fmla="*/ 149221 h 2622527"/>
              <a:gd name="connsiteX2" fmla="*/ 504720 w 1545445"/>
              <a:gd name="connsiteY2" fmla="*/ 5594 h 2622527"/>
              <a:gd name="connsiteX3" fmla="*/ 615219 w 1545445"/>
              <a:gd name="connsiteY3" fmla="*/ 30458 h 2622527"/>
              <a:gd name="connsiteX4" fmla="*/ 626862 w 1545445"/>
              <a:gd name="connsiteY4" fmla="*/ 252823 h 2622527"/>
              <a:gd name="connsiteX5" fmla="*/ 636438 w 1545445"/>
              <a:gd name="connsiteY5" fmla="*/ 903873 h 2622527"/>
              <a:gd name="connsiteX6" fmla="*/ 698819 w 1545445"/>
              <a:gd name="connsiteY6" fmla="*/ 1589016 h 2622527"/>
              <a:gd name="connsiteX7" fmla="*/ 1244823 w 1545445"/>
              <a:gd name="connsiteY7" fmla="*/ 2081650 h 2622527"/>
              <a:gd name="connsiteX8" fmla="*/ 1541157 w 1545445"/>
              <a:gd name="connsiteY8" fmla="*/ 2352583 h 2622527"/>
              <a:gd name="connsiteX9" fmla="*/ 1397223 w 1545445"/>
              <a:gd name="connsiteY9" fmla="*/ 2496517 h 2622527"/>
              <a:gd name="connsiteX10" fmla="*/ 728357 w 1545445"/>
              <a:gd name="connsiteY10" fmla="*/ 1920783 h 2622527"/>
              <a:gd name="connsiteX11" fmla="*/ 542090 w 1545445"/>
              <a:gd name="connsiteY11" fmla="*/ 1869983 h 2622527"/>
              <a:gd name="connsiteX12" fmla="*/ 360841 w 1545445"/>
              <a:gd name="connsiteY12" fmla="*/ 2239501 h 2622527"/>
              <a:gd name="connsiteX13" fmla="*/ 178024 w 1545445"/>
              <a:gd name="connsiteY13" fmla="*/ 2606583 h 2622527"/>
              <a:gd name="connsiteX14" fmla="*/ 224 w 1545445"/>
              <a:gd name="connsiteY14" fmla="*/ 2496516 h 2622527"/>
              <a:gd name="connsiteX15" fmla="*/ 262690 w 1545445"/>
              <a:gd name="connsiteY15" fmla="*/ 1946183 h 2622527"/>
              <a:gd name="connsiteX16" fmla="*/ 405163 w 1545445"/>
              <a:gd name="connsiteY16" fmla="*/ 1606135 h 2622527"/>
              <a:gd name="connsiteX17" fmla="*/ 398156 w 1545445"/>
              <a:gd name="connsiteY17" fmla="*/ 1209583 h 2622527"/>
              <a:gd name="connsiteX0" fmla="*/ 398156 w 1545445"/>
              <a:gd name="connsiteY0" fmla="*/ 1209583 h 2622527"/>
              <a:gd name="connsiteX1" fmla="*/ 375816 w 1545445"/>
              <a:gd name="connsiteY1" fmla="*/ 149221 h 2622527"/>
              <a:gd name="connsiteX2" fmla="*/ 504720 w 1545445"/>
              <a:gd name="connsiteY2" fmla="*/ 5594 h 2622527"/>
              <a:gd name="connsiteX3" fmla="*/ 615219 w 1545445"/>
              <a:gd name="connsiteY3" fmla="*/ 30458 h 2622527"/>
              <a:gd name="connsiteX4" fmla="*/ 626862 w 1545445"/>
              <a:gd name="connsiteY4" fmla="*/ 252823 h 2622527"/>
              <a:gd name="connsiteX5" fmla="*/ 636438 w 1545445"/>
              <a:gd name="connsiteY5" fmla="*/ 903873 h 2622527"/>
              <a:gd name="connsiteX6" fmla="*/ 698819 w 1545445"/>
              <a:gd name="connsiteY6" fmla="*/ 1589016 h 2622527"/>
              <a:gd name="connsiteX7" fmla="*/ 1244823 w 1545445"/>
              <a:gd name="connsiteY7" fmla="*/ 2081650 h 2622527"/>
              <a:gd name="connsiteX8" fmla="*/ 1541157 w 1545445"/>
              <a:gd name="connsiteY8" fmla="*/ 2352583 h 2622527"/>
              <a:gd name="connsiteX9" fmla="*/ 1397223 w 1545445"/>
              <a:gd name="connsiteY9" fmla="*/ 2496517 h 2622527"/>
              <a:gd name="connsiteX10" fmla="*/ 728357 w 1545445"/>
              <a:gd name="connsiteY10" fmla="*/ 1920783 h 2622527"/>
              <a:gd name="connsiteX11" fmla="*/ 542090 w 1545445"/>
              <a:gd name="connsiteY11" fmla="*/ 1869983 h 2622527"/>
              <a:gd name="connsiteX12" fmla="*/ 360841 w 1545445"/>
              <a:gd name="connsiteY12" fmla="*/ 2239501 h 2622527"/>
              <a:gd name="connsiteX13" fmla="*/ 178024 w 1545445"/>
              <a:gd name="connsiteY13" fmla="*/ 2606583 h 2622527"/>
              <a:gd name="connsiteX14" fmla="*/ 224 w 1545445"/>
              <a:gd name="connsiteY14" fmla="*/ 2496516 h 2622527"/>
              <a:gd name="connsiteX15" fmla="*/ 262690 w 1545445"/>
              <a:gd name="connsiteY15" fmla="*/ 1946183 h 2622527"/>
              <a:gd name="connsiteX16" fmla="*/ 405163 w 1545445"/>
              <a:gd name="connsiteY16" fmla="*/ 1606135 h 2622527"/>
              <a:gd name="connsiteX17" fmla="*/ 398156 w 1545445"/>
              <a:gd name="connsiteY17" fmla="*/ 1209583 h 2622527"/>
              <a:gd name="connsiteX0" fmla="*/ 398156 w 1545018"/>
              <a:gd name="connsiteY0" fmla="*/ 1209583 h 2622527"/>
              <a:gd name="connsiteX1" fmla="*/ 375816 w 1545018"/>
              <a:gd name="connsiteY1" fmla="*/ 149221 h 2622527"/>
              <a:gd name="connsiteX2" fmla="*/ 504720 w 1545018"/>
              <a:gd name="connsiteY2" fmla="*/ 5594 h 2622527"/>
              <a:gd name="connsiteX3" fmla="*/ 615219 w 1545018"/>
              <a:gd name="connsiteY3" fmla="*/ 30458 h 2622527"/>
              <a:gd name="connsiteX4" fmla="*/ 626862 w 1545018"/>
              <a:gd name="connsiteY4" fmla="*/ 252823 h 2622527"/>
              <a:gd name="connsiteX5" fmla="*/ 636438 w 1545018"/>
              <a:gd name="connsiteY5" fmla="*/ 903873 h 2622527"/>
              <a:gd name="connsiteX6" fmla="*/ 698819 w 1545018"/>
              <a:gd name="connsiteY6" fmla="*/ 1589016 h 2622527"/>
              <a:gd name="connsiteX7" fmla="*/ 1244823 w 1545018"/>
              <a:gd name="connsiteY7" fmla="*/ 2081650 h 2622527"/>
              <a:gd name="connsiteX8" fmla="*/ 1541157 w 1545018"/>
              <a:gd name="connsiteY8" fmla="*/ 2352583 h 2622527"/>
              <a:gd name="connsiteX9" fmla="*/ 1397223 w 1545018"/>
              <a:gd name="connsiteY9" fmla="*/ 2496517 h 2622527"/>
              <a:gd name="connsiteX10" fmla="*/ 728357 w 1545018"/>
              <a:gd name="connsiteY10" fmla="*/ 1920783 h 2622527"/>
              <a:gd name="connsiteX11" fmla="*/ 542090 w 1545018"/>
              <a:gd name="connsiteY11" fmla="*/ 1869983 h 2622527"/>
              <a:gd name="connsiteX12" fmla="*/ 360841 w 1545018"/>
              <a:gd name="connsiteY12" fmla="*/ 2239501 h 2622527"/>
              <a:gd name="connsiteX13" fmla="*/ 178024 w 1545018"/>
              <a:gd name="connsiteY13" fmla="*/ 2606583 h 2622527"/>
              <a:gd name="connsiteX14" fmla="*/ 224 w 1545018"/>
              <a:gd name="connsiteY14" fmla="*/ 2496516 h 2622527"/>
              <a:gd name="connsiteX15" fmla="*/ 262690 w 1545018"/>
              <a:gd name="connsiteY15" fmla="*/ 1946183 h 2622527"/>
              <a:gd name="connsiteX16" fmla="*/ 405163 w 1545018"/>
              <a:gd name="connsiteY16" fmla="*/ 1606135 h 2622527"/>
              <a:gd name="connsiteX17" fmla="*/ 398156 w 1545018"/>
              <a:gd name="connsiteY17" fmla="*/ 1209583 h 2622527"/>
              <a:gd name="connsiteX0" fmla="*/ 398156 w 1545018"/>
              <a:gd name="connsiteY0" fmla="*/ 1209583 h 2622527"/>
              <a:gd name="connsiteX1" fmla="*/ 375816 w 1545018"/>
              <a:gd name="connsiteY1" fmla="*/ 149221 h 2622527"/>
              <a:gd name="connsiteX2" fmla="*/ 504720 w 1545018"/>
              <a:gd name="connsiteY2" fmla="*/ 5594 h 2622527"/>
              <a:gd name="connsiteX3" fmla="*/ 615219 w 1545018"/>
              <a:gd name="connsiteY3" fmla="*/ 30458 h 2622527"/>
              <a:gd name="connsiteX4" fmla="*/ 626862 w 1545018"/>
              <a:gd name="connsiteY4" fmla="*/ 252823 h 2622527"/>
              <a:gd name="connsiteX5" fmla="*/ 636438 w 1545018"/>
              <a:gd name="connsiteY5" fmla="*/ 903873 h 2622527"/>
              <a:gd name="connsiteX6" fmla="*/ 698819 w 1545018"/>
              <a:gd name="connsiteY6" fmla="*/ 1589016 h 2622527"/>
              <a:gd name="connsiteX7" fmla="*/ 1244823 w 1545018"/>
              <a:gd name="connsiteY7" fmla="*/ 2081650 h 2622527"/>
              <a:gd name="connsiteX8" fmla="*/ 1541157 w 1545018"/>
              <a:gd name="connsiteY8" fmla="*/ 2352583 h 2622527"/>
              <a:gd name="connsiteX9" fmla="*/ 1397223 w 1545018"/>
              <a:gd name="connsiteY9" fmla="*/ 2496517 h 2622527"/>
              <a:gd name="connsiteX10" fmla="*/ 728357 w 1545018"/>
              <a:gd name="connsiteY10" fmla="*/ 1920783 h 2622527"/>
              <a:gd name="connsiteX11" fmla="*/ 542090 w 1545018"/>
              <a:gd name="connsiteY11" fmla="*/ 1869983 h 2622527"/>
              <a:gd name="connsiteX12" fmla="*/ 360841 w 1545018"/>
              <a:gd name="connsiteY12" fmla="*/ 2239501 h 2622527"/>
              <a:gd name="connsiteX13" fmla="*/ 178024 w 1545018"/>
              <a:gd name="connsiteY13" fmla="*/ 2606583 h 2622527"/>
              <a:gd name="connsiteX14" fmla="*/ 224 w 1545018"/>
              <a:gd name="connsiteY14" fmla="*/ 2496516 h 2622527"/>
              <a:gd name="connsiteX15" fmla="*/ 262690 w 1545018"/>
              <a:gd name="connsiteY15" fmla="*/ 1946183 h 2622527"/>
              <a:gd name="connsiteX16" fmla="*/ 405163 w 1545018"/>
              <a:gd name="connsiteY16" fmla="*/ 1606135 h 2622527"/>
              <a:gd name="connsiteX17" fmla="*/ 398156 w 1545018"/>
              <a:gd name="connsiteY17" fmla="*/ 1209583 h 2622527"/>
              <a:gd name="connsiteX0" fmla="*/ 398156 w 1545018"/>
              <a:gd name="connsiteY0" fmla="*/ 1209583 h 2622527"/>
              <a:gd name="connsiteX1" fmla="*/ 375816 w 1545018"/>
              <a:gd name="connsiteY1" fmla="*/ 149221 h 2622527"/>
              <a:gd name="connsiteX2" fmla="*/ 504720 w 1545018"/>
              <a:gd name="connsiteY2" fmla="*/ 5594 h 2622527"/>
              <a:gd name="connsiteX3" fmla="*/ 615219 w 1545018"/>
              <a:gd name="connsiteY3" fmla="*/ 30458 h 2622527"/>
              <a:gd name="connsiteX4" fmla="*/ 626862 w 1545018"/>
              <a:gd name="connsiteY4" fmla="*/ 252823 h 2622527"/>
              <a:gd name="connsiteX5" fmla="*/ 636438 w 1545018"/>
              <a:gd name="connsiteY5" fmla="*/ 903873 h 2622527"/>
              <a:gd name="connsiteX6" fmla="*/ 698819 w 1545018"/>
              <a:gd name="connsiteY6" fmla="*/ 1589016 h 2622527"/>
              <a:gd name="connsiteX7" fmla="*/ 1244823 w 1545018"/>
              <a:gd name="connsiteY7" fmla="*/ 2081650 h 2622527"/>
              <a:gd name="connsiteX8" fmla="*/ 1541157 w 1545018"/>
              <a:gd name="connsiteY8" fmla="*/ 2352583 h 2622527"/>
              <a:gd name="connsiteX9" fmla="*/ 1397223 w 1545018"/>
              <a:gd name="connsiteY9" fmla="*/ 2496517 h 2622527"/>
              <a:gd name="connsiteX10" fmla="*/ 728357 w 1545018"/>
              <a:gd name="connsiteY10" fmla="*/ 1920783 h 2622527"/>
              <a:gd name="connsiteX11" fmla="*/ 542090 w 1545018"/>
              <a:gd name="connsiteY11" fmla="*/ 1869983 h 2622527"/>
              <a:gd name="connsiteX12" fmla="*/ 360841 w 1545018"/>
              <a:gd name="connsiteY12" fmla="*/ 2239501 h 2622527"/>
              <a:gd name="connsiteX13" fmla="*/ 178024 w 1545018"/>
              <a:gd name="connsiteY13" fmla="*/ 2606583 h 2622527"/>
              <a:gd name="connsiteX14" fmla="*/ 224 w 1545018"/>
              <a:gd name="connsiteY14" fmla="*/ 2496516 h 2622527"/>
              <a:gd name="connsiteX15" fmla="*/ 262690 w 1545018"/>
              <a:gd name="connsiteY15" fmla="*/ 1946183 h 2622527"/>
              <a:gd name="connsiteX16" fmla="*/ 405163 w 1545018"/>
              <a:gd name="connsiteY16" fmla="*/ 1606135 h 2622527"/>
              <a:gd name="connsiteX17" fmla="*/ 398156 w 1545018"/>
              <a:gd name="connsiteY17" fmla="*/ 1209583 h 2622527"/>
              <a:gd name="connsiteX0" fmla="*/ 398156 w 1541157"/>
              <a:gd name="connsiteY0" fmla="*/ 1209583 h 2622527"/>
              <a:gd name="connsiteX1" fmla="*/ 375816 w 1541157"/>
              <a:gd name="connsiteY1" fmla="*/ 149221 h 2622527"/>
              <a:gd name="connsiteX2" fmla="*/ 504720 w 1541157"/>
              <a:gd name="connsiteY2" fmla="*/ 5594 h 2622527"/>
              <a:gd name="connsiteX3" fmla="*/ 615219 w 1541157"/>
              <a:gd name="connsiteY3" fmla="*/ 30458 h 2622527"/>
              <a:gd name="connsiteX4" fmla="*/ 626862 w 1541157"/>
              <a:gd name="connsiteY4" fmla="*/ 252823 h 2622527"/>
              <a:gd name="connsiteX5" fmla="*/ 636438 w 1541157"/>
              <a:gd name="connsiteY5" fmla="*/ 903873 h 2622527"/>
              <a:gd name="connsiteX6" fmla="*/ 698819 w 1541157"/>
              <a:gd name="connsiteY6" fmla="*/ 1589016 h 2622527"/>
              <a:gd name="connsiteX7" fmla="*/ 1244823 w 1541157"/>
              <a:gd name="connsiteY7" fmla="*/ 2081650 h 2622527"/>
              <a:gd name="connsiteX8" fmla="*/ 1541157 w 1541157"/>
              <a:gd name="connsiteY8" fmla="*/ 2352583 h 2622527"/>
              <a:gd name="connsiteX9" fmla="*/ 1397223 w 1541157"/>
              <a:gd name="connsiteY9" fmla="*/ 2496517 h 2622527"/>
              <a:gd name="connsiteX10" fmla="*/ 728357 w 1541157"/>
              <a:gd name="connsiteY10" fmla="*/ 1920783 h 2622527"/>
              <a:gd name="connsiteX11" fmla="*/ 542090 w 1541157"/>
              <a:gd name="connsiteY11" fmla="*/ 1869983 h 2622527"/>
              <a:gd name="connsiteX12" fmla="*/ 360841 w 1541157"/>
              <a:gd name="connsiteY12" fmla="*/ 2239501 h 2622527"/>
              <a:gd name="connsiteX13" fmla="*/ 178024 w 1541157"/>
              <a:gd name="connsiteY13" fmla="*/ 2606583 h 2622527"/>
              <a:gd name="connsiteX14" fmla="*/ 224 w 1541157"/>
              <a:gd name="connsiteY14" fmla="*/ 2496516 h 2622527"/>
              <a:gd name="connsiteX15" fmla="*/ 262690 w 1541157"/>
              <a:gd name="connsiteY15" fmla="*/ 1946183 h 2622527"/>
              <a:gd name="connsiteX16" fmla="*/ 405163 w 1541157"/>
              <a:gd name="connsiteY16" fmla="*/ 1606135 h 2622527"/>
              <a:gd name="connsiteX17" fmla="*/ 398156 w 1541157"/>
              <a:gd name="connsiteY17" fmla="*/ 1209583 h 2622527"/>
              <a:gd name="connsiteX0" fmla="*/ 398156 w 1541157"/>
              <a:gd name="connsiteY0" fmla="*/ 1209583 h 2622527"/>
              <a:gd name="connsiteX1" fmla="*/ 375816 w 1541157"/>
              <a:gd name="connsiteY1" fmla="*/ 149221 h 2622527"/>
              <a:gd name="connsiteX2" fmla="*/ 504720 w 1541157"/>
              <a:gd name="connsiteY2" fmla="*/ 5594 h 2622527"/>
              <a:gd name="connsiteX3" fmla="*/ 615219 w 1541157"/>
              <a:gd name="connsiteY3" fmla="*/ 30458 h 2622527"/>
              <a:gd name="connsiteX4" fmla="*/ 626862 w 1541157"/>
              <a:gd name="connsiteY4" fmla="*/ 252823 h 2622527"/>
              <a:gd name="connsiteX5" fmla="*/ 636438 w 1541157"/>
              <a:gd name="connsiteY5" fmla="*/ 903873 h 2622527"/>
              <a:gd name="connsiteX6" fmla="*/ 698819 w 1541157"/>
              <a:gd name="connsiteY6" fmla="*/ 1589016 h 2622527"/>
              <a:gd name="connsiteX7" fmla="*/ 1244823 w 1541157"/>
              <a:gd name="connsiteY7" fmla="*/ 2081650 h 2622527"/>
              <a:gd name="connsiteX8" fmla="*/ 1541157 w 1541157"/>
              <a:gd name="connsiteY8" fmla="*/ 2352583 h 2622527"/>
              <a:gd name="connsiteX9" fmla="*/ 1397223 w 1541157"/>
              <a:gd name="connsiteY9" fmla="*/ 2496517 h 2622527"/>
              <a:gd name="connsiteX10" fmla="*/ 728357 w 1541157"/>
              <a:gd name="connsiteY10" fmla="*/ 1920783 h 2622527"/>
              <a:gd name="connsiteX11" fmla="*/ 542090 w 1541157"/>
              <a:gd name="connsiteY11" fmla="*/ 1869983 h 2622527"/>
              <a:gd name="connsiteX12" fmla="*/ 360841 w 1541157"/>
              <a:gd name="connsiteY12" fmla="*/ 2239501 h 2622527"/>
              <a:gd name="connsiteX13" fmla="*/ 178024 w 1541157"/>
              <a:gd name="connsiteY13" fmla="*/ 2606583 h 2622527"/>
              <a:gd name="connsiteX14" fmla="*/ 224 w 1541157"/>
              <a:gd name="connsiteY14" fmla="*/ 2496516 h 2622527"/>
              <a:gd name="connsiteX15" fmla="*/ 262690 w 1541157"/>
              <a:gd name="connsiteY15" fmla="*/ 1946183 h 2622527"/>
              <a:gd name="connsiteX16" fmla="*/ 405163 w 1541157"/>
              <a:gd name="connsiteY16" fmla="*/ 1606135 h 2622527"/>
              <a:gd name="connsiteX17" fmla="*/ 398156 w 1541157"/>
              <a:gd name="connsiteY17" fmla="*/ 1209583 h 2622527"/>
              <a:gd name="connsiteX0" fmla="*/ 398156 w 1541157"/>
              <a:gd name="connsiteY0" fmla="*/ 1209583 h 2622527"/>
              <a:gd name="connsiteX1" fmla="*/ 375816 w 1541157"/>
              <a:gd name="connsiteY1" fmla="*/ 149221 h 2622527"/>
              <a:gd name="connsiteX2" fmla="*/ 504720 w 1541157"/>
              <a:gd name="connsiteY2" fmla="*/ 5594 h 2622527"/>
              <a:gd name="connsiteX3" fmla="*/ 615219 w 1541157"/>
              <a:gd name="connsiteY3" fmla="*/ 30458 h 2622527"/>
              <a:gd name="connsiteX4" fmla="*/ 626862 w 1541157"/>
              <a:gd name="connsiteY4" fmla="*/ 252823 h 2622527"/>
              <a:gd name="connsiteX5" fmla="*/ 636438 w 1541157"/>
              <a:gd name="connsiteY5" fmla="*/ 903873 h 2622527"/>
              <a:gd name="connsiteX6" fmla="*/ 698819 w 1541157"/>
              <a:gd name="connsiteY6" fmla="*/ 1589016 h 2622527"/>
              <a:gd name="connsiteX7" fmla="*/ 1244823 w 1541157"/>
              <a:gd name="connsiteY7" fmla="*/ 2081650 h 2622527"/>
              <a:gd name="connsiteX8" fmla="*/ 1541157 w 1541157"/>
              <a:gd name="connsiteY8" fmla="*/ 2352583 h 2622527"/>
              <a:gd name="connsiteX9" fmla="*/ 1397223 w 1541157"/>
              <a:gd name="connsiteY9" fmla="*/ 2496517 h 2622527"/>
              <a:gd name="connsiteX10" fmla="*/ 728357 w 1541157"/>
              <a:gd name="connsiteY10" fmla="*/ 1920783 h 2622527"/>
              <a:gd name="connsiteX11" fmla="*/ 542090 w 1541157"/>
              <a:gd name="connsiteY11" fmla="*/ 1869983 h 2622527"/>
              <a:gd name="connsiteX12" fmla="*/ 360841 w 1541157"/>
              <a:gd name="connsiteY12" fmla="*/ 2239501 h 2622527"/>
              <a:gd name="connsiteX13" fmla="*/ 178024 w 1541157"/>
              <a:gd name="connsiteY13" fmla="*/ 2606583 h 2622527"/>
              <a:gd name="connsiteX14" fmla="*/ 224 w 1541157"/>
              <a:gd name="connsiteY14" fmla="*/ 2496516 h 2622527"/>
              <a:gd name="connsiteX15" fmla="*/ 262690 w 1541157"/>
              <a:gd name="connsiteY15" fmla="*/ 1946183 h 2622527"/>
              <a:gd name="connsiteX16" fmla="*/ 405163 w 1541157"/>
              <a:gd name="connsiteY16" fmla="*/ 1606135 h 2622527"/>
              <a:gd name="connsiteX17" fmla="*/ 398156 w 1541157"/>
              <a:gd name="connsiteY17" fmla="*/ 1209583 h 2622527"/>
              <a:gd name="connsiteX0" fmla="*/ 398327 w 1541328"/>
              <a:gd name="connsiteY0" fmla="*/ 1209583 h 2606583"/>
              <a:gd name="connsiteX1" fmla="*/ 375987 w 1541328"/>
              <a:gd name="connsiteY1" fmla="*/ 149221 h 2606583"/>
              <a:gd name="connsiteX2" fmla="*/ 504891 w 1541328"/>
              <a:gd name="connsiteY2" fmla="*/ 5594 h 2606583"/>
              <a:gd name="connsiteX3" fmla="*/ 615390 w 1541328"/>
              <a:gd name="connsiteY3" fmla="*/ 30458 h 2606583"/>
              <a:gd name="connsiteX4" fmla="*/ 627033 w 1541328"/>
              <a:gd name="connsiteY4" fmla="*/ 252823 h 2606583"/>
              <a:gd name="connsiteX5" fmla="*/ 636609 w 1541328"/>
              <a:gd name="connsiteY5" fmla="*/ 903873 h 2606583"/>
              <a:gd name="connsiteX6" fmla="*/ 698990 w 1541328"/>
              <a:gd name="connsiteY6" fmla="*/ 1589016 h 2606583"/>
              <a:gd name="connsiteX7" fmla="*/ 1244994 w 1541328"/>
              <a:gd name="connsiteY7" fmla="*/ 2081650 h 2606583"/>
              <a:gd name="connsiteX8" fmla="*/ 1541328 w 1541328"/>
              <a:gd name="connsiteY8" fmla="*/ 2352583 h 2606583"/>
              <a:gd name="connsiteX9" fmla="*/ 1397394 w 1541328"/>
              <a:gd name="connsiteY9" fmla="*/ 2496517 h 2606583"/>
              <a:gd name="connsiteX10" fmla="*/ 728528 w 1541328"/>
              <a:gd name="connsiteY10" fmla="*/ 1920783 h 2606583"/>
              <a:gd name="connsiteX11" fmla="*/ 542261 w 1541328"/>
              <a:gd name="connsiteY11" fmla="*/ 1869983 h 2606583"/>
              <a:gd name="connsiteX12" fmla="*/ 361012 w 1541328"/>
              <a:gd name="connsiteY12" fmla="*/ 2239501 h 2606583"/>
              <a:gd name="connsiteX13" fmla="*/ 178195 w 1541328"/>
              <a:gd name="connsiteY13" fmla="*/ 2606583 h 2606583"/>
              <a:gd name="connsiteX14" fmla="*/ 395 w 1541328"/>
              <a:gd name="connsiteY14" fmla="*/ 2496516 h 2606583"/>
              <a:gd name="connsiteX15" fmla="*/ 262861 w 1541328"/>
              <a:gd name="connsiteY15" fmla="*/ 1946183 h 2606583"/>
              <a:gd name="connsiteX16" fmla="*/ 405334 w 1541328"/>
              <a:gd name="connsiteY16" fmla="*/ 1606135 h 2606583"/>
              <a:gd name="connsiteX17" fmla="*/ 398327 w 1541328"/>
              <a:gd name="connsiteY17" fmla="*/ 1209583 h 2606583"/>
              <a:gd name="connsiteX0" fmla="*/ 398327 w 1541328"/>
              <a:gd name="connsiteY0" fmla="*/ 1209583 h 2606583"/>
              <a:gd name="connsiteX1" fmla="*/ 375987 w 1541328"/>
              <a:gd name="connsiteY1" fmla="*/ 149221 h 2606583"/>
              <a:gd name="connsiteX2" fmla="*/ 504891 w 1541328"/>
              <a:gd name="connsiteY2" fmla="*/ 5594 h 2606583"/>
              <a:gd name="connsiteX3" fmla="*/ 615390 w 1541328"/>
              <a:gd name="connsiteY3" fmla="*/ 30458 h 2606583"/>
              <a:gd name="connsiteX4" fmla="*/ 627033 w 1541328"/>
              <a:gd name="connsiteY4" fmla="*/ 252823 h 2606583"/>
              <a:gd name="connsiteX5" fmla="*/ 636609 w 1541328"/>
              <a:gd name="connsiteY5" fmla="*/ 903873 h 2606583"/>
              <a:gd name="connsiteX6" fmla="*/ 698990 w 1541328"/>
              <a:gd name="connsiteY6" fmla="*/ 1589016 h 2606583"/>
              <a:gd name="connsiteX7" fmla="*/ 1244994 w 1541328"/>
              <a:gd name="connsiteY7" fmla="*/ 2081650 h 2606583"/>
              <a:gd name="connsiteX8" fmla="*/ 1541328 w 1541328"/>
              <a:gd name="connsiteY8" fmla="*/ 2352583 h 2606583"/>
              <a:gd name="connsiteX9" fmla="*/ 1397394 w 1541328"/>
              <a:gd name="connsiteY9" fmla="*/ 2496517 h 2606583"/>
              <a:gd name="connsiteX10" fmla="*/ 728528 w 1541328"/>
              <a:gd name="connsiteY10" fmla="*/ 1920783 h 2606583"/>
              <a:gd name="connsiteX11" fmla="*/ 542261 w 1541328"/>
              <a:gd name="connsiteY11" fmla="*/ 1869983 h 2606583"/>
              <a:gd name="connsiteX12" fmla="*/ 361012 w 1541328"/>
              <a:gd name="connsiteY12" fmla="*/ 2239501 h 2606583"/>
              <a:gd name="connsiteX13" fmla="*/ 178195 w 1541328"/>
              <a:gd name="connsiteY13" fmla="*/ 2606583 h 2606583"/>
              <a:gd name="connsiteX14" fmla="*/ 395 w 1541328"/>
              <a:gd name="connsiteY14" fmla="*/ 2496516 h 2606583"/>
              <a:gd name="connsiteX15" fmla="*/ 262861 w 1541328"/>
              <a:gd name="connsiteY15" fmla="*/ 1946183 h 2606583"/>
              <a:gd name="connsiteX16" fmla="*/ 405334 w 1541328"/>
              <a:gd name="connsiteY16" fmla="*/ 1606135 h 2606583"/>
              <a:gd name="connsiteX17" fmla="*/ 398327 w 1541328"/>
              <a:gd name="connsiteY17" fmla="*/ 1209583 h 2606583"/>
              <a:gd name="connsiteX0" fmla="*/ 398216 w 1541217"/>
              <a:gd name="connsiteY0" fmla="*/ 1209583 h 2606583"/>
              <a:gd name="connsiteX1" fmla="*/ 375876 w 1541217"/>
              <a:gd name="connsiteY1" fmla="*/ 149221 h 2606583"/>
              <a:gd name="connsiteX2" fmla="*/ 504780 w 1541217"/>
              <a:gd name="connsiteY2" fmla="*/ 5594 h 2606583"/>
              <a:gd name="connsiteX3" fmla="*/ 615279 w 1541217"/>
              <a:gd name="connsiteY3" fmla="*/ 30458 h 2606583"/>
              <a:gd name="connsiteX4" fmla="*/ 626922 w 1541217"/>
              <a:gd name="connsiteY4" fmla="*/ 252823 h 2606583"/>
              <a:gd name="connsiteX5" fmla="*/ 636498 w 1541217"/>
              <a:gd name="connsiteY5" fmla="*/ 903873 h 2606583"/>
              <a:gd name="connsiteX6" fmla="*/ 698879 w 1541217"/>
              <a:gd name="connsiteY6" fmla="*/ 1589016 h 2606583"/>
              <a:gd name="connsiteX7" fmla="*/ 1244883 w 1541217"/>
              <a:gd name="connsiteY7" fmla="*/ 2081650 h 2606583"/>
              <a:gd name="connsiteX8" fmla="*/ 1541217 w 1541217"/>
              <a:gd name="connsiteY8" fmla="*/ 2352583 h 2606583"/>
              <a:gd name="connsiteX9" fmla="*/ 1397283 w 1541217"/>
              <a:gd name="connsiteY9" fmla="*/ 2496517 h 2606583"/>
              <a:gd name="connsiteX10" fmla="*/ 728417 w 1541217"/>
              <a:gd name="connsiteY10" fmla="*/ 1920783 h 2606583"/>
              <a:gd name="connsiteX11" fmla="*/ 542150 w 1541217"/>
              <a:gd name="connsiteY11" fmla="*/ 1869983 h 2606583"/>
              <a:gd name="connsiteX12" fmla="*/ 360901 w 1541217"/>
              <a:gd name="connsiteY12" fmla="*/ 2239501 h 2606583"/>
              <a:gd name="connsiteX13" fmla="*/ 178084 w 1541217"/>
              <a:gd name="connsiteY13" fmla="*/ 2606583 h 2606583"/>
              <a:gd name="connsiteX14" fmla="*/ 284 w 1541217"/>
              <a:gd name="connsiteY14" fmla="*/ 2496516 h 2606583"/>
              <a:gd name="connsiteX15" fmla="*/ 262750 w 1541217"/>
              <a:gd name="connsiteY15" fmla="*/ 1946183 h 2606583"/>
              <a:gd name="connsiteX16" fmla="*/ 405223 w 1541217"/>
              <a:gd name="connsiteY16" fmla="*/ 1606135 h 2606583"/>
              <a:gd name="connsiteX17" fmla="*/ 398216 w 1541217"/>
              <a:gd name="connsiteY17" fmla="*/ 1209583 h 2606583"/>
              <a:gd name="connsiteX0" fmla="*/ 398216 w 1541217"/>
              <a:gd name="connsiteY0" fmla="*/ 1209583 h 2606583"/>
              <a:gd name="connsiteX1" fmla="*/ 375876 w 1541217"/>
              <a:gd name="connsiteY1" fmla="*/ 149221 h 2606583"/>
              <a:gd name="connsiteX2" fmla="*/ 504780 w 1541217"/>
              <a:gd name="connsiteY2" fmla="*/ 5594 h 2606583"/>
              <a:gd name="connsiteX3" fmla="*/ 615279 w 1541217"/>
              <a:gd name="connsiteY3" fmla="*/ 30458 h 2606583"/>
              <a:gd name="connsiteX4" fmla="*/ 626922 w 1541217"/>
              <a:gd name="connsiteY4" fmla="*/ 252823 h 2606583"/>
              <a:gd name="connsiteX5" fmla="*/ 636498 w 1541217"/>
              <a:gd name="connsiteY5" fmla="*/ 903873 h 2606583"/>
              <a:gd name="connsiteX6" fmla="*/ 698879 w 1541217"/>
              <a:gd name="connsiteY6" fmla="*/ 1589016 h 2606583"/>
              <a:gd name="connsiteX7" fmla="*/ 1244883 w 1541217"/>
              <a:gd name="connsiteY7" fmla="*/ 2081650 h 2606583"/>
              <a:gd name="connsiteX8" fmla="*/ 1541217 w 1541217"/>
              <a:gd name="connsiteY8" fmla="*/ 2352583 h 2606583"/>
              <a:gd name="connsiteX9" fmla="*/ 1397283 w 1541217"/>
              <a:gd name="connsiteY9" fmla="*/ 2496517 h 2606583"/>
              <a:gd name="connsiteX10" fmla="*/ 728417 w 1541217"/>
              <a:gd name="connsiteY10" fmla="*/ 1920783 h 2606583"/>
              <a:gd name="connsiteX11" fmla="*/ 542150 w 1541217"/>
              <a:gd name="connsiteY11" fmla="*/ 1869983 h 2606583"/>
              <a:gd name="connsiteX12" fmla="*/ 360901 w 1541217"/>
              <a:gd name="connsiteY12" fmla="*/ 2239501 h 2606583"/>
              <a:gd name="connsiteX13" fmla="*/ 178084 w 1541217"/>
              <a:gd name="connsiteY13" fmla="*/ 2606583 h 2606583"/>
              <a:gd name="connsiteX14" fmla="*/ 284 w 1541217"/>
              <a:gd name="connsiteY14" fmla="*/ 2496516 h 2606583"/>
              <a:gd name="connsiteX15" fmla="*/ 262750 w 1541217"/>
              <a:gd name="connsiteY15" fmla="*/ 1946183 h 2606583"/>
              <a:gd name="connsiteX16" fmla="*/ 405223 w 1541217"/>
              <a:gd name="connsiteY16" fmla="*/ 1606135 h 2606583"/>
              <a:gd name="connsiteX17" fmla="*/ 398216 w 1541217"/>
              <a:gd name="connsiteY17" fmla="*/ 1209583 h 2606583"/>
              <a:gd name="connsiteX0" fmla="*/ 397932 w 1540933"/>
              <a:gd name="connsiteY0" fmla="*/ 1209583 h 2606583"/>
              <a:gd name="connsiteX1" fmla="*/ 375592 w 1540933"/>
              <a:gd name="connsiteY1" fmla="*/ 149221 h 2606583"/>
              <a:gd name="connsiteX2" fmla="*/ 504496 w 1540933"/>
              <a:gd name="connsiteY2" fmla="*/ 5594 h 2606583"/>
              <a:gd name="connsiteX3" fmla="*/ 614995 w 1540933"/>
              <a:gd name="connsiteY3" fmla="*/ 30458 h 2606583"/>
              <a:gd name="connsiteX4" fmla="*/ 626638 w 1540933"/>
              <a:gd name="connsiteY4" fmla="*/ 252823 h 2606583"/>
              <a:gd name="connsiteX5" fmla="*/ 636214 w 1540933"/>
              <a:gd name="connsiteY5" fmla="*/ 903873 h 2606583"/>
              <a:gd name="connsiteX6" fmla="*/ 698595 w 1540933"/>
              <a:gd name="connsiteY6" fmla="*/ 1589016 h 2606583"/>
              <a:gd name="connsiteX7" fmla="*/ 1244599 w 1540933"/>
              <a:gd name="connsiteY7" fmla="*/ 2081650 h 2606583"/>
              <a:gd name="connsiteX8" fmla="*/ 1540933 w 1540933"/>
              <a:gd name="connsiteY8" fmla="*/ 2352583 h 2606583"/>
              <a:gd name="connsiteX9" fmla="*/ 1396999 w 1540933"/>
              <a:gd name="connsiteY9" fmla="*/ 2496517 h 2606583"/>
              <a:gd name="connsiteX10" fmla="*/ 728133 w 1540933"/>
              <a:gd name="connsiteY10" fmla="*/ 1920783 h 2606583"/>
              <a:gd name="connsiteX11" fmla="*/ 541866 w 1540933"/>
              <a:gd name="connsiteY11" fmla="*/ 1869983 h 2606583"/>
              <a:gd name="connsiteX12" fmla="*/ 360617 w 1540933"/>
              <a:gd name="connsiteY12" fmla="*/ 2239501 h 2606583"/>
              <a:gd name="connsiteX13" fmla="*/ 177800 w 1540933"/>
              <a:gd name="connsiteY13" fmla="*/ 2606583 h 2606583"/>
              <a:gd name="connsiteX14" fmla="*/ 0 w 1540933"/>
              <a:gd name="connsiteY14" fmla="*/ 2496516 h 2606583"/>
              <a:gd name="connsiteX15" fmla="*/ 262466 w 1540933"/>
              <a:gd name="connsiteY15" fmla="*/ 1946183 h 2606583"/>
              <a:gd name="connsiteX16" fmla="*/ 404939 w 1540933"/>
              <a:gd name="connsiteY16" fmla="*/ 1606135 h 2606583"/>
              <a:gd name="connsiteX17" fmla="*/ 397932 w 1540933"/>
              <a:gd name="connsiteY17" fmla="*/ 1209583 h 2606583"/>
              <a:gd name="connsiteX0" fmla="*/ 397932 w 1540933"/>
              <a:gd name="connsiteY0" fmla="*/ 1209583 h 2606583"/>
              <a:gd name="connsiteX1" fmla="*/ 375592 w 1540933"/>
              <a:gd name="connsiteY1" fmla="*/ 149221 h 2606583"/>
              <a:gd name="connsiteX2" fmla="*/ 504496 w 1540933"/>
              <a:gd name="connsiteY2" fmla="*/ 5594 h 2606583"/>
              <a:gd name="connsiteX3" fmla="*/ 614995 w 1540933"/>
              <a:gd name="connsiteY3" fmla="*/ 30458 h 2606583"/>
              <a:gd name="connsiteX4" fmla="*/ 626638 w 1540933"/>
              <a:gd name="connsiteY4" fmla="*/ 252823 h 2606583"/>
              <a:gd name="connsiteX5" fmla="*/ 636214 w 1540933"/>
              <a:gd name="connsiteY5" fmla="*/ 903873 h 2606583"/>
              <a:gd name="connsiteX6" fmla="*/ 698595 w 1540933"/>
              <a:gd name="connsiteY6" fmla="*/ 1589016 h 2606583"/>
              <a:gd name="connsiteX7" fmla="*/ 1244599 w 1540933"/>
              <a:gd name="connsiteY7" fmla="*/ 2081650 h 2606583"/>
              <a:gd name="connsiteX8" fmla="*/ 1540933 w 1540933"/>
              <a:gd name="connsiteY8" fmla="*/ 2352583 h 2606583"/>
              <a:gd name="connsiteX9" fmla="*/ 1396999 w 1540933"/>
              <a:gd name="connsiteY9" fmla="*/ 2496517 h 2606583"/>
              <a:gd name="connsiteX10" fmla="*/ 728133 w 1540933"/>
              <a:gd name="connsiteY10" fmla="*/ 1920783 h 2606583"/>
              <a:gd name="connsiteX11" fmla="*/ 541866 w 1540933"/>
              <a:gd name="connsiteY11" fmla="*/ 1869983 h 2606583"/>
              <a:gd name="connsiteX12" fmla="*/ 360617 w 1540933"/>
              <a:gd name="connsiteY12" fmla="*/ 2239501 h 2606583"/>
              <a:gd name="connsiteX13" fmla="*/ 177800 w 1540933"/>
              <a:gd name="connsiteY13" fmla="*/ 2606583 h 2606583"/>
              <a:gd name="connsiteX14" fmla="*/ 0 w 1540933"/>
              <a:gd name="connsiteY14" fmla="*/ 2496516 h 2606583"/>
              <a:gd name="connsiteX15" fmla="*/ 262466 w 1540933"/>
              <a:gd name="connsiteY15" fmla="*/ 1946183 h 2606583"/>
              <a:gd name="connsiteX16" fmla="*/ 404939 w 1540933"/>
              <a:gd name="connsiteY16" fmla="*/ 1606135 h 2606583"/>
              <a:gd name="connsiteX17" fmla="*/ 397932 w 1540933"/>
              <a:gd name="connsiteY17" fmla="*/ 1209583 h 2606583"/>
              <a:gd name="connsiteX0" fmla="*/ 397932 w 1540933"/>
              <a:gd name="connsiteY0" fmla="*/ 1209583 h 2606583"/>
              <a:gd name="connsiteX1" fmla="*/ 375592 w 1540933"/>
              <a:gd name="connsiteY1" fmla="*/ 149221 h 2606583"/>
              <a:gd name="connsiteX2" fmla="*/ 504496 w 1540933"/>
              <a:gd name="connsiteY2" fmla="*/ 5594 h 2606583"/>
              <a:gd name="connsiteX3" fmla="*/ 614995 w 1540933"/>
              <a:gd name="connsiteY3" fmla="*/ 30458 h 2606583"/>
              <a:gd name="connsiteX4" fmla="*/ 626638 w 1540933"/>
              <a:gd name="connsiteY4" fmla="*/ 252823 h 2606583"/>
              <a:gd name="connsiteX5" fmla="*/ 636214 w 1540933"/>
              <a:gd name="connsiteY5" fmla="*/ 903873 h 2606583"/>
              <a:gd name="connsiteX6" fmla="*/ 698595 w 1540933"/>
              <a:gd name="connsiteY6" fmla="*/ 1589016 h 2606583"/>
              <a:gd name="connsiteX7" fmla="*/ 1244599 w 1540933"/>
              <a:gd name="connsiteY7" fmla="*/ 2081650 h 2606583"/>
              <a:gd name="connsiteX8" fmla="*/ 1540933 w 1540933"/>
              <a:gd name="connsiteY8" fmla="*/ 2352583 h 2606583"/>
              <a:gd name="connsiteX9" fmla="*/ 1396999 w 1540933"/>
              <a:gd name="connsiteY9" fmla="*/ 2496517 h 2606583"/>
              <a:gd name="connsiteX10" fmla="*/ 728133 w 1540933"/>
              <a:gd name="connsiteY10" fmla="*/ 1920783 h 2606583"/>
              <a:gd name="connsiteX11" fmla="*/ 541866 w 1540933"/>
              <a:gd name="connsiteY11" fmla="*/ 1869983 h 2606583"/>
              <a:gd name="connsiteX12" fmla="*/ 360617 w 1540933"/>
              <a:gd name="connsiteY12" fmla="*/ 2239501 h 2606583"/>
              <a:gd name="connsiteX13" fmla="*/ 177800 w 1540933"/>
              <a:gd name="connsiteY13" fmla="*/ 2606583 h 2606583"/>
              <a:gd name="connsiteX14" fmla="*/ 0 w 1540933"/>
              <a:gd name="connsiteY14" fmla="*/ 2496516 h 2606583"/>
              <a:gd name="connsiteX15" fmla="*/ 262466 w 1540933"/>
              <a:gd name="connsiteY15" fmla="*/ 1946183 h 2606583"/>
              <a:gd name="connsiteX16" fmla="*/ 404939 w 1540933"/>
              <a:gd name="connsiteY16" fmla="*/ 1606135 h 2606583"/>
              <a:gd name="connsiteX17" fmla="*/ 397932 w 1540933"/>
              <a:gd name="connsiteY17" fmla="*/ 1209583 h 2606583"/>
              <a:gd name="connsiteX0" fmla="*/ 397932 w 1540933"/>
              <a:gd name="connsiteY0" fmla="*/ 1209583 h 2606583"/>
              <a:gd name="connsiteX1" fmla="*/ 375592 w 1540933"/>
              <a:gd name="connsiteY1" fmla="*/ 149221 h 2606583"/>
              <a:gd name="connsiteX2" fmla="*/ 504496 w 1540933"/>
              <a:gd name="connsiteY2" fmla="*/ 5594 h 2606583"/>
              <a:gd name="connsiteX3" fmla="*/ 614995 w 1540933"/>
              <a:gd name="connsiteY3" fmla="*/ 30458 h 2606583"/>
              <a:gd name="connsiteX4" fmla="*/ 626638 w 1540933"/>
              <a:gd name="connsiteY4" fmla="*/ 252823 h 2606583"/>
              <a:gd name="connsiteX5" fmla="*/ 636214 w 1540933"/>
              <a:gd name="connsiteY5" fmla="*/ 903873 h 2606583"/>
              <a:gd name="connsiteX6" fmla="*/ 698595 w 1540933"/>
              <a:gd name="connsiteY6" fmla="*/ 1589016 h 2606583"/>
              <a:gd name="connsiteX7" fmla="*/ 1244599 w 1540933"/>
              <a:gd name="connsiteY7" fmla="*/ 2081650 h 2606583"/>
              <a:gd name="connsiteX8" fmla="*/ 1540933 w 1540933"/>
              <a:gd name="connsiteY8" fmla="*/ 2352583 h 2606583"/>
              <a:gd name="connsiteX9" fmla="*/ 1396999 w 1540933"/>
              <a:gd name="connsiteY9" fmla="*/ 2496517 h 2606583"/>
              <a:gd name="connsiteX10" fmla="*/ 728133 w 1540933"/>
              <a:gd name="connsiteY10" fmla="*/ 1920783 h 2606583"/>
              <a:gd name="connsiteX11" fmla="*/ 541866 w 1540933"/>
              <a:gd name="connsiteY11" fmla="*/ 1869983 h 2606583"/>
              <a:gd name="connsiteX12" fmla="*/ 360617 w 1540933"/>
              <a:gd name="connsiteY12" fmla="*/ 2239501 h 2606583"/>
              <a:gd name="connsiteX13" fmla="*/ 177800 w 1540933"/>
              <a:gd name="connsiteY13" fmla="*/ 2606583 h 2606583"/>
              <a:gd name="connsiteX14" fmla="*/ 0 w 1540933"/>
              <a:gd name="connsiteY14" fmla="*/ 2496516 h 2606583"/>
              <a:gd name="connsiteX15" fmla="*/ 262466 w 1540933"/>
              <a:gd name="connsiteY15" fmla="*/ 1946183 h 2606583"/>
              <a:gd name="connsiteX16" fmla="*/ 404939 w 1540933"/>
              <a:gd name="connsiteY16" fmla="*/ 1606135 h 2606583"/>
              <a:gd name="connsiteX17" fmla="*/ 397932 w 1540933"/>
              <a:gd name="connsiteY17" fmla="*/ 1209583 h 2606583"/>
              <a:gd name="connsiteX0" fmla="*/ 397932 w 1540933"/>
              <a:gd name="connsiteY0" fmla="*/ 1209583 h 2606583"/>
              <a:gd name="connsiteX1" fmla="*/ 375592 w 1540933"/>
              <a:gd name="connsiteY1" fmla="*/ 149221 h 2606583"/>
              <a:gd name="connsiteX2" fmla="*/ 504496 w 1540933"/>
              <a:gd name="connsiteY2" fmla="*/ 5594 h 2606583"/>
              <a:gd name="connsiteX3" fmla="*/ 614995 w 1540933"/>
              <a:gd name="connsiteY3" fmla="*/ 30458 h 2606583"/>
              <a:gd name="connsiteX4" fmla="*/ 626638 w 1540933"/>
              <a:gd name="connsiteY4" fmla="*/ 252823 h 2606583"/>
              <a:gd name="connsiteX5" fmla="*/ 636214 w 1540933"/>
              <a:gd name="connsiteY5" fmla="*/ 903873 h 2606583"/>
              <a:gd name="connsiteX6" fmla="*/ 698595 w 1540933"/>
              <a:gd name="connsiteY6" fmla="*/ 1589016 h 2606583"/>
              <a:gd name="connsiteX7" fmla="*/ 1244599 w 1540933"/>
              <a:gd name="connsiteY7" fmla="*/ 2081650 h 2606583"/>
              <a:gd name="connsiteX8" fmla="*/ 1540933 w 1540933"/>
              <a:gd name="connsiteY8" fmla="*/ 2352583 h 2606583"/>
              <a:gd name="connsiteX9" fmla="*/ 1396999 w 1540933"/>
              <a:gd name="connsiteY9" fmla="*/ 2496517 h 2606583"/>
              <a:gd name="connsiteX10" fmla="*/ 728133 w 1540933"/>
              <a:gd name="connsiteY10" fmla="*/ 1920783 h 2606583"/>
              <a:gd name="connsiteX11" fmla="*/ 541866 w 1540933"/>
              <a:gd name="connsiteY11" fmla="*/ 1869983 h 2606583"/>
              <a:gd name="connsiteX12" fmla="*/ 360617 w 1540933"/>
              <a:gd name="connsiteY12" fmla="*/ 2239501 h 2606583"/>
              <a:gd name="connsiteX13" fmla="*/ 177800 w 1540933"/>
              <a:gd name="connsiteY13" fmla="*/ 2606583 h 2606583"/>
              <a:gd name="connsiteX14" fmla="*/ 0 w 1540933"/>
              <a:gd name="connsiteY14" fmla="*/ 2496516 h 2606583"/>
              <a:gd name="connsiteX15" fmla="*/ 262466 w 1540933"/>
              <a:gd name="connsiteY15" fmla="*/ 1946183 h 2606583"/>
              <a:gd name="connsiteX16" fmla="*/ 404939 w 1540933"/>
              <a:gd name="connsiteY16" fmla="*/ 1606135 h 2606583"/>
              <a:gd name="connsiteX17" fmla="*/ 397932 w 1540933"/>
              <a:gd name="connsiteY17" fmla="*/ 1209583 h 2606583"/>
              <a:gd name="connsiteX0" fmla="*/ 397932 w 1540933"/>
              <a:gd name="connsiteY0" fmla="*/ 1209583 h 2606583"/>
              <a:gd name="connsiteX1" fmla="*/ 375592 w 1540933"/>
              <a:gd name="connsiteY1" fmla="*/ 149221 h 2606583"/>
              <a:gd name="connsiteX2" fmla="*/ 504496 w 1540933"/>
              <a:gd name="connsiteY2" fmla="*/ 5594 h 2606583"/>
              <a:gd name="connsiteX3" fmla="*/ 614995 w 1540933"/>
              <a:gd name="connsiteY3" fmla="*/ 30458 h 2606583"/>
              <a:gd name="connsiteX4" fmla="*/ 626638 w 1540933"/>
              <a:gd name="connsiteY4" fmla="*/ 252823 h 2606583"/>
              <a:gd name="connsiteX5" fmla="*/ 636214 w 1540933"/>
              <a:gd name="connsiteY5" fmla="*/ 903873 h 2606583"/>
              <a:gd name="connsiteX6" fmla="*/ 698595 w 1540933"/>
              <a:gd name="connsiteY6" fmla="*/ 1589016 h 2606583"/>
              <a:gd name="connsiteX7" fmla="*/ 1244599 w 1540933"/>
              <a:gd name="connsiteY7" fmla="*/ 2081650 h 2606583"/>
              <a:gd name="connsiteX8" fmla="*/ 1540933 w 1540933"/>
              <a:gd name="connsiteY8" fmla="*/ 2352583 h 2606583"/>
              <a:gd name="connsiteX9" fmla="*/ 1396999 w 1540933"/>
              <a:gd name="connsiteY9" fmla="*/ 2496517 h 2606583"/>
              <a:gd name="connsiteX10" fmla="*/ 728133 w 1540933"/>
              <a:gd name="connsiteY10" fmla="*/ 1920783 h 2606583"/>
              <a:gd name="connsiteX11" fmla="*/ 360617 w 1540933"/>
              <a:gd name="connsiteY11" fmla="*/ 2239501 h 2606583"/>
              <a:gd name="connsiteX12" fmla="*/ 177800 w 1540933"/>
              <a:gd name="connsiteY12" fmla="*/ 2606583 h 2606583"/>
              <a:gd name="connsiteX13" fmla="*/ 0 w 1540933"/>
              <a:gd name="connsiteY13" fmla="*/ 2496516 h 2606583"/>
              <a:gd name="connsiteX14" fmla="*/ 262466 w 1540933"/>
              <a:gd name="connsiteY14" fmla="*/ 1946183 h 2606583"/>
              <a:gd name="connsiteX15" fmla="*/ 404939 w 1540933"/>
              <a:gd name="connsiteY15" fmla="*/ 1606135 h 2606583"/>
              <a:gd name="connsiteX16" fmla="*/ 397932 w 1540933"/>
              <a:gd name="connsiteY16" fmla="*/ 1209583 h 2606583"/>
              <a:gd name="connsiteX0" fmla="*/ 397932 w 1540933"/>
              <a:gd name="connsiteY0" fmla="*/ 1209583 h 2606583"/>
              <a:gd name="connsiteX1" fmla="*/ 375592 w 1540933"/>
              <a:gd name="connsiteY1" fmla="*/ 149221 h 2606583"/>
              <a:gd name="connsiteX2" fmla="*/ 504496 w 1540933"/>
              <a:gd name="connsiteY2" fmla="*/ 5594 h 2606583"/>
              <a:gd name="connsiteX3" fmla="*/ 614995 w 1540933"/>
              <a:gd name="connsiteY3" fmla="*/ 30458 h 2606583"/>
              <a:gd name="connsiteX4" fmla="*/ 626638 w 1540933"/>
              <a:gd name="connsiteY4" fmla="*/ 252823 h 2606583"/>
              <a:gd name="connsiteX5" fmla="*/ 636214 w 1540933"/>
              <a:gd name="connsiteY5" fmla="*/ 903873 h 2606583"/>
              <a:gd name="connsiteX6" fmla="*/ 698595 w 1540933"/>
              <a:gd name="connsiteY6" fmla="*/ 1589016 h 2606583"/>
              <a:gd name="connsiteX7" fmla="*/ 1244599 w 1540933"/>
              <a:gd name="connsiteY7" fmla="*/ 2081650 h 2606583"/>
              <a:gd name="connsiteX8" fmla="*/ 1540933 w 1540933"/>
              <a:gd name="connsiteY8" fmla="*/ 2352583 h 2606583"/>
              <a:gd name="connsiteX9" fmla="*/ 1396999 w 1540933"/>
              <a:gd name="connsiteY9" fmla="*/ 2496517 h 2606583"/>
              <a:gd name="connsiteX10" fmla="*/ 642553 w 1540933"/>
              <a:gd name="connsiteY10" fmla="*/ 1879151 h 2606583"/>
              <a:gd name="connsiteX11" fmla="*/ 360617 w 1540933"/>
              <a:gd name="connsiteY11" fmla="*/ 2239501 h 2606583"/>
              <a:gd name="connsiteX12" fmla="*/ 177800 w 1540933"/>
              <a:gd name="connsiteY12" fmla="*/ 2606583 h 2606583"/>
              <a:gd name="connsiteX13" fmla="*/ 0 w 1540933"/>
              <a:gd name="connsiteY13" fmla="*/ 2496516 h 2606583"/>
              <a:gd name="connsiteX14" fmla="*/ 262466 w 1540933"/>
              <a:gd name="connsiteY14" fmla="*/ 1946183 h 2606583"/>
              <a:gd name="connsiteX15" fmla="*/ 404939 w 1540933"/>
              <a:gd name="connsiteY15" fmla="*/ 1606135 h 2606583"/>
              <a:gd name="connsiteX16" fmla="*/ 397932 w 1540933"/>
              <a:gd name="connsiteY16" fmla="*/ 1209583 h 2606583"/>
              <a:gd name="connsiteX0" fmla="*/ 397932 w 1540933"/>
              <a:gd name="connsiteY0" fmla="*/ 1209583 h 2606583"/>
              <a:gd name="connsiteX1" fmla="*/ 375592 w 1540933"/>
              <a:gd name="connsiteY1" fmla="*/ 149221 h 2606583"/>
              <a:gd name="connsiteX2" fmla="*/ 504496 w 1540933"/>
              <a:gd name="connsiteY2" fmla="*/ 5594 h 2606583"/>
              <a:gd name="connsiteX3" fmla="*/ 614995 w 1540933"/>
              <a:gd name="connsiteY3" fmla="*/ 30458 h 2606583"/>
              <a:gd name="connsiteX4" fmla="*/ 626638 w 1540933"/>
              <a:gd name="connsiteY4" fmla="*/ 252823 h 2606583"/>
              <a:gd name="connsiteX5" fmla="*/ 636214 w 1540933"/>
              <a:gd name="connsiteY5" fmla="*/ 903873 h 2606583"/>
              <a:gd name="connsiteX6" fmla="*/ 698595 w 1540933"/>
              <a:gd name="connsiteY6" fmla="*/ 1589016 h 2606583"/>
              <a:gd name="connsiteX7" fmla="*/ 1244599 w 1540933"/>
              <a:gd name="connsiteY7" fmla="*/ 2081650 h 2606583"/>
              <a:gd name="connsiteX8" fmla="*/ 1540933 w 1540933"/>
              <a:gd name="connsiteY8" fmla="*/ 2352583 h 2606583"/>
              <a:gd name="connsiteX9" fmla="*/ 1396999 w 1540933"/>
              <a:gd name="connsiteY9" fmla="*/ 2496517 h 2606583"/>
              <a:gd name="connsiteX10" fmla="*/ 642553 w 1540933"/>
              <a:gd name="connsiteY10" fmla="*/ 1879151 h 2606583"/>
              <a:gd name="connsiteX11" fmla="*/ 360617 w 1540933"/>
              <a:gd name="connsiteY11" fmla="*/ 2239501 h 2606583"/>
              <a:gd name="connsiteX12" fmla="*/ 177800 w 1540933"/>
              <a:gd name="connsiteY12" fmla="*/ 2606583 h 2606583"/>
              <a:gd name="connsiteX13" fmla="*/ 0 w 1540933"/>
              <a:gd name="connsiteY13" fmla="*/ 2496516 h 2606583"/>
              <a:gd name="connsiteX14" fmla="*/ 262466 w 1540933"/>
              <a:gd name="connsiteY14" fmla="*/ 1946183 h 2606583"/>
              <a:gd name="connsiteX15" fmla="*/ 404939 w 1540933"/>
              <a:gd name="connsiteY15" fmla="*/ 1606135 h 2606583"/>
              <a:gd name="connsiteX16" fmla="*/ 397932 w 1540933"/>
              <a:gd name="connsiteY16" fmla="*/ 1209583 h 2606583"/>
              <a:gd name="connsiteX0" fmla="*/ 397932 w 1540933"/>
              <a:gd name="connsiteY0" fmla="*/ 1209583 h 2606583"/>
              <a:gd name="connsiteX1" fmla="*/ 375592 w 1540933"/>
              <a:gd name="connsiteY1" fmla="*/ 149221 h 2606583"/>
              <a:gd name="connsiteX2" fmla="*/ 504496 w 1540933"/>
              <a:gd name="connsiteY2" fmla="*/ 5594 h 2606583"/>
              <a:gd name="connsiteX3" fmla="*/ 614995 w 1540933"/>
              <a:gd name="connsiteY3" fmla="*/ 30458 h 2606583"/>
              <a:gd name="connsiteX4" fmla="*/ 626638 w 1540933"/>
              <a:gd name="connsiteY4" fmla="*/ 252823 h 2606583"/>
              <a:gd name="connsiteX5" fmla="*/ 636214 w 1540933"/>
              <a:gd name="connsiteY5" fmla="*/ 903873 h 2606583"/>
              <a:gd name="connsiteX6" fmla="*/ 698595 w 1540933"/>
              <a:gd name="connsiteY6" fmla="*/ 1589016 h 2606583"/>
              <a:gd name="connsiteX7" fmla="*/ 1244599 w 1540933"/>
              <a:gd name="connsiteY7" fmla="*/ 2081650 h 2606583"/>
              <a:gd name="connsiteX8" fmla="*/ 1540933 w 1540933"/>
              <a:gd name="connsiteY8" fmla="*/ 2352583 h 2606583"/>
              <a:gd name="connsiteX9" fmla="*/ 1396999 w 1540933"/>
              <a:gd name="connsiteY9" fmla="*/ 2496517 h 2606583"/>
              <a:gd name="connsiteX10" fmla="*/ 642553 w 1540933"/>
              <a:gd name="connsiteY10" fmla="*/ 1879151 h 2606583"/>
              <a:gd name="connsiteX11" fmla="*/ 360617 w 1540933"/>
              <a:gd name="connsiteY11" fmla="*/ 2239501 h 2606583"/>
              <a:gd name="connsiteX12" fmla="*/ 177800 w 1540933"/>
              <a:gd name="connsiteY12" fmla="*/ 2606583 h 2606583"/>
              <a:gd name="connsiteX13" fmla="*/ 0 w 1540933"/>
              <a:gd name="connsiteY13" fmla="*/ 2496516 h 2606583"/>
              <a:gd name="connsiteX14" fmla="*/ 262466 w 1540933"/>
              <a:gd name="connsiteY14" fmla="*/ 1946183 h 2606583"/>
              <a:gd name="connsiteX15" fmla="*/ 404939 w 1540933"/>
              <a:gd name="connsiteY15" fmla="*/ 1606135 h 2606583"/>
              <a:gd name="connsiteX16" fmla="*/ 397932 w 1540933"/>
              <a:gd name="connsiteY16" fmla="*/ 1209583 h 2606583"/>
              <a:gd name="connsiteX0" fmla="*/ 397932 w 1540933"/>
              <a:gd name="connsiteY0" fmla="*/ 1209583 h 2606583"/>
              <a:gd name="connsiteX1" fmla="*/ 375592 w 1540933"/>
              <a:gd name="connsiteY1" fmla="*/ 149221 h 2606583"/>
              <a:gd name="connsiteX2" fmla="*/ 504496 w 1540933"/>
              <a:gd name="connsiteY2" fmla="*/ 5594 h 2606583"/>
              <a:gd name="connsiteX3" fmla="*/ 614995 w 1540933"/>
              <a:gd name="connsiteY3" fmla="*/ 30458 h 2606583"/>
              <a:gd name="connsiteX4" fmla="*/ 626638 w 1540933"/>
              <a:gd name="connsiteY4" fmla="*/ 252823 h 2606583"/>
              <a:gd name="connsiteX5" fmla="*/ 636214 w 1540933"/>
              <a:gd name="connsiteY5" fmla="*/ 903873 h 2606583"/>
              <a:gd name="connsiteX6" fmla="*/ 698595 w 1540933"/>
              <a:gd name="connsiteY6" fmla="*/ 1589016 h 2606583"/>
              <a:gd name="connsiteX7" fmla="*/ 1244599 w 1540933"/>
              <a:gd name="connsiteY7" fmla="*/ 2081650 h 2606583"/>
              <a:gd name="connsiteX8" fmla="*/ 1540933 w 1540933"/>
              <a:gd name="connsiteY8" fmla="*/ 2352583 h 2606583"/>
              <a:gd name="connsiteX9" fmla="*/ 1396999 w 1540933"/>
              <a:gd name="connsiteY9" fmla="*/ 2496517 h 2606583"/>
              <a:gd name="connsiteX10" fmla="*/ 610239 w 1540933"/>
              <a:gd name="connsiteY10" fmla="*/ 1797368 h 2606583"/>
              <a:gd name="connsiteX11" fmla="*/ 360617 w 1540933"/>
              <a:gd name="connsiteY11" fmla="*/ 2239501 h 2606583"/>
              <a:gd name="connsiteX12" fmla="*/ 177800 w 1540933"/>
              <a:gd name="connsiteY12" fmla="*/ 2606583 h 2606583"/>
              <a:gd name="connsiteX13" fmla="*/ 0 w 1540933"/>
              <a:gd name="connsiteY13" fmla="*/ 2496516 h 2606583"/>
              <a:gd name="connsiteX14" fmla="*/ 262466 w 1540933"/>
              <a:gd name="connsiteY14" fmla="*/ 1946183 h 2606583"/>
              <a:gd name="connsiteX15" fmla="*/ 404939 w 1540933"/>
              <a:gd name="connsiteY15" fmla="*/ 1606135 h 2606583"/>
              <a:gd name="connsiteX16" fmla="*/ 397932 w 1540933"/>
              <a:gd name="connsiteY16" fmla="*/ 1209583 h 2606583"/>
              <a:gd name="connsiteX0" fmla="*/ 397932 w 1540933"/>
              <a:gd name="connsiteY0" fmla="*/ 1209583 h 2606583"/>
              <a:gd name="connsiteX1" fmla="*/ 375592 w 1540933"/>
              <a:gd name="connsiteY1" fmla="*/ 149221 h 2606583"/>
              <a:gd name="connsiteX2" fmla="*/ 504496 w 1540933"/>
              <a:gd name="connsiteY2" fmla="*/ 5594 h 2606583"/>
              <a:gd name="connsiteX3" fmla="*/ 614995 w 1540933"/>
              <a:gd name="connsiteY3" fmla="*/ 30458 h 2606583"/>
              <a:gd name="connsiteX4" fmla="*/ 626638 w 1540933"/>
              <a:gd name="connsiteY4" fmla="*/ 252823 h 2606583"/>
              <a:gd name="connsiteX5" fmla="*/ 636214 w 1540933"/>
              <a:gd name="connsiteY5" fmla="*/ 903873 h 2606583"/>
              <a:gd name="connsiteX6" fmla="*/ 698595 w 1540933"/>
              <a:gd name="connsiteY6" fmla="*/ 1589016 h 2606583"/>
              <a:gd name="connsiteX7" fmla="*/ 1244599 w 1540933"/>
              <a:gd name="connsiteY7" fmla="*/ 2081650 h 2606583"/>
              <a:gd name="connsiteX8" fmla="*/ 1540933 w 1540933"/>
              <a:gd name="connsiteY8" fmla="*/ 2352583 h 2606583"/>
              <a:gd name="connsiteX9" fmla="*/ 1396999 w 1540933"/>
              <a:gd name="connsiteY9" fmla="*/ 2496517 h 2606583"/>
              <a:gd name="connsiteX10" fmla="*/ 610239 w 1540933"/>
              <a:gd name="connsiteY10" fmla="*/ 1797368 h 2606583"/>
              <a:gd name="connsiteX11" fmla="*/ 360617 w 1540933"/>
              <a:gd name="connsiteY11" fmla="*/ 2239501 h 2606583"/>
              <a:gd name="connsiteX12" fmla="*/ 177800 w 1540933"/>
              <a:gd name="connsiteY12" fmla="*/ 2606583 h 2606583"/>
              <a:gd name="connsiteX13" fmla="*/ 0 w 1540933"/>
              <a:gd name="connsiteY13" fmla="*/ 2496516 h 2606583"/>
              <a:gd name="connsiteX14" fmla="*/ 262466 w 1540933"/>
              <a:gd name="connsiteY14" fmla="*/ 1946183 h 2606583"/>
              <a:gd name="connsiteX15" fmla="*/ 404939 w 1540933"/>
              <a:gd name="connsiteY15" fmla="*/ 1606135 h 2606583"/>
              <a:gd name="connsiteX16" fmla="*/ 397932 w 1540933"/>
              <a:gd name="connsiteY16" fmla="*/ 1209583 h 2606583"/>
              <a:gd name="connsiteX0" fmla="*/ 397932 w 1540933"/>
              <a:gd name="connsiteY0" fmla="*/ 1209583 h 2606583"/>
              <a:gd name="connsiteX1" fmla="*/ 375592 w 1540933"/>
              <a:gd name="connsiteY1" fmla="*/ 149221 h 2606583"/>
              <a:gd name="connsiteX2" fmla="*/ 504496 w 1540933"/>
              <a:gd name="connsiteY2" fmla="*/ 5594 h 2606583"/>
              <a:gd name="connsiteX3" fmla="*/ 614995 w 1540933"/>
              <a:gd name="connsiteY3" fmla="*/ 30458 h 2606583"/>
              <a:gd name="connsiteX4" fmla="*/ 626638 w 1540933"/>
              <a:gd name="connsiteY4" fmla="*/ 252823 h 2606583"/>
              <a:gd name="connsiteX5" fmla="*/ 636214 w 1540933"/>
              <a:gd name="connsiteY5" fmla="*/ 903873 h 2606583"/>
              <a:gd name="connsiteX6" fmla="*/ 698595 w 1540933"/>
              <a:gd name="connsiteY6" fmla="*/ 1589016 h 2606583"/>
              <a:gd name="connsiteX7" fmla="*/ 1244599 w 1540933"/>
              <a:gd name="connsiteY7" fmla="*/ 2081650 h 2606583"/>
              <a:gd name="connsiteX8" fmla="*/ 1540933 w 1540933"/>
              <a:gd name="connsiteY8" fmla="*/ 2352583 h 2606583"/>
              <a:gd name="connsiteX9" fmla="*/ 1396999 w 1540933"/>
              <a:gd name="connsiteY9" fmla="*/ 2496517 h 2606583"/>
              <a:gd name="connsiteX10" fmla="*/ 610239 w 1540933"/>
              <a:gd name="connsiteY10" fmla="*/ 1797368 h 2606583"/>
              <a:gd name="connsiteX11" fmla="*/ 360617 w 1540933"/>
              <a:gd name="connsiteY11" fmla="*/ 2239501 h 2606583"/>
              <a:gd name="connsiteX12" fmla="*/ 177800 w 1540933"/>
              <a:gd name="connsiteY12" fmla="*/ 2606583 h 2606583"/>
              <a:gd name="connsiteX13" fmla="*/ 0 w 1540933"/>
              <a:gd name="connsiteY13" fmla="*/ 2496516 h 2606583"/>
              <a:gd name="connsiteX14" fmla="*/ 262466 w 1540933"/>
              <a:gd name="connsiteY14" fmla="*/ 1946183 h 2606583"/>
              <a:gd name="connsiteX15" fmla="*/ 404939 w 1540933"/>
              <a:gd name="connsiteY15" fmla="*/ 1606135 h 2606583"/>
              <a:gd name="connsiteX16" fmla="*/ 397932 w 1540933"/>
              <a:gd name="connsiteY16" fmla="*/ 1209583 h 2606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40933" h="2606583">
                <a:moveTo>
                  <a:pt x="397932" y="1209583"/>
                </a:moveTo>
                <a:cubicBezTo>
                  <a:pt x="393041" y="966764"/>
                  <a:pt x="357831" y="349886"/>
                  <a:pt x="375592" y="149221"/>
                </a:cubicBezTo>
                <a:cubicBezTo>
                  <a:pt x="393353" y="-51444"/>
                  <a:pt x="458719" y="11301"/>
                  <a:pt x="504496" y="5594"/>
                </a:cubicBezTo>
                <a:cubicBezTo>
                  <a:pt x="550274" y="-113"/>
                  <a:pt x="594638" y="-10747"/>
                  <a:pt x="614995" y="30458"/>
                </a:cubicBezTo>
                <a:cubicBezTo>
                  <a:pt x="635352" y="71663"/>
                  <a:pt x="623102" y="107254"/>
                  <a:pt x="626638" y="252823"/>
                </a:cubicBezTo>
                <a:cubicBezTo>
                  <a:pt x="630175" y="398392"/>
                  <a:pt x="618358" y="697614"/>
                  <a:pt x="636214" y="903873"/>
                </a:cubicBezTo>
                <a:cubicBezTo>
                  <a:pt x="654070" y="1110132"/>
                  <a:pt x="633596" y="1497528"/>
                  <a:pt x="698595" y="1589016"/>
                </a:cubicBezTo>
                <a:cubicBezTo>
                  <a:pt x="763594" y="1680504"/>
                  <a:pt x="1104209" y="1954389"/>
                  <a:pt x="1244599" y="2081650"/>
                </a:cubicBezTo>
                <a:cubicBezTo>
                  <a:pt x="1384989" y="2208911"/>
                  <a:pt x="1400739" y="2215583"/>
                  <a:pt x="1540933" y="2352583"/>
                </a:cubicBezTo>
                <a:cubicBezTo>
                  <a:pt x="1509451" y="2397060"/>
                  <a:pt x="1460479" y="2447327"/>
                  <a:pt x="1396999" y="2496517"/>
                </a:cubicBezTo>
                <a:cubicBezTo>
                  <a:pt x="1278629" y="2390882"/>
                  <a:pt x="780979" y="1970361"/>
                  <a:pt x="610239" y="1797368"/>
                </a:cubicBezTo>
                <a:cubicBezTo>
                  <a:pt x="460678" y="2004032"/>
                  <a:pt x="432690" y="2104632"/>
                  <a:pt x="360617" y="2239501"/>
                </a:cubicBezTo>
                <a:cubicBezTo>
                  <a:pt x="288544" y="2374370"/>
                  <a:pt x="272628" y="2481502"/>
                  <a:pt x="177800" y="2606583"/>
                </a:cubicBezTo>
                <a:cubicBezTo>
                  <a:pt x="110563" y="2562912"/>
                  <a:pt x="68001" y="2569667"/>
                  <a:pt x="0" y="2496516"/>
                </a:cubicBezTo>
                <a:cubicBezTo>
                  <a:pt x="91796" y="2302913"/>
                  <a:pt x="210255" y="2064716"/>
                  <a:pt x="262466" y="1946183"/>
                </a:cubicBezTo>
                <a:cubicBezTo>
                  <a:pt x="314677" y="1827650"/>
                  <a:pt x="382361" y="1728902"/>
                  <a:pt x="404939" y="1606135"/>
                </a:cubicBezTo>
                <a:cubicBezTo>
                  <a:pt x="427517" y="1483368"/>
                  <a:pt x="402823" y="1452402"/>
                  <a:pt x="397932" y="1209583"/>
                </a:cubicBezTo>
                <a:close/>
              </a:path>
            </a:pathLst>
          </a:custGeom>
          <a:solidFill>
            <a:srgbClr val="F48C8C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89A4EFB-422A-444E-8D93-8BAFC5BF4FDE}"/>
              </a:ext>
            </a:extLst>
          </p:cNvPr>
          <p:cNvSpPr txBox="1"/>
          <p:nvPr/>
        </p:nvSpPr>
        <p:spPr>
          <a:xfrm>
            <a:off x="5633941" y="1218206"/>
            <a:ext cx="1039930" cy="333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THORAX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F8D4DAB-A787-4208-A391-EB0A3842133D}"/>
              </a:ext>
            </a:extLst>
          </p:cNvPr>
          <p:cNvSpPr txBox="1"/>
          <p:nvPr/>
        </p:nvSpPr>
        <p:spPr>
          <a:xfrm>
            <a:off x="5676467" y="5583792"/>
            <a:ext cx="1375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ABDOMEN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2E4020B-2054-420D-86C5-5CE11DBD8413}"/>
              </a:ext>
            </a:extLst>
          </p:cNvPr>
          <p:cNvSpPr txBox="1"/>
          <p:nvPr/>
        </p:nvSpPr>
        <p:spPr>
          <a:xfrm>
            <a:off x="4441111" y="2759547"/>
            <a:ext cx="10824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↑ Pressure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37DF21A-DAD6-439E-92F3-F19D0A71A306}"/>
              </a:ext>
            </a:extLst>
          </p:cNvPr>
          <p:cNvCxnSpPr>
            <a:cxnSpLocks/>
          </p:cNvCxnSpPr>
          <p:nvPr/>
        </p:nvCxnSpPr>
        <p:spPr>
          <a:xfrm>
            <a:off x="6610923" y="3884728"/>
            <a:ext cx="0" cy="63343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DADB487-B342-4EBB-AD58-789D42E5B8AD}"/>
              </a:ext>
            </a:extLst>
          </p:cNvPr>
          <p:cNvSpPr txBox="1"/>
          <p:nvPr/>
        </p:nvSpPr>
        <p:spPr>
          <a:xfrm>
            <a:off x="6834293" y="2759547"/>
            <a:ext cx="1171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↑ Pressure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3560F5B-77C2-49BC-8E3D-5D0D4D365735}"/>
              </a:ext>
            </a:extLst>
          </p:cNvPr>
          <p:cNvCxnSpPr>
            <a:cxnSpLocks/>
          </p:cNvCxnSpPr>
          <p:nvPr/>
        </p:nvCxnSpPr>
        <p:spPr>
          <a:xfrm>
            <a:off x="6626319" y="3373514"/>
            <a:ext cx="0" cy="39121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6E277743-5203-45E5-AB01-1787C7C07E93}"/>
              </a:ext>
            </a:extLst>
          </p:cNvPr>
          <p:cNvSpPr/>
          <p:nvPr/>
        </p:nvSpPr>
        <p:spPr>
          <a:xfrm>
            <a:off x="5383419" y="2879486"/>
            <a:ext cx="1420684" cy="2597451"/>
          </a:xfrm>
          <a:custGeom>
            <a:avLst/>
            <a:gdLst>
              <a:gd name="connsiteX0" fmla="*/ 338755 w 1278052"/>
              <a:gd name="connsiteY0" fmla="*/ 2267080 h 3212860"/>
              <a:gd name="connsiteX1" fmla="*/ 271022 w 1278052"/>
              <a:gd name="connsiteY1" fmla="*/ 929347 h 3212860"/>
              <a:gd name="connsiteX2" fmla="*/ 194822 w 1278052"/>
              <a:gd name="connsiteY2" fmla="*/ 633013 h 3212860"/>
              <a:gd name="connsiteX3" fmla="*/ 127089 w 1278052"/>
              <a:gd name="connsiteY3" fmla="*/ 243547 h 3212860"/>
              <a:gd name="connsiteX4" fmla="*/ 245622 w 1278052"/>
              <a:gd name="connsiteY4" fmla="*/ 6480 h 3212860"/>
              <a:gd name="connsiteX5" fmla="*/ 1202355 w 1278052"/>
              <a:gd name="connsiteY5" fmla="*/ 497547 h 3212860"/>
              <a:gd name="connsiteX6" fmla="*/ 1143089 w 1278052"/>
              <a:gd name="connsiteY6" fmla="*/ 751547 h 3212860"/>
              <a:gd name="connsiteX7" fmla="*/ 550422 w 1278052"/>
              <a:gd name="connsiteY7" fmla="*/ 793880 h 3212860"/>
              <a:gd name="connsiteX8" fmla="*/ 516555 w 1278052"/>
              <a:gd name="connsiteY8" fmla="*/ 963213 h 3212860"/>
              <a:gd name="connsiteX9" fmla="*/ 601222 w 1278052"/>
              <a:gd name="connsiteY9" fmla="*/ 2284013 h 3212860"/>
              <a:gd name="connsiteX10" fmla="*/ 1176955 w 1278052"/>
              <a:gd name="connsiteY10" fmla="*/ 2885147 h 3212860"/>
              <a:gd name="connsiteX11" fmla="*/ 1193889 w 1278052"/>
              <a:gd name="connsiteY11" fmla="*/ 2902080 h 3212860"/>
              <a:gd name="connsiteX12" fmla="*/ 1058422 w 1278052"/>
              <a:gd name="connsiteY12" fmla="*/ 3105280 h 3212860"/>
              <a:gd name="connsiteX13" fmla="*/ 643555 w 1278052"/>
              <a:gd name="connsiteY13" fmla="*/ 2707347 h 3212860"/>
              <a:gd name="connsiteX14" fmla="*/ 474222 w 1278052"/>
              <a:gd name="connsiteY14" fmla="*/ 2631147 h 3212860"/>
              <a:gd name="connsiteX15" fmla="*/ 271022 w 1278052"/>
              <a:gd name="connsiteY15" fmla="*/ 3088347 h 3212860"/>
              <a:gd name="connsiteX16" fmla="*/ 220222 w 1278052"/>
              <a:gd name="connsiteY16" fmla="*/ 3206880 h 3212860"/>
              <a:gd name="connsiteX17" fmla="*/ 89 w 1278052"/>
              <a:gd name="connsiteY17" fmla="*/ 3147613 h 3212860"/>
              <a:gd name="connsiteX18" fmla="*/ 194822 w 1278052"/>
              <a:gd name="connsiteY18" fmla="*/ 2749680 h 3212860"/>
              <a:gd name="connsiteX19" fmla="*/ 313355 w 1278052"/>
              <a:gd name="connsiteY19" fmla="*/ 2436413 h 3212860"/>
              <a:gd name="connsiteX20" fmla="*/ 338755 w 1278052"/>
              <a:gd name="connsiteY20" fmla="*/ 2267080 h 3212860"/>
              <a:gd name="connsiteX0" fmla="*/ 406460 w 1345757"/>
              <a:gd name="connsiteY0" fmla="*/ 2267080 h 3323076"/>
              <a:gd name="connsiteX1" fmla="*/ 338727 w 1345757"/>
              <a:gd name="connsiteY1" fmla="*/ 929347 h 3323076"/>
              <a:gd name="connsiteX2" fmla="*/ 262527 w 1345757"/>
              <a:gd name="connsiteY2" fmla="*/ 633013 h 3323076"/>
              <a:gd name="connsiteX3" fmla="*/ 194794 w 1345757"/>
              <a:gd name="connsiteY3" fmla="*/ 243547 h 3323076"/>
              <a:gd name="connsiteX4" fmla="*/ 313327 w 1345757"/>
              <a:gd name="connsiteY4" fmla="*/ 6480 h 3323076"/>
              <a:gd name="connsiteX5" fmla="*/ 1270060 w 1345757"/>
              <a:gd name="connsiteY5" fmla="*/ 497547 h 3323076"/>
              <a:gd name="connsiteX6" fmla="*/ 1210794 w 1345757"/>
              <a:gd name="connsiteY6" fmla="*/ 751547 h 3323076"/>
              <a:gd name="connsiteX7" fmla="*/ 618127 w 1345757"/>
              <a:gd name="connsiteY7" fmla="*/ 793880 h 3323076"/>
              <a:gd name="connsiteX8" fmla="*/ 584260 w 1345757"/>
              <a:gd name="connsiteY8" fmla="*/ 963213 h 3323076"/>
              <a:gd name="connsiteX9" fmla="*/ 668927 w 1345757"/>
              <a:gd name="connsiteY9" fmla="*/ 2284013 h 3323076"/>
              <a:gd name="connsiteX10" fmla="*/ 1244660 w 1345757"/>
              <a:gd name="connsiteY10" fmla="*/ 2885147 h 3323076"/>
              <a:gd name="connsiteX11" fmla="*/ 1261594 w 1345757"/>
              <a:gd name="connsiteY11" fmla="*/ 2902080 h 3323076"/>
              <a:gd name="connsiteX12" fmla="*/ 1126127 w 1345757"/>
              <a:gd name="connsiteY12" fmla="*/ 3105280 h 3323076"/>
              <a:gd name="connsiteX13" fmla="*/ 711260 w 1345757"/>
              <a:gd name="connsiteY13" fmla="*/ 2707347 h 3323076"/>
              <a:gd name="connsiteX14" fmla="*/ 541927 w 1345757"/>
              <a:gd name="connsiteY14" fmla="*/ 2631147 h 3323076"/>
              <a:gd name="connsiteX15" fmla="*/ 338727 w 1345757"/>
              <a:gd name="connsiteY15" fmla="*/ 3088347 h 3323076"/>
              <a:gd name="connsiteX16" fmla="*/ 287927 w 1345757"/>
              <a:gd name="connsiteY16" fmla="*/ 3206880 h 3323076"/>
              <a:gd name="connsiteX17" fmla="*/ 61 w 1345757"/>
              <a:gd name="connsiteY17" fmla="*/ 3300013 h 3323076"/>
              <a:gd name="connsiteX18" fmla="*/ 262527 w 1345757"/>
              <a:gd name="connsiteY18" fmla="*/ 2749680 h 3323076"/>
              <a:gd name="connsiteX19" fmla="*/ 381060 w 1345757"/>
              <a:gd name="connsiteY19" fmla="*/ 2436413 h 3323076"/>
              <a:gd name="connsiteX20" fmla="*/ 406460 w 1345757"/>
              <a:gd name="connsiteY20" fmla="*/ 2267080 h 3323076"/>
              <a:gd name="connsiteX0" fmla="*/ 406611 w 1345908"/>
              <a:gd name="connsiteY0" fmla="*/ 2267080 h 3382919"/>
              <a:gd name="connsiteX1" fmla="*/ 338878 w 1345908"/>
              <a:gd name="connsiteY1" fmla="*/ 929347 h 3382919"/>
              <a:gd name="connsiteX2" fmla="*/ 262678 w 1345908"/>
              <a:gd name="connsiteY2" fmla="*/ 633013 h 3382919"/>
              <a:gd name="connsiteX3" fmla="*/ 194945 w 1345908"/>
              <a:gd name="connsiteY3" fmla="*/ 243547 h 3382919"/>
              <a:gd name="connsiteX4" fmla="*/ 313478 w 1345908"/>
              <a:gd name="connsiteY4" fmla="*/ 6480 h 3382919"/>
              <a:gd name="connsiteX5" fmla="*/ 1270211 w 1345908"/>
              <a:gd name="connsiteY5" fmla="*/ 497547 h 3382919"/>
              <a:gd name="connsiteX6" fmla="*/ 1210945 w 1345908"/>
              <a:gd name="connsiteY6" fmla="*/ 751547 h 3382919"/>
              <a:gd name="connsiteX7" fmla="*/ 618278 w 1345908"/>
              <a:gd name="connsiteY7" fmla="*/ 793880 h 3382919"/>
              <a:gd name="connsiteX8" fmla="*/ 584411 w 1345908"/>
              <a:gd name="connsiteY8" fmla="*/ 963213 h 3382919"/>
              <a:gd name="connsiteX9" fmla="*/ 669078 w 1345908"/>
              <a:gd name="connsiteY9" fmla="*/ 2284013 h 3382919"/>
              <a:gd name="connsiteX10" fmla="*/ 1244811 w 1345908"/>
              <a:gd name="connsiteY10" fmla="*/ 2885147 h 3382919"/>
              <a:gd name="connsiteX11" fmla="*/ 1261745 w 1345908"/>
              <a:gd name="connsiteY11" fmla="*/ 2902080 h 3382919"/>
              <a:gd name="connsiteX12" fmla="*/ 1126278 w 1345908"/>
              <a:gd name="connsiteY12" fmla="*/ 3105280 h 3382919"/>
              <a:gd name="connsiteX13" fmla="*/ 711411 w 1345908"/>
              <a:gd name="connsiteY13" fmla="*/ 2707347 h 3382919"/>
              <a:gd name="connsiteX14" fmla="*/ 542078 w 1345908"/>
              <a:gd name="connsiteY14" fmla="*/ 2631147 h 3382919"/>
              <a:gd name="connsiteX15" fmla="*/ 338878 w 1345908"/>
              <a:gd name="connsiteY15" fmla="*/ 3088347 h 3382919"/>
              <a:gd name="connsiteX16" fmla="*/ 220345 w 1345908"/>
              <a:gd name="connsiteY16" fmla="*/ 3359280 h 3382919"/>
              <a:gd name="connsiteX17" fmla="*/ 212 w 1345908"/>
              <a:gd name="connsiteY17" fmla="*/ 3300013 h 3382919"/>
              <a:gd name="connsiteX18" fmla="*/ 262678 w 1345908"/>
              <a:gd name="connsiteY18" fmla="*/ 2749680 h 3382919"/>
              <a:gd name="connsiteX19" fmla="*/ 381211 w 1345908"/>
              <a:gd name="connsiteY19" fmla="*/ 2436413 h 3382919"/>
              <a:gd name="connsiteX20" fmla="*/ 406611 w 1345908"/>
              <a:gd name="connsiteY20" fmla="*/ 2267080 h 3382919"/>
              <a:gd name="connsiteX0" fmla="*/ 406611 w 1345908"/>
              <a:gd name="connsiteY0" fmla="*/ 2267080 h 3382919"/>
              <a:gd name="connsiteX1" fmla="*/ 338878 w 1345908"/>
              <a:gd name="connsiteY1" fmla="*/ 929347 h 3382919"/>
              <a:gd name="connsiteX2" fmla="*/ 262678 w 1345908"/>
              <a:gd name="connsiteY2" fmla="*/ 633013 h 3382919"/>
              <a:gd name="connsiteX3" fmla="*/ 194945 w 1345908"/>
              <a:gd name="connsiteY3" fmla="*/ 243547 h 3382919"/>
              <a:gd name="connsiteX4" fmla="*/ 313478 w 1345908"/>
              <a:gd name="connsiteY4" fmla="*/ 6480 h 3382919"/>
              <a:gd name="connsiteX5" fmla="*/ 1270211 w 1345908"/>
              <a:gd name="connsiteY5" fmla="*/ 497547 h 3382919"/>
              <a:gd name="connsiteX6" fmla="*/ 1210945 w 1345908"/>
              <a:gd name="connsiteY6" fmla="*/ 751547 h 3382919"/>
              <a:gd name="connsiteX7" fmla="*/ 618278 w 1345908"/>
              <a:gd name="connsiteY7" fmla="*/ 793880 h 3382919"/>
              <a:gd name="connsiteX8" fmla="*/ 584411 w 1345908"/>
              <a:gd name="connsiteY8" fmla="*/ 963213 h 3382919"/>
              <a:gd name="connsiteX9" fmla="*/ 669078 w 1345908"/>
              <a:gd name="connsiteY9" fmla="*/ 2284013 h 3382919"/>
              <a:gd name="connsiteX10" fmla="*/ 1244811 w 1345908"/>
              <a:gd name="connsiteY10" fmla="*/ 2885147 h 3382919"/>
              <a:gd name="connsiteX11" fmla="*/ 1261745 w 1345908"/>
              <a:gd name="connsiteY11" fmla="*/ 2902080 h 3382919"/>
              <a:gd name="connsiteX12" fmla="*/ 1126278 w 1345908"/>
              <a:gd name="connsiteY12" fmla="*/ 3105280 h 3382919"/>
              <a:gd name="connsiteX13" fmla="*/ 728345 w 1345908"/>
              <a:gd name="connsiteY13" fmla="*/ 2749680 h 3382919"/>
              <a:gd name="connsiteX14" fmla="*/ 542078 w 1345908"/>
              <a:gd name="connsiteY14" fmla="*/ 2631147 h 3382919"/>
              <a:gd name="connsiteX15" fmla="*/ 338878 w 1345908"/>
              <a:gd name="connsiteY15" fmla="*/ 3088347 h 3382919"/>
              <a:gd name="connsiteX16" fmla="*/ 220345 w 1345908"/>
              <a:gd name="connsiteY16" fmla="*/ 3359280 h 3382919"/>
              <a:gd name="connsiteX17" fmla="*/ 212 w 1345908"/>
              <a:gd name="connsiteY17" fmla="*/ 3300013 h 3382919"/>
              <a:gd name="connsiteX18" fmla="*/ 262678 w 1345908"/>
              <a:gd name="connsiteY18" fmla="*/ 2749680 h 3382919"/>
              <a:gd name="connsiteX19" fmla="*/ 381211 w 1345908"/>
              <a:gd name="connsiteY19" fmla="*/ 2436413 h 3382919"/>
              <a:gd name="connsiteX20" fmla="*/ 406611 w 1345908"/>
              <a:gd name="connsiteY20" fmla="*/ 2267080 h 3382919"/>
              <a:gd name="connsiteX0" fmla="*/ 406611 w 1542713"/>
              <a:gd name="connsiteY0" fmla="*/ 2267080 h 3382919"/>
              <a:gd name="connsiteX1" fmla="*/ 338878 w 1542713"/>
              <a:gd name="connsiteY1" fmla="*/ 929347 h 3382919"/>
              <a:gd name="connsiteX2" fmla="*/ 262678 w 1542713"/>
              <a:gd name="connsiteY2" fmla="*/ 633013 h 3382919"/>
              <a:gd name="connsiteX3" fmla="*/ 194945 w 1542713"/>
              <a:gd name="connsiteY3" fmla="*/ 243547 h 3382919"/>
              <a:gd name="connsiteX4" fmla="*/ 313478 w 1542713"/>
              <a:gd name="connsiteY4" fmla="*/ 6480 h 3382919"/>
              <a:gd name="connsiteX5" fmla="*/ 1270211 w 1542713"/>
              <a:gd name="connsiteY5" fmla="*/ 497547 h 3382919"/>
              <a:gd name="connsiteX6" fmla="*/ 1210945 w 1542713"/>
              <a:gd name="connsiteY6" fmla="*/ 751547 h 3382919"/>
              <a:gd name="connsiteX7" fmla="*/ 618278 w 1542713"/>
              <a:gd name="connsiteY7" fmla="*/ 793880 h 3382919"/>
              <a:gd name="connsiteX8" fmla="*/ 584411 w 1542713"/>
              <a:gd name="connsiteY8" fmla="*/ 963213 h 3382919"/>
              <a:gd name="connsiteX9" fmla="*/ 669078 w 1542713"/>
              <a:gd name="connsiteY9" fmla="*/ 2284013 h 3382919"/>
              <a:gd name="connsiteX10" fmla="*/ 1244811 w 1542713"/>
              <a:gd name="connsiteY10" fmla="*/ 2885147 h 3382919"/>
              <a:gd name="connsiteX11" fmla="*/ 1541145 w 1542713"/>
              <a:gd name="connsiteY11" fmla="*/ 3156080 h 3382919"/>
              <a:gd name="connsiteX12" fmla="*/ 1126278 w 1542713"/>
              <a:gd name="connsiteY12" fmla="*/ 3105280 h 3382919"/>
              <a:gd name="connsiteX13" fmla="*/ 728345 w 1542713"/>
              <a:gd name="connsiteY13" fmla="*/ 2749680 h 3382919"/>
              <a:gd name="connsiteX14" fmla="*/ 542078 w 1542713"/>
              <a:gd name="connsiteY14" fmla="*/ 2631147 h 3382919"/>
              <a:gd name="connsiteX15" fmla="*/ 338878 w 1542713"/>
              <a:gd name="connsiteY15" fmla="*/ 3088347 h 3382919"/>
              <a:gd name="connsiteX16" fmla="*/ 220345 w 1542713"/>
              <a:gd name="connsiteY16" fmla="*/ 3359280 h 3382919"/>
              <a:gd name="connsiteX17" fmla="*/ 212 w 1542713"/>
              <a:gd name="connsiteY17" fmla="*/ 3300013 h 3382919"/>
              <a:gd name="connsiteX18" fmla="*/ 262678 w 1542713"/>
              <a:gd name="connsiteY18" fmla="*/ 2749680 h 3382919"/>
              <a:gd name="connsiteX19" fmla="*/ 381211 w 1542713"/>
              <a:gd name="connsiteY19" fmla="*/ 2436413 h 3382919"/>
              <a:gd name="connsiteX20" fmla="*/ 406611 w 1542713"/>
              <a:gd name="connsiteY20" fmla="*/ 2267080 h 3382919"/>
              <a:gd name="connsiteX0" fmla="*/ 406611 w 1548934"/>
              <a:gd name="connsiteY0" fmla="*/ 2267080 h 3382919"/>
              <a:gd name="connsiteX1" fmla="*/ 338878 w 1548934"/>
              <a:gd name="connsiteY1" fmla="*/ 929347 h 3382919"/>
              <a:gd name="connsiteX2" fmla="*/ 262678 w 1548934"/>
              <a:gd name="connsiteY2" fmla="*/ 633013 h 3382919"/>
              <a:gd name="connsiteX3" fmla="*/ 194945 w 1548934"/>
              <a:gd name="connsiteY3" fmla="*/ 243547 h 3382919"/>
              <a:gd name="connsiteX4" fmla="*/ 313478 w 1548934"/>
              <a:gd name="connsiteY4" fmla="*/ 6480 h 3382919"/>
              <a:gd name="connsiteX5" fmla="*/ 1270211 w 1548934"/>
              <a:gd name="connsiteY5" fmla="*/ 497547 h 3382919"/>
              <a:gd name="connsiteX6" fmla="*/ 1210945 w 1548934"/>
              <a:gd name="connsiteY6" fmla="*/ 751547 h 3382919"/>
              <a:gd name="connsiteX7" fmla="*/ 618278 w 1548934"/>
              <a:gd name="connsiteY7" fmla="*/ 793880 h 3382919"/>
              <a:gd name="connsiteX8" fmla="*/ 584411 w 1548934"/>
              <a:gd name="connsiteY8" fmla="*/ 963213 h 3382919"/>
              <a:gd name="connsiteX9" fmla="*/ 669078 w 1548934"/>
              <a:gd name="connsiteY9" fmla="*/ 2284013 h 3382919"/>
              <a:gd name="connsiteX10" fmla="*/ 1244811 w 1548934"/>
              <a:gd name="connsiteY10" fmla="*/ 2885147 h 3382919"/>
              <a:gd name="connsiteX11" fmla="*/ 1541145 w 1548934"/>
              <a:gd name="connsiteY11" fmla="*/ 3156080 h 3382919"/>
              <a:gd name="connsiteX12" fmla="*/ 1397211 w 1548934"/>
              <a:gd name="connsiteY12" fmla="*/ 3300014 h 3382919"/>
              <a:gd name="connsiteX13" fmla="*/ 728345 w 1548934"/>
              <a:gd name="connsiteY13" fmla="*/ 2749680 h 3382919"/>
              <a:gd name="connsiteX14" fmla="*/ 542078 w 1548934"/>
              <a:gd name="connsiteY14" fmla="*/ 2631147 h 3382919"/>
              <a:gd name="connsiteX15" fmla="*/ 338878 w 1548934"/>
              <a:gd name="connsiteY15" fmla="*/ 3088347 h 3382919"/>
              <a:gd name="connsiteX16" fmla="*/ 220345 w 1548934"/>
              <a:gd name="connsiteY16" fmla="*/ 3359280 h 3382919"/>
              <a:gd name="connsiteX17" fmla="*/ 212 w 1548934"/>
              <a:gd name="connsiteY17" fmla="*/ 3300013 h 3382919"/>
              <a:gd name="connsiteX18" fmla="*/ 262678 w 1548934"/>
              <a:gd name="connsiteY18" fmla="*/ 2749680 h 3382919"/>
              <a:gd name="connsiteX19" fmla="*/ 381211 w 1548934"/>
              <a:gd name="connsiteY19" fmla="*/ 2436413 h 3382919"/>
              <a:gd name="connsiteX20" fmla="*/ 406611 w 1548934"/>
              <a:gd name="connsiteY20" fmla="*/ 2267080 h 3382919"/>
              <a:gd name="connsiteX0" fmla="*/ 406611 w 1548934"/>
              <a:gd name="connsiteY0" fmla="*/ 2267080 h 3382919"/>
              <a:gd name="connsiteX1" fmla="*/ 338878 w 1548934"/>
              <a:gd name="connsiteY1" fmla="*/ 929347 h 3382919"/>
              <a:gd name="connsiteX2" fmla="*/ 262678 w 1548934"/>
              <a:gd name="connsiteY2" fmla="*/ 633013 h 3382919"/>
              <a:gd name="connsiteX3" fmla="*/ 194945 w 1548934"/>
              <a:gd name="connsiteY3" fmla="*/ 243547 h 3382919"/>
              <a:gd name="connsiteX4" fmla="*/ 313478 w 1548934"/>
              <a:gd name="connsiteY4" fmla="*/ 6480 h 3382919"/>
              <a:gd name="connsiteX5" fmla="*/ 1270211 w 1548934"/>
              <a:gd name="connsiteY5" fmla="*/ 497547 h 3382919"/>
              <a:gd name="connsiteX6" fmla="*/ 1210945 w 1548934"/>
              <a:gd name="connsiteY6" fmla="*/ 751547 h 3382919"/>
              <a:gd name="connsiteX7" fmla="*/ 618278 w 1548934"/>
              <a:gd name="connsiteY7" fmla="*/ 793880 h 3382919"/>
              <a:gd name="connsiteX8" fmla="*/ 584411 w 1548934"/>
              <a:gd name="connsiteY8" fmla="*/ 963213 h 3382919"/>
              <a:gd name="connsiteX9" fmla="*/ 669078 w 1548934"/>
              <a:gd name="connsiteY9" fmla="*/ 2284013 h 3382919"/>
              <a:gd name="connsiteX10" fmla="*/ 1244811 w 1548934"/>
              <a:gd name="connsiteY10" fmla="*/ 2885147 h 3382919"/>
              <a:gd name="connsiteX11" fmla="*/ 1541145 w 1548934"/>
              <a:gd name="connsiteY11" fmla="*/ 3156080 h 3382919"/>
              <a:gd name="connsiteX12" fmla="*/ 1397211 w 1548934"/>
              <a:gd name="connsiteY12" fmla="*/ 3300014 h 3382919"/>
              <a:gd name="connsiteX13" fmla="*/ 728345 w 1548934"/>
              <a:gd name="connsiteY13" fmla="*/ 2724280 h 3382919"/>
              <a:gd name="connsiteX14" fmla="*/ 542078 w 1548934"/>
              <a:gd name="connsiteY14" fmla="*/ 2631147 h 3382919"/>
              <a:gd name="connsiteX15" fmla="*/ 338878 w 1548934"/>
              <a:gd name="connsiteY15" fmla="*/ 3088347 h 3382919"/>
              <a:gd name="connsiteX16" fmla="*/ 220345 w 1548934"/>
              <a:gd name="connsiteY16" fmla="*/ 3359280 h 3382919"/>
              <a:gd name="connsiteX17" fmla="*/ 212 w 1548934"/>
              <a:gd name="connsiteY17" fmla="*/ 3300013 h 3382919"/>
              <a:gd name="connsiteX18" fmla="*/ 262678 w 1548934"/>
              <a:gd name="connsiteY18" fmla="*/ 2749680 h 3382919"/>
              <a:gd name="connsiteX19" fmla="*/ 381211 w 1548934"/>
              <a:gd name="connsiteY19" fmla="*/ 2436413 h 3382919"/>
              <a:gd name="connsiteX20" fmla="*/ 406611 w 1548934"/>
              <a:gd name="connsiteY20" fmla="*/ 2267080 h 3382919"/>
              <a:gd name="connsiteX0" fmla="*/ 406611 w 1548934"/>
              <a:gd name="connsiteY0" fmla="*/ 2267080 h 3382919"/>
              <a:gd name="connsiteX1" fmla="*/ 338878 w 1548934"/>
              <a:gd name="connsiteY1" fmla="*/ 929347 h 3382919"/>
              <a:gd name="connsiteX2" fmla="*/ 262678 w 1548934"/>
              <a:gd name="connsiteY2" fmla="*/ 633013 h 3382919"/>
              <a:gd name="connsiteX3" fmla="*/ 194945 w 1548934"/>
              <a:gd name="connsiteY3" fmla="*/ 243547 h 3382919"/>
              <a:gd name="connsiteX4" fmla="*/ 313478 w 1548934"/>
              <a:gd name="connsiteY4" fmla="*/ 6480 h 3382919"/>
              <a:gd name="connsiteX5" fmla="*/ 1270211 w 1548934"/>
              <a:gd name="connsiteY5" fmla="*/ 497547 h 3382919"/>
              <a:gd name="connsiteX6" fmla="*/ 1210945 w 1548934"/>
              <a:gd name="connsiteY6" fmla="*/ 751547 h 3382919"/>
              <a:gd name="connsiteX7" fmla="*/ 618278 w 1548934"/>
              <a:gd name="connsiteY7" fmla="*/ 793880 h 3382919"/>
              <a:gd name="connsiteX8" fmla="*/ 584411 w 1548934"/>
              <a:gd name="connsiteY8" fmla="*/ 963213 h 3382919"/>
              <a:gd name="connsiteX9" fmla="*/ 669078 w 1548934"/>
              <a:gd name="connsiteY9" fmla="*/ 2284013 h 3382919"/>
              <a:gd name="connsiteX10" fmla="*/ 1244811 w 1548934"/>
              <a:gd name="connsiteY10" fmla="*/ 2885147 h 3382919"/>
              <a:gd name="connsiteX11" fmla="*/ 1541145 w 1548934"/>
              <a:gd name="connsiteY11" fmla="*/ 3156080 h 3382919"/>
              <a:gd name="connsiteX12" fmla="*/ 1397211 w 1548934"/>
              <a:gd name="connsiteY12" fmla="*/ 3300014 h 3382919"/>
              <a:gd name="connsiteX13" fmla="*/ 728345 w 1548934"/>
              <a:gd name="connsiteY13" fmla="*/ 2724280 h 3382919"/>
              <a:gd name="connsiteX14" fmla="*/ 542078 w 1548934"/>
              <a:gd name="connsiteY14" fmla="*/ 2673480 h 3382919"/>
              <a:gd name="connsiteX15" fmla="*/ 338878 w 1548934"/>
              <a:gd name="connsiteY15" fmla="*/ 3088347 h 3382919"/>
              <a:gd name="connsiteX16" fmla="*/ 220345 w 1548934"/>
              <a:gd name="connsiteY16" fmla="*/ 3359280 h 3382919"/>
              <a:gd name="connsiteX17" fmla="*/ 212 w 1548934"/>
              <a:gd name="connsiteY17" fmla="*/ 3300013 h 3382919"/>
              <a:gd name="connsiteX18" fmla="*/ 262678 w 1548934"/>
              <a:gd name="connsiteY18" fmla="*/ 2749680 h 3382919"/>
              <a:gd name="connsiteX19" fmla="*/ 381211 w 1548934"/>
              <a:gd name="connsiteY19" fmla="*/ 2436413 h 3382919"/>
              <a:gd name="connsiteX20" fmla="*/ 406611 w 1548934"/>
              <a:gd name="connsiteY20" fmla="*/ 2267080 h 3382919"/>
              <a:gd name="connsiteX0" fmla="*/ 406614 w 1548937"/>
              <a:gd name="connsiteY0" fmla="*/ 2267080 h 3378062"/>
              <a:gd name="connsiteX1" fmla="*/ 338881 w 1548937"/>
              <a:gd name="connsiteY1" fmla="*/ 929347 h 3378062"/>
              <a:gd name="connsiteX2" fmla="*/ 262681 w 1548937"/>
              <a:gd name="connsiteY2" fmla="*/ 633013 h 3378062"/>
              <a:gd name="connsiteX3" fmla="*/ 194948 w 1548937"/>
              <a:gd name="connsiteY3" fmla="*/ 243547 h 3378062"/>
              <a:gd name="connsiteX4" fmla="*/ 313481 w 1548937"/>
              <a:gd name="connsiteY4" fmla="*/ 6480 h 3378062"/>
              <a:gd name="connsiteX5" fmla="*/ 1270214 w 1548937"/>
              <a:gd name="connsiteY5" fmla="*/ 497547 h 3378062"/>
              <a:gd name="connsiteX6" fmla="*/ 1210948 w 1548937"/>
              <a:gd name="connsiteY6" fmla="*/ 751547 h 3378062"/>
              <a:gd name="connsiteX7" fmla="*/ 618281 w 1548937"/>
              <a:gd name="connsiteY7" fmla="*/ 793880 h 3378062"/>
              <a:gd name="connsiteX8" fmla="*/ 584414 w 1548937"/>
              <a:gd name="connsiteY8" fmla="*/ 963213 h 3378062"/>
              <a:gd name="connsiteX9" fmla="*/ 669081 w 1548937"/>
              <a:gd name="connsiteY9" fmla="*/ 2284013 h 3378062"/>
              <a:gd name="connsiteX10" fmla="*/ 1244814 w 1548937"/>
              <a:gd name="connsiteY10" fmla="*/ 2885147 h 3378062"/>
              <a:gd name="connsiteX11" fmla="*/ 1541148 w 1548937"/>
              <a:gd name="connsiteY11" fmla="*/ 3156080 h 3378062"/>
              <a:gd name="connsiteX12" fmla="*/ 1397214 w 1548937"/>
              <a:gd name="connsiteY12" fmla="*/ 3300014 h 3378062"/>
              <a:gd name="connsiteX13" fmla="*/ 728348 w 1548937"/>
              <a:gd name="connsiteY13" fmla="*/ 2724280 h 3378062"/>
              <a:gd name="connsiteX14" fmla="*/ 542081 w 1548937"/>
              <a:gd name="connsiteY14" fmla="*/ 2673480 h 3378062"/>
              <a:gd name="connsiteX15" fmla="*/ 355815 w 1548937"/>
              <a:gd name="connsiteY15" fmla="*/ 3156080 h 3378062"/>
              <a:gd name="connsiteX16" fmla="*/ 220348 w 1548937"/>
              <a:gd name="connsiteY16" fmla="*/ 3359280 h 3378062"/>
              <a:gd name="connsiteX17" fmla="*/ 215 w 1548937"/>
              <a:gd name="connsiteY17" fmla="*/ 3300013 h 3378062"/>
              <a:gd name="connsiteX18" fmla="*/ 262681 w 1548937"/>
              <a:gd name="connsiteY18" fmla="*/ 2749680 h 3378062"/>
              <a:gd name="connsiteX19" fmla="*/ 381214 w 1548937"/>
              <a:gd name="connsiteY19" fmla="*/ 2436413 h 3378062"/>
              <a:gd name="connsiteX20" fmla="*/ 406614 w 1548937"/>
              <a:gd name="connsiteY20" fmla="*/ 2267080 h 3378062"/>
              <a:gd name="connsiteX0" fmla="*/ 398147 w 1548937"/>
              <a:gd name="connsiteY0" fmla="*/ 2013080 h 3378062"/>
              <a:gd name="connsiteX1" fmla="*/ 338881 w 1548937"/>
              <a:gd name="connsiteY1" fmla="*/ 929347 h 3378062"/>
              <a:gd name="connsiteX2" fmla="*/ 262681 w 1548937"/>
              <a:gd name="connsiteY2" fmla="*/ 633013 h 3378062"/>
              <a:gd name="connsiteX3" fmla="*/ 194948 w 1548937"/>
              <a:gd name="connsiteY3" fmla="*/ 243547 h 3378062"/>
              <a:gd name="connsiteX4" fmla="*/ 313481 w 1548937"/>
              <a:gd name="connsiteY4" fmla="*/ 6480 h 3378062"/>
              <a:gd name="connsiteX5" fmla="*/ 1270214 w 1548937"/>
              <a:gd name="connsiteY5" fmla="*/ 497547 h 3378062"/>
              <a:gd name="connsiteX6" fmla="*/ 1210948 w 1548937"/>
              <a:gd name="connsiteY6" fmla="*/ 751547 h 3378062"/>
              <a:gd name="connsiteX7" fmla="*/ 618281 w 1548937"/>
              <a:gd name="connsiteY7" fmla="*/ 793880 h 3378062"/>
              <a:gd name="connsiteX8" fmla="*/ 584414 w 1548937"/>
              <a:gd name="connsiteY8" fmla="*/ 963213 h 3378062"/>
              <a:gd name="connsiteX9" fmla="*/ 669081 w 1548937"/>
              <a:gd name="connsiteY9" fmla="*/ 2284013 h 3378062"/>
              <a:gd name="connsiteX10" fmla="*/ 1244814 w 1548937"/>
              <a:gd name="connsiteY10" fmla="*/ 2885147 h 3378062"/>
              <a:gd name="connsiteX11" fmla="*/ 1541148 w 1548937"/>
              <a:gd name="connsiteY11" fmla="*/ 3156080 h 3378062"/>
              <a:gd name="connsiteX12" fmla="*/ 1397214 w 1548937"/>
              <a:gd name="connsiteY12" fmla="*/ 3300014 h 3378062"/>
              <a:gd name="connsiteX13" fmla="*/ 728348 w 1548937"/>
              <a:gd name="connsiteY13" fmla="*/ 2724280 h 3378062"/>
              <a:gd name="connsiteX14" fmla="*/ 542081 w 1548937"/>
              <a:gd name="connsiteY14" fmla="*/ 2673480 h 3378062"/>
              <a:gd name="connsiteX15" fmla="*/ 355815 w 1548937"/>
              <a:gd name="connsiteY15" fmla="*/ 3156080 h 3378062"/>
              <a:gd name="connsiteX16" fmla="*/ 220348 w 1548937"/>
              <a:gd name="connsiteY16" fmla="*/ 3359280 h 3378062"/>
              <a:gd name="connsiteX17" fmla="*/ 215 w 1548937"/>
              <a:gd name="connsiteY17" fmla="*/ 3300013 h 3378062"/>
              <a:gd name="connsiteX18" fmla="*/ 262681 w 1548937"/>
              <a:gd name="connsiteY18" fmla="*/ 2749680 h 3378062"/>
              <a:gd name="connsiteX19" fmla="*/ 381214 w 1548937"/>
              <a:gd name="connsiteY19" fmla="*/ 2436413 h 3378062"/>
              <a:gd name="connsiteX20" fmla="*/ 398147 w 1548937"/>
              <a:gd name="connsiteY20" fmla="*/ 2013080 h 3378062"/>
              <a:gd name="connsiteX0" fmla="*/ 399945 w 1550735"/>
              <a:gd name="connsiteY0" fmla="*/ 2013080 h 3411140"/>
              <a:gd name="connsiteX1" fmla="*/ 340679 w 1550735"/>
              <a:gd name="connsiteY1" fmla="*/ 929347 h 3411140"/>
              <a:gd name="connsiteX2" fmla="*/ 264479 w 1550735"/>
              <a:gd name="connsiteY2" fmla="*/ 633013 h 3411140"/>
              <a:gd name="connsiteX3" fmla="*/ 196746 w 1550735"/>
              <a:gd name="connsiteY3" fmla="*/ 243547 h 3411140"/>
              <a:gd name="connsiteX4" fmla="*/ 315279 w 1550735"/>
              <a:gd name="connsiteY4" fmla="*/ 6480 h 3411140"/>
              <a:gd name="connsiteX5" fmla="*/ 1272012 w 1550735"/>
              <a:gd name="connsiteY5" fmla="*/ 497547 h 3411140"/>
              <a:gd name="connsiteX6" fmla="*/ 1212746 w 1550735"/>
              <a:gd name="connsiteY6" fmla="*/ 751547 h 3411140"/>
              <a:gd name="connsiteX7" fmla="*/ 620079 w 1550735"/>
              <a:gd name="connsiteY7" fmla="*/ 793880 h 3411140"/>
              <a:gd name="connsiteX8" fmla="*/ 586212 w 1550735"/>
              <a:gd name="connsiteY8" fmla="*/ 963213 h 3411140"/>
              <a:gd name="connsiteX9" fmla="*/ 670879 w 1550735"/>
              <a:gd name="connsiteY9" fmla="*/ 2284013 h 3411140"/>
              <a:gd name="connsiteX10" fmla="*/ 1246612 w 1550735"/>
              <a:gd name="connsiteY10" fmla="*/ 2885147 h 3411140"/>
              <a:gd name="connsiteX11" fmla="*/ 1542946 w 1550735"/>
              <a:gd name="connsiteY11" fmla="*/ 3156080 h 3411140"/>
              <a:gd name="connsiteX12" fmla="*/ 1399012 w 1550735"/>
              <a:gd name="connsiteY12" fmla="*/ 3300014 h 3411140"/>
              <a:gd name="connsiteX13" fmla="*/ 730146 w 1550735"/>
              <a:gd name="connsiteY13" fmla="*/ 2724280 h 3411140"/>
              <a:gd name="connsiteX14" fmla="*/ 543879 w 1550735"/>
              <a:gd name="connsiteY14" fmla="*/ 2673480 h 3411140"/>
              <a:gd name="connsiteX15" fmla="*/ 357613 w 1550735"/>
              <a:gd name="connsiteY15" fmla="*/ 3156080 h 3411140"/>
              <a:gd name="connsiteX16" fmla="*/ 154413 w 1550735"/>
              <a:gd name="connsiteY16" fmla="*/ 3401614 h 3411140"/>
              <a:gd name="connsiteX17" fmla="*/ 2013 w 1550735"/>
              <a:gd name="connsiteY17" fmla="*/ 3300013 h 3411140"/>
              <a:gd name="connsiteX18" fmla="*/ 264479 w 1550735"/>
              <a:gd name="connsiteY18" fmla="*/ 2749680 h 3411140"/>
              <a:gd name="connsiteX19" fmla="*/ 383012 w 1550735"/>
              <a:gd name="connsiteY19" fmla="*/ 2436413 h 3411140"/>
              <a:gd name="connsiteX20" fmla="*/ 399945 w 1550735"/>
              <a:gd name="connsiteY20" fmla="*/ 2013080 h 3411140"/>
              <a:gd name="connsiteX0" fmla="*/ 398976 w 1549766"/>
              <a:gd name="connsiteY0" fmla="*/ 2013080 h 3418554"/>
              <a:gd name="connsiteX1" fmla="*/ 339710 w 1549766"/>
              <a:gd name="connsiteY1" fmla="*/ 929347 h 3418554"/>
              <a:gd name="connsiteX2" fmla="*/ 263510 w 1549766"/>
              <a:gd name="connsiteY2" fmla="*/ 633013 h 3418554"/>
              <a:gd name="connsiteX3" fmla="*/ 195777 w 1549766"/>
              <a:gd name="connsiteY3" fmla="*/ 243547 h 3418554"/>
              <a:gd name="connsiteX4" fmla="*/ 314310 w 1549766"/>
              <a:gd name="connsiteY4" fmla="*/ 6480 h 3418554"/>
              <a:gd name="connsiteX5" fmla="*/ 1271043 w 1549766"/>
              <a:gd name="connsiteY5" fmla="*/ 497547 h 3418554"/>
              <a:gd name="connsiteX6" fmla="*/ 1211777 w 1549766"/>
              <a:gd name="connsiteY6" fmla="*/ 751547 h 3418554"/>
              <a:gd name="connsiteX7" fmla="*/ 619110 w 1549766"/>
              <a:gd name="connsiteY7" fmla="*/ 793880 h 3418554"/>
              <a:gd name="connsiteX8" fmla="*/ 585243 w 1549766"/>
              <a:gd name="connsiteY8" fmla="*/ 963213 h 3418554"/>
              <a:gd name="connsiteX9" fmla="*/ 669910 w 1549766"/>
              <a:gd name="connsiteY9" fmla="*/ 2284013 h 3418554"/>
              <a:gd name="connsiteX10" fmla="*/ 1245643 w 1549766"/>
              <a:gd name="connsiteY10" fmla="*/ 2885147 h 3418554"/>
              <a:gd name="connsiteX11" fmla="*/ 1541977 w 1549766"/>
              <a:gd name="connsiteY11" fmla="*/ 3156080 h 3418554"/>
              <a:gd name="connsiteX12" fmla="*/ 1398043 w 1549766"/>
              <a:gd name="connsiteY12" fmla="*/ 3300014 h 3418554"/>
              <a:gd name="connsiteX13" fmla="*/ 729177 w 1549766"/>
              <a:gd name="connsiteY13" fmla="*/ 2724280 h 3418554"/>
              <a:gd name="connsiteX14" fmla="*/ 542910 w 1549766"/>
              <a:gd name="connsiteY14" fmla="*/ 2673480 h 3418554"/>
              <a:gd name="connsiteX15" fmla="*/ 356644 w 1549766"/>
              <a:gd name="connsiteY15" fmla="*/ 3156080 h 3418554"/>
              <a:gd name="connsiteX16" fmla="*/ 178844 w 1549766"/>
              <a:gd name="connsiteY16" fmla="*/ 3410080 h 3418554"/>
              <a:gd name="connsiteX17" fmla="*/ 1044 w 1549766"/>
              <a:gd name="connsiteY17" fmla="*/ 3300013 h 3418554"/>
              <a:gd name="connsiteX18" fmla="*/ 263510 w 1549766"/>
              <a:gd name="connsiteY18" fmla="*/ 2749680 h 3418554"/>
              <a:gd name="connsiteX19" fmla="*/ 382043 w 1549766"/>
              <a:gd name="connsiteY19" fmla="*/ 2436413 h 3418554"/>
              <a:gd name="connsiteX20" fmla="*/ 398976 w 1549766"/>
              <a:gd name="connsiteY20" fmla="*/ 2013080 h 3418554"/>
              <a:gd name="connsiteX0" fmla="*/ 398956 w 1549746"/>
              <a:gd name="connsiteY0" fmla="*/ 2013080 h 3422059"/>
              <a:gd name="connsiteX1" fmla="*/ 339690 w 1549746"/>
              <a:gd name="connsiteY1" fmla="*/ 929347 h 3422059"/>
              <a:gd name="connsiteX2" fmla="*/ 263490 w 1549746"/>
              <a:gd name="connsiteY2" fmla="*/ 633013 h 3422059"/>
              <a:gd name="connsiteX3" fmla="*/ 195757 w 1549746"/>
              <a:gd name="connsiteY3" fmla="*/ 243547 h 3422059"/>
              <a:gd name="connsiteX4" fmla="*/ 314290 w 1549746"/>
              <a:gd name="connsiteY4" fmla="*/ 6480 h 3422059"/>
              <a:gd name="connsiteX5" fmla="*/ 1271023 w 1549746"/>
              <a:gd name="connsiteY5" fmla="*/ 497547 h 3422059"/>
              <a:gd name="connsiteX6" fmla="*/ 1211757 w 1549746"/>
              <a:gd name="connsiteY6" fmla="*/ 751547 h 3422059"/>
              <a:gd name="connsiteX7" fmla="*/ 619090 w 1549746"/>
              <a:gd name="connsiteY7" fmla="*/ 793880 h 3422059"/>
              <a:gd name="connsiteX8" fmla="*/ 585223 w 1549746"/>
              <a:gd name="connsiteY8" fmla="*/ 963213 h 3422059"/>
              <a:gd name="connsiteX9" fmla="*/ 669890 w 1549746"/>
              <a:gd name="connsiteY9" fmla="*/ 2284013 h 3422059"/>
              <a:gd name="connsiteX10" fmla="*/ 1245623 w 1549746"/>
              <a:gd name="connsiteY10" fmla="*/ 2885147 h 3422059"/>
              <a:gd name="connsiteX11" fmla="*/ 1541957 w 1549746"/>
              <a:gd name="connsiteY11" fmla="*/ 3156080 h 3422059"/>
              <a:gd name="connsiteX12" fmla="*/ 1398023 w 1549746"/>
              <a:gd name="connsiteY12" fmla="*/ 3300014 h 3422059"/>
              <a:gd name="connsiteX13" fmla="*/ 729157 w 1549746"/>
              <a:gd name="connsiteY13" fmla="*/ 2724280 h 3422059"/>
              <a:gd name="connsiteX14" fmla="*/ 542890 w 1549746"/>
              <a:gd name="connsiteY14" fmla="*/ 2673480 h 3422059"/>
              <a:gd name="connsiteX15" fmla="*/ 339690 w 1549746"/>
              <a:gd name="connsiteY15" fmla="*/ 3105280 h 3422059"/>
              <a:gd name="connsiteX16" fmla="*/ 178824 w 1549746"/>
              <a:gd name="connsiteY16" fmla="*/ 3410080 h 3422059"/>
              <a:gd name="connsiteX17" fmla="*/ 1024 w 1549746"/>
              <a:gd name="connsiteY17" fmla="*/ 3300013 h 3422059"/>
              <a:gd name="connsiteX18" fmla="*/ 263490 w 1549746"/>
              <a:gd name="connsiteY18" fmla="*/ 2749680 h 3422059"/>
              <a:gd name="connsiteX19" fmla="*/ 382023 w 1549746"/>
              <a:gd name="connsiteY19" fmla="*/ 2436413 h 3422059"/>
              <a:gd name="connsiteX20" fmla="*/ 398956 w 1549746"/>
              <a:gd name="connsiteY20" fmla="*/ 2013080 h 3422059"/>
              <a:gd name="connsiteX0" fmla="*/ 398956 w 1549746"/>
              <a:gd name="connsiteY0" fmla="*/ 2013080 h 3422059"/>
              <a:gd name="connsiteX1" fmla="*/ 339690 w 1549746"/>
              <a:gd name="connsiteY1" fmla="*/ 929347 h 3422059"/>
              <a:gd name="connsiteX2" fmla="*/ 263490 w 1549746"/>
              <a:gd name="connsiteY2" fmla="*/ 633013 h 3422059"/>
              <a:gd name="connsiteX3" fmla="*/ 195757 w 1549746"/>
              <a:gd name="connsiteY3" fmla="*/ 243547 h 3422059"/>
              <a:gd name="connsiteX4" fmla="*/ 314290 w 1549746"/>
              <a:gd name="connsiteY4" fmla="*/ 6480 h 3422059"/>
              <a:gd name="connsiteX5" fmla="*/ 1271023 w 1549746"/>
              <a:gd name="connsiteY5" fmla="*/ 497547 h 3422059"/>
              <a:gd name="connsiteX6" fmla="*/ 1211757 w 1549746"/>
              <a:gd name="connsiteY6" fmla="*/ 751547 h 3422059"/>
              <a:gd name="connsiteX7" fmla="*/ 619090 w 1549746"/>
              <a:gd name="connsiteY7" fmla="*/ 793880 h 3422059"/>
              <a:gd name="connsiteX8" fmla="*/ 585223 w 1549746"/>
              <a:gd name="connsiteY8" fmla="*/ 963213 h 3422059"/>
              <a:gd name="connsiteX9" fmla="*/ 703757 w 1549746"/>
              <a:gd name="connsiteY9" fmla="*/ 2343279 h 3422059"/>
              <a:gd name="connsiteX10" fmla="*/ 1245623 w 1549746"/>
              <a:gd name="connsiteY10" fmla="*/ 2885147 h 3422059"/>
              <a:gd name="connsiteX11" fmla="*/ 1541957 w 1549746"/>
              <a:gd name="connsiteY11" fmla="*/ 3156080 h 3422059"/>
              <a:gd name="connsiteX12" fmla="*/ 1398023 w 1549746"/>
              <a:gd name="connsiteY12" fmla="*/ 3300014 h 3422059"/>
              <a:gd name="connsiteX13" fmla="*/ 729157 w 1549746"/>
              <a:gd name="connsiteY13" fmla="*/ 2724280 h 3422059"/>
              <a:gd name="connsiteX14" fmla="*/ 542890 w 1549746"/>
              <a:gd name="connsiteY14" fmla="*/ 2673480 h 3422059"/>
              <a:gd name="connsiteX15" fmla="*/ 339690 w 1549746"/>
              <a:gd name="connsiteY15" fmla="*/ 3105280 h 3422059"/>
              <a:gd name="connsiteX16" fmla="*/ 178824 w 1549746"/>
              <a:gd name="connsiteY16" fmla="*/ 3410080 h 3422059"/>
              <a:gd name="connsiteX17" fmla="*/ 1024 w 1549746"/>
              <a:gd name="connsiteY17" fmla="*/ 3300013 h 3422059"/>
              <a:gd name="connsiteX18" fmla="*/ 263490 w 1549746"/>
              <a:gd name="connsiteY18" fmla="*/ 2749680 h 3422059"/>
              <a:gd name="connsiteX19" fmla="*/ 382023 w 1549746"/>
              <a:gd name="connsiteY19" fmla="*/ 2436413 h 3422059"/>
              <a:gd name="connsiteX20" fmla="*/ 398956 w 1549746"/>
              <a:gd name="connsiteY20" fmla="*/ 2013080 h 3422059"/>
              <a:gd name="connsiteX0" fmla="*/ 398956 w 1549746"/>
              <a:gd name="connsiteY0" fmla="*/ 2013080 h 3422059"/>
              <a:gd name="connsiteX1" fmla="*/ 339690 w 1549746"/>
              <a:gd name="connsiteY1" fmla="*/ 929347 h 3422059"/>
              <a:gd name="connsiteX2" fmla="*/ 263490 w 1549746"/>
              <a:gd name="connsiteY2" fmla="*/ 633013 h 3422059"/>
              <a:gd name="connsiteX3" fmla="*/ 195757 w 1549746"/>
              <a:gd name="connsiteY3" fmla="*/ 243547 h 3422059"/>
              <a:gd name="connsiteX4" fmla="*/ 314290 w 1549746"/>
              <a:gd name="connsiteY4" fmla="*/ 6480 h 3422059"/>
              <a:gd name="connsiteX5" fmla="*/ 1271023 w 1549746"/>
              <a:gd name="connsiteY5" fmla="*/ 497547 h 3422059"/>
              <a:gd name="connsiteX6" fmla="*/ 1211757 w 1549746"/>
              <a:gd name="connsiteY6" fmla="*/ 751547 h 3422059"/>
              <a:gd name="connsiteX7" fmla="*/ 619090 w 1549746"/>
              <a:gd name="connsiteY7" fmla="*/ 793880 h 3422059"/>
              <a:gd name="connsiteX8" fmla="*/ 585223 w 1549746"/>
              <a:gd name="connsiteY8" fmla="*/ 963213 h 3422059"/>
              <a:gd name="connsiteX9" fmla="*/ 703757 w 1549746"/>
              <a:gd name="connsiteY9" fmla="*/ 2343279 h 3422059"/>
              <a:gd name="connsiteX10" fmla="*/ 1245623 w 1549746"/>
              <a:gd name="connsiteY10" fmla="*/ 2885147 h 3422059"/>
              <a:gd name="connsiteX11" fmla="*/ 1541957 w 1549746"/>
              <a:gd name="connsiteY11" fmla="*/ 3156080 h 3422059"/>
              <a:gd name="connsiteX12" fmla="*/ 1398023 w 1549746"/>
              <a:gd name="connsiteY12" fmla="*/ 3300014 h 3422059"/>
              <a:gd name="connsiteX13" fmla="*/ 729157 w 1549746"/>
              <a:gd name="connsiteY13" fmla="*/ 2724280 h 3422059"/>
              <a:gd name="connsiteX14" fmla="*/ 542890 w 1549746"/>
              <a:gd name="connsiteY14" fmla="*/ 2673480 h 3422059"/>
              <a:gd name="connsiteX15" fmla="*/ 339690 w 1549746"/>
              <a:gd name="connsiteY15" fmla="*/ 3105280 h 3422059"/>
              <a:gd name="connsiteX16" fmla="*/ 178824 w 1549746"/>
              <a:gd name="connsiteY16" fmla="*/ 3410080 h 3422059"/>
              <a:gd name="connsiteX17" fmla="*/ 1024 w 1549746"/>
              <a:gd name="connsiteY17" fmla="*/ 3300013 h 3422059"/>
              <a:gd name="connsiteX18" fmla="*/ 263490 w 1549746"/>
              <a:gd name="connsiteY18" fmla="*/ 2749680 h 3422059"/>
              <a:gd name="connsiteX19" fmla="*/ 382023 w 1549746"/>
              <a:gd name="connsiteY19" fmla="*/ 2436413 h 3422059"/>
              <a:gd name="connsiteX20" fmla="*/ 398956 w 1549746"/>
              <a:gd name="connsiteY20" fmla="*/ 2013080 h 3422059"/>
              <a:gd name="connsiteX0" fmla="*/ 398956 w 1549746"/>
              <a:gd name="connsiteY0" fmla="*/ 2013080 h 3422059"/>
              <a:gd name="connsiteX1" fmla="*/ 339690 w 1549746"/>
              <a:gd name="connsiteY1" fmla="*/ 929347 h 3422059"/>
              <a:gd name="connsiteX2" fmla="*/ 263490 w 1549746"/>
              <a:gd name="connsiteY2" fmla="*/ 633013 h 3422059"/>
              <a:gd name="connsiteX3" fmla="*/ 195757 w 1549746"/>
              <a:gd name="connsiteY3" fmla="*/ 243547 h 3422059"/>
              <a:gd name="connsiteX4" fmla="*/ 314290 w 1549746"/>
              <a:gd name="connsiteY4" fmla="*/ 6480 h 3422059"/>
              <a:gd name="connsiteX5" fmla="*/ 1271023 w 1549746"/>
              <a:gd name="connsiteY5" fmla="*/ 497547 h 3422059"/>
              <a:gd name="connsiteX6" fmla="*/ 1211757 w 1549746"/>
              <a:gd name="connsiteY6" fmla="*/ 751547 h 3422059"/>
              <a:gd name="connsiteX7" fmla="*/ 619090 w 1549746"/>
              <a:gd name="connsiteY7" fmla="*/ 793880 h 3422059"/>
              <a:gd name="connsiteX8" fmla="*/ 585223 w 1549746"/>
              <a:gd name="connsiteY8" fmla="*/ 963213 h 3422059"/>
              <a:gd name="connsiteX9" fmla="*/ 703757 w 1549746"/>
              <a:gd name="connsiteY9" fmla="*/ 2343279 h 3422059"/>
              <a:gd name="connsiteX10" fmla="*/ 1245623 w 1549746"/>
              <a:gd name="connsiteY10" fmla="*/ 2885147 h 3422059"/>
              <a:gd name="connsiteX11" fmla="*/ 1541957 w 1549746"/>
              <a:gd name="connsiteY11" fmla="*/ 3156080 h 3422059"/>
              <a:gd name="connsiteX12" fmla="*/ 1398023 w 1549746"/>
              <a:gd name="connsiteY12" fmla="*/ 3300014 h 3422059"/>
              <a:gd name="connsiteX13" fmla="*/ 729157 w 1549746"/>
              <a:gd name="connsiteY13" fmla="*/ 2724280 h 3422059"/>
              <a:gd name="connsiteX14" fmla="*/ 542890 w 1549746"/>
              <a:gd name="connsiteY14" fmla="*/ 2673480 h 3422059"/>
              <a:gd name="connsiteX15" fmla="*/ 339690 w 1549746"/>
              <a:gd name="connsiteY15" fmla="*/ 3105280 h 3422059"/>
              <a:gd name="connsiteX16" fmla="*/ 178824 w 1549746"/>
              <a:gd name="connsiteY16" fmla="*/ 3410080 h 3422059"/>
              <a:gd name="connsiteX17" fmla="*/ 1024 w 1549746"/>
              <a:gd name="connsiteY17" fmla="*/ 3300013 h 3422059"/>
              <a:gd name="connsiteX18" fmla="*/ 263490 w 1549746"/>
              <a:gd name="connsiteY18" fmla="*/ 2749680 h 3422059"/>
              <a:gd name="connsiteX19" fmla="*/ 382023 w 1549746"/>
              <a:gd name="connsiteY19" fmla="*/ 2436413 h 3422059"/>
              <a:gd name="connsiteX20" fmla="*/ 398956 w 1549746"/>
              <a:gd name="connsiteY20" fmla="*/ 2013080 h 3422059"/>
              <a:gd name="connsiteX0" fmla="*/ 398956 w 1549746"/>
              <a:gd name="connsiteY0" fmla="*/ 2013080 h 3422059"/>
              <a:gd name="connsiteX1" fmla="*/ 339690 w 1549746"/>
              <a:gd name="connsiteY1" fmla="*/ 929347 h 3422059"/>
              <a:gd name="connsiteX2" fmla="*/ 263490 w 1549746"/>
              <a:gd name="connsiteY2" fmla="*/ 633013 h 3422059"/>
              <a:gd name="connsiteX3" fmla="*/ 195757 w 1549746"/>
              <a:gd name="connsiteY3" fmla="*/ 243547 h 3422059"/>
              <a:gd name="connsiteX4" fmla="*/ 314290 w 1549746"/>
              <a:gd name="connsiteY4" fmla="*/ 6480 h 3422059"/>
              <a:gd name="connsiteX5" fmla="*/ 1271023 w 1549746"/>
              <a:gd name="connsiteY5" fmla="*/ 497547 h 3422059"/>
              <a:gd name="connsiteX6" fmla="*/ 1211757 w 1549746"/>
              <a:gd name="connsiteY6" fmla="*/ 751547 h 3422059"/>
              <a:gd name="connsiteX7" fmla="*/ 619090 w 1549746"/>
              <a:gd name="connsiteY7" fmla="*/ 793880 h 3422059"/>
              <a:gd name="connsiteX8" fmla="*/ 585223 w 1549746"/>
              <a:gd name="connsiteY8" fmla="*/ 963213 h 3422059"/>
              <a:gd name="connsiteX9" fmla="*/ 703757 w 1549746"/>
              <a:gd name="connsiteY9" fmla="*/ 2343279 h 3422059"/>
              <a:gd name="connsiteX10" fmla="*/ 1245623 w 1549746"/>
              <a:gd name="connsiteY10" fmla="*/ 2885147 h 3422059"/>
              <a:gd name="connsiteX11" fmla="*/ 1541957 w 1549746"/>
              <a:gd name="connsiteY11" fmla="*/ 3156080 h 3422059"/>
              <a:gd name="connsiteX12" fmla="*/ 1398023 w 1549746"/>
              <a:gd name="connsiteY12" fmla="*/ 3300014 h 3422059"/>
              <a:gd name="connsiteX13" fmla="*/ 729157 w 1549746"/>
              <a:gd name="connsiteY13" fmla="*/ 2724280 h 3422059"/>
              <a:gd name="connsiteX14" fmla="*/ 542890 w 1549746"/>
              <a:gd name="connsiteY14" fmla="*/ 2673480 h 3422059"/>
              <a:gd name="connsiteX15" fmla="*/ 339690 w 1549746"/>
              <a:gd name="connsiteY15" fmla="*/ 3105280 h 3422059"/>
              <a:gd name="connsiteX16" fmla="*/ 178824 w 1549746"/>
              <a:gd name="connsiteY16" fmla="*/ 3410080 h 3422059"/>
              <a:gd name="connsiteX17" fmla="*/ 1024 w 1549746"/>
              <a:gd name="connsiteY17" fmla="*/ 3300013 h 3422059"/>
              <a:gd name="connsiteX18" fmla="*/ 263490 w 1549746"/>
              <a:gd name="connsiteY18" fmla="*/ 2749680 h 3422059"/>
              <a:gd name="connsiteX19" fmla="*/ 382023 w 1549746"/>
              <a:gd name="connsiteY19" fmla="*/ 2436413 h 3422059"/>
              <a:gd name="connsiteX20" fmla="*/ 398956 w 1549746"/>
              <a:gd name="connsiteY20" fmla="*/ 2013080 h 3422059"/>
              <a:gd name="connsiteX0" fmla="*/ 398956 w 1549746"/>
              <a:gd name="connsiteY0" fmla="*/ 2013080 h 3422059"/>
              <a:gd name="connsiteX1" fmla="*/ 339690 w 1549746"/>
              <a:gd name="connsiteY1" fmla="*/ 929347 h 3422059"/>
              <a:gd name="connsiteX2" fmla="*/ 263490 w 1549746"/>
              <a:gd name="connsiteY2" fmla="*/ 633013 h 3422059"/>
              <a:gd name="connsiteX3" fmla="*/ 195757 w 1549746"/>
              <a:gd name="connsiteY3" fmla="*/ 243547 h 3422059"/>
              <a:gd name="connsiteX4" fmla="*/ 314290 w 1549746"/>
              <a:gd name="connsiteY4" fmla="*/ 6480 h 3422059"/>
              <a:gd name="connsiteX5" fmla="*/ 1271023 w 1549746"/>
              <a:gd name="connsiteY5" fmla="*/ 497547 h 3422059"/>
              <a:gd name="connsiteX6" fmla="*/ 1211757 w 1549746"/>
              <a:gd name="connsiteY6" fmla="*/ 751547 h 3422059"/>
              <a:gd name="connsiteX7" fmla="*/ 619090 w 1549746"/>
              <a:gd name="connsiteY7" fmla="*/ 793880 h 3422059"/>
              <a:gd name="connsiteX8" fmla="*/ 585223 w 1549746"/>
              <a:gd name="connsiteY8" fmla="*/ 963213 h 3422059"/>
              <a:gd name="connsiteX9" fmla="*/ 661424 w 1549746"/>
              <a:gd name="connsiteY9" fmla="*/ 2284012 h 3422059"/>
              <a:gd name="connsiteX10" fmla="*/ 1245623 w 1549746"/>
              <a:gd name="connsiteY10" fmla="*/ 2885147 h 3422059"/>
              <a:gd name="connsiteX11" fmla="*/ 1541957 w 1549746"/>
              <a:gd name="connsiteY11" fmla="*/ 3156080 h 3422059"/>
              <a:gd name="connsiteX12" fmla="*/ 1398023 w 1549746"/>
              <a:gd name="connsiteY12" fmla="*/ 3300014 h 3422059"/>
              <a:gd name="connsiteX13" fmla="*/ 729157 w 1549746"/>
              <a:gd name="connsiteY13" fmla="*/ 2724280 h 3422059"/>
              <a:gd name="connsiteX14" fmla="*/ 542890 w 1549746"/>
              <a:gd name="connsiteY14" fmla="*/ 2673480 h 3422059"/>
              <a:gd name="connsiteX15" fmla="*/ 339690 w 1549746"/>
              <a:gd name="connsiteY15" fmla="*/ 3105280 h 3422059"/>
              <a:gd name="connsiteX16" fmla="*/ 178824 w 1549746"/>
              <a:gd name="connsiteY16" fmla="*/ 3410080 h 3422059"/>
              <a:gd name="connsiteX17" fmla="*/ 1024 w 1549746"/>
              <a:gd name="connsiteY17" fmla="*/ 3300013 h 3422059"/>
              <a:gd name="connsiteX18" fmla="*/ 263490 w 1549746"/>
              <a:gd name="connsiteY18" fmla="*/ 2749680 h 3422059"/>
              <a:gd name="connsiteX19" fmla="*/ 382023 w 1549746"/>
              <a:gd name="connsiteY19" fmla="*/ 2436413 h 3422059"/>
              <a:gd name="connsiteX20" fmla="*/ 398956 w 1549746"/>
              <a:gd name="connsiteY20" fmla="*/ 2013080 h 3422059"/>
              <a:gd name="connsiteX0" fmla="*/ 398956 w 1549746"/>
              <a:gd name="connsiteY0" fmla="*/ 2013080 h 3422059"/>
              <a:gd name="connsiteX1" fmla="*/ 339690 w 1549746"/>
              <a:gd name="connsiteY1" fmla="*/ 929347 h 3422059"/>
              <a:gd name="connsiteX2" fmla="*/ 263490 w 1549746"/>
              <a:gd name="connsiteY2" fmla="*/ 633013 h 3422059"/>
              <a:gd name="connsiteX3" fmla="*/ 195757 w 1549746"/>
              <a:gd name="connsiteY3" fmla="*/ 243547 h 3422059"/>
              <a:gd name="connsiteX4" fmla="*/ 314290 w 1549746"/>
              <a:gd name="connsiteY4" fmla="*/ 6480 h 3422059"/>
              <a:gd name="connsiteX5" fmla="*/ 1271023 w 1549746"/>
              <a:gd name="connsiteY5" fmla="*/ 497547 h 3422059"/>
              <a:gd name="connsiteX6" fmla="*/ 1211757 w 1549746"/>
              <a:gd name="connsiteY6" fmla="*/ 751547 h 3422059"/>
              <a:gd name="connsiteX7" fmla="*/ 619090 w 1549746"/>
              <a:gd name="connsiteY7" fmla="*/ 793880 h 3422059"/>
              <a:gd name="connsiteX8" fmla="*/ 585223 w 1549746"/>
              <a:gd name="connsiteY8" fmla="*/ 963213 h 3422059"/>
              <a:gd name="connsiteX9" fmla="*/ 661424 w 1549746"/>
              <a:gd name="connsiteY9" fmla="*/ 2284012 h 3422059"/>
              <a:gd name="connsiteX10" fmla="*/ 1245623 w 1549746"/>
              <a:gd name="connsiteY10" fmla="*/ 2885147 h 3422059"/>
              <a:gd name="connsiteX11" fmla="*/ 1541957 w 1549746"/>
              <a:gd name="connsiteY11" fmla="*/ 3156080 h 3422059"/>
              <a:gd name="connsiteX12" fmla="*/ 1398023 w 1549746"/>
              <a:gd name="connsiteY12" fmla="*/ 3300014 h 3422059"/>
              <a:gd name="connsiteX13" fmla="*/ 729157 w 1549746"/>
              <a:gd name="connsiteY13" fmla="*/ 2724280 h 3422059"/>
              <a:gd name="connsiteX14" fmla="*/ 542890 w 1549746"/>
              <a:gd name="connsiteY14" fmla="*/ 2673480 h 3422059"/>
              <a:gd name="connsiteX15" fmla="*/ 339690 w 1549746"/>
              <a:gd name="connsiteY15" fmla="*/ 3105280 h 3422059"/>
              <a:gd name="connsiteX16" fmla="*/ 178824 w 1549746"/>
              <a:gd name="connsiteY16" fmla="*/ 3410080 h 3422059"/>
              <a:gd name="connsiteX17" fmla="*/ 1024 w 1549746"/>
              <a:gd name="connsiteY17" fmla="*/ 3300013 h 3422059"/>
              <a:gd name="connsiteX18" fmla="*/ 263490 w 1549746"/>
              <a:gd name="connsiteY18" fmla="*/ 2749680 h 3422059"/>
              <a:gd name="connsiteX19" fmla="*/ 382023 w 1549746"/>
              <a:gd name="connsiteY19" fmla="*/ 2436413 h 3422059"/>
              <a:gd name="connsiteX20" fmla="*/ 398956 w 1549746"/>
              <a:gd name="connsiteY20" fmla="*/ 2013080 h 3422059"/>
              <a:gd name="connsiteX0" fmla="*/ 398956 w 1549746"/>
              <a:gd name="connsiteY0" fmla="*/ 2013040 h 3422019"/>
              <a:gd name="connsiteX1" fmla="*/ 339690 w 1549746"/>
              <a:gd name="connsiteY1" fmla="*/ 929307 h 3422019"/>
              <a:gd name="connsiteX2" fmla="*/ 128023 w 1549746"/>
              <a:gd name="connsiteY2" fmla="*/ 624506 h 3422019"/>
              <a:gd name="connsiteX3" fmla="*/ 195757 w 1549746"/>
              <a:gd name="connsiteY3" fmla="*/ 243507 h 3422019"/>
              <a:gd name="connsiteX4" fmla="*/ 314290 w 1549746"/>
              <a:gd name="connsiteY4" fmla="*/ 6440 h 3422019"/>
              <a:gd name="connsiteX5" fmla="*/ 1271023 w 1549746"/>
              <a:gd name="connsiteY5" fmla="*/ 497507 h 3422019"/>
              <a:gd name="connsiteX6" fmla="*/ 1211757 w 1549746"/>
              <a:gd name="connsiteY6" fmla="*/ 751507 h 3422019"/>
              <a:gd name="connsiteX7" fmla="*/ 619090 w 1549746"/>
              <a:gd name="connsiteY7" fmla="*/ 793840 h 3422019"/>
              <a:gd name="connsiteX8" fmla="*/ 585223 w 1549746"/>
              <a:gd name="connsiteY8" fmla="*/ 963173 h 3422019"/>
              <a:gd name="connsiteX9" fmla="*/ 661424 w 1549746"/>
              <a:gd name="connsiteY9" fmla="*/ 2283972 h 3422019"/>
              <a:gd name="connsiteX10" fmla="*/ 1245623 w 1549746"/>
              <a:gd name="connsiteY10" fmla="*/ 2885107 h 3422019"/>
              <a:gd name="connsiteX11" fmla="*/ 1541957 w 1549746"/>
              <a:gd name="connsiteY11" fmla="*/ 3156040 h 3422019"/>
              <a:gd name="connsiteX12" fmla="*/ 1398023 w 1549746"/>
              <a:gd name="connsiteY12" fmla="*/ 3299974 h 3422019"/>
              <a:gd name="connsiteX13" fmla="*/ 729157 w 1549746"/>
              <a:gd name="connsiteY13" fmla="*/ 2724240 h 3422019"/>
              <a:gd name="connsiteX14" fmla="*/ 542890 w 1549746"/>
              <a:gd name="connsiteY14" fmla="*/ 2673440 h 3422019"/>
              <a:gd name="connsiteX15" fmla="*/ 339690 w 1549746"/>
              <a:gd name="connsiteY15" fmla="*/ 3105240 h 3422019"/>
              <a:gd name="connsiteX16" fmla="*/ 178824 w 1549746"/>
              <a:gd name="connsiteY16" fmla="*/ 3410040 h 3422019"/>
              <a:gd name="connsiteX17" fmla="*/ 1024 w 1549746"/>
              <a:gd name="connsiteY17" fmla="*/ 3299973 h 3422019"/>
              <a:gd name="connsiteX18" fmla="*/ 263490 w 1549746"/>
              <a:gd name="connsiteY18" fmla="*/ 2749640 h 3422019"/>
              <a:gd name="connsiteX19" fmla="*/ 382023 w 1549746"/>
              <a:gd name="connsiteY19" fmla="*/ 2436373 h 3422019"/>
              <a:gd name="connsiteX20" fmla="*/ 398956 w 1549746"/>
              <a:gd name="connsiteY20" fmla="*/ 2013040 h 3422019"/>
              <a:gd name="connsiteX0" fmla="*/ 398956 w 1549746"/>
              <a:gd name="connsiteY0" fmla="*/ 2013672 h 3422651"/>
              <a:gd name="connsiteX1" fmla="*/ 339690 w 1549746"/>
              <a:gd name="connsiteY1" fmla="*/ 929939 h 3422651"/>
              <a:gd name="connsiteX2" fmla="*/ 128023 w 1549746"/>
              <a:gd name="connsiteY2" fmla="*/ 625138 h 3422651"/>
              <a:gd name="connsiteX3" fmla="*/ 51824 w 1549746"/>
              <a:gd name="connsiteY3" fmla="*/ 235672 h 3422651"/>
              <a:gd name="connsiteX4" fmla="*/ 314290 w 1549746"/>
              <a:gd name="connsiteY4" fmla="*/ 7072 h 3422651"/>
              <a:gd name="connsiteX5" fmla="*/ 1271023 w 1549746"/>
              <a:gd name="connsiteY5" fmla="*/ 498139 h 3422651"/>
              <a:gd name="connsiteX6" fmla="*/ 1211757 w 1549746"/>
              <a:gd name="connsiteY6" fmla="*/ 752139 h 3422651"/>
              <a:gd name="connsiteX7" fmla="*/ 619090 w 1549746"/>
              <a:gd name="connsiteY7" fmla="*/ 794472 h 3422651"/>
              <a:gd name="connsiteX8" fmla="*/ 585223 w 1549746"/>
              <a:gd name="connsiteY8" fmla="*/ 963805 h 3422651"/>
              <a:gd name="connsiteX9" fmla="*/ 661424 w 1549746"/>
              <a:gd name="connsiteY9" fmla="*/ 2284604 h 3422651"/>
              <a:gd name="connsiteX10" fmla="*/ 1245623 w 1549746"/>
              <a:gd name="connsiteY10" fmla="*/ 2885739 h 3422651"/>
              <a:gd name="connsiteX11" fmla="*/ 1541957 w 1549746"/>
              <a:gd name="connsiteY11" fmla="*/ 3156672 h 3422651"/>
              <a:gd name="connsiteX12" fmla="*/ 1398023 w 1549746"/>
              <a:gd name="connsiteY12" fmla="*/ 3300606 h 3422651"/>
              <a:gd name="connsiteX13" fmla="*/ 729157 w 1549746"/>
              <a:gd name="connsiteY13" fmla="*/ 2724872 h 3422651"/>
              <a:gd name="connsiteX14" fmla="*/ 542890 w 1549746"/>
              <a:gd name="connsiteY14" fmla="*/ 2674072 h 3422651"/>
              <a:gd name="connsiteX15" fmla="*/ 339690 w 1549746"/>
              <a:gd name="connsiteY15" fmla="*/ 3105872 h 3422651"/>
              <a:gd name="connsiteX16" fmla="*/ 178824 w 1549746"/>
              <a:gd name="connsiteY16" fmla="*/ 3410672 h 3422651"/>
              <a:gd name="connsiteX17" fmla="*/ 1024 w 1549746"/>
              <a:gd name="connsiteY17" fmla="*/ 3300605 h 3422651"/>
              <a:gd name="connsiteX18" fmla="*/ 263490 w 1549746"/>
              <a:gd name="connsiteY18" fmla="*/ 2750272 h 3422651"/>
              <a:gd name="connsiteX19" fmla="*/ 382023 w 1549746"/>
              <a:gd name="connsiteY19" fmla="*/ 2437005 h 3422651"/>
              <a:gd name="connsiteX20" fmla="*/ 398956 w 1549746"/>
              <a:gd name="connsiteY20" fmla="*/ 2013672 h 3422651"/>
              <a:gd name="connsiteX0" fmla="*/ 398956 w 1549746"/>
              <a:gd name="connsiteY0" fmla="*/ 2013672 h 3422651"/>
              <a:gd name="connsiteX1" fmla="*/ 339690 w 1549746"/>
              <a:gd name="connsiteY1" fmla="*/ 929939 h 3422651"/>
              <a:gd name="connsiteX2" fmla="*/ 128023 w 1549746"/>
              <a:gd name="connsiteY2" fmla="*/ 625138 h 3422651"/>
              <a:gd name="connsiteX3" fmla="*/ 51824 w 1549746"/>
              <a:gd name="connsiteY3" fmla="*/ 235672 h 3422651"/>
              <a:gd name="connsiteX4" fmla="*/ 314290 w 1549746"/>
              <a:gd name="connsiteY4" fmla="*/ 7072 h 3422651"/>
              <a:gd name="connsiteX5" fmla="*/ 1271023 w 1549746"/>
              <a:gd name="connsiteY5" fmla="*/ 498139 h 3422651"/>
              <a:gd name="connsiteX6" fmla="*/ 1211757 w 1549746"/>
              <a:gd name="connsiteY6" fmla="*/ 752139 h 3422651"/>
              <a:gd name="connsiteX7" fmla="*/ 619090 w 1549746"/>
              <a:gd name="connsiteY7" fmla="*/ 794472 h 3422651"/>
              <a:gd name="connsiteX8" fmla="*/ 585223 w 1549746"/>
              <a:gd name="connsiteY8" fmla="*/ 963805 h 3422651"/>
              <a:gd name="connsiteX9" fmla="*/ 661424 w 1549746"/>
              <a:gd name="connsiteY9" fmla="*/ 2284604 h 3422651"/>
              <a:gd name="connsiteX10" fmla="*/ 1245623 w 1549746"/>
              <a:gd name="connsiteY10" fmla="*/ 2885739 h 3422651"/>
              <a:gd name="connsiteX11" fmla="*/ 1541957 w 1549746"/>
              <a:gd name="connsiteY11" fmla="*/ 3156672 h 3422651"/>
              <a:gd name="connsiteX12" fmla="*/ 1398023 w 1549746"/>
              <a:gd name="connsiteY12" fmla="*/ 3300606 h 3422651"/>
              <a:gd name="connsiteX13" fmla="*/ 729157 w 1549746"/>
              <a:gd name="connsiteY13" fmla="*/ 2724872 h 3422651"/>
              <a:gd name="connsiteX14" fmla="*/ 542890 w 1549746"/>
              <a:gd name="connsiteY14" fmla="*/ 2674072 h 3422651"/>
              <a:gd name="connsiteX15" fmla="*/ 339690 w 1549746"/>
              <a:gd name="connsiteY15" fmla="*/ 3105872 h 3422651"/>
              <a:gd name="connsiteX16" fmla="*/ 178824 w 1549746"/>
              <a:gd name="connsiteY16" fmla="*/ 3410672 h 3422651"/>
              <a:gd name="connsiteX17" fmla="*/ 1024 w 1549746"/>
              <a:gd name="connsiteY17" fmla="*/ 3300605 h 3422651"/>
              <a:gd name="connsiteX18" fmla="*/ 263490 w 1549746"/>
              <a:gd name="connsiteY18" fmla="*/ 2750272 h 3422651"/>
              <a:gd name="connsiteX19" fmla="*/ 382023 w 1549746"/>
              <a:gd name="connsiteY19" fmla="*/ 2437005 h 3422651"/>
              <a:gd name="connsiteX20" fmla="*/ 398956 w 1549746"/>
              <a:gd name="connsiteY20" fmla="*/ 2013672 h 3422651"/>
              <a:gd name="connsiteX0" fmla="*/ 398956 w 1549746"/>
              <a:gd name="connsiteY0" fmla="*/ 2013672 h 3422651"/>
              <a:gd name="connsiteX1" fmla="*/ 339690 w 1549746"/>
              <a:gd name="connsiteY1" fmla="*/ 929939 h 3422651"/>
              <a:gd name="connsiteX2" fmla="*/ 128023 w 1549746"/>
              <a:gd name="connsiteY2" fmla="*/ 625138 h 3422651"/>
              <a:gd name="connsiteX3" fmla="*/ 51824 w 1549746"/>
              <a:gd name="connsiteY3" fmla="*/ 235672 h 3422651"/>
              <a:gd name="connsiteX4" fmla="*/ 314290 w 1549746"/>
              <a:gd name="connsiteY4" fmla="*/ 7072 h 3422651"/>
              <a:gd name="connsiteX5" fmla="*/ 1271023 w 1549746"/>
              <a:gd name="connsiteY5" fmla="*/ 498139 h 3422651"/>
              <a:gd name="connsiteX6" fmla="*/ 1144023 w 1549746"/>
              <a:gd name="connsiteY6" fmla="*/ 819872 h 3422651"/>
              <a:gd name="connsiteX7" fmla="*/ 619090 w 1549746"/>
              <a:gd name="connsiteY7" fmla="*/ 794472 h 3422651"/>
              <a:gd name="connsiteX8" fmla="*/ 585223 w 1549746"/>
              <a:gd name="connsiteY8" fmla="*/ 963805 h 3422651"/>
              <a:gd name="connsiteX9" fmla="*/ 661424 w 1549746"/>
              <a:gd name="connsiteY9" fmla="*/ 2284604 h 3422651"/>
              <a:gd name="connsiteX10" fmla="*/ 1245623 w 1549746"/>
              <a:gd name="connsiteY10" fmla="*/ 2885739 h 3422651"/>
              <a:gd name="connsiteX11" fmla="*/ 1541957 w 1549746"/>
              <a:gd name="connsiteY11" fmla="*/ 3156672 h 3422651"/>
              <a:gd name="connsiteX12" fmla="*/ 1398023 w 1549746"/>
              <a:gd name="connsiteY12" fmla="*/ 3300606 h 3422651"/>
              <a:gd name="connsiteX13" fmla="*/ 729157 w 1549746"/>
              <a:gd name="connsiteY13" fmla="*/ 2724872 h 3422651"/>
              <a:gd name="connsiteX14" fmla="*/ 542890 w 1549746"/>
              <a:gd name="connsiteY14" fmla="*/ 2674072 h 3422651"/>
              <a:gd name="connsiteX15" fmla="*/ 339690 w 1549746"/>
              <a:gd name="connsiteY15" fmla="*/ 3105872 h 3422651"/>
              <a:gd name="connsiteX16" fmla="*/ 178824 w 1549746"/>
              <a:gd name="connsiteY16" fmla="*/ 3410672 h 3422651"/>
              <a:gd name="connsiteX17" fmla="*/ 1024 w 1549746"/>
              <a:gd name="connsiteY17" fmla="*/ 3300605 h 3422651"/>
              <a:gd name="connsiteX18" fmla="*/ 263490 w 1549746"/>
              <a:gd name="connsiteY18" fmla="*/ 2750272 h 3422651"/>
              <a:gd name="connsiteX19" fmla="*/ 382023 w 1549746"/>
              <a:gd name="connsiteY19" fmla="*/ 2437005 h 3422651"/>
              <a:gd name="connsiteX20" fmla="*/ 398956 w 1549746"/>
              <a:gd name="connsiteY20" fmla="*/ 2013672 h 3422651"/>
              <a:gd name="connsiteX0" fmla="*/ 398956 w 1549746"/>
              <a:gd name="connsiteY0" fmla="*/ 2013672 h 3422651"/>
              <a:gd name="connsiteX1" fmla="*/ 339690 w 1549746"/>
              <a:gd name="connsiteY1" fmla="*/ 929939 h 3422651"/>
              <a:gd name="connsiteX2" fmla="*/ 128023 w 1549746"/>
              <a:gd name="connsiteY2" fmla="*/ 625138 h 3422651"/>
              <a:gd name="connsiteX3" fmla="*/ 51824 w 1549746"/>
              <a:gd name="connsiteY3" fmla="*/ 235672 h 3422651"/>
              <a:gd name="connsiteX4" fmla="*/ 314290 w 1549746"/>
              <a:gd name="connsiteY4" fmla="*/ 7072 h 3422651"/>
              <a:gd name="connsiteX5" fmla="*/ 1271023 w 1549746"/>
              <a:gd name="connsiteY5" fmla="*/ 498139 h 3422651"/>
              <a:gd name="connsiteX6" fmla="*/ 1144023 w 1549746"/>
              <a:gd name="connsiteY6" fmla="*/ 819872 h 3422651"/>
              <a:gd name="connsiteX7" fmla="*/ 636023 w 1549746"/>
              <a:gd name="connsiteY7" fmla="*/ 828339 h 3422651"/>
              <a:gd name="connsiteX8" fmla="*/ 585223 w 1549746"/>
              <a:gd name="connsiteY8" fmla="*/ 963805 h 3422651"/>
              <a:gd name="connsiteX9" fmla="*/ 661424 w 1549746"/>
              <a:gd name="connsiteY9" fmla="*/ 2284604 h 3422651"/>
              <a:gd name="connsiteX10" fmla="*/ 1245623 w 1549746"/>
              <a:gd name="connsiteY10" fmla="*/ 2885739 h 3422651"/>
              <a:gd name="connsiteX11" fmla="*/ 1541957 w 1549746"/>
              <a:gd name="connsiteY11" fmla="*/ 3156672 h 3422651"/>
              <a:gd name="connsiteX12" fmla="*/ 1398023 w 1549746"/>
              <a:gd name="connsiteY12" fmla="*/ 3300606 h 3422651"/>
              <a:gd name="connsiteX13" fmla="*/ 729157 w 1549746"/>
              <a:gd name="connsiteY13" fmla="*/ 2724872 h 3422651"/>
              <a:gd name="connsiteX14" fmla="*/ 542890 w 1549746"/>
              <a:gd name="connsiteY14" fmla="*/ 2674072 h 3422651"/>
              <a:gd name="connsiteX15" fmla="*/ 339690 w 1549746"/>
              <a:gd name="connsiteY15" fmla="*/ 3105872 h 3422651"/>
              <a:gd name="connsiteX16" fmla="*/ 178824 w 1549746"/>
              <a:gd name="connsiteY16" fmla="*/ 3410672 h 3422651"/>
              <a:gd name="connsiteX17" fmla="*/ 1024 w 1549746"/>
              <a:gd name="connsiteY17" fmla="*/ 3300605 h 3422651"/>
              <a:gd name="connsiteX18" fmla="*/ 263490 w 1549746"/>
              <a:gd name="connsiteY18" fmla="*/ 2750272 h 3422651"/>
              <a:gd name="connsiteX19" fmla="*/ 382023 w 1549746"/>
              <a:gd name="connsiteY19" fmla="*/ 2437005 h 3422651"/>
              <a:gd name="connsiteX20" fmla="*/ 398956 w 1549746"/>
              <a:gd name="connsiteY20" fmla="*/ 2013672 h 3422651"/>
              <a:gd name="connsiteX0" fmla="*/ 398956 w 1549746"/>
              <a:gd name="connsiteY0" fmla="*/ 2019785 h 3428764"/>
              <a:gd name="connsiteX1" fmla="*/ 339690 w 1549746"/>
              <a:gd name="connsiteY1" fmla="*/ 936052 h 3428764"/>
              <a:gd name="connsiteX2" fmla="*/ 128023 w 1549746"/>
              <a:gd name="connsiteY2" fmla="*/ 631251 h 3428764"/>
              <a:gd name="connsiteX3" fmla="*/ 51824 w 1549746"/>
              <a:gd name="connsiteY3" fmla="*/ 241785 h 3428764"/>
              <a:gd name="connsiteX4" fmla="*/ 314290 w 1549746"/>
              <a:gd name="connsiteY4" fmla="*/ 13185 h 3428764"/>
              <a:gd name="connsiteX5" fmla="*/ 1211757 w 1549746"/>
              <a:gd name="connsiteY5" fmla="*/ 631252 h 3428764"/>
              <a:gd name="connsiteX6" fmla="*/ 1144023 w 1549746"/>
              <a:gd name="connsiteY6" fmla="*/ 825985 h 3428764"/>
              <a:gd name="connsiteX7" fmla="*/ 636023 w 1549746"/>
              <a:gd name="connsiteY7" fmla="*/ 834452 h 3428764"/>
              <a:gd name="connsiteX8" fmla="*/ 585223 w 1549746"/>
              <a:gd name="connsiteY8" fmla="*/ 969918 h 3428764"/>
              <a:gd name="connsiteX9" fmla="*/ 661424 w 1549746"/>
              <a:gd name="connsiteY9" fmla="*/ 2290717 h 3428764"/>
              <a:gd name="connsiteX10" fmla="*/ 1245623 w 1549746"/>
              <a:gd name="connsiteY10" fmla="*/ 2891852 h 3428764"/>
              <a:gd name="connsiteX11" fmla="*/ 1541957 w 1549746"/>
              <a:gd name="connsiteY11" fmla="*/ 3162785 h 3428764"/>
              <a:gd name="connsiteX12" fmla="*/ 1398023 w 1549746"/>
              <a:gd name="connsiteY12" fmla="*/ 3306719 h 3428764"/>
              <a:gd name="connsiteX13" fmla="*/ 729157 w 1549746"/>
              <a:gd name="connsiteY13" fmla="*/ 2730985 h 3428764"/>
              <a:gd name="connsiteX14" fmla="*/ 542890 w 1549746"/>
              <a:gd name="connsiteY14" fmla="*/ 2680185 h 3428764"/>
              <a:gd name="connsiteX15" fmla="*/ 339690 w 1549746"/>
              <a:gd name="connsiteY15" fmla="*/ 3111985 h 3428764"/>
              <a:gd name="connsiteX16" fmla="*/ 178824 w 1549746"/>
              <a:gd name="connsiteY16" fmla="*/ 3416785 h 3428764"/>
              <a:gd name="connsiteX17" fmla="*/ 1024 w 1549746"/>
              <a:gd name="connsiteY17" fmla="*/ 3306718 h 3428764"/>
              <a:gd name="connsiteX18" fmla="*/ 263490 w 1549746"/>
              <a:gd name="connsiteY18" fmla="*/ 2756385 h 3428764"/>
              <a:gd name="connsiteX19" fmla="*/ 382023 w 1549746"/>
              <a:gd name="connsiteY19" fmla="*/ 2443118 h 3428764"/>
              <a:gd name="connsiteX20" fmla="*/ 398956 w 1549746"/>
              <a:gd name="connsiteY20" fmla="*/ 2019785 h 3428764"/>
              <a:gd name="connsiteX0" fmla="*/ 292276 w 1549746"/>
              <a:gd name="connsiteY0" fmla="*/ 2029945 h 3428764"/>
              <a:gd name="connsiteX1" fmla="*/ 339690 w 1549746"/>
              <a:gd name="connsiteY1" fmla="*/ 936052 h 3428764"/>
              <a:gd name="connsiteX2" fmla="*/ 128023 w 1549746"/>
              <a:gd name="connsiteY2" fmla="*/ 631251 h 3428764"/>
              <a:gd name="connsiteX3" fmla="*/ 51824 w 1549746"/>
              <a:gd name="connsiteY3" fmla="*/ 241785 h 3428764"/>
              <a:gd name="connsiteX4" fmla="*/ 314290 w 1549746"/>
              <a:gd name="connsiteY4" fmla="*/ 13185 h 3428764"/>
              <a:gd name="connsiteX5" fmla="*/ 1211757 w 1549746"/>
              <a:gd name="connsiteY5" fmla="*/ 631252 h 3428764"/>
              <a:gd name="connsiteX6" fmla="*/ 1144023 w 1549746"/>
              <a:gd name="connsiteY6" fmla="*/ 825985 h 3428764"/>
              <a:gd name="connsiteX7" fmla="*/ 636023 w 1549746"/>
              <a:gd name="connsiteY7" fmla="*/ 834452 h 3428764"/>
              <a:gd name="connsiteX8" fmla="*/ 585223 w 1549746"/>
              <a:gd name="connsiteY8" fmla="*/ 969918 h 3428764"/>
              <a:gd name="connsiteX9" fmla="*/ 661424 w 1549746"/>
              <a:gd name="connsiteY9" fmla="*/ 2290717 h 3428764"/>
              <a:gd name="connsiteX10" fmla="*/ 1245623 w 1549746"/>
              <a:gd name="connsiteY10" fmla="*/ 2891852 h 3428764"/>
              <a:gd name="connsiteX11" fmla="*/ 1541957 w 1549746"/>
              <a:gd name="connsiteY11" fmla="*/ 3162785 h 3428764"/>
              <a:gd name="connsiteX12" fmla="*/ 1398023 w 1549746"/>
              <a:gd name="connsiteY12" fmla="*/ 3306719 h 3428764"/>
              <a:gd name="connsiteX13" fmla="*/ 729157 w 1549746"/>
              <a:gd name="connsiteY13" fmla="*/ 2730985 h 3428764"/>
              <a:gd name="connsiteX14" fmla="*/ 542890 w 1549746"/>
              <a:gd name="connsiteY14" fmla="*/ 2680185 h 3428764"/>
              <a:gd name="connsiteX15" fmla="*/ 339690 w 1549746"/>
              <a:gd name="connsiteY15" fmla="*/ 3111985 h 3428764"/>
              <a:gd name="connsiteX16" fmla="*/ 178824 w 1549746"/>
              <a:gd name="connsiteY16" fmla="*/ 3416785 h 3428764"/>
              <a:gd name="connsiteX17" fmla="*/ 1024 w 1549746"/>
              <a:gd name="connsiteY17" fmla="*/ 3306718 h 3428764"/>
              <a:gd name="connsiteX18" fmla="*/ 263490 w 1549746"/>
              <a:gd name="connsiteY18" fmla="*/ 2756385 h 3428764"/>
              <a:gd name="connsiteX19" fmla="*/ 382023 w 1549746"/>
              <a:gd name="connsiteY19" fmla="*/ 2443118 h 3428764"/>
              <a:gd name="connsiteX20" fmla="*/ 292276 w 1549746"/>
              <a:gd name="connsiteY20" fmla="*/ 2029945 h 3428764"/>
              <a:gd name="connsiteX0" fmla="*/ 292276 w 1549746"/>
              <a:gd name="connsiteY0" fmla="*/ 2029945 h 3428764"/>
              <a:gd name="connsiteX1" fmla="*/ 339690 w 1549746"/>
              <a:gd name="connsiteY1" fmla="*/ 936052 h 3428764"/>
              <a:gd name="connsiteX2" fmla="*/ 128023 w 1549746"/>
              <a:gd name="connsiteY2" fmla="*/ 631251 h 3428764"/>
              <a:gd name="connsiteX3" fmla="*/ 51824 w 1549746"/>
              <a:gd name="connsiteY3" fmla="*/ 241785 h 3428764"/>
              <a:gd name="connsiteX4" fmla="*/ 314290 w 1549746"/>
              <a:gd name="connsiteY4" fmla="*/ 13185 h 3428764"/>
              <a:gd name="connsiteX5" fmla="*/ 1211757 w 1549746"/>
              <a:gd name="connsiteY5" fmla="*/ 631252 h 3428764"/>
              <a:gd name="connsiteX6" fmla="*/ 1144023 w 1549746"/>
              <a:gd name="connsiteY6" fmla="*/ 825985 h 3428764"/>
              <a:gd name="connsiteX7" fmla="*/ 636023 w 1549746"/>
              <a:gd name="connsiteY7" fmla="*/ 834452 h 3428764"/>
              <a:gd name="connsiteX8" fmla="*/ 585223 w 1549746"/>
              <a:gd name="connsiteY8" fmla="*/ 969918 h 3428764"/>
              <a:gd name="connsiteX9" fmla="*/ 661424 w 1549746"/>
              <a:gd name="connsiteY9" fmla="*/ 2290717 h 3428764"/>
              <a:gd name="connsiteX10" fmla="*/ 1245623 w 1549746"/>
              <a:gd name="connsiteY10" fmla="*/ 2891852 h 3428764"/>
              <a:gd name="connsiteX11" fmla="*/ 1541957 w 1549746"/>
              <a:gd name="connsiteY11" fmla="*/ 3162785 h 3428764"/>
              <a:gd name="connsiteX12" fmla="*/ 1398023 w 1549746"/>
              <a:gd name="connsiteY12" fmla="*/ 3306719 h 3428764"/>
              <a:gd name="connsiteX13" fmla="*/ 729157 w 1549746"/>
              <a:gd name="connsiteY13" fmla="*/ 2730985 h 3428764"/>
              <a:gd name="connsiteX14" fmla="*/ 542890 w 1549746"/>
              <a:gd name="connsiteY14" fmla="*/ 2680185 h 3428764"/>
              <a:gd name="connsiteX15" fmla="*/ 339690 w 1549746"/>
              <a:gd name="connsiteY15" fmla="*/ 3111985 h 3428764"/>
              <a:gd name="connsiteX16" fmla="*/ 178824 w 1549746"/>
              <a:gd name="connsiteY16" fmla="*/ 3416785 h 3428764"/>
              <a:gd name="connsiteX17" fmla="*/ 1024 w 1549746"/>
              <a:gd name="connsiteY17" fmla="*/ 3306718 h 3428764"/>
              <a:gd name="connsiteX18" fmla="*/ 263490 w 1549746"/>
              <a:gd name="connsiteY18" fmla="*/ 2756385 h 3428764"/>
              <a:gd name="connsiteX19" fmla="*/ 290583 w 1549746"/>
              <a:gd name="connsiteY19" fmla="*/ 2539638 h 3428764"/>
              <a:gd name="connsiteX20" fmla="*/ 292276 w 1549746"/>
              <a:gd name="connsiteY20" fmla="*/ 2029945 h 3428764"/>
              <a:gd name="connsiteX0" fmla="*/ 292276 w 1549746"/>
              <a:gd name="connsiteY0" fmla="*/ 2029945 h 3428764"/>
              <a:gd name="connsiteX1" fmla="*/ 339690 w 1549746"/>
              <a:gd name="connsiteY1" fmla="*/ 936052 h 3428764"/>
              <a:gd name="connsiteX2" fmla="*/ 128023 w 1549746"/>
              <a:gd name="connsiteY2" fmla="*/ 631251 h 3428764"/>
              <a:gd name="connsiteX3" fmla="*/ 51824 w 1549746"/>
              <a:gd name="connsiteY3" fmla="*/ 241785 h 3428764"/>
              <a:gd name="connsiteX4" fmla="*/ 314290 w 1549746"/>
              <a:gd name="connsiteY4" fmla="*/ 13185 h 3428764"/>
              <a:gd name="connsiteX5" fmla="*/ 1211757 w 1549746"/>
              <a:gd name="connsiteY5" fmla="*/ 631252 h 3428764"/>
              <a:gd name="connsiteX6" fmla="*/ 1144023 w 1549746"/>
              <a:gd name="connsiteY6" fmla="*/ 825985 h 3428764"/>
              <a:gd name="connsiteX7" fmla="*/ 636023 w 1549746"/>
              <a:gd name="connsiteY7" fmla="*/ 834452 h 3428764"/>
              <a:gd name="connsiteX8" fmla="*/ 585223 w 1549746"/>
              <a:gd name="connsiteY8" fmla="*/ 969918 h 3428764"/>
              <a:gd name="connsiteX9" fmla="*/ 564904 w 1549746"/>
              <a:gd name="connsiteY9" fmla="*/ 2346597 h 3428764"/>
              <a:gd name="connsiteX10" fmla="*/ 1245623 w 1549746"/>
              <a:gd name="connsiteY10" fmla="*/ 2891852 h 3428764"/>
              <a:gd name="connsiteX11" fmla="*/ 1541957 w 1549746"/>
              <a:gd name="connsiteY11" fmla="*/ 3162785 h 3428764"/>
              <a:gd name="connsiteX12" fmla="*/ 1398023 w 1549746"/>
              <a:gd name="connsiteY12" fmla="*/ 3306719 h 3428764"/>
              <a:gd name="connsiteX13" fmla="*/ 729157 w 1549746"/>
              <a:gd name="connsiteY13" fmla="*/ 2730985 h 3428764"/>
              <a:gd name="connsiteX14" fmla="*/ 542890 w 1549746"/>
              <a:gd name="connsiteY14" fmla="*/ 2680185 h 3428764"/>
              <a:gd name="connsiteX15" fmla="*/ 339690 w 1549746"/>
              <a:gd name="connsiteY15" fmla="*/ 3111985 h 3428764"/>
              <a:gd name="connsiteX16" fmla="*/ 178824 w 1549746"/>
              <a:gd name="connsiteY16" fmla="*/ 3416785 h 3428764"/>
              <a:gd name="connsiteX17" fmla="*/ 1024 w 1549746"/>
              <a:gd name="connsiteY17" fmla="*/ 3306718 h 3428764"/>
              <a:gd name="connsiteX18" fmla="*/ 263490 w 1549746"/>
              <a:gd name="connsiteY18" fmla="*/ 2756385 h 3428764"/>
              <a:gd name="connsiteX19" fmla="*/ 290583 w 1549746"/>
              <a:gd name="connsiteY19" fmla="*/ 2539638 h 3428764"/>
              <a:gd name="connsiteX20" fmla="*/ 292276 w 1549746"/>
              <a:gd name="connsiteY20" fmla="*/ 2029945 h 3428764"/>
              <a:gd name="connsiteX0" fmla="*/ 322756 w 1549746"/>
              <a:gd name="connsiteY0" fmla="*/ 2029945 h 3428764"/>
              <a:gd name="connsiteX1" fmla="*/ 339690 w 1549746"/>
              <a:gd name="connsiteY1" fmla="*/ 936052 h 3428764"/>
              <a:gd name="connsiteX2" fmla="*/ 128023 w 1549746"/>
              <a:gd name="connsiteY2" fmla="*/ 631251 h 3428764"/>
              <a:gd name="connsiteX3" fmla="*/ 51824 w 1549746"/>
              <a:gd name="connsiteY3" fmla="*/ 241785 h 3428764"/>
              <a:gd name="connsiteX4" fmla="*/ 314290 w 1549746"/>
              <a:gd name="connsiteY4" fmla="*/ 13185 h 3428764"/>
              <a:gd name="connsiteX5" fmla="*/ 1211757 w 1549746"/>
              <a:gd name="connsiteY5" fmla="*/ 631252 h 3428764"/>
              <a:gd name="connsiteX6" fmla="*/ 1144023 w 1549746"/>
              <a:gd name="connsiteY6" fmla="*/ 825985 h 3428764"/>
              <a:gd name="connsiteX7" fmla="*/ 636023 w 1549746"/>
              <a:gd name="connsiteY7" fmla="*/ 834452 h 3428764"/>
              <a:gd name="connsiteX8" fmla="*/ 585223 w 1549746"/>
              <a:gd name="connsiteY8" fmla="*/ 969918 h 3428764"/>
              <a:gd name="connsiteX9" fmla="*/ 564904 w 1549746"/>
              <a:gd name="connsiteY9" fmla="*/ 2346597 h 3428764"/>
              <a:gd name="connsiteX10" fmla="*/ 1245623 w 1549746"/>
              <a:gd name="connsiteY10" fmla="*/ 2891852 h 3428764"/>
              <a:gd name="connsiteX11" fmla="*/ 1541957 w 1549746"/>
              <a:gd name="connsiteY11" fmla="*/ 3162785 h 3428764"/>
              <a:gd name="connsiteX12" fmla="*/ 1398023 w 1549746"/>
              <a:gd name="connsiteY12" fmla="*/ 3306719 h 3428764"/>
              <a:gd name="connsiteX13" fmla="*/ 729157 w 1549746"/>
              <a:gd name="connsiteY13" fmla="*/ 2730985 h 3428764"/>
              <a:gd name="connsiteX14" fmla="*/ 542890 w 1549746"/>
              <a:gd name="connsiteY14" fmla="*/ 2680185 h 3428764"/>
              <a:gd name="connsiteX15" fmla="*/ 339690 w 1549746"/>
              <a:gd name="connsiteY15" fmla="*/ 3111985 h 3428764"/>
              <a:gd name="connsiteX16" fmla="*/ 178824 w 1549746"/>
              <a:gd name="connsiteY16" fmla="*/ 3416785 h 3428764"/>
              <a:gd name="connsiteX17" fmla="*/ 1024 w 1549746"/>
              <a:gd name="connsiteY17" fmla="*/ 3306718 h 3428764"/>
              <a:gd name="connsiteX18" fmla="*/ 263490 w 1549746"/>
              <a:gd name="connsiteY18" fmla="*/ 2756385 h 3428764"/>
              <a:gd name="connsiteX19" fmla="*/ 290583 w 1549746"/>
              <a:gd name="connsiteY19" fmla="*/ 2539638 h 3428764"/>
              <a:gd name="connsiteX20" fmla="*/ 322756 w 1549746"/>
              <a:gd name="connsiteY20" fmla="*/ 2029945 h 3428764"/>
              <a:gd name="connsiteX0" fmla="*/ 322756 w 1549746"/>
              <a:gd name="connsiteY0" fmla="*/ 2029945 h 3428764"/>
              <a:gd name="connsiteX1" fmla="*/ 339690 w 1549746"/>
              <a:gd name="connsiteY1" fmla="*/ 936052 h 3428764"/>
              <a:gd name="connsiteX2" fmla="*/ 128023 w 1549746"/>
              <a:gd name="connsiteY2" fmla="*/ 631251 h 3428764"/>
              <a:gd name="connsiteX3" fmla="*/ 51824 w 1549746"/>
              <a:gd name="connsiteY3" fmla="*/ 241785 h 3428764"/>
              <a:gd name="connsiteX4" fmla="*/ 314290 w 1549746"/>
              <a:gd name="connsiteY4" fmla="*/ 13185 h 3428764"/>
              <a:gd name="connsiteX5" fmla="*/ 1211757 w 1549746"/>
              <a:gd name="connsiteY5" fmla="*/ 631252 h 3428764"/>
              <a:gd name="connsiteX6" fmla="*/ 1144023 w 1549746"/>
              <a:gd name="connsiteY6" fmla="*/ 825985 h 3428764"/>
              <a:gd name="connsiteX7" fmla="*/ 636023 w 1549746"/>
              <a:gd name="connsiteY7" fmla="*/ 834452 h 3428764"/>
              <a:gd name="connsiteX8" fmla="*/ 585223 w 1549746"/>
              <a:gd name="connsiteY8" fmla="*/ 969918 h 3428764"/>
              <a:gd name="connsiteX9" fmla="*/ 564904 w 1549746"/>
              <a:gd name="connsiteY9" fmla="*/ 2346597 h 3428764"/>
              <a:gd name="connsiteX10" fmla="*/ 1245623 w 1549746"/>
              <a:gd name="connsiteY10" fmla="*/ 2891852 h 3428764"/>
              <a:gd name="connsiteX11" fmla="*/ 1541957 w 1549746"/>
              <a:gd name="connsiteY11" fmla="*/ 3162785 h 3428764"/>
              <a:gd name="connsiteX12" fmla="*/ 1398023 w 1549746"/>
              <a:gd name="connsiteY12" fmla="*/ 3306719 h 3428764"/>
              <a:gd name="connsiteX13" fmla="*/ 729157 w 1549746"/>
              <a:gd name="connsiteY13" fmla="*/ 2730985 h 3428764"/>
              <a:gd name="connsiteX14" fmla="*/ 451450 w 1549746"/>
              <a:gd name="connsiteY14" fmla="*/ 2741145 h 3428764"/>
              <a:gd name="connsiteX15" fmla="*/ 339690 w 1549746"/>
              <a:gd name="connsiteY15" fmla="*/ 3111985 h 3428764"/>
              <a:gd name="connsiteX16" fmla="*/ 178824 w 1549746"/>
              <a:gd name="connsiteY16" fmla="*/ 3416785 h 3428764"/>
              <a:gd name="connsiteX17" fmla="*/ 1024 w 1549746"/>
              <a:gd name="connsiteY17" fmla="*/ 3306718 h 3428764"/>
              <a:gd name="connsiteX18" fmla="*/ 263490 w 1549746"/>
              <a:gd name="connsiteY18" fmla="*/ 2756385 h 3428764"/>
              <a:gd name="connsiteX19" fmla="*/ 290583 w 1549746"/>
              <a:gd name="connsiteY19" fmla="*/ 2539638 h 3428764"/>
              <a:gd name="connsiteX20" fmla="*/ 322756 w 1549746"/>
              <a:gd name="connsiteY20" fmla="*/ 2029945 h 3428764"/>
              <a:gd name="connsiteX0" fmla="*/ 322756 w 1550816"/>
              <a:gd name="connsiteY0" fmla="*/ 2029945 h 3428764"/>
              <a:gd name="connsiteX1" fmla="*/ 339690 w 1550816"/>
              <a:gd name="connsiteY1" fmla="*/ 936052 h 3428764"/>
              <a:gd name="connsiteX2" fmla="*/ 128023 w 1550816"/>
              <a:gd name="connsiteY2" fmla="*/ 631251 h 3428764"/>
              <a:gd name="connsiteX3" fmla="*/ 51824 w 1550816"/>
              <a:gd name="connsiteY3" fmla="*/ 241785 h 3428764"/>
              <a:gd name="connsiteX4" fmla="*/ 314290 w 1550816"/>
              <a:gd name="connsiteY4" fmla="*/ 13185 h 3428764"/>
              <a:gd name="connsiteX5" fmla="*/ 1211757 w 1550816"/>
              <a:gd name="connsiteY5" fmla="*/ 631252 h 3428764"/>
              <a:gd name="connsiteX6" fmla="*/ 1144023 w 1550816"/>
              <a:gd name="connsiteY6" fmla="*/ 825985 h 3428764"/>
              <a:gd name="connsiteX7" fmla="*/ 636023 w 1550816"/>
              <a:gd name="connsiteY7" fmla="*/ 834452 h 3428764"/>
              <a:gd name="connsiteX8" fmla="*/ 585223 w 1550816"/>
              <a:gd name="connsiteY8" fmla="*/ 969918 h 3428764"/>
              <a:gd name="connsiteX9" fmla="*/ 564904 w 1550816"/>
              <a:gd name="connsiteY9" fmla="*/ 2346597 h 3428764"/>
              <a:gd name="connsiteX10" fmla="*/ 1245623 w 1550816"/>
              <a:gd name="connsiteY10" fmla="*/ 2891852 h 3428764"/>
              <a:gd name="connsiteX11" fmla="*/ 1541957 w 1550816"/>
              <a:gd name="connsiteY11" fmla="*/ 3162785 h 3428764"/>
              <a:gd name="connsiteX12" fmla="*/ 1398023 w 1550816"/>
              <a:gd name="connsiteY12" fmla="*/ 3306719 h 3428764"/>
              <a:gd name="connsiteX13" fmla="*/ 668197 w 1550816"/>
              <a:gd name="connsiteY13" fmla="*/ 2791945 h 3428764"/>
              <a:gd name="connsiteX14" fmla="*/ 451450 w 1550816"/>
              <a:gd name="connsiteY14" fmla="*/ 2741145 h 3428764"/>
              <a:gd name="connsiteX15" fmla="*/ 339690 w 1550816"/>
              <a:gd name="connsiteY15" fmla="*/ 3111985 h 3428764"/>
              <a:gd name="connsiteX16" fmla="*/ 178824 w 1550816"/>
              <a:gd name="connsiteY16" fmla="*/ 3416785 h 3428764"/>
              <a:gd name="connsiteX17" fmla="*/ 1024 w 1550816"/>
              <a:gd name="connsiteY17" fmla="*/ 3306718 h 3428764"/>
              <a:gd name="connsiteX18" fmla="*/ 263490 w 1550816"/>
              <a:gd name="connsiteY18" fmla="*/ 2756385 h 3428764"/>
              <a:gd name="connsiteX19" fmla="*/ 290583 w 1550816"/>
              <a:gd name="connsiteY19" fmla="*/ 2539638 h 3428764"/>
              <a:gd name="connsiteX20" fmla="*/ 322756 w 1550816"/>
              <a:gd name="connsiteY20" fmla="*/ 2029945 h 3428764"/>
              <a:gd name="connsiteX0" fmla="*/ 322756 w 1542816"/>
              <a:gd name="connsiteY0" fmla="*/ 2029945 h 3428764"/>
              <a:gd name="connsiteX1" fmla="*/ 339690 w 1542816"/>
              <a:gd name="connsiteY1" fmla="*/ 936052 h 3428764"/>
              <a:gd name="connsiteX2" fmla="*/ 128023 w 1542816"/>
              <a:gd name="connsiteY2" fmla="*/ 631251 h 3428764"/>
              <a:gd name="connsiteX3" fmla="*/ 51824 w 1542816"/>
              <a:gd name="connsiteY3" fmla="*/ 241785 h 3428764"/>
              <a:gd name="connsiteX4" fmla="*/ 314290 w 1542816"/>
              <a:gd name="connsiteY4" fmla="*/ 13185 h 3428764"/>
              <a:gd name="connsiteX5" fmla="*/ 1211757 w 1542816"/>
              <a:gd name="connsiteY5" fmla="*/ 631252 h 3428764"/>
              <a:gd name="connsiteX6" fmla="*/ 1144023 w 1542816"/>
              <a:gd name="connsiteY6" fmla="*/ 825985 h 3428764"/>
              <a:gd name="connsiteX7" fmla="*/ 636023 w 1542816"/>
              <a:gd name="connsiteY7" fmla="*/ 834452 h 3428764"/>
              <a:gd name="connsiteX8" fmla="*/ 585223 w 1542816"/>
              <a:gd name="connsiteY8" fmla="*/ 969918 h 3428764"/>
              <a:gd name="connsiteX9" fmla="*/ 564904 w 1542816"/>
              <a:gd name="connsiteY9" fmla="*/ 2346597 h 3428764"/>
              <a:gd name="connsiteX10" fmla="*/ 1245623 w 1542816"/>
              <a:gd name="connsiteY10" fmla="*/ 2891852 h 3428764"/>
              <a:gd name="connsiteX11" fmla="*/ 1541957 w 1542816"/>
              <a:gd name="connsiteY11" fmla="*/ 3162785 h 3428764"/>
              <a:gd name="connsiteX12" fmla="*/ 1311663 w 1542816"/>
              <a:gd name="connsiteY12" fmla="*/ 3337199 h 3428764"/>
              <a:gd name="connsiteX13" fmla="*/ 668197 w 1542816"/>
              <a:gd name="connsiteY13" fmla="*/ 2791945 h 3428764"/>
              <a:gd name="connsiteX14" fmla="*/ 451450 w 1542816"/>
              <a:gd name="connsiteY14" fmla="*/ 2741145 h 3428764"/>
              <a:gd name="connsiteX15" fmla="*/ 339690 w 1542816"/>
              <a:gd name="connsiteY15" fmla="*/ 3111985 h 3428764"/>
              <a:gd name="connsiteX16" fmla="*/ 178824 w 1542816"/>
              <a:gd name="connsiteY16" fmla="*/ 3416785 h 3428764"/>
              <a:gd name="connsiteX17" fmla="*/ 1024 w 1542816"/>
              <a:gd name="connsiteY17" fmla="*/ 3306718 h 3428764"/>
              <a:gd name="connsiteX18" fmla="*/ 263490 w 1542816"/>
              <a:gd name="connsiteY18" fmla="*/ 2756385 h 3428764"/>
              <a:gd name="connsiteX19" fmla="*/ 290583 w 1542816"/>
              <a:gd name="connsiteY19" fmla="*/ 2539638 h 3428764"/>
              <a:gd name="connsiteX20" fmla="*/ 322756 w 1542816"/>
              <a:gd name="connsiteY20" fmla="*/ 2029945 h 3428764"/>
              <a:gd name="connsiteX0" fmla="*/ 322756 w 1467755"/>
              <a:gd name="connsiteY0" fmla="*/ 2029945 h 3428764"/>
              <a:gd name="connsiteX1" fmla="*/ 339690 w 1467755"/>
              <a:gd name="connsiteY1" fmla="*/ 936052 h 3428764"/>
              <a:gd name="connsiteX2" fmla="*/ 128023 w 1467755"/>
              <a:gd name="connsiteY2" fmla="*/ 631251 h 3428764"/>
              <a:gd name="connsiteX3" fmla="*/ 51824 w 1467755"/>
              <a:gd name="connsiteY3" fmla="*/ 241785 h 3428764"/>
              <a:gd name="connsiteX4" fmla="*/ 314290 w 1467755"/>
              <a:gd name="connsiteY4" fmla="*/ 13185 h 3428764"/>
              <a:gd name="connsiteX5" fmla="*/ 1211757 w 1467755"/>
              <a:gd name="connsiteY5" fmla="*/ 631252 h 3428764"/>
              <a:gd name="connsiteX6" fmla="*/ 1144023 w 1467755"/>
              <a:gd name="connsiteY6" fmla="*/ 825985 h 3428764"/>
              <a:gd name="connsiteX7" fmla="*/ 636023 w 1467755"/>
              <a:gd name="connsiteY7" fmla="*/ 834452 h 3428764"/>
              <a:gd name="connsiteX8" fmla="*/ 585223 w 1467755"/>
              <a:gd name="connsiteY8" fmla="*/ 969918 h 3428764"/>
              <a:gd name="connsiteX9" fmla="*/ 564904 w 1467755"/>
              <a:gd name="connsiteY9" fmla="*/ 2346597 h 3428764"/>
              <a:gd name="connsiteX10" fmla="*/ 1245623 w 1467755"/>
              <a:gd name="connsiteY10" fmla="*/ 2891852 h 3428764"/>
              <a:gd name="connsiteX11" fmla="*/ 1465757 w 1467755"/>
              <a:gd name="connsiteY11" fmla="*/ 3203425 h 3428764"/>
              <a:gd name="connsiteX12" fmla="*/ 1311663 w 1467755"/>
              <a:gd name="connsiteY12" fmla="*/ 3337199 h 3428764"/>
              <a:gd name="connsiteX13" fmla="*/ 668197 w 1467755"/>
              <a:gd name="connsiteY13" fmla="*/ 2791945 h 3428764"/>
              <a:gd name="connsiteX14" fmla="*/ 451450 w 1467755"/>
              <a:gd name="connsiteY14" fmla="*/ 2741145 h 3428764"/>
              <a:gd name="connsiteX15" fmla="*/ 339690 w 1467755"/>
              <a:gd name="connsiteY15" fmla="*/ 3111985 h 3428764"/>
              <a:gd name="connsiteX16" fmla="*/ 178824 w 1467755"/>
              <a:gd name="connsiteY16" fmla="*/ 3416785 h 3428764"/>
              <a:gd name="connsiteX17" fmla="*/ 1024 w 1467755"/>
              <a:gd name="connsiteY17" fmla="*/ 3306718 h 3428764"/>
              <a:gd name="connsiteX18" fmla="*/ 263490 w 1467755"/>
              <a:gd name="connsiteY18" fmla="*/ 2756385 h 3428764"/>
              <a:gd name="connsiteX19" fmla="*/ 290583 w 1467755"/>
              <a:gd name="connsiteY19" fmla="*/ 2539638 h 3428764"/>
              <a:gd name="connsiteX20" fmla="*/ 322756 w 1467755"/>
              <a:gd name="connsiteY20" fmla="*/ 2029945 h 3428764"/>
              <a:gd name="connsiteX0" fmla="*/ 322756 w 1470359"/>
              <a:gd name="connsiteY0" fmla="*/ 2029945 h 3428764"/>
              <a:gd name="connsiteX1" fmla="*/ 339690 w 1470359"/>
              <a:gd name="connsiteY1" fmla="*/ 936052 h 3428764"/>
              <a:gd name="connsiteX2" fmla="*/ 128023 w 1470359"/>
              <a:gd name="connsiteY2" fmla="*/ 631251 h 3428764"/>
              <a:gd name="connsiteX3" fmla="*/ 51824 w 1470359"/>
              <a:gd name="connsiteY3" fmla="*/ 241785 h 3428764"/>
              <a:gd name="connsiteX4" fmla="*/ 314290 w 1470359"/>
              <a:gd name="connsiteY4" fmla="*/ 13185 h 3428764"/>
              <a:gd name="connsiteX5" fmla="*/ 1211757 w 1470359"/>
              <a:gd name="connsiteY5" fmla="*/ 631252 h 3428764"/>
              <a:gd name="connsiteX6" fmla="*/ 1144023 w 1470359"/>
              <a:gd name="connsiteY6" fmla="*/ 825985 h 3428764"/>
              <a:gd name="connsiteX7" fmla="*/ 636023 w 1470359"/>
              <a:gd name="connsiteY7" fmla="*/ 834452 h 3428764"/>
              <a:gd name="connsiteX8" fmla="*/ 585223 w 1470359"/>
              <a:gd name="connsiteY8" fmla="*/ 969918 h 3428764"/>
              <a:gd name="connsiteX9" fmla="*/ 564904 w 1470359"/>
              <a:gd name="connsiteY9" fmla="*/ 2346597 h 3428764"/>
              <a:gd name="connsiteX10" fmla="*/ 1194823 w 1470359"/>
              <a:gd name="connsiteY10" fmla="*/ 2937572 h 3428764"/>
              <a:gd name="connsiteX11" fmla="*/ 1465757 w 1470359"/>
              <a:gd name="connsiteY11" fmla="*/ 3203425 h 3428764"/>
              <a:gd name="connsiteX12" fmla="*/ 1311663 w 1470359"/>
              <a:gd name="connsiteY12" fmla="*/ 3337199 h 3428764"/>
              <a:gd name="connsiteX13" fmla="*/ 668197 w 1470359"/>
              <a:gd name="connsiteY13" fmla="*/ 2791945 h 3428764"/>
              <a:gd name="connsiteX14" fmla="*/ 451450 w 1470359"/>
              <a:gd name="connsiteY14" fmla="*/ 2741145 h 3428764"/>
              <a:gd name="connsiteX15" fmla="*/ 339690 w 1470359"/>
              <a:gd name="connsiteY15" fmla="*/ 3111985 h 3428764"/>
              <a:gd name="connsiteX16" fmla="*/ 178824 w 1470359"/>
              <a:gd name="connsiteY16" fmla="*/ 3416785 h 3428764"/>
              <a:gd name="connsiteX17" fmla="*/ 1024 w 1470359"/>
              <a:gd name="connsiteY17" fmla="*/ 3306718 h 3428764"/>
              <a:gd name="connsiteX18" fmla="*/ 263490 w 1470359"/>
              <a:gd name="connsiteY18" fmla="*/ 2756385 h 3428764"/>
              <a:gd name="connsiteX19" fmla="*/ 290583 w 1470359"/>
              <a:gd name="connsiteY19" fmla="*/ 2539638 h 3428764"/>
              <a:gd name="connsiteX20" fmla="*/ 322756 w 1470359"/>
              <a:gd name="connsiteY20" fmla="*/ 2029945 h 3428764"/>
              <a:gd name="connsiteX0" fmla="*/ 322756 w 1470359"/>
              <a:gd name="connsiteY0" fmla="*/ 2029945 h 3428764"/>
              <a:gd name="connsiteX1" fmla="*/ 339690 w 1470359"/>
              <a:gd name="connsiteY1" fmla="*/ 936052 h 3428764"/>
              <a:gd name="connsiteX2" fmla="*/ 128023 w 1470359"/>
              <a:gd name="connsiteY2" fmla="*/ 631251 h 3428764"/>
              <a:gd name="connsiteX3" fmla="*/ 51824 w 1470359"/>
              <a:gd name="connsiteY3" fmla="*/ 241785 h 3428764"/>
              <a:gd name="connsiteX4" fmla="*/ 314290 w 1470359"/>
              <a:gd name="connsiteY4" fmla="*/ 13185 h 3428764"/>
              <a:gd name="connsiteX5" fmla="*/ 1211757 w 1470359"/>
              <a:gd name="connsiteY5" fmla="*/ 631252 h 3428764"/>
              <a:gd name="connsiteX6" fmla="*/ 1144023 w 1470359"/>
              <a:gd name="connsiteY6" fmla="*/ 825985 h 3428764"/>
              <a:gd name="connsiteX7" fmla="*/ 636023 w 1470359"/>
              <a:gd name="connsiteY7" fmla="*/ 834452 h 3428764"/>
              <a:gd name="connsiteX8" fmla="*/ 585223 w 1470359"/>
              <a:gd name="connsiteY8" fmla="*/ 969918 h 3428764"/>
              <a:gd name="connsiteX9" fmla="*/ 557961 w 1470359"/>
              <a:gd name="connsiteY9" fmla="*/ 1963905 h 3428764"/>
              <a:gd name="connsiteX10" fmla="*/ 564904 w 1470359"/>
              <a:gd name="connsiteY10" fmla="*/ 2346597 h 3428764"/>
              <a:gd name="connsiteX11" fmla="*/ 1194823 w 1470359"/>
              <a:gd name="connsiteY11" fmla="*/ 2937572 h 3428764"/>
              <a:gd name="connsiteX12" fmla="*/ 1465757 w 1470359"/>
              <a:gd name="connsiteY12" fmla="*/ 3203425 h 3428764"/>
              <a:gd name="connsiteX13" fmla="*/ 1311663 w 1470359"/>
              <a:gd name="connsiteY13" fmla="*/ 3337199 h 3428764"/>
              <a:gd name="connsiteX14" fmla="*/ 668197 w 1470359"/>
              <a:gd name="connsiteY14" fmla="*/ 2791945 h 3428764"/>
              <a:gd name="connsiteX15" fmla="*/ 451450 w 1470359"/>
              <a:gd name="connsiteY15" fmla="*/ 2741145 h 3428764"/>
              <a:gd name="connsiteX16" fmla="*/ 339690 w 1470359"/>
              <a:gd name="connsiteY16" fmla="*/ 3111985 h 3428764"/>
              <a:gd name="connsiteX17" fmla="*/ 178824 w 1470359"/>
              <a:gd name="connsiteY17" fmla="*/ 3416785 h 3428764"/>
              <a:gd name="connsiteX18" fmla="*/ 1024 w 1470359"/>
              <a:gd name="connsiteY18" fmla="*/ 3306718 h 3428764"/>
              <a:gd name="connsiteX19" fmla="*/ 263490 w 1470359"/>
              <a:gd name="connsiteY19" fmla="*/ 2756385 h 3428764"/>
              <a:gd name="connsiteX20" fmla="*/ 290583 w 1470359"/>
              <a:gd name="connsiteY20" fmla="*/ 2539638 h 3428764"/>
              <a:gd name="connsiteX21" fmla="*/ 322756 w 1470359"/>
              <a:gd name="connsiteY21" fmla="*/ 2029945 h 3428764"/>
              <a:gd name="connsiteX0" fmla="*/ 322756 w 1470359"/>
              <a:gd name="connsiteY0" fmla="*/ 2029945 h 3428764"/>
              <a:gd name="connsiteX1" fmla="*/ 339690 w 1470359"/>
              <a:gd name="connsiteY1" fmla="*/ 936052 h 3428764"/>
              <a:gd name="connsiteX2" fmla="*/ 128023 w 1470359"/>
              <a:gd name="connsiteY2" fmla="*/ 631251 h 3428764"/>
              <a:gd name="connsiteX3" fmla="*/ 51824 w 1470359"/>
              <a:gd name="connsiteY3" fmla="*/ 241785 h 3428764"/>
              <a:gd name="connsiteX4" fmla="*/ 314290 w 1470359"/>
              <a:gd name="connsiteY4" fmla="*/ 13185 h 3428764"/>
              <a:gd name="connsiteX5" fmla="*/ 1211757 w 1470359"/>
              <a:gd name="connsiteY5" fmla="*/ 631252 h 3428764"/>
              <a:gd name="connsiteX6" fmla="*/ 1144023 w 1470359"/>
              <a:gd name="connsiteY6" fmla="*/ 825985 h 3428764"/>
              <a:gd name="connsiteX7" fmla="*/ 636023 w 1470359"/>
              <a:gd name="connsiteY7" fmla="*/ 834452 h 3428764"/>
              <a:gd name="connsiteX8" fmla="*/ 585223 w 1470359"/>
              <a:gd name="connsiteY8" fmla="*/ 969918 h 3428764"/>
              <a:gd name="connsiteX9" fmla="*/ 557961 w 1470359"/>
              <a:gd name="connsiteY9" fmla="*/ 1963905 h 3428764"/>
              <a:gd name="connsiteX10" fmla="*/ 651264 w 1470359"/>
              <a:gd name="connsiteY10" fmla="*/ 2570117 h 3428764"/>
              <a:gd name="connsiteX11" fmla="*/ 1194823 w 1470359"/>
              <a:gd name="connsiteY11" fmla="*/ 2937572 h 3428764"/>
              <a:gd name="connsiteX12" fmla="*/ 1465757 w 1470359"/>
              <a:gd name="connsiteY12" fmla="*/ 3203425 h 3428764"/>
              <a:gd name="connsiteX13" fmla="*/ 1311663 w 1470359"/>
              <a:gd name="connsiteY13" fmla="*/ 3337199 h 3428764"/>
              <a:gd name="connsiteX14" fmla="*/ 668197 w 1470359"/>
              <a:gd name="connsiteY14" fmla="*/ 2791945 h 3428764"/>
              <a:gd name="connsiteX15" fmla="*/ 451450 w 1470359"/>
              <a:gd name="connsiteY15" fmla="*/ 2741145 h 3428764"/>
              <a:gd name="connsiteX16" fmla="*/ 339690 w 1470359"/>
              <a:gd name="connsiteY16" fmla="*/ 3111985 h 3428764"/>
              <a:gd name="connsiteX17" fmla="*/ 178824 w 1470359"/>
              <a:gd name="connsiteY17" fmla="*/ 3416785 h 3428764"/>
              <a:gd name="connsiteX18" fmla="*/ 1024 w 1470359"/>
              <a:gd name="connsiteY18" fmla="*/ 3306718 h 3428764"/>
              <a:gd name="connsiteX19" fmla="*/ 263490 w 1470359"/>
              <a:gd name="connsiteY19" fmla="*/ 2756385 h 3428764"/>
              <a:gd name="connsiteX20" fmla="*/ 290583 w 1470359"/>
              <a:gd name="connsiteY20" fmla="*/ 2539638 h 3428764"/>
              <a:gd name="connsiteX21" fmla="*/ 322756 w 1470359"/>
              <a:gd name="connsiteY21" fmla="*/ 2029945 h 3428764"/>
              <a:gd name="connsiteX0" fmla="*/ 322756 w 1470359"/>
              <a:gd name="connsiteY0" fmla="*/ 2029945 h 3428764"/>
              <a:gd name="connsiteX1" fmla="*/ 339690 w 1470359"/>
              <a:gd name="connsiteY1" fmla="*/ 936052 h 3428764"/>
              <a:gd name="connsiteX2" fmla="*/ 128023 w 1470359"/>
              <a:gd name="connsiteY2" fmla="*/ 631251 h 3428764"/>
              <a:gd name="connsiteX3" fmla="*/ 51824 w 1470359"/>
              <a:gd name="connsiteY3" fmla="*/ 241785 h 3428764"/>
              <a:gd name="connsiteX4" fmla="*/ 314290 w 1470359"/>
              <a:gd name="connsiteY4" fmla="*/ 13185 h 3428764"/>
              <a:gd name="connsiteX5" fmla="*/ 1211757 w 1470359"/>
              <a:gd name="connsiteY5" fmla="*/ 631252 h 3428764"/>
              <a:gd name="connsiteX6" fmla="*/ 1144023 w 1470359"/>
              <a:gd name="connsiteY6" fmla="*/ 825985 h 3428764"/>
              <a:gd name="connsiteX7" fmla="*/ 636023 w 1470359"/>
              <a:gd name="connsiteY7" fmla="*/ 834452 h 3428764"/>
              <a:gd name="connsiteX8" fmla="*/ 585223 w 1470359"/>
              <a:gd name="connsiteY8" fmla="*/ 969918 h 3428764"/>
              <a:gd name="connsiteX9" fmla="*/ 557961 w 1470359"/>
              <a:gd name="connsiteY9" fmla="*/ 1963905 h 3428764"/>
              <a:gd name="connsiteX10" fmla="*/ 630944 w 1470359"/>
              <a:gd name="connsiteY10" fmla="*/ 2570117 h 3428764"/>
              <a:gd name="connsiteX11" fmla="*/ 1194823 w 1470359"/>
              <a:gd name="connsiteY11" fmla="*/ 2937572 h 3428764"/>
              <a:gd name="connsiteX12" fmla="*/ 1465757 w 1470359"/>
              <a:gd name="connsiteY12" fmla="*/ 3203425 h 3428764"/>
              <a:gd name="connsiteX13" fmla="*/ 1311663 w 1470359"/>
              <a:gd name="connsiteY13" fmla="*/ 3337199 h 3428764"/>
              <a:gd name="connsiteX14" fmla="*/ 668197 w 1470359"/>
              <a:gd name="connsiteY14" fmla="*/ 2791945 h 3428764"/>
              <a:gd name="connsiteX15" fmla="*/ 451450 w 1470359"/>
              <a:gd name="connsiteY15" fmla="*/ 2741145 h 3428764"/>
              <a:gd name="connsiteX16" fmla="*/ 339690 w 1470359"/>
              <a:gd name="connsiteY16" fmla="*/ 3111985 h 3428764"/>
              <a:gd name="connsiteX17" fmla="*/ 178824 w 1470359"/>
              <a:gd name="connsiteY17" fmla="*/ 3416785 h 3428764"/>
              <a:gd name="connsiteX18" fmla="*/ 1024 w 1470359"/>
              <a:gd name="connsiteY18" fmla="*/ 3306718 h 3428764"/>
              <a:gd name="connsiteX19" fmla="*/ 263490 w 1470359"/>
              <a:gd name="connsiteY19" fmla="*/ 2756385 h 3428764"/>
              <a:gd name="connsiteX20" fmla="*/ 290583 w 1470359"/>
              <a:gd name="connsiteY20" fmla="*/ 2539638 h 3428764"/>
              <a:gd name="connsiteX21" fmla="*/ 322756 w 1470359"/>
              <a:gd name="connsiteY21" fmla="*/ 2029945 h 3428764"/>
              <a:gd name="connsiteX0" fmla="*/ 322756 w 1470359"/>
              <a:gd name="connsiteY0" fmla="*/ 2029945 h 3428764"/>
              <a:gd name="connsiteX1" fmla="*/ 339690 w 1470359"/>
              <a:gd name="connsiteY1" fmla="*/ 936052 h 3428764"/>
              <a:gd name="connsiteX2" fmla="*/ 128023 w 1470359"/>
              <a:gd name="connsiteY2" fmla="*/ 631251 h 3428764"/>
              <a:gd name="connsiteX3" fmla="*/ 51824 w 1470359"/>
              <a:gd name="connsiteY3" fmla="*/ 241785 h 3428764"/>
              <a:gd name="connsiteX4" fmla="*/ 314290 w 1470359"/>
              <a:gd name="connsiteY4" fmla="*/ 13185 h 3428764"/>
              <a:gd name="connsiteX5" fmla="*/ 1211757 w 1470359"/>
              <a:gd name="connsiteY5" fmla="*/ 631252 h 3428764"/>
              <a:gd name="connsiteX6" fmla="*/ 1144023 w 1470359"/>
              <a:gd name="connsiteY6" fmla="*/ 825985 h 3428764"/>
              <a:gd name="connsiteX7" fmla="*/ 636023 w 1470359"/>
              <a:gd name="connsiteY7" fmla="*/ 834452 h 3428764"/>
              <a:gd name="connsiteX8" fmla="*/ 585223 w 1470359"/>
              <a:gd name="connsiteY8" fmla="*/ 969918 h 3428764"/>
              <a:gd name="connsiteX9" fmla="*/ 557961 w 1470359"/>
              <a:gd name="connsiteY9" fmla="*/ 1963905 h 3428764"/>
              <a:gd name="connsiteX10" fmla="*/ 630944 w 1470359"/>
              <a:gd name="connsiteY10" fmla="*/ 2570117 h 3428764"/>
              <a:gd name="connsiteX11" fmla="*/ 1194823 w 1470359"/>
              <a:gd name="connsiteY11" fmla="*/ 2937572 h 3428764"/>
              <a:gd name="connsiteX12" fmla="*/ 1465757 w 1470359"/>
              <a:gd name="connsiteY12" fmla="*/ 3203425 h 3428764"/>
              <a:gd name="connsiteX13" fmla="*/ 1311663 w 1470359"/>
              <a:gd name="connsiteY13" fmla="*/ 3337199 h 3428764"/>
              <a:gd name="connsiteX14" fmla="*/ 668197 w 1470359"/>
              <a:gd name="connsiteY14" fmla="*/ 2791945 h 3428764"/>
              <a:gd name="connsiteX15" fmla="*/ 451450 w 1470359"/>
              <a:gd name="connsiteY15" fmla="*/ 2741145 h 3428764"/>
              <a:gd name="connsiteX16" fmla="*/ 339690 w 1470359"/>
              <a:gd name="connsiteY16" fmla="*/ 3111985 h 3428764"/>
              <a:gd name="connsiteX17" fmla="*/ 178824 w 1470359"/>
              <a:gd name="connsiteY17" fmla="*/ 3416785 h 3428764"/>
              <a:gd name="connsiteX18" fmla="*/ 1024 w 1470359"/>
              <a:gd name="connsiteY18" fmla="*/ 3306718 h 3428764"/>
              <a:gd name="connsiteX19" fmla="*/ 263490 w 1470359"/>
              <a:gd name="connsiteY19" fmla="*/ 2756385 h 3428764"/>
              <a:gd name="connsiteX20" fmla="*/ 290583 w 1470359"/>
              <a:gd name="connsiteY20" fmla="*/ 2539638 h 3428764"/>
              <a:gd name="connsiteX21" fmla="*/ 322756 w 1470359"/>
              <a:gd name="connsiteY21" fmla="*/ 2029945 h 3428764"/>
              <a:gd name="connsiteX0" fmla="*/ 322756 w 1470359"/>
              <a:gd name="connsiteY0" fmla="*/ 2029945 h 3428764"/>
              <a:gd name="connsiteX1" fmla="*/ 339690 w 1470359"/>
              <a:gd name="connsiteY1" fmla="*/ 936052 h 3428764"/>
              <a:gd name="connsiteX2" fmla="*/ 128023 w 1470359"/>
              <a:gd name="connsiteY2" fmla="*/ 631251 h 3428764"/>
              <a:gd name="connsiteX3" fmla="*/ 51824 w 1470359"/>
              <a:gd name="connsiteY3" fmla="*/ 241785 h 3428764"/>
              <a:gd name="connsiteX4" fmla="*/ 314290 w 1470359"/>
              <a:gd name="connsiteY4" fmla="*/ 13185 h 3428764"/>
              <a:gd name="connsiteX5" fmla="*/ 1211757 w 1470359"/>
              <a:gd name="connsiteY5" fmla="*/ 631252 h 3428764"/>
              <a:gd name="connsiteX6" fmla="*/ 1144023 w 1470359"/>
              <a:gd name="connsiteY6" fmla="*/ 825985 h 3428764"/>
              <a:gd name="connsiteX7" fmla="*/ 636023 w 1470359"/>
              <a:gd name="connsiteY7" fmla="*/ 834452 h 3428764"/>
              <a:gd name="connsiteX8" fmla="*/ 585223 w 1470359"/>
              <a:gd name="connsiteY8" fmla="*/ 969918 h 3428764"/>
              <a:gd name="connsiteX9" fmla="*/ 557961 w 1470359"/>
              <a:gd name="connsiteY9" fmla="*/ 1963905 h 3428764"/>
              <a:gd name="connsiteX10" fmla="*/ 666504 w 1470359"/>
              <a:gd name="connsiteY10" fmla="*/ 2529477 h 3428764"/>
              <a:gd name="connsiteX11" fmla="*/ 1194823 w 1470359"/>
              <a:gd name="connsiteY11" fmla="*/ 2937572 h 3428764"/>
              <a:gd name="connsiteX12" fmla="*/ 1465757 w 1470359"/>
              <a:gd name="connsiteY12" fmla="*/ 3203425 h 3428764"/>
              <a:gd name="connsiteX13" fmla="*/ 1311663 w 1470359"/>
              <a:gd name="connsiteY13" fmla="*/ 3337199 h 3428764"/>
              <a:gd name="connsiteX14" fmla="*/ 668197 w 1470359"/>
              <a:gd name="connsiteY14" fmla="*/ 2791945 h 3428764"/>
              <a:gd name="connsiteX15" fmla="*/ 451450 w 1470359"/>
              <a:gd name="connsiteY15" fmla="*/ 2741145 h 3428764"/>
              <a:gd name="connsiteX16" fmla="*/ 339690 w 1470359"/>
              <a:gd name="connsiteY16" fmla="*/ 3111985 h 3428764"/>
              <a:gd name="connsiteX17" fmla="*/ 178824 w 1470359"/>
              <a:gd name="connsiteY17" fmla="*/ 3416785 h 3428764"/>
              <a:gd name="connsiteX18" fmla="*/ 1024 w 1470359"/>
              <a:gd name="connsiteY18" fmla="*/ 3306718 h 3428764"/>
              <a:gd name="connsiteX19" fmla="*/ 263490 w 1470359"/>
              <a:gd name="connsiteY19" fmla="*/ 2756385 h 3428764"/>
              <a:gd name="connsiteX20" fmla="*/ 290583 w 1470359"/>
              <a:gd name="connsiteY20" fmla="*/ 2539638 h 3428764"/>
              <a:gd name="connsiteX21" fmla="*/ 322756 w 1470359"/>
              <a:gd name="connsiteY21" fmla="*/ 2029945 h 3428764"/>
              <a:gd name="connsiteX0" fmla="*/ 322756 w 1470359"/>
              <a:gd name="connsiteY0" fmla="*/ 2029945 h 3428764"/>
              <a:gd name="connsiteX1" fmla="*/ 339690 w 1470359"/>
              <a:gd name="connsiteY1" fmla="*/ 936052 h 3428764"/>
              <a:gd name="connsiteX2" fmla="*/ 128023 w 1470359"/>
              <a:gd name="connsiteY2" fmla="*/ 631251 h 3428764"/>
              <a:gd name="connsiteX3" fmla="*/ 51824 w 1470359"/>
              <a:gd name="connsiteY3" fmla="*/ 241785 h 3428764"/>
              <a:gd name="connsiteX4" fmla="*/ 314290 w 1470359"/>
              <a:gd name="connsiteY4" fmla="*/ 13185 h 3428764"/>
              <a:gd name="connsiteX5" fmla="*/ 1211757 w 1470359"/>
              <a:gd name="connsiteY5" fmla="*/ 631252 h 3428764"/>
              <a:gd name="connsiteX6" fmla="*/ 1144023 w 1470359"/>
              <a:gd name="connsiteY6" fmla="*/ 825985 h 3428764"/>
              <a:gd name="connsiteX7" fmla="*/ 636023 w 1470359"/>
              <a:gd name="connsiteY7" fmla="*/ 834452 h 3428764"/>
              <a:gd name="connsiteX8" fmla="*/ 585223 w 1470359"/>
              <a:gd name="connsiteY8" fmla="*/ 995318 h 3428764"/>
              <a:gd name="connsiteX9" fmla="*/ 557961 w 1470359"/>
              <a:gd name="connsiteY9" fmla="*/ 1963905 h 3428764"/>
              <a:gd name="connsiteX10" fmla="*/ 666504 w 1470359"/>
              <a:gd name="connsiteY10" fmla="*/ 2529477 h 3428764"/>
              <a:gd name="connsiteX11" fmla="*/ 1194823 w 1470359"/>
              <a:gd name="connsiteY11" fmla="*/ 2937572 h 3428764"/>
              <a:gd name="connsiteX12" fmla="*/ 1465757 w 1470359"/>
              <a:gd name="connsiteY12" fmla="*/ 3203425 h 3428764"/>
              <a:gd name="connsiteX13" fmla="*/ 1311663 w 1470359"/>
              <a:gd name="connsiteY13" fmla="*/ 3337199 h 3428764"/>
              <a:gd name="connsiteX14" fmla="*/ 668197 w 1470359"/>
              <a:gd name="connsiteY14" fmla="*/ 2791945 h 3428764"/>
              <a:gd name="connsiteX15" fmla="*/ 451450 w 1470359"/>
              <a:gd name="connsiteY15" fmla="*/ 2741145 h 3428764"/>
              <a:gd name="connsiteX16" fmla="*/ 339690 w 1470359"/>
              <a:gd name="connsiteY16" fmla="*/ 3111985 h 3428764"/>
              <a:gd name="connsiteX17" fmla="*/ 178824 w 1470359"/>
              <a:gd name="connsiteY17" fmla="*/ 3416785 h 3428764"/>
              <a:gd name="connsiteX18" fmla="*/ 1024 w 1470359"/>
              <a:gd name="connsiteY18" fmla="*/ 3306718 h 3428764"/>
              <a:gd name="connsiteX19" fmla="*/ 263490 w 1470359"/>
              <a:gd name="connsiteY19" fmla="*/ 2756385 h 3428764"/>
              <a:gd name="connsiteX20" fmla="*/ 290583 w 1470359"/>
              <a:gd name="connsiteY20" fmla="*/ 2539638 h 3428764"/>
              <a:gd name="connsiteX21" fmla="*/ 322756 w 1470359"/>
              <a:gd name="connsiteY21" fmla="*/ 2029945 h 3428764"/>
              <a:gd name="connsiteX0" fmla="*/ 321971 w 1469574"/>
              <a:gd name="connsiteY0" fmla="*/ 2029945 h 3428650"/>
              <a:gd name="connsiteX1" fmla="*/ 338905 w 1469574"/>
              <a:gd name="connsiteY1" fmla="*/ 936052 h 3428650"/>
              <a:gd name="connsiteX2" fmla="*/ 127238 w 1469574"/>
              <a:gd name="connsiteY2" fmla="*/ 631251 h 3428650"/>
              <a:gd name="connsiteX3" fmla="*/ 51039 w 1469574"/>
              <a:gd name="connsiteY3" fmla="*/ 241785 h 3428650"/>
              <a:gd name="connsiteX4" fmla="*/ 313505 w 1469574"/>
              <a:gd name="connsiteY4" fmla="*/ 13185 h 3428650"/>
              <a:gd name="connsiteX5" fmla="*/ 1210972 w 1469574"/>
              <a:gd name="connsiteY5" fmla="*/ 631252 h 3428650"/>
              <a:gd name="connsiteX6" fmla="*/ 1143238 w 1469574"/>
              <a:gd name="connsiteY6" fmla="*/ 825985 h 3428650"/>
              <a:gd name="connsiteX7" fmla="*/ 635238 w 1469574"/>
              <a:gd name="connsiteY7" fmla="*/ 834452 h 3428650"/>
              <a:gd name="connsiteX8" fmla="*/ 584438 w 1469574"/>
              <a:gd name="connsiteY8" fmla="*/ 995318 h 3428650"/>
              <a:gd name="connsiteX9" fmla="*/ 557176 w 1469574"/>
              <a:gd name="connsiteY9" fmla="*/ 1963905 h 3428650"/>
              <a:gd name="connsiteX10" fmla="*/ 665719 w 1469574"/>
              <a:gd name="connsiteY10" fmla="*/ 2529477 h 3428650"/>
              <a:gd name="connsiteX11" fmla="*/ 1194038 w 1469574"/>
              <a:gd name="connsiteY11" fmla="*/ 2937572 h 3428650"/>
              <a:gd name="connsiteX12" fmla="*/ 1464972 w 1469574"/>
              <a:gd name="connsiteY12" fmla="*/ 3203425 h 3428650"/>
              <a:gd name="connsiteX13" fmla="*/ 1310878 w 1469574"/>
              <a:gd name="connsiteY13" fmla="*/ 3337199 h 3428650"/>
              <a:gd name="connsiteX14" fmla="*/ 667412 w 1469574"/>
              <a:gd name="connsiteY14" fmla="*/ 2791945 h 3428650"/>
              <a:gd name="connsiteX15" fmla="*/ 450665 w 1469574"/>
              <a:gd name="connsiteY15" fmla="*/ 2741145 h 3428650"/>
              <a:gd name="connsiteX16" fmla="*/ 338905 w 1469574"/>
              <a:gd name="connsiteY16" fmla="*/ 3111985 h 3428650"/>
              <a:gd name="connsiteX17" fmla="*/ 178039 w 1469574"/>
              <a:gd name="connsiteY17" fmla="*/ 3416785 h 3428650"/>
              <a:gd name="connsiteX18" fmla="*/ 239 w 1469574"/>
              <a:gd name="connsiteY18" fmla="*/ 3306718 h 3428650"/>
              <a:gd name="connsiteX19" fmla="*/ 216985 w 1469574"/>
              <a:gd name="connsiteY19" fmla="*/ 2761465 h 3428650"/>
              <a:gd name="connsiteX20" fmla="*/ 289798 w 1469574"/>
              <a:gd name="connsiteY20" fmla="*/ 2539638 h 3428650"/>
              <a:gd name="connsiteX21" fmla="*/ 321971 w 1469574"/>
              <a:gd name="connsiteY21" fmla="*/ 2029945 h 3428650"/>
              <a:gd name="connsiteX0" fmla="*/ 459020 w 1606623"/>
              <a:gd name="connsiteY0" fmla="*/ 2029945 h 3427592"/>
              <a:gd name="connsiteX1" fmla="*/ 475954 w 1606623"/>
              <a:gd name="connsiteY1" fmla="*/ 936052 h 3427592"/>
              <a:gd name="connsiteX2" fmla="*/ 264287 w 1606623"/>
              <a:gd name="connsiteY2" fmla="*/ 631251 h 3427592"/>
              <a:gd name="connsiteX3" fmla="*/ 188088 w 1606623"/>
              <a:gd name="connsiteY3" fmla="*/ 241785 h 3427592"/>
              <a:gd name="connsiteX4" fmla="*/ 450554 w 1606623"/>
              <a:gd name="connsiteY4" fmla="*/ 13185 h 3427592"/>
              <a:gd name="connsiteX5" fmla="*/ 1348021 w 1606623"/>
              <a:gd name="connsiteY5" fmla="*/ 631252 h 3427592"/>
              <a:gd name="connsiteX6" fmla="*/ 1280287 w 1606623"/>
              <a:gd name="connsiteY6" fmla="*/ 825985 h 3427592"/>
              <a:gd name="connsiteX7" fmla="*/ 772287 w 1606623"/>
              <a:gd name="connsiteY7" fmla="*/ 834452 h 3427592"/>
              <a:gd name="connsiteX8" fmla="*/ 721487 w 1606623"/>
              <a:gd name="connsiteY8" fmla="*/ 995318 h 3427592"/>
              <a:gd name="connsiteX9" fmla="*/ 694225 w 1606623"/>
              <a:gd name="connsiteY9" fmla="*/ 1963905 h 3427592"/>
              <a:gd name="connsiteX10" fmla="*/ 802768 w 1606623"/>
              <a:gd name="connsiteY10" fmla="*/ 2529477 h 3427592"/>
              <a:gd name="connsiteX11" fmla="*/ 1331087 w 1606623"/>
              <a:gd name="connsiteY11" fmla="*/ 2937572 h 3427592"/>
              <a:gd name="connsiteX12" fmla="*/ 1602021 w 1606623"/>
              <a:gd name="connsiteY12" fmla="*/ 3203425 h 3427592"/>
              <a:gd name="connsiteX13" fmla="*/ 1447927 w 1606623"/>
              <a:gd name="connsiteY13" fmla="*/ 3337199 h 3427592"/>
              <a:gd name="connsiteX14" fmla="*/ 804461 w 1606623"/>
              <a:gd name="connsiteY14" fmla="*/ 2791945 h 3427592"/>
              <a:gd name="connsiteX15" fmla="*/ 587714 w 1606623"/>
              <a:gd name="connsiteY15" fmla="*/ 2741145 h 3427592"/>
              <a:gd name="connsiteX16" fmla="*/ 475954 w 1606623"/>
              <a:gd name="connsiteY16" fmla="*/ 3111985 h 3427592"/>
              <a:gd name="connsiteX17" fmla="*/ 315088 w 1606623"/>
              <a:gd name="connsiteY17" fmla="*/ 3416785 h 3427592"/>
              <a:gd name="connsiteX18" fmla="*/ 128 w 1606623"/>
              <a:gd name="connsiteY18" fmla="*/ 3301638 h 3427592"/>
              <a:gd name="connsiteX19" fmla="*/ 354034 w 1606623"/>
              <a:gd name="connsiteY19" fmla="*/ 2761465 h 3427592"/>
              <a:gd name="connsiteX20" fmla="*/ 426847 w 1606623"/>
              <a:gd name="connsiteY20" fmla="*/ 2539638 h 3427592"/>
              <a:gd name="connsiteX21" fmla="*/ 459020 w 1606623"/>
              <a:gd name="connsiteY21" fmla="*/ 2029945 h 3427592"/>
              <a:gd name="connsiteX0" fmla="*/ 464778 w 1612381"/>
              <a:gd name="connsiteY0" fmla="*/ 2029945 h 3423106"/>
              <a:gd name="connsiteX1" fmla="*/ 481712 w 1612381"/>
              <a:gd name="connsiteY1" fmla="*/ 936052 h 3423106"/>
              <a:gd name="connsiteX2" fmla="*/ 270045 w 1612381"/>
              <a:gd name="connsiteY2" fmla="*/ 631251 h 3423106"/>
              <a:gd name="connsiteX3" fmla="*/ 193846 w 1612381"/>
              <a:gd name="connsiteY3" fmla="*/ 241785 h 3423106"/>
              <a:gd name="connsiteX4" fmla="*/ 456312 w 1612381"/>
              <a:gd name="connsiteY4" fmla="*/ 13185 h 3423106"/>
              <a:gd name="connsiteX5" fmla="*/ 1353779 w 1612381"/>
              <a:gd name="connsiteY5" fmla="*/ 631252 h 3423106"/>
              <a:gd name="connsiteX6" fmla="*/ 1286045 w 1612381"/>
              <a:gd name="connsiteY6" fmla="*/ 825985 h 3423106"/>
              <a:gd name="connsiteX7" fmla="*/ 778045 w 1612381"/>
              <a:gd name="connsiteY7" fmla="*/ 834452 h 3423106"/>
              <a:gd name="connsiteX8" fmla="*/ 727245 w 1612381"/>
              <a:gd name="connsiteY8" fmla="*/ 995318 h 3423106"/>
              <a:gd name="connsiteX9" fmla="*/ 699983 w 1612381"/>
              <a:gd name="connsiteY9" fmla="*/ 1963905 h 3423106"/>
              <a:gd name="connsiteX10" fmla="*/ 808526 w 1612381"/>
              <a:gd name="connsiteY10" fmla="*/ 2529477 h 3423106"/>
              <a:gd name="connsiteX11" fmla="*/ 1336845 w 1612381"/>
              <a:gd name="connsiteY11" fmla="*/ 2937572 h 3423106"/>
              <a:gd name="connsiteX12" fmla="*/ 1607779 w 1612381"/>
              <a:gd name="connsiteY12" fmla="*/ 3203425 h 3423106"/>
              <a:gd name="connsiteX13" fmla="*/ 1453685 w 1612381"/>
              <a:gd name="connsiteY13" fmla="*/ 3337199 h 3423106"/>
              <a:gd name="connsiteX14" fmla="*/ 810219 w 1612381"/>
              <a:gd name="connsiteY14" fmla="*/ 2791945 h 3423106"/>
              <a:gd name="connsiteX15" fmla="*/ 593472 w 1612381"/>
              <a:gd name="connsiteY15" fmla="*/ 2741145 h 3423106"/>
              <a:gd name="connsiteX16" fmla="*/ 481712 w 1612381"/>
              <a:gd name="connsiteY16" fmla="*/ 3111985 h 3423106"/>
              <a:gd name="connsiteX17" fmla="*/ 163366 w 1612381"/>
              <a:gd name="connsiteY17" fmla="*/ 3411705 h 3423106"/>
              <a:gd name="connsiteX18" fmla="*/ 5886 w 1612381"/>
              <a:gd name="connsiteY18" fmla="*/ 3301638 h 3423106"/>
              <a:gd name="connsiteX19" fmla="*/ 359792 w 1612381"/>
              <a:gd name="connsiteY19" fmla="*/ 2761465 h 3423106"/>
              <a:gd name="connsiteX20" fmla="*/ 432605 w 1612381"/>
              <a:gd name="connsiteY20" fmla="*/ 2539638 h 3423106"/>
              <a:gd name="connsiteX21" fmla="*/ 464778 w 1612381"/>
              <a:gd name="connsiteY21" fmla="*/ 2029945 h 3423106"/>
              <a:gd name="connsiteX0" fmla="*/ 464458 w 1612061"/>
              <a:gd name="connsiteY0" fmla="*/ 2029945 h 3427011"/>
              <a:gd name="connsiteX1" fmla="*/ 481392 w 1612061"/>
              <a:gd name="connsiteY1" fmla="*/ 936052 h 3427011"/>
              <a:gd name="connsiteX2" fmla="*/ 269725 w 1612061"/>
              <a:gd name="connsiteY2" fmla="*/ 631251 h 3427011"/>
              <a:gd name="connsiteX3" fmla="*/ 193526 w 1612061"/>
              <a:gd name="connsiteY3" fmla="*/ 241785 h 3427011"/>
              <a:gd name="connsiteX4" fmla="*/ 455992 w 1612061"/>
              <a:gd name="connsiteY4" fmla="*/ 13185 h 3427011"/>
              <a:gd name="connsiteX5" fmla="*/ 1353459 w 1612061"/>
              <a:gd name="connsiteY5" fmla="*/ 631252 h 3427011"/>
              <a:gd name="connsiteX6" fmla="*/ 1285725 w 1612061"/>
              <a:gd name="connsiteY6" fmla="*/ 825985 h 3427011"/>
              <a:gd name="connsiteX7" fmla="*/ 777725 w 1612061"/>
              <a:gd name="connsiteY7" fmla="*/ 834452 h 3427011"/>
              <a:gd name="connsiteX8" fmla="*/ 726925 w 1612061"/>
              <a:gd name="connsiteY8" fmla="*/ 995318 h 3427011"/>
              <a:gd name="connsiteX9" fmla="*/ 699663 w 1612061"/>
              <a:gd name="connsiteY9" fmla="*/ 1963905 h 3427011"/>
              <a:gd name="connsiteX10" fmla="*/ 808206 w 1612061"/>
              <a:gd name="connsiteY10" fmla="*/ 2529477 h 3427011"/>
              <a:gd name="connsiteX11" fmla="*/ 1336525 w 1612061"/>
              <a:gd name="connsiteY11" fmla="*/ 2937572 h 3427011"/>
              <a:gd name="connsiteX12" fmla="*/ 1607459 w 1612061"/>
              <a:gd name="connsiteY12" fmla="*/ 3203425 h 3427011"/>
              <a:gd name="connsiteX13" fmla="*/ 1453365 w 1612061"/>
              <a:gd name="connsiteY13" fmla="*/ 3337199 h 3427011"/>
              <a:gd name="connsiteX14" fmla="*/ 809899 w 1612061"/>
              <a:gd name="connsiteY14" fmla="*/ 2791945 h 3427011"/>
              <a:gd name="connsiteX15" fmla="*/ 593152 w 1612061"/>
              <a:gd name="connsiteY15" fmla="*/ 2741145 h 3427011"/>
              <a:gd name="connsiteX16" fmla="*/ 430592 w 1612061"/>
              <a:gd name="connsiteY16" fmla="*/ 3056105 h 3427011"/>
              <a:gd name="connsiteX17" fmla="*/ 163046 w 1612061"/>
              <a:gd name="connsiteY17" fmla="*/ 3411705 h 3427011"/>
              <a:gd name="connsiteX18" fmla="*/ 5566 w 1612061"/>
              <a:gd name="connsiteY18" fmla="*/ 3301638 h 3427011"/>
              <a:gd name="connsiteX19" fmla="*/ 359472 w 1612061"/>
              <a:gd name="connsiteY19" fmla="*/ 2761465 h 3427011"/>
              <a:gd name="connsiteX20" fmla="*/ 432285 w 1612061"/>
              <a:gd name="connsiteY20" fmla="*/ 2539638 h 3427011"/>
              <a:gd name="connsiteX21" fmla="*/ 464458 w 1612061"/>
              <a:gd name="connsiteY21" fmla="*/ 2029945 h 3427011"/>
              <a:gd name="connsiteX0" fmla="*/ 464458 w 1612061"/>
              <a:gd name="connsiteY0" fmla="*/ 2029945 h 3427011"/>
              <a:gd name="connsiteX1" fmla="*/ 481392 w 1612061"/>
              <a:gd name="connsiteY1" fmla="*/ 936052 h 3427011"/>
              <a:gd name="connsiteX2" fmla="*/ 269725 w 1612061"/>
              <a:gd name="connsiteY2" fmla="*/ 631251 h 3427011"/>
              <a:gd name="connsiteX3" fmla="*/ 193526 w 1612061"/>
              <a:gd name="connsiteY3" fmla="*/ 241785 h 3427011"/>
              <a:gd name="connsiteX4" fmla="*/ 455992 w 1612061"/>
              <a:gd name="connsiteY4" fmla="*/ 13185 h 3427011"/>
              <a:gd name="connsiteX5" fmla="*/ 1353459 w 1612061"/>
              <a:gd name="connsiteY5" fmla="*/ 631252 h 3427011"/>
              <a:gd name="connsiteX6" fmla="*/ 1285725 w 1612061"/>
              <a:gd name="connsiteY6" fmla="*/ 825985 h 3427011"/>
              <a:gd name="connsiteX7" fmla="*/ 777725 w 1612061"/>
              <a:gd name="connsiteY7" fmla="*/ 834452 h 3427011"/>
              <a:gd name="connsiteX8" fmla="*/ 726925 w 1612061"/>
              <a:gd name="connsiteY8" fmla="*/ 995318 h 3427011"/>
              <a:gd name="connsiteX9" fmla="*/ 699663 w 1612061"/>
              <a:gd name="connsiteY9" fmla="*/ 1963905 h 3427011"/>
              <a:gd name="connsiteX10" fmla="*/ 808206 w 1612061"/>
              <a:gd name="connsiteY10" fmla="*/ 2529477 h 3427011"/>
              <a:gd name="connsiteX11" fmla="*/ 1336525 w 1612061"/>
              <a:gd name="connsiteY11" fmla="*/ 2937572 h 3427011"/>
              <a:gd name="connsiteX12" fmla="*/ 1607459 w 1612061"/>
              <a:gd name="connsiteY12" fmla="*/ 3203425 h 3427011"/>
              <a:gd name="connsiteX13" fmla="*/ 1453365 w 1612061"/>
              <a:gd name="connsiteY13" fmla="*/ 3337199 h 3427011"/>
              <a:gd name="connsiteX14" fmla="*/ 809899 w 1612061"/>
              <a:gd name="connsiteY14" fmla="*/ 2791945 h 3427011"/>
              <a:gd name="connsiteX15" fmla="*/ 598232 w 1612061"/>
              <a:gd name="connsiteY15" fmla="*/ 2786865 h 3427011"/>
              <a:gd name="connsiteX16" fmla="*/ 430592 w 1612061"/>
              <a:gd name="connsiteY16" fmla="*/ 3056105 h 3427011"/>
              <a:gd name="connsiteX17" fmla="*/ 163046 w 1612061"/>
              <a:gd name="connsiteY17" fmla="*/ 3411705 h 3427011"/>
              <a:gd name="connsiteX18" fmla="*/ 5566 w 1612061"/>
              <a:gd name="connsiteY18" fmla="*/ 3301638 h 3427011"/>
              <a:gd name="connsiteX19" fmla="*/ 359472 w 1612061"/>
              <a:gd name="connsiteY19" fmla="*/ 2761465 h 3427011"/>
              <a:gd name="connsiteX20" fmla="*/ 432285 w 1612061"/>
              <a:gd name="connsiteY20" fmla="*/ 2539638 h 3427011"/>
              <a:gd name="connsiteX21" fmla="*/ 464458 w 1612061"/>
              <a:gd name="connsiteY21" fmla="*/ 2029945 h 3427011"/>
              <a:gd name="connsiteX0" fmla="*/ 464458 w 1612276"/>
              <a:gd name="connsiteY0" fmla="*/ 2029945 h 3427011"/>
              <a:gd name="connsiteX1" fmla="*/ 481392 w 1612276"/>
              <a:gd name="connsiteY1" fmla="*/ 936052 h 3427011"/>
              <a:gd name="connsiteX2" fmla="*/ 269725 w 1612276"/>
              <a:gd name="connsiteY2" fmla="*/ 631251 h 3427011"/>
              <a:gd name="connsiteX3" fmla="*/ 193526 w 1612276"/>
              <a:gd name="connsiteY3" fmla="*/ 241785 h 3427011"/>
              <a:gd name="connsiteX4" fmla="*/ 455992 w 1612276"/>
              <a:gd name="connsiteY4" fmla="*/ 13185 h 3427011"/>
              <a:gd name="connsiteX5" fmla="*/ 1353459 w 1612276"/>
              <a:gd name="connsiteY5" fmla="*/ 631252 h 3427011"/>
              <a:gd name="connsiteX6" fmla="*/ 1285725 w 1612276"/>
              <a:gd name="connsiteY6" fmla="*/ 825985 h 3427011"/>
              <a:gd name="connsiteX7" fmla="*/ 777725 w 1612276"/>
              <a:gd name="connsiteY7" fmla="*/ 834452 h 3427011"/>
              <a:gd name="connsiteX8" fmla="*/ 726925 w 1612276"/>
              <a:gd name="connsiteY8" fmla="*/ 995318 h 3427011"/>
              <a:gd name="connsiteX9" fmla="*/ 699663 w 1612276"/>
              <a:gd name="connsiteY9" fmla="*/ 1963905 h 3427011"/>
              <a:gd name="connsiteX10" fmla="*/ 808206 w 1612276"/>
              <a:gd name="connsiteY10" fmla="*/ 2529477 h 3427011"/>
              <a:gd name="connsiteX11" fmla="*/ 1336525 w 1612276"/>
              <a:gd name="connsiteY11" fmla="*/ 2937572 h 3427011"/>
              <a:gd name="connsiteX12" fmla="*/ 1607459 w 1612276"/>
              <a:gd name="connsiteY12" fmla="*/ 3203425 h 3427011"/>
              <a:gd name="connsiteX13" fmla="*/ 1453365 w 1612276"/>
              <a:gd name="connsiteY13" fmla="*/ 3337199 h 3427011"/>
              <a:gd name="connsiteX14" fmla="*/ 789579 w 1612276"/>
              <a:gd name="connsiteY14" fmla="*/ 2812265 h 3427011"/>
              <a:gd name="connsiteX15" fmla="*/ 598232 w 1612276"/>
              <a:gd name="connsiteY15" fmla="*/ 2786865 h 3427011"/>
              <a:gd name="connsiteX16" fmla="*/ 430592 w 1612276"/>
              <a:gd name="connsiteY16" fmla="*/ 3056105 h 3427011"/>
              <a:gd name="connsiteX17" fmla="*/ 163046 w 1612276"/>
              <a:gd name="connsiteY17" fmla="*/ 3411705 h 3427011"/>
              <a:gd name="connsiteX18" fmla="*/ 5566 w 1612276"/>
              <a:gd name="connsiteY18" fmla="*/ 3301638 h 3427011"/>
              <a:gd name="connsiteX19" fmla="*/ 359472 w 1612276"/>
              <a:gd name="connsiteY19" fmla="*/ 2761465 h 3427011"/>
              <a:gd name="connsiteX20" fmla="*/ 432285 w 1612276"/>
              <a:gd name="connsiteY20" fmla="*/ 2539638 h 3427011"/>
              <a:gd name="connsiteX21" fmla="*/ 464458 w 1612276"/>
              <a:gd name="connsiteY21" fmla="*/ 2029945 h 3427011"/>
              <a:gd name="connsiteX0" fmla="*/ 464458 w 1612276"/>
              <a:gd name="connsiteY0" fmla="*/ 2029945 h 3427011"/>
              <a:gd name="connsiteX1" fmla="*/ 481392 w 1612276"/>
              <a:gd name="connsiteY1" fmla="*/ 936052 h 3427011"/>
              <a:gd name="connsiteX2" fmla="*/ 269725 w 1612276"/>
              <a:gd name="connsiteY2" fmla="*/ 631251 h 3427011"/>
              <a:gd name="connsiteX3" fmla="*/ 193526 w 1612276"/>
              <a:gd name="connsiteY3" fmla="*/ 241785 h 3427011"/>
              <a:gd name="connsiteX4" fmla="*/ 455992 w 1612276"/>
              <a:gd name="connsiteY4" fmla="*/ 13185 h 3427011"/>
              <a:gd name="connsiteX5" fmla="*/ 1353459 w 1612276"/>
              <a:gd name="connsiteY5" fmla="*/ 631252 h 3427011"/>
              <a:gd name="connsiteX6" fmla="*/ 1285725 w 1612276"/>
              <a:gd name="connsiteY6" fmla="*/ 825985 h 3427011"/>
              <a:gd name="connsiteX7" fmla="*/ 777725 w 1612276"/>
              <a:gd name="connsiteY7" fmla="*/ 834452 h 3427011"/>
              <a:gd name="connsiteX8" fmla="*/ 726925 w 1612276"/>
              <a:gd name="connsiteY8" fmla="*/ 995318 h 3427011"/>
              <a:gd name="connsiteX9" fmla="*/ 699663 w 1612276"/>
              <a:gd name="connsiteY9" fmla="*/ 1963905 h 3427011"/>
              <a:gd name="connsiteX10" fmla="*/ 808206 w 1612276"/>
              <a:gd name="connsiteY10" fmla="*/ 2529477 h 3427011"/>
              <a:gd name="connsiteX11" fmla="*/ 1336525 w 1612276"/>
              <a:gd name="connsiteY11" fmla="*/ 2937572 h 3427011"/>
              <a:gd name="connsiteX12" fmla="*/ 1607459 w 1612276"/>
              <a:gd name="connsiteY12" fmla="*/ 3203425 h 3427011"/>
              <a:gd name="connsiteX13" fmla="*/ 1453365 w 1612276"/>
              <a:gd name="connsiteY13" fmla="*/ 3337199 h 3427011"/>
              <a:gd name="connsiteX14" fmla="*/ 789579 w 1612276"/>
              <a:gd name="connsiteY14" fmla="*/ 2812265 h 3427011"/>
              <a:gd name="connsiteX15" fmla="*/ 598232 w 1612276"/>
              <a:gd name="connsiteY15" fmla="*/ 2786865 h 3427011"/>
              <a:gd name="connsiteX16" fmla="*/ 430592 w 1612276"/>
              <a:gd name="connsiteY16" fmla="*/ 3056105 h 3427011"/>
              <a:gd name="connsiteX17" fmla="*/ 163046 w 1612276"/>
              <a:gd name="connsiteY17" fmla="*/ 3411705 h 3427011"/>
              <a:gd name="connsiteX18" fmla="*/ 5566 w 1612276"/>
              <a:gd name="connsiteY18" fmla="*/ 3301638 h 3427011"/>
              <a:gd name="connsiteX19" fmla="*/ 359472 w 1612276"/>
              <a:gd name="connsiteY19" fmla="*/ 2761465 h 3427011"/>
              <a:gd name="connsiteX20" fmla="*/ 432285 w 1612276"/>
              <a:gd name="connsiteY20" fmla="*/ 2539638 h 3427011"/>
              <a:gd name="connsiteX21" fmla="*/ 464458 w 1612276"/>
              <a:gd name="connsiteY21" fmla="*/ 2029945 h 3427011"/>
              <a:gd name="connsiteX0" fmla="*/ 464458 w 1612276"/>
              <a:gd name="connsiteY0" fmla="*/ 2029945 h 3427011"/>
              <a:gd name="connsiteX1" fmla="*/ 481392 w 1612276"/>
              <a:gd name="connsiteY1" fmla="*/ 936052 h 3427011"/>
              <a:gd name="connsiteX2" fmla="*/ 269725 w 1612276"/>
              <a:gd name="connsiteY2" fmla="*/ 631251 h 3427011"/>
              <a:gd name="connsiteX3" fmla="*/ 193526 w 1612276"/>
              <a:gd name="connsiteY3" fmla="*/ 241785 h 3427011"/>
              <a:gd name="connsiteX4" fmla="*/ 455992 w 1612276"/>
              <a:gd name="connsiteY4" fmla="*/ 13185 h 3427011"/>
              <a:gd name="connsiteX5" fmla="*/ 1353459 w 1612276"/>
              <a:gd name="connsiteY5" fmla="*/ 631252 h 3427011"/>
              <a:gd name="connsiteX6" fmla="*/ 1285725 w 1612276"/>
              <a:gd name="connsiteY6" fmla="*/ 825985 h 3427011"/>
              <a:gd name="connsiteX7" fmla="*/ 777725 w 1612276"/>
              <a:gd name="connsiteY7" fmla="*/ 834452 h 3427011"/>
              <a:gd name="connsiteX8" fmla="*/ 726925 w 1612276"/>
              <a:gd name="connsiteY8" fmla="*/ 995318 h 3427011"/>
              <a:gd name="connsiteX9" fmla="*/ 699663 w 1612276"/>
              <a:gd name="connsiteY9" fmla="*/ 1963905 h 3427011"/>
              <a:gd name="connsiteX10" fmla="*/ 742166 w 1612276"/>
              <a:gd name="connsiteY10" fmla="*/ 2544717 h 3427011"/>
              <a:gd name="connsiteX11" fmla="*/ 1336525 w 1612276"/>
              <a:gd name="connsiteY11" fmla="*/ 2937572 h 3427011"/>
              <a:gd name="connsiteX12" fmla="*/ 1607459 w 1612276"/>
              <a:gd name="connsiteY12" fmla="*/ 3203425 h 3427011"/>
              <a:gd name="connsiteX13" fmla="*/ 1453365 w 1612276"/>
              <a:gd name="connsiteY13" fmla="*/ 3337199 h 3427011"/>
              <a:gd name="connsiteX14" fmla="*/ 789579 w 1612276"/>
              <a:gd name="connsiteY14" fmla="*/ 2812265 h 3427011"/>
              <a:gd name="connsiteX15" fmla="*/ 598232 w 1612276"/>
              <a:gd name="connsiteY15" fmla="*/ 2786865 h 3427011"/>
              <a:gd name="connsiteX16" fmla="*/ 430592 w 1612276"/>
              <a:gd name="connsiteY16" fmla="*/ 3056105 h 3427011"/>
              <a:gd name="connsiteX17" fmla="*/ 163046 w 1612276"/>
              <a:gd name="connsiteY17" fmla="*/ 3411705 h 3427011"/>
              <a:gd name="connsiteX18" fmla="*/ 5566 w 1612276"/>
              <a:gd name="connsiteY18" fmla="*/ 3301638 h 3427011"/>
              <a:gd name="connsiteX19" fmla="*/ 359472 w 1612276"/>
              <a:gd name="connsiteY19" fmla="*/ 2761465 h 3427011"/>
              <a:gd name="connsiteX20" fmla="*/ 432285 w 1612276"/>
              <a:gd name="connsiteY20" fmla="*/ 2539638 h 3427011"/>
              <a:gd name="connsiteX21" fmla="*/ 464458 w 1612276"/>
              <a:gd name="connsiteY21" fmla="*/ 2029945 h 3427011"/>
              <a:gd name="connsiteX0" fmla="*/ 464458 w 1612276"/>
              <a:gd name="connsiteY0" fmla="*/ 2029945 h 3427011"/>
              <a:gd name="connsiteX1" fmla="*/ 481392 w 1612276"/>
              <a:gd name="connsiteY1" fmla="*/ 936052 h 3427011"/>
              <a:gd name="connsiteX2" fmla="*/ 269725 w 1612276"/>
              <a:gd name="connsiteY2" fmla="*/ 631251 h 3427011"/>
              <a:gd name="connsiteX3" fmla="*/ 193526 w 1612276"/>
              <a:gd name="connsiteY3" fmla="*/ 241785 h 3427011"/>
              <a:gd name="connsiteX4" fmla="*/ 455992 w 1612276"/>
              <a:gd name="connsiteY4" fmla="*/ 13185 h 3427011"/>
              <a:gd name="connsiteX5" fmla="*/ 1353459 w 1612276"/>
              <a:gd name="connsiteY5" fmla="*/ 631252 h 3427011"/>
              <a:gd name="connsiteX6" fmla="*/ 1285725 w 1612276"/>
              <a:gd name="connsiteY6" fmla="*/ 825985 h 3427011"/>
              <a:gd name="connsiteX7" fmla="*/ 777725 w 1612276"/>
              <a:gd name="connsiteY7" fmla="*/ 834452 h 3427011"/>
              <a:gd name="connsiteX8" fmla="*/ 726925 w 1612276"/>
              <a:gd name="connsiteY8" fmla="*/ 995318 h 3427011"/>
              <a:gd name="connsiteX9" fmla="*/ 699663 w 1612276"/>
              <a:gd name="connsiteY9" fmla="*/ 1963905 h 3427011"/>
              <a:gd name="connsiteX10" fmla="*/ 747246 w 1612276"/>
              <a:gd name="connsiteY10" fmla="*/ 2580277 h 3427011"/>
              <a:gd name="connsiteX11" fmla="*/ 1336525 w 1612276"/>
              <a:gd name="connsiteY11" fmla="*/ 2937572 h 3427011"/>
              <a:gd name="connsiteX12" fmla="*/ 1607459 w 1612276"/>
              <a:gd name="connsiteY12" fmla="*/ 3203425 h 3427011"/>
              <a:gd name="connsiteX13" fmla="*/ 1453365 w 1612276"/>
              <a:gd name="connsiteY13" fmla="*/ 3337199 h 3427011"/>
              <a:gd name="connsiteX14" fmla="*/ 789579 w 1612276"/>
              <a:gd name="connsiteY14" fmla="*/ 2812265 h 3427011"/>
              <a:gd name="connsiteX15" fmla="*/ 598232 w 1612276"/>
              <a:gd name="connsiteY15" fmla="*/ 2786865 h 3427011"/>
              <a:gd name="connsiteX16" fmla="*/ 430592 w 1612276"/>
              <a:gd name="connsiteY16" fmla="*/ 3056105 h 3427011"/>
              <a:gd name="connsiteX17" fmla="*/ 163046 w 1612276"/>
              <a:gd name="connsiteY17" fmla="*/ 3411705 h 3427011"/>
              <a:gd name="connsiteX18" fmla="*/ 5566 w 1612276"/>
              <a:gd name="connsiteY18" fmla="*/ 3301638 h 3427011"/>
              <a:gd name="connsiteX19" fmla="*/ 359472 w 1612276"/>
              <a:gd name="connsiteY19" fmla="*/ 2761465 h 3427011"/>
              <a:gd name="connsiteX20" fmla="*/ 432285 w 1612276"/>
              <a:gd name="connsiteY20" fmla="*/ 2539638 h 3427011"/>
              <a:gd name="connsiteX21" fmla="*/ 464458 w 1612276"/>
              <a:gd name="connsiteY21" fmla="*/ 2029945 h 3427011"/>
              <a:gd name="connsiteX0" fmla="*/ 464458 w 1612276"/>
              <a:gd name="connsiteY0" fmla="*/ 2029945 h 3427011"/>
              <a:gd name="connsiteX1" fmla="*/ 481392 w 1612276"/>
              <a:gd name="connsiteY1" fmla="*/ 936052 h 3427011"/>
              <a:gd name="connsiteX2" fmla="*/ 269725 w 1612276"/>
              <a:gd name="connsiteY2" fmla="*/ 631251 h 3427011"/>
              <a:gd name="connsiteX3" fmla="*/ 193526 w 1612276"/>
              <a:gd name="connsiteY3" fmla="*/ 241785 h 3427011"/>
              <a:gd name="connsiteX4" fmla="*/ 455992 w 1612276"/>
              <a:gd name="connsiteY4" fmla="*/ 13185 h 3427011"/>
              <a:gd name="connsiteX5" fmla="*/ 1353459 w 1612276"/>
              <a:gd name="connsiteY5" fmla="*/ 631252 h 3427011"/>
              <a:gd name="connsiteX6" fmla="*/ 1285725 w 1612276"/>
              <a:gd name="connsiteY6" fmla="*/ 825985 h 3427011"/>
              <a:gd name="connsiteX7" fmla="*/ 777725 w 1612276"/>
              <a:gd name="connsiteY7" fmla="*/ 834452 h 3427011"/>
              <a:gd name="connsiteX8" fmla="*/ 726925 w 1612276"/>
              <a:gd name="connsiteY8" fmla="*/ 995318 h 3427011"/>
              <a:gd name="connsiteX9" fmla="*/ 699663 w 1612276"/>
              <a:gd name="connsiteY9" fmla="*/ 1963905 h 3427011"/>
              <a:gd name="connsiteX10" fmla="*/ 747246 w 1612276"/>
              <a:gd name="connsiteY10" fmla="*/ 2580277 h 3427011"/>
              <a:gd name="connsiteX11" fmla="*/ 1336525 w 1612276"/>
              <a:gd name="connsiteY11" fmla="*/ 2937572 h 3427011"/>
              <a:gd name="connsiteX12" fmla="*/ 1607459 w 1612276"/>
              <a:gd name="connsiteY12" fmla="*/ 3203425 h 3427011"/>
              <a:gd name="connsiteX13" fmla="*/ 1453365 w 1612276"/>
              <a:gd name="connsiteY13" fmla="*/ 3337199 h 3427011"/>
              <a:gd name="connsiteX14" fmla="*/ 789579 w 1612276"/>
              <a:gd name="connsiteY14" fmla="*/ 2812265 h 3427011"/>
              <a:gd name="connsiteX15" fmla="*/ 598232 w 1612276"/>
              <a:gd name="connsiteY15" fmla="*/ 2786865 h 3427011"/>
              <a:gd name="connsiteX16" fmla="*/ 430592 w 1612276"/>
              <a:gd name="connsiteY16" fmla="*/ 3056105 h 3427011"/>
              <a:gd name="connsiteX17" fmla="*/ 163046 w 1612276"/>
              <a:gd name="connsiteY17" fmla="*/ 3411705 h 3427011"/>
              <a:gd name="connsiteX18" fmla="*/ 5566 w 1612276"/>
              <a:gd name="connsiteY18" fmla="*/ 3301638 h 3427011"/>
              <a:gd name="connsiteX19" fmla="*/ 359472 w 1612276"/>
              <a:gd name="connsiteY19" fmla="*/ 2761465 h 3427011"/>
              <a:gd name="connsiteX20" fmla="*/ 432285 w 1612276"/>
              <a:gd name="connsiteY20" fmla="*/ 2539638 h 3427011"/>
              <a:gd name="connsiteX21" fmla="*/ 464458 w 1612276"/>
              <a:gd name="connsiteY21" fmla="*/ 2029945 h 3427011"/>
              <a:gd name="connsiteX0" fmla="*/ 464458 w 1612276"/>
              <a:gd name="connsiteY0" fmla="*/ 2029945 h 3427011"/>
              <a:gd name="connsiteX1" fmla="*/ 481392 w 1612276"/>
              <a:gd name="connsiteY1" fmla="*/ 936052 h 3427011"/>
              <a:gd name="connsiteX2" fmla="*/ 269725 w 1612276"/>
              <a:gd name="connsiteY2" fmla="*/ 631251 h 3427011"/>
              <a:gd name="connsiteX3" fmla="*/ 193526 w 1612276"/>
              <a:gd name="connsiteY3" fmla="*/ 241785 h 3427011"/>
              <a:gd name="connsiteX4" fmla="*/ 455992 w 1612276"/>
              <a:gd name="connsiteY4" fmla="*/ 13185 h 3427011"/>
              <a:gd name="connsiteX5" fmla="*/ 1353459 w 1612276"/>
              <a:gd name="connsiteY5" fmla="*/ 631252 h 3427011"/>
              <a:gd name="connsiteX6" fmla="*/ 1285725 w 1612276"/>
              <a:gd name="connsiteY6" fmla="*/ 825985 h 3427011"/>
              <a:gd name="connsiteX7" fmla="*/ 777725 w 1612276"/>
              <a:gd name="connsiteY7" fmla="*/ 834452 h 3427011"/>
              <a:gd name="connsiteX8" fmla="*/ 726925 w 1612276"/>
              <a:gd name="connsiteY8" fmla="*/ 995318 h 3427011"/>
              <a:gd name="connsiteX9" fmla="*/ 699663 w 1612276"/>
              <a:gd name="connsiteY9" fmla="*/ 1963905 h 3427011"/>
              <a:gd name="connsiteX10" fmla="*/ 747246 w 1612276"/>
              <a:gd name="connsiteY10" fmla="*/ 2580277 h 3427011"/>
              <a:gd name="connsiteX11" fmla="*/ 1336525 w 1612276"/>
              <a:gd name="connsiteY11" fmla="*/ 2937572 h 3427011"/>
              <a:gd name="connsiteX12" fmla="*/ 1607459 w 1612276"/>
              <a:gd name="connsiteY12" fmla="*/ 3203425 h 3427011"/>
              <a:gd name="connsiteX13" fmla="*/ 1453365 w 1612276"/>
              <a:gd name="connsiteY13" fmla="*/ 3337199 h 3427011"/>
              <a:gd name="connsiteX14" fmla="*/ 789579 w 1612276"/>
              <a:gd name="connsiteY14" fmla="*/ 2812265 h 3427011"/>
              <a:gd name="connsiteX15" fmla="*/ 598232 w 1612276"/>
              <a:gd name="connsiteY15" fmla="*/ 2786865 h 3427011"/>
              <a:gd name="connsiteX16" fmla="*/ 430592 w 1612276"/>
              <a:gd name="connsiteY16" fmla="*/ 3056105 h 3427011"/>
              <a:gd name="connsiteX17" fmla="*/ 163046 w 1612276"/>
              <a:gd name="connsiteY17" fmla="*/ 3411705 h 3427011"/>
              <a:gd name="connsiteX18" fmla="*/ 5566 w 1612276"/>
              <a:gd name="connsiteY18" fmla="*/ 3301638 h 3427011"/>
              <a:gd name="connsiteX19" fmla="*/ 359472 w 1612276"/>
              <a:gd name="connsiteY19" fmla="*/ 2761465 h 3427011"/>
              <a:gd name="connsiteX20" fmla="*/ 432285 w 1612276"/>
              <a:gd name="connsiteY20" fmla="*/ 2539638 h 3427011"/>
              <a:gd name="connsiteX21" fmla="*/ 464458 w 1612276"/>
              <a:gd name="connsiteY21" fmla="*/ 2029945 h 3427011"/>
              <a:gd name="connsiteX0" fmla="*/ 464458 w 1613756"/>
              <a:gd name="connsiteY0" fmla="*/ 2029945 h 3427011"/>
              <a:gd name="connsiteX1" fmla="*/ 481392 w 1613756"/>
              <a:gd name="connsiteY1" fmla="*/ 936052 h 3427011"/>
              <a:gd name="connsiteX2" fmla="*/ 269725 w 1613756"/>
              <a:gd name="connsiteY2" fmla="*/ 631251 h 3427011"/>
              <a:gd name="connsiteX3" fmla="*/ 193526 w 1613756"/>
              <a:gd name="connsiteY3" fmla="*/ 241785 h 3427011"/>
              <a:gd name="connsiteX4" fmla="*/ 455992 w 1613756"/>
              <a:gd name="connsiteY4" fmla="*/ 13185 h 3427011"/>
              <a:gd name="connsiteX5" fmla="*/ 1353459 w 1613756"/>
              <a:gd name="connsiteY5" fmla="*/ 631252 h 3427011"/>
              <a:gd name="connsiteX6" fmla="*/ 1285725 w 1613756"/>
              <a:gd name="connsiteY6" fmla="*/ 825985 h 3427011"/>
              <a:gd name="connsiteX7" fmla="*/ 777725 w 1613756"/>
              <a:gd name="connsiteY7" fmla="*/ 834452 h 3427011"/>
              <a:gd name="connsiteX8" fmla="*/ 726925 w 1613756"/>
              <a:gd name="connsiteY8" fmla="*/ 995318 h 3427011"/>
              <a:gd name="connsiteX9" fmla="*/ 699663 w 1613756"/>
              <a:gd name="connsiteY9" fmla="*/ 1963905 h 3427011"/>
              <a:gd name="connsiteX10" fmla="*/ 747246 w 1613756"/>
              <a:gd name="connsiteY10" fmla="*/ 2580277 h 3427011"/>
              <a:gd name="connsiteX11" fmla="*/ 1311125 w 1613756"/>
              <a:gd name="connsiteY11" fmla="*/ 2947732 h 3427011"/>
              <a:gd name="connsiteX12" fmla="*/ 1607459 w 1613756"/>
              <a:gd name="connsiteY12" fmla="*/ 3203425 h 3427011"/>
              <a:gd name="connsiteX13" fmla="*/ 1453365 w 1613756"/>
              <a:gd name="connsiteY13" fmla="*/ 3337199 h 3427011"/>
              <a:gd name="connsiteX14" fmla="*/ 789579 w 1613756"/>
              <a:gd name="connsiteY14" fmla="*/ 2812265 h 3427011"/>
              <a:gd name="connsiteX15" fmla="*/ 598232 w 1613756"/>
              <a:gd name="connsiteY15" fmla="*/ 2786865 h 3427011"/>
              <a:gd name="connsiteX16" fmla="*/ 430592 w 1613756"/>
              <a:gd name="connsiteY16" fmla="*/ 3056105 h 3427011"/>
              <a:gd name="connsiteX17" fmla="*/ 163046 w 1613756"/>
              <a:gd name="connsiteY17" fmla="*/ 3411705 h 3427011"/>
              <a:gd name="connsiteX18" fmla="*/ 5566 w 1613756"/>
              <a:gd name="connsiteY18" fmla="*/ 3301638 h 3427011"/>
              <a:gd name="connsiteX19" fmla="*/ 359472 w 1613756"/>
              <a:gd name="connsiteY19" fmla="*/ 2761465 h 3427011"/>
              <a:gd name="connsiteX20" fmla="*/ 432285 w 1613756"/>
              <a:gd name="connsiteY20" fmla="*/ 2539638 h 3427011"/>
              <a:gd name="connsiteX21" fmla="*/ 464458 w 1613756"/>
              <a:gd name="connsiteY21" fmla="*/ 2029945 h 3427011"/>
              <a:gd name="connsiteX0" fmla="*/ 464458 w 1613756"/>
              <a:gd name="connsiteY0" fmla="*/ 2029945 h 3427011"/>
              <a:gd name="connsiteX1" fmla="*/ 481392 w 1613756"/>
              <a:gd name="connsiteY1" fmla="*/ 936052 h 3427011"/>
              <a:gd name="connsiteX2" fmla="*/ 269725 w 1613756"/>
              <a:gd name="connsiteY2" fmla="*/ 631251 h 3427011"/>
              <a:gd name="connsiteX3" fmla="*/ 193526 w 1613756"/>
              <a:gd name="connsiteY3" fmla="*/ 241785 h 3427011"/>
              <a:gd name="connsiteX4" fmla="*/ 455992 w 1613756"/>
              <a:gd name="connsiteY4" fmla="*/ 13185 h 3427011"/>
              <a:gd name="connsiteX5" fmla="*/ 1353459 w 1613756"/>
              <a:gd name="connsiteY5" fmla="*/ 631252 h 3427011"/>
              <a:gd name="connsiteX6" fmla="*/ 1285725 w 1613756"/>
              <a:gd name="connsiteY6" fmla="*/ 825985 h 3427011"/>
              <a:gd name="connsiteX7" fmla="*/ 777725 w 1613756"/>
              <a:gd name="connsiteY7" fmla="*/ 834452 h 3427011"/>
              <a:gd name="connsiteX8" fmla="*/ 726925 w 1613756"/>
              <a:gd name="connsiteY8" fmla="*/ 995318 h 3427011"/>
              <a:gd name="connsiteX9" fmla="*/ 699663 w 1613756"/>
              <a:gd name="connsiteY9" fmla="*/ 1963905 h 3427011"/>
              <a:gd name="connsiteX10" fmla="*/ 747246 w 1613756"/>
              <a:gd name="connsiteY10" fmla="*/ 2580277 h 3427011"/>
              <a:gd name="connsiteX11" fmla="*/ 1311125 w 1613756"/>
              <a:gd name="connsiteY11" fmla="*/ 2947732 h 3427011"/>
              <a:gd name="connsiteX12" fmla="*/ 1607459 w 1613756"/>
              <a:gd name="connsiteY12" fmla="*/ 3203425 h 3427011"/>
              <a:gd name="connsiteX13" fmla="*/ 1453365 w 1613756"/>
              <a:gd name="connsiteY13" fmla="*/ 3337199 h 3427011"/>
              <a:gd name="connsiteX14" fmla="*/ 789579 w 1613756"/>
              <a:gd name="connsiteY14" fmla="*/ 2812265 h 3427011"/>
              <a:gd name="connsiteX15" fmla="*/ 598232 w 1613756"/>
              <a:gd name="connsiteY15" fmla="*/ 2786865 h 3427011"/>
              <a:gd name="connsiteX16" fmla="*/ 430592 w 1613756"/>
              <a:gd name="connsiteY16" fmla="*/ 3056105 h 3427011"/>
              <a:gd name="connsiteX17" fmla="*/ 163046 w 1613756"/>
              <a:gd name="connsiteY17" fmla="*/ 3411705 h 3427011"/>
              <a:gd name="connsiteX18" fmla="*/ 5566 w 1613756"/>
              <a:gd name="connsiteY18" fmla="*/ 3301638 h 3427011"/>
              <a:gd name="connsiteX19" fmla="*/ 359472 w 1613756"/>
              <a:gd name="connsiteY19" fmla="*/ 2761465 h 3427011"/>
              <a:gd name="connsiteX20" fmla="*/ 432285 w 1613756"/>
              <a:gd name="connsiteY20" fmla="*/ 2539638 h 3427011"/>
              <a:gd name="connsiteX21" fmla="*/ 464458 w 1613756"/>
              <a:gd name="connsiteY21" fmla="*/ 2029945 h 3427011"/>
              <a:gd name="connsiteX0" fmla="*/ 464458 w 1613756"/>
              <a:gd name="connsiteY0" fmla="*/ 2029945 h 3427011"/>
              <a:gd name="connsiteX1" fmla="*/ 481392 w 1613756"/>
              <a:gd name="connsiteY1" fmla="*/ 936052 h 3427011"/>
              <a:gd name="connsiteX2" fmla="*/ 269725 w 1613756"/>
              <a:gd name="connsiteY2" fmla="*/ 631251 h 3427011"/>
              <a:gd name="connsiteX3" fmla="*/ 193526 w 1613756"/>
              <a:gd name="connsiteY3" fmla="*/ 241785 h 3427011"/>
              <a:gd name="connsiteX4" fmla="*/ 455992 w 1613756"/>
              <a:gd name="connsiteY4" fmla="*/ 13185 h 3427011"/>
              <a:gd name="connsiteX5" fmla="*/ 1353459 w 1613756"/>
              <a:gd name="connsiteY5" fmla="*/ 631252 h 3427011"/>
              <a:gd name="connsiteX6" fmla="*/ 1285725 w 1613756"/>
              <a:gd name="connsiteY6" fmla="*/ 825985 h 3427011"/>
              <a:gd name="connsiteX7" fmla="*/ 777725 w 1613756"/>
              <a:gd name="connsiteY7" fmla="*/ 834452 h 3427011"/>
              <a:gd name="connsiteX8" fmla="*/ 726925 w 1613756"/>
              <a:gd name="connsiteY8" fmla="*/ 995318 h 3427011"/>
              <a:gd name="connsiteX9" fmla="*/ 699663 w 1613756"/>
              <a:gd name="connsiteY9" fmla="*/ 1963905 h 3427011"/>
              <a:gd name="connsiteX10" fmla="*/ 762486 w 1613756"/>
              <a:gd name="connsiteY10" fmla="*/ 2575197 h 3427011"/>
              <a:gd name="connsiteX11" fmla="*/ 1311125 w 1613756"/>
              <a:gd name="connsiteY11" fmla="*/ 2947732 h 3427011"/>
              <a:gd name="connsiteX12" fmla="*/ 1607459 w 1613756"/>
              <a:gd name="connsiteY12" fmla="*/ 3203425 h 3427011"/>
              <a:gd name="connsiteX13" fmla="*/ 1453365 w 1613756"/>
              <a:gd name="connsiteY13" fmla="*/ 3337199 h 3427011"/>
              <a:gd name="connsiteX14" fmla="*/ 789579 w 1613756"/>
              <a:gd name="connsiteY14" fmla="*/ 2812265 h 3427011"/>
              <a:gd name="connsiteX15" fmla="*/ 598232 w 1613756"/>
              <a:gd name="connsiteY15" fmla="*/ 2786865 h 3427011"/>
              <a:gd name="connsiteX16" fmla="*/ 430592 w 1613756"/>
              <a:gd name="connsiteY16" fmla="*/ 3056105 h 3427011"/>
              <a:gd name="connsiteX17" fmla="*/ 163046 w 1613756"/>
              <a:gd name="connsiteY17" fmla="*/ 3411705 h 3427011"/>
              <a:gd name="connsiteX18" fmla="*/ 5566 w 1613756"/>
              <a:gd name="connsiteY18" fmla="*/ 3301638 h 3427011"/>
              <a:gd name="connsiteX19" fmla="*/ 359472 w 1613756"/>
              <a:gd name="connsiteY19" fmla="*/ 2761465 h 3427011"/>
              <a:gd name="connsiteX20" fmla="*/ 432285 w 1613756"/>
              <a:gd name="connsiteY20" fmla="*/ 2539638 h 3427011"/>
              <a:gd name="connsiteX21" fmla="*/ 464458 w 1613756"/>
              <a:gd name="connsiteY21" fmla="*/ 2029945 h 3427011"/>
              <a:gd name="connsiteX0" fmla="*/ 464458 w 1613756"/>
              <a:gd name="connsiteY0" fmla="*/ 2029945 h 3427011"/>
              <a:gd name="connsiteX1" fmla="*/ 481392 w 1613756"/>
              <a:gd name="connsiteY1" fmla="*/ 936052 h 3427011"/>
              <a:gd name="connsiteX2" fmla="*/ 269725 w 1613756"/>
              <a:gd name="connsiteY2" fmla="*/ 631251 h 3427011"/>
              <a:gd name="connsiteX3" fmla="*/ 193526 w 1613756"/>
              <a:gd name="connsiteY3" fmla="*/ 241785 h 3427011"/>
              <a:gd name="connsiteX4" fmla="*/ 455992 w 1613756"/>
              <a:gd name="connsiteY4" fmla="*/ 13185 h 3427011"/>
              <a:gd name="connsiteX5" fmla="*/ 1353459 w 1613756"/>
              <a:gd name="connsiteY5" fmla="*/ 631252 h 3427011"/>
              <a:gd name="connsiteX6" fmla="*/ 1285725 w 1613756"/>
              <a:gd name="connsiteY6" fmla="*/ 825985 h 3427011"/>
              <a:gd name="connsiteX7" fmla="*/ 777725 w 1613756"/>
              <a:gd name="connsiteY7" fmla="*/ 834452 h 3427011"/>
              <a:gd name="connsiteX8" fmla="*/ 726925 w 1613756"/>
              <a:gd name="connsiteY8" fmla="*/ 995318 h 3427011"/>
              <a:gd name="connsiteX9" fmla="*/ 699663 w 1613756"/>
              <a:gd name="connsiteY9" fmla="*/ 1963905 h 3427011"/>
              <a:gd name="connsiteX10" fmla="*/ 762486 w 1613756"/>
              <a:gd name="connsiteY10" fmla="*/ 2575197 h 3427011"/>
              <a:gd name="connsiteX11" fmla="*/ 1311125 w 1613756"/>
              <a:gd name="connsiteY11" fmla="*/ 2947732 h 3427011"/>
              <a:gd name="connsiteX12" fmla="*/ 1607459 w 1613756"/>
              <a:gd name="connsiteY12" fmla="*/ 3203425 h 3427011"/>
              <a:gd name="connsiteX13" fmla="*/ 1453365 w 1613756"/>
              <a:gd name="connsiteY13" fmla="*/ 3337199 h 3427011"/>
              <a:gd name="connsiteX14" fmla="*/ 789579 w 1613756"/>
              <a:gd name="connsiteY14" fmla="*/ 2812265 h 3427011"/>
              <a:gd name="connsiteX15" fmla="*/ 598232 w 1613756"/>
              <a:gd name="connsiteY15" fmla="*/ 2786865 h 3427011"/>
              <a:gd name="connsiteX16" fmla="*/ 430592 w 1613756"/>
              <a:gd name="connsiteY16" fmla="*/ 3056105 h 3427011"/>
              <a:gd name="connsiteX17" fmla="*/ 163046 w 1613756"/>
              <a:gd name="connsiteY17" fmla="*/ 3411705 h 3427011"/>
              <a:gd name="connsiteX18" fmla="*/ 5566 w 1613756"/>
              <a:gd name="connsiteY18" fmla="*/ 3301638 h 3427011"/>
              <a:gd name="connsiteX19" fmla="*/ 359472 w 1613756"/>
              <a:gd name="connsiteY19" fmla="*/ 2761465 h 3427011"/>
              <a:gd name="connsiteX20" fmla="*/ 432285 w 1613756"/>
              <a:gd name="connsiteY20" fmla="*/ 2539638 h 3427011"/>
              <a:gd name="connsiteX21" fmla="*/ 464458 w 1613756"/>
              <a:gd name="connsiteY21" fmla="*/ 2029945 h 3427011"/>
              <a:gd name="connsiteX0" fmla="*/ 464458 w 1614090"/>
              <a:gd name="connsiteY0" fmla="*/ 2029945 h 3427011"/>
              <a:gd name="connsiteX1" fmla="*/ 481392 w 1614090"/>
              <a:gd name="connsiteY1" fmla="*/ 936052 h 3427011"/>
              <a:gd name="connsiteX2" fmla="*/ 269725 w 1614090"/>
              <a:gd name="connsiteY2" fmla="*/ 631251 h 3427011"/>
              <a:gd name="connsiteX3" fmla="*/ 193526 w 1614090"/>
              <a:gd name="connsiteY3" fmla="*/ 241785 h 3427011"/>
              <a:gd name="connsiteX4" fmla="*/ 455992 w 1614090"/>
              <a:gd name="connsiteY4" fmla="*/ 13185 h 3427011"/>
              <a:gd name="connsiteX5" fmla="*/ 1353459 w 1614090"/>
              <a:gd name="connsiteY5" fmla="*/ 631252 h 3427011"/>
              <a:gd name="connsiteX6" fmla="*/ 1285725 w 1614090"/>
              <a:gd name="connsiteY6" fmla="*/ 825985 h 3427011"/>
              <a:gd name="connsiteX7" fmla="*/ 777725 w 1614090"/>
              <a:gd name="connsiteY7" fmla="*/ 834452 h 3427011"/>
              <a:gd name="connsiteX8" fmla="*/ 726925 w 1614090"/>
              <a:gd name="connsiteY8" fmla="*/ 995318 h 3427011"/>
              <a:gd name="connsiteX9" fmla="*/ 699663 w 1614090"/>
              <a:gd name="connsiteY9" fmla="*/ 1963905 h 3427011"/>
              <a:gd name="connsiteX10" fmla="*/ 762486 w 1614090"/>
              <a:gd name="connsiteY10" fmla="*/ 2575197 h 3427011"/>
              <a:gd name="connsiteX11" fmla="*/ 1311125 w 1614090"/>
              <a:gd name="connsiteY11" fmla="*/ 2947732 h 3427011"/>
              <a:gd name="connsiteX12" fmla="*/ 1607459 w 1614090"/>
              <a:gd name="connsiteY12" fmla="*/ 3203425 h 3427011"/>
              <a:gd name="connsiteX13" fmla="*/ 1453365 w 1614090"/>
              <a:gd name="connsiteY13" fmla="*/ 3337199 h 3427011"/>
              <a:gd name="connsiteX14" fmla="*/ 764179 w 1614090"/>
              <a:gd name="connsiteY14" fmla="*/ 2842745 h 3427011"/>
              <a:gd name="connsiteX15" fmla="*/ 598232 w 1614090"/>
              <a:gd name="connsiteY15" fmla="*/ 2786865 h 3427011"/>
              <a:gd name="connsiteX16" fmla="*/ 430592 w 1614090"/>
              <a:gd name="connsiteY16" fmla="*/ 3056105 h 3427011"/>
              <a:gd name="connsiteX17" fmla="*/ 163046 w 1614090"/>
              <a:gd name="connsiteY17" fmla="*/ 3411705 h 3427011"/>
              <a:gd name="connsiteX18" fmla="*/ 5566 w 1614090"/>
              <a:gd name="connsiteY18" fmla="*/ 3301638 h 3427011"/>
              <a:gd name="connsiteX19" fmla="*/ 359472 w 1614090"/>
              <a:gd name="connsiteY19" fmla="*/ 2761465 h 3427011"/>
              <a:gd name="connsiteX20" fmla="*/ 432285 w 1614090"/>
              <a:gd name="connsiteY20" fmla="*/ 2539638 h 3427011"/>
              <a:gd name="connsiteX21" fmla="*/ 464458 w 1614090"/>
              <a:gd name="connsiteY21" fmla="*/ 2029945 h 3427011"/>
              <a:gd name="connsiteX0" fmla="*/ 464458 w 1614400"/>
              <a:gd name="connsiteY0" fmla="*/ 2029945 h 3427011"/>
              <a:gd name="connsiteX1" fmla="*/ 481392 w 1614400"/>
              <a:gd name="connsiteY1" fmla="*/ 936052 h 3427011"/>
              <a:gd name="connsiteX2" fmla="*/ 269725 w 1614400"/>
              <a:gd name="connsiteY2" fmla="*/ 631251 h 3427011"/>
              <a:gd name="connsiteX3" fmla="*/ 193526 w 1614400"/>
              <a:gd name="connsiteY3" fmla="*/ 241785 h 3427011"/>
              <a:gd name="connsiteX4" fmla="*/ 455992 w 1614400"/>
              <a:gd name="connsiteY4" fmla="*/ 13185 h 3427011"/>
              <a:gd name="connsiteX5" fmla="*/ 1353459 w 1614400"/>
              <a:gd name="connsiteY5" fmla="*/ 631252 h 3427011"/>
              <a:gd name="connsiteX6" fmla="*/ 1285725 w 1614400"/>
              <a:gd name="connsiteY6" fmla="*/ 825985 h 3427011"/>
              <a:gd name="connsiteX7" fmla="*/ 777725 w 1614400"/>
              <a:gd name="connsiteY7" fmla="*/ 834452 h 3427011"/>
              <a:gd name="connsiteX8" fmla="*/ 726925 w 1614400"/>
              <a:gd name="connsiteY8" fmla="*/ 995318 h 3427011"/>
              <a:gd name="connsiteX9" fmla="*/ 699663 w 1614400"/>
              <a:gd name="connsiteY9" fmla="*/ 1963905 h 3427011"/>
              <a:gd name="connsiteX10" fmla="*/ 762486 w 1614400"/>
              <a:gd name="connsiteY10" fmla="*/ 2575197 h 3427011"/>
              <a:gd name="connsiteX11" fmla="*/ 1306045 w 1614400"/>
              <a:gd name="connsiteY11" fmla="*/ 2968052 h 3427011"/>
              <a:gd name="connsiteX12" fmla="*/ 1607459 w 1614400"/>
              <a:gd name="connsiteY12" fmla="*/ 3203425 h 3427011"/>
              <a:gd name="connsiteX13" fmla="*/ 1453365 w 1614400"/>
              <a:gd name="connsiteY13" fmla="*/ 3337199 h 3427011"/>
              <a:gd name="connsiteX14" fmla="*/ 764179 w 1614400"/>
              <a:gd name="connsiteY14" fmla="*/ 2842745 h 3427011"/>
              <a:gd name="connsiteX15" fmla="*/ 598232 w 1614400"/>
              <a:gd name="connsiteY15" fmla="*/ 2786865 h 3427011"/>
              <a:gd name="connsiteX16" fmla="*/ 430592 w 1614400"/>
              <a:gd name="connsiteY16" fmla="*/ 3056105 h 3427011"/>
              <a:gd name="connsiteX17" fmla="*/ 163046 w 1614400"/>
              <a:gd name="connsiteY17" fmla="*/ 3411705 h 3427011"/>
              <a:gd name="connsiteX18" fmla="*/ 5566 w 1614400"/>
              <a:gd name="connsiteY18" fmla="*/ 3301638 h 3427011"/>
              <a:gd name="connsiteX19" fmla="*/ 359472 w 1614400"/>
              <a:gd name="connsiteY19" fmla="*/ 2761465 h 3427011"/>
              <a:gd name="connsiteX20" fmla="*/ 432285 w 1614400"/>
              <a:gd name="connsiteY20" fmla="*/ 2539638 h 3427011"/>
              <a:gd name="connsiteX21" fmla="*/ 464458 w 1614400"/>
              <a:gd name="connsiteY21" fmla="*/ 2029945 h 3427011"/>
              <a:gd name="connsiteX0" fmla="*/ 464458 w 1614400"/>
              <a:gd name="connsiteY0" fmla="*/ 2029945 h 3427011"/>
              <a:gd name="connsiteX1" fmla="*/ 481392 w 1614400"/>
              <a:gd name="connsiteY1" fmla="*/ 936052 h 3427011"/>
              <a:gd name="connsiteX2" fmla="*/ 269725 w 1614400"/>
              <a:gd name="connsiteY2" fmla="*/ 631251 h 3427011"/>
              <a:gd name="connsiteX3" fmla="*/ 193526 w 1614400"/>
              <a:gd name="connsiteY3" fmla="*/ 241785 h 3427011"/>
              <a:gd name="connsiteX4" fmla="*/ 455992 w 1614400"/>
              <a:gd name="connsiteY4" fmla="*/ 13185 h 3427011"/>
              <a:gd name="connsiteX5" fmla="*/ 1353459 w 1614400"/>
              <a:gd name="connsiteY5" fmla="*/ 631252 h 3427011"/>
              <a:gd name="connsiteX6" fmla="*/ 1285725 w 1614400"/>
              <a:gd name="connsiteY6" fmla="*/ 825985 h 3427011"/>
              <a:gd name="connsiteX7" fmla="*/ 777725 w 1614400"/>
              <a:gd name="connsiteY7" fmla="*/ 834452 h 3427011"/>
              <a:gd name="connsiteX8" fmla="*/ 726925 w 1614400"/>
              <a:gd name="connsiteY8" fmla="*/ 995318 h 3427011"/>
              <a:gd name="connsiteX9" fmla="*/ 699663 w 1614400"/>
              <a:gd name="connsiteY9" fmla="*/ 1963905 h 3427011"/>
              <a:gd name="connsiteX10" fmla="*/ 762486 w 1614400"/>
              <a:gd name="connsiteY10" fmla="*/ 2575197 h 3427011"/>
              <a:gd name="connsiteX11" fmla="*/ 1306045 w 1614400"/>
              <a:gd name="connsiteY11" fmla="*/ 2968052 h 3427011"/>
              <a:gd name="connsiteX12" fmla="*/ 1607459 w 1614400"/>
              <a:gd name="connsiteY12" fmla="*/ 3203425 h 3427011"/>
              <a:gd name="connsiteX13" fmla="*/ 1453365 w 1614400"/>
              <a:gd name="connsiteY13" fmla="*/ 3337199 h 3427011"/>
              <a:gd name="connsiteX14" fmla="*/ 764179 w 1614400"/>
              <a:gd name="connsiteY14" fmla="*/ 2842745 h 3427011"/>
              <a:gd name="connsiteX15" fmla="*/ 598232 w 1614400"/>
              <a:gd name="connsiteY15" fmla="*/ 2786865 h 3427011"/>
              <a:gd name="connsiteX16" fmla="*/ 430592 w 1614400"/>
              <a:gd name="connsiteY16" fmla="*/ 3056105 h 3427011"/>
              <a:gd name="connsiteX17" fmla="*/ 163046 w 1614400"/>
              <a:gd name="connsiteY17" fmla="*/ 3411705 h 3427011"/>
              <a:gd name="connsiteX18" fmla="*/ 5566 w 1614400"/>
              <a:gd name="connsiteY18" fmla="*/ 3301638 h 3427011"/>
              <a:gd name="connsiteX19" fmla="*/ 359472 w 1614400"/>
              <a:gd name="connsiteY19" fmla="*/ 2761465 h 3427011"/>
              <a:gd name="connsiteX20" fmla="*/ 432285 w 1614400"/>
              <a:gd name="connsiteY20" fmla="*/ 2539638 h 3427011"/>
              <a:gd name="connsiteX21" fmla="*/ 464458 w 1614400"/>
              <a:gd name="connsiteY21" fmla="*/ 2029945 h 3427011"/>
              <a:gd name="connsiteX0" fmla="*/ 464458 w 1614400"/>
              <a:gd name="connsiteY0" fmla="*/ 2029945 h 3427011"/>
              <a:gd name="connsiteX1" fmla="*/ 481392 w 1614400"/>
              <a:gd name="connsiteY1" fmla="*/ 936052 h 3427011"/>
              <a:gd name="connsiteX2" fmla="*/ 269725 w 1614400"/>
              <a:gd name="connsiteY2" fmla="*/ 631251 h 3427011"/>
              <a:gd name="connsiteX3" fmla="*/ 193526 w 1614400"/>
              <a:gd name="connsiteY3" fmla="*/ 241785 h 3427011"/>
              <a:gd name="connsiteX4" fmla="*/ 455992 w 1614400"/>
              <a:gd name="connsiteY4" fmla="*/ 13185 h 3427011"/>
              <a:gd name="connsiteX5" fmla="*/ 1353459 w 1614400"/>
              <a:gd name="connsiteY5" fmla="*/ 631252 h 3427011"/>
              <a:gd name="connsiteX6" fmla="*/ 1285725 w 1614400"/>
              <a:gd name="connsiteY6" fmla="*/ 825985 h 3427011"/>
              <a:gd name="connsiteX7" fmla="*/ 777725 w 1614400"/>
              <a:gd name="connsiteY7" fmla="*/ 834452 h 3427011"/>
              <a:gd name="connsiteX8" fmla="*/ 726925 w 1614400"/>
              <a:gd name="connsiteY8" fmla="*/ 995318 h 3427011"/>
              <a:gd name="connsiteX9" fmla="*/ 699663 w 1614400"/>
              <a:gd name="connsiteY9" fmla="*/ 1963905 h 3427011"/>
              <a:gd name="connsiteX10" fmla="*/ 787886 w 1614400"/>
              <a:gd name="connsiteY10" fmla="*/ 2575197 h 3427011"/>
              <a:gd name="connsiteX11" fmla="*/ 1306045 w 1614400"/>
              <a:gd name="connsiteY11" fmla="*/ 2968052 h 3427011"/>
              <a:gd name="connsiteX12" fmla="*/ 1607459 w 1614400"/>
              <a:gd name="connsiteY12" fmla="*/ 3203425 h 3427011"/>
              <a:gd name="connsiteX13" fmla="*/ 1453365 w 1614400"/>
              <a:gd name="connsiteY13" fmla="*/ 3337199 h 3427011"/>
              <a:gd name="connsiteX14" fmla="*/ 764179 w 1614400"/>
              <a:gd name="connsiteY14" fmla="*/ 2842745 h 3427011"/>
              <a:gd name="connsiteX15" fmla="*/ 598232 w 1614400"/>
              <a:gd name="connsiteY15" fmla="*/ 2786865 h 3427011"/>
              <a:gd name="connsiteX16" fmla="*/ 430592 w 1614400"/>
              <a:gd name="connsiteY16" fmla="*/ 3056105 h 3427011"/>
              <a:gd name="connsiteX17" fmla="*/ 163046 w 1614400"/>
              <a:gd name="connsiteY17" fmla="*/ 3411705 h 3427011"/>
              <a:gd name="connsiteX18" fmla="*/ 5566 w 1614400"/>
              <a:gd name="connsiteY18" fmla="*/ 3301638 h 3427011"/>
              <a:gd name="connsiteX19" fmla="*/ 359472 w 1614400"/>
              <a:gd name="connsiteY19" fmla="*/ 2761465 h 3427011"/>
              <a:gd name="connsiteX20" fmla="*/ 432285 w 1614400"/>
              <a:gd name="connsiteY20" fmla="*/ 2539638 h 3427011"/>
              <a:gd name="connsiteX21" fmla="*/ 464458 w 1614400"/>
              <a:gd name="connsiteY21" fmla="*/ 2029945 h 3427011"/>
              <a:gd name="connsiteX0" fmla="*/ 464458 w 1614400"/>
              <a:gd name="connsiteY0" fmla="*/ 2029945 h 3427011"/>
              <a:gd name="connsiteX1" fmla="*/ 481392 w 1614400"/>
              <a:gd name="connsiteY1" fmla="*/ 936052 h 3427011"/>
              <a:gd name="connsiteX2" fmla="*/ 269725 w 1614400"/>
              <a:gd name="connsiteY2" fmla="*/ 631251 h 3427011"/>
              <a:gd name="connsiteX3" fmla="*/ 193526 w 1614400"/>
              <a:gd name="connsiteY3" fmla="*/ 241785 h 3427011"/>
              <a:gd name="connsiteX4" fmla="*/ 455992 w 1614400"/>
              <a:gd name="connsiteY4" fmla="*/ 13185 h 3427011"/>
              <a:gd name="connsiteX5" fmla="*/ 1353459 w 1614400"/>
              <a:gd name="connsiteY5" fmla="*/ 631252 h 3427011"/>
              <a:gd name="connsiteX6" fmla="*/ 1285725 w 1614400"/>
              <a:gd name="connsiteY6" fmla="*/ 825985 h 3427011"/>
              <a:gd name="connsiteX7" fmla="*/ 777725 w 1614400"/>
              <a:gd name="connsiteY7" fmla="*/ 834452 h 3427011"/>
              <a:gd name="connsiteX8" fmla="*/ 726925 w 1614400"/>
              <a:gd name="connsiteY8" fmla="*/ 995318 h 3427011"/>
              <a:gd name="connsiteX9" fmla="*/ 699663 w 1614400"/>
              <a:gd name="connsiteY9" fmla="*/ 1963905 h 3427011"/>
              <a:gd name="connsiteX10" fmla="*/ 787886 w 1614400"/>
              <a:gd name="connsiteY10" fmla="*/ 2575197 h 3427011"/>
              <a:gd name="connsiteX11" fmla="*/ 1306045 w 1614400"/>
              <a:gd name="connsiteY11" fmla="*/ 2968052 h 3427011"/>
              <a:gd name="connsiteX12" fmla="*/ 1607459 w 1614400"/>
              <a:gd name="connsiteY12" fmla="*/ 3203425 h 3427011"/>
              <a:gd name="connsiteX13" fmla="*/ 1453365 w 1614400"/>
              <a:gd name="connsiteY13" fmla="*/ 3337199 h 3427011"/>
              <a:gd name="connsiteX14" fmla="*/ 764179 w 1614400"/>
              <a:gd name="connsiteY14" fmla="*/ 2842745 h 3427011"/>
              <a:gd name="connsiteX15" fmla="*/ 598232 w 1614400"/>
              <a:gd name="connsiteY15" fmla="*/ 2786865 h 3427011"/>
              <a:gd name="connsiteX16" fmla="*/ 430592 w 1614400"/>
              <a:gd name="connsiteY16" fmla="*/ 3056105 h 3427011"/>
              <a:gd name="connsiteX17" fmla="*/ 163046 w 1614400"/>
              <a:gd name="connsiteY17" fmla="*/ 3411705 h 3427011"/>
              <a:gd name="connsiteX18" fmla="*/ 5566 w 1614400"/>
              <a:gd name="connsiteY18" fmla="*/ 3301638 h 3427011"/>
              <a:gd name="connsiteX19" fmla="*/ 359472 w 1614400"/>
              <a:gd name="connsiteY19" fmla="*/ 2761465 h 3427011"/>
              <a:gd name="connsiteX20" fmla="*/ 432285 w 1614400"/>
              <a:gd name="connsiteY20" fmla="*/ 2539638 h 3427011"/>
              <a:gd name="connsiteX21" fmla="*/ 464458 w 1614400"/>
              <a:gd name="connsiteY21" fmla="*/ 2029945 h 3427011"/>
              <a:gd name="connsiteX0" fmla="*/ 464458 w 1618267"/>
              <a:gd name="connsiteY0" fmla="*/ 2029945 h 3427011"/>
              <a:gd name="connsiteX1" fmla="*/ 481392 w 1618267"/>
              <a:gd name="connsiteY1" fmla="*/ 936052 h 3427011"/>
              <a:gd name="connsiteX2" fmla="*/ 269725 w 1618267"/>
              <a:gd name="connsiteY2" fmla="*/ 631251 h 3427011"/>
              <a:gd name="connsiteX3" fmla="*/ 193526 w 1618267"/>
              <a:gd name="connsiteY3" fmla="*/ 241785 h 3427011"/>
              <a:gd name="connsiteX4" fmla="*/ 455992 w 1618267"/>
              <a:gd name="connsiteY4" fmla="*/ 13185 h 3427011"/>
              <a:gd name="connsiteX5" fmla="*/ 1353459 w 1618267"/>
              <a:gd name="connsiteY5" fmla="*/ 631252 h 3427011"/>
              <a:gd name="connsiteX6" fmla="*/ 1285725 w 1618267"/>
              <a:gd name="connsiteY6" fmla="*/ 825985 h 3427011"/>
              <a:gd name="connsiteX7" fmla="*/ 777725 w 1618267"/>
              <a:gd name="connsiteY7" fmla="*/ 834452 h 3427011"/>
              <a:gd name="connsiteX8" fmla="*/ 726925 w 1618267"/>
              <a:gd name="connsiteY8" fmla="*/ 995318 h 3427011"/>
              <a:gd name="connsiteX9" fmla="*/ 699663 w 1618267"/>
              <a:gd name="connsiteY9" fmla="*/ 1963905 h 3427011"/>
              <a:gd name="connsiteX10" fmla="*/ 787886 w 1618267"/>
              <a:gd name="connsiteY10" fmla="*/ 2575197 h 3427011"/>
              <a:gd name="connsiteX11" fmla="*/ 1306045 w 1618267"/>
              <a:gd name="connsiteY11" fmla="*/ 2968052 h 3427011"/>
              <a:gd name="connsiteX12" fmla="*/ 1607459 w 1618267"/>
              <a:gd name="connsiteY12" fmla="*/ 3203425 h 3427011"/>
              <a:gd name="connsiteX13" fmla="*/ 1453365 w 1618267"/>
              <a:gd name="connsiteY13" fmla="*/ 3337199 h 3427011"/>
              <a:gd name="connsiteX14" fmla="*/ 764179 w 1618267"/>
              <a:gd name="connsiteY14" fmla="*/ 2842745 h 3427011"/>
              <a:gd name="connsiteX15" fmla="*/ 598232 w 1618267"/>
              <a:gd name="connsiteY15" fmla="*/ 2786865 h 3427011"/>
              <a:gd name="connsiteX16" fmla="*/ 430592 w 1618267"/>
              <a:gd name="connsiteY16" fmla="*/ 3056105 h 3427011"/>
              <a:gd name="connsiteX17" fmla="*/ 163046 w 1618267"/>
              <a:gd name="connsiteY17" fmla="*/ 3411705 h 3427011"/>
              <a:gd name="connsiteX18" fmla="*/ 5566 w 1618267"/>
              <a:gd name="connsiteY18" fmla="*/ 3301638 h 3427011"/>
              <a:gd name="connsiteX19" fmla="*/ 359472 w 1618267"/>
              <a:gd name="connsiteY19" fmla="*/ 2761465 h 3427011"/>
              <a:gd name="connsiteX20" fmla="*/ 432285 w 1618267"/>
              <a:gd name="connsiteY20" fmla="*/ 2539638 h 3427011"/>
              <a:gd name="connsiteX21" fmla="*/ 464458 w 1618267"/>
              <a:gd name="connsiteY21" fmla="*/ 2029945 h 3427011"/>
              <a:gd name="connsiteX0" fmla="*/ 464458 w 1612936"/>
              <a:gd name="connsiteY0" fmla="*/ 2029945 h 3427011"/>
              <a:gd name="connsiteX1" fmla="*/ 481392 w 1612936"/>
              <a:gd name="connsiteY1" fmla="*/ 936052 h 3427011"/>
              <a:gd name="connsiteX2" fmla="*/ 269725 w 1612936"/>
              <a:gd name="connsiteY2" fmla="*/ 631251 h 3427011"/>
              <a:gd name="connsiteX3" fmla="*/ 193526 w 1612936"/>
              <a:gd name="connsiteY3" fmla="*/ 241785 h 3427011"/>
              <a:gd name="connsiteX4" fmla="*/ 455992 w 1612936"/>
              <a:gd name="connsiteY4" fmla="*/ 13185 h 3427011"/>
              <a:gd name="connsiteX5" fmla="*/ 1353459 w 1612936"/>
              <a:gd name="connsiteY5" fmla="*/ 631252 h 3427011"/>
              <a:gd name="connsiteX6" fmla="*/ 1285725 w 1612936"/>
              <a:gd name="connsiteY6" fmla="*/ 825985 h 3427011"/>
              <a:gd name="connsiteX7" fmla="*/ 777725 w 1612936"/>
              <a:gd name="connsiteY7" fmla="*/ 834452 h 3427011"/>
              <a:gd name="connsiteX8" fmla="*/ 726925 w 1612936"/>
              <a:gd name="connsiteY8" fmla="*/ 995318 h 3427011"/>
              <a:gd name="connsiteX9" fmla="*/ 699663 w 1612936"/>
              <a:gd name="connsiteY9" fmla="*/ 1963905 h 3427011"/>
              <a:gd name="connsiteX10" fmla="*/ 787886 w 1612936"/>
              <a:gd name="connsiteY10" fmla="*/ 2575197 h 3427011"/>
              <a:gd name="connsiteX11" fmla="*/ 1306045 w 1612936"/>
              <a:gd name="connsiteY11" fmla="*/ 2968052 h 3427011"/>
              <a:gd name="connsiteX12" fmla="*/ 1607459 w 1612936"/>
              <a:gd name="connsiteY12" fmla="*/ 3203425 h 3427011"/>
              <a:gd name="connsiteX13" fmla="*/ 1453365 w 1612936"/>
              <a:gd name="connsiteY13" fmla="*/ 3337199 h 3427011"/>
              <a:gd name="connsiteX14" fmla="*/ 764179 w 1612936"/>
              <a:gd name="connsiteY14" fmla="*/ 2842745 h 3427011"/>
              <a:gd name="connsiteX15" fmla="*/ 598232 w 1612936"/>
              <a:gd name="connsiteY15" fmla="*/ 2786865 h 3427011"/>
              <a:gd name="connsiteX16" fmla="*/ 430592 w 1612936"/>
              <a:gd name="connsiteY16" fmla="*/ 3056105 h 3427011"/>
              <a:gd name="connsiteX17" fmla="*/ 163046 w 1612936"/>
              <a:gd name="connsiteY17" fmla="*/ 3411705 h 3427011"/>
              <a:gd name="connsiteX18" fmla="*/ 5566 w 1612936"/>
              <a:gd name="connsiteY18" fmla="*/ 3301638 h 3427011"/>
              <a:gd name="connsiteX19" fmla="*/ 359472 w 1612936"/>
              <a:gd name="connsiteY19" fmla="*/ 2761465 h 3427011"/>
              <a:gd name="connsiteX20" fmla="*/ 432285 w 1612936"/>
              <a:gd name="connsiteY20" fmla="*/ 2539638 h 3427011"/>
              <a:gd name="connsiteX21" fmla="*/ 464458 w 1612936"/>
              <a:gd name="connsiteY21" fmla="*/ 2029945 h 3427011"/>
              <a:gd name="connsiteX0" fmla="*/ 463665 w 1612143"/>
              <a:gd name="connsiteY0" fmla="*/ 2029945 h 3420665"/>
              <a:gd name="connsiteX1" fmla="*/ 480599 w 1612143"/>
              <a:gd name="connsiteY1" fmla="*/ 936052 h 3420665"/>
              <a:gd name="connsiteX2" fmla="*/ 268932 w 1612143"/>
              <a:gd name="connsiteY2" fmla="*/ 631251 h 3420665"/>
              <a:gd name="connsiteX3" fmla="*/ 192733 w 1612143"/>
              <a:gd name="connsiteY3" fmla="*/ 241785 h 3420665"/>
              <a:gd name="connsiteX4" fmla="*/ 455199 w 1612143"/>
              <a:gd name="connsiteY4" fmla="*/ 13185 h 3420665"/>
              <a:gd name="connsiteX5" fmla="*/ 1352666 w 1612143"/>
              <a:gd name="connsiteY5" fmla="*/ 631252 h 3420665"/>
              <a:gd name="connsiteX6" fmla="*/ 1284932 w 1612143"/>
              <a:gd name="connsiteY6" fmla="*/ 825985 h 3420665"/>
              <a:gd name="connsiteX7" fmla="*/ 776932 w 1612143"/>
              <a:gd name="connsiteY7" fmla="*/ 834452 h 3420665"/>
              <a:gd name="connsiteX8" fmla="*/ 726132 w 1612143"/>
              <a:gd name="connsiteY8" fmla="*/ 995318 h 3420665"/>
              <a:gd name="connsiteX9" fmla="*/ 698870 w 1612143"/>
              <a:gd name="connsiteY9" fmla="*/ 1963905 h 3420665"/>
              <a:gd name="connsiteX10" fmla="*/ 787093 w 1612143"/>
              <a:gd name="connsiteY10" fmla="*/ 2575197 h 3420665"/>
              <a:gd name="connsiteX11" fmla="*/ 1305252 w 1612143"/>
              <a:gd name="connsiteY11" fmla="*/ 2968052 h 3420665"/>
              <a:gd name="connsiteX12" fmla="*/ 1606666 w 1612143"/>
              <a:gd name="connsiteY12" fmla="*/ 3203425 h 3420665"/>
              <a:gd name="connsiteX13" fmla="*/ 1452572 w 1612143"/>
              <a:gd name="connsiteY13" fmla="*/ 3337199 h 3420665"/>
              <a:gd name="connsiteX14" fmla="*/ 763386 w 1612143"/>
              <a:gd name="connsiteY14" fmla="*/ 2842745 h 3420665"/>
              <a:gd name="connsiteX15" fmla="*/ 597439 w 1612143"/>
              <a:gd name="connsiteY15" fmla="*/ 2786865 h 3420665"/>
              <a:gd name="connsiteX16" fmla="*/ 429799 w 1612143"/>
              <a:gd name="connsiteY16" fmla="*/ 3056105 h 3420665"/>
              <a:gd name="connsiteX17" fmla="*/ 162253 w 1612143"/>
              <a:gd name="connsiteY17" fmla="*/ 3411705 h 3420665"/>
              <a:gd name="connsiteX18" fmla="*/ 4773 w 1612143"/>
              <a:gd name="connsiteY18" fmla="*/ 3301638 h 3420665"/>
              <a:gd name="connsiteX19" fmla="*/ 358679 w 1612143"/>
              <a:gd name="connsiteY19" fmla="*/ 2761465 h 3420665"/>
              <a:gd name="connsiteX20" fmla="*/ 431492 w 1612143"/>
              <a:gd name="connsiteY20" fmla="*/ 2539638 h 3420665"/>
              <a:gd name="connsiteX21" fmla="*/ 463665 w 1612143"/>
              <a:gd name="connsiteY21" fmla="*/ 2029945 h 3420665"/>
              <a:gd name="connsiteX0" fmla="*/ 464457 w 1612935"/>
              <a:gd name="connsiteY0" fmla="*/ 2029945 h 3427011"/>
              <a:gd name="connsiteX1" fmla="*/ 481391 w 1612935"/>
              <a:gd name="connsiteY1" fmla="*/ 936052 h 3427011"/>
              <a:gd name="connsiteX2" fmla="*/ 269724 w 1612935"/>
              <a:gd name="connsiteY2" fmla="*/ 631251 h 3427011"/>
              <a:gd name="connsiteX3" fmla="*/ 193525 w 1612935"/>
              <a:gd name="connsiteY3" fmla="*/ 241785 h 3427011"/>
              <a:gd name="connsiteX4" fmla="*/ 455991 w 1612935"/>
              <a:gd name="connsiteY4" fmla="*/ 13185 h 3427011"/>
              <a:gd name="connsiteX5" fmla="*/ 1353458 w 1612935"/>
              <a:gd name="connsiteY5" fmla="*/ 631252 h 3427011"/>
              <a:gd name="connsiteX6" fmla="*/ 1285724 w 1612935"/>
              <a:gd name="connsiteY6" fmla="*/ 825985 h 3427011"/>
              <a:gd name="connsiteX7" fmla="*/ 777724 w 1612935"/>
              <a:gd name="connsiteY7" fmla="*/ 834452 h 3427011"/>
              <a:gd name="connsiteX8" fmla="*/ 726924 w 1612935"/>
              <a:gd name="connsiteY8" fmla="*/ 995318 h 3427011"/>
              <a:gd name="connsiteX9" fmla="*/ 699662 w 1612935"/>
              <a:gd name="connsiteY9" fmla="*/ 1963905 h 3427011"/>
              <a:gd name="connsiteX10" fmla="*/ 787885 w 1612935"/>
              <a:gd name="connsiteY10" fmla="*/ 2575197 h 3427011"/>
              <a:gd name="connsiteX11" fmla="*/ 1306044 w 1612935"/>
              <a:gd name="connsiteY11" fmla="*/ 2968052 h 3427011"/>
              <a:gd name="connsiteX12" fmla="*/ 1607458 w 1612935"/>
              <a:gd name="connsiteY12" fmla="*/ 3203425 h 3427011"/>
              <a:gd name="connsiteX13" fmla="*/ 1453364 w 1612935"/>
              <a:gd name="connsiteY13" fmla="*/ 3337199 h 3427011"/>
              <a:gd name="connsiteX14" fmla="*/ 764178 w 1612935"/>
              <a:gd name="connsiteY14" fmla="*/ 2842745 h 3427011"/>
              <a:gd name="connsiteX15" fmla="*/ 598231 w 1612935"/>
              <a:gd name="connsiteY15" fmla="*/ 2786865 h 3427011"/>
              <a:gd name="connsiteX16" fmla="*/ 430591 w 1612935"/>
              <a:gd name="connsiteY16" fmla="*/ 3056105 h 3427011"/>
              <a:gd name="connsiteX17" fmla="*/ 163045 w 1612935"/>
              <a:gd name="connsiteY17" fmla="*/ 3411705 h 3427011"/>
              <a:gd name="connsiteX18" fmla="*/ 5565 w 1612935"/>
              <a:gd name="connsiteY18" fmla="*/ 3301638 h 3427011"/>
              <a:gd name="connsiteX19" fmla="*/ 359471 w 1612935"/>
              <a:gd name="connsiteY19" fmla="*/ 2761465 h 3427011"/>
              <a:gd name="connsiteX20" fmla="*/ 432284 w 1612935"/>
              <a:gd name="connsiteY20" fmla="*/ 2539638 h 3427011"/>
              <a:gd name="connsiteX21" fmla="*/ 464457 w 1612935"/>
              <a:gd name="connsiteY21" fmla="*/ 2029945 h 3427011"/>
              <a:gd name="connsiteX0" fmla="*/ 463124 w 1611602"/>
              <a:gd name="connsiteY0" fmla="*/ 2029945 h 3422551"/>
              <a:gd name="connsiteX1" fmla="*/ 480058 w 1611602"/>
              <a:gd name="connsiteY1" fmla="*/ 936052 h 3422551"/>
              <a:gd name="connsiteX2" fmla="*/ 268391 w 1611602"/>
              <a:gd name="connsiteY2" fmla="*/ 631251 h 3422551"/>
              <a:gd name="connsiteX3" fmla="*/ 192192 w 1611602"/>
              <a:gd name="connsiteY3" fmla="*/ 241785 h 3422551"/>
              <a:gd name="connsiteX4" fmla="*/ 454658 w 1611602"/>
              <a:gd name="connsiteY4" fmla="*/ 13185 h 3422551"/>
              <a:gd name="connsiteX5" fmla="*/ 1352125 w 1611602"/>
              <a:gd name="connsiteY5" fmla="*/ 631252 h 3422551"/>
              <a:gd name="connsiteX6" fmla="*/ 1284391 w 1611602"/>
              <a:gd name="connsiteY6" fmla="*/ 825985 h 3422551"/>
              <a:gd name="connsiteX7" fmla="*/ 776391 w 1611602"/>
              <a:gd name="connsiteY7" fmla="*/ 834452 h 3422551"/>
              <a:gd name="connsiteX8" fmla="*/ 725591 w 1611602"/>
              <a:gd name="connsiteY8" fmla="*/ 995318 h 3422551"/>
              <a:gd name="connsiteX9" fmla="*/ 698329 w 1611602"/>
              <a:gd name="connsiteY9" fmla="*/ 1963905 h 3422551"/>
              <a:gd name="connsiteX10" fmla="*/ 786552 w 1611602"/>
              <a:gd name="connsiteY10" fmla="*/ 2575197 h 3422551"/>
              <a:gd name="connsiteX11" fmla="*/ 1304711 w 1611602"/>
              <a:gd name="connsiteY11" fmla="*/ 2968052 h 3422551"/>
              <a:gd name="connsiteX12" fmla="*/ 1606125 w 1611602"/>
              <a:gd name="connsiteY12" fmla="*/ 3203425 h 3422551"/>
              <a:gd name="connsiteX13" fmla="*/ 1452031 w 1611602"/>
              <a:gd name="connsiteY13" fmla="*/ 3337199 h 3422551"/>
              <a:gd name="connsiteX14" fmla="*/ 762845 w 1611602"/>
              <a:gd name="connsiteY14" fmla="*/ 2842745 h 3422551"/>
              <a:gd name="connsiteX15" fmla="*/ 596898 w 1611602"/>
              <a:gd name="connsiteY15" fmla="*/ 2786865 h 3422551"/>
              <a:gd name="connsiteX16" fmla="*/ 429258 w 1611602"/>
              <a:gd name="connsiteY16" fmla="*/ 3056105 h 3422551"/>
              <a:gd name="connsiteX17" fmla="*/ 161712 w 1611602"/>
              <a:gd name="connsiteY17" fmla="*/ 3411705 h 3422551"/>
              <a:gd name="connsiteX18" fmla="*/ 4232 w 1611602"/>
              <a:gd name="connsiteY18" fmla="*/ 3301638 h 3422551"/>
              <a:gd name="connsiteX19" fmla="*/ 358138 w 1611602"/>
              <a:gd name="connsiteY19" fmla="*/ 2761465 h 3422551"/>
              <a:gd name="connsiteX20" fmla="*/ 430951 w 1611602"/>
              <a:gd name="connsiteY20" fmla="*/ 2539638 h 3422551"/>
              <a:gd name="connsiteX21" fmla="*/ 463124 w 1611602"/>
              <a:gd name="connsiteY21" fmla="*/ 2029945 h 3422551"/>
              <a:gd name="connsiteX0" fmla="*/ 463124 w 1611602"/>
              <a:gd name="connsiteY0" fmla="*/ 2029945 h 3421407"/>
              <a:gd name="connsiteX1" fmla="*/ 480058 w 1611602"/>
              <a:gd name="connsiteY1" fmla="*/ 936052 h 3421407"/>
              <a:gd name="connsiteX2" fmla="*/ 268391 w 1611602"/>
              <a:gd name="connsiteY2" fmla="*/ 631251 h 3421407"/>
              <a:gd name="connsiteX3" fmla="*/ 192192 w 1611602"/>
              <a:gd name="connsiteY3" fmla="*/ 241785 h 3421407"/>
              <a:gd name="connsiteX4" fmla="*/ 454658 w 1611602"/>
              <a:gd name="connsiteY4" fmla="*/ 13185 h 3421407"/>
              <a:gd name="connsiteX5" fmla="*/ 1352125 w 1611602"/>
              <a:gd name="connsiteY5" fmla="*/ 631252 h 3421407"/>
              <a:gd name="connsiteX6" fmla="*/ 1284391 w 1611602"/>
              <a:gd name="connsiteY6" fmla="*/ 825985 h 3421407"/>
              <a:gd name="connsiteX7" fmla="*/ 776391 w 1611602"/>
              <a:gd name="connsiteY7" fmla="*/ 834452 h 3421407"/>
              <a:gd name="connsiteX8" fmla="*/ 725591 w 1611602"/>
              <a:gd name="connsiteY8" fmla="*/ 995318 h 3421407"/>
              <a:gd name="connsiteX9" fmla="*/ 698329 w 1611602"/>
              <a:gd name="connsiteY9" fmla="*/ 1963905 h 3421407"/>
              <a:gd name="connsiteX10" fmla="*/ 786552 w 1611602"/>
              <a:gd name="connsiteY10" fmla="*/ 2575197 h 3421407"/>
              <a:gd name="connsiteX11" fmla="*/ 1304711 w 1611602"/>
              <a:gd name="connsiteY11" fmla="*/ 2968052 h 3421407"/>
              <a:gd name="connsiteX12" fmla="*/ 1606125 w 1611602"/>
              <a:gd name="connsiteY12" fmla="*/ 3203425 h 3421407"/>
              <a:gd name="connsiteX13" fmla="*/ 1452031 w 1611602"/>
              <a:gd name="connsiteY13" fmla="*/ 3337199 h 3421407"/>
              <a:gd name="connsiteX14" fmla="*/ 762845 w 1611602"/>
              <a:gd name="connsiteY14" fmla="*/ 2842745 h 3421407"/>
              <a:gd name="connsiteX15" fmla="*/ 596898 w 1611602"/>
              <a:gd name="connsiteY15" fmla="*/ 2786865 h 3421407"/>
              <a:gd name="connsiteX16" fmla="*/ 429258 w 1611602"/>
              <a:gd name="connsiteY16" fmla="*/ 3056105 h 3421407"/>
              <a:gd name="connsiteX17" fmla="*/ 161712 w 1611602"/>
              <a:gd name="connsiteY17" fmla="*/ 3411705 h 3421407"/>
              <a:gd name="connsiteX18" fmla="*/ 4232 w 1611602"/>
              <a:gd name="connsiteY18" fmla="*/ 3301638 h 3421407"/>
              <a:gd name="connsiteX19" fmla="*/ 358138 w 1611602"/>
              <a:gd name="connsiteY19" fmla="*/ 2761465 h 3421407"/>
              <a:gd name="connsiteX20" fmla="*/ 430951 w 1611602"/>
              <a:gd name="connsiteY20" fmla="*/ 2539638 h 3421407"/>
              <a:gd name="connsiteX21" fmla="*/ 463124 w 1611602"/>
              <a:gd name="connsiteY21" fmla="*/ 2029945 h 3421407"/>
              <a:gd name="connsiteX0" fmla="*/ 463124 w 1611602"/>
              <a:gd name="connsiteY0" fmla="*/ 2029945 h 3421407"/>
              <a:gd name="connsiteX1" fmla="*/ 480058 w 1611602"/>
              <a:gd name="connsiteY1" fmla="*/ 936052 h 3421407"/>
              <a:gd name="connsiteX2" fmla="*/ 268391 w 1611602"/>
              <a:gd name="connsiteY2" fmla="*/ 631251 h 3421407"/>
              <a:gd name="connsiteX3" fmla="*/ 192192 w 1611602"/>
              <a:gd name="connsiteY3" fmla="*/ 241785 h 3421407"/>
              <a:gd name="connsiteX4" fmla="*/ 454658 w 1611602"/>
              <a:gd name="connsiteY4" fmla="*/ 13185 h 3421407"/>
              <a:gd name="connsiteX5" fmla="*/ 1352125 w 1611602"/>
              <a:gd name="connsiteY5" fmla="*/ 631252 h 3421407"/>
              <a:gd name="connsiteX6" fmla="*/ 1284391 w 1611602"/>
              <a:gd name="connsiteY6" fmla="*/ 825985 h 3421407"/>
              <a:gd name="connsiteX7" fmla="*/ 776391 w 1611602"/>
              <a:gd name="connsiteY7" fmla="*/ 834452 h 3421407"/>
              <a:gd name="connsiteX8" fmla="*/ 725591 w 1611602"/>
              <a:gd name="connsiteY8" fmla="*/ 995318 h 3421407"/>
              <a:gd name="connsiteX9" fmla="*/ 698329 w 1611602"/>
              <a:gd name="connsiteY9" fmla="*/ 1963905 h 3421407"/>
              <a:gd name="connsiteX10" fmla="*/ 786552 w 1611602"/>
              <a:gd name="connsiteY10" fmla="*/ 2575197 h 3421407"/>
              <a:gd name="connsiteX11" fmla="*/ 1304711 w 1611602"/>
              <a:gd name="connsiteY11" fmla="*/ 2968052 h 3421407"/>
              <a:gd name="connsiteX12" fmla="*/ 1606125 w 1611602"/>
              <a:gd name="connsiteY12" fmla="*/ 3203425 h 3421407"/>
              <a:gd name="connsiteX13" fmla="*/ 1452031 w 1611602"/>
              <a:gd name="connsiteY13" fmla="*/ 3337199 h 3421407"/>
              <a:gd name="connsiteX14" fmla="*/ 762845 w 1611602"/>
              <a:gd name="connsiteY14" fmla="*/ 2842745 h 3421407"/>
              <a:gd name="connsiteX15" fmla="*/ 596898 w 1611602"/>
              <a:gd name="connsiteY15" fmla="*/ 2786865 h 3421407"/>
              <a:gd name="connsiteX16" fmla="*/ 429258 w 1611602"/>
              <a:gd name="connsiteY16" fmla="*/ 3056105 h 3421407"/>
              <a:gd name="connsiteX17" fmla="*/ 161712 w 1611602"/>
              <a:gd name="connsiteY17" fmla="*/ 3411705 h 3421407"/>
              <a:gd name="connsiteX18" fmla="*/ 4232 w 1611602"/>
              <a:gd name="connsiteY18" fmla="*/ 3301638 h 3421407"/>
              <a:gd name="connsiteX19" fmla="*/ 358138 w 1611602"/>
              <a:gd name="connsiteY19" fmla="*/ 2761465 h 3421407"/>
              <a:gd name="connsiteX20" fmla="*/ 469452 w 1611602"/>
              <a:gd name="connsiteY20" fmla="*/ 2539638 h 3421407"/>
              <a:gd name="connsiteX21" fmla="*/ 463124 w 1611602"/>
              <a:gd name="connsiteY21" fmla="*/ 2029945 h 3421407"/>
              <a:gd name="connsiteX0" fmla="*/ 482374 w 1611602"/>
              <a:gd name="connsiteY0" fmla="*/ 2029945 h 3421407"/>
              <a:gd name="connsiteX1" fmla="*/ 480058 w 1611602"/>
              <a:gd name="connsiteY1" fmla="*/ 936052 h 3421407"/>
              <a:gd name="connsiteX2" fmla="*/ 268391 w 1611602"/>
              <a:gd name="connsiteY2" fmla="*/ 631251 h 3421407"/>
              <a:gd name="connsiteX3" fmla="*/ 192192 w 1611602"/>
              <a:gd name="connsiteY3" fmla="*/ 241785 h 3421407"/>
              <a:gd name="connsiteX4" fmla="*/ 454658 w 1611602"/>
              <a:gd name="connsiteY4" fmla="*/ 13185 h 3421407"/>
              <a:gd name="connsiteX5" fmla="*/ 1352125 w 1611602"/>
              <a:gd name="connsiteY5" fmla="*/ 631252 h 3421407"/>
              <a:gd name="connsiteX6" fmla="*/ 1284391 w 1611602"/>
              <a:gd name="connsiteY6" fmla="*/ 825985 h 3421407"/>
              <a:gd name="connsiteX7" fmla="*/ 776391 w 1611602"/>
              <a:gd name="connsiteY7" fmla="*/ 834452 h 3421407"/>
              <a:gd name="connsiteX8" fmla="*/ 725591 w 1611602"/>
              <a:gd name="connsiteY8" fmla="*/ 995318 h 3421407"/>
              <a:gd name="connsiteX9" fmla="*/ 698329 w 1611602"/>
              <a:gd name="connsiteY9" fmla="*/ 1963905 h 3421407"/>
              <a:gd name="connsiteX10" fmla="*/ 786552 w 1611602"/>
              <a:gd name="connsiteY10" fmla="*/ 2575197 h 3421407"/>
              <a:gd name="connsiteX11" fmla="*/ 1304711 w 1611602"/>
              <a:gd name="connsiteY11" fmla="*/ 2968052 h 3421407"/>
              <a:gd name="connsiteX12" fmla="*/ 1606125 w 1611602"/>
              <a:gd name="connsiteY12" fmla="*/ 3203425 h 3421407"/>
              <a:gd name="connsiteX13" fmla="*/ 1452031 w 1611602"/>
              <a:gd name="connsiteY13" fmla="*/ 3337199 h 3421407"/>
              <a:gd name="connsiteX14" fmla="*/ 762845 w 1611602"/>
              <a:gd name="connsiteY14" fmla="*/ 2842745 h 3421407"/>
              <a:gd name="connsiteX15" fmla="*/ 596898 w 1611602"/>
              <a:gd name="connsiteY15" fmla="*/ 2786865 h 3421407"/>
              <a:gd name="connsiteX16" fmla="*/ 429258 w 1611602"/>
              <a:gd name="connsiteY16" fmla="*/ 3056105 h 3421407"/>
              <a:gd name="connsiteX17" fmla="*/ 161712 w 1611602"/>
              <a:gd name="connsiteY17" fmla="*/ 3411705 h 3421407"/>
              <a:gd name="connsiteX18" fmla="*/ 4232 w 1611602"/>
              <a:gd name="connsiteY18" fmla="*/ 3301638 h 3421407"/>
              <a:gd name="connsiteX19" fmla="*/ 358138 w 1611602"/>
              <a:gd name="connsiteY19" fmla="*/ 2761465 h 3421407"/>
              <a:gd name="connsiteX20" fmla="*/ 469452 w 1611602"/>
              <a:gd name="connsiteY20" fmla="*/ 2539638 h 3421407"/>
              <a:gd name="connsiteX21" fmla="*/ 482374 w 1611602"/>
              <a:gd name="connsiteY21" fmla="*/ 2029945 h 3421407"/>
              <a:gd name="connsiteX0" fmla="*/ 482374 w 1607254"/>
              <a:gd name="connsiteY0" fmla="*/ 2029945 h 3443445"/>
              <a:gd name="connsiteX1" fmla="*/ 480058 w 1607254"/>
              <a:gd name="connsiteY1" fmla="*/ 936052 h 3443445"/>
              <a:gd name="connsiteX2" fmla="*/ 268391 w 1607254"/>
              <a:gd name="connsiteY2" fmla="*/ 631251 h 3443445"/>
              <a:gd name="connsiteX3" fmla="*/ 192192 w 1607254"/>
              <a:gd name="connsiteY3" fmla="*/ 241785 h 3443445"/>
              <a:gd name="connsiteX4" fmla="*/ 454658 w 1607254"/>
              <a:gd name="connsiteY4" fmla="*/ 13185 h 3443445"/>
              <a:gd name="connsiteX5" fmla="*/ 1352125 w 1607254"/>
              <a:gd name="connsiteY5" fmla="*/ 631252 h 3443445"/>
              <a:gd name="connsiteX6" fmla="*/ 1284391 w 1607254"/>
              <a:gd name="connsiteY6" fmla="*/ 825985 h 3443445"/>
              <a:gd name="connsiteX7" fmla="*/ 776391 w 1607254"/>
              <a:gd name="connsiteY7" fmla="*/ 834452 h 3443445"/>
              <a:gd name="connsiteX8" fmla="*/ 725591 w 1607254"/>
              <a:gd name="connsiteY8" fmla="*/ 995318 h 3443445"/>
              <a:gd name="connsiteX9" fmla="*/ 698329 w 1607254"/>
              <a:gd name="connsiteY9" fmla="*/ 1963905 h 3443445"/>
              <a:gd name="connsiteX10" fmla="*/ 786552 w 1607254"/>
              <a:gd name="connsiteY10" fmla="*/ 2575197 h 3443445"/>
              <a:gd name="connsiteX11" fmla="*/ 1304711 w 1607254"/>
              <a:gd name="connsiteY11" fmla="*/ 2968052 h 3443445"/>
              <a:gd name="connsiteX12" fmla="*/ 1606125 w 1607254"/>
              <a:gd name="connsiteY12" fmla="*/ 3203425 h 3443445"/>
              <a:gd name="connsiteX13" fmla="*/ 1403904 w 1607254"/>
              <a:gd name="connsiteY13" fmla="*/ 3443077 h 3443445"/>
              <a:gd name="connsiteX14" fmla="*/ 762845 w 1607254"/>
              <a:gd name="connsiteY14" fmla="*/ 2842745 h 3443445"/>
              <a:gd name="connsiteX15" fmla="*/ 596898 w 1607254"/>
              <a:gd name="connsiteY15" fmla="*/ 2786865 h 3443445"/>
              <a:gd name="connsiteX16" fmla="*/ 429258 w 1607254"/>
              <a:gd name="connsiteY16" fmla="*/ 3056105 h 3443445"/>
              <a:gd name="connsiteX17" fmla="*/ 161712 w 1607254"/>
              <a:gd name="connsiteY17" fmla="*/ 3411705 h 3443445"/>
              <a:gd name="connsiteX18" fmla="*/ 4232 w 1607254"/>
              <a:gd name="connsiteY18" fmla="*/ 3301638 h 3443445"/>
              <a:gd name="connsiteX19" fmla="*/ 358138 w 1607254"/>
              <a:gd name="connsiteY19" fmla="*/ 2761465 h 3443445"/>
              <a:gd name="connsiteX20" fmla="*/ 469452 w 1607254"/>
              <a:gd name="connsiteY20" fmla="*/ 2539638 h 3443445"/>
              <a:gd name="connsiteX21" fmla="*/ 482374 w 1607254"/>
              <a:gd name="connsiteY21" fmla="*/ 2029945 h 3443445"/>
              <a:gd name="connsiteX0" fmla="*/ 482374 w 1552508"/>
              <a:gd name="connsiteY0" fmla="*/ 2029945 h 3465009"/>
              <a:gd name="connsiteX1" fmla="*/ 480058 w 1552508"/>
              <a:gd name="connsiteY1" fmla="*/ 936052 h 3465009"/>
              <a:gd name="connsiteX2" fmla="*/ 268391 w 1552508"/>
              <a:gd name="connsiteY2" fmla="*/ 631251 h 3465009"/>
              <a:gd name="connsiteX3" fmla="*/ 192192 w 1552508"/>
              <a:gd name="connsiteY3" fmla="*/ 241785 h 3465009"/>
              <a:gd name="connsiteX4" fmla="*/ 454658 w 1552508"/>
              <a:gd name="connsiteY4" fmla="*/ 13185 h 3465009"/>
              <a:gd name="connsiteX5" fmla="*/ 1352125 w 1552508"/>
              <a:gd name="connsiteY5" fmla="*/ 631252 h 3465009"/>
              <a:gd name="connsiteX6" fmla="*/ 1284391 w 1552508"/>
              <a:gd name="connsiteY6" fmla="*/ 825985 h 3465009"/>
              <a:gd name="connsiteX7" fmla="*/ 776391 w 1552508"/>
              <a:gd name="connsiteY7" fmla="*/ 834452 h 3465009"/>
              <a:gd name="connsiteX8" fmla="*/ 725591 w 1552508"/>
              <a:gd name="connsiteY8" fmla="*/ 995318 h 3465009"/>
              <a:gd name="connsiteX9" fmla="*/ 698329 w 1552508"/>
              <a:gd name="connsiteY9" fmla="*/ 1963905 h 3465009"/>
              <a:gd name="connsiteX10" fmla="*/ 786552 w 1552508"/>
              <a:gd name="connsiteY10" fmla="*/ 2575197 h 3465009"/>
              <a:gd name="connsiteX11" fmla="*/ 1304711 w 1552508"/>
              <a:gd name="connsiteY11" fmla="*/ 2968052 h 3465009"/>
              <a:gd name="connsiteX12" fmla="*/ 1548374 w 1552508"/>
              <a:gd name="connsiteY12" fmla="*/ 3299678 h 3465009"/>
              <a:gd name="connsiteX13" fmla="*/ 1403904 w 1552508"/>
              <a:gd name="connsiteY13" fmla="*/ 3443077 h 3465009"/>
              <a:gd name="connsiteX14" fmla="*/ 762845 w 1552508"/>
              <a:gd name="connsiteY14" fmla="*/ 2842745 h 3465009"/>
              <a:gd name="connsiteX15" fmla="*/ 596898 w 1552508"/>
              <a:gd name="connsiteY15" fmla="*/ 2786865 h 3465009"/>
              <a:gd name="connsiteX16" fmla="*/ 429258 w 1552508"/>
              <a:gd name="connsiteY16" fmla="*/ 3056105 h 3465009"/>
              <a:gd name="connsiteX17" fmla="*/ 161712 w 1552508"/>
              <a:gd name="connsiteY17" fmla="*/ 3411705 h 3465009"/>
              <a:gd name="connsiteX18" fmla="*/ 4232 w 1552508"/>
              <a:gd name="connsiteY18" fmla="*/ 3301638 h 3465009"/>
              <a:gd name="connsiteX19" fmla="*/ 358138 w 1552508"/>
              <a:gd name="connsiteY19" fmla="*/ 2761465 h 3465009"/>
              <a:gd name="connsiteX20" fmla="*/ 469452 w 1552508"/>
              <a:gd name="connsiteY20" fmla="*/ 2539638 h 3465009"/>
              <a:gd name="connsiteX21" fmla="*/ 482374 w 1552508"/>
              <a:gd name="connsiteY21" fmla="*/ 2029945 h 3465009"/>
              <a:gd name="connsiteX0" fmla="*/ 482374 w 1552508"/>
              <a:gd name="connsiteY0" fmla="*/ 2029945 h 3463673"/>
              <a:gd name="connsiteX1" fmla="*/ 480058 w 1552508"/>
              <a:gd name="connsiteY1" fmla="*/ 936052 h 3463673"/>
              <a:gd name="connsiteX2" fmla="*/ 268391 w 1552508"/>
              <a:gd name="connsiteY2" fmla="*/ 631251 h 3463673"/>
              <a:gd name="connsiteX3" fmla="*/ 192192 w 1552508"/>
              <a:gd name="connsiteY3" fmla="*/ 241785 h 3463673"/>
              <a:gd name="connsiteX4" fmla="*/ 454658 w 1552508"/>
              <a:gd name="connsiteY4" fmla="*/ 13185 h 3463673"/>
              <a:gd name="connsiteX5" fmla="*/ 1352125 w 1552508"/>
              <a:gd name="connsiteY5" fmla="*/ 631252 h 3463673"/>
              <a:gd name="connsiteX6" fmla="*/ 1284391 w 1552508"/>
              <a:gd name="connsiteY6" fmla="*/ 825985 h 3463673"/>
              <a:gd name="connsiteX7" fmla="*/ 776391 w 1552508"/>
              <a:gd name="connsiteY7" fmla="*/ 834452 h 3463673"/>
              <a:gd name="connsiteX8" fmla="*/ 725591 w 1552508"/>
              <a:gd name="connsiteY8" fmla="*/ 995318 h 3463673"/>
              <a:gd name="connsiteX9" fmla="*/ 698329 w 1552508"/>
              <a:gd name="connsiteY9" fmla="*/ 1963905 h 3463673"/>
              <a:gd name="connsiteX10" fmla="*/ 786552 w 1552508"/>
              <a:gd name="connsiteY10" fmla="*/ 2575197 h 3463673"/>
              <a:gd name="connsiteX11" fmla="*/ 1304711 w 1552508"/>
              <a:gd name="connsiteY11" fmla="*/ 3054679 h 3463673"/>
              <a:gd name="connsiteX12" fmla="*/ 1548374 w 1552508"/>
              <a:gd name="connsiteY12" fmla="*/ 3299678 h 3463673"/>
              <a:gd name="connsiteX13" fmla="*/ 1403904 w 1552508"/>
              <a:gd name="connsiteY13" fmla="*/ 3443077 h 3463673"/>
              <a:gd name="connsiteX14" fmla="*/ 762845 w 1552508"/>
              <a:gd name="connsiteY14" fmla="*/ 2842745 h 3463673"/>
              <a:gd name="connsiteX15" fmla="*/ 596898 w 1552508"/>
              <a:gd name="connsiteY15" fmla="*/ 2786865 h 3463673"/>
              <a:gd name="connsiteX16" fmla="*/ 429258 w 1552508"/>
              <a:gd name="connsiteY16" fmla="*/ 3056105 h 3463673"/>
              <a:gd name="connsiteX17" fmla="*/ 161712 w 1552508"/>
              <a:gd name="connsiteY17" fmla="*/ 3411705 h 3463673"/>
              <a:gd name="connsiteX18" fmla="*/ 4232 w 1552508"/>
              <a:gd name="connsiteY18" fmla="*/ 3301638 h 3463673"/>
              <a:gd name="connsiteX19" fmla="*/ 358138 w 1552508"/>
              <a:gd name="connsiteY19" fmla="*/ 2761465 h 3463673"/>
              <a:gd name="connsiteX20" fmla="*/ 469452 w 1552508"/>
              <a:gd name="connsiteY20" fmla="*/ 2539638 h 3463673"/>
              <a:gd name="connsiteX21" fmla="*/ 482374 w 1552508"/>
              <a:gd name="connsiteY21" fmla="*/ 2029945 h 3463673"/>
              <a:gd name="connsiteX0" fmla="*/ 482374 w 1552508"/>
              <a:gd name="connsiteY0" fmla="*/ 2029945 h 3463673"/>
              <a:gd name="connsiteX1" fmla="*/ 480058 w 1552508"/>
              <a:gd name="connsiteY1" fmla="*/ 936052 h 3463673"/>
              <a:gd name="connsiteX2" fmla="*/ 268391 w 1552508"/>
              <a:gd name="connsiteY2" fmla="*/ 631251 h 3463673"/>
              <a:gd name="connsiteX3" fmla="*/ 192192 w 1552508"/>
              <a:gd name="connsiteY3" fmla="*/ 241785 h 3463673"/>
              <a:gd name="connsiteX4" fmla="*/ 454658 w 1552508"/>
              <a:gd name="connsiteY4" fmla="*/ 13185 h 3463673"/>
              <a:gd name="connsiteX5" fmla="*/ 1352125 w 1552508"/>
              <a:gd name="connsiteY5" fmla="*/ 631252 h 3463673"/>
              <a:gd name="connsiteX6" fmla="*/ 1284391 w 1552508"/>
              <a:gd name="connsiteY6" fmla="*/ 825985 h 3463673"/>
              <a:gd name="connsiteX7" fmla="*/ 776391 w 1552508"/>
              <a:gd name="connsiteY7" fmla="*/ 834452 h 3463673"/>
              <a:gd name="connsiteX8" fmla="*/ 725591 w 1552508"/>
              <a:gd name="connsiteY8" fmla="*/ 995318 h 3463673"/>
              <a:gd name="connsiteX9" fmla="*/ 698329 w 1552508"/>
              <a:gd name="connsiteY9" fmla="*/ 1963905 h 3463673"/>
              <a:gd name="connsiteX10" fmla="*/ 786552 w 1552508"/>
              <a:gd name="connsiteY10" fmla="*/ 2575197 h 3463673"/>
              <a:gd name="connsiteX11" fmla="*/ 1304711 w 1552508"/>
              <a:gd name="connsiteY11" fmla="*/ 3054679 h 3463673"/>
              <a:gd name="connsiteX12" fmla="*/ 1548374 w 1552508"/>
              <a:gd name="connsiteY12" fmla="*/ 3299678 h 3463673"/>
              <a:gd name="connsiteX13" fmla="*/ 1403904 w 1552508"/>
              <a:gd name="connsiteY13" fmla="*/ 3443077 h 3463673"/>
              <a:gd name="connsiteX14" fmla="*/ 762845 w 1552508"/>
              <a:gd name="connsiteY14" fmla="*/ 2842745 h 3463673"/>
              <a:gd name="connsiteX15" fmla="*/ 616148 w 1552508"/>
              <a:gd name="connsiteY15" fmla="*/ 2883118 h 3463673"/>
              <a:gd name="connsiteX16" fmla="*/ 429258 w 1552508"/>
              <a:gd name="connsiteY16" fmla="*/ 3056105 h 3463673"/>
              <a:gd name="connsiteX17" fmla="*/ 161712 w 1552508"/>
              <a:gd name="connsiteY17" fmla="*/ 3411705 h 3463673"/>
              <a:gd name="connsiteX18" fmla="*/ 4232 w 1552508"/>
              <a:gd name="connsiteY18" fmla="*/ 3301638 h 3463673"/>
              <a:gd name="connsiteX19" fmla="*/ 358138 w 1552508"/>
              <a:gd name="connsiteY19" fmla="*/ 2761465 h 3463673"/>
              <a:gd name="connsiteX20" fmla="*/ 469452 w 1552508"/>
              <a:gd name="connsiteY20" fmla="*/ 2539638 h 3463673"/>
              <a:gd name="connsiteX21" fmla="*/ 482374 w 1552508"/>
              <a:gd name="connsiteY21" fmla="*/ 2029945 h 3463673"/>
              <a:gd name="connsiteX0" fmla="*/ 482374 w 1552508"/>
              <a:gd name="connsiteY0" fmla="*/ 2029945 h 3463673"/>
              <a:gd name="connsiteX1" fmla="*/ 480058 w 1552508"/>
              <a:gd name="connsiteY1" fmla="*/ 936052 h 3463673"/>
              <a:gd name="connsiteX2" fmla="*/ 268391 w 1552508"/>
              <a:gd name="connsiteY2" fmla="*/ 631251 h 3463673"/>
              <a:gd name="connsiteX3" fmla="*/ 192192 w 1552508"/>
              <a:gd name="connsiteY3" fmla="*/ 241785 h 3463673"/>
              <a:gd name="connsiteX4" fmla="*/ 454658 w 1552508"/>
              <a:gd name="connsiteY4" fmla="*/ 13185 h 3463673"/>
              <a:gd name="connsiteX5" fmla="*/ 1352125 w 1552508"/>
              <a:gd name="connsiteY5" fmla="*/ 631252 h 3463673"/>
              <a:gd name="connsiteX6" fmla="*/ 1284391 w 1552508"/>
              <a:gd name="connsiteY6" fmla="*/ 825985 h 3463673"/>
              <a:gd name="connsiteX7" fmla="*/ 776391 w 1552508"/>
              <a:gd name="connsiteY7" fmla="*/ 834452 h 3463673"/>
              <a:gd name="connsiteX8" fmla="*/ 725591 w 1552508"/>
              <a:gd name="connsiteY8" fmla="*/ 995318 h 3463673"/>
              <a:gd name="connsiteX9" fmla="*/ 698329 w 1552508"/>
              <a:gd name="connsiteY9" fmla="*/ 1963905 h 3463673"/>
              <a:gd name="connsiteX10" fmla="*/ 786552 w 1552508"/>
              <a:gd name="connsiteY10" fmla="*/ 2575197 h 3463673"/>
              <a:gd name="connsiteX11" fmla="*/ 1304711 w 1552508"/>
              <a:gd name="connsiteY11" fmla="*/ 3054679 h 3463673"/>
              <a:gd name="connsiteX12" fmla="*/ 1548374 w 1552508"/>
              <a:gd name="connsiteY12" fmla="*/ 3299678 h 3463673"/>
              <a:gd name="connsiteX13" fmla="*/ 1403904 w 1552508"/>
              <a:gd name="connsiteY13" fmla="*/ 3443077 h 3463673"/>
              <a:gd name="connsiteX14" fmla="*/ 762845 w 1552508"/>
              <a:gd name="connsiteY14" fmla="*/ 2842745 h 3463673"/>
              <a:gd name="connsiteX15" fmla="*/ 568022 w 1552508"/>
              <a:gd name="connsiteY15" fmla="*/ 2892744 h 3463673"/>
              <a:gd name="connsiteX16" fmla="*/ 429258 w 1552508"/>
              <a:gd name="connsiteY16" fmla="*/ 3056105 h 3463673"/>
              <a:gd name="connsiteX17" fmla="*/ 161712 w 1552508"/>
              <a:gd name="connsiteY17" fmla="*/ 3411705 h 3463673"/>
              <a:gd name="connsiteX18" fmla="*/ 4232 w 1552508"/>
              <a:gd name="connsiteY18" fmla="*/ 3301638 h 3463673"/>
              <a:gd name="connsiteX19" fmla="*/ 358138 w 1552508"/>
              <a:gd name="connsiteY19" fmla="*/ 2761465 h 3463673"/>
              <a:gd name="connsiteX20" fmla="*/ 469452 w 1552508"/>
              <a:gd name="connsiteY20" fmla="*/ 2539638 h 3463673"/>
              <a:gd name="connsiteX21" fmla="*/ 482374 w 1552508"/>
              <a:gd name="connsiteY21" fmla="*/ 2029945 h 3463673"/>
              <a:gd name="connsiteX0" fmla="*/ 482282 w 1552416"/>
              <a:gd name="connsiteY0" fmla="*/ 2029945 h 3463673"/>
              <a:gd name="connsiteX1" fmla="*/ 479966 w 1552416"/>
              <a:gd name="connsiteY1" fmla="*/ 936052 h 3463673"/>
              <a:gd name="connsiteX2" fmla="*/ 268299 w 1552416"/>
              <a:gd name="connsiteY2" fmla="*/ 631251 h 3463673"/>
              <a:gd name="connsiteX3" fmla="*/ 192100 w 1552416"/>
              <a:gd name="connsiteY3" fmla="*/ 241785 h 3463673"/>
              <a:gd name="connsiteX4" fmla="*/ 454566 w 1552416"/>
              <a:gd name="connsiteY4" fmla="*/ 13185 h 3463673"/>
              <a:gd name="connsiteX5" fmla="*/ 1352033 w 1552416"/>
              <a:gd name="connsiteY5" fmla="*/ 631252 h 3463673"/>
              <a:gd name="connsiteX6" fmla="*/ 1284299 w 1552416"/>
              <a:gd name="connsiteY6" fmla="*/ 825985 h 3463673"/>
              <a:gd name="connsiteX7" fmla="*/ 776299 w 1552416"/>
              <a:gd name="connsiteY7" fmla="*/ 834452 h 3463673"/>
              <a:gd name="connsiteX8" fmla="*/ 725499 w 1552416"/>
              <a:gd name="connsiteY8" fmla="*/ 995318 h 3463673"/>
              <a:gd name="connsiteX9" fmla="*/ 698237 w 1552416"/>
              <a:gd name="connsiteY9" fmla="*/ 1963905 h 3463673"/>
              <a:gd name="connsiteX10" fmla="*/ 786460 w 1552416"/>
              <a:gd name="connsiteY10" fmla="*/ 2575197 h 3463673"/>
              <a:gd name="connsiteX11" fmla="*/ 1304619 w 1552416"/>
              <a:gd name="connsiteY11" fmla="*/ 3054679 h 3463673"/>
              <a:gd name="connsiteX12" fmla="*/ 1548282 w 1552416"/>
              <a:gd name="connsiteY12" fmla="*/ 3299678 h 3463673"/>
              <a:gd name="connsiteX13" fmla="*/ 1403812 w 1552416"/>
              <a:gd name="connsiteY13" fmla="*/ 3443077 h 3463673"/>
              <a:gd name="connsiteX14" fmla="*/ 762753 w 1552416"/>
              <a:gd name="connsiteY14" fmla="*/ 2842745 h 3463673"/>
              <a:gd name="connsiteX15" fmla="*/ 567930 w 1552416"/>
              <a:gd name="connsiteY15" fmla="*/ 2892744 h 3463673"/>
              <a:gd name="connsiteX16" fmla="*/ 409915 w 1552416"/>
              <a:gd name="connsiteY16" fmla="*/ 3094606 h 3463673"/>
              <a:gd name="connsiteX17" fmla="*/ 161620 w 1552416"/>
              <a:gd name="connsiteY17" fmla="*/ 3411705 h 3463673"/>
              <a:gd name="connsiteX18" fmla="*/ 4140 w 1552416"/>
              <a:gd name="connsiteY18" fmla="*/ 3301638 h 3463673"/>
              <a:gd name="connsiteX19" fmla="*/ 358046 w 1552416"/>
              <a:gd name="connsiteY19" fmla="*/ 2761465 h 3463673"/>
              <a:gd name="connsiteX20" fmla="*/ 469360 w 1552416"/>
              <a:gd name="connsiteY20" fmla="*/ 2539638 h 3463673"/>
              <a:gd name="connsiteX21" fmla="*/ 482282 w 1552416"/>
              <a:gd name="connsiteY21" fmla="*/ 2029945 h 3463673"/>
              <a:gd name="connsiteX0" fmla="*/ 482282 w 1552416"/>
              <a:gd name="connsiteY0" fmla="*/ 2029945 h 3463673"/>
              <a:gd name="connsiteX1" fmla="*/ 479966 w 1552416"/>
              <a:gd name="connsiteY1" fmla="*/ 936052 h 3463673"/>
              <a:gd name="connsiteX2" fmla="*/ 268299 w 1552416"/>
              <a:gd name="connsiteY2" fmla="*/ 631251 h 3463673"/>
              <a:gd name="connsiteX3" fmla="*/ 192100 w 1552416"/>
              <a:gd name="connsiteY3" fmla="*/ 241785 h 3463673"/>
              <a:gd name="connsiteX4" fmla="*/ 454566 w 1552416"/>
              <a:gd name="connsiteY4" fmla="*/ 13185 h 3463673"/>
              <a:gd name="connsiteX5" fmla="*/ 1352033 w 1552416"/>
              <a:gd name="connsiteY5" fmla="*/ 631252 h 3463673"/>
              <a:gd name="connsiteX6" fmla="*/ 1284299 w 1552416"/>
              <a:gd name="connsiteY6" fmla="*/ 825985 h 3463673"/>
              <a:gd name="connsiteX7" fmla="*/ 776299 w 1552416"/>
              <a:gd name="connsiteY7" fmla="*/ 834452 h 3463673"/>
              <a:gd name="connsiteX8" fmla="*/ 725499 w 1552416"/>
              <a:gd name="connsiteY8" fmla="*/ 995318 h 3463673"/>
              <a:gd name="connsiteX9" fmla="*/ 698237 w 1552416"/>
              <a:gd name="connsiteY9" fmla="*/ 1963905 h 3463673"/>
              <a:gd name="connsiteX10" fmla="*/ 786460 w 1552416"/>
              <a:gd name="connsiteY10" fmla="*/ 2575197 h 3463673"/>
              <a:gd name="connsiteX11" fmla="*/ 1304619 w 1552416"/>
              <a:gd name="connsiteY11" fmla="*/ 3054679 h 3463673"/>
              <a:gd name="connsiteX12" fmla="*/ 1548282 w 1552416"/>
              <a:gd name="connsiteY12" fmla="*/ 3299678 h 3463673"/>
              <a:gd name="connsiteX13" fmla="*/ 1403812 w 1552416"/>
              <a:gd name="connsiteY13" fmla="*/ 3443077 h 3463673"/>
              <a:gd name="connsiteX14" fmla="*/ 762753 w 1552416"/>
              <a:gd name="connsiteY14" fmla="*/ 2842745 h 3463673"/>
              <a:gd name="connsiteX15" fmla="*/ 529428 w 1552416"/>
              <a:gd name="connsiteY15" fmla="*/ 2892744 h 3463673"/>
              <a:gd name="connsiteX16" fmla="*/ 409915 w 1552416"/>
              <a:gd name="connsiteY16" fmla="*/ 3094606 h 3463673"/>
              <a:gd name="connsiteX17" fmla="*/ 161620 w 1552416"/>
              <a:gd name="connsiteY17" fmla="*/ 3411705 h 3463673"/>
              <a:gd name="connsiteX18" fmla="*/ 4140 w 1552416"/>
              <a:gd name="connsiteY18" fmla="*/ 3301638 h 3463673"/>
              <a:gd name="connsiteX19" fmla="*/ 358046 w 1552416"/>
              <a:gd name="connsiteY19" fmla="*/ 2761465 h 3463673"/>
              <a:gd name="connsiteX20" fmla="*/ 469360 w 1552416"/>
              <a:gd name="connsiteY20" fmla="*/ 2539638 h 3463673"/>
              <a:gd name="connsiteX21" fmla="*/ 482282 w 1552416"/>
              <a:gd name="connsiteY21" fmla="*/ 2029945 h 3463673"/>
              <a:gd name="connsiteX0" fmla="*/ 482282 w 1552636"/>
              <a:gd name="connsiteY0" fmla="*/ 2029945 h 3460996"/>
              <a:gd name="connsiteX1" fmla="*/ 479966 w 1552636"/>
              <a:gd name="connsiteY1" fmla="*/ 936052 h 3460996"/>
              <a:gd name="connsiteX2" fmla="*/ 268299 w 1552636"/>
              <a:gd name="connsiteY2" fmla="*/ 631251 h 3460996"/>
              <a:gd name="connsiteX3" fmla="*/ 192100 w 1552636"/>
              <a:gd name="connsiteY3" fmla="*/ 241785 h 3460996"/>
              <a:gd name="connsiteX4" fmla="*/ 454566 w 1552636"/>
              <a:gd name="connsiteY4" fmla="*/ 13185 h 3460996"/>
              <a:gd name="connsiteX5" fmla="*/ 1352033 w 1552636"/>
              <a:gd name="connsiteY5" fmla="*/ 631252 h 3460996"/>
              <a:gd name="connsiteX6" fmla="*/ 1284299 w 1552636"/>
              <a:gd name="connsiteY6" fmla="*/ 825985 h 3460996"/>
              <a:gd name="connsiteX7" fmla="*/ 776299 w 1552636"/>
              <a:gd name="connsiteY7" fmla="*/ 834452 h 3460996"/>
              <a:gd name="connsiteX8" fmla="*/ 725499 w 1552636"/>
              <a:gd name="connsiteY8" fmla="*/ 995318 h 3460996"/>
              <a:gd name="connsiteX9" fmla="*/ 698237 w 1552636"/>
              <a:gd name="connsiteY9" fmla="*/ 1963905 h 3460996"/>
              <a:gd name="connsiteX10" fmla="*/ 786460 w 1552636"/>
              <a:gd name="connsiteY10" fmla="*/ 2575197 h 3460996"/>
              <a:gd name="connsiteX11" fmla="*/ 1304619 w 1552636"/>
              <a:gd name="connsiteY11" fmla="*/ 3054679 h 3460996"/>
              <a:gd name="connsiteX12" fmla="*/ 1548282 w 1552636"/>
              <a:gd name="connsiteY12" fmla="*/ 3299678 h 3460996"/>
              <a:gd name="connsiteX13" fmla="*/ 1403812 w 1552636"/>
              <a:gd name="connsiteY13" fmla="*/ 3443077 h 3460996"/>
              <a:gd name="connsiteX14" fmla="*/ 743503 w 1552636"/>
              <a:gd name="connsiteY14" fmla="*/ 2886175 h 3460996"/>
              <a:gd name="connsiteX15" fmla="*/ 529428 w 1552636"/>
              <a:gd name="connsiteY15" fmla="*/ 2892744 h 3460996"/>
              <a:gd name="connsiteX16" fmla="*/ 409915 w 1552636"/>
              <a:gd name="connsiteY16" fmla="*/ 3094606 h 3460996"/>
              <a:gd name="connsiteX17" fmla="*/ 161620 w 1552636"/>
              <a:gd name="connsiteY17" fmla="*/ 3411705 h 3460996"/>
              <a:gd name="connsiteX18" fmla="*/ 4140 w 1552636"/>
              <a:gd name="connsiteY18" fmla="*/ 3301638 h 3460996"/>
              <a:gd name="connsiteX19" fmla="*/ 358046 w 1552636"/>
              <a:gd name="connsiteY19" fmla="*/ 2761465 h 3460996"/>
              <a:gd name="connsiteX20" fmla="*/ 469360 w 1552636"/>
              <a:gd name="connsiteY20" fmla="*/ 2539638 h 3460996"/>
              <a:gd name="connsiteX21" fmla="*/ 482282 w 1552636"/>
              <a:gd name="connsiteY21" fmla="*/ 2029945 h 3460996"/>
              <a:gd name="connsiteX0" fmla="*/ 482026 w 1552380"/>
              <a:gd name="connsiteY0" fmla="*/ 2029945 h 3460996"/>
              <a:gd name="connsiteX1" fmla="*/ 479710 w 1552380"/>
              <a:gd name="connsiteY1" fmla="*/ 936052 h 3460996"/>
              <a:gd name="connsiteX2" fmla="*/ 268043 w 1552380"/>
              <a:gd name="connsiteY2" fmla="*/ 631251 h 3460996"/>
              <a:gd name="connsiteX3" fmla="*/ 191844 w 1552380"/>
              <a:gd name="connsiteY3" fmla="*/ 241785 h 3460996"/>
              <a:gd name="connsiteX4" fmla="*/ 454310 w 1552380"/>
              <a:gd name="connsiteY4" fmla="*/ 13185 h 3460996"/>
              <a:gd name="connsiteX5" fmla="*/ 1351777 w 1552380"/>
              <a:gd name="connsiteY5" fmla="*/ 631252 h 3460996"/>
              <a:gd name="connsiteX6" fmla="*/ 1284043 w 1552380"/>
              <a:gd name="connsiteY6" fmla="*/ 825985 h 3460996"/>
              <a:gd name="connsiteX7" fmla="*/ 776043 w 1552380"/>
              <a:gd name="connsiteY7" fmla="*/ 834452 h 3460996"/>
              <a:gd name="connsiteX8" fmla="*/ 725243 w 1552380"/>
              <a:gd name="connsiteY8" fmla="*/ 995318 h 3460996"/>
              <a:gd name="connsiteX9" fmla="*/ 697981 w 1552380"/>
              <a:gd name="connsiteY9" fmla="*/ 1963905 h 3460996"/>
              <a:gd name="connsiteX10" fmla="*/ 786204 w 1552380"/>
              <a:gd name="connsiteY10" fmla="*/ 2575197 h 3460996"/>
              <a:gd name="connsiteX11" fmla="*/ 1304363 w 1552380"/>
              <a:gd name="connsiteY11" fmla="*/ 3054679 h 3460996"/>
              <a:gd name="connsiteX12" fmla="*/ 1548026 w 1552380"/>
              <a:gd name="connsiteY12" fmla="*/ 3299678 h 3460996"/>
              <a:gd name="connsiteX13" fmla="*/ 1403556 w 1552380"/>
              <a:gd name="connsiteY13" fmla="*/ 3443077 h 3460996"/>
              <a:gd name="connsiteX14" fmla="*/ 743247 w 1552380"/>
              <a:gd name="connsiteY14" fmla="*/ 2886175 h 3460996"/>
              <a:gd name="connsiteX15" fmla="*/ 529172 w 1552380"/>
              <a:gd name="connsiteY15" fmla="*/ 2892744 h 3460996"/>
              <a:gd name="connsiteX16" fmla="*/ 351907 w 1552380"/>
              <a:gd name="connsiteY16" fmla="*/ 3127179 h 3460996"/>
              <a:gd name="connsiteX17" fmla="*/ 161364 w 1552380"/>
              <a:gd name="connsiteY17" fmla="*/ 3411705 h 3460996"/>
              <a:gd name="connsiteX18" fmla="*/ 3884 w 1552380"/>
              <a:gd name="connsiteY18" fmla="*/ 3301638 h 3460996"/>
              <a:gd name="connsiteX19" fmla="*/ 357790 w 1552380"/>
              <a:gd name="connsiteY19" fmla="*/ 2761465 h 3460996"/>
              <a:gd name="connsiteX20" fmla="*/ 469104 w 1552380"/>
              <a:gd name="connsiteY20" fmla="*/ 2539638 h 3460996"/>
              <a:gd name="connsiteX21" fmla="*/ 482026 w 1552380"/>
              <a:gd name="connsiteY21" fmla="*/ 2029945 h 3460996"/>
              <a:gd name="connsiteX0" fmla="*/ 482026 w 1552380"/>
              <a:gd name="connsiteY0" fmla="*/ 2029945 h 3460996"/>
              <a:gd name="connsiteX1" fmla="*/ 479710 w 1552380"/>
              <a:gd name="connsiteY1" fmla="*/ 936052 h 3460996"/>
              <a:gd name="connsiteX2" fmla="*/ 268043 w 1552380"/>
              <a:gd name="connsiteY2" fmla="*/ 631251 h 3460996"/>
              <a:gd name="connsiteX3" fmla="*/ 191844 w 1552380"/>
              <a:gd name="connsiteY3" fmla="*/ 241785 h 3460996"/>
              <a:gd name="connsiteX4" fmla="*/ 454310 w 1552380"/>
              <a:gd name="connsiteY4" fmla="*/ 13185 h 3460996"/>
              <a:gd name="connsiteX5" fmla="*/ 1351777 w 1552380"/>
              <a:gd name="connsiteY5" fmla="*/ 631252 h 3460996"/>
              <a:gd name="connsiteX6" fmla="*/ 1284043 w 1552380"/>
              <a:gd name="connsiteY6" fmla="*/ 825985 h 3460996"/>
              <a:gd name="connsiteX7" fmla="*/ 776043 w 1552380"/>
              <a:gd name="connsiteY7" fmla="*/ 834452 h 3460996"/>
              <a:gd name="connsiteX8" fmla="*/ 725243 w 1552380"/>
              <a:gd name="connsiteY8" fmla="*/ 995318 h 3460996"/>
              <a:gd name="connsiteX9" fmla="*/ 697981 w 1552380"/>
              <a:gd name="connsiteY9" fmla="*/ 1963905 h 3460996"/>
              <a:gd name="connsiteX10" fmla="*/ 786204 w 1552380"/>
              <a:gd name="connsiteY10" fmla="*/ 2575197 h 3460996"/>
              <a:gd name="connsiteX11" fmla="*/ 1304363 w 1552380"/>
              <a:gd name="connsiteY11" fmla="*/ 3054679 h 3460996"/>
              <a:gd name="connsiteX12" fmla="*/ 1548026 w 1552380"/>
              <a:gd name="connsiteY12" fmla="*/ 3299678 h 3460996"/>
              <a:gd name="connsiteX13" fmla="*/ 1403556 w 1552380"/>
              <a:gd name="connsiteY13" fmla="*/ 3443077 h 3460996"/>
              <a:gd name="connsiteX14" fmla="*/ 743247 w 1552380"/>
              <a:gd name="connsiteY14" fmla="*/ 2886175 h 3460996"/>
              <a:gd name="connsiteX15" fmla="*/ 529172 w 1552380"/>
              <a:gd name="connsiteY15" fmla="*/ 2892744 h 3460996"/>
              <a:gd name="connsiteX16" fmla="*/ 351907 w 1552380"/>
              <a:gd name="connsiteY16" fmla="*/ 3127179 h 3460996"/>
              <a:gd name="connsiteX17" fmla="*/ 161364 w 1552380"/>
              <a:gd name="connsiteY17" fmla="*/ 3411705 h 3460996"/>
              <a:gd name="connsiteX18" fmla="*/ 3884 w 1552380"/>
              <a:gd name="connsiteY18" fmla="*/ 3301638 h 3460996"/>
              <a:gd name="connsiteX19" fmla="*/ 357790 w 1552380"/>
              <a:gd name="connsiteY19" fmla="*/ 2761465 h 3460996"/>
              <a:gd name="connsiteX20" fmla="*/ 469104 w 1552380"/>
              <a:gd name="connsiteY20" fmla="*/ 2539638 h 3460996"/>
              <a:gd name="connsiteX21" fmla="*/ 482026 w 1552380"/>
              <a:gd name="connsiteY21" fmla="*/ 2029945 h 3460996"/>
              <a:gd name="connsiteX0" fmla="*/ 482026 w 1552380"/>
              <a:gd name="connsiteY0" fmla="*/ 2128838 h 3559889"/>
              <a:gd name="connsiteX1" fmla="*/ 479710 w 1552380"/>
              <a:gd name="connsiteY1" fmla="*/ 1034945 h 3559889"/>
              <a:gd name="connsiteX2" fmla="*/ 268043 w 1552380"/>
              <a:gd name="connsiteY2" fmla="*/ 730144 h 3559889"/>
              <a:gd name="connsiteX3" fmla="*/ 191844 w 1552380"/>
              <a:gd name="connsiteY3" fmla="*/ 340678 h 3559889"/>
              <a:gd name="connsiteX4" fmla="*/ 454310 w 1552380"/>
              <a:gd name="connsiteY4" fmla="*/ 9757 h 3559889"/>
              <a:gd name="connsiteX5" fmla="*/ 1351777 w 1552380"/>
              <a:gd name="connsiteY5" fmla="*/ 730145 h 3559889"/>
              <a:gd name="connsiteX6" fmla="*/ 1284043 w 1552380"/>
              <a:gd name="connsiteY6" fmla="*/ 924878 h 3559889"/>
              <a:gd name="connsiteX7" fmla="*/ 776043 w 1552380"/>
              <a:gd name="connsiteY7" fmla="*/ 933345 h 3559889"/>
              <a:gd name="connsiteX8" fmla="*/ 725243 w 1552380"/>
              <a:gd name="connsiteY8" fmla="*/ 1094211 h 3559889"/>
              <a:gd name="connsiteX9" fmla="*/ 697981 w 1552380"/>
              <a:gd name="connsiteY9" fmla="*/ 2062798 h 3559889"/>
              <a:gd name="connsiteX10" fmla="*/ 786204 w 1552380"/>
              <a:gd name="connsiteY10" fmla="*/ 2674090 h 3559889"/>
              <a:gd name="connsiteX11" fmla="*/ 1304363 w 1552380"/>
              <a:gd name="connsiteY11" fmla="*/ 3153572 h 3559889"/>
              <a:gd name="connsiteX12" fmla="*/ 1548026 w 1552380"/>
              <a:gd name="connsiteY12" fmla="*/ 3398571 h 3559889"/>
              <a:gd name="connsiteX13" fmla="*/ 1403556 w 1552380"/>
              <a:gd name="connsiteY13" fmla="*/ 3541970 h 3559889"/>
              <a:gd name="connsiteX14" fmla="*/ 743247 w 1552380"/>
              <a:gd name="connsiteY14" fmla="*/ 2985068 h 3559889"/>
              <a:gd name="connsiteX15" fmla="*/ 529172 w 1552380"/>
              <a:gd name="connsiteY15" fmla="*/ 2991637 h 3559889"/>
              <a:gd name="connsiteX16" fmla="*/ 351907 w 1552380"/>
              <a:gd name="connsiteY16" fmla="*/ 3226072 h 3559889"/>
              <a:gd name="connsiteX17" fmla="*/ 161364 w 1552380"/>
              <a:gd name="connsiteY17" fmla="*/ 3510598 h 3559889"/>
              <a:gd name="connsiteX18" fmla="*/ 3884 w 1552380"/>
              <a:gd name="connsiteY18" fmla="*/ 3400531 h 3559889"/>
              <a:gd name="connsiteX19" fmla="*/ 357790 w 1552380"/>
              <a:gd name="connsiteY19" fmla="*/ 2860358 h 3559889"/>
              <a:gd name="connsiteX20" fmla="*/ 469104 w 1552380"/>
              <a:gd name="connsiteY20" fmla="*/ 2638531 h 3559889"/>
              <a:gd name="connsiteX21" fmla="*/ 482026 w 1552380"/>
              <a:gd name="connsiteY21" fmla="*/ 2128838 h 3559889"/>
              <a:gd name="connsiteX0" fmla="*/ 482026 w 1552380"/>
              <a:gd name="connsiteY0" fmla="*/ 2128838 h 3559889"/>
              <a:gd name="connsiteX1" fmla="*/ 479710 w 1552380"/>
              <a:gd name="connsiteY1" fmla="*/ 1034945 h 3559889"/>
              <a:gd name="connsiteX2" fmla="*/ 268043 w 1552380"/>
              <a:gd name="connsiteY2" fmla="*/ 730144 h 3559889"/>
              <a:gd name="connsiteX3" fmla="*/ 191844 w 1552380"/>
              <a:gd name="connsiteY3" fmla="*/ 340678 h 3559889"/>
              <a:gd name="connsiteX4" fmla="*/ 454310 w 1552380"/>
              <a:gd name="connsiteY4" fmla="*/ 9757 h 3559889"/>
              <a:gd name="connsiteX5" fmla="*/ 1351777 w 1552380"/>
              <a:gd name="connsiteY5" fmla="*/ 730145 h 3559889"/>
              <a:gd name="connsiteX6" fmla="*/ 1284043 w 1552380"/>
              <a:gd name="connsiteY6" fmla="*/ 924878 h 3559889"/>
              <a:gd name="connsiteX7" fmla="*/ 776043 w 1552380"/>
              <a:gd name="connsiteY7" fmla="*/ 933345 h 3559889"/>
              <a:gd name="connsiteX8" fmla="*/ 725243 w 1552380"/>
              <a:gd name="connsiteY8" fmla="*/ 1094211 h 3559889"/>
              <a:gd name="connsiteX9" fmla="*/ 697981 w 1552380"/>
              <a:gd name="connsiteY9" fmla="*/ 2062798 h 3559889"/>
              <a:gd name="connsiteX10" fmla="*/ 786204 w 1552380"/>
              <a:gd name="connsiteY10" fmla="*/ 2674090 h 3559889"/>
              <a:gd name="connsiteX11" fmla="*/ 1304363 w 1552380"/>
              <a:gd name="connsiteY11" fmla="*/ 3153572 h 3559889"/>
              <a:gd name="connsiteX12" fmla="*/ 1548026 w 1552380"/>
              <a:gd name="connsiteY12" fmla="*/ 3398571 h 3559889"/>
              <a:gd name="connsiteX13" fmla="*/ 1403556 w 1552380"/>
              <a:gd name="connsiteY13" fmla="*/ 3541970 h 3559889"/>
              <a:gd name="connsiteX14" fmla="*/ 743247 w 1552380"/>
              <a:gd name="connsiteY14" fmla="*/ 2985068 h 3559889"/>
              <a:gd name="connsiteX15" fmla="*/ 529172 w 1552380"/>
              <a:gd name="connsiteY15" fmla="*/ 2991637 h 3559889"/>
              <a:gd name="connsiteX16" fmla="*/ 351907 w 1552380"/>
              <a:gd name="connsiteY16" fmla="*/ 3226072 h 3559889"/>
              <a:gd name="connsiteX17" fmla="*/ 161364 w 1552380"/>
              <a:gd name="connsiteY17" fmla="*/ 3510598 h 3559889"/>
              <a:gd name="connsiteX18" fmla="*/ 3884 w 1552380"/>
              <a:gd name="connsiteY18" fmla="*/ 3400531 h 3559889"/>
              <a:gd name="connsiteX19" fmla="*/ 357790 w 1552380"/>
              <a:gd name="connsiteY19" fmla="*/ 2860358 h 3559889"/>
              <a:gd name="connsiteX20" fmla="*/ 469104 w 1552380"/>
              <a:gd name="connsiteY20" fmla="*/ 2638531 h 3559889"/>
              <a:gd name="connsiteX21" fmla="*/ 482026 w 1552380"/>
              <a:gd name="connsiteY21" fmla="*/ 2128838 h 3559889"/>
              <a:gd name="connsiteX0" fmla="*/ 482026 w 1550164"/>
              <a:gd name="connsiteY0" fmla="*/ 2128838 h 3541970"/>
              <a:gd name="connsiteX1" fmla="*/ 479710 w 1550164"/>
              <a:gd name="connsiteY1" fmla="*/ 1034945 h 3541970"/>
              <a:gd name="connsiteX2" fmla="*/ 268043 w 1550164"/>
              <a:gd name="connsiteY2" fmla="*/ 730144 h 3541970"/>
              <a:gd name="connsiteX3" fmla="*/ 191844 w 1550164"/>
              <a:gd name="connsiteY3" fmla="*/ 340678 h 3541970"/>
              <a:gd name="connsiteX4" fmla="*/ 454310 w 1550164"/>
              <a:gd name="connsiteY4" fmla="*/ 9757 h 3541970"/>
              <a:gd name="connsiteX5" fmla="*/ 1351777 w 1550164"/>
              <a:gd name="connsiteY5" fmla="*/ 730145 h 3541970"/>
              <a:gd name="connsiteX6" fmla="*/ 1284043 w 1550164"/>
              <a:gd name="connsiteY6" fmla="*/ 924878 h 3541970"/>
              <a:gd name="connsiteX7" fmla="*/ 776043 w 1550164"/>
              <a:gd name="connsiteY7" fmla="*/ 933345 h 3541970"/>
              <a:gd name="connsiteX8" fmla="*/ 725243 w 1550164"/>
              <a:gd name="connsiteY8" fmla="*/ 1094211 h 3541970"/>
              <a:gd name="connsiteX9" fmla="*/ 697981 w 1550164"/>
              <a:gd name="connsiteY9" fmla="*/ 2062798 h 3541970"/>
              <a:gd name="connsiteX10" fmla="*/ 786204 w 1550164"/>
              <a:gd name="connsiteY10" fmla="*/ 2674090 h 3541970"/>
              <a:gd name="connsiteX11" fmla="*/ 1304363 w 1550164"/>
              <a:gd name="connsiteY11" fmla="*/ 3153572 h 3541970"/>
              <a:gd name="connsiteX12" fmla="*/ 1548026 w 1550164"/>
              <a:gd name="connsiteY12" fmla="*/ 3398571 h 3541970"/>
              <a:gd name="connsiteX13" fmla="*/ 1403556 w 1550164"/>
              <a:gd name="connsiteY13" fmla="*/ 3541970 h 3541970"/>
              <a:gd name="connsiteX14" fmla="*/ 743247 w 1550164"/>
              <a:gd name="connsiteY14" fmla="*/ 2985068 h 3541970"/>
              <a:gd name="connsiteX15" fmla="*/ 529172 w 1550164"/>
              <a:gd name="connsiteY15" fmla="*/ 2991637 h 3541970"/>
              <a:gd name="connsiteX16" fmla="*/ 351907 w 1550164"/>
              <a:gd name="connsiteY16" fmla="*/ 3226072 h 3541970"/>
              <a:gd name="connsiteX17" fmla="*/ 161364 w 1550164"/>
              <a:gd name="connsiteY17" fmla="*/ 3510598 h 3541970"/>
              <a:gd name="connsiteX18" fmla="*/ 3884 w 1550164"/>
              <a:gd name="connsiteY18" fmla="*/ 3400531 h 3541970"/>
              <a:gd name="connsiteX19" fmla="*/ 357790 w 1550164"/>
              <a:gd name="connsiteY19" fmla="*/ 2860358 h 3541970"/>
              <a:gd name="connsiteX20" fmla="*/ 469104 w 1550164"/>
              <a:gd name="connsiteY20" fmla="*/ 2638531 h 3541970"/>
              <a:gd name="connsiteX21" fmla="*/ 482026 w 1550164"/>
              <a:gd name="connsiteY21" fmla="*/ 2128838 h 3541970"/>
              <a:gd name="connsiteX0" fmla="*/ 482026 w 1562168"/>
              <a:gd name="connsiteY0" fmla="*/ 2128838 h 3541970"/>
              <a:gd name="connsiteX1" fmla="*/ 479710 w 1562168"/>
              <a:gd name="connsiteY1" fmla="*/ 1034945 h 3541970"/>
              <a:gd name="connsiteX2" fmla="*/ 268043 w 1562168"/>
              <a:gd name="connsiteY2" fmla="*/ 730144 h 3541970"/>
              <a:gd name="connsiteX3" fmla="*/ 191844 w 1562168"/>
              <a:gd name="connsiteY3" fmla="*/ 340678 h 3541970"/>
              <a:gd name="connsiteX4" fmla="*/ 454310 w 1562168"/>
              <a:gd name="connsiteY4" fmla="*/ 9757 h 3541970"/>
              <a:gd name="connsiteX5" fmla="*/ 1351777 w 1562168"/>
              <a:gd name="connsiteY5" fmla="*/ 730145 h 3541970"/>
              <a:gd name="connsiteX6" fmla="*/ 1284043 w 1562168"/>
              <a:gd name="connsiteY6" fmla="*/ 924878 h 3541970"/>
              <a:gd name="connsiteX7" fmla="*/ 776043 w 1562168"/>
              <a:gd name="connsiteY7" fmla="*/ 933345 h 3541970"/>
              <a:gd name="connsiteX8" fmla="*/ 725243 w 1562168"/>
              <a:gd name="connsiteY8" fmla="*/ 1094211 h 3541970"/>
              <a:gd name="connsiteX9" fmla="*/ 697981 w 1562168"/>
              <a:gd name="connsiteY9" fmla="*/ 2062798 h 3541970"/>
              <a:gd name="connsiteX10" fmla="*/ 786204 w 1562168"/>
              <a:gd name="connsiteY10" fmla="*/ 2674090 h 3541970"/>
              <a:gd name="connsiteX11" fmla="*/ 1304363 w 1562168"/>
              <a:gd name="connsiteY11" fmla="*/ 3153572 h 3541970"/>
              <a:gd name="connsiteX12" fmla="*/ 1548026 w 1562168"/>
              <a:gd name="connsiteY12" fmla="*/ 3398571 h 3541970"/>
              <a:gd name="connsiteX13" fmla="*/ 1403556 w 1562168"/>
              <a:gd name="connsiteY13" fmla="*/ 3541970 h 3541970"/>
              <a:gd name="connsiteX14" fmla="*/ 743247 w 1562168"/>
              <a:gd name="connsiteY14" fmla="*/ 2985068 h 3541970"/>
              <a:gd name="connsiteX15" fmla="*/ 529172 w 1562168"/>
              <a:gd name="connsiteY15" fmla="*/ 2991637 h 3541970"/>
              <a:gd name="connsiteX16" fmla="*/ 351907 w 1562168"/>
              <a:gd name="connsiteY16" fmla="*/ 3226072 h 3541970"/>
              <a:gd name="connsiteX17" fmla="*/ 161364 w 1562168"/>
              <a:gd name="connsiteY17" fmla="*/ 3510598 h 3541970"/>
              <a:gd name="connsiteX18" fmla="*/ 3884 w 1562168"/>
              <a:gd name="connsiteY18" fmla="*/ 3400531 h 3541970"/>
              <a:gd name="connsiteX19" fmla="*/ 357790 w 1562168"/>
              <a:gd name="connsiteY19" fmla="*/ 2860358 h 3541970"/>
              <a:gd name="connsiteX20" fmla="*/ 469104 w 1562168"/>
              <a:gd name="connsiteY20" fmla="*/ 2638531 h 3541970"/>
              <a:gd name="connsiteX21" fmla="*/ 482026 w 1562168"/>
              <a:gd name="connsiteY21" fmla="*/ 2128838 h 3541970"/>
              <a:gd name="connsiteX0" fmla="*/ 482026 w 1562168"/>
              <a:gd name="connsiteY0" fmla="*/ 2128838 h 3541970"/>
              <a:gd name="connsiteX1" fmla="*/ 479710 w 1562168"/>
              <a:gd name="connsiteY1" fmla="*/ 1034945 h 3541970"/>
              <a:gd name="connsiteX2" fmla="*/ 268043 w 1562168"/>
              <a:gd name="connsiteY2" fmla="*/ 730144 h 3541970"/>
              <a:gd name="connsiteX3" fmla="*/ 191844 w 1562168"/>
              <a:gd name="connsiteY3" fmla="*/ 340678 h 3541970"/>
              <a:gd name="connsiteX4" fmla="*/ 454310 w 1562168"/>
              <a:gd name="connsiteY4" fmla="*/ 9757 h 3541970"/>
              <a:gd name="connsiteX5" fmla="*/ 1351777 w 1562168"/>
              <a:gd name="connsiteY5" fmla="*/ 730145 h 3541970"/>
              <a:gd name="connsiteX6" fmla="*/ 1284043 w 1562168"/>
              <a:gd name="connsiteY6" fmla="*/ 924878 h 3541970"/>
              <a:gd name="connsiteX7" fmla="*/ 776043 w 1562168"/>
              <a:gd name="connsiteY7" fmla="*/ 933345 h 3541970"/>
              <a:gd name="connsiteX8" fmla="*/ 725243 w 1562168"/>
              <a:gd name="connsiteY8" fmla="*/ 1094211 h 3541970"/>
              <a:gd name="connsiteX9" fmla="*/ 697981 w 1562168"/>
              <a:gd name="connsiteY9" fmla="*/ 2062798 h 3541970"/>
              <a:gd name="connsiteX10" fmla="*/ 786204 w 1562168"/>
              <a:gd name="connsiteY10" fmla="*/ 2674090 h 3541970"/>
              <a:gd name="connsiteX11" fmla="*/ 1304363 w 1562168"/>
              <a:gd name="connsiteY11" fmla="*/ 3153572 h 3541970"/>
              <a:gd name="connsiteX12" fmla="*/ 1548026 w 1562168"/>
              <a:gd name="connsiteY12" fmla="*/ 3398571 h 3541970"/>
              <a:gd name="connsiteX13" fmla="*/ 1403556 w 1562168"/>
              <a:gd name="connsiteY13" fmla="*/ 3541970 h 3541970"/>
              <a:gd name="connsiteX14" fmla="*/ 743247 w 1562168"/>
              <a:gd name="connsiteY14" fmla="*/ 2985068 h 3541970"/>
              <a:gd name="connsiteX15" fmla="*/ 529172 w 1562168"/>
              <a:gd name="connsiteY15" fmla="*/ 2991637 h 3541970"/>
              <a:gd name="connsiteX16" fmla="*/ 351907 w 1562168"/>
              <a:gd name="connsiteY16" fmla="*/ 3226072 h 3541970"/>
              <a:gd name="connsiteX17" fmla="*/ 161364 w 1562168"/>
              <a:gd name="connsiteY17" fmla="*/ 3510598 h 3541970"/>
              <a:gd name="connsiteX18" fmla="*/ 3884 w 1562168"/>
              <a:gd name="connsiteY18" fmla="*/ 3400531 h 3541970"/>
              <a:gd name="connsiteX19" fmla="*/ 357790 w 1562168"/>
              <a:gd name="connsiteY19" fmla="*/ 2860358 h 3541970"/>
              <a:gd name="connsiteX20" fmla="*/ 469104 w 1562168"/>
              <a:gd name="connsiteY20" fmla="*/ 2638531 h 3541970"/>
              <a:gd name="connsiteX21" fmla="*/ 482026 w 1562168"/>
              <a:gd name="connsiteY21" fmla="*/ 2128838 h 3541970"/>
              <a:gd name="connsiteX0" fmla="*/ 482026 w 1548026"/>
              <a:gd name="connsiteY0" fmla="*/ 2128838 h 3541970"/>
              <a:gd name="connsiteX1" fmla="*/ 479710 w 1548026"/>
              <a:gd name="connsiteY1" fmla="*/ 1034945 h 3541970"/>
              <a:gd name="connsiteX2" fmla="*/ 268043 w 1548026"/>
              <a:gd name="connsiteY2" fmla="*/ 730144 h 3541970"/>
              <a:gd name="connsiteX3" fmla="*/ 191844 w 1548026"/>
              <a:gd name="connsiteY3" fmla="*/ 340678 h 3541970"/>
              <a:gd name="connsiteX4" fmla="*/ 454310 w 1548026"/>
              <a:gd name="connsiteY4" fmla="*/ 9757 h 3541970"/>
              <a:gd name="connsiteX5" fmla="*/ 1351777 w 1548026"/>
              <a:gd name="connsiteY5" fmla="*/ 730145 h 3541970"/>
              <a:gd name="connsiteX6" fmla="*/ 1284043 w 1548026"/>
              <a:gd name="connsiteY6" fmla="*/ 924878 h 3541970"/>
              <a:gd name="connsiteX7" fmla="*/ 776043 w 1548026"/>
              <a:gd name="connsiteY7" fmla="*/ 933345 h 3541970"/>
              <a:gd name="connsiteX8" fmla="*/ 725243 w 1548026"/>
              <a:gd name="connsiteY8" fmla="*/ 1094211 h 3541970"/>
              <a:gd name="connsiteX9" fmla="*/ 697981 w 1548026"/>
              <a:gd name="connsiteY9" fmla="*/ 2062798 h 3541970"/>
              <a:gd name="connsiteX10" fmla="*/ 786204 w 1548026"/>
              <a:gd name="connsiteY10" fmla="*/ 2674090 h 3541970"/>
              <a:gd name="connsiteX11" fmla="*/ 1304363 w 1548026"/>
              <a:gd name="connsiteY11" fmla="*/ 3153572 h 3541970"/>
              <a:gd name="connsiteX12" fmla="*/ 1548026 w 1548026"/>
              <a:gd name="connsiteY12" fmla="*/ 3398571 h 3541970"/>
              <a:gd name="connsiteX13" fmla="*/ 1403556 w 1548026"/>
              <a:gd name="connsiteY13" fmla="*/ 3541970 h 3541970"/>
              <a:gd name="connsiteX14" fmla="*/ 743247 w 1548026"/>
              <a:gd name="connsiteY14" fmla="*/ 2985068 h 3541970"/>
              <a:gd name="connsiteX15" fmla="*/ 529172 w 1548026"/>
              <a:gd name="connsiteY15" fmla="*/ 2991637 h 3541970"/>
              <a:gd name="connsiteX16" fmla="*/ 351907 w 1548026"/>
              <a:gd name="connsiteY16" fmla="*/ 3226072 h 3541970"/>
              <a:gd name="connsiteX17" fmla="*/ 161364 w 1548026"/>
              <a:gd name="connsiteY17" fmla="*/ 3510598 h 3541970"/>
              <a:gd name="connsiteX18" fmla="*/ 3884 w 1548026"/>
              <a:gd name="connsiteY18" fmla="*/ 3400531 h 3541970"/>
              <a:gd name="connsiteX19" fmla="*/ 357790 w 1548026"/>
              <a:gd name="connsiteY19" fmla="*/ 2860358 h 3541970"/>
              <a:gd name="connsiteX20" fmla="*/ 469104 w 1548026"/>
              <a:gd name="connsiteY20" fmla="*/ 2638531 h 3541970"/>
              <a:gd name="connsiteX21" fmla="*/ 482026 w 1548026"/>
              <a:gd name="connsiteY21" fmla="*/ 2128838 h 3541970"/>
              <a:gd name="connsiteX0" fmla="*/ 482026 w 1548026"/>
              <a:gd name="connsiteY0" fmla="*/ 2128838 h 3541970"/>
              <a:gd name="connsiteX1" fmla="*/ 479710 w 1548026"/>
              <a:gd name="connsiteY1" fmla="*/ 1034945 h 3541970"/>
              <a:gd name="connsiteX2" fmla="*/ 268043 w 1548026"/>
              <a:gd name="connsiteY2" fmla="*/ 730144 h 3541970"/>
              <a:gd name="connsiteX3" fmla="*/ 191844 w 1548026"/>
              <a:gd name="connsiteY3" fmla="*/ 340678 h 3541970"/>
              <a:gd name="connsiteX4" fmla="*/ 454310 w 1548026"/>
              <a:gd name="connsiteY4" fmla="*/ 9757 h 3541970"/>
              <a:gd name="connsiteX5" fmla="*/ 1351777 w 1548026"/>
              <a:gd name="connsiteY5" fmla="*/ 730145 h 3541970"/>
              <a:gd name="connsiteX6" fmla="*/ 1284043 w 1548026"/>
              <a:gd name="connsiteY6" fmla="*/ 924878 h 3541970"/>
              <a:gd name="connsiteX7" fmla="*/ 776043 w 1548026"/>
              <a:gd name="connsiteY7" fmla="*/ 933345 h 3541970"/>
              <a:gd name="connsiteX8" fmla="*/ 725243 w 1548026"/>
              <a:gd name="connsiteY8" fmla="*/ 1094211 h 3541970"/>
              <a:gd name="connsiteX9" fmla="*/ 697981 w 1548026"/>
              <a:gd name="connsiteY9" fmla="*/ 2062798 h 3541970"/>
              <a:gd name="connsiteX10" fmla="*/ 786204 w 1548026"/>
              <a:gd name="connsiteY10" fmla="*/ 2674090 h 3541970"/>
              <a:gd name="connsiteX11" fmla="*/ 1304363 w 1548026"/>
              <a:gd name="connsiteY11" fmla="*/ 3153572 h 3541970"/>
              <a:gd name="connsiteX12" fmla="*/ 1548026 w 1548026"/>
              <a:gd name="connsiteY12" fmla="*/ 3398571 h 3541970"/>
              <a:gd name="connsiteX13" fmla="*/ 1403556 w 1548026"/>
              <a:gd name="connsiteY13" fmla="*/ 3541970 h 3541970"/>
              <a:gd name="connsiteX14" fmla="*/ 743247 w 1548026"/>
              <a:gd name="connsiteY14" fmla="*/ 2985068 h 3541970"/>
              <a:gd name="connsiteX15" fmla="*/ 529172 w 1548026"/>
              <a:gd name="connsiteY15" fmla="*/ 2991637 h 3541970"/>
              <a:gd name="connsiteX16" fmla="*/ 351907 w 1548026"/>
              <a:gd name="connsiteY16" fmla="*/ 3226072 h 3541970"/>
              <a:gd name="connsiteX17" fmla="*/ 161364 w 1548026"/>
              <a:gd name="connsiteY17" fmla="*/ 3510598 h 3541970"/>
              <a:gd name="connsiteX18" fmla="*/ 3884 w 1548026"/>
              <a:gd name="connsiteY18" fmla="*/ 3400531 h 3541970"/>
              <a:gd name="connsiteX19" fmla="*/ 357790 w 1548026"/>
              <a:gd name="connsiteY19" fmla="*/ 2860358 h 3541970"/>
              <a:gd name="connsiteX20" fmla="*/ 469104 w 1548026"/>
              <a:gd name="connsiteY20" fmla="*/ 2638531 h 3541970"/>
              <a:gd name="connsiteX21" fmla="*/ 482026 w 1548026"/>
              <a:gd name="connsiteY21" fmla="*/ 2128838 h 3541970"/>
              <a:gd name="connsiteX0" fmla="*/ 482026 w 1548026"/>
              <a:gd name="connsiteY0" fmla="*/ 2128838 h 3541970"/>
              <a:gd name="connsiteX1" fmla="*/ 479710 w 1548026"/>
              <a:gd name="connsiteY1" fmla="*/ 1034945 h 3541970"/>
              <a:gd name="connsiteX2" fmla="*/ 268043 w 1548026"/>
              <a:gd name="connsiteY2" fmla="*/ 730144 h 3541970"/>
              <a:gd name="connsiteX3" fmla="*/ 191844 w 1548026"/>
              <a:gd name="connsiteY3" fmla="*/ 340678 h 3541970"/>
              <a:gd name="connsiteX4" fmla="*/ 454310 w 1548026"/>
              <a:gd name="connsiteY4" fmla="*/ 9757 h 3541970"/>
              <a:gd name="connsiteX5" fmla="*/ 1351777 w 1548026"/>
              <a:gd name="connsiteY5" fmla="*/ 730145 h 3541970"/>
              <a:gd name="connsiteX6" fmla="*/ 1284043 w 1548026"/>
              <a:gd name="connsiteY6" fmla="*/ 924878 h 3541970"/>
              <a:gd name="connsiteX7" fmla="*/ 776043 w 1548026"/>
              <a:gd name="connsiteY7" fmla="*/ 933345 h 3541970"/>
              <a:gd name="connsiteX8" fmla="*/ 725243 w 1548026"/>
              <a:gd name="connsiteY8" fmla="*/ 1094211 h 3541970"/>
              <a:gd name="connsiteX9" fmla="*/ 697981 w 1548026"/>
              <a:gd name="connsiteY9" fmla="*/ 2062798 h 3541970"/>
              <a:gd name="connsiteX10" fmla="*/ 786204 w 1548026"/>
              <a:gd name="connsiteY10" fmla="*/ 2674090 h 3541970"/>
              <a:gd name="connsiteX11" fmla="*/ 1304363 w 1548026"/>
              <a:gd name="connsiteY11" fmla="*/ 3153572 h 3541970"/>
              <a:gd name="connsiteX12" fmla="*/ 1548026 w 1548026"/>
              <a:gd name="connsiteY12" fmla="*/ 3398571 h 3541970"/>
              <a:gd name="connsiteX13" fmla="*/ 1403556 w 1548026"/>
              <a:gd name="connsiteY13" fmla="*/ 3541970 h 3541970"/>
              <a:gd name="connsiteX14" fmla="*/ 743247 w 1548026"/>
              <a:gd name="connsiteY14" fmla="*/ 2985068 h 3541970"/>
              <a:gd name="connsiteX15" fmla="*/ 529172 w 1548026"/>
              <a:gd name="connsiteY15" fmla="*/ 2991637 h 3541970"/>
              <a:gd name="connsiteX16" fmla="*/ 351907 w 1548026"/>
              <a:gd name="connsiteY16" fmla="*/ 3226072 h 3541970"/>
              <a:gd name="connsiteX17" fmla="*/ 161364 w 1548026"/>
              <a:gd name="connsiteY17" fmla="*/ 3510598 h 3541970"/>
              <a:gd name="connsiteX18" fmla="*/ 3884 w 1548026"/>
              <a:gd name="connsiteY18" fmla="*/ 3400531 h 3541970"/>
              <a:gd name="connsiteX19" fmla="*/ 357790 w 1548026"/>
              <a:gd name="connsiteY19" fmla="*/ 2860358 h 3541970"/>
              <a:gd name="connsiteX20" fmla="*/ 469104 w 1548026"/>
              <a:gd name="connsiteY20" fmla="*/ 2638531 h 3541970"/>
              <a:gd name="connsiteX21" fmla="*/ 482026 w 1548026"/>
              <a:gd name="connsiteY21" fmla="*/ 2128838 h 3541970"/>
              <a:gd name="connsiteX0" fmla="*/ 482026 w 1548026"/>
              <a:gd name="connsiteY0" fmla="*/ 2128838 h 3541970"/>
              <a:gd name="connsiteX1" fmla="*/ 479710 w 1548026"/>
              <a:gd name="connsiteY1" fmla="*/ 1034945 h 3541970"/>
              <a:gd name="connsiteX2" fmla="*/ 268043 w 1548026"/>
              <a:gd name="connsiteY2" fmla="*/ 730144 h 3541970"/>
              <a:gd name="connsiteX3" fmla="*/ 191844 w 1548026"/>
              <a:gd name="connsiteY3" fmla="*/ 340678 h 3541970"/>
              <a:gd name="connsiteX4" fmla="*/ 454310 w 1548026"/>
              <a:gd name="connsiteY4" fmla="*/ 9757 h 3541970"/>
              <a:gd name="connsiteX5" fmla="*/ 1351777 w 1548026"/>
              <a:gd name="connsiteY5" fmla="*/ 730145 h 3541970"/>
              <a:gd name="connsiteX6" fmla="*/ 1284043 w 1548026"/>
              <a:gd name="connsiteY6" fmla="*/ 924878 h 3541970"/>
              <a:gd name="connsiteX7" fmla="*/ 776043 w 1548026"/>
              <a:gd name="connsiteY7" fmla="*/ 933345 h 3541970"/>
              <a:gd name="connsiteX8" fmla="*/ 725243 w 1548026"/>
              <a:gd name="connsiteY8" fmla="*/ 1094211 h 3541970"/>
              <a:gd name="connsiteX9" fmla="*/ 697981 w 1548026"/>
              <a:gd name="connsiteY9" fmla="*/ 2062798 h 3541970"/>
              <a:gd name="connsiteX10" fmla="*/ 786204 w 1548026"/>
              <a:gd name="connsiteY10" fmla="*/ 2674090 h 3541970"/>
              <a:gd name="connsiteX11" fmla="*/ 1304363 w 1548026"/>
              <a:gd name="connsiteY11" fmla="*/ 3153572 h 3541970"/>
              <a:gd name="connsiteX12" fmla="*/ 1548026 w 1548026"/>
              <a:gd name="connsiteY12" fmla="*/ 3398571 h 3541970"/>
              <a:gd name="connsiteX13" fmla="*/ 1403556 w 1548026"/>
              <a:gd name="connsiteY13" fmla="*/ 3541970 h 3541970"/>
              <a:gd name="connsiteX14" fmla="*/ 743247 w 1548026"/>
              <a:gd name="connsiteY14" fmla="*/ 2985068 h 3541970"/>
              <a:gd name="connsiteX15" fmla="*/ 529172 w 1548026"/>
              <a:gd name="connsiteY15" fmla="*/ 2991637 h 3541970"/>
              <a:gd name="connsiteX16" fmla="*/ 351907 w 1548026"/>
              <a:gd name="connsiteY16" fmla="*/ 3226072 h 3541970"/>
              <a:gd name="connsiteX17" fmla="*/ 161364 w 1548026"/>
              <a:gd name="connsiteY17" fmla="*/ 3510598 h 3541970"/>
              <a:gd name="connsiteX18" fmla="*/ 3884 w 1548026"/>
              <a:gd name="connsiteY18" fmla="*/ 3400531 h 3541970"/>
              <a:gd name="connsiteX19" fmla="*/ 357790 w 1548026"/>
              <a:gd name="connsiteY19" fmla="*/ 2860358 h 3541970"/>
              <a:gd name="connsiteX20" fmla="*/ 469104 w 1548026"/>
              <a:gd name="connsiteY20" fmla="*/ 2638531 h 3541970"/>
              <a:gd name="connsiteX21" fmla="*/ 482026 w 1548026"/>
              <a:gd name="connsiteY21" fmla="*/ 2128838 h 3541970"/>
              <a:gd name="connsiteX0" fmla="*/ 482026 w 1548026"/>
              <a:gd name="connsiteY0" fmla="*/ 2128838 h 3541970"/>
              <a:gd name="connsiteX1" fmla="*/ 479710 w 1548026"/>
              <a:gd name="connsiteY1" fmla="*/ 1034945 h 3541970"/>
              <a:gd name="connsiteX2" fmla="*/ 268043 w 1548026"/>
              <a:gd name="connsiteY2" fmla="*/ 730144 h 3541970"/>
              <a:gd name="connsiteX3" fmla="*/ 191844 w 1548026"/>
              <a:gd name="connsiteY3" fmla="*/ 340678 h 3541970"/>
              <a:gd name="connsiteX4" fmla="*/ 454310 w 1548026"/>
              <a:gd name="connsiteY4" fmla="*/ 9757 h 3541970"/>
              <a:gd name="connsiteX5" fmla="*/ 1351777 w 1548026"/>
              <a:gd name="connsiteY5" fmla="*/ 730145 h 3541970"/>
              <a:gd name="connsiteX6" fmla="*/ 1284043 w 1548026"/>
              <a:gd name="connsiteY6" fmla="*/ 924878 h 3541970"/>
              <a:gd name="connsiteX7" fmla="*/ 776043 w 1548026"/>
              <a:gd name="connsiteY7" fmla="*/ 933345 h 3541970"/>
              <a:gd name="connsiteX8" fmla="*/ 725243 w 1548026"/>
              <a:gd name="connsiteY8" fmla="*/ 1094211 h 3541970"/>
              <a:gd name="connsiteX9" fmla="*/ 697981 w 1548026"/>
              <a:gd name="connsiteY9" fmla="*/ 2062798 h 3541970"/>
              <a:gd name="connsiteX10" fmla="*/ 786204 w 1548026"/>
              <a:gd name="connsiteY10" fmla="*/ 2674090 h 3541970"/>
              <a:gd name="connsiteX11" fmla="*/ 1304363 w 1548026"/>
              <a:gd name="connsiteY11" fmla="*/ 3153572 h 3541970"/>
              <a:gd name="connsiteX12" fmla="*/ 1548026 w 1548026"/>
              <a:gd name="connsiteY12" fmla="*/ 3398571 h 3541970"/>
              <a:gd name="connsiteX13" fmla="*/ 1403556 w 1548026"/>
              <a:gd name="connsiteY13" fmla="*/ 3541970 h 3541970"/>
              <a:gd name="connsiteX14" fmla="*/ 743247 w 1548026"/>
              <a:gd name="connsiteY14" fmla="*/ 2985068 h 3541970"/>
              <a:gd name="connsiteX15" fmla="*/ 529172 w 1548026"/>
              <a:gd name="connsiteY15" fmla="*/ 2991637 h 3541970"/>
              <a:gd name="connsiteX16" fmla="*/ 351907 w 1548026"/>
              <a:gd name="connsiteY16" fmla="*/ 3226072 h 3541970"/>
              <a:gd name="connsiteX17" fmla="*/ 161364 w 1548026"/>
              <a:gd name="connsiteY17" fmla="*/ 3510598 h 3541970"/>
              <a:gd name="connsiteX18" fmla="*/ 3884 w 1548026"/>
              <a:gd name="connsiteY18" fmla="*/ 3400531 h 3541970"/>
              <a:gd name="connsiteX19" fmla="*/ 357790 w 1548026"/>
              <a:gd name="connsiteY19" fmla="*/ 2860358 h 3541970"/>
              <a:gd name="connsiteX20" fmla="*/ 469104 w 1548026"/>
              <a:gd name="connsiteY20" fmla="*/ 2638531 h 3541970"/>
              <a:gd name="connsiteX21" fmla="*/ 482026 w 1548026"/>
              <a:gd name="connsiteY21" fmla="*/ 2128838 h 3541970"/>
              <a:gd name="connsiteX0" fmla="*/ 482026 w 1548026"/>
              <a:gd name="connsiteY0" fmla="*/ 2128838 h 3541970"/>
              <a:gd name="connsiteX1" fmla="*/ 479710 w 1548026"/>
              <a:gd name="connsiteY1" fmla="*/ 1034945 h 3541970"/>
              <a:gd name="connsiteX2" fmla="*/ 268043 w 1548026"/>
              <a:gd name="connsiteY2" fmla="*/ 730144 h 3541970"/>
              <a:gd name="connsiteX3" fmla="*/ 191844 w 1548026"/>
              <a:gd name="connsiteY3" fmla="*/ 340678 h 3541970"/>
              <a:gd name="connsiteX4" fmla="*/ 454310 w 1548026"/>
              <a:gd name="connsiteY4" fmla="*/ 9757 h 3541970"/>
              <a:gd name="connsiteX5" fmla="*/ 1351777 w 1548026"/>
              <a:gd name="connsiteY5" fmla="*/ 730145 h 3541970"/>
              <a:gd name="connsiteX6" fmla="*/ 1284043 w 1548026"/>
              <a:gd name="connsiteY6" fmla="*/ 924878 h 3541970"/>
              <a:gd name="connsiteX7" fmla="*/ 776043 w 1548026"/>
              <a:gd name="connsiteY7" fmla="*/ 933345 h 3541970"/>
              <a:gd name="connsiteX8" fmla="*/ 725243 w 1548026"/>
              <a:gd name="connsiteY8" fmla="*/ 1094211 h 3541970"/>
              <a:gd name="connsiteX9" fmla="*/ 697981 w 1548026"/>
              <a:gd name="connsiteY9" fmla="*/ 2062798 h 3541970"/>
              <a:gd name="connsiteX10" fmla="*/ 786204 w 1548026"/>
              <a:gd name="connsiteY10" fmla="*/ 2674090 h 3541970"/>
              <a:gd name="connsiteX11" fmla="*/ 1304363 w 1548026"/>
              <a:gd name="connsiteY11" fmla="*/ 3153572 h 3541970"/>
              <a:gd name="connsiteX12" fmla="*/ 1548026 w 1548026"/>
              <a:gd name="connsiteY12" fmla="*/ 3398571 h 3541970"/>
              <a:gd name="connsiteX13" fmla="*/ 1403556 w 1548026"/>
              <a:gd name="connsiteY13" fmla="*/ 3541970 h 3541970"/>
              <a:gd name="connsiteX14" fmla="*/ 743247 w 1548026"/>
              <a:gd name="connsiteY14" fmla="*/ 2985068 h 3541970"/>
              <a:gd name="connsiteX15" fmla="*/ 529172 w 1548026"/>
              <a:gd name="connsiteY15" fmla="*/ 2991637 h 3541970"/>
              <a:gd name="connsiteX16" fmla="*/ 351907 w 1548026"/>
              <a:gd name="connsiteY16" fmla="*/ 3226072 h 3541970"/>
              <a:gd name="connsiteX17" fmla="*/ 161364 w 1548026"/>
              <a:gd name="connsiteY17" fmla="*/ 3510598 h 3541970"/>
              <a:gd name="connsiteX18" fmla="*/ 3884 w 1548026"/>
              <a:gd name="connsiteY18" fmla="*/ 3400531 h 3541970"/>
              <a:gd name="connsiteX19" fmla="*/ 357790 w 1548026"/>
              <a:gd name="connsiteY19" fmla="*/ 2860358 h 3541970"/>
              <a:gd name="connsiteX20" fmla="*/ 469104 w 1548026"/>
              <a:gd name="connsiteY20" fmla="*/ 2638531 h 3541970"/>
              <a:gd name="connsiteX21" fmla="*/ 482026 w 1548026"/>
              <a:gd name="connsiteY21" fmla="*/ 2128838 h 3541970"/>
              <a:gd name="connsiteX0" fmla="*/ 478142 w 1544142"/>
              <a:gd name="connsiteY0" fmla="*/ 2128838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72159 w 1544142"/>
              <a:gd name="connsiteY7" fmla="*/ 933345 h 3541970"/>
              <a:gd name="connsiteX8" fmla="*/ 721359 w 1544142"/>
              <a:gd name="connsiteY8" fmla="*/ 1094211 h 3541970"/>
              <a:gd name="connsiteX9" fmla="*/ 694097 w 1544142"/>
              <a:gd name="connsiteY9" fmla="*/ 2062798 h 3541970"/>
              <a:gd name="connsiteX10" fmla="*/ 782320 w 1544142"/>
              <a:gd name="connsiteY10" fmla="*/ 2674090 h 3541970"/>
              <a:gd name="connsiteX11" fmla="*/ 1300479 w 1544142"/>
              <a:gd name="connsiteY11" fmla="*/ 3153572 h 3541970"/>
              <a:gd name="connsiteX12" fmla="*/ 1544142 w 1544142"/>
              <a:gd name="connsiteY12" fmla="*/ 3398571 h 3541970"/>
              <a:gd name="connsiteX13" fmla="*/ 1399672 w 1544142"/>
              <a:gd name="connsiteY13" fmla="*/ 3541970 h 3541970"/>
              <a:gd name="connsiteX14" fmla="*/ 739363 w 1544142"/>
              <a:gd name="connsiteY14" fmla="*/ 2985068 h 3541970"/>
              <a:gd name="connsiteX15" fmla="*/ 525288 w 1544142"/>
              <a:gd name="connsiteY15" fmla="*/ 2991637 h 3541970"/>
              <a:gd name="connsiteX16" fmla="*/ 348023 w 1544142"/>
              <a:gd name="connsiteY16" fmla="*/ 3226072 h 3541970"/>
              <a:gd name="connsiteX17" fmla="*/ 157480 w 1544142"/>
              <a:gd name="connsiteY17" fmla="*/ 3510598 h 3541970"/>
              <a:gd name="connsiteX18" fmla="*/ 0 w 1544142"/>
              <a:gd name="connsiteY18" fmla="*/ 3400531 h 3541970"/>
              <a:gd name="connsiteX19" fmla="*/ 353906 w 1544142"/>
              <a:gd name="connsiteY19" fmla="*/ 2860358 h 3541970"/>
              <a:gd name="connsiteX20" fmla="*/ 465220 w 1544142"/>
              <a:gd name="connsiteY20" fmla="*/ 2638531 h 3541970"/>
              <a:gd name="connsiteX21" fmla="*/ 478142 w 1544142"/>
              <a:gd name="connsiteY21" fmla="*/ 2128838 h 3541970"/>
              <a:gd name="connsiteX0" fmla="*/ 478142 w 1544142"/>
              <a:gd name="connsiteY0" fmla="*/ 2128838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72159 w 1544142"/>
              <a:gd name="connsiteY7" fmla="*/ 933345 h 3541970"/>
              <a:gd name="connsiteX8" fmla="*/ 721359 w 1544142"/>
              <a:gd name="connsiteY8" fmla="*/ 1094211 h 3541970"/>
              <a:gd name="connsiteX9" fmla="*/ 694097 w 1544142"/>
              <a:gd name="connsiteY9" fmla="*/ 2062798 h 3541970"/>
              <a:gd name="connsiteX10" fmla="*/ 782320 w 1544142"/>
              <a:gd name="connsiteY10" fmla="*/ 2674090 h 3541970"/>
              <a:gd name="connsiteX11" fmla="*/ 1300479 w 1544142"/>
              <a:gd name="connsiteY11" fmla="*/ 3153572 h 3541970"/>
              <a:gd name="connsiteX12" fmla="*/ 1544142 w 1544142"/>
              <a:gd name="connsiteY12" fmla="*/ 3398571 h 3541970"/>
              <a:gd name="connsiteX13" fmla="*/ 1399672 w 1544142"/>
              <a:gd name="connsiteY13" fmla="*/ 3541970 h 3541970"/>
              <a:gd name="connsiteX14" fmla="*/ 739363 w 1544142"/>
              <a:gd name="connsiteY14" fmla="*/ 2985068 h 3541970"/>
              <a:gd name="connsiteX15" fmla="*/ 525288 w 1544142"/>
              <a:gd name="connsiteY15" fmla="*/ 2991637 h 3541970"/>
              <a:gd name="connsiteX16" fmla="*/ 348023 w 1544142"/>
              <a:gd name="connsiteY16" fmla="*/ 3226072 h 3541970"/>
              <a:gd name="connsiteX17" fmla="*/ 157480 w 1544142"/>
              <a:gd name="connsiteY17" fmla="*/ 3510598 h 3541970"/>
              <a:gd name="connsiteX18" fmla="*/ 0 w 1544142"/>
              <a:gd name="connsiteY18" fmla="*/ 3400531 h 3541970"/>
              <a:gd name="connsiteX19" fmla="*/ 298488 w 1544142"/>
              <a:gd name="connsiteY19" fmla="*/ 2928571 h 3541970"/>
              <a:gd name="connsiteX20" fmla="*/ 465220 w 1544142"/>
              <a:gd name="connsiteY20" fmla="*/ 2638531 h 3541970"/>
              <a:gd name="connsiteX21" fmla="*/ 478142 w 1544142"/>
              <a:gd name="connsiteY21" fmla="*/ 2128838 h 3541970"/>
              <a:gd name="connsiteX0" fmla="*/ 478142 w 1544142"/>
              <a:gd name="connsiteY0" fmla="*/ 2128838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72159 w 1544142"/>
              <a:gd name="connsiteY7" fmla="*/ 933345 h 3541970"/>
              <a:gd name="connsiteX8" fmla="*/ 721359 w 1544142"/>
              <a:gd name="connsiteY8" fmla="*/ 1094211 h 3541970"/>
              <a:gd name="connsiteX9" fmla="*/ 694097 w 1544142"/>
              <a:gd name="connsiteY9" fmla="*/ 2062798 h 3541970"/>
              <a:gd name="connsiteX10" fmla="*/ 782320 w 1544142"/>
              <a:gd name="connsiteY10" fmla="*/ 2674090 h 3541970"/>
              <a:gd name="connsiteX11" fmla="*/ 1300479 w 1544142"/>
              <a:gd name="connsiteY11" fmla="*/ 3153572 h 3541970"/>
              <a:gd name="connsiteX12" fmla="*/ 1544142 w 1544142"/>
              <a:gd name="connsiteY12" fmla="*/ 3398571 h 3541970"/>
              <a:gd name="connsiteX13" fmla="*/ 1399672 w 1544142"/>
              <a:gd name="connsiteY13" fmla="*/ 3541970 h 3541970"/>
              <a:gd name="connsiteX14" fmla="*/ 739363 w 1544142"/>
              <a:gd name="connsiteY14" fmla="*/ 2985068 h 3541970"/>
              <a:gd name="connsiteX15" fmla="*/ 525288 w 1544142"/>
              <a:gd name="connsiteY15" fmla="*/ 2991637 h 3541970"/>
              <a:gd name="connsiteX16" fmla="*/ 348023 w 1544142"/>
              <a:gd name="connsiteY16" fmla="*/ 3226072 h 3541970"/>
              <a:gd name="connsiteX17" fmla="*/ 157480 w 1544142"/>
              <a:gd name="connsiteY17" fmla="*/ 3510598 h 3541970"/>
              <a:gd name="connsiteX18" fmla="*/ 0 w 1544142"/>
              <a:gd name="connsiteY18" fmla="*/ 3400531 h 3541970"/>
              <a:gd name="connsiteX19" fmla="*/ 261543 w 1544142"/>
              <a:gd name="connsiteY19" fmla="*/ 3008153 h 3541970"/>
              <a:gd name="connsiteX20" fmla="*/ 465220 w 1544142"/>
              <a:gd name="connsiteY20" fmla="*/ 2638531 h 3541970"/>
              <a:gd name="connsiteX21" fmla="*/ 478142 w 1544142"/>
              <a:gd name="connsiteY21" fmla="*/ 2128838 h 3541970"/>
              <a:gd name="connsiteX0" fmla="*/ 478142 w 1544142"/>
              <a:gd name="connsiteY0" fmla="*/ 2128838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72159 w 1544142"/>
              <a:gd name="connsiteY7" fmla="*/ 933345 h 3541970"/>
              <a:gd name="connsiteX8" fmla="*/ 721359 w 1544142"/>
              <a:gd name="connsiteY8" fmla="*/ 1094211 h 3541970"/>
              <a:gd name="connsiteX9" fmla="*/ 694097 w 1544142"/>
              <a:gd name="connsiteY9" fmla="*/ 2062798 h 3541970"/>
              <a:gd name="connsiteX10" fmla="*/ 782320 w 1544142"/>
              <a:gd name="connsiteY10" fmla="*/ 2674090 h 3541970"/>
              <a:gd name="connsiteX11" fmla="*/ 1300479 w 1544142"/>
              <a:gd name="connsiteY11" fmla="*/ 3153572 h 3541970"/>
              <a:gd name="connsiteX12" fmla="*/ 1544142 w 1544142"/>
              <a:gd name="connsiteY12" fmla="*/ 3398571 h 3541970"/>
              <a:gd name="connsiteX13" fmla="*/ 1399672 w 1544142"/>
              <a:gd name="connsiteY13" fmla="*/ 3541970 h 3541970"/>
              <a:gd name="connsiteX14" fmla="*/ 739363 w 1544142"/>
              <a:gd name="connsiteY14" fmla="*/ 2985068 h 3541970"/>
              <a:gd name="connsiteX15" fmla="*/ 525288 w 1544142"/>
              <a:gd name="connsiteY15" fmla="*/ 2991637 h 3541970"/>
              <a:gd name="connsiteX16" fmla="*/ 348023 w 1544142"/>
              <a:gd name="connsiteY16" fmla="*/ 3226072 h 3541970"/>
              <a:gd name="connsiteX17" fmla="*/ 157480 w 1544142"/>
              <a:gd name="connsiteY17" fmla="*/ 3510598 h 3541970"/>
              <a:gd name="connsiteX18" fmla="*/ 0 w 1544142"/>
              <a:gd name="connsiteY18" fmla="*/ 3400531 h 3541970"/>
              <a:gd name="connsiteX19" fmla="*/ 261543 w 1544142"/>
              <a:gd name="connsiteY19" fmla="*/ 3008153 h 3541970"/>
              <a:gd name="connsiteX20" fmla="*/ 465220 w 1544142"/>
              <a:gd name="connsiteY20" fmla="*/ 2638531 h 3541970"/>
              <a:gd name="connsiteX21" fmla="*/ 478142 w 1544142"/>
              <a:gd name="connsiteY21" fmla="*/ 2128838 h 3541970"/>
              <a:gd name="connsiteX0" fmla="*/ 478142 w 1544142"/>
              <a:gd name="connsiteY0" fmla="*/ 2128838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72159 w 1544142"/>
              <a:gd name="connsiteY7" fmla="*/ 933345 h 3541970"/>
              <a:gd name="connsiteX8" fmla="*/ 721359 w 1544142"/>
              <a:gd name="connsiteY8" fmla="*/ 1094211 h 3541970"/>
              <a:gd name="connsiteX9" fmla="*/ 694097 w 1544142"/>
              <a:gd name="connsiteY9" fmla="*/ 2062798 h 3541970"/>
              <a:gd name="connsiteX10" fmla="*/ 782320 w 1544142"/>
              <a:gd name="connsiteY10" fmla="*/ 2674090 h 3541970"/>
              <a:gd name="connsiteX11" fmla="*/ 1300479 w 1544142"/>
              <a:gd name="connsiteY11" fmla="*/ 3153572 h 3541970"/>
              <a:gd name="connsiteX12" fmla="*/ 1544142 w 1544142"/>
              <a:gd name="connsiteY12" fmla="*/ 3398571 h 3541970"/>
              <a:gd name="connsiteX13" fmla="*/ 1399672 w 1544142"/>
              <a:gd name="connsiteY13" fmla="*/ 3541970 h 3541970"/>
              <a:gd name="connsiteX14" fmla="*/ 739363 w 1544142"/>
              <a:gd name="connsiteY14" fmla="*/ 2985068 h 3541970"/>
              <a:gd name="connsiteX15" fmla="*/ 525288 w 1544142"/>
              <a:gd name="connsiteY15" fmla="*/ 2991637 h 3541970"/>
              <a:gd name="connsiteX16" fmla="*/ 348023 w 1544142"/>
              <a:gd name="connsiteY16" fmla="*/ 3226072 h 3541970"/>
              <a:gd name="connsiteX17" fmla="*/ 157480 w 1544142"/>
              <a:gd name="connsiteY17" fmla="*/ 3510598 h 3541970"/>
              <a:gd name="connsiteX18" fmla="*/ 0 w 1544142"/>
              <a:gd name="connsiteY18" fmla="*/ 3400531 h 3541970"/>
              <a:gd name="connsiteX19" fmla="*/ 243070 w 1544142"/>
              <a:gd name="connsiteY19" fmla="*/ 2985415 h 3541970"/>
              <a:gd name="connsiteX20" fmla="*/ 465220 w 1544142"/>
              <a:gd name="connsiteY20" fmla="*/ 2638531 h 3541970"/>
              <a:gd name="connsiteX21" fmla="*/ 478142 w 1544142"/>
              <a:gd name="connsiteY21" fmla="*/ 2128838 h 3541970"/>
              <a:gd name="connsiteX0" fmla="*/ 478142 w 1544142"/>
              <a:gd name="connsiteY0" fmla="*/ 2128838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72159 w 1544142"/>
              <a:gd name="connsiteY7" fmla="*/ 933345 h 3541970"/>
              <a:gd name="connsiteX8" fmla="*/ 721359 w 1544142"/>
              <a:gd name="connsiteY8" fmla="*/ 1094211 h 3541970"/>
              <a:gd name="connsiteX9" fmla="*/ 694097 w 1544142"/>
              <a:gd name="connsiteY9" fmla="*/ 2062798 h 3541970"/>
              <a:gd name="connsiteX10" fmla="*/ 782320 w 1544142"/>
              <a:gd name="connsiteY10" fmla="*/ 2674090 h 3541970"/>
              <a:gd name="connsiteX11" fmla="*/ 1300479 w 1544142"/>
              <a:gd name="connsiteY11" fmla="*/ 3153572 h 3541970"/>
              <a:gd name="connsiteX12" fmla="*/ 1544142 w 1544142"/>
              <a:gd name="connsiteY12" fmla="*/ 3398571 h 3541970"/>
              <a:gd name="connsiteX13" fmla="*/ 1399672 w 1544142"/>
              <a:gd name="connsiteY13" fmla="*/ 3541970 h 3541970"/>
              <a:gd name="connsiteX14" fmla="*/ 739363 w 1544142"/>
              <a:gd name="connsiteY14" fmla="*/ 2985068 h 3541970"/>
              <a:gd name="connsiteX15" fmla="*/ 525288 w 1544142"/>
              <a:gd name="connsiteY15" fmla="*/ 2991637 h 3541970"/>
              <a:gd name="connsiteX16" fmla="*/ 348023 w 1544142"/>
              <a:gd name="connsiteY16" fmla="*/ 3226072 h 3541970"/>
              <a:gd name="connsiteX17" fmla="*/ 157480 w 1544142"/>
              <a:gd name="connsiteY17" fmla="*/ 3510598 h 3541970"/>
              <a:gd name="connsiteX18" fmla="*/ 0 w 1544142"/>
              <a:gd name="connsiteY18" fmla="*/ 3400531 h 3541970"/>
              <a:gd name="connsiteX19" fmla="*/ 243070 w 1544142"/>
              <a:gd name="connsiteY19" fmla="*/ 2985415 h 3541970"/>
              <a:gd name="connsiteX20" fmla="*/ 465220 w 1544142"/>
              <a:gd name="connsiteY20" fmla="*/ 2638531 h 3541970"/>
              <a:gd name="connsiteX21" fmla="*/ 478142 w 1544142"/>
              <a:gd name="connsiteY21" fmla="*/ 2128838 h 3541970"/>
              <a:gd name="connsiteX0" fmla="*/ 478142 w 1544142"/>
              <a:gd name="connsiteY0" fmla="*/ 2128838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72159 w 1544142"/>
              <a:gd name="connsiteY7" fmla="*/ 933345 h 3541970"/>
              <a:gd name="connsiteX8" fmla="*/ 721359 w 1544142"/>
              <a:gd name="connsiteY8" fmla="*/ 1094211 h 3541970"/>
              <a:gd name="connsiteX9" fmla="*/ 694097 w 1544142"/>
              <a:gd name="connsiteY9" fmla="*/ 2062798 h 3541970"/>
              <a:gd name="connsiteX10" fmla="*/ 782320 w 1544142"/>
              <a:gd name="connsiteY10" fmla="*/ 2674090 h 3541970"/>
              <a:gd name="connsiteX11" fmla="*/ 1300479 w 1544142"/>
              <a:gd name="connsiteY11" fmla="*/ 3153572 h 3541970"/>
              <a:gd name="connsiteX12" fmla="*/ 1544142 w 1544142"/>
              <a:gd name="connsiteY12" fmla="*/ 3398571 h 3541970"/>
              <a:gd name="connsiteX13" fmla="*/ 1399672 w 1544142"/>
              <a:gd name="connsiteY13" fmla="*/ 3541970 h 3541970"/>
              <a:gd name="connsiteX14" fmla="*/ 739363 w 1544142"/>
              <a:gd name="connsiteY14" fmla="*/ 2985068 h 3541970"/>
              <a:gd name="connsiteX15" fmla="*/ 525288 w 1544142"/>
              <a:gd name="connsiteY15" fmla="*/ 2991637 h 3541970"/>
              <a:gd name="connsiteX16" fmla="*/ 348023 w 1544142"/>
              <a:gd name="connsiteY16" fmla="*/ 3226072 h 3541970"/>
              <a:gd name="connsiteX17" fmla="*/ 157480 w 1544142"/>
              <a:gd name="connsiteY17" fmla="*/ 3510598 h 3541970"/>
              <a:gd name="connsiteX18" fmla="*/ 0 w 1544142"/>
              <a:gd name="connsiteY18" fmla="*/ 3400531 h 3541970"/>
              <a:gd name="connsiteX19" fmla="*/ 270779 w 1544142"/>
              <a:gd name="connsiteY19" fmla="*/ 2962677 h 3541970"/>
              <a:gd name="connsiteX20" fmla="*/ 465220 w 1544142"/>
              <a:gd name="connsiteY20" fmla="*/ 2638531 h 3541970"/>
              <a:gd name="connsiteX21" fmla="*/ 478142 w 1544142"/>
              <a:gd name="connsiteY21" fmla="*/ 2128838 h 3541970"/>
              <a:gd name="connsiteX0" fmla="*/ 478142 w 1544142"/>
              <a:gd name="connsiteY0" fmla="*/ 2128838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72159 w 1544142"/>
              <a:gd name="connsiteY7" fmla="*/ 933345 h 3541970"/>
              <a:gd name="connsiteX8" fmla="*/ 721359 w 1544142"/>
              <a:gd name="connsiteY8" fmla="*/ 1094211 h 3541970"/>
              <a:gd name="connsiteX9" fmla="*/ 694097 w 1544142"/>
              <a:gd name="connsiteY9" fmla="*/ 2062798 h 3541970"/>
              <a:gd name="connsiteX10" fmla="*/ 782320 w 1544142"/>
              <a:gd name="connsiteY10" fmla="*/ 2674090 h 3541970"/>
              <a:gd name="connsiteX11" fmla="*/ 1300479 w 1544142"/>
              <a:gd name="connsiteY11" fmla="*/ 3153572 h 3541970"/>
              <a:gd name="connsiteX12" fmla="*/ 1544142 w 1544142"/>
              <a:gd name="connsiteY12" fmla="*/ 3398571 h 3541970"/>
              <a:gd name="connsiteX13" fmla="*/ 1399672 w 1544142"/>
              <a:gd name="connsiteY13" fmla="*/ 3541970 h 3541970"/>
              <a:gd name="connsiteX14" fmla="*/ 739363 w 1544142"/>
              <a:gd name="connsiteY14" fmla="*/ 2985068 h 3541970"/>
              <a:gd name="connsiteX15" fmla="*/ 525288 w 1544142"/>
              <a:gd name="connsiteY15" fmla="*/ 2991637 h 3541970"/>
              <a:gd name="connsiteX16" fmla="*/ 348023 w 1544142"/>
              <a:gd name="connsiteY16" fmla="*/ 3226072 h 3541970"/>
              <a:gd name="connsiteX17" fmla="*/ 157480 w 1544142"/>
              <a:gd name="connsiteY17" fmla="*/ 3510598 h 3541970"/>
              <a:gd name="connsiteX18" fmla="*/ 0 w 1544142"/>
              <a:gd name="connsiteY18" fmla="*/ 3400531 h 3541970"/>
              <a:gd name="connsiteX19" fmla="*/ 465220 w 1544142"/>
              <a:gd name="connsiteY19" fmla="*/ 2638531 h 3541970"/>
              <a:gd name="connsiteX20" fmla="*/ 478142 w 1544142"/>
              <a:gd name="connsiteY20" fmla="*/ 2128838 h 3541970"/>
              <a:gd name="connsiteX0" fmla="*/ 465220 w 1544142"/>
              <a:gd name="connsiteY0" fmla="*/ 2638531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72159 w 1544142"/>
              <a:gd name="connsiteY7" fmla="*/ 933345 h 3541970"/>
              <a:gd name="connsiteX8" fmla="*/ 721359 w 1544142"/>
              <a:gd name="connsiteY8" fmla="*/ 1094211 h 3541970"/>
              <a:gd name="connsiteX9" fmla="*/ 694097 w 1544142"/>
              <a:gd name="connsiteY9" fmla="*/ 2062798 h 3541970"/>
              <a:gd name="connsiteX10" fmla="*/ 782320 w 1544142"/>
              <a:gd name="connsiteY10" fmla="*/ 2674090 h 3541970"/>
              <a:gd name="connsiteX11" fmla="*/ 1300479 w 1544142"/>
              <a:gd name="connsiteY11" fmla="*/ 3153572 h 3541970"/>
              <a:gd name="connsiteX12" fmla="*/ 1544142 w 1544142"/>
              <a:gd name="connsiteY12" fmla="*/ 3398571 h 3541970"/>
              <a:gd name="connsiteX13" fmla="*/ 1399672 w 1544142"/>
              <a:gd name="connsiteY13" fmla="*/ 3541970 h 3541970"/>
              <a:gd name="connsiteX14" fmla="*/ 739363 w 1544142"/>
              <a:gd name="connsiteY14" fmla="*/ 2985068 h 3541970"/>
              <a:gd name="connsiteX15" fmla="*/ 525288 w 1544142"/>
              <a:gd name="connsiteY15" fmla="*/ 2991637 h 3541970"/>
              <a:gd name="connsiteX16" fmla="*/ 348023 w 1544142"/>
              <a:gd name="connsiteY16" fmla="*/ 3226072 h 3541970"/>
              <a:gd name="connsiteX17" fmla="*/ 157480 w 1544142"/>
              <a:gd name="connsiteY17" fmla="*/ 3510598 h 3541970"/>
              <a:gd name="connsiteX18" fmla="*/ 0 w 1544142"/>
              <a:gd name="connsiteY18" fmla="*/ 3400531 h 3541970"/>
              <a:gd name="connsiteX19" fmla="*/ 465220 w 1544142"/>
              <a:gd name="connsiteY19" fmla="*/ 2638531 h 3541970"/>
              <a:gd name="connsiteX0" fmla="*/ 465220 w 1544142"/>
              <a:gd name="connsiteY0" fmla="*/ 2638531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72159 w 1544142"/>
              <a:gd name="connsiteY7" fmla="*/ 933345 h 3541970"/>
              <a:gd name="connsiteX8" fmla="*/ 721359 w 1544142"/>
              <a:gd name="connsiteY8" fmla="*/ 1094211 h 3541970"/>
              <a:gd name="connsiteX9" fmla="*/ 694097 w 1544142"/>
              <a:gd name="connsiteY9" fmla="*/ 2062798 h 3541970"/>
              <a:gd name="connsiteX10" fmla="*/ 782320 w 1544142"/>
              <a:gd name="connsiteY10" fmla="*/ 2674090 h 3541970"/>
              <a:gd name="connsiteX11" fmla="*/ 1300479 w 1544142"/>
              <a:gd name="connsiteY11" fmla="*/ 3153572 h 3541970"/>
              <a:gd name="connsiteX12" fmla="*/ 1544142 w 1544142"/>
              <a:gd name="connsiteY12" fmla="*/ 3398571 h 3541970"/>
              <a:gd name="connsiteX13" fmla="*/ 1399672 w 1544142"/>
              <a:gd name="connsiteY13" fmla="*/ 3541970 h 3541970"/>
              <a:gd name="connsiteX14" fmla="*/ 739363 w 1544142"/>
              <a:gd name="connsiteY14" fmla="*/ 2985068 h 3541970"/>
              <a:gd name="connsiteX15" fmla="*/ 525288 w 1544142"/>
              <a:gd name="connsiteY15" fmla="*/ 2991637 h 3541970"/>
              <a:gd name="connsiteX16" fmla="*/ 348023 w 1544142"/>
              <a:gd name="connsiteY16" fmla="*/ 3226072 h 3541970"/>
              <a:gd name="connsiteX17" fmla="*/ 157480 w 1544142"/>
              <a:gd name="connsiteY17" fmla="*/ 3510598 h 3541970"/>
              <a:gd name="connsiteX18" fmla="*/ 0 w 1544142"/>
              <a:gd name="connsiteY18" fmla="*/ 3400531 h 3541970"/>
              <a:gd name="connsiteX19" fmla="*/ 465220 w 1544142"/>
              <a:gd name="connsiteY19" fmla="*/ 2638531 h 3541970"/>
              <a:gd name="connsiteX0" fmla="*/ 465220 w 1544142"/>
              <a:gd name="connsiteY0" fmla="*/ 2638531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72159 w 1544142"/>
              <a:gd name="connsiteY7" fmla="*/ 933345 h 3541970"/>
              <a:gd name="connsiteX8" fmla="*/ 721359 w 1544142"/>
              <a:gd name="connsiteY8" fmla="*/ 1094211 h 3541970"/>
              <a:gd name="connsiteX9" fmla="*/ 694097 w 1544142"/>
              <a:gd name="connsiteY9" fmla="*/ 2062798 h 3541970"/>
              <a:gd name="connsiteX10" fmla="*/ 782320 w 1544142"/>
              <a:gd name="connsiteY10" fmla="*/ 2674090 h 3541970"/>
              <a:gd name="connsiteX11" fmla="*/ 1300479 w 1544142"/>
              <a:gd name="connsiteY11" fmla="*/ 3153572 h 3541970"/>
              <a:gd name="connsiteX12" fmla="*/ 1544142 w 1544142"/>
              <a:gd name="connsiteY12" fmla="*/ 3398571 h 3541970"/>
              <a:gd name="connsiteX13" fmla="*/ 1399672 w 1544142"/>
              <a:gd name="connsiteY13" fmla="*/ 3541970 h 3541970"/>
              <a:gd name="connsiteX14" fmla="*/ 739363 w 1544142"/>
              <a:gd name="connsiteY14" fmla="*/ 2985068 h 3541970"/>
              <a:gd name="connsiteX15" fmla="*/ 525288 w 1544142"/>
              <a:gd name="connsiteY15" fmla="*/ 2991637 h 3541970"/>
              <a:gd name="connsiteX16" fmla="*/ 348023 w 1544142"/>
              <a:gd name="connsiteY16" fmla="*/ 3226072 h 3541970"/>
              <a:gd name="connsiteX17" fmla="*/ 157480 w 1544142"/>
              <a:gd name="connsiteY17" fmla="*/ 3510598 h 3541970"/>
              <a:gd name="connsiteX18" fmla="*/ 0 w 1544142"/>
              <a:gd name="connsiteY18" fmla="*/ 3400531 h 3541970"/>
              <a:gd name="connsiteX19" fmla="*/ 465220 w 1544142"/>
              <a:gd name="connsiteY19" fmla="*/ 2638531 h 3541970"/>
              <a:gd name="connsiteX0" fmla="*/ 465220 w 1544142"/>
              <a:gd name="connsiteY0" fmla="*/ 2638531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72159 w 1544142"/>
              <a:gd name="connsiteY7" fmla="*/ 933345 h 3541970"/>
              <a:gd name="connsiteX8" fmla="*/ 721359 w 1544142"/>
              <a:gd name="connsiteY8" fmla="*/ 1094211 h 3541970"/>
              <a:gd name="connsiteX9" fmla="*/ 694097 w 1544142"/>
              <a:gd name="connsiteY9" fmla="*/ 2062798 h 3541970"/>
              <a:gd name="connsiteX10" fmla="*/ 782320 w 1544142"/>
              <a:gd name="connsiteY10" fmla="*/ 2674090 h 3541970"/>
              <a:gd name="connsiteX11" fmla="*/ 1300479 w 1544142"/>
              <a:gd name="connsiteY11" fmla="*/ 3153572 h 3541970"/>
              <a:gd name="connsiteX12" fmla="*/ 1544142 w 1544142"/>
              <a:gd name="connsiteY12" fmla="*/ 3398571 h 3541970"/>
              <a:gd name="connsiteX13" fmla="*/ 1399672 w 1544142"/>
              <a:gd name="connsiteY13" fmla="*/ 3541970 h 3541970"/>
              <a:gd name="connsiteX14" fmla="*/ 739363 w 1544142"/>
              <a:gd name="connsiteY14" fmla="*/ 2985068 h 3541970"/>
              <a:gd name="connsiteX15" fmla="*/ 525288 w 1544142"/>
              <a:gd name="connsiteY15" fmla="*/ 2991637 h 3541970"/>
              <a:gd name="connsiteX16" fmla="*/ 348023 w 1544142"/>
              <a:gd name="connsiteY16" fmla="*/ 3226072 h 3541970"/>
              <a:gd name="connsiteX17" fmla="*/ 157480 w 1544142"/>
              <a:gd name="connsiteY17" fmla="*/ 3510598 h 3541970"/>
              <a:gd name="connsiteX18" fmla="*/ 0 w 1544142"/>
              <a:gd name="connsiteY18" fmla="*/ 3400531 h 3541970"/>
              <a:gd name="connsiteX19" fmla="*/ 465220 w 1544142"/>
              <a:gd name="connsiteY19" fmla="*/ 2638531 h 3541970"/>
              <a:gd name="connsiteX0" fmla="*/ 465220 w 1544142"/>
              <a:gd name="connsiteY0" fmla="*/ 2638531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72159 w 1544142"/>
              <a:gd name="connsiteY7" fmla="*/ 933345 h 3541970"/>
              <a:gd name="connsiteX8" fmla="*/ 721359 w 1544142"/>
              <a:gd name="connsiteY8" fmla="*/ 1094211 h 3541970"/>
              <a:gd name="connsiteX9" fmla="*/ 694097 w 1544142"/>
              <a:gd name="connsiteY9" fmla="*/ 2062798 h 3541970"/>
              <a:gd name="connsiteX10" fmla="*/ 782320 w 1544142"/>
              <a:gd name="connsiteY10" fmla="*/ 2674090 h 3541970"/>
              <a:gd name="connsiteX11" fmla="*/ 1300479 w 1544142"/>
              <a:gd name="connsiteY11" fmla="*/ 3153572 h 3541970"/>
              <a:gd name="connsiteX12" fmla="*/ 1544142 w 1544142"/>
              <a:gd name="connsiteY12" fmla="*/ 3398571 h 3541970"/>
              <a:gd name="connsiteX13" fmla="*/ 1399672 w 1544142"/>
              <a:gd name="connsiteY13" fmla="*/ 3541970 h 3541970"/>
              <a:gd name="connsiteX14" fmla="*/ 739363 w 1544142"/>
              <a:gd name="connsiteY14" fmla="*/ 2985068 h 3541970"/>
              <a:gd name="connsiteX15" fmla="*/ 525288 w 1544142"/>
              <a:gd name="connsiteY15" fmla="*/ 2991637 h 3541970"/>
              <a:gd name="connsiteX16" fmla="*/ 348023 w 1544142"/>
              <a:gd name="connsiteY16" fmla="*/ 3226072 h 3541970"/>
              <a:gd name="connsiteX17" fmla="*/ 157480 w 1544142"/>
              <a:gd name="connsiteY17" fmla="*/ 3510598 h 3541970"/>
              <a:gd name="connsiteX18" fmla="*/ 0 w 1544142"/>
              <a:gd name="connsiteY18" fmla="*/ 3400531 h 3541970"/>
              <a:gd name="connsiteX19" fmla="*/ 465220 w 1544142"/>
              <a:gd name="connsiteY19" fmla="*/ 2638531 h 3541970"/>
              <a:gd name="connsiteX0" fmla="*/ 465220 w 1544142"/>
              <a:gd name="connsiteY0" fmla="*/ 2638531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72159 w 1544142"/>
              <a:gd name="connsiteY7" fmla="*/ 933345 h 3541970"/>
              <a:gd name="connsiteX8" fmla="*/ 721359 w 1544142"/>
              <a:gd name="connsiteY8" fmla="*/ 1094211 h 3541970"/>
              <a:gd name="connsiteX9" fmla="*/ 694097 w 1544142"/>
              <a:gd name="connsiteY9" fmla="*/ 2062798 h 3541970"/>
              <a:gd name="connsiteX10" fmla="*/ 782320 w 1544142"/>
              <a:gd name="connsiteY10" fmla="*/ 2674090 h 3541970"/>
              <a:gd name="connsiteX11" fmla="*/ 1300479 w 1544142"/>
              <a:gd name="connsiteY11" fmla="*/ 3153572 h 3541970"/>
              <a:gd name="connsiteX12" fmla="*/ 1544142 w 1544142"/>
              <a:gd name="connsiteY12" fmla="*/ 3398571 h 3541970"/>
              <a:gd name="connsiteX13" fmla="*/ 1399672 w 1544142"/>
              <a:gd name="connsiteY13" fmla="*/ 3541970 h 3541970"/>
              <a:gd name="connsiteX14" fmla="*/ 739363 w 1544142"/>
              <a:gd name="connsiteY14" fmla="*/ 2985068 h 3541970"/>
              <a:gd name="connsiteX15" fmla="*/ 525288 w 1544142"/>
              <a:gd name="connsiteY15" fmla="*/ 2991637 h 3541970"/>
              <a:gd name="connsiteX16" fmla="*/ 348023 w 1544142"/>
              <a:gd name="connsiteY16" fmla="*/ 3226072 h 3541970"/>
              <a:gd name="connsiteX17" fmla="*/ 157480 w 1544142"/>
              <a:gd name="connsiteY17" fmla="*/ 3510598 h 3541970"/>
              <a:gd name="connsiteX18" fmla="*/ 0 w 1544142"/>
              <a:gd name="connsiteY18" fmla="*/ 3400531 h 3541970"/>
              <a:gd name="connsiteX19" fmla="*/ 465220 w 1544142"/>
              <a:gd name="connsiteY19" fmla="*/ 2638531 h 3541970"/>
              <a:gd name="connsiteX0" fmla="*/ 465220 w 1544142"/>
              <a:gd name="connsiteY0" fmla="*/ 2638531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72159 w 1544142"/>
              <a:gd name="connsiteY7" fmla="*/ 933345 h 3541970"/>
              <a:gd name="connsiteX8" fmla="*/ 721359 w 1544142"/>
              <a:gd name="connsiteY8" fmla="*/ 1094211 h 3541970"/>
              <a:gd name="connsiteX9" fmla="*/ 694097 w 1544142"/>
              <a:gd name="connsiteY9" fmla="*/ 2062798 h 3541970"/>
              <a:gd name="connsiteX10" fmla="*/ 782320 w 1544142"/>
              <a:gd name="connsiteY10" fmla="*/ 2674090 h 3541970"/>
              <a:gd name="connsiteX11" fmla="*/ 1300479 w 1544142"/>
              <a:gd name="connsiteY11" fmla="*/ 3153572 h 3541970"/>
              <a:gd name="connsiteX12" fmla="*/ 1544142 w 1544142"/>
              <a:gd name="connsiteY12" fmla="*/ 3398571 h 3541970"/>
              <a:gd name="connsiteX13" fmla="*/ 1399672 w 1544142"/>
              <a:gd name="connsiteY13" fmla="*/ 3541970 h 3541970"/>
              <a:gd name="connsiteX14" fmla="*/ 739363 w 1544142"/>
              <a:gd name="connsiteY14" fmla="*/ 2985068 h 3541970"/>
              <a:gd name="connsiteX15" fmla="*/ 525288 w 1544142"/>
              <a:gd name="connsiteY15" fmla="*/ 2991637 h 3541970"/>
              <a:gd name="connsiteX16" fmla="*/ 348023 w 1544142"/>
              <a:gd name="connsiteY16" fmla="*/ 3226072 h 3541970"/>
              <a:gd name="connsiteX17" fmla="*/ 157480 w 1544142"/>
              <a:gd name="connsiteY17" fmla="*/ 3510598 h 3541970"/>
              <a:gd name="connsiteX18" fmla="*/ 0 w 1544142"/>
              <a:gd name="connsiteY18" fmla="*/ 3400531 h 3541970"/>
              <a:gd name="connsiteX19" fmla="*/ 465220 w 1544142"/>
              <a:gd name="connsiteY19" fmla="*/ 2638531 h 3541970"/>
              <a:gd name="connsiteX0" fmla="*/ 465220 w 1544142"/>
              <a:gd name="connsiteY0" fmla="*/ 2638531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72159 w 1544142"/>
              <a:gd name="connsiteY7" fmla="*/ 933345 h 3541970"/>
              <a:gd name="connsiteX8" fmla="*/ 721359 w 1544142"/>
              <a:gd name="connsiteY8" fmla="*/ 1094211 h 3541970"/>
              <a:gd name="connsiteX9" fmla="*/ 694097 w 1544142"/>
              <a:gd name="connsiteY9" fmla="*/ 2062798 h 3541970"/>
              <a:gd name="connsiteX10" fmla="*/ 782320 w 1544142"/>
              <a:gd name="connsiteY10" fmla="*/ 2674090 h 3541970"/>
              <a:gd name="connsiteX11" fmla="*/ 1300479 w 1544142"/>
              <a:gd name="connsiteY11" fmla="*/ 3153572 h 3541970"/>
              <a:gd name="connsiteX12" fmla="*/ 1544142 w 1544142"/>
              <a:gd name="connsiteY12" fmla="*/ 3398571 h 3541970"/>
              <a:gd name="connsiteX13" fmla="*/ 1399672 w 1544142"/>
              <a:gd name="connsiteY13" fmla="*/ 3541970 h 3541970"/>
              <a:gd name="connsiteX14" fmla="*/ 739363 w 1544142"/>
              <a:gd name="connsiteY14" fmla="*/ 2985068 h 3541970"/>
              <a:gd name="connsiteX15" fmla="*/ 525288 w 1544142"/>
              <a:gd name="connsiteY15" fmla="*/ 2991637 h 3541970"/>
              <a:gd name="connsiteX16" fmla="*/ 348023 w 1544142"/>
              <a:gd name="connsiteY16" fmla="*/ 3226072 h 3541970"/>
              <a:gd name="connsiteX17" fmla="*/ 157480 w 1544142"/>
              <a:gd name="connsiteY17" fmla="*/ 3510598 h 3541970"/>
              <a:gd name="connsiteX18" fmla="*/ 0 w 1544142"/>
              <a:gd name="connsiteY18" fmla="*/ 3400531 h 3541970"/>
              <a:gd name="connsiteX19" fmla="*/ 465220 w 1544142"/>
              <a:gd name="connsiteY19" fmla="*/ 2638531 h 3541970"/>
              <a:gd name="connsiteX0" fmla="*/ 465220 w 1544142"/>
              <a:gd name="connsiteY0" fmla="*/ 2638531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72159 w 1544142"/>
              <a:gd name="connsiteY7" fmla="*/ 933345 h 3541970"/>
              <a:gd name="connsiteX8" fmla="*/ 721359 w 1544142"/>
              <a:gd name="connsiteY8" fmla="*/ 1094211 h 3541970"/>
              <a:gd name="connsiteX9" fmla="*/ 694097 w 1544142"/>
              <a:gd name="connsiteY9" fmla="*/ 2062798 h 3541970"/>
              <a:gd name="connsiteX10" fmla="*/ 782320 w 1544142"/>
              <a:gd name="connsiteY10" fmla="*/ 2674090 h 3541970"/>
              <a:gd name="connsiteX11" fmla="*/ 1544142 w 1544142"/>
              <a:gd name="connsiteY11" fmla="*/ 3398571 h 3541970"/>
              <a:gd name="connsiteX12" fmla="*/ 1399672 w 1544142"/>
              <a:gd name="connsiteY12" fmla="*/ 3541970 h 3541970"/>
              <a:gd name="connsiteX13" fmla="*/ 739363 w 1544142"/>
              <a:gd name="connsiteY13" fmla="*/ 2985068 h 3541970"/>
              <a:gd name="connsiteX14" fmla="*/ 525288 w 1544142"/>
              <a:gd name="connsiteY14" fmla="*/ 2991637 h 3541970"/>
              <a:gd name="connsiteX15" fmla="*/ 348023 w 1544142"/>
              <a:gd name="connsiteY15" fmla="*/ 3226072 h 3541970"/>
              <a:gd name="connsiteX16" fmla="*/ 157480 w 1544142"/>
              <a:gd name="connsiteY16" fmla="*/ 3510598 h 3541970"/>
              <a:gd name="connsiteX17" fmla="*/ 0 w 1544142"/>
              <a:gd name="connsiteY17" fmla="*/ 3400531 h 3541970"/>
              <a:gd name="connsiteX18" fmla="*/ 465220 w 1544142"/>
              <a:gd name="connsiteY18" fmla="*/ 2638531 h 3541970"/>
              <a:gd name="connsiteX0" fmla="*/ 465220 w 1544142"/>
              <a:gd name="connsiteY0" fmla="*/ 2638531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72159 w 1544142"/>
              <a:gd name="connsiteY7" fmla="*/ 933345 h 3541970"/>
              <a:gd name="connsiteX8" fmla="*/ 721359 w 1544142"/>
              <a:gd name="connsiteY8" fmla="*/ 1094211 h 3541970"/>
              <a:gd name="connsiteX9" fmla="*/ 694097 w 1544142"/>
              <a:gd name="connsiteY9" fmla="*/ 2062798 h 3541970"/>
              <a:gd name="connsiteX10" fmla="*/ 782320 w 1544142"/>
              <a:gd name="connsiteY10" fmla="*/ 2674090 h 3541970"/>
              <a:gd name="connsiteX11" fmla="*/ 1544142 w 1544142"/>
              <a:gd name="connsiteY11" fmla="*/ 3398571 h 3541970"/>
              <a:gd name="connsiteX12" fmla="*/ 1399672 w 1544142"/>
              <a:gd name="connsiteY12" fmla="*/ 3541970 h 3541970"/>
              <a:gd name="connsiteX13" fmla="*/ 739363 w 1544142"/>
              <a:gd name="connsiteY13" fmla="*/ 2985068 h 3541970"/>
              <a:gd name="connsiteX14" fmla="*/ 525288 w 1544142"/>
              <a:gd name="connsiteY14" fmla="*/ 2991637 h 3541970"/>
              <a:gd name="connsiteX15" fmla="*/ 348023 w 1544142"/>
              <a:gd name="connsiteY15" fmla="*/ 3226072 h 3541970"/>
              <a:gd name="connsiteX16" fmla="*/ 157480 w 1544142"/>
              <a:gd name="connsiteY16" fmla="*/ 3510598 h 3541970"/>
              <a:gd name="connsiteX17" fmla="*/ 0 w 1544142"/>
              <a:gd name="connsiteY17" fmla="*/ 3400531 h 3541970"/>
              <a:gd name="connsiteX18" fmla="*/ 465220 w 1544142"/>
              <a:gd name="connsiteY18" fmla="*/ 2638531 h 3541970"/>
              <a:gd name="connsiteX0" fmla="*/ 465220 w 1544142"/>
              <a:gd name="connsiteY0" fmla="*/ 2638531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72159 w 1544142"/>
              <a:gd name="connsiteY7" fmla="*/ 933345 h 3541970"/>
              <a:gd name="connsiteX8" fmla="*/ 721359 w 1544142"/>
              <a:gd name="connsiteY8" fmla="*/ 1094211 h 3541970"/>
              <a:gd name="connsiteX9" fmla="*/ 694097 w 1544142"/>
              <a:gd name="connsiteY9" fmla="*/ 2062798 h 3541970"/>
              <a:gd name="connsiteX10" fmla="*/ 782320 w 1544142"/>
              <a:gd name="connsiteY10" fmla="*/ 2674090 h 3541970"/>
              <a:gd name="connsiteX11" fmla="*/ 1544142 w 1544142"/>
              <a:gd name="connsiteY11" fmla="*/ 3398571 h 3541970"/>
              <a:gd name="connsiteX12" fmla="*/ 1399672 w 1544142"/>
              <a:gd name="connsiteY12" fmla="*/ 3541970 h 3541970"/>
              <a:gd name="connsiteX13" fmla="*/ 739363 w 1544142"/>
              <a:gd name="connsiteY13" fmla="*/ 2985068 h 3541970"/>
              <a:gd name="connsiteX14" fmla="*/ 348023 w 1544142"/>
              <a:gd name="connsiteY14" fmla="*/ 3226072 h 3541970"/>
              <a:gd name="connsiteX15" fmla="*/ 157480 w 1544142"/>
              <a:gd name="connsiteY15" fmla="*/ 3510598 h 3541970"/>
              <a:gd name="connsiteX16" fmla="*/ 0 w 1544142"/>
              <a:gd name="connsiteY16" fmla="*/ 3400531 h 3541970"/>
              <a:gd name="connsiteX17" fmla="*/ 465220 w 1544142"/>
              <a:gd name="connsiteY17" fmla="*/ 2638531 h 3541970"/>
              <a:gd name="connsiteX0" fmla="*/ 465220 w 1544142"/>
              <a:gd name="connsiteY0" fmla="*/ 2638531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72159 w 1544142"/>
              <a:gd name="connsiteY7" fmla="*/ 933345 h 3541970"/>
              <a:gd name="connsiteX8" fmla="*/ 721359 w 1544142"/>
              <a:gd name="connsiteY8" fmla="*/ 1094211 h 3541970"/>
              <a:gd name="connsiteX9" fmla="*/ 694097 w 1544142"/>
              <a:gd name="connsiteY9" fmla="*/ 2062798 h 3541970"/>
              <a:gd name="connsiteX10" fmla="*/ 782320 w 1544142"/>
              <a:gd name="connsiteY10" fmla="*/ 2674090 h 3541970"/>
              <a:gd name="connsiteX11" fmla="*/ 1544142 w 1544142"/>
              <a:gd name="connsiteY11" fmla="*/ 3398571 h 3541970"/>
              <a:gd name="connsiteX12" fmla="*/ 1399672 w 1544142"/>
              <a:gd name="connsiteY12" fmla="*/ 3541970 h 3541970"/>
              <a:gd name="connsiteX13" fmla="*/ 739363 w 1544142"/>
              <a:gd name="connsiteY13" fmla="*/ 2985068 h 3541970"/>
              <a:gd name="connsiteX14" fmla="*/ 157480 w 1544142"/>
              <a:gd name="connsiteY14" fmla="*/ 3510598 h 3541970"/>
              <a:gd name="connsiteX15" fmla="*/ 0 w 1544142"/>
              <a:gd name="connsiteY15" fmla="*/ 3400531 h 3541970"/>
              <a:gd name="connsiteX16" fmla="*/ 465220 w 1544142"/>
              <a:gd name="connsiteY16" fmla="*/ 2638531 h 3541970"/>
              <a:gd name="connsiteX0" fmla="*/ 465220 w 1544142"/>
              <a:gd name="connsiteY0" fmla="*/ 2638531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72159 w 1544142"/>
              <a:gd name="connsiteY7" fmla="*/ 933345 h 3541970"/>
              <a:gd name="connsiteX8" fmla="*/ 721359 w 1544142"/>
              <a:gd name="connsiteY8" fmla="*/ 1094211 h 3541970"/>
              <a:gd name="connsiteX9" fmla="*/ 694097 w 1544142"/>
              <a:gd name="connsiteY9" fmla="*/ 2062798 h 3541970"/>
              <a:gd name="connsiteX10" fmla="*/ 782320 w 1544142"/>
              <a:gd name="connsiteY10" fmla="*/ 2674090 h 3541970"/>
              <a:gd name="connsiteX11" fmla="*/ 1544142 w 1544142"/>
              <a:gd name="connsiteY11" fmla="*/ 3398571 h 3541970"/>
              <a:gd name="connsiteX12" fmla="*/ 1399672 w 1544142"/>
              <a:gd name="connsiteY12" fmla="*/ 3541970 h 3541970"/>
              <a:gd name="connsiteX13" fmla="*/ 637763 w 1544142"/>
              <a:gd name="connsiteY13" fmla="*/ 2882748 h 3541970"/>
              <a:gd name="connsiteX14" fmla="*/ 157480 w 1544142"/>
              <a:gd name="connsiteY14" fmla="*/ 3510598 h 3541970"/>
              <a:gd name="connsiteX15" fmla="*/ 0 w 1544142"/>
              <a:gd name="connsiteY15" fmla="*/ 3400531 h 3541970"/>
              <a:gd name="connsiteX16" fmla="*/ 465220 w 1544142"/>
              <a:gd name="connsiteY16" fmla="*/ 2638531 h 3541970"/>
              <a:gd name="connsiteX0" fmla="*/ 465220 w 1544142"/>
              <a:gd name="connsiteY0" fmla="*/ 2638531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72159 w 1544142"/>
              <a:gd name="connsiteY7" fmla="*/ 933345 h 3541970"/>
              <a:gd name="connsiteX8" fmla="*/ 721359 w 1544142"/>
              <a:gd name="connsiteY8" fmla="*/ 1094211 h 3541970"/>
              <a:gd name="connsiteX9" fmla="*/ 694097 w 1544142"/>
              <a:gd name="connsiteY9" fmla="*/ 2062798 h 3541970"/>
              <a:gd name="connsiteX10" fmla="*/ 782320 w 1544142"/>
              <a:gd name="connsiteY10" fmla="*/ 2674090 h 3541970"/>
              <a:gd name="connsiteX11" fmla="*/ 1544142 w 1544142"/>
              <a:gd name="connsiteY11" fmla="*/ 3398571 h 3541970"/>
              <a:gd name="connsiteX12" fmla="*/ 1399672 w 1544142"/>
              <a:gd name="connsiteY12" fmla="*/ 3541970 h 3541970"/>
              <a:gd name="connsiteX13" fmla="*/ 637763 w 1544142"/>
              <a:gd name="connsiteY13" fmla="*/ 2882748 h 3541970"/>
              <a:gd name="connsiteX14" fmla="*/ 157480 w 1544142"/>
              <a:gd name="connsiteY14" fmla="*/ 3510598 h 3541970"/>
              <a:gd name="connsiteX15" fmla="*/ 0 w 1544142"/>
              <a:gd name="connsiteY15" fmla="*/ 3400531 h 3541970"/>
              <a:gd name="connsiteX16" fmla="*/ 465220 w 1544142"/>
              <a:gd name="connsiteY16" fmla="*/ 2638531 h 3541970"/>
              <a:gd name="connsiteX0" fmla="*/ 465220 w 1544142"/>
              <a:gd name="connsiteY0" fmla="*/ 2638531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72159 w 1544142"/>
              <a:gd name="connsiteY7" fmla="*/ 933345 h 3541970"/>
              <a:gd name="connsiteX8" fmla="*/ 721359 w 1544142"/>
              <a:gd name="connsiteY8" fmla="*/ 1094211 h 3541970"/>
              <a:gd name="connsiteX9" fmla="*/ 694097 w 1544142"/>
              <a:gd name="connsiteY9" fmla="*/ 2062798 h 3541970"/>
              <a:gd name="connsiteX10" fmla="*/ 782320 w 1544142"/>
              <a:gd name="connsiteY10" fmla="*/ 2674090 h 3541970"/>
              <a:gd name="connsiteX11" fmla="*/ 1544142 w 1544142"/>
              <a:gd name="connsiteY11" fmla="*/ 3398571 h 3541970"/>
              <a:gd name="connsiteX12" fmla="*/ 1399672 w 1544142"/>
              <a:gd name="connsiteY12" fmla="*/ 3541970 h 3541970"/>
              <a:gd name="connsiteX13" fmla="*/ 637763 w 1544142"/>
              <a:gd name="connsiteY13" fmla="*/ 2882748 h 3541970"/>
              <a:gd name="connsiteX14" fmla="*/ 157480 w 1544142"/>
              <a:gd name="connsiteY14" fmla="*/ 3510598 h 3541970"/>
              <a:gd name="connsiteX15" fmla="*/ 0 w 1544142"/>
              <a:gd name="connsiteY15" fmla="*/ 3400531 h 3541970"/>
              <a:gd name="connsiteX16" fmla="*/ 465220 w 1544142"/>
              <a:gd name="connsiteY16" fmla="*/ 2638531 h 3541970"/>
              <a:gd name="connsiteX0" fmla="*/ 465220 w 1544142"/>
              <a:gd name="connsiteY0" fmla="*/ 2638531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72159 w 1544142"/>
              <a:gd name="connsiteY7" fmla="*/ 933345 h 3541970"/>
              <a:gd name="connsiteX8" fmla="*/ 721359 w 1544142"/>
              <a:gd name="connsiteY8" fmla="*/ 1094211 h 3541970"/>
              <a:gd name="connsiteX9" fmla="*/ 694097 w 1544142"/>
              <a:gd name="connsiteY9" fmla="*/ 2062798 h 3541970"/>
              <a:gd name="connsiteX10" fmla="*/ 782320 w 1544142"/>
              <a:gd name="connsiteY10" fmla="*/ 2674090 h 3541970"/>
              <a:gd name="connsiteX11" fmla="*/ 1544142 w 1544142"/>
              <a:gd name="connsiteY11" fmla="*/ 3398571 h 3541970"/>
              <a:gd name="connsiteX12" fmla="*/ 1399672 w 1544142"/>
              <a:gd name="connsiteY12" fmla="*/ 3541970 h 3541970"/>
              <a:gd name="connsiteX13" fmla="*/ 637763 w 1544142"/>
              <a:gd name="connsiteY13" fmla="*/ 2882748 h 3541970"/>
              <a:gd name="connsiteX14" fmla="*/ 157480 w 1544142"/>
              <a:gd name="connsiteY14" fmla="*/ 3510598 h 3541970"/>
              <a:gd name="connsiteX15" fmla="*/ 0 w 1544142"/>
              <a:gd name="connsiteY15" fmla="*/ 3400531 h 3541970"/>
              <a:gd name="connsiteX16" fmla="*/ 465220 w 1544142"/>
              <a:gd name="connsiteY16" fmla="*/ 2638531 h 3541970"/>
              <a:gd name="connsiteX0" fmla="*/ 465220 w 1544142"/>
              <a:gd name="connsiteY0" fmla="*/ 2638531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72159 w 1544142"/>
              <a:gd name="connsiteY7" fmla="*/ 933345 h 3541970"/>
              <a:gd name="connsiteX8" fmla="*/ 721359 w 1544142"/>
              <a:gd name="connsiteY8" fmla="*/ 1094211 h 3541970"/>
              <a:gd name="connsiteX9" fmla="*/ 694097 w 1544142"/>
              <a:gd name="connsiteY9" fmla="*/ 2062798 h 3541970"/>
              <a:gd name="connsiteX10" fmla="*/ 782320 w 1544142"/>
              <a:gd name="connsiteY10" fmla="*/ 2674090 h 3541970"/>
              <a:gd name="connsiteX11" fmla="*/ 1544142 w 1544142"/>
              <a:gd name="connsiteY11" fmla="*/ 3398571 h 3541970"/>
              <a:gd name="connsiteX12" fmla="*/ 1399672 w 1544142"/>
              <a:gd name="connsiteY12" fmla="*/ 3541970 h 3541970"/>
              <a:gd name="connsiteX13" fmla="*/ 637763 w 1544142"/>
              <a:gd name="connsiteY13" fmla="*/ 2882748 h 3541970"/>
              <a:gd name="connsiteX14" fmla="*/ 157480 w 1544142"/>
              <a:gd name="connsiteY14" fmla="*/ 3510598 h 3541970"/>
              <a:gd name="connsiteX15" fmla="*/ 0 w 1544142"/>
              <a:gd name="connsiteY15" fmla="*/ 3400531 h 3541970"/>
              <a:gd name="connsiteX16" fmla="*/ 465220 w 1544142"/>
              <a:gd name="connsiteY16" fmla="*/ 2638531 h 3541970"/>
              <a:gd name="connsiteX0" fmla="*/ 465220 w 1544142"/>
              <a:gd name="connsiteY0" fmla="*/ 2638531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72159 w 1544142"/>
              <a:gd name="connsiteY7" fmla="*/ 933345 h 3541970"/>
              <a:gd name="connsiteX8" fmla="*/ 721359 w 1544142"/>
              <a:gd name="connsiteY8" fmla="*/ 1094211 h 3541970"/>
              <a:gd name="connsiteX9" fmla="*/ 782320 w 1544142"/>
              <a:gd name="connsiteY9" fmla="*/ 2674090 h 3541970"/>
              <a:gd name="connsiteX10" fmla="*/ 1544142 w 1544142"/>
              <a:gd name="connsiteY10" fmla="*/ 3398571 h 3541970"/>
              <a:gd name="connsiteX11" fmla="*/ 1399672 w 1544142"/>
              <a:gd name="connsiteY11" fmla="*/ 3541970 h 3541970"/>
              <a:gd name="connsiteX12" fmla="*/ 637763 w 1544142"/>
              <a:gd name="connsiteY12" fmla="*/ 2882748 h 3541970"/>
              <a:gd name="connsiteX13" fmla="*/ 157480 w 1544142"/>
              <a:gd name="connsiteY13" fmla="*/ 3510598 h 3541970"/>
              <a:gd name="connsiteX14" fmla="*/ 0 w 1544142"/>
              <a:gd name="connsiteY14" fmla="*/ 3400531 h 3541970"/>
              <a:gd name="connsiteX15" fmla="*/ 465220 w 1544142"/>
              <a:gd name="connsiteY15" fmla="*/ 2638531 h 3541970"/>
              <a:gd name="connsiteX0" fmla="*/ 465220 w 1544142"/>
              <a:gd name="connsiteY0" fmla="*/ 2638531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72159 w 1544142"/>
              <a:gd name="connsiteY7" fmla="*/ 933345 h 3541970"/>
              <a:gd name="connsiteX8" fmla="*/ 782320 w 1544142"/>
              <a:gd name="connsiteY8" fmla="*/ 2674090 h 3541970"/>
              <a:gd name="connsiteX9" fmla="*/ 1544142 w 1544142"/>
              <a:gd name="connsiteY9" fmla="*/ 3398571 h 3541970"/>
              <a:gd name="connsiteX10" fmla="*/ 1399672 w 1544142"/>
              <a:gd name="connsiteY10" fmla="*/ 3541970 h 3541970"/>
              <a:gd name="connsiteX11" fmla="*/ 637763 w 1544142"/>
              <a:gd name="connsiteY11" fmla="*/ 2882748 h 3541970"/>
              <a:gd name="connsiteX12" fmla="*/ 157480 w 1544142"/>
              <a:gd name="connsiteY12" fmla="*/ 3510598 h 3541970"/>
              <a:gd name="connsiteX13" fmla="*/ 0 w 1544142"/>
              <a:gd name="connsiteY13" fmla="*/ 3400531 h 3541970"/>
              <a:gd name="connsiteX14" fmla="*/ 465220 w 1544142"/>
              <a:gd name="connsiteY14" fmla="*/ 2638531 h 3541970"/>
              <a:gd name="connsiteX0" fmla="*/ 465220 w 1544142"/>
              <a:gd name="connsiteY0" fmla="*/ 2638531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72159 w 1544142"/>
              <a:gd name="connsiteY7" fmla="*/ 933345 h 3541970"/>
              <a:gd name="connsiteX8" fmla="*/ 782320 w 1544142"/>
              <a:gd name="connsiteY8" fmla="*/ 2674090 h 3541970"/>
              <a:gd name="connsiteX9" fmla="*/ 1544142 w 1544142"/>
              <a:gd name="connsiteY9" fmla="*/ 3398571 h 3541970"/>
              <a:gd name="connsiteX10" fmla="*/ 1399672 w 1544142"/>
              <a:gd name="connsiteY10" fmla="*/ 3541970 h 3541970"/>
              <a:gd name="connsiteX11" fmla="*/ 637763 w 1544142"/>
              <a:gd name="connsiteY11" fmla="*/ 2882748 h 3541970"/>
              <a:gd name="connsiteX12" fmla="*/ 157480 w 1544142"/>
              <a:gd name="connsiteY12" fmla="*/ 3510598 h 3541970"/>
              <a:gd name="connsiteX13" fmla="*/ 0 w 1544142"/>
              <a:gd name="connsiteY13" fmla="*/ 3400531 h 3541970"/>
              <a:gd name="connsiteX14" fmla="*/ 465220 w 1544142"/>
              <a:gd name="connsiteY14" fmla="*/ 2638531 h 3541970"/>
              <a:gd name="connsiteX0" fmla="*/ 465220 w 1544142"/>
              <a:gd name="connsiteY0" fmla="*/ 2638531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25978 w 1544142"/>
              <a:gd name="connsiteY7" fmla="*/ 933345 h 3541970"/>
              <a:gd name="connsiteX8" fmla="*/ 782320 w 1544142"/>
              <a:gd name="connsiteY8" fmla="*/ 2674090 h 3541970"/>
              <a:gd name="connsiteX9" fmla="*/ 1544142 w 1544142"/>
              <a:gd name="connsiteY9" fmla="*/ 3398571 h 3541970"/>
              <a:gd name="connsiteX10" fmla="*/ 1399672 w 1544142"/>
              <a:gd name="connsiteY10" fmla="*/ 3541970 h 3541970"/>
              <a:gd name="connsiteX11" fmla="*/ 637763 w 1544142"/>
              <a:gd name="connsiteY11" fmla="*/ 2882748 h 3541970"/>
              <a:gd name="connsiteX12" fmla="*/ 157480 w 1544142"/>
              <a:gd name="connsiteY12" fmla="*/ 3510598 h 3541970"/>
              <a:gd name="connsiteX13" fmla="*/ 0 w 1544142"/>
              <a:gd name="connsiteY13" fmla="*/ 3400531 h 3541970"/>
              <a:gd name="connsiteX14" fmla="*/ 465220 w 1544142"/>
              <a:gd name="connsiteY14" fmla="*/ 2638531 h 3541970"/>
              <a:gd name="connsiteX0" fmla="*/ 465220 w 1544142"/>
              <a:gd name="connsiteY0" fmla="*/ 2638531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25978 w 1544142"/>
              <a:gd name="connsiteY7" fmla="*/ 933345 h 3541970"/>
              <a:gd name="connsiteX8" fmla="*/ 782320 w 1544142"/>
              <a:gd name="connsiteY8" fmla="*/ 2674090 h 3541970"/>
              <a:gd name="connsiteX9" fmla="*/ 1544142 w 1544142"/>
              <a:gd name="connsiteY9" fmla="*/ 3398571 h 3541970"/>
              <a:gd name="connsiteX10" fmla="*/ 1399672 w 1544142"/>
              <a:gd name="connsiteY10" fmla="*/ 3541970 h 3541970"/>
              <a:gd name="connsiteX11" fmla="*/ 637763 w 1544142"/>
              <a:gd name="connsiteY11" fmla="*/ 2882748 h 3541970"/>
              <a:gd name="connsiteX12" fmla="*/ 157480 w 1544142"/>
              <a:gd name="connsiteY12" fmla="*/ 3510598 h 3541970"/>
              <a:gd name="connsiteX13" fmla="*/ 0 w 1544142"/>
              <a:gd name="connsiteY13" fmla="*/ 3400531 h 3541970"/>
              <a:gd name="connsiteX14" fmla="*/ 465220 w 1544142"/>
              <a:gd name="connsiteY14" fmla="*/ 2638531 h 3541970"/>
              <a:gd name="connsiteX0" fmla="*/ 465220 w 1544142"/>
              <a:gd name="connsiteY0" fmla="*/ 2638531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725978 w 1544142"/>
              <a:gd name="connsiteY7" fmla="*/ 933345 h 3541970"/>
              <a:gd name="connsiteX8" fmla="*/ 782320 w 1544142"/>
              <a:gd name="connsiteY8" fmla="*/ 2674090 h 3541970"/>
              <a:gd name="connsiteX9" fmla="*/ 1544142 w 1544142"/>
              <a:gd name="connsiteY9" fmla="*/ 3398571 h 3541970"/>
              <a:gd name="connsiteX10" fmla="*/ 1399672 w 1544142"/>
              <a:gd name="connsiteY10" fmla="*/ 3541970 h 3541970"/>
              <a:gd name="connsiteX11" fmla="*/ 637763 w 1544142"/>
              <a:gd name="connsiteY11" fmla="*/ 2882748 h 3541970"/>
              <a:gd name="connsiteX12" fmla="*/ 157480 w 1544142"/>
              <a:gd name="connsiteY12" fmla="*/ 3510598 h 3541970"/>
              <a:gd name="connsiteX13" fmla="*/ 0 w 1544142"/>
              <a:gd name="connsiteY13" fmla="*/ 3400531 h 3541970"/>
              <a:gd name="connsiteX14" fmla="*/ 465220 w 1544142"/>
              <a:gd name="connsiteY14" fmla="*/ 2638531 h 3541970"/>
              <a:gd name="connsiteX0" fmla="*/ 465220 w 1544142"/>
              <a:gd name="connsiteY0" fmla="*/ 2638531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1041461 w 1544142"/>
              <a:gd name="connsiteY7" fmla="*/ 977659 h 3541970"/>
              <a:gd name="connsiteX8" fmla="*/ 725978 w 1544142"/>
              <a:gd name="connsiteY8" fmla="*/ 933345 h 3541970"/>
              <a:gd name="connsiteX9" fmla="*/ 782320 w 1544142"/>
              <a:gd name="connsiteY9" fmla="*/ 2674090 h 3541970"/>
              <a:gd name="connsiteX10" fmla="*/ 1544142 w 1544142"/>
              <a:gd name="connsiteY10" fmla="*/ 3398571 h 3541970"/>
              <a:gd name="connsiteX11" fmla="*/ 1399672 w 1544142"/>
              <a:gd name="connsiteY11" fmla="*/ 3541970 h 3541970"/>
              <a:gd name="connsiteX12" fmla="*/ 637763 w 1544142"/>
              <a:gd name="connsiteY12" fmla="*/ 2882748 h 3541970"/>
              <a:gd name="connsiteX13" fmla="*/ 157480 w 1544142"/>
              <a:gd name="connsiteY13" fmla="*/ 3510598 h 3541970"/>
              <a:gd name="connsiteX14" fmla="*/ 0 w 1544142"/>
              <a:gd name="connsiteY14" fmla="*/ 3400531 h 3541970"/>
              <a:gd name="connsiteX15" fmla="*/ 465220 w 1544142"/>
              <a:gd name="connsiteY15" fmla="*/ 2638531 h 3541970"/>
              <a:gd name="connsiteX0" fmla="*/ 465220 w 1544142"/>
              <a:gd name="connsiteY0" fmla="*/ 2638531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1041461 w 1544142"/>
              <a:gd name="connsiteY7" fmla="*/ 977659 h 3541970"/>
              <a:gd name="connsiteX8" fmla="*/ 725978 w 1544142"/>
              <a:gd name="connsiteY8" fmla="*/ 933345 h 3541970"/>
              <a:gd name="connsiteX9" fmla="*/ 782320 w 1544142"/>
              <a:gd name="connsiteY9" fmla="*/ 2674090 h 3541970"/>
              <a:gd name="connsiteX10" fmla="*/ 1544142 w 1544142"/>
              <a:gd name="connsiteY10" fmla="*/ 3398571 h 3541970"/>
              <a:gd name="connsiteX11" fmla="*/ 1399672 w 1544142"/>
              <a:gd name="connsiteY11" fmla="*/ 3541970 h 3541970"/>
              <a:gd name="connsiteX12" fmla="*/ 637763 w 1544142"/>
              <a:gd name="connsiteY12" fmla="*/ 2882748 h 3541970"/>
              <a:gd name="connsiteX13" fmla="*/ 157480 w 1544142"/>
              <a:gd name="connsiteY13" fmla="*/ 3510598 h 3541970"/>
              <a:gd name="connsiteX14" fmla="*/ 0 w 1544142"/>
              <a:gd name="connsiteY14" fmla="*/ 3400531 h 3541970"/>
              <a:gd name="connsiteX15" fmla="*/ 465220 w 1544142"/>
              <a:gd name="connsiteY15" fmla="*/ 2638531 h 3541970"/>
              <a:gd name="connsiteX0" fmla="*/ 465220 w 1544142"/>
              <a:gd name="connsiteY0" fmla="*/ 2638531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1041461 w 1544142"/>
              <a:gd name="connsiteY7" fmla="*/ 977659 h 3541970"/>
              <a:gd name="connsiteX8" fmla="*/ 725978 w 1544142"/>
              <a:gd name="connsiteY8" fmla="*/ 933345 h 3541970"/>
              <a:gd name="connsiteX9" fmla="*/ 782320 w 1544142"/>
              <a:gd name="connsiteY9" fmla="*/ 2674090 h 3541970"/>
              <a:gd name="connsiteX10" fmla="*/ 1544142 w 1544142"/>
              <a:gd name="connsiteY10" fmla="*/ 3398571 h 3541970"/>
              <a:gd name="connsiteX11" fmla="*/ 1399672 w 1544142"/>
              <a:gd name="connsiteY11" fmla="*/ 3541970 h 3541970"/>
              <a:gd name="connsiteX12" fmla="*/ 637763 w 1544142"/>
              <a:gd name="connsiteY12" fmla="*/ 2882748 h 3541970"/>
              <a:gd name="connsiteX13" fmla="*/ 157480 w 1544142"/>
              <a:gd name="connsiteY13" fmla="*/ 3510598 h 3541970"/>
              <a:gd name="connsiteX14" fmla="*/ 0 w 1544142"/>
              <a:gd name="connsiteY14" fmla="*/ 3400531 h 3541970"/>
              <a:gd name="connsiteX15" fmla="*/ 465220 w 1544142"/>
              <a:gd name="connsiteY15" fmla="*/ 2638531 h 3541970"/>
              <a:gd name="connsiteX0" fmla="*/ 465220 w 1544142"/>
              <a:gd name="connsiteY0" fmla="*/ 2638531 h 3541970"/>
              <a:gd name="connsiteX1" fmla="*/ 475826 w 1544142"/>
              <a:gd name="connsiteY1" fmla="*/ 1034945 h 3541970"/>
              <a:gd name="connsiteX2" fmla="*/ 264159 w 1544142"/>
              <a:gd name="connsiteY2" fmla="*/ 730144 h 3541970"/>
              <a:gd name="connsiteX3" fmla="*/ 187960 w 1544142"/>
              <a:gd name="connsiteY3" fmla="*/ 340678 h 3541970"/>
              <a:gd name="connsiteX4" fmla="*/ 450426 w 1544142"/>
              <a:gd name="connsiteY4" fmla="*/ 9757 h 3541970"/>
              <a:gd name="connsiteX5" fmla="*/ 1347893 w 1544142"/>
              <a:gd name="connsiteY5" fmla="*/ 730145 h 3541970"/>
              <a:gd name="connsiteX6" fmla="*/ 1280159 w 1544142"/>
              <a:gd name="connsiteY6" fmla="*/ 924878 h 3541970"/>
              <a:gd name="connsiteX7" fmla="*/ 1041461 w 1544142"/>
              <a:gd name="connsiteY7" fmla="*/ 977659 h 3541970"/>
              <a:gd name="connsiteX8" fmla="*/ 725978 w 1544142"/>
              <a:gd name="connsiteY8" fmla="*/ 933345 h 3541970"/>
              <a:gd name="connsiteX9" fmla="*/ 782320 w 1544142"/>
              <a:gd name="connsiteY9" fmla="*/ 2674090 h 3541970"/>
              <a:gd name="connsiteX10" fmla="*/ 1544142 w 1544142"/>
              <a:gd name="connsiteY10" fmla="*/ 3398571 h 3541970"/>
              <a:gd name="connsiteX11" fmla="*/ 1399672 w 1544142"/>
              <a:gd name="connsiteY11" fmla="*/ 3541970 h 3541970"/>
              <a:gd name="connsiteX12" fmla="*/ 637763 w 1544142"/>
              <a:gd name="connsiteY12" fmla="*/ 2882748 h 3541970"/>
              <a:gd name="connsiteX13" fmla="*/ 157480 w 1544142"/>
              <a:gd name="connsiteY13" fmla="*/ 3510598 h 3541970"/>
              <a:gd name="connsiteX14" fmla="*/ 0 w 1544142"/>
              <a:gd name="connsiteY14" fmla="*/ 3400531 h 3541970"/>
              <a:gd name="connsiteX15" fmla="*/ 465220 w 1544142"/>
              <a:gd name="connsiteY15" fmla="*/ 2638531 h 3541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44142" h="3541970">
                <a:moveTo>
                  <a:pt x="465220" y="2638531"/>
                </a:moveTo>
                <a:cubicBezTo>
                  <a:pt x="461396" y="2028258"/>
                  <a:pt x="509336" y="1353009"/>
                  <a:pt x="475826" y="1034945"/>
                </a:cubicBezTo>
                <a:cubicBezTo>
                  <a:pt x="442316" y="716881"/>
                  <a:pt x="312137" y="845855"/>
                  <a:pt x="264159" y="730144"/>
                </a:cubicBezTo>
                <a:cubicBezTo>
                  <a:pt x="216181" y="614433"/>
                  <a:pt x="156916" y="460742"/>
                  <a:pt x="187960" y="340678"/>
                </a:cubicBezTo>
                <a:cubicBezTo>
                  <a:pt x="219004" y="220614"/>
                  <a:pt x="257104" y="-55154"/>
                  <a:pt x="450426" y="9757"/>
                </a:cubicBezTo>
                <a:cubicBezTo>
                  <a:pt x="643748" y="74668"/>
                  <a:pt x="1209604" y="577625"/>
                  <a:pt x="1347893" y="730145"/>
                </a:cubicBezTo>
                <a:cubicBezTo>
                  <a:pt x="1486182" y="882665"/>
                  <a:pt x="1331231" y="883626"/>
                  <a:pt x="1280159" y="924878"/>
                </a:cubicBezTo>
                <a:cubicBezTo>
                  <a:pt x="1229087" y="966130"/>
                  <a:pt x="1133824" y="976248"/>
                  <a:pt x="1041461" y="977659"/>
                </a:cubicBezTo>
                <a:cubicBezTo>
                  <a:pt x="949098" y="979070"/>
                  <a:pt x="843058" y="963251"/>
                  <a:pt x="725978" y="933345"/>
                </a:cubicBezTo>
                <a:cubicBezTo>
                  <a:pt x="735369" y="1338569"/>
                  <a:pt x="653656" y="2263219"/>
                  <a:pt x="782320" y="2674090"/>
                </a:cubicBezTo>
                <a:cubicBezTo>
                  <a:pt x="951703" y="2851245"/>
                  <a:pt x="1441250" y="3253924"/>
                  <a:pt x="1544142" y="3398571"/>
                </a:cubicBezTo>
                <a:cubicBezTo>
                  <a:pt x="1477547" y="3474674"/>
                  <a:pt x="1478384" y="3451723"/>
                  <a:pt x="1399672" y="3541970"/>
                </a:cubicBezTo>
                <a:cubicBezTo>
                  <a:pt x="1265542" y="3473053"/>
                  <a:pt x="844795" y="3047141"/>
                  <a:pt x="637763" y="2882748"/>
                </a:cubicBezTo>
                <a:cubicBezTo>
                  <a:pt x="449203" y="3104897"/>
                  <a:pt x="280707" y="3441354"/>
                  <a:pt x="157480" y="3510598"/>
                </a:cubicBezTo>
                <a:cubicBezTo>
                  <a:pt x="99476" y="3471461"/>
                  <a:pt x="55469" y="3487130"/>
                  <a:pt x="0" y="3400531"/>
                </a:cubicBezTo>
                <a:cubicBezTo>
                  <a:pt x="51290" y="3255186"/>
                  <a:pt x="312025" y="2964582"/>
                  <a:pt x="465220" y="263853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1D3B1DCF-65D0-41DA-9948-AA50A33D80B0}"/>
              </a:ext>
            </a:extLst>
          </p:cNvPr>
          <p:cNvSpPr/>
          <p:nvPr/>
        </p:nvSpPr>
        <p:spPr>
          <a:xfrm>
            <a:off x="5648933" y="1703746"/>
            <a:ext cx="1339147" cy="1965931"/>
          </a:xfrm>
          <a:custGeom>
            <a:avLst/>
            <a:gdLst>
              <a:gd name="connsiteX0" fmla="*/ 965684 w 1324811"/>
              <a:gd name="connsiteY0" fmla="*/ 1895978 h 2138262"/>
              <a:gd name="connsiteX1" fmla="*/ 1126551 w 1324811"/>
              <a:gd name="connsiteY1" fmla="*/ 2133045 h 2138262"/>
              <a:gd name="connsiteX2" fmla="*/ 1321284 w 1324811"/>
              <a:gd name="connsiteY2" fmla="*/ 1989111 h 2138262"/>
              <a:gd name="connsiteX3" fmla="*/ 948751 w 1324811"/>
              <a:gd name="connsiteY3" fmla="*/ 1244045 h 2138262"/>
              <a:gd name="connsiteX4" fmla="*/ 449217 w 1324811"/>
              <a:gd name="connsiteY4" fmla="*/ 1032378 h 2138262"/>
              <a:gd name="connsiteX5" fmla="*/ 432284 w 1324811"/>
              <a:gd name="connsiteY5" fmla="*/ 829178 h 2138262"/>
              <a:gd name="connsiteX6" fmla="*/ 500017 w 1324811"/>
              <a:gd name="connsiteY6" fmla="*/ 346578 h 2138262"/>
              <a:gd name="connsiteX7" fmla="*/ 745551 w 1324811"/>
              <a:gd name="connsiteY7" fmla="*/ 685245 h 2138262"/>
              <a:gd name="connsiteX8" fmla="*/ 779417 w 1324811"/>
              <a:gd name="connsiteY8" fmla="*/ 1117045 h 2138262"/>
              <a:gd name="connsiteX9" fmla="*/ 1050351 w 1324811"/>
              <a:gd name="connsiteY9" fmla="*/ 1328711 h 2138262"/>
              <a:gd name="connsiteX10" fmla="*/ 1016484 w 1324811"/>
              <a:gd name="connsiteY10" fmla="*/ 625978 h 2138262"/>
              <a:gd name="connsiteX11" fmla="*/ 584684 w 1324811"/>
              <a:gd name="connsiteY11" fmla="*/ 24845 h 2138262"/>
              <a:gd name="connsiteX12" fmla="*/ 119017 w 1324811"/>
              <a:gd name="connsiteY12" fmla="*/ 202645 h 2138262"/>
              <a:gd name="connsiteX13" fmla="*/ 85151 w 1324811"/>
              <a:gd name="connsiteY13" fmla="*/ 998511 h 2138262"/>
              <a:gd name="connsiteX14" fmla="*/ 484 w 1324811"/>
              <a:gd name="connsiteY14" fmla="*/ 1176311 h 2138262"/>
              <a:gd name="connsiteX15" fmla="*/ 127484 w 1324811"/>
              <a:gd name="connsiteY15" fmla="*/ 1337178 h 2138262"/>
              <a:gd name="connsiteX16" fmla="*/ 686284 w 1324811"/>
              <a:gd name="connsiteY16" fmla="*/ 1692778 h 2138262"/>
              <a:gd name="connsiteX17" fmla="*/ 965684 w 1324811"/>
              <a:gd name="connsiteY17" fmla="*/ 1895978 h 2138262"/>
              <a:gd name="connsiteX0" fmla="*/ 965684 w 1325408"/>
              <a:gd name="connsiteY0" fmla="*/ 1895978 h 2137619"/>
              <a:gd name="connsiteX1" fmla="*/ 1126551 w 1325408"/>
              <a:gd name="connsiteY1" fmla="*/ 2133045 h 2137619"/>
              <a:gd name="connsiteX2" fmla="*/ 1321284 w 1325408"/>
              <a:gd name="connsiteY2" fmla="*/ 1989111 h 2137619"/>
              <a:gd name="connsiteX3" fmla="*/ 931817 w 1325408"/>
              <a:gd name="connsiteY3" fmla="*/ 1286379 h 2137619"/>
              <a:gd name="connsiteX4" fmla="*/ 449217 w 1325408"/>
              <a:gd name="connsiteY4" fmla="*/ 1032378 h 2137619"/>
              <a:gd name="connsiteX5" fmla="*/ 432284 w 1325408"/>
              <a:gd name="connsiteY5" fmla="*/ 829178 h 2137619"/>
              <a:gd name="connsiteX6" fmla="*/ 500017 w 1325408"/>
              <a:gd name="connsiteY6" fmla="*/ 346578 h 2137619"/>
              <a:gd name="connsiteX7" fmla="*/ 745551 w 1325408"/>
              <a:gd name="connsiteY7" fmla="*/ 685245 h 2137619"/>
              <a:gd name="connsiteX8" fmla="*/ 779417 w 1325408"/>
              <a:gd name="connsiteY8" fmla="*/ 1117045 h 2137619"/>
              <a:gd name="connsiteX9" fmla="*/ 1050351 w 1325408"/>
              <a:gd name="connsiteY9" fmla="*/ 1328711 h 2137619"/>
              <a:gd name="connsiteX10" fmla="*/ 1016484 w 1325408"/>
              <a:gd name="connsiteY10" fmla="*/ 625978 h 2137619"/>
              <a:gd name="connsiteX11" fmla="*/ 584684 w 1325408"/>
              <a:gd name="connsiteY11" fmla="*/ 24845 h 2137619"/>
              <a:gd name="connsiteX12" fmla="*/ 119017 w 1325408"/>
              <a:gd name="connsiteY12" fmla="*/ 202645 h 2137619"/>
              <a:gd name="connsiteX13" fmla="*/ 85151 w 1325408"/>
              <a:gd name="connsiteY13" fmla="*/ 998511 h 2137619"/>
              <a:gd name="connsiteX14" fmla="*/ 484 w 1325408"/>
              <a:gd name="connsiteY14" fmla="*/ 1176311 h 2137619"/>
              <a:gd name="connsiteX15" fmla="*/ 127484 w 1325408"/>
              <a:gd name="connsiteY15" fmla="*/ 1337178 h 2137619"/>
              <a:gd name="connsiteX16" fmla="*/ 686284 w 1325408"/>
              <a:gd name="connsiteY16" fmla="*/ 1692778 h 2137619"/>
              <a:gd name="connsiteX17" fmla="*/ 965684 w 1325408"/>
              <a:gd name="connsiteY17" fmla="*/ 1895978 h 2137619"/>
              <a:gd name="connsiteX0" fmla="*/ 965684 w 1324248"/>
              <a:gd name="connsiteY0" fmla="*/ 1895978 h 2137863"/>
              <a:gd name="connsiteX1" fmla="*/ 1126551 w 1324248"/>
              <a:gd name="connsiteY1" fmla="*/ 2133045 h 2137863"/>
              <a:gd name="connsiteX2" fmla="*/ 1321284 w 1324248"/>
              <a:gd name="connsiteY2" fmla="*/ 1989111 h 2137863"/>
              <a:gd name="connsiteX3" fmla="*/ 965684 w 1324248"/>
              <a:gd name="connsiteY3" fmla="*/ 1269446 h 2137863"/>
              <a:gd name="connsiteX4" fmla="*/ 449217 w 1324248"/>
              <a:gd name="connsiteY4" fmla="*/ 1032378 h 2137863"/>
              <a:gd name="connsiteX5" fmla="*/ 432284 w 1324248"/>
              <a:gd name="connsiteY5" fmla="*/ 829178 h 2137863"/>
              <a:gd name="connsiteX6" fmla="*/ 500017 w 1324248"/>
              <a:gd name="connsiteY6" fmla="*/ 346578 h 2137863"/>
              <a:gd name="connsiteX7" fmla="*/ 745551 w 1324248"/>
              <a:gd name="connsiteY7" fmla="*/ 685245 h 2137863"/>
              <a:gd name="connsiteX8" fmla="*/ 779417 w 1324248"/>
              <a:gd name="connsiteY8" fmla="*/ 1117045 h 2137863"/>
              <a:gd name="connsiteX9" fmla="*/ 1050351 w 1324248"/>
              <a:gd name="connsiteY9" fmla="*/ 1328711 h 2137863"/>
              <a:gd name="connsiteX10" fmla="*/ 1016484 w 1324248"/>
              <a:gd name="connsiteY10" fmla="*/ 625978 h 2137863"/>
              <a:gd name="connsiteX11" fmla="*/ 584684 w 1324248"/>
              <a:gd name="connsiteY11" fmla="*/ 24845 h 2137863"/>
              <a:gd name="connsiteX12" fmla="*/ 119017 w 1324248"/>
              <a:gd name="connsiteY12" fmla="*/ 202645 h 2137863"/>
              <a:gd name="connsiteX13" fmla="*/ 85151 w 1324248"/>
              <a:gd name="connsiteY13" fmla="*/ 998511 h 2137863"/>
              <a:gd name="connsiteX14" fmla="*/ 484 w 1324248"/>
              <a:gd name="connsiteY14" fmla="*/ 1176311 h 2137863"/>
              <a:gd name="connsiteX15" fmla="*/ 127484 w 1324248"/>
              <a:gd name="connsiteY15" fmla="*/ 1337178 h 2137863"/>
              <a:gd name="connsiteX16" fmla="*/ 686284 w 1324248"/>
              <a:gd name="connsiteY16" fmla="*/ 1692778 h 2137863"/>
              <a:gd name="connsiteX17" fmla="*/ 965684 w 1324248"/>
              <a:gd name="connsiteY17" fmla="*/ 1895978 h 2137863"/>
              <a:gd name="connsiteX0" fmla="*/ 965684 w 1324248"/>
              <a:gd name="connsiteY0" fmla="*/ 1895978 h 2137863"/>
              <a:gd name="connsiteX1" fmla="*/ 1126551 w 1324248"/>
              <a:gd name="connsiteY1" fmla="*/ 2133045 h 2137863"/>
              <a:gd name="connsiteX2" fmla="*/ 1321284 w 1324248"/>
              <a:gd name="connsiteY2" fmla="*/ 1989111 h 2137863"/>
              <a:gd name="connsiteX3" fmla="*/ 965684 w 1324248"/>
              <a:gd name="connsiteY3" fmla="*/ 1269446 h 2137863"/>
              <a:gd name="connsiteX4" fmla="*/ 449217 w 1324248"/>
              <a:gd name="connsiteY4" fmla="*/ 1032378 h 2137863"/>
              <a:gd name="connsiteX5" fmla="*/ 432284 w 1324248"/>
              <a:gd name="connsiteY5" fmla="*/ 829178 h 2137863"/>
              <a:gd name="connsiteX6" fmla="*/ 500017 w 1324248"/>
              <a:gd name="connsiteY6" fmla="*/ 346578 h 2137863"/>
              <a:gd name="connsiteX7" fmla="*/ 745551 w 1324248"/>
              <a:gd name="connsiteY7" fmla="*/ 685245 h 2137863"/>
              <a:gd name="connsiteX8" fmla="*/ 779417 w 1324248"/>
              <a:gd name="connsiteY8" fmla="*/ 1117045 h 2137863"/>
              <a:gd name="connsiteX9" fmla="*/ 1092685 w 1324248"/>
              <a:gd name="connsiteY9" fmla="*/ 1218644 h 2137863"/>
              <a:gd name="connsiteX10" fmla="*/ 1016484 w 1324248"/>
              <a:gd name="connsiteY10" fmla="*/ 625978 h 2137863"/>
              <a:gd name="connsiteX11" fmla="*/ 584684 w 1324248"/>
              <a:gd name="connsiteY11" fmla="*/ 24845 h 2137863"/>
              <a:gd name="connsiteX12" fmla="*/ 119017 w 1324248"/>
              <a:gd name="connsiteY12" fmla="*/ 202645 h 2137863"/>
              <a:gd name="connsiteX13" fmla="*/ 85151 w 1324248"/>
              <a:gd name="connsiteY13" fmla="*/ 998511 h 2137863"/>
              <a:gd name="connsiteX14" fmla="*/ 484 w 1324248"/>
              <a:gd name="connsiteY14" fmla="*/ 1176311 h 2137863"/>
              <a:gd name="connsiteX15" fmla="*/ 127484 w 1324248"/>
              <a:gd name="connsiteY15" fmla="*/ 1337178 h 2137863"/>
              <a:gd name="connsiteX16" fmla="*/ 686284 w 1324248"/>
              <a:gd name="connsiteY16" fmla="*/ 1692778 h 2137863"/>
              <a:gd name="connsiteX17" fmla="*/ 965684 w 1324248"/>
              <a:gd name="connsiteY17" fmla="*/ 1895978 h 2137863"/>
              <a:gd name="connsiteX0" fmla="*/ 965684 w 1324248"/>
              <a:gd name="connsiteY0" fmla="*/ 1895978 h 2137863"/>
              <a:gd name="connsiteX1" fmla="*/ 1126551 w 1324248"/>
              <a:gd name="connsiteY1" fmla="*/ 2133045 h 2137863"/>
              <a:gd name="connsiteX2" fmla="*/ 1321284 w 1324248"/>
              <a:gd name="connsiteY2" fmla="*/ 1989111 h 2137863"/>
              <a:gd name="connsiteX3" fmla="*/ 965684 w 1324248"/>
              <a:gd name="connsiteY3" fmla="*/ 1269446 h 2137863"/>
              <a:gd name="connsiteX4" fmla="*/ 449217 w 1324248"/>
              <a:gd name="connsiteY4" fmla="*/ 1032378 h 2137863"/>
              <a:gd name="connsiteX5" fmla="*/ 432284 w 1324248"/>
              <a:gd name="connsiteY5" fmla="*/ 829178 h 2137863"/>
              <a:gd name="connsiteX6" fmla="*/ 500017 w 1324248"/>
              <a:gd name="connsiteY6" fmla="*/ 346578 h 2137863"/>
              <a:gd name="connsiteX7" fmla="*/ 745551 w 1324248"/>
              <a:gd name="connsiteY7" fmla="*/ 685245 h 2137863"/>
              <a:gd name="connsiteX8" fmla="*/ 779417 w 1324248"/>
              <a:gd name="connsiteY8" fmla="*/ 1117045 h 2137863"/>
              <a:gd name="connsiteX9" fmla="*/ 1118085 w 1324248"/>
              <a:gd name="connsiteY9" fmla="*/ 1176311 h 2137863"/>
              <a:gd name="connsiteX10" fmla="*/ 1016484 w 1324248"/>
              <a:gd name="connsiteY10" fmla="*/ 625978 h 2137863"/>
              <a:gd name="connsiteX11" fmla="*/ 584684 w 1324248"/>
              <a:gd name="connsiteY11" fmla="*/ 24845 h 2137863"/>
              <a:gd name="connsiteX12" fmla="*/ 119017 w 1324248"/>
              <a:gd name="connsiteY12" fmla="*/ 202645 h 2137863"/>
              <a:gd name="connsiteX13" fmla="*/ 85151 w 1324248"/>
              <a:gd name="connsiteY13" fmla="*/ 998511 h 2137863"/>
              <a:gd name="connsiteX14" fmla="*/ 484 w 1324248"/>
              <a:gd name="connsiteY14" fmla="*/ 1176311 h 2137863"/>
              <a:gd name="connsiteX15" fmla="*/ 127484 w 1324248"/>
              <a:gd name="connsiteY15" fmla="*/ 1337178 h 2137863"/>
              <a:gd name="connsiteX16" fmla="*/ 686284 w 1324248"/>
              <a:gd name="connsiteY16" fmla="*/ 1692778 h 2137863"/>
              <a:gd name="connsiteX17" fmla="*/ 965684 w 1324248"/>
              <a:gd name="connsiteY17" fmla="*/ 1895978 h 2137863"/>
              <a:gd name="connsiteX0" fmla="*/ 965684 w 1324248"/>
              <a:gd name="connsiteY0" fmla="*/ 1895978 h 2137863"/>
              <a:gd name="connsiteX1" fmla="*/ 1126551 w 1324248"/>
              <a:gd name="connsiteY1" fmla="*/ 2133045 h 2137863"/>
              <a:gd name="connsiteX2" fmla="*/ 1321284 w 1324248"/>
              <a:gd name="connsiteY2" fmla="*/ 1989111 h 2137863"/>
              <a:gd name="connsiteX3" fmla="*/ 965684 w 1324248"/>
              <a:gd name="connsiteY3" fmla="*/ 1269446 h 2137863"/>
              <a:gd name="connsiteX4" fmla="*/ 449217 w 1324248"/>
              <a:gd name="connsiteY4" fmla="*/ 1032378 h 2137863"/>
              <a:gd name="connsiteX5" fmla="*/ 432284 w 1324248"/>
              <a:gd name="connsiteY5" fmla="*/ 829178 h 2137863"/>
              <a:gd name="connsiteX6" fmla="*/ 500017 w 1324248"/>
              <a:gd name="connsiteY6" fmla="*/ 346578 h 2137863"/>
              <a:gd name="connsiteX7" fmla="*/ 745551 w 1324248"/>
              <a:gd name="connsiteY7" fmla="*/ 685245 h 2137863"/>
              <a:gd name="connsiteX8" fmla="*/ 779417 w 1324248"/>
              <a:gd name="connsiteY8" fmla="*/ 1117045 h 2137863"/>
              <a:gd name="connsiteX9" fmla="*/ 1118085 w 1324248"/>
              <a:gd name="connsiteY9" fmla="*/ 1320245 h 2137863"/>
              <a:gd name="connsiteX10" fmla="*/ 1016484 w 1324248"/>
              <a:gd name="connsiteY10" fmla="*/ 625978 h 2137863"/>
              <a:gd name="connsiteX11" fmla="*/ 584684 w 1324248"/>
              <a:gd name="connsiteY11" fmla="*/ 24845 h 2137863"/>
              <a:gd name="connsiteX12" fmla="*/ 119017 w 1324248"/>
              <a:gd name="connsiteY12" fmla="*/ 202645 h 2137863"/>
              <a:gd name="connsiteX13" fmla="*/ 85151 w 1324248"/>
              <a:gd name="connsiteY13" fmla="*/ 998511 h 2137863"/>
              <a:gd name="connsiteX14" fmla="*/ 484 w 1324248"/>
              <a:gd name="connsiteY14" fmla="*/ 1176311 h 2137863"/>
              <a:gd name="connsiteX15" fmla="*/ 127484 w 1324248"/>
              <a:gd name="connsiteY15" fmla="*/ 1337178 h 2137863"/>
              <a:gd name="connsiteX16" fmla="*/ 686284 w 1324248"/>
              <a:gd name="connsiteY16" fmla="*/ 1692778 h 2137863"/>
              <a:gd name="connsiteX17" fmla="*/ 965684 w 1324248"/>
              <a:gd name="connsiteY17" fmla="*/ 1895978 h 2137863"/>
              <a:gd name="connsiteX0" fmla="*/ 965684 w 1323981"/>
              <a:gd name="connsiteY0" fmla="*/ 1895978 h 2138863"/>
              <a:gd name="connsiteX1" fmla="*/ 1126551 w 1323981"/>
              <a:gd name="connsiteY1" fmla="*/ 2133045 h 2138863"/>
              <a:gd name="connsiteX2" fmla="*/ 1321284 w 1323981"/>
              <a:gd name="connsiteY2" fmla="*/ 1989111 h 2138863"/>
              <a:gd name="connsiteX3" fmla="*/ 974150 w 1323981"/>
              <a:gd name="connsiteY3" fmla="*/ 1210179 h 2138863"/>
              <a:gd name="connsiteX4" fmla="*/ 449217 w 1323981"/>
              <a:gd name="connsiteY4" fmla="*/ 1032378 h 2138863"/>
              <a:gd name="connsiteX5" fmla="*/ 432284 w 1323981"/>
              <a:gd name="connsiteY5" fmla="*/ 829178 h 2138863"/>
              <a:gd name="connsiteX6" fmla="*/ 500017 w 1323981"/>
              <a:gd name="connsiteY6" fmla="*/ 346578 h 2138863"/>
              <a:gd name="connsiteX7" fmla="*/ 745551 w 1323981"/>
              <a:gd name="connsiteY7" fmla="*/ 685245 h 2138863"/>
              <a:gd name="connsiteX8" fmla="*/ 779417 w 1323981"/>
              <a:gd name="connsiteY8" fmla="*/ 1117045 h 2138863"/>
              <a:gd name="connsiteX9" fmla="*/ 1118085 w 1323981"/>
              <a:gd name="connsiteY9" fmla="*/ 1320245 h 2138863"/>
              <a:gd name="connsiteX10" fmla="*/ 1016484 w 1323981"/>
              <a:gd name="connsiteY10" fmla="*/ 625978 h 2138863"/>
              <a:gd name="connsiteX11" fmla="*/ 584684 w 1323981"/>
              <a:gd name="connsiteY11" fmla="*/ 24845 h 2138863"/>
              <a:gd name="connsiteX12" fmla="*/ 119017 w 1323981"/>
              <a:gd name="connsiteY12" fmla="*/ 202645 h 2138863"/>
              <a:gd name="connsiteX13" fmla="*/ 85151 w 1323981"/>
              <a:gd name="connsiteY13" fmla="*/ 998511 h 2138863"/>
              <a:gd name="connsiteX14" fmla="*/ 484 w 1323981"/>
              <a:gd name="connsiteY14" fmla="*/ 1176311 h 2138863"/>
              <a:gd name="connsiteX15" fmla="*/ 127484 w 1323981"/>
              <a:gd name="connsiteY15" fmla="*/ 1337178 h 2138863"/>
              <a:gd name="connsiteX16" fmla="*/ 686284 w 1323981"/>
              <a:gd name="connsiteY16" fmla="*/ 1692778 h 2138863"/>
              <a:gd name="connsiteX17" fmla="*/ 965684 w 1323981"/>
              <a:gd name="connsiteY17" fmla="*/ 1895978 h 2138863"/>
              <a:gd name="connsiteX0" fmla="*/ 965684 w 1324525"/>
              <a:gd name="connsiteY0" fmla="*/ 1895978 h 2137863"/>
              <a:gd name="connsiteX1" fmla="*/ 1126551 w 1324525"/>
              <a:gd name="connsiteY1" fmla="*/ 2133045 h 2137863"/>
              <a:gd name="connsiteX2" fmla="*/ 1321284 w 1324525"/>
              <a:gd name="connsiteY2" fmla="*/ 1989111 h 2137863"/>
              <a:gd name="connsiteX3" fmla="*/ 957216 w 1324525"/>
              <a:gd name="connsiteY3" fmla="*/ 1269446 h 2137863"/>
              <a:gd name="connsiteX4" fmla="*/ 449217 w 1324525"/>
              <a:gd name="connsiteY4" fmla="*/ 1032378 h 2137863"/>
              <a:gd name="connsiteX5" fmla="*/ 432284 w 1324525"/>
              <a:gd name="connsiteY5" fmla="*/ 829178 h 2137863"/>
              <a:gd name="connsiteX6" fmla="*/ 500017 w 1324525"/>
              <a:gd name="connsiteY6" fmla="*/ 346578 h 2137863"/>
              <a:gd name="connsiteX7" fmla="*/ 745551 w 1324525"/>
              <a:gd name="connsiteY7" fmla="*/ 685245 h 2137863"/>
              <a:gd name="connsiteX8" fmla="*/ 779417 w 1324525"/>
              <a:gd name="connsiteY8" fmla="*/ 1117045 h 2137863"/>
              <a:gd name="connsiteX9" fmla="*/ 1118085 w 1324525"/>
              <a:gd name="connsiteY9" fmla="*/ 1320245 h 2137863"/>
              <a:gd name="connsiteX10" fmla="*/ 1016484 w 1324525"/>
              <a:gd name="connsiteY10" fmla="*/ 625978 h 2137863"/>
              <a:gd name="connsiteX11" fmla="*/ 584684 w 1324525"/>
              <a:gd name="connsiteY11" fmla="*/ 24845 h 2137863"/>
              <a:gd name="connsiteX12" fmla="*/ 119017 w 1324525"/>
              <a:gd name="connsiteY12" fmla="*/ 202645 h 2137863"/>
              <a:gd name="connsiteX13" fmla="*/ 85151 w 1324525"/>
              <a:gd name="connsiteY13" fmla="*/ 998511 h 2137863"/>
              <a:gd name="connsiteX14" fmla="*/ 484 w 1324525"/>
              <a:gd name="connsiteY14" fmla="*/ 1176311 h 2137863"/>
              <a:gd name="connsiteX15" fmla="*/ 127484 w 1324525"/>
              <a:gd name="connsiteY15" fmla="*/ 1337178 h 2137863"/>
              <a:gd name="connsiteX16" fmla="*/ 686284 w 1324525"/>
              <a:gd name="connsiteY16" fmla="*/ 1692778 h 2137863"/>
              <a:gd name="connsiteX17" fmla="*/ 965684 w 1324525"/>
              <a:gd name="connsiteY17" fmla="*/ 1895978 h 2137863"/>
              <a:gd name="connsiteX0" fmla="*/ 965684 w 1324525"/>
              <a:gd name="connsiteY0" fmla="*/ 1895978 h 2139549"/>
              <a:gd name="connsiteX1" fmla="*/ 1126551 w 1324525"/>
              <a:gd name="connsiteY1" fmla="*/ 2133045 h 2139549"/>
              <a:gd name="connsiteX2" fmla="*/ 1321284 w 1324525"/>
              <a:gd name="connsiteY2" fmla="*/ 1989111 h 2139549"/>
              <a:gd name="connsiteX3" fmla="*/ 957216 w 1324525"/>
              <a:gd name="connsiteY3" fmla="*/ 1176313 h 2139549"/>
              <a:gd name="connsiteX4" fmla="*/ 449217 w 1324525"/>
              <a:gd name="connsiteY4" fmla="*/ 1032378 h 2139549"/>
              <a:gd name="connsiteX5" fmla="*/ 432284 w 1324525"/>
              <a:gd name="connsiteY5" fmla="*/ 829178 h 2139549"/>
              <a:gd name="connsiteX6" fmla="*/ 500017 w 1324525"/>
              <a:gd name="connsiteY6" fmla="*/ 346578 h 2139549"/>
              <a:gd name="connsiteX7" fmla="*/ 745551 w 1324525"/>
              <a:gd name="connsiteY7" fmla="*/ 685245 h 2139549"/>
              <a:gd name="connsiteX8" fmla="*/ 779417 w 1324525"/>
              <a:gd name="connsiteY8" fmla="*/ 1117045 h 2139549"/>
              <a:gd name="connsiteX9" fmla="*/ 1118085 w 1324525"/>
              <a:gd name="connsiteY9" fmla="*/ 1320245 h 2139549"/>
              <a:gd name="connsiteX10" fmla="*/ 1016484 w 1324525"/>
              <a:gd name="connsiteY10" fmla="*/ 625978 h 2139549"/>
              <a:gd name="connsiteX11" fmla="*/ 584684 w 1324525"/>
              <a:gd name="connsiteY11" fmla="*/ 24845 h 2139549"/>
              <a:gd name="connsiteX12" fmla="*/ 119017 w 1324525"/>
              <a:gd name="connsiteY12" fmla="*/ 202645 h 2139549"/>
              <a:gd name="connsiteX13" fmla="*/ 85151 w 1324525"/>
              <a:gd name="connsiteY13" fmla="*/ 998511 h 2139549"/>
              <a:gd name="connsiteX14" fmla="*/ 484 w 1324525"/>
              <a:gd name="connsiteY14" fmla="*/ 1176311 h 2139549"/>
              <a:gd name="connsiteX15" fmla="*/ 127484 w 1324525"/>
              <a:gd name="connsiteY15" fmla="*/ 1337178 h 2139549"/>
              <a:gd name="connsiteX16" fmla="*/ 686284 w 1324525"/>
              <a:gd name="connsiteY16" fmla="*/ 1692778 h 2139549"/>
              <a:gd name="connsiteX17" fmla="*/ 965684 w 1324525"/>
              <a:gd name="connsiteY17" fmla="*/ 1895978 h 2139549"/>
              <a:gd name="connsiteX0" fmla="*/ 965684 w 1324525"/>
              <a:gd name="connsiteY0" fmla="*/ 1895978 h 2139549"/>
              <a:gd name="connsiteX1" fmla="*/ 1126551 w 1324525"/>
              <a:gd name="connsiteY1" fmla="*/ 2133045 h 2139549"/>
              <a:gd name="connsiteX2" fmla="*/ 1321284 w 1324525"/>
              <a:gd name="connsiteY2" fmla="*/ 1989111 h 2139549"/>
              <a:gd name="connsiteX3" fmla="*/ 957216 w 1324525"/>
              <a:gd name="connsiteY3" fmla="*/ 1176313 h 2139549"/>
              <a:gd name="connsiteX4" fmla="*/ 449217 w 1324525"/>
              <a:gd name="connsiteY4" fmla="*/ 1032378 h 2139549"/>
              <a:gd name="connsiteX5" fmla="*/ 432284 w 1324525"/>
              <a:gd name="connsiteY5" fmla="*/ 829178 h 2139549"/>
              <a:gd name="connsiteX6" fmla="*/ 500017 w 1324525"/>
              <a:gd name="connsiteY6" fmla="*/ 346578 h 2139549"/>
              <a:gd name="connsiteX7" fmla="*/ 745551 w 1324525"/>
              <a:gd name="connsiteY7" fmla="*/ 685245 h 2139549"/>
              <a:gd name="connsiteX8" fmla="*/ 779417 w 1324525"/>
              <a:gd name="connsiteY8" fmla="*/ 1117045 h 2139549"/>
              <a:gd name="connsiteX9" fmla="*/ 1109618 w 1324525"/>
              <a:gd name="connsiteY9" fmla="*/ 1362578 h 2139549"/>
              <a:gd name="connsiteX10" fmla="*/ 1016484 w 1324525"/>
              <a:gd name="connsiteY10" fmla="*/ 625978 h 2139549"/>
              <a:gd name="connsiteX11" fmla="*/ 584684 w 1324525"/>
              <a:gd name="connsiteY11" fmla="*/ 24845 h 2139549"/>
              <a:gd name="connsiteX12" fmla="*/ 119017 w 1324525"/>
              <a:gd name="connsiteY12" fmla="*/ 202645 h 2139549"/>
              <a:gd name="connsiteX13" fmla="*/ 85151 w 1324525"/>
              <a:gd name="connsiteY13" fmla="*/ 998511 h 2139549"/>
              <a:gd name="connsiteX14" fmla="*/ 484 w 1324525"/>
              <a:gd name="connsiteY14" fmla="*/ 1176311 h 2139549"/>
              <a:gd name="connsiteX15" fmla="*/ 127484 w 1324525"/>
              <a:gd name="connsiteY15" fmla="*/ 1337178 h 2139549"/>
              <a:gd name="connsiteX16" fmla="*/ 686284 w 1324525"/>
              <a:gd name="connsiteY16" fmla="*/ 1692778 h 2139549"/>
              <a:gd name="connsiteX17" fmla="*/ 965684 w 1324525"/>
              <a:gd name="connsiteY17" fmla="*/ 1895978 h 2139549"/>
              <a:gd name="connsiteX0" fmla="*/ 965684 w 1324525"/>
              <a:gd name="connsiteY0" fmla="*/ 1895978 h 2139549"/>
              <a:gd name="connsiteX1" fmla="*/ 1126551 w 1324525"/>
              <a:gd name="connsiteY1" fmla="*/ 2133045 h 2139549"/>
              <a:gd name="connsiteX2" fmla="*/ 1321284 w 1324525"/>
              <a:gd name="connsiteY2" fmla="*/ 1989111 h 2139549"/>
              <a:gd name="connsiteX3" fmla="*/ 957216 w 1324525"/>
              <a:gd name="connsiteY3" fmla="*/ 1176313 h 2139549"/>
              <a:gd name="connsiteX4" fmla="*/ 449217 w 1324525"/>
              <a:gd name="connsiteY4" fmla="*/ 1032378 h 2139549"/>
              <a:gd name="connsiteX5" fmla="*/ 432284 w 1324525"/>
              <a:gd name="connsiteY5" fmla="*/ 829178 h 2139549"/>
              <a:gd name="connsiteX6" fmla="*/ 500017 w 1324525"/>
              <a:gd name="connsiteY6" fmla="*/ 346578 h 2139549"/>
              <a:gd name="connsiteX7" fmla="*/ 745551 w 1324525"/>
              <a:gd name="connsiteY7" fmla="*/ 685245 h 2139549"/>
              <a:gd name="connsiteX8" fmla="*/ 779417 w 1324525"/>
              <a:gd name="connsiteY8" fmla="*/ 1117045 h 2139549"/>
              <a:gd name="connsiteX9" fmla="*/ 982617 w 1324525"/>
              <a:gd name="connsiteY9" fmla="*/ 1133979 h 2139549"/>
              <a:gd name="connsiteX10" fmla="*/ 1109618 w 1324525"/>
              <a:gd name="connsiteY10" fmla="*/ 1362578 h 2139549"/>
              <a:gd name="connsiteX11" fmla="*/ 1016484 w 1324525"/>
              <a:gd name="connsiteY11" fmla="*/ 625978 h 2139549"/>
              <a:gd name="connsiteX12" fmla="*/ 584684 w 1324525"/>
              <a:gd name="connsiteY12" fmla="*/ 24845 h 2139549"/>
              <a:gd name="connsiteX13" fmla="*/ 119017 w 1324525"/>
              <a:gd name="connsiteY13" fmla="*/ 202645 h 2139549"/>
              <a:gd name="connsiteX14" fmla="*/ 85151 w 1324525"/>
              <a:gd name="connsiteY14" fmla="*/ 998511 h 2139549"/>
              <a:gd name="connsiteX15" fmla="*/ 484 w 1324525"/>
              <a:gd name="connsiteY15" fmla="*/ 1176311 h 2139549"/>
              <a:gd name="connsiteX16" fmla="*/ 127484 w 1324525"/>
              <a:gd name="connsiteY16" fmla="*/ 1337178 h 2139549"/>
              <a:gd name="connsiteX17" fmla="*/ 686284 w 1324525"/>
              <a:gd name="connsiteY17" fmla="*/ 1692778 h 2139549"/>
              <a:gd name="connsiteX18" fmla="*/ 965684 w 1324525"/>
              <a:gd name="connsiteY18" fmla="*/ 1895978 h 2139549"/>
              <a:gd name="connsiteX0" fmla="*/ 965684 w 1324525"/>
              <a:gd name="connsiteY0" fmla="*/ 1895978 h 2139549"/>
              <a:gd name="connsiteX1" fmla="*/ 1126551 w 1324525"/>
              <a:gd name="connsiteY1" fmla="*/ 2133045 h 2139549"/>
              <a:gd name="connsiteX2" fmla="*/ 1321284 w 1324525"/>
              <a:gd name="connsiteY2" fmla="*/ 1989111 h 2139549"/>
              <a:gd name="connsiteX3" fmla="*/ 957216 w 1324525"/>
              <a:gd name="connsiteY3" fmla="*/ 1176313 h 2139549"/>
              <a:gd name="connsiteX4" fmla="*/ 449217 w 1324525"/>
              <a:gd name="connsiteY4" fmla="*/ 1032378 h 2139549"/>
              <a:gd name="connsiteX5" fmla="*/ 432284 w 1324525"/>
              <a:gd name="connsiteY5" fmla="*/ 829178 h 2139549"/>
              <a:gd name="connsiteX6" fmla="*/ 500017 w 1324525"/>
              <a:gd name="connsiteY6" fmla="*/ 346578 h 2139549"/>
              <a:gd name="connsiteX7" fmla="*/ 745551 w 1324525"/>
              <a:gd name="connsiteY7" fmla="*/ 685245 h 2139549"/>
              <a:gd name="connsiteX8" fmla="*/ 779417 w 1324525"/>
              <a:gd name="connsiteY8" fmla="*/ 1083178 h 2139549"/>
              <a:gd name="connsiteX9" fmla="*/ 982617 w 1324525"/>
              <a:gd name="connsiteY9" fmla="*/ 1133979 h 2139549"/>
              <a:gd name="connsiteX10" fmla="*/ 1109618 w 1324525"/>
              <a:gd name="connsiteY10" fmla="*/ 1362578 h 2139549"/>
              <a:gd name="connsiteX11" fmla="*/ 1016484 w 1324525"/>
              <a:gd name="connsiteY11" fmla="*/ 625978 h 2139549"/>
              <a:gd name="connsiteX12" fmla="*/ 584684 w 1324525"/>
              <a:gd name="connsiteY12" fmla="*/ 24845 h 2139549"/>
              <a:gd name="connsiteX13" fmla="*/ 119017 w 1324525"/>
              <a:gd name="connsiteY13" fmla="*/ 202645 h 2139549"/>
              <a:gd name="connsiteX14" fmla="*/ 85151 w 1324525"/>
              <a:gd name="connsiteY14" fmla="*/ 998511 h 2139549"/>
              <a:gd name="connsiteX15" fmla="*/ 484 w 1324525"/>
              <a:gd name="connsiteY15" fmla="*/ 1176311 h 2139549"/>
              <a:gd name="connsiteX16" fmla="*/ 127484 w 1324525"/>
              <a:gd name="connsiteY16" fmla="*/ 1337178 h 2139549"/>
              <a:gd name="connsiteX17" fmla="*/ 686284 w 1324525"/>
              <a:gd name="connsiteY17" fmla="*/ 1692778 h 2139549"/>
              <a:gd name="connsiteX18" fmla="*/ 965684 w 1324525"/>
              <a:gd name="connsiteY18" fmla="*/ 1895978 h 2139549"/>
              <a:gd name="connsiteX0" fmla="*/ 965684 w 1324525"/>
              <a:gd name="connsiteY0" fmla="*/ 1895978 h 2139549"/>
              <a:gd name="connsiteX1" fmla="*/ 1126551 w 1324525"/>
              <a:gd name="connsiteY1" fmla="*/ 2133045 h 2139549"/>
              <a:gd name="connsiteX2" fmla="*/ 1321284 w 1324525"/>
              <a:gd name="connsiteY2" fmla="*/ 1989111 h 2139549"/>
              <a:gd name="connsiteX3" fmla="*/ 957216 w 1324525"/>
              <a:gd name="connsiteY3" fmla="*/ 1176313 h 2139549"/>
              <a:gd name="connsiteX4" fmla="*/ 449217 w 1324525"/>
              <a:gd name="connsiteY4" fmla="*/ 1032378 h 2139549"/>
              <a:gd name="connsiteX5" fmla="*/ 432284 w 1324525"/>
              <a:gd name="connsiteY5" fmla="*/ 829178 h 2139549"/>
              <a:gd name="connsiteX6" fmla="*/ 500017 w 1324525"/>
              <a:gd name="connsiteY6" fmla="*/ 346578 h 2139549"/>
              <a:gd name="connsiteX7" fmla="*/ 745551 w 1324525"/>
              <a:gd name="connsiteY7" fmla="*/ 685245 h 2139549"/>
              <a:gd name="connsiteX8" fmla="*/ 779417 w 1324525"/>
              <a:gd name="connsiteY8" fmla="*/ 1083178 h 2139549"/>
              <a:gd name="connsiteX9" fmla="*/ 974150 w 1324525"/>
              <a:gd name="connsiteY9" fmla="*/ 1159379 h 2139549"/>
              <a:gd name="connsiteX10" fmla="*/ 1109618 w 1324525"/>
              <a:gd name="connsiteY10" fmla="*/ 1362578 h 2139549"/>
              <a:gd name="connsiteX11" fmla="*/ 1016484 w 1324525"/>
              <a:gd name="connsiteY11" fmla="*/ 625978 h 2139549"/>
              <a:gd name="connsiteX12" fmla="*/ 584684 w 1324525"/>
              <a:gd name="connsiteY12" fmla="*/ 24845 h 2139549"/>
              <a:gd name="connsiteX13" fmla="*/ 119017 w 1324525"/>
              <a:gd name="connsiteY13" fmla="*/ 202645 h 2139549"/>
              <a:gd name="connsiteX14" fmla="*/ 85151 w 1324525"/>
              <a:gd name="connsiteY14" fmla="*/ 998511 h 2139549"/>
              <a:gd name="connsiteX15" fmla="*/ 484 w 1324525"/>
              <a:gd name="connsiteY15" fmla="*/ 1176311 h 2139549"/>
              <a:gd name="connsiteX16" fmla="*/ 127484 w 1324525"/>
              <a:gd name="connsiteY16" fmla="*/ 1337178 h 2139549"/>
              <a:gd name="connsiteX17" fmla="*/ 686284 w 1324525"/>
              <a:gd name="connsiteY17" fmla="*/ 1692778 h 2139549"/>
              <a:gd name="connsiteX18" fmla="*/ 965684 w 1324525"/>
              <a:gd name="connsiteY18" fmla="*/ 1895978 h 2139549"/>
              <a:gd name="connsiteX0" fmla="*/ 923351 w 1324649"/>
              <a:gd name="connsiteY0" fmla="*/ 1921378 h 2137809"/>
              <a:gd name="connsiteX1" fmla="*/ 1126551 w 1324649"/>
              <a:gd name="connsiteY1" fmla="*/ 2133045 h 2137809"/>
              <a:gd name="connsiteX2" fmla="*/ 1321284 w 1324649"/>
              <a:gd name="connsiteY2" fmla="*/ 1989111 h 2137809"/>
              <a:gd name="connsiteX3" fmla="*/ 957216 w 1324649"/>
              <a:gd name="connsiteY3" fmla="*/ 1176313 h 2137809"/>
              <a:gd name="connsiteX4" fmla="*/ 449217 w 1324649"/>
              <a:gd name="connsiteY4" fmla="*/ 1032378 h 2137809"/>
              <a:gd name="connsiteX5" fmla="*/ 432284 w 1324649"/>
              <a:gd name="connsiteY5" fmla="*/ 829178 h 2137809"/>
              <a:gd name="connsiteX6" fmla="*/ 500017 w 1324649"/>
              <a:gd name="connsiteY6" fmla="*/ 346578 h 2137809"/>
              <a:gd name="connsiteX7" fmla="*/ 745551 w 1324649"/>
              <a:gd name="connsiteY7" fmla="*/ 685245 h 2137809"/>
              <a:gd name="connsiteX8" fmla="*/ 779417 w 1324649"/>
              <a:gd name="connsiteY8" fmla="*/ 1083178 h 2137809"/>
              <a:gd name="connsiteX9" fmla="*/ 974150 w 1324649"/>
              <a:gd name="connsiteY9" fmla="*/ 1159379 h 2137809"/>
              <a:gd name="connsiteX10" fmla="*/ 1109618 w 1324649"/>
              <a:gd name="connsiteY10" fmla="*/ 1362578 h 2137809"/>
              <a:gd name="connsiteX11" fmla="*/ 1016484 w 1324649"/>
              <a:gd name="connsiteY11" fmla="*/ 625978 h 2137809"/>
              <a:gd name="connsiteX12" fmla="*/ 584684 w 1324649"/>
              <a:gd name="connsiteY12" fmla="*/ 24845 h 2137809"/>
              <a:gd name="connsiteX13" fmla="*/ 119017 w 1324649"/>
              <a:gd name="connsiteY13" fmla="*/ 202645 h 2137809"/>
              <a:gd name="connsiteX14" fmla="*/ 85151 w 1324649"/>
              <a:gd name="connsiteY14" fmla="*/ 998511 h 2137809"/>
              <a:gd name="connsiteX15" fmla="*/ 484 w 1324649"/>
              <a:gd name="connsiteY15" fmla="*/ 1176311 h 2137809"/>
              <a:gd name="connsiteX16" fmla="*/ 127484 w 1324649"/>
              <a:gd name="connsiteY16" fmla="*/ 1337178 h 2137809"/>
              <a:gd name="connsiteX17" fmla="*/ 686284 w 1324649"/>
              <a:gd name="connsiteY17" fmla="*/ 1692778 h 2137809"/>
              <a:gd name="connsiteX18" fmla="*/ 923351 w 1324649"/>
              <a:gd name="connsiteY18" fmla="*/ 1921378 h 2137809"/>
              <a:gd name="connsiteX0" fmla="*/ 923351 w 1328378"/>
              <a:gd name="connsiteY0" fmla="*/ 1921378 h 2123273"/>
              <a:gd name="connsiteX1" fmla="*/ 1177351 w 1328378"/>
              <a:gd name="connsiteY1" fmla="*/ 2116112 h 2123273"/>
              <a:gd name="connsiteX2" fmla="*/ 1321284 w 1328378"/>
              <a:gd name="connsiteY2" fmla="*/ 1989111 h 2123273"/>
              <a:gd name="connsiteX3" fmla="*/ 957216 w 1328378"/>
              <a:gd name="connsiteY3" fmla="*/ 1176313 h 2123273"/>
              <a:gd name="connsiteX4" fmla="*/ 449217 w 1328378"/>
              <a:gd name="connsiteY4" fmla="*/ 1032378 h 2123273"/>
              <a:gd name="connsiteX5" fmla="*/ 432284 w 1328378"/>
              <a:gd name="connsiteY5" fmla="*/ 829178 h 2123273"/>
              <a:gd name="connsiteX6" fmla="*/ 500017 w 1328378"/>
              <a:gd name="connsiteY6" fmla="*/ 346578 h 2123273"/>
              <a:gd name="connsiteX7" fmla="*/ 745551 w 1328378"/>
              <a:gd name="connsiteY7" fmla="*/ 685245 h 2123273"/>
              <a:gd name="connsiteX8" fmla="*/ 779417 w 1328378"/>
              <a:gd name="connsiteY8" fmla="*/ 1083178 h 2123273"/>
              <a:gd name="connsiteX9" fmla="*/ 974150 w 1328378"/>
              <a:gd name="connsiteY9" fmla="*/ 1159379 h 2123273"/>
              <a:gd name="connsiteX10" fmla="*/ 1109618 w 1328378"/>
              <a:gd name="connsiteY10" fmla="*/ 1362578 h 2123273"/>
              <a:gd name="connsiteX11" fmla="*/ 1016484 w 1328378"/>
              <a:gd name="connsiteY11" fmla="*/ 625978 h 2123273"/>
              <a:gd name="connsiteX12" fmla="*/ 584684 w 1328378"/>
              <a:gd name="connsiteY12" fmla="*/ 24845 h 2123273"/>
              <a:gd name="connsiteX13" fmla="*/ 119017 w 1328378"/>
              <a:gd name="connsiteY13" fmla="*/ 202645 h 2123273"/>
              <a:gd name="connsiteX14" fmla="*/ 85151 w 1328378"/>
              <a:gd name="connsiteY14" fmla="*/ 998511 h 2123273"/>
              <a:gd name="connsiteX15" fmla="*/ 484 w 1328378"/>
              <a:gd name="connsiteY15" fmla="*/ 1176311 h 2123273"/>
              <a:gd name="connsiteX16" fmla="*/ 127484 w 1328378"/>
              <a:gd name="connsiteY16" fmla="*/ 1337178 h 2123273"/>
              <a:gd name="connsiteX17" fmla="*/ 686284 w 1328378"/>
              <a:gd name="connsiteY17" fmla="*/ 1692778 h 2123273"/>
              <a:gd name="connsiteX18" fmla="*/ 923351 w 1328378"/>
              <a:gd name="connsiteY18" fmla="*/ 1921378 h 2123273"/>
              <a:gd name="connsiteX0" fmla="*/ 923351 w 1329753"/>
              <a:gd name="connsiteY0" fmla="*/ 1921378 h 2163479"/>
              <a:gd name="connsiteX1" fmla="*/ 1177351 w 1329753"/>
              <a:gd name="connsiteY1" fmla="*/ 2116112 h 2163479"/>
              <a:gd name="connsiteX2" fmla="*/ 1321284 w 1329753"/>
              <a:gd name="connsiteY2" fmla="*/ 1989111 h 2163479"/>
              <a:gd name="connsiteX3" fmla="*/ 957216 w 1329753"/>
              <a:gd name="connsiteY3" fmla="*/ 1176313 h 2163479"/>
              <a:gd name="connsiteX4" fmla="*/ 449217 w 1329753"/>
              <a:gd name="connsiteY4" fmla="*/ 1032378 h 2163479"/>
              <a:gd name="connsiteX5" fmla="*/ 432284 w 1329753"/>
              <a:gd name="connsiteY5" fmla="*/ 829178 h 2163479"/>
              <a:gd name="connsiteX6" fmla="*/ 500017 w 1329753"/>
              <a:gd name="connsiteY6" fmla="*/ 346578 h 2163479"/>
              <a:gd name="connsiteX7" fmla="*/ 745551 w 1329753"/>
              <a:gd name="connsiteY7" fmla="*/ 685245 h 2163479"/>
              <a:gd name="connsiteX8" fmla="*/ 779417 w 1329753"/>
              <a:gd name="connsiteY8" fmla="*/ 1083178 h 2163479"/>
              <a:gd name="connsiteX9" fmla="*/ 974150 w 1329753"/>
              <a:gd name="connsiteY9" fmla="*/ 1159379 h 2163479"/>
              <a:gd name="connsiteX10" fmla="*/ 1109618 w 1329753"/>
              <a:gd name="connsiteY10" fmla="*/ 1362578 h 2163479"/>
              <a:gd name="connsiteX11" fmla="*/ 1016484 w 1329753"/>
              <a:gd name="connsiteY11" fmla="*/ 625978 h 2163479"/>
              <a:gd name="connsiteX12" fmla="*/ 584684 w 1329753"/>
              <a:gd name="connsiteY12" fmla="*/ 24845 h 2163479"/>
              <a:gd name="connsiteX13" fmla="*/ 119017 w 1329753"/>
              <a:gd name="connsiteY13" fmla="*/ 202645 h 2163479"/>
              <a:gd name="connsiteX14" fmla="*/ 85151 w 1329753"/>
              <a:gd name="connsiteY14" fmla="*/ 998511 h 2163479"/>
              <a:gd name="connsiteX15" fmla="*/ 484 w 1329753"/>
              <a:gd name="connsiteY15" fmla="*/ 1176311 h 2163479"/>
              <a:gd name="connsiteX16" fmla="*/ 127484 w 1329753"/>
              <a:gd name="connsiteY16" fmla="*/ 1337178 h 2163479"/>
              <a:gd name="connsiteX17" fmla="*/ 686284 w 1329753"/>
              <a:gd name="connsiteY17" fmla="*/ 1692778 h 2163479"/>
              <a:gd name="connsiteX18" fmla="*/ 923351 w 1329753"/>
              <a:gd name="connsiteY18" fmla="*/ 1921378 h 2163479"/>
              <a:gd name="connsiteX0" fmla="*/ 923351 w 1335035"/>
              <a:gd name="connsiteY0" fmla="*/ 1921378 h 2201958"/>
              <a:gd name="connsiteX1" fmla="*/ 1211218 w 1335035"/>
              <a:gd name="connsiteY1" fmla="*/ 2158445 h 2201958"/>
              <a:gd name="connsiteX2" fmla="*/ 1321284 w 1335035"/>
              <a:gd name="connsiteY2" fmla="*/ 1989111 h 2201958"/>
              <a:gd name="connsiteX3" fmla="*/ 957216 w 1335035"/>
              <a:gd name="connsiteY3" fmla="*/ 1176313 h 2201958"/>
              <a:gd name="connsiteX4" fmla="*/ 449217 w 1335035"/>
              <a:gd name="connsiteY4" fmla="*/ 1032378 h 2201958"/>
              <a:gd name="connsiteX5" fmla="*/ 432284 w 1335035"/>
              <a:gd name="connsiteY5" fmla="*/ 829178 h 2201958"/>
              <a:gd name="connsiteX6" fmla="*/ 500017 w 1335035"/>
              <a:gd name="connsiteY6" fmla="*/ 346578 h 2201958"/>
              <a:gd name="connsiteX7" fmla="*/ 745551 w 1335035"/>
              <a:gd name="connsiteY7" fmla="*/ 685245 h 2201958"/>
              <a:gd name="connsiteX8" fmla="*/ 779417 w 1335035"/>
              <a:gd name="connsiteY8" fmla="*/ 1083178 h 2201958"/>
              <a:gd name="connsiteX9" fmla="*/ 974150 w 1335035"/>
              <a:gd name="connsiteY9" fmla="*/ 1159379 h 2201958"/>
              <a:gd name="connsiteX10" fmla="*/ 1109618 w 1335035"/>
              <a:gd name="connsiteY10" fmla="*/ 1362578 h 2201958"/>
              <a:gd name="connsiteX11" fmla="*/ 1016484 w 1335035"/>
              <a:gd name="connsiteY11" fmla="*/ 625978 h 2201958"/>
              <a:gd name="connsiteX12" fmla="*/ 584684 w 1335035"/>
              <a:gd name="connsiteY12" fmla="*/ 24845 h 2201958"/>
              <a:gd name="connsiteX13" fmla="*/ 119017 w 1335035"/>
              <a:gd name="connsiteY13" fmla="*/ 202645 h 2201958"/>
              <a:gd name="connsiteX14" fmla="*/ 85151 w 1335035"/>
              <a:gd name="connsiteY14" fmla="*/ 998511 h 2201958"/>
              <a:gd name="connsiteX15" fmla="*/ 484 w 1335035"/>
              <a:gd name="connsiteY15" fmla="*/ 1176311 h 2201958"/>
              <a:gd name="connsiteX16" fmla="*/ 127484 w 1335035"/>
              <a:gd name="connsiteY16" fmla="*/ 1337178 h 2201958"/>
              <a:gd name="connsiteX17" fmla="*/ 686284 w 1335035"/>
              <a:gd name="connsiteY17" fmla="*/ 1692778 h 2201958"/>
              <a:gd name="connsiteX18" fmla="*/ 923351 w 1335035"/>
              <a:gd name="connsiteY18" fmla="*/ 1921378 h 2201958"/>
              <a:gd name="connsiteX0" fmla="*/ 923351 w 1356283"/>
              <a:gd name="connsiteY0" fmla="*/ 1921378 h 2196544"/>
              <a:gd name="connsiteX1" fmla="*/ 1211218 w 1356283"/>
              <a:gd name="connsiteY1" fmla="*/ 2158445 h 2196544"/>
              <a:gd name="connsiteX2" fmla="*/ 1346684 w 1356283"/>
              <a:gd name="connsiteY2" fmla="*/ 2090711 h 2196544"/>
              <a:gd name="connsiteX3" fmla="*/ 957216 w 1356283"/>
              <a:gd name="connsiteY3" fmla="*/ 1176313 h 2196544"/>
              <a:gd name="connsiteX4" fmla="*/ 449217 w 1356283"/>
              <a:gd name="connsiteY4" fmla="*/ 1032378 h 2196544"/>
              <a:gd name="connsiteX5" fmla="*/ 432284 w 1356283"/>
              <a:gd name="connsiteY5" fmla="*/ 829178 h 2196544"/>
              <a:gd name="connsiteX6" fmla="*/ 500017 w 1356283"/>
              <a:gd name="connsiteY6" fmla="*/ 346578 h 2196544"/>
              <a:gd name="connsiteX7" fmla="*/ 745551 w 1356283"/>
              <a:gd name="connsiteY7" fmla="*/ 685245 h 2196544"/>
              <a:gd name="connsiteX8" fmla="*/ 779417 w 1356283"/>
              <a:gd name="connsiteY8" fmla="*/ 1083178 h 2196544"/>
              <a:gd name="connsiteX9" fmla="*/ 974150 w 1356283"/>
              <a:gd name="connsiteY9" fmla="*/ 1159379 h 2196544"/>
              <a:gd name="connsiteX10" fmla="*/ 1109618 w 1356283"/>
              <a:gd name="connsiteY10" fmla="*/ 1362578 h 2196544"/>
              <a:gd name="connsiteX11" fmla="*/ 1016484 w 1356283"/>
              <a:gd name="connsiteY11" fmla="*/ 625978 h 2196544"/>
              <a:gd name="connsiteX12" fmla="*/ 584684 w 1356283"/>
              <a:gd name="connsiteY12" fmla="*/ 24845 h 2196544"/>
              <a:gd name="connsiteX13" fmla="*/ 119017 w 1356283"/>
              <a:gd name="connsiteY13" fmla="*/ 202645 h 2196544"/>
              <a:gd name="connsiteX14" fmla="*/ 85151 w 1356283"/>
              <a:gd name="connsiteY14" fmla="*/ 998511 h 2196544"/>
              <a:gd name="connsiteX15" fmla="*/ 484 w 1356283"/>
              <a:gd name="connsiteY15" fmla="*/ 1176311 h 2196544"/>
              <a:gd name="connsiteX16" fmla="*/ 127484 w 1356283"/>
              <a:gd name="connsiteY16" fmla="*/ 1337178 h 2196544"/>
              <a:gd name="connsiteX17" fmla="*/ 686284 w 1356283"/>
              <a:gd name="connsiteY17" fmla="*/ 1692778 h 2196544"/>
              <a:gd name="connsiteX18" fmla="*/ 923351 w 1356283"/>
              <a:gd name="connsiteY18" fmla="*/ 1921378 h 2196544"/>
              <a:gd name="connsiteX0" fmla="*/ 923351 w 1351054"/>
              <a:gd name="connsiteY0" fmla="*/ 1921378 h 2191898"/>
              <a:gd name="connsiteX1" fmla="*/ 1151951 w 1351054"/>
              <a:gd name="connsiteY1" fmla="*/ 2149978 h 2191898"/>
              <a:gd name="connsiteX2" fmla="*/ 1346684 w 1351054"/>
              <a:gd name="connsiteY2" fmla="*/ 2090711 h 2191898"/>
              <a:gd name="connsiteX3" fmla="*/ 957216 w 1351054"/>
              <a:gd name="connsiteY3" fmla="*/ 1176313 h 2191898"/>
              <a:gd name="connsiteX4" fmla="*/ 449217 w 1351054"/>
              <a:gd name="connsiteY4" fmla="*/ 1032378 h 2191898"/>
              <a:gd name="connsiteX5" fmla="*/ 432284 w 1351054"/>
              <a:gd name="connsiteY5" fmla="*/ 829178 h 2191898"/>
              <a:gd name="connsiteX6" fmla="*/ 500017 w 1351054"/>
              <a:gd name="connsiteY6" fmla="*/ 346578 h 2191898"/>
              <a:gd name="connsiteX7" fmla="*/ 745551 w 1351054"/>
              <a:gd name="connsiteY7" fmla="*/ 685245 h 2191898"/>
              <a:gd name="connsiteX8" fmla="*/ 779417 w 1351054"/>
              <a:gd name="connsiteY8" fmla="*/ 1083178 h 2191898"/>
              <a:gd name="connsiteX9" fmla="*/ 974150 w 1351054"/>
              <a:gd name="connsiteY9" fmla="*/ 1159379 h 2191898"/>
              <a:gd name="connsiteX10" fmla="*/ 1109618 w 1351054"/>
              <a:gd name="connsiteY10" fmla="*/ 1362578 h 2191898"/>
              <a:gd name="connsiteX11" fmla="*/ 1016484 w 1351054"/>
              <a:gd name="connsiteY11" fmla="*/ 625978 h 2191898"/>
              <a:gd name="connsiteX12" fmla="*/ 584684 w 1351054"/>
              <a:gd name="connsiteY12" fmla="*/ 24845 h 2191898"/>
              <a:gd name="connsiteX13" fmla="*/ 119017 w 1351054"/>
              <a:gd name="connsiteY13" fmla="*/ 202645 h 2191898"/>
              <a:gd name="connsiteX14" fmla="*/ 85151 w 1351054"/>
              <a:gd name="connsiteY14" fmla="*/ 998511 h 2191898"/>
              <a:gd name="connsiteX15" fmla="*/ 484 w 1351054"/>
              <a:gd name="connsiteY15" fmla="*/ 1176311 h 2191898"/>
              <a:gd name="connsiteX16" fmla="*/ 127484 w 1351054"/>
              <a:gd name="connsiteY16" fmla="*/ 1337178 h 2191898"/>
              <a:gd name="connsiteX17" fmla="*/ 686284 w 1351054"/>
              <a:gd name="connsiteY17" fmla="*/ 1692778 h 2191898"/>
              <a:gd name="connsiteX18" fmla="*/ 923351 w 1351054"/>
              <a:gd name="connsiteY18" fmla="*/ 1921378 h 2191898"/>
              <a:gd name="connsiteX0" fmla="*/ 923351 w 1349788"/>
              <a:gd name="connsiteY0" fmla="*/ 1921378 h 2201349"/>
              <a:gd name="connsiteX1" fmla="*/ 1151951 w 1349788"/>
              <a:gd name="connsiteY1" fmla="*/ 2149978 h 2201349"/>
              <a:gd name="connsiteX2" fmla="*/ 1346684 w 1349788"/>
              <a:gd name="connsiteY2" fmla="*/ 2090711 h 2201349"/>
              <a:gd name="connsiteX3" fmla="*/ 957216 w 1349788"/>
              <a:gd name="connsiteY3" fmla="*/ 1176313 h 2201349"/>
              <a:gd name="connsiteX4" fmla="*/ 449217 w 1349788"/>
              <a:gd name="connsiteY4" fmla="*/ 1032378 h 2201349"/>
              <a:gd name="connsiteX5" fmla="*/ 432284 w 1349788"/>
              <a:gd name="connsiteY5" fmla="*/ 829178 h 2201349"/>
              <a:gd name="connsiteX6" fmla="*/ 500017 w 1349788"/>
              <a:gd name="connsiteY6" fmla="*/ 346578 h 2201349"/>
              <a:gd name="connsiteX7" fmla="*/ 745551 w 1349788"/>
              <a:gd name="connsiteY7" fmla="*/ 685245 h 2201349"/>
              <a:gd name="connsiteX8" fmla="*/ 779417 w 1349788"/>
              <a:gd name="connsiteY8" fmla="*/ 1083178 h 2201349"/>
              <a:gd name="connsiteX9" fmla="*/ 974150 w 1349788"/>
              <a:gd name="connsiteY9" fmla="*/ 1159379 h 2201349"/>
              <a:gd name="connsiteX10" fmla="*/ 1109618 w 1349788"/>
              <a:gd name="connsiteY10" fmla="*/ 1362578 h 2201349"/>
              <a:gd name="connsiteX11" fmla="*/ 1016484 w 1349788"/>
              <a:gd name="connsiteY11" fmla="*/ 625978 h 2201349"/>
              <a:gd name="connsiteX12" fmla="*/ 584684 w 1349788"/>
              <a:gd name="connsiteY12" fmla="*/ 24845 h 2201349"/>
              <a:gd name="connsiteX13" fmla="*/ 119017 w 1349788"/>
              <a:gd name="connsiteY13" fmla="*/ 202645 h 2201349"/>
              <a:gd name="connsiteX14" fmla="*/ 85151 w 1349788"/>
              <a:gd name="connsiteY14" fmla="*/ 998511 h 2201349"/>
              <a:gd name="connsiteX15" fmla="*/ 484 w 1349788"/>
              <a:gd name="connsiteY15" fmla="*/ 1176311 h 2201349"/>
              <a:gd name="connsiteX16" fmla="*/ 127484 w 1349788"/>
              <a:gd name="connsiteY16" fmla="*/ 1337178 h 2201349"/>
              <a:gd name="connsiteX17" fmla="*/ 686284 w 1349788"/>
              <a:gd name="connsiteY17" fmla="*/ 1692778 h 2201349"/>
              <a:gd name="connsiteX18" fmla="*/ 923351 w 1349788"/>
              <a:gd name="connsiteY18" fmla="*/ 1921378 h 2201349"/>
              <a:gd name="connsiteX0" fmla="*/ 957218 w 1350928"/>
              <a:gd name="connsiteY0" fmla="*/ 1912911 h 2192406"/>
              <a:gd name="connsiteX1" fmla="*/ 1151951 w 1350928"/>
              <a:gd name="connsiteY1" fmla="*/ 2149978 h 2192406"/>
              <a:gd name="connsiteX2" fmla="*/ 1346684 w 1350928"/>
              <a:gd name="connsiteY2" fmla="*/ 2090711 h 2192406"/>
              <a:gd name="connsiteX3" fmla="*/ 957216 w 1350928"/>
              <a:gd name="connsiteY3" fmla="*/ 1176313 h 2192406"/>
              <a:gd name="connsiteX4" fmla="*/ 449217 w 1350928"/>
              <a:gd name="connsiteY4" fmla="*/ 1032378 h 2192406"/>
              <a:gd name="connsiteX5" fmla="*/ 432284 w 1350928"/>
              <a:gd name="connsiteY5" fmla="*/ 829178 h 2192406"/>
              <a:gd name="connsiteX6" fmla="*/ 500017 w 1350928"/>
              <a:gd name="connsiteY6" fmla="*/ 346578 h 2192406"/>
              <a:gd name="connsiteX7" fmla="*/ 745551 w 1350928"/>
              <a:gd name="connsiteY7" fmla="*/ 685245 h 2192406"/>
              <a:gd name="connsiteX8" fmla="*/ 779417 w 1350928"/>
              <a:gd name="connsiteY8" fmla="*/ 1083178 h 2192406"/>
              <a:gd name="connsiteX9" fmla="*/ 974150 w 1350928"/>
              <a:gd name="connsiteY9" fmla="*/ 1159379 h 2192406"/>
              <a:gd name="connsiteX10" fmla="*/ 1109618 w 1350928"/>
              <a:gd name="connsiteY10" fmla="*/ 1362578 h 2192406"/>
              <a:gd name="connsiteX11" fmla="*/ 1016484 w 1350928"/>
              <a:gd name="connsiteY11" fmla="*/ 625978 h 2192406"/>
              <a:gd name="connsiteX12" fmla="*/ 584684 w 1350928"/>
              <a:gd name="connsiteY12" fmla="*/ 24845 h 2192406"/>
              <a:gd name="connsiteX13" fmla="*/ 119017 w 1350928"/>
              <a:gd name="connsiteY13" fmla="*/ 202645 h 2192406"/>
              <a:gd name="connsiteX14" fmla="*/ 85151 w 1350928"/>
              <a:gd name="connsiteY14" fmla="*/ 998511 h 2192406"/>
              <a:gd name="connsiteX15" fmla="*/ 484 w 1350928"/>
              <a:gd name="connsiteY15" fmla="*/ 1176311 h 2192406"/>
              <a:gd name="connsiteX16" fmla="*/ 127484 w 1350928"/>
              <a:gd name="connsiteY16" fmla="*/ 1337178 h 2192406"/>
              <a:gd name="connsiteX17" fmla="*/ 686284 w 1350928"/>
              <a:gd name="connsiteY17" fmla="*/ 1692778 h 2192406"/>
              <a:gd name="connsiteX18" fmla="*/ 957218 w 1350928"/>
              <a:gd name="connsiteY18" fmla="*/ 1912911 h 2192406"/>
              <a:gd name="connsiteX0" fmla="*/ 957218 w 1358616"/>
              <a:gd name="connsiteY0" fmla="*/ 1912911 h 2161828"/>
              <a:gd name="connsiteX1" fmla="*/ 1151951 w 1358616"/>
              <a:gd name="connsiteY1" fmla="*/ 2149978 h 2161828"/>
              <a:gd name="connsiteX2" fmla="*/ 1346684 w 1358616"/>
              <a:gd name="connsiteY2" fmla="*/ 2090711 h 2161828"/>
              <a:gd name="connsiteX3" fmla="*/ 1295883 w 1358616"/>
              <a:gd name="connsiteY3" fmla="*/ 1785911 h 2161828"/>
              <a:gd name="connsiteX4" fmla="*/ 957216 w 1358616"/>
              <a:gd name="connsiteY4" fmla="*/ 1176313 h 2161828"/>
              <a:gd name="connsiteX5" fmla="*/ 449217 w 1358616"/>
              <a:gd name="connsiteY5" fmla="*/ 1032378 h 2161828"/>
              <a:gd name="connsiteX6" fmla="*/ 432284 w 1358616"/>
              <a:gd name="connsiteY6" fmla="*/ 829178 h 2161828"/>
              <a:gd name="connsiteX7" fmla="*/ 500017 w 1358616"/>
              <a:gd name="connsiteY7" fmla="*/ 346578 h 2161828"/>
              <a:gd name="connsiteX8" fmla="*/ 745551 w 1358616"/>
              <a:gd name="connsiteY8" fmla="*/ 685245 h 2161828"/>
              <a:gd name="connsiteX9" fmla="*/ 779417 w 1358616"/>
              <a:gd name="connsiteY9" fmla="*/ 1083178 h 2161828"/>
              <a:gd name="connsiteX10" fmla="*/ 974150 w 1358616"/>
              <a:gd name="connsiteY10" fmla="*/ 1159379 h 2161828"/>
              <a:gd name="connsiteX11" fmla="*/ 1109618 w 1358616"/>
              <a:gd name="connsiteY11" fmla="*/ 1362578 h 2161828"/>
              <a:gd name="connsiteX12" fmla="*/ 1016484 w 1358616"/>
              <a:gd name="connsiteY12" fmla="*/ 625978 h 2161828"/>
              <a:gd name="connsiteX13" fmla="*/ 584684 w 1358616"/>
              <a:gd name="connsiteY13" fmla="*/ 24845 h 2161828"/>
              <a:gd name="connsiteX14" fmla="*/ 119017 w 1358616"/>
              <a:gd name="connsiteY14" fmla="*/ 202645 h 2161828"/>
              <a:gd name="connsiteX15" fmla="*/ 85151 w 1358616"/>
              <a:gd name="connsiteY15" fmla="*/ 998511 h 2161828"/>
              <a:gd name="connsiteX16" fmla="*/ 484 w 1358616"/>
              <a:gd name="connsiteY16" fmla="*/ 1176311 h 2161828"/>
              <a:gd name="connsiteX17" fmla="*/ 127484 w 1358616"/>
              <a:gd name="connsiteY17" fmla="*/ 1337178 h 2161828"/>
              <a:gd name="connsiteX18" fmla="*/ 686284 w 1358616"/>
              <a:gd name="connsiteY18" fmla="*/ 1692778 h 2161828"/>
              <a:gd name="connsiteX19" fmla="*/ 957218 w 1358616"/>
              <a:gd name="connsiteY19" fmla="*/ 1912911 h 2161828"/>
              <a:gd name="connsiteX0" fmla="*/ 957218 w 1334032"/>
              <a:gd name="connsiteY0" fmla="*/ 1912911 h 2155627"/>
              <a:gd name="connsiteX1" fmla="*/ 1151951 w 1334032"/>
              <a:gd name="connsiteY1" fmla="*/ 2149978 h 2155627"/>
              <a:gd name="connsiteX2" fmla="*/ 1304351 w 1334032"/>
              <a:gd name="connsiteY2" fmla="*/ 2056844 h 2155627"/>
              <a:gd name="connsiteX3" fmla="*/ 1295883 w 1334032"/>
              <a:gd name="connsiteY3" fmla="*/ 1785911 h 2155627"/>
              <a:gd name="connsiteX4" fmla="*/ 957216 w 1334032"/>
              <a:gd name="connsiteY4" fmla="*/ 1176313 h 2155627"/>
              <a:gd name="connsiteX5" fmla="*/ 449217 w 1334032"/>
              <a:gd name="connsiteY5" fmla="*/ 1032378 h 2155627"/>
              <a:gd name="connsiteX6" fmla="*/ 432284 w 1334032"/>
              <a:gd name="connsiteY6" fmla="*/ 829178 h 2155627"/>
              <a:gd name="connsiteX7" fmla="*/ 500017 w 1334032"/>
              <a:gd name="connsiteY7" fmla="*/ 346578 h 2155627"/>
              <a:gd name="connsiteX8" fmla="*/ 745551 w 1334032"/>
              <a:gd name="connsiteY8" fmla="*/ 685245 h 2155627"/>
              <a:gd name="connsiteX9" fmla="*/ 779417 w 1334032"/>
              <a:gd name="connsiteY9" fmla="*/ 1083178 h 2155627"/>
              <a:gd name="connsiteX10" fmla="*/ 974150 w 1334032"/>
              <a:gd name="connsiteY10" fmla="*/ 1159379 h 2155627"/>
              <a:gd name="connsiteX11" fmla="*/ 1109618 w 1334032"/>
              <a:gd name="connsiteY11" fmla="*/ 1362578 h 2155627"/>
              <a:gd name="connsiteX12" fmla="*/ 1016484 w 1334032"/>
              <a:gd name="connsiteY12" fmla="*/ 625978 h 2155627"/>
              <a:gd name="connsiteX13" fmla="*/ 584684 w 1334032"/>
              <a:gd name="connsiteY13" fmla="*/ 24845 h 2155627"/>
              <a:gd name="connsiteX14" fmla="*/ 119017 w 1334032"/>
              <a:gd name="connsiteY14" fmla="*/ 202645 h 2155627"/>
              <a:gd name="connsiteX15" fmla="*/ 85151 w 1334032"/>
              <a:gd name="connsiteY15" fmla="*/ 998511 h 2155627"/>
              <a:gd name="connsiteX16" fmla="*/ 484 w 1334032"/>
              <a:gd name="connsiteY16" fmla="*/ 1176311 h 2155627"/>
              <a:gd name="connsiteX17" fmla="*/ 127484 w 1334032"/>
              <a:gd name="connsiteY17" fmla="*/ 1337178 h 2155627"/>
              <a:gd name="connsiteX18" fmla="*/ 686284 w 1334032"/>
              <a:gd name="connsiteY18" fmla="*/ 1692778 h 2155627"/>
              <a:gd name="connsiteX19" fmla="*/ 957218 w 1334032"/>
              <a:gd name="connsiteY19" fmla="*/ 1912911 h 2155627"/>
              <a:gd name="connsiteX0" fmla="*/ 957218 w 1337836"/>
              <a:gd name="connsiteY0" fmla="*/ 1912911 h 2179835"/>
              <a:gd name="connsiteX1" fmla="*/ 1084217 w 1337836"/>
              <a:gd name="connsiteY1" fmla="*/ 2175378 h 2179835"/>
              <a:gd name="connsiteX2" fmla="*/ 1304351 w 1337836"/>
              <a:gd name="connsiteY2" fmla="*/ 2056844 h 2179835"/>
              <a:gd name="connsiteX3" fmla="*/ 1295883 w 1337836"/>
              <a:gd name="connsiteY3" fmla="*/ 1785911 h 2179835"/>
              <a:gd name="connsiteX4" fmla="*/ 957216 w 1337836"/>
              <a:gd name="connsiteY4" fmla="*/ 1176313 h 2179835"/>
              <a:gd name="connsiteX5" fmla="*/ 449217 w 1337836"/>
              <a:gd name="connsiteY5" fmla="*/ 1032378 h 2179835"/>
              <a:gd name="connsiteX6" fmla="*/ 432284 w 1337836"/>
              <a:gd name="connsiteY6" fmla="*/ 829178 h 2179835"/>
              <a:gd name="connsiteX7" fmla="*/ 500017 w 1337836"/>
              <a:gd name="connsiteY7" fmla="*/ 346578 h 2179835"/>
              <a:gd name="connsiteX8" fmla="*/ 745551 w 1337836"/>
              <a:gd name="connsiteY8" fmla="*/ 685245 h 2179835"/>
              <a:gd name="connsiteX9" fmla="*/ 779417 w 1337836"/>
              <a:gd name="connsiteY9" fmla="*/ 1083178 h 2179835"/>
              <a:gd name="connsiteX10" fmla="*/ 974150 w 1337836"/>
              <a:gd name="connsiteY10" fmla="*/ 1159379 h 2179835"/>
              <a:gd name="connsiteX11" fmla="*/ 1109618 w 1337836"/>
              <a:gd name="connsiteY11" fmla="*/ 1362578 h 2179835"/>
              <a:gd name="connsiteX12" fmla="*/ 1016484 w 1337836"/>
              <a:gd name="connsiteY12" fmla="*/ 625978 h 2179835"/>
              <a:gd name="connsiteX13" fmla="*/ 584684 w 1337836"/>
              <a:gd name="connsiteY13" fmla="*/ 24845 h 2179835"/>
              <a:gd name="connsiteX14" fmla="*/ 119017 w 1337836"/>
              <a:gd name="connsiteY14" fmla="*/ 202645 h 2179835"/>
              <a:gd name="connsiteX15" fmla="*/ 85151 w 1337836"/>
              <a:gd name="connsiteY15" fmla="*/ 998511 h 2179835"/>
              <a:gd name="connsiteX16" fmla="*/ 484 w 1337836"/>
              <a:gd name="connsiteY16" fmla="*/ 1176311 h 2179835"/>
              <a:gd name="connsiteX17" fmla="*/ 127484 w 1337836"/>
              <a:gd name="connsiteY17" fmla="*/ 1337178 h 2179835"/>
              <a:gd name="connsiteX18" fmla="*/ 686284 w 1337836"/>
              <a:gd name="connsiteY18" fmla="*/ 1692778 h 2179835"/>
              <a:gd name="connsiteX19" fmla="*/ 957218 w 1337836"/>
              <a:gd name="connsiteY19" fmla="*/ 1912911 h 2179835"/>
              <a:gd name="connsiteX0" fmla="*/ 957218 w 1337836"/>
              <a:gd name="connsiteY0" fmla="*/ 1912911 h 2179835"/>
              <a:gd name="connsiteX1" fmla="*/ 1084217 w 1337836"/>
              <a:gd name="connsiteY1" fmla="*/ 2175378 h 2179835"/>
              <a:gd name="connsiteX2" fmla="*/ 1304351 w 1337836"/>
              <a:gd name="connsiteY2" fmla="*/ 2056844 h 2179835"/>
              <a:gd name="connsiteX3" fmla="*/ 1295883 w 1337836"/>
              <a:gd name="connsiteY3" fmla="*/ 1785911 h 2179835"/>
              <a:gd name="connsiteX4" fmla="*/ 957216 w 1337836"/>
              <a:gd name="connsiteY4" fmla="*/ 1176313 h 2179835"/>
              <a:gd name="connsiteX5" fmla="*/ 449217 w 1337836"/>
              <a:gd name="connsiteY5" fmla="*/ 1032378 h 2179835"/>
              <a:gd name="connsiteX6" fmla="*/ 432284 w 1337836"/>
              <a:gd name="connsiteY6" fmla="*/ 829178 h 2179835"/>
              <a:gd name="connsiteX7" fmla="*/ 500017 w 1337836"/>
              <a:gd name="connsiteY7" fmla="*/ 346578 h 2179835"/>
              <a:gd name="connsiteX8" fmla="*/ 745551 w 1337836"/>
              <a:gd name="connsiteY8" fmla="*/ 685245 h 2179835"/>
              <a:gd name="connsiteX9" fmla="*/ 779417 w 1337836"/>
              <a:gd name="connsiteY9" fmla="*/ 1083178 h 2179835"/>
              <a:gd name="connsiteX10" fmla="*/ 974150 w 1337836"/>
              <a:gd name="connsiteY10" fmla="*/ 1159379 h 2179835"/>
              <a:gd name="connsiteX11" fmla="*/ 1109618 w 1337836"/>
              <a:gd name="connsiteY11" fmla="*/ 1362578 h 2179835"/>
              <a:gd name="connsiteX12" fmla="*/ 1016484 w 1337836"/>
              <a:gd name="connsiteY12" fmla="*/ 625978 h 2179835"/>
              <a:gd name="connsiteX13" fmla="*/ 584684 w 1337836"/>
              <a:gd name="connsiteY13" fmla="*/ 24845 h 2179835"/>
              <a:gd name="connsiteX14" fmla="*/ 119017 w 1337836"/>
              <a:gd name="connsiteY14" fmla="*/ 202645 h 2179835"/>
              <a:gd name="connsiteX15" fmla="*/ 85151 w 1337836"/>
              <a:gd name="connsiteY15" fmla="*/ 998511 h 2179835"/>
              <a:gd name="connsiteX16" fmla="*/ 484 w 1337836"/>
              <a:gd name="connsiteY16" fmla="*/ 1176311 h 2179835"/>
              <a:gd name="connsiteX17" fmla="*/ 127484 w 1337836"/>
              <a:gd name="connsiteY17" fmla="*/ 1337178 h 2179835"/>
              <a:gd name="connsiteX18" fmla="*/ 686284 w 1337836"/>
              <a:gd name="connsiteY18" fmla="*/ 1692778 h 2179835"/>
              <a:gd name="connsiteX19" fmla="*/ 957218 w 1337836"/>
              <a:gd name="connsiteY19" fmla="*/ 1912911 h 2179835"/>
              <a:gd name="connsiteX0" fmla="*/ 1050108 w 1430726"/>
              <a:gd name="connsiteY0" fmla="*/ 1912911 h 2179835"/>
              <a:gd name="connsiteX1" fmla="*/ 1177107 w 1430726"/>
              <a:gd name="connsiteY1" fmla="*/ 2175378 h 2179835"/>
              <a:gd name="connsiteX2" fmla="*/ 1397241 w 1430726"/>
              <a:gd name="connsiteY2" fmla="*/ 2056844 h 2179835"/>
              <a:gd name="connsiteX3" fmla="*/ 1388773 w 1430726"/>
              <a:gd name="connsiteY3" fmla="*/ 1785911 h 2179835"/>
              <a:gd name="connsiteX4" fmla="*/ 1050106 w 1430726"/>
              <a:gd name="connsiteY4" fmla="*/ 1176313 h 2179835"/>
              <a:gd name="connsiteX5" fmla="*/ 542107 w 1430726"/>
              <a:gd name="connsiteY5" fmla="*/ 1032378 h 2179835"/>
              <a:gd name="connsiteX6" fmla="*/ 525174 w 1430726"/>
              <a:gd name="connsiteY6" fmla="*/ 829178 h 2179835"/>
              <a:gd name="connsiteX7" fmla="*/ 592907 w 1430726"/>
              <a:gd name="connsiteY7" fmla="*/ 346578 h 2179835"/>
              <a:gd name="connsiteX8" fmla="*/ 838441 w 1430726"/>
              <a:gd name="connsiteY8" fmla="*/ 685245 h 2179835"/>
              <a:gd name="connsiteX9" fmla="*/ 872307 w 1430726"/>
              <a:gd name="connsiteY9" fmla="*/ 1083178 h 2179835"/>
              <a:gd name="connsiteX10" fmla="*/ 1067040 w 1430726"/>
              <a:gd name="connsiteY10" fmla="*/ 1159379 h 2179835"/>
              <a:gd name="connsiteX11" fmla="*/ 1202508 w 1430726"/>
              <a:gd name="connsiteY11" fmla="*/ 1362578 h 2179835"/>
              <a:gd name="connsiteX12" fmla="*/ 1109374 w 1430726"/>
              <a:gd name="connsiteY12" fmla="*/ 625978 h 2179835"/>
              <a:gd name="connsiteX13" fmla="*/ 677574 w 1430726"/>
              <a:gd name="connsiteY13" fmla="*/ 24845 h 2179835"/>
              <a:gd name="connsiteX14" fmla="*/ 211907 w 1430726"/>
              <a:gd name="connsiteY14" fmla="*/ 202645 h 2179835"/>
              <a:gd name="connsiteX15" fmla="*/ 178041 w 1430726"/>
              <a:gd name="connsiteY15" fmla="*/ 998511 h 2179835"/>
              <a:gd name="connsiteX16" fmla="*/ 241 w 1430726"/>
              <a:gd name="connsiteY16" fmla="*/ 1235578 h 2179835"/>
              <a:gd name="connsiteX17" fmla="*/ 220374 w 1430726"/>
              <a:gd name="connsiteY17" fmla="*/ 1337178 h 2179835"/>
              <a:gd name="connsiteX18" fmla="*/ 779174 w 1430726"/>
              <a:gd name="connsiteY18" fmla="*/ 1692778 h 2179835"/>
              <a:gd name="connsiteX19" fmla="*/ 1050108 w 1430726"/>
              <a:gd name="connsiteY19" fmla="*/ 1912911 h 2179835"/>
              <a:gd name="connsiteX0" fmla="*/ 1056896 w 1437514"/>
              <a:gd name="connsiteY0" fmla="*/ 1912911 h 2179835"/>
              <a:gd name="connsiteX1" fmla="*/ 1183895 w 1437514"/>
              <a:gd name="connsiteY1" fmla="*/ 2175378 h 2179835"/>
              <a:gd name="connsiteX2" fmla="*/ 1404029 w 1437514"/>
              <a:gd name="connsiteY2" fmla="*/ 2056844 h 2179835"/>
              <a:gd name="connsiteX3" fmla="*/ 1395561 w 1437514"/>
              <a:gd name="connsiteY3" fmla="*/ 1785911 h 2179835"/>
              <a:gd name="connsiteX4" fmla="*/ 1056894 w 1437514"/>
              <a:gd name="connsiteY4" fmla="*/ 1176313 h 2179835"/>
              <a:gd name="connsiteX5" fmla="*/ 548895 w 1437514"/>
              <a:gd name="connsiteY5" fmla="*/ 1032378 h 2179835"/>
              <a:gd name="connsiteX6" fmla="*/ 531962 w 1437514"/>
              <a:gd name="connsiteY6" fmla="*/ 829178 h 2179835"/>
              <a:gd name="connsiteX7" fmla="*/ 599695 w 1437514"/>
              <a:gd name="connsiteY7" fmla="*/ 346578 h 2179835"/>
              <a:gd name="connsiteX8" fmla="*/ 845229 w 1437514"/>
              <a:gd name="connsiteY8" fmla="*/ 685245 h 2179835"/>
              <a:gd name="connsiteX9" fmla="*/ 879095 w 1437514"/>
              <a:gd name="connsiteY9" fmla="*/ 1083178 h 2179835"/>
              <a:gd name="connsiteX10" fmla="*/ 1073828 w 1437514"/>
              <a:gd name="connsiteY10" fmla="*/ 1159379 h 2179835"/>
              <a:gd name="connsiteX11" fmla="*/ 1209296 w 1437514"/>
              <a:gd name="connsiteY11" fmla="*/ 1362578 h 2179835"/>
              <a:gd name="connsiteX12" fmla="*/ 1116162 w 1437514"/>
              <a:gd name="connsiteY12" fmla="*/ 625978 h 2179835"/>
              <a:gd name="connsiteX13" fmla="*/ 684362 w 1437514"/>
              <a:gd name="connsiteY13" fmla="*/ 24845 h 2179835"/>
              <a:gd name="connsiteX14" fmla="*/ 218695 w 1437514"/>
              <a:gd name="connsiteY14" fmla="*/ 202645 h 2179835"/>
              <a:gd name="connsiteX15" fmla="*/ 184829 w 1437514"/>
              <a:gd name="connsiteY15" fmla="*/ 998511 h 2179835"/>
              <a:gd name="connsiteX16" fmla="*/ 66294 w 1437514"/>
              <a:gd name="connsiteY16" fmla="*/ 1091646 h 2179835"/>
              <a:gd name="connsiteX17" fmla="*/ 7029 w 1437514"/>
              <a:gd name="connsiteY17" fmla="*/ 1235578 h 2179835"/>
              <a:gd name="connsiteX18" fmla="*/ 227162 w 1437514"/>
              <a:gd name="connsiteY18" fmla="*/ 1337178 h 2179835"/>
              <a:gd name="connsiteX19" fmla="*/ 785962 w 1437514"/>
              <a:gd name="connsiteY19" fmla="*/ 1692778 h 2179835"/>
              <a:gd name="connsiteX20" fmla="*/ 1056896 w 1437514"/>
              <a:gd name="connsiteY20" fmla="*/ 1912911 h 2179835"/>
              <a:gd name="connsiteX0" fmla="*/ 1064684 w 1445302"/>
              <a:gd name="connsiteY0" fmla="*/ 1912911 h 2179835"/>
              <a:gd name="connsiteX1" fmla="*/ 1191683 w 1445302"/>
              <a:gd name="connsiteY1" fmla="*/ 2175378 h 2179835"/>
              <a:gd name="connsiteX2" fmla="*/ 1411817 w 1445302"/>
              <a:gd name="connsiteY2" fmla="*/ 2056844 h 2179835"/>
              <a:gd name="connsiteX3" fmla="*/ 1403349 w 1445302"/>
              <a:gd name="connsiteY3" fmla="*/ 1785911 h 2179835"/>
              <a:gd name="connsiteX4" fmla="*/ 1064682 w 1445302"/>
              <a:gd name="connsiteY4" fmla="*/ 1176313 h 2179835"/>
              <a:gd name="connsiteX5" fmla="*/ 556683 w 1445302"/>
              <a:gd name="connsiteY5" fmla="*/ 1032378 h 2179835"/>
              <a:gd name="connsiteX6" fmla="*/ 539750 w 1445302"/>
              <a:gd name="connsiteY6" fmla="*/ 829178 h 2179835"/>
              <a:gd name="connsiteX7" fmla="*/ 607483 w 1445302"/>
              <a:gd name="connsiteY7" fmla="*/ 346578 h 2179835"/>
              <a:gd name="connsiteX8" fmla="*/ 853017 w 1445302"/>
              <a:gd name="connsiteY8" fmla="*/ 685245 h 2179835"/>
              <a:gd name="connsiteX9" fmla="*/ 886883 w 1445302"/>
              <a:gd name="connsiteY9" fmla="*/ 1083178 h 2179835"/>
              <a:gd name="connsiteX10" fmla="*/ 1081616 w 1445302"/>
              <a:gd name="connsiteY10" fmla="*/ 1159379 h 2179835"/>
              <a:gd name="connsiteX11" fmla="*/ 1217084 w 1445302"/>
              <a:gd name="connsiteY11" fmla="*/ 1362578 h 2179835"/>
              <a:gd name="connsiteX12" fmla="*/ 1123950 w 1445302"/>
              <a:gd name="connsiteY12" fmla="*/ 625978 h 2179835"/>
              <a:gd name="connsiteX13" fmla="*/ 692150 w 1445302"/>
              <a:gd name="connsiteY13" fmla="*/ 24845 h 2179835"/>
              <a:gd name="connsiteX14" fmla="*/ 226483 w 1445302"/>
              <a:gd name="connsiteY14" fmla="*/ 202645 h 2179835"/>
              <a:gd name="connsiteX15" fmla="*/ 192617 w 1445302"/>
              <a:gd name="connsiteY15" fmla="*/ 998511 h 2179835"/>
              <a:gd name="connsiteX16" fmla="*/ 74082 w 1445302"/>
              <a:gd name="connsiteY16" fmla="*/ 1091646 h 2179835"/>
              <a:gd name="connsiteX17" fmla="*/ 6350 w 1445302"/>
              <a:gd name="connsiteY17" fmla="*/ 1286378 h 2179835"/>
              <a:gd name="connsiteX18" fmla="*/ 234950 w 1445302"/>
              <a:gd name="connsiteY18" fmla="*/ 1337178 h 2179835"/>
              <a:gd name="connsiteX19" fmla="*/ 793750 w 1445302"/>
              <a:gd name="connsiteY19" fmla="*/ 1692778 h 2179835"/>
              <a:gd name="connsiteX20" fmla="*/ 1064684 w 1445302"/>
              <a:gd name="connsiteY20" fmla="*/ 1912911 h 2179835"/>
              <a:gd name="connsiteX0" fmla="*/ 1064684 w 1445302"/>
              <a:gd name="connsiteY0" fmla="*/ 1912911 h 2179835"/>
              <a:gd name="connsiteX1" fmla="*/ 1191683 w 1445302"/>
              <a:gd name="connsiteY1" fmla="*/ 2175378 h 2179835"/>
              <a:gd name="connsiteX2" fmla="*/ 1411817 w 1445302"/>
              <a:gd name="connsiteY2" fmla="*/ 2056844 h 2179835"/>
              <a:gd name="connsiteX3" fmla="*/ 1403349 w 1445302"/>
              <a:gd name="connsiteY3" fmla="*/ 1785911 h 2179835"/>
              <a:gd name="connsiteX4" fmla="*/ 1064682 w 1445302"/>
              <a:gd name="connsiteY4" fmla="*/ 1176313 h 2179835"/>
              <a:gd name="connsiteX5" fmla="*/ 556683 w 1445302"/>
              <a:gd name="connsiteY5" fmla="*/ 1032378 h 2179835"/>
              <a:gd name="connsiteX6" fmla="*/ 539750 w 1445302"/>
              <a:gd name="connsiteY6" fmla="*/ 829178 h 2179835"/>
              <a:gd name="connsiteX7" fmla="*/ 607483 w 1445302"/>
              <a:gd name="connsiteY7" fmla="*/ 346578 h 2179835"/>
              <a:gd name="connsiteX8" fmla="*/ 853017 w 1445302"/>
              <a:gd name="connsiteY8" fmla="*/ 685245 h 2179835"/>
              <a:gd name="connsiteX9" fmla="*/ 886883 w 1445302"/>
              <a:gd name="connsiteY9" fmla="*/ 1083178 h 2179835"/>
              <a:gd name="connsiteX10" fmla="*/ 1081616 w 1445302"/>
              <a:gd name="connsiteY10" fmla="*/ 1159379 h 2179835"/>
              <a:gd name="connsiteX11" fmla="*/ 1217084 w 1445302"/>
              <a:gd name="connsiteY11" fmla="*/ 1362578 h 2179835"/>
              <a:gd name="connsiteX12" fmla="*/ 1123950 w 1445302"/>
              <a:gd name="connsiteY12" fmla="*/ 625978 h 2179835"/>
              <a:gd name="connsiteX13" fmla="*/ 692150 w 1445302"/>
              <a:gd name="connsiteY13" fmla="*/ 24845 h 2179835"/>
              <a:gd name="connsiteX14" fmla="*/ 226483 w 1445302"/>
              <a:gd name="connsiteY14" fmla="*/ 202645 h 2179835"/>
              <a:gd name="connsiteX15" fmla="*/ 192617 w 1445302"/>
              <a:gd name="connsiteY15" fmla="*/ 998511 h 2179835"/>
              <a:gd name="connsiteX16" fmla="*/ 74082 w 1445302"/>
              <a:gd name="connsiteY16" fmla="*/ 1091646 h 2179835"/>
              <a:gd name="connsiteX17" fmla="*/ 6350 w 1445302"/>
              <a:gd name="connsiteY17" fmla="*/ 1286378 h 2179835"/>
              <a:gd name="connsiteX18" fmla="*/ 234950 w 1445302"/>
              <a:gd name="connsiteY18" fmla="*/ 1337178 h 2179835"/>
              <a:gd name="connsiteX19" fmla="*/ 726017 w 1445302"/>
              <a:gd name="connsiteY19" fmla="*/ 1658912 h 2179835"/>
              <a:gd name="connsiteX20" fmla="*/ 1064684 w 1445302"/>
              <a:gd name="connsiteY20" fmla="*/ 1912911 h 2179835"/>
              <a:gd name="connsiteX0" fmla="*/ 1056217 w 1445302"/>
              <a:gd name="connsiteY0" fmla="*/ 1929844 h 2179036"/>
              <a:gd name="connsiteX1" fmla="*/ 1191683 w 1445302"/>
              <a:gd name="connsiteY1" fmla="*/ 2175378 h 2179036"/>
              <a:gd name="connsiteX2" fmla="*/ 1411817 w 1445302"/>
              <a:gd name="connsiteY2" fmla="*/ 2056844 h 2179036"/>
              <a:gd name="connsiteX3" fmla="*/ 1403349 w 1445302"/>
              <a:gd name="connsiteY3" fmla="*/ 1785911 h 2179036"/>
              <a:gd name="connsiteX4" fmla="*/ 1064682 w 1445302"/>
              <a:gd name="connsiteY4" fmla="*/ 1176313 h 2179036"/>
              <a:gd name="connsiteX5" fmla="*/ 556683 w 1445302"/>
              <a:gd name="connsiteY5" fmla="*/ 1032378 h 2179036"/>
              <a:gd name="connsiteX6" fmla="*/ 539750 w 1445302"/>
              <a:gd name="connsiteY6" fmla="*/ 829178 h 2179036"/>
              <a:gd name="connsiteX7" fmla="*/ 607483 w 1445302"/>
              <a:gd name="connsiteY7" fmla="*/ 346578 h 2179036"/>
              <a:gd name="connsiteX8" fmla="*/ 853017 w 1445302"/>
              <a:gd name="connsiteY8" fmla="*/ 685245 h 2179036"/>
              <a:gd name="connsiteX9" fmla="*/ 886883 w 1445302"/>
              <a:gd name="connsiteY9" fmla="*/ 1083178 h 2179036"/>
              <a:gd name="connsiteX10" fmla="*/ 1081616 w 1445302"/>
              <a:gd name="connsiteY10" fmla="*/ 1159379 h 2179036"/>
              <a:gd name="connsiteX11" fmla="*/ 1217084 w 1445302"/>
              <a:gd name="connsiteY11" fmla="*/ 1362578 h 2179036"/>
              <a:gd name="connsiteX12" fmla="*/ 1123950 w 1445302"/>
              <a:gd name="connsiteY12" fmla="*/ 625978 h 2179036"/>
              <a:gd name="connsiteX13" fmla="*/ 692150 w 1445302"/>
              <a:gd name="connsiteY13" fmla="*/ 24845 h 2179036"/>
              <a:gd name="connsiteX14" fmla="*/ 226483 w 1445302"/>
              <a:gd name="connsiteY14" fmla="*/ 202645 h 2179036"/>
              <a:gd name="connsiteX15" fmla="*/ 192617 w 1445302"/>
              <a:gd name="connsiteY15" fmla="*/ 998511 h 2179036"/>
              <a:gd name="connsiteX16" fmla="*/ 74082 w 1445302"/>
              <a:gd name="connsiteY16" fmla="*/ 1091646 h 2179036"/>
              <a:gd name="connsiteX17" fmla="*/ 6350 w 1445302"/>
              <a:gd name="connsiteY17" fmla="*/ 1286378 h 2179036"/>
              <a:gd name="connsiteX18" fmla="*/ 234950 w 1445302"/>
              <a:gd name="connsiteY18" fmla="*/ 1337178 h 2179036"/>
              <a:gd name="connsiteX19" fmla="*/ 726017 w 1445302"/>
              <a:gd name="connsiteY19" fmla="*/ 1658912 h 2179036"/>
              <a:gd name="connsiteX20" fmla="*/ 1056217 w 1445302"/>
              <a:gd name="connsiteY20" fmla="*/ 1929844 h 2179036"/>
              <a:gd name="connsiteX0" fmla="*/ 1073151 w 1445302"/>
              <a:gd name="connsiteY0" fmla="*/ 1929844 h 2179036"/>
              <a:gd name="connsiteX1" fmla="*/ 1191683 w 1445302"/>
              <a:gd name="connsiteY1" fmla="*/ 2175378 h 2179036"/>
              <a:gd name="connsiteX2" fmla="*/ 1411817 w 1445302"/>
              <a:gd name="connsiteY2" fmla="*/ 2056844 h 2179036"/>
              <a:gd name="connsiteX3" fmla="*/ 1403349 w 1445302"/>
              <a:gd name="connsiteY3" fmla="*/ 1785911 h 2179036"/>
              <a:gd name="connsiteX4" fmla="*/ 1064682 w 1445302"/>
              <a:gd name="connsiteY4" fmla="*/ 1176313 h 2179036"/>
              <a:gd name="connsiteX5" fmla="*/ 556683 w 1445302"/>
              <a:gd name="connsiteY5" fmla="*/ 1032378 h 2179036"/>
              <a:gd name="connsiteX6" fmla="*/ 539750 w 1445302"/>
              <a:gd name="connsiteY6" fmla="*/ 829178 h 2179036"/>
              <a:gd name="connsiteX7" fmla="*/ 607483 w 1445302"/>
              <a:gd name="connsiteY7" fmla="*/ 346578 h 2179036"/>
              <a:gd name="connsiteX8" fmla="*/ 853017 w 1445302"/>
              <a:gd name="connsiteY8" fmla="*/ 685245 h 2179036"/>
              <a:gd name="connsiteX9" fmla="*/ 886883 w 1445302"/>
              <a:gd name="connsiteY9" fmla="*/ 1083178 h 2179036"/>
              <a:gd name="connsiteX10" fmla="*/ 1081616 w 1445302"/>
              <a:gd name="connsiteY10" fmla="*/ 1159379 h 2179036"/>
              <a:gd name="connsiteX11" fmla="*/ 1217084 w 1445302"/>
              <a:gd name="connsiteY11" fmla="*/ 1362578 h 2179036"/>
              <a:gd name="connsiteX12" fmla="*/ 1123950 w 1445302"/>
              <a:gd name="connsiteY12" fmla="*/ 625978 h 2179036"/>
              <a:gd name="connsiteX13" fmla="*/ 692150 w 1445302"/>
              <a:gd name="connsiteY13" fmla="*/ 24845 h 2179036"/>
              <a:gd name="connsiteX14" fmla="*/ 226483 w 1445302"/>
              <a:gd name="connsiteY14" fmla="*/ 202645 h 2179036"/>
              <a:gd name="connsiteX15" fmla="*/ 192617 w 1445302"/>
              <a:gd name="connsiteY15" fmla="*/ 998511 h 2179036"/>
              <a:gd name="connsiteX16" fmla="*/ 74082 w 1445302"/>
              <a:gd name="connsiteY16" fmla="*/ 1091646 h 2179036"/>
              <a:gd name="connsiteX17" fmla="*/ 6350 w 1445302"/>
              <a:gd name="connsiteY17" fmla="*/ 1286378 h 2179036"/>
              <a:gd name="connsiteX18" fmla="*/ 234950 w 1445302"/>
              <a:gd name="connsiteY18" fmla="*/ 1337178 h 2179036"/>
              <a:gd name="connsiteX19" fmla="*/ 726017 w 1445302"/>
              <a:gd name="connsiteY19" fmla="*/ 1658912 h 2179036"/>
              <a:gd name="connsiteX20" fmla="*/ 1073151 w 1445302"/>
              <a:gd name="connsiteY20" fmla="*/ 1929844 h 2179036"/>
              <a:gd name="connsiteX0" fmla="*/ 1073151 w 1445302"/>
              <a:gd name="connsiteY0" fmla="*/ 1929844 h 2179036"/>
              <a:gd name="connsiteX1" fmla="*/ 1191683 w 1445302"/>
              <a:gd name="connsiteY1" fmla="*/ 2175378 h 2179036"/>
              <a:gd name="connsiteX2" fmla="*/ 1411817 w 1445302"/>
              <a:gd name="connsiteY2" fmla="*/ 2056844 h 2179036"/>
              <a:gd name="connsiteX3" fmla="*/ 1403349 w 1445302"/>
              <a:gd name="connsiteY3" fmla="*/ 1785911 h 2179036"/>
              <a:gd name="connsiteX4" fmla="*/ 1064682 w 1445302"/>
              <a:gd name="connsiteY4" fmla="*/ 1176313 h 2179036"/>
              <a:gd name="connsiteX5" fmla="*/ 556683 w 1445302"/>
              <a:gd name="connsiteY5" fmla="*/ 1032378 h 2179036"/>
              <a:gd name="connsiteX6" fmla="*/ 488950 w 1445302"/>
              <a:gd name="connsiteY6" fmla="*/ 820711 h 2179036"/>
              <a:gd name="connsiteX7" fmla="*/ 607483 w 1445302"/>
              <a:gd name="connsiteY7" fmla="*/ 346578 h 2179036"/>
              <a:gd name="connsiteX8" fmla="*/ 853017 w 1445302"/>
              <a:gd name="connsiteY8" fmla="*/ 685245 h 2179036"/>
              <a:gd name="connsiteX9" fmla="*/ 886883 w 1445302"/>
              <a:gd name="connsiteY9" fmla="*/ 1083178 h 2179036"/>
              <a:gd name="connsiteX10" fmla="*/ 1081616 w 1445302"/>
              <a:gd name="connsiteY10" fmla="*/ 1159379 h 2179036"/>
              <a:gd name="connsiteX11" fmla="*/ 1217084 w 1445302"/>
              <a:gd name="connsiteY11" fmla="*/ 1362578 h 2179036"/>
              <a:gd name="connsiteX12" fmla="*/ 1123950 w 1445302"/>
              <a:gd name="connsiteY12" fmla="*/ 625978 h 2179036"/>
              <a:gd name="connsiteX13" fmla="*/ 692150 w 1445302"/>
              <a:gd name="connsiteY13" fmla="*/ 24845 h 2179036"/>
              <a:gd name="connsiteX14" fmla="*/ 226483 w 1445302"/>
              <a:gd name="connsiteY14" fmla="*/ 202645 h 2179036"/>
              <a:gd name="connsiteX15" fmla="*/ 192617 w 1445302"/>
              <a:gd name="connsiteY15" fmla="*/ 998511 h 2179036"/>
              <a:gd name="connsiteX16" fmla="*/ 74082 w 1445302"/>
              <a:gd name="connsiteY16" fmla="*/ 1091646 h 2179036"/>
              <a:gd name="connsiteX17" fmla="*/ 6350 w 1445302"/>
              <a:gd name="connsiteY17" fmla="*/ 1286378 h 2179036"/>
              <a:gd name="connsiteX18" fmla="*/ 234950 w 1445302"/>
              <a:gd name="connsiteY18" fmla="*/ 1337178 h 2179036"/>
              <a:gd name="connsiteX19" fmla="*/ 726017 w 1445302"/>
              <a:gd name="connsiteY19" fmla="*/ 1658912 h 2179036"/>
              <a:gd name="connsiteX20" fmla="*/ 1073151 w 1445302"/>
              <a:gd name="connsiteY20" fmla="*/ 1929844 h 2179036"/>
              <a:gd name="connsiteX0" fmla="*/ 1073151 w 1445302"/>
              <a:gd name="connsiteY0" fmla="*/ 1929844 h 2179036"/>
              <a:gd name="connsiteX1" fmla="*/ 1191683 w 1445302"/>
              <a:gd name="connsiteY1" fmla="*/ 2175378 h 2179036"/>
              <a:gd name="connsiteX2" fmla="*/ 1411817 w 1445302"/>
              <a:gd name="connsiteY2" fmla="*/ 2056844 h 2179036"/>
              <a:gd name="connsiteX3" fmla="*/ 1403349 w 1445302"/>
              <a:gd name="connsiteY3" fmla="*/ 1785911 h 2179036"/>
              <a:gd name="connsiteX4" fmla="*/ 1064682 w 1445302"/>
              <a:gd name="connsiteY4" fmla="*/ 1176313 h 2179036"/>
              <a:gd name="connsiteX5" fmla="*/ 573617 w 1445302"/>
              <a:gd name="connsiteY5" fmla="*/ 1032378 h 2179036"/>
              <a:gd name="connsiteX6" fmla="*/ 488950 w 1445302"/>
              <a:gd name="connsiteY6" fmla="*/ 820711 h 2179036"/>
              <a:gd name="connsiteX7" fmla="*/ 607483 w 1445302"/>
              <a:gd name="connsiteY7" fmla="*/ 346578 h 2179036"/>
              <a:gd name="connsiteX8" fmla="*/ 853017 w 1445302"/>
              <a:gd name="connsiteY8" fmla="*/ 685245 h 2179036"/>
              <a:gd name="connsiteX9" fmla="*/ 886883 w 1445302"/>
              <a:gd name="connsiteY9" fmla="*/ 1083178 h 2179036"/>
              <a:gd name="connsiteX10" fmla="*/ 1081616 w 1445302"/>
              <a:gd name="connsiteY10" fmla="*/ 1159379 h 2179036"/>
              <a:gd name="connsiteX11" fmla="*/ 1217084 w 1445302"/>
              <a:gd name="connsiteY11" fmla="*/ 1362578 h 2179036"/>
              <a:gd name="connsiteX12" fmla="*/ 1123950 w 1445302"/>
              <a:gd name="connsiteY12" fmla="*/ 625978 h 2179036"/>
              <a:gd name="connsiteX13" fmla="*/ 692150 w 1445302"/>
              <a:gd name="connsiteY13" fmla="*/ 24845 h 2179036"/>
              <a:gd name="connsiteX14" fmla="*/ 226483 w 1445302"/>
              <a:gd name="connsiteY14" fmla="*/ 202645 h 2179036"/>
              <a:gd name="connsiteX15" fmla="*/ 192617 w 1445302"/>
              <a:gd name="connsiteY15" fmla="*/ 998511 h 2179036"/>
              <a:gd name="connsiteX16" fmla="*/ 74082 w 1445302"/>
              <a:gd name="connsiteY16" fmla="*/ 1091646 h 2179036"/>
              <a:gd name="connsiteX17" fmla="*/ 6350 w 1445302"/>
              <a:gd name="connsiteY17" fmla="*/ 1286378 h 2179036"/>
              <a:gd name="connsiteX18" fmla="*/ 234950 w 1445302"/>
              <a:gd name="connsiteY18" fmla="*/ 1337178 h 2179036"/>
              <a:gd name="connsiteX19" fmla="*/ 726017 w 1445302"/>
              <a:gd name="connsiteY19" fmla="*/ 1658912 h 2179036"/>
              <a:gd name="connsiteX20" fmla="*/ 1073151 w 1445302"/>
              <a:gd name="connsiteY20" fmla="*/ 1929844 h 2179036"/>
              <a:gd name="connsiteX0" fmla="*/ 1073151 w 1445302"/>
              <a:gd name="connsiteY0" fmla="*/ 1929844 h 2179036"/>
              <a:gd name="connsiteX1" fmla="*/ 1191683 w 1445302"/>
              <a:gd name="connsiteY1" fmla="*/ 2175378 h 2179036"/>
              <a:gd name="connsiteX2" fmla="*/ 1411817 w 1445302"/>
              <a:gd name="connsiteY2" fmla="*/ 2056844 h 2179036"/>
              <a:gd name="connsiteX3" fmla="*/ 1403349 w 1445302"/>
              <a:gd name="connsiteY3" fmla="*/ 1785911 h 2179036"/>
              <a:gd name="connsiteX4" fmla="*/ 1064682 w 1445302"/>
              <a:gd name="connsiteY4" fmla="*/ 1176313 h 2179036"/>
              <a:gd name="connsiteX5" fmla="*/ 573617 w 1445302"/>
              <a:gd name="connsiteY5" fmla="*/ 1032378 h 2179036"/>
              <a:gd name="connsiteX6" fmla="*/ 488950 w 1445302"/>
              <a:gd name="connsiteY6" fmla="*/ 820711 h 2179036"/>
              <a:gd name="connsiteX7" fmla="*/ 463549 w 1445302"/>
              <a:gd name="connsiteY7" fmla="*/ 465112 h 2179036"/>
              <a:gd name="connsiteX8" fmla="*/ 607483 w 1445302"/>
              <a:gd name="connsiteY8" fmla="*/ 346578 h 2179036"/>
              <a:gd name="connsiteX9" fmla="*/ 853017 w 1445302"/>
              <a:gd name="connsiteY9" fmla="*/ 685245 h 2179036"/>
              <a:gd name="connsiteX10" fmla="*/ 886883 w 1445302"/>
              <a:gd name="connsiteY10" fmla="*/ 1083178 h 2179036"/>
              <a:gd name="connsiteX11" fmla="*/ 1081616 w 1445302"/>
              <a:gd name="connsiteY11" fmla="*/ 1159379 h 2179036"/>
              <a:gd name="connsiteX12" fmla="*/ 1217084 w 1445302"/>
              <a:gd name="connsiteY12" fmla="*/ 1362578 h 2179036"/>
              <a:gd name="connsiteX13" fmla="*/ 1123950 w 1445302"/>
              <a:gd name="connsiteY13" fmla="*/ 625978 h 2179036"/>
              <a:gd name="connsiteX14" fmla="*/ 692150 w 1445302"/>
              <a:gd name="connsiteY14" fmla="*/ 24845 h 2179036"/>
              <a:gd name="connsiteX15" fmla="*/ 226483 w 1445302"/>
              <a:gd name="connsiteY15" fmla="*/ 202645 h 2179036"/>
              <a:gd name="connsiteX16" fmla="*/ 192617 w 1445302"/>
              <a:gd name="connsiteY16" fmla="*/ 998511 h 2179036"/>
              <a:gd name="connsiteX17" fmla="*/ 74082 w 1445302"/>
              <a:gd name="connsiteY17" fmla="*/ 1091646 h 2179036"/>
              <a:gd name="connsiteX18" fmla="*/ 6350 w 1445302"/>
              <a:gd name="connsiteY18" fmla="*/ 1286378 h 2179036"/>
              <a:gd name="connsiteX19" fmla="*/ 234950 w 1445302"/>
              <a:gd name="connsiteY19" fmla="*/ 1337178 h 2179036"/>
              <a:gd name="connsiteX20" fmla="*/ 726017 w 1445302"/>
              <a:gd name="connsiteY20" fmla="*/ 1658912 h 2179036"/>
              <a:gd name="connsiteX21" fmla="*/ 1073151 w 1445302"/>
              <a:gd name="connsiteY21" fmla="*/ 1929844 h 2179036"/>
              <a:gd name="connsiteX0" fmla="*/ 1073151 w 1445302"/>
              <a:gd name="connsiteY0" fmla="*/ 1929844 h 2179036"/>
              <a:gd name="connsiteX1" fmla="*/ 1191683 w 1445302"/>
              <a:gd name="connsiteY1" fmla="*/ 2175378 h 2179036"/>
              <a:gd name="connsiteX2" fmla="*/ 1411817 w 1445302"/>
              <a:gd name="connsiteY2" fmla="*/ 2056844 h 2179036"/>
              <a:gd name="connsiteX3" fmla="*/ 1403349 w 1445302"/>
              <a:gd name="connsiteY3" fmla="*/ 1785911 h 2179036"/>
              <a:gd name="connsiteX4" fmla="*/ 1064682 w 1445302"/>
              <a:gd name="connsiteY4" fmla="*/ 1176313 h 2179036"/>
              <a:gd name="connsiteX5" fmla="*/ 573617 w 1445302"/>
              <a:gd name="connsiteY5" fmla="*/ 1032378 h 2179036"/>
              <a:gd name="connsiteX6" fmla="*/ 488950 w 1445302"/>
              <a:gd name="connsiteY6" fmla="*/ 820711 h 2179036"/>
              <a:gd name="connsiteX7" fmla="*/ 463549 w 1445302"/>
              <a:gd name="connsiteY7" fmla="*/ 465112 h 2179036"/>
              <a:gd name="connsiteX8" fmla="*/ 607483 w 1445302"/>
              <a:gd name="connsiteY8" fmla="*/ 346578 h 2179036"/>
              <a:gd name="connsiteX9" fmla="*/ 853017 w 1445302"/>
              <a:gd name="connsiteY9" fmla="*/ 685245 h 2179036"/>
              <a:gd name="connsiteX10" fmla="*/ 929217 w 1445302"/>
              <a:gd name="connsiteY10" fmla="*/ 1091644 h 2179036"/>
              <a:gd name="connsiteX11" fmla="*/ 1081616 w 1445302"/>
              <a:gd name="connsiteY11" fmla="*/ 1159379 h 2179036"/>
              <a:gd name="connsiteX12" fmla="*/ 1217084 w 1445302"/>
              <a:gd name="connsiteY12" fmla="*/ 1362578 h 2179036"/>
              <a:gd name="connsiteX13" fmla="*/ 1123950 w 1445302"/>
              <a:gd name="connsiteY13" fmla="*/ 625978 h 2179036"/>
              <a:gd name="connsiteX14" fmla="*/ 692150 w 1445302"/>
              <a:gd name="connsiteY14" fmla="*/ 24845 h 2179036"/>
              <a:gd name="connsiteX15" fmla="*/ 226483 w 1445302"/>
              <a:gd name="connsiteY15" fmla="*/ 202645 h 2179036"/>
              <a:gd name="connsiteX16" fmla="*/ 192617 w 1445302"/>
              <a:gd name="connsiteY16" fmla="*/ 998511 h 2179036"/>
              <a:gd name="connsiteX17" fmla="*/ 74082 w 1445302"/>
              <a:gd name="connsiteY17" fmla="*/ 1091646 h 2179036"/>
              <a:gd name="connsiteX18" fmla="*/ 6350 w 1445302"/>
              <a:gd name="connsiteY18" fmla="*/ 1286378 h 2179036"/>
              <a:gd name="connsiteX19" fmla="*/ 234950 w 1445302"/>
              <a:gd name="connsiteY19" fmla="*/ 1337178 h 2179036"/>
              <a:gd name="connsiteX20" fmla="*/ 726017 w 1445302"/>
              <a:gd name="connsiteY20" fmla="*/ 1658912 h 2179036"/>
              <a:gd name="connsiteX21" fmla="*/ 1073151 w 1445302"/>
              <a:gd name="connsiteY21" fmla="*/ 1929844 h 2179036"/>
              <a:gd name="connsiteX0" fmla="*/ 1073151 w 1445302"/>
              <a:gd name="connsiteY0" fmla="*/ 1929844 h 2179036"/>
              <a:gd name="connsiteX1" fmla="*/ 1191683 w 1445302"/>
              <a:gd name="connsiteY1" fmla="*/ 2175378 h 2179036"/>
              <a:gd name="connsiteX2" fmla="*/ 1411817 w 1445302"/>
              <a:gd name="connsiteY2" fmla="*/ 2056844 h 2179036"/>
              <a:gd name="connsiteX3" fmla="*/ 1403349 w 1445302"/>
              <a:gd name="connsiteY3" fmla="*/ 1785911 h 2179036"/>
              <a:gd name="connsiteX4" fmla="*/ 1064682 w 1445302"/>
              <a:gd name="connsiteY4" fmla="*/ 1176313 h 2179036"/>
              <a:gd name="connsiteX5" fmla="*/ 573617 w 1445302"/>
              <a:gd name="connsiteY5" fmla="*/ 1032378 h 2179036"/>
              <a:gd name="connsiteX6" fmla="*/ 488950 w 1445302"/>
              <a:gd name="connsiteY6" fmla="*/ 820711 h 2179036"/>
              <a:gd name="connsiteX7" fmla="*/ 463549 w 1445302"/>
              <a:gd name="connsiteY7" fmla="*/ 465112 h 2179036"/>
              <a:gd name="connsiteX8" fmla="*/ 607483 w 1445302"/>
              <a:gd name="connsiteY8" fmla="*/ 346578 h 2179036"/>
              <a:gd name="connsiteX9" fmla="*/ 853017 w 1445302"/>
              <a:gd name="connsiteY9" fmla="*/ 685245 h 2179036"/>
              <a:gd name="connsiteX10" fmla="*/ 929217 w 1445302"/>
              <a:gd name="connsiteY10" fmla="*/ 1091644 h 2179036"/>
              <a:gd name="connsiteX11" fmla="*/ 985837 w 1445302"/>
              <a:gd name="connsiteY11" fmla="*/ 1126042 h 2179036"/>
              <a:gd name="connsiteX12" fmla="*/ 1081616 w 1445302"/>
              <a:gd name="connsiteY12" fmla="*/ 1159379 h 2179036"/>
              <a:gd name="connsiteX13" fmla="*/ 1217084 w 1445302"/>
              <a:gd name="connsiteY13" fmla="*/ 1362578 h 2179036"/>
              <a:gd name="connsiteX14" fmla="*/ 1123950 w 1445302"/>
              <a:gd name="connsiteY14" fmla="*/ 625978 h 2179036"/>
              <a:gd name="connsiteX15" fmla="*/ 692150 w 1445302"/>
              <a:gd name="connsiteY15" fmla="*/ 24845 h 2179036"/>
              <a:gd name="connsiteX16" fmla="*/ 226483 w 1445302"/>
              <a:gd name="connsiteY16" fmla="*/ 202645 h 2179036"/>
              <a:gd name="connsiteX17" fmla="*/ 192617 w 1445302"/>
              <a:gd name="connsiteY17" fmla="*/ 998511 h 2179036"/>
              <a:gd name="connsiteX18" fmla="*/ 74082 w 1445302"/>
              <a:gd name="connsiteY18" fmla="*/ 1091646 h 2179036"/>
              <a:gd name="connsiteX19" fmla="*/ 6350 w 1445302"/>
              <a:gd name="connsiteY19" fmla="*/ 1286378 h 2179036"/>
              <a:gd name="connsiteX20" fmla="*/ 234950 w 1445302"/>
              <a:gd name="connsiteY20" fmla="*/ 1337178 h 2179036"/>
              <a:gd name="connsiteX21" fmla="*/ 726017 w 1445302"/>
              <a:gd name="connsiteY21" fmla="*/ 1658912 h 2179036"/>
              <a:gd name="connsiteX22" fmla="*/ 1073151 w 1445302"/>
              <a:gd name="connsiteY22" fmla="*/ 1929844 h 2179036"/>
              <a:gd name="connsiteX0" fmla="*/ 1073151 w 1445302"/>
              <a:gd name="connsiteY0" fmla="*/ 1929844 h 2179036"/>
              <a:gd name="connsiteX1" fmla="*/ 1191683 w 1445302"/>
              <a:gd name="connsiteY1" fmla="*/ 2175378 h 2179036"/>
              <a:gd name="connsiteX2" fmla="*/ 1411817 w 1445302"/>
              <a:gd name="connsiteY2" fmla="*/ 2056844 h 2179036"/>
              <a:gd name="connsiteX3" fmla="*/ 1403349 w 1445302"/>
              <a:gd name="connsiteY3" fmla="*/ 1785911 h 2179036"/>
              <a:gd name="connsiteX4" fmla="*/ 1064682 w 1445302"/>
              <a:gd name="connsiteY4" fmla="*/ 1176313 h 2179036"/>
              <a:gd name="connsiteX5" fmla="*/ 573617 w 1445302"/>
              <a:gd name="connsiteY5" fmla="*/ 1032378 h 2179036"/>
              <a:gd name="connsiteX6" fmla="*/ 488950 w 1445302"/>
              <a:gd name="connsiteY6" fmla="*/ 820711 h 2179036"/>
              <a:gd name="connsiteX7" fmla="*/ 463549 w 1445302"/>
              <a:gd name="connsiteY7" fmla="*/ 465112 h 2179036"/>
              <a:gd name="connsiteX8" fmla="*/ 607483 w 1445302"/>
              <a:gd name="connsiteY8" fmla="*/ 346578 h 2179036"/>
              <a:gd name="connsiteX9" fmla="*/ 853017 w 1445302"/>
              <a:gd name="connsiteY9" fmla="*/ 685245 h 2179036"/>
              <a:gd name="connsiteX10" fmla="*/ 929217 w 1445302"/>
              <a:gd name="connsiteY10" fmla="*/ 1091644 h 2179036"/>
              <a:gd name="connsiteX11" fmla="*/ 985837 w 1445302"/>
              <a:gd name="connsiteY11" fmla="*/ 1126042 h 2179036"/>
              <a:gd name="connsiteX12" fmla="*/ 1081616 w 1445302"/>
              <a:gd name="connsiteY12" fmla="*/ 1159379 h 2179036"/>
              <a:gd name="connsiteX13" fmla="*/ 1217084 w 1445302"/>
              <a:gd name="connsiteY13" fmla="*/ 1362578 h 2179036"/>
              <a:gd name="connsiteX14" fmla="*/ 1123950 w 1445302"/>
              <a:gd name="connsiteY14" fmla="*/ 625978 h 2179036"/>
              <a:gd name="connsiteX15" fmla="*/ 692150 w 1445302"/>
              <a:gd name="connsiteY15" fmla="*/ 24845 h 2179036"/>
              <a:gd name="connsiteX16" fmla="*/ 226483 w 1445302"/>
              <a:gd name="connsiteY16" fmla="*/ 202645 h 2179036"/>
              <a:gd name="connsiteX17" fmla="*/ 192617 w 1445302"/>
              <a:gd name="connsiteY17" fmla="*/ 998511 h 2179036"/>
              <a:gd name="connsiteX18" fmla="*/ 74082 w 1445302"/>
              <a:gd name="connsiteY18" fmla="*/ 1091646 h 2179036"/>
              <a:gd name="connsiteX19" fmla="*/ 6350 w 1445302"/>
              <a:gd name="connsiteY19" fmla="*/ 1286378 h 2179036"/>
              <a:gd name="connsiteX20" fmla="*/ 234950 w 1445302"/>
              <a:gd name="connsiteY20" fmla="*/ 1337178 h 2179036"/>
              <a:gd name="connsiteX21" fmla="*/ 726017 w 1445302"/>
              <a:gd name="connsiteY21" fmla="*/ 1658912 h 2179036"/>
              <a:gd name="connsiteX22" fmla="*/ 1073151 w 1445302"/>
              <a:gd name="connsiteY22" fmla="*/ 1929844 h 2179036"/>
              <a:gd name="connsiteX0" fmla="*/ 1073151 w 1445302"/>
              <a:gd name="connsiteY0" fmla="*/ 1929844 h 2179036"/>
              <a:gd name="connsiteX1" fmla="*/ 1191683 w 1445302"/>
              <a:gd name="connsiteY1" fmla="*/ 2175378 h 2179036"/>
              <a:gd name="connsiteX2" fmla="*/ 1411817 w 1445302"/>
              <a:gd name="connsiteY2" fmla="*/ 2056844 h 2179036"/>
              <a:gd name="connsiteX3" fmla="*/ 1403349 w 1445302"/>
              <a:gd name="connsiteY3" fmla="*/ 1785911 h 2179036"/>
              <a:gd name="connsiteX4" fmla="*/ 1064682 w 1445302"/>
              <a:gd name="connsiteY4" fmla="*/ 1176313 h 2179036"/>
              <a:gd name="connsiteX5" fmla="*/ 573617 w 1445302"/>
              <a:gd name="connsiteY5" fmla="*/ 1032378 h 2179036"/>
              <a:gd name="connsiteX6" fmla="*/ 488950 w 1445302"/>
              <a:gd name="connsiteY6" fmla="*/ 820711 h 2179036"/>
              <a:gd name="connsiteX7" fmla="*/ 463549 w 1445302"/>
              <a:gd name="connsiteY7" fmla="*/ 465112 h 2179036"/>
              <a:gd name="connsiteX8" fmla="*/ 607483 w 1445302"/>
              <a:gd name="connsiteY8" fmla="*/ 346578 h 2179036"/>
              <a:gd name="connsiteX9" fmla="*/ 853017 w 1445302"/>
              <a:gd name="connsiteY9" fmla="*/ 685245 h 2179036"/>
              <a:gd name="connsiteX10" fmla="*/ 914929 w 1445302"/>
              <a:gd name="connsiteY10" fmla="*/ 1023381 h 2179036"/>
              <a:gd name="connsiteX11" fmla="*/ 985837 w 1445302"/>
              <a:gd name="connsiteY11" fmla="*/ 1126042 h 2179036"/>
              <a:gd name="connsiteX12" fmla="*/ 1081616 w 1445302"/>
              <a:gd name="connsiteY12" fmla="*/ 1159379 h 2179036"/>
              <a:gd name="connsiteX13" fmla="*/ 1217084 w 1445302"/>
              <a:gd name="connsiteY13" fmla="*/ 1362578 h 2179036"/>
              <a:gd name="connsiteX14" fmla="*/ 1123950 w 1445302"/>
              <a:gd name="connsiteY14" fmla="*/ 625978 h 2179036"/>
              <a:gd name="connsiteX15" fmla="*/ 692150 w 1445302"/>
              <a:gd name="connsiteY15" fmla="*/ 24845 h 2179036"/>
              <a:gd name="connsiteX16" fmla="*/ 226483 w 1445302"/>
              <a:gd name="connsiteY16" fmla="*/ 202645 h 2179036"/>
              <a:gd name="connsiteX17" fmla="*/ 192617 w 1445302"/>
              <a:gd name="connsiteY17" fmla="*/ 998511 h 2179036"/>
              <a:gd name="connsiteX18" fmla="*/ 74082 w 1445302"/>
              <a:gd name="connsiteY18" fmla="*/ 1091646 h 2179036"/>
              <a:gd name="connsiteX19" fmla="*/ 6350 w 1445302"/>
              <a:gd name="connsiteY19" fmla="*/ 1286378 h 2179036"/>
              <a:gd name="connsiteX20" fmla="*/ 234950 w 1445302"/>
              <a:gd name="connsiteY20" fmla="*/ 1337178 h 2179036"/>
              <a:gd name="connsiteX21" fmla="*/ 726017 w 1445302"/>
              <a:gd name="connsiteY21" fmla="*/ 1658912 h 2179036"/>
              <a:gd name="connsiteX22" fmla="*/ 1073151 w 1445302"/>
              <a:gd name="connsiteY22" fmla="*/ 1929844 h 2179036"/>
              <a:gd name="connsiteX0" fmla="*/ 1073151 w 1445302"/>
              <a:gd name="connsiteY0" fmla="*/ 1929844 h 2179036"/>
              <a:gd name="connsiteX1" fmla="*/ 1191683 w 1445302"/>
              <a:gd name="connsiteY1" fmla="*/ 2175378 h 2179036"/>
              <a:gd name="connsiteX2" fmla="*/ 1411817 w 1445302"/>
              <a:gd name="connsiteY2" fmla="*/ 2056844 h 2179036"/>
              <a:gd name="connsiteX3" fmla="*/ 1403349 w 1445302"/>
              <a:gd name="connsiteY3" fmla="*/ 1785911 h 2179036"/>
              <a:gd name="connsiteX4" fmla="*/ 1064682 w 1445302"/>
              <a:gd name="connsiteY4" fmla="*/ 1176313 h 2179036"/>
              <a:gd name="connsiteX5" fmla="*/ 573617 w 1445302"/>
              <a:gd name="connsiteY5" fmla="*/ 1032378 h 2179036"/>
              <a:gd name="connsiteX6" fmla="*/ 488950 w 1445302"/>
              <a:gd name="connsiteY6" fmla="*/ 820711 h 2179036"/>
              <a:gd name="connsiteX7" fmla="*/ 463549 w 1445302"/>
              <a:gd name="connsiteY7" fmla="*/ 465112 h 2179036"/>
              <a:gd name="connsiteX8" fmla="*/ 607483 w 1445302"/>
              <a:gd name="connsiteY8" fmla="*/ 346578 h 2179036"/>
              <a:gd name="connsiteX9" fmla="*/ 853017 w 1445302"/>
              <a:gd name="connsiteY9" fmla="*/ 685245 h 2179036"/>
              <a:gd name="connsiteX10" fmla="*/ 927629 w 1445302"/>
              <a:gd name="connsiteY10" fmla="*/ 1023381 h 2179036"/>
              <a:gd name="connsiteX11" fmla="*/ 985837 w 1445302"/>
              <a:gd name="connsiteY11" fmla="*/ 1126042 h 2179036"/>
              <a:gd name="connsiteX12" fmla="*/ 1081616 w 1445302"/>
              <a:gd name="connsiteY12" fmla="*/ 1159379 h 2179036"/>
              <a:gd name="connsiteX13" fmla="*/ 1217084 w 1445302"/>
              <a:gd name="connsiteY13" fmla="*/ 1362578 h 2179036"/>
              <a:gd name="connsiteX14" fmla="*/ 1123950 w 1445302"/>
              <a:gd name="connsiteY14" fmla="*/ 625978 h 2179036"/>
              <a:gd name="connsiteX15" fmla="*/ 692150 w 1445302"/>
              <a:gd name="connsiteY15" fmla="*/ 24845 h 2179036"/>
              <a:gd name="connsiteX16" fmla="*/ 226483 w 1445302"/>
              <a:gd name="connsiteY16" fmla="*/ 202645 h 2179036"/>
              <a:gd name="connsiteX17" fmla="*/ 192617 w 1445302"/>
              <a:gd name="connsiteY17" fmla="*/ 998511 h 2179036"/>
              <a:gd name="connsiteX18" fmla="*/ 74082 w 1445302"/>
              <a:gd name="connsiteY18" fmla="*/ 1091646 h 2179036"/>
              <a:gd name="connsiteX19" fmla="*/ 6350 w 1445302"/>
              <a:gd name="connsiteY19" fmla="*/ 1286378 h 2179036"/>
              <a:gd name="connsiteX20" fmla="*/ 234950 w 1445302"/>
              <a:gd name="connsiteY20" fmla="*/ 1337178 h 2179036"/>
              <a:gd name="connsiteX21" fmla="*/ 726017 w 1445302"/>
              <a:gd name="connsiteY21" fmla="*/ 1658912 h 2179036"/>
              <a:gd name="connsiteX22" fmla="*/ 1073151 w 1445302"/>
              <a:gd name="connsiteY22" fmla="*/ 1929844 h 2179036"/>
              <a:gd name="connsiteX0" fmla="*/ 1073151 w 1445302"/>
              <a:gd name="connsiteY0" fmla="*/ 1929844 h 2179036"/>
              <a:gd name="connsiteX1" fmla="*/ 1191683 w 1445302"/>
              <a:gd name="connsiteY1" fmla="*/ 2175378 h 2179036"/>
              <a:gd name="connsiteX2" fmla="*/ 1411817 w 1445302"/>
              <a:gd name="connsiteY2" fmla="*/ 2056844 h 2179036"/>
              <a:gd name="connsiteX3" fmla="*/ 1403349 w 1445302"/>
              <a:gd name="connsiteY3" fmla="*/ 1785911 h 2179036"/>
              <a:gd name="connsiteX4" fmla="*/ 1064682 w 1445302"/>
              <a:gd name="connsiteY4" fmla="*/ 1176313 h 2179036"/>
              <a:gd name="connsiteX5" fmla="*/ 573617 w 1445302"/>
              <a:gd name="connsiteY5" fmla="*/ 1032378 h 2179036"/>
              <a:gd name="connsiteX6" fmla="*/ 488950 w 1445302"/>
              <a:gd name="connsiteY6" fmla="*/ 820711 h 2179036"/>
              <a:gd name="connsiteX7" fmla="*/ 463549 w 1445302"/>
              <a:gd name="connsiteY7" fmla="*/ 465112 h 2179036"/>
              <a:gd name="connsiteX8" fmla="*/ 607483 w 1445302"/>
              <a:gd name="connsiteY8" fmla="*/ 346578 h 2179036"/>
              <a:gd name="connsiteX9" fmla="*/ 853017 w 1445302"/>
              <a:gd name="connsiteY9" fmla="*/ 685245 h 2179036"/>
              <a:gd name="connsiteX10" fmla="*/ 927629 w 1445302"/>
              <a:gd name="connsiteY10" fmla="*/ 1023381 h 2179036"/>
              <a:gd name="connsiteX11" fmla="*/ 985837 w 1445302"/>
              <a:gd name="connsiteY11" fmla="*/ 1126042 h 2179036"/>
              <a:gd name="connsiteX12" fmla="*/ 1081616 w 1445302"/>
              <a:gd name="connsiteY12" fmla="*/ 1159379 h 2179036"/>
              <a:gd name="connsiteX13" fmla="*/ 1217084 w 1445302"/>
              <a:gd name="connsiteY13" fmla="*/ 1362578 h 2179036"/>
              <a:gd name="connsiteX14" fmla="*/ 1123950 w 1445302"/>
              <a:gd name="connsiteY14" fmla="*/ 625978 h 2179036"/>
              <a:gd name="connsiteX15" fmla="*/ 692150 w 1445302"/>
              <a:gd name="connsiteY15" fmla="*/ 24845 h 2179036"/>
              <a:gd name="connsiteX16" fmla="*/ 226483 w 1445302"/>
              <a:gd name="connsiteY16" fmla="*/ 202645 h 2179036"/>
              <a:gd name="connsiteX17" fmla="*/ 192617 w 1445302"/>
              <a:gd name="connsiteY17" fmla="*/ 998511 h 2179036"/>
              <a:gd name="connsiteX18" fmla="*/ 74082 w 1445302"/>
              <a:gd name="connsiteY18" fmla="*/ 1091646 h 2179036"/>
              <a:gd name="connsiteX19" fmla="*/ 6350 w 1445302"/>
              <a:gd name="connsiteY19" fmla="*/ 1286378 h 2179036"/>
              <a:gd name="connsiteX20" fmla="*/ 234950 w 1445302"/>
              <a:gd name="connsiteY20" fmla="*/ 1337178 h 2179036"/>
              <a:gd name="connsiteX21" fmla="*/ 726017 w 1445302"/>
              <a:gd name="connsiteY21" fmla="*/ 1658912 h 2179036"/>
              <a:gd name="connsiteX22" fmla="*/ 1073151 w 1445302"/>
              <a:gd name="connsiteY22" fmla="*/ 1929844 h 2179036"/>
              <a:gd name="connsiteX0" fmla="*/ 1073151 w 1445302"/>
              <a:gd name="connsiteY0" fmla="*/ 1929844 h 2179036"/>
              <a:gd name="connsiteX1" fmla="*/ 1191683 w 1445302"/>
              <a:gd name="connsiteY1" fmla="*/ 2175378 h 2179036"/>
              <a:gd name="connsiteX2" fmla="*/ 1411817 w 1445302"/>
              <a:gd name="connsiteY2" fmla="*/ 2056844 h 2179036"/>
              <a:gd name="connsiteX3" fmla="*/ 1403349 w 1445302"/>
              <a:gd name="connsiteY3" fmla="*/ 1785911 h 2179036"/>
              <a:gd name="connsiteX4" fmla="*/ 1064682 w 1445302"/>
              <a:gd name="connsiteY4" fmla="*/ 1176313 h 2179036"/>
              <a:gd name="connsiteX5" fmla="*/ 573617 w 1445302"/>
              <a:gd name="connsiteY5" fmla="*/ 1032378 h 2179036"/>
              <a:gd name="connsiteX6" fmla="*/ 488950 w 1445302"/>
              <a:gd name="connsiteY6" fmla="*/ 820711 h 2179036"/>
              <a:gd name="connsiteX7" fmla="*/ 463549 w 1445302"/>
              <a:gd name="connsiteY7" fmla="*/ 465112 h 2179036"/>
              <a:gd name="connsiteX8" fmla="*/ 607483 w 1445302"/>
              <a:gd name="connsiteY8" fmla="*/ 346578 h 2179036"/>
              <a:gd name="connsiteX9" fmla="*/ 853017 w 1445302"/>
              <a:gd name="connsiteY9" fmla="*/ 685245 h 2179036"/>
              <a:gd name="connsiteX10" fmla="*/ 927629 w 1445302"/>
              <a:gd name="connsiteY10" fmla="*/ 1023381 h 2179036"/>
              <a:gd name="connsiteX11" fmla="*/ 985837 w 1445302"/>
              <a:gd name="connsiteY11" fmla="*/ 1126042 h 2179036"/>
              <a:gd name="connsiteX12" fmla="*/ 1080028 w 1445302"/>
              <a:gd name="connsiteY12" fmla="*/ 1170491 h 2179036"/>
              <a:gd name="connsiteX13" fmla="*/ 1217084 w 1445302"/>
              <a:gd name="connsiteY13" fmla="*/ 1362578 h 2179036"/>
              <a:gd name="connsiteX14" fmla="*/ 1123950 w 1445302"/>
              <a:gd name="connsiteY14" fmla="*/ 625978 h 2179036"/>
              <a:gd name="connsiteX15" fmla="*/ 692150 w 1445302"/>
              <a:gd name="connsiteY15" fmla="*/ 24845 h 2179036"/>
              <a:gd name="connsiteX16" fmla="*/ 226483 w 1445302"/>
              <a:gd name="connsiteY16" fmla="*/ 202645 h 2179036"/>
              <a:gd name="connsiteX17" fmla="*/ 192617 w 1445302"/>
              <a:gd name="connsiteY17" fmla="*/ 998511 h 2179036"/>
              <a:gd name="connsiteX18" fmla="*/ 74082 w 1445302"/>
              <a:gd name="connsiteY18" fmla="*/ 1091646 h 2179036"/>
              <a:gd name="connsiteX19" fmla="*/ 6350 w 1445302"/>
              <a:gd name="connsiteY19" fmla="*/ 1286378 h 2179036"/>
              <a:gd name="connsiteX20" fmla="*/ 234950 w 1445302"/>
              <a:gd name="connsiteY20" fmla="*/ 1337178 h 2179036"/>
              <a:gd name="connsiteX21" fmla="*/ 726017 w 1445302"/>
              <a:gd name="connsiteY21" fmla="*/ 1658912 h 2179036"/>
              <a:gd name="connsiteX22" fmla="*/ 1073151 w 1445302"/>
              <a:gd name="connsiteY22" fmla="*/ 1929844 h 2179036"/>
              <a:gd name="connsiteX0" fmla="*/ 1073151 w 1445302"/>
              <a:gd name="connsiteY0" fmla="*/ 1929844 h 2179036"/>
              <a:gd name="connsiteX1" fmla="*/ 1191683 w 1445302"/>
              <a:gd name="connsiteY1" fmla="*/ 2175378 h 2179036"/>
              <a:gd name="connsiteX2" fmla="*/ 1411817 w 1445302"/>
              <a:gd name="connsiteY2" fmla="*/ 2056844 h 2179036"/>
              <a:gd name="connsiteX3" fmla="*/ 1403349 w 1445302"/>
              <a:gd name="connsiteY3" fmla="*/ 1785911 h 2179036"/>
              <a:gd name="connsiteX4" fmla="*/ 1064682 w 1445302"/>
              <a:gd name="connsiteY4" fmla="*/ 1176313 h 2179036"/>
              <a:gd name="connsiteX5" fmla="*/ 573617 w 1445302"/>
              <a:gd name="connsiteY5" fmla="*/ 1032378 h 2179036"/>
              <a:gd name="connsiteX6" fmla="*/ 488950 w 1445302"/>
              <a:gd name="connsiteY6" fmla="*/ 820711 h 2179036"/>
              <a:gd name="connsiteX7" fmla="*/ 463549 w 1445302"/>
              <a:gd name="connsiteY7" fmla="*/ 465112 h 2179036"/>
              <a:gd name="connsiteX8" fmla="*/ 607483 w 1445302"/>
              <a:gd name="connsiteY8" fmla="*/ 346578 h 2179036"/>
              <a:gd name="connsiteX9" fmla="*/ 853017 w 1445302"/>
              <a:gd name="connsiteY9" fmla="*/ 685245 h 2179036"/>
              <a:gd name="connsiteX10" fmla="*/ 927629 w 1445302"/>
              <a:gd name="connsiteY10" fmla="*/ 1023381 h 2179036"/>
              <a:gd name="connsiteX11" fmla="*/ 985837 w 1445302"/>
              <a:gd name="connsiteY11" fmla="*/ 1126042 h 2179036"/>
              <a:gd name="connsiteX12" fmla="*/ 1080028 w 1445302"/>
              <a:gd name="connsiteY12" fmla="*/ 1170491 h 2179036"/>
              <a:gd name="connsiteX13" fmla="*/ 1217084 w 1445302"/>
              <a:gd name="connsiteY13" fmla="*/ 1362578 h 2179036"/>
              <a:gd name="connsiteX14" fmla="*/ 1123950 w 1445302"/>
              <a:gd name="connsiteY14" fmla="*/ 625978 h 2179036"/>
              <a:gd name="connsiteX15" fmla="*/ 692150 w 1445302"/>
              <a:gd name="connsiteY15" fmla="*/ 24845 h 2179036"/>
              <a:gd name="connsiteX16" fmla="*/ 226483 w 1445302"/>
              <a:gd name="connsiteY16" fmla="*/ 202645 h 2179036"/>
              <a:gd name="connsiteX17" fmla="*/ 192617 w 1445302"/>
              <a:gd name="connsiteY17" fmla="*/ 998511 h 2179036"/>
              <a:gd name="connsiteX18" fmla="*/ 74082 w 1445302"/>
              <a:gd name="connsiteY18" fmla="*/ 1091646 h 2179036"/>
              <a:gd name="connsiteX19" fmla="*/ 6350 w 1445302"/>
              <a:gd name="connsiteY19" fmla="*/ 1286378 h 2179036"/>
              <a:gd name="connsiteX20" fmla="*/ 234950 w 1445302"/>
              <a:gd name="connsiteY20" fmla="*/ 1337178 h 2179036"/>
              <a:gd name="connsiteX21" fmla="*/ 726017 w 1445302"/>
              <a:gd name="connsiteY21" fmla="*/ 1658912 h 2179036"/>
              <a:gd name="connsiteX22" fmla="*/ 1073151 w 1445302"/>
              <a:gd name="connsiteY22" fmla="*/ 1929844 h 2179036"/>
              <a:gd name="connsiteX0" fmla="*/ 1073151 w 1445302"/>
              <a:gd name="connsiteY0" fmla="*/ 1929844 h 2179036"/>
              <a:gd name="connsiteX1" fmla="*/ 1191683 w 1445302"/>
              <a:gd name="connsiteY1" fmla="*/ 2175378 h 2179036"/>
              <a:gd name="connsiteX2" fmla="*/ 1411817 w 1445302"/>
              <a:gd name="connsiteY2" fmla="*/ 2056844 h 2179036"/>
              <a:gd name="connsiteX3" fmla="*/ 1403349 w 1445302"/>
              <a:gd name="connsiteY3" fmla="*/ 1785911 h 2179036"/>
              <a:gd name="connsiteX4" fmla="*/ 1064682 w 1445302"/>
              <a:gd name="connsiteY4" fmla="*/ 1176313 h 2179036"/>
              <a:gd name="connsiteX5" fmla="*/ 573617 w 1445302"/>
              <a:gd name="connsiteY5" fmla="*/ 1032378 h 2179036"/>
              <a:gd name="connsiteX6" fmla="*/ 488950 w 1445302"/>
              <a:gd name="connsiteY6" fmla="*/ 820711 h 2179036"/>
              <a:gd name="connsiteX7" fmla="*/ 463549 w 1445302"/>
              <a:gd name="connsiteY7" fmla="*/ 465112 h 2179036"/>
              <a:gd name="connsiteX8" fmla="*/ 607483 w 1445302"/>
              <a:gd name="connsiteY8" fmla="*/ 346578 h 2179036"/>
              <a:gd name="connsiteX9" fmla="*/ 853017 w 1445302"/>
              <a:gd name="connsiteY9" fmla="*/ 685245 h 2179036"/>
              <a:gd name="connsiteX10" fmla="*/ 927629 w 1445302"/>
              <a:gd name="connsiteY10" fmla="*/ 1023381 h 2179036"/>
              <a:gd name="connsiteX11" fmla="*/ 985837 w 1445302"/>
              <a:gd name="connsiteY11" fmla="*/ 1126042 h 2179036"/>
              <a:gd name="connsiteX12" fmla="*/ 1072090 w 1445302"/>
              <a:gd name="connsiteY12" fmla="*/ 1173666 h 2179036"/>
              <a:gd name="connsiteX13" fmla="*/ 1217084 w 1445302"/>
              <a:gd name="connsiteY13" fmla="*/ 1362578 h 2179036"/>
              <a:gd name="connsiteX14" fmla="*/ 1123950 w 1445302"/>
              <a:gd name="connsiteY14" fmla="*/ 625978 h 2179036"/>
              <a:gd name="connsiteX15" fmla="*/ 692150 w 1445302"/>
              <a:gd name="connsiteY15" fmla="*/ 24845 h 2179036"/>
              <a:gd name="connsiteX16" fmla="*/ 226483 w 1445302"/>
              <a:gd name="connsiteY16" fmla="*/ 202645 h 2179036"/>
              <a:gd name="connsiteX17" fmla="*/ 192617 w 1445302"/>
              <a:gd name="connsiteY17" fmla="*/ 998511 h 2179036"/>
              <a:gd name="connsiteX18" fmla="*/ 74082 w 1445302"/>
              <a:gd name="connsiteY18" fmla="*/ 1091646 h 2179036"/>
              <a:gd name="connsiteX19" fmla="*/ 6350 w 1445302"/>
              <a:gd name="connsiteY19" fmla="*/ 1286378 h 2179036"/>
              <a:gd name="connsiteX20" fmla="*/ 234950 w 1445302"/>
              <a:gd name="connsiteY20" fmla="*/ 1337178 h 2179036"/>
              <a:gd name="connsiteX21" fmla="*/ 726017 w 1445302"/>
              <a:gd name="connsiteY21" fmla="*/ 1658912 h 2179036"/>
              <a:gd name="connsiteX22" fmla="*/ 1073151 w 1445302"/>
              <a:gd name="connsiteY22" fmla="*/ 1929844 h 2179036"/>
              <a:gd name="connsiteX0" fmla="*/ 1073151 w 1445302"/>
              <a:gd name="connsiteY0" fmla="*/ 1929844 h 2179036"/>
              <a:gd name="connsiteX1" fmla="*/ 1191683 w 1445302"/>
              <a:gd name="connsiteY1" fmla="*/ 2175378 h 2179036"/>
              <a:gd name="connsiteX2" fmla="*/ 1411817 w 1445302"/>
              <a:gd name="connsiteY2" fmla="*/ 2056844 h 2179036"/>
              <a:gd name="connsiteX3" fmla="*/ 1403349 w 1445302"/>
              <a:gd name="connsiteY3" fmla="*/ 1785911 h 2179036"/>
              <a:gd name="connsiteX4" fmla="*/ 1064682 w 1445302"/>
              <a:gd name="connsiteY4" fmla="*/ 1176313 h 2179036"/>
              <a:gd name="connsiteX5" fmla="*/ 573617 w 1445302"/>
              <a:gd name="connsiteY5" fmla="*/ 1032378 h 2179036"/>
              <a:gd name="connsiteX6" fmla="*/ 488950 w 1445302"/>
              <a:gd name="connsiteY6" fmla="*/ 820711 h 2179036"/>
              <a:gd name="connsiteX7" fmla="*/ 463549 w 1445302"/>
              <a:gd name="connsiteY7" fmla="*/ 465112 h 2179036"/>
              <a:gd name="connsiteX8" fmla="*/ 607483 w 1445302"/>
              <a:gd name="connsiteY8" fmla="*/ 346578 h 2179036"/>
              <a:gd name="connsiteX9" fmla="*/ 853017 w 1445302"/>
              <a:gd name="connsiteY9" fmla="*/ 685245 h 2179036"/>
              <a:gd name="connsiteX10" fmla="*/ 927629 w 1445302"/>
              <a:gd name="connsiteY10" fmla="*/ 1023381 h 2179036"/>
              <a:gd name="connsiteX11" fmla="*/ 985837 w 1445302"/>
              <a:gd name="connsiteY11" fmla="*/ 1126042 h 2179036"/>
              <a:gd name="connsiteX12" fmla="*/ 1072090 w 1445302"/>
              <a:gd name="connsiteY12" fmla="*/ 1173666 h 2179036"/>
              <a:gd name="connsiteX13" fmla="*/ 1217084 w 1445302"/>
              <a:gd name="connsiteY13" fmla="*/ 1362578 h 2179036"/>
              <a:gd name="connsiteX14" fmla="*/ 1123950 w 1445302"/>
              <a:gd name="connsiteY14" fmla="*/ 625978 h 2179036"/>
              <a:gd name="connsiteX15" fmla="*/ 692150 w 1445302"/>
              <a:gd name="connsiteY15" fmla="*/ 24845 h 2179036"/>
              <a:gd name="connsiteX16" fmla="*/ 226483 w 1445302"/>
              <a:gd name="connsiteY16" fmla="*/ 202645 h 2179036"/>
              <a:gd name="connsiteX17" fmla="*/ 192617 w 1445302"/>
              <a:gd name="connsiteY17" fmla="*/ 998511 h 2179036"/>
              <a:gd name="connsiteX18" fmla="*/ 74082 w 1445302"/>
              <a:gd name="connsiteY18" fmla="*/ 1091646 h 2179036"/>
              <a:gd name="connsiteX19" fmla="*/ 6350 w 1445302"/>
              <a:gd name="connsiteY19" fmla="*/ 1286378 h 2179036"/>
              <a:gd name="connsiteX20" fmla="*/ 234950 w 1445302"/>
              <a:gd name="connsiteY20" fmla="*/ 1337178 h 2179036"/>
              <a:gd name="connsiteX21" fmla="*/ 726017 w 1445302"/>
              <a:gd name="connsiteY21" fmla="*/ 1658912 h 2179036"/>
              <a:gd name="connsiteX22" fmla="*/ 1073151 w 1445302"/>
              <a:gd name="connsiteY22" fmla="*/ 1929844 h 2179036"/>
              <a:gd name="connsiteX0" fmla="*/ 1073151 w 1445302"/>
              <a:gd name="connsiteY0" fmla="*/ 1929844 h 2179036"/>
              <a:gd name="connsiteX1" fmla="*/ 1191683 w 1445302"/>
              <a:gd name="connsiteY1" fmla="*/ 2175378 h 2179036"/>
              <a:gd name="connsiteX2" fmla="*/ 1411817 w 1445302"/>
              <a:gd name="connsiteY2" fmla="*/ 2056844 h 2179036"/>
              <a:gd name="connsiteX3" fmla="*/ 1403349 w 1445302"/>
              <a:gd name="connsiteY3" fmla="*/ 1785911 h 2179036"/>
              <a:gd name="connsiteX4" fmla="*/ 1064682 w 1445302"/>
              <a:gd name="connsiteY4" fmla="*/ 1176313 h 2179036"/>
              <a:gd name="connsiteX5" fmla="*/ 573617 w 1445302"/>
              <a:gd name="connsiteY5" fmla="*/ 1032378 h 2179036"/>
              <a:gd name="connsiteX6" fmla="*/ 488950 w 1445302"/>
              <a:gd name="connsiteY6" fmla="*/ 820711 h 2179036"/>
              <a:gd name="connsiteX7" fmla="*/ 463549 w 1445302"/>
              <a:gd name="connsiteY7" fmla="*/ 465112 h 2179036"/>
              <a:gd name="connsiteX8" fmla="*/ 607483 w 1445302"/>
              <a:gd name="connsiteY8" fmla="*/ 346578 h 2179036"/>
              <a:gd name="connsiteX9" fmla="*/ 853017 w 1445302"/>
              <a:gd name="connsiteY9" fmla="*/ 685245 h 2179036"/>
              <a:gd name="connsiteX10" fmla="*/ 927629 w 1445302"/>
              <a:gd name="connsiteY10" fmla="*/ 1023381 h 2179036"/>
              <a:gd name="connsiteX11" fmla="*/ 985837 w 1445302"/>
              <a:gd name="connsiteY11" fmla="*/ 1126042 h 2179036"/>
              <a:gd name="connsiteX12" fmla="*/ 1072090 w 1445302"/>
              <a:gd name="connsiteY12" fmla="*/ 1173666 h 2179036"/>
              <a:gd name="connsiteX13" fmla="*/ 1217084 w 1445302"/>
              <a:gd name="connsiteY13" fmla="*/ 1362578 h 2179036"/>
              <a:gd name="connsiteX14" fmla="*/ 1123950 w 1445302"/>
              <a:gd name="connsiteY14" fmla="*/ 625978 h 2179036"/>
              <a:gd name="connsiteX15" fmla="*/ 692150 w 1445302"/>
              <a:gd name="connsiteY15" fmla="*/ 24845 h 2179036"/>
              <a:gd name="connsiteX16" fmla="*/ 226483 w 1445302"/>
              <a:gd name="connsiteY16" fmla="*/ 202645 h 2179036"/>
              <a:gd name="connsiteX17" fmla="*/ 192617 w 1445302"/>
              <a:gd name="connsiteY17" fmla="*/ 998511 h 2179036"/>
              <a:gd name="connsiteX18" fmla="*/ 74082 w 1445302"/>
              <a:gd name="connsiteY18" fmla="*/ 1091646 h 2179036"/>
              <a:gd name="connsiteX19" fmla="*/ 6350 w 1445302"/>
              <a:gd name="connsiteY19" fmla="*/ 1286378 h 2179036"/>
              <a:gd name="connsiteX20" fmla="*/ 234950 w 1445302"/>
              <a:gd name="connsiteY20" fmla="*/ 1337178 h 2179036"/>
              <a:gd name="connsiteX21" fmla="*/ 726017 w 1445302"/>
              <a:gd name="connsiteY21" fmla="*/ 1658912 h 2179036"/>
              <a:gd name="connsiteX22" fmla="*/ 1073151 w 1445302"/>
              <a:gd name="connsiteY22" fmla="*/ 1929844 h 2179036"/>
              <a:gd name="connsiteX0" fmla="*/ 1073151 w 1445302"/>
              <a:gd name="connsiteY0" fmla="*/ 1929844 h 2179036"/>
              <a:gd name="connsiteX1" fmla="*/ 1191683 w 1445302"/>
              <a:gd name="connsiteY1" fmla="*/ 2175378 h 2179036"/>
              <a:gd name="connsiteX2" fmla="*/ 1411817 w 1445302"/>
              <a:gd name="connsiteY2" fmla="*/ 2056844 h 2179036"/>
              <a:gd name="connsiteX3" fmla="*/ 1403349 w 1445302"/>
              <a:gd name="connsiteY3" fmla="*/ 1785911 h 2179036"/>
              <a:gd name="connsiteX4" fmla="*/ 1064682 w 1445302"/>
              <a:gd name="connsiteY4" fmla="*/ 1176313 h 2179036"/>
              <a:gd name="connsiteX5" fmla="*/ 573617 w 1445302"/>
              <a:gd name="connsiteY5" fmla="*/ 1032378 h 2179036"/>
              <a:gd name="connsiteX6" fmla="*/ 488950 w 1445302"/>
              <a:gd name="connsiteY6" fmla="*/ 820711 h 2179036"/>
              <a:gd name="connsiteX7" fmla="*/ 463549 w 1445302"/>
              <a:gd name="connsiteY7" fmla="*/ 465112 h 2179036"/>
              <a:gd name="connsiteX8" fmla="*/ 607483 w 1445302"/>
              <a:gd name="connsiteY8" fmla="*/ 346578 h 2179036"/>
              <a:gd name="connsiteX9" fmla="*/ 853017 w 1445302"/>
              <a:gd name="connsiteY9" fmla="*/ 685245 h 2179036"/>
              <a:gd name="connsiteX10" fmla="*/ 927629 w 1445302"/>
              <a:gd name="connsiteY10" fmla="*/ 1023381 h 2179036"/>
              <a:gd name="connsiteX11" fmla="*/ 985837 w 1445302"/>
              <a:gd name="connsiteY11" fmla="*/ 1126042 h 2179036"/>
              <a:gd name="connsiteX12" fmla="*/ 1072090 w 1445302"/>
              <a:gd name="connsiteY12" fmla="*/ 1173666 h 2179036"/>
              <a:gd name="connsiteX13" fmla="*/ 1212321 w 1445302"/>
              <a:gd name="connsiteY13" fmla="*/ 1368928 h 2179036"/>
              <a:gd name="connsiteX14" fmla="*/ 1123950 w 1445302"/>
              <a:gd name="connsiteY14" fmla="*/ 625978 h 2179036"/>
              <a:gd name="connsiteX15" fmla="*/ 692150 w 1445302"/>
              <a:gd name="connsiteY15" fmla="*/ 24845 h 2179036"/>
              <a:gd name="connsiteX16" fmla="*/ 226483 w 1445302"/>
              <a:gd name="connsiteY16" fmla="*/ 202645 h 2179036"/>
              <a:gd name="connsiteX17" fmla="*/ 192617 w 1445302"/>
              <a:gd name="connsiteY17" fmla="*/ 998511 h 2179036"/>
              <a:gd name="connsiteX18" fmla="*/ 74082 w 1445302"/>
              <a:gd name="connsiteY18" fmla="*/ 1091646 h 2179036"/>
              <a:gd name="connsiteX19" fmla="*/ 6350 w 1445302"/>
              <a:gd name="connsiteY19" fmla="*/ 1286378 h 2179036"/>
              <a:gd name="connsiteX20" fmla="*/ 234950 w 1445302"/>
              <a:gd name="connsiteY20" fmla="*/ 1337178 h 2179036"/>
              <a:gd name="connsiteX21" fmla="*/ 726017 w 1445302"/>
              <a:gd name="connsiteY21" fmla="*/ 1658912 h 2179036"/>
              <a:gd name="connsiteX22" fmla="*/ 1073151 w 1445302"/>
              <a:gd name="connsiteY22" fmla="*/ 1929844 h 2179036"/>
              <a:gd name="connsiteX0" fmla="*/ 1073151 w 1445302"/>
              <a:gd name="connsiteY0" fmla="*/ 1929844 h 2179036"/>
              <a:gd name="connsiteX1" fmla="*/ 1191683 w 1445302"/>
              <a:gd name="connsiteY1" fmla="*/ 2175378 h 2179036"/>
              <a:gd name="connsiteX2" fmla="*/ 1411817 w 1445302"/>
              <a:gd name="connsiteY2" fmla="*/ 2056844 h 2179036"/>
              <a:gd name="connsiteX3" fmla="*/ 1403349 w 1445302"/>
              <a:gd name="connsiteY3" fmla="*/ 1785911 h 2179036"/>
              <a:gd name="connsiteX4" fmla="*/ 1064682 w 1445302"/>
              <a:gd name="connsiteY4" fmla="*/ 1176313 h 2179036"/>
              <a:gd name="connsiteX5" fmla="*/ 573617 w 1445302"/>
              <a:gd name="connsiteY5" fmla="*/ 1032378 h 2179036"/>
              <a:gd name="connsiteX6" fmla="*/ 488950 w 1445302"/>
              <a:gd name="connsiteY6" fmla="*/ 820711 h 2179036"/>
              <a:gd name="connsiteX7" fmla="*/ 463549 w 1445302"/>
              <a:gd name="connsiteY7" fmla="*/ 465112 h 2179036"/>
              <a:gd name="connsiteX8" fmla="*/ 607483 w 1445302"/>
              <a:gd name="connsiteY8" fmla="*/ 346578 h 2179036"/>
              <a:gd name="connsiteX9" fmla="*/ 853017 w 1445302"/>
              <a:gd name="connsiteY9" fmla="*/ 685245 h 2179036"/>
              <a:gd name="connsiteX10" fmla="*/ 927629 w 1445302"/>
              <a:gd name="connsiteY10" fmla="*/ 1023381 h 2179036"/>
              <a:gd name="connsiteX11" fmla="*/ 985837 w 1445302"/>
              <a:gd name="connsiteY11" fmla="*/ 1126042 h 2179036"/>
              <a:gd name="connsiteX12" fmla="*/ 1072090 w 1445302"/>
              <a:gd name="connsiteY12" fmla="*/ 1175253 h 2179036"/>
              <a:gd name="connsiteX13" fmla="*/ 1212321 w 1445302"/>
              <a:gd name="connsiteY13" fmla="*/ 1368928 h 2179036"/>
              <a:gd name="connsiteX14" fmla="*/ 1123950 w 1445302"/>
              <a:gd name="connsiteY14" fmla="*/ 625978 h 2179036"/>
              <a:gd name="connsiteX15" fmla="*/ 692150 w 1445302"/>
              <a:gd name="connsiteY15" fmla="*/ 24845 h 2179036"/>
              <a:gd name="connsiteX16" fmla="*/ 226483 w 1445302"/>
              <a:gd name="connsiteY16" fmla="*/ 202645 h 2179036"/>
              <a:gd name="connsiteX17" fmla="*/ 192617 w 1445302"/>
              <a:gd name="connsiteY17" fmla="*/ 998511 h 2179036"/>
              <a:gd name="connsiteX18" fmla="*/ 74082 w 1445302"/>
              <a:gd name="connsiteY18" fmla="*/ 1091646 h 2179036"/>
              <a:gd name="connsiteX19" fmla="*/ 6350 w 1445302"/>
              <a:gd name="connsiteY19" fmla="*/ 1286378 h 2179036"/>
              <a:gd name="connsiteX20" fmla="*/ 234950 w 1445302"/>
              <a:gd name="connsiteY20" fmla="*/ 1337178 h 2179036"/>
              <a:gd name="connsiteX21" fmla="*/ 726017 w 1445302"/>
              <a:gd name="connsiteY21" fmla="*/ 1658912 h 2179036"/>
              <a:gd name="connsiteX22" fmla="*/ 1073151 w 1445302"/>
              <a:gd name="connsiteY22" fmla="*/ 1929844 h 2179036"/>
              <a:gd name="connsiteX0" fmla="*/ 1073151 w 1445302"/>
              <a:gd name="connsiteY0" fmla="*/ 1929844 h 2179036"/>
              <a:gd name="connsiteX1" fmla="*/ 1191683 w 1445302"/>
              <a:gd name="connsiteY1" fmla="*/ 2175378 h 2179036"/>
              <a:gd name="connsiteX2" fmla="*/ 1411817 w 1445302"/>
              <a:gd name="connsiteY2" fmla="*/ 2056844 h 2179036"/>
              <a:gd name="connsiteX3" fmla="*/ 1403349 w 1445302"/>
              <a:gd name="connsiteY3" fmla="*/ 1785911 h 2179036"/>
              <a:gd name="connsiteX4" fmla="*/ 1064682 w 1445302"/>
              <a:gd name="connsiteY4" fmla="*/ 1176313 h 2179036"/>
              <a:gd name="connsiteX5" fmla="*/ 573617 w 1445302"/>
              <a:gd name="connsiteY5" fmla="*/ 1032378 h 2179036"/>
              <a:gd name="connsiteX6" fmla="*/ 488950 w 1445302"/>
              <a:gd name="connsiteY6" fmla="*/ 820711 h 2179036"/>
              <a:gd name="connsiteX7" fmla="*/ 463549 w 1445302"/>
              <a:gd name="connsiteY7" fmla="*/ 465112 h 2179036"/>
              <a:gd name="connsiteX8" fmla="*/ 607483 w 1445302"/>
              <a:gd name="connsiteY8" fmla="*/ 346578 h 2179036"/>
              <a:gd name="connsiteX9" fmla="*/ 853017 w 1445302"/>
              <a:gd name="connsiteY9" fmla="*/ 685245 h 2179036"/>
              <a:gd name="connsiteX10" fmla="*/ 927629 w 1445302"/>
              <a:gd name="connsiteY10" fmla="*/ 1023381 h 2179036"/>
              <a:gd name="connsiteX11" fmla="*/ 985837 w 1445302"/>
              <a:gd name="connsiteY11" fmla="*/ 1126042 h 2179036"/>
              <a:gd name="connsiteX12" fmla="*/ 1072090 w 1445302"/>
              <a:gd name="connsiteY12" fmla="*/ 1175253 h 2179036"/>
              <a:gd name="connsiteX13" fmla="*/ 1212321 w 1445302"/>
              <a:gd name="connsiteY13" fmla="*/ 1368928 h 2179036"/>
              <a:gd name="connsiteX14" fmla="*/ 1123950 w 1445302"/>
              <a:gd name="connsiteY14" fmla="*/ 625978 h 2179036"/>
              <a:gd name="connsiteX15" fmla="*/ 692150 w 1445302"/>
              <a:gd name="connsiteY15" fmla="*/ 24845 h 2179036"/>
              <a:gd name="connsiteX16" fmla="*/ 226483 w 1445302"/>
              <a:gd name="connsiteY16" fmla="*/ 202645 h 2179036"/>
              <a:gd name="connsiteX17" fmla="*/ 192617 w 1445302"/>
              <a:gd name="connsiteY17" fmla="*/ 998511 h 2179036"/>
              <a:gd name="connsiteX18" fmla="*/ 74082 w 1445302"/>
              <a:gd name="connsiteY18" fmla="*/ 1091646 h 2179036"/>
              <a:gd name="connsiteX19" fmla="*/ 6350 w 1445302"/>
              <a:gd name="connsiteY19" fmla="*/ 1286378 h 2179036"/>
              <a:gd name="connsiteX20" fmla="*/ 234950 w 1445302"/>
              <a:gd name="connsiteY20" fmla="*/ 1337178 h 2179036"/>
              <a:gd name="connsiteX21" fmla="*/ 726017 w 1445302"/>
              <a:gd name="connsiteY21" fmla="*/ 1658912 h 2179036"/>
              <a:gd name="connsiteX22" fmla="*/ 1073151 w 1445302"/>
              <a:gd name="connsiteY22" fmla="*/ 1929844 h 2179036"/>
              <a:gd name="connsiteX0" fmla="*/ 1073151 w 1445302"/>
              <a:gd name="connsiteY0" fmla="*/ 1929844 h 2179036"/>
              <a:gd name="connsiteX1" fmla="*/ 1191683 w 1445302"/>
              <a:gd name="connsiteY1" fmla="*/ 2175378 h 2179036"/>
              <a:gd name="connsiteX2" fmla="*/ 1411817 w 1445302"/>
              <a:gd name="connsiteY2" fmla="*/ 2056844 h 2179036"/>
              <a:gd name="connsiteX3" fmla="*/ 1403349 w 1445302"/>
              <a:gd name="connsiteY3" fmla="*/ 1785911 h 2179036"/>
              <a:gd name="connsiteX4" fmla="*/ 1064682 w 1445302"/>
              <a:gd name="connsiteY4" fmla="*/ 1176313 h 2179036"/>
              <a:gd name="connsiteX5" fmla="*/ 573617 w 1445302"/>
              <a:gd name="connsiteY5" fmla="*/ 1032378 h 2179036"/>
              <a:gd name="connsiteX6" fmla="*/ 488950 w 1445302"/>
              <a:gd name="connsiteY6" fmla="*/ 820711 h 2179036"/>
              <a:gd name="connsiteX7" fmla="*/ 463549 w 1445302"/>
              <a:gd name="connsiteY7" fmla="*/ 465112 h 2179036"/>
              <a:gd name="connsiteX8" fmla="*/ 607483 w 1445302"/>
              <a:gd name="connsiteY8" fmla="*/ 346578 h 2179036"/>
              <a:gd name="connsiteX9" fmla="*/ 853017 w 1445302"/>
              <a:gd name="connsiteY9" fmla="*/ 685245 h 2179036"/>
              <a:gd name="connsiteX10" fmla="*/ 927629 w 1445302"/>
              <a:gd name="connsiteY10" fmla="*/ 1023381 h 2179036"/>
              <a:gd name="connsiteX11" fmla="*/ 985837 w 1445302"/>
              <a:gd name="connsiteY11" fmla="*/ 1126042 h 2179036"/>
              <a:gd name="connsiteX12" fmla="*/ 1072090 w 1445302"/>
              <a:gd name="connsiteY12" fmla="*/ 1175253 h 2179036"/>
              <a:gd name="connsiteX13" fmla="*/ 1212321 w 1445302"/>
              <a:gd name="connsiteY13" fmla="*/ 1368928 h 2179036"/>
              <a:gd name="connsiteX14" fmla="*/ 1123950 w 1445302"/>
              <a:gd name="connsiteY14" fmla="*/ 625978 h 2179036"/>
              <a:gd name="connsiteX15" fmla="*/ 692150 w 1445302"/>
              <a:gd name="connsiteY15" fmla="*/ 24845 h 2179036"/>
              <a:gd name="connsiteX16" fmla="*/ 226483 w 1445302"/>
              <a:gd name="connsiteY16" fmla="*/ 202645 h 2179036"/>
              <a:gd name="connsiteX17" fmla="*/ 192617 w 1445302"/>
              <a:gd name="connsiteY17" fmla="*/ 998511 h 2179036"/>
              <a:gd name="connsiteX18" fmla="*/ 74082 w 1445302"/>
              <a:gd name="connsiteY18" fmla="*/ 1091646 h 2179036"/>
              <a:gd name="connsiteX19" fmla="*/ 6350 w 1445302"/>
              <a:gd name="connsiteY19" fmla="*/ 1286378 h 2179036"/>
              <a:gd name="connsiteX20" fmla="*/ 234950 w 1445302"/>
              <a:gd name="connsiteY20" fmla="*/ 1337178 h 2179036"/>
              <a:gd name="connsiteX21" fmla="*/ 726017 w 1445302"/>
              <a:gd name="connsiteY21" fmla="*/ 1658912 h 2179036"/>
              <a:gd name="connsiteX22" fmla="*/ 1073151 w 1445302"/>
              <a:gd name="connsiteY22" fmla="*/ 1929844 h 2179036"/>
              <a:gd name="connsiteX0" fmla="*/ 1073151 w 1445302"/>
              <a:gd name="connsiteY0" fmla="*/ 1929844 h 2179036"/>
              <a:gd name="connsiteX1" fmla="*/ 1191683 w 1445302"/>
              <a:gd name="connsiteY1" fmla="*/ 2175378 h 2179036"/>
              <a:gd name="connsiteX2" fmla="*/ 1411817 w 1445302"/>
              <a:gd name="connsiteY2" fmla="*/ 2056844 h 2179036"/>
              <a:gd name="connsiteX3" fmla="*/ 1403349 w 1445302"/>
              <a:gd name="connsiteY3" fmla="*/ 1785911 h 2179036"/>
              <a:gd name="connsiteX4" fmla="*/ 1064682 w 1445302"/>
              <a:gd name="connsiteY4" fmla="*/ 1176313 h 2179036"/>
              <a:gd name="connsiteX5" fmla="*/ 573617 w 1445302"/>
              <a:gd name="connsiteY5" fmla="*/ 1032378 h 2179036"/>
              <a:gd name="connsiteX6" fmla="*/ 488950 w 1445302"/>
              <a:gd name="connsiteY6" fmla="*/ 820711 h 2179036"/>
              <a:gd name="connsiteX7" fmla="*/ 463549 w 1445302"/>
              <a:gd name="connsiteY7" fmla="*/ 465112 h 2179036"/>
              <a:gd name="connsiteX8" fmla="*/ 607483 w 1445302"/>
              <a:gd name="connsiteY8" fmla="*/ 346578 h 2179036"/>
              <a:gd name="connsiteX9" fmla="*/ 853017 w 1445302"/>
              <a:gd name="connsiteY9" fmla="*/ 685245 h 2179036"/>
              <a:gd name="connsiteX10" fmla="*/ 927629 w 1445302"/>
              <a:gd name="connsiteY10" fmla="*/ 1023381 h 2179036"/>
              <a:gd name="connsiteX11" fmla="*/ 985837 w 1445302"/>
              <a:gd name="connsiteY11" fmla="*/ 1126042 h 2179036"/>
              <a:gd name="connsiteX12" fmla="*/ 1072090 w 1445302"/>
              <a:gd name="connsiteY12" fmla="*/ 1175253 h 2179036"/>
              <a:gd name="connsiteX13" fmla="*/ 1212321 w 1445302"/>
              <a:gd name="connsiteY13" fmla="*/ 1368928 h 2179036"/>
              <a:gd name="connsiteX14" fmla="*/ 1123950 w 1445302"/>
              <a:gd name="connsiteY14" fmla="*/ 625978 h 2179036"/>
              <a:gd name="connsiteX15" fmla="*/ 692150 w 1445302"/>
              <a:gd name="connsiteY15" fmla="*/ 24845 h 2179036"/>
              <a:gd name="connsiteX16" fmla="*/ 226483 w 1445302"/>
              <a:gd name="connsiteY16" fmla="*/ 202645 h 2179036"/>
              <a:gd name="connsiteX17" fmla="*/ 192617 w 1445302"/>
              <a:gd name="connsiteY17" fmla="*/ 998511 h 2179036"/>
              <a:gd name="connsiteX18" fmla="*/ 74082 w 1445302"/>
              <a:gd name="connsiteY18" fmla="*/ 1091646 h 2179036"/>
              <a:gd name="connsiteX19" fmla="*/ 6350 w 1445302"/>
              <a:gd name="connsiteY19" fmla="*/ 1286378 h 2179036"/>
              <a:gd name="connsiteX20" fmla="*/ 234950 w 1445302"/>
              <a:gd name="connsiteY20" fmla="*/ 1337178 h 2179036"/>
              <a:gd name="connsiteX21" fmla="*/ 726017 w 1445302"/>
              <a:gd name="connsiteY21" fmla="*/ 1658912 h 2179036"/>
              <a:gd name="connsiteX22" fmla="*/ 1073151 w 1445302"/>
              <a:gd name="connsiteY22" fmla="*/ 1929844 h 2179036"/>
              <a:gd name="connsiteX0" fmla="*/ 1073734 w 1445885"/>
              <a:gd name="connsiteY0" fmla="*/ 1929844 h 2179036"/>
              <a:gd name="connsiteX1" fmla="*/ 1192266 w 1445885"/>
              <a:gd name="connsiteY1" fmla="*/ 2175378 h 2179036"/>
              <a:gd name="connsiteX2" fmla="*/ 1412400 w 1445885"/>
              <a:gd name="connsiteY2" fmla="*/ 2056844 h 2179036"/>
              <a:gd name="connsiteX3" fmla="*/ 1403932 w 1445885"/>
              <a:gd name="connsiteY3" fmla="*/ 1785911 h 2179036"/>
              <a:gd name="connsiteX4" fmla="*/ 1065265 w 1445885"/>
              <a:gd name="connsiteY4" fmla="*/ 1176313 h 2179036"/>
              <a:gd name="connsiteX5" fmla="*/ 574200 w 1445885"/>
              <a:gd name="connsiteY5" fmla="*/ 1032378 h 2179036"/>
              <a:gd name="connsiteX6" fmla="*/ 489533 w 1445885"/>
              <a:gd name="connsiteY6" fmla="*/ 820711 h 2179036"/>
              <a:gd name="connsiteX7" fmla="*/ 464132 w 1445885"/>
              <a:gd name="connsiteY7" fmla="*/ 465112 h 2179036"/>
              <a:gd name="connsiteX8" fmla="*/ 608066 w 1445885"/>
              <a:gd name="connsiteY8" fmla="*/ 346578 h 2179036"/>
              <a:gd name="connsiteX9" fmla="*/ 853600 w 1445885"/>
              <a:gd name="connsiteY9" fmla="*/ 685245 h 2179036"/>
              <a:gd name="connsiteX10" fmla="*/ 928212 w 1445885"/>
              <a:gd name="connsiteY10" fmla="*/ 1023381 h 2179036"/>
              <a:gd name="connsiteX11" fmla="*/ 986420 w 1445885"/>
              <a:gd name="connsiteY11" fmla="*/ 1126042 h 2179036"/>
              <a:gd name="connsiteX12" fmla="*/ 1072673 w 1445885"/>
              <a:gd name="connsiteY12" fmla="*/ 1175253 h 2179036"/>
              <a:gd name="connsiteX13" fmla="*/ 1212904 w 1445885"/>
              <a:gd name="connsiteY13" fmla="*/ 1368928 h 2179036"/>
              <a:gd name="connsiteX14" fmla="*/ 1124533 w 1445885"/>
              <a:gd name="connsiteY14" fmla="*/ 625978 h 2179036"/>
              <a:gd name="connsiteX15" fmla="*/ 692733 w 1445885"/>
              <a:gd name="connsiteY15" fmla="*/ 24845 h 2179036"/>
              <a:gd name="connsiteX16" fmla="*/ 227066 w 1445885"/>
              <a:gd name="connsiteY16" fmla="*/ 202645 h 2179036"/>
              <a:gd name="connsiteX17" fmla="*/ 193200 w 1445885"/>
              <a:gd name="connsiteY17" fmla="*/ 998511 h 2179036"/>
              <a:gd name="connsiteX18" fmla="*/ 74665 w 1445885"/>
              <a:gd name="connsiteY18" fmla="*/ 1091646 h 2179036"/>
              <a:gd name="connsiteX19" fmla="*/ 6933 w 1445885"/>
              <a:gd name="connsiteY19" fmla="*/ 1286378 h 2179036"/>
              <a:gd name="connsiteX20" fmla="*/ 245573 w 1445885"/>
              <a:gd name="connsiteY20" fmla="*/ 1378108 h 2179036"/>
              <a:gd name="connsiteX21" fmla="*/ 726600 w 1445885"/>
              <a:gd name="connsiteY21" fmla="*/ 1658912 h 2179036"/>
              <a:gd name="connsiteX22" fmla="*/ 1073734 w 1445885"/>
              <a:gd name="connsiteY22" fmla="*/ 1929844 h 2179036"/>
              <a:gd name="connsiteX0" fmla="*/ 1083264 w 1455415"/>
              <a:gd name="connsiteY0" fmla="*/ 1929844 h 2179036"/>
              <a:gd name="connsiteX1" fmla="*/ 1201796 w 1455415"/>
              <a:gd name="connsiteY1" fmla="*/ 2175378 h 2179036"/>
              <a:gd name="connsiteX2" fmla="*/ 1421930 w 1455415"/>
              <a:gd name="connsiteY2" fmla="*/ 2056844 h 2179036"/>
              <a:gd name="connsiteX3" fmla="*/ 1413462 w 1455415"/>
              <a:gd name="connsiteY3" fmla="*/ 1785911 h 2179036"/>
              <a:gd name="connsiteX4" fmla="*/ 1074795 w 1455415"/>
              <a:gd name="connsiteY4" fmla="*/ 1176313 h 2179036"/>
              <a:gd name="connsiteX5" fmla="*/ 583730 w 1455415"/>
              <a:gd name="connsiteY5" fmla="*/ 1032378 h 2179036"/>
              <a:gd name="connsiteX6" fmla="*/ 499063 w 1455415"/>
              <a:gd name="connsiteY6" fmla="*/ 820711 h 2179036"/>
              <a:gd name="connsiteX7" fmla="*/ 473662 w 1455415"/>
              <a:gd name="connsiteY7" fmla="*/ 465112 h 2179036"/>
              <a:gd name="connsiteX8" fmla="*/ 617596 w 1455415"/>
              <a:gd name="connsiteY8" fmla="*/ 346578 h 2179036"/>
              <a:gd name="connsiteX9" fmla="*/ 863130 w 1455415"/>
              <a:gd name="connsiteY9" fmla="*/ 685245 h 2179036"/>
              <a:gd name="connsiteX10" fmla="*/ 937742 w 1455415"/>
              <a:gd name="connsiteY10" fmla="*/ 1023381 h 2179036"/>
              <a:gd name="connsiteX11" fmla="*/ 995950 w 1455415"/>
              <a:gd name="connsiteY11" fmla="*/ 1126042 h 2179036"/>
              <a:gd name="connsiteX12" fmla="*/ 1082203 w 1455415"/>
              <a:gd name="connsiteY12" fmla="*/ 1175253 h 2179036"/>
              <a:gd name="connsiteX13" fmla="*/ 1222434 w 1455415"/>
              <a:gd name="connsiteY13" fmla="*/ 1368928 h 2179036"/>
              <a:gd name="connsiteX14" fmla="*/ 1134063 w 1455415"/>
              <a:gd name="connsiteY14" fmla="*/ 625978 h 2179036"/>
              <a:gd name="connsiteX15" fmla="*/ 702263 w 1455415"/>
              <a:gd name="connsiteY15" fmla="*/ 24845 h 2179036"/>
              <a:gd name="connsiteX16" fmla="*/ 236596 w 1455415"/>
              <a:gd name="connsiteY16" fmla="*/ 202645 h 2179036"/>
              <a:gd name="connsiteX17" fmla="*/ 202730 w 1455415"/>
              <a:gd name="connsiteY17" fmla="*/ 998511 h 2179036"/>
              <a:gd name="connsiteX18" fmla="*/ 84195 w 1455415"/>
              <a:gd name="connsiteY18" fmla="*/ 1091646 h 2179036"/>
              <a:gd name="connsiteX19" fmla="*/ 6425 w 1455415"/>
              <a:gd name="connsiteY19" fmla="*/ 1306844 h 2179036"/>
              <a:gd name="connsiteX20" fmla="*/ 255103 w 1455415"/>
              <a:gd name="connsiteY20" fmla="*/ 1378108 h 2179036"/>
              <a:gd name="connsiteX21" fmla="*/ 736130 w 1455415"/>
              <a:gd name="connsiteY21" fmla="*/ 1658912 h 2179036"/>
              <a:gd name="connsiteX22" fmla="*/ 1083264 w 1455415"/>
              <a:gd name="connsiteY22" fmla="*/ 1929844 h 2179036"/>
              <a:gd name="connsiteX0" fmla="*/ 1083369 w 1455520"/>
              <a:gd name="connsiteY0" fmla="*/ 1928762 h 2177954"/>
              <a:gd name="connsiteX1" fmla="*/ 1201901 w 1455520"/>
              <a:gd name="connsiteY1" fmla="*/ 2174296 h 2177954"/>
              <a:gd name="connsiteX2" fmla="*/ 1422035 w 1455520"/>
              <a:gd name="connsiteY2" fmla="*/ 2055762 h 2177954"/>
              <a:gd name="connsiteX3" fmla="*/ 1413567 w 1455520"/>
              <a:gd name="connsiteY3" fmla="*/ 1784829 h 2177954"/>
              <a:gd name="connsiteX4" fmla="*/ 1074900 w 1455520"/>
              <a:gd name="connsiteY4" fmla="*/ 1175231 h 2177954"/>
              <a:gd name="connsiteX5" fmla="*/ 583835 w 1455520"/>
              <a:gd name="connsiteY5" fmla="*/ 1031296 h 2177954"/>
              <a:gd name="connsiteX6" fmla="*/ 499168 w 1455520"/>
              <a:gd name="connsiteY6" fmla="*/ 819629 h 2177954"/>
              <a:gd name="connsiteX7" fmla="*/ 473767 w 1455520"/>
              <a:gd name="connsiteY7" fmla="*/ 464030 h 2177954"/>
              <a:gd name="connsiteX8" fmla="*/ 617701 w 1455520"/>
              <a:gd name="connsiteY8" fmla="*/ 345496 h 2177954"/>
              <a:gd name="connsiteX9" fmla="*/ 863235 w 1455520"/>
              <a:gd name="connsiteY9" fmla="*/ 684163 h 2177954"/>
              <a:gd name="connsiteX10" fmla="*/ 937847 w 1455520"/>
              <a:gd name="connsiteY10" fmla="*/ 1022299 h 2177954"/>
              <a:gd name="connsiteX11" fmla="*/ 996055 w 1455520"/>
              <a:gd name="connsiteY11" fmla="*/ 1124960 h 2177954"/>
              <a:gd name="connsiteX12" fmla="*/ 1082308 w 1455520"/>
              <a:gd name="connsiteY12" fmla="*/ 1174171 h 2177954"/>
              <a:gd name="connsiteX13" fmla="*/ 1222539 w 1455520"/>
              <a:gd name="connsiteY13" fmla="*/ 1367846 h 2177954"/>
              <a:gd name="connsiteX14" fmla="*/ 1134168 w 1455520"/>
              <a:gd name="connsiteY14" fmla="*/ 624896 h 2177954"/>
              <a:gd name="connsiteX15" fmla="*/ 702368 w 1455520"/>
              <a:gd name="connsiteY15" fmla="*/ 23763 h 2177954"/>
              <a:gd name="connsiteX16" fmla="*/ 236701 w 1455520"/>
              <a:gd name="connsiteY16" fmla="*/ 201563 h 2177954"/>
              <a:gd name="connsiteX17" fmla="*/ 212875 w 1455520"/>
              <a:gd name="connsiteY17" fmla="*/ 946267 h 2177954"/>
              <a:gd name="connsiteX18" fmla="*/ 84300 w 1455520"/>
              <a:gd name="connsiteY18" fmla="*/ 1090564 h 2177954"/>
              <a:gd name="connsiteX19" fmla="*/ 6530 w 1455520"/>
              <a:gd name="connsiteY19" fmla="*/ 1305762 h 2177954"/>
              <a:gd name="connsiteX20" fmla="*/ 255208 w 1455520"/>
              <a:gd name="connsiteY20" fmla="*/ 1377026 h 2177954"/>
              <a:gd name="connsiteX21" fmla="*/ 736235 w 1455520"/>
              <a:gd name="connsiteY21" fmla="*/ 1657830 h 2177954"/>
              <a:gd name="connsiteX22" fmla="*/ 1083369 w 1455520"/>
              <a:gd name="connsiteY22" fmla="*/ 1928762 h 2177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455520" h="2177954">
                <a:moveTo>
                  <a:pt x="1083369" y="1928762"/>
                </a:moveTo>
                <a:cubicBezTo>
                  <a:pt x="1160980" y="2014840"/>
                  <a:pt x="1145457" y="2153129"/>
                  <a:pt x="1201901" y="2174296"/>
                </a:cubicBezTo>
                <a:cubicBezTo>
                  <a:pt x="1258345" y="2195463"/>
                  <a:pt x="1386757" y="2120673"/>
                  <a:pt x="1422035" y="2055762"/>
                </a:cubicBezTo>
                <a:cubicBezTo>
                  <a:pt x="1457313" y="1990851"/>
                  <a:pt x="1478478" y="1937229"/>
                  <a:pt x="1413567" y="1784829"/>
                </a:cubicBezTo>
                <a:cubicBezTo>
                  <a:pt x="1348656" y="1632429"/>
                  <a:pt x="1213189" y="1300820"/>
                  <a:pt x="1074900" y="1175231"/>
                </a:cubicBezTo>
                <a:cubicBezTo>
                  <a:pt x="936611" y="1049642"/>
                  <a:pt x="679790" y="1090563"/>
                  <a:pt x="583835" y="1031296"/>
                </a:cubicBezTo>
                <a:cubicBezTo>
                  <a:pt x="487880" y="972029"/>
                  <a:pt x="517513" y="914173"/>
                  <a:pt x="499168" y="819629"/>
                </a:cubicBezTo>
                <a:cubicBezTo>
                  <a:pt x="480823" y="725085"/>
                  <a:pt x="454012" y="543052"/>
                  <a:pt x="473767" y="464030"/>
                </a:cubicBezTo>
                <a:cubicBezTo>
                  <a:pt x="493522" y="385008"/>
                  <a:pt x="552790" y="308807"/>
                  <a:pt x="617701" y="345496"/>
                </a:cubicBezTo>
                <a:cubicBezTo>
                  <a:pt x="682612" y="382185"/>
                  <a:pt x="809877" y="571363"/>
                  <a:pt x="863235" y="684163"/>
                </a:cubicBezTo>
                <a:cubicBezTo>
                  <a:pt x="916593" y="796964"/>
                  <a:pt x="922060" y="934545"/>
                  <a:pt x="937847" y="1022299"/>
                </a:cubicBezTo>
                <a:cubicBezTo>
                  <a:pt x="953634" y="1110053"/>
                  <a:pt x="961130" y="1108908"/>
                  <a:pt x="996055" y="1124960"/>
                </a:cubicBezTo>
                <a:cubicBezTo>
                  <a:pt x="1021455" y="1136249"/>
                  <a:pt x="1026039" y="1141099"/>
                  <a:pt x="1082308" y="1174171"/>
                </a:cubicBezTo>
                <a:cubicBezTo>
                  <a:pt x="1124289" y="1212006"/>
                  <a:pt x="1271046" y="1468917"/>
                  <a:pt x="1222539" y="1367846"/>
                </a:cubicBezTo>
                <a:cubicBezTo>
                  <a:pt x="1174032" y="1266775"/>
                  <a:pt x="1220863" y="848910"/>
                  <a:pt x="1134168" y="624896"/>
                </a:cubicBezTo>
                <a:cubicBezTo>
                  <a:pt x="1047473" y="400882"/>
                  <a:pt x="851946" y="94318"/>
                  <a:pt x="702368" y="23763"/>
                </a:cubicBezTo>
                <a:cubicBezTo>
                  <a:pt x="552790" y="-46792"/>
                  <a:pt x="318283" y="47812"/>
                  <a:pt x="236701" y="201563"/>
                </a:cubicBezTo>
                <a:cubicBezTo>
                  <a:pt x="155119" y="355314"/>
                  <a:pt x="238275" y="798100"/>
                  <a:pt x="212875" y="946267"/>
                </a:cubicBezTo>
                <a:cubicBezTo>
                  <a:pt x="187475" y="1094434"/>
                  <a:pt x="118691" y="1030648"/>
                  <a:pt x="84300" y="1090564"/>
                </a:cubicBezTo>
                <a:cubicBezTo>
                  <a:pt x="49909" y="1150480"/>
                  <a:pt x="-21955" y="1258018"/>
                  <a:pt x="6530" y="1305762"/>
                </a:cubicBezTo>
                <a:cubicBezTo>
                  <a:pt x="35015" y="1353506"/>
                  <a:pt x="140908" y="1290948"/>
                  <a:pt x="255208" y="1377026"/>
                </a:cubicBezTo>
                <a:cubicBezTo>
                  <a:pt x="369508" y="1463104"/>
                  <a:pt x="598208" y="1565874"/>
                  <a:pt x="736235" y="1657830"/>
                </a:cubicBezTo>
                <a:cubicBezTo>
                  <a:pt x="874262" y="1749786"/>
                  <a:pt x="1005758" y="1842684"/>
                  <a:pt x="1083369" y="1928762"/>
                </a:cubicBezTo>
                <a:close/>
              </a:path>
            </a:pathLst>
          </a:custGeom>
          <a:solidFill>
            <a:srgbClr val="F48C8C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0E2ADD5B-DDD0-4617-9E77-DFD9F8A64BA4}"/>
              </a:ext>
            </a:extLst>
          </p:cNvPr>
          <p:cNvSpPr/>
          <p:nvPr/>
        </p:nvSpPr>
        <p:spPr>
          <a:xfrm>
            <a:off x="6447500" y="2079808"/>
            <a:ext cx="188865" cy="672009"/>
          </a:xfrm>
          <a:custGeom>
            <a:avLst/>
            <a:gdLst>
              <a:gd name="connsiteX0" fmla="*/ 0 w 205277"/>
              <a:gd name="connsiteY0" fmla="*/ 0 h 744484"/>
              <a:gd name="connsiteX1" fmla="*/ 144379 w 205277"/>
              <a:gd name="connsiteY1" fmla="*/ 269507 h 744484"/>
              <a:gd name="connsiteX2" fmla="*/ 202131 w 205277"/>
              <a:gd name="connsiteY2" fmla="*/ 693019 h 744484"/>
              <a:gd name="connsiteX3" fmla="*/ 192506 w 205277"/>
              <a:gd name="connsiteY3" fmla="*/ 721895 h 744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277" h="744484">
                <a:moveTo>
                  <a:pt x="0" y="0"/>
                </a:moveTo>
                <a:cubicBezTo>
                  <a:pt x="55345" y="77002"/>
                  <a:pt x="110690" y="154004"/>
                  <a:pt x="144379" y="269507"/>
                </a:cubicBezTo>
                <a:cubicBezTo>
                  <a:pt x="178068" y="385010"/>
                  <a:pt x="202131" y="693019"/>
                  <a:pt x="202131" y="693019"/>
                </a:cubicBezTo>
                <a:cubicBezTo>
                  <a:pt x="210152" y="768417"/>
                  <a:pt x="201329" y="745156"/>
                  <a:pt x="192506" y="721895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22D0BDC-86C3-44CB-B142-E5FAD59BC9A1}"/>
              </a:ext>
            </a:extLst>
          </p:cNvPr>
          <p:cNvCxnSpPr>
            <a:cxnSpLocks/>
          </p:cNvCxnSpPr>
          <p:nvPr/>
        </p:nvCxnSpPr>
        <p:spPr>
          <a:xfrm flipV="1">
            <a:off x="5934732" y="3869868"/>
            <a:ext cx="4031" cy="64829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C274717-FC3E-4019-B784-E3B618E975B1}"/>
              </a:ext>
            </a:extLst>
          </p:cNvPr>
          <p:cNvCxnSpPr>
            <a:cxnSpLocks/>
          </p:cNvCxnSpPr>
          <p:nvPr/>
        </p:nvCxnSpPr>
        <p:spPr>
          <a:xfrm flipV="1">
            <a:off x="5924886" y="3269751"/>
            <a:ext cx="0" cy="425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F2ACBB4-C9E2-4C05-951C-A83C9358177F}"/>
              </a:ext>
            </a:extLst>
          </p:cNvPr>
          <p:cNvSpPr txBox="1"/>
          <p:nvPr/>
        </p:nvSpPr>
        <p:spPr>
          <a:xfrm>
            <a:off x="5968860" y="3203702"/>
            <a:ext cx="539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RV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1FF7BD6-4CCE-4D16-91EC-2A65D76FA2A5}"/>
              </a:ext>
            </a:extLst>
          </p:cNvPr>
          <p:cNvSpPr txBox="1"/>
          <p:nvPr/>
        </p:nvSpPr>
        <p:spPr>
          <a:xfrm>
            <a:off x="6193612" y="2817199"/>
            <a:ext cx="539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LV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2D7657E-17BC-44B0-9C76-C8246EB81A5D}"/>
              </a:ext>
            </a:extLst>
          </p:cNvPr>
          <p:cNvSpPr txBox="1"/>
          <p:nvPr/>
        </p:nvSpPr>
        <p:spPr>
          <a:xfrm>
            <a:off x="7679716" y="1245389"/>
            <a:ext cx="1680744" cy="369332"/>
          </a:xfrm>
          <a:prstGeom prst="rect">
            <a:avLst/>
          </a:prstGeom>
          <a:noFill/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↓ LV preload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914CD1A-8663-4E92-8FE0-6DD188C7E5FE}"/>
              </a:ext>
            </a:extLst>
          </p:cNvPr>
          <p:cNvSpPr txBox="1"/>
          <p:nvPr/>
        </p:nvSpPr>
        <p:spPr>
          <a:xfrm>
            <a:off x="2150011" y="4269273"/>
            <a:ext cx="22184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↑ intrathoracic P → ↑ resistance to venous return to the R heart </a:t>
            </a:r>
          </a:p>
        </p:txBody>
      </p:sp>
      <p:sp>
        <p:nvSpPr>
          <p:cNvPr id="80" name="1">
            <a:extLst>
              <a:ext uri="{FF2B5EF4-FFF2-40B4-BE49-F238E27FC236}">
                <a16:creationId xmlns:a16="http://schemas.microsoft.com/office/drawing/2014/main" id="{D5DECFE2-5173-4B0D-B5E2-0F1BF9716888}"/>
              </a:ext>
            </a:extLst>
          </p:cNvPr>
          <p:cNvSpPr/>
          <p:nvPr/>
        </p:nvSpPr>
        <p:spPr>
          <a:xfrm>
            <a:off x="2321558" y="3711667"/>
            <a:ext cx="486782" cy="448530"/>
          </a:xfrm>
          <a:prstGeom prst="ellipse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pic>
        <p:nvPicPr>
          <p:cNvPr id="81" name="Graphic 80" descr="Cursor">
            <a:extLst>
              <a:ext uri="{FF2B5EF4-FFF2-40B4-BE49-F238E27FC236}">
                <a16:creationId xmlns:a16="http://schemas.microsoft.com/office/drawing/2014/main" id="{9BD461F7-88C4-44F6-811C-9FA96C329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8689" y="3950107"/>
            <a:ext cx="346628" cy="365760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88CFA7A5-884D-435E-BA57-078B074B35D8}"/>
              </a:ext>
            </a:extLst>
          </p:cNvPr>
          <p:cNvSpPr txBox="1"/>
          <p:nvPr/>
        </p:nvSpPr>
        <p:spPr>
          <a:xfrm>
            <a:off x="7918803" y="1624911"/>
            <a:ext cx="258274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↑ intrathoracic P → ↑ resistance of blood flow out of the RV (≈ ↑ in RV afterload) → ↓ blood flow to L side of the heart</a:t>
            </a:r>
          </a:p>
        </p:txBody>
      </p:sp>
      <p:sp>
        <p:nvSpPr>
          <p:cNvPr id="84" name="2">
            <a:extLst>
              <a:ext uri="{FF2B5EF4-FFF2-40B4-BE49-F238E27FC236}">
                <a16:creationId xmlns:a16="http://schemas.microsoft.com/office/drawing/2014/main" id="{94348FEC-123E-4FDC-9FBF-D97B8DDA3F79}"/>
              </a:ext>
            </a:extLst>
          </p:cNvPr>
          <p:cNvSpPr/>
          <p:nvPr/>
        </p:nvSpPr>
        <p:spPr>
          <a:xfrm>
            <a:off x="7194889" y="1209582"/>
            <a:ext cx="486782" cy="448530"/>
          </a:xfrm>
          <a:prstGeom prst="ellipse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pic>
        <p:nvPicPr>
          <p:cNvPr id="85" name="Graphic 84" descr="Cursor">
            <a:extLst>
              <a:ext uri="{FF2B5EF4-FFF2-40B4-BE49-F238E27FC236}">
                <a16:creationId xmlns:a16="http://schemas.microsoft.com/office/drawing/2014/main" id="{9E1195C5-DBE2-4CAD-AAAC-AC8299B0F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2020" y="1448022"/>
            <a:ext cx="346628" cy="365760"/>
          </a:xfrm>
          <a:prstGeom prst="rect">
            <a:avLst/>
          </a:prstGeom>
        </p:spPr>
      </p:pic>
      <p:sp>
        <p:nvSpPr>
          <p:cNvPr id="86" name="3">
            <a:extLst>
              <a:ext uri="{FF2B5EF4-FFF2-40B4-BE49-F238E27FC236}">
                <a16:creationId xmlns:a16="http://schemas.microsoft.com/office/drawing/2014/main" id="{6D289BCF-B2FD-41D6-885F-4350D306E905}"/>
              </a:ext>
            </a:extLst>
          </p:cNvPr>
          <p:cNvSpPr/>
          <p:nvPr/>
        </p:nvSpPr>
        <p:spPr>
          <a:xfrm>
            <a:off x="7679716" y="3582576"/>
            <a:ext cx="486782" cy="448530"/>
          </a:xfrm>
          <a:prstGeom prst="ellipse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pic>
        <p:nvPicPr>
          <p:cNvPr id="87" name="Graphic 86" descr="Cursor">
            <a:extLst>
              <a:ext uri="{FF2B5EF4-FFF2-40B4-BE49-F238E27FC236}">
                <a16:creationId xmlns:a16="http://schemas.microsoft.com/office/drawing/2014/main" id="{0835D5D8-77AD-463D-BF94-EEDA83277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46847" y="3821016"/>
            <a:ext cx="346628" cy="365760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36CF4B70-A769-44EC-9BC3-29B9ADC2DEA2}"/>
              </a:ext>
            </a:extLst>
          </p:cNvPr>
          <p:cNvSpPr txBox="1"/>
          <p:nvPr/>
        </p:nvSpPr>
        <p:spPr>
          <a:xfrm>
            <a:off x="8156595" y="3622175"/>
            <a:ext cx="16217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/>
              <a:t>↓ LV afterload</a:t>
            </a:r>
            <a:endParaRPr lang="en-US" dirty="0"/>
          </a:p>
        </p:txBody>
      </p:sp>
      <p:sp>
        <p:nvSpPr>
          <p:cNvPr id="43" name="Rectangle: Rounded Corners 42">
            <a:hlinkClick r:id="rId4" action="ppaction://hlinksldjump"/>
            <a:extLst>
              <a:ext uri="{FF2B5EF4-FFF2-40B4-BE49-F238E27FC236}">
                <a16:creationId xmlns:a16="http://schemas.microsoft.com/office/drawing/2014/main" id="{88F8ACE6-47E1-401D-BEDB-A8CA971EF02B}"/>
              </a:ext>
            </a:extLst>
          </p:cNvPr>
          <p:cNvSpPr/>
          <p:nvPr/>
        </p:nvSpPr>
        <p:spPr>
          <a:xfrm>
            <a:off x="186814" y="131786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The Basics</a:t>
            </a:r>
          </a:p>
        </p:txBody>
      </p:sp>
      <p:sp>
        <p:nvSpPr>
          <p:cNvPr id="44" name="Rectangle: Rounded Corners 43">
            <a:hlinkClick r:id="rId5" action="ppaction://hlinksldjump"/>
            <a:extLst>
              <a:ext uri="{FF2B5EF4-FFF2-40B4-BE49-F238E27FC236}">
                <a16:creationId xmlns:a16="http://schemas.microsoft.com/office/drawing/2014/main" id="{FEE8A030-FD1E-4097-A34B-6AF7224CBF98}"/>
              </a:ext>
            </a:extLst>
          </p:cNvPr>
          <p:cNvSpPr/>
          <p:nvPr/>
        </p:nvSpPr>
        <p:spPr>
          <a:xfrm>
            <a:off x="186814" y="657094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</a:t>
            </a:r>
            <a:r>
              <a:rPr lang="en-US" b="1" baseline="-25000" dirty="0">
                <a:solidFill>
                  <a:schemeClr val="tx1"/>
                </a:solidFill>
              </a:rPr>
              <a:t>2</a:t>
            </a:r>
            <a:r>
              <a:rPr lang="en-US" b="1" dirty="0">
                <a:solidFill>
                  <a:schemeClr val="tx1"/>
                </a:solidFill>
              </a:rPr>
              <a:t> Devices</a:t>
            </a:r>
          </a:p>
        </p:txBody>
      </p:sp>
      <p:pic>
        <p:nvPicPr>
          <p:cNvPr id="49" name="Graphic 48" descr="Cursor">
            <a:extLst>
              <a:ext uri="{FF2B5EF4-FFF2-40B4-BE49-F238E27FC236}">
                <a16:creationId xmlns:a16="http://schemas.microsoft.com/office/drawing/2014/main" id="{FE983B03-2AD3-45C5-97DA-7F1FB531B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4925" y="355289"/>
            <a:ext cx="346628" cy="365760"/>
          </a:xfrm>
          <a:prstGeom prst="rect">
            <a:avLst/>
          </a:prstGeom>
        </p:spPr>
      </p:pic>
      <p:pic>
        <p:nvPicPr>
          <p:cNvPr id="70" name="Graphic 69" descr="Cursor">
            <a:extLst>
              <a:ext uri="{FF2B5EF4-FFF2-40B4-BE49-F238E27FC236}">
                <a16:creationId xmlns:a16="http://schemas.microsoft.com/office/drawing/2014/main" id="{316436A5-3DF4-4508-8A04-4F427AD85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4925" y="862142"/>
            <a:ext cx="346628" cy="365760"/>
          </a:xfrm>
          <a:prstGeom prst="rect">
            <a:avLst/>
          </a:prstGeom>
        </p:spPr>
      </p:pic>
      <p:sp>
        <p:nvSpPr>
          <p:cNvPr id="71" name="Rectangle: Rounded Corners 70">
            <a:hlinkClick r:id="rId6" action="ppaction://hlinksldjump"/>
            <a:extLst>
              <a:ext uri="{FF2B5EF4-FFF2-40B4-BE49-F238E27FC236}">
                <a16:creationId xmlns:a16="http://schemas.microsoft.com/office/drawing/2014/main" id="{4A95E7B6-C976-42A3-BC29-51952FB56798}"/>
              </a:ext>
            </a:extLst>
          </p:cNvPr>
          <p:cNvSpPr/>
          <p:nvPr/>
        </p:nvSpPr>
        <p:spPr>
          <a:xfrm>
            <a:off x="186814" y="2255692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72" name="Graphic 71" descr="Cursor">
            <a:extLst>
              <a:ext uri="{FF2B5EF4-FFF2-40B4-BE49-F238E27FC236}">
                <a16:creationId xmlns:a16="http://schemas.microsoft.com/office/drawing/2014/main" id="{5545D841-4050-4B2C-9C12-4BF6ACEBC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2159" y="2471052"/>
            <a:ext cx="346628" cy="365760"/>
          </a:xfrm>
          <a:prstGeom prst="rect">
            <a:avLst/>
          </a:prstGeom>
        </p:spPr>
      </p:pic>
      <p:sp>
        <p:nvSpPr>
          <p:cNvPr id="73" name="Rectangle: Rounded Corners 72">
            <a:hlinkClick r:id="rId7" action="ppaction://hlinksldjump"/>
            <a:extLst>
              <a:ext uri="{FF2B5EF4-FFF2-40B4-BE49-F238E27FC236}">
                <a16:creationId xmlns:a16="http://schemas.microsoft.com/office/drawing/2014/main" id="{509A3D5B-E361-4AD2-9E91-AF1A0DC57274}"/>
              </a:ext>
            </a:extLst>
          </p:cNvPr>
          <p:cNvSpPr/>
          <p:nvPr/>
        </p:nvSpPr>
        <p:spPr>
          <a:xfrm>
            <a:off x="572596" y="1197141"/>
            <a:ext cx="1530486" cy="39824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NIPPV Effects</a:t>
            </a:r>
          </a:p>
        </p:txBody>
      </p: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3FB7EEDA-8E0E-4FDB-9353-BBF429056DFE}"/>
              </a:ext>
            </a:extLst>
          </p:cNvPr>
          <p:cNvCxnSpPr>
            <a:cxnSpLocks/>
            <a:endCxn id="73" idx="1"/>
          </p:cNvCxnSpPr>
          <p:nvPr/>
        </p:nvCxnSpPr>
        <p:spPr>
          <a:xfrm rot="16200000" flipH="1">
            <a:off x="299141" y="1122806"/>
            <a:ext cx="332174" cy="214736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Rectangle: Rounded Corners 75">
            <a:hlinkClick r:id="rId8" action="ppaction://hlinksldjump"/>
            <a:extLst>
              <a:ext uri="{FF2B5EF4-FFF2-40B4-BE49-F238E27FC236}">
                <a16:creationId xmlns:a16="http://schemas.microsoft.com/office/drawing/2014/main" id="{2993C961-662F-4FB9-A832-A5D7993588B6}"/>
              </a:ext>
            </a:extLst>
          </p:cNvPr>
          <p:cNvSpPr/>
          <p:nvPr/>
        </p:nvSpPr>
        <p:spPr>
          <a:xfrm>
            <a:off x="581616" y="1706104"/>
            <a:ext cx="1530486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Indications</a:t>
            </a:r>
          </a:p>
        </p:txBody>
      </p:sp>
      <p:pic>
        <p:nvPicPr>
          <p:cNvPr id="77" name="Graphic 76" descr="Cursor">
            <a:extLst>
              <a:ext uri="{FF2B5EF4-FFF2-40B4-BE49-F238E27FC236}">
                <a16:creationId xmlns:a16="http://schemas.microsoft.com/office/drawing/2014/main" id="{E7CCD006-528F-47A7-A527-14908466B3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48527" y="1909720"/>
            <a:ext cx="346628" cy="365760"/>
          </a:xfrm>
          <a:prstGeom prst="rect">
            <a:avLst/>
          </a:prstGeom>
        </p:spPr>
      </p:pic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0B96463C-4B11-4D72-A4F6-AD24D06BE564}"/>
              </a:ext>
            </a:extLst>
          </p:cNvPr>
          <p:cNvCxnSpPr>
            <a:cxnSpLocks/>
            <a:endCxn id="76" idx="1"/>
          </p:cNvCxnSpPr>
          <p:nvPr/>
        </p:nvCxnSpPr>
        <p:spPr>
          <a:xfrm rot="16200000" flipH="1">
            <a:off x="197604" y="1521212"/>
            <a:ext cx="544268" cy="223756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64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</p:childTnLst>
        </p:cTn>
      </p:par>
    </p:tnLst>
    <p:bldLst>
      <p:bldP spid="66" grpId="0" animBg="1"/>
      <p:bldP spid="79" grpId="0"/>
      <p:bldP spid="8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16">
            <a:extLst>
              <a:ext uri="{FF2B5EF4-FFF2-40B4-BE49-F238E27FC236}">
                <a16:creationId xmlns:a16="http://schemas.microsoft.com/office/drawing/2014/main" id="{1803667F-6C54-47A8-B171-AED1C72A5EBE}"/>
              </a:ext>
            </a:extLst>
          </p:cNvPr>
          <p:cNvSpPr/>
          <p:nvPr/>
        </p:nvSpPr>
        <p:spPr>
          <a:xfrm>
            <a:off x="1778787" y="4765884"/>
            <a:ext cx="9554094" cy="8949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473D7E-FEDF-4336-A603-A507B9B19919}"/>
              </a:ext>
            </a:extLst>
          </p:cNvPr>
          <p:cNvSpPr/>
          <p:nvPr/>
        </p:nvSpPr>
        <p:spPr>
          <a:xfrm>
            <a:off x="1788145" y="2237041"/>
            <a:ext cx="9544735" cy="2528843"/>
          </a:xfrm>
          <a:prstGeom prst="rect">
            <a:avLst/>
          </a:prstGeom>
          <a:solidFill>
            <a:srgbClr val="FDB9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162BFC4-6CD4-48D1-96E1-48A8DBA087ED}"/>
              </a:ext>
            </a:extLst>
          </p:cNvPr>
          <p:cNvSpPr txBox="1"/>
          <p:nvPr/>
        </p:nvSpPr>
        <p:spPr>
          <a:xfrm>
            <a:off x="3106370" y="137641"/>
            <a:ext cx="684024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Noninvasive Positive Pressure Ventilation</a:t>
            </a:r>
          </a:p>
          <a:p>
            <a:pPr algn="ctr"/>
            <a:r>
              <a:rPr lang="en-US" sz="2400" dirty="0"/>
              <a:t>Indications in acute respiratory failure</a:t>
            </a:r>
          </a:p>
        </p:txBody>
      </p:sp>
      <p:sp>
        <p:nvSpPr>
          <p:cNvPr id="42" name="Rectangle: Rounded Corners 41">
            <a:hlinkClick r:id="rId2" action="ppaction://hlinksldjump"/>
            <a:extLst>
              <a:ext uri="{FF2B5EF4-FFF2-40B4-BE49-F238E27FC236}">
                <a16:creationId xmlns:a16="http://schemas.microsoft.com/office/drawing/2014/main" id="{F244150D-4BC8-4FFA-A436-1AE5CAE3A14C}"/>
              </a:ext>
            </a:extLst>
          </p:cNvPr>
          <p:cNvSpPr/>
          <p:nvPr/>
        </p:nvSpPr>
        <p:spPr>
          <a:xfrm>
            <a:off x="186814" y="131786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The Basics</a:t>
            </a:r>
          </a:p>
        </p:txBody>
      </p:sp>
      <p:sp>
        <p:nvSpPr>
          <p:cNvPr id="45" name="Rectangle: Rounded Corners 44">
            <a:hlinkClick r:id="rId3" action="ppaction://hlinksldjump"/>
            <a:extLst>
              <a:ext uri="{FF2B5EF4-FFF2-40B4-BE49-F238E27FC236}">
                <a16:creationId xmlns:a16="http://schemas.microsoft.com/office/drawing/2014/main" id="{AC95025C-E8BA-4D4A-B938-507F03BF9764}"/>
              </a:ext>
            </a:extLst>
          </p:cNvPr>
          <p:cNvSpPr/>
          <p:nvPr/>
        </p:nvSpPr>
        <p:spPr>
          <a:xfrm>
            <a:off x="186814" y="657094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</a:t>
            </a:r>
            <a:r>
              <a:rPr lang="en-US" b="1" baseline="-25000" dirty="0">
                <a:solidFill>
                  <a:schemeClr val="tx1"/>
                </a:solidFill>
              </a:rPr>
              <a:t>2</a:t>
            </a:r>
            <a:r>
              <a:rPr lang="en-US" b="1" dirty="0">
                <a:solidFill>
                  <a:schemeClr val="tx1"/>
                </a:solidFill>
              </a:rPr>
              <a:t> Devices</a:t>
            </a:r>
          </a:p>
        </p:txBody>
      </p:sp>
      <p:pic>
        <p:nvPicPr>
          <p:cNvPr id="46" name="Graphic 45" descr="Cursor">
            <a:extLst>
              <a:ext uri="{FF2B5EF4-FFF2-40B4-BE49-F238E27FC236}">
                <a16:creationId xmlns:a16="http://schemas.microsoft.com/office/drawing/2014/main" id="{428EF383-CF21-4F79-B5C7-207E418C29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4925" y="355289"/>
            <a:ext cx="346628" cy="365760"/>
          </a:xfrm>
          <a:prstGeom prst="rect">
            <a:avLst/>
          </a:prstGeom>
        </p:spPr>
      </p:pic>
      <p:pic>
        <p:nvPicPr>
          <p:cNvPr id="47" name="Graphic 46" descr="Cursor">
            <a:extLst>
              <a:ext uri="{FF2B5EF4-FFF2-40B4-BE49-F238E27FC236}">
                <a16:creationId xmlns:a16="http://schemas.microsoft.com/office/drawing/2014/main" id="{C4BC8AE4-DD27-46B8-9E81-4EC1A97081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4925" y="862142"/>
            <a:ext cx="346628" cy="365760"/>
          </a:xfrm>
          <a:prstGeom prst="rect">
            <a:avLst/>
          </a:prstGeom>
        </p:spPr>
      </p:pic>
      <p:sp>
        <p:nvSpPr>
          <p:cNvPr id="48" name="Rectangle: Rounded Corners 47">
            <a:hlinkClick r:id="rId6" action="ppaction://hlinksldjump"/>
            <a:extLst>
              <a:ext uri="{FF2B5EF4-FFF2-40B4-BE49-F238E27FC236}">
                <a16:creationId xmlns:a16="http://schemas.microsoft.com/office/drawing/2014/main" id="{82F82DEB-DE9F-4EFE-BD36-440B431BA7EC}"/>
              </a:ext>
            </a:extLst>
          </p:cNvPr>
          <p:cNvSpPr/>
          <p:nvPr/>
        </p:nvSpPr>
        <p:spPr>
          <a:xfrm>
            <a:off x="186814" y="2255692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Cases</a:t>
            </a:r>
          </a:p>
        </p:txBody>
      </p:sp>
      <p:pic>
        <p:nvPicPr>
          <p:cNvPr id="74" name="Graphic 73" descr="Cursor">
            <a:extLst>
              <a:ext uri="{FF2B5EF4-FFF2-40B4-BE49-F238E27FC236}">
                <a16:creationId xmlns:a16="http://schemas.microsoft.com/office/drawing/2014/main" id="{4DC35AB4-1A32-455F-BBD0-65933031F2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32159" y="2471052"/>
            <a:ext cx="346628" cy="365760"/>
          </a:xfrm>
          <a:prstGeom prst="rect">
            <a:avLst/>
          </a:prstGeom>
        </p:spPr>
      </p:pic>
      <p:sp>
        <p:nvSpPr>
          <p:cNvPr id="82" name="Rectangle: Rounded Corners 81">
            <a:hlinkClick r:id="rId7" action="ppaction://hlinksldjump"/>
            <a:extLst>
              <a:ext uri="{FF2B5EF4-FFF2-40B4-BE49-F238E27FC236}">
                <a16:creationId xmlns:a16="http://schemas.microsoft.com/office/drawing/2014/main" id="{29EB6313-E25D-4D11-8480-DF35C2C3ED6C}"/>
              </a:ext>
            </a:extLst>
          </p:cNvPr>
          <p:cNvSpPr/>
          <p:nvPr/>
        </p:nvSpPr>
        <p:spPr>
          <a:xfrm>
            <a:off x="572596" y="1197141"/>
            <a:ext cx="1530486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NIPPV Effects</a:t>
            </a:r>
          </a:p>
        </p:txBody>
      </p:sp>
      <p:pic>
        <p:nvPicPr>
          <p:cNvPr id="88" name="Graphic 87" descr="Cursor">
            <a:extLst>
              <a:ext uri="{FF2B5EF4-FFF2-40B4-BE49-F238E27FC236}">
                <a16:creationId xmlns:a16="http://schemas.microsoft.com/office/drawing/2014/main" id="{FE810181-A8FF-4529-9D3F-1946454233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39507" y="1400757"/>
            <a:ext cx="346628" cy="365760"/>
          </a:xfrm>
          <a:prstGeom prst="rect">
            <a:avLst/>
          </a:prstGeom>
        </p:spPr>
      </p:pic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C1379EED-3C98-42D2-A910-6769726A126F}"/>
              </a:ext>
            </a:extLst>
          </p:cNvPr>
          <p:cNvCxnSpPr>
            <a:cxnSpLocks/>
            <a:endCxn id="82" idx="1"/>
          </p:cNvCxnSpPr>
          <p:nvPr/>
        </p:nvCxnSpPr>
        <p:spPr>
          <a:xfrm rot="16200000" flipH="1">
            <a:off x="299141" y="1122806"/>
            <a:ext cx="332174" cy="214736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Rectangle: Rounded Corners 90">
            <a:hlinkClick r:id="rId7" action="ppaction://hlinksldjump"/>
            <a:extLst>
              <a:ext uri="{FF2B5EF4-FFF2-40B4-BE49-F238E27FC236}">
                <a16:creationId xmlns:a16="http://schemas.microsoft.com/office/drawing/2014/main" id="{8F9DD82E-513C-46E9-A4AF-B6DF47E2B675}"/>
              </a:ext>
            </a:extLst>
          </p:cNvPr>
          <p:cNvSpPr/>
          <p:nvPr/>
        </p:nvSpPr>
        <p:spPr>
          <a:xfrm>
            <a:off x="581616" y="1706104"/>
            <a:ext cx="1530486" cy="39824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Indications</a:t>
            </a:r>
          </a:p>
        </p:txBody>
      </p: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2118B2E1-D832-411B-820C-1CCD33011444}"/>
              </a:ext>
            </a:extLst>
          </p:cNvPr>
          <p:cNvCxnSpPr>
            <a:cxnSpLocks/>
            <a:endCxn id="91" idx="1"/>
          </p:cNvCxnSpPr>
          <p:nvPr/>
        </p:nvCxnSpPr>
        <p:spPr>
          <a:xfrm rot="16200000" flipH="1">
            <a:off x="197604" y="1521212"/>
            <a:ext cx="544268" cy="223756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CPAP">
            <a:extLst>
              <a:ext uri="{FF2B5EF4-FFF2-40B4-BE49-F238E27FC236}">
                <a16:creationId xmlns:a16="http://schemas.microsoft.com/office/drawing/2014/main" id="{2B876270-BAA4-443A-A85C-A80B2C579958}"/>
              </a:ext>
            </a:extLst>
          </p:cNvPr>
          <p:cNvSpPr txBox="1"/>
          <p:nvPr/>
        </p:nvSpPr>
        <p:spPr>
          <a:xfrm>
            <a:off x="3104878" y="1439413"/>
            <a:ext cx="1530486" cy="510778"/>
          </a:xfrm>
          <a:prstGeom prst="roundRect">
            <a:avLst/>
          </a:prstGeom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CPAP</a:t>
            </a:r>
          </a:p>
        </p:txBody>
      </p:sp>
      <p:sp>
        <p:nvSpPr>
          <p:cNvPr id="96" name="Bilevel">
            <a:extLst>
              <a:ext uri="{FF2B5EF4-FFF2-40B4-BE49-F238E27FC236}">
                <a16:creationId xmlns:a16="http://schemas.microsoft.com/office/drawing/2014/main" id="{55822337-9ACF-44F5-9224-EC52851A424C}"/>
              </a:ext>
            </a:extLst>
          </p:cNvPr>
          <p:cNvSpPr txBox="1"/>
          <p:nvPr/>
        </p:nvSpPr>
        <p:spPr>
          <a:xfrm>
            <a:off x="8691525" y="1462870"/>
            <a:ext cx="1560968" cy="510778"/>
          </a:xfrm>
          <a:prstGeom prst="roundRect">
            <a:avLst/>
          </a:prstGeom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BiPAP</a:t>
            </a:r>
          </a:p>
        </p:txBody>
      </p:sp>
      <p:pic>
        <p:nvPicPr>
          <p:cNvPr id="97" name="Graphic 96" descr="Cursor">
            <a:extLst>
              <a:ext uri="{FF2B5EF4-FFF2-40B4-BE49-F238E27FC236}">
                <a16:creationId xmlns:a16="http://schemas.microsoft.com/office/drawing/2014/main" id="{85699C2F-EB2A-42A9-93EB-906009229B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62050" y="1790697"/>
            <a:ext cx="346628" cy="365760"/>
          </a:xfrm>
          <a:prstGeom prst="rect">
            <a:avLst/>
          </a:prstGeom>
        </p:spPr>
      </p:pic>
      <p:pic>
        <p:nvPicPr>
          <p:cNvPr id="98" name="Graphic 97" descr="Cursor">
            <a:extLst>
              <a:ext uri="{FF2B5EF4-FFF2-40B4-BE49-F238E27FC236}">
                <a16:creationId xmlns:a16="http://schemas.microsoft.com/office/drawing/2014/main" id="{E79782C2-84D6-4D67-8A5D-F84550E59C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9179" y="1810925"/>
            <a:ext cx="346628" cy="3657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0D2E42-2B18-4A2F-ABF2-ACB4E6A1FED8}"/>
              </a:ext>
            </a:extLst>
          </p:cNvPr>
          <p:cNvSpPr txBox="1"/>
          <p:nvPr/>
        </p:nvSpPr>
        <p:spPr>
          <a:xfrm>
            <a:off x="2035633" y="2355885"/>
            <a:ext cx="3992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Acute cardiogenic pulmonary edema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1371572-610E-4B88-AF28-FC497D51E758}"/>
              </a:ext>
            </a:extLst>
          </p:cNvPr>
          <p:cNvSpPr txBox="1"/>
          <p:nvPr/>
        </p:nvSpPr>
        <p:spPr>
          <a:xfrm>
            <a:off x="1867802" y="3338263"/>
            <a:ext cx="39929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Immunocompromised patients</a:t>
            </a:r>
          </a:p>
          <a:p>
            <a:pPr algn="ctr"/>
            <a:r>
              <a:rPr lang="en-US" sz="2000" dirty="0"/>
              <a:t>Post-operative respiratory failure</a:t>
            </a:r>
          </a:p>
          <a:p>
            <a:pPr algn="ctr"/>
            <a:r>
              <a:rPr lang="en-US" sz="2000" dirty="0"/>
              <a:t>Post-</a:t>
            </a:r>
            <a:r>
              <a:rPr lang="en-US" sz="2000" dirty="0" err="1"/>
              <a:t>extubation</a:t>
            </a:r>
            <a:r>
              <a:rPr lang="en-US" sz="2000" dirty="0"/>
              <a:t> respiratory failure</a:t>
            </a:r>
          </a:p>
          <a:p>
            <a:pPr algn="ctr"/>
            <a:r>
              <a:rPr lang="en-US" sz="2000" dirty="0"/>
              <a:t>Palliative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56BCBAB-AB26-4CBB-9C28-471D43D7D459}"/>
              </a:ext>
            </a:extLst>
          </p:cNvPr>
          <p:cNvSpPr txBox="1"/>
          <p:nvPr/>
        </p:nvSpPr>
        <p:spPr>
          <a:xfrm>
            <a:off x="7515023" y="2673467"/>
            <a:ext cx="3932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COPD exacerbation with hypercapnic respiratory failure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BBEC92C-E49E-469D-822E-FF42442C2073}"/>
              </a:ext>
            </a:extLst>
          </p:cNvPr>
          <p:cNvSpPr txBox="1"/>
          <p:nvPr/>
        </p:nvSpPr>
        <p:spPr>
          <a:xfrm>
            <a:off x="7993693" y="5136652"/>
            <a:ext cx="3031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Neuromuscular disease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2C73F-C284-4EAE-BBD4-8D2E610DA726}"/>
              </a:ext>
            </a:extLst>
          </p:cNvPr>
          <p:cNvSpPr txBox="1"/>
          <p:nvPr/>
        </p:nvSpPr>
        <p:spPr>
          <a:xfrm>
            <a:off x="54392" y="3249223"/>
            <a:ext cx="17337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ACUTE</a:t>
            </a:r>
          </a:p>
          <a:p>
            <a:pPr algn="ctr"/>
            <a:r>
              <a:rPr lang="en-US" sz="2000" dirty="0"/>
              <a:t>RESPIRATORY FAILURE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F84BDDF-8499-4FFC-BC07-AE5697D49F4D}"/>
              </a:ext>
            </a:extLst>
          </p:cNvPr>
          <p:cNvSpPr txBox="1"/>
          <p:nvPr/>
        </p:nvSpPr>
        <p:spPr>
          <a:xfrm>
            <a:off x="2857103" y="4803689"/>
            <a:ext cx="1951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OSA/ OHS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7FC4169-C315-4E41-BF03-F76FBDC8B879}"/>
              </a:ext>
            </a:extLst>
          </p:cNvPr>
          <p:cNvGrpSpPr/>
          <p:nvPr/>
        </p:nvGrpSpPr>
        <p:grpSpPr>
          <a:xfrm>
            <a:off x="5082098" y="2586551"/>
            <a:ext cx="4530188" cy="2440104"/>
            <a:chOff x="5060129" y="3042590"/>
            <a:chExt cx="3631396" cy="2440104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B46A8DF-18BE-4DC8-894E-FB6FBB1489EE}"/>
                </a:ext>
              </a:extLst>
            </p:cNvPr>
            <p:cNvCxnSpPr>
              <a:cxnSpLocks/>
            </p:cNvCxnSpPr>
            <p:nvPr/>
          </p:nvCxnSpPr>
          <p:spPr>
            <a:xfrm>
              <a:off x="5948995" y="3042590"/>
              <a:ext cx="266018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9C912E40-F674-432F-AF7A-9088D82EB8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8179" y="3982912"/>
              <a:ext cx="2983346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4E95B488-A8AF-4506-BA5B-3BD536C243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8179" y="4282213"/>
              <a:ext cx="2983346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8BA952D1-E932-490A-959D-AB3B232E45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8179" y="4609946"/>
              <a:ext cx="2983346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9E9070FC-70B2-4CFC-B186-3053FC852C7B}"/>
                </a:ext>
              </a:extLst>
            </p:cNvPr>
            <p:cNvCxnSpPr>
              <a:cxnSpLocks/>
            </p:cNvCxnSpPr>
            <p:nvPr/>
          </p:nvCxnSpPr>
          <p:spPr>
            <a:xfrm>
              <a:off x="5060129" y="5482694"/>
              <a:ext cx="361965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CD36000-B621-431C-89CA-B1CFED2C3B40}"/>
              </a:ext>
            </a:extLst>
          </p:cNvPr>
          <p:cNvCxnSpPr>
            <a:cxnSpLocks/>
          </p:cNvCxnSpPr>
          <p:nvPr/>
        </p:nvCxnSpPr>
        <p:spPr>
          <a:xfrm flipV="1">
            <a:off x="5890545" y="4440756"/>
            <a:ext cx="3721742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459A678-36E3-47EB-A558-ACF25E91A332}"/>
              </a:ext>
            </a:extLst>
          </p:cNvPr>
          <p:cNvSpPr txBox="1"/>
          <p:nvPr/>
        </p:nvSpPr>
        <p:spPr>
          <a:xfrm>
            <a:off x="18925" y="4996793"/>
            <a:ext cx="1769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CHRONIC</a:t>
            </a:r>
          </a:p>
        </p:txBody>
      </p:sp>
      <p:sp>
        <p:nvSpPr>
          <p:cNvPr id="35" name="Contraindications">
            <a:extLst>
              <a:ext uri="{FF2B5EF4-FFF2-40B4-BE49-F238E27FC236}">
                <a16:creationId xmlns:a16="http://schemas.microsoft.com/office/drawing/2014/main" id="{8949401A-CC29-4B86-AAB3-87017035818E}"/>
              </a:ext>
            </a:extLst>
          </p:cNvPr>
          <p:cNvSpPr txBox="1"/>
          <p:nvPr/>
        </p:nvSpPr>
        <p:spPr>
          <a:xfrm>
            <a:off x="182227" y="5881559"/>
            <a:ext cx="1478083" cy="783193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Contra-indications</a:t>
            </a:r>
          </a:p>
        </p:txBody>
      </p:sp>
      <p:pic>
        <p:nvPicPr>
          <p:cNvPr id="38" name="Graphic 37" descr="Cursor">
            <a:extLst>
              <a:ext uri="{FF2B5EF4-FFF2-40B4-BE49-F238E27FC236}">
                <a16:creationId xmlns:a16="http://schemas.microsoft.com/office/drawing/2014/main" id="{866937E0-27C3-4FED-8605-D78BEE9D97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6693" y="6450762"/>
            <a:ext cx="346628" cy="36576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12711F7-4F97-459B-B31B-5A7771A227F0}"/>
              </a:ext>
            </a:extLst>
          </p:cNvPr>
          <p:cNvGrpSpPr/>
          <p:nvPr/>
        </p:nvGrpSpPr>
        <p:grpSpPr>
          <a:xfrm>
            <a:off x="1778786" y="5660858"/>
            <a:ext cx="9554094" cy="1181903"/>
            <a:chOff x="1778786" y="5660858"/>
            <a:chExt cx="9554094" cy="1181903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C6D33FE-EDC3-4D38-8FEA-DCBBD6F92FCE}"/>
                </a:ext>
              </a:extLst>
            </p:cNvPr>
            <p:cNvSpPr/>
            <p:nvPr/>
          </p:nvSpPr>
          <p:spPr>
            <a:xfrm>
              <a:off x="1778786" y="5660858"/>
              <a:ext cx="9554094" cy="1181903"/>
            </a:xfrm>
            <a:prstGeom prst="rect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2E2B814-C910-425F-98B2-50D7345DC87B}"/>
                </a:ext>
              </a:extLst>
            </p:cNvPr>
            <p:cNvSpPr txBox="1"/>
            <p:nvPr/>
          </p:nvSpPr>
          <p:spPr>
            <a:xfrm>
              <a:off x="1788145" y="5836064"/>
              <a:ext cx="45805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Inability to wear a mask (facial trauma)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339E0F8-0CEA-4CF3-9B7F-44740F93B40C}"/>
                </a:ext>
              </a:extLst>
            </p:cNvPr>
            <p:cNvSpPr txBox="1"/>
            <p:nvPr/>
          </p:nvSpPr>
          <p:spPr>
            <a:xfrm>
              <a:off x="1945970" y="6320451"/>
              <a:ext cx="45805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Inability to pull off a mask (AMS, paralysis)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54396D3-7A77-4390-AF9A-05A13E53A26F}"/>
                </a:ext>
              </a:extLst>
            </p:cNvPr>
            <p:cNvSpPr txBox="1"/>
            <p:nvPr/>
          </p:nvSpPr>
          <p:spPr>
            <a:xfrm>
              <a:off x="6555833" y="5836064"/>
              <a:ext cx="46721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Active nausea/vomiting, copious secretions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3AFDE6B-425D-4C74-8294-D4C429FF7DD4}"/>
                </a:ext>
              </a:extLst>
            </p:cNvPr>
            <p:cNvSpPr txBox="1"/>
            <p:nvPr/>
          </p:nvSpPr>
          <p:spPr>
            <a:xfrm>
              <a:off x="6526492" y="6320249"/>
              <a:ext cx="46721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Recent esophageal or tracheal surgery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4596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</p:childTnLst>
        </p:cTn>
      </p:par>
    </p:tnLst>
    <p:bldLst>
      <p:bldP spid="3" grpId="0"/>
      <p:bldP spid="101" grpId="0"/>
      <p:bldP spid="102" grpId="0"/>
      <p:bldP spid="103" grpId="0"/>
      <p:bldP spid="1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hlinkClick r:id="rId2" action="ppaction://hlinksldjump"/>
            <a:extLst>
              <a:ext uri="{FF2B5EF4-FFF2-40B4-BE49-F238E27FC236}">
                <a16:creationId xmlns:a16="http://schemas.microsoft.com/office/drawing/2014/main" id="{9D037336-20C0-4599-85CE-0D0D0E29452E}"/>
              </a:ext>
            </a:extLst>
          </p:cNvPr>
          <p:cNvSpPr/>
          <p:nvPr/>
        </p:nvSpPr>
        <p:spPr>
          <a:xfrm>
            <a:off x="186814" y="131786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The Basics</a:t>
            </a:r>
          </a:p>
        </p:txBody>
      </p:sp>
      <p:sp>
        <p:nvSpPr>
          <p:cNvPr id="5" name="Rectangle: Rounded Corners 4">
            <a:hlinkClick r:id="rId3" action="ppaction://hlinksldjump"/>
            <a:extLst>
              <a:ext uri="{FF2B5EF4-FFF2-40B4-BE49-F238E27FC236}">
                <a16:creationId xmlns:a16="http://schemas.microsoft.com/office/drawing/2014/main" id="{33D303EC-14E9-4B45-974D-6BD038C686AB}"/>
              </a:ext>
            </a:extLst>
          </p:cNvPr>
          <p:cNvSpPr/>
          <p:nvPr/>
        </p:nvSpPr>
        <p:spPr>
          <a:xfrm>
            <a:off x="186814" y="657094"/>
            <a:ext cx="1391425" cy="398240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</a:t>
            </a:r>
            <a:r>
              <a:rPr lang="en-US" b="1" baseline="-25000" dirty="0">
                <a:solidFill>
                  <a:schemeClr val="tx1"/>
                </a:solidFill>
              </a:rPr>
              <a:t>2</a:t>
            </a:r>
            <a:r>
              <a:rPr lang="en-US" b="1" dirty="0">
                <a:solidFill>
                  <a:schemeClr val="tx1"/>
                </a:solidFill>
              </a:rPr>
              <a:t> Devices</a:t>
            </a:r>
          </a:p>
        </p:txBody>
      </p:sp>
      <p:pic>
        <p:nvPicPr>
          <p:cNvPr id="6" name="Graphic 5" descr="Cursor">
            <a:extLst>
              <a:ext uri="{FF2B5EF4-FFF2-40B4-BE49-F238E27FC236}">
                <a16:creationId xmlns:a16="http://schemas.microsoft.com/office/drawing/2014/main" id="{197040B8-DEFA-44C4-90C9-C8197FA1CB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4925" y="355289"/>
            <a:ext cx="346628" cy="365760"/>
          </a:xfrm>
          <a:prstGeom prst="rect">
            <a:avLst/>
          </a:prstGeom>
        </p:spPr>
      </p:pic>
      <p:pic>
        <p:nvPicPr>
          <p:cNvPr id="7" name="Graphic 6" descr="Cursor">
            <a:extLst>
              <a:ext uri="{FF2B5EF4-FFF2-40B4-BE49-F238E27FC236}">
                <a16:creationId xmlns:a16="http://schemas.microsoft.com/office/drawing/2014/main" id="{8EF0353F-FD29-4F13-9A01-EEF8D27EF8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4925" y="862142"/>
            <a:ext cx="346628" cy="365760"/>
          </a:xfrm>
          <a:prstGeom prst="rect">
            <a:avLst/>
          </a:prstGeom>
        </p:spPr>
      </p:pic>
      <p:sp>
        <p:nvSpPr>
          <p:cNvPr id="8" name="Rectangle: Rounded Corners 7">
            <a:hlinkClick r:id="rId6" action="ppaction://hlinksldjump"/>
            <a:extLst>
              <a:ext uri="{FF2B5EF4-FFF2-40B4-BE49-F238E27FC236}">
                <a16:creationId xmlns:a16="http://schemas.microsoft.com/office/drawing/2014/main" id="{A8FD0E14-F683-4A7D-AAA3-E1AA7C7BADD9}"/>
              </a:ext>
            </a:extLst>
          </p:cNvPr>
          <p:cNvSpPr/>
          <p:nvPr/>
        </p:nvSpPr>
        <p:spPr>
          <a:xfrm>
            <a:off x="186814" y="1182402"/>
            <a:ext cx="1391425" cy="398240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Cases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E7CD752-84F6-403D-AEAB-E65218954CAB}"/>
              </a:ext>
            </a:extLst>
          </p:cNvPr>
          <p:cNvCxnSpPr>
            <a:cxnSpLocks/>
          </p:cNvCxnSpPr>
          <p:nvPr/>
        </p:nvCxnSpPr>
        <p:spPr>
          <a:xfrm>
            <a:off x="4871735" y="131786"/>
            <a:ext cx="0" cy="6512496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BAC401-ECCA-4D2E-AF89-0757C32894D4}"/>
              </a:ext>
            </a:extLst>
          </p:cNvPr>
          <p:cNvCxnSpPr>
            <a:cxnSpLocks/>
          </p:cNvCxnSpPr>
          <p:nvPr/>
        </p:nvCxnSpPr>
        <p:spPr>
          <a:xfrm>
            <a:off x="8840525" y="139833"/>
            <a:ext cx="0" cy="6551547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se 1">
            <a:extLst>
              <a:ext uri="{FF2B5EF4-FFF2-40B4-BE49-F238E27FC236}">
                <a16:creationId xmlns:a16="http://schemas.microsoft.com/office/drawing/2014/main" id="{B24326E0-C344-4831-B08E-75A6CF78CAA7}"/>
              </a:ext>
            </a:extLst>
          </p:cNvPr>
          <p:cNvSpPr/>
          <p:nvPr/>
        </p:nvSpPr>
        <p:spPr>
          <a:xfrm>
            <a:off x="2198865" y="180632"/>
            <a:ext cx="2065384" cy="412786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Case 1</a:t>
            </a:r>
          </a:p>
        </p:txBody>
      </p:sp>
      <p:sp>
        <p:nvSpPr>
          <p:cNvPr id="13" name="Case 1 text">
            <a:extLst>
              <a:ext uri="{FF2B5EF4-FFF2-40B4-BE49-F238E27FC236}">
                <a16:creationId xmlns:a16="http://schemas.microsoft.com/office/drawing/2014/main" id="{C81DB273-EBD8-490E-8D81-F5E906E6F4AF}"/>
              </a:ext>
            </a:extLst>
          </p:cNvPr>
          <p:cNvSpPr txBox="1"/>
          <p:nvPr/>
        </p:nvSpPr>
        <p:spPr>
          <a:xfrm>
            <a:off x="1764595" y="713187"/>
            <a:ext cx="3024781" cy="11695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5563" indent="-55563"/>
            <a:r>
              <a:rPr lang="en-US" sz="1400" dirty="0">
                <a:ea typeface="+mn-lt"/>
                <a:cs typeface="+mn-lt"/>
              </a:rPr>
              <a:t>64 </a:t>
            </a:r>
            <a:r>
              <a:rPr lang="en-US" sz="1400" dirty="0" err="1">
                <a:ea typeface="+mn-lt"/>
                <a:cs typeface="+mn-lt"/>
              </a:rPr>
              <a:t>yo</a:t>
            </a:r>
            <a:r>
              <a:rPr lang="en-US" sz="1400" dirty="0">
                <a:ea typeface="+mn-lt"/>
                <a:cs typeface="+mn-lt"/>
              </a:rPr>
              <a:t> with R sided renal cell carcinoma present for a R nephrectomy. On POD5, they develop acute onset SOB. </a:t>
            </a:r>
          </a:p>
          <a:p>
            <a:pPr marL="55563" indent="-55563"/>
            <a:r>
              <a:rPr lang="en-US" sz="1400" dirty="0">
                <a:ea typeface="+mn-lt"/>
                <a:cs typeface="+mn-lt"/>
              </a:rPr>
              <a:t>VS: T 37.1C, HR 140, BP 90/60, RR 28, SaO</a:t>
            </a:r>
            <a:r>
              <a:rPr lang="en-US" sz="1400" baseline="-25000" dirty="0">
                <a:ea typeface="+mn-lt"/>
                <a:cs typeface="+mn-lt"/>
              </a:rPr>
              <a:t>2</a:t>
            </a:r>
            <a:r>
              <a:rPr lang="en-US" sz="1400" dirty="0">
                <a:ea typeface="+mn-lt"/>
                <a:cs typeface="+mn-lt"/>
              </a:rPr>
              <a:t> 82% on RA. </a:t>
            </a:r>
          </a:p>
        </p:txBody>
      </p:sp>
      <p:sp>
        <p:nvSpPr>
          <p:cNvPr id="14" name="Case 1 - Q1">
            <a:extLst>
              <a:ext uri="{FF2B5EF4-FFF2-40B4-BE49-F238E27FC236}">
                <a16:creationId xmlns:a16="http://schemas.microsoft.com/office/drawing/2014/main" id="{2D1DC30E-9CF3-4A68-9C25-0F058E5D5399}"/>
              </a:ext>
            </a:extLst>
          </p:cNvPr>
          <p:cNvSpPr/>
          <p:nvPr/>
        </p:nvSpPr>
        <p:spPr>
          <a:xfrm>
            <a:off x="1306457" y="1954236"/>
            <a:ext cx="3453166" cy="51034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How would you improve their SaO</a:t>
            </a:r>
            <a:r>
              <a:rPr lang="en-US" sz="1600" baseline="-25000" dirty="0"/>
              <a:t>2</a:t>
            </a:r>
            <a:r>
              <a:rPr lang="en-US" sz="1600" dirty="0"/>
              <a:t>?</a:t>
            </a:r>
          </a:p>
        </p:txBody>
      </p:sp>
      <p:sp>
        <p:nvSpPr>
          <p:cNvPr id="15" name="Case 1 - ECG button">
            <a:extLst>
              <a:ext uri="{FF2B5EF4-FFF2-40B4-BE49-F238E27FC236}">
                <a16:creationId xmlns:a16="http://schemas.microsoft.com/office/drawing/2014/main" id="{D71ACAFD-244F-4BF1-9DC3-85792D891380}"/>
              </a:ext>
            </a:extLst>
          </p:cNvPr>
          <p:cNvSpPr/>
          <p:nvPr/>
        </p:nvSpPr>
        <p:spPr>
          <a:xfrm>
            <a:off x="1314537" y="3029611"/>
            <a:ext cx="3428985" cy="606221"/>
          </a:xfrm>
          <a:prstGeom prst="roundRect">
            <a:avLst>
              <a:gd name="adj" fmla="val 10321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How would you improve their  SaO</a:t>
            </a:r>
            <a:r>
              <a:rPr lang="en-US" sz="1600" baseline="-25000" dirty="0"/>
              <a:t>2</a:t>
            </a:r>
            <a:r>
              <a:rPr lang="en-US" sz="1600" dirty="0"/>
              <a:t>?</a:t>
            </a:r>
          </a:p>
        </p:txBody>
      </p:sp>
      <p:sp>
        <p:nvSpPr>
          <p:cNvPr id="16" name="Case 1 - Q3">
            <a:extLst>
              <a:ext uri="{FF2B5EF4-FFF2-40B4-BE49-F238E27FC236}">
                <a16:creationId xmlns:a16="http://schemas.microsoft.com/office/drawing/2014/main" id="{CCEEA159-6FE0-4D42-A8B4-E5E7DACC92A0}"/>
              </a:ext>
            </a:extLst>
          </p:cNvPr>
          <p:cNvSpPr/>
          <p:nvPr/>
        </p:nvSpPr>
        <p:spPr>
          <a:xfrm>
            <a:off x="1300434" y="4639329"/>
            <a:ext cx="3415750" cy="1894265"/>
          </a:xfrm>
          <a:prstGeom prst="roundRect">
            <a:avLst>
              <a:gd name="adj" fmla="val 11047"/>
            </a:avLst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What is your next step in management?</a:t>
            </a:r>
          </a:p>
        </p:txBody>
      </p:sp>
      <p:sp>
        <p:nvSpPr>
          <p:cNvPr id="18" name="Case 1 - Q1 answer">
            <a:extLst>
              <a:ext uri="{FF2B5EF4-FFF2-40B4-BE49-F238E27FC236}">
                <a16:creationId xmlns:a16="http://schemas.microsoft.com/office/drawing/2014/main" id="{FCC9AE54-8DB4-4D82-991B-950FBAC30C8B}"/>
              </a:ext>
            </a:extLst>
          </p:cNvPr>
          <p:cNvSpPr/>
          <p:nvPr/>
        </p:nvSpPr>
        <p:spPr>
          <a:xfrm>
            <a:off x="1298447" y="1941887"/>
            <a:ext cx="3453167" cy="521696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Trial of nasal cannula can be used for mild-moderate hypoxemia</a:t>
            </a:r>
          </a:p>
        </p:txBody>
      </p:sp>
      <p:sp>
        <p:nvSpPr>
          <p:cNvPr id="19" name="Case 1 - Q2 answer">
            <a:extLst>
              <a:ext uri="{FF2B5EF4-FFF2-40B4-BE49-F238E27FC236}">
                <a16:creationId xmlns:a16="http://schemas.microsoft.com/office/drawing/2014/main" id="{C2815767-D0A9-4984-A25B-70E88C699B1E}"/>
              </a:ext>
            </a:extLst>
          </p:cNvPr>
          <p:cNvSpPr/>
          <p:nvPr/>
        </p:nvSpPr>
        <p:spPr>
          <a:xfrm>
            <a:off x="1315166" y="3025888"/>
            <a:ext cx="3422914" cy="601898"/>
          </a:xfrm>
          <a:prstGeom prst="roundRect">
            <a:avLst>
              <a:gd name="adj" fmla="val 1150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They can be escalated to an </a:t>
            </a:r>
            <a:r>
              <a:rPr lang="en-US" sz="1400" dirty="0" err="1"/>
              <a:t>oxymizer</a:t>
            </a:r>
            <a:r>
              <a:rPr lang="en-US" sz="1400" dirty="0"/>
              <a:t>, Venturi mask or HFNC</a:t>
            </a:r>
          </a:p>
        </p:txBody>
      </p:sp>
      <p:sp>
        <p:nvSpPr>
          <p:cNvPr id="20" name="Case 1 - answer 3">
            <a:extLst>
              <a:ext uri="{FF2B5EF4-FFF2-40B4-BE49-F238E27FC236}">
                <a16:creationId xmlns:a16="http://schemas.microsoft.com/office/drawing/2014/main" id="{7D547A98-F546-4FE4-BA79-8B51DA4F0B21}"/>
              </a:ext>
            </a:extLst>
          </p:cNvPr>
          <p:cNvSpPr/>
          <p:nvPr/>
        </p:nvSpPr>
        <p:spPr>
          <a:xfrm>
            <a:off x="1289351" y="4635001"/>
            <a:ext cx="3437065" cy="1902919"/>
          </a:xfrm>
          <a:prstGeom prst="roundRect">
            <a:avLst>
              <a:gd name="adj" fmla="val 1051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Intubation and mechanical ventilation. </a:t>
            </a:r>
            <a:r>
              <a:rPr lang="en-US" sz="1400" dirty="0"/>
              <a:t>There is hypoxemic and </a:t>
            </a:r>
            <a:r>
              <a:rPr lang="en-US" sz="1400" dirty="0" err="1"/>
              <a:t>hypercarbic</a:t>
            </a:r>
            <a:r>
              <a:rPr lang="en-US" sz="1400" dirty="0"/>
              <a:t> respiratory failure despite max FiO</a:t>
            </a:r>
            <a:r>
              <a:rPr lang="en-US" sz="1400" baseline="-25000" dirty="0"/>
              <a:t>2</a:t>
            </a:r>
            <a:r>
              <a:rPr lang="en-US" sz="1400" dirty="0"/>
              <a:t>. PEEP is needed to ↑ PaO</a:t>
            </a:r>
            <a:r>
              <a:rPr lang="en-US" sz="1400" baseline="-25000" dirty="0"/>
              <a:t>2</a:t>
            </a:r>
            <a:r>
              <a:rPr lang="en-US" sz="1400" dirty="0"/>
              <a:t>. BiPAP is contraindicated with AMS. Other contraindications to NIPPV: facial trauma, copious secretions, nausea/vomiting, hemodynamic instability.</a:t>
            </a:r>
          </a:p>
        </p:txBody>
      </p:sp>
      <p:sp>
        <p:nvSpPr>
          <p:cNvPr id="22" name="Case 2">
            <a:extLst>
              <a:ext uri="{FF2B5EF4-FFF2-40B4-BE49-F238E27FC236}">
                <a16:creationId xmlns:a16="http://schemas.microsoft.com/office/drawing/2014/main" id="{B85ABD29-F5A3-41DF-83C6-5847C78FAB8B}"/>
              </a:ext>
            </a:extLst>
          </p:cNvPr>
          <p:cNvSpPr/>
          <p:nvPr/>
        </p:nvSpPr>
        <p:spPr>
          <a:xfrm>
            <a:off x="5900591" y="139833"/>
            <a:ext cx="1954293" cy="412786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2</a:t>
            </a:r>
          </a:p>
        </p:txBody>
      </p:sp>
      <p:sp>
        <p:nvSpPr>
          <p:cNvPr id="23" name="Case 1 text">
            <a:extLst>
              <a:ext uri="{FF2B5EF4-FFF2-40B4-BE49-F238E27FC236}">
                <a16:creationId xmlns:a16="http://schemas.microsoft.com/office/drawing/2014/main" id="{6D329B60-A198-4582-8E02-4BCE0D0AB27C}"/>
              </a:ext>
            </a:extLst>
          </p:cNvPr>
          <p:cNvSpPr txBox="1"/>
          <p:nvPr/>
        </p:nvSpPr>
        <p:spPr>
          <a:xfrm>
            <a:off x="4953637" y="711322"/>
            <a:ext cx="3830752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5563" indent="-55563">
              <a:spcBef>
                <a:spcPts val="0"/>
              </a:spcBef>
              <a:buNone/>
            </a:pPr>
            <a:r>
              <a:rPr lang="en-US" sz="1400" dirty="0"/>
              <a:t>74 </a:t>
            </a:r>
            <a:r>
              <a:rPr lang="en-US" sz="1400" dirty="0" err="1"/>
              <a:t>yo</a:t>
            </a:r>
            <a:r>
              <a:rPr lang="en-US" sz="1400" dirty="0"/>
              <a:t> with a history of COPD presents with a COPD exacerbation. </a:t>
            </a:r>
          </a:p>
          <a:p>
            <a:pPr marL="55563" indent="-55563"/>
            <a:r>
              <a:rPr lang="en-US" sz="1400" dirty="0">
                <a:ea typeface="+mn-lt"/>
                <a:cs typeface="+mn-lt"/>
              </a:rPr>
              <a:t>VS: T 37.1C, HR 120, BP 160/60, RR 32, SaO</a:t>
            </a:r>
            <a:r>
              <a:rPr lang="en-US" sz="1400" baseline="-25000" dirty="0">
                <a:ea typeface="+mn-lt"/>
                <a:cs typeface="+mn-lt"/>
              </a:rPr>
              <a:t>2</a:t>
            </a:r>
            <a:r>
              <a:rPr lang="en-US" sz="1400" dirty="0">
                <a:ea typeface="+mn-lt"/>
                <a:cs typeface="+mn-lt"/>
              </a:rPr>
              <a:t> 82% on RA. </a:t>
            </a:r>
          </a:p>
          <a:p>
            <a:pPr marL="55563" indent="-55563"/>
            <a:r>
              <a:rPr lang="en-US" sz="1400" dirty="0">
                <a:ea typeface="+mn-lt"/>
                <a:cs typeface="+mn-lt"/>
              </a:rPr>
              <a:t>PE: Sleepy but easily arouses. Diffuse wheezing. </a:t>
            </a:r>
          </a:p>
          <a:p>
            <a:pPr marL="55563" indent="-55563"/>
            <a:r>
              <a:rPr lang="en-US" sz="1400" dirty="0">
                <a:ea typeface="+mn-lt"/>
                <a:cs typeface="+mn-lt"/>
              </a:rPr>
              <a:t>CXR is clear. ABG shows 7.21/72/45/28.</a:t>
            </a:r>
          </a:p>
        </p:txBody>
      </p:sp>
      <p:sp>
        <p:nvSpPr>
          <p:cNvPr id="24" name="Case 3 button">
            <a:extLst>
              <a:ext uri="{FF2B5EF4-FFF2-40B4-BE49-F238E27FC236}">
                <a16:creationId xmlns:a16="http://schemas.microsoft.com/office/drawing/2014/main" id="{66DEF810-83FD-4CDA-A72E-E115F7D8EB24}"/>
              </a:ext>
            </a:extLst>
          </p:cNvPr>
          <p:cNvSpPr/>
          <p:nvPr/>
        </p:nvSpPr>
        <p:spPr>
          <a:xfrm>
            <a:off x="9554182" y="131786"/>
            <a:ext cx="1859591" cy="412786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3</a:t>
            </a:r>
          </a:p>
        </p:txBody>
      </p:sp>
      <p:sp>
        <p:nvSpPr>
          <p:cNvPr id="25" name="Case 1 text">
            <a:extLst>
              <a:ext uri="{FF2B5EF4-FFF2-40B4-BE49-F238E27FC236}">
                <a16:creationId xmlns:a16="http://schemas.microsoft.com/office/drawing/2014/main" id="{4CEF5C4C-3EE3-405F-89D9-82F666397216}"/>
              </a:ext>
            </a:extLst>
          </p:cNvPr>
          <p:cNvSpPr txBox="1"/>
          <p:nvPr/>
        </p:nvSpPr>
        <p:spPr>
          <a:xfrm>
            <a:off x="8896662" y="705605"/>
            <a:ext cx="3150363" cy="11695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5563" indent="-55563"/>
            <a:r>
              <a:rPr lang="en-US" sz="1400" dirty="0">
                <a:ea typeface="+mn-lt"/>
                <a:cs typeface="+mn-lt"/>
              </a:rPr>
              <a:t>56 </a:t>
            </a:r>
            <a:r>
              <a:rPr lang="en-US" sz="1400" dirty="0" err="1">
                <a:ea typeface="+mn-lt"/>
                <a:cs typeface="+mn-lt"/>
              </a:rPr>
              <a:t>yo</a:t>
            </a:r>
            <a:r>
              <a:rPr lang="en-US" sz="1400" dirty="0">
                <a:ea typeface="+mn-lt"/>
                <a:cs typeface="+mn-lt"/>
              </a:rPr>
              <a:t> with </a:t>
            </a:r>
            <a:r>
              <a:rPr lang="en-US" sz="1400" dirty="0" err="1">
                <a:ea typeface="+mn-lt"/>
                <a:cs typeface="+mn-lt"/>
              </a:rPr>
              <a:t>HFrEF</a:t>
            </a:r>
            <a:r>
              <a:rPr lang="en-US" sz="1400" dirty="0">
                <a:ea typeface="+mn-lt"/>
                <a:cs typeface="+mn-lt"/>
              </a:rPr>
              <a:t> is admitted with a </a:t>
            </a:r>
            <a:r>
              <a:rPr lang="en-US" sz="1400" dirty="0" err="1">
                <a:ea typeface="+mn-lt"/>
                <a:cs typeface="+mn-lt"/>
              </a:rPr>
              <a:t>HFrEF</a:t>
            </a:r>
            <a:r>
              <a:rPr lang="en-US" sz="1400" dirty="0">
                <a:ea typeface="+mn-lt"/>
                <a:cs typeface="+mn-lt"/>
              </a:rPr>
              <a:t> exacerbation. CXR shows diffuse bilateral alveolar infiltrates. </a:t>
            </a:r>
          </a:p>
          <a:p>
            <a:pPr marL="55563" indent="-55563"/>
            <a:r>
              <a:rPr lang="en-US" sz="1400" dirty="0">
                <a:ea typeface="+mn-lt"/>
                <a:cs typeface="+mn-lt"/>
              </a:rPr>
              <a:t>VS: T 36.5C, HR 110, BP 160/80, RR 32, SaO2 75% on RA. </a:t>
            </a:r>
          </a:p>
        </p:txBody>
      </p:sp>
      <p:pic>
        <p:nvPicPr>
          <p:cNvPr id="27" name="Graphic 26" descr="Cursor with solid fill">
            <a:extLst>
              <a:ext uri="{FF2B5EF4-FFF2-40B4-BE49-F238E27FC236}">
                <a16:creationId xmlns:a16="http://schemas.microsoft.com/office/drawing/2014/main" id="{C2DDB497-3560-41A6-8EE1-5B661191DF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61268" y="2332395"/>
            <a:ext cx="302506" cy="302506"/>
          </a:xfrm>
          <a:prstGeom prst="rect">
            <a:avLst/>
          </a:prstGeom>
        </p:spPr>
      </p:pic>
      <p:pic>
        <p:nvPicPr>
          <p:cNvPr id="28" name="Graphic 27" descr="Cursor with solid fill">
            <a:extLst>
              <a:ext uri="{FF2B5EF4-FFF2-40B4-BE49-F238E27FC236}">
                <a16:creationId xmlns:a16="http://schemas.microsoft.com/office/drawing/2014/main" id="{6E0EDE33-ACF9-40D1-8531-5CD6A60799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69977" y="3457141"/>
            <a:ext cx="302506" cy="302506"/>
          </a:xfrm>
          <a:prstGeom prst="rect">
            <a:avLst/>
          </a:prstGeom>
        </p:spPr>
      </p:pic>
      <p:pic>
        <p:nvPicPr>
          <p:cNvPr id="29" name="Graphic 28" descr="Cursor with solid fill">
            <a:extLst>
              <a:ext uri="{FF2B5EF4-FFF2-40B4-BE49-F238E27FC236}">
                <a16:creationId xmlns:a16="http://schemas.microsoft.com/office/drawing/2014/main" id="{0C972007-53A2-49E7-9AB9-7E0CCC2C8B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44163" y="6375389"/>
            <a:ext cx="302506" cy="302506"/>
          </a:xfrm>
          <a:prstGeom prst="rect">
            <a:avLst/>
          </a:prstGeom>
        </p:spPr>
      </p:pic>
      <p:pic>
        <p:nvPicPr>
          <p:cNvPr id="31" name="Graphic 30" descr="Cursor with solid fill">
            <a:extLst>
              <a:ext uri="{FF2B5EF4-FFF2-40B4-BE49-F238E27FC236}">
                <a16:creationId xmlns:a16="http://schemas.microsoft.com/office/drawing/2014/main" id="{B0A7019F-35DE-4E34-A4FA-1C582305AF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36135" y="442165"/>
            <a:ext cx="302506" cy="302506"/>
          </a:xfrm>
          <a:prstGeom prst="rect">
            <a:avLst/>
          </a:prstGeom>
        </p:spPr>
      </p:pic>
      <p:sp>
        <p:nvSpPr>
          <p:cNvPr id="32" name="Case 2 - question1">
            <a:extLst>
              <a:ext uri="{FF2B5EF4-FFF2-40B4-BE49-F238E27FC236}">
                <a16:creationId xmlns:a16="http://schemas.microsoft.com/office/drawing/2014/main" id="{69B48920-3F3C-4045-86EA-415324375212}"/>
              </a:ext>
            </a:extLst>
          </p:cNvPr>
          <p:cNvSpPr/>
          <p:nvPr/>
        </p:nvSpPr>
        <p:spPr>
          <a:xfrm>
            <a:off x="5011450" y="2121192"/>
            <a:ext cx="3677291" cy="616667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How would you improve their SaO</a:t>
            </a:r>
            <a:r>
              <a:rPr lang="en-US" sz="1600" baseline="-25000" dirty="0"/>
              <a:t>2</a:t>
            </a:r>
            <a:r>
              <a:rPr lang="en-US" sz="1600" dirty="0"/>
              <a:t>?</a:t>
            </a:r>
          </a:p>
        </p:txBody>
      </p:sp>
      <p:sp>
        <p:nvSpPr>
          <p:cNvPr id="33" name="Case 2 - question2">
            <a:extLst>
              <a:ext uri="{FF2B5EF4-FFF2-40B4-BE49-F238E27FC236}">
                <a16:creationId xmlns:a16="http://schemas.microsoft.com/office/drawing/2014/main" id="{A15597DA-69C8-44C0-831B-C2A4D4D1252D}"/>
              </a:ext>
            </a:extLst>
          </p:cNvPr>
          <p:cNvSpPr/>
          <p:nvPr/>
        </p:nvSpPr>
        <p:spPr>
          <a:xfrm>
            <a:off x="5020033" y="3321603"/>
            <a:ext cx="3660124" cy="730044"/>
          </a:xfrm>
          <a:prstGeom prst="roundRect">
            <a:avLst>
              <a:gd name="adj" fmla="val 10321"/>
            </a:avLst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How would you adjust their BiPAP settings?</a:t>
            </a:r>
          </a:p>
        </p:txBody>
      </p:sp>
      <p:sp>
        <p:nvSpPr>
          <p:cNvPr id="34" name="Case 2 - question3">
            <a:extLst>
              <a:ext uri="{FF2B5EF4-FFF2-40B4-BE49-F238E27FC236}">
                <a16:creationId xmlns:a16="http://schemas.microsoft.com/office/drawing/2014/main" id="{8D928D5D-DE47-44F4-B061-54DBC079BAD8}"/>
              </a:ext>
            </a:extLst>
          </p:cNvPr>
          <p:cNvSpPr/>
          <p:nvPr/>
        </p:nvSpPr>
        <p:spPr>
          <a:xfrm>
            <a:off x="5020033" y="4210702"/>
            <a:ext cx="3660124" cy="1032402"/>
          </a:xfrm>
          <a:prstGeom prst="roundRect">
            <a:avLst>
              <a:gd name="adj" fmla="val 13824"/>
            </a:avLst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What if the ABG showed 7.35/45/55/28?</a:t>
            </a:r>
          </a:p>
        </p:txBody>
      </p:sp>
      <p:sp>
        <p:nvSpPr>
          <p:cNvPr id="35" name="Case 2 - question4">
            <a:extLst>
              <a:ext uri="{FF2B5EF4-FFF2-40B4-BE49-F238E27FC236}">
                <a16:creationId xmlns:a16="http://schemas.microsoft.com/office/drawing/2014/main" id="{163BCBA6-56C7-40B3-AA81-3E0B2C8A28FF}"/>
              </a:ext>
            </a:extLst>
          </p:cNvPr>
          <p:cNvSpPr/>
          <p:nvPr/>
        </p:nvSpPr>
        <p:spPr>
          <a:xfrm>
            <a:off x="5025096" y="5382739"/>
            <a:ext cx="3649998" cy="111707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What if the ABG showed 7.30/60/55/28? </a:t>
            </a:r>
          </a:p>
        </p:txBody>
      </p:sp>
      <p:sp>
        <p:nvSpPr>
          <p:cNvPr id="36" name="Case 2 - answer1">
            <a:extLst>
              <a:ext uri="{FF2B5EF4-FFF2-40B4-BE49-F238E27FC236}">
                <a16:creationId xmlns:a16="http://schemas.microsoft.com/office/drawing/2014/main" id="{A7B4E0AA-C94F-4A86-B3CB-ADA7F7DC608B}"/>
              </a:ext>
            </a:extLst>
          </p:cNvPr>
          <p:cNvSpPr/>
          <p:nvPr/>
        </p:nvSpPr>
        <p:spPr>
          <a:xfrm>
            <a:off x="5011450" y="2122951"/>
            <a:ext cx="3677291" cy="61666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BiPAP</a:t>
            </a:r>
            <a:r>
              <a:rPr lang="en-US" sz="1400" dirty="0"/>
              <a:t> is needed for hypoxemic and </a:t>
            </a:r>
            <a:r>
              <a:rPr lang="en-US" sz="1400" dirty="0" err="1"/>
              <a:t>hypercarbic</a:t>
            </a:r>
            <a:r>
              <a:rPr lang="en-US" sz="1400" dirty="0"/>
              <a:t> respiratory failure. </a:t>
            </a:r>
          </a:p>
        </p:txBody>
      </p:sp>
      <p:sp>
        <p:nvSpPr>
          <p:cNvPr id="37" name="Case 2 - answer2">
            <a:extLst>
              <a:ext uri="{FF2B5EF4-FFF2-40B4-BE49-F238E27FC236}">
                <a16:creationId xmlns:a16="http://schemas.microsoft.com/office/drawing/2014/main" id="{AA515CD8-8E8D-456B-9D86-5AD44A8E6AED}"/>
              </a:ext>
            </a:extLst>
          </p:cNvPr>
          <p:cNvSpPr/>
          <p:nvPr/>
        </p:nvSpPr>
        <p:spPr>
          <a:xfrm>
            <a:off x="5006995" y="3312749"/>
            <a:ext cx="3686200" cy="738898"/>
          </a:xfrm>
          <a:prstGeom prst="roundRect">
            <a:avLst>
              <a:gd name="adj" fmla="val 1150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Increase the IPAP. </a:t>
            </a:r>
            <a:r>
              <a:rPr lang="en-US" sz="1400" dirty="0"/>
              <a:t>There is persistent </a:t>
            </a:r>
            <a:r>
              <a:rPr lang="en-US" sz="1400" dirty="0" err="1"/>
              <a:t>hypercarbic</a:t>
            </a:r>
            <a:r>
              <a:rPr lang="en-US" sz="1400" dirty="0"/>
              <a:t> respiratory failure. To improve ventilation, ↑ the </a:t>
            </a:r>
            <a:r>
              <a:rPr lang="el-GR" sz="1400" dirty="0"/>
              <a:t>Δ</a:t>
            </a:r>
            <a:r>
              <a:rPr lang="en-US" sz="1400" dirty="0"/>
              <a:t>PAP. </a:t>
            </a:r>
          </a:p>
        </p:txBody>
      </p:sp>
      <p:sp>
        <p:nvSpPr>
          <p:cNvPr id="38" name="Case 2 - answer 3">
            <a:extLst>
              <a:ext uri="{FF2B5EF4-FFF2-40B4-BE49-F238E27FC236}">
                <a16:creationId xmlns:a16="http://schemas.microsoft.com/office/drawing/2014/main" id="{24958C32-FC61-444A-B802-301A779713E0}"/>
              </a:ext>
            </a:extLst>
          </p:cNvPr>
          <p:cNvSpPr/>
          <p:nvPr/>
        </p:nvSpPr>
        <p:spPr>
          <a:xfrm>
            <a:off x="5008942" y="4210282"/>
            <a:ext cx="3682307" cy="1022904"/>
          </a:xfrm>
          <a:prstGeom prst="roundRect">
            <a:avLst>
              <a:gd name="adj" fmla="val 1217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There is persistent hypoxemia (PaO</a:t>
            </a:r>
            <a:r>
              <a:rPr lang="en-US" sz="1400" baseline="-25000" dirty="0"/>
              <a:t>2</a:t>
            </a:r>
            <a:r>
              <a:rPr lang="en-US" sz="1400" dirty="0"/>
              <a:t> 55) but respiratory acidosis/ hypercapnia is resolved (7.35/45). Hypoxemia can be addressed by ↑ FiO</a:t>
            </a:r>
            <a:r>
              <a:rPr lang="en-US" sz="1400" baseline="-25000" dirty="0"/>
              <a:t>2</a:t>
            </a:r>
            <a:r>
              <a:rPr lang="en-US" sz="1400" dirty="0"/>
              <a:t> or EPAP/IPAP proportionately (e.g., 12/7)</a:t>
            </a:r>
          </a:p>
        </p:txBody>
      </p:sp>
      <p:sp>
        <p:nvSpPr>
          <p:cNvPr id="39" name="Case 2 - answer4">
            <a:extLst>
              <a:ext uri="{FF2B5EF4-FFF2-40B4-BE49-F238E27FC236}">
                <a16:creationId xmlns:a16="http://schemas.microsoft.com/office/drawing/2014/main" id="{430BFA92-5AA9-420D-8735-E8E0E789439D}"/>
              </a:ext>
            </a:extLst>
          </p:cNvPr>
          <p:cNvSpPr/>
          <p:nvPr/>
        </p:nvSpPr>
        <p:spPr>
          <a:xfrm>
            <a:off x="5025464" y="5389964"/>
            <a:ext cx="3649262" cy="111707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There is persistent hypoxemia (PaO</a:t>
            </a:r>
            <a:r>
              <a:rPr lang="en-US" sz="1400" baseline="-25000" dirty="0"/>
              <a:t>2</a:t>
            </a:r>
            <a:r>
              <a:rPr lang="en-US" sz="1400" dirty="0"/>
              <a:t> 55) and hypercapnia (7.30/60). Options include:</a:t>
            </a:r>
          </a:p>
          <a:p>
            <a:pPr marL="119063" indent="-119063">
              <a:buFont typeface="Arial" panose="020B0604020202020204" pitchFamily="34" charset="0"/>
              <a:buChar char="•"/>
            </a:pPr>
            <a:r>
              <a:rPr lang="en-US" sz="1400" dirty="0"/>
              <a:t>↑ IPAP alone + ↑ FiO</a:t>
            </a:r>
            <a:r>
              <a:rPr lang="en-US" sz="1400" baseline="-25000" dirty="0"/>
              <a:t>2</a:t>
            </a:r>
            <a:r>
              <a:rPr lang="en-US" sz="1400" dirty="0"/>
              <a:t>. E.g. 12/5, 50% FiO</a:t>
            </a:r>
            <a:r>
              <a:rPr lang="en-US" sz="1400" baseline="-25000" dirty="0"/>
              <a:t>2</a:t>
            </a:r>
            <a:endParaRPr lang="en-US" sz="1400" dirty="0"/>
          </a:p>
          <a:p>
            <a:pPr marL="119063" indent="-119063">
              <a:buFont typeface="Arial" panose="020B0604020202020204" pitchFamily="34" charset="0"/>
              <a:buChar char="•"/>
            </a:pPr>
            <a:r>
              <a:rPr lang="en-US" sz="1400" dirty="0"/>
              <a:t>Or ↑ EPAP and </a:t>
            </a:r>
            <a:r>
              <a:rPr lang="el-GR" sz="1400" dirty="0"/>
              <a:t>Δ</a:t>
            </a:r>
            <a:r>
              <a:rPr lang="en-US" sz="1400" dirty="0"/>
              <a:t>PAP. E.g., 15/7.</a:t>
            </a:r>
            <a:endParaRPr lang="en-US" sz="1200" dirty="0"/>
          </a:p>
        </p:txBody>
      </p:sp>
      <p:pic>
        <p:nvPicPr>
          <p:cNvPr id="40" name="Graphic 39" descr="Cursor with solid fill">
            <a:extLst>
              <a:ext uri="{FF2B5EF4-FFF2-40B4-BE49-F238E27FC236}">
                <a16:creationId xmlns:a16="http://schemas.microsoft.com/office/drawing/2014/main" id="{DC14EF08-694E-405C-86CB-BAF5FEC33E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13715" y="2586606"/>
            <a:ext cx="302506" cy="302506"/>
          </a:xfrm>
          <a:prstGeom prst="rect">
            <a:avLst/>
          </a:prstGeom>
        </p:spPr>
      </p:pic>
      <p:pic>
        <p:nvPicPr>
          <p:cNvPr id="41" name="Graphic 40" descr="Cursor with solid fill">
            <a:extLst>
              <a:ext uri="{FF2B5EF4-FFF2-40B4-BE49-F238E27FC236}">
                <a16:creationId xmlns:a16="http://schemas.microsoft.com/office/drawing/2014/main" id="{FD69E34E-E9FE-4055-8CEC-90E58DA1AA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13715" y="3879015"/>
            <a:ext cx="302506" cy="302506"/>
          </a:xfrm>
          <a:prstGeom prst="rect">
            <a:avLst/>
          </a:prstGeom>
        </p:spPr>
      </p:pic>
      <p:pic>
        <p:nvPicPr>
          <p:cNvPr id="42" name="Graphic 41" descr="Cursor with solid fill">
            <a:extLst>
              <a:ext uri="{FF2B5EF4-FFF2-40B4-BE49-F238E27FC236}">
                <a16:creationId xmlns:a16="http://schemas.microsoft.com/office/drawing/2014/main" id="{68FA63EF-3053-475D-999B-B19A5BFB9C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13715" y="5087458"/>
            <a:ext cx="302506" cy="302506"/>
          </a:xfrm>
          <a:prstGeom prst="rect">
            <a:avLst/>
          </a:prstGeom>
        </p:spPr>
      </p:pic>
      <p:pic>
        <p:nvPicPr>
          <p:cNvPr id="43" name="Graphic 42" descr="Cursor with solid fill">
            <a:extLst>
              <a:ext uri="{FF2B5EF4-FFF2-40B4-BE49-F238E27FC236}">
                <a16:creationId xmlns:a16="http://schemas.microsoft.com/office/drawing/2014/main" id="{8F8D958F-6DDF-47D6-B6DF-EB6779155C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13715" y="6297542"/>
            <a:ext cx="302506" cy="302506"/>
          </a:xfrm>
          <a:prstGeom prst="rect">
            <a:avLst/>
          </a:prstGeom>
        </p:spPr>
      </p:pic>
      <p:pic>
        <p:nvPicPr>
          <p:cNvPr id="44" name="Graphic 43" descr="Cursor with solid fill">
            <a:extLst>
              <a:ext uri="{FF2B5EF4-FFF2-40B4-BE49-F238E27FC236}">
                <a16:creationId xmlns:a16="http://schemas.microsoft.com/office/drawing/2014/main" id="{EBD6CE10-0470-42E6-B298-8F69342E3B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26592" y="411539"/>
            <a:ext cx="302506" cy="302506"/>
          </a:xfrm>
          <a:prstGeom prst="rect">
            <a:avLst/>
          </a:prstGeom>
        </p:spPr>
      </p:pic>
      <p:pic>
        <p:nvPicPr>
          <p:cNvPr id="45" name="Graphic 44" descr="Cursor with solid fill">
            <a:extLst>
              <a:ext uri="{FF2B5EF4-FFF2-40B4-BE49-F238E27FC236}">
                <a16:creationId xmlns:a16="http://schemas.microsoft.com/office/drawing/2014/main" id="{4A6A845C-CB6E-4EB4-9AE6-5760D5ED7F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58244" y="406978"/>
            <a:ext cx="302506" cy="302506"/>
          </a:xfrm>
          <a:prstGeom prst="rect">
            <a:avLst/>
          </a:prstGeom>
        </p:spPr>
      </p:pic>
      <p:sp>
        <p:nvSpPr>
          <p:cNvPr id="46" name="Case 3 - question1">
            <a:extLst>
              <a:ext uri="{FF2B5EF4-FFF2-40B4-BE49-F238E27FC236}">
                <a16:creationId xmlns:a16="http://schemas.microsoft.com/office/drawing/2014/main" id="{75344689-8501-48B7-9B03-530976A18173}"/>
              </a:ext>
            </a:extLst>
          </p:cNvPr>
          <p:cNvSpPr/>
          <p:nvPr/>
        </p:nvSpPr>
        <p:spPr>
          <a:xfrm>
            <a:off x="8986616" y="1916531"/>
            <a:ext cx="3060409" cy="71463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How would you improve their SaO</a:t>
            </a:r>
            <a:r>
              <a:rPr lang="en-US" sz="1600" baseline="-25000" dirty="0"/>
              <a:t>2?</a:t>
            </a:r>
            <a:r>
              <a:rPr lang="en-US" sz="1600" dirty="0"/>
              <a:t> </a:t>
            </a:r>
          </a:p>
        </p:txBody>
      </p:sp>
      <p:sp>
        <p:nvSpPr>
          <p:cNvPr id="47" name="Case 3 - question2">
            <a:extLst>
              <a:ext uri="{FF2B5EF4-FFF2-40B4-BE49-F238E27FC236}">
                <a16:creationId xmlns:a16="http://schemas.microsoft.com/office/drawing/2014/main" id="{8E7D81BD-2021-4D08-A753-368A77C33769}"/>
              </a:ext>
            </a:extLst>
          </p:cNvPr>
          <p:cNvSpPr/>
          <p:nvPr/>
        </p:nvSpPr>
        <p:spPr>
          <a:xfrm>
            <a:off x="8996901" y="3449995"/>
            <a:ext cx="3069876" cy="1237685"/>
          </a:xfrm>
          <a:prstGeom prst="roundRect">
            <a:avLst>
              <a:gd name="adj" fmla="val 10321"/>
            </a:avLst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What is your next step in management?</a:t>
            </a:r>
          </a:p>
        </p:txBody>
      </p:sp>
      <p:sp>
        <p:nvSpPr>
          <p:cNvPr id="51" name="Case 3 - answer2">
            <a:extLst>
              <a:ext uri="{FF2B5EF4-FFF2-40B4-BE49-F238E27FC236}">
                <a16:creationId xmlns:a16="http://schemas.microsoft.com/office/drawing/2014/main" id="{7F8FF49C-C7AE-4F64-937E-E358A04D71E2}"/>
              </a:ext>
            </a:extLst>
          </p:cNvPr>
          <p:cNvSpPr/>
          <p:nvPr/>
        </p:nvSpPr>
        <p:spPr>
          <a:xfrm>
            <a:off x="8989908" y="3449995"/>
            <a:ext cx="3076869" cy="1234699"/>
          </a:xfrm>
          <a:prstGeom prst="roundRect">
            <a:avLst>
              <a:gd name="adj" fmla="val 1150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Start CPAP. They have persistent hypoxemia despite near max FiO</a:t>
            </a:r>
            <a:r>
              <a:rPr lang="en-US" sz="1400" baseline="-25000" dirty="0"/>
              <a:t>2.</a:t>
            </a:r>
            <a:r>
              <a:rPr lang="en-US" sz="1400" dirty="0"/>
              <a:t> Additionally, acute cardiogenic pulmonary edema is a strong indication for NIPPV. </a:t>
            </a:r>
          </a:p>
        </p:txBody>
      </p:sp>
      <p:pic>
        <p:nvPicPr>
          <p:cNvPr id="54" name="Graphic 53" descr="Cursor with solid fill">
            <a:extLst>
              <a:ext uri="{FF2B5EF4-FFF2-40B4-BE49-F238E27FC236}">
                <a16:creationId xmlns:a16="http://schemas.microsoft.com/office/drawing/2014/main" id="{17943766-52F2-4AAC-886F-01DE8FD4A9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888500" y="2479697"/>
            <a:ext cx="302506" cy="302506"/>
          </a:xfrm>
          <a:prstGeom prst="rect">
            <a:avLst/>
          </a:prstGeom>
        </p:spPr>
      </p:pic>
      <p:pic>
        <p:nvPicPr>
          <p:cNvPr id="55" name="Graphic 54" descr="Cursor with solid fill">
            <a:extLst>
              <a:ext uri="{FF2B5EF4-FFF2-40B4-BE49-F238E27FC236}">
                <a16:creationId xmlns:a16="http://schemas.microsoft.com/office/drawing/2014/main" id="{E4282F38-32E6-40B8-9FA4-29489EF608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895772" y="4536249"/>
            <a:ext cx="302506" cy="302506"/>
          </a:xfrm>
          <a:prstGeom prst="rect">
            <a:avLst/>
          </a:prstGeom>
        </p:spPr>
      </p:pic>
      <p:sp>
        <p:nvSpPr>
          <p:cNvPr id="58" name="Case 1 text">
            <a:extLst>
              <a:ext uri="{FF2B5EF4-FFF2-40B4-BE49-F238E27FC236}">
                <a16:creationId xmlns:a16="http://schemas.microsoft.com/office/drawing/2014/main" id="{5DFE47AC-647D-411F-A675-2E5E7DD7B678}"/>
              </a:ext>
            </a:extLst>
          </p:cNvPr>
          <p:cNvSpPr txBox="1"/>
          <p:nvPr/>
        </p:nvSpPr>
        <p:spPr>
          <a:xfrm>
            <a:off x="1316298" y="2490308"/>
            <a:ext cx="34805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They progressively desaturate and are now on 6L NC with SaO</a:t>
            </a:r>
            <a:r>
              <a:rPr lang="en-US" sz="1400" baseline="-25000" dirty="0">
                <a:ea typeface="+mn-lt"/>
                <a:cs typeface="+mn-lt"/>
              </a:rPr>
              <a:t>2</a:t>
            </a:r>
            <a:r>
              <a:rPr lang="en-US" sz="1400" dirty="0">
                <a:ea typeface="+mn-lt"/>
                <a:cs typeface="+mn-lt"/>
              </a:rPr>
              <a:t> 89%. </a:t>
            </a:r>
          </a:p>
        </p:txBody>
      </p:sp>
      <p:sp>
        <p:nvSpPr>
          <p:cNvPr id="59" name="Case 1 text">
            <a:extLst>
              <a:ext uri="{FF2B5EF4-FFF2-40B4-BE49-F238E27FC236}">
                <a16:creationId xmlns:a16="http://schemas.microsoft.com/office/drawing/2014/main" id="{343996DF-FCBD-4718-8D7D-5E55EC572D83}"/>
              </a:ext>
            </a:extLst>
          </p:cNvPr>
          <p:cNvSpPr txBox="1"/>
          <p:nvPr/>
        </p:nvSpPr>
        <p:spPr>
          <a:xfrm>
            <a:off x="1313831" y="3654340"/>
            <a:ext cx="3445793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On POD7, they are on HFNC 100% FiO</a:t>
            </a:r>
            <a:r>
              <a:rPr lang="en-US" sz="1400" baseline="-25000" dirty="0">
                <a:ea typeface="+mn-lt"/>
                <a:cs typeface="+mn-lt"/>
              </a:rPr>
              <a:t>2</a:t>
            </a:r>
            <a:r>
              <a:rPr lang="en-US" sz="1400" dirty="0">
                <a:ea typeface="+mn-lt"/>
                <a:cs typeface="+mn-lt"/>
              </a:rPr>
              <a:t>, 60 L/min. RR is 24 and shallow, SaO</a:t>
            </a:r>
            <a:r>
              <a:rPr lang="en-US" sz="1400" baseline="-25000" dirty="0">
                <a:ea typeface="+mn-lt"/>
                <a:cs typeface="+mn-lt"/>
              </a:rPr>
              <a:t>2</a:t>
            </a:r>
            <a:r>
              <a:rPr lang="en-US" sz="1400" dirty="0">
                <a:ea typeface="+mn-lt"/>
                <a:cs typeface="+mn-lt"/>
              </a:rPr>
              <a:t> 86%. They are obtunded and difficult to arouse. ABG shows 7.21/72/45/20. </a:t>
            </a:r>
          </a:p>
        </p:txBody>
      </p:sp>
      <p:sp>
        <p:nvSpPr>
          <p:cNvPr id="63" name="Case 1 text">
            <a:extLst>
              <a:ext uri="{FF2B5EF4-FFF2-40B4-BE49-F238E27FC236}">
                <a16:creationId xmlns:a16="http://schemas.microsoft.com/office/drawing/2014/main" id="{2182638D-D0EB-499F-B6E1-6CF38E25D522}"/>
              </a:ext>
            </a:extLst>
          </p:cNvPr>
          <p:cNvSpPr txBox="1"/>
          <p:nvPr/>
        </p:nvSpPr>
        <p:spPr>
          <a:xfrm>
            <a:off x="4969135" y="2781545"/>
            <a:ext cx="3830752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5563" indent="-55563">
              <a:spcBef>
                <a:spcPts val="0"/>
              </a:spcBef>
              <a:buNone/>
            </a:pPr>
            <a:r>
              <a:rPr lang="en-US" sz="1400" dirty="0"/>
              <a:t>They are placed on BiPAP of 10/5, 35% FiO</a:t>
            </a:r>
            <a:r>
              <a:rPr lang="en-US" sz="1400" baseline="-25000" dirty="0"/>
              <a:t>2</a:t>
            </a:r>
            <a:r>
              <a:rPr lang="en-US" sz="1400" dirty="0"/>
              <a:t>. Repeat ABG shows 7.30/60/79/28.</a:t>
            </a:r>
            <a:endParaRPr lang="en-US" sz="1400" dirty="0">
              <a:ea typeface="+mn-lt"/>
              <a:cs typeface="+mn-lt"/>
            </a:endParaRPr>
          </a:p>
        </p:txBody>
      </p:sp>
      <p:sp>
        <p:nvSpPr>
          <p:cNvPr id="67" name="Case 3 - answer1">
            <a:extLst>
              <a:ext uri="{FF2B5EF4-FFF2-40B4-BE49-F238E27FC236}">
                <a16:creationId xmlns:a16="http://schemas.microsoft.com/office/drawing/2014/main" id="{8A3EBF9B-1ADF-4848-9B1D-00F4A07C1C43}"/>
              </a:ext>
            </a:extLst>
          </p:cNvPr>
          <p:cNvSpPr/>
          <p:nvPr/>
        </p:nvSpPr>
        <p:spPr>
          <a:xfrm>
            <a:off x="8977626" y="1904325"/>
            <a:ext cx="3076870" cy="73057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Given severity of hypoxemia, consider a </a:t>
            </a:r>
            <a:r>
              <a:rPr lang="en-US" sz="1400" b="1" dirty="0"/>
              <a:t>non-rebreather</a:t>
            </a:r>
            <a:r>
              <a:rPr lang="en-US" sz="1400" dirty="0"/>
              <a:t> to quickly improve oxygenation.</a:t>
            </a:r>
            <a:endParaRPr lang="en-US" sz="1200" dirty="0"/>
          </a:p>
        </p:txBody>
      </p:sp>
      <p:sp>
        <p:nvSpPr>
          <p:cNvPr id="68" name="Case 1 text">
            <a:extLst>
              <a:ext uri="{FF2B5EF4-FFF2-40B4-BE49-F238E27FC236}">
                <a16:creationId xmlns:a16="http://schemas.microsoft.com/office/drawing/2014/main" id="{CB9794A6-69AD-40E6-9655-21D93000AC8D}"/>
              </a:ext>
            </a:extLst>
          </p:cNvPr>
          <p:cNvSpPr txBox="1"/>
          <p:nvPr/>
        </p:nvSpPr>
        <p:spPr>
          <a:xfrm>
            <a:off x="8986616" y="2688632"/>
            <a:ext cx="3034269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5563" indent="-55563"/>
            <a:r>
              <a:rPr lang="en-US" sz="1400" dirty="0">
                <a:ea typeface="+mn-lt"/>
                <a:cs typeface="+mn-lt"/>
              </a:rPr>
              <a:t>On non-</a:t>
            </a:r>
            <a:r>
              <a:rPr lang="en-US" sz="1400" dirty="0" err="1">
                <a:ea typeface="+mn-lt"/>
                <a:cs typeface="+mn-lt"/>
              </a:rPr>
              <a:t>rebreather</a:t>
            </a:r>
            <a:r>
              <a:rPr lang="en-US" sz="1400" dirty="0">
                <a:ea typeface="+mn-lt"/>
                <a:cs typeface="+mn-lt"/>
              </a:rPr>
              <a:t>, SaO</a:t>
            </a:r>
            <a:r>
              <a:rPr lang="en-US" sz="1400" baseline="-25000" dirty="0">
                <a:ea typeface="+mn-lt"/>
                <a:cs typeface="+mn-lt"/>
              </a:rPr>
              <a:t>2</a:t>
            </a:r>
            <a:r>
              <a:rPr lang="en-US" sz="1400" dirty="0">
                <a:ea typeface="+mn-lt"/>
                <a:cs typeface="+mn-lt"/>
              </a:rPr>
              <a:t> improves to 89%, RR is now 28. ABG shows 7.46/29/59/24.</a:t>
            </a:r>
          </a:p>
        </p:txBody>
      </p:sp>
    </p:spTree>
    <p:extLst>
      <p:ext uri="{BB962C8B-B14F-4D97-AF65-F5344CB8AC3E}">
        <p14:creationId xmlns:p14="http://schemas.microsoft.com/office/powerpoint/2010/main" val="3839862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94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3" grpId="0"/>
      <p:bldP spid="25" grpId="0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39" grpId="1" animBg="1"/>
      <p:bldP spid="47" grpId="0" animBg="1"/>
      <p:bldP spid="51" grpId="0" animBg="1"/>
      <p:bldP spid="58" grpId="0"/>
      <p:bldP spid="59" grpId="0"/>
      <p:bldP spid="63" grpId="0"/>
      <p:bldP spid="67" grpId="0" animBg="1"/>
      <p:bldP spid="6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8">
            <a:extLst>
              <a:ext uri="{FF2B5EF4-FFF2-40B4-BE49-F238E27FC236}">
                <a16:creationId xmlns:a16="http://schemas.microsoft.com/office/drawing/2014/main" id="{A58514D4-34FF-4C0E-9597-006D60838F92}"/>
              </a:ext>
            </a:extLst>
          </p:cNvPr>
          <p:cNvGrpSpPr/>
          <p:nvPr/>
        </p:nvGrpSpPr>
        <p:grpSpPr>
          <a:xfrm>
            <a:off x="615852" y="910803"/>
            <a:ext cx="10983965" cy="5732346"/>
            <a:chOff x="1869912" y="1973923"/>
            <a:chExt cx="6108714" cy="4481385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90537FE-E3E2-4465-BA24-687533D6489B}"/>
                </a:ext>
              </a:extLst>
            </p:cNvPr>
            <p:cNvSpPr/>
            <p:nvPr/>
          </p:nvSpPr>
          <p:spPr>
            <a:xfrm>
              <a:off x="5239587" y="2061452"/>
              <a:ext cx="2417147" cy="3626086"/>
            </a:xfrm>
            <a:prstGeom prst="rect">
              <a:avLst/>
            </a:prstGeom>
            <a:gradFill flip="none" rotWithShape="1">
              <a:gsLst>
                <a:gs pos="100000">
                  <a:schemeClr val="bg1"/>
                </a:gs>
                <a:gs pos="29000">
                  <a:schemeClr val="accent1">
                    <a:lumMod val="20000"/>
                    <a:lumOff val="80000"/>
                    <a:alpha val="67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0633A8BA-B872-4961-AC2F-40A0E2241A07}"/>
                </a:ext>
              </a:extLst>
            </p:cNvPr>
            <p:cNvSpPr/>
            <p:nvPr/>
          </p:nvSpPr>
          <p:spPr>
            <a:xfrm>
              <a:off x="2554264" y="2061453"/>
              <a:ext cx="2614502" cy="3626086"/>
            </a:xfrm>
            <a:prstGeom prst="rect">
              <a:avLst/>
            </a:prstGeom>
            <a:gradFill flip="none" rotWithShape="1">
              <a:gsLst>
                <a:gs pos="25000">
                  <a:schemeClr val="accent1">
                    <a:lumMod val="60000"/>
                    <a:lumOff val="40000"/>
                    <a:alpha val="67000"/>
                  </a:schemeClr>
                </a:gs>
                <a:gs pos="71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E48A1AD4-C516-40C2-BEB2-002E4CA971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7008" y="1973923"/>
              <a:ext cx="14513" cy="37136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D93C920-691A-4B8D-8EC7-CA0D7851401C}"/>
                </a:ext>
              </a:extLst>
            </p:cNvPr>
            <p:cNvSpPr txBox="1"/>
            <p:nvPr/>
          </p:nvSpPr>
          <p:spPr>
            <a:xfrm rot="16200000">
              <a:off x="798657" y="3746117"/>
              <a:ext cx="2399264" cy="2567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Maximum FiO</a:t>
              </a:r>
              <a:r>
                <a:rPr lang="en-US" sz="2400" baseline="-25000" dirty="0"/>
                <a:t>2</a:t>
              </a:r>
              <a:endParaRPr lang="en-US" sz="24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D5A3D13-E5F1-4797-BBB7-BDB4EDA4570A}"/>
                </a:ext>
              </a:extLst>
            </p:cNvPr>
            <p:cNvSpPr txBox="1"/>
            <p:nvPr/>
          </p:nvSpPr>
          <p:spPr>
            <a:xfrm>
              <a:off x="2104071" y="2110925"/>
              <a:ext cx="495897" cy="2887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100%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5EE3BBE-26D5-4BB9-85D0-468055CA13FB}"/>
                </a:ext>
              </a:extLst>
            </p:cNvPr>
            <p:cNvSpPr txBox="1"/>
            <p:nvPr/>
          </p:nvSpPr>
          <p:spPr>
            <a:xfrm>
              <a:off x="2217924" y="5202394"/>
              <a:ext cx="367726" cy="2887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40%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0A8546D-9870-4EAE-A284-3A5A7D56EFBE}"/>
                </a:ext>
              </a:extLst>
            </p:cNvPr>
            <p:cNvSpPr txBox="1"/>
            <p:nvPr/>
          </p:nvSpPr>
          <p:spPr>
            <a:xfrm>
              <a:off x="2171213" y="4114413"/>
              <a:ext cx="390308" cy="2887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60%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F3C95B2-00B8-46AD-B047-3B33AB298DD5}"/>
                </a:ext>
              </a:extLst>
            </p:cNvPr>
            <p:cNvSpPr txBox="1"/>
            <p:nvPr/>
          </p:nvSpPr>
          <p:spPr>
            <a:xfrm>
              <a:off x="2171213" y="3058421"/>
              <a:ext cx="414436" cy="2887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80%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86B9869-0A85-4447-9FFB-7220B6E96A54}"/>
                </a:ext>
              </a:extLst>
            </p:cNvPr>
            <p:cNvCxnSpPr>
              <a:cxnSpLocks/>
            </p:cNvCxnSpPr>
            <p:nvPr/>
          </p:nvCxnSpPr>
          <p:spPr>
            <a:xfrm>
              <a:off x="2547008" y="5687539"/>
              <a:ext cx="52059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A400A8A-6FF1-48CD-96C6-914F53705FF9}"/>
                </a:ext>
              </a:extLst>
            </p:cNvPr>
            <p:cNvSpPr txBox="1"/>
            <p:nvPr/>
          </p:nvSpPr>
          <p:spPr>
            <a:xfrm>
              <a:off x="3720301" y="6094391"/>
              <a:ext cx="2743949" cy="360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Range of Flow Rates (L/min)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0F9BAC3-A409-4232-8E99-4D71A63BD697}"/>
                </a:ext>
              </a:extLst>
            </p:cNvPr>
            <p:cNvSpPr txBox="1"/>
            <p:nvPr/>
          </p:nvSpPr>
          <p:spPr>
            <a:xfrm>
              <a:off x="7098693" y="5736105"/>
              <a:ext cx="8799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80 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2EBCECC-8AFC-4177-AAF1-62DDB8F15B0F}"/>
                </a:ext>
              </a:extLst>
            </p:cNvPr>
            <p:cNvSpPr txBox="1"/>
            <p:nvPr/>
          </p:nvSpPr>
          <p:spPr>
            <a:xfrm>
              <a:off x="6443298" y="5736105"/>
              <a:ext cx="8799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60 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E788414-C44B-421C-8C07-5D96A0F08290}"/>
                </a:ext>
              </a:extLst>
            </p:cNvPr>
            <p:cNvSpPr txBox="1"/>
            <p:nvPr/>
          </p:nvSpPr>
          <p:spPr>
            <a:xfrm>
              <a:off x="5757316" y="5729629"/>
              <a:ext cx="8799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40 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1219C8F-4836-41AE-848F-4682FF6F7213}"/>
                </a:ext>
              </a:extLst>
            </p:cNvPr>
            <p:cNvSpPr txBox="1"/>
            <p:nvPr/>
          </p:nvSpPr>
          <p:spPr>
            <a:xfrm>
              <a:off x="5051582" y="5731569"/>
              <a:ext cx="8799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20 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A538A10-2A26-4B56-B3C0-E48633AB6286}"/>
                </a:ext>
              </a:extLst>
            </p:cNvPr>
            <p:cNvSpPr txBox="1"/>
            <p:nvPr/>
          </p:nvSpPr>
          <p:spPr>
            <a:xfrm>
              <a:off x="4398387" y="5731305"/>
              <a:ext cx="8799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6F3C1E9-7852-4725-9EF6-29D01C83923F}"/>
                </a:ext>
              </a:extLst>
            </p:cNvPr>
            <p:cNvSpPr txBox="1"/>
            <p:nvPr/>
          </p:nvSpPr>
          <p:spPr>
            <a:xfrm>
              <a:off x="3962089" y="5733509"/>
              <a:ext cx="8799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1EADB51-C073-4D4E-A5C2-9FB39D46AD92}"/>
                </a:ext>
              </a:extLst>
            </p:cNvPr>
            <p:cNvSpPr txBox="1"/>
            <p:nvPr/>
          </p:nvSpPr>
          <p:spPr>
            <a:xfrm>
              <a:off x="3507265" y="5733509"/>
              <a:ext cx="8799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A28B199-39B5-4E89-9B53-422BBBF60BBF}"/>
                </a:ext>
              </a:extLst>
            </p:cNvPr>
            <p:cNvSpPr txBox="1"/>
            <p:nvPr/>
          </p:nvSpPr>
          <p:spPr>
            <a:xfrm>
              <a:off x="3092188" y="5733509"/>
              <a:ext cx="788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13C50F2-8C02-4B06-BF15-BCD1080E63DB}"/>
                </a:ext>
              </a:extLst>
            </p:cNvPr>
            <p:cNvSpPr txBox="1"/>
            <p:nvPr/>
          </p:nvSpPr>
          <p:spPr>
            <a:xfrm>
              <a:off x="2680781" y="5733509"/>
              <a:ext cx="6281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10B1B50-5DD9-4B5B-82F9-C9A748DB09B8}"/>
                </a:ext>
              </a:extLst>
            </p:cNvPr>
            <p:cNvSpPr txBox="1"/>
            <p:nvPr/>
          </p:nvSpPr>
          <p:spPr>
            <a:xfrm>
              <a:off x="2146102" y="5736105"/>
              <a:ext cx="788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DDD4840-3C26-4633-A06D-AE2BB75273F2}"/>
                </a:ext>
              </a:extLst>
            </p:cNvPr>
            <p:cNvCxnSpPr/>
            <p:nvPr/>
          </p:nvCxnSpPr>
          <p:spPr>
            <a:xfrm flipV="1">
              <a:off x="2991995" y="2017688"/>
              <a:ext cx="0" cy="366985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75260B3-B605-4C0C-A1BF-E7D494805F9B}"/>
                </a:ext>
              </a:extLst>
            </p:cNvPr>
            <p:cNvCxnSpPr/>
            <p:nvPr/>
          </p:nvCxnSpPr>
          <p:spPr>
            <a:xfrm flipV="1">
              <a:off x="3473800" y="2017688"/>
              <a:ext cx="0" cy="366985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8732AA2-E4D5-4DF1-8E2B-F46B9B5F22DA}"/>
                </a:ext>
              </a:extLst>
            </p:cNvPr>
            <p:cNvCxnSpPr/>
            <p:nvPr/>
          </p:nvCxnSpPr>
          <p:spPr>
            <a:xfrm flipV="1">
              <a:off x="3945087" y="2017688"/>
              <a:ext cx="0" cy="366985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AE6F92-D62D-47DE-91FF-9437A48C3406}"/>
                </a:ext>
              </a:extLst>
            </p:cNvPr>
            <p:cNvCxnSpPr/>
            <p:nvPr/>
          </p:nvCxnSpPr>
          <p:spPr>
            <a:xfrm flipV="1">
              <a:off x="4387198" y="2017688"/>
              <a:ext cx="0" cy="366985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565D7AB-3BBC-4916-A727-C6EC53027DA6}"/>
                </a:ext>
              </a:extLst>
            </p:cNvPr>
            <p:cNvCxnSpPr/>
            <p:nvPr/>
          </p:nvCxnSpPr>
          <p:spPr>
            <a:xfrm flipV="1">
              <a:off x="4842022" y="2017688"/>
              <a:ext cx="0" cy="366985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CA63435-05C5-49AB-A833-DE993FD9E3F9}"/>
                </a:ext>
              </a:extLst>
            </p:cNvPr>
            <p:cNvCxnSpPr/>
            <p:nvPr/>
          </p:nvCxnSpPr>
          <p:spPr>
            <a:xfrm flipV="1">
              <a:off x="5505105" y="2017688"/>
              <a:ext cx="0" cy="366985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4B865D73-CFAA-4E69-A864-B98D657DC487}"/>
                </a:ext>
              </a:extLst>
            </p:cNvPr>
            <p:cNvCxnSpPr/>
            <p:nvPr/>
          </p:nvCxnSpPr>
          <p:spPr>
            <a:xfrm flipV="1">
              <a:off x="6197282" y="2017688"/>
              <a:ext cx="0" cy="366985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221FBCC5-BE55-42B7-B930-0F7DFE1FE426}"/>
                </a:ext>
              </a:extLst>
            </p:cNvPr>
            <p:cNvCxnSpPr/>
            <p:nvPr/>
          </p:nvCxnSpPr>
          <p:spPr>
            <a:xfrm flipV="1">
              <a:off x="6878958" y="2017688"/>
              <a:ext cx="0" cy="366985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9296C41-9474-419C-9B76-7ED9B555234A}"/>
                </a:ext>
              </a:extLst>
            </p:cNvPr>
            <p:cNvCxnSpPr/>
            <p:nvPr/>
          </p:nvCxnSpPr>
          <p:spPr>
            <a:xfrm flipV="1">
              <a:off x="7534431" y="2022018"/>
              <a:ext cx="0" cy="366985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Arrow: Left-Right 69">
            <a:hlinkClick r:id="rId3" action="ppaction://hlinksldjump"/>
            <a:extLst>
              <a:ext uri="{FF2B5EF4-FFF2-40B4-BE49-F238E27FC236}">
                <a16:creationId xmlns:a16="http://schemas.microsoft.com/office/drawing/2014/main" id="{218C05A4-0F08-4AAF-9755-30E88BB5ACED}"/>
              </a:ext>
            </a:extLst>
          </p:cNvPr>
          <p:cNvSpPr/>
          <p:nvPr/>
        </p:nvSpPr>
        <p:spPr>
          <a:xfrm>
            <a:off x="5990705" y="1547564"/>
            <a:ext cx="3641110" cy="972695"/>
          </a:xfrm>
          <a:prstGeom prst="leftRightArrow">
            <a:avLst>
              <a:gd name="adj1" fmla="val 50000"/>
              <a:gd name="adj2" fmla="val 30328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NON-REBREATHER MASK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86A3BD1-15DB-4ED3-B718-6CB9A1A9E513}"/>
              </a:ext>
            </a:extLst>
          </p:cNvPr>
          <p:cNvSpPr txBox="1"/>
          <p:nvPr/>
        </p:nvSpPr>
        <p:spPr>
          <a:xfrm>
            <a:off x="1311686" y="291856"/>
            <a:ext cx="98457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MAXIMUM FiO</a:t>
            </a:r>
            <a:r>
              <a:rPr lang="en-US" sz="2800" baseline="-25000" dirty="0"/>
              <a:t>2</a:t>
            </a:r>
            <a:r>
              <a:rPr lang="en-US" sz="2800" dirty="0"/>
              <a:t> AND FLOW RATES FOR OXYGEN DELIVERY DEVICES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A0A056F-1F97-43DA-BF71-FF862E82C710}"/>
              </a:ext>
            </a:extLst>
          </p:cNvPr>
          <p:cNvGrpSpPr/>
          <p:nvPr/>
        </p:nvGrpSpPr>
        <p:grpSpPr>
          <a:xfrm>
            <a:off x="7914461" y="1057472"/>
            <a:ext cx="3593280" cy="646331"/>
            <a:chOff x="8158301" y="1031346"/>
            <a:chExt cx="3593280" cy="646331"/>
          </a:xfrm>
        </p:grpSpPr>
        <p:sp>
          <p:nvSpPr>
            <p:cNvPr id="72" name="Arrow: Left-Right 71">
              <a:hlinkClick r:id="rId4" action="ppaction://hlinksldjump"/>
              <a:extLst>
                <a:ext uri="{FF2B5EF4-FFF2-40B4-BE49-F238E27FC236}">
                  <a16:creationId xmlns:a16="http://schemas.microsoft.com/office/drawing/2014/main" id="{91F81F42-F873-444B-92FE-A9077D189C24}"/>
                </a:ext>
              </a:extLst>
            </p:cNvPr>
            <p:cNvSpPr/>
            <p:nvPr/>
          </p:nvSpPr>
          <p:spPr>
            <a:xfrm>
              <a:off x="8158301" y="1057752"/>
              <a:ext cx="1760206" cy="530356"/>
            </a:xfrm>
            <a:prstGeom prst="leftRightArrow">
              <a:avLst>
                <a:gd name="adj1" fmla="val 53785"/>
                <a:gd name="adj2" fmla="val 25693"/>
              </a:avLst>
            </a:prstGeom>
            <a:solidFill>
              <a:schemeClr val="accent6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>
              <a:hlinkClick r:id="rId4" action="ppaction://hlinksldjump"/>
              <a:extLst>
                <a:ext uri="{FF2B5EF4-FFF2-40B4-BE49-F238E27FC236}">
                  <a16:creationId xmlns:a16="http://schemas.microsoft.com/office/drawing/2014/main" id="{5BDE892C-866C-40ED-8C8A-042562DCED8F}"/>
                </a:ext>
              </a:extLst>
            </p:cNvPr>
            <p:cNvSpPr/>
            <p:nvPr/>
          </p:nvSpPr>
          <p:spPr>
            <a:xfrm>
              <a:off x="9884944" y="1031346"/>
              <a:ext cx="186663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accent6"/>
                  </a:solidFill>
                </a:rPr>
                <a:t>HIGH FLOW NASAL CANNULA</a:t>
              </a:r>
            </a:p>
          </p:txBody>
        </p:sp>
        <p:pic>
          <p:nvPicPr>
            <p:cNvPr id="16" name="Graphic 15" descr="Cursor">
              <a:extLst>
                <a:ext uri="{FF2B5EF4-FFF2-40B4-BE49-F238E27FC236}">
                  <a16:creationId xmlns:a16="http://schemas.microsoft.com/office/drawing/2014/main" id="{5DBDF52E-7CAC-44BA-B9B3-4480C486AC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965102" y="1213665"/>
              <a:ext cx="263524" cy="263524"/>
            </a:xfrm>
            <a:prstGeom prst="rect">
              <a:avLst/>
            </a:prstGeom>
          </p:spPr>
        </p:pic>
      </p:grpSp>
      <p:pic>
        <p:nvPicPr>
          <p:cNvPr id="65" name="Graphic 64" descr="Cursor">
            <a:extLst>
              <a:ext uri="{FF2B5EF4-FFF2-40B4-BE49-F238E27FC236}">
                <a16:creationId xmlns:a16="http://schemas.microsoft.com/office/drawing/2014/main" id="{76583DE0-EF6E-4904-8D2A-DD50417DCC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11669" y="1902149"/>
            <a:ext cx="263524" cy="263524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CA8A4465-2F22-4F79-8C15-8E8ACDC79FCC}"/>
              </a:ext>
            </a:extLst>
          </p:cNvPr>
          <p:cNvGrpSpPr/>
          <p:nvPr/>
        </p:nvGrpSpPr>
        <p:grpSpPr>
          <a:xfrm>
            <a:off x="2106753" y="2579733"/>
            <a:ext cx="4244714" cy="1201952"/>
            <a:chOff x="2116308" y="2553607"/>
            <a:chExt cx="4478999" cy="1201952"/>
          </a:xfrm>
        </p:grpSpPr>
        <p:sp>
          <p:nvSpPr>
            <p:cNvPr id="68" name="Arrow: Left-Right 67">
              <a:hlinkClick r:id="rId7" action="ppaction://hlinksldjump"/>
              <a:extLst>
                <a:ext uri="{FF2B5EF4-FFF2-40B4-BE49-F238E27FC236}">
                  <a16:creationId xmlns:a16="http://schemas.microsoft.com/office/drawing/2014/main" id="{B8B37C99-BBF6-4B70-AF8E-B6E3EBD0F963}"/>
                </a:ext>
              </a:extLst>
            </p:cNvPr>
            <p:cNvSpPr/>
            <p:nvPr/>
          </p:nvSpPr>
          <p:spPr>
            <a:xfrm>
              <a:off x="2116308" y="2553607"/>
              <a:ext cx="4478999" cy="1201952"/>
            </a:xfrm>
            <a:prstGeom prst="leftRightArrow">
              <a:avLst>
                <a:gd name="adj1" fmla="val 37247"/>
                <a:gd name="adj2" fmla="val 50000"/>
              </a:avLst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OXYMIZER</a:t>
              </a:r>
            </a:p>
          </p:txBody>
        </p:sp>
        <p:pic>
          <p:nvPicPr>
            <p:cNvPr id="77" name="Graphic 76" descr="Cursor">
              <a:extLst>
                <a:ext uri="{FF2B5EF4-FFF2-40B4-BE49-F238E27FC236}">
                  <a16:creationId xmlns:a16="http://schemas.microsoft.com/office/drawing/2014/main" id="{68B34735-B239-4498-9F41-1ED8CA3A6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926461" y="3024272"/>
              <a:ext cx="263524" cy="263524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0BD8DE5-3443-41CC-BF48-0683A7D0F3F3}"/>
              </a:ext>
            </a:extLst>
          </p:cNvPr>
          <p:cNvGrpSpPr/>
          <p:nvPr/>
        </p:nvGrpSpPr>
        <p:grpSpPr>
          <a:xfrm>
            <a:off x="3535193" y="3396740"/>
            <a:ext cx="2367331" cy="663427"/>
            <a:chOff x="3535193" y="3396740"/>
            <a:chExt cx="2367331" cy="663427"/>
          </a:xfrm>
        </p:grpSpPr>
        <p:sp>
          <p:nvSpPr>
            <p:cNvPr id="67" name="Arrow: Left-Right 66">
              <a:hlinkClick r:id="rId8" action="ppaction://hlinksldjump"/>
              <a:extLst>
                <a:ext uri="{FF2B5EF4-FFF2-40B4-BE49-F238E27FC236}">
                  <a16:creationId xmlns:a16="http://schemas.microsoft.com/office/drawing/2014/main" id="{726F44EA-9D5B-48AE-845D-E0C9BA0A31DE}"/>
                </a:ext>
              </a:extLst>
            </p:cNvPr>
            <p:cNvSpPr/>
            <p:nvPr/>
          </p:nvSpPr>
          <p:spPr>
            <a:xfrm>
              <a:off x="3535193" y="3396740"/>
              <a:ext cx="2367331" cy="663427"/>
            </a:xfrm>
            <a:prstGeom prst="leftRightArrow">
              <a:avLst>
                <a:gd name="adj1" fmla="val 57876"/>
                <a:gd name="adj2" fmla="val 50000"/>
              </a:avLst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SIMPLE FACE MASK</a:t>
              </a:r>
            </a:p>
          </p:txBody>
        </p:sp>
        <p:pic>
          <p:nvPicPr>
            <p:cNvPr id="78" name="Graphic 77" descr="Cursor">
              <a:extLst>
                <a:ext uri="{FF2B5EF4-FFF2-40B4-BE49-F238E27FC236}">
                  <a16:creationId xmlns:a16="http://schemas.microsoft.com/office/drawing/2014/main" id="{21E7E4C2-804D-4D59-ABDE-FB45CE7FB4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576566" y="3796643"/>
              <a:ext cx="263524" cy="263524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4A0F899-CE25-4430-868D-AAE2097392AA}"/>
              </a:ext>
            </a:extLst>
          </p:cNvPr>
          <p:cNvGrpSpPr/>
          <p:nvPr/>
        </p:nvGrpSpPr>
        <p:grpSpPr>
          <a:xfrm>
            <a:off x="1867832" y="4820133"/>
            <a:ext cx="2721495" cy="639697"/>
            <a:chOff x="1867832" y="4820133"/>
            <a:chExt cx="2721495" cy="63969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C522E7C-7C3F-4FEC-BB52-1816150F7311}"/>
                </a:ext>
              </a:extLst>
            </p:cNvPr>
            <p:cNvGrpSpPr/>
            <p:nvPr/>
          </p:nvGrpSpPr>
          <p:grpSpPr>
            <a:xfrm>
              <a:off x="1867832" y="4820133"/>
              <a:ext cx="2721495" cy="639697"/>
              <a:chOff x="1867832" y="4820133"/>
              <a:chExt cx="2721495" cy="639697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2F66B7A8-3D9E-416C-B8C5-DC0CC844F134}"/>
                  </a:ext>
                </a:extLst>
              </p:cNvPr>
              <p:cNvSpPr/>
              <p:nvPr/>
            </p:nvSpPr>
            <p:spPr>
              <a:xfrm>
                <a:off x="1867832" y="5090498"/>
                <a:ext cx="272149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/>
                  <a:t>NASAL CANNULA</a:t>
                </a:r>
              </a:p>
            </p:txBody>
          </p:sp>
          <p:sp>
            <p:nvSpPr>
              <p:cNvPr id="66" name="Arrow: Left-Right 65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5F5CA3C1-6611-43EB-B103-7DC05C06BF12}"/>
                  </a:ext>
                </a:extLst>
              </p:cNvPr>
              <p:cNvSpPr/>
              <p:nvPr/>
            </p:nvSpPr>
            <p:spPr>
              <a:xfrm>
                <a:off x="2150138" y="4820133"/>
                <a:ext cx="2173722" cy="313969"/>
              </a:xfrm>
              <a:prstGeom prst="leftRightArrow">
                <a:avLst/>
              </a:prstGeom>
              <a:ln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79" name="Graphic 78" descr="Cursor">
              <a:extLst>
                <a:ext uri="{FF2B5EF4-FFF2-40B4-BE49-F238E27FC236}">
                  <a16:creationId xmlns:a16="http://schemas.microsoft.com/office/drawing/2014/main" id="{E1EB6143-74B6-4364-8563-1173A98D2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124644" y="4872238"/>
              <a:ext cx="263524" cy="263524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6FBCE92-4629-4CFA-9CB1-61FC1BEECE47}"/>
              </a:ext>
            </a:extLst>
          </p:cNvPr>
          <p:cNvGrpSpPr/>
          <p:nvPr/>
        </p:nvGrpSpPr>
        <p:grpSpPr>
          <a:xfrm>
            <a:off x="7198878" y="3685584"/>
            <a:ext cx="2414356" cy="592956"/>
            <a:chOff x="7198878" y="3685584"/>
            <a:chExt cx="2414356" cy="592956"/>
          </a:xfrm>
        </p:grpSpPr>
        <p:sp>
          <p:nvSpPr>
            <p:cNvPr id="71" name="Arrow: Left-Right 70">
              <a:hlinkClick r:id="rId10" action="ppaction://hlinksldjump"/>
              <a:extLst>
                <a:ext uri="{FF2B5EF4-FFF2-40B4-BE49-F238E27FC236}">
                  <a16:creationId xmlns:a16="http://schemas.microsoft.com/office/drawing/2014/main" id="{7A957336-6F88-4D9A-B3A2-E75DCC99785A}"/>
                </a:ext>
              </a:extLst>
            </p:cNvPr>
            <p:cNvSpPr/>
            <p:nvPr/>
          </p:nvSpPr>
          <p:spPr>
            <a:xfrm>
              <a:off x="7198878" y="3685584"/>
              <a:ext cx="2414356" cy="592956"/>
            </a:xfrm>
            <a:prstGeom prst="leftRightArrow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VENTURI MASK</a:t>
              </a:r>
            </a:p>
          </p:txBody>
        </p:sp>
        <p:pic>
          <p:nvPicPr>
            <p:cNvPr id="80" name="Graphic 79" descr="Cursor">
              <a:extLst>
                <a:ext uri="{FF2B5EF4-FFF2-40B4-BE49-F238E27FC236}">
                  <a16:creationId xmlns:a16="http://schemas.microsoft.com/office/drawing/2014/main" id="{E2FC5A7A-DBF3-4B71-9D54-A646C7BDFB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187912" y="3892127"/>
              <a:ext cx="263524" cy="2635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32655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0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Oxygen Delivery — 2022–25 Context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820000"/>
            <a:ext cx="11192000" cy="57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The device physiology, NIPPV mechanics, and indications are timeless and verified current (June 2026). The items below add modern evidence; standing teaching unchanged.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E6E8C"/>
                </a:solidFill>
                <a:latin typeface="Calibri"/>
              </a:rPr>
              <a:t>HFNC first-line for acute hypoxemic respiratory failure: ESICM ARDS 2023 recommends HFNC over conventional oxygen in non-intubated AHRF to reduce intubation — EXCEPT cardiogenic pulmonary edema and COPD exacerbation, where NIPPV (CPAP/BiPAP) is preferred. Consistent with FLORALI (Frat, NEJM 2015).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Monitor HFNC with the ROX index = (SpO2/FiO2) ÷ RR. ROX ≥4.88 at 2/6/12 h predicts HFNC success; a low or falling ROX flags impending failure — escalate, do not delay intubation (Roca, AJRCCM 2019).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Awake prone positioning is a recommended adjunct for non-intubated patients with COVID-related hypoxemic AHRF on HFNC/NIPPV — reduces intubation (strong rec, 2023 rapid practice guideline); trial 15 min, continue if tolerated.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B4530A"/>
                </a:solidFill>
                <a:latin typeface="Calibri"/>
              </a:rPr>
              <a:t>CPAP vs HFNC in COVID AHRF (RECOVERY-RS, JAMA 2022): CPAP reduced the intubation/death composite vs conventional oxygen; HFNC did not differ. HFNC and NIV are otherwise similarly effective at avoiding intubation in AHRF (2023 meta-analysis).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0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820000"/>
            <a:ext cx="11192000" cy="57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1. Hypoxemia is corrected by raising FiO2 or adding PEEP. Most ward devices (nasal cannula, simple/Venturi/NRB masks, oxymizer) adjust only FiO2; effective FiO2 falls as work of breathing/inspiratory flow rises.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2. HFNC delivers high, matched flow with finely titratable FiO2 (up to ~100%) and a small, non-adjustable PEEP (~3-5 cm H2O); it improves oxygenation, work of breathing, and minute ventilation.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3. NRB is a RESCUE device only — de-escalate once stable. Venturi gives a precise set FiO2 for variable breathing patterns.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4. CPAP = oxygenation only (PEEP). BiPAP (IPAP−EPAP = ΔPAP) adds ventilation → use for hypercapnic failure. Both unload the heart (↓ RV/LV preload, ↓ LV afterload) — strong in acute cardiogenic pulmonary edema; BiPAP for COPD hypercapnic failure.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E6E8C"/>
                </a:solidFill>
                <a:latin typeface="Calibri"/>
              </a:rPr>
              <a:t>5. First-line for AHRF is HFNC (except cardiogenic edema and COPD); add awake proning; track the ROX index and escalate early.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0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Attribution &amp; Optimization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820000"/>
            <a:ext cx="11192000" cy="57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Original lesson: “Oxygen Delivery Systems,” TeachIM.org (updated Oct 2021).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Author: Yilin Zhang MD (Valley Medical Center).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Source URL: teachim.org/teaching_material/oxygen-delivery-systems/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License: Creative Commons Attribution-NonCommercial 4.0 International (CC BY-NC 4.0). Non-commercial educational use only.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B4530A"/>
                </a:solidFill>
                <a:latin typeface="Calibri"/>
              </a:rPr>
              <a:t>Corrections made (this edit, all single-run XML, animations preserved): (1) HFNC slide PEEP unit "3-5 mm H2O" -&gt; "3-5 cm H2O" (airway pressures are cm H2O); (2) Case 3 spelling "non-rebreathrer" -&gt; "non-rebreather"; (3) Oxymizer citation page range "381=383" -&gt; "381-383".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Context added (source-cited): ESICM ARDS 2023 (HFNC first-line for AHRF); ROX index (Roca AJRCCM 2019); awake-proning 2023 rapid practice guideline; RECOVERY-RS (JAMA 2022). FLORALI/Hernandez already cited on deck.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No companion handout is published for this lesson (single interactive board). Medical content should be clinician-reviewed before teaching.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16132</TotalTime>
  <Words>2002</Words>
  <Application>Microsoft Office PowerPoint</Application>
  <PresentationFormat>Widescreen</PresentationFormat>
  <Paragraphs>361</Paragraphs>
  <Slides>14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Respiratory Physiology</vt:lpstr>
      <vt:lpstr>Oxygen Delivery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Yilin Zhang</dc:creator>
  <cp:lastModifiedBy>Yilin Zhang</cp:lastModifiedBy>
  <cp:revision>236</cp:revision>
  <dcterms:created xsi:type="dcterms:W3CDTF">2017-07-06T22:16:30Z</dcterms:created>
  <dcterms:modified xsi:type="dcterms:W3CDTF">2021-10-20T20:56:14Z</dcterms:modified>
</cp:coreProperties>
</file>